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323" r:id="rId4"/>
    <p:sldId id="342" r:id="rId5"/>
    <p:sldId id="322" r:id="rId6"/>
    <p:sldId id="343" r:id="rId7"/>
    <p:sldId id="276" r:id="rId8"/>
    <p:sldId id="278" r:id="rId9"/>
    <p:sldId id="280" r:id="rId10"/>
    <p:sldId id="281" r:id="rId11"/>
    <p:sldId id="283" r:id="rId12"/>
    <p:sldId id="284" r:id="rId13"/>
    <p:sldId id="282" r:id="rId14"/>
    <p:sldId id="334" r:id="rId15"/>
    <p:sldId id="340" r:id="rId16"/>
    <p:sldId id="344" r:id="rId17"/>
    <p:sldId id="341" r:id="rId18"/>
    <p:sldId id="346" r:id="rId19"/>
    <p:sldId id="312" r:id="rId20"/>
    <p:sldId id="324" r:id="rId21"/>
    <p:sldId id="335" r:id="rId22"/>
    <p:sldId id="330" r:id="rId23"/>
    <p:sldId id="331" r:id="rId24"/>
    <p:sldId id="336" r:id="rId25"/>
    <p:sldId id="338" r:id="rId26"/>
    <p:sldId id="326" r:id="rId27"/>
    <p:sldId id="328" r:id="rId28"/>
    <p:sldId id="327" r:id="rId29"/>
    <p:sldId id="339" r:id="rId30"/>
    <p:sldId id="332" r:id="rId31"/>
    <p:sldId id="314" r:id="rId32"/>
    <p:sldId id="317" r:id="rId33"/>
    <p:sldId id="311" r:id="rId34"/>
    <p:sldId id="315" r:id="rId35"/>
    <p:sldId id="316"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819"/>
    <p:restoredTop sz="95728"/>
  </p:normalViewPr>
  <p:slideViewPr>
    <p:cSldViewPr snapToGrid="0">
      <p:cViewPr>
        <p:scale>
          <a:sx n="114" d="100"/>
          <a:sy n="114" d="100"/>
        </p:scale>
        <p:origin x="464" y="-384"/>
      </p:cViewPr>
      <p:guideLst/>
    </p:cSldViewPr>
  </p:slideViewPr>
  <p:notesTextViewPr>
    <p:cViewPr>
      <p:scale>
        <a:sx n="130" d="100"/>
        <a:sy n="13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99CB9B7-E3FF-594D-BD5A-B1F65CA47235}" type="datetimeFigureOut">
              <a:rPr lang="en-US" smtClean="0"/>
              <a:t>10/8/26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4944072-E86E-E24E-8875-9CA803DA15BA}" type="slidenum">
              <a:rPr lang="en-US" smtClean="0"/>
              <a:t>‹#›</a:t>
            </a:fld>
            <a:endParaRPr lang="en-US"/>
          </a:p>
        </p:txBody>
      </p:sp>
    </p:spTree>
    <p:extLst>
      <p:ext uri="{BB962C8B-B14F-4D97-AF65-F5344CB8AC3E}">
        <p14:creationId xmlns:p14="http://schemas.microsoft.com/office/powerpoint/2010/main" val="21203352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rtl="0" fontAlgn="t">
              <a:spcBef>
                <a:spcPts val="0"/>
              </a:spcBef>
              <a:spcAft>
                <a:spcPts val="0"/>
              </a:spcAft>
              <a:buFont typeface="Arial" panose="020B0604020202020204" pitchFamily="34" charset="0"/>
              <a:buNone/>
            </a:pPr>
            <a:endParaRPr lang="en-US" sz="1800" b="0" i="0" u="none" strike="noStrike" dirty="0">
              <a:solidFill>
                <a:srgbClr val="000000"/>
              </a:solidFill>
              <a:effectLst/>
              <a:latin typeface="Arial" panose="020B0604020202020204" pitchFamily="34" charset="0"/>
            </a:endParaRP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b="0" i="0" u="none" strike="noStrike" dirty="0">
                <a:solidFill>
                  <a:srgbClr val="000000"/>
                </a:solidFill>
                <a:effectLst/>
                <a:latin typeface="Arial" panose="020B0604020202020204" pitchFamily="34" charset="0"/>
              </a:rPr>
              <a:t>To begin with, imagine you're </a:t>
            </a:r>
            <a:r>
              <a:rPr lang="en-US" sz="1800" b="0" i="0" u="none" strike="noStrike" dirty="0" err="1">
                <a:solidFill>
                  <a:srgbClr val="000000"/>
                </a:solidFill>
                <a:effectLst/>
                <a:latin typeface="Arial" panose="020B0604020202020204" pitchFamily="34" charset="0"/>
              </a:rPr>
              <a:t>tryng</a:t>
            </a:r>
            <a:r>
              <a:rPr lang="en-US" sz="1800" b="0" i="0" u="none" strike="noStrike" dirty="0">
                <a:solidFill>
                  <a:srgbClr val="000000"/>
                </a:solidFill>
                <a:effectLst/>
                <a:latin typeface="Arial" panose="020B0604020202020204" pitchFamily="34" charset="0"/>
              </a:rPr>
              <a:t> to find two matching socks from a pile of laundry. As you do this, you need to keep the socks you’ve already seen in working memory, and compare them to highly similar socks in the bucket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b="0" i="0" u="none" strike="noStrike" dirty="0">
                <a:solidFill>
                  <a:srgbClr val="000000"/>
                </a:solidFill>
                <a:effectLst/>
                <a:latin typeface="Arial" panose="020B0604020202020204" pitchFamily="34" charset="0"/>
              </a:rPr>
              <a:t>Here we ask the </a:t>
            </a:r>
            <a:r>
              <a:rPr lang="en-US" sz="1800" b="0" i="0" u="none" strike="noStrike" dirty="0" err="1">
                <a:solidFill>
                  <a:srgbClr val="000000"/>
                </a:solidFill>
                <a:effectLst/>
                <a:latin typeface="Arial" panose="020B0604020202020204" pitchFamily="34" charset="0"/>
              </a:rPr>
              <a:t>quetion</a:t>
            </a:r>
            <a:r>
              <a:rPr lang="en-US" sz="1800" b="0" i="0" u="none" strike="noStrike" dirty="0">
                <a:solidFill>
                  <a:srgbClr val="000000"/>
                </a:solidFill>
                <a:effectLst/>
                <a:latin typeface="Arial" panose="020B0604020202020204" pitchFamily="34" charset="0"/>
              </a:rPr>
              <a:t>: can </a:t>
            </a:r>
            <a:r>
              <a:rPr lang="en-US" sz="1800" b="1" i="0" u="none" strike="noStrike" dirty="0">
                <a:solidFill>
                  <a:srgbClr val="000000"/>
                </a:solidFill>
                <a:effectLst/>
                <a:latin typeface="Arial" panose="020B0604020202020204" pitchFamily="34" charset="0"/>
              </a:rPr>
              <a:t>episodic memory</a:t>
            </a:r>
            <a:r>
              <a:rPr lang="en-US" sz="1800" b="0" i="0" u="none" strike="noStrike" dirty="0">
                <a:solidFill>
                  <a:srgbClr val="000000"/>
                </a:solidFill>
                <a:effectLst/>
                <a:latin typeface="Arial" panose="020B0604020202020204" pitchFamily="34" charset="0"/>
              </a:rPr>
              <a:t> help you in this process^^^?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285750" indent="-285750" rtl="0" fontAlgn="t">
              <a:spcBef>
                <a:spcPts val="0"/>
              </a:spcBef>
              <a:spcAft>
                <a:spcPts val="0"/>
              </a:spcAft>
              <a:buFont typeface="Arial" panose="020B0604020202020204" pitchFamily="34" charset="0"/>
              <a:buChar char="•"/>
            </a:pPr>
            <a:r>
              <a:rPr lang="en-US" sz="1800" b="0" i="0" u="none" strike="noStrike" dirty="0">
                <a:solidFill>
                  <a:srgbClr val="000000"/>
                </a:solidFill>
                <a:effectLst/>
                <a:latin typeface="Arial" panose="020B0604020202020204" pitchFamily="34" charset="0"/>
              </a:rPr>
              <a:t>In other words, we wanted to know which computations let episodic memory contribute to working memory in the first place, and when episodic contribution actually occurs.</a:t>
            </a:r>
          </a:p>
          <a:p>
            <a:pPr marL="285750" indent="-285750" rtl="0" fontAlgn="t">
              <a:spcBef>
                <a:spcPts val="0"/>
              </a:spcBef>
              <a:spcAft>
                <a:spcPts val="0"/>
              </a:spcAft>
              <a:buFont typeface="Arial" panose="020B0604020202020204" pitchFamily="34" charset="0"/>
              <a:buChar char="•"/>
            </a:pPr>
            <a:endParaRPr lang="en-US" sz="1800" b="0" i="0" u="none" strike="noStrike" dirty="0">
              <a:solidFill>
                <a:srgbClr val="000000"/>
              </a:solidFill>
              <a:effectLst/>
              <a:latin typeface="Arial" panose="020B0604020202020204" pitchFamily="34" charset="0"/>
            </a:endParaRPr>
          </a:p>
          <a:p>
            <a:pPr marL="285750" marR="0" lvl="0" indent="-285750" algn="l" defTabSz="914400" rtl="0" eaLnBrk="1" fontAlgn="t"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srgbClr val="000000"/>
                </a:solidFill>
                <a:effectLst/>
                <a:uLnTx/>
                <a:uFillTx/>
                <a:latin typeface="Arial" panose="020B0604020202020204" pitchFamily="34" charset="0"/>
                <a:ea typeface="+mn-ea"/>
                <a:cs typeface="+mn-cs"/>
              </a:rPr>
              <a:t>We hypothesized three different ways in which this could happen</a:t>
            </a:r>
          </a:p>
          <a:p>
            <a:pPr marL="285750" marR="0" lvl="0" indent="-285750" algn="l" defTabSz="914400" rtl="0" eaLnBrk="1" fontAlgn="t"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srgbClr val="000000"/>
                </a:solidFill>
                <a:effectLst/>
                <a:uLnTx/>
                <a:uFillTx/>
                <a:latin typeface="Arial" panose="020B0604020202020204" pitchFamily="34" charset="0"/>
                <a:ea typeface="+mn-ea"/>
                <a:cs typeface="+mn-cs"/>
              </a:rPr>
              <a:t>(c) For example, with pattern separation, </a:t>
            </a:r>
            <a:r>
              <a:rPr kumimoji="0" lang="en-US" sz="1800" b="0" i="0" u="none" strike="noStrike" kern="1200" cap="none" spc="0" normalizeH="0" baseline="0" noProof="0" dirty="0">
                <a:ln>
                  <a:noFill/>
                </a:ln>
                <a:solidFill>
                  <a:srgbClr val="000000"/>
                </a:solidFill>
                <a:effectLst/>
                <a:uLnTx/>
                <a:uFillTx/>
                <a:latin typeface="Helvetica Light" panose="020B0403020202020204" pitchFamily="34" charset="0"/>
                <a:ea typeface="+mn-ea"/>
                <a:cs typeface="+mn-cs"/>
              </a:rPr>
              <a:t>episodic</a:t>
            </a:r>
            <a:r>
              <a:rPr kumimoji="0" lang="en-US" sz="1800" b="0" i="0" u="none" strike="noStrike" kern="1200" cap="none" spc="0" normalizeH="0" baseline="0" noProof="0" dirty="0">
                <a:ln>
                  <a:noFill/>
                </a:ln>
                <a:solidFill>
                  <a:prstClr val="black"/>
                </a:solidFill>
                <a:effectLst/>
                <a:uLnTx/>
                <a:uFillTx/>
                <a:latin typeface="Helvetica Light" panose="020B0403020202020204" pitchFamily="34" charset="0"/>
                <a:ea typeface="+mn-ea"/>
                <a:cs typeface="+mn-cs"/>
              </a:rPr>
              <a:t> memory</a:t>
            </a:r>
            <a:r>
              <a:rPr kumimoji="0" lang="en-US" sz="1800" b="0" i="0" u="none" strike="noStrike" kern="1200" cap="none" spc="0" normalizeH="0" baseline="0" noProof="0" dirty="0">
                <a:ln>
                  <a:noFill/>
                </a:ln>
                <a:solidFill>
                  <a:srgbClr val="000000"/>
                </a:solidFill>
                <a:effectLst/>
                <a:uLnTx/>
                <a:uFillTx/>
                <a:latin typeface="Arial" panose="020B0604020202020204" pitchFamily="34" charset="0"/>
                <a:ea typeface="+mn-ea"/>
                <a:cs typeface="+mn-cs"/>
              </a:rPr>
              <a:t> could help keep similar representations in WM apart . </a:t>
            </a:r>
          </a:p>
          <a:p>
            <a:pPr marL="285750" marR="0" lvl="0" indent="-285750" algn="l" defTabSz="914400" rtl="0" eaLnBrk="1" fontAlgn="t"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srgbClr val="000000"/>
                </a:solidFill>
                <a:effectLst/>
                <a:uLnTx/>
                <a:uFillTx/>
                <a:latin typeface="Arial" panose="020B0604020202020204" pitchFamily="34" charset="0"/>
                <a:ea typeface="+mn-ea"/>
                <a:cs typeface="+mn-cs"/>
              </a:rPr>
              <a:t>(c) With predictive recall, </a:t>
            </a:r>
            <a:r>
              <a:rPr kumimoji="0" lang="en-US" sz="1800" b="0" i="0" u="none" strike="noStrike" kern="1200" cap="none" spc="0" normalizeH="0" baseline="0" noProof="0" dirty="0">
                <a:ln>
                  <a:noFill/>
                </a:ln>
                <a:solidFill>
                  <a:srgbClr val="000000"/>
                </a:solidFill>
                <a:effectLst/>
                <a:uLnTx/>
                <a:uFillTx/>
                <a:latin typeface="Helvetica Light" panose="020B0403020202020204" pitchFamily="34" charset="0"/>
                <a:ea typeface="+mn-ea"/>
                <a:cs typeface="+mn-cs"/>
              </a:rPr>
              <a:t>episodic</a:t>
            </a:r>
            <a:r>
              <a:rPr kumimoji="0" lang="en-US" sz="1800" b="0" i="0" u="none" strike="noStrike" kern="1200" cap="none" spc="0" normalizeH="0" baseline="0" noProof="0" dirty="0">
                <a:ln>
                  <a:noFill/>
                </a:ln>
                <a:solidFill>
                  <a:prstClr val="black"/>
                </a:solidFill>
                <a:effectLst/>
                <a:uLnTx/>
                <a:uFillTx/>
                <a:latin typeface="Helvetica Light" panose="020B0403020202020204" pitchFamily="34" charset="0"/>
                <a:ea typeface="+mn-ea"/>
                <a:cs typeface="+mn-cs"/>
              </a:rPr>
              <a:t> memory </a:t>
            </a:r>
            <a:r>
              <a:rPr kumimoji="0" lang="en-US" sz="1800" b="0" i="0" u="none" strike="noStrike" kern="1200" cap="none" spc="0" normalizeH="0" baseline="0" noProof="0" dirty="0">
                <a:ln>
                  <a:noFill/>
                </a:ln>
                <a:solidFill>
                  <a:srgbClr val="000000"/>
                </a:solidFill>
                <a:effectLst/>
                <a:uLnTx/>
                <a:uFillTx/>
                <a:latin typeface="Arial" panose="020B0604020202020204" pitchFamily="34" charset="0"/>
                <a:ea typeface="+mn-ea"/>
                <a:cs typeface="+mn-cs"/>
              </a:rPr>
              <a:t>could reinstate relevant information before it is needed in WM</a:t>
            </a:r>
          </a:p>
          <a:p>
            <a:pPr marL="285750" marR="0" lvl="0" indent="-285750" algn="l" defTabSz="914400" rtl="0" eaLnBrk="1" fontAlgn="t"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srgbClr val="000000"/>
                </a:solidFill>
                <a:effectLst/>
                <a:uLnTx/>
                <a:uFillTx/>
                <a:latin typeface="Arial" panose="020B0604020202020204" pitchFamily="34" charset="0"/>
                <a:ea typeface="+mn-ea"/>
                <a:cs typeface="+mn-cs"/>
              </a:rPr>
              <a:t>(c) Finally, pattern completion could make missing information available for use in WM processes. (p)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89002623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285750" indent="-285750" rtl="0" fontAlgn="t">
              <a:spcBef>
                <a:spcPts val="0"/>
              </a:spcBef>
              <a:spcAft>
                <a:spcPts val="0"/>
              </a:spcAft>
              <a:buFont typeface="Arial" panose="020B0604020202020204" pitchFamily="34" charset="0"/>
              <a:buChar char="•"/>
            </a:pPr>
            <a:r>
              <a:rPr lang="en-US" sz="1800" b="0" i="0" u="none" strike="noStrike" dirty="0">
                <a:solidFill>
                  <a:srgbClr val="000000"/>
                </a:solidFill>
                <a:effectLst/>
                <a:latin typeface="Arial" panose="020B0604020202020204" pitchFamily="34" charset="0"/>
              </a:rPr>
              <a:t>To test this, we developed a paradigm, the MST-Back Task, where we combined mnemonic similarity judgments with a continuous n-back task</a:t>
            </a:r>
          </a:p>
          <a:p>
            <a:pPr marL="285750" indent="-285750" rtl="0" fontAlgn="t">
              <a:spcBef>
                <a:spcPts val="0"/>
              </a:spcBef>
              <a:spcAft>
                <a:spcPts val="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Within four blocks, participants rated every items as same, or similar relative to their n-back predecessors.</a:t>
            </a:r>
          </a:p>
          <a:p>
            <a:pPr marL="285750" indent="-285750" rtl="0" fontAlgn="t">
              <a:spcBef>
                <a:spcPts val="0"/>
              </a:spcBef>
              <a:spcAft>
                <a:spcPts val="0"/>
              </a:spcAft>
              <a:buFont typeface="Arial" panose="020B0604020202020204" pitchFamily="34" charset="0"/>
              <a:buChar char="•"/>
            </a:pPr>
            <a:r>
              <a:rPr lang="en-US" sz="1800" b="0" i="0" u="none" strike="noStrike" dirty="0">
                <a:solidFill>
                  <a:srgbClr val="000000"/>
                </a:solidFill>
                <a:effectLst/>
                <a:latin typeface="Arial" panose="020B0604020202020204" pitchFamily="34" charset="0"/>
              </a:rPr>
              <a:t> we started with a 1-back task, where items can be incidentally encoded. In a subsequent 2-back task, some of the pairs from encoding reappeared, allowing us to test whether memory of individual item images support their comparison in working memory.</a:t>
            </a:r>
          </a:p>
          <a:p>
            <a:pPr marL="285750" indent="-285750" rtl="0" fontAlgn="t">
              <a:spcBef>
                <a:spcPts val="0"/>
              </a:spcBef>
              <a:spcAft>
                <a:spcPts val="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And we conclude with a old/new recognition test.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3090929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285750" indent="-285750" rtl="0" fontAlgn="t">
              <a:spcBef>
                <a:spcPts val="0"/>
              </a:spcBef>
              <a:spcAft>
                <a:spcPts val="0"/>
              </a:spcAft>
              <a:buFont typeface="Arial" panose="020B0604020202020204" pitchFamily="34" charset="0"/>
              <a:buChar char="•"/>
            </a:pPr>
            <a:r>
              <a:rPr lang="en-US" sz="1800" b="0" i="0" u="none" strike="noStrike" dirty="0">
                <a:solidFill>
                  <a:srgbClr val="000000"/>
                </a:solidFill>
                <a:effectLst/>
                <a:latin typeface="Arial" panose="020B0604020202020204" pitchFamily="34" charset="0"/>
              </a:rPr>
              <a:t>Zooming in, </a:t>
            </a:r>
          </a:p>
          <a:p>
            <a:pPr marL="285750" indent="-285750" rtl="0" fontAlgn="t">
              <a:spcBef>
                <a:spcPts val="0"/>
              </a:spcBef>
              <a:spcAft>
                <a:spcPts val="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In 1-back, participants view a stream of 180 items </a:t>
            </a: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 At each item they indicate whether it’s the same or similar to the immediately preceding one. for different items, they don’t press anything</a:t>
            </a:r>
          </a:p>
          <a:p>
            <a:pPr marL="285750" indent="-285750" rtl="0" fontAlgn="t">
              <a:spcBef>
                <a:spcPts val="0"/>
              </a:spcBef>
              <a:spcAft>
                <a:spcPts val="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They then move to a 2-back task, which has a higher WM demand</a:t>
            </a:r>
            <a:r>
              <a:rPr lang="en-US" sz="1800" b="1" i="0" u="none" strike="noStrike" dirty="0">
                <a:solidFill>
                  <a:srgbClr val="000000"/>
                </a:solidFill>
                <a:effectLst/>
                <a:latin typeface="Arial" panose="020B0604020202020204" pitchFamily="34" charset="0"/>
              </a:rPr>
              <a:t>. </a:t>
            </a:r>
            <a:r>
              <a:rPr lang="en-US" sz="1800" b="0" i="0" u="none" strike="noStrike" dirty="0">
                <a:solidFill>
                  <a:srgbClr val="000000"/>
                </a:solidFill>
                <a:effectLst/>
                <a:latin typeface="Arial" panose="020B0604020202020204" pitchFamily="34" charset="0"/>
              </a:rPr>
              <a:t>Now, participants compare each item to the one two trials ago using the same response rules. </a:t>
            </a:r>
          </a:p>
          <a:p>
            <a:pPr marL="285750" indent="-285750" rtl="0" fontAlgn="t">
              <a:spcBef>
                <a:spcPts val="0"/>
              </a:spcBef>
              <a:spcAft>
                <a:spcPts val="0"/>
              </a:spcAft>
              <a:buFont typeface="Arial" panose="020B0604020202020204" pitchFamily="34" charset="0"/>
              <a:buChar char="•"/>
            </a:pPr>
            <a:r>
              <a:rPr lang="en-US" sz="1800" b="0" i="0" u="none" strike="noStrike" dirty="0">
                <a:solidFill>
                  <a:srgbClr val="000000"/>
                </a:solidFill>
                <a:effectLst/>
                <a:latin typeface="Arial" panose="020B0604020202020204" pitchFamily="34" charset="0"/>
              </a:rPr>
              <a:t>In the 2-back task, some of the items come back, so we can identify three conditions. </a:t>
            </a: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The first condition is that items in 2-back have been previously compared to each other in 1-back, for example, the orange juices. We labeled these items based on the  identify and phase they appear, for example A1 is the first item in a given pair, and B1 is its similar pairmate</a:t>
            </a:r>
          </a:p>
          <a:p>
            <a:pPr marL="285750" indent="-285750" rtl="0" fontAlgn="t">
              <a:spcBef>
                <a:spcPts val="0"/>
              </a:spcBef>
              <a:spcAft>
                <a:spcPts val="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The second condition is that items in 2-back have been previously presented in isolation in 1-back but never got the chance to directly compared against each other, for example, the cows</a:t>
            </a:r>
          </a:p>
          <a:p>
            <a:pPr marL="285750" indent="-285750" rtl="0" fontAlgn="t">
              <a:spcBef>
                <a:spcPts val="0"/>
              </a:spcBef>
              <a:spcAft>
                <a:spcPts val="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The third condition is novel items in 2-back, that were never shown in 1-back, for example, we have a tent A2 and a similar tent B2, without its A1 and B1. </a:t>
            </a:r>
          </a:p>
          <a:p>
            <a:pPr marL="285750" indent="-285750" rtl="0" fontAlgn="t">
              <a:spcBef>
                <a:spcPts val="0"/>
              </a:spcBef>
              <a:spcAft>
                <a:spcPts val="0"/>
              </a:spcAft>
              <a:buFont typeface="Arial" panose="020B0604020202020204" pitchFamily="34" charset="0"/>
              <a:buChar char="•"/>
            </a:pPr>
            <a:r>
              <a:rPr lang="en-US" sz="1800" b="0" i="0" u="none" strike="noStrike" dirty="0">
                <a:solidFill>
                  <a:srgbClr val="000000"/>
                </a:solidFill>
                <a:effectLst/>
                <a:latin typeface="Arial" panose="020B0604020202020204" pitchFamily="34" charset="0"/>
              </a:rPr>
              <a:t>These novel items would give us a baseline WM performance without </a:t>
            </a:r>
            <a:r>
              <a:rPr lang="en-US" sz="1800" b="0" i="0" u="none" strike="noStrike" dirty="0">
                <a:solidFill>
                  <a:srgbClr val="000000"/>
                </a:solidFill>
                <a:effectLst/>
                <a:latin typeface="Helvetica Light" panose="020B0403020202020204" pitchFamily="34" charset="0"/>
              </a:rPr>
              <a:t>episodic</a:t>
            </a:r>
            <a:r>
              <a:rPr lang="en-US" sz="1800" dirty="0">
                <a:latin typeface="Helvetica Light" panose="020B0403020202020204" pitchFamily="34" charset="0"/>
              </a:rPr>
              <a:t> memory </a:t>
            </a:r>
            <a:endParaRPr lang="en-US" sz="1800" b="0" i="0" u="none" strike="noStrike" dirty="0">
              <a:solidFill>
                <a:srgbClr val="000000"/>
              </a:solidFill>
              <a:effectLst/>
              <a:latin typeface="Arial" panose="020B0604020202020204" pitchFamily="34" charset="0"/>
            </a:endParaRPr>
          </a:p>
          <a:p>
            <a:pPr marL="285750" indent="-285750" rtl="0" fontAlgn="t">
              <a:spcBef>
                <a:spcPts val="0"/>
              </a:spcBef>
              <a:spcAft>
                <a:spcPts val="0"/>
              </a:spcAft>
              <a:buFont typeface="Arial" panose="020B0604020202020204" pitchFamily="34" charset="0"/>
              <a:buChar char="•"/>
            </a:pPr>
            <a:endParaRPr lang="en-US" sz="1800" b="0" i="0" u="none" strike="noStrike" dirty="0">
              <a:solidFill>
                <a:srgbClr val="000000"/>
              </a:solidFill>
              <a:effectLst/>
              <a:latin typeface="Arial" panose="020B0604020202020204" pitchFamily="34" charset="0"/>
            </a:endParaRPr>
          </a:p>
          <a:p>
            <a:pPr marL="285750" indent="-285750" rtl="0" fontAlgn="t">
              <a:spcBef>
                <a:spcPts val="0"/>
              </a:spcBef>
              <a:spcAft>
                <a:spcPts val="0"/>
              </a:spcAft>
              <a:buFont typeface="Arial" panose="020B0604020202020204" pitchFamily="34" charset="0"/>
              <a:buChar char="•"/>
            </a:pPr>
            <a:endParaRPr lang="en-US" sz="1800" b="0" i="0" u="none" strike="noStrike" dirty="0">
              <a:solidFill>
                <a:srgbClr val="000000"/>
              </a:solidFill>
              <a:effectLst/>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carefully counterbalanced the image sequence, so that seeing an A2 image doesn't predict what comes two trials later — the item to discriminate is equally likely to be a repeat, its similar pairmate B2, or a different item. (c) For example, a pair of similar horses, even though they were compared back in 1-back, could reappear as a repeat in 2-back.</a:t>
            </a:r>
            <a:endParaRPr lang="en-US" sz="1200" b="0" i="0" u="none" strike="noStrike" dirty="0">
              <a:solidFill>
                <a:srgbClr val="000000"/>
              </a:solidFill>
              <a:effectLst/>
              <a:latin typeface="Arial" panose="020B0604020202020204" pitchFamily="34" charset="0"/>
            </a:endParaRP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28389975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60526-37F7-2467-8C68-80482D5F0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DA28EA-9993-6337-DDA4-4CB052ABFB9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8672AB9-8A58-EEDB-DB0C-CAF9068C48CC}"/>
              </a:ext>
            </a:extLst>
          </p:cNvPr>
          <p:cNvSpPr>
            <a:spLocks noGrp="1"/>
          </p:cNvSpPr>
          <p:nvPr>
            <p:ph type="body" idx="1"/>
          </p:nvPr>
        </p:nvSpPr>
        <p:spPr/>
        <p:txBody>
          <a:bodyPr/>
          <a:lstStyle/>
          <a:p>
            <a:pPr marL="285750" indent="-285750" rtl="0" fontAlgn="t">
              <a:spcBef>
                <a:spcPts val="0"/>
              </a:spcBef>
              <a:spcAft>
                <a:spcPts val="0"/>
              </a:spcAft>
              <a:buFont typeface="Arial" panose="020B0604020202020204" pitchFamily="34" charset="0"/>
              <a:buChar char="•"/>
            </a:pPr>
            <a:endParaRPr lang="en-US" sz="1800" b="0" i="0" u="none" strike="noStrike" dirty="0">
              <a:solidFill>
                <a:srgbClr val="000000"/>
              </a:solidFill>
              <a:effectLst/>
              <a:latin typeface="Arial" panose="020B0604020202020204" pitchFamily="34" charset="0"/>
            </a:endParaRPr>
          </a:p>
        </p:txBody>
      </p:sp>
      <p:sp>
        <p:nvSpPr>
          <p:cNvPr id="4" name="Slide Number Placeholder 3">
            <a:extLst>
              <a:ext uri="{FF2B5EF4-FFF2-40B4-BE49-F238E27FC236}">
                <a16:creationId xmlns:a16="http://schemas.microsoft.com/office/drawing/2014/main" id="{335E30B2-234B-83DF-5993-54BF512D0AD9}"/>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8225004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285750" marR="0" lvl="0" indent="-285750" algn="l" defTabSz="914400" rtl="0" eaLnBrk="1" fontAlgn="t" latinLnBrk="0" hangingPunct="1">
              <a:lnSpc>
                <a:spcPct val="100000"/>
              </a:lnSpc>
              <a:spcBef>
                <a:spcPts val="0"/>
              </a:spcBef>
              <a:spcAft>
                <a:spcPts val="0"/>
              </a:spcAft>
              <a:buClrTx/>
              <a:buSzTx/>
              <a:buFont typeface="Arial" panose="020B0604020202020204" pitchFamily="34" charset="0"/>
              <a:buChar char="•"/>
              <a:tabLst/>
              <a:defRPr/>
            </a:pPr>
            <a:r>
              <a:rPr lang="en-US" sz="1800" b="0" i="0" u="none" strike="noStrike" dirty="0">
                <a:solidFill>
                  <a:srgbClr val="000000"/>
                </a:solidFill>
                <a:effectLst/>
                <a:latin typeface="Arial" panose="020B0604020202020204" pitchFamily="34" charset="0"/>
              </a:rPr>
              <a:t>We first asked whether EM benefits WM discrimination. We measured WM performance on 2-back trials that required a “similar” response, which indicates how well participants can discriminate a similar item</a:t>
            </a:r>
          </a:p>
          <a:p>
            <a:pPr marL="285750" marR="0" lvl="0" indent="-285750" algn="l" defTabSz="914400" rtl="0" eaLnBrk="1" fontAlgn="t" latinLnBrk="0" hangingPunct="1">
              <a:lnSpc>
                <a:spcPct val="100000"/>
              </a:lnSpc>
              <a:spcBef>
                <a:spcPts val="0"/>
              </a:spcBef>
              <a:spcAft>
                <a:spcPts val="0"/>
              </a:spcAft>
              <a:buClrTx/>
              <a:buSzTx/>
              <a:buFont typeface="Arial" panose="020B0604020202020204" pitchFamily="34" charset="0"/>
              <a:buChar char="•"/>
              <a:tabLst/>
              <a:defRPr/>
            </a:pP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We computed discrimination index on the left, which is the proportion of similar given similar, minus similar given different, and response time on the right across three conditions.  </a:t>
            </a:r>
          </a:p>
          <a:p>
            <a:pPr marL="285750" indent="-285750" rtl="0" fontAlgn="t">
              <a:spcBef>
                <a:spcPts val="0"/>
              </a:spcBef>
              <a:spcAft>
                <a:spcPts val="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(c)</a:t>
            </a:r>
            <a:r>
              <a:rPr lang="en-US" sz="1800" b="0" i="0" u="none" strike="noStrike" dirty="0">
                <a:solidFill>
                  <a:srgbClr val="000000"/>
                </a:solidFill>
                <a:effectLst/>
                <a:latin typeface="Arial" panose="020B0604020202020204" pitchFamily="34" charset="0"/>
              </a:rPr>
              <a:t> Across two panels, you can see their performance in the novel condition where participants have no EM, for instance, the tents if you remember from the earlier slide. </a:t>
            </a: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In the condition where items that have been previously encoded in isolation, for instance the cows, participants are more accurate and faster. </a:t>
            </a:r>
          </a:p>
          <a:p>
            <a:pPr marL="285750" indent="-285750" rtl="0" fontAlgn="t">
              <a:spcBef>
                <a:spcPts val="0"/>
              </a:spcBef>
              <a:spcAft>
                <a:spcPts val="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In the condition where items have been previously compared, for instance, the orange juices participants are most accurate and fastest. </a:t>
            </a:r>
          </a:p>
          <a:p>
            <a:pPr marL="285750" indent="-285750" rtl="0" fontAlgn="t">
              <a:spcBef>
                <a:spcPts val="0"/>
              </a:spcBef>
              <a:spcAft>
                <a:spcPts val="0"/>
              </a:spcAft>
              <a:buFont typeface="Arial" panose="020B0604020202020204" pitchFamily="34" charset="0"/>
              <a:buChar char="•"/>
            </a:pPr>
            <a:endParaRPr lang="en-US" sz="1800" b="0" i="0" u="none" strike="noStrike" dirty="0">
              <a:solidFill>
                <a:srgbClr val="000000"/>
              </a:solidFill>
              <a:effectLst/>
              <a:latin typeface="Arial" panose="020B0604020202020204" pitchFamily="34" charset="0"/>
            </a:endParaRPr>
          </a:p>
          <a:p>
            <a:pPr marL="285750" indent="-285750" rtl="0" fontAlgn="t">
              <a:spcBef>
                <a:spcPts val="0"/>
              </a:spcBef>
              <a:spcAft>
                <a:spcPts val="0"/>
              </a:spcAft>
              <a:buFont typeface="Arial" panose="020B0604020202020204" pitchFamily="34" charset="0"/>
              <a:buChar char="•"/>
            </a:pPr>
            <a:r>
              <a:rPr lang="en-US" sz="1800" b="0" i="0" u="none" strike="noStrike" dirty="0">
                <a:solidFill>
                  <a:srgbClr val="000000"/>
                </a:solidFill>
                <a:effectLst/>
                <a:latin typeface="Arial" panose="020B0604020202020204" pitchFamily="34" charset="0"/>
              </a:rPr>
              <a:t>So what about those trials requiring same-item detection? Quickly showing here, neither the accuracy nor response time was modulated by encoding conditions.</a:t>
            </a:r>
          </a:p>
          <a:p>
            <a:pPr marL="285750" indent="-285750" rtl="0" fontAlgn="t">
              <a:spcBef>
                <a:spcPts val="0"/>
              </a:spcBef>
              <a:spcAft>
                <a:spcPts val="0"/>
              </a:spcAft>
              <a:buFont typeface="Arial" panose="020B0604020202020204" pitchFamily="34" charset="0"/>
              <a:buChar char="•"/>
            </a:pPr>
            <a:endParaRPr lang="en-US" sz="1800" b="0" i="0" u="none" strike="noStrike" dirty="0">
              <a:solidFill>
                <a:srgbClr val="000000"/>
              </a:solidFill>
              <a:effectLst/>
              <a:latin typeface="Arial" panose="020B0604020202020204" pitchFamily="34" charset="0"/>
            </a:endParaRPr>
          </a:p>
          <a:p>
            <a:pPr marL="285750" marR="0" lvl="0" indent="-285750" algn="l" defTabSz="914400" rtl="0" eaLnBrk="1" fontAlgn="t" latinLnBrk="0" hangingPunct="1">
              <a:lnSpc>
                <a:spcPct val="100000"/>
              </a:lnSpc>
              <a:spcBef>
                <a:spcPts val="0"/>
              </a:spcBef>
              <a:spcAft>
                <a:spcPts val="0"/>
              </a:spcAft>
              <a:buClrTx/>
              <a:buSzTx/>
              <a:buFont typeface="Arial" panose="020B0604020202020204" pitchFamily="34" charset="0"/>
              <a:buChar char="•"/>
              <a:tabLst/>
              <a:defRPr/>
            </a:pPr>
            <a:r>
              <a:rPr lang="en-US" sz="1800" b="0" i="0" u="none" strike="noStrike" dirty="0">
                <a:solidFill>
                  <a:srgbClr val="000000"/>
                </a:solidFill>
                <a:effectLst/>
                <a:latin typeface="Arial" panose="020B0604020202020204" pitchFamily="34" charset="0"/>
              </a:rPr>
              <a:t>Together, we found an episodic performance benefit was confined to the mnemonic discrimination of similar items, but was absent for simple recognition of identical repeats.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5035223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Then we asked whether the episodic benefit shares a common source with individual’s pure LTM and WM ability.</a:t>
            </a:r>
          </a:p>
          <a:p>
            <a:pPr marL="171450" indent="-171450">
              <a:buFont typeface="Arial" panose="020B0604020202020204" pitchFamily="34" charset="0"/>
              <a:buChar char="•"/>
            </a:pPr>
            <a:r>
              <a:rPr lang="en-US" b="1" dirty="0"/>
              <a:t>(c) </a:t>
            </a:r>
            <a:r>
              <a:rPr lang="en-US" b="0" dirty="0"/>
              <a:t>First, across participants w</a:t>
            </a:r>
            <a:r>
              <a:rPr lang="en-US" dirty="0"/>
              <a:t>e correlate the benefit, estimated as the difference in mnemonic discrimination between old and novel items, with long-term memory, measured as recognition d’ from the final recognition test. </a:t>
            </a:r>
            <a:r>
              <a:rPr lang="en-US" b="1" dirty="0"/>
              <a:t>(c) </a:t>
            </a:r>
            <a:r>
              <a:rPr lang="en-US" dirty="0"/>
              <a:t>we found that better LTM performance predicts a stronger episodic benefit. </a:t>
            </a:r>
            <a:r>
              <a:rPr lang="en-US" b="1" dirty="0"/>
              <a:t>(p)</a:t>
            </a:r>
          </a:p>
          <a:p>
            <a:pPr marL="171450" indent="-171450">
              <a:buFont typeface="Arial" panose="020B0604020202020204" pitchFamily="34" charset="0"/>
              <a:buChar char="•"/>
            </a:pPr>
            <a:r>
              <a:rPr lang="en-US" b="1" dirty="0"/>
              <a:t>(c)</a:t>
            </a:r>
            <a:r>
              <a:rPr lang="en-US" b="0" dirty="0"/>
              <a:t>Then</a:t>
            </a:r>
            <a:r>
              <a:rPr lang="en-US" b="1" dirty="0"/>
              <a:t> </a:t>
            </a:r>
            <a:r>
              <a:rPr lang="en-US" b="0" dirty="0"/>
              <a:t>w</a:t>
            </a:r>
            <a:r>
              <a:rPr lang="en-US" dirty="0"/>
              <a:t>e correlate the benefit with pure WM, estimated on same detection d’ in 2-back, which was unaffected by encoding condition </a:t>
            </a:r>
            <a:r>
              <a:rPr lang="en-US" b="1" dirty="0"/>
              <a:t>(c) </a:t>
            </a:r>
            <a:r>
              <a:rPr lang="en-US" b="0" dirty="0"/>
              <a:t>we</a:t>
            </a:r>
            <a:r>
              <a:rPr lang="en-US" b="1" dirty="0"/>
              <a:t> </a:t>
            </a:r>
            <a:r>
              <a:rPr lang="en-US" dirty="0"/>
              <a:t>found that better baseline WM predicts a stronger benefit as well.</a:t>
            </a:r>
          </a:p>
          <a:p>
            <a:pPr marL="171450" indent="-171450">
              <a:buFont typeface="Arial" panose="020B0604020202020204" pitchFamily="34" charset="0"/>
              <a:buChar char="•"/>
            </a:pPr>
            <a:r>
              <a:rPr lang="en-US" dirty="0"/>
              <a:t>And critically, these two abilities are themselves strongly correlated. </a:t>
            </a:r>
          </a:p>
          <a:p>
            <a:pPr marL="171450" indent="-171450">
              <a:buFont typeface="Arial" panose="020B0604020202020204" pitchFamily="34" charset="0"/>
              <a:buChar char="•"/>
            </a:pPr>
            <a:r>
              <a:rPr lang="en-US" dirty="0"/>
              <a:t>This benefit is consistent with a common factor that contributes to episodic memory, working memory, and their interaction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3966570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285750" indent="-285750" rtl="0" fontAlgn="t">
              <a:spcBef>
                <a:spcPts val="0"/>
              </a:spcBef>
              <a:spcAft>
                <a:spcPts val="0"/>
              </a:spcAft>
              <a:buFont typeface="Arial" panose="020B0604020202020204" pitchFamily="34" charset="0"/>
              <a:buChar char="•"/>
            </a:pPr>
            <a:r>
              <a:rPr lang="en-US" sz="1800" b="0" i="0" u="none" strike="noStrike" dirty="0">
                <a:solidFill>
                  <a:srgbClr val="000000"/>
                </a:solidFill>
                <a:effectLst/>
                <a:latin typeface="Arial" panose="020B0604020202020204" pitchFamily="34" charset="0"/>
              </a:rPr>
              <a:t>Next, we wanted to test the mechanisms that afford this behavioral benefit using eye-tracking data. We first asked: does pupil dilation track this EM benefit?</a:t>
            </a:r>
          </a:p>
          <a:p>
            <a:pPr marL="285750" indent="-285750" rtl="0" fontAlgn="t">
              <a:spcBef>
                <a:spcPts val="0"/>
              </a:spcBef>
              <a:spcAft>
                <a:spcPts val="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Here, we plot average pupil size change across conditions, </a:t>
            </a:r>
            <a:r>
              <a:rPr lang="en-US" sz="1800" b="1" i="0" u="none" strike="noStrike" dirty="0">
                <a:solidFill>
                  <a:srgbClr val="000000"/>
                </a:solidFill>
                <a:effectLst/>
                <a:latin typeface="Arial" panose="020B0604020202020204" pitchFamily="34" charset="0"/>
              </a:rPr>
              <a:t>  </a:t>
            </a:r>
            <a:r>
              <a:rPr lang="en-US" sz="1800" b="0" i="0" u="none" strike="noStrike" dirty="0">
                <a:solidFill>
                  <a:srgbClr val="000000"/>
                </a:solidFill>
                <a:effectLst/>
                <a:latin typeface="Arial" panose="020B0604020202020204" pitchFamily="34" charset="0"/>
              </a:rPr>
              <a:t>time-locked to those 2-back trials requiring a “similar” response, which is where we saw the benefit. Discriminating previously compared items </a:t>
            </a:r>
            <a:r>
              <a:rPr lang="en-US" sz="1800" b="1" i="0" u="none" strike="noStrike" dirty="0">
                <a:solidFill>
                  <a:srgbClr val="000000"/>
                </a:solidFill>
                <a:effectLst/>
                <a:latin typeface="Arial" panose="020B0604020202020204" pitchFamily="34" charset="0"/>
              </a:rPr>
              <a:t>(c)</a:t>
            </a:r>
            <a:r>
              <a:rPr lang="en-US" sz="1800" b="0" i="0" u="none" strike="noStrike" dirty="0">
                <a:solidFill>
                  <a:srgbClr val="000000"/>
                </a:solidFill>
                <a:effectLst/>
                <a:latin typeface="Arial" panose="020B0604020202020204" pitchFamily="34" charset="0"/>
              </a:rPr>
              <a:t> led to pupil dilation than isolated or novel ones. </a:t>
            </a:r>
            <a:r>
              <a:rPr lang="en-US" sz="1800" b="1" i="0" u="none" strike="noStrike" dirty="0">
                <a:solidFill>
                  <a:srgbClr val="000000"/>
                </a:solidFill>
                <a:effectLst/>
                <a:latin typeface="Arial" panose="020B0604020202020204" pitchFamily="34" charset="0"/>
              </a:rPr>
              <a:t>(c)</a:t>
            </a:r>
            <a:r>
              <a:rPr lang="en-US" sz="1800" b="0" i="0" u="none" strike="noStrike" dirty="0">
                <a:solidFill>
                  <a:srgbClr val="000000"/>
                </a:solidFill>
                <a:effectLst/>
                <a:latin typeface="Arial" panose="020B0604020202020204" pitchFamily="34" charset="0"/>
              </a:rPr>
              <a:t> We observed a significant cluster where this effect emerged</a:t>
            </a:r>
          </a:p>
          <a:p>
            <a:pPr marL="285750" indent="-285750" rtl="0" fontAlgn="t">
              <a:spcBef>
                <a:spcPts val="0"/>
              </a:spcBef>
              <a:spcAft>
                <a:spcPts val="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Importantly, only in the compared condition did correct trials show this dilation </a:t>
            </a:r>
            <a:r>
              <a:rPr lang="en-US" sz="1800" b="1" i="0" u="none" strike="noStrike" dirty="0">
                <a:solidFill>
                  <a:srgbClr val="000000"/>
                </a:solidFill>
                <a:effectLst/>
                <a:latin typeface="Arial" panose="020B0604020202020204" pitchFamily="34" charset="0"/>
              </a:rPr>
              <a:t>(p)</a:t>
            </a:r>
            <a:r>
              <a:rPr lang="en-US" sz="1800" b="0" i="0" u="none" strike="noStrike" dirty="0">
                <a:solidFill>
                  <a:srgbClr val="000000"/>
                </a:solidFill>
                <a:effectLst/>
                <a:latin typeface="Arial" panose="020B0604020202020204" pitchFamily="34" charset="0"/>
              </a:rPr>
              <a:t>. This means pupil dilation tracks </a:t>
            </a:r>
            <a:r>
              <a:rPr lang="en-US" sz="1800" b="1" i="0" u="none" strike="noStrike" dirty="0">
                <a:solidFill>
                  <a:srgbClr val="000000"/>
                </a:solidFill>
                <a:effectLst/>
                <a:latin typeface="Arial" panose="020B0604020202020204" pitchFamily="34" charset="0"/>
              </a:rPr>
              <a:t>correct discrimination of previously compared items.</a:t>
            </a:r>
          </a:p>
          <a:p>
            <a:pPr marL="285750" marR="0" lvl="0" indent="-285750" algn="l" defTabSz="914400" rtl="0" eaLnBrk="1" fontAlgn="t" latinLnBrk="0" hangingPunct="1">
              <a:lnSpc>
                <a:spcPct val="100000"/>
              </a:lnSpc>
              <a:spcBef>
                <a:spcPts val="0"/>
              </a:spcBef>
              <a:spcAft>
                <a:spcPts val="0"/>
              </a:spcAft>
              <a:buClrTx/>
              <a:buSzTx/>
              <a:buFont typeface="Arial" panose="020B0604020202020204" pitchFamily="34" charset="0"/>
              <a:buChar char="•"/>
              <a:tabLst/>
              <a:defRPr/>
            </a:pPr>
            <a:r>
              <a:rPr lang="en-US" sz="1800" b="0" i="0" u="none" strike="noStrike" dirty="0">
                <a:solidFill>
                  <a:srgbClr val="000000"/>
                </a:solidFill>
                <a:effectLst/>
                <a:latin typeface="Arial" panose="020B0604020202020204" pitchFamily="34" charset="0"/>
              </a:rPr>
              <a:t>Conversely, pupil dilation in response to same-item detection was not modulated by encoding condition.</a:t>
            </a:r>
          </a:p>
          <a:p>
            <a:pPr marL="285750" marR="0" lvl="0" indent="-285750" algn="l" defTabSz="914400" rtl="0" eaLnBrk="1" fontAlgn="t" latinLnBrk="0" hangingPunct="1">
              <a:lnSpc>
                <a:spcPct val="100000"/>
              </a:lnSpc>
              <a:spcBef>
                <a:spcPts val="0"/>
              </a:spcBef>
              <a:spcAft>
                <a:spcPts val="0"/>
              </a:spcAft>
              <a:buClrTx/>
              <a:buSzTx/>
              <a:buFont typeface="Arial" panose="020B0604020202020204" pitchFamily="34" charset="0"/>
              <a:buChar char="•"/>
              <a:tabLst/>
              <a:defRPr/>
            </a:pPr>
            <a:r>
              <a:rPr lang="en-US" sz="1800" b="0" i="0" u="none" strike="noStrike" dirty="0">
                <a:solidFill>
                  <a:srgbClr val="000000"/>
                </a:solidFill>
                <a:effectLst/>
                <a:latin typeface="Arial" panose="020B0604020202020204" pitchFamily="34" charset="0"/>
              </a:rPr>
              <a:t>This indicates that pupil dilation specifically marks successful discrimination, and cannot by explained by generic differences in arousal, effort, or task engagement across encoding conditions.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4933011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285750" indent="-285750" rtl="0" fontAlgn="t">
              <a:spcBef>
                <a:spcPts val="0"/>
              </a:spcBef>
              <a:spcAft>
                <a:spcPts val="0"/>
              </a:spcAft>
              <a:buFont typeface="Arial" panose="020B0604020202020204" pitchFamily="34" charset="0"/>
              <a:buChar char="•"/>
            </a:pPr>
            <a:r>
              <a:rPr lang="en-US" sz="1800" b="0" i="0" u="none" strike="noStrike" dirty="0">
                <a:solidFill>
                  <a:srgbClr val="000000"/>
                </a:solidFill>
                <a:effectLst/>
                <a:latin typeface="Arial" panose="020B0604020202020204" pitchFamily="34" charset="0"/>
              </a:rPr>
              <a:t>Next, we wanted to test the mechanisms that afford this behavioral benefit using eye-tracking data. So we looked at gaze pattern similarity, which is basically how similar the fixation patterns are when people view the images.</a:t>
            </a:r>
          </a:p>
          <a:p>
            <a:pPr marL="285750" indent="-285750" rtl="0" fontAlgn="t">
              <a:spcBef>
                <a:spcPts val="0"/>
              </a:spcBef>
              <a:spcAft>
                <a:spcPts val="0"/>
              </a:spcAft>
              <a:buFont typeface="Arial" panose="020B0604020202020204" pitchFamily="34" charset="0"/>
              <a:buChar char="•"/>
            </a:pPr>
            <a:r>
              <a:rPr lang="en-US" sz="1800" b="0" i="0" u="none" strike="noStrike" dirty="0">
                <a:solidFill>
                  <a:srgbClr val="000000"/>
                </a:solidFill>
                <a:effectLst/>
                <a:latin typeface="Arial" panose="020B0604020202020204" pitchFamily="34" charset="0"/>
              </a:rPr>
              <a:t>Before testing specific hypotheses, we first validate this measure. We computed gaze similarity between </a:t>
            </a: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same-items, for example A1 and A2; </a:t>
            </a: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similar-items for example A1 and B1, </a:t>
            </a:r>
            <a:r>
              <a:rPr lang="en-US" sz="1800" b="1" i="0" u="none" strike="noStrike" dirty="0">
                <a:solidFill>
                  <a:srgbClr val="000000"/>
                </a:solidFill>
                <a:effectLst/>
                <a:latin typeface="Arial" panose="020B0604020202020204" pitchFamily="34" charset="0"/>
              </a:rPr>
              <a:t>(c)</a:t>
            </a:r>
            <a:r>
              <a:rPr lang="en-US" sz="1800" b="0" i="0" u="none" strike="noStrike" dirty="0">
                <a:solidFill>
                  <a:srgbClr val="000000"/>
                </a:solidFill>
                <a:effectLst/>
                <a:latin typeface="Arial" panose="020B0604020202020204" pitchFamily="34" charset="0"/>
              </a:rPr>
              <a:t> each against unrelated items</a:t>
            </a:r>
          </a:p>
          <a:p>
            <a:pPr marL="285750" indent="-285750" rtl="0" fontAlgn="t">
              <a:spcBef>
                <a:spcPts val="0"/>
              </a:spcBef>
              <a:spcAft>
                <a:spcPts val="0"/>
              </a:spcAft>
              <a:buFont typeface="Arial" panose="020B0604020202020204" pitchFamily="34" charset="0"/>
              <a:buChar char="•"/>
            </a:pPr>
            <a:r>
              <a:rPr lang="en-US" sz="1800" b="0" i="0" u="none" strike="noStrike" dirty="0">
                <a:solidFill>
                  <a:srgbClr val="000000"/>
                </a:solidFill>
                <a:effectLst/>
                <a:latin typeface="Arial" panose="020B0604020202020204" pitchFamily="34" charset="0"/>
              </a:rPr>
              <a:t>(c) As you can see, these two types of gaze similarities are both significantly higher than a null distribution. In other words, we confirmed that gaze similarity tracks image similarity.</a:t>
            </a:r>
          </a:p>
          <a:p>
            <a:pPr marL="285750" indent="-285750" rtl="0" fontAlgn="t">
              <a:spcBef>
                <a:spcPts val="0"/>
              </a:spcBef>
              <a:spcAft>
                <a:spcPts val="0"/>
              </a:spcAft>
              <a:buFont typeface="Arial" panose="020B0604020202020204" pitchFamily="34" charset="0"/>
              <a:buChar char="•"/>
            </a:pPr>
            <a:endParaRPr lang="en-US" sz="1800" b="0" i="0" u="none" strike="noStrike" dirty="0">
              <a:solidFill>
                <a:srgbClr val="000000"/>
              </a:solidFill>
              <a:effectLst/>
              <a:latin typeface="Arial" panose="020B0604020202020204" pitchFamily="34" charset="0"/>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41738924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rtl="0" fontAlgn="t">
              <a:spcBef>
                <a:spcPts val="0"/>
              </a:spcBef>
              <a:spcAft>
                <a:spcPts val="0"/>
              </a:spcAft>
              <a:buFont typeface="Arial" panose="020B0604020202020204" pitchFamily="34" charset="0"/>
              <a:buChar char="•"/>
            </a:pPr>
            <a:r>
              <a:rPr lang="en-US" sz="1800" b="0" i="0" u="none" strike="noStrike" dirty="0">
                <a:solidFill>
                  <a:srgbClr val="000000"/>
                </a:solidFill>
                <a:effectLst/>
                <a:latin typeface="Arial" panose="020B0604020202020204" pitchFamily="34" charset="0"/>
              </a:rPr>
              <a:t>Next using gaze similarity, we asked whether participants formed distinct episodic representations in 1-back that </a:t>
            </a:r>
            <a:r>
              <a:rPr lang="en-US" sz="1800" b="1" i="0" u="none" strike="noStrike" dirty="0">
                <a:solidFill>
                  <a:srgbClr val="000000"/>
                </a:solidFill>
                <a:effectLst/>
                <a:latin typeface="Arial" panose="020B0604020202020204" pitchFamily="34" charset="0"/>
              </a:rPr>
              <a:t>could support later</a:t>
            </a:r>
            <a:r>
              <a:rPr lang="en-US" sz="1800" b="0" i="0" u="none" strike="noStrike" dirty="0">
                <a:solidFill>
                  <a:srgbClr val="000000"/>
                </a:solidFill>
                <a:effectLst/>
                <a:latin typeface="Arial" panose="020B0604020202020204" pitchFamily="34" charset="0"/>
              </a:rPr>
              <a:t> discrimination in 2-back. </a:t>
            </a:r>
          </a:p>
          <a:p>
            <a:pPr rtl="0" fontAlgn="t">
              <a:spcBef>
                <a:spcPts val="0"/>
              </a:spcBef>
              <a:spcAft>
                <a:spcPts val="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We measured how differently they viewed A1 and B1. </a:t>
            </a: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Lower A1-B1 similarity suggests they focused on more </a:t>
            </a:r>
            <a:r>
              <a:rPr lang="en-US" sz="1800" b="1" i="0" u="none" strike="noStrike" dirty="0">
                <a:solidFill>
                  <a:srgbClr val="000000"/>
                </a:solidFill>
                <a:effectLst/>
                <a:latin typeface="Arial" panose="020B0604020202020204" pitchFamily="34" charset="0"/>
              </a:rPr>
              <a:t>discriminative</a:t>
            </a:r>
            <a:r>
              <a:rPr lang="en-US" sz="1800" b="0" i="0" u="none" strike="noStrike" dirty="0">
                <a:solidFill>
                  <a:srgbClr val="000000"/>
                </a:solidFill>
                <a:effectLst/>
                <a:latin typeface="Arial" panose="020B0604020202020204" pitchFamily="34" charset="0"/>
              </a:rPr>
              <a:t> </a:t>
            </a:r>
            <a:r>
              <a:rPr lang="en-US" sz="1800" b="1" i="0" u="none" strike="noStrike" dirty="0">
                <a:solidFill>
                  <a:srgbClr val="000000"/>
                </a:solidFill>
                <a:effectLst/>
                <a:latin typeface="Arial" panose="020B0604020202020204" pitchFamily="34" charset="0"/>
              </a:rPr>
              <a:t>features</a:t>
            </a:r>
            <a:r>
              <a:rPr lang="en-US" sz="1800" b="0" i="0" u="none" strike="noStrike" dirty="0">
                <a:solidFill>
                  <a:srgbClr val="000000"/>
                </a:solidFill>
                <a:effectLst/>
                <a:latin typeface="Arial" panose="020B0604020202020204" pitchFamily="34" charset="0"/>
              </a:rPr>
              <a:t> than shared ones.</a:t>
            </a:r>
          </a:p>
          <a:p>
            <a:pPr rtl="0" fontAlgn="t">
              <a:spcBef>
                <a:spcPts val="0"/>
              </a:spcBef>
              <a:spcAft>
                <a:spcPts val="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In the compared condition, trials that were subsequently discriminated correctly had lower A1-B1 similarity. </a:t>
            </a: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however, that difference was not observed in the isolated condition.</a:t>
            </a:r>
          </a:p>
          <a:p>
            <a:pPr rtl="0" fontAlgn="t">
              <a:spcBef>
                <a:spcPts val="0"/>
              </a:spcBef>
              <a:spcAft>
                <a:spcPts val="0"/>
              </a:spcAft>
              <a:buFont typeface="Arial" panose="020B0604020202020204" pitchFamily="34" charset="0"/>
              <a:buChar char="•"/>
            </a:pPr>
            <a:r>
              <a:rPr lang="en-US" sz="1800" b="0" i="0" u="none" strike="noStrike" dirty="0">
                <a:solidFill>
                  <a:srgbClr val="000000"/>
                </a:solidFill>
                <a:effectLst/>
                <a:latin typeface="Arial" panose="020B0604020202020204" pitchFamily="34" charset="0"/>
              </a:rPr>
              <a:t>This provides a gaze-level signature of pattern separation. </a:t>
            </a: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Pairs encoded with more discriminative gaze (in other words, less similar) in 1-back were better subsequently discriminated in 2-back</a:t>
            </a:r>
          </a:p>
          <a:p>
            <a:pPr rtl="0">
              <a:spcBef>
                <a:spcPts val="0"/>
              </a:spcBef>
              <a:spcAft>
                <a:spcPts val="0"/>
              </a:spcAft>
            </a:pPr>
            <a:endParaRPr lang="en-US" sz="1800" b="0" i="0" u="none" strike="noStrike" dirty="0">
              <a:solidFill>
                <a:srgbClr val="000000"/>
              </a:solidFill>
              <a:effectLst/>
              <a:latin typeface="Arial" panose="020B0604020202020204" pitchFamily="34" charset="0"/>
            </a:endParaRP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303409190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rtl="0" fontAlgn="t">
              <a:spcBef>
                <a:spcPts val="0"/>
              </a:spcBef>
              <a:spcAft>
                <a:spcPts val="0"/>
              </a:spcAft>
              <a:buFont typeface="Arial" panose="020B0604020202020204" pitchFamily="34" charset="0"/>
              <a:buChar char="•"/>
            </a:pPr>
            <a:r>
              <a:rPr lang="en-US" sz="1800" b="0" i="0" u="none" strike="noStrike" dirty="0">
                <a:solidFill>
                  <a:srgbClr val="000000"/>
                </a:solidFill>
                <a:effectLst/>
                <a:latin typeface="Arial" panose="020B0604020202020204" pitchFamily="34" charset="0"/>
              </a:rPr>
              <a:t>Then we asked whether the encoded pattern was recapitulated at retrieval</a:t>
            </a:r>
          </a:p>
          <a:p>
            <a:pPr rtl="0" fontAlgn="t">
              <a:spcBef>
                <a:spcPts val="0"/>
              </a:spcBef>
              <a:spcAft>
                <a:spcPts val="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We measured B2-B1 gaze similarity as a readout of pattern completion, </a:t>
            </a: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which is how much the gaze pattern for B reappears in 2-back relative to when it was first encoded in 1-back. </a:t>
            </a:r>
          </a:p>
          <a:p>
            <a:pPr rtl="0" fontAlgn="t">
              <a:spcBef>
                <a:spcPts val="0"/>
              </a:spcBef>
              <a:spcAft>
                <a:spcPts val="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In the compared condition, B2-B1 similarity is higher on correct trials, whereas in the isolated condition, we did not see this effect. Thus, this gaze-pattern completion signature supports that: </a:t>
            </a:r>
            <a:r>
              <a:rPr lang="en-US" sz="1800" b="1" i="0" u="none" strike="noStrike" dirty="0">
                <a:solidFill>
                  <a:srgbClr val="000000"/>
                </a:solidFill>
                <a:effectLst/>
                <a:latin typeface="Arial" panose="020B0604020202020204" pitchFamily="34" charset="0"/>
              </a:rPr>
              <a:t>(c)</a:t>
            </a:r>
            <a:r>
              <a:rPr lang="en-US" sz="1800" b="0" i="0" u="none" strike="noStrike" dirty="0">
                <a:solidFill>
                  <a:srgbClr val="000000"/>
                </a:solidFill>
                <a:effectLst/>
                <a:latin typeface="Arial" panose="020B0604020202020204" pitchFamily="34" charset="0"/>
              </a:rPr>
              <a:t> diagnostic gaze pattens laid-down at encoding were </a:t>
            </a:r>
            <a:r>
              <a:rPr lang="en-US" sz="1800" dirty="0">
                <a:latin typeface="Helvetica" pitchFamily="2" charset="0"/>
              </a:rPr>
              <a:t>recapitulated </a:t>
            </a:r>
            <a:r>
              <a:rPr lang="en-US" sz="1800" b="0" i="0" u="none" strike="noStrike" dirty="0">
                <a:solidFill>
                  <a:srgbClr val="000000"/>
                </a:solidFill>
                <a:effectLst/>
                <a:latin typeface="Arial" panose="020B0604020202020204" pitchFamily="34" charset="0"/>
              </a:rPr>
              <a:t>during successful discrimination at retrieval.</a:t>
            </a:r>
          </a:p>
          <a:p>
            <a:pPr rtl="0">
              <a:spcBef>
                <a:spcPts val="0"/>
              </a:spcBef>
              <a:spcAft>
                <a:spcPts val="0"/>
              </a:spcAft>
            </a:pPr>
            <a:endParaRPr lang="en-US" sz="1800" b="0" i="0" u="none" strike="noStrike" dirty="0">
              <a:solidFill>
                <a:srgbClr val="000000"/>
              </a:solidFill>
              <a:effectLst/>
              <a:latin typeface="Arial" panose="020B0604020202020204" pitchFamily="34" charset="0"/>
            </a:endParaRP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6006439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rtl="0" fontAlgn="t">
              <a:spcBef>
                <a:spcPts val="0"/>
              </a:spcBef>
              <a:spcAft>
                <a:spcPts val="0"/>
              </a:spcAft>
              <a:buFont typeface="Arial" panose="020B0604020202020204" pitchFamily="34" charset="0"/>
              <a:buChar char="•"/>
            </a:pPr>
            <a:r>
              <a:rPr lang="en-US" sz="1800" b="0" i="0" u="none" strike="noStrike" dirty="0">
                <a:solidFill>
                  <a:srgbClr val="000000"/>
                </a:solidFill>
                <a:effectLst/>
                <a:latin typeface="Arial" panose="020B0604020202020204" pitchFamily="34" charset="0"/>
              </a:rPr>
              <a:t>Importantly, we asked, before B2 appears, were people already predictively recalling diagnostic representation?</a:t>
            </a:r>
          </a:p>
          <a:p>
            <a:pPr marL="0" marR="0" lvl="0" indent="0" algn="l" defTabSz="914400" rtl="0" eaLnBrk="1" fontAlgn="t" latinLnBrk="0" hangingPunct="1">
              <a:lnSpc>
                <a:spcPct val="100000"/>
              </a:lnSpc>
              <a:spcBef>
                <a:spcPts val="0"/>
              </a:spcBef>
              <a:spcAft>
                <a:spcPts val="0"/>
              </a:spcAft>
              <a:buClrTx/>
              <a:buSzTx/>
              <a:buFont typeface="Arial" panose="020B0604020202020204" pitchFamily="34" charset="0"/>
              <a:buChar char="•"/>
              <a:tabLst/>
              <a:defRPr/>
            </a:pP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Here A2 is the current item in 2-back people are viewing, and we’re comparing it to B1, which is a previously encoded pairmate. </a:t>
            </a:r>
          </a:p>
          <a:p>
            <a:pPr marL="0" marR="0" lvl="0" indent="0" algn="l" defTabSz="914400" rtl="0" eaLnBrk="1" fontAlgn="t" latinLnBrk="0" hangingPunct="1">
              <a:lnSpc>
                <a:spcPct val="100000"/>
              </a:lnSpc>
              <a:spcBef>
                <a:spcPts val="0"/>
              </a:spcBef>
              <a:spcAft>
                <a:spcPts val="0"/>
              </a:spcAft>
              <a:buClrTx/>
              <a:buSzTx/>
              <a:buFont typeface="Arial" panose="020B0604020202020204" pitchFamily="34" charset="0"/>
              <a:buChar char="•"/>
              <a:tabLst/>
              <a:defRPr/>
            </a:pP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In the compared condition, correct trials show higher A2-B1 similarity, </a:t>
            </a: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but not in the isolated condition. </a:t>
            </a:r>
            <a:r>
              <a:rPr lang="en-US" sz="1800" b="1" i="0" u="none" strike="noStrike" dirty="0">
                <a:solidFill>
                  <a:srgbClr val="000000"/>
                </a:solidFill>
                <a:effectLst/>
                <a:latin typeface="Arial" panose="020B0604020202020204" pitchFamily="34" charset="0"/>
              </a:rPr>
              <a:t>(c) </a:t>
            </a:r>
            <a:r>
              <a:rPr lang="en-US" sz="1800" b="1" dirty="0">
                <a:latin typeface="Helvetica" pitchFamily="2" charset="0"/>
              </a:rPr>
              <a:t>Two trials before </a:t>
            </a:r>
            <a:r>
              <a:rPr lang="en-US" sz="1800" dirty="0">
                <a:latin typeface="Helvetica" pitchFamily="2" charset="0"/>
              </a:rPr>
              <a:t>the target appeared, predictive viewing of the first of two pairmate </a:t>
            </a:r>
            <a:r>
              <a:rPr lang="en-US" sz="1800" dirty="0" err="1">
                <a:latin typeface="Helvetica" pitchFamily="2" charset="0"/>
              </a:rPr>
              <a:t>forshadowed</a:t>
            </a:r>
            <a:r>
              <a:rPr lang="en-US" sz="1800" dirty="0">
                <a:latin typeface="Helvetica" pitchFamily="2" charset="0"/>
              </a:rPr>
              <a:t> upcoming discrimination success (indicating predictive recall of diagnostic features</a:t>
            </a:r>
            <a:r>
              <a:rPr lang="en-US" sz="1800" b="0" i="0" u="none" strike="noStrike" dirty="0">
                <a:solidFill>
                  <a:srgbClr val="000000"/>
                </a:solidFill>
                <a:effectLst/>
                <a:latin typeface="Arial" panose="020B0604020202020204" pitchFamily="34" charset="0"/>
              </a:rPr>
              <a:t>. </a:t>
            </a:r>
            <a:r>
              <a:rPr lang="en-US" sz="1800" b="1" i="0" u="none" strike="noStrike" dirty="0">
                <a:solidFill>
                  <a:srgbClr val="000000"/>
                </a:solidFill>
                <a:effectLst/>
                <a:latin typeface="Arial" panose="020B0604020202020204" pitchFamily="34" charset="0"/>
              </a:rPr>
              <a:t>(p)</a:t>
            </a:r>
            <a:endParaRPr lang="en-US" sz="1800" b="0" i="0" u="none" strike="noStrike" dirty="0">
              <a:solidFill>
                <a:srgbClr val="000000"/>
              </a:solidFill>
              <a:effectLst/>
              <a:latin typeface="Arial" panose="020B0604020202020204" pitchFamily="34" charset="0"/>
            </a:endParaRPr>
          </a:p>
          <a:p>
            <a:pPr rtl="0" fontAlgn="t">
              <a:spcBef>
                <a:spcPts val="0"/>
              </a:spcBef>
              <a:spcAft>
                <a:spcPts val="0"/>
              </a:spcAft>
              <a:buFont typeface="Arial" panose="020B0604020202020204" pitchFamily="34" charset="0"/>
              <a:buChar char="•"/>
            </a:pPr>
            <a:r>
              <a:rPr lang="en-US" sz="1800" b="0" i="0" u="none" strike="noStrike" dirty="0">
                <a:solidFill>
                  <a:srgbClr val="000000"/>
                </a:solidFill>
                <a:effectLst/>
                <a:latin typeface="Arial" panose="020B0604020202020204" pitchFamily="34" charset="0"/>
              </a:rPr>
              <a:t>And when we looked at how this effect unfolds over times, we found that </a:t>
            </a: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predictive recall gradually emerged with more fixations </a:t>
            </a:r>
            <a:r>
              <a:rPr lang="en-US" sz="1800" b="1" i="0" u="none" strike="noStrike" dirty="0">
                <a:solidFill>
                  <a:srgbClr val="000000"/>
                </a:solidFill>
                <a:effectLst/>
                <a:latin typeface="Arial" panose="020B0604020202020204" pitchFamily="34" charset="0"/>
              </a:rPr>
              <a:t>(p)</a:t>
            </a:r>
          </a:p>
          <a:p>
            <a:pPr rtl="0" fontAlgn="t">
              <a:spcBef>
                <a:spcPts val="0"/>
              </a:spcBef>
              <a:spcAft>
                <a:spcPts val="0"/>
              </a:spcAft>
              <a:buFont typeface="Arial" panose="020B0604020202020204" pitchFamily="34" charset="0"/>
              <a:buChar char="•"/>
            </a:pPr>
            <a:endParaRPr lang="en-US" sz="1800" b="1" i="0" u="none" strike="noStrike" dirty="0">
              <a:solidFill>
                <a:srgbClr val="000000"/>
              </a:solidFill>
              <a:effectLst/>
              <a:latin typeface="Arial" panose="020B0604020202020204" pitchFamily="34" charset="0"/>
            </a:endParaRP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109575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CB2F1-4553-D9C4-79E7-7A7EF40D14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927FF5-B467-914B-36A1-E5CA02670C2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8993AF5-D4E1-29A7-BBD1-A17EC9226A16}"/>
              </a:ext>
            </a:extLst>
          </p:cNvPr>
          <p:cNvSpPr>
            <a:spLocks noGrp="1"/>
          </p:cNvSpPr>
          <p:nvPr>
            <p:ph type="body" idx="1"/>
          </p:nvPr>
        </p:nvSpPr>
        <p:spPr/>
        <p:txBody>
          <a:bodyPr/>
          <a:lstStyle/>
          <a:p>
            <a:pPr rtl="0">
              <a:spcBef>
                <a:spcPts val="0"/>
              </a:spcBef>
              <a:spcAft>
                <a:spcPts val="0"/>
              </a:spcAft>
            </a:pPr>
            <a:r>
              <a:rPr lang="en-US" sz="1800" b="0" i="0" u="none" strike="noStrike" dirty="0">
                <a:solidFill>
                  <a:srgbClr val="000000"/>
                </a:solidFill>
                <a:effectLst/>
                <a:latin typeface="Arial" panose="020B0604020202020204" pitchFamily="34" charset="0"/>
              </a:rPr>
              <a:t>In conclusion, </a:t>
            </a: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we first found evidence that EM benefits WM mnemonic discrimination. </a:t>
            </a:r>
          </a:p>
          <a:p>
            <a:pPr rtl="0">
              <a:spcBef>
                <a:spcPts val="0"/>
              </a:spcBef>
              <a:spcAft>
                <a:spcPts val="0"/>
              </a:spcAft>
            </a:pPr>
            <a:r>
              <a:rPr lang="en-US" sz="1800" b="1" i="0" u="none" strike="noStrike" dirty="0">
                <a:solidFill>
                  <a:srgbClr val="000000"/>
                </a:solidFill>
                <a:effectLst/>
                <a:latin typeface="Arial" panose="020B0604020202020204" pitchFamily="34" charset="0"/>
              </a:rPr>
              <a:t>(c)</a:t>
            </a:r>
            <a:r>
              <a:rPr lang="en-US" sz="1800" b="0" i="0" u="none" strike="noStrike" dirty="0">
                <a:solidFill>
                  <a:srgbClr val="000000"/>
                </a:solidFill>
                <a:effectLst/>
                <a:latin typeface="Arial" panose="020B0604020202020204" pitchFamily="34" charset="0"/>
              </a:rPr>
              <a:t> Across participants, the benefit scales with individual’s LTM and WM ability, consistent with a shared factor contributing to interaction between memory systems</a:t>
            </a:r>
          </a:p>
          <a:p>
            <a:pPr rtl="0">
              <a:spcBef>
                <a:spcPts val="0"/>
              </a:spcBef>
              <a:spcAft>
                <a:spcPts val="0"/>
              </a:spcAft>
            </a:pP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and, this benefit is tracked by pupil dilation </a:t>
            </a:r>
          </a:p>
          <a:p>
            <a:pPr rtl="0">
              <a:spcBef>
                <a:spcPts val="0"/>
              </a:spcBef>
              <a:spcAft>
                <a:spcPts val="0"/>
              </a:spcAft>
            </a:pP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Importantly, we identified </a:t>
            </a:r>
            <a:r>
              <a:rPr lang="en-US" sz="1800" b="0" i="0" u="none" strike="noStrike" dirty="0">
                <a:solidFill>
                  <a:srgbClr val="000000"/>
                </a:solidFill>
                <a:effectLst/>
                <a:latin typeface="Helvetica" pitchFamily="2" charset="0"/>
              </a:rPr>
              <a:t>t</a:t>
            </a:r>
            <a:r>
              <a:rPr lang="en-US" sz="1800" dirty="0">
                <a:latin typeface="Helvetica" pitchFamily="2" charset="0"/>
              </a:rPr>
              <a:t>hree hallmark computations underlies </a:t>
            </a:r>
            <a:r>
              <a:rPr lang="en-US" sz="1800" i="1" dirty="0">
                <a:latin typeface="Helvetica" pitchFamily="2" charset="0"/>
              </a:rPr>
              <a:t>when</a:t>
            </a:r>
            <a:r>
              <a:rPr lang="en-US" sz="1800" dirty="0">
                <a:latin typeface="Helvetica" pitchFamily="2" charset="0"/>
              </a:rPr>
              <a:t> and </a:t>
            </a:r>
            <a:r>
              <a:rPr lang="en-US" sz="1800" i="1" dirty="0">
                <a:latin typeface="Helvetica" pitchFamily="2" charset="0"/>
              </a:rPr>
              <a:t>how</a:t>
            </a:r>
            <a:r>
              <a:rPr lang="en-US" sz="1800" dirty="0">
                <a:latin typeface="Helvetica" pitchFamily="2" charset="0"/>
              </a:rPr>
              <a:t> this performance benefit emerges:</a:t>
            </a:r>
            <a:endParaRPr lang="en-US" sz="1800" b="1" i="0" u="none" strike="noStrike" dirty="0">
              <a:solidFill>
                <a:srgbClr val="000000"/>
              </a:solidFill>
              <a:effectLst/>
              <a:latin typeface="Arial" panose="020B0604020202020204" pitchFamily="34" charset="0"/>
            </a:endParaRPr>
          </a:p>
          <a:p>
            <a:pPr rtl="0">
              <a:spcBef>
                <a:spcPts val="0"/>
              </a:spcBef>
              <a:spcAft>
                <a:spcPts val="0"/>
              </a:spcAft>
            </a:pPr>
            <a:r>
              <a:rPr lang="en-US" sz="1800" b="1" i="0" u="none" strike="noStrike" dirty="0">
                <a:solidFill>
                  <a:srgbClr val="000000"/>
                </a:solidFill>
                <a:effectLst/>
                <a:latin typeface="Arial" panose="020B0604020202020204" pitchFamily="34" charset="0"/>
              </a:rPr>
              <a:t>(c)</a:t>
            </a:r>
            <a:r>
              <a:rPr lang="en-US" sz="1800" b="0" i="0" u="none" strike="noStrike" dirty="0">
                <a:solidFill>
                  <a:srgbClr val="000000"/>
                </a:solidFill>
                <a:effectLst/>
                <a:latin typeface="Arial" panose="020B0604020202020204" pitchFamily="34" charset="0"/>
              </a:rPr>
              <a:t> first, </a:t>
            </a:r>
          </a:p>
          <a:p>
            <a:pPr rtl="0">
              <a:spcBef>
                <a:spcPts val="0"/>
              </a:spcBef>
              <a:spcAft>
                <a:spcPts val="0"/>
              </a:spcAft>
            </a:pP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second, </a:t>
            </a:r>
            <a:endParaRPr lang="en-US" sz="1800" b="1" i="0" u="none" strike="noStrike" dirty="0">
              <a:solidFill>
                <a:srgbClr val="000000"/>
              </a:solidFill>
              <a:effectLst/>
              <a:latin typeface="Arial" panose="020B0604020202020204" pitchFamily="34" charset="0"/>
            </a:endParaRPr>
          </a:p>
          <a:p>
            <a:pPr rtl="0">
              <a:spcBef>
                <a:spcPts val="0"/>
              </a:spcBef>
              <a:spcAft>
                <a:spcPts val="0"/>
              </a:spcAft>
            </a:pPr>
            <a:r>
              <a:rPr lang="en-US" sz="1800" b="1" i="0" u="none" strike="noStrike" dirty="0">
                <a:solidFill>
                  <a:srgbClr val="000000"/>
                </a:solidFill>
                <a:effectLst/>
                <a:latin typeface="Arial" panose="020B0604020202020204" pitchFamily="34" charset="0"/>
              </a:rPr>
              <a:t>(c) </a:t>
            </a:r>
            <a:r>
              <a:rPr lang="en-US" sz="1800" b="0" i="0" u="none" strike="noStrike" dirty="0">
                <a:solidFill>
                  <a:srgbClr val="000000"/>
                </a:solidFill>
                <a:effectLst/>
                <a:latin typeface="Arial" panose="020B0604020202020204" pitchFamily="34" charset="0"/>
              </a:rPr>
              <a:t>And finally </a:t>
            </a:r>
          </a:p>
          <a:p>
            <a:pPr rtl="0">
              <a:spcBef>
                <a:spcPts val="0"/>
              </a:spcBef>
              <a:spcAft>
                <a:spcPts val="0"/>
              </a:spcAft>
            </a:pPr>
            <a:endParaRPr lang="en-US" sz="1800" b="0" i="0" u="none" strike="noStrike" dirty="0">
              <a:solidFill>
                <a:srgbClr val="000000"/>
              </a:solidFill>
              <a:effectLst/>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Helvetica" pitchFamily="2" charset="0"/>
              </a:rPr>
              <a:t>Our findings characterize the mechanism of integration between episodic and working memory. </a:t>
            </a:r>
            <a:r>
              <a:rPr lang="en-US" sz="1200" kern="1200" dirty="0">
                <a:solidFill>
                  <a:schemeClr val="tx1"/>
                </a:solidFill>
                <a:effectLst/>
                <a:latin typeface="+mn-lt"/>
                <a:ea typeface="+mn-ea"/>
                <a:cs typeface="+mn-cs"/>
              </a:rPr>
              <a:t>We believe that reuniting the study of episodic and working memory is a important step forward to understand either system on its own terms, and human memory more broadly.</a:t>
            </a:r>
          </a:p>
          <a:p>
            <a:pPr rtl="0">
              <a:spcBef>
                <a:spcPts val="0"/>
              </a:spcBef>
              <a:spcAft>
                <a:spcPts val="0"/>
              </a:spcAft>
            </a:pPr>
            <a:endParaRPr lang="en-US" sz="1800" b="0" i="0" u="none" strike="noStrike" dirty="0">
              <a:solidFill>
                <a:srgbClr val="000000"/>
              </a:solidFill>
              <a:effectLst/>
              <a:latin typeface="Arial" panose="020B0604020202020204" pitchFamily="34" charset="0"/>
            </a:endParaRPr>
          </a:p>
        </p:txBody>
      </p:sp>
      <p:sp>
        <p:nvSpPr>
          <p:cNvPr id="4" name="Slide Number Placeholder 3">
            <a:extLst>
              <a:ext uri="{FF2B5EF4-FFF2-40B4-BE49-F238E27FC236}">
                <a16:creationId xmlns:a16="http://schemas.microsoft.com/office/drawing/2014/main" id="{08F30168-8CED-D807-A1B9-4E255C9881DE}"/>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7886468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7EA25-A6D1-3478-05C7-3BD8300365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923BAD-28C6-634D-9E3F-397E54AAD10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67BE867-D093-4E78-1DBC-F76E09A14695}"/>
              </a:ext>
            </a:extLst>
          </p:cNvPr>
          <p:cNvSpPr>
            <a:spLocks noGrp="1"/>
          </p:cNvSpPr>
          <p:nvPr>
            <p:ph type="body" idx="1"/>
          </p:nvPr>
        </p:nvSpPr>
        <p:spPr/>
        <p:txBody>
          <a:bodyPr/>
          <a:lstStyle/>
          <a:p>
            <a:pPr marL="285750" indent="-285750" rtl="0" fontAlgn="t">
              <a:spcBef>
                <a:spcPts val="0"/>
              </a:spcBef>
              <a:spcAft>
                <a:spcPts val="0"/>
              </a:spcAft>
              <a:buFont typeface="Arial" panose="020B0604020202020204" pitchFamily="34" charset="0"/>
              <a:buChar char="•"/>
            </a:pPr>
            <a:r>
              <a:rPr lang="en-US" sz="1800" b="0" i="0" u="none" strike="noStrike" dirty="0">
                <a:solidFill>
                  <a:srgbClr val="000000"/>
                </a:solidFill>
                <a:effectLst/>
                <a:latin typeface="Arial" panose="020B0604020202020204" pitchFamily="34" charset="0"/>
              </a:rPr>
              <a:t>to test this, we’ve started an fMRI study. These are preliminary data from a single subject. </a:t>
            </a:r>
          </a:p>
          <a:p>
            <a:pPr marL="285750" indent="-285750" rtl="0" fontAlgn="t">
              <a:spcBef>
                <a:spcPts val="0"/>
              </a:spcBef>
              <a:spcAft>
                <a:spcPts val="0"/>
              </a:spcAft>
              <a:buFont typeface="Arial" panose="020B0604020202020204" pitchFamily="34" charset="0"/>
              <a:buChar char="•"/>
            </a:pPr>
            <a:r>
              <a:rPr lang="en-US" sz="1800" b="0" i="0" u="none" strike="noStrike" dirty="0">
                <a:solidFill>
                  <a:srgbClr val="000000"/>
                </a:solidFill>
                <a:effectLst/>
                <a:latin typeface="Arial" panose="020B0604020202020204" pitchFamily="34" charset="0"/>
              </a:rPr>
              <a:t>First, as a validation, we asked the same question we asked of gaze: does neural pattern similarity track image similarity? Using a whole-brain searchlight, we found that early visual, lateral occipital, and angular/IPS regions carried this image-similarity </a:t>
            </a:r>
            <a:r>
              <a:rPr lang="en-US" sz="1800" b="0" i="0" u="none" strike="noStrike" dirty="0" err="1">
                <a:solidFill>
                  <a:srgbClr val="000000"/>
                </a:solidFill>
                <a:effectLst/>
                <a:latin typeface="Arial" panose="020B0604020202020204" pitchFamily="34" charset="0"/>
              </a:rPr>
              <a:t>structure;mWhen</a:t>
            </a:r>
            <a:r>
              <a:rPr lang="en-US" sz="1800" b="0" i="0" u="none" strike="noStrike" dirty="0">
                <a:solidFill>
                  <a:srgbClr val="000000"/>
                </a:solidFill>
                <a:effectLst/>
                <a:latin typeface="Arial" panose="020B0604020202020204" pitchFamily="34" charset="0"/>
              </a:rPr>
              <a:t> we zoom into early visual cortex, which appears to be the largest cluster, both same and similar images were represented more alike than unrelated images. So this confirms that neural similarity carries image-specific information at sufficient resolution, just as we did from gaze.</a:t>
            </a:r>
          </a:p>
          <a:p>
            <a:pPr marL="285750" indent="-285750" rtl="0" fontAlgn="t">
              <a:spcBef>
                <a:spcPts val="0"/>
              </a:spcBef>
              <a:spcAft>
                <a:spcPts val="0"/>
              </a:spcAft>
              <a:buFont typeface="Arial" panose="020B0604020202020204" pitchFamily="34" charset="0"/>
              <a:buChar char="•"/>
            </a:pPr>
            <a:endParaRPr lang="en-US" sz="1800" b="0" i="0" u="none" strike="noStrike" dirty="0">
              <a:solidFill>
                <a:srgbClr val="000000"/>
              </a:solidFill>
              <a:effectLst/>
              <a:latin typeface="Arial" panose="020B0604020202020204" pitchFamily="34" charset="0"/>
            </a:endParaRPr>
          </a:p>
        </p:txBody>
      </p:sp>
      <p:sp>
        <p:nvSpPr>
          <p:cNvPr id="4" name="Slide Number Placeholder 3">
            <a:extLst>
              <a:ext uri="{FF2B5EF4-FFF2-40B4-BE49-F238E27FC236}">
                <a16:creationId xmlns:a16="http://schemas.microsoft.com/office/drawing/2014/main" id="{56E311A2-C6BA-E0EC-AF21-7598BB10827C}"/>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9478384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4944072-E86E-E24E-8875-9CA803DA15BA}" type="slidenum">
              <a:rPr lang="en-US" smtClean="0"/>
              <a:t>16</a:t>
            </a:fld>
            <a:endParaRPr lang="en-US"/>
          </a:p>
        </p:txBody>
      </p:sp>
    </p:spTree>
    <p:extLst>
      <p:ext uri="{BB962C8B-B14F-4D97-AF65-F5344CB8AC3E}">
        <p14:creationId xmlns:p14="http://schemas.microsoft.com/office/powerpoint/2010/main" val="298292486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9AE74-A4AD-F8DF-E301-F7FCB060DB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66E179-7868-B731-3F0D-C0EFA8A8AC0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D9BD601-85F9-DCA5-1B6B-E42B6AD41932}"/>
              </a:ext>
            </a:extLst>
          </p:cNvPr>
          <p:cNvSpPr>
            <a:spLocks noGrp="1"/>
          </p:cNvSpPr>
          <p:nvPr>
            <p:ph type="body" idx="1"/>
          </p:nvPr>
        </p:nvSpPr>
        <p:spPr/>
        <p:txBody>
          <a:bodyPr/>
          <a:lstStyle/>
          <a:p>
            <a:pPr marL="285750" indent="-285750" rtl="0" fontAlgn="t">
              <a:spcBef>
                <a:spcPts val="0"/>
              </a:spcBef>
              <a:spcAft>
                <a:spcPts val="0"/>
              </a:spcAft>
              <a:buFont typeface="Arial" panose="020B0604020202020204" pitchFamily="34" charset="0"/>
              <a:buChar char="•"/>
            </a:pPr>
            <a:endParaRPr lang="en-US" sz="1800" b="1" i="0" u="none" strike="noStrike" dirty="0">
              <a:solidFill>
                <a:srgbClr val="000000"/>
              </a:solidFill>
              <a:effectLst/>
              <a:latin typeface="Arial" panose="020B0604020202020204" pitchFamily="34" charset="0"/>
            </a:endParaRPr>
          </a:p>
        </p:txBody>
      </p:sp>
      <p:sp>
        <p:nvSpPr>
          <p:cNvPr id="4" name="Slide Number Placeholder 3">
            <a:extLst>
              <a:ext uri="{FF2B5EF4-FFF2-40B4-BE49-F238E27FC236}">
                <a16:creationId xmlns:a16="http://schemas.microsoft.com/office/drawing/2014/main" id="{A2DD78CA-5F58-9687-F555-2D2E4DF58AC0}"/>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5920041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33B9EA-59A5-F1F5-8DC9-AD18EEDEE5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90C749-BCA9-A97B-30AB-45CC35A674D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4ED455A-4367-D500-1777-EBF1FA0D7733}"/>
              </a:ext>
            </a:extLst>
          </p:cNvPr>
          <p:cNvSpPr>
            <a:spLocks noGrp="1"/>
          </p:cNvSpPr>
          <p:nvPr>
            <p:ph type="body" idx="1"/>
          </p:nvPr>
        </p:nvSpPr>
        <p:spPr/>
        <p:txBody>
          <a:bodyPr/>
          <a:lstStyle/>
          <a:p>
            <a:pPr marL="285750" indent="-285750" rtl="0" fontAlgn="t">
              <a:spcBef>
                <a:spcPts val="0"/>
              </a:spcBef>
              <a:spcAft>
                <a:spcPts val="0"/>
              </a:spcAft>
              <a:buFont typeface="Arial" panose="020B0604020202020204" pitchFamily="34" charset="0"/>
              <a:buChar char="•"/>
            </a:pPr>
            <a:r>
              <a:rPr lang="en-US" sz="1800" b="0" i="0" u="none" strike="noStrike" dirty="0">
                <a:solidFill>
                  <a:srgbClr val="000000"/>
                </a:solidFill>
                <a:effectLst/>
                <a:latin typeface="Arial" panose="020B0604020202020204" pitchFamily="34" charset="0"/>
              </a:rPr>
              <a:t>Backup slide: gaze similarity effect is not differed by image similarity (lure bins)</a:t>
            </a:r>
          </a:p>
        </p:txBody>
      </p:sp>
      <p:sp>
        <p:nvSpPr>
          <p:cNvPr id="4" name="Slide Number Placeholder 3">
            <a:extLst>
              <a:ext uri="{FF2B5EF4-FFF2-40B4-BE49-F238E27FC236}">
                <a16:creationId xmlns:a16="http://schemas.microsoft.com/office/drawing/2014/main" id="{F339F534-D628-89CE-BC16-4EC8EBA14231}"/>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890086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067ED3-A336-791D-51C4-6D207932AA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13005-9AB9-C29B-DA6A-A67AD62799E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66C1BB9-7E71-7497-0F76-7A19CE578308}"/>
              </a:ext>
            </a:extLst>
          </p:cNvPr>
          <p:cNvSpPr>
            <a:spLocks noGrp="1"/>
          </p:cNvSpPr>
          <p:nvPr>
            <p:ph type="body" idx="1"/>
          </p:nvPr>
        </p:nvSpPr>
        <p:spPr/>
        <p:txBody>
          <a:bodyPr/>
          <a:lstStyle/>
          <a:p>
            <a:pPr marL="285750" indent="-285750" rtl="0" fontAlgn="t">
              <a:spcBef>
                <a:spcPts val="0"/>
              </a:spcBef>
              <a:spcAft>
                <a:spcPts val="0"/>
              </a:spcAft>
              <a:buFont typeface="Arial" panose="020B0604020202020204" pitchFamily="34" charset="0"/>
              <a:buChar char="•"/>
            </a:pPr>
            <a:endParaRPr lang="en-US" sz="1800" b="0" i="0" u="none" strike="noStrike" dirty="0">
              <a:solidFill>
                <a:srgbClr val="000000"/>
              </a:solidFill>
              <a:effectLst/>
              <a:latin typeface="Arial" panose="020B0604020202020204" pitchFamily="34" charset="0"/>
            </a:endParaRPr>
          </a:p>
        </p:txBody>
      </p:sp>
      <p:sp>
        <p:nvSpPr>
          <p:cNvPr id="4" name="Slide Number Placeholder 3">
            <a:extLst>
              <a:ext uri="{FF2B5EF4-FFF2-40B4-BE49-F238E27FC236}">
                <a16:creationId xmlns:a16="http://schemas.microsoft.com/office/drawing/2014/main" id="{DACA0D4A-E3E2-85E3-AC7C-A961877EADB2}"/>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27447020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rtl="0">
              <a:spcBef>
                <a:spcPts val="0"/>
              </a:spcBef>
              <a:spcAft>
                <a:spcPts val="0"/>
              </a:spcAft>
            </a:pPr>
            <a:endParaRPr lang="en-US" sz="1800" b="0" i="0" u="none" strike="noStrike" dirty="0">
              <a:solidFill>
                <a:srgbClr val="000000"/>
              </a:solidFill>
              <a:effectLst/>
              <a:latin typeface="Arial" panose="020B0604020202020204" pitchFamily="34" charset="0"/>
            </a:endParaRP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11289991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21204-33C1-862A-DC6F-ED1C13A933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C93CD7-6655-B0B4-0869-3569BDDB3CA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20825CC-09BD-9A79-E225-D844D123B71E}"/>
              </a:ext>
            </a:extLst>
          </p:cNvPr>
          <p:cNvSpPr>
            <a:spLocks noGrp="1"/>
          </p:cNvSpPr>
          <p:nvPr>
            <p:ph type="body" idx="1"/>
          </p:nvPr>
        </p:nvSpPr>
        <p:spPr/>
        <p:txBody>
          <a:bodyPr/>
          <a:lstStyle/>
          <a:p>
            <a:pPr marL="285750" indent="-285750" rtl="0" fontAlgn="t">
              <a:spcBef>
                <a:spcPts val="0"/>
              </a:spcBef>
              <a:spcAft>
                <a:spcPts val="0"/>
              </a:spcAft>
              <a:buFont typeface="Arial" panose="020B0604020202020204" pitchFamily="34" charset="0"/>
              <a:buChar char="•"/>
            </a:pPr>
            <a:endParaRPr lang="en-US" sz="1800" b="1" i="0" u="none" strike="noStrike" dirty="0">
              <a:solidFill>
                <a:srgbClr val="000000"/>
              </a:solidFill>
              <a:effectLst/>
              <a:latin typeface="Arial" panose="020B0604020202020204" pitchFamily="34" charset="0"/>
            </a:endParaRPr>
          </a:p>
        </p:txBody>
      </p:sp>
      <p:sp>
        <p:nvSpPr>
          <p:cNvPr id="4" name="Slide Number Placeholder 3">
            <a:extLst>
              <a:ext uri="{FF2B5EF4-FFF2-40B4-BE49-F238E27FC236}">
                <a16:creationId xmlns:a16="http://schemas.microsoft.com/office/drawing/2014/main" id="{A47D94B4-0794-9B4B-D900-82BEC143B1EF}"/>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55802166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26403-21CB-512F-8B4E-40BE4C8490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B387C7-C97B-8CBA-8C46-383D445D99D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F02197C-B487-C102-B2E6-D27630F83E83}"/>
              </a:ext>
            </a:extLst>
          </p:cNvPr>
          <p:cNvSpPr>
            <a:spLocks noGrp="1"/>
          </p:cNvSpPr>
          <p:nvPr>
            <p:ph type="body" idx="1"/>
          </p:nvPr>
        </p:nvSpPr>
        <p:spPr/>
        <p:txBody>
          <a:bodyPr/>
          <a:lstStyle/>
          <a:p>
            <a:pPr marL="285750" indent="-285750" rtl="0" fontAlgn="t">
              <a:spcBef>
                <a:spcPts val="0"/>
              </a:spcBef>
              <a:spcAft>
                <a:spcPts val="0"/>
              </a:spcAft>
              <a:buFont typeface="Arial" panose="020B0604020202020204" pitchFamily="34" charset="0"/>
              <a:buChar char="•"/>
            </a:pPr>
            <a:endParaRPr lang="en-US" sz="1800" b="0" i="0" u="none" strike="noStrike" dirty="0">
              <a:solidFill>
                <a:srgbClr val="000000"/>
              </a:solidFill>
              <a:effectLst/>
              <a:latin typeface="Arial" panose="020B0604020202020204" pitchFamily="34" charset="0"/>
            </a:endParaRPr>
          </a:p>
        </p:txBody>
      </p:sp>
      <p:sp>
        <p:nvSpPr>
          <p:cNvPr id="4" name="Slide Number Placeholder 3">
            <a:extLst>
              <a:ext uri="{FF2B5EF4-FFF2-40B4-BE49-F238E27FC236}">
                <a16:creationId xmlns:a16="http://schemas.microsoft.com/office/drawing/2014/main" id="{1FFAA2D7-25F0-477F-3B64-D1FD39112056}"/>
              </a:ext>
            </a:extLst>
          </p:cNvPr>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6237939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BA0BC2-F854-DFC8-8941-1AA54C4FFA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1928B7-36B5-E222-B3A6-9E058F7078E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E4D6CA1-FFC2-87E1-72D6-7952FB977B28}"/>
              </a:ext>
            </a:extLst>
          </p:cNvPr>
          <p:cNvSpPr>
            <a:spLocks noGrp="1"/>
          </p:cNvSpPr>
          <p:nvPr>
            <p:ph type="body" idx="1"/>
          </p:nvPr>
        </p:nvSpPr>
        <p:spPr/>
        <p:txBody>
          <a:bodyPr/>
          <a:lstStyle/>
          <a:p>
            <a:pPr marL="285750" indent="-285750" rtl="0" fontAlgn="t">
              <a:spcBef>
                <a:spcPts val="0"/>
              </a:spcBef>
              <a:spcAft>
                <a:spcPts val="0"/>
              </a:spcAft>
              <a:buFont typeface="Arial" panose="020B0604020202020204" pitchFamily="34" charset="0"/>
              <a:buChar char="•"/>
            </a:pPr>
            <a:endParaRPr lang="en-US" sz="1800" b="0" i="0" u="none" strike="noStrike" dirty="0">
              <a:solidFill>
                <a:srgbClr val="000000"/>
              </a:solidFill>
              <a:effectLst/>
              <a:latin typeface="Arial" panose="020B0604020202020204" pitchFamily="34" charset="0"/>
            </a:endParaRPr>
          </a:p>
        </p:txBody>
      </p:sp>
      <p:sp>
        <p:nvSpPr>
          <p:cNvPr id="4" name="Slide Number Placeholder 3">
            <a:extLst>
              <a:ext uri="{FF2B5EF4-FFF2-40B4-BE49-F238E27FC236}">
                <a16:creationId xmlns:a16="http://schemas.microsoft.com/office/drawing/2014/main" id="{04BD23CE-78DC-D590-8815-503AF781ECDE}"/>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424964098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E94BE2-4C9F-B61D-C67B-2A7D51F21B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5619CD-BB09-380D-E048-03975C973F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55A5781-08F8-77C5-CFE1-628B897B7EA4}"/>
              </a:ext>
            </a:extLst>
          </p:cNvPr>
          <p:cNvSpPr>
            <a:spLocks noGrp="1"/>
          </p:cNvSpPr>
          <p:nvPr>
            <p:ph type="body" idx="1"/>
          </p:nvPr>
        </p:nvSpPr>
        <p:spPr/>
        <p:txBody>
          <a:bodyPr/>
          <a:lstStyle/>
          <a:p>
            <a:pPr marL="285750" indent="-285750" rtl="0" fontAlgn="t">
              <a:spcBef>
                <a:spcPts val="0"/>
              </a:spcBef>
              <a:spcAft>
                <a:spcPts val="0"/>
              </a:spcAft>
              <a:buFont typeface="Arial" panose="020B0604020202020204" pitchFamily="34" charset="0"/>
              <a:buChar char="•"/>
            </a:pPr>
            <a:endParaRPr lang="en-US" sz="1800" b="0" i="0" u="none" strike="noStrike" dirty="0">
              <a:solidFill>
                <a:srgbClr val="000000"/>
              </a:solidFill>
              <a:effectLst/>
              <a:latin typeface="Arial" panose="020B0604020202020204" pitchFamily="34" charset="0"/>
            </a:endParaRPr>
          </a:p>
        </p:txBody>
      </p:sp>
      <p:sp>
        <p:nvSpPr>
          <p:cNvPr id="4" name="Slide Number Placeholder 3">
            <a:extLst>
              <a:ext uri="{FF2B5EF4-FFF2-40B4-BE49-F238E27FC236}">
                <a16:creationId xmlns:a16="http://schemas.microsoft.com/office/drawing/2014/main" id="{6833EB49-D2CB-A069-ACB1-71731F403B86}"/>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368514357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E69697-188E-3FA2-F635-0669C711B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7B62CD-990D-7D32-F8A1-D5EB2BFEAE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934C171-9783-7417-D77E-48BF98DC6686}"/>
              </a:ext>
            </a:extLst>
          </p:cNvPr>
          <p:cNvSpPr>
            <a:spLocks noGrp="1"/>
          </p:cNvSpPr>
          <p:nvPr>
            <p:ph type="body" idx="1"/>
          </p:nvPr>
        </p:nvSpPr>
        <p:spPr/>
        <p:txBody>
          <a:bodyPr/>
          <a:lstStyle/>
          <a:p>
            <a:pPr marL="285750" indent="-285750" rtl="0" fontAlgn="t">
              <a:spcBef>
                <a:spcPts val="0"/>
              </a:spcBef>
              <a:spcAft>
                <a:spcPts val="0"/>
              </a:spcAft>
              <a:buFont typeface="Arial" panose="020B0604020202020204" pitchFamily="34" charset="0"/>
              <a:buChar char="•"/>
            </a:pPr>
            <a:endParaRPr lang="en-US" sz="1800" b="0" i="0" u="none" strike="noStrike" dirty="0">
              <a:solidFill>
                <a:srgbClr val="000000"/>
              </a:solidFill>
              <a:effectLst/>
              <a:latin typeface="Arial" panose="020B0604020202020204" pitchFamily="34" charset="0"/>
            </a:endParaRPr>
          </a:p>
        </p:txBody>
      </p:sp>
      <p:sp>
        <p:nvSpPr>
          <p:cNvPr id="4" name="Slide Number Placeholder 3">
            <a:extLst>
              <a:ext uri="{FF2B5EF4-FFF2-40B4-BE49-F238E27FC236}">
                <a16:creationId xmlns:a16="http://schemas.microsoft.com/office/drawing/2014/main" id="{310054CE-D834-5279-C263-14F411393D9C}"/>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338231802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DD0ED-22A2-F817-6006-E67AF5C2A0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B7A5BE-676B-D3D3-E3EF-6353422133C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999D6E-32AF-06D2-1081-0BA9F36B4FB6}"/>
              </a:ext>
            </a:extLst>
          </p:cNvPr>
          <p:cNvSpPr>
            <a:spLocks noGrp="1"/>
          </p:cNvSpPr>
          <p:nvPr>
            <p:ph type="body" idx="1"/>
          </p:nvPr>
        </p:nvSpPr>
        <p:spPr/>
        <p:txBody>
          <a:bodyPr/>
          <a:lstStyle/>
          <a:p>
            <a:pPr marL="285750" indent="-285750" rtl="0" fontAlgn="t">
              <a:spcBef>
                <a:spcPts val="0"/>
              </a:spcBef>
              <a:spcAft>
                <a:spcPts val="0"/>
              </a:spcAft>
              <a:buFont typeface="Arial" panose="020B0604020202020204" pitchFamily="34" charset="0"/>
              <a:buChar char="•"/>
            </a:pPr>
            <a:endParaRPr lang="en-US" sz="1800" b="0" i="0" u="none" strike="noStrike" dirty="0">
              <a:solidFill>
                <a:srgbClr val="000000"/>
              </a:solidFill>
              <a:effectLst/>
              <a:latin typeface="Arial" panose="020B0604020202020204" pitchFamily="34" charset="0"/>
            </a:endParaRPr>
          </a:p>
        </p:txBody>
      </p:sp>
      <p:sp>
        <p:nvSpPr>
          <p:cNvPr id="4" name="Slide Number Placeholder 3">
            <a:extLst>
              <a:ext uri="{FF2B5EF4-FFF2-40B4-BE49-F238E27FC236}">
                <a16:creationId xmlns:a16="http://schemas.microsoft.com/office/drawing/2014/main" id="{5A10D51E-4212-F6FC-8FB7-5D772CC9D396}"/>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207699881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E4B246-A79B-2A34-3E96-ADCBF71DD2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F61FA5-1DD8-0768-4586-F35F323DFF8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781B8A5-5147-62BE-A133-BFE7467F6F15}"/>
              </a:ext>
            </a:extLst>
          </p:cNvPr>
          <p:cNvSpPr>
            <a:spLocks noGrp="1"/>
          </p:cNvSpPr>
          <p:nvPr>
            <p:ph type="body" idx="1"/>
          </p:nvPr>
        </p:nvSpPr>
        <p:spPr/>
        <p:txBody>
          <a:bodyPr/>
          <a:lstStyle/>
          <a:p>
            <a:pPr marL="285750" indent="-285750" rtl="0" fontAlgn="t">
              <a:spcBef>
                <a:spcPts val="0"/>
              </a:spcBef>
              <a:spcAft>
                <a:spcPts val="0"/>
              </a:spcAft>
              <a:buFont typeface="Arial" panose="020B0604020202020204" pitchFamily="34" charset="0"/>
              <a:buChar char="•"/>
            </a:pPr>
            <a:endParaRPr lang="en-US" sz="1800" b="0" i="0" u="none" strike="noStrike" dirty="0">
              <a:solidFill>
                <a:srgbClr val="000000"/>
              </a:solidFill>
              <a:effectLst/>
              <a:latin typeface="Arial" panose="020B0604020202020204" pitchFamily="34" charset="0"/>
            </a:endParaRPr>
          </a:p>
        </p:txBody>
      </p:sp>
      <p:sp>
        <p:nvSpPr>
          <p:cNvPr id="4" name="Slide Number Placeholder 3">
            <a:extLst>
              <a:ext uri="{FF2B5EF4-FFF2-40B4-BE49-F238E27FC236}">
                <a16:creationId xmlns:a16="http://schemas.microsoft.com/office/drawing/2014/main" id="{C2FCD0EB-57F4-DDC0-1D9A-33BAD14BD974}"/>
              </a:ext>
            </a:extLst>
          </p:cNvPr>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252334297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DB6EEB-6B0B-F4C0-7192-6883A345FF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DEDF76-164B-F365-91EC-ED33C98C1F4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4DEA775-E573-FB2B-9FE9-F8C502073EB6}"/>
              </a:ext>
            </a:extLst>
          </p:cNvPr>
          <p:cNvSpPr>
            <a:spLocks noGrp="1"/>
          </p:cNvSpPr>
          <p:nvPr>
            <p:ph type="body" idx="1"/>
          </p:nvPr>
        </p:nvSpPr>
        <p:spPr/>
        <p:txBody>
          <a:bodyPr/>
          <a:lstStyle/>
          <a:p>
            <a:pPr marL="285750" indent="-285750" rtl="0" fontAlgn="t">
              <a:spcBef>
                <a:spcPts val="0"/>
              </a:spcBef>
              <a:spcAft>
                <a:spcPts val="0"/>
              </a:spcAft>
              <a:buFont typeface="Arial" panose="020B0604020202020204" pitchFamily="34" charset="0"/>
              <a:buChar char="•"/>
            </a:pPr>
            <a:endParaRPr lang="en-US" sz="1800" b="0" i="0" u="none" strike="noStrike" dirty="0">
              <a:solidFill>
                <a:srgbClr val="000000"/>
              </a:solidFill>
              <a:effectLst/>
              <a:latin typeface="Arial" panose="020B0604020202020204" pitchFamily="34" charset="0"/>
            </a:endParaRPr>
          </a:p>
        </p:txBody>
      </p:sp>
      <p:sp>
        <p:nvSpPr>
          <p:cNvPr id="4" name="Slide Number Placeholder 3">
            <a:extLst>
              <a:ext uri="{FF2B5EF4-FFF2-40B4-BE49-F238E27FC236}">
                <a16:creationId xmlns:a16="http://schemas.microsoft.com/office/drawing/2014/main" id="{6469725D-2571-AA46-DF16-BC90ED1E9D3A}"/>
              </a:ext>
            </a:extLst>
          </p:cNvPr>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7014397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7269F-7F46-CC6A-10D5-51AADFA1DB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9CCF15-2D17-806E-0B0F-4D997EDF6B0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6551D4B-7DA6-55F3-0239-EDB411BD9DDA}"/>
              </a:ext>
            </a:extLst>
          </p:cNvPr>
          <p:cNvSpPr>
            <a:spLocks noGrp="1"/>
          </p:cNvSpPr>
          <p:nvPr>
            <p:ph type="body" idx="1"/>
          </p:nvPr>
        </p:nvSpPr>
        <p:spPr/>
        <p:txBody>
          <a:bodyPr/>
          <a:lstStyle/>
          <a:p>
            <a:pPr marL="285750" indent="-285750" rtl="0" fontAlgn="t">
              <a:spcBef>
                <a:spcPts val="0"/>
              </a:spcBef>
              <a:spcAft>
                <a:spcPts val="0"/>
              </a:spcAft>
              <a:buFont typeface="Arial" panose="020B0604020202020204" pitchFamily="34" charset="0"/>
              <a:buChar char="•"/>
            </a:pPr>
            <a:r>
              <a:rPr lang="en-US" sz="1800" b="0" i="0" u="none" strike="noStrike" dirty="0">
                <a:solidFill>
                  <a:srgbClr val="000000"/>
                </a:solidFill>
                <a:effectLst/>
                <a:latin typeface="Arial" panose="020B0604020202020204" pitchFamily="34" charset="0"/>
              </a:rPr>
              <a:t>decoding of items studied before? vs. novel</a:t>
            </a:r>
          </a:p>
        </p:txBody>
      </p:sp>
      <p:sp>
        <p:nvSpPr>
          <p:cNvPr id="4" name="Slide Number Placeholder 3">
            <a:extLst>
              <a:ext uri="{FF2B5EF4-FFF2-40B4-BE49-F238E27FC236}">
                <a16:creationId xmlns:a16="http://schemas.microsoft.com/office/drawing/2014/main" id="{5DDC8AFF-C3DC-F895-80FB-44E9B9FB776A}"/>
              </a:ext>
            </a:extLst>
          </p:cNvPr>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256178068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E593C6-7B7C-3CE7-4F96-B6D1C38E2F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739D95-0AAB-CB2E-7851-8647D86F85D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6915D0C-93E9-8A81-33E1-FACBB08E9A8B}"/>
              </a:ext>
            </a:extLst>
          </p:cNvPr>
          <p:cNvSpPr>
            <a:spLocks noGrp="1"/>
          </p:cNvSpPr>
          <p:nvPr>
            <p:ph type="body" idx="1"/>
          </p:nvPr>
        </p:nvSpPr>
        <p:spPr/>
        <p:txBody>
          <a:bodyPr/>
          <a:lstStyle/>
          <a:p>
            <a:pPr marL="285750" indent="-285750" rtl="0" fontAlgn="t">
              <a:spcBef>
                <a:spcPts val="0"/>
              </a:spcBef>
              <a:spcAft>
                <a:spcPts val="0"/>
              </a:spcAft>
              <a:buFont typeface="Arial" panose="020B0604020202020204" pitchFamily="34" charset="0"/>
              <a:buChar char="•"/>
            </a:pPr>
            <a:endParaRPr lang="en-US" sz="1800" b="0" i="0" u="none" strike="noStrike" dirty="0">
              <a:solidFill>
                <a:srgbClr val="000000"/>
              </a:solidFill>
              <a:effectLst/>
              <a:latin typeface="Arial" panose="020B0604020202020204" pitchFamily="34" charset="0"/>
            </a:endParaRPr>
          </a:p>
        </p:txBody>
      </p:sp>
      <p:sp>
        <p:nvSpPr>
          <p:cNvPr id="4" name="Slide Number Placeholder 3">
            <a:extLst>
              <a:ext uri="{FF2B5EF4-FFF2-40B4-BE49-F238E27FC236}">
                <a16:creationId xmlns:a16="http://schemas.microsoft.com/office/drawing/2014/main" id="{5E429429-9B14-4D2F-DEB9-7E3C8A3784AF}"/>
              </a:ext>
            </a:extLst>
          </p:cNvPr>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5727360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901542-2D16-FD87-0C53-A4F4FF7534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21B5C4-05C7-FBF1-1652-594FC3A723B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C4BA8F0-52CA-943E-10D4-CB041148D503}"/>
              </a:ext>
            </a:extLst>
          </p:cNvPr>
          <p:cNvSpPr>
            <a:spLocks noGrp="1"/>
          </p:cNvSpPr>
          <p:nvPr>
            <p:ph type="body" idx="1"/>
          </p:nvPr>
        </p:nvSpPr>
        <p:spPr/>
        <p:txBody>
          <a:bodyPr/>
          <a:lstStyle/>
          <a:p>
            <a:pPr marL="285750" indent="-285750" rtl="0" fontAlgn="t">
              <a:spcBef>
                <a:spcPts val="0"/>
              </a:spcBef>
              <a:spcAft>
                <a:spcPts val="0"/>
              </a:spcAft>
              <a:buFont typeface="Arial" panose="020B0604020202020204" pitchFamily="34" charset="0"/>
              <a:buChar char="•"/>
            </a:pPr>
            <a:r>
              <a:rPr lang="en-US" sz="1800" b="0" i="0" u="none" strike="noStrike" dirty="0">
                <a:solidFill>
                  <a:srgbClr val="000000"/>
                </a:solidFill>
                <a:effectLst/>
                <a:latin typeface="Arial" panose="020B0604020202020204" pitchFamily="34" charset="0"/>
              </a:rPr>
              <a:t>decoding of items studied before? vs. novel</a:t>
            </a:r>
          </a:p>
        </p:txBody>
      </p:sp>
      <p:sp>
        <p:nvSpPr>
          <p:cNvPr id="4" name="Slide Number Placeholder 3">
            <a:extLst>
              <a:ext uri="{FF2B5EF4-FFF2-40B4-BE49-F238E27FC236}">
                <a16:creationId xmlns:a16="http://schemas.microsoft.com/office/drawing/2014/main" id="{59685E88-B5B7-DB0D-3DED-5D335C3E8F9B}"/>
              </a:ext>
            </a:extLst>
          </p:cNvPr>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47474988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34C297-4C7A-41B5-7340-A4AB79050B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3C099A-D695-BD10-5A9D-911F419EE8B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D573FE2-AFD5-A87D-7530-EFE86A37DD1A}"/>
              </a:ext>
            </a:extLst>
          </p:cNvPr>
          <p:cNvSpPr>
            <a:spLocks noGrp="1"/>
          </p:cNvSpPr>
          <p:nvPr>
            <p:ph type="body" idx="1"/>
          </p:nvPr>
        </p:nvSpPr>
        <p:spPr/>
        <p:txBody>
          <a:bodyPr/>
          <a:lstStyle/>
          <a:p>
            <a:pPr marL="285750" indent="-285750" rtl="0" fontAlgn="t">
              <a:spcBef>
                <a:spcPts val="0"/>
              </a:spcBef>
              <a:spcAft>
                <a:spcPts val="0"/>
              </a:spcAft>
              <a:buFont typeface="Arial" panose="020B0604020202020204" pitchFamily="34" charset="0"/>
              <a:buChar char="•"/>
            </a:pPr>
            <a:endParaRPr lang="en-US" sz="1800" b="0" i="0" u="none" strike="noStrike" dirty="0">
              <a:solidFill>
                <a:srgbClr val="000000"/>
              </a:solidFill>
              <a:effectLst/>
              <a:latin typeface="Arial" panose="020B0604020202020204" pitchFamily="34" charset="0"/>
            </a:endParaRPr>
          </a:p>
        </p:txBody>
      </p:sp>
      <p:sp>
        <p:nvSpPr>
          <p:cNvPr id="4" name="Slide Number Placeholder 3">
            <a:extLst>
              <a:ext uri="{FF2B5EF4-FFF2-40B4-BE49-F238E27FC236}">
                <a16:creationId xmlns:a16="http://schemas.microsoft.com/office/drawing/2014/main" id="{CEE07DD9-8613-800E-616C-E5D40B8E0C07}"/>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87033948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285750" indent="-285750" rtl="0" fontAlgn="t">
              <a:spcBef>
                <a:spcPts val="0"/>
              </a:spcBef>
              <a:spcAft>
                <a:spcPts val="0"/>
              </a:spcAft>
              <a:buFont typeface="Arial" panose="020B0604020202020204" pitchFamily="34" charset="0"/>
              <a:buChar char="•"/>
            </a:pPr>
            <a:endParaRPr lang="en-US" sz="1800" b="0" i="0" u="none" strike="noStrike" dirty="0">
              <a:solidFill>
                <a:srgbClr val="000000"/>
              </a:solidFill>
              <a:effectLst/>
              <a:latin typeface="Arial" panose="020B0604020202020204" pitchFamily="34" charset="0"/>
            </a:endParaRP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283899759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DFEA5-111D-3ECA-3A18-E56DB83629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CA4957-6DDB-29CF-D66B-34E8A0BC5F6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5BBB427-2DA6-26B0-C4B0-3FEE3E54DE77}"/>
              </a:ext>
            </a:extLst>
          </p:cNvPr>
          <p:cNvSpPr>
            <a:spLocks noGrp="1"/>
          </p:cNvSpPr>
          <p:nvPr>
            <p:ph type="body" idx="1"/>
          </p:nvPr>
        </p:nvSpPr>
        <p:spPr/>
        <p:txBody>
          <a:bodyPr/>
          <a:lstStyle/>
          <a:p>
            <a:pPr marL="285750" indent="-285750" rtl="0" fontAlgn="t">
              <a:spcBef>
                <a:spcPts val="0"/>
              </a:spcBef>
              <a:spcAft>
                <a:spcPts val="0"/>
              </a:spcAft>
              <a:buFont typeface="Arial" panose="020B0604020202020204" pitchFamily="34" charset="0"/>
              <a:buChar char="•"/>
            </a:pPr>
            <a:endParaRPr lang="en-US" sz="1800" b="0" i="0" u="none" strike="noStrike">
              <a:solidFill>
                <a:srgbClr val="000000"/>
              </a:solidFill>
              <a:effectLst/>
              <a:latin typeface="Arial" panose="020B0604020202020204" pitchFamily="34" charset="0"/>
            </a:endParaRPr>
          </a:p>
        </p:txBody>
      </p:sp>
      <p:sp>
        <p:nvSpPr>
          <p:cNvPr id="4" name="Slide Number Placeholder 3">
            <a:extLst>
              <a:ext uri="{FF2B5EF4-FFF2-40B4-BE49-F238E27FC236}">
                <a16:creationId xmlns:a16="http://schemas.microsoft.com/office/drawing/2014/main" id="{DD22BCD7-B6E1-1179-4F7C-7A4381E2A766}"/>
              </a:ext>
            </a:extLst>
          </p:cNvPr>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219511340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EE375F-70B2-BE69-A881-DAC0A3B7ED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464AA3-ED74-9213-B419-4002B4BF91D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8EE1BCF-CAB6-D4F5-2829-48D6152D386F}"/>
              </a:ext>
            </a:extLst>
          </p:cNvPr>
          <p:cNvSpPr>
            <a:spLocks noGrp="1"/>
          </p:cNvSpPr>
          <p:nvPr>
            <p:ph type="body" idx="1"/>
          </p:nvPr>
        </p:nvSpPr>
        <p:spPr/>
        <p:txBody>
          <a:bodyPr/>
          <a:lstStyle/>
          <a:p>
            <a:pPr marL="285750" indent="-285750" rtl="0" fontAlgn="t">
              <a:spcBef>
                <a:spcPts val="0"/>
              </a:spcBef>
              <a:spcAft>
                <a:spcPts val="0"/>
              </a:spcAft>
              <a:buFont typeface="Arial" panose="020B0604020202020204" pitchFamily="34" charset="0"/>
              <a:buChar char="•"/>
            </a:pPr>
            <a:endParaRPr lang="en-US" sz="1800" b="0" i="0" u="none" strike="noStrike" dirty="0">
              <a:solidFill>
                <a:srgbClr val="000000"/>
              </a:solidFill>
              <a:effectLst/>
              <a:latin typeface="Arial" panose="020B0604020202020204" pitchFamily="34" charset="0"/>
            </a:endParaRPr>
          </a:p>
        </p:txBody>
      </p:sp>
      <p:sp>
        <p:nvSpPr>
          <p:cNvPr id="4" name="Slide Number Placeholder 3">
            <a:extLst>
              <a:ext uri="{FF2B5EF4-FFF2-40B4-BE49-F238E27FC236}">
                <a16:creationId xmlns:a16="http://schemas.microsoft.com/office/drawing/2014/main" id="{D96515DB-98FB-B255-FD90-6EB55EA4EACC}"/>
              </a:ext>
            </a:extLst>
          </p:cNvPr>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34915271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7895D-E239-37BF-B492-AFFE56A7946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377CCF2-1160-7695-A4A3-194A3D767E5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BF66B15-2B42-2837-300C-987730A74547}"/>
              </a:ext>
            </a:extLst>
          </p:cNvPr>
          <p:cNvSpPr>
            <a:spLocks noGrp="1"/>
          </p:cNvSpPr>
          <p:nvPr>
            <p:ph type="dt" sz="half" idx="10"/>
          </p:nvPr>
        </p:nvSpPr>
        <p:spPr/>
        <p:txBody>
          <a:bodyPr/>
          <a:lstStyle/>
          <a:p>
            <a:fld id="{499478E5-855E-EA42-ABA9-C940956A09A9}" type="datetimeFigureOut">
              <a:rPr lang="en-US" smtClean="0"/>
              <a:t>10/8/26</a:t>
            </a:fld>
            <a:endParaRPr lang="en-US"/>
          </a:p>
        </p:txBody>
      </p:sp>
      <p:sp>
        <p:nvSpPr>
          <p:cNvPr id="5" name="Footer Placeholder 4">
            <a:extLst>
              <a:ext uri="{FF2B5EF4-FFF2-40B4-BE49-F238E27FC236}">
                <a16:creationId xmlns:a16="http://schemas.microsoft.com/office/drawing/2014/main" id="{783C2EE4-CB65-A696-DDEC-A748943A50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096C675-91AB-2016-6F3D-FA869A35BB71}"/>
              </a:ext>
            </a:extLst>
          </p:cNvPr>
          <p:cNvSpPr>
            <a:spLocks noGrp="1"/>
          </p:cNvSpPr>
          <p:nvPr>
            <p:ph type="sldNum" sz="quarter" idx="12"/>
          </p:nvPr>
        </p:nvSpPr>
        <p:spPr/>
        <p:txBody>
          <a:bodyPr/>
          <a:lstStyle/>
          <a:p>
            <a:fld id="{8EA6FC67-9A6D-E64A-BFA5-9A0F854C5493}" type="slidenum">
              <a:rPr lang="en-US" smtClean="0"/>
              <a:t>‹#›</a:t>
            </a:fld>
            <a:endParaRPr lang="en-US"/>
          </a:p>
        </p:txBody>
      </p:sp>
    </p:spTree>
    <p:extLst>
      <p:ext uri="{BB962C8B-B14F-4D97-AF65-F5344CB8AC3E}">
        <p14:creationId xmlns:p14="http://schemas.microsoft.com/office/powerpoint/2010/main" val="11544532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3AC7A6-DBE5-A486-ACF7-462189C2678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DDFBD8A-0877-C0A1-F78C-EF6C12D9B5E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70E8E0-1FF0-FDDD-2F31-A4C28B2B12DC}"/>
              </a:ext>
            </a:extLst>
          </p:cNvPr>
          <p:cNvSpPr>
            <a:spLocks noGrp="1"/>
          </p:cNvSpPr>
          <p:nvPr>
            <p:ph type="dt" sz="half" idx="10"/>
          </p:nvPr>
        </p:nvSpPr>
        <p:spPr/>
        <p:txBody>
          <a:bodyPr/>
          <a:lstStyle/>
          <a:p>
            <a:fld id="{499478E5-855E-EA42-ABA9-C940956A09A9}" type="datetimeFigureOut">
              <a:rPr lang="en-US" smtClean="0"/>
              <a:t>10/8/26</a:t>
            </a:fld>
            <a:endParaRPr lang="en-US"/>
          </a:p>
        </p:txBody>
      </p:sp>
      <p:sp>
        <p:nvSpPr>
          <p:cNvPr id="5" name="Footer Placeholder 4">
            <a:extLst>
              <a:ext uri="{FF2B5EF4-FFF2-40B4-BE49-F238E27FC236}">
                <a16:creationId xmlns:a16="http://schemas.microsoft.com/office/drawing/2014/main" id="{91895B9E-DDA7-E22E-221A-BFA35E5FFC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A9E357E-05C8-695D-A88D-621764E09557}"/>
              </a:ext>
            </a:extLst>
          </p:cNvPr>
          <p:cNvSpPr>
            <a:spLocks noGrp="1"/>
          </p:cNvSpPr>
          <p:nvPr>
            <p:ph type="sldNum" sz="quarter" idx="12"/>
          </p:nvPr>
        </p:nvSpPr>
        <p:spPr/>
        <p:txBody>
          <a:bodyPr/>
          <a:lstStyle/>
          <a:p>
            <a:fld id="{8EA6FC67-9A6D-E64A-BFA5-9A0F854C5493}" type="slidenum">
              <a:rPr lang="en-US" smtClean="0"/>
              <a:t>‹#›</a:t>
            </a:fld>
            <a:endParaRPr lang="en-US"/>
          </a:p>
        </p:txBody>
      </p:sp>
    </p:spTree>
    <p:extLst>
      <p:ext uri="{BB962C8B-B14F-4D97-AF65-F5344CB8AC3E}">
        <p14:creationId xmlns:p14="http://schemas.microsoft.com/office/powerpoint/2010/main" val="25133692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3FDAC9-3907-0E6F-47A9-DFE75829365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E43DBC3-A1B1-946D-2287-FBC3A8A009C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21C3885-4214-38A1-74BE-865DE91AF3D1}"/>
              </a:ext>
            </a:extLst>
          </p:cNvPr>
          <p:cNvSpPr>
            <a:spLocks noGrp="1"/>
          </p:cNvSpPr>
          <p:nvPr>
            <p:ph type="dt" sz="half" idx="10"/>
          </p:nvPr>
        </p:nvSpPr>
        <p:spPr/>
        <p:txBody>
          <a:bodyPr/>
          <a:lstStyle/>
          <a:p>
            <a:fld id="{499478E5-855E-EA42-ABA9-C940956A09A9}" type="datetimeFigureOut">
              <a:rPr lang="en-US" smtClean="0"/>
              <a:t>10/8/26</a:t>
            </a:fld>
            <a:endParaRPr lang="en-US"/>
          </a:p>
        </p:txBody>
      </p:sp>
      <p:sp>
        <p:nvSpPr>
          <p:cNvPr id="5" name="Footer Placeholder 4">
            <a:extLst>
              <a:ext uri="{FF2B5EF4-FFF2-40B4-BE49-F238E27FC236}">
                <a16:creationId xmlns:a16="http://schemas.microsoft.com/office/drawing/2014/main" id="{BD7F134A-4307-0B2A-7727-471D521421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B71F9E1-78CB-C58C-C5DD-0BD76E382544}"/>
              </a:ext>
            </a:extLst>
          </p:cNvPr>
          <p:cNvSpPr>
            <a:spLocks noGrp="1"/>
          </p:cNvSpPr>
          <p:nvPr>
            <p:ph type="sldNum" sz="quarter" idx="12"/>
          </p:nvPr>
        </p:nvSpPr>
        <p:spPr/>
        <p:txBody>
          <a:bodyPr/>
          <a:lstStyle/>
          <a:p>
            <a:fld id="{8EA6FC67-9A6D-E64A-BFA5-9A0F854C5493}" type="slidenum">
              <a:rPr lang="en-US" smtClean="0"/>
              <a:t>‹#›</a:t>
            </a:fld>
            <a:endParaRPr lang="en-US"/>
          </a:p>
        </p:txBody>
      </p:sp>
    </p:spTree>
    <p:extLst>
      <p:ext uri="{BB962C8B-B14F-4D97-AF65-F5344CB8AC3E}">
        <p14:creationId xmlns:p14="http://schemas.microsoft.com/office/powerpoint/2010/main" val="223665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56D8F-BB97-2804-9665-367DC65B904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6B5759-6715-7F91-9173-BE8D387CEA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5769FCE-ED0D-107D-90FF-4C18AFFD588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59735A2-19E4-CB0B-5339-52B8F7AC416C}"/>
              </a:ext>
            </a:extLst>
          </p:cNvPr>
          <p:cNvSpPr>
            <a:spLocks noGrp="1"/>
          </p:cNvSpPr>
          <p:nvPr>
            <p:ph type="dt" sz="half" idx="10"/>
          </p:nvPr>
        </p:nvSpPr>
        <p:spPr/>
        <p:txBody>
          <a:bodyPr/>
          <a:lstStyle/>
          <a:p>
            <a:fld id="{499478E5-855E-EA42-ABA9-C940956A09A9}" type="datetimeFigureOut">
              <a:rPr lang="en-US" smtClean="0"/>
              <a:t>10/8/26</a:t>
            </a:fld>
            <a:endParaRPr lang="en-US"/>
          </a:p>
        </p:txBody>
      </p:sp>
      <p:sp>
        <p:nvSpPr>
          <p:cNvPr id="6" name="Footer Placeholder 5">
            <a:extLst>
              <a:ext uri="{FF2B5EF4-FFF2-40B4-BE49-F238E27FC236}">
                <a16:creationId xmlns:a16="http://schemas.microsoft.com/office/drawing/2014/main" id="{92192A63-2F02-42C4-89F1-054D923350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1E4E19A-CC69-07E2-4536-301837AC23BF}"/>
              </a:ext>
            </a:extLst>
          </p:cNvPr>
          <p:cNvSpPr>
            <a:spLocks noGrp="1"/>
          </p:cNvSpPr>
          <p:nvPr>
            <p:ph type="sldNum" sz="quarter" idx="12"/>
          </p:nvPr>
        </p:nvSpPr>
        <p:spPr/>
        <p:txBody>
          <a:bodyPr/>
          <a:lstStyle/>
          <a:p>
            <a:fld id="{8EA6FC67-9A6D-E64A-BFA5-9A0F854C5493}" type="slidenum">
              <a:rPr lang="en-US" smtClean="0"/>
              <a:t>‹#›</a:t>
            </a:fld>
            <a:endParaRPr lang="en-US"/>
          </a:p>
        </p:txBody>
      </p:sp>
    </p:spTree>
    <p:extLst>
      <p:ext uri="{BB962C8B-B14F-4D97-AF65-F5344CB8AC3E}">
        <p14:creationId xmlns:p14="http://schemas.microsoft.com/office/powerpoint/2010/main" val="24146521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1DCC66-2363-7B4B-C0D3-EF4968DC8D8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C758632-34AB-E107-7186-BF15FC9666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EB1B29-5AE7-6342-E4D2-34735910F4A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FAC5FA1-E336-1D09-FBB8-013FC99494E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105CFA1-4207-94DA-7861-F3286B8D8BC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F829BB4-C02D-11E4-1D0B-AD3C72F403FA}"/>
              </a:ext>
            </a:extLst>
          </p:cNvPr>
          <p:cNvSpPr>
            <a:spLocks noGrp="1"/>
          </p:cNvSpPr>
          <p:nvPr>
            <p:ph type="dt" sz="half" idx="10"/>
          </p:nvPr>
        </p:nvSpPr>
        <p:spPr/>
        <p:txBody>
          <a:bodyPr/>
          <a:lstStyle/>
          <a:p>
            <a:fld id="{499478E5-855E-EA42-ABA9-C940956A09A9}" type="datetimeFigureOut">
              <a:rPr lang="en-US" smtClean="0"/>
              <a:t>10/8/26</a:t>
            </a:fld>
            <a:endParaRPr lang="en-US"/>
          </a:p>
        </p:txBody>
      </p:sp>
      <p:sp>
        <p:nvSpPr>
          <p:cNvPr id="8" name="Footer Placeholder 7">
            <a:extLst>
              <a:ext uri="{FF2B5EF4-FFF2-40B4-BE49-F238E27FC236}">
                <a16:creationId xmlns:a16="http://schemas.microsoft.com/office/drawing/2014/main" id="{E2AAE9A7-2FF3-CF4B-5CCF-509A80C0348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122B227-3C8F-F5C1-B8AC-176DB11BE9E3}"/>
              </a:ext>
            </a:extLst>
          </p:cNvPr>
          <p:cNvSpPr>
            <a:spLocks noGrp="1"/>
          </p:cNvSpPr>
          <p:nvPr>
            <p:ph type="sldNum" sz="quarter" idx="12"/>
          </p:nvPr>
        </p:nvSpPr>
        <p:spPr/>
        <p:txBody>
          <a:bodyPr/>
          <a:lstStyle/>
          <a:p>
            <a:fld id="{8EA6FC67-9A6D-E64A-BFA5-9A0F854C5493}" type="slidenum">
              <a:rPr lang="en-US" smtClean="0"/>
              <a:t>‹#›</a:t>
            </a:fld>
            <a:endParaRPr lang="en-US"/>
          </a:p>
        </p:txBody>
      </p:sp>
    </p:spTree>
    <p:extLst>
      <p:ext uri="{BB962C8B-B14F-4D97-AF65-F5344CB8AC3E}">
        <p14:creationId xmlns:p14="http://schemas.microsoft.com/office/powerpoint/2010/main" val="5258188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33655-4A4E-95DF-8876-A7AC9842471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90226A-9AD2-5D08-370E-FC3D5DAF6560}"/>
              </a:ext>
            </a:extLst>
          </p:cNvPr>
          <p:cNvSpPr>
            <a:spLocks noGrp="1"/>
          </p:cNvSpPr>
          <p:nvPr>
            <p:ph type="dt" sz="half" idx="10"/>
          </p:nvPr>
        </p:nvSpPr>
        <p:spPr/>
        <p:txBody>
          <a:bodyPr/>
          <a:lstStyle/>
          <a:p>
            <a:fld id="{499478E5-855E-EA42-ABA9-C940956A09A9}" type="datetimeFigureOut">
              <a:rPr lang="en-US" smtClean="0"/>
              <a:t>10/8/26</a:t>
            </a:fld>
            <a:endParaRPr lang="en-US"/>
          </a:p>
        </p:txBody>
      </p:sp>
      <p:sp>
        <p:nvSpPr>
          <p:cNvPr id="4" name="Footer Placeholder 3">
            <a:extLst>
              <a:ext uri="{FF2B5EF4-FFF2-40B4-BE49-F238E27FC236}">
                <a16:creationId xmlns:a16="http://schemas.microsoft.com/office/drawing/2014/main" id="{624582DC-63B9-62AB-CC4C-0BB78802217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152BCCF-181C-3F29-A8CC-82BB9E72B002}"/>
              </a:ext>
            </a:extLst>
          </p:cNvPr>
          <p:cNvSpPr>
            <a:spLocks noGrp="1"/>
          </p:cNvSpPr>
          <p:nvPr>
            <p:ph type="sldNum" sz="quarter" idx="12"/>
          </p:nvPr>
        </p:nvSpPr>
        <p:spPr/>
        <p:txBody>
          <a:bodyPr/>
          <a:lstStyle/>
          <a:p>
            <a:fld id="{8EA6FC67-9A6D-E64A-BFA5-9A0F854C5493}" type="slidenum">
              <a:rPr lang="en-US" smtClean="0"/>
              <a:t>‹#›</a:t>
            </a:fld>
            <a:endParaRPr lang="en-US"/>
          </a:p>
        </p:txBody>
      </p:sp>
    </p:spTree>
    <p:extLst>
      <p:ext uri="{BB962C8B-B14F-4D97-AF65-F5344CB8AC3E}">
        <p14:creationId xmlns:p14="http://schemas.microsoft.com/office/powerpoint/2010/main" val="8409295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928823-C067-EEC1-B942-146FD81DE9DD}"/>
              </a:ext>
            </a:extLst>
          </p:cNvPr>
          <p:cNvSpPr>
            <a:spLocks noGrp="1"/>
          </p:cNvSpPr>
          <p:nvPr>
            <p:ph type="dt" sz="half" idx="10"/>
          </p:nvPr>
        </p:nvSpPr>
        <p:spPr/>
        <p:txBody>
          <a:bodyPr/>
          <a:lstStyle/>
          <a:p>
            <a:fld id="{499478E5-855E-EA42-ABA9-C940956A09A9}" type="datetimeFigureOut">
              <a:rPr lang="en-US" smtClean="0"/>
              <a:t>10/8/26</a:t>
            </a:fld>
            <a:endParaRPr lang="en-US"/>
          </a:p>
        </p:txBody>
      </p:sp>
      <p:sp>
        <p:nvSpPr>
          <p:cNvPr id="3" name="Footer Placeholder 2">
            <a:extLst>
              <a:ext uri="{FF2B5EF4-FFF2-40B4-BE49-F238E27FC236}">
                <a16:creationId xmlns:a16="http://schemas.microsoft.com/office/drawing/2014/main" id="{8A80A83C-6BF2-25B2-1D7E-8EFBFAB7AC2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B103BAA-D397-F25A-E398-E92263362542}"/>
              </a:ext>
            </a:extLst>
          </p:cNvPr>
          <p:cNvSpPr>
            <a:spLocks noGrp="1"/>
          </p:cNvSpPr>
          <p:nvPr>
            <p:ph type="sldNum" sz="quarter" idx="12"/>
          </p:nvPr>
        </p:nvSpPr>
        <p:spPr/>
        <p:txBody>
          <a:bodyPr/>
          <a:lstStyle/>
          <a:p>
            <a:fld id="{8EA6FC67-9A6D-E64A-BFA5-9A0F854C5493}" type="slidenum">
              <a:rPr lang="en-US" smtClean="0"/>
              <a:t>‹#›</a:t>
            </a:fld>
            <a:endParaRPr lang="en-US"/>
          </a:p>
        </p:txBody>
      </p:sp>
    </p:spTree>
    <p:extLst>
      <p:ext uri="{BB962C8B-B14F-4D97-AF65-F5344CB8AC3E}">
        <p14:creationId xmlns:p14="http://schemas.microsoft.com/office/powerpoint/2010/main" val="19438701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2052C-A366-D214-A0E6-80FC645D84E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DE4BFF-1795-2359-4A77-EED9C6D9337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D2D55A-48E8-1882-30FE-7DB95C62BD3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843C81-0B4F-B45B-A6A0-8F2DD9668308}"/>
              </a:ext>
            </a:extLst>
          </p:cNvPr>
          <p:cNvSpPr>
            <a:spLocks noGrp="1"/>
          </p:cNvSpPr>
          <p:nvPr>
            <p:ph type="dt" sz="half" idx="10"/>
          </p:nvPr>
        </p:nvSpPr>
        <p:spPr/>
        <p:txBody>
          <a:bodyPr/>
          <a:lstStyle/>
          <a:p>
            <a:fld id="{499478E5-855E-EA42-ABA9-C940956A09A9}" type="datetimeFigureOut">
              <a:rPr lang="en-US" smtClean="0"/>
              <a:t>10/8/26</a:t>
            </a:fld>
            <a:endParaRPr lang="en-US"/>
          </a:p>
        </p:txBody>
      </p:sp>
      <p:sp>
        <p:nvSpPr>
          <p:cNvPr id="6" name="Footer Placeholder 5">
            <a:extLst>
              <a:ext uri="{FF2B5EF4-FFF2-40B4-BE49-F238E27FC236}">
                <a16:creationId xmlns:a16="http://schemas.microsoft.com/office/drawing/2014/main" id="{0F9626D2-9773-5BAE-D6F2-6FAD37226F5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251C2C5-8894-A4E7-9C1E-783A91B04E16}"/>
              </a:ext>
            </a:extLst>
          </p:cNvPr>
          <p:cNvSpPr>
            <a:spLocks noGrp="1"/>
          </p:cNvSpPr>
          <p:nvPr>
            <p:ph type="sldNum" sz="quarter" idx="12"/>
          </p:nvPr>
        </p:nvSpPr>
        <p:spPr/>
        <p:txBody>
          <a:bodyPr/>
          <a:lstStyle/>
          <a:p>
            <a:fld id="{8EA6FC67-9A6D-E64A-BFA5-9A0F854C5493}" type="slidenum">
              <a:rPr lang="en-US" smtClean="0"/>
              <a:t>‹#›</a:t>
            </a:fld>
            <a:endParaRPr lang="en-US"/>
          </a:p>
        </p:txBody>
      </p:sp>
    </p:spTree>
    <p:extLst>
      <p:ext uri="{BB962C8B-B14F-4D97-AF65-F5344CB8AC3E}">
        <p14:creationId xmlns:p14="http://schemas.microsoft.com/office/powerpoint/2010/main" val="40092207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408892-B1B6-DE82-9FF8-74FF756F851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EE5C2E0-0270-7A17-B577-DFD0CEEBC92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2F4F348-4F97-33B3-E101-76210FCA895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24DDDCF-E42F-594C-8A6D-649434A483F8}"/>
              </a:ext>
            </a:extLst>
          </p:cNvPr>
          <p:cNvSpPr>
            <a:spLocks noGrp="1"/>
          </p:cNvSpPr>
          <p:nvPr>
            <p:ph type="dt" sz="half" idx="10"/>
          </p:nvPr>
        </p:nvSpPr>
        <p:spPr/>
        <p:txBody>
          <a:bodyPr/>
          <a:lstStyle/>
          <a:p>
            <a:fld id="{499478E5-855E-EA42-ABA9-C940956A09A9}" type="datetimeFigureOut">
              <a:rPr lang="en-US" smtClean="0"/>
              <a:t>10/8/26</a:t>
            </a:fld>
            <a:endParaRPr lang="en-US"/>
          </a:p>
        </p:txBody>
      </p:sp>
      <p:sp>
        <p:nvSpPr>
          <p:cNvPr id="6" name="Footer Placeholder 5">
            <a:extLst>
              <a:ext uri="{FF2B5EF4-FFF2-40B4-BE49-F238E27FC236}">
                <a16:creationId xmlns:a16="http://schemas.microsoft.com/office/drawing/2014/main" id="{A8ABBA85-0DBE-7407-FED0-A9061F25628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C3583ED-8DE8-64B8-3108-64AE7D15DECD}"/>
              </a:ext>
            </a:extLst>
          </p:cNvPr>
          <p:cNvSpPr>
            <a:spLocks noGrp="1"/>
          </p:cNvSpPr>
          <p:nvPr>
            <p:ph type="sldNum" sz="quarter" idx="12"/>
          </p:nvPr>
        </p:nvSpPr>
        <p:spPr/>
        <p:txBody>
          <a:bodyPr/>
          <a:lstStyle/>
          <a:p>
            <a:fld id="{8EA6FC67-9A6D-E64A-BFA5-9A0F854C5493}" type="slidenum">
              <a:rPr lang="en-US" smtClean="0"/>
              <a:t>‹#›</a:t>
            </a:fld>
            <a:endParaRPr lang="en-US"/>
          </a:p>
        </p:txBody>
      </p:sp>
    </p:spTree>
    <p:extLst>
      <p:ext uri="{BB962C8B-B14F-4D97-AF65-F5344CB8AC3E}">
        <p14:creationId xmlns:p14="http://schemas.microsoft.com/office/powerpoint/2010/main" val="7222720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75F471-C0FB-CE83-83B6-E84EACCED3C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97FEADB-E509-8106-8970-F70FFDCE5A1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B08284-1CE0-9380-A357-4C6196ACEE6E}"/>
              </a:ext>
            </a:extLst>
          </p:cNvPr>
          <p:cNvSpPr>
            <a:spLocks noGrp="1"/>
          </p:cNvSpPr>
          <p:nvPr>
            <p:ph type="dt" sz="half" idx="10"/>
          </p:nvPr>
        </p:nvSpPr>
        <p:spPr/>
        <p:txBody>
          <a:bodyPr/>
          <a:lstStyle/>
          <a:p>
            <a:fld id="{499478E5-855E-EA42-ABA9-C940956A09A9}" type="datetimeFigureOut">
              <a:rPr lang="en-US" smtClean="0"/>
              <a:t>10/8/26</a:t>
            </a:fld>
            <a:endParaRPr lang="en-US"/>
          </a:p>
        </p:txBody>
      </p:sp>
      <p:sp>
        <p:nvSpPr>
          <p:cNvPr id="5" name="Footer Placeholder 4">
            <a:extLst>
              <a:ext uri="{FF2B5EF4-FFF2-40B4-BE49-F238E27FC236}">
                <a16:creationId xmlns:a16="http://schemas.microsoft.com/office/drawing/2014/main" id="{5D482B5C-F55B-EDF2-A2E1-49E75FECDC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198DBCA-E56B-5763-CBEE-AB0613293355}"/>
              </a:ext>
            </a:extLst>
          </p:cNvPr>
          <p:cNvSpPr>
            <a:spLocks noGrp="1"/>
          </p:cNvSpPr>
          <p:nvPr>
            <p:ph type="sldNum" sz="quarter" idx="12"/>
          </p:nvPr>
        </p:nvSpPr>
        <p:spPr/>
        <p:txBody>
          <a:bodyPr/>
          <a:lstStyle/>
          <a:p>
            <a:fld id="{8EA6FC67-9A6D-E64A-BFA5-9A0F854C5493}" type="slidenum">
              <a:rPr lang="en-US" smtClean="0"/>
              <a:t>‹#›</a:t>
            </a:fld>
            <a:endParaRPr lang="en-US"/>
          </a:p>
        </p:txBody>
      </p:sp>
    </p:spTree>
    <p:extLst>
      <p:ext uri="{BB962C8B-B14F-4D97-AF65-F5344CB8AC3E}">
        <p14:creationId xmlns:p14="http://schemas.microsoft.com/office/powerpoint/2010/main" val="25571131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5903D3D-D7B6-EE2F-155E-B71A5881E9C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A1F999C-B1E1-A5C0-A119-2A173B62A3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C5ECBAC-AA8F-FB40-35B5-3899B0C7F889}"/>
              </a:ext>
            </a:extLst>
          </p:cNvPr>
          <p:cNvSpPr>
            <a:spLocks noGrp="1"/>
          </p:cNvSpPr>
          <p:nvPr>
            <p:ph type="dt" sz="half" idx="10"/>
          </p:nvPr>
        </p:nvSpPr>
        <p:spPr/>
        <p:txBody>
          <a:bodyPr/>
          <a:lstStyle/>
          <a:p>
            <a:fld id="{499478E5-855E-EA42-ABA9-C940956A09A9}" type="datetimeFigureOut">
              <a:rPr lang="en-US" smtClean="0"/>
              <a:t>10/8/26</a:t>
            </a:fld>
            <a:endParaRPr lang="en-US"/>
          </a:p>
        </p:txBody>
      </p:sp>
      <p:sp>
        <p:nvSpPr>
          <p:cNvPr id="5" name="Footer Placeholder 4">
            <a:extLst>
              <a:ext uri="{FF2B5EF4-FFF2-40B4-BE49-F238E27FC236}">
                <a16:creationId xmlns:a16="http://schemas.microsoft.com/office/drawing/2014/main" id="{7ED07F9B-AB42-40B3-2A60-33FDEE9B8DF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C5AED6-2D42-CDA1-5BAA-B2BB6F135278}"/>
              </a:ext>
            </a:extLst>
          </p:cNvPr>
          <p:cNvSpPr>
            <a:spLocks noGrp="1"/>
          </p:cNvSpPr>
          <p:nvPr>
            <p:ph type="sldNum" sz="quarter" idx="12"/>
          </p:nvPr>
        </p:nvSpPr>
        <p:spPr/>
        <p:txBody>
          <a:bodyPr/>
          <a:lstStyle/>
          <a:p>
            <a:fld id="{8EA6FC67-9A6D-E64A-BFA5-9A0F854C5493}" type="slidenum">
              <a:rPr lang="en-US" smtClean="0"/>
              <a:t>‹#›</a:t>
            </a:fld>
            <a:endParaRPr lang="en-US"/>
          </a:p>
        </p:txBody>
      </p:sp>
    </p:spTree>
    <p:extLst>
      <p:ext uri="{BB962C8B-B14F-4D97-AF65-F5344CB8AC3E}">
        <p14:creationId xmlns:p14="http://schemas.microsoft.com/office/powerpoint/2010/main" val="25227938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15578B9-4B75-D4FF-4AAB-88364F772A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7C7A18E-5229-15B7-C58F-119258E19E2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17C2CF-FF31-11DD-C116-60EF56F22CD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99478E5-855E-EA42-ABA9-C940956A09A9}" type="datetimeFigureOut">
              <a:rPr lang="en-US" smtClean="0"/>
              <a:t>10/8/26</a:t>
            </a:fld>
            <a:endParaRPr lang="en-US"/>
          </a:p>
        </p:txBody>
      </p:sp>
      <p:sp>
        <p:nvSpPr>
          <p:cNvPr id="5" name="Footer Placeholder 4">
            <a:extLst>
              <a:ext uri="{FF2B5EF4-FFF2-40B4-BE49-F238E27FC236}">
                <a16:creationId xmlns:a16="http://schemas.microsoft.com/office/drawing/2014/main" id="{3EFC64DA-8308-5E5C-6935-D9D09B4B451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9EA6549-89C7-BC45-5AA3-7A0E9581B5C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EA6FC67-9A6D-E64A-BFA5-9A0F854C5493}" type="slidenum">
              <a:rPr lang="en-US" smtClean="0"/>
              <a:t>‹#›</a:t>
            </a:fld>
            <a:endParaRPr lang="en-US"/>
          </a:p>
        </p:txBody>
      </p:sp>
    </p:spTree>
    <p:extLst>
      <p:ext uri="{BB962C8B-B14F-4D97-AF65-F5344CB8AC3E}">
        <p14:creationId xmlns:p14="http://schemas.microsoft.com/office/powerpoint/2010/main" val="31274961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5.emf"/><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4.emf"/><Relationship Id="rId5" Type="http://schemas.openxmlformats.org/officeDocument/2006/relationships/image" Target="../media/image3.emf"/><Relationship Id="rId4" Type="http://schemas.openxmlformats.org/officeDocument/2006/relationships/image" Target="../media/image2.emf"/></Relationships>
</file>

<file path=ppt/slides/_rels/slide3.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emf"/></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18" Type="http://schemas.openxmlformats.org/officeDocument/2006/relationships/image" Target="../media/image24.png"/><Relationship Id="rId3" Type="http://schemas.openxmlformats.org/officeDocument/2006/relationships/image" Target="../media/image9.png"/><Relationship Id="rId7" Type="http://schemas.openxmlformats.org/officeDocument/2006/relationships/image" Target="../media/image13.png"/><Relationship Id="rId12" Type="http://schemas.openxmlformats.org/officeDocument/2006/relationships/image" Target="../media/image18.png"/><Relationship Id="rId17" Type="http://schemas.openxmlformats.org/officeDocument/2006/relationships/image" Target="../media/image23.png"/><Relationship Id="rId2" Type="http://schemas.openxmlformats.org/officeDocument/2006/relationships/notesSlide" Target="../notesSlides/notesSlide5.xml"/><Relationship Id="rId16"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5" Type="http://schemas.openxmlformats.org/officeDocument/2006/relationships/image" Target="../media/image21.png"/><Relationship Id="rId10" Type="http://schemas.openxmlformats.org/officeDocument/2006/relationships/image" Target="../media/image16.png"/><Relationship Id="rId19" Type="http://schemas.openxmlformats.org/officeDocument/2006/relationships/image" Target="../media/image25.png"/><Relationship Id="rId4" Type="http://schemas.openxmlformats.org/officeDocument/2006/relationships/image" Target="../media/image10.png"/><Relationship Id="rId9" Type="http://schemas.openxmlformats.org/officeDocument/2006/relationships/image" Target="../media/image15.png"/><Relationship Id="rId14" Type="http://schemas.openxmlformats.org/officeDocument/2006/relationships/image" Target="../media/image20.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image" Target="../media/image35.png"/><Relationship Id="rId4" Type="http://schemas.openxmlformats.org/officeDocument/2006/relationships/image" Target="../media/image34.png"/></Relationships>
</file>

<file path=ppt/slides/_rels/slide1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33.png"/></Relationships>
</file>

<file path=ppt/slides/_rels/slide14.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40.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1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42.png"/></Relationships>
</file>

<file path=ppt/slides/_rels/slide1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44.png"/></Relationships>
</file>

<file path=ppt/slides/_rels/slide17.xml.rels><?xml version="1.0" encoding="UTF-8" standalone="yes"?>
<Relationships xmlns="http://schemas.openxmlformats.org/package/2006/relationships"><Relationship Id="rId8" Type="http://schemas.openxmlformats.org/officeDocument/2006/relationships/image" Target="../media/image50.jpg"/><Relationship Id="rId3" Type="http://schemas.openxmlformats.org/officeDocument/2006/relationships/image" Target="../media/image45.png"/><Relationship Id="rId7" Type="http://schemas.openxmlformats.org/officeDocument/2006/relationships/image" Target="../media/image49.jp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48.png"/><Relationship Id="rId5" Type="http://schemas.openxmlformats.org/officeDocument/2006/relationships/image" Target="../media/image47.jpg"/><Relationship Id="rId4" Type="http://schemas.openxmlformats.org/officeDocument/2006/relationships/image" Target="../media/image46.png"/><Relationship Id="rId9" Type="http://schemas.openxmlformats.org/officeDocument/2006/relationships/image" Target="../media/image51.png"/></Relationships>
</file>

<file path=ppt/slides/_rels/slide18.xml.rels><?xml version="1.0" encoding="UTF-8" standalone="yes"?>
<Relationships xmlns="http://schemas.openxmlformats.org/package/2006/relationships"><Relationship Id="rId3" Type="http://schemas.openxmlformats.org/officeDocument/2006/relationships/image" Target="../media/image52.emf"/><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55.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2.xml"/><Relationship Id="rId1" Type="http://schemas.openxmlformats.org/officeDocument/2006/relationships/slideLayout" Target="../slideLayouts/slideLayout7.xml"/><Relationship Id="rId4" Type="http://schemas.openxmlformats.org/officeDocument/2006/relationships/image" Target="../media/image57.png"/></Relationships>
</file>

<file path=ppt/slides/_rels/slide2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3.xml"/><Relationship Id="rId1" Type="http://schemas.openxmlformats.org/officeDocument/2006/relationships/slideLayout" Target="../slideLayouts/slideLayout7.xml"/><Relationship Id="rId4" Type="http://schemas.openxmlformats.org/officeDocument/2006/relationships/image" Target="../media/image59.png"/></Relationships>
</file>

<file path=ppt/slides/_rels/slide2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30.xml"/><Relationship Id="rId1" Type="http://schemas.openxmlformats.org/officeDocument/2006/relationships/slideLayout" Target="../slideLayouts/slideLayout7.xml"/><Relationship Id="rId5" Type="http://schemas.openxmlformats.org/officeDocument/2006/relationships/image" Target="../media/image68.png"/><Relationship Id="rId4" Type="http://schemas.openxmlformats.org/officeDocument/2006/relationships/image" Target="../media/image67.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33.xml"/><Relationship Id="rId1" Type="http://schemas.openxmlformats.org/officeDocument/2006/relationships/slideLayout" Target="../slideLayouts/slideLayout7.xml"/><Relationship Id="rId4" Type="http://schemas.openxmlformats.org/officeDocument/2006/relationships/image" Target="../media/image70.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1560295" y="1284973"/>
            <a:ext cx="9071409" cy="2543476"/>
          </a:xfrm>
          <a:prstGeom prst="rect">
            <a:avLst/>
          </a:prstGeom>
          <a:noFill/>
          <a:ln/>
        </p:spPr>
        <p:txBody>
          <a:bodyPr wrap="square" lIns="0" tIns="0" rIns="0" bIns="0" rtlCol="0" anchor="ctr">
            <a:normAutofit/>
          </a:bodyPr>
          <a:lstStyle/>
          <a:p>
            <a:pPr algn="ctr"/>
            <a:r>
              <a:rPr lang="en-US" sz="3600" dirty="0">
                <a:latin typeface="Helvetica" pitchFamily="2" charset="0"/>
                <a:ea typeface="Aptos Display" pitchFamily="34" charset="-122"/>
                <a:cs typeface="Aptos Display" pitchFamily="34" charset="-120"/>
              </a:rPr>
              <a:t>Episodic memory rescues working memory</a:t>
            </a:r>
          </a:p>
          <a:p>
            <a:pPr algn="ctr"/>
            <a:r>
              <a:rPr lang="en-US" sz="3600" dirty="0">
                <a:latin typeface="Helvetica" pitchFamily="2" charset="0"/>
                <a:ea typeface="Aptos Display" pitchFamily="34" charset="-122"/>
                <a:cs typeface="Aptos Display" pitchFamily="34" charset="-120"/>
              </a:rPr>
              <a:t>via pattern separation, pattern completion, and predictive recall</a:t>
            </a:r>
            <a:endParaRPr lang="en-US" sz="3600" dirty="0">
              <a:latin typeface="Helvetica" pitchFamily="2" charset="0"/>
            </a:endParaRPr>
          </a:p>
        </p:txBody>
      </p:sp>
      <p:sp>
        <p:nvSpPr>
          <p:cNvPr id="7" name="Text 5"/>
          <p:cNvSpPr/>
          <p:nvPr/>
        </p:nvSpPr>
        <p:spPr>
          <a:xfrm>
            <a:off x="4514048" y="4078704"/>
            <a:ext cx="3163904" cy="1094873"/>
          </a:xfrm>
          <a:prstGeom prst="rect">
            <a:avLst/>
          </a:prstGeom>
          <a:noFill/>
          <a:ln/>
        </p:spPr>
        <p:txBody>
          <a:bodyPr wrap="square" lIns="0" tIns="0" rIns="0" bIns="0" rtlCol="0" anchor="ctr"/>
          <a:lstStyle/>
          <a:p>
            <a:pPr algn="ctr">
              <a:lnSpc>
                <a:spcPct val="150000"/>
              </a:lnSpc>
            </a:pPr>
            <a:r>
              <a:rPr lang="en-US" sz="2200" dirty="0">
                <a:latin typeface="Helvetica" pitchFamily="2" charset="0"/>
              </a:rPr>
              <a:t>Zihan Bai</a:t>
            </a:r>
          </a:p>
          <a:p>
            <a:pPr algn="ctr">
              <a:lnSpc>
                <a:spcPct val="150000"/>
              </a:lnSpc>
            </a:pPr>
            <a:r>
              <a:rPr lang="en-US" sz="2200" dirty="0">
                <a:latin typeface="Helvetica" pitchFamily="2" charset="0"/>
              </a:rPr>
              <a:t>First-year talk, 9/25/26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 2">
            <a:extLst>
              <a:ext uri="{FF2B5EF4-FFF2-40B4-BE49-F238E27FC236}">
                <a16:creationId xmlns:a16="http://schemas.microsoft.com/office/drawing/2014/main" id="{CB04E2FD-EF93-B620-91F6-F5AC2EC7B877}"/>
              </a:ext>
            </a:extLst>
          </p:cNvPr>
          <p:cNvSpPr/>
          <p:nvPr/>
        </p:nvSpPr>
        <p:spPr>
          <a:xfrm>
            <a:off x="1070466" y="32375"/>
            <a:ext cx="9724600" cy="722226"/>
          </a:xfrm>
          <a:prstGeom prst="rect">
            <a:avLst/>
          </a:prstGeom>
          <a:noFill/>
          <a:ln/>
        </p:spPr>
        <p:txBody>
          <a:bodyPr wrap="square" lIns="0" tIns="0" rIns="0" bIns="0" rtlCol="0" anchor="ctr">
            <a:normAutofit/>
          </a:bodyPr>
          <a:lstStyle/>
          <a:p>
            <a:pPr marL="0" indent="0" algn="ctr">
              <a:buNone/>
            </a:pPr>
            <a:endParaRPr lang="en-US" sz="2800" dirty="0">
              <a:latin typeface="Helvetica" pitchFamily="2" charset="0"/>
            </a:endParaRPr>
          </a:p>
        </p:txBody>
      </p:sp>
      <p:grpSp>
        <p:nvGrpSpPr>
          <p:cNvPr id="10" name="Group 9">
            <a:extLst>
              <a:ext uri="{FF2B5EF4-FFF2-40B4-BE49-F238E27FC236}">
                <a16:creationId xmlns:a16="http://schemas.microsoft.com/office/drawing/2014/main" id="{4F20CE80-C3CF-ED55-AE65-F88289CD8B35}"/>
              </a:ext>
            </a:extLst>
          </p:cNvPr>
          <p:cNvGrpSpPr>
            <a:grpSpLocks noChangeAspect="1"/>
          </p:cNvGrpSpPr>
          <p:nvPr/>
        </p:nvGrpSpPr>
        <p:grpSpPr>
          <a:xfrm>
            <a:off x="2253168" y="1610901"/>
            <a:ext cx="6379850" cy="3200400"/>
            <a:chOff x="1457103" y="965443"/>
            <a:chExt cx="7961520" cy="3993832"/>
          </a:xfrm>
        </p:grpSpPr>
        <p:pic>
          <p:nvPicPr>
            <p:cNvPr id="1026" name="Picture 2" descr="Laundry Basket Icon (9497907) – Royalty-Free Vector | VectorStock">
              <a:extLst>
                <a:ext uri="{FF2B5EF4-FFF2-40B4-BE49-F238E27FC236}">
                  <a16:creationId xmlns:a16="http://schemas.microsoft.com/office/drawing/2014/main" id="{783284D7-3C9D-8234-03F9-521800123B2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620" t="21741" r="8480" b="23359"/>
            <a:stretch/>
          </p:blipFill>
          <p:spPr bwMode="auto">
            <a:xfrm>
              <a:off x="4202793" y="1473125"/>
              <a:ext cx="5200650" cy="3486150"/>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5ABC3292-83F1-63F2-AF05-91D84164AAB0}"/>
                </a:ext>
              </a:extLst>
            </p:cNvPr>
            <p:cNvPicPr>
              <a:picLocks noChangeAspect="1"/>
            </p:cNvPicPr>
            <p:nvPr/>
          </p:nvPicPr>
          <p:blipFill>
            <a:blip r:embed="rId4"/>
            <a:stretch>
              <a:fillRect/>
            </a:stretch>
          </p:blipFill>
          <p:spPr>
            <a:xfrm>
              <a:off x="1457103" y="2519923"/>
              <a:ext cx="2416000" cy="2416000"/>
            </a:xfrm>
            <a:prstGeom prst="rect">
              <a:avLst/>
            </a:prstGeom>
          </p:spPr>
        </p:pic>
        <p:pic>
          <p:nvPicPr>
            <p:cNvPr id="4" name="Picture 3">
              <a:extLst>
                <a:ext uri="{FF2B5EF4-FFF2-40B4-BE49-F238E27FC236}">
                  <a16:creationId xmlns:a16="http://schemas.microsoft.com/office/drawing/2014/main" id="{7F62DA58-86B8-BF07-8539-3964CE7AB384}"/>
                </a:ext>
              </a:extLst>
            </p:cNvPr>
            <p:cNvPicPr>
              <a:picLocks noChangeAspect="1"/>
            </p:cNvPicPr>
            <p:nvPr/>
          </p:nvPicPr>
          <p:blipFill>
            <a:blip r:embed="rId5"/>
            <a:stretch>
              <a:fillRect/>
            </a:stretch>
          </p:blipFill>
          <p:spPr>
            <a:xfrm>
              <a:off x="4609300" y="1381025"/>
              <a:ext cx="1523390" cy="1554480"/>
            </a:xfrm>
            <a:prstGeom prst="rect">
              <a:avLst/>
            </a:prstGeom>
          </p:spPr>
        </p:pic>
        <p:pic>
          <p:nvPicPr>
            <p:cNvPr id="5" name="Picture 4">
              <a:extLst>
                <a:ext uri="{FF2B5EF4-FFF2-40B4-BE49-F238E27FC236}">
                  <a16:creationId xmlns:a16="http://schemas.microsoft.com/office/drawing/2014/main" id="{81460E39-C4D9-4FE5-70B7-A9BF795030A5}"/>
                </a:ext>
              </a:extLst>
            </p:cNvPr>
            <p:cNvPicPr>
              <a:picLocks noChangeAspect="1"/>
            </p:cNvPicPr>
            <p:nvPr/>
          </p:nvPicPr>
          <p:blipFill>
            <a:blip r:embed="rId6"/>
            <a:stretch>
              <a:fillRect/>
            </a:stretch>
          </p:blipFill>
          <p:spPr>
            <a:xfrm>
              <a:off x="6036317" y="965443"/>
              <a:ext cx="1461211" cy="1554480"/>
            </a:xfrm>
            <a:prstGeom prst="rect">
              <a:avLst/>
            </a:prstGeom>
          </p:spPr>
        </p:pic>
        <p:pic>
          <p:nvPicPr>
            <p:cNvPr id="6" name="Picture 5">
              <a:extLst>
                <a:ext uri="{FF2B5EF4-FFF2-40B4-BE49-F238E27FC236}">
                  <a16:creationId xmlns:a16="http://schemas.microsoft.com/office/drawing/2014/main" id="{4182AF5B-22DD-2A6B-F029-5C81E3D9DD3F}"/>
                </a:ext>
              </a:extLst>
            </p:cNvPr>
            <p:cNvPicPr>
              <a:picLocks noChangeAspect="1"/>
            </p:cNvPicPr>
            <p:nvPr/>
          </p:nvPicPr>
          <p:blipFill>
            <a:blip r:embed="rId7"/>
            <a:stretch>
              <a:fillRect/>
            </a:stretch>
          </p:blipFill>
          <p:spPr>
            <a:xfrm>
              <a:off x="8062587" y="1698145"/>
              <a:ext cx="1356036" cy="1554480"/>
            </a:xfrm>
            <a:prstGeom prst="rect">
              <a:avLst/>
            </a:prstGeom>
          </p:spPr>
        </p:pic>
      </p:grpSp>
      <p:sp>
        <p:nvSpPr>
          <p:cNvPr id="3" name="Text 2">
            <a:extLst>
              <a:ext uri="{FF2B5EF4-FFF2-40B4-BE49-F238E27FC236}">
                <a16:creationId xmlns:a16="http://schemas.microsoft.com/office/drawing/2014/main" id="{2616527F-DD44-27B5-C267-56413830E67D}"/>
              </a:ext>
            </a:extLst>
          </p:cNvPr>
          <p:cNvSpPr/>
          <p:nvPr/>
        </p:nvSpPr>
        <p:spPr>
          <a:xfrm>
            <a:off x="343509" y="164865"/>
            <a:ext cx="3290028" cy="457245"/>
          </a:xfrm>
          <a:prstGeom prst="rect">
            <a:avLst/>
          </a:prstGeom>
          <a:noFill/>
          <a:ln/>
        </p:spPr>
        <p:txBody>
          <a:bodyPr wrap="square" lIns="0" tIns="0" rIns="0" bIns="0" rtlCol="0" anchor="ctr">
            <a:normAutofit/>
          </a:bodyPr>
          <a:lstStyle/>
          <a:p>
            <a:pPr marL="0" indent="0">
              <a:buNone/>
            </a:pPr>
            <a:r>
              <a:rPr lang="en-US" sz="2600" dirty="0">
                <a:latin typeface="Helvetica" pitchFamily="2" charset="0"/>
              </a:rPr>
              <a:t>Background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917CDDBD-C78D-F9E6-C047-0CBDC3BAD07E}"/>
              </a:ext>
            </a:extLst>
          </p:cNvPr>
          <p:cNvSpPr txBox="1"/>
          <p:nvPr/>
        </p:nvSpPr>
        <p:spPr>
          <a:xfrm>
            <a:off x="1634218" y="1408242"/>
            <a:ext cx="9096580" cy="592726"/>
          </a:xfrm>
          <a:prstGeom prst="rect">
            <a:avLst/>
          </a:prstGeom>
          <a:noFill/>
        </p:spPr>
        <p:txBody>
          <a:bodyPr wrap="square">
            <a:spAutoFit/>
          </a:bodyPr>
          <a:lstStyle/>
          <a:p>
            <a:pPr>
              <a:lnSpc>
                <a:spcPct val="150000"/>
              </a:lnSpc>
              <a:spcAft>
                <a:spcPts val="1200"/>
              </a:spcAft>
            </a:pPr>
            <a:r>
              <a:rPr lang="en-US" sz="2400" dirty="0">
                <a:latin typeface="Helvetica" pitchFamily="2" charset="0"/>
              </a:rPr>
              <a:t>Prior literature suggests EM plays a role in WM tasks</a:t>
            </a:r>
          </a:p>
        </p:txBody>
      </p:sp>
      <p:sp>
        <p:nvSpPr>
          <p:cNvPr id="8" name="Text 9">
            <a:extLst>
              <a:ext uri="{FF2B5EF4-FFF2-40B4-BE49-F238E27FC236}">
                <a16:creationId xmlns:a16="http://schemas.microsoft.com/office/drawing/2014/main" id="{049D356A-F533-99FD-2165-1BD7AF0DA963}"/>
              </a:ext>
            </a:extLst>
          </p:cNvPr>
          <p:cNvSpPr>
            <a:spLocks noChangeAspect="1"/>
          </p:cNvSpPr>
          <p:nvPr/>
        </p:nvSpPr>
        <p:spPr>
          <a:xfrm>
            <a:off x="2179786" y="3369109"/>
            <a:ext cx="2267731" cy="426838"/>
          </a:xfrm>
          <a:prstGeom prst="rect">
            <a:avLst/>
          </a:prstGeom>
          <a:noFill/>
          <a:ln/>
        </p:spPr>
        <p:txBody>
          <a:bodyPr wrap="square" lIns="0" tIns="0" rIns="0" bIns="0" rtlCol="0" anchor="ctr"/>
          <a:lstStyle/>
          <a:p>
            <a:pPr marL="0" indent="0">
              <a:buNone/>
            </a:pPr>
            <a:r>
              <a:rPr lang="en-US" dirty="0">
                <a:solidFill>
                  <a:srgbClr val="202124"/>
                </a:solidFill>
                <a:latin typeface="Helvetica" pitchFamily="2" charset="0"/>
              </a:rPr>
              <a:t>Pattern Separation</a:t>
            </a:r>
            <a:endParaRPr lang="en-US" dirty="0">
              <a:latin typeface="Helvetica" pitchFamily="2" charset="0"/>
            </a:endParaRPr>
          </a:p>
        </p:txBody>
      </p:sp>
      <p:sp>
        <p:nvSpPr>
          <p:cNvPr id="50" name="Text 9">
            <a:extLst>
              <a:ext uri="{FF2B5EF4-FFF2-40B4-BE49-F238E27FC236}">
                <a16:creationId xmlns:a16="http://schemas.microsoft.com/office/drawing/2014/main" id="{596A3021-8CDA-F619-5262-2F059AF2F64F}"/>
              </a:ext>
            </a:extLst>
          </p:cNvPr>
          <p:cNvSpPr>
            <a:spLocks noChangeAspect="1"/>
          </p:cNvSpPr>
          <p:nvPr/>
        </p:nvSpPr>
        <p:spPr>
          <a:xfrm>
            <a:off x="7968916" y="3368842"/>
            <a:ext cx="2267732" cy="426838"/>
          </a:xfrm>
          <a:prstGeom prst="rect">
            <a:avLst/>
          </a:prstGeom>
          <a:noFill/>
          <a:ln/>
        </p:spPr>
        <p:txBody>
          <a:bodyPr wrap="square" lIns="0" tIns="0" rIns="0" bIns="0" rtlCol="0" anchor="ctr"/>
          <a:lstStyle/>
          <a:p>
            <a:pPr marL="0" indent="0" algn="ctr">
              <a:buNone/>
            </a:pPr>
            <a:r>
              <a:rPr lang="en-US" dirty="0">
                <a:solidFill>
                  <a:srgbClr val="202124"/>
                </a:solidFill>
                <a:latin typeface="Helvetica" pitchFamily="2" charset="0"/>
              </a:rPr>
              <a:t>Pattern Completion</a:t>
            </a:r>
            <a:endParaRPr lang="en-US" dirty="0">
              <a:latin typeface="Helvetica" pitchFamily="2" charset="0"/>
            </a:endParaRPr>
          </a:p>
        </p:txBody>
      </p:sp>
      <p:sp>
        <p:nvSpPr>
          <p:cNvPr id="107" name="Text 9">
            <a:extLst>
              <a:ext uri="{FF2B5EF4-FFF2-40B4-BE49-F238E27FC236}">
                <a16:creationId xmlns:a16="http://schemas.microsoft.com/office/drawing/2014/main" id="{D0BA2ADF-3E21-6F0F-F0D2-2C12945EBD7B}"/>
              </a:ext>
            </a:extLst>
          </p:cNvPr>
          <p:cNvSpPr>
            <a:spLocks noChangeAspect="1"/>
          </p:cNvSpPr>
          <p:nvPr/>
        </p:nvSpPr>
        <p:spPr>
          <a:xfrm>
            <a:off x="5136829" y="3367177"/>
            <a:ext cx="1918342" cy="426838"/>
          </a:xfrm>
          <a:prstGeom prst="rect">
            <a:avLst/>
          </a:prstGeom>
          <a:noFill/>
          <a:ln/>
        </p:spPr>
        <p:txBody>
          <a:bodyPr wrap="square" lIns="0" tIns="0" rIns="0" bIns="0" rtlCol="0" anchor="ctr"/>
          <a:lstStyle/>
          <a:p>
            <a:pPr marL="0" indent="0" algn="ctr">
              <a:buNone/>
            </a:pPr>
            <a:r>
              <a:rPr lang="en-US" dirty="0">
                <a:solidFill>
                  <a:srgbClr val="202124"/>
                </a:solidFill>
                <a:latin typeface="Helvetica" pitchFamily="2" charset="0"/>
              </a:rPr>
              <a:t>Predictive recall</a:t>
            </a:r>
            <a:endParaRPr lang="en-US" dirty="0">
              <a:latin typeface="Helvetica" pitchFamily="2" charset="0"/>
            </a:endParaRPr>
          </a:p>
        </p:txBody>
      </p:sp>
      <p:sp>
        <p:nvSpPr>
          <p:cNvPr id="117" name="TextBox 116">
            <a:extLst>
              <a:ext uri="{FF2B5EF4-FFF2-40B4-BE49-F238E27FC236}">
                <a16:creationId xmlns:a16="http://schemas.microsoft.com/office/drawing/2014/main" id="{48AEDE5C-0CDD-7CBC-4D5F-8255C4295A66}"/>
              </a:ext>
            </a:extLst>
          </p:cNvPr>
          <p:cNvSpPr txBox="1"/>
          <p:nvPr/>
        </p:nvSpPr>
        <p:spPr>
          <a:xfrm>
            <a:off x="8513542" y="5509216"/>
            <a:ext cx="1288010" cy="553998"/>
          </a:xfrm>
          <a:prstGeom prst="rect">
            <a:avLst/>
          </a:prstGeom>
          <a:noFill/>
        </p:spPr>
        <p:txBody>
          <a:bodyPr wrap="square">
            <a:spAutoFit/>
          </a:bodyPr>
          <a:lstStyle/>
          <a:p>
            <a:r>
              <a:rPr lang="en-US" sz="1500" dirty="0">
                <a:solidFill>
                  <a:schemeClr val="bg2">
                    <a:lumMod val="75000"/>
                  </a:schemeClr>
                </a:solidFill>
                <a:latin typeface="Helvetica" pitchFamily="2" charset="0"/>
              </a:rPr>
              <a:t>Wynn et al.,</a:t>
            </a:r>
          </a:p>
          <a:p>
            <a:r>
              <a:rPr lang="en-US" sz="1500" i="1" dirty="0">
                <a:solidFill>
                  <a:schemeClr val="bg2">
                    <a:lumMod val="75000"/>
                  </a:schemeClr>
                </a:solidFill>
                <a:latin typeface="Helvetica" pitchFamily="2" charset="0"/>
              </a:rPr>
              <a:t>PNAS,</a:t>
            </a:r>
            <a:r>
              <a:rPr lang="en-US" sz="1500" dirty="0">
                <a:solidFill>
                  <a:schemeClr val="bg2">
                    <a:lumMod val="75000"/>
                  </a:schemeClr>
                </a:solidFill>
                <a:latin typeface="Helvetica" pitchFamily="2" charset="0"/>
              </a:rPr>
              <a:t> 2020</a:t>
            </a:r>
            <a:endParaRPr lang="en-US" sz="1500" i="1" dirty="0">
              <a:solidFill>
                <a:schemeClr val="bg2">
                  <a:lumMod val="75000"/>
                </a:schemeClr>
              </a:solidFill>
              <a:latin typeface="Helvetica" pitchFamily="2" charset="0"/>
            </a:endParaRPr>
          </a:p>
        </p:txBody>
      </p:sp>
      <p:pic>
        <p:nvPicPr>
          <p:cNvPr id="3" name="Picture 2">
            <a:extLst>
              <a:ext uri="{FF2B5EF4-FFF2-40B4-BE49-F238E27FC236}">
                <a16:creationId xmlns:a16="http://schemas.microsoft.com/office/drawing/2014/main" id="{B7423336-1620-1CDB-38CF-B4AFA6274E00}"/>
              </a:ext>
            </a:extLst>
          </p:cNvPr>
          <p:cNvPicPr>
            <a:picLocks noChangeAspect="1"/>
          </p:cNvPicPr>
          <p:nvPr/>
        </p:nvPicPr>
        <p:blipFill>
          <a:blip r:embed="rId3"/>
          <a:stretch>
            <a:fillRect/>
          </a:stretch>
        </p:blipFill>
        <p:spPr>
          <a:xfrm>
            <a:off x="2269604" y="4036432"/>
            <a:ext cx="1031443" cy="1097280"/>
          </a:xfrm>
          <a:prstGeom prst="rect">
            <a:avLst/>
          </a:prstGeom>
        </p:spPr>
      </p:pic>
      <p:pic>
        <p:nvPicPr>
          <p:cNvPr id="4" name="Picture 3">
            <a:extLst>
              <a:ext uri="{FF2B5EF4-FFF2-40B4-BE49-F238E27FC236}">
                <a16:creationId xmlns:a16="http://schemas.microsoft.com/office/drawing/2014/main" id="{37D8304E-EB3D-C333-A35B-752C620123D1}"/>
              </a:ext>
            </a:extLst>
          </p:cNvPr>
          <p:cNvPicPr>
            <a:picLocks noChangeAspect="1"/>
          </p:cNvPicPr>
          <p:nvPr/>
        </p:nvPicPr>
        <p:blipFill>
          <a:blip r:embed="rId4"/>
          <a:stretch>
            <a:fillRect/>
          </a:stretch>
        </p:blipFill>
        <p:spPr>
          <a:xfrm>
            <a:off x="3236715" y="4036432"/>
            <a:ext cx="957202" cy="1097280"/>
          </a:xfrm>
          <a:prstGeom prst="rect">
            <a:avLst/>
          </a:prstGeom>
        </p:spPr>
      </p:pic>
      <p:pic>
        <p:nvPicPr>
          <p:cNvPr id="7" name="Picture 6">
            <a:extLst>
              <a:ext uri="{FF2B5EF4-FFF2-40B4-BE49-F238E27FC236}">
                <a16:creationId xmlns:a16="http://schemas.microsoft.com/office/drawing/2014/main" id="{17CAE070-3959-263F-2E05-D7AA21ED777D}"/>
              </a:ext>
            </a:extLst>
          </p:cNvPr>
          <p:cNvPicPr>
            <a:picLocks noChangeAspect="1"/>
          </p:cNvPicPr>
          <p:nvPr/>
        </p:nvPicPr>
        <p:blipFill>
          <a:blip r:embed="rId3"/>
          <a:stretch>
            <a:fillRect/>
          </a:stretch>
        </p:blipFill>
        <p:spPr>
          <a:xfrm>
            <a:off x="5064556" y="4109350"/>
            <a:ext cx="1031444" cy="1097280"/>
          </a:xfrm>
          <a:prstGeom prst="rect">
            <a:avLst/>
          </a:prstGeom>
        </p:spPr>
      </p:pic>
      <p:grpSp>
        <p:nvGrpSpPr>
          <p:cNvPr id="9" name="Group 8">
            <a:extLst>
              <a:ext uri="{FF2B5EF4-FFF2-40B4-BE49-F238E27FC236}">
                <a16:creationId xmlns:a16="http://schemas.microsoft.com/office/drawing/2014/main" id="{5BF0D411-911F-1BBE-0494-333B93976CCF}"/>
              </a:ext>
            </a:extLst>
          </p:cNvPr>
          <p:cNvGrpSpPr/>
          <p:nvPr/>
        </p:nvGrpSpPr>
        <p:grpSpPr>
          <a:xfrm>
            <a:off x="5889507" y="3761943"/>
            <a:ext cx="1659318" cy="1659318"/>
            <a:chOff x="5891534" y="3976014"/>
            <a:chExt cx="1659318" cy="1659318"/>
          </a:xfrm>
        </p:grpSpPr>
        <p:pic>
          <p:nvPicPr>
            <p:cNvPr id="13" name="Picture 12" descr="A white cloud with black background&#10;&#10;Description automatically generated">
              <a:extLst>
                <a:ext uri="{FF2B5EF4-FFF2-40B4-BE49-F238E27FC236}">
                  <a16:creationId xmlns:a16="http://schemas.microsoft.com/office/drawing/2014/main" id="{97BD58B0-C77E-BAE8-7ACC-D282074E1D9E}"/>
                </a:ext>
              </a:extLst>
            </p:cNvPr>
            <p:cNvPicPr>
              <a:picLocks noChangeAspect="1"/>
            </p:cNvPicPr>
            <p:nvPr/>
          </p:nvPicPr>
          <p:blipFill>
            <a:blip r:embed="rId5"/>
            <a:stretch>
              <a:fillRect/>
            </a:stretch>
          </p:blipFill>
          <p:spPr>
            <a:xfrm rot="5010483">
              <a:off x="5891534" y="3976014"/>
              <a:ext cx="1659318" cy="1659318"/>
            </a:xfrm>
            <a:prstGeom prst="rect">
              <a:avLst/>
            </a:prstGeom>
          </p:spPr>
        </p:pic>
        <p:pic>
          <p:nvPicPr>
            <p:cNvPr id="6" name="Picture 5">
              <a:extLst>
                <a:ext uri="{FF2B5EF4-FFF2-40B4-BE49-F238E27FC236}">
                  <a16:creationId xmlns:a16="http://schemas.microsoft.com/office/drawing/2014/main" id="{40E9165F-85D2-756F-B5CC-56162C7BE515}"/>
                </a:ext>
              </a:extLst>
            </p:cNvPr>
            <p:cNvPicPr>
              <a:picLocks noChangeAspect="1"/>
            </p:cNvPicPr>
            <p:nvPr/>
          </p:nvPicPr>
          <p:blipFill>
            <a:blip r:embed="rId4"/>
            <a:stretch>
              <a:fillRect/>
            </a:stretch>
          </p:blipFill>
          <p:spPr>
            <a:xfrm>
              <a:off x="6338943" y="4249886"/>
              <a:ext cx="957202" cy="1097280"/>
            </a:xfrm>
            <a:prstGeom prst="rect">
              <a:avLst/>
            </a:prstGeom>
          </p:spPr>
        </p:pic>
      </p:grpSp>
      <p:pic>
        <p:nvPicPr>
          <p:cNvPr id="5" name="Picture 4">
            <a:extLst>
              <a:ext uri="{FF2B5EF4-FFF2-40B4-BE49-F238E27FC236}">
                <a16:creationId xmlns:a16="http://schemas.microsoft.com/office/drawing/2014/main" id="{871F3472-DA86-D7EC-9CA9-5981F08D8B20}"/>
              </a:ext>
            </a:extLst>
          </p:cNvPr>
          <p:cNvPicPr>
            <a:picLocks noChangeAspect="1"/>
          </p:cNvPicPr>
          <p:nvPr/>
        </p:nvPicPr>
        <p:blipFill rotWithShape="1">
          <a:blip r:embed="rId4"/>
          <a:srcRect l="-21916" r="24009"/>
          <a:stretch/>
        </p:blipFill>
        <p:spPr>
          <a:xfrm>
            <a:off x="7968916" y="4058704"/>
            <a:ext cx="937154" cy="1097280"/>
          </a:xfrm>
          <a:prstGeom prst="decagon">
            <a:avLst/>
          </a:prstGeom>
        </p:spPr>
      </p:pic>
      <p:pic>
        <p:nvPicPr>
          <p:cNvPr id="16" name="Picture 15">
            <a:extLst>
              <a:ext uri="{FF2B5EF4-FFF2-40B4-BE49-F238E27FC236}">
                <a16:creationId xmlns:a16="http://schemas.microsoft.com/office/drawing/2014/main" id="{6D15D3C4-7F00-B199-9920-7EA218E25948}"/>
              </a:ext>
            </a:extLst>
          </p:cNvPr>
          <p:cNvPicPr>
            <a:picLocks noChangeAspect="1"/>
          </p:cNvPicPr>
          <p:nvPr/>
        </p:nvPicPr>
        <p:blipFill rotWithShape="1">
          <a:blip r:embed="rId4"/>
          <a:srcRect l="17227" t="3535" r="-23425" b="-16315"/>
          <a:stretch/>
        </p:blipFill>
        <p:spPr>
          <a:xfrm>
            <a:off x="9157547" y="4036432"/>
            <a:ext cx="1016527" cy="1237510"/>
          </a:xfrm>
          <a:prstGeom prst="decagon">
            <a:avLst/>
          </a:prstGeom>
        </p:spPr>
      </p:pic>
      <p:sp>
        <p:nvSpPr>
          <p:cNvPr id="10" name="Text 2">
            <a:extLst>
              <a:ext uri="{FF2B5EF4-FFF2-40B4-BE49-F238E27FC236}">
                <a16:creationId xmlns:a16="http://schemas.microsoft.com/office/drawing/2014/main" id="{CDED2964-2157-0FA9-8FD1-CF21C9C35455}"/>
              </a:ext>
            </a:extLst>
          </p:cNvPr>
          <p:cNvSpPr/>
          <p:nvPr/>
        </p:nvSpPr>
        <p:spPr>
          <a:xfrm>
            <a:off x="343508" y="164865"/>
            <a:ext cx="5154923" cy="457245"/>
          </a:xfrm>
          <a:prstGeom prst="rect">
            <a:avLst/>
          </a:prstGeom>
          <a:noFill/>
          <a:ln/>
        </p:spPr>
        <p:txBody>
          <a:bodyPr wrap="square" lIns="0" tIns="0" rIns="0" bIns="0" rtlCol="0" anchor="ctr">
            <a:normAutofit/>
          </a:bodyPr>
          <a:lstStyle/>
          <a:p>
            <a:pPr marL="0" indent="0">
              <a:buNone/>
            </a:pPr>
            <a:r>
              <a:rPr lang="en-US" sz="2600" dirty="0">
                <a:latin typeface="Helvetica" pitchFamily="2" charset="0"/>
              </a:rPr>
              <a:t>Project goals</a:t>
            </a:r>
          </a:p>
        </p:txBody>
      </p:sp>
      <p:sp>
        <p:nvSpPr>
          <p:cNvPr id="14" name="TextBox 13">
            <a:extLst>
              <a:ext uri="{FF2B5EF4-FFF2-40B4-BE49-F238E27FC236}">
                <a16:creationId xmlns:a16="http://schemas.microsoft.com/office/drawing/2014/main" id="{FC798182-31A6-13FF-52A5-C8D66003B14C}"/>
              </a:ext>
            </a:extLst>
          </p:cNvPr>
          <p:cNvSpPr txBox="1"/>
          <p:nvPr/>
        </p:nvSpPr>
        <p:spPr>
          <a:xfrm>
            <a:off x="1652780" y="2052732"/>
            <a:ext cx="8013030" cy="323165"/>
          </a:xfrm>
          <a:prstGeom prst="rect">
            <a:avLst/>
          </a:prstGeom>
          <a:noFill/>
        </p:spPr>
        <p:txBody>
          <a:bodyPr wrap="square">
            <a:spAutoFit/>
          </a:bodyPr>
          <a:lstStyle/>
          <a:p>
            <a:r>
              <a:rPr lang="en-US" sz="1500" dirty="0">
                <a:solidFill>
                  <a:schemeClr val="bg2">
                    <a:lumMod val="75000"/>
                  </a:schemeClr>
                </a:solidFill>
                <a:latin typeface="Helvetica" pitchFamily="2" charset="0"/>
              </a:rPr>
              <a:t>Beukers et al, </a:t>
            </a:r>
            <a:r>
              <a:rPr lang="en-US" sz="1500" i="1" dirty="0" err="1">
                <a:solidFill>
                  <a:schemeClr val="bg2">
                    <a:lumMod val="75000"/>
                  </a:schemeClr>
                </a:solidFill>
                <a:latin typeface="Helvetica" pitchFamily="2" charset="0"/>
              </a:rPr>
              <a:t>TiCS</a:t>
            </a:r>
            <a:r>
              <a:rPr lang="en-US" sz="1500" i="1" dirty="0">
                <a:solidFill>
                  <a:schemeClr val="bg2">
                    <a:lumMod val="75000"/>
                  </a:schemeClr>
                </a:solidFill>
                <a:latin typeface="Helvetica" pitchFamily="2" charset="0"/>
              </a:rPr>
              <a:t>, </a:t>
            </a:r>
            <a:r>
              <a:rPr lang="en-US" sz="1500" dirty="0">
                <a:solidFill>
                  <a:schemeClr val="bg2">
                    <a:lumMod val="75000"/>
                  </a:schemeClr>
                </a:solidFill>
                <a:latin typeface="Helvetica" pitchFamily="2" charset="0"/>
              </a:rPr>
              <a:t>2021; Hoskin et al., </a:t>
            </a:r>
            <a:r>
              <a:rPr lang="en-US" sz="1500" i="1" dirty="0">
                <a:solidFill>
                  <a:schemeClr val="bg2">
                    <a:lumMod val="75000"/>
                  </a:schemeClr>
                </a:solidFill>
                <a:latin typeface="Helvetica" pitchFamily="2" charset="0"/>
              </a:rPr>
              <a:t>CABN , </a:t>
            </a:r>
            <a:r>
              <a:rPr lang="en-US" sz="1500" dirty="0">
                <a:solidFill>
                  <a:schemeClr val="bg2">
                    <a:lumMod val="75000"/>
                  </a:schemeClr>
                </a:solidFill>
                <a:latin typeface="Helvetica" pitchFamily="2" charset="0"/>
              </a:rPr>
              <a:t>2019; Bartsch &amp; </a:t>
            </a:r>
            <a:r>
              <a:rPr lang="en-US" sz="1500" dirty="0" err="1">
                <a:solidFill>
                  <a:schemeClr val="bg2">
                    <a:lumMod val="75000"/>
                  </a:schemeClr>
                </a:solidFill>
                <a:latin typeface="Helvetica" pitchFamily="2" charset="0"/>
              </a:rPr>
              <a:t>Oberauer</a:t>
            </a:r>
            <a:r>
              <a:rPr lang="en-US" sz="1500" dirty="0">
                <a:solidFill>
                  <a:schemeClr val="bg2">
                    <a:lumMod val="75000"/>
                  </a:schemeClr>
                </a:solidFill>
                <a:latin typeface="Helvetica" pitchFamily="2" charset="0"/>
              </a:rPr>
              <a:t>, </a:t>
            </a:r>
            <a:r>
              <a:rPr lang="en-US" sz="1500" i="1" dirty="0">
                <a:solidFill>
                  <a:schemeClr val="bg2">
                    <a:lumMod val="75000"/>
                  </a:schemeClr>
                </a:solidFill>
                <a:latin typeface="Helvetica" pitchFamily="2" charset="0"/>
              </a:rPr>
              <a:t>Cognition, </a:t>
            </a:r>
            <a:r>
              <a:rPr lang="en-US" sz="1500" dirty="0">
                <a:solidFill>
                  <a:schemeClr val="bg2">
                    <a:lumMod val="75000"/>
                  </a:schemeClr>
                </a:solidFill>
                <a:latin typeface="Helvetica" pitchFamily="2" charset="0"/>
              </a:rPr>
              <a:t>2023</a:t>
            </a:r>
          </a:p>
        </p:txBody>
      </p:sp>
      <p:sp>
        <p:nvSpPr>
          <p:cNvPr id="17" name="TextBox 16">
            <a:extLst>
              <a:ext uri="{FF2B5EF4-FFF2-40B4-BE49-F238E27FC236}">
                <a16:creationId xmlns:a16="http://schemas.microsoft.com/office/drawing/2014/main" id="{209CF98A-7276-C33F-34DD-A72C076FCC92}"/>
              </a:ext>
            </a:extLst>
          </p:cNvPr>
          <p:cNvSpPr txBox="1"/>
          <p:nvPr/>
        </p:nvSpPr>
        <p:spPr>
          <a:xfrm>
            <a:off x="1605036" y="2590966"/>
            <a:ext cx="4220560" cy="592726"/>
          </a:xfrm>
          <a:prstGeom prst="rect">
            <a:avLst/>
          </a:prstGeom>
          <a:noFill/>
        </p:spPr>
        <p:txBody>
          <a:bodyPr wrap="square">
            <a:spAutoFit/>
          </a:bodyPr>
          <a:lstStyle/>
          <a:p>
            <a:pPr>
              <a:lnSpc>
                <a:spcPct val="150000"/>
              </a:lnSpc>
              <a:spcAft>
                <a:spcPts val="1200"/>
              </a:spcAft>
            </a:pPr>
            <a:r>
              <a:rPr lang="en-US" sz="2400" b="1" dirty="0">
                <a:latin typeface="Helvetica" pitchFamily="2" charset="0"/>
              </a:rPr>
              <a:t>How</a:t>
            </a:r>
            <a:r>
              <a:rPr lang="en-US" sz="2400" dirty="0">
                <a:latin typeface="Helvetica" pitchFamily="2" charset="0"/>
              </a:rPr>
              <a:t> might EM support WM?</a:t>
            </a:r>
          </a:p>
        </p:txBody>
      </p:sp>
      <p:sp>
        <p:nvSpPr>
          <p:cNvPr id="19" name="TextBox 18">
            <a:extLst>
              <a:ext uri="{FF2B5EF4-FFF2-40B4-BE49-F238E27FC236}">
                <a16:creationId xmlns:a16="http://schemas.microsoft.com/office/drawing/2014/main" id="{E937B657-C3F8-952D-8721-CFB4721B7C0D}"/>
              </a:ext>
            </a:extLst>
          </p:cNvPr>
          <p:cNvSpPr txBox="1"/>
          <p:nvPr/>
        </p:nvSpPr>
        <p:spPr>
          <a:xfrm>
            <a:off x="2282317" y="5521965"/>
            <a:ext cx="2171701" cy="553998"/>
          </a:xfrm>
          <a:prstGeom prst="rect">
            <a:avLst/>
          </a:prstGeom>
          <a:noFill/>
        </p:spPr>
        <p:txBody>
          <a:bodyPr wrap="square">
            <a:spAutoFit/>
          </a:bodyPr>
          <a:lstStyle/>
          <a:p>
            <a:r>
              <a:rPr lang="en-US" sz="1500" dirty="0">
                <a:solidFill>
                  <a:schemeClr val="bg2">
                    <a:lumMod val="75000"/>
                  </a:schemeClr>
                </a:solidFill>
                <a:latin typeface="Helvetica" pitchFamily="2" charset="0"/>
              </a:rPr>
              <a:t>Yassa &amp; Stark, </a:t>
            </a:r>
          </a:p>
          <a:p>
            <a:r>
              <a:rPr lang="en-US" sz="1500" i="1" dirty="0">
                <a:solidFill>
                  <a:schemeClr val="bg2">
                    <a:lumMod val="75000"/>
                  </a:schemeClr>
                </a:solidFill>
                <a:latin typeface="Helvetica" pitchFamily="2" charset="0"/>
              </a:rPr>
              <a:t>Trends </a:t>
            </a:r>
            <a:r>
              <a:rPr lang="en-US" sz="1500" i="1" dirty="0" err="1">
                <a:solidFill>
                  <a:schemeClr val="bg2">
                    <a:lumMod val="75000"/>
                  </a:schemeClr>
                </a:solidFill>
                <a:latin typeface="Helvetica" pitchFamily="2" charset="0"/>
              </a:rPr>
              <a:t>Neurosci</a:t>
            </a:r>
            <a:r>
              <a:rPr lang="en-US" sz="1500" i="1" dirty="0">
                <a:solidFill>
                  <a:schemeClr val="bg2">
                    <a:lumMod val="75000"/>
                  </a:schemeClr>
                </a:solidFill>
                <a:latin typeface="Helvetica" pitchFamily="2" charset="0"/>
              </a:rPr>
              <a:t>., </a:t>
            </a:r>
            <a:r>
              <a:rPr lang="en-US" sz="1500" dirty="0">
                <a:solidFill>
                  <a:schemeClr val="bg2">
                    <a:lumMod val="75000"/>
                  </a:schemeClr>
                </a:solidFill>
                <a:latin typeface="Helvetica" pitchFamily="2" charset="0"/>
              </a:rPr>
              <a:t>2011</a:t>
            </a:r>
            <a:endParaRPr lang="en-US" sz="1500" i="1" dirty="0">
              <a:solidFill>
                <a:schemeClr val="bg2">
                  <a:lumMod val="75000"/>
                </a:schemeClr>
              </a:solidFill>
            </a:endParaRPr>
          </a:p>
        </p:txBody>
      </p:sp>
      <p:sp>
        <p:nvSpPr>
          <p:cNvPr id="21" name="TextBox 20">
            <a:extLst>
              <a:ext uri="{FF2B5EF4-FFF2-40B4-BE49-F238E27FC236}">
                <a16:creationId xmlns:a16="http://schemas.microsoft.com/office/drawing/2014/main" id="{17522EA1-1320-ED1F-D568-FB72FAA5672B}"/>
              </a:ext>
            </a:extLst>
          </p:cNvPr>
          <p:cNvSpPr txBox="1"/>
          <p:nvPr/>
        </p:nvSpPr>
        <p:spPr>
          <a:xfrm>
            <a:off x="5330250" y="5521965"/>
            <a:ext cx="1836288" cy="553998"/>
          </a:xfrm>
          <a:prstGeom prst="rect">
            <a:avLst/>
          </a:prstGeom>
          <a:noFill/>
        </p:spPr>
        <p:txBody>
          <a:bodyPr wrap="square">
            <a:spAutoFit/>
          </a:bodyPr>
          <a:lstStyle/>
          <a:p>
            <a:r>
              <a:rPr lang="en-US" sz="1500" dirty="0">
                <a:solidFill>
                  <a:schemeClr val="bg2">
                    <a:lumMod val="75000"/>
                  </a:schemeClr>
                </a:solidFill>
                <a:latin typeface="Helvetica" pitchFamily="2" charset="0"/>
              </a:rPr>
              <a:t>Michelmann et al.,</a:t>
            </a:r>
            <a:endParaRPr lang="en-US" sz="1500" i="1" dirty="0">
              <a:solidFill>
                <a:schemeClr val="bg2">
                  <a:lumMod val="75000"/>
                </a:schemeClr>
              </a:solidFill>
              <a:latin typeface="Helvetica" pitchFamily="2" charset="0"/>
            </a:endParaRPr>
          </a:p>
          <a:p>
            <a:r>
              <a:rPr lang="en-US" sz="1500" i="1" dirty="0">
                <a:solidFill>
                  <a:schemeClr val="bg2">
                    <a:lumMod val="75000"/>
                  </a:schemeClr>
                </a:solidFill>
                <a:latin typeface="Helvetica" pitchFamily="2" charset="0"/>
              </a:rPr>
              <a:t>Nat. Comm.,</a:t>
            </a:r>
            <a:r>
              <a:rPr lang="en-US" sz="1500" dirty="0">
                <a:solidFill>
                  <a:schemeClr val="bg2">
                    <a:lumMod val="75000"/>
                  </a:schemeClr>
                </a:solidFill>
                <a:latin typeface="Helvetica" pitchFamily="2" charset="0"/>
              </a:rPr>
              <a:t> 2021</a:t>
            </a:r>
            <a:endParaRPr lang="en-US" sz="1500" i="1" dirty="0">
              <a:solidFill>
                <a:schemeClr val="bg2">
                  <a:lumMod val="75000"/>
                </a:schemeClr>
              </a:solidFill>
            </a:endParaRPr>
          </a:p>
        </p:txBody>
      </p:sp>
    </p:spTree>
    <p:extLst>
      <p:ext uri="{BB962C8B-B14F-4D97-AF65-F5344CB8AC3E}">
        <p14:creationId xmlns:p14="http://schemas.microsoft.com/office/powerpoint/2010/main" val="17871876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gtEl>
                                        <p:attrNameLst>
                                          <p:attrName>style.visibility</p:attrName>
                                        </p:attrNameLst>
                                      </p:cBhvr>
                                      <p:to>
                                        <p:strVal val="visible"/>
                                      </p:to>
                                    </p:set>
                                  </p:childTnLst>
                                </p:cTn>
                              </p:par>
                              <p:par>
                                <p:cTn id="23" presetID="0" presetClass="path" presetSubtype="0" accel="50000" decel="50000" fill="hold" nodeType="withEffect">
                                  <p:stCondLst>
                                    <p:cond delay="0"/>
                                  </p:stCondLst>
                                  <p:childTnLst>
                                    <p:animMotion origin="layout" path="M 0 3.33333E-6 L -0.04414 -0.00047 " pathEditMode="relative" rAng="0" ptsTypes="AA">
                                      <p:cBhvr>
                                        <p:cTn id="24" dur="1000" fill="hold"/>
                                        <p:tgtEl>
                                          <p:spTgt spid="3"/>
                                        </p:tgtEl>
                                        <p:attrNameLst>
                                          <p:attrName>ppt_x</p:attrName>
                                          <p:attrName>ppt_y</p:attrName>
                                        </p:attrNameLst>
                                      </p:cBhvr>
                                      <p:rCtr x="-2214" y="-23"/>
                                    </p:animMotion>
                                  </p:childTnLst>
                                </p:cTn>
                              </p:par>
                              <p:par>
                                <p:cTn id="25" presetID="0" presetClass="path" presetSubtype="0" accel="50000" decel="50000" fill="hold" nodeType="withEffect">
                                  <p:stCondLst>
                                    <p:cond delay="0"/>
                                  </p:stCondLst>
                                  <p:childTnLst>
                                    <p:animMotion origin="layout" path="M -1.875E-6 3.33333E-6 L 0.03281 -0.00047 " pathEditMode="relative" rAng="0" ptsTypes="AA">
                                      <p:cBhvr>
                                        <p:cTn id="26" dur="1000" fill="hold"/>
                                        <p:tgtEl>
                                          <p:spTgt spid="4"/>
                                        </p:tgtEl>
                                        <p:attrNameLst>
                                          <p:attrName>ppt_x</p:attrName>
                                          <p:attrName>ppt_y</p:attrName>
                                        </p:attrNameLst>
                                      </p:cBhvr>
                                      <p:rCtr x="1641" y="-23"/>
                                    </p:animMotion>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0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par>
                                <p:cTn id="35" presetID="9" presetClass="entr" presetSubtype="0" fill="hold" nodeType="withEffect">
                                  <p:stCondLst>
                                    <p:cond delay="500"/>
                                  </p:stCondLst>
                                  <p:childTnLst>
                                    <p:set>
                                      <p:cBhvr>
                                        <p:cTn id="36" dur="1" fill="hold">
                                          <p:stCondLst>
                                            <p:cond delay="0"/>
                                          </p:stCondLst>
                                        </p:cTn>
                                        <p:tgtEl>
                                          <p:spTgt spid="9"/>
                                        </p:tgtEl>
                                        <p:attrNameLst>
                                          <p:attrName>style.visibility</p:attrName>
                                        </p:attrNameLst>
                                      </p:cBhvr>
                                      <p:to>
                                        <p:strVal val="visible"/>
                                      </p:to>
                                    </p:set>
                                    <p:animEffect transition="in" filter="dissolve">
                                      <p:cBhvr>
                                        <p:cTn id="37" dur="500"/>
                                        <p:tgtEl>
                                          <p:spTgt spid="9"/>
                                        </p:tgtEl>
                                      </p:cBhvr>
                                    </p:animEffect>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50"/>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117"/>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5"/>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8" grpId="0" animBg="1"/>
      <p:bldP spid="50" grpId="0" animBg="1"/>
      <p:bldP spid="107" grpId="0" animBg="1"/>
      <p:bldP spid="117" grpId="0"/>
      <p:bldP spid="14" grpId="0"/>
      <p:bldP spid="17" grpId="0"/>
      <p:bldP spid="19" grpId="0"/>
      <p:bldP spid="21"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969" name="Picture 3968" descr="A screenshot of a computer&#10;&#10;Description automatically generated">
            <a:extLst>
              <a:ext uri="{FF2B5EF4-FFF2-40B4-BE49-F238E27FC236}">
                <a16:creationId xmlns:a16="http://schemas.microsoft.com/office/drawing/2014/main" id="{F0A63C6E-9FDF-25F5-3551-BDA381E7D0D7}"/>
              </a:ext>
            </a:extLst>
          </p:cNvPr>
          <p:cNvPicPr>
            <a:picLocks noChangeAspect="1"/>
          </p:cNvPicPr>
          <p:nvPr/>
        </p:nvPicPr>
        <p:blipFill>
          <a:blip r:embed="rId3"/>
          <a:stretch>
            <a:fillRect/>
          </a:stretch>
        </p:blipFill>
        <p:spPr>
          <a:xfrm>
            <a:off x="759821" y="1783591"/>
            <a:ext cx="8343837" cy="2926080"/>
          </a:xfrm>
          <a:prstGeom prst="rect">
            <a:avLst/>
          </a:prstGeom>
        </p:spPr>
      </p:pic>
      <p:pic>
        <p:nvPicPr>
          <p:cNvPr id="3971" name="Picture 3970" descr="A black and white image of a cup&#10;&#10;Description automatically generated">
            <a:extLst>
              <a:ext uri="{FF2B5EF4-FFF2-40B4-BE49-F238E27FC236}">
                <a16:creationId xmlns:a16="http://schemas.microsoft.com/office/drawing/2014/main" id="{040AEAC1-65D6-20FB-1111-FBE08D3766D5}"/>
              </a:ext>
            </a:extLst>
          </p:cNvPr>
          <p:cNvPicPr>
            <a:picLocks noChangeAspect="1"/>
          </p:cNvPicPr>
          <p:nvPr/>
        </p:nvPicPr>
        <p:blipFill>
          <a:blip r:embed="rId4"/>
          <a:stretch>
            <a:fillRect/>
          </a:stretch>
        </p:blipFill>
        <p:spPr>
          <a:xfrm>
            <a:off x="9103658" y="2009502"/>
            <a:ext cx="2301930" cy="2286000"/>
          </a:xfrm>
          <a:prstGeom prst="rect">
            <a:avLst/>
          </a:prstGeom>
        </p:spPr>
      </p:pic>
      <p:sp>
        <p:nvSpPr>
          <p:cNvPr id="3" name="Text 2">
            <a:extLst>
              <a:ext uri="{FF2B5EF4-FFF2-40B4-BE49-F238E27FC236}">
                <a16:creationId xmlns:a16="http://schemas.microsoft.com/office/drawing/2014/main" id="{2CE5A0F6-47A3-223A-245B-D3892D7D62C9}"/>
              </a:ext>
            </a:extLst>
          </p:cNvPr>
          <p:cNvSpPr/>
          <p:nvPr/>
        </p:nvSpPr>
        <p:spPr>
          <a:xfrm>
            <a:off x="343508" y="164865"/>
            <a:ext cx="5154923" cy="457245"/>
          </a:xfrm>
          <a:prstGeom prst="rect">
            <a:avLst/>
          </a:prstGeom>
          <a:noFill/>
          <a:ln/>
        </p:spPr>
        <p:txBody>
          <a:bodyPr wrap="square" lIns="0" tIns="0" rIns="0" bIns="0" rtlCol="0" anchor="ctr">
            <a:normAutofit/>
          </a:bodyPr>
          <a:lstStyle/>
          <a:p>
            <a:pPr marL="0" indent="0">
              <a:buNone/>
            </a:pPr>
            <a:r>
              <a:rPr lang="en-US" sz="2600" dirty="0">
                <a:latin typeface="Helvetica" pitchFamily="2" charset="0"/>
              </a:rPr>
              <a:t>Experiment: the MST-Back task</a:t>
            </a:r>
          </a:p>
        </p:txBody>
      </p:sp>
    </p:spTree>
    <p:extLst>
      <p:ext uri="{BB962C8B-B14F-4D97-AF65-F5344CB8AC3E}">
        <p14:creationId xmlns:p14="http://schemas.microsoft.com/office/powerpoint/2010/main" val="19746911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6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8BEC0793-C5E4-AA09-156E-D9768AF9A46E}"/>
              </a:ext>
            </a:extLst>
          </p:cNvPr>
          <p:cNvGrpSpPr/>
          <p:nvPr/>
        </p:nvGrpSpPr>
        <p:grpSpPr>
          <a:xfrm>
            <a:off x="2357664" y="1081540"/>
            <a:ext cx="9238662" cy="1856929"/>
            <a:chOff x="1086465" y="1046380"/>
            <a:chExt cx="10078540" cy="2025741"/>
          </a:xfrm>
        </p:grpSpPr>
        <p:grpSp>
          <p:nvGrpSpPr>
            <p:cNvPr id="3489" name="Graphic 14">
              <a:extLst>
                <a:ext uri="{FF2B5EF4-FFF2-40B4-BE49-F238E27FC236}">
                  <a16:creationId xmlns:a16="http://schemas.microsoft.com/office/drawing/2014/main" id="{E4431E93-5404-8225-1C38-6E53D6CEE57B}"/>
                </a:ext>
              </a:extLst>
            </p:cNvPr>
            <p:cNvGrpSpPr/>
            <p:nvPr/>
          </p:nvGrpSpPr>
          <p:grpSpPr>
            <a:xfrm>
              <a:off x="1280604" y="1046380"/>
              <a:ext cx="3158192" cy="292768"/>
              <a:chOff x="1610383" y="2222056"/>
              <a:chExt cx="852260" cy="79005"/>
            </a:xfrm>
            <a:solidFill>
              <a:srgbClr val="010101"/>
            </a:solidFill>
          </p:grpSpPr>
          <p:sp>
            <p:nvSpPr>
              <p:cNvPr id="3490" name="Freeform 3489">
                <a:extLst>
                  <a:ext uri="{FF2B5EF4-FFF2-40B4-BE49-F238E27FC236}">
                    <a16:creationId xmlns:a16="http://schemas.microsoft.com/office/drawing/2014/main" id="{92F10CB8-2427-D53F-C884-E9BE9FA85ABB}"/>
                  </a:ext>
                </a:extLst>
              </p:cNvPr>
              <p:cNvSpPr/>
              <p:nvPr/>
            </p:nvSpPr>
            <p:spPr>
              <a:xfrm>
                <a:off x="1610383" y="2224885"/>
                <a:ext cx="20436" cy="58567"/>
              </a:xfrm>
              <a:custGeom>
                <a:avLst/>
                <a:gdLst>
                  <a:gd name="connsiteX0" fmla="*/ 15119 w 20436"/>
                  <a:gd name="connsiteY0" fmla="*/ 15036 h 58567"/>
                  <a:gd name="connsiteX1" fmla="*/ 0 w 20436"/>
                  <a:gd name="connsiteY1" fmla="*/ 15036 h 58567"/>
                  <a:gd name="connsiteX2" fmla="*/ 0 w 20436"/>
                  <a:gd name="connsiteY2" fmla="*/ 11547 h 58567"/>
                  <a:gd name="connsiteX3" fmla="*/ 6009 w 20436"/>
                  <a:gd name="connsiteY3" fmla="*/ 10883 h 58567"/>
                  <a:gd name="connsiteX4" fmla="*/ 10744 w 20436"/>
                  <a:gd name="connsiteY4" fmla="*/ 9304 h 58567"/>
                  <a:gd name="connsiteX5" fmla="*/ 14150 w 20436"/>
                  <a:gd name="connsiteY5" fmla="*/ 5954 h 58567"/>
                  <a:gd name="connsiteX6" fmla="*/ 16199 w 20436"/>
                  <a:gd name="connsiteY6" fmla="*/ 0 h 58567"/>
                  <a:gd name="connsiteX7" fmla="*/ 20436 w 20436"/>
                  <a:gd name="connsiteY7" fmla="*/ 0 h 58567"/>
                  <a:gd name="connsiteX8" fmla="*/ 20436 w 20436"/>
                  <a:gd name="connsiteY8" fmla="*/ 58567 h 58567"/>
                  <a:gd name="connsiteX9" fmla="*/ 15119 w 20436"/>
                  <a:gd name="connsiteY9" fmla="*/ 58567 h 58567"/>
                  <a:gd name="connsiteX10" fmla="*/ 15119 w 20436"/>
                  <a:gd name="connsiteY10" fmla="*/ 15036 h 58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36" h="58567">
                    <a:moveTo>
                      <a:pt x="15119" y="15036"/>
                    </a:moveTo>
                    <a:lnTo>
                      <a:pt x="0" y="15036"/>
                    </a:lnTo>
                    <a:lnTo>
                      <a:pt x="0" y="11547"/>
                    </a:lnTo>
                    <a:cubicBezTo>
                      <a:pt x="2215" y="11381"/>
                      <a:pt x="4209" y="11160"/>
                      <a:pt x="6009" y="10883"/>
                    </a:cubicBezTo>
                    <a:cubicBezTo>
                      <a:pt x="7809" y="10606"/>
                      <a:pt x="9387" y="10080"/>
                      <a:pt x="10744" y="9304"/>
                    </a:cubicBezTo>
                    <a:cubicBezTo>
                      <a:pt x="12101" y="8529"/>
                      <a:pt x="13236" y="7421"/>
                      <a:pt x="14150" y="5954"/>
                    </a:cubicBezTo>
                    <a:cubicBezTo>
                      <a:pt x="15064" y="4486"/>
                      <a:pt x="15729" y="2492"/>
                      <a:pt x="16199" y="0"/>
                    </a:cubicBezTo>
                    <a:lnTo>
                      <a:pt x="20436" y="0"/>
                    </a:lnTo>
                    <a:lnTo>
                      <a:pt x="20436" y="58567"/>
                    </a:lnTo>
                    <a:lnTo>
                      <a:pt x="15119" y="58567"/>
                    </a:lnTo>
                    <a:lnTo>
                      <a:pt x="15119" y="15036"/>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91" name="Freeform 3490">
                <a:extLst>
                  <a:ext uri="{FF2B5EF4-FFF2-40B4-BE49-F238E27FC236}">
                    <a16:creationId xmlns:a16="http://schemas.microsoft.com/office/drawing/2014/main" id="{A97E9889-9421-0D56-F2C3-B1706D7250F7}"/>
                  </a:ext>
                </a:extLst>
              </p:cNvPr>
              <p:cNvSpPr/>
              <p:nvPr/>
            </p:nvSpPr>
            <p:spPr>
              <a:xfrm>
                <a:off x="1649926" y="2259277"/>
                <a:ext cx="21017" cy="5150"/>
              </a:xfrm>
              <a:custGeom>
                <a:avLst/>
                <a:gdLst>
                  <a:gd name="connsiteX0" fmla="*/ 21018 w 21017"/>
                  <a:gd name="connsiteY0" fmla="*/ 0 h 5150"/>
                  <a:gd name="connsiteX1" fmla="*/ 21018 w 21017"/>
                  <a:gd name="connsiteY1" fmla="*/ 5151 h 5150"/>
                  <a:gd name="connsiteX2" fmla="*/ 0 w 21017"/>
                  <a:gd name="connsiteY2" fmla="*/ 5151 h 5150"/>
                  <a:gd name="connsiteX3" fmla="*/ 0 w 21017"/>
                  <a:gd name="connsiteY3" fmla="*/ 0 h 5150"/>
                  <a:gd name="connsiteX4" fmla="*/ 21018 w 21017"/>
                  <a:gd name="connsiteY4" fmla="*/ 0 h 5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017" h="5150">
                    <a:moveTo>
                      <a:pt x="21018" y="0"/>
                    </a:moveTo>
                    <a:lnTo>
                      <a:pt x="21018" y="5151"/>
                    </a:lnTo>
                    <a:lnTo>
                      <a:pt x="0" y="5151"/>
                    </a:lnTo>
                    <a:lnTo>
                      <a:pt x="0" y="0"/>
                    </a:lnTo>
                    <a:lnTo>
                      <a:pt x="21018" y="0"/>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92" name="Freeform 3491">
                <a:extLst>
                  <a:ext uri="{FF2B5EF4-FFF2-40B4-BE49-F238E27FC236}">
                    <a16:creationId xmlns:a16="http://schemas.microsoft.com/office/drawing/2014/main" id="{0FB42CC0-1817-1A3C-E808-92139E5548A1}"/>
                  </a:ext>
                </a:extLst>
              </p:cNvPr>
              <p:cNvSpPr/>
              <p:nvPr/>
            </p:nvSpPr>
            <p:spPr>
              <a:xfrm>
                <a:off x="1680830" y="2223639"/>
                <a:ext cx="39543" cy="60948"/>
              </a:xfrm>
              <a:custGeom>
                <a:avLst/>
                <a:gdLst>
                  <a:gd name="connsiteX0" fmla="*/ 4984 w 39543"/>
                  <a:gd name="connsiteY0" fmla="*/ 59813 h 60948"/>
                  <a:gd name="connsiteX1" fmla="*/ 0 w 39543"/>
                  <a:gd name="connsiteY1" fmla="*/ 59813 h 60948"/>
                  <a:gd name="connsiteX2" fmla="*/ 0 w 39543"/>
                  <a:gd name="connsiteY2" fmla="*/ 0 h 60948"/>
                  <a:gd name="connsiteX3" fmla="*/ 4984 w 39543"/>
                  <a:gd name="connsiteY3" fmla="*/ 0 h 60948"/>
                  <a:gd name="connsiteX4" fmla="*/ 4984 w 39543"/>
                  <a:gd name="connsiteY4" fmla="*/ 23676 h 60948"/>
                  <a:gd name="connsiteX5" fmla="*/ 11603 w 39543"/>
                  <a:gd name="connsiteY5" fmla="*/ 17639 h 60948"/>
                  <a:gd name="connsiteX6" fmla="*/ 20381 w 39543"/>
                  <a:gd name="connsiteY6" fmla="*/ 15618 h 60948"/>
                  <a:gd name="connsiteX7" fmla="*/ 28882 w 39543"/>
                  <a:gd name="connsiteY7" fmla="*/ 17473 h 60948"/>
                  <a:gd name="connsiteX8" fmla="*/ 34863 w 39543"/>
                  <a:gd name="connsiteY8" fmla="*/ 22458 h 60948"/>
                  <a:gd name="connsiteX9" fmla="*/ 38380 w 39543"/>
                  <a:gd name="connsiteY9" fmla="*/ 29713 h 60948"/>
                  <a:gd name="connsiteX10" fmla="*/ 39543 w 39543"/>
                  <a:gd name="connsiteY10" fmla="*/ 38353 h 60948"/>
                  <a:gd name="connsiteX11" fmla="*/ 38463 w 39543"/>
                  <a:gd name="connsiteY11" fmla="*/ 47241 h 60948"/>
                  <a:gd name="connsiteX12" fmla="*/ 35030 w 39543"/>
                  <a:gd name="connsiteY12" fmla="*/ 54414 h 60948"/>
                  <a:gd name="connsiteX13" fmla="*/ 28993 w 39543"/>
                  <a:gd name="connsiteY13" fmla="*/ 59204 h 60948"/>
                  <a:gd name="connsiteX14" fmla="*/ 20104 w 39543"/>
                  <a:gd name="connsiteY14" fmla="*/ 60949 h 60948"/>
                  <a:gd name="connsiteX15" fmla="*/ 15867 w 39543"/>
                  <a:gd name="connsiteY15" fmla="*/ 60367 h 60948"/>
                  <a:gd name="connsiteX16" fmla="*/ 11658 w 39543"/>
                  <a:gd name="connsiteY16" fmla="*/ 58706 h 60948"/>
                  <a:gd name="connsiteX17" fmla="*/ 7920 w 39543"/>
                  <a:gd name="connsiteY17" fmla="*/ 55992 h 60948"/>
                  <a:gd name="connsiteX18" fmla="*/ 5151 w 39543"/>
                  <a:gd name="connsiteY18" fmla="*/ 52226 h 60948"/>
                  <a:gd name="connsiteX19" fmla="*/ 4984 w 39543"/>
                  <a:gd name="connsiteY19" fmla="*/ 52226 h 60948"/>
                  <a:gd name="connsiteX20" fmla="*/ 4984 w 39543"/>
                  <a:gd name="connsiteY20" fmla="*/ 59786 h 60948"/>
                  <a:gd name="connsiteX21" fmla="*/ 4984 w 39543"/>
                  <a:gd name="connsiteY21" fmla="*/ 38131 h 60948"/>
                  <a:gd name="connsiteX22" fmla="*/ 5954 w 39543"/>
                  <a:gd name="connsiteY22" fmla="*/ 45386 h 60948"/>
                  <a:gd name="connsiteX23" fmla="*/ 8723 w 39543"/>
                  <a:gd name="connsiteY23" fmla="*/ 51201 h 60948"/>
                  <a:gd name="connsiteX24" fmla="*/ 13292 w 39543"/>
                  <a:gd name="connsiteY24" fmla="*/ 55078 h 60948"/>
                  <a:gd name="connsiteX25" fmla="*/ 19522 w 39543"/>
                  <a:gd name="connsiteY25" fmla="*/ 56490 h 60948"/>
                  <a:gd name="connsiteX26" fmla="*/ 25338 w 39543"/>
                  <a:gd name="connsiteY26" fmla="*/ 55383 h 60948"/>
                  <a:gd name="connsiteX27" fmla="*/ 29990 w 39543"/>
                  <a:gd name="connsiteY27" fmla="*/ 52087 h 60948"/>
                  <a:gd name="connsiteX28" fmla="*/ 33091 w 39543"/>
                  <a:gd name="connsiteY28" fmla="*/ 46826 h 60948"/>
                  <a:gd name="connsiteX29" fmla="*/ 34199 w 39543"/>
                  <a:gd name="connsiteY29" fmla="*/ 39626 h 60948"/>
                  <a:gd name="connsiteX30" fmla="*/ 33534 w 39543"/>
                  <a:gd name="connsiteY30" fmla="*/ 32011 h 60948"/>
                  <a:gd name="connsiteX31" fmla="*/ 30876 w 39543"/>
                  <a:gd name="connsiteY31" fmla="*/ 25836 h 60948"/>
                  <a:gd name="connsiteX32" fmla="*/ 26196 w 39543"/>
                  <a:gd name="connsiteY32" fmla="*/ 21627 h 60948"/>
                  <a:gd name="connsiteX33" fmla="*/ 19495 w 39543"/>
                  <a:gd name="connsiteY33" fmla="*/ 20104 h 60948"/>
                  <a:gd name="connsiteX34" fmla="*/ 13375 w 39543"/>
                  <a:gd name="connsiteY34" fmla="*/ 21544 h 60948"/>
                  <a:gd name="connsiteX35" fmla="*/ 8806 w 39543"/>
                  <a:gd name="connsiteY35" fmla="*/ 25448 h 60948"/>
                  <a:gd name="connsiteX36" fmla="*/ 5926 w 39543"/>
                  <a:gd name="connsiteY36" fmla="*/ 31180 h 60948"/>
                  <a:gd name="connsiteX37" fmla="*/ 4929 w 39543"/>
                  <a:gd name="connsiteY37" fmla="*/ 38103 h 609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9543" h="60948">
                    <a:moveTo>
                      <a:pt x="4984" y="59813"/>
                    </a:moveTo>
                    <a:lnTo>
                      <a:pt x="0" y="59813"/>
                    </a:lnTo>
                    <a:lnTo>
                      <a:pt x="0" y="0"/>
                    </a:lnTo>
                    <a:lnTo>
                      <a:pt x="4984" y="0"/>
                    </a:lnTo>
                    <a:lnTo>
                      <a:pt x="4984" y="23676"/>
                    </a:lnTo>
                    <a:cubicBezTo>
                      <a:pt x="6591" y="21018"/>
                      <a:pt x="8806" y="18996"/>
                      <a:pt x="11603" y="17639"/>
                    </a:cubicBezTo>
                    <a:cubicBezTo>
                      <a:pt x="14399" y="16283"/>
                      <a:pt x="17307" y="15618"/>
                      <a:pt x="20381" y="15618"/>
                    </a:cubicBezTo>
                    <a:cubicBezTo>
                      <a:pt x="23648" y="15618"/>
                      <a:pt x="26473" y="16255"/>
                      <a:pt x="28882" y="17473"/>
                    </a:cubicBezTo>
                    <a:cubicBezTo>
                      <a:pt x="31291" y="18719"/>
                      <a:pt x="33285" y="20381"/>
                      <a:pt x="34863" y="22458"/>
                    </a:cubicBezTo>
                    <a:cubicBezTo>
                      <a:pt x="36442" y="24535"/>
                      <a:pt x="37605" y="26944"/>
                      <a:pt x="38380" y="29713"/>
                    </a:cubicBezTo>
                    <a:cubicBezTo>
                      <a:pt x="39156" y="32482"/>
                      <a:pt x="39543" y="35362"/>
                      <a:pt x="39543" y="38353"/>
                    </a:cubicBezTo>
                    <a:cubicBezTo>
                      <a:pt x="39543" y="41509"/>
                      <a:pt x="39183" y="44472"/>
                      <a:pt x="38463" y="47241"/>
                    </a:cubicBezTo>
                    <a:cubicBezTo>
                      <a:pt x="37743" y="50011"/>
                      <a:pt x="36608" y="52392"/>
                      <a:pt x="35030" y="54414"/>
                    </a:cubicBezTo>
                    <a:cubicBezTo>
                      <a:pt x="33451" y="56435"/>
                      <a:pt x="31430" y="58041"/>
                      <a:pt x="28993" y="59204"/>
                    </a:cubicBezTo>
                    <a:cubicBezTo>
                      <a:pt x="26556" y="60367"/>
                      <a:pt x="23593" y="60949"/>
                      <a:pt x="20104" y="60949"/>
                    </a:cubicBezTo>
                    <a:cubicBezTo>
                      <a:pt x="18719" y="60949"/>
                      <a:pt x="17307" y="60755"/>
                      <a:pt x="15867" y="60367"/>
                    </a:cubicBezTo>
                    <a:cubicBezTo>
                      <a:pt x="14427" y="59979"/>
                      <a:pt x="13015" y="59426"/>
                      <a:pt x="11658" y="58706"/>
                    </a:cubicBezTo>
                    <a:cubicBezTo>
                      <a:pt x="10301" y="57986"/>
                      <a:pt x="9055" y="57100"/>
                      <a:pt x="7920" y="55992"/>
                    </a:cubicBezTo>
                    <a:cubicBezTo>
                      <a:pt x="6784" y="54912"/>
                      <a:pt x="5843" y="53666"/>
                      <a:pt x="5151" y="52226"/>
                    </a:cubicBezTo>
                    <a:lnTo>
                      <a:pt x="4984" y="52226"/>
                    </a:lnTo>
                    <a:lnTo>
                      <a:pt x="4984" y="59786"/>
                    </a:lnTo>
                    <a:close/>
                    <a:moveTo>
                      <a:pt x="4984" y="38131"/>
                    </a:moveTo>
                    <a:cubicBezTo>
                      <a:pt x="4984" y="40734"/>
                      <a:pt x="5289" y="43143"/>
                      <a:pt x="5954" y="45386"/>
                    </a:cubicBezTo>
                    <a:cubicBezTo>
                      <a:pt x="6591" y="47629"/>
                      <a:pt x="7504" y="49568"/>
                      <a:pt x="8723" y="51201"/>
                    </a:cubicBezTo>
                    <a:cubicBezTo>
                      <a:pt x="9941" y="52835"/>
                      <a:pt x="11464" y="54137"/>
                      <a:pt x="13292" y="55078"/>
                    </a:cubicBezTo>
                    <a:cubicBezTo>
                      <a:pt x="15119" y="56020"/>
                      <a:pt x="17196" y="56490"/>
                      <a:pt x="19522" y="56490"/>
                    </a:cubicBezTo>
                    <a:cubicBezTo>
                      <a:pt x="21627" y="56490"/>
                      <a:pt x="23565" y="56130"/>
                      <a:pt x="25338" y="55383"/>
                    </a:cubicBezTo>
                    <a:cubicBezTo>
                      <a:pt x="27110" y="54635"/>
                      <a:pt x="28661" y="53555"/>
                      <a:pt x="29990" y="52087"/>
                    </a:cubicBezTo>
                    <a:cubicBezTo>
                      <a:pt x="31319" y="50647"/>
                      <a:pt x="32343" y="48903"/>
                      <a:pt x="33091" y="46826"/>
                    </a:cubicBezTo>
                    <a:cubicBezTo>
                      <a:pt x="33839" y="44749"/>
                      <a:pt x="34199" y="42340"/>
                      <a:pt x="34199" y="39626"/>
                    </a:cubicBezTo>
                    <a:cubicBezTo>
                      <a:pt x="34310" y="36913"/>
                      <a:pt x="34088" y="34393"/>
                      <a:pt x="33534" y="32011"/>
                    </a:cubicBezTo>
                    <a:cubicBezTo>
                      <a:pt x="32980" y="29657"/>
                      <a:pt x="32094" y="27608"/>
                      <a:pt x="30876" y="25836"/>
                    </a:cubicBezTo>
                    <a:cubicBezTo>
                      <a:pt x="29657" y="24064"/>
                      <a:pt x="28107" y="22679"/>
                      <a:pt x="26196" y="21627"/>
                    </a:cubicBezTo>
                    <a:cubicBezTo>
                      <a:pt x="24285" y="20602"/>
                      <a:pt x="22042" y="20104"/>
                      <a:pt x="19495" y="20104"/>
                    </a:cubicBezTo>
                    <a:cubicBezTo>
                      <a:pt x="17224" y="20104"/>
                      <a:pt x="15175" y="20602"/>
                      <a:pt x="13375" y="21544"/>
                    </a:cubicBezTo>
                    <a:cubicBezTo>
                      <a:pt x="11575" y="22513"/>
                      <a:pt x="10052" y="23815"/>
                      <a:pt x="8806" y="25448"/>
                    </a:cubicBezTo>
                    <a:cubicBezTo>
                      <a:pt x="7560" y="27082"/>
                      <a:pt x="6618" y="28993"/>
                      <a:pt x="5926" y="31180"/>
                    </a:cubicBezTo>
                    <a:cubicBezTo>
                      <a:pt x="5261" y="33368"/>
                      <a:pt x="4929" y="35666"/>
                      <a:pt x="4929" y="38103"/>
                    </a:cubicBez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93" name="Freeform 3492">
                <a:extLst>
                  <a:ext uri="{FF2B5EF4-FFF2-40B4-BE49-F238E27FC236}">
                    <a16:creationId xmlns:a16="http://schemas.microsoft.com/office/drawing/2014/main" id="{6910B1B5-AE9D-3833-E701-4B2745D228D6}"/>
                  </a:ext>
                </a:extLst>
              </p:cNvPr>
              <p:cNvSpPr/>
              <p:nvPr/>
            </p:nvSpPr>
            <p:spPr>
              <a:xfrm>
                <a:off x="1728874" y="2239229"/>
                <a:ext cx="40567" cy="45330"/>
              </a:xfrm>
              <a:custGeom>
                <a:avLst/>
                <a:gdLst>
                  <a:gd name="connsiteX0" fmla="*/ 21904 w 40567"/>
                  <a:gd name="connsiteY0" fmla="*/ 19135 h 45330"/>
                  <a:gd name="connsiteX1" fmla="*/ 25282 w 40567"/>
                  <a:gd name="connsiteY1" fmla="*/ 18636 h 45330"/>
                  <a:gd name="connsiteX2" fmla="*/ 28467 w 40567"/>
                  <a:gd name="connsiteY2" fmla="*/ 17722 h 45330"/>
                  <a:gd name="connsiteX3" fmla="*/ 30017 w 40567"/>
                  <a:gd name="connsiteY3" fmla="*/ 15756 h 45330"/>
                  <a:gd name="connsiteX4" fmla="*/ 30294 w 40567"/>
                  <a:gd name="connsiteY4" fmla="*/ 13209 h 45330"/>
                  <a:gd name="connsiteX5" fmla="*/ 27830 w 40567"/>
                  <a:gd name="connsiteY5" fmla="*/ 6923 h 45330"/>
                  <a:gd name="connsiteX6" fmla="*/ 19578 w 40567"/>
                  <a:gd name="connsiteY6" fmla="*/ 4486 h 45330"/>
                  <a:gd name="connsiteX7" fmla="*/ 14843 w 40567"/>
                  <a:gd name="connsiteY7" fmla="*/ 4957 h 45330"/>
                  <a:gd name="connsiteX8" fmla="*/ 11049 w 40567"/>
                  <a:gd name="connsiteY8" fmla="*/ 6535 h 45330"/>
                  <a:gd name="connsiteX9" fmla="*/ 8390 w 40567"/>
                  <a:gd name="connsiteY9" fmla="*/ 9526 h 45330"/>
                  <a:gd name="connsiteX10" fmla="*/ 7034 w 40567"/>
                  <a:gd name="connsiteY10" fmla="*/ 14206 h 45330"/>
                  <a:gd name="connsiteX11" fmla="*/ 1966 w 40567"/>
                  <a:gd name="connsiteY11" fmla="*/ 14206 h 45330"/>
                  <a:gd name="connsiteX12" fmla="*/ 3711 w 40567"/>
                  <a:gd name="connsiteY12" fmla="*/ 7698 h 45330"/>
                  <a:gd name="connsiteX13" fmla="*/ 7587 w 40567"/>
                  <a:gd name="connsiteY13" fmla="*/ 3295 h 45330"/>
                  <a:gd name="connsiteX14" fmla="*/ 13070 w 40567"/>
                  <a:gd name="connsiteY14" fmla="*/ 803 h 45330"/>
                  <a:gd name="connsiteX15" fmla="*/ 19689 w 40567"/>
                  <a:gd name="connsiteY15" fmla="*/ 0 h 45330"/>
                  <a:gd name="connsiteX16" fmla="*/ 25781 w 40567"/>
                  <a:gd name="connsiteY16" fmla="*/ 692 h 45330"/>
                  <a:gd name="connsiteX17" fmla="*/ 30765 w 40567"/>
                  <a:gd name="connsiteY17" fmla="*/ 2935 h 45330"/>
                  <a:gd name="connsiteX18" fmla="*/ 34088 w 40567"/>
                  <a:gd name="connsiteY18" fmla="*/ 7034 h 45330"/>
                  <a:gd name="connsiteX19" fmla="*/ 35306 w 40567"/>
                  <a:gd name="connsiteY19" fmla="*/ 13347 h 45330"/>
                  <a:gd name="connsiteX20" fmla="*/ 35306 w 40567"/>
                  <a:gd name="connsiteY20" fmla="*/ 36774 h 45330"/>
                  <a:gd name="connsiteX21" fmla="*/ 36359 w 40567"/>
                  <a:gd name="connsiteY21" fmla="*/ 40457 h 45330"/>
                  <a:gd name="connsiteX22" fmla="*/ 40568 w 40567"/>
                  <a:gd name="connsiteY22" fmla="*/ 40069 h 45330"/>
                  <a:gd name="connsiteX23" fmla="*/ 40568 w 40567"/>
                  <a:gd name="connsiteY23" fmla="*/ 43974 h 45330"/>
                  <a:gd name="connsiteX24" fmla="*/ 38851 w 40567"/>
                  <a:gd name="connsiteY24" fmla="*/ 44472 h 45330"/>
                  <a:gd name="connsiteX25" fmla="*/ 36663 w 40567"/>
                  <a:gd name="connsiteY25" fmla="*/ 44805 h 45330"/>
                  <a:gd name="connsiteX26" fmla="*/ 34420 w 40567"/>
                  <a:gd name="connsiteY26" fmla="*/ 44555 h 45330"/>
                  <a:gd name="connsiteX27" fmla="*/ 32427 w 40567"/>
                  <a:gd name="connsiteY27" fmla="*/ 43780 h 45330"/>
                  <a:gd name="connsiteX28" fmla="*/ 31208 w 40567"/>
                  <a:gd name="connsiteY28" fmla="*/ 42285 h 45330"/>
                  <a:gd name="connsiteX29" fmla="*/ 30571 w 40567"/>
                  <a:gd name="connsiteY29" fmla="*/ 40374 h 45330"/>
                  <a:gd name="connsiteX30" fmla="*/ 30405 w 40567"/>
                  <a:gd name="connsiteY30" fmla="*/ 38186 h 45330"/>
                  <a:gd name="connsiteX31" fmla="*/ 23178 w 40567"/>
                  <a:gd name="connsiteY31" fmla="*/ 43503 h 45330"/>
                  <a:gd name="connsiteX32" fmla="*/ 14372 w 40567"/>
                  <a:gd name="connsiteY32" fmla="*/ 45331 h 45330"/>
                  <a:gd name="connsiteX33" fmla="*/ 8944 w 40567"/>
                  <a:gd name="connsiteY33" fmla="*/ 44583 h 45330"/>
                  <a:gd name="connsiteX34" fmla="*/ 4320 w 40567"/>
                  <a:gd name="connsiteY34" fmla="*/ 42257 h 45330"/>
                  <a:gd name="connsiteX35" fmla="*/ 1163 w 40567"/>
                  <a:gd name="connsiteY35" fmla="*/ 38380 h 45330"/>
                  <a:gd name="connsiteX36" fmla="*/ 0 w 40567"/>
                  <a:gd name="connsiteY36" fmla="*/ 32953 h 45330"/>
                  <a:gd name="connsiteX37" fmla="*/ 15036 w 40567"/>
                  <a:gd name="connsiteY37" fmla="*/ 19993 h 45330"/>
                  <a:gd name="connsiteX38" fmla="*/ 21932 w 40567"/>
                  <a:gd name="connsiteY38" fmla="*/ 19079 h 45330"/>
                  <a:gd name="connsiteX39" fmla="*/ 30294 w 40567"/>
                  <a:gd name="connsiteY39" fmla="*/ 21627 h 45330"/>
                  <a:gd name="connsiteX40" fmla="*/ 23898 w 40567"/>
                  <a:gd name="connsiteY40" fmla="*/ 23371 h 45330"/>
                  <a:gd name="connsiteX41" fmla="*/ 17418 w 40567"/>
                  <a:gd name="connsiteY41" fmla="*/ 24036 h 45330"/>
                  <a:gd name="connsiteX42" fmla="*/ 8474 w 40567"/>
                  <a:gd name="connsiteY42" fmla="*/ 26611 h 45330"/>
                  <a:gd name="connsiteX43" fmla="*/ 5261 w 40567"/>
                  <a:gd name="connsiteY43" fmla="*/ 33174 h 45330"/>
                  <a:gd name="connsiteX44" fmla="*/ 6064 w 40567"/>
                  <a:gd name="connsiteY44" fmla="*/ 36636 h 45330"/>
                  <a:gd name="connsiteX45" fmla="*/ 8141 w 40567"/>
                  <a:gd name="connsiteY45" fmla="*/ 39045 h 45330"/>
                  <a:gd name="connsiteX46" fmla="*/ 11132 w 40567"/>
                  <a:gd name="connsiteY46" fmla="*/ 40457 h 45330"/>
                  <a:gd name="connsiteX47" fmla="*/ 14593 w 40567"/>
                  <a:gd name="connsiteY47" fmla="*/ 40928 h 45330"/>
                  <a:gd name="connsiteX48" fmla="*/ 20409 w 40567"/>
                  <a:gd name="connsiteY48" fmla="*/ 40180 h 45330"/>
                  <a:gd name="connsiteX49" fmla="*/ 25448 w 40567"/>
                  <a:gd name="connsiteY49" fmla="*/ 37909 h 45330"/>
                  <a:gd name="connsiteX50" fmla="*/ 28965 w 40567"/>
                  <a:gd name="connsiteY50" fmla="*/ 34005 h 45330"/>
                  <a:gd name="connsiteX51" fmla="*/ 30294 w 40567"/>
                  <a:gd name="connsiteY51" fmla="*/ 28411 h 45330"/>
                  <a:gd name="connsiteX52" fmla="*/ 30294 w 40567"/>
                  <a:gd name="connsiteY52" fmla="*/ 21682 h 45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0567" h="45330">
                    <a:moveTo>
                      <a:pt x="21904" y="19135"/>
                    </a:moveTo>
                    <a:cubicBezTo>
                      <a:pt x="22845" y="19024"/>
                      <a:pt x="23981" y="18858"/>
                      <a:pt x="25282" y="18636"/>
                    </a:cubicBezTo>
                    <a:cubicBezTo>
                      <a:pt x="26584" y="18415"/>
                      <a:pt x="27636" y="18110"/>
                      <a:pt x="28467" y="17722"/>
                    </a:cubicBezTo>
                    <a:cubicBezTo>
                      <a:pt x="29297" y="17335"/>
                      <a:pt x="29796" y="16670"/>
                      <a:pt x="30017" y="15756"/>
                    </a:cubicBezTo>
                    <a:cubicBezTo>
                      <a:pt x="30211" y="14843"/>
                      <a:pt x="30294" y="14012"/>
                      <a:pt x="30294" y="13209"/>
                    </a:cubicBezTo>
                    <a:cubicBezTo>
                      <a:pt x="30294" y="10661"/>
                      <a:pt x="29464" y="8584"/>
                      <a:pt x="27830" y="6923"/>
                    </a:cubicBezTo>
                    <a:cubicBezTo>
                      <a:pt x="26196" y="5289"/>
                      <a:pt x="23455" y="4486"/>
                      <a:pt x="19578" y="4486"/>
                    </a:cubicBezTo>
                    <a:cubicBezTo>
                      <a:pt x="17861" y="4486"/>
                      <a:pt x="16283" y="4652"/>
                      <a:pt x="14843" y="4957"/>
                    </a:cubicBezTo>
                    <a:cubicBezTo>
                      <a:pt x="13403" y="5261"/>
                      <a:pt x="12129" y="5787"/>
                      <a:pt x="11049" y="6535"/>
                    </a:cubicBezTo>
                    <a:cubicBezTo>
                      <a:pt x="9969" y="7283"/>
                      <a:pt x="9083" y="8280"/>
                      <a:pt x="8390" y="9526"/>
                    </a:cubicBezTo>
                    <a:cubicBezTo>
                      <a:pt x="7698" y="10772"/>
                      <a:pt x="7227" y="12350"/>
                      <a:pt x="7034" y="14206"/>
                    </a:cubicBezTo>
                    <a:lnTo>
                      <a:pt x="1966" y="14206"/>
                    </a:lnTo>
                    <a:cubicBezTo>
                      <a:pt x="2132" y="11658"/>
                      <a:pt x="2714" y="9498"/>
                      <a:pt x="3711" y="7698"/>
                    </a:cubicBezTo>
                    <a:cubicBezTo>
                      <a:pt x="4708" y="5898"/>
                      <a:pt x="6009" y="4431"/>
                      <a:pt x="7587" y="3295"/>
                    </a:cubicBezTo>
                    <a:cubicBezTo>
                      <a:pt x="9166" y="2160"/>
                      <a:pt x="10993" y="1329"/>
                      <a:pt x="13070" y="803"/>
                    </a:cubicBezTo>
                    <a:cubicBezTo>
                      <a:pt x="15147" y="277"/>
                      <a:pt x="17335" y="0"/>
                      <a:pt x="19689" y="0"/>
                    </a:cubicBezTo>
                    <a:cubicBezTo>
                      <a:pt x="21848" y="0"/>
                      <a:pt x="23870" y="249"/>
                      <a:pt x="25781" y="692"/>
                    </a:cubicBezTo>
                    <a:cubicBezTo>
                      <a:pt x="27691" y="1163"/>
                      <a:pt x="29353" y="1911"/>
                      <a:pt x="30765" y="2935"/>
                    </a:cubicBezTo>
                    <a:cubicBezTo>
                      <a:pt x="32177" y="3960"/>
                      <a:pt x="33285" y="5344"/>
                      <a:pt x="34088" y="7034"/>
                    </a:cubicBezTo>
                    <a:cubicBezTo>
                      <a:pt x="34891" y="8750"/>
                      <a:pt x="35306" y="10855"/>
                      <a:pt x="35306" y="13347"/>
                    </a:cubicBezTo>
                    <a:lnTo>
                      <a:pt x="35306" y="36774"/>
                    </a:lnTo>
                    <a:cubicBezTo>
                      <a:pt x="35306" y="38713"/>
                      <a:pt x="35639" y="39959"/>
                      <a:pt x="36359" y="40457"/>
                    </a:cubicBezTo>
                    <a:cubicBezTo>
                      <a:pt x="37051" y="40983"/>
                      <a:pt x="38436" y="40872"/>
                      <a:pt x="40568" y="40069"/>
                    </a:cubicBezTo>
                    <a:lnTo>
                      <a:pt x="40568" y="43974"/>
                    </a:lnTo>
                    <a:cubicBezTo>
                      <a:pt x="40180" y="44085"/>
                      <a:pt x="39599" y="44251"/>
                      <a:pt x="38851" y="44472"/>
                    </a:cubicBezTo>
                    <a:cubicBezTo>
                      <a:pt x="38103" y="44694"/>
                      <a:pt x="37356" y="44805"/>
                      <a:pt x="36663" y="44805"/>
                    </a:cubicBezTo>
                    <a:cubicBezTo>
                      <a:pt x="35888" y="44805"/>
                      <a:pt x="35140" y="44721"/>
                      <a:pt x="34420" y="44555"/>
                    </a:cubicBezTo>
                    <a:cubicBezTo>
                      <a:pt x="33590" y="44445"/>
                      <a:pt x="32925" y="44195"/>
                      <a:pt x="32427" y="43780"/>
                    </a:cubicBezTo>
                    <a:cubicBezTo>
                      <a:pt x="31928" y="43365"/>
                      <a:pt x="31513" y="42866"/>
                      <a:pt x="31208" y="42285"/>
                    </a:cubicBezTo>
                    <a:cubicBezTo>
                      <a:pt x="30904" y="41703"/>
                      <a:pt x="30682" y="41066"/>
                      <a:pt x="30571" y="40374"/>
                    </a:cubicBezTo>
                    <a:cubicBezTo>
                      <a:pt x="30460" y="39682"/>
                      <a:pt x="30405" y="38962"/>
                      <a:pt x="30405" y="38186"/>
                    </a:cubicBezTo>
                    <a:cubicBezTo>
                      <a:pt x="28301" y="40512"/>
                      <a:pt x="25891" y="42285"/>
                      <a:pt x="23178" y="43503"/>
                    </a:cubicBezTo>
                    <a:cubicBezTo>
                      <a:pt x="20464" y="44721"/>
                      <a:pt x="17529" y="45331"/>
                      <a:pt x="14372" y="45331"/>
                    </a:cubicBezTo>
                    <a:cubicBezTo>
                      <a:pt x="12489" y="45331"/>
                      <a:pt x="10689" y="45081"/>
                      <a:pt x="8944" y="44583"/>
                    </a:cubicBezTo>
                    <a:cubicBezTo>
                      <a:pt x="7200" y="44085"/>
                      <a:pt x="5649" y="43309"/>
                      <a:pt x="4320" y="42257"/>
                    </a:cubicBezTo>
                    <a:cubicBezTo>
                      <a:pt x="2991" y="41205"/>
                      <a:pt x="1938" y="39931"/>
                      <a:pt x="1163" y="38380"/>
                    </a:cubicBezTo>
                    <a:cubicBezTo>
                      <a:pt x="388" y="36857"/>
                      <a:pt x="0" y="35057"/>
                      <a:pt x="0" y="32953"/>
                    </a:cubicBezTo>
                    <a:cubicBezTo>
                      <a:pt x="0" y="25642"/>
                      <a:pt x="5012" y="21322"/>
                      <a:pt x="15036" y="19993"/>
                    </a:cubicBezTo>
                    <a:lnTo>
                      <a:pt x="21932" y="19079"/>
                    </a:lnTo>
                    <a:close/>
                    <a:moveTo>
                      <a:pt x="30294" y="21627"/>
                    </a:moveTo>
                    <a:cubicBezTo>
                      <a:pt x="28190" y="22513"/>
                      <a:pt x="26058" y="23095"/>
                      <a:pt x="23898" y="23371"/>
                    </a:cubicBezTo>
                    <a:cubicBezTo>
                      <a:pt x="21738" y="23648"/>
                      <a:pt x="19578" y="23870"/>
                      <a:pt x="17418" y="24036"/>
                    </a:cubicBezTo>
                    <a:cubicBezTo>
                      <a:pt x="13596" y="24313"/>
                      <a:pt x="10606" y="25171"/>
                      <a:pt x="8474" y="26611"/>
                    </a:cubicBezTo>
                    <a:cubicBezTo>
                      <a:pt x="6341" y="28051"/>
                      <a:pt x="5261" y="30239"/>
                      <a:pt x="5261" y="33174"/>
                    </a:cubicBezTo>
                    <a:cubicBezTo>
                      <a:pt x="5261" y="34503"/>
                      <a:pt x="5511" y="35666"/>
                      <a:pt x="6064" y="36636"/>
                    </a:cubicBezTo>
                    <a:cubicBezTo>
                      <a:pt x="6591" y="37605"/>
                      <a:pt x="7283" y="38408"/>
                      <a:pt x="8141" y="39045"/>
                    </a:cubicBezTo>
                    <a:cubicBezTo>
                      <a:pt x="9000" y="39682"/>
                      <a:pt x="9997" y="40152"/>
                      <a:pt x="11132" y="40457"/>
                    </a:cubicBezTo>
                    <a:cubicBezTo>
                      <a:pt x="12267" y="40762"/>
                      <a:pt x="13430" y="40928"/>
                      <a:pt x="14593" y="40928"/>
                    </a:cubicBezTo>
                    <a:cubicBezTo>
                      <a:pt x="16587" y="40928"/>
                      <a:pt x="18526" y="40679"/>
                      <a:pt x="20409" y="40180"/>
                    </a:cubicBezTo>
                    <a:cubicBezTo>
                      <a:pt x="22292" y="39682"/>
                      <a:pt x="23981" y="38934"/>
                      <a:pt x="25448" y="37909"/>
                    </a:cubicBezTo>
                    <a:cubicBezTo>
                      <a:pt x="26916" y="36885"/>
                      <a:pt x="28079" y="35583"/>
                      <a:pt x="28965" y="34005"/>
                    </a:cubicBezTo>
                    <a:cubicBezTo>
                      <a:pt x="29851" y="32427"/>
                      <a:pt x="30294" y="30544"/>
                      <a:pt x="30294" y="28411"/>
                    </a:cubicBezTo>
                    <a:lnTo>
                      <a:pt x="30294" y="21682"/>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94" name="Freeform 3493">
                <a:extLst>
                  <a:ext uri="{FF2B5EF4-FFF2-40B4-BE49-F238E27FC236}">
                    <a16:creationId xmlns:a16="http://schemas.microsoft.com/office/drawing/2014/main" id="{D791FFF7-657D-320B-600B-A10D2CC49E81}"/>
                  </a:ext>
                </a:extLst>
              </p:cNvPr>
              <p:cNvSpPr/>
              <p:nvPr/>
            </p:nvSpPr>
            <p:spPr>
              <a:xfrm>
                <a:off x="1775119" y="2239312"/>
                <a:ext cx="38297" cy="45303"/>
              </a:xfrm>
              <a:custGeom>
                <a:avLst/>
                <a:gdLst>
                  <a:gd name="connsiteX0" fmla="*/ 32565 w 38297"/>
                  <a:gd name="connsiteY0" fmla="*/ 14649 h 45303"/>
                  <a:gd name="connsiteX1" fmla="*/ 27996 w 38297"/>
                  <a:gd name="connsiteY1" fmla="*/ 7117 h 45303"/>
                  <a:gd name="connsiteX2" fmla="*/ 19772 w 38297"/>
                  <a:gd name="connsiteY2" fmla="*/ 4431 h 45303"/>
                  <a:gd name="connsiteX3" fmla="*/ 13209 w 38297"/>
                  <a:gd name="connsiteY3" fmla="*/ 6009 h 45303"/>
                  <a:gd name="connsiteX4" fmla="*/ 8723 w 38297"/>
                  <a:gd name="connsiteY4" fmla="*/ 10218 h 45303"/>
                  <a:gd name="connsiteX5" fmla="*/ 6147 w 38297"/>
                  <a:gd name="connsiteY5" fmla="*/ 16116 h 45303"/>
                  <a:gd name="connsiteX6" fmla="*/ 5317 w 38297"/>
                  <a:gd name="connsiteY6" fmla="*/ 22707 h 45303"/>
                  <a:gd name="connsiteX7" fmla="*/ 6120 w 38297"/>
                  <a:gd name="connsiteY7" fmla="*/ 29353 h 45303"/>
                  <a:gd name="connsiteX8" fmla="*/ 8640 w 38297"/>
                  <a:gd name="connsiteY8" fmla="*/ 35168 h 45303"/>
                  <a:gd name="connsiteX9" fmla="*/ 13126 w 38297"/>
                  <a:gd name="connsiteY9" fmla="*/ 39294 h 45303"/>
                  <a:gd name="connsiteX10" fmla="*/ 19772 w 38297"/>
                  <a:gd name="connsiteY10" fmla="*/ 40817 h 45303"/>
                  <a:gd name="connsiteX11" fmla="*/ 28716 w 38297"/>
                  <a:gd name="connsiteY11" fmla="*/ 37743 h 45303"/>
                  <a:gd name="connsiteX12" fmla="*/ 32980 w 38297"/>
                  <a:gd name="connsiteY12" fmla="*/ 29270 h 45303"/>
                  <a:gd name="connsiteX13" fmla="*/ 38297 w 38297"/>
                  <a:gd name="connsiteY13" fmla="*/ 29270 h 45303"/>
                  <a:gd name="connsiteX14" fmla="*/ 36165 w 38297"/>
                  <a:gd name="connsiteY14" fmla="*/ 35777 h 45303"/>
                  <a:gd name="connsiteX15" fmla="*/ 32427 w 38297"/>
                  <a:gd name="connsiteY15" fmla="*/ 40845 h 45303"/>
                  <a:gd name="connsiteX16" fmla="*/ 26999 w 38297"/>
                  <a:gd name="connsiteY16" fmla="*/ 44140 h 45303"/>
                  <a:gd name="connsiteX17" fmla="*/ 19772 w 38297"/>
                  <a:gd name="connsiteY17" fmla="*/ 45303 h 45303"/>
                  <a:gd name="connsiteX18" fmla="*/ 10883 w 38297"/>
                  <a:gd name="connsiteY18" fmla="*/ 43559 h 45303"/>
                  <a:gd name="connsiteX19" fmla="*/ 4735 w 38297"/>
                  <a:gd name="connsiteY19" fmla="*/ 38768 h 45303"/>
                  <a:gd name="connsiteX20" fmla="*/ 1163 w 38297"/>
                  <a:gd name="connsiteY20" fmla="*/ 31596 h 45303"/>
                  <a:gd name="connsiteX21" fmla="*/ 0 w 38297"/>
                  <a:gd name="connsiteY21" fmla="*/ 22707 h 45303"/>
                  <a:gd name="connsiteX22" fmla="*/ 1274 w 38297"/>
                  <a:gd name="connsiteY22" fmla="*/ 14123 h 45303"/>
                  <a:gd name="connsiteX23" fmla="*/ 5067 w 38297"/>
                  <a:gd name="connsiteY23" fmla="*/ 6867 h 45303"/>
                  <a:gd name="connsiteX24" fmla="*/ 11243 w 38297"/>
                  <a:gd name="connsiteY24" fmla="*/ 1855 h 45303"/>
                  <a:gd name="connsiteX25" fmla="*/ 19744 w 38297"/>
                  <a:gd name="connsiteY25" fmla="*/ 0 h 45303"/>
                  <a:gd name="connsiteX26" fmla="*/ 31845 w 38297"/>
                  <a:gd name="connsiteY26" fmla="*/ 3572 h 45303"/>
                  <a:gd name="connsiteX27" fmla="*/ 37605 w 38297"/>
                  <a:gd name="connsiteY27" fmla="*/ 14704 h 45303"/>
                  <a:gd name="connsiteX28" fmla="*/ 32537 w 38297"/>
                  <a:gd name="connsiteY28" fmla="*/ 14704 h 45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8297" h="45303">
                    <a:moveTo>
                      <a:pt x="32565" y="14649"/>
                    </a:moveTo>
                    <a:cubicBezTo>
                      <a:pt x="31679" y="11437"/>
                      <a:pt x="30156" y="8944"/>
                      <a:pt x="27996" y="7117"/>
                    </a:cubicBezTo>
                    <a:cubicBezTo>
                      <a:pt x="25836" y="5317"/>
                      <a:pt x="23095" y="4431"/>
                      <a:pt x="19772" y="4431"/>
                    </a:cubicBezTo>
                    <a:cubicBezTo>
                      <a:pt x="17224" y="4431"/>
                      <a:pt x="15036" y="4957"/>
                      <a:pt x="13209" y="6009"/>
                    </a:cubicBezTo>
                    <a:cubicBezTo>
                      <a:pt x="11381" y="7061"/>
                      <a:pt x="9886" y="8474"/>
                      <a:pt x="8723" y="10218"/>
                    </a:cubicBezTo>
                    <a:cubicBezTo>
                      <a:pt x="7560" y="11963"/>
                      <a:pt x="6701" y="13929"/>
                      <a:pt x="6147" y="16116"/>
                    </a:cubicBezTo>
                    <a:cubicBezTo>
                      <a:pt x="5594" y="18304"/>
                      <a:pt x="5317" y="20519"/>
                      <a:pt x="5317" y="22707"/>
                    </a:cubicBezTo>
                    <a:cubicBezTo>
                      <a:pt x="5317" y="24895"/>
                      <a:pt x="5566" y="27193"/>
                      <a:pt x="6120" y="29353"/>
                    </a:cubicBezTo>
                    <a:cubicBezTo>
                      <a:pt x="6646" y="31513"/>
                      <a:pt x="7477" y="33451"/>
                      <a:pt x="8640" y="35168"/>
                    </a:cubicBezTo>
                    <a:cubicBezTo>
                      <a:pt x="9803" y="36885"/>
                      <a:pt x="11298" y="38269"/>
                      <a:pt x="13126" y="39294"/>
                    </a:cubicBezTo>
                    <a:cubicBezTo>
                      <a:pt x="14953" y="40319"/>
                      <a:pt x="17169" y="40817"/>
                      <a:pt x="19772" y="40817"/>
                    </a:cubicBezTo>
                    <a:cubicBezTo>
                      <a:pt x="23482" y="40817"/>
                      <a:pt x="26473" y="39792"/>
                      <a:pt x="28716" y="37743"/>
                    </a:cubicBezTo>
                    <a:cubicBezTo>
                      <a:pt x="30959" y="35694"/>
                      <a:pt x="32371" y="32870"/>
                      <a:pt x="32980" y="29270"/>
                    </a:cubicBezTo>
                    <a:lnTo>
                      <a:pt x="38297" y="29270"/>
                    </a:lnTo>
                    <a:cubicBezTo>
                      <a:pt x="37854" y="31651"/>
                      <a:pt x="37134" y="33839"/>
                      <a:pt x="36165" y="35777"/>
                    </a:cubicBezTo>
                    <a:cubicBezTo>
                      <a:pt x="35196" y="37743"/>
                      <a:pt x="33950" y="39433"/>
                      <a:pt x="32427" y="40845"/>
                    </a:cubicBezTo>
                    <a:cubicBezTo>
                      <a:pt x="30904" y="42257"/>
                      <a:pt x="29076" y="43365"/>
                      <a:pt x="26999" y="44140"/>
                    </a:cubicBezTo>
                    <a:cubicBezTo>
                      <a:pt x="24895" y="44915"/>
                      <a:pt x="22485" y="45303"/>
                      <a:pt x="19772" y="45303"/>
                    </a:cubicBezTo>
                    <a:cubicBezTo>
                      <a:pt x="16338" y="45303"/>
                      <a:pt x="13375" y="44721"/>
                      <a:pt x="10883" y="43559"/>
                    </a:cubicBezTo>
                    <a:cubicBezTo>
                      <a:pt x="8390" y="42395"/>
                      <a:pt x="6341" y="40817"/>
                      <a:pt x="4735" y="38768"/>
                    </a:cubicBezTo>
                    <a:cubicBezTo>
                      <a:pt x="3129" y="36746"/>
                      <a:pt x="1938" y="34365"/>
                      <a:pt x="1163" y="31596"/>
                    </a:cubicBezTo>
                    <a:cubicBezTo>
                      <a:pt x="388" y="28827"/>
                      <a:pt x="0" y="25864"/>
                      <a:pt x="0" y="22707"/>
                    </a:cubicBezTo>
                    <a:cubicBezTo>
                      <a:pt x="0" y="19716"/>
                      <a:pt x="415" y="16864"/>
                      <a:pt x="1274" y="14123"/>
                    </a:cubicBezTo>
                    <a:cubicBezTo>
                      <a:pt x="2132" y="11381"/>
                      <a:pt x="3406" y="8972"/>
                      <a:pt x="5067" y="6867"/>
                    </a:cubicBezTo>
                    <a:cubicBezTo>
                      <a:pt x="6729" y="4763"/>
                      <a:pt x="8778" y="3101"/>
                      <a:pt x="11243" y="1855"/>
                    </a:cubicBezTo>
                    <a:cubicBezTo>
                      <a:pt x="13707" y="609"/>
                      <a:pt x="16532" y="0"/>
                      <a:pt x="19744" y="0"/>
                    </a:cubicBezTo>
                    <a:cubicBezTo>
                      <a:pt x="24728" y="0"/>
                      <a:pt x="28771" y="1191"/>
                      <a:pt x="31845" y="3572"/>
                    </a:cubicBezTo>
                    <a:cubicBezTo>
                      <a:pt x="34919" y="5954"/>
                      <a:pt x="36829" y="9664"/>
                      <a:pt x="37605" y="14704"/>
                    </a:cubicBezTo>
                    <a:lnTo>
                      <a:pt x="32537" y="14704"/>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95" name="Freeform 3494">
                <a:extLst>
                  <a:ext uri="{FF2B5EF4-FFF2-40B4-BE49-F238E27FC236}">
                    <a16:creationId xmlns:a16="http://schemas.microsoft.com/office/drawing/2014/main" id="{59BECFFC-1CAC-650A-16F9-CB7045468450}"/>
                  </a:ext>
                </a:extLst>
              </p:cNvPr>
              <p:cNvSpPr/>
              <p:nvPr/>
            </p:nvSpPr>
            <p:spPr>
              <a:xfrm>
                <a:off x="1823052" y="2223639"/>
                <a:ext cx="34808" cy="59813"/>
              </a:xfrm>
              <a:custGeom>
                <a:avLst/>
                <a:gdLst>
                  <a:gd name="connsiteX0" fmla="*/ 0 w 34808"/>
                  <a:gd name="connsiteY0" fmla="*/ 59813 h 59813"/>
                  <a:gd name="connsiteX1" fmla="*/ 0 w 34808"/>
                  <a:gd name="connsiteY1" fmla="*/ 0 h 59813"/>
                  <a:gd name="connsiteX2" fmla="*/ 4984 w 34808"/>
                  <a:gd name="connsiteY2" fmla="*/ 0 h 59813"/>
                  <a:gd name="connsiteX3" fmla="*/ 4984 w 34808"/>
                  <a:gd name="connsiteY3" fmla="*/ 37217 h 59813"/>
                  <a:gd name="connsiteX4" fmla="*/ 26085 w 34808"/>
                  <a:gd name="connsiteY4" fmla="*/ 16781 h 59813"/>
                  <a:gd name="connsiteX5" fmla="*/ 32897 w 34808"/>
                  <a:gd name="connsiteY5" fmla="*/ 16781 h 59813"/>
                  <a:gd name="connsiteX6" fmla="*/ 16781 w 34808"/>
                  <a:gd name="connsiteY6" fmla="*/ 32316 h 59813"/>
                  <a:gd name="connsiteX7" fmla="*/ 34808 w 34808"/>
                  <a:gd name="connsiteY7" fmla="*/ 59813 h 59813"/>
                  <a:gd name="connsiteX8" fmla="*/ 29242 w 34808"/>
                  <a:gd name="connsiteY8" fmla="*/ 59813 h 59813"/>
                  <a:gd name="connsiteX9" fmla="*/ 13126 w 34808"/>
                  <a:gd name="connsiteY9" fmla="*/ 35805 h 59813"/>
                  <a:gd name="connsiteX10" fmla="*/ 4984 w 34808"/>
                  <a:gd name="connsiteY10" fmla="*/ 43531 h 59813"/>
                  <a:gd name="connsiteX11" fmla="*/ 4984 w 34808"/>
                  <a:gd name="connsiteY11" fmla="*/ 59813 h 59813"/>
                  <a:gd name="connsiteX12" fmla="*/ 0 w 34808"/>
                  <a:gd name="connsiteY12" fmla="*/ 59813 h 59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4808" h="59813">
                    <a:moveTo>
                      <a:pt x="0" y="59813"/>
                    </a:moveTo>
                    <a:lnTo>
                      <a:pt x="0" y="0"/>
                    </a:lnTo>
                    <a:lnTo>
                      <a:pt x="4984" y="0"/>
                    </a:lnTo>
                    <a:lnTo>
                      <a:pt x="4984" y="37217"/>
                    </a:lnTo>
                    <a:lnTo>
                      <a:pt x="26085" y="16781"/>
                    </a:lnTo>
                    <a:lnTo>
                      <a:pt x="32897" y="16781"/>
                    </a:lnTo>
                    <a:lnTo>
                      <a:pt x="16781" y="32316"/>
                    </a:lnTo>
                    <a:lnTo>
                      <a:pt x="34808" y="59813"/>
                    </a:lnTo>
                    <a:lnTo>
                      <a:pt x="29242" y="59813"/>
                    </a:lnTo>
                    <a:lnTo>
                      <a:pt x="13126" y="35805"/>
                    </a:lnTo>
                    <a:lnTo>
                      <a:pt x="4984" y="43531"/>
                    </a:lnTo>
                    <a:lnTo>
                      <a:pt x="4984" y="59813"/>
                    </a:lnTo>
                    <a:lnTo>
                      <a:pt x="0" y="59813"/>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97" name="Freeform 3496">
                <a:extLst>
                  <a:ext uri="{FF2B5EF4-FFF2-40B4-BE49-F238E27FC236}">
                    <a16:creationId xmlns:a16="http://schemas.microsoft.com/office/drawing/2014/main" id="{77FAE13B-BAC9-F70B-6672-EA7C703F1FFB}"/>
                  </a:ext>
                </a:extLst>
              </p:cNvPr>
              <p:cNvSpPr/>
              <p:nvPr/>
            </p:nvSpPr>
            <p:spPr>
              <a:xfrm>
                <a:off x="1886576" y="2222060"/>
                <a:ext cx="18387" cy="77258"/>
              </a:xfrm>
              <a:custGeom>
                <a:avLst/>
                <a:gdLst>
                  <a:gd name="connsiteX0" fmla="*/ 18387 w 18387"/>
                  <a:gd name="connsiteY0" fmla="*/ 0 h 77258"/>
                  <a:gd name="connsiteX1" fmla="*/ 9027 w 18387"/>
                  <a:gd name="connsiteY1" fmla="*/ 18470 h 77258"/>
                  <a:gd name="connsiteX2" fmla="*/ 5677 w 18387"/>
                  <a:gd name="connsiteY2" fmla="*/ 38879 h 77258"/>
                  <a:gd name="connsiteX3" fmla="*/ 9166 w 18387"/>
                  <a:gd name="connsiteY3" fmla="*/ 58983 h 77258"/>
                  <a:gd name="connsiteX4" fmla="*/ 18387 w 18387"/>
                  <a:gd name="connsiteY4" fmla="*/ 77259 h 77258"/>
                  <a:gd name="connsiteX5" fmla="*/ 14150 w 18387"/>
                  <a:gd name="connsiteY5" fmla="*/ 77259 h 77258"/>
                  <a:gd name="connsiteX6" fmla="*/ 8086 w 18387"/>
                  <a:gd name="connsiteY6" fmla="*/ 68093 h 77258"/>
                  <a:gd name="connsiteX7" fmla="*/ 3628 w 18387"/>
                  <a:gd name="connsiteY7" fmla="*/ 59038 h 77258"/>
                  <a:gd name="connsiteX8" fmla="*/ 914 w 18387"/>
                  <a:gd name="connsiteY8" fmla="*/ 49401 h 77258"/>
                  <a:gd name="connsiteX9" fmla="*/ 0 w 18387"/>
                  <a:gd name="connsiteY9" fmla="*/ 38491 h 77258"/>
                  <a:gd name="connsiteX10" fmla="*/ 941 w 18387"/>
                  <a:gd name="connsiteY10" fmla="*/ 27719 h 77258"/>
                  <a:gd name="connsiteX11" fmla="*/ 3683 w 18387"/>
                  <a:gd name="connsiteY11" fmla="*/ 18027 h 77258"/>
                  <a:gd name="connsiteX12" fmla="*/ 8114 w 18387"/>
                  <a:gd name="connsiteY12" fmla="*/ 8944 h 77258"/>
                  <a:gd name="connsiteX13" fmla="*/ 14123 w 18387"/>
                  <a:gd name="connsiteY13" fmla="*/ 0 h 77258"/>
                  <a:gd name="connsiteX14" fmla="*/ 18359 w 18387"/>
                  <a:gd name="connsiteY14" fmla="*/ 0 h 77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8387" h="77258">
                    <a:moveTo>
                      <a:pt x="18387" y="0"/>
                    </a:moveTo>
                    <a:cubicBezTo>
                      <a:pt x="14399" y="5760"/>
                      <a:pt x="11298" y="11907"/>
                      <a:pt x="9027" y="18470"/>
                    </a:cubicBezTo>
                    <a:cubicBezTo>
                      <a:pt x="6784" y="25033"/>
                      <a:pt x="5677" y="31845"/>
                      <a:pt x="5677" y="38879"/>
                    </a:cubicBezTo>
                    <a:cubicBezTo>
                      <a:pt x="5677" y="45912"/>
                      <a:pt x="6840" y="52503"/>
                      <a:pt x="9166" y="58983"/>
                    </a:cubicBezTo>
                    <a:cubicBezTo>
                      <a:pt x="11492" y="65462"/>
                      <a:pt x="14566" y="71554"/>
                      <a:pt x="18387" y="77259"/>
                    </a:cubicBezTo>
                    <a:lnTo>
                      <a:pt x="14150" y="77259"/>
                    </a:lnTo>
                    <a:cubicBezTo>
                      <a:pt x="11880" y="74102"/>
                      <a:pt x="9858" y="71028"/>
                      <a:pt x="8086" y="68093"/>
                    </a:cubicBezTo>
                    <a:cubicBezTo>
                      <a:pt x="6314" y="65130"/>
                      <a:pt x="4818" y="62112"/>
                      <a:pt x="3628" y="59038"/>
                    </a:cubicBezTo>
                    <a:cubicBezTo>
                      <a:pt x="2437" y="55964"/>
                      <a:pt x="1523" y="52752"/>
                      <a:pt x="914" y="49401"/>
                    </a:cubicBezTo>
                    <a:cubicBezTo>
                      <a:pt x="305" y="46051"/>
                      <a:pt x="0" y="42423"/>
                      <a:pt x="0" y="38491"/>
                    </a:cubicBezTo>
                    <a:cubicBezTo>
                      <a:pt x="0" y="34559"/>
                      <a:pt x="305" y="31097"/>
                      <a:pt x="941" y="27719"/>
                    </a:cubicBezTo>
                    <a:cubicBezTo>
                      <a:pt x="1578" y="24368"/>
                      <a:pt x="2492" y="21156"/>
                      <a:pt x="3683" y="18027"/>
                    </a:cubicBezTo>
                    <a:cubicBezTo>
                      <a:pt x="4874" y="14926"/>
                      <a:pt x="6341" y="11907"/>
                      <a:pt x="8114" y="8944"/>
                    </a:cubicBezTo>
                    <a:cubicBezTo>
                      <a:pt x="9858" y="5981"/>
                      <a:pt x="11852" y="2991"/>
                      <a:pt x="14123" y="0"/>
                    </a:cubicBezTo>
                    <a:lnTo>
                      <a:pt x="18359" y="0"/>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98" name="Freeform 3497">
                <a:extLst>
                  <a:ext uri="{FF2B5EF4-FFF2-40B4-BE49-F238E27FC236}">
                    <a16:creationId xmlns:a16="http://schemas.microsoft.com/office/drawing/2014/main" id="{82DCF356-CA30-D8CB-FC7C-515211BB6436}"/>
                  </a:ext>
                </a:extLst>
              </p:cNvPr>
              <p:cNvSpPr/>
              <p:nvPr/>
            </p:nvSpPr>
            <p:spPr>
              <a:xfrm>
                <a:off x="1913437" y="2239257"/>
                <a:ext cx="38741" cy="45358"/>
              </a:xfrm>
              <a:custGeom>
                <a:avLst/>
                <a:gdLst>
                  <a:gd name="connsiteX0" fmla="*/ 5317 w 38741"/>
                  <a:gd name="connsiteY0" fmla="*/ 23842 h 45358"/>
                  <a:gd name="connsiteX1" fmla="*/ 6231 w 38741"/>
                  <a:gd name="connsiteY1" fmla="*/ 30460 h 45358"/>
                  <a:gd name="connsiteX2" fmla="*/ 8944 w 38741"/>
                  <a:gd name="connsiteY2" fmla="*/ 35860 h 45358"/>
                  <a:gd name="connsiteX3" fmla="*/ 13458 w 38741"/>
                  <a:gd name="connsiteY3" fmla="*/ 39516 h 45358"/>
                  <a:gd name="connsiteX4" fmla="*/ 19772 w 38741"/>
                  <a:gd name="connsiteY4" fmla="*/ 40872 h 45358"/>
                  <a:gd name="connsiteX5" fmla="*/ 28162 w 38741"/>
                  <a:gd name="connsiteY5" fmla="*/ 38297 h 45358"/>
                  <a:gd name="connsiteX6" fmla="*/ 32814 w 38741"/>
                  <a:gd name="connsiteY6" fmla="*/ 30987 h 45358"/>
                  <a:gd name="connsiteX7" fmla="*/ 38380 w 38741"/>
                  <a:gd name="connsiteY7" fmla="*/ 30987 h 45358"/>
                  <a:gd name="connsiteX8" fmla="*/ 35971 w 38741"/>
                  <a:gd name="connsiteY8" fmla="*/ 36691 h 45358"/>
                  <a:gd name="connsiteX9" fmla="*/ 32233 w 38741"/>
                  <a:gd name="connsiteY9" fmla="*/ 41260 h 45358"/>
                  <a:gd name="connsiteX10" fmla="*/ 26916 w 38741"/>
                  <a:gd name="connsiteY10" fmla="*/ 44278 h 45358"/>
                  <a:gd name="connsiteX11" fmla="*/ 19772 w 38741"/>
                  <a:gd name="connsiteY11" fmla="*/ 45358 h 45358"/>
                  <a:gd name="connsiteX12" fmla="*/ 10883 w 38741"/>
                  <a:gd name="connsiteY12" fmla="*/ 43614 h 45358"/>
                  <a:gd name="connsiteX13" fmla="*/ 4735 w 38741"/>
                  <a:gd name="connsiteY13" fmla="*/ 38823 h 45358"/>
                  <a:gd name="connsiteX14" fmla="*/ 1163 w 38741"/>
                  <a:gd name="connsiteY14" fmla="*/ 31679 h 45358"/>
                  <a:gd name="connsiteX15" fmla="*/ 0 w 38741"/>
                  <a:gd name="connsiteY15" fmla="*/ 22845 h 45358"/>
                  <a:gd name="connsiteX16" fmla="*/ 1385 w 38741"/>
                  <a:gd name="connsiteY16" fmla="*/ 13956 h 45358"/>
                  <a:gd name="connsiteX17" fmla="*/ 5289 w 38741"/>
                  <a:gd name="connsiteY17" fmla="*/ 6701 h 45358"/>
                  <a:gd name="connsiteX18" fmla="*/ 11492 w 38741"/>
                  <a:gd name="connsiteY18" fmla="*/ 1800 h 45358"/>
                  <a:gd name="connsiteX19" fmla="*/ 19799 w 38741"/>
                  <a:gd name="connsiteY19" fmla="*/ 0 h 45358"/>
                  <a:gd name="connsiteX20" fmla="*/ 33756 w 38741"/>
                  <a:gd name="connsiteY20" fmla="*/ 6120 h 45358"/>
                  <a:gd name="connsiteX21" fmla="*/ 38740 w 38741"/>
                  <a:gd name="connsiteY21" fmla="*/ 23842 h 45358"/>
                  <a:gd name="connsiteX22" fmla="*/ 5344 w 38741"/>
                  <a:gd name="connsiteY22" fmla="*/ 23842 h 45358"/>
                  <a:gd name="connsiteX23" fmla="*/ 33396 w 38741"/>
                  <a:gd name="connsiteY23" fmla="*/ 19689 h 45358"/>
                  <a:gd name="connsiteX24" fmla="*/ 32537 w 38741"/>
                  <a:gd name="connsiteY24" fmla="*/ 13735 h 45358"/>
                  <a:gd name="connsiteX25" fmla="*/ 29962 w 38741"/>
                  <a:gd name="connsiteY25" fmla="*/ 8917 h 45358"/>
                  <a:gd name="connsiteX26" fmla="*/ 25698 w 38741"/>
                  <a:gd name="connsiteY26" fmla="*/ 5677 h 45358"/>
                  <a:gd name="connsiteX27" fmla="*/ 19799 w 38741"/>
                  <a:gd name="connsiteY27" fmla="*/ 4458 h 45358"/>
                  <a:gd name="connsiteX28" fmla="*/ 13929 w 38741"/>
                  <a:gd name="connsiteY28" fmla="*/ 5704 h 45358"/>
                  <a:gd name="connsiteX29" fmla="*/ 9609 w 38741"/>
                  <a:gd name="connsiteY29" fmla="*/ 9027 h 45358"/>
                  <a:gd name="connsiteX30" fmla="*/ 6729 w 38741"/>
                  <a:gd name="connsiteY30" fmla="*/ 13846 h 45358"/>
                  <a:gd name="connsiteX31" fmla="*/ 5317 w 38741"/>
                  <a:gd name="connsiteY31" fmla="*/ 19661 h 45358"/>
                  <a:gd name="connsiteX32" fmla="*/ 33396 w 38741"/>
                  <a:gd name="connsiteY32" fmla="*/ 19661 h 453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8741" h="45358">
                    <a:moveTo>
                      <a:pt x="5317" y="23842"/>
                    </a:moveTo>
                    <a:cubicBezTo>
                      <a:pt x="5317" y="26168"/>
                      <a:pt x="5621" y="28384"/>
                      <a:pt x="6231" y="30460"/>
                    </a:cubicBezTo>
                    <a:cubicBezTo>
                      <a:pt x="6840" y="32537"/>
                      <a:pt x="7726" y="34337"/>
                      <a:pt x="8944" y="35860"/>
                    </a:cubicBezTo>
                    <a:cubicBezTo>
                      <a:pt x="10135" y="37383"/>
                      <a:pt x="11630" y="38602"/>
                      <a:pt x="13458" y="39516"/>
                    </a:cubicBezTo>
                    <a:cubicBezTo>
                      <a:pt x="15286" y="40429"/>
                      <a:pt x="17390" y="40872"/>
                      <a:pt x="19772" y="40872"/>
                    </a:cubicBezTo>
                    <a:cubicBezTo>
                      <a:pt x="23039" y="40872"/>
                      <a:pt x="25836" y="40014"/>
                      <a:pt x="28162" y="38297"/>
                    </a:cubicBezTo>
                    <a:cubicBezTo>
                      <a:pt x="30488" y="36580"/>
                      <a:pt x="32039" y="34143"/>
                      <a:pt x="32814" y="30987"/>
                    </a:cubicBezTo>
                    <a:lnTo>
                      <a:pt x="38380" y="30987"/>
                    </a:lnTo>
                    <a:cubicBezTo>
                      <a:pt x="37771" y="33036"/>
                      <a:pt x="36968" y="34919"/>
                      <a:pt x="35971" y="36691"/>
                    </a:cubicBezTo>
                    <a:cubicBezTo>
                      <a:pt x="34974" y="38436"/>
                      <a:pt x="33728" y="39959"/>
                      <a:pt x="32233" y="41260"/>
                    </a:cubicBezTo>
                    <a:cubicBezTo>
                      <a:pt x="30737" y="42562"/>
                      <a:pt x="28965" y="43586"/>
                      <a:pt x="26916" y="44278"/>
                    </a:cubicBezTo>
                    <a:cubicBezTo>
                      <a:pt x="24867" y="44998"/>
                      <a:pt x="22485" y="45358"/>
                      <a:pt x="19772" y="45358"/>
                    </a:cubicBezTo>
                    <a:cubicBezTo>
                      <a:pt x="16338" y="45358"/>
                      <a:pt x="13375" y="44777"/>
                      <a:pt x="10883" y="43614"/>
                    </a:cubicBezTo>
                    <a:cubicBezTo>
                      <a:pt x="8390" y="42451"/>
                      <a:pt x="6341" y="40872"/>
                      <a:pt x="4735" y="38823"/>
                    </a:cubicBezTo>
                    <a:cubicBezTo>
                      <a:pt x="3129" y="36802"/>
                      <a:pt x="1938" y="34420"/>
                      <a:pt x="1163" y="31679"/>
                    </a:cubicBezTo>
                    <a:cubicBezTo>
                      <a:pt x="388" y="28937"/>
                      <a:pt x="0" y="26002"/>
                      <a:pt x="0" y="22845"/>
                    </a:cubicBezTo>
                    <a:cubicBezTo>
                      <a:pt x="0" y="19689"/>
                      <a:pt x="471" y="16726"/>
                      <a:pt x="1385" y="13956"/>
                    </a:cubicBezTo>
                    <a:cubicBezTo>
                      <a:pt x="2298" y="11187"/>
                      <a:pt x="3600" y="8750"/>
                      <a:pt x="5289" y="6701"/>
                    </a:cubicBezTo>
                    <a:cubicBezTo>
                      <a:pt x="6978" y="4624"/>
                      <a:pt x="9027" y="2991"/>
                      <a:pt x="11492" y="1800"/>
                    </a:cubicBezTo>
                    <a:cubicBezTo>
                      <a:pt x="13929" y="609"/>
                      <a:pt x="16698" y="0"/>
                      <a:pt x="19799" y="0"/>
                    </a:cubicBezTo>
                    <a:cubicBezTo>
                      <a:pt x="25725" y="0"/>
                      <a:pt x="30377" y="2021"/>
                      <a:pt x="33756" y="6120"/>
                    </a:cubicBezTo>
                    <a:cubicBezTo>
                      <a:pt x="37134" y="10190"/>
                      <a:pt x="38796" y="16089"/>
                      <a:pt x="38740" y="23842"/>
                    </a:cubicBezTo>
                    <a:lnTo>
                      <a:pt x="5344" y="23842"/>
                    </a:lnTo>
                    <a:close/>
                    <a:moveTo>
                      <a:pt x="33396" y="19689"/>
                    </a:moveTo>
                    <a:cubicBezTo>
                      <a:pt x="33396" y="17584"/>
                      <a:pt x="33119" y="15618"/>
                      <a:pt x="32537" y="13735"/>
                    </a:cubicBezTo>
                    <a:cubicBezTo>
                      <a:pt x="31956" y="11880"/>
                      <a:pt x="31097" y="10273"/>
                      <a:pt x="29962" y="8917"/>
                    </a:cubicBezTo>
                    <a:cubicBezTo>
                      <a:pt x="28827" y="7560"/>
                      <a:pt x="27387" y="6480"/>
                      <a:pt x="25698" y="5677"/>
                    </a:cubicBezTo>
                    <a:cubicBezTo>
                      <a:pt x="23981" y="4874"/>
                      <a:pt x="22015" y="4458"/>
                      <a:pt x="19799" y="4458"/>
                    </a:cubicBezTo>
                    <a:cubicBezTo>
                      <a:pt x="17584" y="4458"/>
                      <a:pt x="15618" y="4874"/>
                      <a:pt x="13929" y="5704"/>
                    </a:cubicBezTo>
                    <a:cubicBezTo>
                      <a:pt x="12240" y="6535"/>
                      <a:pt x="10800" y="7643"/>
                      <a:pt x="9609" y="9027"/>
                    </a:cubicBezTo>
                    <a:cubicBezTo>
                      <a:pt x="8418" y="10412"/>
                      <a:pt x="7449" y="12018"/>
                      <a:pt x="6729" y="13846"/>
                    </a:cubicBezTo>
                    <a:cubicBezTo>
                      <a:pt x="6009" y="15673"/>
                      <a:pt x="5538" y="17612"/>
                      <a:pt x="5317" y="19661"/>
                    </a:cubicBezTo>
                    <a:lnTo>
                      <a:pt x="33396" y="19661"/>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99" name="Freeform 3498">
                <a:extLst>
                  <a:ext uri="{FF2B5EF4-FFF2-40B4-BE49-F238E27FC236}">
                    <a16:creationId xmlns:a16="http://schemas.microsoft.com/office/drawing/2014/main" id="{8438888B-752C-04E7-912C-6B1E54460F49}"/>
                  </a:ext>
                </a:extLst>
              </p:cNvPr>
              <p:cNvSpPr/>
              <p:nvPr/>
            </p:nvSpPr>
            <p:spPr>
              <a:xfrm>
                <a:off x="1961869" y="2239257"/>
                <a:ext cx="34143" cy="44223"/>
              </a:xfrm>
              <a:custGeom>
                <a:avLst/>
                <a:gdLst>
                  <a:gd name="connsiteX0" fmla="*/ 4984 w 34143"/>
                  <a:gd name="connsiteY0" fmla="*/ 44195 h 44223"/>
                  <a:gd name="connsiteX1" fmla="*/ 0 w 34143"/>
                  <a:gd name="connsiteY1" fmla="*/ 44195 h 44223"/>
                  <a:gd name="connsiteX2" fmla="*/ 0 w 34143"/>
                  <a:gd name="connsiteY2" fmla="*/ 1163 h 44223"/>
                  <a:gd name="connsiteX3" fmla="*/ 4984 w 34143"/>
                  <a:gd name="connsiteY3" fmla="*/ 1163 h 44223"/>
                  <a:gd name="connsiteX4" fmla="*/ 4984 w 34143"/>
                  <a:gd name="connsiteY4" fmla="*/ 7144 h 44223"/>
                  <a:gd name="connsiteX5" fmla="*/ 11160 w 34143"/>
                  <a:gd name="connsiteY5" fmla="*/ 1994 h 44223"/>
                  <a:gd name="connsiteX6" fmla="*/ 18858 w 34143"/>
                  <a:gd name="connsiteY6" fmla="*/ 0 h 44223"/>
                  <a:gd name="connsiteX7" fmla="*/ 26251 w 34143"/>
                  <a:gd name="connsiteY7" fmla="*/ 1385 h 44223"/>
                  <a:gd name="connsiteX8" fmla="*/ 31983 w 34143"/>
                  <a:gd name="connsiteY8" fmla="*/ 6147 h 44223"/>
                  <a:gd name="connsiteX9" fmla="*/ 33839 w 34143"/>
                  <a:gd name="connsiteY9" fmla="*/ 10938 h 44223"/>
                  <a:gd name="connsiteX10" fmla="*/ 34143 w 34143"/>
                  <a:gd name="connsiteY10" fmla="*/ 16061 h 44223"/>
                  <a:gd name="connsiteX11" fmla="*/ 34143 w 34143"/>
                  <a:gd name="connsiteY11" fmla="*/ 44223 h 44223"/>
                  <a:gd name="connsiteX12" fmla="*/ 29159 w 34143"/>
                  <a:gd name="connsiteY12" fmla="*/ 44223 h 44223"/>
                  <a:gd name="connsiteX13" fmla="*/ 29159 w 34143"/>
                  <a:gd name="connsiteY13" fmla="*/ 16144 h 44223"/>
                  <a:gd name="connsiteX14" fmla="*/ 26584 w 34143"/>
                  <a:gd name="connsiteY14" fmla="*/ 7421 h 44223"/>
                  <a:gd name="connsiteX15" fmla="*/ 18027 w 34143"/>
                  <a:gd name="connsiteY15" fmla="*/ 4514 h 44223"/>
                  <a:gd name="connsiteX16" fmla="*/ 13790 w 34143"/>
                  <a:gd name="connsiteY16" fmla="*/ 5206 h 44223"/>
                  <a:gd name="connsiteX17" fmla="*/ 10329 w 34143"/>
                  <a:gd name="connsiteY17" fmla="*/ 7061 h 44223"/>
                  <a:gd name="connsiteX18" fmla="*/ 7726 w 34143"/>
                  <a:gd name="connsiteY18" fmla="*/ 9720 h 44223"/>
                  <a:gd name="connsiteX19" fmla="*/ 6064 w 34143"/>
                  <a:gd name="connsiteY19" fmla="*/ 12876 h 44223"/>
                  <a:gd name="connsiteX20" fmla="*/ 5151 w 34143"/>
                  <a:gd name="connsiteY20" fmla="*/ 16864 h 44223"/>
                  <a:gd name="connsiteX21" fmla="*/ 4984 w 34143"/>
                  <a:gd name="connsiteY21" fmla="*/ 21018 h 44223"/>
                  <a:gd name="connsiteX22" fmla="*/ 4984 w 34143"/>
                  <a:gd name="connsiteY22" fmla="*/ 44195 h 442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4143" h="44223">
                    <a:moveTo>
                      <a:pt x="4984" y="44195"/>
                    </a:moveTo>
                    <a:lnTo>
                      <a:pt x="0" y="44195"/>
                    </a:lnTo>
                    <a:lnTo>
                      <a:pt x="0" y="1163"/>
                    </a:lnTo>
                    <a:lnTo>
                      <a:pt x="4984" y="1163"/>
                    </a:lnTo>
                    <a:lnTo>
                      <a:pt x="4984" y="7144"/>
                    </a:lnTo>
                    <a:cubicBezTo>
                      <a:pt x="6978" y="5040"/>
                      <a:pt x="9027" y="3323"/>
                      <a:pt x="11160" y="1994"/>
                    </a:cubicBezTo>
                    <a:cubicBezTo>
                      <a:pt x="13292" y="665"/>
                      <a:pt x="15867" y="0"/>
                      <a:pt x="18858" y="0"/>
                    </a:cubicBezTo>
                    <a:cubicBezTo>
                      <a:pt x="21516" y="0"/>
                      <a:pt x="23981" y="471"/>
                      <a:pt x="26251" y="1385"/>
                    </a:cubicBezTo>
                    <a:cubicBezTo>
                      <a:pt x="28522" y="2298"/>
                      <a:pt x="30433" y="3877"/>
                      <a:pt x="31983" y="6147"/>
                    </a:cubicBezTo>
                    <a:cubicBezTo>
                      <a:pt x="33036" y="7698"/>
                      <a:pt x="33645" y="9304"/>
                      <a:pt x="33839" y="10938"/>
                    </a:cubicBezTo>
                    <a:cubicBezTo>
                      <a:pt x="34033" y="12572"/>
                      <a:pt x="34143" y="14289"/>
                      <a:pt x="34143" y="16061"/>
                    </a:cubicBezTo>
                    <a:lnTo>
                      <a:pt x="34143" y="44223"/>
                    </a:lnTo>
                    <a:lnTo>
                      <a:pt x="29159" y="44223"/>
                    </a:lnTo>
                    <a:lnTo>
                      <a:pt x="29159" y="16144"/>
                    </a:lnTo>
                    <a:cubicBezTo>
                      <a:pt x="29159" y="12267"/>
                      <a:pt x="28301" y="9360"/>
                      <a:pt x="26584" y="7421"/>
                    </a:cubicBezTo>
                    <a:cubicBezTo>
                      <a:pt x="24867" y="5483"/>
                      <a:pt x="22015" y="4514"/>
                      <a:pt x="18027" y="4514"/>
                    </a:cubicBezTo>
                    <a:cubicBezTo>
                      <a:pt x="16476" y="4514"/>
                      <a:pt x="15064" y="4735"/>
                      <a:pt x="13790" y="5206"/>
                    </a:cubicBezTo>
                    <a:cubicBezTo>
                      <a:pt x="12516" y="5677"/>
                      <a:pt x="11353" y="6314"/>
                      <a:pt x="10329" y="7061"/>
                    </a:cubicBezTo>
                    <a:cubicBezTo>
                      <a:pt x="9304" y="7837"/>
                      <a:pt x="8418" y="8723"/>
                      <a:pt x="7726" y="9720"/>
                    </a:cubicBezTo>
                    <a:cubicBezTo>
                      <a:pt x="7006" y="10717"/>
                      <a:pt x="6452" y="11769"/>
                      <a:pt x="6064" y="12876"/>
                    </a:cubicBezTo>
                    <a:cubicBezTo>
                      <a:pt x="5566" y="14261"/>
                      <a:pt x="5261" y="15590"/>
                      <a:pt x="5151" y="16864"/>
                    </a:cubicBezTo>
                    <a:cubicBezTo>
                      <a:pt x="5040" y="18138"/>
                      <a:pt x="4984" y="19522"/>
                      <a:pt x="4984" y="21018"/>
                    </a:cubicBezTo>
                    <a:lnTo>
                      <a:pt x="4984" y="44195"/>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500" name="Freeform 3499">
                <a:extLst>
                  <a:ext uri="{FF2B5EF4-FFF2-40B4-BE49-F238E27FC236}">
                    <a16:creationId xmlns:a16="http://schemas.microsoft.com/office/drawing/2014/main" id="{165A667C-0F8D-827B-3411-D646F9C85189}"/>
                  </a:ext>
                </a:extLst>
              </p:cNvPr>
              <p:cNvSpPr/>
              <p:nvPr/>
            </p:nvSpPr>
            <p:spPr>
              <a:xfrm>
                <a:off x="2005981" y="2239312"/>
                <a:ext cx="38297" cy="45303"/>
              </a:xfrm>
              <a:custGeom>
                <a:avLst/>
                <a:gdLst>
                  <a:gd name="connsiteX0" fmla="*/ 32565 w 38297"/>
                  <a:gd name="connsiteY0" fmla="*/ 14649 h 45303"/>
                  <a:gd name="connsiteX1" fmla="*/ 27996 w 38297"/>
                  <a:gd name="connsiteY1" fmla="*/ 7117 h 45303"/>
                  <a:gd name="connsiteX2" fmla="*/ 19772 w 38297"/>
                  <a:gd name="connsiteY2" fmla="*/ 4431 h 45303"/>
                  <a:gd name="connsiteX3" fmla="*/ 13209 w 38297"/>
                  <a:gd name="connsiteY3" fmla="*/ 6009 h 45303"/>
                  <a:gd name="connsiteX4" fmla="*/ 8723 w 38297"/>
                  <a:gd name="connsiteY4" fmla="*/ 10218 h 45303"/>
                  <a:gd name="connsiteX5" fmla="*/ 6147 w 38297"/>
                  <a:gd name="connsiteY5" fmla="*/ 16116 h 45303"/>
                  <a:gd name="connsiteX6" fmla="*/ 5317 w 38297"/>
                  <a:gd name="connsiteY6" fmla="*/ 22707 h 45303"/>
                  <a:gd name="connsiteX7" fmla="*/ 6120 w 38297"/>
                  <a:gd name="connsiteY7" fmla="*/ 29353 h 45303"/>
                  <a:gd name="connsiteX8" fmla="*/ 8640 w 38297"/>
                  <a:gd name="connsiteY8" fmla="*/ 35168 h 45303"/>
                  <a:gd name="connsiteX9" fmla="*/ 13126 w 38297"/>
                  <a:gd name="connsiteY9" fmla="*/ 39294 h 45303"/>
                  <a:gd name="connsiteX10" fmla="*/ 19772 w 38297"/>
                  <a:gd name="connsiteY10" fmla="*/ 40817 h 45303"/>
                  <a:gd name="connsiteX11" fmla="*/ 28716 w 38297"/>
                  <a:gd name="connsiteY11" fmla="*/ 37743 h 45303"/>
                  <a:gd name="connsiteX12" fmla="*/ 32980 w 38297"/>
                  <a:gd name="connsiteY12" fmla="*/ 29270 h 45303"/>
                  <a:gd name="connsiteX13" fmla="*/ 38297 w 38297"/>
                  <a:gd name="connsiteY13" fmla="*/ 29270 h 45303"/>
                  <a:gd name="connsiteX14" fmla="*/ 36165 w 38297"/>
                  <a:gd name="connsiteY14" fmla="*/ 35777 h 45303"/>
                  <a:gd name="connsiteX15" fmla="*/ 32427 w 38297"/>
                  <a:gd name="connsiteY15" fmla="*/ 40845 h 45303"/>
                  <a:gd name="connsiteX16" fmla="*/ 26999 w 38297"/>
                  <a:gd name="connsiteY16" fmla="*/ 44140 h 45303"/>
                  <a:gd name="connsiteX17" fmla="*/ 19772 w 38297"/>
                  <a:gd name="connsiteY17" fmla="*/ 45303 h 45303"/>
                  <a:gd name="connsiteX18" fmla="*/ 10883 w 38297"/>
                  <a:gd name="connsiteY18" fmla="*/ 43559 h 45303"/>
                  <a:gd name="connsiteX19" fmla="*/ 4735 w 38297"/>
                  <a:gd name="connsiteY19" fmla="*/ 38768 h 45303"/>
                  <a:gd name="connsiteX20" fmla="*/ 1163 w 38297"/>
                  <a:gd name="connsiteY20" fmla="*/ 31596 h 45303"/>
                  <a:gd name="connsiteX21" fmla="*/ 0 w 38297"/>
                  <a:gd name="connsiteY21" fmla="*/ 22707 h 45303"/>
                  <a:gd name="connsiteX22" fmla="*/ 1274 w 38297"/>
                  <a:gd name="connsiteY22" fmla="*/ 14123 h 45303"/>
                  <a:gd name="connsiteX23" fmla="*/ 5068 w 38297"/>
                  <a:gd name="connsiteY23" fmla="*/ 6867 h 45303"/>
                  <a:gd name="connsiteX24" fmla="*/ 11243 w 38297"/>
                  <a:gd name="connsiteY24" fmla="*/ 1855 h 45303"/>
                  <a:gd name="connsiteX25" fmla="*/ 19744 w 38297"/>
                  <a:gd name="connsiteY25" fmla="*/ 0 h 45303"/>
                  <a:gd name="connsiteX26" fmla="*/ 31845 w 38297"/>
                  <a:gd name="connsiteY26" fmla="*/ 3572 h 45303"/>
                  <a:gd name="connsiteX27" fmla="*/ 37605 w 38297"/>
                  <a:gd name="connsiteY27" fmla="*/ 14704 h 45303"/>
                  <a:gd name="connsiteX28" fmla="*/ 32537 w 38297"/>
                  <a:gd name="connsiteY28" fmla="*/ 14704 h 45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8297" h="45303">
                    <a:moveTo>
                      <a:pt x="32565" y="14649"/>
                    </a:moveTo>
                    <a:cubicBezTo>
                      <a:pt x="31679" y="11437"/>
                      <a:pt x="30156" y="8944"/>
                      <a:pt x="27996" y="7117"/>
                    </a:cubicBezTo>
                    <a:cubicBezTo>
                      <a:pt x="25836" y="5317"/>
                      <a:pt x="23095" y="4431"/>
                      <a:pt x="19772" y="4431"/>
                    </a:cubicBezTo>
                    <a:cubicBezTo>
                      <a:pt x="17224" y="4431"/>
                      <a:pt x="15036" y="4957"/>
                      <a:pt x="13209" y="6009"/>
                    </a:cubicBezTo>
                    <a:cubicBezTo>
                      <a:pt x="11381" y="7061"/>
                      <a:pt x="9886" y="8474"/>
                      <a:pt x="8723" y="10218"/>
                    </a:cubicBezTo>
                    <a:cubicBezTo>
                      <a:pt x="7560" y="11963"/>
                      <a:pt x="6701" y="13929"/>
                      <a:pt x="6147" y="16116"/>
                    </a:cubicBezTo>
                    <a:cubicBezTo>
                      <a:pt x="5594" y="18304"/>
                      <a:pt x="5317" y="20519"/>
                      <a:pt x="5317" y="22707"/>
                    </a:cubicBezTo>
                    <a:cubicBezTo>
                      <a:pt x="5317" y="24895"/>
                      <a:pt x="5566" y="27193"/>
                      <a:pt x="6120" y="29353"/>
                    </a:cubicBezTo>
                    <a:cubicBezTo>
                      <a:pt x="6646" y="31513"/>
                      <a:pt x="7477" y="33451"/>
                      <a:pt x="8640" y="35168"/>
                    </a:cubicBezTo>
                    <a:cubicBezTo>
                      <a:pt x="9803" y="36885"/>
                      <a:pt x="11298" y="38269"/>
                      <a:pt x="13126" y="39294"/>
                    </a:cubicBezTo>
                    <a:cubicBezTo>
                      <a:pt x="14953" y="40319"/>
                      <a:pt x="17169" y="40817"/>
                      <a:pt x="19772" y="40817"/>
                    </a:cubicBezTo>
                    <a:cubicBezTo>
                      <a:pt x="23482" y="40817"/>
                      <a:pt x="26473" y="39792"/>
                      <a:pt x="28716" y="37743"/>
                    </a:cubicBezTo>
                    <a:cubicBezTo>
                      <a:pt x="30959" y="35694"/>
                      <a:pt x="32371" y="32870"/>
                      <a:pt x="32980" y="29270"/>
                    </a:cubicBezTo>
                    <a:lnTo>
                      <a:pt x="38297" y="29270"/>
                    </a:lnTo>
                    <a:cubicBezTo>
                      <a:pt x="37854" y="31651"/>
                      <a:pt x="37134" y="33839"/>
                      <a:pt x="36165" y="35777"/>
                    </a:cubicBezTo>
                    <a:cubicBezTo>
                      <a:pt x="35196" y="37743"/>
                      <a:pt x="33950" y="39433"/>
                      <a:pt x="32427" y="40845"/>
                    </a:cubicBezTo>
                    <a:cubicBezTo>
                      <a:pt x="30904" y="42257"/>
                      <a:pt x="29076" y="43365"/>
                      <a:pt x="26999" y="44140"/>
                    </a:cubicBezTo>
                    <a:cubicBezTo>
                      <a:pt x="24895" y="44915"/>
                      <a:pt x="22485" y="45303"/>
                      <a:pt x="19772" y="45303"/>
                    </a:cubicBezTo>
                    <a:cubicBezTo>
                      <a:pt x="16338" y="45303"/>
                      <a:pt x="13375" y="44721"/>
                      <a:pt x="10883" y="43559"/>
                    </a:cubicBezTo>
                    <a:cubicBezTo>
                      <a:pt x="8390" y="42395"/>
                      <a:pt x="6341" y="40817"/>
                      <a:pt x="4735" y="38768"/>
                    </a:cubicBezTo>
                    <a:cubicBezTo>
                      <a:pt x="3129" y="36746"/>
                      <a:pt x="1938" y="34365"/>
                      <a:pt x="1163" y="31596"/>
                    </a:cubicBezTo>
                    <a:cubicBezTo>
                      <a:pt x="388" y="28827"/>
                      <a:pt x="0" y="25864"/>
                      <a:pt x="0" y="22707"/>
                    </a:cubicBezTo>
                    <a:cubicBezTo>
                      <a:pt x="0" y="19716"/>
                      <a:pt x="415" y="16864"/>
                      <a:pt x="1274" y="14123"/>
                    </a:cubicBezTo>
                    <a:cubicBezTo>
                      <a:pt x="2132" y="11381"/>
                      <a:pt x="3406" y="8972"/>
                      <a:pt x="5068" y="6867"/>
                    </a:cubicBezTo>
                    <a:cubicBezTo>
                      <a:pt x="6729" y="4763"/>
                      <a:pt x="8778" y="3101"/>
                      <a:pt x="11243" y="1855"/>
                    </a:cubicBezTo>
                    <a:cubicBezTo>
                      <a:pt x="13707" y="609"/>
                      <a:pt x="16532" y="0"/>
                      <a:pt x="19744" y="0"/>
                    </a:cubicBezTo>
                    <a:cubicBezTo>
                      <a:pt x="24728" y="0"/>
                      <a:pt x="28771" y="1191"/>
                      <a:pt x="31845" y="3572"/>
                    </a:cubicBezTo>
                    <a:cubicBezTo>
                      <a:pt x="34919" y="5954"/>
                      <a:pt x="36829" y="9664"/>
                      <a:pt x="37605" y="14704"/>
                    </a:cubicBezTo>
                    <a:lnTo>
                      <a:pt x="32537" y="14704"/>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501" name="Freeform 3500">
                <a:extLst>
                  <a:ext uri="{FF2B5EF4-FFF2-40B4-BE49-F238E27FC236}">
                    <a16:creationId xmlns:a16="http://schemas.microsoft.com/office/drawing/2014/main" id="{52C61635-D6A7-2104-CE42-D4F921D3F320}"/>
                  </a:ext>
                </a:extLst>
              </p:cNvPr>
              <p:cNvSpPr/>
              <p:nvPr/>
            </p:nvSpPr>
            <p:spPr>
              <a:xfrm>
                <a:off x="2051451" y="2239257"/>
                <a:ext cx="39875" cy="45386"/>
              </a:xfrm>
              <a:custGeom>
                <a:avLst/>
                <a:gdLst>
                  <a:gd name="connsiteX0" fmla="*/ 19910 w 39875"/>
                  <a:gd name="connsiteY0" fmla="*/ 45358 h 45386"/>
                  <a:gd name="connsiteX1" fmla="*/ 12156 w 39875"/>
                  <a:gd name="connsiteY1" fmla="*/ 43863 h 45386"/>
                  <a:gd name="connsiteX2" fmla="*/ 5843 w 39875"/>
                  <a:gd name="connsiteY2" fmla="*/ 39626 h 45386"/>
                  <a:gd name="connsiteX3" fmla="*/ 1578 w 39875"/>
                  <a:gd name="connsiteY3" fmla="*/ 32565 h 45386"/>
                  <a:gd name="connsiteX4" fmla="*/ 0 w 39875"/>
                  <a:gd name="connsiteY4" fmla="*/ 22679 h 45386"/>
                  <a:gd name="connsiteX5" fmla="*/ 1246 w 39875"/>
                  <a:gd name="connsiteY5" fmla="*/ 13846 h 45386"/>
                  <a:gd name="connsiteX6" fmla="*/ 4984 w 39875"/>
                  <a:gd name="connsiteY6" fmla="*/ 6646 h 45386"/>
                  <a:gd name="connsiteX7" fmla="*/ 11215 w 39875"/>
                  <a:gd name="connsiteY7" fmla="*/ 1800 h 45386"/>
                  <a:gd name="connsiteX8" fmla="*/ 19938 w 39875"/>
                  <a:gd name="connsiteY8" fmla="*/ 0 h 45386"/>
                  <a:gd name="connsiteX9" fmla="*/ 28744 w 39875"/>
                  <a:gd name="connsiteY9" fmla="*/ 1800 h 45386"/>
                  <a:gd name="connsiteX10" fmla="*/ 34974 w 39875"/>
                  <a:gd name="connsiteY10" fmla="*/ 6618 h 45386"/>
                  <a:gd name="connsiteX11" fmla="*/ 38657 w 39875"/>
                  <a:gd name="connsiteY11" fmla="*/ 13818 h 45386"/>
                  <a:gd name="connsiteX12" fmla="*/ 39876 w 39875"/>
                  <a:gd name="connsiteY12" fmla="*/ 22707 h 45386"/>
                  <a:gd name="connsiteX13" fmla="*/ 38463 w 39875"/>
                  <a:gd name="connsiteY13" fmla="*/ 32011 h 45386"/>
                  <a:gd name="connsiteX14" fmla="*/ 34448 w 39875"/>
                  <a:gd name="connsiteY14" fmla="*/ 39156 h 45386"/>
                  <a:gd name="connsiteX15" fmla="*/ 28134 w 39875"/>
                  <a:gd name="connsiteY15" fmla="*/ 43780 h 45386"/>
                  <a:gd name="connsiteX16" fmla="*/ 19938 w 39875"/>
                  <a:gd name="connsiteY16" fmla="*/ 45386 h 45386"/>
                  <a:gd name="connsiteX17" fmla="*/ 34531 w 39875"/>
                  <a:gd name="connsiteY17" fmla="*/ 22679 h 45386"/>
                  <a:gd name="connsiteX18" fmla="*/ 33700 w 39875"/>
                  <a:gd name="connsiteY18" fmla="*/ 15535 h 45386"/>
                  <a:gd name="connsiteX19" fmla="*/ 31125 w 39875"/>
                  <a:gd name="connsiteY19" fmla="*/ 9775 h 45386"/>
                  <a:gd name="connsiteX20" fmla="*/ 26639 w 39875"/>
                  <a:gd name="connsiteY20" fmla="*/ 5898 h 45386"/>
                  <a:gd name="connsiteX21" fmla="*/ 19910 w 39875"/>
                  <a:gd name="connsiteY21" fmla="*/ 4486 h 45386"/>
                  <a:gd name="connsiteX22" fmla="*/ 13209 w 39875"/>
                  <a:gd name="connsiteY22" fmla="*/ 6009 h 45386"/>
                  <a:gd name="connsiteX23" fmla="*/ 8695 w 39875"/>
                  <a:gd name="connsiteY23" fmla="*/ 10080 h 45386"/>
                  <a:gd name="connsiteX24" fmla="*/ 6120 w 39875"/>
                  <a:gd name="connsiteY24" fmla="*/ 15895 h 45386"/>
                  <a:gd name="connsiteX25" fmla="*/ 5289 w 39875"/>
                  <a:gd name="connsiteY25" fmla="*/ 22651 h 45386"/>
                  <a:gd name="connsiteX26" fmla="*/ 6231 w 39875"/>
                  <a:gd name="connsiteY26" fmla="*/ 29990 h 45386"/>
                  <a:gd name="connsiteX27" fmla="*/ 9027 w 39875"/>
                  <a:gd name="connsiteY27" fmla="*/ 35777 h 45386"/>
                  <a:gd name="connsiteX28" fmla="*/ 13596 w 39875"/>
                  <a:gd name="connsiteY28" fmla="*/ 39516 h 45386"/>
                  <a:gd name="connsiteX29" fmla="*/ 19910 w 39875"/>
                  <a:gd name="connsiteY29" fmla="*/ 40845 h 45386"/>
                  <a:gd name="connsiteX30" fmla="*/ 26611 w 39875"/>
                  <a:gd name="connsiteY30" fmla="*/ 39322 h 45386"/>
                  <a:gd name="connsiteX31" fmla="*/ 31153 w 39875"/>
                  <a:gd name="connsiteY31" fmla="*/ 35196 h 45386"/>
                  <a:gd name="connsiteX32" fmla="*/ 33728 w 39875"/>
                  <a:gd name="connsiteY32" fmla="*/ 29380 h 45386"/>
                  <a:gd name="connsiteX33" fmla="*/ 34559 w 39875"/>
                  <a:gd name="connsiteY33" fmla="*/ 22651 h 45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9875" h="45386">
                    <a:moveTo>
                      <a:pt x="19910" y="45358"/>
                    </a:moveTo>
                    <a:cubicBezTo>
                      <a:pt x="17141" y="45303"/>
                      <a:pt x="14538" y="44805"/>
                      <a:pt x="12156" y="43863"/>
                    </a:cubicBezTo>
                    <a:cubicBezTo>
                      <a:pt x="9747" y="42922"/>
                      <a:pt x="7643" y="41509"/>
                      <a:pt x="5843" y="39626"/>
                    </a:cubicBezTo>
                    <a:cubicBezTo>
                      <a:pt x="4043" y="37743"/>
                      <a:pt x="2603" y="35390"/>
                      <a:pt x="1578" y="32565"/>
                    </a:cubicBezTo>
                    <a:cubicBezTo>
                      <a:pt x="554" y="29740"/>
                      <a:pt x="0" y="26445"/>
                      <a:pt x="0" y="22679"/>
                    </a:cubicBezTo>
                    <a:cubicBezTo>
                      <a:pt x="0" y="19522"/>
                      <a:pt x="415" y="16559"/>
                      <a:pt x="1246" y="13846"/>
                    </a:cubicBezTo>
                    <a:cubicBezTo>
                      <a:pt x="2077" y="11104"/>
                      <a:pt x="3323" y="8723"/>
                      <a:pt x="4984" y="6646"/>
                    </a:cubicBezTo>
                    <a:cubicBezTo>
                      <a:pt x="6646" y="4597"/>
                      <a:pt x="8723" y="2991"/>
                      <a:pt x="11215" y="1800"/>
                    </a:cubicBezTo>
                    <a:cubicBezTo>
                      <a:pt x="13707" y="609"/>
                      <a:pt x="16615" y="0"/>
                      <a:pt x="19938" y="0"/>
                    </a:cubicBezTo>
                    <a:cubicBezTo>
                      <a:pt x="23261" y="0"/>
                      <a:pt x="26251" y="609"/>
                      <a:pt x="28744" y="1800"/>
                    </a:cubicBezTo>
                    <a:cubicBezTo>
                      <a:pt x="31236" y="2991"/>
                      <a:pt x="33313" y="4597"/>
                      <a:pt x="34974" y="6618"/>
                    </a:cubicBezTo>
                    <a:cubicBezTo>
                      <a:pt x="36636" y="8640"/>
                      <a:pt x="37854" y="11049"/>
                      <a:pt x="38657" y="13818"/>
                    </a:cubicBezTo>
                    <a:cubicBezTo>
                      <a:pt x="39460" y="16587"/>
                      <a:pt x="39876" y="19550"/>
                      <a:pt x="39876" y="22707"/>
                    </a:cubicBezTo>
                    <a:cubicBezTo>
                      <a:pt x="39876" y="26141"/>
                      <a:pt x="39405" y="29242"/>
                      <a:pt x="38463" y="32011"/>
                    </a:cubicBezTo>
                    <a:cubicBezTo>
                      <a:pt x="37522" y="34780"/>
                      <a:pt x="36193" y="37162"/>
                      <a:pt x="34448" y="39156"/>
                    </a:cubicBezTo>
                    <a:cubicBezTo>
                      <a:pt x="32703" y="41149"/>
                      <a:pt x="30599" y="42672"/>
                      <a:pt x="28134" y="43780"/>
                    </a:cubicBezTo>
                    <a:cubicBezTo>
                      <a:pt x="25670" y="44860"/>
                      <a:pt x="22928" y="45386"/>
                      <a:pt x="19938" y="45386"/>
                    </a:cubicBezTo>
                    <a:close/>
                    <a:moveTo>
                      <a:pt x="34531" y="22679"/>
                    </a:moveTo>
                    <a:cubicBezTo>
                      <a:pt x="34531" y="20132"/>
                      <a:pt x="34254" y="17750"/>
                      <a:pt x="33700" y="15535"/>
                    </a:cubicBezTo>
                    <a:cubicBezTo>
                      <a:pt x="33147" y="13320"/>
                      <a:pt x="32288" y="11409"/>
                      <a:pt x="31125" y="9775"/>
                    </a:cubicBezTo>
                    <a:cubicBezTo>
                      <a:pt x="29962" y="8141"/>
                      <a:pt x="28467" y="6867"/>
                      <a:pt x="26639" y="5898"/>
                    </a:cubicBezTo>
                    <a:cubicBezTo>
                      <a:pt x="24811" y="4957"/>
                      <a:pt x="22568" y="4486"/>
                      <a:pt x="19910" y="4486"/>
                    </a:cubicBezTo>
                    <a:cubicBezTo>
                      <a:pt x="17252" y="4486"/>
                      <a:pt x="15064" y="5012"/>
                      <a:pt x="13209" y="6009"/>
                    </a:cubicBezTo>
                    <a:cubicBezTo>
                      <a:pt x="11353" y="7034"/>
                      <a:pt x="9858" y="8390"/>
                      <a:pt x="8695" y="10080"/>
                    </a:cubicBezTo>
                    <a:cubicBezTo>
                      <a:pt x="7532" y="11769"/>
                      <a:pt x="6674" y="13707"/>
                      <a:pt x="6120" y="15895"/>
                    </a:cubicBezTo>
                    <a:cubicBezTo>
                      <a:pt x="5566" y="18082"/>
                      <a:pt x="5289" y="20325"/>
                      <a:pt x="5289" y="22651"/>
                    </a:cubicBezTo>
                    <a:cubicBezTo>
                      <a:pt x="5289" y="25310"/>
                      <a:pt x="5594" y="27774"/>
                      <a:pt x="6231" y="29990"/>
                    </a:cubicBezTo>
                    <a:cubicBezTo>
                      <a:pt x="6867" y="32233"/>
                      <a:pt x="7781" y="34171"/>
                      <a:pt x="9027" y="35777"/>
                    </a:cubicBezTo>
                    <a:cubicBezTo>
                      <a:pt x="10246" y="37383"/>
                      <a:pt x="11769" y="38629"/>
                      <a:pt x="13596" y="39516"/>
                    </a:cubicBezTo>
                    <a:cubicBezTo>
                      <a:pt x="15424" y="40402"/>
                      <a:pt x="17529" y="40845"/>
                      <a:pt x="19910" y="40845"/>
                    </a:cubicBezTo>
                    <a:cubicBezTo>
                      <a:pt x="22513" y="40845"/>
                      <a:pt x="24728" y="40346"/>
                      <a:pt x="26611" y="39322"/>
                    </a:cubicBezTo>
                    <a:cubicBezTo>
                      <a:pt x="28467" y="38297"/>
                      <a:pt x="29990" y="36940"/>
                      <a:pt x="31153" y="35196"/>
                    </a:cubicBezTo>
                    <a:cubicBezTo>
                      <a:pt x="32316" y="33479"/>
                      <a:pt x="33174" y="31540"/>
                      <a:pt x="33728" y="29380"/>
                    </a:cubicBezTo>
                    <a:cubicBezTo>
                      <a:pt x="34282" y="27221"/>
                      <a:pt x="34559" y="24978"/>
                      <a:pt x="34559" y="22651"/>
                    </a:cubicBez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502" name="Freeform 3501">
                <a:extLst>
                  <a:ext uri="{FF2B5EF4-FFF2-40B4-BE49-F238E27FC236}">
                    <a16:creationId xmlns:a16="http://schemas.microsoft.com/office/drawing/2014/main" id="{766B8018-8563-60A7-E978-B4A004A981D4}"/>
                  </a:ext>
                </a:extLst>
              </p:cNvPr>
              <p:cNvSpPr/>
              <p:nvPr/>
            </p:nvSpPr>
            <p:spPr>
              <a:xfrm>
                <a:off x="2099080" y="2223639"/>
                <a:ext cx="39570" cy="60976"/>
              </a:xfrm>
              <a:custGeom>
                <a:avLst/>
                <a:gdLst>
                  <a:gd name="connsiteX0" fmla="*/ 34587 w 39570"/>
                  <a:gd name="connsiteY0" fmla="*/ 0 h 60976"/>
                  <a:gd name="connsiteX1" fmla="*/ 39571 w 39570"/>
                  <a:gd name="connsiteY1" fmla="*/ 0 h 60976"/>
                  <a:gd name="connsiteX2" fmla="*/ 39571 w 39570"/>
                  <a:gd name="connsiteY2" fmla="*/ 59813 h 60976"/>
                  <a:gd name="connsiteX3" fmla="*/ 34587 w 39570"/>
                  <a:gd name="connsiteY3" fmla="*/ 59813 h 60976"/>
                  <a:gd name="connsiteX4" fmla="*/ 34587 w 39570"/>
                  <a:gd name="connsiteY4" fmla="*/ 52254 h 60976"/>
                  <a:gd name="connsiteX5" fmla="*/ 34420 w 39570"/>
                  <a:gd name="connsiteY5" fmla="*/ 52254 h 60976"/>
                  <a:gd name="connsiteX6" fmla="*/ 31651 w 39570"/>
                  <a:gd name="connsiteY6" fmla="*/ 56020 h 60976"/>
                  <a:gd name="connsiteX7" fmla="*/ 27913 w 39570"/>
                  <a:gd name="connsiteY7" fmla="*/ 58733 h 60976"/>
                  <a:gd name="connsiteX8" fmla="*/ 23704 w 39570"/>
                  <a:gd name="connsiteY8" fmla="*/ 60395 h 60976"/>
                  <a:gd name="connsiteX9" fmla="*/ 19467 w 39570"/>
                  <a:gd name="connsiteY9" fmla="*/ 60976 h 60976"/>
                  <a:gd name="connsiteX10" fmla="*/ 10578 w 39570"/>
                  <a:gd name="connsiteY10" fmla="*/ 59232 h 60976"/>
                  <a:gd name="connsiteX11" fmla="*/ 4541 w 39570"/>
                  <a:gd name="connsiteY11" fmla="*/ 54441 h 60976"/>
                  <a:gd name="connsiteX12" fmla="*/ 1080 w 39570"/>
                  <a:gd name="connsiteY12" fmla="*/ 47269 h 60976"/>
                  <a:gd name="connsiteX13" fmla="*/ 0 w 39570"/>
                  <a:gd name="connsiteY13" fmla="*/ 38380 h 60976"/>
                  <a:gd name="connsiteX14" fmla="*/ 1163 w 39570"/>
                  <a:gd name="connsiteY14" fmla="*/ 29741 h 60976"/>
                  <a:gd name="connsiteX15" fmla="*/ 4680 w 39570"/>
                  <a:gd name="connsiteY15" fmla="*/ 22485 h 60976"/>
                  <a:gd name="connsiteX16" fmla="*/ 10661 w 39570"/>
                  <a:gd name="connsiteY16" fmla="*/ 17501 h 60976"/>
                  <a:gd name="connsiteX17" fmla="*/ 19162 w 39570"/>
                  <a:gd name="connsiteY17" fmla="*/ 15646 h 60976"/>
                  <a:gd name="connsiteX18" fmla="*/ 27941 w 39570"/>
                  <a:gd name="connsiteY18" fmla="*/ 17667 h 60976"/>
                  <a:gd name="connsiteX19" fmla="*/ 34559 w 39570"/>
                  <a:gd name="connsiteY19" fmla="*/ 23704 h 60976"/>
                  <a:gd name="connsiteX20" fmla="*/ 34559 w 39570"/>
                  <a:gd name="connsiteY20" fmla="*/ 28 h 60976"/>
                  <a:gd name="connsiteX21" fmla="*/ 34587 w 39570"/>
                  <a:gd name="connsiteY21" fmla="*/ 38131 h 60976"/>
                  <a:gd name="connsiteX22" fmla="*/ 33590 w 39570"/>
                  <a:gd name="connsiteY22" fmla="*/ 31208 h 60976"/>
                  <a:gd name="connsiteX23" fmla="*/ 30737 w 39570"/>
                  <a:gd name="connsiteY23" fmla="*/ 25476 h 60976"/>
                  <a:gd name="connsiteX24" fmla="*/ 26168 w 39570"/>
                  <a:gd name="connsiteY24" fmla="*/ 21572 h 60976"/>
                  <a:gd name="connsiteX25" fmla="*/ 20049 w 39570"/>
                  <a:gd name="connsiteY25" fmla="*/ 20132 h 60976"/>
                  <a:gd name="connsiteX26" fmla="*/ 13320 w 39570"/>
                  <a:gd name="connsiteY26" fmla="*/ 21655 h 60976"/>
                  <a:gd name="connsiteX27" fmla="*/ 8667 w 39570"/>
                  <a:gd name="connsiteY27" fmla="*/ 25864 h 60976"/>
                  <a:gd name="connsiteX28" fmla="*/ 6009 w 39570"/>
                  <a:gd name="connsiteY28" fmla="*/ 32039 h 60976"/>
                  <a:gd name="connsiteX29" fmla="*/ 5344 w 39570"/>
                  <a:gd name="connsiteY29" fmla="*/ 39654 h 60976"/>
                  <a:gd name="connsiteX30" fmla="*/ 6452 w 39570"/>
                  <a:gd name="connsiteY30" fmla="*/ 46854 h 60976"/>
                  <a:gd name="connsiteX31" fmla="*/ 9554 w 39570"/>
                  <a:gd name="connsiteY31" fmla="*/ 52115 h 60976"/>
                  <a:gd name="connsiteX32" fmla="*/ 14206 w 39570"/>
                  <a:gd name="connsiteY32" fmla="*/ 55410 h 60976"/>
                  <a:gd name="connsiteX33" fmla="*/ 20021 w 39570"/>
                  <a:gd name="connsiteY33" fmla="*/ 56518 h 60976"/>
                  <a:gd name="connsiteX34" fmla="*/ 26251 w 39570"/>
                  <a:gd name="connsiteY34" fmla="*/ 55106 h 60976"/>
                  <a:gd name="connsiteX35" fmla="*/ 30820 w 39570"/>
                  <a:gd name="connsiteY35" fmla="*/ 51229 h 60976"/>
                  <a:gd name="connsiteX36" fmla="*/ 33590 w 39570"/>
                  <a:gd name="connsiteY36" fmla="*/ 45414 h 60976"/>
                  <a:gd name="connsiteX37" fmla="*/ 34559 w 39570"/>
                  <a:gd name="connsiteY37" fmla="*/ 38159 h 609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9570" h="60976">
                    <a:moveTo>
                      <a:pt x="34587" y="0"/>
                    </a:moveTo>
                    <a:lnTo>
                      <a:pt x="39571" y="0"/>
                    </a:lnTo>
                    <a:lnTo>
                      <a:pt x="39571" y="59813"/>
                    </a:lnTo>
                    <a:lnTo>
                      <a:pt x="34587" y="59813"/>
                    </a:lnTo>
                    <a:lnTo>
                      <a:pt x="34587" y="52254"/>
                    </a:lnTo>
                    <a:lnTo>
                      <a:pt x="34420" y="52254"/>
                    </a:lnTo>
                    <a:cubicBezTo>
                      <a:pt x="33700" y="53694"/>
                      <a:pt x="32759" y="54967"/>
                      <a:pt x="31651" y="56020"/>
                    </a:cubicBezTo>
                    <a:cubicBezTo>
                      <a:pt x="30516" y="57100"/>
                      <a:pt x="29270" y="58013"/>
                      <a:pt x="27913" y="58733"/>
                    </a:cubicBezTo>
                    <a:cubicBezTo>
                      <a:pt x="26556" y="59453"/>
                      <a:pt x="25144" y="60007"/>
                      <a:pt x="23704" y="60395"/>
                    </a:cubicBezTo>
                    <a:cubicBezTo>
                      <a:pt x="22264" y="60783"/>
                      <a:pt x="20852" y="60976"/>
                      <a:pt x="19467" y="60976"/>
                    </a:cubicBezTo>
                    <a:cubicBezTo>
                      <a:pt x="15978" y="60976"/>
                      <a:pt x="13015" y="60395"/>
                      <a:pt x="10578" y="59232"/>
                    </a:cubicBezTo>
                    <a:cubicBezTo>
                      <a:pt x="8141" y="58069"/>
                      <a:pt x="6120" y="56490"/>
                      <a:pt x="4541" y="54441"/>
                    </a:cubicBezTo>
                    <a:cubicBezTo>
                      <a:pt x="2963" y="52420"/>
                      <a:pt x="1800" y="50038"/>
                      <a:pt x="1080" y="47269"/>
                    </a:cubicBezTo>
                    <a:cubicBezTo>
                      <a:pt x="360" y="44500"/>
                      <a:pt x="0" y="41537"/>
                      <a:pt x="0" y="38380"/>
                    </a:cubicBezTo>
                    <a:cubicBezTo>
                      <a:pt x="0" y="35390"/>
                      <a:pt x="388" y="32510"/>
                      <a:pt x="1163" y="29741"/>
                    </a:cubicBezTo>
                    <a:cubicBezTo>
                      <a:pt x="1938" y="26971"/>
                      <a:pt x="3129" y="24535"/>
                      <a:pt x="4680" y="22485"/>
                    </a:cubicBezTo>
                    <a:cubicBezTo>
                      <a:pt x="6231" y="20436"/>
                      <a:pt x="8252" y="18747"/>
                      <a:pt x="10661" y="17501"/>
                    </a:cubicBezTo>
                    <a:cubicBezTo>
                      <a:pt x="13070" y="16255"/>
                      <a:pt x="15895" y="15646"/>
                      <a:pt x="19162" y="15646"/>
                    </a:cubicBezTo>
                    <a:cubicBezTo>
                      <a:pt x="22208" y="15646"/>
                      <a:pt x="25116" y="16338"/>
                      <a:pt x="27941" y="17667"/>
                    </a:cubicBezTo>
                    <a:cubicBezTo>
                      <a:pt x="30737" y="19024"/>
                      <a:pt x="32925" y="21045"/>
                      <a:pt x="34559" y="23704"/>
                    </a:cubicBezTo>
                    <a:lnTo>
                      <a:pt x="34559" y="28"/>
                    </a:lnTo>
                    <a:close/>
                    <a:moveTo>
                      <a:pt x="34587" y="38131"/>
                    </a:moveTo>
                    <a:cubicBezTo>
                      <a:pt x="34587" y="35694"/>
                      <a:pt x="34254" y="33396"/>
                      <a:pt x="33590" y="31208"/>
                    </a:cubicBezTo>
                    <a:cubicBezTo>
                      <a:pt x="32925" y="29021"/>
                      <a:pt x="31984" y="27110"/>
                      <a:pt x="30737" y="25476"/>
                    </a:cubicBezTo>
                    <a:cubicBezTo>
                      <a:pt x="29491" y="23842"/>
                      <a:pt x="27968" y="22541"/>
                      <a:pt x="26168" y="21572"/>
                    </a:cubicBezTo>
                    <a:cubicBezTo>
                      <a:pt x="24368" y="20602"/>
                      <a:pt x="22319" y="20132"/>
                      <a:pt x="20049" y="20132"/>
                    </a:cubicBezTo>
                    <a:cubicBezTo>
                      <a:pt x="17446" y="20132"/>
                      <a:pt x="15203" y="20658"/>
                      <a:pt x="13320" y="21655"/>
                    </a:cubicBezTo>
                    <a:cubicBezTo>
                      <a:pt x="11437" y="22679"/>
                      <a:pt x="9886" y="24091"/>
                      <a:pt x="8667" y="25864"/>
                    </a:cubicBezTo>
                    <a:cubicBezTo>
                      <a:pt x="7449" y="27636"/>
                      <a:pt x="6563" y="29713"/>
                      <a:pt x="6009" y="32039"/>
                    </a:cubicBezTo>
                    <a:cubicBezTo>
                      <a:pt x="5455" y="34393"/>
                      <a:pt x="5234" y="36940"/>
                      <a:pt x="5344" y="39654"/>
                    </a:cubicBezTo>
                    <a:cubicBezTo>
                      <a:pt x="5344" y="42368"/>
                      <a:pt x="5704" y="44777"/>
                      <a:pt x="6452" y="46854"/>
                    </a:cubicBezTo>
                    <a:cubicBezTo>
                      <a:pt x="7200" y="48931"/>
                      <a:pt x="8252" y="50675"/>
                      <a:pt x="9554" y="52115"/>
                    </a:cubicBezTo>
                    <a:cubicBezTo>
                      <a:pt x="10883" y="53555"/>
                      <a:pt x="12433" y="54663"/>
                      <a:pt x="14206" y="55410"/>
                    </a:cubicBezTo>
                    <a:cubicBezTo>
                      <a:pt x="15978" y="56158"/>
                      <a:pt x="17916" y="56518"/>
                      <a:pt x="20021" y="56518"/>
                    </a:cubicBezTo>
                    <a:cubicBezTo>
                      <a:pt x="22347" y="56518"/>
                      <a:pt x="24424" y="56047"/>
                      <a:pt x="26251" y="55106"/>
                    </a:cubicBezTo>
                    <a:cubicBezTo>
                      <a:pt x="28079" y="54164"/>
                      <a:pt x="29602" y="52890"/>
                      <a:pt x="30820" y="51229"/>
                    </a:cubicBezTo>
                    <a:cubicBezTo>
                      <a:pt x="32039" y="49595"/>
                      <a:pt x="32953" y="47657"/>
                      <a:pt x="33590" y="45414"/>
                    </a:cubicBezTo>
                    <a:cubicBezTo>
                      <a:pt x="34227" y="43171"/>
                      <a:pt x="34559" y="40762"/>
                      <a:pt x="34559" y="38159"/>
                    </a:cubicBez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503" name="Freeform 3502">
                <a:extLst>
                  <a:ext uri="{FF2B5EF4-FFF2-40B4-BE49-F238E27FC236}">
                    <a16:creationId xmlns:a16="http://schemas.microsoft.com/office/drawing/2014/main" id="{261FEFE2-F942-C3F7-39D9-6BDD633FF950}"/>
                  </a:ext>
                </a:extLst>
              </p:cNvPr>
              <p:cNvSpPr/>
              <p:nvPr/>
            </p:nvSpPr>
            <p:spPr>
              <a:xfrm>
                <a:off x="2151693" y="2223639"/>
                <a:ext cx="5482" cy="59813"/>
              </a:xfrm>
              <a:custGeom>
                <a:avLst/>
                <a:gdLst>
                  <a:gd name="connsiteX0" fmla="*/ 0 w 5482"/>
                  <a:gd name="connsiteY0" fmla="*/ 7394 h 59813"/>
                  <a:gd name="connsiteX1" fmla="*/ 0 w 5482"/>
                  <a:gd name="connsiteY1" fmla="*/ 0 h 59813"/>
                  <a:gd name="connsiteX2" fmla="*/ 5483 w 5482"/>
                  <a:gd name="connsiteY2" fmla="*/ 0 h 59813"/>
                  <a:gd name="connsiteX3" fmla="*/ 5483 w 5482"/>
                  <a:gd name="connsiteY3" fmla="*/ 7394 h 59813"/>
                  <a:gd name="connsiteX4" fmla="*/ 0 w 5482"/>
                  <a:gd name="connsiteY4" fmla="*/ 7394 h 59813"/>
                  <a:gd name="connsiteX5" fmla="*/ 249 w 5482"/>
                  <a:gd name="connsiteY5" fmla="*/ 59813 h 59813"/>
                  <a:gd name="connsiteX6" fmla="*/ 249 w 5482"/>
                  <a:gd name="connsiteY6" fmla="*/ 16781 h 59813"/>
                  <a:gd name="connsiteX7" fmla="*/ 5234 w 5482"/>
                  <a:gd name="connsiteY7" fmla="*/ 16781 h 59813"/>
                  <a:gd name="connsiteX8" fmla="*/ 5234 w 5482"/>
                  <a:gd name="connsiteY8" fmla="*/ 59813 h 59813"/>
                  <a:gd name="connsiteX9" fmla="*/ 249 w 5482"/>
                  <a:gd name="connsiteY9" fmla="*/ 59813 h 59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482" h="59813">
                    <a:moveTo>
                      <a:pt x="0" y="7394"/>
                    </a:moveTo>
                    <a:lnTo>
                      <a:pt x="0" y="0"/>
                    </a:lnTo>
                    <a:lnTo>
                      <a:pt x="5483" y="0"/>
                    </a:lnTo>
                    <a:lnTo>
                      <a:pt x="5483" y="7394"/>
                    </a:lnTo>
                    <a:lnTo>
                      <a:pt x="0" y="7394"/>
                    </a:lnTo>
                    <a:close/>
                    <a:moveTo>
                      <a:pt x="249" y="59813"/>
                    </a:moveTo>
                    <a:lnTo>
                      <a:pt x="249" y="16781"/>
                    </a:lnTo>
                    <a:lnTo>
                      <a:pt x="5234" y="16781"/>
                    </a:lnTo>
                    <a:lnTo>
                      <a:pt x="5234" y="59813"/>
                    </a:lnTo>
                    <a:lnTo>
                      <a:pt x="249" y="59813"/>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504" name="Freeform 3503">
                <a:extLst>
                  <a:ext uri="{FF2B5EF4-FFF2-40B4-BE49-F238E27FC236}">
                    <a16:creationId xmlns:a16="http://schemas.microsoft.com/office/drawing/2014/main" id="{DA821322-D059-F555-AA5D-77EF438E0CE4}"/>
                  </a:ext>
                </a:extLst>
              </p:cNvPr>
              <p:cNvSpPr/>
              <p:nvPr/>
            </p:nvSpPr>
            <p:spPr>
              <a:xfrm>
                <a:off x="2169637" y="2239257"/>
                <a:ext cx="34143" cy="44223"/>
              </a:xfrm>
              <a:custGeom>
                <a:avLst/>
                <a:gdLst>
                  <a:gd name="connsiteX0" fmla="*/ 4984 w 34143"/>
                  <a:gd name="connsiteY0" fmla="*/ 44195 h 44223"/>
                  <a:gd name="connsiteX1" fmla="*/ 0 w 34143"/>
                  <a:gd name="connsiteY1" fmla="*/ 44195 h 44223"/>
                  <a:gd name="connsiteX2" fmla="*/ 0 w 34143"/>
                  <a:gd name="connsiteY2" fmla="*/ 1163 h 44223"/>
                  <a:gd name="connsiteX3" fmla="*/ 4984 w 34143"/>
                  <a:gd name="connsiteY3" fmla="*/ 1163 h 44223"/>
                  <a:gd name="connsiteX4" fmla="*/ 4984 w 34143"/>
                  <a:gd name="connsiteY4" fmla="*/ 7144 h 44223"/>
                  <a:gd name="connsiteX5" fmla="*/ 11160 w 34143"/>
                  <a:gd name="connsiteY5" fmla="*/ 1994 h 44223"/>
                  <a:gd name="connsiteX6" fmla="*/ 18858 w 34143"/>
                  <a:gd name="connsiteY6" fmla="*/ 0 h 44223"/>
                  <a:gd name="connsiteX7" fmla="*/ 26251 w 34143"/>
                  <a:gd name="connsiteY7" fmla="*/ 1385 h 44223"/>
                  <a:gd name="connsiteX8" fmla="*/ 31983 w 34143"/>
                  <a:gd name="connsiteY8" fmla="*/ 6147 h 44223"/>
                  <a:gd name="connsiteX9" fmla="*/ 33839 w 34143"/>
                  <a:gd name="connsiteY9" fmla="*/ 10938 h 44223"/>
                  <a:gd name="connsiteX10" fmla="*/ 34143 w 34143"/>
                  <a:gd name="connsiteY10" fmla="*/ 16061 h 44223"/>
                  <a:gd name="connsiteX11" fmla="*/ 34143 w 34143"/>
                  <a:gd name="connsiteY11" fmla="*/ 44223 h 44223"/>
                  <a:gd name="connsiteX12" fmla="*/ 29159 w 34143"/>
                  <a:gd name="connsiteY12" fmla="*/ 44223 h 44223"/>
                  <a:gd name="connsiteX13" fmla="*/ 29159 w 34143"/>
                  <a:gd name="connsiteY13" fmla="*/ 16144 h 44223"/>
                  <a:gd name="connsiteX14" fmla="*/ 26584 w 34143"/>
                  <a:gd name="connsiteY14" fmla="*/ 7421 h 44223"/>
                  <a:gd name="connsiteX15" fmla="*/ 18027 w 34143"/>
                  <a:gd name="connsiteY15" fmla="*/ 4514 h 44223"/>
                  <a:gd name="connsiteX16" fmla="*/ 13790 w 34143"/>
                  <a:gd name="connsiteY16" fmla="*/ 5206 h 44223"/>
                  <a:gd name="connsiteX17" fmla="*/ 10329 w 34143"/>
                  <a:gd name="connsiteY17" fmla="*/ 7061 h 44223"/>
                  <a:gd name="connsiteX18" fmla="*/ 7726 w 34143"/>
                  <a:gd name="connsiteY18" fmla="*/ 9720 h 44223"/>
                  <a:gd name="connsiteX19" fmla="*/ 6064 w 34143"/>
                  <a:gd name="connsiteY19" fmla="*/ 12876 h 44223"/>
                  <a:gd name="connsiteX20" fmla="*/ 5151 w 34143"/>
                  <a:gd name="connsiteY20" fmla="*/ 16864 h 44223"/>
                  <a:gd name="connsiteX21" fmla="*/ 4984 w 34143"/>
                  <a:gd name="connsiteY21" fmla="*/ 21018 h 44223"/>
                  <a:gd name="connsiteX22" fmla="*/ 4984 w 34143"/>
                  <a:gd name="connsiteY22" fmla="*/ 44195 h 442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4143" h="44223">
                    <a:moveTo>
                      <a:pt x="4984" y="44195"/>
                    </a:moveTo>
                    <a:lnTo>
                      <a:pt x="0" y="44195"/>
                    </a:lnTo>
                    <a:lnTo>
                      <a:pt x="0" y="1163"/>
                    </a:lnTo>
                    <a:lnTo>
                      <a:pt x="4984" y="1163"/>
                    </a:lnTo>
                    <a:lnTo>
                      <a:pt x="4984" y="7144"/>
                    </a:lnTo>
                    <a:cubicBezTo>
                      <a:pt x="6978" y="5040"/>
                      <a:pt x="9027" y="3323"/>
                      <a:pt x="11160" y="1994"/>
                    </a:cubicBezTo>
                    <a:cubicBezTo>
                      <a:pt x="13292" y="665"/>
                      <a:pt x="15867" y="0"/>
                      <a:pt x="18858" y="0"/>
                    </a:cubicBezTo>
                    <a:cubicBezTo>
                      <a:pt x="21516" y="0"/>
                      <a:pt x="23981" y="471"/>
                      <a:pt x="26251" y="1385"/>
                    </a:cubicBezTo>
                    <a:cubicBezTo>
                      <a:pt x="28522" y="2298"/>
                      <a:pt x="30433" y="3877"/>
                      <a:pt x="31983" y="6147"/>
                    </a:cubicBezTo>
                    <a:cubicBezTo>
                      <a:pt x="33036" y="7698"/>
                      <a:pt x="33645" y="9304"/>
                      <a:pt x="33839" y="10938"/>
                    </a:cubicBezTo>
                    <a:cubicBezTo>
                      <a:pt x="34033" y="12572"/>
                      <a:pt x="34143" y="14289"/>
                      <a:pt x="34143" y="16061"/>
                    </a:cubicBezTo>
                    <a:lnTo>
                      <a:pt x="34143" y="44223"/>
                    </a:lnTo>
                    <a:lnTo>
                      <a:pt x="29159" y="44223"/>
                    </a:lnTo>
                    <a:lnTo>
                      <a:pt x="29159" y="16144"/>
                    </a:lnTo>
                    <a:cubicBezTo>
                      <a:pt x="29159" y="12267"/>
                      <a:pt x="28301" y="9360"/>
                      <a:pt x="26584" y="7421"/>
                    </a:cubicBezTo>
                    <a:cubicBezTo>
                      <a:pt x="24867" y="5483"/>
                      <a:pt x="22015" y="4514"/>
                      <a:pt x="18027" y="4514"/>
                    </a:cubicBezTo>
                    <a:cubicBezTo>
                      <a:pt x="16476" y="4514"/>
                      <a:pt x="15064" y="4735"/>
                      <a:pt x="13790" y="5206"/>
                    </a:cubicBezTo>
                    <a:cubicBezTo>
                      <a:pt x="12516" y="5677"/>
                      <a:pt x="11353" y="6314"/>
                      <a:pt x="10329" y="7061"/>
                    </a:cubicBezTo>
                    <a:cubicBezTo>
                      <a:pt x="9304" y="7837"/>
                      <a:pt x="8418" y="8723"/>
                      <a:pt x="7726" y="9720"/>
                    </a:cubicBezTo>
                    <a:cubicBezTo>
                      <a:pt x="7006" y="10717"/>
                      <a:pt x="6452" y="11769"/>
                      <a:pt x="6064" y="12876"/>
                    </a:cubicBezTo>
                    <a:cubicBezTo>
                      <a:pt x="5566" y="14261"/>
                      <a:pt x="5261" y="15590"/>
                      <a:pt x="5151" y="16864"/>
                    </a:cubicBezTo>
                    <a:cubicBezTo>
                      <a:pt x="5040" y="18138"/>
                      <a:pt x="4984" y="19522"/>
                      <a:pt x="4984" y="21018"/>
                    </a:cubicBezTo>
                    <a:lnTo>
                      <a:pt x="4984" y="44195"/>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505" name="Freeform 3504">
                <a:extLst>
                  <a:ext uri="{FF2B5EF4-FFF2-40B4-BE49-F238E27FC236}">
                    <a16:creationId xmlns:a16="http://schemas.microsoft.com/office/drawing/2014/main" id="{3F8849F3-E9A9-6ECE-7AFD-0711F354E95A}"/>
                  </a:ext>
                </a:extLst>
              </p:cNvPr>
              <p:cNvSpPr/>
              <p:nvPr/>
            </p:nvSpPr>
            <p:spPr>
              <a:xfrm>
                <a:off x="2214469" y="2239257"/>
                <a:ext cx="39570" cy="61807"/>
              </a:xfrm>
              <a:custGeom>
                <a:avLst/>
                <a:gdLst>
                  <a:gd name="connsiteX0" fmla="*/ 34586 w 39570"/>
                  <a:gd name="connsiteY0" fmla="*/ 1163 h 61807"/>
                  <a:gd name="connsiteX1" fmla="*/ 39571 w 39570"/>
                  <a:gd name="connsiteY1" fmla="*/ 1163 h 61807"/>
                  <a:gd name="connsiteX2" fmla="*/ 39571 w 39570"/>
                  <a:gd name="connsiteY2" fmla="*/ 40042 h 61807"/>
                  <a:gd name="connsiteX3" fmla="*/ 38712 w 39570"/>
                  <a:gd name="connsiteY3" fmla="*/ 48294 h 61807"/>
                  <a:gd name="connsiteX4" fmla="*/ 35611 w 39570"/>
                  <a:gd name="connsiteY4" fmla="*/ 55244 h 61807"/>
                  <a:gd name="connsiteX5" fmla="*/ 29464 w 39570"/>
                  <a:gd name="connsiteY5" fmla="*/ 60007 h 61807"/>
                  <a:gd name="connsiteX6" fmla="*/ 19412 w 39570"/>
                  <a:gd name="connsiteY6" fmla="*/ 61807 h 61807"/>
                  <a:gd name="connsiteX7" fmla="*/ 11270 w 39570"/>
                  <a:gd name="connsiteY7" fmla="*/ 60589 h 61807"/>
                  <a:gd name="connsiteX8" fmla="*/ 5704 w 39570"/>
                  <a:gd name="connsiteY8" fmla="*/ 57570 h 61807"/>
                  <a:gd name="connsiteX9" fmla="*/ 2409 w 39570"/>
                  <a:gd name="connsiteY9" fmla="*/ 53527 h 61807"/>
                  <a:gd name="connsiteX10" fmla="*/ 1191 w 39570"/>
                  <a:gd name="connsiteY10" fmla="*/ 49429 h 61807"/>
                  <a:gd name="connsiteX11" fmla="*/ 6507 w 39570"/>
                  <a:gd name="connsiteY11" fmla="*/ 49429 h 61807"/>
                  <a:gd name="connsiteX12" fmla="*/ 8335 w 39570"/>
                  <a:gd name="connsiteY12" fmla="*/ 53361 h 61807"/>
                  <a:gd name="connsiteX13" fmla="*/ 11270 w 39570"/>
                  <a:gd name="connsiteY13" fmla="*/ 55770 h 61807"/>
                  <a:gd name="connsiteX14" fmla="*/ 15036 w 39570"/>
                  <a:gd name="connsiteY14" fmla="*/ 56989 h 61807"/>
                  <a:gd name="connsiteX15" fmla="*/ 19356 w 39570"/>
                  <a:gd name="connsiteY15" fmla="*/ 57321 h 61807"/>
                  <a:gd name="connsiteX16" fmla="*/ 27497 w 39570"/>
                  <a:gd name="connsiteY16" fmla="*/ 55577 h 61807"/>
                  <a:gd name="connsiteX17" fmla="*/ 32150 w 39570"/>
                  <a:gd name="connsiteY17" fmla="*/ 51007 h 61807"/>
                  <a:gd name="connsiteX18" fmla="*/ 34171 w 39570"/>
                  <a:gd name="connsiteY18" fmla="*/ 44611 h 61807"/>
                  <a:gd name="connsiteX19" fmla="*/ 34559 w 39570"/>
                  <a:gd name="connsiteY19" fmla="*/ 37300 h 61807"/>
                  <a:gd name="connsiteX20" fmla="*/ 27941 w 39570"/>
                  <a:gd name="connsiteY20" fmla="*/ 43337 h 61807"/>
                  <a:gd name="connsiteX21" fmla="*/ 19162 w 39570"/>
                  <a:gd name="connsiteY21" fmla="*/ 45358 h 61807"/>
                  <a:gd name="connsiteX22" fmla="*/ 10661 w 39570"/>
                  <a:gd name="connsiteY22" fmla="*/ 43503 h 61807"/>
                  <a:gd name="connsiteX23" fmla="*/ 4680 w 39570"/>
                  <a:gd name="connsiteY23" fmla="*/ 38519 h 61807"/>
                  <a:gd name="connsiteX24" fmla="*/ 1163 w 39570"/>
                  <a:gd name="connsiteY24" fmla="*/ 31264 h 61807"/>
                  <a:gd name="connsiteX25" fmla="*/ 0 w 39570"/>
                  <a:gd name="connsiteY25" fmla="*/ 22624 h 61807"/>
                  <a:gd name="connsiteX26" fmla="*/ 1080 w 39570"/>
                  <a:gd name="connsiteY26" fmla="*/ 13735 h 61807"/>
                  <a:gd name="connsiteX27" fmla="*/ 4541 w 39570"/>
                  <a:gd name="connsiteY27" fmla="*/ 6535 h 61807"/>
                  <a:gd name="connsiteX28" fmla="*/ 10578 w 39570"/>
                  <a:gd name="connsiteY28" fmla="*/ 1745 h 61807"/>
                  <a:gd name="connsiteX29" fmla="*/ 19467 w 39570"/>
                  <a:gd name="connsiteY29" fmla="*/ 0 h 61807"/>
                  <a:gd name="connsiteX30" fmla="*/ 23704 w 39570"/>
                  <a:gd name="connsiteY30" fmla="*/ 581 h 61807"/>
                  <a:gd name="connsiteX31" fmla="*/ 27913 w 39570"/>
                  <a:gd name="connsiteY31" fmla="*/ 2243 h 61807"/>
                  <a:gd name="connsiteX32" fmla="*/ 31651 w 39570"/>
                  <a:gd name="connsiteY32" fmla="*/ 4984 h 61807"/>
                  <a:gd name="connsiteX33" fmla="*/ 34420 w 39570"/>
                  <a:gd name="connsiteY33" fmla="*/ 8723 h 61807"/>
                  <a:gd name="connsiteX34" fmla="*/ 34586 w 39570"/>
                  <a:gd name="connsiteY34" fmla="*/ 8723 h 61807"/>
                  <a:gd name="connsiteX35" fmla="*/ 34586 w 39570"/>
                  <a:gd name="connsiteY35" fmla="*/ 1163 h 61807"/>
                  <a:gd name="connsiteX36" fmla="*/ 34586 w 39570"/>
                  <a:gd name="connsiteY36" fmla="*/ 22845 h 61807"/>
                  <a:gd name="connsiteX37" fmla="*/ 33617 w 39570"/>
                  <a:gd name="connsiteY37" fmla="*/ 15590 h 61807"/>
                  <a:gd name="connsiteX38" fmla="*/ 30848 w 39570"/>
                  <a:gd name="connsiteY38" fmla="*/ 9775 h 61807"/>
                  <a:gd name="connsiteX39" fmla="*/ 26279 w 39570"/>
                  <a:gd name="connsiteY39" fmla="*/ 5898 h 61807"/>
                  <a:gd name="connsiteX40" fmla="*/ 20049 w 39570"/>
                  <a:gd name="connsiteY40" fmla="*/ 4486 h 61807"/>
                  <a:gd name="connsiteX41" fmla="*/ 14233 w 39570"/>
                  <a:gd name="connsiteY41" fmla="*/ 5594 h 61807"/>
                  <a:gd name="connsiteX42" fmla="*/ 9581 w 39570"/>
                  <a:gd name="connsiteY42" fmla="*/ 8889 h 61807"/>
                  <a:gd name="connsiteX43" fmla="*/ 6480 w 39570"/>
                  <a:gd name="connsiteY43" fmla="*/ 14150 h 61807"/>
                  <a:gd name="connsiteX44" fmla="*/ 5372 w 39570"/>
                  <a:gd name="connsiteY44" fmla="*/ 21350 h 61807"/>
                  <a:gd name="connsiteX45" fmla="*/ 6037 w 39570"/>
                  <a:gd name="connsiteY45" fmla="*/ 28965 h 61807"/>
                  <a:gd name="connsiteX46" fmla="*/ 8695 w 39570"/>
                  <a:gd name="connsiteY46" fmla="*/ 35140 h 61807"/>
                  <a:gd name="connsiteX47" fmla="*/ 13347 w 39570"/>
                  <a:gd name="connsiteY47" fmla="*/ 39349 h 61807"/>
                  <a:gd name="connsiteX48" fmla="*/ 20076 w 39570"/>
                  <a:gd name="connsiteY48" fmla="*/ 40872 h 61807"/>
                  <a:gd name="connsiteX49" fmla="*/ 26196 w 39570"/>
                  <a:gd name="connsiteY49" fmla="*/ 39432 h 61807"/>
                  <a:gd name="connsiteX50" fmla="*/ 30765 w 39570"/>
                  <a:gd name="connsiteY50" fmla="*/ 35528 h 61807"/>
                  <a:gd name="connsiteX51" fmla="*/ 33617 w 39570"/>
                  <a:gd name="connsiteY51" fmla="*/ 29796 h 61807"/>
                  <a:gd name="connsiteX52" fmla="*/ 34614 w 39570"/>
                  <a:gd name="connsiteY52" fmla="*/ 22873 h 618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39570" h="61807">
                    <a:moveTo>
                      <a:pt x="34586" y="1163"/>
                    </a:moveTo>
                    <a:lnTo>
                      <a:pt x="39571" y="1163"/>
                    </a:lnTo>
                    <a:lnTo>
                      <a:pt x="39571" y="40042"/>
                    </a:lnTo>
                    <a:cubicBezTo>
                      <a:pt x="39571" y="42922"/>
                      <a:pt x="39294" y="45663"/>
                      <a:pt x="38712" y="48294"/>
                    </a:cubicBezTo>
                    <a:cubicBezTo>
                      <a:pt x="38131" y="50924"/>
                      <a:pt x="37106" y="53250"/>
                      <a:pt x="35611" y="55244"/>
                    </a:cubicBezTo>
                    <a:cubicBezTo>
                      <a:pt x="34116" y="57238"/>
                      <a:pt x="32067" y="58816"/>
                      <a:pt x="29464" y="60007"/>
                    </a:cubicBezTo>
                    <a:cubicBezTo>
                      <a:pt x="26861" y="61198"/>
                      <a:pt x="23510" y="61807"/>
                      <a:pt x="19412" y="61807"/>
                    </a:cubicBezTo>
                    <a:cubicBezTo>
                      <a:pt x="16255" y="61807"/>
                      <a:pt x="13541" y="61392"/>
                      <a:pt x="11270" y="60589"/>
                    </a:cubicBezTo>
                    <a:cubicBezTo>
                      <a:pt x="9000" y="59786"/>
                      <a:pt x="7144" y="58761"/>
                      <a:pt x="5704" y="57570"/>
                    </a:cubicBezTo>
                    <a:cubicBezTo>
                      <a:pt x="4264" y="56352"/>
                      <a:pt x="3157" y="54995"/>
                      <a:pt x="2409" y="53527"/>
                    </a:cubicBezTo>
                    <a:cubicBezTo>
                      <a:pt x="1661" y="52060"/>
                      <a:pt x="1246" y="50675"/>
                      <a:pt x="1191" y="49429"/>
                    </a:cubicBezTo>
                    <a:lnTo>
                      <a:pt x="6507" y="49429"/>
                    </a:lnTo>
                    <a:cubicBezTo>
                      <a:pt x="6895" y="51035"/>
                      <a:pt x="7504" y="52337"/>
                      <a:pt x="8335" y="53361"/>
                    </a:cubicBezTo>
                    <a:cubicBezTo>
                      <a:pt x="9166" y="54386"/>
                      <a:pt x="10135" y="55189"/>
                      <a:pt x="11270" y="55770"/>
                    </a:cubicBezTo>
                    <a:cubicBezTo>
                      <a:pt x="12406" y="56352"/>
                      <a:pt x="13652" y="56740"/>
                      <a:pt x="15036" y="56989"/>
                    </a:cubicBezTo>
                    <a:cubicBezTo>
                      <a:pt x="16421" y="57210"/>
                      <a:pt x="17861" y="57321"/>
                      <a:pt x="19356" y="57321"/>
                    </a:cubicBezTo>
                    <a:cubicBezTo>
                      <a:pt x="22735" y="57321"/>
                      <a:pt x="25448" y="56740"/>
                      <a:pt x="27497" y="55577"/>
                    </a:cubicBezTo>
                    <a:cubicBezTo>
                      <a:pt x="29547" y="54413"/>
                      <a:pt x="31097" y="52890"/>
                      <a:pt x="32150" y="51007"/>
                    </a:cubicBezTo>
                    <a:cubicBezTo>
                      <a:pt x="33202" y="49124"/>
                      <a:pt x="33866" y="46992"/>
                      <a:pt x="34171" y="44611"/>
                    </a:cubicBezTo>
                    <a:cubicBezTo>
                      <a:pt x="34476" y="42229"/>
                      <a:pt x="34586" y="39792"/>
                      <a:pt x="34559" y="37300"/>
                    </a:cubicBezTo>
                    <a:cubicBezTo>
                      <a:pt x="32953" y="39959"/>
                      <a:pt x="30737" y="41980"/>
                      <a:pt x="27941" y="43337"/>
                    </a:cubicBezTo>
                    <a:cubicBezTo>
                      <a:pt x="25144" y="44694"/>
                      <a:pt x="22208" y="45358"/>
                      <a:pt x="19162" y="45358"/>
                    </a:cubicBezTo>
                    <a:cubicBezTo>
                      <a:pt x="15895" y="45358"/>
                      <a:pt x="13043" y="44721"/>
                      <a:pt x="10661" y="43503"/>
                    </a:cubicBezTo>
                    <a:cubicBezTo>
                      <a:pt x="8252" y="42257"/>
                      <a:pt x="6258" y="40596"/>
                      <a:pt x="4680" y="38519"/>
                    </a:cubicBezTo>
                    <a:cubicBezTo>
                      <a:pt x="3101" y="36442"/>
                      <a:pt x="1911" y="34033"/>
                      <a:pt x="1163" y="31264"/>
                    </a:cubicBezTo>
                    <a:cubicBezTo>
                      <a:pt x="388" y="28494"/>
                      <a:pt x="0" y="25614"/>
                      <a:pt x="0" y="22624"/>
                    </a:cubicBezTo>
                    <a:cubicBezTo>
                      <a:pt x="0" y="19467"/>
                      <a:pt x="360" y="16504"/>
                      <a:pt x="1080" y="13735"/>
                    </a:cubicBezTo>
                    <a:cubicBezTo>
                      <a:pt x="1800" y="10966"/>
                      <a:pt x="2963" y="8584"/>
                      <a:pt x="4541" y="6535"/>
                    </a:cubicBezTo>
                    <a:cubicBezTo>
                      <a:pt x="6120" y="4514"/>
                      <a:pt x="8114" y="2908"/>
                      <a:pt x="10578" y="1745"/>
                    </a:cubicBezTo>
                    <a:cubicBezTo>
                      <a:pt x="13015" y="581"/>
                      <a:pt x="15978" y="0"/>
                      <a:pt x="19467" y="0"/>
                    </a:cubicBezTo>
                    <a:cubicBezTo>
                      <a:pt x="20852" y="0"/>
                      <a:pt x="22264" y="194"/>
                      <a:pt x="23704" y="581"/>
                    </a:cubicBezTo>
                    <a:cubicBezTo>
                      <a:pt x="25144" y="969"/>
                      <a:pt x="26528" y="1523"/>
                      <a:pt x="27913" y="2243"/>
                    </a:cubicBezTo>
                    <a:cubicBezTo>
                      <a:pt x="29270" y="2963"/>
                      <a:pt x="30516" y="3877"/>
                      <a:pt x="31651" y="4984"/>
                    </a:cubicBezTo>
                    <a:cubicBezTo>
                      <a:pt x="32787" y="6092"/>
                      <a:pt x="33700" y="7338"/>
                      <a:pt x="34420" y="8723"/>
                    </a:cubicBezTo>
                    <a:lnTo>
                      <a:pt x="34586" y="8723"/>
                    </a:lnTo>
                    <a:lnTo>
                      <a:pt x="34586" y="1163"/>
                    </a:lnTo>
                    <a:close/>
                    <a:moveTo>
                      <a:pt x="34586" y="22845"/>
                    </a:moveTo>
                    <a:cubicBezTo>
                      <a:pt x="34586" y="20242"/>
                      <a:pt x="34254" y="17833"/>
                      <a:pt x="33617" y="15590"/>
                    </a:cubicBezTo>
                    <a:cubicBezTo>
                      <a:pt x="32980" y="13347"/>
                      <a:pt x="32039" y="11409"/>
                      <a:pt x="30848" y="9775"/>
                    </a:cubicBezTo>
                    <a:cubicBezTo>
                      <a:pt x="29630" y="8141"/>
                      <a:pt x="28107" y="6867"/>
                      <a:pt x="26279" y="5898"/>
                    </a:cubicBezTo>
                    <a:cubicBezTo>
                      <a:pt x="24451" y="4957"/>
                      <a:pt x="22375" y="4486"/>
                      <a:pt x="20049" y="4486"/>
                    </a:cubicBezTo>
                    <a:cubicBezTo>
                      <a:pt x="17944" y="4486"/>
                      <a:pt x="16006" y="4846"/>
                      <a:pt x="14233" y="5594"/>
                    </a:cubicBezTo>
                    <a:cubicBezTo>
                      <a:pt x="12461" y="6341"/>
                      <a:pt x="10910" y="7449"/>
                      <a:pt x="9581" y="8889"/>
                    </a:cubicBezTo>
                    <a:cubicBezTo>
                      <a:pt x="8252" y="10329"/>
                      <a:pt x="7227" y="12073"/>
                      <a:pt x="6480" y="14150"/>
                    </a:cubicBezTo>
                    <a:cubicBezTo>
                      <a:pt x="5732" y="16227"/>
                      <a:pt x="5372" y="18636"/>
                      <a:pt x="5372" y="21350"/>
                    </a:cubicBezTo>
                    <a:cubicBezTo>
                      <a:pt x="5261" y="24064"/>
                      <a:pt x="5483" y="26611"/>
                      <a:pt x="6037" y="28965"/>
                    </a:cubicBezTo>
                    <a:cubicBezTo>
                      <a:pt x="6591" y="31319"/>
                      <a:pt x="7477" y="33396"/>
                      <a:pt x="8695" y="35140"/>
                    </a:cubicBezTo>
                    <a:cubicBezTo>
                      <a:pt x="9913" y="36913"/>
                      <a:pt x="11464" y="38325"/>
                      <a:pt x="13347" y="39349"/>
                    </a:cubicBezTo>
                    <a:cubicBezTo>
                      <a:pt x="15230" y="40374"/>
                      <a:pt x="17473" y="40872"/>
                      <a:pt x="20076" y="40872"/>
                    </a:cubicBezTo>
                    <a:cubicBezTo>
                      <a:pt x="22347" y="40872"/>
                      <a:pt x="24368" y="40402"/>
                      <a:pt x="26196" y="39432"/>
                    </a:cubicBezTo>
                    <a:cubicBezTo>
                      <a:pt x="27996" y="38463"/>
                      <a:pt x="29519" y="37162"/>
                      <a:pt x="30765" y="35528"/>
                    </a:cubicBezTo>
                    <a:cubicBezTo>
                      <a:pt x="32011" y="33894"/>
                      <a:pt x="32953" y="31983"/>
                      <a:pt x="33617" y="29796"/>
                    </a:cubicBezTo>
                    <a:cubicBezTo>
                      <a:pt x="34282" y="27608"/>
                      <a:pt x="34614" y="25310"/>
                      <a:pt x="34614" y="22873"/>
                    </a:cubicBez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506" name="Freeform 3505">
                <a:extLst>
                  <a:ext uri="{FF2B5EF4-FFF2-40B4-BE49-F238E27FC236}">
                    <a16:creationId xmlns:a16="http://schemas.microsoft.com/office/drawing/2014/main" id="{F99F95BE-1300-B8F9-DDE1-8C968CA76C0F}"/>
                  </a:ext>
                </a:extLst>
              </p:cNvPr>
              <p:cNvSpPr/>
              <p:nvPr/>
            </p:nvSpPr>
            <p:spPr>
              <a:xfrm>
                <a:off x="2265255" y="2222060"/>
                <a:ext cx="18387" cy="77258"/>
              </a:xfrm>
              <a:custGeom>
                <a:avLst/>
                <a:gdLst>
                  <a:gd name="connsiteX0" fmla="*/ 0 w 18387"/>
                  <a:gd name="connsiteY0" fmla="*/ 77259 h 77258"/>
                  <a:gd name="connsiteX1" fmla="*/ 9360 w 18387"/>
                  <a:gd name="connsiteY1" fmla="*/ 58789 h 77258"/>
                  <a:gd name="connsiteX2" fmla="*/ 12710 w 18387"/>
                  <a:gd name="connsiteY2" fmla="*/ 38380 h 77258"/>
                  <a:gd name="connsiteX3" fmla="*/ 9221 w 18387"/>
                  <a:gd name="connsiteY3" fmla="*/ 18276 h 77258"/>
                  <a:gd name="connsiteX4" fmla="*/ 0 w 18387"/>
                  <a:gd name="connsiteY4" fmla="*/ 0 h 77258"/>
                  <a:gd name="connsiteX5" fmla="*/ 4237 w 18387"/>
                  <a:gd name="connsiteY5" fmla="*/ 0 h 77258"/>
                  <a:gd name="connsiteX6" fmla="*/ 10301 w 18387"/>
                  <a:gd name="connsiteY6" fmla="*/ 9166 h 77258"/>
                  <a:gd name="connsiteX7" fmla="*/ 14732 w 18387"/>
                  <a:gd name="connsiteY7" fmla="*/ 18221 h 77258"/>
                  <a:gd name="connsiteX8" fmla="*/ 17446 w 18387"/>
                  <a:gd name="connsiteY8" fmla="*/ 27857 h 77258"/>
                  <a:gd name="connsiteX9" fmla="*/ 18387 w 18387"/>
                  <a:gd name="connsiteY9" fmla="*/ 38768 h 77258"/>
                  <a:gd name="connsiteX10" fmla="*/ 17446 w 18387"/>
                  <a:gd name="connsiteY10" fmla="*/ 49540 h 77258"/>
                  <a:gd name="connsiteX11" fmla="*/ 14704 w 18387"/>
                  <a:gd name="connsiteY11" fmla="*/ 59232 h 77258"/>
                  <a:gd name="connsiteX12" fmla="*/ 10246 w 18387"/>
                  <a:gd name="connsiteY12" fmla="*/ 68314 h 77258"/>
                  <a:gd name="connsiteX13" fmla="*/ 4264 w 18387"/>
                  <a:gd name="connsiteY13" fmla="*/ 77259 h 77258"/>
                  <a:gd name="connsiteX14" fmla="*/ 28 w 18387"/>
                  <a:gd name="connsiteY14" fmla="*/ 77259 h 77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8387" h="77258">
                    <a:moveTo>
                      <a:pt x="0" y="77259"/>
                    </a:moveTo>
                    <a:cubicBezTo>
                      <a:pt x="3988" y="71499"/>
                      <a:pt x="7089" y="65324"/>
                      <a:pt x="9360" y="58789"/>
                    </a:cubicBezTo>
                    <a:cubicBezTo>
                      <a:pt x="11603" y="52226"/>
                      <a:pt x="12710" y="45414"/>
                      <a:pt x="12710" y="38380"/>
                    </a:cubicBezTo>
                    <a:cubicBezTo>
                      <a:pt x="12710" y="31347"/>
                      <a:pt x="11547" y="24756"/>
                      <a:pt x="9221" y="18276"/>
                    </a:cubicBezTo>
                    <a:cubicBezTo>
                      <a:pt x="6895" y="11796"/>
                      <a:pt x="3821" y="5704"/>
                      <a:pt x="0" y="0"/>
                    </a:cubicBezTo>
                    <a:lnTo>
                      <a:pt x="4237" y="0"/>
                    </a:lnTo>
                    <a:cubicBezTo>
                      <a:pt x="6507" y="3157"/>
                      <a:pt x="8529" y="6231"/>
                      <a:pt x="10301" y="9166"/>
                    </a:cubicBezTo>
                    <a:cubicBezTo>
                      <a:pt x="12073" y="12129"/>
                      <a:pt x="13541" y="15147"/>
                      <a:pt x="14732" y="18221"/>
                    </a:cubicBezTo>
                    <a:cubicBezTo>
                      <a:pt x="15923" y="21295"/>
                      <a:pt x="16809" y="24507"/>
                      <a:pt x="17446" y="27857"/>
                    </a:cubicBezTo>
                    <a:cubicBezTo>
                      <a:pt x="18082" y="31208"/>
                      <a:pt x="18387" y="34836"/>
                      <a:pt x="18387" y="38768"/>
                    </a:cubicBezTo>
                    <a:cubicBezTo>
                      <a:pt x="18387" y="42700"/>
                      <a:pt x="18082" y="46189"/>
                      <a:pt x="17446" y="49540"/>
                    </a:cubicBezTo>
                    <a:cubicBezTo>
                      <a:pt x="16809" y="52890"/>
                      <a:pt x="15895" y="56130"/>
                      <a:pt x="14704" y="59232"/>
                    </a:cubicBezTo>
                    <a:cubicBezTo>
                      <a:pt x="13513" y="62333"/>
                      <a:pt x="12018" y="65351"/>
                      <a:pt x="10246" y="68314"/>
                    </a:cubicBezTo>
                    <a:cubicBezTo>
                      <a:pt x="8474" y="71277"/>
                      <a:pt x="6480" y="74268"/>
                      <a:pt x="4264" y="77259"/>
                    </a:cubicBezTo>
                    <a:lnTo>
                      <a:pt x="28" y="77259"/>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507" name="Freeform 3506">
                <a:extLst>
                  <a:ext uri="{FF2B5EF4-FFF2-40B4-BE49-F238E27FC236}">
                    <a16:creationId xmlns:a16="http://schemas.microsoft.com/office/drawing/2014/main" id="{EFDA6297-19D5-CB32-07E5-CAE8F44E13DA}"/>
                  </a:ext>
                </a:extLst>
              </p:cNvPr>
              <p:cNvSpPr/>
              <p:nvPr/>
            </p:nvSpPr>
            <p:spPr>
              <a:xfrm>
                <a:off x="2313023" y="2228457"/>
                <a:ext cx="19439" cy="56158"/>
              </a:xfrm>
              <a:custGeom>
                <a:avLst/>
                <a:gdLst>
                  <a:gd name="connsiteX0" fmla="*/ 19439 w 19439"/>
                  <a:gd name="connsiteY0" fmla="*/ 55161 h 56158"/>
                  <a:gd name="connsiteX1" fmla="*/ 17030 w 19439"/>
                  <a:gd name="connsiteY1" fmla="*/ 55743 h 56158"/>
                  <a:gd name="connsiteX2" fmla="*/ 13707 w 19439"/>
                  <a:gd name="connsiteY2" fmla="*/ 56158 h 56158"/>
                  <a:gd name="connsiteX3" fmla="*/ 8030 w 19439"/>
                  <a:gd name="connsiteY3" fmla="*/ 54303 h 56158"/>
                  <a:gd name="connsiteX4" fmla="*/ 6064 w 19439"/>
                  <a:gd name="connsiteY4" fmla="*/ 47601 h 56158"/>
                  <a:gd name="connsiteX5" fmla="*/ 6064 w 19439"/>
                  <a:gd name="connsiteY5" fmla="*/ 16116 h 56158"/>
                  <a:gd name="connsiteX6" fmla="*/ 0 w 19439"/>
                  <a:gd name="connsiteY6" fmla="*/ 16116 h 56158"/>
                  <a:gd name="connsiteX7" fmla="*/ 0 w 19439"/>
                  <a:gd name="connsiteY7" fmla="*/ 11963 h 56158"/>
                  <a:gd name="connsiteX8" fmla="*/ 6064 w 19439"/>
                  <a:gd name="connsiteY8" fmla="*/ 11963 h 56158"/>
                  <a:gd name="connsiteX9" fmla="*/ 6064 w 19439"/>
                  <a:gd name="connsiteY9" fmla="*/ 0 h 56158"/>
                  <a:gd name="connsiteX10" fmla="*/ 11049 w 19439"/>
                  <a:gd name="connsiteY10" fmla="*/ 0 h 56158"/>
                  <a:gd name="connsiteX11" fmla="*/ 11049 w 19439"/>
                  <a:gd name="connsiteY11" fmla="*/ 11963 h 56158"/>
                  <a:gd name="connsiteX12" fmla="*/ 19107 w 19439"/>
                  <a:gd name="connsiteY12" fmla="*/ 11963 h 56158"/>
                  <a:gd name="connsiteX13" fmla="*/ 19107 w 19439"/>
                  <a:gd name="connsiteY13" fmla="*/ 16116 h 56158"/>
                  <a:gd name="connsiteX14" fmla="*/ 11049 w 19439"/>
                  <a:gd name="connsiteY14" fmla="*/ 16116 h 56158"/>
                  <a:gd name="connsiteX15" fmla="*/ 11049 w 19439"/>
                  <a:gd name="connsiteY15" fmla="*/ 45608 h 56158"/>
                  <a:gd name="connsiteX16" fmla="*/ 11132 w 19439"/>
                  <a:gd name="connsiteY16" fmla="*/ 48349 h 56158"/>
                  <a:gd name="connsiteX17" fmla="*/ 11630 w 19439"/>
                  <a:gd name="connsiteY17" fmla="*/ 50260 h 56158"/>
                  <a:gd name="connsiteX18" fmla="*/ 12932 w 19439"/>
                  <a:gd name="connsiteY18" fmla="*/ 51340 h 56158"/>
                  <a:gd name="connsiteX19" fmla="*/ 15369 w 19439"/>
                  <a:gd name="connsiteY19" fmla="*/ 51672 h 56158"/>
                  <a:gd name="connsiteX20" fmla="*/ 17390 w 19439"/>
                  <a:gd name="connsiteY20" fmla="*/ 51506 h 56158"/>
                  <a:gd name="connsiteX21" fmla="*/ 19439 w 19439"/>
                  <a:gd name="connsiteY21" fmla="*/ 51090 h 56158"/>
                  <a:gd name="connsiteX22" fmla="*/ 19439 w 19439"/>
                  <a:gd name="connsiteY22" fmla="*/ 55161 h 5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9439" h="56158">
                    <a:moveTo>
                      <a:pt x="19439" y="55161"/>
                    </a:moveTo>
                    <a:cubicBezTo>
                      <a:pt x="18830" y="55272"/>
                      <a:pt x="18027" y="55466"/>
                      <a:pt x="17030" y="55743"/>
                    </a:cubicBezTo>
                    <a:cubicBezTo>
                      <a:pt x="16033" y="56020"/>
                      <a:pt x="14926" y="56158"/>
                      <a:pt x="13707" y="56158"/>
                    </a:cubicBezTo>
                    <a:cubicBezTo>
                      <a:pt x="11215" y="56158"/>
                      <a:pt x="9332" y="55521"/>
                      <a:pt x="8030" y="54303"/>
                    </a:cubicBezTo>
                    <a:cubicBezTo>
                      <a:pt x="6729" y="53057"/>
                      <a:pt x="6064" y="50841"/>
                      <a:pt x="6064" y="47601"/>
                    </a:cubicBezTo>
                    <a:lnTo>
                      <a:pt x="6064" y="16116"/>
                    </a:lnTo>
                    <a:lnTo>
                      <a:pt x="0" y="16116"/>
                    </a:lnTo>
                    <a:lnTo>
                      <a:pt x="0" y="11963"/>
                    </a:lnTo>
                    <a:lnTo>
                      <a:pt x="6064" y="11963"/>
                    </a:lnTo>
                    <a:lnTo>
                      <a:pt x="6064" y="0"/>
                    </a:lnTo>
                    <a:lnTo>
                      <a:pt x="11049" y="0"/>
                    </a:lnTo>
                    <a:lnTo>
                      <a:pt x="11049" y="11963"/>
                    </a:lnTo>
                    <a:lnTo>
                      <a:pt x="19107" y="11963"/>
                    </a:lnTo>
                    <a:lnTo>
                      <a:pt x="19107" y="16116"/>
                    </a:lnTo>
                    <a:lnTo>
                      <a:pt x="11049" y="16116"/>
                    </a:lnTo>
                    <a:lnTo>
                      <a:pt x="11049" y="45608"/>
                    </a:lnTo>
                    <a:cubicBezTo>
                      <a:pt x="11049" y="46660"/>
                      <a:pt x="11049" y="47574"/>
                      <a:pt x="11132" y="48349"/>
                    </a:cubicBezTo>
                    <a:cubicBezTo>
                      <a:pt x="11187" y="49124"/>
                      <a:pt x="11353" y="49761"/>
                      <a:pt x="11630" y="50260"/>
                    </a:cubicBezTo>
                    <a:cubicBezTo>
                      <a:pt x="11907" y="50758"/>
                      <a:pt x="12350" y="51118"/>
                      <a:pt x="12932" y="51340"/>
                    </a:cubicBezTo>
                    <a:cubicBezTo>
                      <a:pt x="13513" y="51561"/>
                      <a:pt x="14316" y="51672"/>
                      <a:pt x="15369" y="51672"/>
                    </a:cubicBezTo>
                    <a:cubicBezTo>
                      <a:pt x="16033" y="51672"/>
                      <a:pt x="16698" y="51617"/>
                      <a:pt x="17390" y="51506"/>
                    </a:cubicBezTo>
                    <a:cubicBezTo>
                      <a:pt x="18082" y="51395"/>
                      <a:pt x="18775" y="51257"/>
                      <a:pt x="19439" y="51090"/>
                    </a:cubicBezTo>
                    <a:lnTo>
                      <a:pt x="19439" y="55161"/>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508" name="Freeform 3507">
                <a:extLst>
                  <a:ext uri="{FF2B5EF4-FFF2-40B4-BE49-F238E27FC236}">
                    <a16:creationId xmlns:a16="http://schemas.microsoft.com/office/drawing/2014/main" id="{26EF61DE-621A-3D19-D687-049F4A241F75}"/>
                  </a:ext>
                </a:extLst>
              </p:cNvPr>
              <p:cNvSpPr/>
              <p:nvPr/>
            </p:nvSpPr>
            <p:spPr>
              <a:xfrm>
                <a:off x="2338305" y="2239229"/>
                <a:ext cx="40567" cy="45330"/>
              </a:xfrm>
              <a:custGeom>
                <a:avLst/>
                <a:gdLst>
                  <a:gd name="connsiteX0" fmla="*/ 21904 w 40567"/>
                  <a:gd name="connsiteY0" fmla="*/ 19135 h 45330"/>
                  <a:gd name="connsiteX1" fmla="*/ 25282 w 40567"/>
                  <a:gd name="connsiteY1" fmla="*/ 18636 h 45330"/>
                  <a:gd name="connsiteX2" fmla="*/ 28467 w 40567"/>
                  <a:gd name="connsiteY2" fmla="*/ 17722 h 45330"/>
                  <a:gd name="connsiteX3" fmla="*/ 30017 w 40567"/>
                  <a:gd name="connsiteY3" fmla="*/ 15756 h 45330"/>
                  <a:gd name="connsiteX4" fmla="*/ 30294 w 40567"/>
                  <a:gd name="connsiteY4" fmla="*/ 13209 h 45330"/>
                  <a:gd name="connsiteX5" fmla="*/ 27830 w 40567"/>
                  <a:gd name="connsiteY5" fmla="*/ 6923 h 45330"/>
                  <a:gd name="connsiteX6" fmla="*/ 19578 w 40567"/>
                  <a:gd name="connsiteY6" fmla="*/ 4486 h 45330"/>
                  <a:gd name="connsiteX7" fmla="*/ 14843 w 40567"/>
                  <a:gd name="connsiteY7" fmla="*/ 4957 h 45330"/>
                  <a:gd name="connsiteX8" fmla="*/ 11049 w 40567"/>
                  <a:gd name="connsiteY8" fmla="*/ 6535 h 45330"/>
                  <a:gd name="connsiteX9" fmla="*/ 8390 w 40567"/>
                  <a:gd name="connsiteY9" fmla="*/ 9526 h 45330"/>
                  <a:gd name="connsiteX10" fmla="*/ 7034 w 40567"/>
                  <a:gd name="connsiteY10" fmla="*/ 14206 h 45330"/>
                  <a:gd name="connsiteX11" fmla="*/ 1966 w 40567"/>
                  <a:gd name="connsiteY11" fmla="*/ 14206 h 45330"/>
                  <a:gd name="connsiteX12" fmla="*/ 3711 w 40567"/>
                  <a:gd name="connsiteY12" fmla="*/ 7698 h 45330"/>
                  <a:gd name="connsiteX13" fmla="*/ 7587 w 40567"/>
                  <a:gd name="connsiteY13" fmla="*/ 3295 h 45330"/>
                  <a:gd name="connsiteX14" fmla="*/ 13070 w 40567"/>
                  <a:gd name="connsiteY14" fmla="*/ 803 h 45330"/>
                  <a:gd name="connsiteX15" fmla="*/ 19689 w 40567"/>
                  <a:gd name="connsiteY15" fmla="*/ 0 h 45330"/>
                  <a:gd name="connsiteX16" fmla="*/ 25781 w 40567"/>
                  <a:gd name="connsiteY16" fmla="*/ 692 h 45330"/>
                  <a:gd name="connsiteX17" fmla="*/ 30765 w 40567"/>
                  <a:gd name="connsiteY17" fmla="*/ 2935 h 45330"/>
                  <a:gd name="connsiteX18" fmla="*/ 34088 w 40567"/>
                  <a:gd name="connsiteY18" fmla="*/ 7034 h 45330"/>
                  <a:gd name="connsiteX19" fmla="*/ 35306 w 40567"/>
                  <a:gd name="connsiteY19" fmla="*/ 13347 h 45330"/>
                  <a:gd name="connsiteX20" fmla="*/ 35306 w 40567"/>
                  <a:gd name="connsiteY20" fmla="*/ 36774 h 45330"/>
                  <a:gd name="connsiteX21" fmla="*/ 36359 w 40567"/>
                  <a:gd name="connsiteY21" fmla="*/ 40457 h 45330"/>
                  <a:gd name="connsiteX22" fmla="*/ 40568 w 40567"/>
                  <a:gd name="connsiteY22" fmla="*/ 40069 h 45330"/>
                  <a:gd name="connsiteX23" fmla="*/ 40568 w 40567"/>
                  <a:gd name="connsiteY23" fmla="*/ 43974 h 45330"/>
                  <a:gd name="connsiteX24" fmla="*/ 38851 w 40567"/>
                  <a:gd name="connsiteY24" fmla="*/ 44472 h 45330"/>
                  <a:gd name="connsiteX25" fmla="*/ 36663 w 40567"/>
                  <a:gd name="connsiteY25" fmla="*/ 44805 h 45330"/>
                  <a:gd name="connsiteX26" fmla="*/ 34420 w 40567"/>
                  <a:gd name="connsiteY26" fmla="*/ 44555 h 45330"/>
                  <a:gd name="connsiteX27" fmla="*/ 32427 w 40567"/>
                  <a:gd name="connsiteY27" fmla="*/ 43780 h 45330"/>
                  <a:gd name="connsiteX28" fmla="*/ 31208 w 40567"/>
                  <a:gd name="connsiteY28" fmla="*/ 42285 h 45330"/>
                  <a:gd name="connsiteX29" fmla="*/ 30571 w 40567"/>
                  <a:gd name="connsiteY29" fmla="*/ 40374 h 45330"/>
                  <a:gd name="connsiteX30" fmla="*/ 30405 w 40567"/>
                  <a:gd name="connsiteY30" fmla="*/ 38186 h 45330"/>
                  <a:gd name="connsiteX31" fmla="*/ 23178 w 40567"/>
                  <a:gd name="connsiteY31" fmla="*/ 43503 h 45330"/>
                  <a:gd name="connsiteX32" fmla="*/ 14372 w 40567"/>
                  <a:gd name="connsiteY32" fmla="*/ 45331 h 45330"/>
                  <a:gd name="connsiteX33" fmla="*/ 8944 w 40567"/>
                  <a:gd name="connsiteY33" fmla="*/ 44583 h 45330"/>
                  <a:gd name="connsiteX34" fmla="*/ 4320 w 40567"/>
                  <a:gd name="connsiteY34" fmla="*/ 42257 h 45330"/>
                  <a:gd name="connsiteX35" fmla="*/ 1163 w 40567"/>
                  <a:gd name="connsiteY35" fmla="*/ 38380 h 45330"/>
                  <a:gd name="connsiteX36" fmla="*/ 0 w 40567"/>
                  <a:gd name="connsiteY36" fmla="*/ 32953 h 45330"/>
                  <a:gd name="connsiteX37" fmla="*/ 15036 w 40567"/>
                  <a:gd name="connsiteY37" fmla="*/ 19993 h 45330"/>
                  <a:gd name="connsiteX38" fmla="*/ 21931 w 40567"/>
                  <a:gd name="connsiteY38" fmla="*/ 19079 h 45330"/>
                  <a:gd name="connsiteX39" fmla="*/ 30294 w 40567"/>
                  <a:gd name="connsiteY39" fmla="*/ 21627 h 45330"/>
                  <a:gd name="connsiteX40" fmla="*/ 23898 w 40567"/>
                  <a:gd name="connsiteY40" fmla="*/ 23371 h 45330"/>
                  <a:gd name="connsiteX41" fmla="*/ 17418 w 40567"/>
                  <a:gd name="connsiteY41" fmla="*/ 24036 h 45330"/>
                  <a:gd name="connsiteX42" fmla="*/ 8474 w 40567"/>
                  <a:gd name="connsiteY42" fmla="*/ 26611 h 45330"/>
                  <a:gd name="connsiteX43" fmla="*/ 5261 w 40567"/>
                  <a:gd name="connsiteY43" fmla="*/ 33174 h 45330"/>
                  <a:gd name="connsiteX44" fmla="*/ 6064 w 40567"/>
                  <a:gd name="connsiteY44" fmla="*/ 36636 h 45330"/>
                  <a:gd name="connsiteX45" fmla="*/ 8141 w 40567"/>
                  <a:gd name="connsiteY45" fmla="*/ 39045 h 45330"/>
                  <a:gd name="connsiteX46" fmla="*/ 11132 w 40567"/>
                  <a:gd name="connsiteY46" fmla="*/ 40457 h 45330"/>
                  <a:gd name="connsiteX47" fmla="*/ 14593 w 40567"/>
                  <a:gd name="connsiteY47" fmla="*/ 40928 h 45330"/>
                  <a:gd name="connsiteX48" fmla="*/ 20409 w 40567"/>
                  <a:gd name="connsiteY48" fmla="*/ 40180 h 45330"/>
                  <a:gd name="connsiteX49" fmla="*/ 25448 w 40567"/>
                  <a:gd name="connsiteY49" fmla="*/ 37909 h 45330"/>
                  <a:gd name="connsiteX50" fmla="*/ 28965 w 40567"/>
                  <a:gd name="connsiteY50" fmla="*/ 34005 h 45330"/>
                  <a:gd name="connsiteX51" fmla="*/ 30294 w 40567"/>
                  <a:gd name="connsiteY51" fmla="*/ 28411 h 45330"/>
                  <a:gd name="connsiteX52" fmla="*/ 30294 w 40567"/>
                  <a:gd name="connsiteY52" fmla="*/ 21682 h 45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0567" h="45330">
                    <a:moveTo>
                      <a:pt x="21904" y="19135"/>
                    </a:moveTo>
                    <a:cubicBezTo>
                      <a:pt x="22845" y="19024"/>
                      <a:pt x="23981" y="18858"/>
                      <a:pt x="25282" y="18636"/>
                    </a:cubicBezTo>
                    <a:cubicBezTo>
                      <a:pt x="26584" y="18415"/>
                      <a:pt x="27636" y="18110"/>
                      <a:pt x="28467" y="17722"/>
                    </a:cubicBezTo>
                    <a:cubicBezTo>
                      <a:pt x="29297" y="17335"/>
                      <a:pt x="29796" y="16670"/>
                      <a:pt x="30017" y="15756"/>
                    </a:cubicBezTo>
                    <a:cubicBezTo>
                      <a:pt x="30211" y="14843"/>
                      <a:pt x="30294" y="14012"/>
                      <a:pt x="30294" y="13209"/>
                    </a:cubicBezTo>
                    <a:cubicBezTo>
                      <a:pt x="30294" y="10661"/>
                      <a:pt x="29464" y="8584"/>
                      <a:pt x="27830" y="6923"/>
                    </a:cubicBezTo>
                    <a:cubicBezTo>
                      <a:pt x="26196" y="5289"/>
                      <a:pt x="23455" y="4486"/>
                      <a:pt x="19578" y="4486"/>
                    </a:cubicBezTo>
                    <a:cubicBezTo>
                      <a:pt x="17861" y="4486"/>
                      <a:pt x="16283" y="4652"/>
                      <a:pt x="14843" y="4957"/>
                    </a:cubicBezTo>
                    <a:cubicBezTo>
                      <a:pt x="13403" y="5261"/>
                      <a:pt x="12129" y="5787"/>
                      <a:pt x="11049" y="6535"/>
                    </a:cubicBezTo>
                    <a:cubicBezTo>
                      <a:pt x="9969" y="7283"/>
                      <a:pt x="9083" y="8280"/>
                      <a:pt x="8390" y="9526"/>
                    </a:cubicBezTo>
                    <a:cubicBezTo>
                      <a:pt x="7698" y="10772"/>
                      <a:pt x="7227" y="12350"/>
                      <a:pt x="7034" y="14206"/>
                    </a:cubicBezTo>
                    <a:lnTo>
                      <a:pt x="1966" y="14206"/>
                    </a:lnTo>
                    <a:cubicBezTo>
                      <a:pt x="2132" y="11658"/>
                      <a:pt x="2714" y="9498"/>
                      <a:pt x="3711" y="7698"/>
                    </a:cubicBezTo>
                    <a:cubicBezTo>
                      <a:pt x="4707" y="5898"/>
                      <a:pt x="6009" y="4431"/>
                      <a:pt x="7587" y="3295"/>
                    </a:cubicBezTo>
                    <a:cubicBezTo>
                      <a:pt x="9166" y="2160"/>
                      <a:pt x="10993" y="1329"/>
                      <a:pt x="13070" y="803"/>
                    </a:cubicBezTo>
                    <a:cubicBezTo>
                      <a:pt x="15147" y="277"/>
                      <a:pt x="17335" y="0"/>
                      <a:pt x="19689" y="0"/>
                    </a:cubicBezTo>
                    <a:cubicBezTo>
                      <a:pt x="21848" y="0"/>
                      <a:pt x="23870" y="249"/>
                      <a:pt x="25781" y="692"/>
                    </a:cubicBezTo>
                    <a:cubicBezTo>
                      <a:pt x="27691" y="1163"/>
                      <a:pt x="29353" y="1911"/>
                      <a:pt x="30765" y="2935"/>
                    </a:cubicBezTo>
                    <a:cubicBezTo>
                      <a:pt x="32177" y="3960"/>
                      <a:pt x="33285" y="5344"/>
                      <a:pt x="34088" y="7034"/>
                    </a:cubicBezTo>
                    <a:cubicBezTo>
                      <a:pt x="34891" y="8750"/>
                      <a:pt x="35306" y="10855"/>
                      <a:pt x="35306" y="13347"/>
                    </a:cubicBezTo>
                    <a:lnTo>
                      <a:pt x="35306" y="36774"/>
                    </a:lnTo>
                    <a:cubicBezTo>
                      <a:pt x="35306" y="38713"/>
                      <a:pt x="35639" y="39959"/>
                      <a:pt x="36359" y="40457"/>
                    </a:cubicBezTo>
                    <a:cubicBezTo>
                      <a:pt x="37051" y="40983"/>
                      <a:pt x="38436" y="40872"/>
                      <a:pt x="40568" y="40069"/>
                    </a:cubicBezTo>
                    <a:lnTo>
                      <a:pt x="40568" y="43974"/>
                    </a:lnTo>
                    <a:cubicBezTo>
                      <a:pt x="40180" y="44085"/>
                      <a:pt x="39599" y="44251"/>
                      <a:pt x="38851" y="44472"/>
                    </a:cubicBezTo>
                    <a:cubicBezTo>
                      <a:pt x="38103" y="44694"/>
                      <a:pt x="37356" y="44805"/>
                      <a:pt x="36663" y="44805"/>
                    </a:cubicBezTo>
                    <a:cubicBezTo>
                      <a:pt x="35888" y="44805"/>
                      <a:pt x="35140" y="44721"/>
                      <a:pt x="34420" y="44555"/>
                    </a:cubicBezTo>
                    <a:cubicBezTo>
                      <a:pt x="33590" y="44445"/>
                      <a:pt x="32925" y="44195"/>
                      <a:pt x="32427" y="43780"/>
                    </a:cubicBezTo>
                    <a:cubicBezTo>
                      <a:pt x="31928" y="43365"/>
                      <a:pt x="31513" y="42866"/>
                      <a:pt x="31208" y="42285"/>
                    </a:cubicBezTo>
                    <a:cubicBezTo>
                      <a:pt x="30904" y="41703"/>
                      <a:pt x="30682" y="41066"/>
                      <a:pt x="30571" y="40374"/>
                    </a:cubicBezTo>
                    <a:cubicBezTo>
                      <a:pt x="30460" y="39682"/>
                      <a:pt x="30405" y="38962"/>
                      <a:pt x="30405" y="38186"/>
                    </a:cubicBezTo>
                    <a:cubicBezTo>
                      <a:pt x="28301" y="40512"/>
                      <a:pt x="25891" y="42285"/>
                      <a:pt x="23178" y="43503"/>
                    </a:cubicBezTo>
                    <a:cubicBezTo>
                      <a:pt x="20464" y="44721"/>
                      <a:pt x="17529" y="45331"/>
                      <a:pt x="14372" y="45331"/>
                    </a:cubicBezTo>
                    <a:cubicBezTo>
                      <a:pt x="12489" y="45331"/>
                      <a:pt x="10689" y="45081"/>
                      <a:pt x="8944" y="44583"/>
                    </a:cubicBezTo>
                    <a:cubicBezTo>
                      <a:pt x="7200" y="44085"/>
                      <a:pt x="5649" y="43309"/>
                      <a:pt x="4320" y="42257"/>
                    </a:cubicBezTo>
                    <a:cubicBezTo>
                      <a:pt x="2991" y="41205"/>
                      <a:pt x="1938" y="39931"/>
                      <a:pt x="1163" y="38380"/>
                    </a:cubicBezTo>
                    <a:cubicBezTo>
                      <a:pt x="388" y="36857"/>
                      <a:pt x="0" y="35057"/>
                      <a:pt x="0" y="32953"/>
                    </a:cubicBezTo>
                    <a:cubicBezTo>
                      <a:pt x="0" y="25642"/>
                      <a:pt x="5012" y="21322"/>
                      <a:pt x="15036" y="19993"/>
                    </a:cubicBezTo>
                    <a:lnTo>
                      <a:pt x="21931" y="19079"/>
                    </a:lnTo>
                    <a:close/>
                    <a:moveTo>
                      <a:pt x="30294" y="21627"/>
                    </a:moveTo>
                    <a:cubicBezTo>
                      <a:pt x="28190" y="22513"/>
                      <a:pt x="26058" y="23095"/>
                      <a:pt x="23898" y="23371"/>
                    </a:cubicBezTo>
                    <a:cubicBezTo>
                      <a:pt x="21738" y="23648"/>
                      <a:pt x="19578" y="23870"/>
                      <a:pt x="17418" y="24036"/>
                    </a:cubicBezTo>
                    <a:cubicBezTo>
                      <a:pt x="13596" y="24313"/>
                      <a:pt x="10606" y="25171"/>
                      <a:pt x="8474" y="26611"/>
                    </a:cubicBezTo>
                    <a:cubicBezTo>
                      <a:pt x="6341" y="28051"/>
                      <a:pt x="5261" y="30239"/>
                      <a:pt x="5261" y="33174"/>
                    </a:cubicBezTo>
                    <a:cubicBezTo>
                      <a:pt x="5261" y="34503"/>
                      <a:pt x="5511" y="35666"/>
                      <a:pt x="6064" y="36636"/>
                    </a:cubicBezTo>
                    <a:cubicBezTo>
                      <a:pt x="6591" y="37605"/>
                      <a:pt x="7283" y="38408"/>
                      <a:pt x="8141" y="39045"/>
                    </a:cubicBezTo>
                    <a:cubicBezTo>
                      <a:pt x="9000" y="39682"/>
                      <a:pt x="9997" y="40152"/>
                      <a:pt x="11132" y="40457"/>
                    </a:cubicBezTo>
                    <a:cubicBezTo>
                      <a:pt x="12267" y="40762"/>
                      <a:pt x="13430" y="40928"/>
                      <a:pt x="14593" y="40928"/>
                    </a:cubicBezTo>
                    <a:cubicBezTo>
                      <a:pt x="16587" y="40928"/>
                      <a:pt x="18526" y="40679"/>
                      <a:pt x="20409" y="40180"/>
                    </a:cubicBezTo>
                    <a:cubicBezTo>
                      <a:pt x="22291" y="39682"/>
                      <a:pt x="23981" y="38934"/>
                      <a:pt x="25448" y="37909"/>
                    </a:cubicBezTo>
                    <a:cubicBezTo>
                      <a:pt x="26916" y="36885"/>
                      <a:pt x="28079" y="35583"/>
                      <a:pt x="28965" y="34005"/>
                    </a:cubicBezTo>
                    <a:cubicBezTo>
                      <a:pt x="29851" y="32427"/>
                      <a:pt x="30294" y="30544"/>
                      <a:pt x="30294" y="28411"/>
                    </a:cubicBezTo>
                    <a:lnTo>
                      <a:pt x="30294" y="21682"/>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509" name="Freeform 3508">
                <a:extLst>
                  <a:ext uri="{FF2B5EF4-FFF2-40B4-BE49-F238E27FC236}">
                    <a16:creationId xmlns:a16="http://schemas.microsoft.com/office/drawing/2014/main" id="{4CD91F11-9E8D-62AA-6402-59D210F2AD77}"/>
                  </a:ext>
                </a:extLst>
              </p:cNvPr>
              <p:cNvSpPr/>
              <p:nvPr/>
            </p:nvSpPr>
            <p:spPr>
              <a:xfrm>
                <a:off x="2384522" y="2239229"/>
                <a:ext cx="33894" cy="45303"/>
              </a:xfrm>
              <a:custGeom>
                <a:avLst/>
                <a:gdLst>
                  <a:gd name="connsiteX0" fmla="*/ 5012 w 33894"/>
                  <a:gd name="connsiteY0" fmla="*/ 30765 h 45303"/>
                  <a:gd name="connsiteX1" fmla="*/ 9221 w 33894"/>
                  <a:gd name="connsiteY1" fmla="*/ 38602 h 45303"/>
                  <a:gd name="connsiteX2" fmla="*/ 17889 w 33894"/>
                  <a:gd name="connsiteY2" fmla="*/ 40872 h 45303"/>
                  <a:gd name="connsiteX3" fmla="*/ 22624 w 33894"/>
                  <a:gd name="connsiteY3" fmla="*/ 40208 h 45303"/>
                  <a:gd name="connsiteX4" fmla="*/ 25919 w 33894"/>
                  <a:gd name="connsiteY4" fmla="*/ 38408 h 45303"/>
                  <a:gd name="connsiteX5" fmla="*/ 27885 w 33894"/>
                  <a:gd name="connsiteY5" fmla="*/ 35860 h 45303"/>
                  <a:gd name="connsiteX6" fmla="*/ 28550 w 33894"/>
                  <a:gd name="connsiteY6" fmla="*/ 32870 h 45303"/>
                  <a:gd name="connsiteX7" fmla="*/ 26501 w 33894"/>
                  <a:gd name="connsiteY7" fmla="*/ 28190 h 45303"/>
                  <a:gd name="connsiteX8" fmla="*/ 21405 w 33894"/>
                  <a:gd name="connsiteY8" fmla="*/ 25781 h 45303"/>
                  <a:gd name="connsiteX9" fmla="*/ 14759 w 33894"/>
                  <a:gd name="connsiteY9" fmla="*/ 24285 h 45303"/>
                  <a:gd name="connsiteX10" fmla="*/ 8114 w 33894"/>
                  <a:gd name="connsiteY10" fmla="*/ 22430 h 45303"/>
                  <a:gd name="connsiteX11" fmla="*/ 3018 w 33894"/>
                  <a:gd name="connsiteY11" fmla="*/ 18858 h 45303"/>
                  <a:gd name="connsiteX12" fmla="*/ 997 w 33894"/>
                  <a:gd name="connsiteY12" fmla="*/ 12295 h 45303"/>
                  <a:gd name="connsiteX13" fmla="*/ 4929 w 33894"/>
                  <a:gd name="connsiteY13" fmla="*/ 3461 h 45303"/>
                  <a:gd name="connsiteX14" fmla="*/ 16116 w 33894"/>
                  <a:gd name="connsiteY14" fmla="*/ 0 h 45303"/>
                  <a:gd name="connsiteX15" fmla="*/ 27442 w 33894"/>
                  <a:gd name="connsiteY15" fmla="*/ 3101 h 45303"/>
                  <a:gd name="connsiteX16" fmla="*/ 32731 w 33894"/>
                  <a:gd name="connsiteY16" fmla="*/ 13541 h 45303"/>
                  <a:gd name="connsiteX17" fmla="*/ 27664 w 33894"/>
                  <a:gd name="connsiteY17" fmla="*/ 13541 h 45303"/>
                  <a:gd name="connsiteX18" fmla="*/ 23870 w 33894"/>
                  <a:gd name="connsiteY18" fmla="*/ 6507 h 45303"/>
                  <a:gd name="connsiteX19" fmla="*/ 16033 w 33894"/>
                  <a:gd name="connsiteY19" fmla="*/ 4486 h 45303"/>
                  <a:gd name="connsiteX20" fmla="*/ 8806 w 33894"/>
                  <a:gd name="connsiteY20" fmla="*/ 6507 h 45303"/>
                  <a:gd name="connsiteX21" fmla="*/ 6314 w 33894"/>
                  <a:gd name="connsiteY21" fmla="*/ 11880 h 45303"/>
                  <a:gd name="connsiteX22" fmla="*/ 8335 w 33894"/>
                  <a:gd name="connsiteY22" fmla="*/ 16310 h 45303"/>
                  <a:gd name="connsiteX23" fmla="*/ 13458 w 33894"/>
                  <a:gd name="connsiteY23" fmla="*/ 18802 h 45303"/>
                  <a:gd name="connsiteX24" fmla="*/ 20104 w 33894"/>
                  <a:gd name="connsiteY24" fmla="*/ 20519 h 45303"/>
                  <a:gd name="connsiteX25" fmla="*/ 26750 w 33894"/>
                  <a:gd name="connsiteY25" fmla="*/ 22624 h 45303"/>
                  <a:gd name="connsiteX26" fmla="*/ 31845 w 33894"/>
                  <a:gd name="connsiteY26" fmla="*/ 26307 h 45303"/>
                  <a:gd name="connsiteX27" fmla="*/ 33894 w 33894"/>
                  <a:gd name="connsiteY27" fmla="*/ 32787 h 45303"/>
                  <a:gd name="connsiteX28" fmla="*/ 32565 w 33894"/>
                  <a:gd name="connsiteY28" fmla="*/ 38214 h 45303"/>
                  <a:gd name="connsiteX29" fmla="*/ 28910 w 33894"/>
                  <a:gd name="connsiteY29" fmla="*/ 42146 h 45303"/>
                  <a:gd name="connsiteX30" fmla="*/ 23399 w 33894"/>
                  <a:gd name="connsiteY30" fmla="*/ 44500 h 45303"/>
                  <a:gd name="connsiteX31" fmla="*/ 16366 w 33894"/>
                  <a:gd name="connsiteY31" fmla="*/ 45303 h 45303"/>
                  <a:gd name="connsiteX32" fmla="*/ 9609 w 33894"/>
                  <a:gd name="connsiteY32" fmla="*/ 44195 h 45303"/>
                  <a:gd name="connsiteX33" fmla="*/ 4569 w 33894"/>
                  <a:gd name="connsiteY33" fmla="*/ 41094 h 45303"/>
                  <a:gd name="connsiteX34" fmla="*/ 1329 w 33894"/>
                  <a:gd name="connsiteY34" fmla="*/ 36442 h 45303"/>
                  <a:gd name="connsiteX35" fmla="*/ 0 w 33894"/>
                  <a:gd name="connsiteY35" fmla="*/ 30710 h 45303"/>
                  <a:gd name="connsiteX36" fmla="*/ 5067 w 33894"/>
                  <a:gd name="connsiteY36" fmla="*/ 30710 h 45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3894" h="45303">
                    <a:moveTo>
                      <a:pt x="5012" y="30765"/>
                    </a:moveTo>
                    <a:cubicBezTo>
                      <a:pt x="5787" y="34476"/>
                      <a:pt x="7172" y="37106"/>
                      <a:pt x="9221" y="38602"/>
                    </a:cubicBezTo>
                    <a:cubicBezTo>
                      <a:pt x="11243" y="40125"/>
                      <a:pt x="14123" y="40872"/>
                      <a:pt x="17889" y="40872"/>
                    </a:cubicBezTo>
                    <a:cubicBezTo>
                      <a:pt x="19716" y="40872"/>
                      <a:pt x="21295" y="40651"/>
                      <a:pt x="22624" y="40208"/>
                    </a:cubicBezTo>
                    <a:cubicBezTo>
                      <a:pt x="23953" y="39765"/>
                      <a:pt x="25061" y="39156"/>
                      <a:pt x="25919" y="38408"/>
                    </a:cubicBezTo>
                    <a:cubicBezTo>
                      <a:pt x="26777" y="37660"/>
                      <a:pt x="27414" y="36830"/>
                      <a:pt x="27885" y="35860"/>
                    </a:cubicBezTo>
                    <a:cubicBezTo>
                      <a:pt x="28328" y="34919"/>
                      <a:pt x="28550" y="33922"/>
                      <a:pt x="28550" y="32870"/>
                    </a:cubicBezTo>
                    <a:cubicBezTo>
                      <a:pt x="28550" y="30765"/>
                      <a:pt x="27857" y="29214"/>
                      <a:pt x="26501" y="28190"/>
                    </a:cubicBezTo>
                    <a:cubicBezTo>
                      <a:pt x="25144" y="27165"/>
                      <a:pt x="23455" y="26362"/>
                      <a:pt x="21405" y="25781"/>
                    </a:cubicBezTo>
                    <a:cubicBezTo>
                      <a:pt x="19356" y="25199"/>
                      <a:pt x="17141" y="24701"/>
                      <a:pt x="14759" y="24285"/>
                    </a:cubicBezTo>
                    <a:cubicBezTo>
                      <a:pt x="12378" y="23870"/>
                      <a:pt x="10163" y="23233"/>
                      <a:pt x="8114" y="22430"/>
                    </a:cubicBezTo>
                    <a:cubicBezTo>
                      <a:pt x="6064" y="21599"/>
                      <a:pt x="4375" y="20409"/>
                      <a:pt x="3018" y="18858"/>
                    </a:cubicBezTo>
                    <a:cubicBezTo>
                      <a:pt x="1661" y="17307"/>
                      <a:pt x="997" y="15119"/>
                      <a:pt x="997" y="12295"/>
                    </a:cubicBezTo>
                    <a:cubicBezTo>
                      <a:pt x="997" y="8695"/>
                      <a:pt x="2298" y="5760"/>
                      <a:pt x="4929" y="3461"/>
                    </a:cubicBezTo>
                    <a:cubicBezTo>
                      <a:pt x="7560" y="1163"/>
                      <a:pt x="11270" y="0"/>
                      <a:pt x="16116" y="0"/>
                    </a:cubicBezTo>
                    <a:cubicBezTo>
                      <a:pt x="20962" y="0"/>
                      <a:pt x="24534" y="1052"/>
                      <a:pt x="27442" y="3101"/>
                    </a:cubicBezTo>
                    <a:cubicBezTo>
                      <a:pt x="30350" y="5178"/>
                      <a:pt x="32094" y="8667"/>
                      <a:pt x="32731" y="13541"/>
                    </a:cubicBezTo>
                    <a:lnTo>
                      <a:pt x="27664" y="13541"/>
                    </a:lnTo>
                    <a:cubicBezTo>
                      <a:pt x="27221" y="10218"/>
                      <a:pt x="25947" y="7892"/>
                      <a:pt x="23870" y="6507"/>
                    </a:cubicBezTo>
                    <a:cubicBezTo>
                      <a:pt x="21793" y="5151"/>
                      <a:pt x="19190" y="4486"/>
                      <a:pt x="16033" y="4486"/>
                    </a:cubicBezTo>
                    <a:cubicBezTo>
                      <a:pt x="12876" y="4486"/>
                      <a:pt x="10467" y="5178"/>
                      <a:pt x="8806" y="6507"/>
                    </a:cubicBezTo>
                    <a:cubicBezTo>
                      <a:pt x="7144" y="7864"/>
                      <a:pt x="6314" y="9664"/>
                      <a:pt x="6314" y="11880"/>
                    </a:cubicBezTo>
                    <a:cubicBezTo>
                      <a:pt x="6314" y="13818"/>
                      <a:pt x="6978" y="15286"/>
                      <a:pt x="8335" y="16310"/>
                    </a:cubicBezTo>
                    <a:cubicBezTo>
                      <a:pt x="9692" y="17335"/>
                      <a:pt x="11381" y="18166"/>
                      <a:pt x="13458" y="18802"/>
                    </a:cubicBezTo>
                    <a:cubicBezTo>
                      <a:pt x="15507" y="19439"/>
                      <a:pt x="17722" y="20021"/>
                      <a:pt x="20104" y="20519"/>
                    </a:cubicBezTo>
                    <a:cubicBezTo>
                      <a:pt x="22485" y="21018"/>
                      <a:pt x="24701" y="21710"/>
                      <a:pt x="26750" y="22624"/>
                    </a:cubicBezTo>
                    <a:cubicBezTo>
                      <a:pt x="28799" y="23538"/>
                      <a:pt x="30488" y="24784"/>
                      <a:pt x="31845" y="26307"/>
                    </a:cubicBezTo>
                    <a:cubicBezTo>
                      <a:pt x="33202" y="27857"/>
                      <a:pt x="33894" y="30017"/>
                      <a:pt x="33894" y="32787"/>
                    </a:cubicBezTo>
                    <a:cubicBezTo>
                      <a:pt x="33894" y="34836"/>
                      <a:pt x="33451" y="36663"/>
                      <a:pt x="32565" y="38214"/>
                    </a:cubicBezTo>
                    <a:cubicBezTo>
                      <a:pt x="31679" y="39792"/>
                      <a:pt x="30460" y="41122"/>
                      <a:pt x="28910" y="42146"/>
                    </a:cubicBezTo>
                    <a:cubicBezTo>
                      <a:pt x="27359" y="43199"/>
                      <a:pt x="25504" y="44002"/>
                      <a:pt x="23399" y="44500"/>
                    </a:cubicBezTo>
                    <a:cubicBezTo>
                      <a:pt x="21267" y="45026"/>
                      <a:pt x="18913" y="45303"/>
                      <a:pt x="16366" y="45303"/>
                    </a:cubicBezTo>
                    <a:cubicBezTo>
                      <a:pt x="13818" y="45303"/>
                      <a:pt x="11547" y="44943"/>
                      <a:pt x="9609" y="44195"/>
                    </a:cubicBezTo>
                    <a:cubicBezTo>
                      <a:pt x="7643" y="43448"/>
                      <a:pt x="5954" y="42395"/>
                      <a:pt x="4569" y="41094"/>
                    </a:cubicBezTo>
                    <a:cubicBezTo>
                      <a:pt x="3184" y="39792"/>
                      <a:pt x="2104" y="38214"/>
                      <a:pt x="1329" y="36442"/>
                    </a:cubicBezTo>
                    <a:cubicBezTo>
                      <a:pt x="554" y="34670"/>
                      <a:pt x="111" y="32759"/>
                      <a:pt x="0" y="30710"/>
                    </a:cubicBezTo>
                    <a:lnTo>
                      <a:pt x="5067" y="30710"/>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510" name="Freeform 3509">
                <a:extLst>
                  <a:ext uri="{FF2B5EF4-FFF2-40B4-BE49-F238E27FC236}">
                    <a16:creationId xmlns:a16="http://schemas.microsoft.com/office/drawing/2014/main" id="{C465BAB6-A12A-463A-2805-039822257363}"/>
                  </a:ext>
                </a:extLst>
              </p:cNvPr>
              <p:cNvSpPr/>
              <p:nvPr/>
            </p:nvSpPr>
            <p:spPr>
              <a:xfrm>
                <a:off x="2427831" y="2223639"/>
                <a:ext cx="34808" cy="59813"/>
              </a:xfrm>
              <a:custGeom>
                <a:avLst/>
                <a:gdLst>
                  <a:gd name="connsiteX0" fmla="*/ 0 w 34808"/>
                  <a:gd name="connsiteY0" fmla="*/ 59813 h 59813"/>
                  <a:gd name="connsiteX1" fmla="*/ 0 w 34808"/>
                  <a:gd name="connsiteY1" fmla="*/ 0 h 59813"/>
                  <a:gd name="connsiteX2" fmla="*/ 4984 w 34808"/>
                  <a:gd name="connsiteY2" fmla="*/ 0 h 59813"/>
                  <a:gd name="connsiteX3" fmla="*/ 4984 w 34808"/>
                  <a:gd name="connsiteY3" fmla="*/ 37217 h 59813"/>
                  <a:gd name="connsiteX4" fmla="*/ 26085 w 34808"/>
                  <a:gd name="connsiteY4" fmla="*/ 16781 h 59813"/>
                  <a:gd name="connsiteX5" fmla="*/ 32897 w 34808"/>
                  <a:gd name="connsiteY5" fmla="*/ 16781 h 59813"/>
                  <a:gd name="connsiteX6" fmla="*/ 16781 w 34808"/>
                  <a:gd name="connsiteY6" fmla="*/ 32316 h 59813"/>
                  <a:gd name="connsiteX7" fmla="*/ 34808 w 34808"/>
                  <a:gd name="connsiteY7" fmla="*/ 59813 h 59813"/>
                  <a:gd name="connsiteX8" fmla="*/ 29242 w 34808"/>
                  <a:gd name="connsiteY8" fmla="*/ 59813 h 59813"/>
                  <a:gd name="connsiteX9" fmla="*/ 13126 w 34808"/>
                  <a:gd name="connsiteY9" fmla="*/ 35805 h 59813"/>
                  <a:gd name="connsiteX10" fmla="*/ 4984 w 34808"/>
                  <a:gd name="connsiteY10" fmla="*/ 43531 h 59813"/>
                  <a:gd name="connsiteX11" fmla="*/ 4984 w 34808"/>
                  <a:gd name="connsiteY11" fmla="*/ 59813 h 59813"/>
                  <a:gd name="connsiteX12" fmla="*/ 0 w 34808"/>
                  <a:gd name="connsiteY12" fmla="*/ 59813 h 59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4808" h="59813">
                    <a:moveTo>
                      <a:pt x="0" y="59813"/>
                    </a:moveTo>
                    <a:lnTo>
                      <a:pt x="0" y="0"/>
                    </a:lnTo>
                    <a:lnTo>
                      <a:pt x="4984" y="0"/>
                    </a:lnTo>
                    <a:lnTo>
                      <a:pt x="4984" y="37217"/>
                    </a:lnTo>
                    <a:lnTo>
                      <a:pt x="26085" y="16781"/>
                    </a:lnTo>
                    <a:lnTo>
                      <a:pt x="32897" y="16781"/>
                    </a:lnTo>
                    <a:lnTo>
                      <a:pt x="16781" y="32316"/>
                    </a:lnTo>
                    <a:lnTo>
                      <a:pt x="34808" y="59813"/>
                    </a:lnTo>
                    <a:lnTo>
                      <a:pt x="29242" y="59813"/>
                    </a:lnTo>
                    <a:lnTo>
                      <a:pt x="13126" y="35805"/>
                    </a:lnTo>
                    <a:lnTo>
                      <a:pt x="4984" y="43531"/>
                    </a:lnTo>
                    <a:lnTo>
                      <a:pt x="4984" y="59813"/>
                    </a:lnTo>
                    <a:lnTo>
                      <a:pt x="0" y="59813"/>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grpSp>
        <p:grpSp>
          <p:nvGrpSpPr>
            <p:cNvPr id="3549" name="Graphic 14">
              <a:extLst>
                <a:ext uri="{FF2B5EF4-FFF2-40B4-BE49-F238E27FC236}">
                  <a16:creationId xmlns:a16="http://schemas.microsoft.com/office/drawing/2014/main" id="{919CF91C-EDBF-32F7-D907-E26BBC2F5C79}"/>
                </a:ext>
              </a:extLst>
            </p:cNvPr>
            <p:cNvGrpSpPr/>
            <p:nvPr/>
          </p:nvGrpSpPr>
          <p:grpSpPr>
            <a:xfrm>
              <a:off x="1086465" y="2905269"/>
              <a:ext cx="10078540" cy="166852"/>
              <a:chOff x="1557991" y="2723508"/>
              <a:chExt cx="2719760" cy="45023"/>
            </a:xfrm>
            <a:solidFill>
              <a:srgbClr val="010101"/>
            </a:solidFill>
          </p:grpSpPr>
          <p:sp>
            <p:nvSpPr>
              <p:cNvPr id="3550" name="Freeform 3549">
                <a:extLst>
                  <a:ext uri="{FF2B5EF4-FFF2-40B4-BE49-F238E27FC236}">
                    <a16:creationId xmlns:a16="http://schemas.microsoft.com/office/drawing/2014/main" id="{79E6EE58-7472-E507-FDF0-19B4072C29B0}"/>
                  </a:ext>
                </a:extLst>
              </p:cNvPr>
              <p:cNvSpPr/>
              <p:nvPr/>
            </p:nvSpPr>
            <p:spPr>
              <a:xfrm>
                <a:off x="1557991" y="2744374"/>
                <a:ext cx="2680660" cy="1827"/>
              </a:xfrm>
              <a:custGeom>
                <a:avLst/>
                <a:gdLst>
                  <a:gd name="connsiteX0" fmla="*/ 0 w 2680660"/>
                  <a:gd name="connsiteY0" fmla="*/ 0 h 1827"/>
                  <a:gd name="connsiteX1" fmla="*/ 2680661 w 2680660"/>
                  <a:gd name="connsiteY1" fmla="*/ 1828 h 1827"/>
                </a:gdLst>
                <a:ahLst/>
                <a:cxnLst>
                  <a:cxn ang="0">
                    <a:pos x="connsiteX0" y="connsiteY0"/>
                  </a:cxn>
                  <a:cxn ang="0">
                    <a:pos x="connsiteX1" y="connsiteY1"/>
                  </a:cxn>
                </a:cxnLst>
                <a:rect l="l" t="t" r="r" b="b"/>
                <a:pathLst>
                  <a:path w="2680660" h="1827">
                    <a:moveTo>
                      <a:pt x="0" y="0"/>
                    </a:moveTo>
                    <a:lnTo>
                      <a:pt x="2680661" y="1828"/>
                    </a:lnTo>
                  </a:path>
                </a:pathLst>
              </a:custGeom>
              <a:ln w="5534" cap="flat">
                <a:solidFill>
                  <a:srgbClr val="010101"/>
                </a:solidFill>
                <a:prstDash val="solid"/>
                <a:miter/>
              </a:ln>
            </p:spPr>
            <p:txBody>
              <a:bodyPr rtlCol="0" anchor="ctr"/>
              <a:lstStyle/>
              <a:p>
                <a:endParaRPr lang="en-US" sz="2000" dirty="0">
                  <a:latin typeface="Helvetica" pitchFamily="2" charset="0"/>
                </a:endParaRPr>
              </a:p>
            </p:txBody>
          </p:sp>
          <p:sp>
            <p:nvSpPr>
              <p:cNvPr id="3551" name="Freeform 3550">
                <a:extLst>
                  <a:ext uri="{FF2B5EF4-FFF2-40B4-BE49-F238E27FC236}">
                    <a16:creationId xmlns:a16="http://schemas.microsoft.com/office/drawing/2014/main" id="{AF76D2AB-9169-7C6E-9C3F-EB2F88499EC2}"/>
                  </a:ext>
                </a:extLst>
              </p:cNvPr>
              <p:cNvSpPr/>
              <p:nvPr/>
            </p:nvSpPr>
            <p:spPr>
              <a:xfrm>
                <a:off x="4222618" y="2723689"/>
                <a:ext cx="55133" cy="45026"/>
              </a:xfrm>
              <a:custGeom>
                <a:avLst/>
                <a:gdLst>
                  <a:gd name="connsiteX0" fmla="*/ 55134 w 55133"/>
                  <a:gd name="connsiteY0" fmla="*/ 22541 h 45026"/>
                  <a:gd name="connsiteX1" fmla="*/ 0 w 55133"/>
                  <a:gd name="connsiteY1" fmla="*/ 45026 h 45026"/>
                  <a:gd name="connsiteX2" fmla="*/ 13098 w 55133"/>
                  <a:gd name="connsiteY2" fmla="*/ 22513 h 45026"/>
                  <a:gd name="connsiteX3" fmla="*/ 28 w 55133"/>
                  <a:gd name="connsiteY3" fmla="*/ 0 h 45026"/>
                  <a:gd name="connsiteX4" fmla="*/ 55134 w 55133"/>
                  <a:gd name="connsiteY4" fmla="*/ 22541 h 450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133" h="45026">
                    <a:moveTo>
                      <a:pt x="55134" y="22541"/>
                    </a:moveTo>
                    <a:lnTo>
                      <a:pt x="0" y="45026"/>
                    </a:lnTo>
                    <a:lnTo>
                      <a:pt x="13098" y="22513"/>
                    </a:lnTo>
                    <a:lnTo>
                      <a:pt x="28" y="0"/>
                    </a:lnTo>
                    <a:lnTo>
                      <a:pt x="55134" y="22541"/>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grpSp>
      </p:grpSp>
      <p:grpSp>
        <p:nvGrpSpPr>
          <p:cNvPr id="3515" name="Graphic 14">
            <a:extLst>
              <a:ext uri="{FF2B5EF4-FFF2-40B4-BE49-F238E27FC236}">
                <a16:creationId xmlns:a16="http://schemas.microsoft.com/office/drawing/2014/main" id="{D66552F5-B0ED-4680-4719-9DB148F7931B}"/>
              </a:ext>
            </a:extLst>
          </p:cNvPr>
          <p:cNvGrpSpPr/>
          <p:nvPr/>
        </p:nvGrpSpPr>
        <p:grpSpPr>
          <a:xfrm>
            <a:off x="3738990" y="1898780"/>
            <a:ext cx="850148" cy="850149"/>
            <a:chOff x="1964638" y="2462642"/>
            <a:chExt cx="250274" cy="250274"/>
          </a:xfrm>
          <a:noFill/>
        </p:grpSpPr>
        <p:pic>
          <p:nvPicPr>
            <p:cNvPr id="3516" name="Picture 3515">
              <a:extLst>
                <a:ext uri="{FF2B5EF4-FFF2-40B4-BE49-F238E27FC236}">
                  <a16:creationId xmlns:a16="http://schemas.microsoft.com/office/drawing/2014/main" id="{940988AE-8A0F-79B9-349F-26454B11C3AF}"/>
                </a:ext>
              </a:extLst>
            </p:cNvPr>
            <p:cNvPicPr>
              <a:picLocks noChangeAspect="1"/>
            </p:cNvPicPr>
            <p:nvPr/>
          </p:nvPicPr>
          <p:blipFill>
            <a:blip r:embed="rId3"/>
            <a:stretch>
              <a:fillRect/>
            </a:stretch>
          </p:blipFill>
          <p:spPr>
            <a:xfrm>
              <a:off x="2004569" y="2488922"/>
              <a:ext cx="203614" cy="204666"/>
            </a:xfrm>
            <a:custGeom>
              <a:avLst/>
              <a:gdLst>
                <a:gd name="connsiteX0" fmla="*/ 29 w 203614"/>
                <a:gd name="connsiteY0" fmla="*/ 299 h 204666"/>
                <a:gd name="connsiteX1" fmla="*/ 203643 w 203614"/>
                <a:gd name="connsiteY1" fmla="*/ 299 h 204666"/>
                <a:gd name="connsiteX2" fmla="*/ 203643 w 203614"/>
                <a:gd name="connsiteY2" fmla="*/ 204965 h 204666"/>
                <a:gd name="connsiteX3" fmla="*/ 29 w 203614"/>
                <a:gd name="connsiteY3" fmla="*/ 204965 h 204666"/>
              </a:gdLst>
              <a:ahLst/>
              <a:cxnLst>
                <a:cxn ang="0">
                  <a:pos x="connsiteX0" y="connsiteY0"/>
                </a:cxn>
                <a:cxn ang="0">
                  <a:pos x="connsiteX1" y="connsiteY1"/>
                </a:cxn>
                <a:cxn ang="0">
                  <a:pos x="connsiteX2" y="connsiteY2"/>
                </a:cxn>
                <a:cxn ang="0">
                  <a:pos x="connsiteX3" y="connsiteY3"/>
                </a:cxn>
              </a:cxnLst>
              <a:rect l="l" t="t" r="r" b="b"/>
              <a:pathLst>
                <a:path w="203614" h="204666">
                  <a:moveTo>
                    <a:pt x="29" y="299"/>
                  </a:moveTo>
                  <a:lnTo>
                    <a:pt x="203643" y="299"/>
                  </a:lnTo>
                  <a:lnTo>
                    <a:pt x="203643" y="204965"/>
                  </a:lnTo>
                  <a:lnTo>
                    <a:pt x="29" y="204965"/>
                  </a:lnTo>
                  <a:close/>
                </a:path>
              </a:pathLst>
            </a:custGeom>
          </p:spPr>
        </p:pic>
        <p:sp>
          <p:nvSpPr>
            <p:cNvPr id="3517" name="Freeform 3516">
              <a:extLst>
                <a:ext uri="{FF2B5EF4-FFF2-40B4-BE49-F238E27FC236}">
                  <a16:creationId xmlns:a16="http://schemas.microsoft.com/office/drawing/2014/main" id="{EB2D2B5F-0991-6150-41FC-4B15FCDBC871}"/>
                </a:ext>
              </a:extLst>
            </p:cNvPr>
            <p:cNvSpPr/>
            <p:nvPr/>
          </p:nvSpPr>
          <p:spPr>
            <a:xfrm>
              <a:off x="1964638" y="2462643"/>
              <a:ext cx="250274" cy="250274"/>
            </a:xfrm>
            <a:custGeom>
              <a:avLst/>
              <a:gdLst>
                <a:gd name="connsiteX0" fmla="*/ 0 w 250274"/>
                <a:gd name="connsiteY0" fmla="*/ 0 h 250274"/>
                <a:gd name="connsiteX1" fmla="*/ 250274 w 250274"/>
                <a:gd name="connsiteY1" fmla="*/ 0 h 250274"/>
                <a:gd name="connsiteX2" fmla="*/ 250274 w 250274"/>
                <a:gd name="connsiteY2" fmla="*/ 250274 h 250274"/>
                <a:gd name="connsiteX3" fmla="*/ 0 w 250274"/>
                <a:gd name="connsiteY3" fmla="*/ 250274 h 250274"/>
              </a:gdLst>
              <a:ahLst/>
              <a:cxnLst>
                <a:cxn ang="0">
                  <a:pos x="connsiteX0" y="connsiteY0"/>
                </a:cxn>
                <a:cxn ang="0">
                  <a:pos x="connsiteX1" y="connsiteY1"/>
                </a:cxn>
                <a:cxn ang="0">
                  <a:pos x="connsiteX2" y="connsiteY2"/>
                </a:cxn>
                <a:cxn ang="0">
                  <a:pos x="connsiteX3" y="connsiteY3"/>
                </a:cxn>
              </a:cxnLst>
              <a:rect l="l" t="t" r="r" b="b"/>
              <a:pathLst>
                <a:path w="250274" h="250274">
                  <a:moveTo>
                    <a:pt x="0" y="0"/>
                  </a:moveTo>
                  <a:lnTo>
                    <a:pt x="250274" y="0"/>
                  </a:lnTo>
                  <a:lnTo>
                    <a:pt x="250274" y="250274"/>
                  </a:lnTo>
                  <a:lnTo>
                    <a:pt x="0" y="250274"/>
                  </a:lnTo>
                  <a:close/>
                </a:path>
              </a:pathLst>
            </a:custGeom>
            <a:noFill/>
            <a:ln w="5534" cap="flat">
              <a:solidFill>
                <a:srgbClr val="010101"/>
              </a:solidFill>
              <a:prstDash val="solid"/>
              <a:round/>
            </a:ln>
          </p:spPr>
          <p:txBody>
            <a:bodyPr rtlCol="0" anchor="ctr"/>
            <a:lstStyle/>
            <a:p>
              <a:endParaRPr lang="en-US" sz="2000" dirty="0">
                <a:latin typeface="Helvetica" pitchFamily="2" charset="0"/>
              </a:endParaRPr>
            </a:p>
          </p:txBody>
        </p:sp>
      </p:grpSp>
      <p:grpSp>
        <p:nvGrpSpPr>
          <p:cNvPr id="3518" name="Graphic 14">
            <a:extLst>
              <a:ext uri="{FF2B5EF4-FFF2-40B4-BE49-F238E27FC236}">
                <a16:creationId xmlns:a16="http://schemas.microsoft.com/office/drawing/2014/main" id="{BA2439FE-8E3F-A935-F99C-6B7A57F75680}"/>
              </a:ext>
            </a:extLst>
          </p:cNvPr>
          <p:cNvGrpSpPr/>
          <p:nvPr/>
        </p:nvGrpSpPr>
        <p:grpSpPr>
          <a:xfrm>
            <a:off x="4882151" y="1898789"/>
            <a:ext cx="850148" cy="850149"/>
            <a:chOff x="2301172" y="2462645"/>
            <a:chExt cx="250274" cy="250274"/>
          </a:xfrm>
          <a:noFill/>
        </p:grpSpPr>
        <p:pic>
          <p:nvPicPr>
            <p:cNvPr id="3519" name="Picture 3518">
              <a:extLst>
                <a:ext uri="{FF2B5EF4-FFF2-40B4-BE49-F238E27FC236}">
                  <a16:creationId xmlns:a16="http://schemas.microsoft.com/office/drawing/2014/main" id="{1BA0CA1B-E92D-86D7-4EF5-3BDDEC404A53}"/>
                </a:ext>
              </a:extLst>
            </p:cNvPr>
            <p:cNvPicPr>
              <a:picLocks noChangeAspect="1"/>
            </p:cNvPicPr>
            <p:nvPr/>
          </p:nvPicPr>
          <p:blipFill>
            <a:blip r:embed="rId4"/>
            <a:stretch>
              <a:fillRect/>
            </a:stretch>
          </p:blipFill>
          <p:spPr>
            <a:xfrm>
              <a:off x="2329444" y="2483023"/>
              <a:ext cx="198380" cy="192399"/>
            </a:xfrm>
            <a:custGeom>
              <a:avLst/>
              <a:gdLst>
                <a:gd name="connsiteX0" fmla="*/ 139 w 198380"/>
                <a:gd name="connsiteY0" fmla="*/ 296 h 192399"/>
                <a:gd name="connsiteX1" fmla="*/ 198520 w 198380"/>
                <a:gd name="connsiteY1" fmla="*/ 296 h 192399"/>
                <a:gd name="connsiteX2" fmla="*/ 198520 w 198380"/>
                <a:gd name="connsiteY2" fmla="*/ 192695 h 192399"/>
                <a:gd name="connsiteX3" fmla="*/ 139 w 198380"/>
                <a:gd name="connsiteY3" fmla="*/ 192695 h 192399"/>
              </a:gdLst>
              <a:ahLst/>
              <a:cxnLst>
                <a:cxn ang="0">
                  <a:pos x="connsiteX0" y="connsiteY0"/>
                </a:cxn>
                <a:cxn ang="0">
                  <a:pos x="connsiteX1" y="connsiteY1"/>
                </a:cxn>
                <a:cxn ang="0">
                  <a:pos x="connsiteX2" y="connsiteY2"/>
                </a:cxn>
                <a:cxn ang="0">
                  <a:pos x="connsiteX3" y="connsiteY3"/>
                </a:cxn>
              </a:cxnLst>
              <a:rect l="l" t="t" r="r" b="b"/>
              <a:pathLst>
                <a:path w="198380" h="192399">
                  <a:moveTo>
                    <a:pt x="139" y="296"/>
                  </a:moveTo>
                  <a:lnTo>
                    <a:pt x="198520" y="296"/>
                  </a:lnTo>
                  <a:lnTo>
                    <a:pt x="198520" y="192695"/>
                  </a:lnTo>
                  <a:lnTo>
                    <a:pt x="139" y="192695"/>
                  </a:lnTo>
                  <a:close/>
                </a:path>
              </a:pathLst>
            </a:custGeom>
          </p:spPr>
        </p:pic>
        <p:sp>
          <p:nvSpPr>
            <p:cNvPr id="3520" name="Freeform 3519">
              <a:extLst>
                <a:ext uri="{FF2B5EF4-FFF2-40B4-BE49-F238E27FC236}">
                  <a16:creationId xmlns:a16="http://schemas.microsoft.com/office/drawing/2014/main" id="{126F1822-92BC-3A7A-1A9D-A8D48B35DB7F}"/>
                </a:ext>
              </a:extLst>
            </p:cNvPr>
            <p:cNvSpPr/>
            <p:nvPr/>
          </p:nvSpPr>
          <p:spPr>
            <a:xfrm>
              <a:off x="2301171" y="2462643"/>
              <a:ext cx="250274" cy="250274"/>
            </a:xfrm>
            <a:custGeom>
              <a:avLst/>
              <a:gdLst>
                <a:gd name="connsiteX0" fmla="*/ 0 w 250274"/>
                <a:gd name="connsiteY0" fmla="*/ 0 h 250274"/>
                <a:gd name="connsiteX1" fmla="*/ 250274 w 250274"/>
                <a:gd name="connsiteY1" fmla="*/ 0 h 250274"/>
                <a:gd name="connsiteX2" fmla="*/ 250274 w 250274"/>
                <a:gd name="connsiteY2" fmla="*/ 250274 h 250274"/>
                <a:gd name="connsiteX3" fmla="*/ 0 w 250274"/>
                <a:gd name="connsiteY3" fmla="*/ 250274 h 250274"/>
              </a:gdLst>
              <a:ahLst/>
              <a:cxnLst>
                <a:cxn ang="0">
                  <a:pos x="connsiteX0" y="connsiteY0"/>
                </a:cxn>
                <a:cxn ang="0">
                  <a:pos x="connsiteX1" y="connsiteY1"/>
                </a:cxn>
                <a:cxn ang="0">
                  <a:pos x="connsiteX2" y="connsiteY2"/>
                </a:cxn>
                <a:cxn ang="0">
                  <a:pos x="connsiteX3" y="connsiteY3"/>
                </a:cxn>
              </a:cxnLst>
              <a:rect l="l" t="t" r="r" b="b"/>
              <a:pathLst>
                <a:path w="250274" h="250274">
                  <a:moveTo>
                    <a:pt x="0" y="0"/>
                  </a:moveTo>
                  <a:lnTo>
                    <a:pt x="250274" y="0"/>
                  </a:lnTo>
                  <a:lnTo>
                    <a:pt x="250274" y="250274"/>
                  </a:lnTo>
                  <a:lnTo>
                    <a:pt x="0" y="250274"/>
                  </a:lnTo>
                  <a:close/>
                </a:path>
              </a:pathLst>
            </a:custGeom>
            <a:noFill/>
            <a:ln w="5534" cap="flat">
              <a:solidFill>
                <a:srgbClr val="010101"/>
              </a:solidFill>
              <a:prstDash val="solid"/>
              <a:round/>
            </a:ln>
          </p:spPr>
          <p:txBody>
            <a:bodyPr rtlCol="0" anchor="ctr"/>
            <a:lstStyle/>
            <a:p>
              <a:endParaRPr lang="en-US" sz="2000" dirty="0">
                <a:latin typeface="Helvetica" pitchFamily="2" charset="0"/>
              </a:endParaRPr>
            </a:p>
          </p:txBody>
        </p:sp>
      </p:grpSp>
      <p:grpSp>
        <p:nvGrpSpPr>
          <p:cNvPr id="3521" name="Graphic 14">
            <a:extLst>
              <a:ext uri="{FF2B5EF4-FFF2-40B4-BE49-F238E27FC236}">
                <a16:creationId xmlns:a16="http://schemas.microsoft.com/office/drawing/2014/main" id="{AD2E423C-063D-C049-E088-1807DD798364}"/>
              </a:ext>
            </a:extLst>
          </p:cNvPr>
          <p:cNvGrpSpPr/>
          <p:nvPr/>
        </p:nvGrpSpPr>
        <p:grpSpPr>
          <a:xfrm>
            <a:off x="6025059" y="1898869"/>
            <a:ext cx="850146" cy="850147"/>
            <a:chOff x="2637635" y="2462672"/>
            <a:chExt cx="250274" cy="250274"/>
          </a:xfrm>
          <a:noFill/>
        </p:grpSpPr>
        <p:pic>
          <p:nvPicPr>
            <p:cNvPr id="3522" name="Picture 3521">
              <a:extLst>
                <a:ext uri="{FF2B5EF4-FFF2-40B4-BE49-F238E27FC236}">
                  <a16:creationId xmlns:a16="http://schemas.microsoft.com/office/drawing/2014/main" id="{9C269719-31E8-3257-1888-E9914D662713}"/>
                </a:ext>
              </a:extLst>
            </p:cNvPr>
            <p:cNvPicPr>
              <a:picLocks noChangeAspect="1"/>
            </p:cNvPicPr>
            <p:nvPr/>
          </p:nvPicPr>
          <p:blipFill>
            <a:blip r:embed="rId5"/>
            <a:stretch>
              <a:fillRect/>
            </a:stretch>
          </p:blipFill>
          <p:spPr>
            <a:xfrm rot="-17400">
              <a:off x="2666092" y="2488887"/>
              <a:ext cx="199377" cy="199377"/>
            </a:xfrm>
            <a:custGeom>
              <a:avLst/>
              <a:gdLst>
                <a:gd name="connsiteX0" fmla="*/ 260 w 199377"/>
                <a:gd name="connsiteY0" fmla="*/ 292 h 199377"/>
                <a:gd name="connsiteX1" fmla="*/ 199638 w 199377"/>
                <a:gd name="connsiteY1" fmla="*/ 292 h 199377"/>
                <a:gd name="connsiteX2" fmla="*/ 199638 w 199377"/>
                <a:gd name="connsiteY2" fmla="*/ 199670 h 199377"/>
                <a:gd name="connsiteX3" fmla="*/ 260 w 199377"/>
                <a:gd name="connsiteY3" fmla="*/ 199670 h 199377"/>
              </a:gdLst>
              <a:ahLst/>
              <a:cxnLst>
                <a:cxn ang="0">
                  <a:pos x="connsiteX0" y="connsiteY0"/>
                </a:cxn>
                <a:cxn ang="0">
                  <a:pos x="connsiteX1" y="connsiteY1"/>
                </a:cxn>
                <a:cxn ang="0">
                  <a:pos x="connsiteX2" y="connsiteY2"/>
                </a:cxn>
                <a:cxn ang="0">
                  <a:pos x="connsiteX3" y="connsiteY3"/>
                </a:cxn>
              </a:cxnLst>
              <a:rect l="l" t="t" r="r" b="b"/>
              <a:pathLst>
                <a:path w="199377" h="199377">
                  <a:moveTo>
                    <a:pt x="260" y="292"/>
                  </a:moveTo>
                  <a:lnTo>
                    <a:pt x="199638" y="292"/>
                  </a:lnTo>
                  <a:lnTo>
                    <a:pt x="199638" y="199670"/>
                  </a:lnTo>
                  <a:lnTo>
                    <a:pt x="260" y="199670"/>
                  </a:lnTo>
                  <a:close/>
                </a:path>
              </a:pathLst>
            </a:custGeom>
          </p:spPr>
        </p:pic>
        <p:sp>
          <p:nvSpPr>
            <p:cNvPr id="3523" name="Freeform 3522">
              <a:extLst>
                <a:ext uri="{FF2B5EF4-FFF2-40B4-BE49-F238E27FC236}">
                  <a16:creationId xmlns:a16="http://schemas.microsoft.com/office/drawing/2014/main" id="{D2901127-63C1-9E19-0625-1E5A2BEB7312}"/>
                </a:ext>
              </a:extLst>
            </p:cNvPr>
            <p:cNvSpPr/>
            <p:nvPr/>
          </p:nvSpPr>
          <p:spPr>
            <a:xfrm rot="-17400">
              <a:off x="2637633" y="2462670"/>
              <a:ext cx="250274" cy="250274"/>
            </a:xfrm>
            <a:custGeom>
              <a:avLst/>
              <a:gdLst>
                <a:gd name="connsiteX0" fmla="*/ 0 w 250274"/>
                <a:gd name="connsiteY0" fmla="*/ 0 h 250274"/>
                <a:gd name="connsiteX1" fmla="*/ 250274 w 250274"/>
                <a:gd name="connsiteY1" fmla="*/ 0 h 250274"/>
                <a:gd name="connsiteX2" fmla="*/ 250274 w 250274"/>
                <a:gd name="connsiteY2" fmla="*/ 250274 h 250274"/>
                <a:gd name="connsiteX3" fmla="*/ 0 w 250274"/>
                <a:gd name="connsiteY3" fmla="*/ 250274 h 250274"/>
              </a:gdLst>
              <a:ahLst/>
              <a:cxnLst>
                <a:cxn ang="0">
                  <a:pos x="connsiteX0" y="connsiteY0"/>
                </a:cxn>
                <a:cxn ang="0">
                  <a:pos x="connsiteX1" y="connsiteY1"/>
                </a:cxn>
                <a:cxn ang="0">
                  <a:pos x="connsiteX2" y="connsiteY2"/>
                </a:cxn>
                <a:cxn ang="0">
                  <a:pos x="connsiteX3" y="connsiteY3"/>
                </a:cxn>
              </a:cxnLst>
              <a:rect l="l" t="t" r="r" b="b"/>
              <a:pathLst>
                <a:path w="250274" h="250274">
                  <a:moveTo>
                    <a:pt x="0" y="0"/>
                  </a:moveTo>
                  <a:lnTo>
                    <a:pt x="250274" y="0"/>
                  </a:lnTo>
                  <a:lnTo>
                    <a:pt x="250274" y="250274"/>
                  </a:lnTo>
                  <a:lnTo>
                    <a:pt x="0" y="250274"/>
                  </a:lnTo>
                  <a:close/>
                </a:path>
              </a:pathLst>
            </a:custGeom>
            <a:noFill/>
            <a:ln w="5534" cap="flat">
              <a:solidFill>
                <a:srgbClr val="010101"/>
              </a:solidFill>
              <a:prstDash val="solid"/>
              <a:round/>
            </a:ln>
          </p:spPr>
          <p:txBody>
            <a:bodyPr rtlCol="0" anchor="ctr"/>
            <a:lstStyle/>
            <a:p>
              <a:endParaRPr lang="en-US" sz="2000" dirty="0">
                <a:latin typeface="Helvetica" pitchFamily="2" charset="0"/>
              </a:endParaRPr>
            </a:p>
          </p:txBody>
        </p:sp>
      </p:grpSp>
      <p:grpSp>
        <p:nvGrpSpPr>
          <p:cNvPr id="3524" name="Graphic 14">
            <a:extLst>
              <a:ext uri="{FF2B5EF4-FFF2-40B4-BE49-F238E27FC236}">
                <a16:creationId xmlns:a16="http://schemas.microsoft.com/office/drawing/2014/main" id="{5FF10595-ED66-F3F3-62AF-E2CBC15A9949}"/>
              </a:ext>
            </a:extLst>
          </p:cNvPr>
          <p:cNvGrpSpPr/>
          <p:nvPr/>
        </p:nvGrpSpPr>
        <p:grpSpPr>
          <a:xfrm>
            <a:off x="8311331" y="1898778"/>
            <a:ext cx="850146" cy="850147"/>
            <a:chOff x="3310689" y="2462645"/>
            <a:chExt cx="250274" cy="250274"/>
          </a:xfrm>
          <a:noFill/>
        </p:grpSpPr>
        <p:pic>
          <p:nvPicPr>
            <p:cNvPr id="3525" name="Picture 3524">
              <a:extLst>
                <a:ext uri="{FF2B5EF4-FFF2-40B4-BE49-F238E27FC236}">
                  <a16:creationId xmlns:a16="http://schemas.microsoft.com/office/drawing/2014/main" id="{03B6B0B3-50CD-8F37-2872-C9A8A7B41ED3}"/>
                </a:ext>
              </a:extLst>
            </p:cNvPr>
            <p:cNvPicPr>
              <a:picLocks noChangeAspect="1"/>
            </p:cNvPicPr>
            <p:nvPr/>
          </p:nvPicPr>
          <p:blipFill>
            <a:blip r:embed="rId6"/>
            <a:stretch>
              <a:fillRect/>
            </a:stretch>
          </p:blipFill>
          <p:spPr>
            <a:xfrm>
              <a:off x="3339375" y="2488922"/>
              <a:ext cx="199377" cy="199377"/>
            </a:xfrm>
            <a:custGeom>
              <a:avLst/>
              <a:gdLst>
                <a:gd name="connsiteX0" fmla="*/ 503 w 199377"/>
                <a:gd name="connsiteY0" fmla="*/ 292 h 199377"/>
                <a:gd name="connsiteX1" fmla="*/ 199881 w 199377"/>
                <a:gd name="connsiteY1" fmla="*/ 292 h 199377"/>
                <a:gd name="connsiteX2" fmla="*/ 199881 w 199377"/>
                <a:gd name="connsiteY2" fmla="*/ 199670 h 199377"/>
                <a:gd name="connsiteX3" fmla="*/ 503 w 199377"/>
                <a:gd name="connsiteY3" fmla="*/ 199670 h 199377"/>
              </a:gdLst>
              <a:ahLst/>
              <a:cxnLst>
                <a:cxn ang="0">
                  <a:pos x="connsiteX0" y="connsiteY0"/>
                </a:cxn>
                <a:cxn ang="0">
                  <a:pos x="connsiteX1" y="connsiteY1"/>
                </a:cxn>
                <a:cxn ang="0">
                  <a:pos x="connsiteX2" y="connsiteY2"/>
                </a:cxn>
                <a:cxn ang="0">
                  <a:pos x="connsiteX3" y="connsiteY3"/>
                </a:cxn>
              </a:cxnLst>
              <a:rect l="l" t="t" r="r" b="b"/>
              <a:pathLst>
                <a:path w="199377" h="199377">
                  <a:moveTo>
                    <a:pt x="503" y="292"/>
                  </a:moveTo>
                  <a:lnTo>
                    <a:pt x="199881" y="292"/>
                  </a:lnTo>
                  <a:lnTo>
                    <a:pt x="199881" y="199670"/>
                  </a:lnTo>
                  <a:lnTo>
                    <a:pt x="503" y="199670"/>
                  </a:lnTo>
                  <a:close/>
                </a:path>
              </a:pathLst>
            </a:custGeom>
          </p:spPr>
        </p:pic>
        <p:sp>
          <p:nvSpPr>
            <p:cNvPr id="3526" name="Freeform 3525">
              <a:extLst>
                <a:ext uri="{FF2B5EF4-FFF2-40B4-BE49-F238E27FC236}">
                  <a16:creationId xmlns:a16="http://schemas.microsoft.com/office/drawing/2014/main" id="{7B6D297C-C4B8-7C50-9BD2-6402A53A20A3}"/>
                </a:ext>
              </a:extLst>
            </p:cNvPr>
            <p:cNvSpPr/>
            <p:nvPr/>
          </p:nvSpPr>
          <p:spPr>
            <a:xfrm>
              <a:off x="3310687" y="2462643"/>
              <a:ext cx="250274" cy="250274"/>
            </a:xfrm>
            <a:custGeom>
              <a:avLst/>
              <a:gdLst>
                <a:gd name="connsiteX0" fmla="*/ 0 w 250274"/>
                <a:gd name="connsiteY0" fmla="*/ 0 h 250274"/>
                <a:gd name="connsiteX1" fmla="*/ 250274 w 250274"/>
                <a:gd name="connsiteY1" fmla="*/ 0 h 250274"/>
                <a:gd name="connsiteX2" fmla="*/ 250274 w 250274"/>
                <a:gd name="connsiteY2" fmla="*/ 250274 h 250274"/>
                <a:gd name="connsiteX3" fmla="*/ 0 w 250274"/>
                <a:gd name="connsiteY3" fmla="*/ 250274 h 250274"/>
              </a:gdLst>
              <a:ahLst/>
              <a:cxnLst>
                <a:cxn ang="0">
                  <a:pos x="connsiteX0" y="connsiteY0"/>
                </a:cxn>
                <a:cxn ang="0">
                  <a:pos x="connsiteX1" y="connsiteY1"/>
                </a:cxn>
                <a:cxn ang="0">
                  <a:pos x="connsiteX2" y="connsiteY2"/>
                </a:cxn>
                <a:cxn ang="0">
                  <a:pos x="connsiteX3" y="connsiteY3"/>
                </a:cxn>
              </a:cxnLst>
              <a:rect l="l" t="t" r="r" b="b"/>
              <a:pathLst>
                <a:path w="250274" h="250274">
                  <a:moveTo>
                    <a:pt x="0" y="0"/>
                  </a:moveTo>
                  <a:lnTo>
                    <a:pt x="250274" y="0"/>
                  </a:lnTo>
                  <a:lnTo>
                    <a:pt x="250274" y="250274"/>
                  </a:lnTo>
                  <a:lnTo>
                    <a:pt x="0" y="250274"/>
                  </a:lnTo>
                  <a:close/>
                </a:path>
              </a:pathLst>
            </a:custGeom>
            <a:noFill/>
            <a:ln w="5534" cap="flat">
              <a:solidFill>
                <a:srgbClr val="010101"/>
              </a:solidFill>
              <a:prstDash val="solid"/>
              <a:round/>
            </a:ln>
          </p:spPr>
          <p:txBody>
            <a:bodyPr rtlCol="0" anchor="ctr"/>
            <a:lstStyle/>
            <a:p>
              <a:endParaRPr lang="en-US" sz="2000" dirty="0">
                <a:latin typeface="Helvetica" pitchFamily="2" charset="0"/>
              </a:endParaRPr>
            </a:p>
          </p:txBody>
        </p:sp>
      </p:grpSp>
      <p:grpSp>
        <p:nvGrpSpPr>
          <p:cNvPr id="3527" name="Graphic 14">
            <a:extLst>
              <a:ext uri="{FF2B5EF4-FFF2-40B4-BE49-F238E27FC236}">
                <a16:creationId xmlns:a16="http://schemas.microsoft.com/office/drawing/2014/main" id="{0BB4B023-E4E4-8796-F427-8F7D32D06549}"/>
              </a:ext>
            </a:extLst>
          </p:cNvPr>
          <p:cNvGrpSpPr/>
          <p:nvPr/>
        </p:nvGrpSpPr>
        <p:grpSpPr>
          <a:xfrm>
            <a:off x="9454394" y="1898780"/>
            <a:ext cx="850146" cy="850147"/>
            <a:chOff x="3647195" y="2462645"/>
            <a:chExt cx="250274" cy="250274"/>
          </a:xfrm>
          <a:noFill/>
        </p:grpSpPr>
        <p:pic>
          <p:nvPicPr>
            <p:cNvPr id="3528" name="Picture 3527">
              <a:extLst>
                <a:ext uri="{FF2B5EF4-FFF2-40B4-BE49-F238E27FC236}">
                  <a16:creationId xmlns:a16="http://schemas.microsoft.com/office/drawing/2014/main" id="{7D4DFD7C-C867-4810-1BE9-3542141B24B8}"/>
                </a:ext>
              </a:extLst>
            </p:cNvPr>
            <p:cNvPicPr>
              <a:picLocks noChangeAspect="1"/>
            </p:cNvPicPr>
            <p:nvPr/>
          </p:nvPicPr>
          <p:blipFill>
            <a:blip r:embed="rId7"/>
            <a:stretch>
              <a:fillRect/>
            </a:stretch>
          </p:blipFill>
          <p:spPr>
            <a:xfrm>
              <a:off x="3674246" y="2481971"/>
              <a:ext cx="199377" cy="199377"/>
            </a:xfrm>
            <a:custGeom>
              <a:avLst/>
              <a:gdLst>
                <a:gd name="connsiteX0" fmla="*/ 624 w 199377"/>
                <a:gd name="connsiteY0" fmla="*/ 290 h 199377"/>
                <a:gd name="connsiteX1" fmla="*/ 200002 w 199377"/>
                <a:gd name="connsiteY1" fmla="*/ 290 h 199377"/>
                <a:gd name="connsiteX2" fmla="*/ 200002 w 199377"/>
                <a:gd name="connsiteY2" fmla="*/ 199667 h 199377"/>
                <a:gd name="connsiteX3" fmla="*/ 624 w 199377"/>
                <a:gd name="connsiteY3" fmla="*/ 199667 h 199377"/>
              </a:gdLst>
              <a:ahLst/>
              <a:cxnLst>
                <a:cxn ang="0">
                  <a:pos x="connsiteX0" y="connsiteY0"/>
                </a:cxn>
                <a:cxn ang="0">
                  <a:pos x="connsiteX1" y="connsiteY1"/>
                </a:cxn>
                <a:cxn ang="0">
                  <a:pos x="connsiteX2" y="connsiteY2"/>
                </a:cxn>
                <a:cxn ang="0">
                  <a:pos x="connsiteX3" y="connsiteY3"/>
                </a:cxn>
              </a:cxnLst>
              <a:rect l="l" t="t" r="r" b="b"/>
              <a:pathLst>
                <a:path w="199377" h="199377">
                  <a:moveTo>
                    <a:pt x="624" y="290"/>
                  </a:moveTo>
                  <a:lnTo>
                    <a:pt x="200002" y="290"/>
                  </a:lnTo>
                  <a:lnTo>
                    <a:pt x="200002" y="199667"/>
                  </a:lnTo>
                  <a:lnTo>
                    <a:pt x="624" y="199667"/>
                  </a:lnTo>
                  <a:close/>
                </a:path>
              </a:pathLst>
            </a:custGeom>
          </p:spPr>
        </p:pic>
        <p:sp>
          <p:nvSpPr>
            <p:cNvPr id="3529" name="Freeform 3528">
              <a:extLst>
                <a:ext uri="{FF2B5EF4-FFF2-40B4-BE49-F238E27FC236}">
                  <a16:creationId xmlns:a16="http://schemas.microsoft.com/office/drawing/2014/main" id="{A3061EB1-3DF1-840F-AEDF-CFFEBD57565A}"/>
                </a:ext>
              </a:extLst>
            </p:cNvPr>
            <p:cNvSpPr/>
            <p:nvPr/>
          </p:nvSpPr>
          <p:spPr>
            <a:xfrm>
              <a:off x="3647192" y="2462643"/>
              <a:ext cx="250274" cy="250274"/>
            </a:xfrm>
            <a:custGeom>
              <a:avLst/>
              <a:gdLst>
                <a:gd name="connsiteX0" fmla="*/ 0 w 250274"/>
                <a:gd name="connsiteY0" fmla="*/ 0 h 250274"/>
                <a:gd name="connsiteX1" fmla="*/ 250274 w 250274"/>
                <a:gd name="connsiteY1" fmla="*/ 0 h 250274"/>
                <a:gd name="connsiteX2" fmla="*/ 250274 w 250274"/>
                <a:gd name="connsiteY2" fmla="*/ 250274 h 250274"/>
                <a:gd name="connsiteX3" fmla="*/ 0 w 250274"/>
                <a:gd name="connsiteY3" fmla="*/ 250274 h 250274"/>
              </a:gdLst>
              <a:ahLst/>
              <a:cxnLst>
                <a:cxn ang="0">
                  <a:pos x="connsiteX0" y="connsiteY0"/>
                </a:cxn>
                <a:cxn ang="0">
                  <a:pos x="connsiteX1" y="connsiteY1"/>
                </a:cxn>
                <a:cxn ang="0">
                  <a:pos x="connsiteX2" y="connsiteY2"/>
                </a:cxn>
                <a:cxn ang="0">
                  <a:pos x="connsiteX3" y="connsiteY3"/>
                </a:cxn>
              </a:cxnLst>
              <a:rect l="l" t="t" r="r" b="b"/>
              <a:pathLst>
                <a:path w="250274" h="250274">
                  <a:moveTo>
                    <a:pt x="0" y="0"/>
                  </a:moveTo>
                  <a:lnTo>
                    <a:pt x="250274" y="0"/>
                  </a:lnTo>
                  <a:lnTo>
                    <a:pt x="250274" y="250274"/>
                  </a:lnTo>
                  <a:lnTo>
                    <a:pt x="0" y="250274"/>
                  </a:lnTo>
                  <a:close/>
                </a:path>
              </a:pathLst>
            </a:custGeom>
            <a:noFill/>
            <a:ln w="5534" cap="flat">
              <a:solidFill>
                <a:srgbClr val="010101"/>
              </a:solidFill>
              <a:prstDash val="solid"/>
              <a:round/>
            </a:ln>
          </p:spPr>
          <p:txBody>
            <a:bodyPr rtlCol="0" anchor="ctr"/>
            <a:lstStyle/>
            <a:p>
              <a:endParaRPr lang="en-US" sz="2000" dirty="0">
                <a:latin typeface="Helvetica" pitchFamily="2" charset="0"/>
              </a:endParaRPr>
            </a:p>
          </p:txBody>
        </p:sp>
      </p:grpSp>
      <p:grpSp>
        <p:nvGrpSpPr>
          <p:cNvPr id="3530" name="Graphic 14">
            <a:extLst>
              <a:ext uri="{FF2B5EF4-FFF2-40B4-BE49-F238E27FC236}">
                <a16:creationId xmlns:a16="http://schemas.microsoft.com/office/drawing/2014/main" id="{7FB9DCCB-E2B8-C8BE-7F3A-98B9A61643BC}"/>
              </a:ext>
            </a:extLst>
          </p:cNvPr>
          <p:cNvGrpSpPr/>
          <p:nvPr/>
        </p:nvGrpSpPr>
        <p:grpSpPr>
          <a:xfrm>
            <a:off x="10597460" y="1903960"/>
            <a:ext cx="850146" cy="850149"/>
            <a:chOff x="3983701" y="2464164"/>
            <a:chExt cx="250274" cy="250274"/>
          </a:xfrm>
          <a:noFill/>
        </p:grpSpPr>
        <p:pic>
          <p:nvPicPr>
            <p:cNvPr id="3531" name="Picture 3530">
              <a:extLst>
                <a:ext uri="{FF2B5EF4-FFF2-40B4-BE49-F238E27FC236}">
                  <a16:creationId xmlns:a16="http://schemas.microsoft.com/office/drawing/2014/main" id="{FE32C1E3-3897-765B-27FF-F48357D8ADF4}"/>
                </a:ext>
              </a:extLst>
            </p:cNvPr>
            <p:cNvPicPr>
              <a:picLocks noChangeAspect="1"/>
            </p:cNvPicPr>
            <p:nvPr/>
          </p:nvPicPr>
          <p:blipFill>
            <a:blip r:embed="rId8"/>
            <a:stretch>
              <a:fillRect/>
            </a:stretch>
          </p:blipFill>
          <p:spPr>
            <a:xfrm>
              <a:off x="4021385" y="2499140"/>
              <a:ext cx="170135" cy="171021"/>
            </a:xfrm>
            <a:custGeom>
              <a:avLst/>
              <a:gdLst>
                <a:gd name="connsiteX0" fmla="*/ 752 w 170135"/>
                <a:gd name="connsiteY0" fmla="*/ 298 h 171021"/>
                <a:gd name="connsiteX1" fmla="*/ 170888 w 170135"/>
                <a:gd name="connsiteY1" fmla="*/ 298 h 171021"/>
                <a:gd name="connsiteX2" fmla="*/ 170888 w 170135"/>
                <a:gd name="connsiteY2" fmla="*/ 171320 h 171021"/>
                <a:gd name="connsiteX3" fmla="*/ 752 w 170135"/>
                <a:gd name="connsiteY3" fmla="*/ 171320 h 171021"/>
              </a:gdLst>
              <a:ahLst/>
              <a:cxnLst>
                <a:cxn ang="0">
                  <a:pos x="connsiteX0" y="connsiteY0"/>
                </a:cxn>
                <a:cxn ang="0">
                  <a:pos x="connsiteX1" y="connsiteY1"/>
                </a:cxn>
                <a:cxn ang="0">
                  <a:pos x="connsiteX2" y="connsiteY2"/>
                </a:cxn>
                <a:cxn ang="0">
                  <a:pos x="connsiteX3" y="connsiteY3"/>
                </a:cxn>
              </a:cxnLst>
              <a:rect l="l" t="t" r="r" b="b"/>
              <a:pathLst>
                <a:path w="170135" h="171021">
                  <a:moveTo>
                    <a:pt x="752" y="298"/>
                  </a:moveTo>
                  <a:lnTo>
                    <a:pt x="170888" y="298"/>
                  </a:lnTo>
                  <a:lnTo>
                    <a:pt x="170888" y="171320"/>
                  </a:lnTo>
                  <a:lnTo>
                    <a:pt x="752" y="171320"/>
                  </a:lnTo>
                  <a:close/>
                </a:path>
              </a:pathLst>
            </a:custGeom>
          </p:spPr>
        </p:pic>
        <p:sp>
          <p:nvSpPr>
            <p:cNvPr id="3532" name="Freeform 3531">
              <a:extLst>
                <a:ext uri="{FF2B5EF4-FFF2-40B4-BE49-F238E27FC236}">
                  <a16:creationId xmlns:a16="http://schemas.microsoft.com/office/drawing/2014/main" id="{1BFA95A5-249D-A6F4-B95E-41782C126F91}"/>
                </a:ext>
              </a:extLst>
            </p:cNvPr>
            <p:cNvSpPr/>
            <p:nvPr/>
          </p:nvSpPr>
          <p:spPr>
            <a:xfrm>
              <a:off x="3983697" y="2464166"/>
              <a:ext cx="250274" cy="250274"/>
            </a:xfrm>
            <a:custGeom>
              <a:avLst/>
              <a:gdLst>
                <a:gd name="connsiteX0" fmla="*/ 0 w 250274"/>
                <a:gd name="connsiteY0" fmla="*/ 0 h 250274"/>
                <a:gd name="connsiteX1" fmla="*/ 250274 w 250274"/>
                <a:gd name="connsiteY1" fmla="*/ 0 h 250274"/>
                <a:gd name="connsiteX2" fmla="*/ 250274 w 250274"/>
                <a:gd name="connsiteY2" fmla="*/ 250274 h 250274"/>
                <a:gd name="connsiteX3" fmla="*/ 0 w 250274"/>
                <a:gd name="connsiteY3" fmla="*/ 250274 h 250274"/>
              </a:gdLst>
              <a:ahLst/>
              <a:cxnLst>
                <a:cxn ang="0">
                  <a:pos x="connsiteX0" y="connsiteY0"/>
                </a:cxn>
                <a:cxn ang="0">
                  <a:pos x="connsiteX1" y="connsiteY1"/>
                </a:cxn>
                <a:cxn ang="0">
                  <a:pos x="connsiteX2" y="connsiteY2"/>
                </a:cxn>
                <a:cxn ang="0">
                  <a:pos x="connsiteX3" y="connsiteY3"/>
                </a:cxn>
              </a:cxnLst>
              <a:rect l="l" t="t" r="r" b="b"/>
              <a:pathLst>
                <a:path w="250274" h="250274">
                  <a:moveTo>
                    <a:pt x="0" y="0"/>
                  </a:moveTo>
                  <a:lnTo>
                    <a:pt x="250274" y="0"/>
                  </a:lnTo>
                  <a:lnTo>
                    <a:pt x="250274" y="250274"/>
                  </a:lnTo>
                  <a:lnTo>
                    <a:pt x="0" y="250274"/>
                  </a:lnTo>
                  <a:close/>
                </a:path>
              </a:pathLst>
            </a:custGeom>
            <a:noFill/>
            <a:ln w="5534" cap="flat">
              <a:solidFill>
                <a:srgbClr val="010101"/>
              </a:solidFill>
              <a:prstDash val="solid"/>
              <a:round/>
            </a:ln>
          </p:spPr>
          <p:txBody>
            <a:bodyPr rtlCol="0" anchor="ctr"/>
            <a:lstStyle/>
            <a:p>
              <a:endParaRPr lang="en-US" sz="2000" dirty="0">
                <a:latin typeface="Helvetica" pitchFamily="2" charset="0"/>
              </a:endParaRPr>
            </a:p>
          </p:txBody>
        </p:sp>
      </p:grpSp>
      <p:grpSp>
        <p:nvGrpSpPr>
          <p:cNvPr id="3536" name="Graphic 14">
            <a:extLst>
              <a:ext uri="{FF2B5EF4-FFF2-40B4-BE49-F238E27FC236}">
                <a16:creationId xmlns:a16="http://schemas.microsoft.com/office/drawing/2014/main" id="{820496E0-3D91-8A52-7BCC-865666E7FE68}"/>
              </a:ext>
            </a:extLst>
          </p:cNvPr>
          <p:cNvGrpSpPr/>
          <p:nvPr/>
        </p:nvGrpSpPr>
        <p:grpSpPr>
          <a:xfrm>
            <a:off x="2595962" y="1898748"/>
            <a:ext cx="850148" cy="850147"/>
            <a:chOff x="1628143" y="2462636"/>
            <a:chExt cx="250274" cy="250274"/>
          </a:xfrm>
          <a:noFill/>
        </p:grpSpPr>
        <p:pic>
          <p:nvPicPr>
            <p:cNvPr id="3537" name="Picture 3536">
              <a:extLst>
                <a:ext uri="{FF2B5EF4-FFF2-40B4-BE49-F238E27FC236}">
                  <a16:creationId xmlns:a16="http://schemas.microsoft.com/office/drawing/2014/main" id="{CF6A1F07-9ED0-DD73-D4FF-A5B3E1407D8F}"/>
                </a:ext>
              </a:extLst>
            </p:cNvPr>
            <p:cNvPicPr>
              <a:picLocks noChangeAspect="1"/>
            </p:cNvPicPr>
            <p:nvPr/>
          </p:nvPicPr>
          <p:blipFill>
            <a:blip r:embed="rId9"/>
            <a:stretch>
              <a:fillRect/>
            </a:stretch>
          </p:blipFill>
          <p:spPr>
            <a:xfrm rot="-42000">
              <a:off x="1661968" y="2488889"/>
              <a:ext cx="185476" cy="186418"/>
            </a:xfrm>
            <a:custGeom>
              <a:avLst/>
              <a:gdLst>
                <a:gd name="connsiteX0" fmla="*/ -102 w 185476"/>
                <a:gd name="connsiteY0" fmla="*/ 292 h 186418"/>
                <a:gd name="connsiteX1" fmla="*/ 185375 w 185476"/>
                <a:gd name="connsiteY1" fmla="*/ 292 h 186418"/>
                <a:gd name="connsiteX2" fmla="*/ 185375 w 185476"/>
                <a:gd name="connsiteY2" fmla="*/ 186710 h 186418"/>
                <a:gd name="connsiteX3" fmla="*/ -102 w 185476"/>
                <a:gd name="connsiteY3" fmla="*/ 186710 h 186418"/>
              </a:gdLst>
              <a:ahLst/>
              <a:cxnLst>
                <a:cxn ang="0">
                  <a:pos x="connsiteX0" y="connsiteY0"/>
                </a:cxn>
                <a:cxn ang="0">
                  <a:pos x="connsiteX1" y="connsiteY1"/>
                </a:cxn>
                <a:cxn ang="0">
                  <a:pos x="connsiteX2" y="connsiteY2"/>
                </a:cxn>
                <a:cxn ang="0">
                  <a:pos x="connsiteX3" y="connsiteY3"/>
                </a:cxn>
              </a:cxnLst>
              <a:rect l="l" t="t" r="r" b="b"/>
              <a:pathLst>
                <a:path w="185476" h="186418">
                  <a:moveTo>
                    <a:pt x="-102" y="292"/>
                  </a:moveTo>
                  <a:lnTo>
                    <a:pt x="185375" y="292"/>
                  </a:lnTo>
                  <a:lnTo>
                    <a:pt x="185375" y="186710"/>
                  </a:lnTo>
                  <a:lnTo>
                    <a:pt x="-102" y="186710"/>
                  </a:lnTo>
                  <a:close/>
                </a:path>
              </a:pathLst>
            </a:custGeom>
          </p:spPr>
        </p:pic>
        <p:sp>
          <p:nvSpPr>
            <p:cNvPr id="3538" name="Freeform 3537">
              <a:extLst>
                <a:ext uri="{FF2B5EF4-FFF2-40B4-BE49-F238E27FC236}">
                  <a16:creationId xmlns:a16="http://schemas.microsoft.com/office/drawing/2014/main" id="{F7B69401-76D5-C2A3-3D13-932B2AEF8F0F}"/>
                </a:ext>
              </a:extLst>
            </p:cNvPr>
            <p:cNvSpPr/>
            <p:nvPr/>
          </p:nvSpPr>
          <p:spPr>
            <a:xfrm rot="-42000">
              <a:off x="1628144" y="2462637"/>
              <a:ext cx="250274" cy="250274"/>
            </a:xfrm>
            <a:custGeom>
              <a:avLst/>
              <a:gdLst>
                <a:gd name="connsiteX0" fmla="*/ 0 w 250274"/>
                <a:gd name="connsiteY0" fmla="*/ 0 h 250274"/>
                <a:gd name="connsiteX1" fmla="*/ 250274 w 250274"/>
                <a:gd name="connsiteY1" fmla="*/ 0 h 250274"/>
                <a:gd name="connsiteX2" fmla="*/ 250274 w 250274"/>
                <a:gd name="connsiteY2" fmla="*/ 250274 h 250274"/>
                <a:gd name="connsiteX3" fmla="*/ 0 w 250274"/>
                <a:gd name="connsiteY3" fmla="*/ 250274 h 250274"/>
              </a:gdLst>
              <a:ahLst/>
              <a:cxnLst>
                <a:cxn ang="0">
                  <a:pos x="connsiteX0" y="connsiteY0"/>
                </a:cxn>
                <a:cxn ang="0">
                  <a:pos x="connsiteX1" y="connsiteY1"/>
                </a:cxn>
                <a:cxn ang="0">
                  <a:pos x="connsiteX2" y="connsiteY2"/>
                </a:cxn>
                <a:cxn ang="0">
                  <a:pos x="connsiteX3" y="connsiteY3"/>
                </a:cxn>
              </a:cxnLst>
              <a:rect l="l" t="t" r="r" b="b"/>
              <a:pathLst>
                <a:path w="250274" h="250274">
                  <a:moveTo>
                    <a:pt x="0" y="0"/>
                  </a:moveTo>
                  <a:lnTo>
                    <a:pt x="250274" y="0"/>
                  </a:lnTo>
                  <a:lnTo>
                    <a:pt x="250274" y="250274"/>
                  </a:lnTo>
                  <a:lnTo>
                    <a:pt x="0" y="250274"/>
                  </a:lnTo>
                  <a:close/>
                </a:path>
              </a:pathLst>
            </a:custGeom>
            <a:noFill/>
            <a:ln w="5534" cap="flat">
              <a:solidFill>
                <a:srgbClr val="010101"/>
              </a:solidFill>
              <a:prstDash val="solid"/>
              <a:round/>
            </a:ln>
          </p:spPr>
          <p:txBody>
            <a:bodyPr rtlCol="0" anchor="ctr"/>
            <a:lstStyle/>
            <a:p>
              <a:endParaRPr lang="en-US" sz="2000" dirty="0">
                <a:latin typeface="Helvetica" pitchFamily="2" charset="0"/>
              </a:endParaRPr>
            </a:p>
          </p:txBody>
        </p:sp>
      </p:grpSp>
      <p:grpSp>
        <p:nvGrpSpPr>
          <p:cNvPr id="3533" name="Graphic 14">
            <a:extLst>
              <a:ext uri="{FF2B5EF4-FFF2-40B4-BE49-F238E27FC236}">
                <a16:creationId xmlns:a16="http://schemas.microsoft.com/office/drawing/2014/main" id="{81F60079-81E8-2235-46D0-EE22E534ACBC}"/>
              </a:ext>
            </a:extLst>
          </p:cNvPr>
          <p:cNvGrpSpPr/>
          <p:nvPr/>
        </p:nvGrpSpPr>
        <p:grpSpPr>
          <a:xfrm>
            <a:off x="7168272" y="1898783"/>
            <a:ext cx="850148" cy="850149"/>
            <a:chOff x="2974181" y="2462643"/>
            <a:chExt cx="250274" cy="250274"/>
          </a:xfrm>
          <a:noFill/>
        </p:grpSpPr>
        <p:sp>
          <p:nvSpPr>
            <p:cNvPr id="3534" name="Freeform 3533">
              <a:extLst>
                <a:ext uri="{FF2B5EF4-FFF2-40B4-BE49-F238E27FC236}">
                  <a16:creationId xmlns:a16="http://schemas.microsoft.com/office/drawing/2014/main" id="{1520032A-B38F-2FC1-B42B-74476A2B433B}"/>
                </a:ext>
              </a:extLst>
            </p:cNvPr>
            <p:cNvSpPr/>
            <p:nvPr/>
          </p:nvSpPr>
          <p:spPr>
            <a:xfrm>
              <a:off x="2974181" y="2462643"/>
              <a:ext cx="250274" cy="250274"/>
            </a:xfrm>
            <a:custGeom>
              <a:avLst/>
              <a:gdLst>
                <a:gd name="connsiteX0" fmla="*/ 0 w 250274"/>
                <a:gd name="connsiteY0" fmla="*/ 0 h 250274"/>
                <a:gd name="connsiteX1" fmla="*/ 250274 w 250274"/>
                <a:gd name="connsiteY1" fmla="*/ 0 h 250274"/>
                <a:gd name="connsiteX2" fmla="*/ 250274 w 250274"/>
                <a:gd name="connsiteY2" fmla="*/ 250274 h 250274"/>
                <a:gd name="connsiteX3" fmla="*/ 0 w 250274"/>
                <a:gd name="connsiteY3" fmla="*/ 250274 h 250274"/>
              </a:gdLst>
              <a:ahLst/>
              <a:cxnLst>
                <a:cxn ang="0">
                  <a:pos x="connsiteX0" y="connsiteY0"/>
                </a:cxn>
                <a:cxn ang="0">
                  <a:pos x="connsiteX1" y="connsiteY1"/>
                </a:cxn>
                <a:cxn ang="0">
                  <a:pos x="connsiteX2" y="connsiteY2"/>
                </a:cxn>
                <a:cxn ang="0">
                  <a:pos x="connsiteX3" y="connsiteY3"/>
                </a:cxn>
              </a:cxnLst>
              <a:rect l="l" t="t" r="r" b="b"/>
              <a:pathLst>
                <a:path w="250274" h="250274">
                  <a:moveTo>
                    <a:pt x="0" y="0"/>
                  </a:moveTo>
                  <a:lnTo>
                    <a:pt x="250274" y="0"/>
                  </a:lnTo>
                  <a:lnTo>
                    <a:pt x="250274" y="250274"/>
                  </a:lnTo>
                  <a:lnTo>
                    <a:pt x="0" y="250274"/>
                  </a:lnTo>
                  <a:close/>
                </a:path>
              </a:pathLst>
            </a:custGeom>
            <a:noFill/>
            <a:ln w="5534" cap="flat">
              <a:solidFill>
                <a:srgbClr val="010101"/>
              </a:solidFill>
              <a:prstDash val="solid"/>
              <a:round/>
            </a:ln>
          </p:spPr>
          <p:txBody>
            <a:bodyPr rtlCol="0" anchor="ctr"/>
            <a:lstStyle/>
            <a:p>
              <a:endParaRPr lang="en-US" sz="2000" dirty="0">
                <a:latin typeface="Helvetica" pitchFamily="2" charset="0"/>
              </a:endParaRPr>
            </a:p>
          </p:txBody>
        </p:sp>
        <p:pic>
          <p:nvPicPr>
            <p:cNvPr id="3535" name="Picture 3534">
              <a:extLst>
                <a:ext uri="{FF2B5EF4-FFF2-40B4-BE49-F238E27FC236}">
                  <a16:creationId xmlns:a16="http://schemas.microsoft.com/office/drawing/2014/main" id="{BAF01025-919D-486B-0C9D-7973347C6928}"/>
                </a:ext>
              </a:extLst>
            </p:cNvPr>
            <p:cNvPicPr>
              <a:picLocks noChangeAspect="1"/>
            </p:cNvPicPr>
            <p:nvPr/>
          </p:nvPicPr>
          <p:blipFill>
            <a:blip r:embed="rId10"/>
            <a:stretch>
              <a:fillRect/>
            </a:stretch>
          </p:blipFill>
          <p:spPr>
            <a:xfrm>
              <a:off x="3002731" y="2488922"/>
              <a:ext cx="199377" cy="199377"/>
            </a:xfrm>
            <a:custGeom>
              <a:avLst/>
              <a:gdLst>
                <a:gd name="connsiteX0" fmla="*/ 382 w 199377"/>
                <a:gd name="connsiteY0" fmla="*/ 292 h 199377"/>
                <a:gd name="connsiteX1" fmla="*/ 199759 w 199377"/>
                <a:gd name="connsiteY1" fmla="*/ 292 h 199377"/>
                <a:gd name="connsiteX2" fmla="*/ 199759 w 199377"/>
                <a:gd name="connsiteY2" fmla="*/ 199670 h 199377"/>
                <a:gd name="connsiteX3" fmla="*/ 382 w 199377"/>
                <a:gd name="connsiteY3" fmla="*/ 199670 h 199377"/>
              </a:gdLst>
              <a:ahLst/>
              <a:cxnLst>
                <a:cxn ang="0">
                  <a:pos x="connsiteX0" y="connsiteY0"/>
                </a:cxn>
                <a:cxn ang="0">
                  <a:pos x="connsiteX1" y="connsiteY1"/>
                </a:cxn>
                <a:cxn ang="0">
                  <a:pos x="connsiteX2" y="connsiteY2"/>
                </a:cxn>
                <a:cxn ang="0">
                  <a:pos x="connsiteX3" y="connsiteY3"/>
                </a:cxn>
              </a:cxnLst>
              <a:rect l="l" t="t" r="r" b="b"/>
              <a:pathLst>
                <a:path w="199377" h="199377">
                  <a:moveTo>
                    <a:pt x="382" y="292"/>
                  </a:moveTo>
                  <a:lnTo>
                    <a:pt x="199759" y="292"/>
                  </a:lnTo>
                  <a:lnTo>
                    <a:pt x="199759" y="199670"/>
                  </a:lnTo>
                  <a:lnTo>
                    <a:pt x="382" y="199670"/>
                  </a:lnTo>
                  <a:close/>
                </a:path>
              </a:pathLst>
            </a:custGeom>
          </p:spPr>
        </p:pic>
      </p:grpSp>
      <p:grpSp>
        <p:nvGrpSpPr>
          <p:cNvPr id="3705" name="Graphic 14">
            <a:extLst>
              <a:ext uri="{FF2B5EF4-FFF2-40B4-BE49-F238E27FC236}">
                <a16:creationId xmlns:a16="http://schemas.microsoft.com/office/drawing/2014/main" id="{47F8883F-A8F7-CC8D-2D94-CF94F88B02DB}"/>
              </a:ext>
            </a:extLst>
          </p:cNvPr>
          <p:cNvGrpSpPr/>
          <p:nvPr/>
        </p:nvGrpSpPr>
        <p:grpSpPr>
          <a:xfrm>
            <a:off x="7061850" y="4908587"/>
            <a:ext cx="850148" cy="850148"/>
            <a:chOff x="2959422" y="3812678"/>
            <a:chExt cx="250274" cy="250274"/>
          </a:xfrm>
          <a:noFill/>
        </p:grpSpPr>
        <p:pic>
          <p:nvPicPr>
            <p:cNvPr id="3706" name="Picture 3705">
              <a:extLst>
                <a:ext uri="{FF2B5EF4-FFF2-40B4-BE49-F238E27FC236}">
                  <a16:creationId xmlns:a16="http://schemas.microsoft.com/office/drawing/2014/main" id="{4541847A-9B4F-22B1-D3AD-622F0F51DAE5}"/>
                </a:ext>
              </a:extLst>
            </p:cNvPr>
            <p:cNvPicPr>
              <a:picLocks noChangeAspect="1"/>
            </p:cNvPicPr>
            <p:nvPr/>
          </p:nvPicPr>
          <p:blipFill>
            <a:blip r:embed="rId11"/>
            <a:stretch>
              <a:fillRect/>
            </a:stretch>
          </p:blipFill>
          <p:spPr>
            <a:xfrm>
              <a:off x="2999325" y="3838957"/>
              <a:ext cx="203614" cy="204666"/>
            </a:xfrm>
            <a:custGeom>
              <a:avLst/>
              <a:gdLst>
                <a:gd name="connsiteX0" fmla="*/ 388 w 203614"/>
                <a:gd name="connsiteY0" fmla="*/ 786 h 204666"/>
                <a:gd name="connsiteX1" fmla="*/ 204002 w 203614"/>
                <a:gd name="connsiteY1" fmla="*/ 786 h 204666"/>
                <a:gd name="connsiteX2" fmla="*/ 204002 w 203614"/>
                <a:gd name="connsiteY2" fmla="*/ 205453 h 204666"/>
                <a:gd name="connsiteX3" fmla="*/ 388 w 203614"/>
                <a:gd name="connsiteY3" fmla="*/ 205453 h 204666"/>
              </a:gdLst>
              <a:ahLst/>
              <a:cxnLst>
                <a:cxn ang="0">
                  <a:pos x="connsiteX0" y="connsiteY0"/>
                </a:cxn>
                <a:cxn ang="0">
                  <a:pos x="connsiteX1" y="connsiteY1"/>
                </a:cxn>
                <a:cxn ang="0">
                  <a:pos x="connsiteX2" y="connsiteY2"/>
                </a:cxn>
                <a:cxn ang="0">
                  <a:pos x="connsiteX3" y="connsiteY3"/>
                </a:cxn>
              </a:cxnLst>
              <a:rect l="l" t="t" r="r" b="b"/>
              <a:pathLst>
                <a:path w="203614" h="204666">
                  <a:moveTo>
                    <a:pt x="388" y="786"/>
                  </a:moveTo>
                  <a:lnTo>
                    <a:pt x="204002" y="786"/>
                  </a:lnTo>
                  <a:lnTo>
                    <a:pt x="204002" y="205453"/>
                  </a:lnTo>
                  <a:lnTo>
                    <a:pt x="388" y="205453"/>
                  </a:lnTo>
                  <a:close/>
                </a:path>
              </a:pathLst>
            </a:custGeom>
          </p:spPr>
        </p:pic>
        <p:sp>
          <p:nvSpPr>
            <p:cNvPr id="3707" name="Freeform 3706">
              <a:extLst>
                <a:ext uri="{FF2B5EF4-FFF2-40B4-BE49-F238E27FC236}">
                  <a16:creationId xmlns:a16="http://schemas.microsoft.com/office/drawing/2014/main" id="{4C6ED794-456F-9EE7-3663-8CC33B97E442}"/>
                </a:ext>
              </a:extLst>
            </p:cNvPr>
            <p:cNvSpPr/>
            <p:nvPr/>
          </p:nvSpPr>
          <p:spPr>
            <a:xfrm>
              <a:off x="2959422" y="3812678"/>
              <a:ext cx="250274" cy="250274"/>
            </a:xfrm>
            <a:custGeom>
              <a:avLst/>
              <a:gdLst>
                <a:gd name="connsiteX0" fmla="*/ 0 w 250274"/>
                <a:gd name="connsiteY0" fmla="*/ 0 h 250274"/>
                <a:gd name="connsiteX1" fmla="*/ 250274 w 250274"/>
                <a:gd name="connsiteY1" fmla="*/ 0 h 250274"/>
                <a:gd name="connsiteX2" fmla="*/ 250274 w 250274"/>
                <a:gd name="connsiteY2" fmla="*/ 250274 h 250274"/>
                <a:gd name="connsiteX3" fmla="*/ 0 w 250274"/>
                <a:gd name="connsiteY3" fmla="*/ 250274 h 250274"/>
              </a:gdLst>
              <a:ahLst/>
              <a:cxnLst>
                <a:cxn ang="0">
                  <a:pos x="connsiteX0" y="connsiteY0"/>
                </a:cxn>
                <a:cxn ang="0">
                  <a:pos x="connsiteX1" y="connsiteY1"/>
                </a:cxn>
                <a:cxn ang="0">
                  <a:pos x="connsiteX2" y="connsiteY2"/>
                </a:cxn>
                <a:cxn ang="0">
                  <a:pos x="connsiteX3" y="connsiteY3"/>
                </a:cxn>
              </a:cxnLst>
              <a:rect l="l" t="t" r="r" b="b"/>
              <a:pathLst>
                <a:path w="250274" h="250274">
                  <a:moveTo>
                    <a:pt x="0" y="0"/>
                  </a:moveTo>
                  <a:lnTo>
                    <a:pt x="250274" y="0"/>
                  </a:lnTo>
                  <a:lnTo>
                    <a:pt x="250274" y="250274"/>
                  </a:lnTo>
                  <a:lnTo>
                    <a:pt x="0" y="250274"/>
                  </a:lnTo>
                  <a:close/>
                </a:path>
              </a:pathLst>
            </a:custGeom>
            <a:noFill/>
            <a:ln w="5534" cap="flat">
              <a:solidFill>
                <a:srgbClr val="010101"/>
              </a:solidFill>
              <a:prstDash val="solid"/>
              <a:round/>
            </a:ln>
          </p:spPr>
          <p:txBody>
            <a:bodyPr rtlCol="0" anchor="ctr"/>
            <a:lstStyle/>
            <a:p>
              <a:endParaRPr lang="en-US" sz="2000" dirty="0">
                <a:latin typeface="Helvetica" pitchFamily="2" charset="0"/>
              </a:endParaRPr>
            </a:p>
          </p:txBody>
        </p:sp>
      </p:grpSp>
      <p:grpSp>
        <p:nvGrpSpPr>
          <p:cNvPr id="3711" name="Graphic 14">
            <a:extLst>
              <a:ext uri="{FF2B5EF4-FFF2-40B4-BE49-F238E27FC236}">
                <a16:creationId xmlns:a16="http://schemas.microsoft.com/office/drawing/2014/main" id="{851C338E-4230-7167-5104-9BBDA2F4555E}"/>
              </a:ext>
            </a:extLst>
          </p:cNvPr>
          <p:cNvGrpSpPr/>
          <p:nvPr/>
        </p:nvGrpSpPr>
        <p:grpSpPr>
          <a:xfrm>
            <a:off x="3719855" y="4908587"/>
            <a:ext cx="850148" cy="850148"/>
            <a:chOff x="1975576" y="3812678"/>
            <a:chExt cx="250274" cy="250274"/>
          </a:xfrm>
          <a:noFill/>
        </p:grpSpPr>
        <p:pic>
          <p:nvPicPr>
            <p:cNvPr id="3712" name="Picture 3711">
              <a:extLst>
                <a:ext uri="{FF2B5EF4-FFF2-40B4-BE49-F238E27FC236}">
                  <a16:creationId xmlns:a16="http://schemas.microsoft.com/office/drawing/2014/main" id="{2EBF51CD-E8DC-F792-9904-1271F486A42A}"/>
                </a:ext>
              </a:extLst>
            </p:cNvPr>
            <p:cNvPicPr>
              <a:picLocks noChangeAspect="1"/>
            </p:cNvPicPr>
            <p:nvPr/>
          </p:nvPicPr>
          <p:blipFill>
            <a:blip r:embed="rId12"/>
            <a:stretch>
              <a:fillRect/>
            </a:stretch>
          </p:blipFill>
          <p:spPr>
            <a:xfrm>
              <a:off x="2003988" y="3838957"/>
              <a:ext cx="199377" cy="199377"/>
            </a:xfrm>
            <a:custGeom>
              <a:avLst/>
              <a:gdLst>
                <a:gd name="connsiteX0" fmla="*/ 21 w 199377"/>
                <a:gd name="connsiteY0" fmla="*/ 780 h 199377"/>
                <a:gd name="connsiteX1" fmla="*/ 199399 w 199377"/>
                <a:gd name="connsiteY1" fmla="*/ 780 h 199377"/>
                <a:gd name="connsiteX2" fmla="*/ 199399 w 199377"/>
                <a:gd name="connsiteY2" fmla="*/ 200157 h 199377"/>
                <a:gd name="connsiteX3" fmla="*/ 21 w 199377"/>
                <a:gd name="connsiteY3" fmla="*/ 200157 h 199377"/>
              </a:gdLst>
              <a:ahLst/>
              <a:cxnLst>
                <a:cxn ang="0">
                  <a:pos x="connsiteX0" y="connsiteY0"/>
                </a:cxn>
                <a:cxn ang="0">
                  <a:pos x="connsiteX1" y="connsiteY1"/>
                </a:cxn>
                <a:cxn ang="0">
                  <a:pos x="connsiteX2" y="connsiteY2"/>
                </a:cxn>
                <a:cxn ang="0">
                  <a:pos x="connsiteX3" y="connsiteY3"/>
                </a:cxn>
              </a:cxnLst>
              <a:rect l="l" t="t" r="r" b="b"/>
              <a:pathLst>
                <a:path w="199377" h="199377">
                  <a:moveTo>
                    <a:pt x="21" y="780"/>
                  </a:moveTo>
                  <a:lnTo>
                    <a:pt x="199399" y="780"/>
                  </a:lnTo>
                  <a:lnTo>
                    <a:pt x="199399" y="200157"/>
                  </a:lnTo>
                  <a:lnTo>
                    <a:pt x="21" y="200157"/>
                  </a:lnTo>
                  <a:close/>
                </a:path>
              </a:pathLst>
            </a:custGeom>
          </p:spPr>
        </p:pic>
        <p:sp>
          <p:nvSpPr>
            <p:cNvPr id="3713" name="Freeform 3712">
              <a:extLst>
                <a:ext uri="{FF2B5EF4-FFF2-40B4-BE49-F238E27FC236}">
                  <a16:creationId xmlns:a16="http://schemas.microsoft.com/office/drawing/2014/main" id="{F965970A-7CA5-8F91-6224-BDD1B7201AF4}"/>
                </a:ext>
              </a:extLst>
            </p:cNvPr>
            <p:cNvSpPr/>
            <p:nvPr/>
          </p:nvSpPr>
          <p:spPr>
            <a:xfrm>
              <a:off x="1975576" y="3812678"/>
              <a:ext cx="250274" cy="250274"/>
            </a:xfrm>
            <a:custGeom>
              <a:avLst/>
              <a:gdLst>
                <a:gd name="connsiteX0" fmla="*/ 0 w 250274"/>
                <a:gd name="connsiteY0" fmla="*/ 0 h 250274"/>
                <a:gd name="connsiteX1" fmla="*/ 250274 w 250274"/>
                <a:gd name="connsiteY1" fmla="*/ 0 h 250274"/>
                <a:gd name="connsiteX2" fmla="*/ 250274 w 250274"/>
                <a:gd name="connsiteY2" fmla="*/ 250274 h 250274"/>
                <a:gd name="connsiteX3" fmla="*/ 0 w 250274"/>
                <a:gd name="connsiteY3" fmla="*/ 250274 h 250274"/>
              </a:gdLst>
              <a:ahLst/>
              <a:cxnLst>
                <a:cxn ang="0">
                  <a:pos x="connsiteX0" y="connsiteY0"/>
                </a:cxn>
                <a:cxn ang="0">
                  <a:pos x="connsiteX1" y="connsiteY1"/>
                </a:cxn>
                <a:cxn ang="0">
                  <a:pos x="connsiteX2" y="connsiteY2"/>
                </a:cxn>
                <a:cxn ang="0">
                  <a:pos x="connsiteX3" y="connsiteY3"/>
                </a:cxn>
              </a:cxnLst>
              <a:rect l="l" t="t" r="r" b="b"/>
              <a:pathLst>
                <a:path w="250274" h="250274">
                  <a:moveTo>
                    <a:pt x="0" y="0"/>
                  </a:moveTo>
                  <a:lnTo>
                    <a:pt x="250274" y="0"/>
                  </a:lnTo>
                  <a:lnTo>
                    <a:pt x="250274" y="250274"/>
                  </a:lnTo>
                  <a:lnTo>
                    <a:pt x="0" y="250274"/>
                  </a:lnTo>
                  <a:close/>
                </a:path>
              </a:pathLst>
            </a:custGeom>
            <a:noFill/>
            <a:ln w="5534" cap="flat">
              <a:solidFill>
                <a:srgbClr val="010101"/>
              </a:solidFill>
              <a:prstDash val="solid"/>
              <a:round/>
            </a:ln>
          </p:spPr>
          <p:txBody>
            <a:bodyPr rtlCol="0" anchor="ctr"/>
            <a:lstStyle/>
            <a:p>
              <a:endParaRPr lang="en-US" sz="2000" dirty="0">
                <a:latin typeface="Helvetica" pitchFamily="2" charset="0"/>
              </a:endParaRPr>
            </a:p>
          </p:txBody>
        </p:sp>
      </p:grpSp>
      <p:grpSp>
        <p:nvGrpSpPr>
          <p:cNvPr id="3714" name="Graphic 14">
            <a:extLst>
              <a:ext uri="{FF2B5EF4-FFF2-40B4-BE49-F238E27FC236}">
                <a16:creationId xmlns:a16="http://schemas.microsoft.com/office/drawing/2014/main" id="{B2E19206-E695-4F1E-EEE6-26C021A33B60}"/>
              </a:ext>
            </a:extLst>
          </p:cNvPr>
          <p:cNvGrpSpPr/>
          <p:nvPr/>
        </p:nvGrpSpPr>
        <p:grpSpPr>
          <a:xfrm>
            <a:off x="4833855" y="4908587"/>
            <a:ext cx="850148" cy="850148"/>
            <a:chOff x="2303525" y="3812678"/>
            <a:chExt cx="250274" cy="250274"/>
          </a:xfrm>
          <a:noFill/>
        </p:grpSpPr>
        <p:pic>
          <p:nvPicPr>
            <p:cNvPr id="3715" name="Picture 3714">
              <a:extLst>
                <a:ext uri="{FF2B5EF4-FFF2-40B4-BE49-F238E27FC236}">
                  <a16:creationId xmlns:a16="http://schemas.microsoft.com/office/drawing/2014/main" id="{88CDEA32-FAD8-33E8-825D-013C1B982ECA}"/>
                </a:ext>
              </a:extLst>
            </p:cNvPr>
            <p:cNvPicPr>
              <a:picLocks noChangeAspect="1"/>
            </p:cNvPicPr>
            <p:nvPr/>
          </p:nvPicPr>
          <p:blipFill>
            <a:blip r:embed="rId13"/>
            <a:stretch>
              <a:fillRect/>
            </a:stretch>
          </p:blipFill>
          <p:spPr>
            <a:xfrm>
              <a:off x="2341185" y="3847680"/>
              <a:ext cx="170135" cy="171021"/>
            </a:xfrm>
            <a:custGeom>
              <a:avLst/>
              <a:gdLst>
                <a:gd name="connsiteX0" fmla="*/ 146 w 170135"/>
                <a:gd name="connsiteY0" fmla="*/ 785 h 171021"/>
                <a:gd name="connsiteX1" fmla="*/ 170281 w 170135"/>
                <a:gd name="connsiteY1" fmla="*/ 785 h 171021"/>
                <a:gd name="connsiteX2" fmla="*/ 170281 w 170135"/>
                <a:gd name="connsiteY2" fmla="*/ 171807 h 171021"/>
                <a:gd name="connsiteX3" fmla="*/ 146 w 170135"/>
                <a:gd name="connsiteY3" fmla="*/ 171807 h 171021"/>
              </a:gdLst>
              <a:ahLst/>
              <a:cxnLst>
                <a:cxn ang="0">
                  <a:pos x="connsiteX0" y="connsiteY0"/>
                </a:cxn>
                <a:cxn ang="0">
                  <a:pos x="connsiteX1" y="connsiteY1"/>
                </a:cxn>
                <a:cxn ang="0">
                  <a:pos x="connsiteX2" y="connsiteY2"/>
                </a:cxn>
                <a:cxn ang="0">
                  <a:pos x="connsiteX3" y="connsiteY3"/>
                </a:cxn>
              </a:cxnLst>
              <a:rect l="l" t="t" r="r" b="b"/>
              <a:pathLst>
                <a:path w="170135" h="171021">
                  <a:moveTo>
                    <a:pt x="146" y="785"/>
                  </a:moveTo>
                  <a:lnTo>
                    <a:pt x="170281" y="785"/>
                  </a:lnTo>
                  <a:lnTo>
                    <a:pt x="170281" y="171807"/>
                  </a:lnTo>
                  <a:lnTo>
                    <a:pt x="146" y="171807"/>
                  </a:lnTo>
                  <a:close/>
                </a:path>
              </a:pathLst>
            </a:custGeom>
          </p:spPr>
        </p:pic>
        <p:sp>
          <p:nvSpPr>
            <p:cNvPr id="3716" name="Freeform 3715">
              <a:extLst>
                <a:ext uri="{FF2B5EF4-FFF2-40B4-BE49-F238E27FC236}">
                  <a16:creationId xmlns:a16="http://schemas.microsoft.com/office/drawing/2014/main" id="{132708F2-48B0-AABF-FE27-4FD1C6496C6E}"/>
                </a:ext>
              </a:extLst>
            </p:cNvPr>
            <p:cNvSpPr/>
            <p:nvPr/>
          </p:nvSpPr>
          <p:spPr>
            <a:xfrm>
              <a:off x="2303525" y="3812678"/>
              <a:ext cx="250274" cy="250274"/>
            </a:xfrm>
            <a:custGeom>
              <a:avLst/>
              <a:gdLst>
                <a:gd name="connsiteX0" fmla="*/ 0 w 250274"/>
                <a:gd name="connsiteY0" fmla="*/ 0 h 250274"/>
                <a:gd name="connsiteX1" fmla="*/ 250274 w 250274"/>
                <a:gd name="connsiteY1" fmla="*/ 0 h 250274"/>
                <a:gd name="connsiteX2" fmla="*/ 250274 w 250274"/>
                <a:gd name="connsiteY2" fmla="*/ 250274 h 250274"/>
                <a:gd name="connsiteX3" fmla="*/ 0 w 250274"/>
                <a:gd name="connsiteY3" fmla="*/ 250274 h 250274"/>
              </a:gdLst>
              <a:ahLst/>
              <a:cxnLst>
                <a:cxn ang="0">
                  <a:pos x="connsiteX0" y="connsiteY0"/>
                </a:cxn>
                <a:cxn ang="0">
                  <a:pos x="connsiteX1" y="connsiteY1"/>
                </a:cxn>
                <a:cxn ang="0">
                  <a:pos x="connsiteX2" y="connsiteY2"/>
                </a:cxn>
                <a:cxn ang="0">
                  <a:pos x="connsiteX3" y="connsiteY3"/>
                </a:cxn>
              </a:cxnLst>
              <a:rect l="l" t="t" r="r" b="b"/>
              <a:pathLst>
                <a:path w="250274" h="250274">
                  <a:moveTo>
                    <a:pt x="0" y="0"/>
                  </a:moveTo>
                  <a:lnTo>
                    <a:pt x="250274" y="0"/>
                  </a:lnTo>
                  <a:lnTo>
                    <a:pt x="250274" y="250274"/>
                  </a:lnTo>
                  <a:lnTo>
                    <a:pt x="0" y="250274"/>
                  </a:lnTo>
                  <a:close/>
                </a:path>
              </a:pathLst>
            </a:custGeom>
            <a:noFill/>
            <a:ln w="5534" cap="flat">
              <a:solidFill>
                <a:srgbClr val="010101"/>
              </a:solidFill>
              <a:prstDash val="solid"/>
              <a:round/>
            </a:ln>
          </p:spPr>
          <p:txBody>
            <a:bodyPr rtlCol="0" anchor="ctr"/>
            <a:lstStyle/>
            <a:p>
              <a:endParaRPr lang="en-US" sz="2000" dirty="0">
                <a:latin typeface="Helvetica" pitchFamily="2" charset="0"/>
              </a:endParaRPr>
            </a:p>
          </p:txBody>
        </p:sp>
      </p:grpSp>
      <p:grpSp>
        <p:nvGrpSpPr>
          <p:cNvPr id="3717" name="Graphic 14">
            <a:extLst>
              <a:ext uri="{FF2B5EF4-FFF2-40B4-BE49-F238E27FC236}">
                <a16:creationId xmlns:a16="http://schemas.microsoft.com/office/drawing/2014/main" id="{2B385B17-0B26-94ED-C3DC-43F98168B61A}"/>
              </a:ext>
            </a:extLst>
          </p:cNvPr>
          <p:cNvGrpSpPr/>
          <p:nvPr/>
        </p:nvGrpSpPr>
        <p:grpSpPr>
          <a:xfrm>
            <a:off x="2595616" y="4903452"/>
            <a:ext cx="860470" cy="860470"/>
            <a:chOff x="1644612" y="3811166"/>
            <a:chExt cx="253313" cy="253313"/>
          </a:xfrm>
          <a:noFill/>
        </p:grpSpPr>
        <p:pic>
          <p:nvPicPr>
            <p:cNvPr id="3718" name="Picture 3717">
              <a:extLst>
                <a:ext uri="{FF2B5EF4-FFF2-40B4-BE49-F238E27FC236}">
                  <a16:creationId xmlns:a16="http://schemas.microsoft.com/office/drawing/2014/main" id="{89781798-A3F1-35CA-2864-766CB607E4C6}"/>
                </a:ext>
              </a:extLst>
            </p:cNvPr>
            <p:cNvPicPr>
              <a:picLocks noChangeAspect="1"/>
            </p:cNvPicPr>
            <p:nvPr/>
          </p:nvPicPr>
          <p:blipFill>
            <a:blip r:embed="rId9"/>
            <a:stretch>
              <a:fillRect/>
            </a:stretch>
          </p:blipFill>
          <p:spPr>
            <a:xfrm rot="-42000">
              <a:off x="1679912" y="3838953"/>
              <a:ext cx="185476" cy="186418"/>
            </a:xfrm>
            <a:custGeom>
              <a:avLst/>
              <a:gdLst>
                <a:gd name="connsiteX0" fmla="*/ -95 w 185476"/>
                <a:gd name="connsiteY0" fmla="*/ 780 h 186418"/>
                <a:gd name="connsiteX1" fmla="*/ 185381 w 185476"/>
                <a:gd name="connsiteY1" fmla="*/ 780 h 186418"/>
                <a:gd name="connsiteX2" fmla="*/ 185381 w 185476"/>
                <a:gd name="connsiteY2" fmla="*/ 187198 h 186418"/>
                <a:gd name="connsiteX3" fmla="*/ -95 w 185476"/>
                <a:gd name="connsiteY3" fmla="*/ 187198 h 186418"/>
              </a:gdLst>
              <a:ahLst/>
              <a:cxnLst>
                <a:cxn ang="0">
                  <a:pos x="connsiteX0" y="connsiteY0"/>
                </a:cxn>
                <a:cxn ang="0">
                  <a:pos x="connsiteX1" y="connsiteY1"/>
                </a:cxn>
                <a:cxn ang="0">
                  <a:pos x="connsiteX2" y="connsiteY2"/>
                </a:cxn>
                <a:cxn ang="0">
                  <a:pos x="connsiteX3" y="connsiteY3"/>
                </a:cxn>
              </a:cxnLst>
              <a:rect l="l" t="t" r="r" b="b"/>
              <a:pathLst>
                <a:path w="185476" h="186418">
                  <a:moveTo>
                    <a:pt x="-95" y="780"/>
                  </a:moveTo>
                  <a:lnTo>
                    <a:pt x="185381" y="780"/>
                  </a:lnTo>
                  <a:lnTo>
                    <a:pt x="185381" y="187198"/>
                  </a:lnTo>
                  <a:lnTo>
                    <a:pt x="-95" y="187198"/>
                  </a:lnTo>
                  <a:close/>
                </a:path>
              </a:pathLst>
            </a:custGeom>
          </p:spPr>
        </p:pic>
        <p:sp>
          <p:nvSpPr>
            <p:cNvPr id="3719" name="Freeform 3718">
              <a:extLst>
                <a:ext uri="{FF2B5EF4-FFF2-40B4-BE49-F238E27FC236}">
                  <a16:creationId xmlns:a16="http://schemas.microsoft.com/office/drawing/2014/main" id="{10E22E51-54C8-7D2A-18DE-4ED7967DB924}"/>
                </a:ext>
              </a:extLst>
            </p:cNvPr>
            <p:cNvSpPr/>
            <p:nvPr/>
          </p:nvSpPr>
          <p:spPr>
            <a:xfrm rot="-42000">
              <a:off x="1646131" y="3812685"/>
              <a:ext cx="250274" cy="250274"/>
            </a:xfrm>
            <a:custGeom>
              <a:avLst/>
              <a:gdLst>
                <a:gd name="connsiteX0" fmla="*/ 0 w 250274"/>
                <a:gd name="connsiteY0" fmla="*/ 0 h 250274"/>
                <a:gd name="connsiteX1" fmla="*/ 250274 w 250274"/>
                <a:gd name="connsiteY1" fmla="*/ 0 h 250274"/>
                <a:gd name="connsiteX2" fmla="*/ 250274 w 250274"/>
                <a:gd name="connsiteY2" fmla="*/ 250274 h 250274"/>
                <a:gd name="connsiteX3" fmla="*/ 0 w 250274"/>
                <a:gd name="connsiteY3" fmla="*/ 250274 h 250274"/>
              </a:gdLst>
              <a:ahLst/>
              <a:cxnLst>
                <a:cxn ang="0">
                  <a:pos x="connsiteX0" y="connsiteY0"/>
                </a:cxn>
                <a:cxn ang="0">
                  <a:pos x="connsiteX1" y="connsiteY1"/>
                </a:cxn>
                <a:cxn ang="0">
                  <a:pos x="connsiteX2" y="connsiteY2"/>
                </a:cxn>
                <a:cxn ang="0">
                  <a:pos x="connsiteX3" y="connsiteY3"/>
                </a:cxn>
              </a:cxnLst>
              <a:rect l="l" t="t" r="r" b="b"/>
              <a:pathLst>
                <a:path w="250274" h="250274">
                  <a:moveTo>
                    <a:pt x="0" y="0"/>
                  </a:moveTo>
                  <a:lnTo>
                    <a:pt x="250274" y="0"/>
                  </a:lnTo>
                  <a:lnTo>
                    <a:pt x="250274" y="250274"/>
                  </a:lnTo>
                  <a:lnTo>
                    <a:pt x="0" y="250274"/>
                  </a:lnTo>
                  <a:close/>
                </a:path>
              </a:pathLst>
            </a:custGeom>
            <a:noFill/>
            <a:ln w="5534" cap="flat">
              <a:solidFill>
                <a:srgbClr val="010101"/>
              </a:solidFill>
              <a:prstDash val="solid"/>
              <a:round/>
            </a:ln>
          </p:spPr>
          <p:txBody>
            <a:bodyPr rtlCol="0" anchor="ctr"/>
            <a:lstStyle/>
            <a:p>
              <a:endParaRPr lang="en-US" sz="2000" dirty="0">
                <a:latin typeface="Helvetica" pitchFamily="2" charset="0"/>
              </a:endParaRPr>
            </a:p>
          </p:txBody>
        </p:sp>
      </p:grpSp>
      <p:grpSp>
        <p:nvGrpSpPr>
          <p:cNvPr id="3733" name="Graphic 14">
            <a:extLst>
              <a:ext uri="{FF2B5EF4-FFF2-40B4-BE49-F238E27FC236}">
                <a16:creationId xmlns:a16="http://schemas.microsoft.com/office/drawing/2014/main" id="{A8AC595B-AADF-E440-F75E-5937B2E6DAE8}"/>
              </a:ext>
            </a:extLst>
          </p:cNvPr>
          <p:cNvGrpSpPr/>
          <p:nvPr/>
        </p:nvGrpSpPr>
        <p:grpSpPr>
          <a:xfrm>
            <a:off x="8175847" y="4908587"/>
            <a:ext cx="850148" cy="850148"/>
            <a:chOff x="3287371" y="3812678"/>
            <a:chExt cx="250274" cy="250274"/>
          </a:xfrm>
          <a:noFill/>
        </p:grpSpPr>
        <p:pic>
          <p:nvPicPr>
            <p:cNvPr id="3734" name="Picture 3733">
              <a:extLst>
                <a:ext uri="{FF2B5EF4-FFF2-40B4-BE49-F238E27FC236}">
                  <a16:creationId xmlns:a16="http://schemas.microsoft.com/office/drawing/2014/main" id="{773D6549-DBB0-1C55-44BE-1699D990276A}"/>
                </a:ext>
              </a:extLst>
            </p:cNvPr>
            <p:cNvPicPr>
              <a:picLocks noChangeAspect="1"/>
            </p:cNvPicPr>
            <p:nvPr/>
          </p:nvPicPr>
          <p:blipFill>
            <a:blip r:embed="rId14"/>
            <a:stretch>
              <a:fillRect/>
            </a:stretch>
          </p:blipFill>
          <p:spPr>
            <a:xfrm>
              <a:off x="3324615" y="3837130"/>
              <a:ext cx="182652" cy="185947"/>
            </a:xfrm>
            <a:custGeom>
              <a:avLst/>
              <a:gdLst>
                <a:gd name="connsiteX0" fmla="*/ 501 w 182652"/>
                <a:gd name="connsiteY0" fmla="*/ 779 h 185947"/>
                <a:gd name="connsiteX1" fmla="*/ 183153 w 182652"/>
                <a:gd name="connsiteY1" fmla="*/ 779 h 185947"/>
                <a:gd name="connsiteX2" fmla="*/ 183153 w 182652"/>
                <a:gd name="connsiteY2" fmla="*/ 186727 h 185947"/>
                <a:gd name="connsiteX3" fmla="*/ 501 w 182652"/>
                <a:gd name="connsiteY3" fmla="*/ 186727 h 185947"/>
              </a:gdLst>
              <a:ahLst/>
              <a:cxnLst>
                <a:cxn ang="0">
                  <a:pos x="connsiteX0" y="connsiteY0"/>
                </a:cxn>
                <a:cxn ang="0">
                  <a:pos x="connsiteX1" y="connsiteY1"/>
                </a:cxn>
                <a:cxn ang="0">
                  <a:pos x="connsiteX2" y="connsiteY2"/>
                </a:cxn>
                <a:cxn ang="0">
                  <a:pos x="connsiteX3" y="connsiteY3"/>
                </a:cxn>
              </a:cxnLst>
              <a:rect l="l" t="t" r="r" b="b"/>
              <a:pathLst>
                <a:path w="182652" h="185947">
                  <a:moveTo>
                    <a:pt x="501" y="779"/>
                  </a:moveTo>
                  <a:lnTo>
                    <a:pt x="183153" y="779"/>
                  </a:lnTo>
                  <a:lnTo>
                    <a:pt x="183153" y="186727"/>
                  </a:lnTo>
                  <a:lnTo>
                    <a:pt x="501" y="186727"/>
                  </a:lnTo>
                  <a:close/>
                </a:path>
              </a:pathLst>
            </a:custGeom>
          </p:spPr>
        </p:pic>
        <p:sp>
          <p:nvSpPr>
            <p:cNvPr id="3735" name="Freeform 3734">
              <a:extLst>
                <a:ext uri="{FF2B5EF4-FFF2-40B4-BE49-F238E27FC236}">
                  <a16:creationId xmlns:a16="http://schemas.microsoft.com/office/drawing/2014/main" id="{A7A8A9F9-4309-79CA-06F9-6D60AAD6FA3E}"/>
                </a:ext>
              </a:extLst>
            </p:cNvPr>
            <p:cNvSpPr/>
            <p:nvPr/>
          </p:nvSpPr>
          <p:spPr>
            <a:xfrm>
              <a:off x="3287371" y="3812678"/>
              <a:ext cx="250274" cy="250274"/>
            </a:xfrm>
            <a:custGeom>
              <a:avLst/>
              <a:gdLst>
                <a:gd name="connsiteX0" fmla="*/ 0 w 250274"/>
                <a:gd name="connsiteY0" fmla="*/ 0 h 250274"/>
                <a:gd name="connsiteX1" fmla="*/ 250274 w 250274"/>
                <a:gd name="connsiteY1" fmla="*/ 0 h 250274"/>
                <a:gd name="connsiteX2" fmla="*/ 250274 w 250274"/>
                <a:gd name="connsiteY2" fmla="*/ 250274 h 250274"/>
                <a:gd name="connsiteX3" fmla="*/ 0 w 250274"/>
                <a:gd name="connsiteY3" fmla="*/ 250274 h 250274"/>
              </a:gdLst>
              <a:ahLst/>
              <a:cxnLst>
                <a:cxn ang="0">
                  <a:pos x="connsiteX0" y="connsiteY0"/>
                </a:cxn>
                <a:cxn ang="0">
                  <a:pos x="connsiteX1" y="connsiteY1"/>
                </a:cxn>
                <a:cxn ang="0">
                  <a:pos x="connsiteX2" y="connsiteY2"/>
                </a:cxn>
                <a:cxn ang="0">
                  <a:pos x="connsiteX3" y="connsiteY3"/>
                </a:cxn>
              </a:cxnLst>
              <a:rect l="l" t="t" r="r" b="b"/>
              <a:pathLst>
                <a:path w="250274" h="250274">
                  <a:moveTo>
                    <a:pt x="0" y="0"/>
                  </a:moveTo>
                  <a:lnTo>
                    <a:pt x="250274" y="0"/>
                  </a:lnTo>
                  <a:lnTo>
                    <a:pt x="250274" y="250274"/>
                  </a:lnTo>
                  <a:lnTo>
                    <a:pt x="0" y="250274"/>
                  </a:lnTo>
                  <a:close/>
                </a:path>
              </a:pathLst>
            </a:custGeom>
            <a:noFill/>
            <a:ln w="5534" cap="flat">
              <a:solidFill>
                <a:srgbClr val="010101"/>
              </a:solidFill>
              <a:prstDash val="solid"/>
              <a:round/>
            </a:ln>
          </p:spPr>
          <p:txBody>
            <a:bodyPr rtlCol="0" anchor="ctr"/>
            <a:lstStyle/>
            <a:p>
              <a:endParaRPr lang="en-US" sz="2000" dirty="0">
                <a:latin typeface="Helvetica" pitchFamily="2" charset="0"/>
              </a:endParaRPr>
            </a:p>
          </p:txBody>
        </p:sp>
      </p:grpSp>
      <p:grpSp>
        <p:nvGrpSpPr>
          <p:cNvPr id="3736" name="Graphic 14">
            <a:extLst>
              <a:ext uri="{FF2B5EF4-FFF2-40B4-BE49-F238E27FC236}">
                <a16:creationId xmlns:a16="http://schemas.microsoft.com/office/drawing/2014/main" id="{C81D64F4-281C-983B-27B9-10910D74CCA8}"/>
              </a:ext>
            </a:extLst>
          </p:cNvPr>
          <p:cNvGrpSpPr/>
          <p:nvPr/>
        </p:nvGrpSpPr>
        <p:grpSpPr>
          <a:xfrm>
            <a:off x="10403843" y="4908587"/>
            <a:ext cx="850148" cy="850148"/>
            <a:chOff x="3943268" y="3812678"/>
            <a:chExt cx="250274" cy="250274"/>
          </a:xfrm>
          <a:noFill/>
        </p:grpSpPr>
        <p:pic>
          <p:nvPicPr>
            <p:cNvPr id="3737" name="Picture 3736">
              <a:extLst>
                <a:ext uri="{FF2B5EF4-FFF2-40B4-BE49-F238E27FC236}">
                  <a16:creationId xmlns:a16="http://schemas.microsoft.com/office/drawing/2014/main" id="{9232D61E-06AE-D73B-11CF-64A4F9B5141C}"/>
                </a:ext>
              </a:extLst>
            </p:cNvPr>
            <p:cNvPicPr>
              <a:picLocks noChangeAspect="1"/>
            </p:cNvPicPr>
            <p:nvPr/>
          </p:nvPicPr>
          <p:blipFill>
            <a:blip r:embed="rId15"/>
            <a:stretch>
              <a:fillRect/>
            </a:stretch>
          </p:blipFill>
          <p:spPr>
            <a:xfrm>
              <a:off x="3977965" y="3838708"/>
              <a:ext cx="195888" cy="199876"/>
            </a:xfrm>
            <a:custGeom>
              <a:avLst/>
              <a:gdLst>
                <a:gd name="connsiteX0" fmla="*/ 737 w 195888"/>
                <a:gd name="connsiteY0" fmla="*/ 779 h 199876"/>
                <a:gd name="connsiteX1" fmla="*/ 196625 w 195888"/>
                <a:gd name="connsiteY1" fmla="*/ 779 h 199876"/>
                <a:gd name="connsiteX2" fmla="*/ 196625 w 195888"/>
                <a:gd name="connsiteY2" fmla="*/ 200655 h 199876"/>
                <a:gd name="connsiteX3" fmla="*/ 737 w 195888"/>
                <a:gd name="connsiteY3" fmla="*/ 200655 h 199876"/>
              </a:gdLst>
              <a:ahLst/>
              <a:cxnLst>
                <a:cxn ang="0">
                  <a:pos x="connsiteX0" y="connsiteY0"/>
                </a:cxn>
                <a:cxn ang="0">
                  <a:pos x="connsiteX1" y="connsiteY1"/>
                </a:cxn>
                <a:cxn ang="0">
                  <a:pos x="connsiteX2" y="connsiteY2"/>
                </a:cxn>
                <a:cxn ang="0">
                  <a:pos x="connsiteX3" y="connsiteY3"/>
                </a:cxn>
              </a:cxnLst>
              <a:rect l="l" t="t" r="r" b="b"/>
              <a:pathLst>
                <a:path w="195888" h="199876">
                  <a:moveTo>
                    <a:pt x="737" y="779"/>
                  </a:moveTo>
                  <a:lnTo>
                    <a:pt x="196625" y="779"/>
                  </a:lnTo>
                  <a:lnTo>
                    <a:pt x="196625" y="200655"/>
                  </a:lnTo>
                  <a:lnTo>
                    <a:pt x="737" y="200655"/>
                  </a:lnTo>
                  <a:close/>
                </a:path>
              </a:pathLst>
            </a:custGeom>
          </p:spPr>
        </p:pic>
        <p:sp>
          <p:nvSpPr>
            <p:cNvPr id="3738" name="Freeform 3737">
              <a:extLst>
                <a:ext uri="{FF2B5EF4-FFF2-40B4-BE49-F238E27FC236}">
                  <a16:creationId xmlns:a16="http://schemas.microsoft.com/office/drawing/2014/main" id="{251B922B-D70A-2437-5149-6E1953CEE315}"/>
                </a:ext>
              </a:extLst>
            </p:cNvPr>
            <p:cNvSpPr/>
            <p:nvPr/>
          </p:nvSpPr>
          <p:spPr>
            <a:xfrm>
              <a:off x="3943268" y="3812678"/>
              <a:ext cx="250274" cy="250274"/>
            </a:xfrm>
            <a:custGeom>
              <a:avLst/>
              <a:gdLst>
                <a:gd name="connsiteX0" fmla="*/ 0 w 250274"/>
                <a:gd name="connsiteY0" fmla="*/ 0 h 250274"/>
                <a:gd name="connsiteX1" fmla="*/ 250274 w 250274"/>
                <a:gd name="connsiteY1" fmla="*/ 0 h 250274"/>
                <a:gd name="connsiteX2" fmla="*/ 250274 w 250274"/>
                <a:gd name="connsiteY2" fmla="*/ 250274 h 250274"/>
                <a:gd name="connsiteX3" fmla="*/ 0 w 250274"/>
                <a:gd name="connsiteY3" fmla="*/ 250274 h 250274"/>
              </a:gdLst>
              <a:ahLst/>
              <a:cxnLst>
                <a:cxn ang="0">
                  <a:pos x="connsiteX0" y="connsiteY0"/>
                </a:cxn>
                <a:cxn ang="0">
                  <a:pos x="connsiteX1" y="connsiteY1"/>
                </a:cxn>
                <a:cxn ang="0">
                  <a:pos x="connsiteX2" y="connsiteY2"/>
                </a:cxn>
                <a:cxn ang="0">
                  <a:pos x="connsiteX3" y="connsiteY3"/>
                </a:cxn>
              </a:cxnLst>
              <a:rect l="l" t="t" r="r" b="b"/>
              <a:pathLst>
                <a:path w="250274" h="250274">
                  <a:moveTo>
                    <a:pt x="0" y="0"/>
                  </a:moveTo>
                  <a:lnTo>
                    <a:pt x="250274" y="0"/>
                  </a:lnTo>
                  <a:lnTo>
                    <a:pt x="250274" y="250274"/>
                  </a:lnTo>
                  <a:lnTo>
                    <a:pt x="0" y="250274"/>
                  </a:lnTo>
                  <a:close/>
                </a:path>
              </a:pathLst>
            </a:custGeom>
            <a:noFill/>
            <a:ln w="5534" cap="flat">
              <a:solidFill>
                <a:srgbClr val="010101"/>
              </a:solidFill>
              <a:prstDash val="solid"/>
              <a:round/>
            </a:ln>
          </p:spPr>
          <p:txBody>
            <a:bodyPr rtlCol="0" anchor="ctr"/>
            <a:lstStyle/>
            <a:p>
              <a:endParaRPr lang="en-US" sz="2000" dirty="0">
                <a:latin typeface="Helvetica" pitchFamily="2" charset="0"/>
              </a:endParaRPr>
            </a:p>
          </p:txBody>
        </p:sp>
      </p:grpSp>
      <p:grpSp>
        <p:nvGrpSpPr>
          <p:cNvPr id="3739" name="Graphic 14">
            <a:extLst>
              <a:ext uri="{FF2B5EF4-FFF2-40B4-BE49-F238E27FC236}">
                <a16:creationId xmlns:a16="http://schemas.microsoft.com/office/drawing/2014/main" id="{C0CFA373-1EAC-037B-08F5-E3D52DE110DC}"/>
              </a:ext>
            </a:extLst>
          </p:cNvPr>
          <p:cNvGrpSpPr/>
          <p:nvPr/>
        </p:nvGrpSpPr>
        <p:grpSpPr>
          <a:xfrm>
            <a:off x="5947851" y="4908587"/>
            <a:ext cx="850148" cy="850148"/>
            <a:chOff x="2631473" y="3812678"/>
            <a:chExt cx="250274" cy="250274"/>
          </a:xfrm>
          <a:noFill/>
        </p:grpSpPr>
        <p:pic>
          <p:nvPicPr>
            <p:cNvPr id="3740" name="Picture 3739">
              <a:extLst>
                <a:ext uri="{FF2B5EF4-FFF2-40B4-BE49-F238E27FC236}">
                  <a16:creationId xmlns:a16="http://schemas.microsoft.com/office/drawing/2014/main" id="{8D0FFA5A-0866-3F10-C349-14C5CEFE52AB}"/>
                </a:ext>
              </a:extLst>
            </p:cNvPr>
            <p:cNvPicPr>
              <a:picLocks noChangeAspect="1"/>
            </p:cNvPicPr>
            <p:nvPr/>
          </p:nvPicPr>
          <p:blipFill>
            <a:blip r:embed="rId16"/>
            <a:stretch>
              <a:fillRect/>
            </a:stretch>
          </p:blipFill>
          <p:spPr>
            <a:xfrm>
              <a:off x="2659885" y="3838957"/>
              <a:ext cx="199377" cy="199377"/>
            </a:xfrm>
            <a:custGeom>
              <a:avLst/>
              <a:gdLst>
                <a:gd name="connsiteX0" fmla="*/ 258 w 199377"/>
                <a:gd name="connsiteY0" fmla="*/ 780 h 199377"/>
                <a:gd name="connsiteX1" fmla="*/ 199636 w 199377"/>
                <a:gd name="connsiteY1" fmla="*/ 780 h 199377"/>
                <a:gd name="connsiteX2" fmla="*/ 199636 w 199377"/>
                <a:gd name="connsiteY2" fmla="*/ 200157 h 199377"/>
                <a:gd name="connsiteX3" fmla="*/ 258 w 199377"/>
                <a:gd name="connsiteY3" fmla="*/ 200157 h 199377"/>
              </a:gdLst>
              <a:ahLst/>
              <a:cxnLst>
                <a:cxn ang="0">
                  <a:pos x="connsiteX0" y="connsiteY0"/>
                </a:cxn>
                <a:cxn ang="0">
                  <a:pos x="connsiteX1" y="connsiteY1"/>
                </a:cxn>
                <a:cxn ang="0">
                  <a:pos x="connsiteX2" y="connsiteY2"/>
                </a:cxn>
                <a:cxn ang="0">
                  <a:pos x="connsiteX3" y="connsiteY3"/>
                </a:cxn>
              </a:cxnLst>
              <a:rect l="l" t="t" r="r" b="b"/>
              <a:pathLst>
                <a:path w="199377" h="199377">
                  <a:moveTo>
                    <a:pt x="258" y="780"/>
                  </a:moveTo>
                  <a:lnTo>
                    <a:pt x="199636" y="780"/>
                  </a:lnTo>
                  <a:lnTo>
                    <a:pt x="199636" y="200157"/>
                  </a:lnTo>
                  <a:lnTo>
                    <a:pt x="258" y="200157"/>
                  </a:lnTo>
                  <a:close/>
                </a:path>
              </a:pathLst>
            </a:custGeom>
          </p:spPr>
        </p:pic>
        <p:sp>
          <p:nvSpPr>
            <p:cNvPr id="3741" name="Freeform 3740">
              <a:extLst>
                <a:ext uri="{FF2B5EF4-FFF2-40B4-BE49-F238E27FC236}">
                  <a16:creationId xmlns:a16="http://schemas.microsoft.com/office/drawing/2014/main" id="{25EF3AC3-6861-E3E8-5953-A22553A21BFF}"/>
                </a:ext>
              </a:extLst>
            </p:cNvPr>
            <p:cNvSpPr/>
            <p:nvPr/>
          </p:nvSpPr>
          <p:spPr>
            <a:xfrm>
              <a:off x="2631473" y="3812678"/>
              <a:ext cx="250274" cy="250274"/>
            </a:xfrm>
            <a:custGeom>
              <a:avLst/>
              <a:gdLst>
                <a:gd name="connsiteX0" fmla="*/ 0 w 250274"/>
                <a:gd name="connsiteY0" fmla="*/ 0 h 250274"/>
                <a:gd name="connsiteX1" fmla="*/ 250274 w 250274"/>
                <a:gd name="connsiteY1" fmla="*/ 0 h 250274"/>
                <a:gd name="connsiteX2" fmla="*/ 250274 w 250274"/>
                <a:gd name="connsiteY2" fmla="*/ 250274 h 250274"/>
                <a:gd name="connsiteX3" fmla="*/ 0 w 250274"/>
                <a:gd name="connsiteY3" fmla="*/ 250274 h 250274"/>
              </a:gdLst>
              <a:ahLst/>
              <a:cxnLst>
                <a:cxn ang="0">
                  <a:pos x="connsiteX0" y="connsiteY0"/>
                </a:cxn>
                <a:cxn ang="0">
                  <a:pos x="connsiteX1" y="connsiteY1"/>
                </a:cxn>
                <a:cxn ang="0">
                  <a:pos x="connsiteX2" y="connsiteY2"/>
                </a:cxn>
                <a:cxn ang="0">
                  <a:pos x="connsiteX3" y="connsiteY3"/>
                </a:cxn>
              </a:cxnLst>
              <a:rect l="l" t="t" r="r" b="b"/>
              <a:pathLst>
                <a:path w="250274" h="250274">
                  <a:moveTo>
                    <a:pt x="0" y="0"/>
                  </a:moveTo>
                  <a:lnTo>
                    <a:pt x="250274" y="0"/>
                  </a:lnTo>
                  <a:lnTo>
                    <a:pt x="250274" y="250274"/>
                  </a:lnTo>
                  <a:lnTo>
                    <a:pt x="0" y="250274"/>
                  </a:lnTo>
                  <a:close/>
                </a:path>
              </a:pathLst>
            </a:custGeom>
            <a:noFill/>
            <a:ln w="5534" cap="flat">
              <a:solidFill>
                <a:srgbClr val="010101"/>
              </a:solidFill>
              <a:prstDash val="solid"/>
              <a:round/>
            </a:ln>
          </p:spPr>
          <p:txBody>
            <a:bodyPr rtlCol="0" anchor="ctr"/>
            <a:lstStyle/>
            <a:p>
              <a:endParaRPr lang="en-US" sz="2000" dirty="0">
                <a:latin typeface="Helvetica" pitchFamily="2" charset="0"/>
              </a:endParaRPr>
            </a:p>
          </p:txBody>
        </p:sp>
      </p:grpSp>
      <p:grpSp>
        <p:nvGrpSpPr>
          <p:cNvPr id="3708" name="Graphic 14">
            <a:extLst>
              <a:ext uri="{FF2B5EF4-FFF2-40B4-BE49-F238E27FC236}">
                <a16:creationId xmlns:a16="http://schemas.microsoft.com/office/drawing/2014/main" id="{6501860B-7850-6A52-B357-9A8258FCBA3A}"/>
              </a:ext>
            </a:extLst>
          </p:cNvPr>
          <p:cNvGrpSpPr/>
          <p:nvPr/>
        </p:nvGrpSpPr>
        <p:grpSpPr>
          <a:xfrm>
            <a:off x="9289845" y="4908587"/>
            <a:ext cx="850148" cy="850148"/>
            <a:chOff x="3615319" y="3812678"/>
            <a:chExt cx="250274" cy="250274"/>
          </a:xfrm>
          <a:noFill/>
        </p:grpSpPr>
        <p:pic>
          <p:nvPicPr>
            <p:cNvPr id="3709" name="Picture 3708">
              <a:extLst>
                <a:ext uri="{FF2B5EF4-FFF2-40B4-BE49-F238E27FC236}">
                  <a16:creationId xmlns:a16="http://schemas.microsoft.com/office/drawing/2014/main" id="{7DAF12A2-53AD-39F3-EF6B-86C86C30C202}"/>
                </a:ext>
              </a:extLst>
            </p:cNvPr>
            <p:cNvPicPr>
              <a:picLocks noChangeAspect="1"/>
            </p:cNvPicPr>
            <p:nvPr/>
          </p:nvPicPr>
          <p:blipFill>
            <a:blip r:embed="rId17"/>
            <a:stretch>
              <a:fillRect/>
            </a:stretch>
          </p:blipFill>
          <p:spPr>
            <a:xfrm>
              <a:off x="3643592" y="3833087"/>
              <a:ext cx="198380" cy="192399"/>
            </a:xfrm>
            <a:custGeom>
              <a:avLst/>
              <a:gdLst>
                <a:gd name="connsiteX0" fmla="*/ 614 w 198380"/>
                <a:gd name="connsiteY0" fmla="*/ 783 h 192399"/>
                <a:gd name="connsiteX1" fmla="*/ 198995 w 198380"/>
                <a:gd name="connsiteY1" fmla="*/ 783 h 192399"/>
                <a:gd name="connsiteX2" fmla="*/ 198995 w 198380"/>
                <a:gd name="connsiteY2" fmla="*/ 193183 h 192399"/>
                <a:gd name="connsiteX3" fmla="*/ 614 w 198380"/>
                <a:gd name="connsiteY3" fmla="*/ 193183 h 192399"/>
              </a:gdLst>
              <a:ahLst/>
              <a:cxnLst>
                <a:cxn ang="0">
                  <a:pos x="connsiteX0" y="connsiteY0"/>
                </a:cxn>
                <a:cxn ang="0">
                  <a:pos x="connsiteX1" y="connsiteY1"/>
                </a:cxn>
                <a:cxn ang="0">
                  <a:pos x="connsiteX2" y="connsiteY2"/>
                </a:cxn>
                <a:cxn ang="0">
                  <a:pos x="connsiteX3" y="connsiteY3"/>
                </a:cxn>
              </a:cxnLst>
              <a:rect l="l" t="t" r="r" b="b"/>
              <a:pathLst>
                <a:path w="198380" h="192399">
                  <a:moveTo>
                    <a:pt x="614" y="783"/>
                  </a:moveTo>
                  <a:lnTo>
                    <a:pt x="198995" y="783"/>
                  </a:lnTo>
                  <a:lnTo>
                    <a:pt x="198995" y="193183"/>
                  </a:lnTo>
                  <a:lnTo>
                    <a:pt x="614" y="193183"/>
                  </a:lnTo>
                  <a:close/>
                </a:path>
              </a:pathLst>
            </a:custGeom>
          </p:spPr>
        </p:pic>
        <p:sp>
          <p:nvSpPr>
            <p:cNvPr id="3710" name="Freeform 3709">
              <a:extLst>
                <a:ext uri="{FF2B5EF4-FFF2-40B4-BE49-F238E27FC236}">
                  <a16:creationId xmlns:a16="http://schemas.microsoft.com/office/drawing/2014/main" id="{801A1098-DD34-1CE3-3DFB-F7309A7DF3FE}"/>
                </a:ext>
              </a:extLst>
            </p:cNvPr>
            <p:cNvSpPr/>
            <p:nvPr/>
          </p:nvSpPr>
          <p:spPr>
            <a:xfrm>
              <a:off x="3615319" y="3812678"/>
              <a:ext cx="250274" cy="250274"/>
            </a:xfrm>
            <a:custGeom>
              <a:avLst/>
              <a:gdLst>
                <a:gd name="connsiteX0" fmla="*/ 0 w 250274"/>
                <a:gd name="connsiteY0" fmla="*/ 0 h 250274"/>
                <a:gd name="connsiteX1" fmla="*/ 250274 w 250274"/>
                <a:gd name="connsiteY1" fmla="*/ 0 h 250274"/>
                <a:gd name="connsiteX2" fmla="*/ 250274 w 250274"/>
                <a:gd name="connsiteY2" fmla="*/ 250274 h 250274"/>
                <a:gd name="connsiteX3" fmla="*/ 0 w 250274"/>
                <a:gd name="connsiteY3" fmla="*/ 250274 h 250274"/>
              </a:gdLst>
              <a:ahLst/>
              <a:cxnLst>
                <a:cxn ang="0">
                  <a:pos x="connsiteX0" y="connsiteY0"/>
                </a:cxn>
                <a:cxn ang="0">
                  <a:pos x="connsiteX1" y="connsiteY1"/>
                </a:cxn>
                <a:cxn ang="0">
                  <a:pos x="connsiteX2" y="connsiteY2"/>
                </a:cxn>
                <a:cxn ang="0">
                  <a:pos x="connsiteX3" y="connsiteY3"/>
                </a:cxn>
              </a:cxnLst>
              <a:rect l="l" t="t" r="r" b="b"/>
              <a:pathLst>
                <a:path w="250274" h="250274">
                  <a:moveTo>
                    <a:pt x="0" y="0"/>
                  </a:moveTo>
                  <a:lnTo>
                    <a:pt x="250274" y="0"/>
                  </a:lnTo>
                  <a:lnTo>
                    <a:pt x="250274" y="250274"/>
                  </a:lnTo>
                  <a:lnTo>
                    <a:pt x="0" y="250274"/>
                  </a:lnTo>
                  <a:close/>
                </a:path>
              </a:pathLst>
            </a:custGeom>
            <a:noFill/>
            <a:ln w="5534" cap="flat">
              <a:solidFill>
                <a:srgbClr val="010101"/>
              </a:solidFill>
              <a:prstDash val="solid"/>
              <a:round/>
            </a:ln>
          </p:spPr>
          <p:txBody>
            <a:bodyPr rtlCol="0" anchor="ctr"/>
            <a:lstStyle/>
            <a:p>
              <a:endParaRPr lang="en-US" sz="2000" dirty="0">
                <a:latin typeface="Helvetica" pitchFamily="2" charset="0"/>
              </a:endParaRPr>
            </a:p>
          </p:txBody>
        </p:sp>
      </p:grpSp>
      <p:grpSp>
        <p:nvGrpSpPr>
          <p:cNvPr id="3466" name="Graphic 14">
            <a:extLst>
              <a:ext uri="{FF2B5EF4-FFF2-40B4-BE49-F238E27FC236}">
                <a16:creationId xmlns:a16="http://schemas.microsoft.com/office/drawing/2014/main" id="{F58FBB77-8E58-19D0-67A9-80C548FE0B81}"/>
              </a:ext>
            </a:extLst>
          </p:cNvPr>
          <p:cNvGrpSpPr/>
          <p:nvPr/>
        </p:nvGrpSpPr>
        <p:grpSpPr>
          <a:xfrm>
            <a:off x="2553090" y="4066290"/>
            <a:ext cx="2752963" cy="262434"/>
            <a:chOff x="1632093" y="3222354"/>
            <a:chExt cx="810442" cy="77258"/>
          </a:xfrm>
          <a:solidFill>
            <a:srgbClr val="010101"/>
          </a:solidFill>
        </p:grpSpPr>
        <p:sp>
          <p:nvSpPr>
            <p:cNvPr id="3467" name="Freeform 3466">
              <a:extLst>
                <a:ext uri="{FF2B5EF4-FFF2-40B4-BE49-F238E27FC236}">
                  <a16:creationId xmlns:a16="http://schemas.microsoft.com/office/drawing/2014/main" id="{6F4634E0-F820-95AE-7DE1-B9A82FFB2F71}"/>
                </a:ext>
              </a:extLst>
            </p:cNvPr>
            <p:cNvSpPr/>
            <p:nvPr/>
          </p:nvSpPr>
          <p:spPr>
            <a:xfrm>
              <a:off x="1632093" y="3225179"/>
              <a:ext cx="39183" cy="58567"/>
            </a:xfrm>
            <a:custGeom>
              <a:avLst/>
              <a:gdLst>
                <a:gd name="connsiteX0" fmla="*/ 1800 w 39183"/>
                <a:gd name="connsiteY0" fmla="*/ 19190 h 58567"/>
                <a:gd name="connsiteX1" fmla="*/ 3129 w 39183"/>
                <a:gd name="connsiteY1" fmla="*/ 11353 h 58567"/>
                <a:gd name="connsiteX2" fmla="*/ 6978 w 39183"/>
                <a:gd name="connsiteY2" fmla="*/ 5289 h 58567"/>
                <a:gd name="connsiteX3" fmla="*/ 13070 w 39183"/>
                <a:gd name="connsiteY3" fmla="*/ 1385 h 58567"/>
                <a:gd name="connsiteX4" fmla="*/ 20990 w 39183"/>
                <a:gd name="connsiteY4" fmla="*/ 0 h 58567"/>
                <a:gd name="connsiteX5" fmla="*/ 28827 w 39183"/>
                <a:gd name="connsiteY5" fmla="*/ 1274 h 58567"/>
                <a:gd name="connsiteX6" fmla="*/ 34531 w 39183"/>
                <a:gd name="connsiteY6" fmla="*/ 4735 h 58567"/>
                <a:gd name="connsiteX7" fmla="*/ 38020 w 39183"/>
                <a:gd name="connsiteY7" fmla="*/ 9886 h 58567"/>
                <a:gd name="connsiteX8" fmla="*/ 39183 w 39183"/>
                <a:gd name="connsiteY8" fmla="*/ 16199 h 58567"/>
                <a:gd name="connsiteX9" fmla="*/ 37882 w 39183"/>
                <a:gd name="connsiteY9" fmla="*/ 23094 h 58567"/>
                <a:gd name="connsiteX10" fmla="*/ 34448 w 39183"/>
                <a:gd name="connsiteY10" fmla="*/ 28411 h 58567"/>
                <a:gd name="connsiteX11" fmla="*/ 29574 w 39183"/>
                <a:gd name="connsiteY11" fmla="*/ 32565 h 58567"/>
                <a:gd name="connsiteX12" fmla="*/ 24008 w 39183"/>
                <a:gd name="connsiteY12" fmla="*/ 36026 h 58567"/>
                <a:gd name="connsiteX13" fmla="*/ 18387 w 39183"/>
                <a:gd name="connsiteY13" fmla="*/ 39128 h 58567"/>
                <a:gd name="connsiteX14" fmla="*/ 13430 w 39183"/>
                <a:gd name="connsiteY14" fmla="*/ 42285 h 58567"/>
                <a:gd name="connsiteX15" fmla="*/ 10661 w 39183"/>
                <a:gd name="connsiteY15" fmla="*/ 44555 h 58567"/>
                <a:gd name="connsiteX16" fmla="*/ 8224 w 39183"/>
                <a:gd name="connsiteY16" fmla="*/ 47186 h 58567"/>
                <a:gd name="connsiteX17" fmla="*/ 6452 w 39183"/>
                <a:gd name="connsiteY17" fmla="*/ 50287 h 58567"/>
                <a:gd name="connsiteX18" fmla="*/ 5704 w 39183"/>
                <a:gd name="connsiteY18" fmla="*/ 54081 h 58567"/>
                <a:gd name="connsiteX19" fmla="*/ 38657 w 39183"/>
                <a:gd name="connsiteY19" fmla="*/ 54081 h 58567"/>
                <a:gd name="connsiteX20" fmla="*/ 38657 w 39183"/>
                <a:gd name="connsiteY20" fmla="*/ 58567 h 58567"/>
                <a:gd name="connsiteX21" fmla="*/ 0 w 39183"/>
                <a:gd name="connsiteY21" fmla="*/ 58567 h 58567"/>
                <a:gd name="connsiteX22" fmla="*/ 914 w 39183"/>
                <a:gd name="connsiteY22" fmla="*/ 50924 h 58567"/>
                <a:gd name="connsiteX23" fmla="*/ 4597 w 39183"/>
                <a:gd name="connsiteY23" fmla="*/ 44278 h 58567"/>
                <a:gd name="connsiteX24" fmla="*/ 11021 w 39183"/>
                <a:gd name="connsiteY24" fmla="*/ 38297 h 58567"/>
                <a:gd name="connsiteX25" fmla="*/ 17529 w 39183"/>
                <a:gd name="connsiteY25" fmla="*/ 33866 h 58567"/>
                <a:gd name="connsiteX26" fmla="*/ 23565 w 39183"/>
                <a:gd name="connsiteY26" fmla="*/ 30294 h 58567"/>
                <a:gd name="connsiteX27" fmla="*/ 28605 w 39183"/>
                <a:gd name="connsiteY27" fmla="*/ 26750 h 58567"/>
                <a:gd name="connsiteX28" fmla="*/ 32039 w 39183"/>
                <a:gd name="connsiteY28" fmla="*/ 22430 h 58567"/>
                <a:gd name="connsiteX29" fmla="*/ 33285 w 39183"/>
                <a:gd name="connsiteY29" fmla="*/ 16532 h 58567"/>
                <a:gd name="connsiteX30" fmla="*/ 32288 w 39183"/>
                <a:gd name="connsiteY30" fmla="*/ 11464 h 58567"/>
                <a:gd name="connsiteX31" fmla="*/ 29519 w 39183"/>
                <a:gd name="connsiteY31" fmla="*/ 7643 h 58567"/>
                <a:gd name="connsiteX32" fmla="*/ 25421 w 39183"/>
                <a:gd name="connsiteY32" fmla="*/ 5289 h 58567"/>
                <a:gd name="connsiteX33" fmla="*/ 20298 w 39183"/>
                <a:gd name="connsiteY33" fmla="*/ 4486 h 58567"/>
                <a:gd name="connsiteX34" fmla="*/ 14981 w 39183"/>
                <a:gd name="connsiteY34" fmla="*/ 5677 h 58567"/>
                <a:gd name="connsiteX35" fmla="*/ 10883 w 39183"/>
                <a:gd name="connsiteY35" fmla="*/ 8889 h 58567"/>
                <a:gd name="connsiteX36" fmla="*/ 8252 w 39183"/>
                <a:gd name="connsiteY36" fmla="*/ 13541 h 58567"/>
                <a:gd name="connsiteX37" fmla="*/ 7504 w 39183"/>
                <a:gd name="connsiteY37" fmla="*/ 19190 h 58567"/>
                <a:gd name="connsiteX38" fmla="*/ 1800 w 39183"/>
                <a:gd name="connsiteY38" fmla="*/ 19190 h 58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39183" h="58567">
                  <a:moveTo>
                    <a:pt x="1800" y="19190"/>
                  </a:moveTo>
                  <a:cubicBezTo>
                    <a:pt x="1800" y="16310"/>
                    <a:pt x="2243" y="13707"/>
                    <a:pt x="3129" y="11353"/>
                  </a:cubicBezTo>
                  <a:cubicBezTo>
                    <a:pt x="4015" y="9000"/>
                    <a:pt x="5317" y="6978"/>
                    <a:pt x="6978" y="5289"/>
                  </a:cubicBezTo>
                  <a:cubicBezTo>
                    <a:pt x="8667" y="3600"/>
                    <a:pt x="10689" y="2298"/>
                    <a:pt x="13070" y="1385"/>
                  </a:cubicBezTo>
                  <a:cubicBezTo>
                    <a:pt x="15452" y="471"/>
                    <a:pt x="18082" y="0"/>
                    <a:pt x="20990" y="0"/>
                  </a:cubicBezTo>
                  <a:cubicBezTo>
                    <a:pt x="23898" y="0"/>
                    <a:pt x="26556" y="443"/>
                    <a:pt x="28827" y="1274"/>
                  </a:cubicBezTo>
                  <a:cubicBezTo>
                    <a:pt x="31097" y="2132"/>
                    <a:pt x="32980" y="3295"/>
                    <a:pt x="34531" y="4735"/>
                  </a:cubicBezTo>
                  <a:cubicBezTo>
                    <a:pt x="36082" y="6175"/>
                    <a:pt x="37217" y="7892"/>
                    <a:pt x="38020" y="9886"/>
                  </a:cubicBezTo>
                  <a:cubicBezTo>
                    <a:pt x="38796" y="11880"/>
                    <a:pt x="39183" y="13984"/>
                    <a:pt x="39183" y="16199"/>
                  </a:cubicBezTo>
                  <a:cubicBezTo>
                    <a:pt x="39183" y="18802"/>
                    <a:pt x="38740" y="21101"/>
                    <a:pt x="37882" y="23094"/>
                  </a:cubicBezTo>
                  <a:cubicBezTo>
                    <a:pt x="37023" y="25088"/>
                    <a:pt x="35860" y="26861"/>
                    <a:pt x="34448" y="28411"/>
                  </a:cubicBezTo>
                  <a:cubicBezTo>
                    <a:pt x="33036" y="29962"/>
                    <a:pt x="31402" y="31347"/>
                    <a:pt x="29574" y="32565"/>
                  </a:cubicBezTo>
                  <a:cubicBezTo>
                    <a:pt x="27747" y="33783"/>
                    <a:pt x="25891" y="34946"/>
                    <a:pt x="24008" y="36026"/>
                  </a:cubicBezTo>
                  <a:cubicBezTo>
                    <a:pt x="22098" y="37106"/>
                    <a:pt x="20242" y="38159"/>
                    <a:pt x="18387" y="39128"/>
                  </a:cubicBezTo>
                  <a:cubicBezTo>
                    <a:pt x="16532" y="40125"/>
                    <a:pt x="14898" y="41177"/>
                    <a:pt x="13430" y="42285"/>
                  </a:cubicBezTo>
                  <a:cubicBezTo>
                    <a:pt x="12489" y="43005"/>
                    <a:pt x="11547" y="43780"/>
                    <a:pt x="10661" y="44555"/>
                  </a:cubicBezTo>
                  <a:cubicBezTo>
                    <a:pt x="9775" y="45358"/>
                    <a:pt x="8944" y="46245"/>
                    <a:pt x="8224" y="47186"/>
                  </a:cubicBezTo>
                  <a:cubicBezTo>
                    <a:pt x="7504" y="48128"/>
                    <a:pt x="6923" y="49180"/>
                    <a:pt x="6452" y="50287"/>
                  </a:cubicBezTo>
                  <a:cubicBezTo>
                    <a:pt x="6009" y="51423"/>
                    <a:pt x="5760" y="52697"/>
                    <a:pt x="5704" y="54081"/>
                  </a:cubicBezTo>
                  <a:lnTo>
                    <a:pt x="38657" y="54081"/>
                  </a:lnTo>
                  <a:lnTo>
                    <a:pt x="38657" y="58567"/>
                  </a:lnTo>
                  <a:lnTo>
                    <a:pt x="0" y="58567"/>
                  </a:lnTo>
                  <a:cubicBezTo>
                    <a:pt x="55" y="55743"/>
                    <a:pt x="360" y="53195"/>
                    <a:pt x="914" y="50924"/>
                  </a:cubicBezTo>
                  <a:cubicBezTo>
                    <a:pt x="1468" y="48654"/>
                    <a:pt x="2714" y="46438"/>
                    <a:pt x="4597" y="44278"/>
                  </a:cubicBezTo>
                  <a:cubicBezTo>
                    <a:pt x="6674" y="41952"/>
                    <a:pt x="8806" y="39959"/>
                    <a:pt x="11021" y="38297"/>
                  </a:cubicBezTo>
                  <a:cubicBezTo>
                    <a:pt x="13236" y="36636"/>
                    <a:pt x="15396" y="35168"/>
                    <a:pt x="17529" y="33866"/>
                  </a:cubicBezTo>
                  <a:cubicBezTo>
                    <a:pt x="19661" y="32565"/>
                    <a:pt x="21655" y="31374"/>
                    <a:pt x="23565" y="30294"/>
                  </a:cubicBezTo>
                  <a:cubicBezTo>
                    <a:pt x="25476" y="29214"/>
                    <a:pt x="27138" y="28024"/>
                    <a:pt x="28605" y="26750"/>
                  </a:cubicBezTo>
                  <a:cubicBezTo>
                    <a:pt x="30073" y="25476"/>
                    <a:pt x="31208" y="24036"/>
                    <a:pt x="32039" y="22430"/>
                  </a:cubicBezTo>
                  <a:cubicBezTo>
                    <a:pt x="32870" y="20824"/>
                    <a:pt x="33285" y="18858"/>
                    <a:pt x="33285" y="16532"/>
                  </a:cubicBezTo>
                  <a:cubicBezTo>
                    <a:pt x="33285" y="14649"/>
                    <a:pt x="32953" y="12960"/>
                    <a:pt x="32288" y="11464"/>
                  </a:cubicBezTo>
                  <a:cubicBezTo>
                    <a:pt x="31624" y="9969"/>
                    <a:pt x="30682" y="8695"/>
                    <a:pt x="29519" y="7643"/>
                  </a:cubicBezTo>
                  <a:cubicBezTo>
                    <a:pt x="28356" y="6591"/>
                    <a:pt x="26971" y="5815"/>
                    <a:pt x="25421" y="5289"/>
                  </a:cubicBezTo>
                  <a:cubicBezTo>
                    <a:pt x="23842" y="4763"/>
                    <a:pt x="22153" y="4486"/>
                    <a:pt x="20298" y="4486"/>
                  </a:cubicBezTo>
                  <a:cubicBezTo>
                    <a:pt x="18332" y="4486"/>
                    <a:pt x="16559" y="4901"/>
                    <a:pt x="14981" y="5677"/>
                  </a:cubicBezTo>
                  <a:cubicBezTo>
                    <a:pt x="13375" y="6480"/>
                    <a:pt x="12018" y="7560"/>
                    <a:pt x="10883" y="8889"/>
                  </a:cubicBezTo>
                  <a:cubicBezTo>
                    <a:pt x="9747" y="10218"/>
                    <a:pt x="8861" y="11769"/>
                    <a:pt x="8252" y="13541"/>
                  </a:cubicBezTo>
                  <a:cubicBezTo>
                    <a:pt x="7643" y="15313"/>
                    <a:pt x="7394" y="17196"/>
                    <a:pt x="7504" y="19190"/>
                  </a:cubicBezTo>
                  <a:lnTo>
                    <a:pt x="1800" y="19190"/>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68" name="Freeform 3467">
              <a:extLst>
                <a:ext uri="{FF2B5EF4-FFF2-40B4-BE49-F238E27FC236}">
                  <a16:creationId xmlns:a16="http://schemas.microsoft.com/office/drawing/2014/main" id="{A17C0110-8EA4-A529-695F-EE40E1398FFF}"/>
                </a:ext>
              </a:extLst>
            </p:cNvPr>
            <p:cNvSpPr/>
            <p:nvPr/>
          </p:nvSpPr>
          <p:spPr>
            <a:xfrm>
              <a:off x="1678088" y="3259572"/>
              <a:ext cx="21211" cy="5150"/>
            </a:xfrm>
            <a:custGeom>
              <a:avLst/>
              <a:gdLst>
                <a:gd name="connsiteX0" fmla="*/ 21212 w 21211"/>
                <a:gd name="connsiteY0" fmla="*/ 0 h 5150"/>
                <a:gd name="connsiteX1" fmla="*/ 21212 w 21211"/>
                <a:gd name="connsiteY1" fmla="*/ 5151 h 5150"/>
                <a:gd name="connsiteX2" fmla="*/ 0 w 21211"/>
                <a:gd name="connsiteY2" fmla="*/ 5151 h 5150"/>
                <a:gd name="connsiteX3" fmla="*/ 0 w 21211"/>
                <a:gd name="connsiteY3" fmla="*/ 0 h 5150"/>
                <a:gd name="connsiteX4" fmla="*/ 21212 w 21211"/>
                <a:gd name="connsiteY4" fmla="*/ 0 h 5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211" h="5150">
                  <a:moveTo>
                    <a:pt x="21212" y="0"/>
                  </a:moveTo>
                  <a:lnTo>
                    <a:pt x="21212" y="5151"/>
                  </a:lnTo>
                  <a:lnTo>
                    <a:pt x="0" y="5151"/>
                  </a:lnTo>
                  <a:lnTo>
                    <a:pt x="0" y="0"/>
                  </a:lnTo>
                  <a:lnTo>
                    <a:pt x="21212" y="0"/>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69" name="Freeform 3468">
              <a:extLst>
                <a:ext uri="{FF2B5EF4-FFF2-40B4-BE49-F238E27FC236}">
                  <a16:creationId xmlns:a16="http://schemas.microsoft.com/office/drawing/2014/main" id="{FBDEB518-5C0A-0F2E-D8CA-323C51276685}"/>
                </a:ext>
              </a:extLst>
            </p:cNvPr>
            <p:cNvSpPr/>
            <p:nvPr/>
          </p:nvSpPr>
          <p:spPr>
            <a:xfrm>
              <a:off x="1709296" y="3223933"/>
              <a:ext cx="39930" cy="60948"/>
            </a:xfrm>
            <a:custGeom>
              <a:avLst/>
              <a:gdLst>
                <a:gd name="connsiteX0" fmla="*/ 5040 w 39930"/>
                <a:gd name="connsiteY0" fmla="*/ 59813 h 60948"/>
                <a:gd name="connsiteX1" fmla="*/ 0 w 39930"/>
                <a:gd name="connsiteY1" fmla="*/ 59813 h 60948"/>
                <a:gd name="connsiteX2" fmla="*/ 0 w 39930"/>
                <a:gd name="connsiteY2" fmla="*/ 0 h 60948"/>
                <a:gd name="connsiteX3" fmla="*/ 5040 w 39930"/>
                <a:gd name="connsiteY3" fmla="*/ 0 h 60948"/>
                <a:gd name="connsiteX4" fmla="*/ 5040 w 39930"/>
                <a:gd name="connsiteY4" fmla="*/ 23676 h 60948"/>
                <a:gd name="connsiteX5" fmla="*/ 11713 w 39930"/>
                <a:gd name="connsiteY5" fmla="*/ 17639 h 60948"/>
                <a:gd name="connsiteX6" fmla="*/ 20575 w 39930"/>
                <a:gd name="connsiteY6" fmla="*/ 15618 h 60948"/>
                <a:gd name="connsiteX7" fmla="*/ 29159 w 39930"/>
                <a:gd name="connsiteY7" fmla="*/ 17473 h 60948"/>
                <a:gd name="connsiteX8" fmla="*/ 35196 w 39930"/>
                <a:gd name="connsiteY8" fmla="*/ 22458 h 60948"/>
                <a:gd name="connsiteX9" fmla="*/ 38768 w 39930"/>
                <a:gd name="connsiteY9" fmla="*/ 29713 h 60948"/>
                <a:gd name="connsiteX10" fmla="*/ 39931 w 39930"/>
                <a:gd name="connsiteY10" fmla="*/ 38352 h 60948"/>
                <a:gd name="connsiteX11" fmla="*/ 38851 w 39930"/>
                <a:gd name="connsiteY11" fmla="*/ 47241 h 60948"/>
                <a:gd name="connsiteX12" fmla="*/ 35362 w 39930"/>
                <a:gd name="connsiteY12" fmla="*/ 54414 h 60948"/>
                <a:gd name="connsiteX13" fmla="*/ 29270 w 39930"/>
                <a:gd name="connsiteY13" fmla="*/ 59204 h 60948"/>
                <a:gd name="connsiteX14" fmla="*/ 20298 w 39930"/>
                <a:gd name="connsiteY14" fmla="*/ 60949 h 60948"/>
                <a:gd name="connsiteX15" fmla="*/ 16033 w 39930"/>
                <a:gd name="connsiteY15" fmla="*/ 60367 h 60948"/>
                <a:gd name="connsiteX16" fmla="*/ 11797 w 39930"/>
                <a:gd name="connsiteY16" fmla="*/ 58706 h 60948"/>
                <a:gd name="connsiteX17" fmla="*/ 8030 w 39930"/>
                <a:gd name="connsiteY17" fmla="*/ 56020 h 60948"/>
                <a:gd name="connsiteX18" fmla="*/ 5234 w 39930"/>
                <a:gd name="connsiteY18" fmla="*/ 52226 h 60948"/>
                <a:gd name="connsiteX19" fmla="*/ 5068 w 39930"/>
                <a:gd name="connsiteY19" fmla="*/ 52226 h 60948"/>
                <a:gd name="connsiteX20" fmla="*/ 5068 w 39930"/>
                <a:gd name="connsiteY20" fmla="*/ 59786 h 60948"/>
                <a:gd name="connsiteX21" fmla="*/ 5040 w 39930"/>
                <a:gd name="connsiteY21" fmla="*/ 38131 h 60948"/>
                <a:gd name="connsiteX22" fmla="*/ 6009 w 39930"/>
                <a:gd name="connsiteY22" fmla="*/ 45386 h 60948"/>
                <a:gd name="connsiteX23" fmla="*/ 8806 w 39930"/>
                <a:gd name="connsiteY23" fmla="*/ 51201 h 60948"/>
                <a:gd name="connsiteX24" fmla="*/ 13430 w 39930"/>
                <a:gd name="connsiteY24" fmla="*/ 55078 h 60948"/>
                <a:gd name="connsiteX25" fmla="*/ 19716 w 39930"/>
                <a:gd name="connsiteY25" fmla="*/ 56490 h 60948"/>
                <a:gd name="connsiteX26" fmla="*/ 25587 w 39930"/>
                <a:gd name="connsiteY26" fmla="*/ 55355 h 60948"/>
                <a:gd name="connsiteX27" fmla="*/ 30294 w 39930"/>
                <a:gd name="connsiteY27" fmla="*/ 52087 h 60948"/>
                <a:gd name="connsiteX28" fmla="*/ 33451 w 39930"/>
                <a:gd name="connsiteY28" fmla="*/ 46798 h 60948"/>
                <a:gd name="connsiteX29" fmla="*/ 34587 w 39930"/>
                <a:gd name="connsiteY29" fmla="*/ 39626 h 60948"/>
                <a:gd name="connsiteX30" fmla="*/ 33922 w 39930"/>
                <a:gd name="connsiteY30" fmla="*/ 32011 h 60948"/>
                <a:gd name="connsiteX31" fmla="*/ 31236 w 39930"/>
                <a:gd name="connsiteY31" fmla="*/ 25808 h 60948"/>
                <a:gd name="connsiteX32" fmla="*/ 26501 w 39930"/>
                <a:gd name="connsiteY32" fmla="*/ 21627 h 60948"/>
                <a:gd name="connsiteX33" fmla="*/ 19744 w 39930"/>
                <a:gd name="connsiteY33" fmla="*/ 20104 h 60948"/>
                <a:gd name="connsiteX34" fmla="*/ 13569 w 39930"/>
                <a:gd name="connsiteY34" fmla="*/ 21544 h 60948"/>
                <a:gd name="connsiteX35" fmla="*/ 8944 w 39930"/>
                <a:gd name="connsiteY35" fmla="*/ 25448 h 60948"/>
                <a:gd name="connsiteX36" fmla="*/ 6064 w 39930"/>
                <a:gd name="connsiteY36" fmla="*/ 31180 h 60948"/>
                <a:gd name="connsiteX37" fmla="*/ 5068 w 39930"/>
                <a:gd name="connsiteY37" fmla="*/ 38103 h 609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9930" h="60948">
                  <a:moveTo>
                    <a:pt x="5040" y="59813"/>
                  </a:moveTo>
                  <a:lnTo>
                    <a:pt x="0" y="59813"/>
                  </a:lnTo>
                  <a:lnTo>
                    <a:pt x="0" y="0"/>
                  </a:lnTo>
                  <a:lnTo>
                    <a:pt x="5040" y="0"/>
                  </a:lnTo>
                  <a:lnTo>
                    <a:pt x="5040" y="23676"/>
                  </a:lnTo>
                  <a:cubicBezTo>
                    <a:pt x="6674" y="21018"/>
                    <a:pt x="8889" y="18996"/>
                    <a:pt x="11713" y="17639"/>
                  </a:cubicBezTo>
                  <a:cubicBezTo>
                    <a:pt x="14538" y="16283"/>
                    <a:pt x="17473" y="15618"/>
                    <a:pt x="20575" y="15618"/>
                  </a:cubicBezTo>
                  <a:cubicBezTo>
                    <a:pt x="23870" y="15618"/>
                    <a:pt x="26750" y="16227"/>
                    <a:pt x="29159" y="17473"/>
                  </a:cubicBezTo>
                  <a:cubicBezTo>
                    <a:pt x="31596" y="18719"/>
                    <a:pt x="33617" y="20381"/>
                    <a:pt x="35196" y="22458"/>
                  </a:cubicBezTo>
                  <a:cubicBezTo>
                    <a:pt x="36802" y="24534"/>
                    <a:pt x="37965" y="26944"/>
                    <a:pt x="38768" y="29713"/>
                  </a:cubicBezTo>
                  <a:cubicBezTo>
                    <a:pt x="39543" y="32482"/>
                    <a:pt x="39931" y="35362"/>
                    <a:pt x="39931" y="38352"/>
                  </a:cubicBezTo>
                  <a:cubicBezTo>
                    <a:pt x="39931" y="41509"/>
                    <a:pt x="39571" y="44472"/>
                    <a:pt x="38851" y="47241"/>
                  </a:cubicBezTo>
                  <a:cubicBezTo>
                    <a:pt x="38131" y="50011"/>
                    <a:pt x="36968" y="52420"/>
                    <a:pt x="35362" y="54414"/>
                  </a:cubicBezTo>
                  <a:cubicBezTo>
                    <a:pt x="33756" y="56435"/>
                    <a:pt x="31734" y="58041"/>
                    <a:pt x="29270" y="59204"/>
                  </a:cubicBezTo>
                  <a:cubicBezTo>
                    <a:pt x="26805" y="60367"/>
                    <a:pt x="23815" y="60949"/>
                    <a:pt x="20298" y="60949"/>
                  </a:cubicBezTo>
                  <a:cubicBezTo>
                    <a:pt x="18913" y="60949"/>
                    <a:pt x="17473" y="60755"/>
                    <a:pt x="16033" y="60367"/>
                  </a:cubicBezTo>
                  <a:cubicBezTo>
                    <a:pt x="14566" y="59979"/>
                    <a:pt x="13153" y="59426"/>
                    <a:pt x="11797" y="58706"/>
                  </a:cubicBezTo>
                  <a:cubicBezTo>
                    <a:pt x="10440" y="57986"/>
                    <a:pt x="9166" y="57100"/>
                    <a:pt x="8030" y="56020"/>
                  </a:cubicBezTo>
                  <a:cubicBezTo>
                    <a:pt x="6895" y="54940"/>
                    <a:pt x="5954" y="53694"/>
                    <a:pt x="5234" y="52226"/>
                  </a:cubicBezTo>
                  <a:lnTo>
                    <a:pt x="5068" y="52226"/>
                  </a:lnTo>
                  <a:lnTo>
                    <a:pt x="5068" y="59786"/>
                  </a:lnTo>
                  <a:close/>
                  <a:moveTo>
                    <a:pt x="5040" y="38131"/>
                  </a:moveTo>
                  <a:cubicBezTo>
                    <a:pt x="5040" y="40734"/>
                    <a:pt x="5372" y="43143"/>
                    <a:pt x="6009" y="45386"/>
                  </a:cubicBezTo>
                  <a:cubicBezTo>
                    <a:pt x="6646" y="47629"/>
                    <a:pt x="7587" y="49568"/>
                    <a:pt x="8806" y="51201"/>
                  </a:cubicBezTo>
                  <a:cubicBezTo>
                    <a:pt x="10024" y="52835"/>
                    <a:pt x="11575" y="54137"/>
                    <a:pt x="13430" y="55078"/>
                  </a:cubicBezTo>
                  <a:cubicBezTo>
                    <a:pt x="15286" y="56020"/>
                    <a:pt x="17362" y="56490"/>
                    <a:pt x="19716" y="56490"/>
                  </a:cubicBezTo>
                  <a:cubicBezTo>
                    <a:pt x="21848" y="56490"/>
                    <a:pt x="23787" y="56130"/>
                    <a:pt x="25587" y="55355"/>
                  </a:cubicBezTo>
                  <a:cubicBezTo>
                    <a:pt x="27387" y="54607"/>
                    <a:pt x="28937" y="53527"/>
                    <a:pt x="30294" y="52087"/>
                  </a:cubicBezTo>
                  <a:cubicBezTo>
                    <a:pt x="31624" y="50647"/>
                    <a:pt x="32676" y="48875"/>
                    <a:pt x="33451" y="46798"/>
                  </a:cubicBezTo>
                  <a:cubicBezTo>
                    <a:pt x="34227" y="44722"/>
                    <a:pt x="34587" y="42312"/>
                    <a:pt x="34587" y="39626"/>
                  </a:cubicBezTo>
                  <a:cubicBezTo>
                    <a:pt x="34697" y="36913"/>
                    <a:pt x="34476" y="34393"/>
                    <a:pt x="33922" y="32011"/>
                  </a:cubicBezTo>
                  <a:cubicBezTo>
                    <a:pt x="33368" y="29657"/>
                    <a:pt x="32454" y="27608"/>
                    <a:pt x="31236" y="25808"/>
                  </a:cubicBezTo>
                  <a:cubicBezTo>
                    <a:pt x="30017" y="24036"/>
                    <a:pt x="28439" y="22651"/>
                    <a:pt x="26501" y="21627"/>
                  </a:cubicBezTo>
                  <a:cubicBezTo>
                    <a:pt x="24562" y="20602"/>
                    <a:pt x="22319" y="20104"/>
                    <a:pt x="19744" y="20104"/>
                  </a:cubicBezTo>
                  <a:cubicBezTo>
                    <a:pt x="17446" y="20104"/>
                    <a:pt x="15396" y="20575"/>
                    <a:pt x="13569" y="21544"/>
                  </a:cubicBezTo>
                  <a:cubicBezTo>
                    <a:pt x="11741" y="22513"/>
                    <a:pt x="10218" y="23814"/>
                    <a:pt x="8944" y="25448"/>
                  </a:cubicBezTo>
                  <a:cubicBezTo>
                    <a:pt x="7698" y="27082"/>
                    <a:pt x="6729" y="28993"/>
                    <a:pt x="6064" y="31180"/>
                  </a:cubicBezTo>
                  <a:cubicBezTo>
                    <a:pt x="5400" y="33368"/>
                    <a:pt x="5068" y="35666"/>
                    <a:pt x="5068" y="38103"/>
                  </a:cubicBez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70" name="Freeform 3469">
              <a:extLst>
                <a:ext uri="{FF2B5EF4-FFF2-40B4-BE49-F238E27FC236}">
                  <a16:creationId xmlns:a16="http://schemas.microsoft.com/office/drawing/2014/main" id="{C428200A-4D26-C044-48B3-3374FCE57510}"/>
                </a:ext>
              </a:extLst>
            </p:cNvPr>
            <p:cNvSpPr/>
            <p:nvPr/>
          </p:nvSpPr>
          <p:spPr>
            <a:xfrm>
              <a:off x="1757839" y="3239551"/>
              <a:ext cx="40927" cy="45358"/>
            </a:xfrm>
            <a:custGeom>
              <a:avLst/>
              <a:gdLst>
                <a:gd name="connsiteX0" fmla="*/ 22070 w 40927"/>
                <a:gd name="connsiteY0" fmla="*/ 19107 h 45358"/>
                <a:gd name="connsiteX1" fmla="*/ 25476 w 40927"/>
                <a:gd name="connsiteY1" fmla="*/ 18608 h 45358"/>
                <a:gd name="connsiteX2" fmla="*/ 28716 w 40927"/>
                <a:gd name="connsiteY2" fmla="*/ 17695 h 45358"/>
                <a:gd name="connsiteX3" fmla="*/ 30267 w 40927"/>
                <a:gd name="connsiteY3" fmla="*/ 15729 h 45358"/>
                <a:gd name="connsiteX4" fmla="*/ 30571 w 40927"/>
                <a:gd name="connsiteY4" fmla="*/ 13181 h 45358"/>
                <a:gd name="connsiteX5" fmla="*/ 28107 w 40927"/>
                <a:gd name="connsiteY5" fmla="*/ 6923 h 45358"/>
                <a:gd name="connsiteX6" fmla="*/ 19772 w 40927"/>
                <a:gd name="connsiteY6" fmla="*/ 4486 h 45358"/>
                <a:gd name="connsiteX7" fmla="*/ 14981 w 40927"/>
                <a:gd name="connsiteY7" fmla="*/ 4957 h 45358"/>
                <a:gd name="connsiteX8" fmla="*/ 11160 w 40927"/>
                <a:gd name="connsiteY8" fmla="*/ 6535 h 45358"/>
                <a:gd name="connsiteX9" fmla="*/ 8474 w 40927"/>
                <a:gd name="connsiteY9" fmla="*/ 9526 h 45358"/>
                <a:gd name="connsiteX10" fmla="*/ 7089 w 40927"/>
                <a:gd name="connsiteY10" fmla="*/ 14233 h 45358"/>
                <a:gd name="connsiteX11" fmla="*/ 1966 w 40927"/>
                <a:gd name="connsiteY11" fmla="*/ 14233 h 45358"/>
                <a:gd name="connsiteX12" fmla="*/ 3738 w 40927"/>
                <a:gd name="connsiteY12" fmla="*/ 7698 h 45358"/>
                <a:gd name="connsiteX13" fmla="*/ 7643 w 40927"/>
                <a:gd name="connsiteY13" fmla="*/ 3295 h 45358"/>
                <a:gd name="connsiteX14" fmla="*/ 13181 w 40927"/>
                <a:gd name="connsiteY14" fmla="*/ 803 h 45358"/>
                <a:gd name="connsiteX15" fmla="*/ 19855 w 40927"/>
                <a:gd name="connsiteY15" fmla="*/ 0 h 45358"/>
                <a:gd name="connsiteX16" fmla="*/ 26030 w 40927"/>
                <a:gd name="connsiteY16" fmla="*/ 692 h 45358"/>
                <a:gd name="connsiteX17" fmla="*/ 31070 w 40927"/>
                <a:gd name="connsiteY17" fmla="*/ 2935 h 45358"/>
                <a:gd name="connsiteX18" fmla="*/ 34420 w 40927"/>
                <a:gd name="connsiteY18" fmla="*/ 7061 h 45358"/>
                <a:gd name="connsiteX19" fmla="*/ 35639 w 40927"/>
                <a:gd name="connsiteY19" fmla="*/ 13375 h 45358"/>
                <a:gd name="connsiteX20" fmla="*/ 35639 w 40927"/>
                <a:gd name="connsiteY20" fmla="*/ 36802 h 45358"/>
                <a:gd name="connsiteX21" fmla="*/ 36691 w 40927"/>
                <a:gd name="connsiteY21" fmla="*/ 40485 h 45358"/>
                <a:gd name="connsiteX22" fmla="*/ 40928 w 40927"/>
                <a:gd name="connsiteY22" fmla="*/ 40097 h 45358"/>
                <a:gd name="connsiteX23" fmla="*/ 40928 w 40927"/>
                <a:gd name="connsiteY23" fmla="*/ 44002 h 45358"/>
                <a:gd name="connsiteX24" fmla="*/ 39211 w 40927"/>
                <a:gd name="connsiteY24" fmla="*/ 44500 h 45358"/>
                <a:gd name="connsiteX25" fmla="*/ 36996 w 40927"/>
                <a:gd name="connsiteY25" fmla="*/ 44832 h 45358"/>
                <a:gd name="connsiteX26" fmla="*/ 34725 w 40927"/>
                <a:gd name="connsiteY26" fmla="*/ 44583 h 45358"/>
                <a:gd name="connsiteX27" fmla="*/ 32703 w 40927"/>
                <a:gd name="connsiteY27" fmla="*/ 43808 h 45358"/>
                <a:gd name="connsiteX28" fmla="*/ 31485 w 40927"/>
                <a:gd name="connsiteY28" fmla="*/ 42312 h 45358"/>
                <a:gd name="connsiteX29" fmla="*/ 30848 w 40927"/>
                <a:gd name="connsiteY29" fmla="*/ 40402 h 45358"/>
                <a:gd name="connsiteX30" fmla="*/ 30682 w 40927"/>
                <a:gd name="connsiteY30" fmla="*/ 38214 h 45358"/>
                <a:gd name="connsiteX31" fmla="*/ 23372 w 40927"/>
                <a:gd name="connsiteY31" fmla="*/ 43531 h 45358"/>
                <a:gd name="connsiteX32" fmla="*/ 14483 w 40927"/>
                <a:gd name="connsiteY32" fmla="*/ 45358 h 45358"/>
                <a:gd name="connsiteX33" fmla="*/ 9000 w 40927"/>
                <a:gd name="connsiteY33" fmla="*/ 44611 h 45358"/>
                <a:gd name="connsiteX34" fmla="*/ 4348 w 40927"/>
                <a:gd name="connsiteY34" fmla="*/ 42285 h 45358"/>
                <a:gd name="connsiteX35" fmla="*/ 1163 w 40927"/>
                <a:gd name="connsiteY35" fmla="*/ 38436 h 45358"/>
                <a:gd name="connsiteX36" fmla="*/ 0 w 40927"/>
                <a:gd name="connsiteY36" fmla="*/ 33008 h 45358"/>
                <a:gd name="connsiteX37" fmla="*/ 15175 w 40927"/>
                <a:gd name="connsiteY37" fmla="*/ 20049 h 45358"/>
                <a:gd name="connsiteX38" fmla="*/ 22125 w 40927"/>
                <a:gd name="connsiteY38" fmla="*/ 19135 h 45358"/>
                <a:gd name="connsiteX39" fmla="*/ 30544 w 40927"/>
                <a:gd name="connsiteY39" fmla="*/ 21599 h 45358"/>
                <a:gd name="connsiteX40" fmla="*/ 24091 w 40927"/>
                <a:gd name="connsiteY40" fmla="*/ 23344 h 45358"/>
                <a:gd name="connsiteX41" fmla="*/ 17556 w 40927"/>
                <a:gd name="connsiteY41" fmla="*/ 24008 h 45358"/>
                <a:gd name="connsiteX42" fmla="*/ 8529 w 40927"/>
                <a:gd name="connsiteY42" fmla="*/ 26584 h 45358"/>
                <a:gd name="connsiteX43" fmla="*/ 5289 w 40927"/>
                <a:gd name="connsiteY43" fmla="*/ 33146 h 45358"/>
                <a:gd name="connsiteX44" fmla="*/ 6092 w 40927"/>
                <a:gd name="connsiteY44" fmla="*/ 36608 h 45358"/>
                <a:gd name="connsiteX45" fmla="*/ 8197 w 40927"/>
                <a:gd name="connsiteY45" fmla="*/ 39017 h 45358"/>
                <a:gd name="connsiteX46" fmla="*/ 11215 w 40927"/>
                <a:gd name="connsiteY46" fmla="*/ 40429 h 45358"/>
                <a:gd name="connsiteX47" fmla="*/ 14704 w 40927"/>
                <a:gd name="connsiteY47" fmla="*/ 40900 h 45358"/>
                <a:gd name="connsiteX48" fmla="*/ 20575 w 40927"/>
                <a:gd name="connsiteY48" fmla="*/ 40152 h 45358"/>
                <a:gd name="connsiteX49" fmla="*/ 25642 w 40927"/>
                <a:gd name="connsiteY49" fmla="*/ 37882 h 45358"/>
                <a:gd name="connsiteX50" fmla="*/ 29214 w 40927"/>
                <a:gd name="connsiteY50" fmla="*/ 33977 h 45358"/>
                <a:gd name="connsiteX51" fmla="*/ 30544 w 40927"/>
                <a:gd name="connsiteY51" fmla="*/ 28356 h 45358"/>
                <a:gd name="connsiteX52" fmla="*/ 30544 w 40927"/>
                <a:gd name="connsiteY52" fmla="*/ 21627 h 453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0927" h="45358">
                  <a:moveTo>
                    <a:pt x="22070" y="19107"/>
                  </a:moveTo>
                  <a:cubicBezTo>
                    <a:pt x="23012" y="18996"/>
                    <a:pt x="24147" y="18830"/>
                    <a:pt x="25476" y="18608"/>
                  </a:cubicBezTo>
                  <a:cubicBezTo>
                    <a:pt x="26778" y="18387"/>
                    <a:pt x="27858" y="18082"/>
                    <a:pt x="28716" y="17695"/>
                  </a:cubicBezTo>
                  <a:cubicBezTo>
                    <a:pt x="29547" y="17307"/>
                    <a:pt x="30073" y="16643"/>
                    <a:pt x="30267" y="15729"/>
                  </a:cubicBezTo>
                  <a:cubicBezTo>
                    <a:pt x="30460" y="14815"/>
                    <a:pt x="30571" y="13984"/>
                    <a:pt x="30571" y="13181"/>
                  </a:cubicBezTo>
                  <a:cubicBezTo>
                    <a:pt x="30571" y="10633"/>
                    <a:pt x="29741" y="8557"/>
                    <a:pt x="28107" y="6923"/>
                  </a:cubicBezTo>
                  <a:cubicBezTo>
                    <a:pt x="26445" y="5289"/>
                    <a:pt x="23676" y="4486"/>
                    <a:pt x="19772" y="4486"/>
                  </a:cubicBezTo>
                  <a:cubicBezTo>
                    <a:pt x="18027" y="4486"/>
                    <a:pt x="16449" y="4624"/>
                    <a:pt x="14981" y="4957"/>
                  </a:cubicBezTo>
                  <a:cubicBezTo>
                    <a:pt x="13513" y="5261"/>
                    <a:pt x="12267" y="5787"/>
                    <a:pt x="11160" y="6535"/>
                  </a:cubicBezTo>
                  <a:cubicBezTo>
                    <a:pt x="10080" y="7283"/>
                    <a:pt x="9166" y="8280"/>
                    <a:pt x="8474" y="9526"/>
                  </a:cubicBezTo>
                  <a:cubicBezTo>
                    <a:pt x="7781" y="10772"/>
                    <a:pt x="7311" y="12350"/>
                    <a:pt x="7089" y="14233"/>
                  </a:cubicBezTo>
                  <a:lnTo>
                    <a:pt x="1966" y="14233"/>
                  </a:lnTo>
                  <a:cubicBezTo>
                    <a:pt x="2132" y="11686"/>
                    <a:pt x="2714" y="9498"/>
                    <a:pt x="3738" y="7698"/>
                  </a:cubicBezTo>
                  <a:cubicBezTo>
                    <a:pt x="4735" y="5898"/>
                    <a:pt x="6037" y="4431"/>
                    <a:pt x="7643" y="3295"/>
                  </a:cubicBezTo>
                  <a:cubicBezTo>
                    <a:pt x="9249" y="2160"/>
                    <a:pt x="11077" y="1329"/>
                    <a:pt x="13181" y="803"/>
                  </a:cubicBezTo>
                  <a:cubicBezTo>
                    <a:pt x="15286" y="277"/>
                    <a:pt x="17501" y="0"/>
                    <a:pt x="19855" y="0"/>
                  </a:cubicBezTo>
                  <a:cubicBezTo>
                    <a:pt x="22042" y="0"/>
                    <a:pt x="24091" y="221"/>
                    <a:pt x="26030" y="692"/>
                  </a:cubicBezTo>
                  <a:cubicBezTo>
                    <a:pt x="27968" y="1163"/>
                    <a:pt x="29630" y="1911"/>
                    <a:pt x="31070" y="2935"/>
                  </a:cubicBezTo>
                  <a:cubicBezTo>
                    <a:pt x="32510" y="3960"/>
                    <a:pt x="33617" y="5344"/>
                    <a:pt x="34420" y="7061"/>
                  </a:cubicBezTo>
                  <a:cubicBezTo>
                    <a:pt x="35223" y="8778"/>
                    <a:pt x="35639" y="10883"/>
                    <a:pt x="35639" y="13375"/>
                  </a:cubicBezTo>
                  <a:lnTo>
                    <a:pt x="35639" y="36802"/>
                  </a:lnTo>
                  <a:cubicBezTo>
                    <a:pt x="35639" y="38740"/>
                    <a:pt x="35999" y="39959"/>
                    <a:pt x="36691" y="40485"/>
                  </a:cubicBezTo>
                  <a:cubicBezTo>
                    <a:pt x="37383" y="41011"/>
                    <a:pt x="38796" y="40900"/>
                    <a:pt x="40928" y="40097"/>
                  </a:cubicBezTo>
                  <a:lnTo>
                    <a:pt x="40928" y="44002"/>
                  </a:lnTo>
                  <a:cubicBezTo>
                    <a:pt x="40540" y="44112"/>
                    <a:pt x="39959" y="44278"/>
                    <a:pt x="39211" y="44500"/>
                  </a:cubicBezTo>
                  <a:cubicBezTo>
                    <a:pt x="38463" y="44721"/>
                    <a:pt x="37716" y="44832"/>
                    <a:pt x="36996" y="44832"/>
                  </a:cubicBezTo>
                  <a:cubicBezTo>
                    <a:pt x="36220" y="44832"/>
                    <a:pt x="35445" y="44749"/>
                    <a:pt x="34725" y="44583"/>
                  </a:cubicBezTo>
                  <a:cubicBezTo>
                    <a:pt x="33894" y="44472"/>
                    <a:pt x="33230" y="44223"/>
                    <a:pt x="32703" y="43808"/>
                  </a:cubicBezTo>
                  <a:cubicBezTo>
                    <a:pt x="32205" y="43392"/>
                    <a:pt x="31790" y="42894"/>
                    <a:pt x="31485" y="42312"/>
                  </a:cubicBezTo>
                  <a:cubicBezTo>
                    <a:pt x="31180" y="41731"/>
                    <a:pt x="30959" y="41094"/>
                    <a:pt x="30848" y="40402"/>
                  </a:cubicBezTo>
                  <a:cubicBezTo>
                    <a:pt x="30737" y="39709"/>
                    <a:pt x="30682" y="38989"/>
                    <a:pt x="30682" y="38214"/>
                  </a:cubicBezTo>
                  <a:cubicBezTo>
                    <a:pt x="28550" y="40540"/>
                    <a:pt x="26113" y="42312"/>
                    <a:pt x="23372" y="43531"/>
                  </a:cubicBezTo>
                  <a:cubicBezTo>
                    <a:pt x="20630" y="44749"/>
                    <a:pt x="17667" y="45358"/>
                    <a:pt x="14483" y="45358"/>
                  </a:cubicBezTo>
                  <a:cubicBezTo>
                    <a:pt x="12572" y="45358"/>
                    <a:pt x="10744" y="45109"/>
                    <a:pt x="9000" y="44611"/>
                  </a:cubicBezTo>
                  <a:cubicBezTo>
                    <a:pt x="7227" y="44112"/>
                    <a:pt x="5677" y="43337"/>
                    <a:pt x="4348" y="42285"/>
                  </a:cubicBezTo>
                  <a:cubicBezTo>
                    <a:pt x="3018" y="41232"/>
                    <a:pt x="1938" y="39959"/>
                    <a:pt x="1163" y="38436"/>
                  </a:cubicBezTo>
                  <a:cubicBezTo>
                    <a:pt x="388" y="36912"/>
                    <a:pt x="0" y="35085"/>
                    <a:pt x="0" y="33008"/>
                  </a:cubicBezTo>
                  <a:cubicBezTo>
                    <a:pt x="0" y="25697"/>
                    <a:pt x="5068" y="21378"/>
                    <a:pt x="15175" y="20049"/>
                  </a:cubicBezTo>
                  <a:lnTo>
                    <a:pt x="22125" y="19135"/>
                  </a:lnTo>
                  <a:close/>
                  <a:moveTo>
                    <a:pt x="30544" y="21599"/>
                  </a:moveTo>
                  <a:cubicBezTo>
                    <a:pt x="28411" y="22485"/>
                    <a:pt x="26279" y="23067"/>
                    <a:pt x="24091" y="23344"/>
                  </a:cubicBezTo>
                  <a:cubicBezTo>
                    <a:pt x="21904" y="23621"/>
                    <a:pt x="19716" y="23842"/>
                    <a:pt x="17556" y="24008"/>
                  </a:cubicBezTo>
                  <a:cubicBezTo>
                    <a:pt x="13707" y="24285"/>
                    <a:pt x="10689" y="25144"/>
                    <a:pt x="8529" y="26584"/>
                  </a:cubicBezTo>
                  <a:cubicBezTo>
                    <a:pt x="6369" y="28024"/>
                    <a:pt x="5289" y="30211"/>
                    <a:pt x="5289" y="33146"/>
                  </a:cubicBezTo>
                  <a:cubicBezTo>
                    <a:pt x="5289" y="34476"/>
                    <a:pt x="5566" y="35639"/>
                    <a:pt x="6092" y="36608"/>
                  </a:cubicBezTo>
                  <a:cubicBezTo>
                    <a:pt x="6618" y="37577"/>
                    <a:pt x="7311" y="38380"/>
                    <a:pt x="8197" y="39017"/>
                  </a:cubicBezTo>
                  <a:cubicBezTo>
                    <a:pt x="9083" y="39654"/>
                    <a:pt x="10080" y="40125"/>
                    <a:pt x="11215" y="40429"/>
                  </a:cubicBezTo>
                  <a:cubicBezTo>
                    <a:pt x="12350" y="40734"/>
                    <a:pt x="13513" y="40900"/>
                    <a:pt x="14704" y="40900"/>
                  </a:cubicBezTo>
                  <a:cubicBezTo>
                    <a:pt x="16726" y="40900"/>
                    <a:pt x="18664" y="40651"/>
                    <a:pt x="20575" y="40152"/>
                  </a:cubicBezTo>
                  <a:cubicBezTo>
                    <a:pt x="22485" y="39654"/>
                    <a:pt x="24175" y="38906"/>
                    <a:pt x="25642" y="37882"/>
                  </a:cubicBezTo>
                  <a:cubicBezTo>
                    <a:pt x="27110" y="36857"/>
                    <a:pt x="28301" y="35556"/>
                    <a:pt x="29214" y="33977"/>
                  </a:cubicBezTo>
                  <a:cubicBezTo>
                    <a:pt x="30100" y="32399"/>
                    <a:pt x="30544" y="30516"/>
                    <a:pt x="30544" y="28356"/>
                  </a:cubicBezTo>
                  <a:lnTo>
                    <a:pt x="30544" y="21627"/>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71" name="Freeform 3470">
              <a:extLst>
                <a:ext uri="{FF2B5EF4-FFF2-40B4-BE49-F238E27FC236}">
                  <a16:creationId xmlns:a16="http://schemas.microsoft.com/office/drawing/2014/main" id="{95E3D6D6-05F3-3474-D2FB-42299D322436}"/>
                </a:ext>
              </a:extLst>
            </p:cNvPr>
            <p:cNvSpPr/>
            <p:nvPr/>
          </p:nvSpPr>
          <p:spPr>
            <a:xfrm>
              <a:off x="1804527" y="3239606"/>
              <a:ext cx="38629" cy="45330"/>
            </a:xfrm>
            <a:custGeom>
              <a:avLst/>
              <a:gdLst>
                <a:gd name="connsiteX0" fmla="*/ 32842 w 38629"/>
                <a:gd name="connsiteY0" fmla="*/ 14649 h 45330"/>
                <a:gd name="connsiteX1" fmla="*/ 28217 w 38629"/>
                <a:gd name="connsiteY1" fmla="*/ 7144 h 45330"/>
                <a:gd name="connsiteX2" fmla="*/ 19910 w 38629"/>
                <a:gd name="connsiteY2" fmla="*/ 4458 h 45330"/>
                <a:gd name="connsiteX3" fmla="*/ 13292 w 38629"/>
                <a:gd name="connsiteY3" fmla="*/ 6037 h 45330"/>
                <a:gd name="connsiteX4" fmla="*/ 8750 w 38629"/>
                <a:gd name="connsiteY4" fmla="*/ 10246 h 45330"/>
                <a:gd name="connsiteX5" fmla="*/ 6147 w 38629"/>
                <a:gd name="connsiteY5" fmla="*/ 16144 h 45330"/>
                <a:gd name="connsiteX6" fmla="*/ 5317 w 38629"/>
                <a:gd name="connsiteY6" fmla="*/ 22735 h 45330"/>
                <a:gd name="connsiteX7" fmla="*/ 6120 w 38629"/>
                <a:gd name="connsiteY7" fmla="*/ 29381 h 45330"/>
                <a:gd name="connsiteX8" fmla="*/ 8667 w 38629"/>
                <a:gd name="connsiteY8" fmla="*/ 35196 h 45330"/>
                <a:gd name="connsiteX9" fmla="*/ 13209 w 38629"/>
                <a:gd name="connsiteY9" fmla="*/ 39322 h 45330"/>
                <a:gd name="connsiteX10" fmla="*/ 19910 w 38629"/>
                <a:gd name="connsiteY10" fmla="*/ 40845 h 45330"/>
                <a:gd name="connsiteX11" fmla="*/ 28937 w 38629"/>
                <a:gd name="connsiteY11" fmla="*/ 37771 h 45330"/>
                <a:gd name="connsiteX12" fmla="*/ 33257 w 38629"/>
                <a:gd name="connsiteY12" fmla="*/ 29297 h 45330"/>
                <a:gd name="connsiteX13" fmla="*/ 38629 w 38629"/>
                <a:gd name="connsiteY13" fmla="*/ 29297 h 45330"/>
                <a:gd name="connsiteX14" fmla="*/ 36497 w 38629"/>
                <a:gd name="connsiteY14" fmla="*/ 35805 h 45330"/>
                <a:gd name="connsiteX15" fmla="*/ 32731 w 38629"/>
                <a:gd name="connsiteY15" fmla="*/ 40872 h 45330"/>
                <a:gd name="connsiteX16" fmla="*/ 27248 w 38629"/>
                <a:gd name="connsiteY16" fmla="*/ 44168 h 45330"/>
                <a:gd name="connsiteX17" fmla="*/ 19938 w 38629"/>
                <a:gd name="connsiteY17" fmla="*/ 45331 h 45330"/>
                <a:gd name="connsiteX18" fmla="*/ 10966 w 38629"/>
                <a:gd name="connsiteY18" fmla="*/ 43586 h 45330"/>
                <a:gd name="connsiteX19" fmla="*/ 4763 w 38629"/>
                <a:gd name="connsiteY19" fmla="*/ 38796 h 45330"/>
                <a:gd name="connsiteX20" fmla="*/ 1163 w 38629"/>
                <a:gd name="connsiteY20" fmla="*/ 31624 h 45330"/>
                <a:gd name="connsiteX21" fmla="*/ 0 w 38629"/>
                <a:gd name="connsiteY21" fmla="*/ 22735 h 45330"/>
                <a:gd name="connsiteX22" fmla="*/ 1301 w 38629"/>
                <a:gd name="connsiteY22" fmla="*/ 14123 h 45330"/>
                <a:gd name="connsiteX23" fmla="*/ 5123 w 38629"/>
                <a:gd name="connsiteY23" fmla="*/ 6868 h 45330"/>
                <a:gd name="connsiteX24" fmla="*/ 11381 w 38629"/>
                <a:gd name="connsiteY24" fmla="*/ 1855 h 45330"/>
                <a:gd name="connsiteX25" fmla="*/ 19965 w 38629"/>
                <a:gd name="connsiteY25" fmla="*/ 0 h 45330"/>
                <a:gd name="connsiteX26" fmla="*/ 32177 w 38629"/>
                <a:gd name="connsiteY26" fmla="*/ 3572 h 45330"/>
                <a:gd name="connsiteX27" fmla="*/ 37993 w 38629"/>
                <a:gd name="connsiteY27" fmla="*/ 14704 h 45330"/>
                <a:gd name="connsiteX28" fmla="*/ 32870 w 38629"/>
                <a:gd name="connsiteY28" fmla="*/ 14704 h 45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8629" h="45330">
                  <a:moveTo>
                    <a:pt x="32842" y="14649"/>
                  </a:moveTo>
                  <a:cubicBezTo>
                    <a:pt x="31956" y="11437"/>
                    <a:pt x="30405" y="8944"/>
                    <a:pt x="28217" y="7144"/>
                  </a:cubicBezTo>
                  <a:cubicBezTo>
                    <a:pt x="26030" y="5345"/>
                    <a:pt x="23261" y="4458"/>
                    <a:pt x="19910" y="4458"/>
                  </a:cubicBezTo>
                  <a:cubicBezTo>
                    <a:pt x="17335" y="4458"/>
                    <a:pt x="15119" y="4985"/>
                    <a:pt x="13292" y="6037"/>
                  </a:cubicBezTo>
                  <a:cubicBezTo>
                    <a:pt x="11437" y="7089"/>
                    <a:pt x="9941" y="8501"/>
                    <a:pt x="8750" y="10246"/>
                  </a:cubicBezTo>
                  <a:cubicBezTo>
                    <a:pt x="7587" y="11990"/>
                    <a:pt x="6701" y="13957"/>
                    <a:pt x="6147" y="16144"/>
                  </a:cubicBezTo>
                  <a:cubicBezTo>
                    <a:pt x="5594" y="18332"/>
                    <a:pt x="5317" y="20519"/>
                    <a:pt x="5317" y="22735"/>
                  </a:cubicBezTo>
                  <a:cubicBezTo>
                    <a:pt x="5317" y="24950"/>
                    <a:pt x="5594" y="27221"/>
                    <a:pt x="6120" y="29381"/>
                  </a:cubicBezTo>
                  <a:cubicBezTo>
                    <a:pt x="6646" y="31540"/>
                    <a:pt x="7504" y="33479"/>
                    <a:pt x="8667" y="35196"/>
                  </a:cubicBezTo>
                  <a:cubicBezTo>
                    <a:pt x="9830" y="36913"/>
                    <a:pt x="11353" y="38297"/>
                    <a:pt x="13209" y="39322"/>
                  </a:cubicBezTo>
                  <a:cubicBezTo>
                    <a:pt x="15064" y="40346"/>
                    <a:pt x="17279" y="40845"/>
                    <a:pt x="19910" y="40845"/>
                  </a:cubicBezTo>
                  <a:cubicBezTo>
                    <a:pt x="23648" y="40845"/>
                    <a:pt x="26667" y="39820"/>
                    <a:pt x="28937" y="37771"/>
                  </a:cubicBezTo>
                  <a:cubicBezTo>
                    <a:pt x="31208" y="35722"/>
                    <a:pt x="32648" y="32897"/>
                    <a:pt x="33257" y="29297"/>
                  </a:cubicBezTo>
                  <a:lnTo>
                    <a:pt x="38629" y="29297"/>
                  </a:lnTo>
                  <a:cubicBezTo>
                    <a:pt x="38186" y="31679"/>
                    <a:pt x="37466" y="33867"/>
                    <a:pt x="36497" y="35805"/>
                  </a:cubicBezTo>
                  <a:cubicBezTo>
                    <a:pt x="35528" y="37771"/>
                    <a:pt x="34254" y="39460"/>
                    <a:pt x="32731" y="40872"/>
                  </a:cubicBezTo>
                  <a:cubicBezTo>
                    <a:pt x="31180" y="42285"/>
                    <a:pt x="29353" y="43392"/>
                    <a:pt x="27248" y="44168"/>
                  </a:cubicBezTo>
                  <a:cubicBezTo>
                    <a:pt x="25116" y="44943"/>
                    <a:pt x="22679" y="45331"/>
                    <a:pt x="19938" y="45331"/>
                  </a:cubicBezTo>
                  <a:cubicBezTo>
                    <a:pt x="16476" y="45331"/>
                    <a:pt x="13486" y="44749"/>
                    <a:pt x="10966" y="43586"/>
                  </a:cubicBezTo>
                  <a:cubicBezTo>
                    <a:pt x="8446" y="42423"/>
                    <a:pt x="6369" y="40817"/>
                    <a:pt x="4763" y="38796"/>
                  </a:cubicBezTo>
                  <a:cubicBezTo>
                    <a:pt x="3129" y="36774"/>
                    <a:pt x="1938" y="34393"/>
                    <a:pt x="1163" y="31624"/>
                  </a:cubicBezTo>
                  <a:cubicBezTo>
                    <a:pt x="388" y="28854"/>
                    <a:pt x="0" y="25892"/>
                    <a:pt x="0" y="22735"/>
                  </a:cubicBezTo>
                  <a:cubicBezTo>
                    <a:pt x="0" y="19744"/>
                    <a:pt x="443" y="16864"/>
                    <a:pt x="1301" y="14123"/>
                  </a:cubicBezTo>
                  <a:cubicBezTo>
                    <a:pt x="2160" y="11381"/>
                    <a:pt x="3434" y="8972"/>
                    <a:pt x="5123" y="6868"/>
                  </a:cubicBezTo>
                  <a:cubicBezTo>
                    <a:pt x="6812" y="4763"/>
                    <a:pt x="8889" y="3102"/>
                    <a:pt x="11381" y="1855"/>
                  </a:cubicBezTo>
                  <a:cubicBezTo>
                    <a:pt x="13873" y="609"/>
                    <a:pt x="16726" y="0"/>
                    <a:pt x="19965" y="0"/>
                  </a:cubicBezTo>
                  <a:cubicBezTo>
                    <a:pt x="25005" y="0"/>
                    <a:pt x="29076" y="1191"/>
                    <a:pt x="32177" y="3572"/>
                  </a:cubicBezTo>
                  <a:cubicBezTo>
                    <a:pt x="35279" y="5954"/>
                    <a:pt x="37217" y="9664"/>
                    <a:pt x="37993" y="14704"/>
                  </a:cubicBezTo>
                  <a:lnTo>
                    <a:pt x="32870" y="14704"/>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72" name="Freeform 3471">
              <a:extLst>
                <a:ext uri="{FF2B5EF4-FFF2-40B4-BE49-F238E27FC236}">
                  <a16:creationId xmlns:a16="http://schemas.microsoft.com/office/drawing/2014/main" id="{30411F1E-17CC-3F7A-8EA9-362AFB948010}"/>
                </a:ext>
              </a:extLst>
            </p:cNvPr>
            <p:cNvSpPr/>
            <p:nvPr/>
          </p:nvSpPr>
          <p:spPr>
            <a:xfrm>
              <a:off x="1852821" y="3223933"/>
              <a:ext cx="35167" cy="59813"/>
            </a:xfrm>
            <a:custGeom>
              <a:avLst/>
              <a:gdLst>
                <a:gd name="connsiteX0" fmla="*/ 55 w 35167"/>
                <a:gd name="connsiteY0" fmla="*/ 59813 h 59813"/>
                <a:gd name="connsiteX1" fmla="*/ 55 w 35167"/>
                <a:gd name="connsiteY1" fmla="*/ 0 h 59813"/>
                <a:gd name="connsiteX2" fmla="*/ 5095 w 35167"/>
                <a:gd name="connsiteY2" fmla="*/ 0 h 59813"/>
                <a:gd name="connsiteX3" fmla="*/ 5095 w 35167"/>
                <a:gd name="connsiteY3" fmla="*/ 37217 h 59813"/>
                <a:gd name="connsiteX4" fmla="*/ 26390 w 35167"/>
                <a:gd name="connsiteY4" fmla="*/ 16781 h 59813"/>
                <a:gd name="connsiteX5" fmla="*/ 33257 w 35167"/>
                <a:gd name="connsiteY5" fmla="*/ 16781 h 59813"/>
                <a:gd name="connsiteX6" fmla="*/ 16975 w 35167"/>
                <a:gd name="connsiteY6" fmla="*/ 32316 h 59813"/>
                <a:gd name="connsiteX7" fmla="*/ 35168 w 35167"/>
                <a:gd name="connsiteY7" fmla="*/ 59813 h 59813"/>
                <a:gd name="connsiteX8" fmla="*/ 29547 w 35167"/>
                <a:gd name="connsiteY8" fmla="*/ 59813 h 59813"/>
                <a:gd name="connsiteX9" fmla="*/ 13264 w 35167"/>
                <a:gd name="connsiteY9" fmla="*/ 35805 h 59813"/>
                <a:gd name="connsiteX10" fmla="*/ 5040 w 35167"/>
                <a:gd name="connsiteY10" fmla="*/ 43531 h 59813"/>
                <a:gd name="connsiteX11" fmla="*/ 5040 w 35167"/>
                <a:gd name="connsiteY11" fmla="*/ 59813 h 59813"/>
                <a:gd name="connsiteX12" fmla="*/ 0 w 35167"/>
                <a:gd name="connsiteY12" fmla="*/ 59813 h 59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167" h="59813">
                  <a:moveTo>
                    <a:pt x="55" y="59813"/>
                  </a:moveTo>
                  <a:lnTo>
                    <a:pt x="55" y="0"/>
                  </a:lnTo>
                  <a:lnTo>
                    <a:pt x="5095" y="0"/>
                  </a:lnTo>
                  <a:lnTo>
                    <a:pt x="5095" y="37217"/>
                  </a:lnTo>
                  <a:lnTo>
                    <a:pt x="26390" y="16781"/>
                  </a:lnTo>
                  <a:lnTo>
                    <a:pt x="33257" y="16781"/>
                  </a:lnTo>
                  <a:lnTo>
                    <a:pt x="16975" y="32316"/>
                  </a:lnTo>
                  <a:lnTo>
                    <a:pt x="35168" y="59813"/>
                  </a:lnTo>
                  <a:lnTo>
                    <a:pt x="29547" y="59813"/>
                  </a:lnTo>
                  <a:lnTo>
                    <a:pt x="13264" y="35805"/>
                  </a:lnTo>
                  <a:lnTo>
                    <a:pt x="5040" y="43531"/>
                  </a:lnTo>
                  <a:lnTo>
                    <a:pt x="5040" y="59813"/>
                  </a:lnTo>
                  <a:lnTo>
                    <a:pt x="0" y="59813"/>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73" name="Freeform 3472">
              <a:extLst>
                <a:ext uri="{FF2B5EF4-FFF2-40B4-BE49-F238E27FC236}">
                  <a16:creationId xmlns:a16="http://schemas.microsoft.com/office/drawing/2014/main" id="{E6736FE8-E7E3-8289-2702-91549F29475E}"/>
                </a:ext>
              </a:extLst>
            </p:cNvPr>
            <p:cNvSpPr/>
            <p:nvPr/>
          </p:nvSpPr>
          <p:spPr>
            <a:xfrm>
              <a:off x="1917037" y="3222354"/>
              <a:ext cx="18525" cy="77258"/>
            </a:xfrm>
            <a:custGeom>
              <a:avLst/>
              <a:gdLst>
                <a:gd name="connsiteX0" fmla="*/ 18526 w 18525"/>
                <a:gd name="connsiteY0" fmla="*/ 0 h 77258"/>
                <a:gd name="connsiteX1" fmla="*/ 9083 w 18525"/>
                <a:gd name="connsiteY1" fmla="*/ 18470 h 77258"/>
                <a:gd name="connsiteX2" fmla="*/ 5677 w 18525"/>
                <a:gd name="connsiteY2" fmla="*/ 38879 h 77258"/>
                <a:gd name="connsiteX3" fmla="*/ 9194 w 18525"/>
                <a:gd name="connsiteY3" fmla="*/ 58983 h 77258"/>
                <a:gd name="connsiteX4" fmla="*/ 18498 w 18525"/>
                <a:gd name="connsiteY4" fmla="*/ 77259 h 77258"/>
                <a:gd name="connsiteX5" fmla="*/ 14233 w 18525"/>
                <a:gd name="connsiteY5" fmla="*/ 77259 h 77258"/>
                <a:gd name="connsiteX6" fmla="*/ 8114 w 18525"/>
                <a:gd name="connsiteY6" fmla="*/ 68093 h 77258"/>
                <a:gd name="connsiteX7" fmla="*/ 3628 w 18525"/>
                <a:gd name="connsiteY7" fmla="*/ 59038 h 77258"/>
                <a:gd name="connsiteX8" fmla="*/ 914 w 18525"/>
                <a:gd name="connsiteY8" fmla="*/ 49401 h 77258"/>
                <a:gd name="connsiteX9" fmla="*/ 0 w 18525"/>
                <a:gd name="connsiteY9" fmla="*/ 38463 h 77258"/>
                <a:gd name="connsiteX10" fmla="*/ 941 w 18525"/>
                <a:gd name="connsiteY10" fmla="*/ 27719 h 77258"/>
                <a:gd name="connsiteX11" fmla="*/ 3711 w 18525"/>
                <a:gd name="connsiteY11" fmla="*/ 18027 h 77258"/>
                <a:gd name="connsiteX12" fmla="*/ 8169 w 18525"/>
                <a:gd name="connsiteY12" fmla="*/ 8917 h 77258"/>
                <a:gd name="connsiteX13" fmla="*/ 14261 w 18525"/>
                <a:gd name="connsiteY13" fmla="*/ 0 h 77258"/>
                <a:gd name="connsiteX14" fmla="*/ 18526 w 18525"/>
                <a:gd name="connsiteY14" fmla="*/ 0 h 77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8525" h="77258">
                  <a:moveTo>
                    <a:pt x="18526" y="0"/>
                  </a:moveTo>
                  <a:cubicBezTo>
                    <a:pt x="14510" y="5760"/>
                    <a:pt x="11353" y="11907"/>
                    <a:pt x="9083" y="18470"/>
                  </a:cubicBezTo>
                  <a:cubicBezTo>
                    <a:pt x="6812" y="25033"/>
                    <a:pt x="5677" y="31845"/>
                    <a:pt x="5677" y="38879"/>
                  </a:cubicBezTo>
                  <a:cubicBezTo>
                    <a:pt x="5677" y="45912"/>
                    <a:pt x="6840" y="52503"/>
                    <a:pt x="9194" y="58983"/>
                  </a:cubicBezTo>
                  <a:cubicBezTo>
                    <a:pt x="11547" y="65462"/>
                    <a:pt x="14649" y="71554"/>
                    <a:pt x="18498" y="77259"/>
                  </a:cubicBezTo>
                  <a:lnTo>
                    <a:pt x="14233" y="77259"/>
                  </a:lnTo>
                  <a:cubicBezTo>
                    <a:pt x="11935" y="74102"/>
                    <a:pt x="9886" y="71028"/>
                    <a:pt x="8114" y="68093"/>
                  </a:cubicBezTo>
                  <a:cubicBezTo>
                    <a:pt x="6314" y="65130"/>
                    <a:pt x="4818" y="62112"/>
                    <a:pt x="3628" y="59038"/>
                  </a:cubicBezTo>
                  <a:cubicBezTo>
                    <a:pt x="2409" y="55964"/>
                    <a:pt x="1495" y="52752"/>
                    <a:pt x="914" y="49401"/>
                  </a:cubicBezTo>
                  <a:cubicBezTo>
                    <a:pt x="305" y="46051"/>
                    <a:pt x="0" y="42395"/>
                    <a:pt x="0" y="38463"/>
                  </a:cubicBezTo>
                  <a:cubicBezTo>
                    <a:pt x="0" y="34531"/>
                    <a:pt x="305" y="31070"/>
                    <a:pt x="941" y="27719"/>
                  </a:cubicBezTo>
                  <a:cubicBezTo>
                    <a:pt x="1578" y="24368"/>
                    <a:pt x="2492" y="21129"/>
                    <a:pt x="3711" y="18027"/>
                  </a:cubicBezTo>
                  <a:cubicBezTo>
                    <a:pt x="4929" y="14926"/>
                    <a:pt x="6397" y="11907"/>
                    <a:pt x="8169" y="8917"/>
                  </a:cubicBezTo>
                  <a:cubicBezTo>
                    <a:pt x="9941" y="5954"/>
                    <a:pt x="11963" y="2991"/>
                    <a:pt x="14261" y="0"/>
                  </a:cubicBezTo>
                  <a:lnTo>
                    <a:pt x="18526" y="0"/>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74" name="Freeform 3473">
              <a:extLst>
                <a:ext uri="{FF2B5EF4-FFF2-40B4-BE49-F238E27FC236}">
                  <a16:creationId xmlns:a16="http://schemas.microsoft.com/office/drawing/2014/main" id="{D37FD845-5ED3-16BA-A568-7AFB80AC2824}"/>
                </a:ext>
              </a:extLst>
            </p:cNvPr>
            <p:cNvSpPr/>
            <p:nvPr/>
          </p:nvSpPr>
          <p:spPr>
            <a:xfrm>
              <a:off x="1946639" y="3239551"/>
              <a:ext cx="19383" cy="44195"/>
            </a:xfrm>
            <a:custGeom>
              <a:avLst/>
              <a:gdLst>
                <a:gd name="connsiteX0" fmla="*/ 5040 w 19383"/>
                <a:gd name="connsiteY0" fmla="*/ 44195 h 44195"/>
                <a:gd name="connsiteX1" fmla="*/ 0 w 19383"/>
                <a:gd name="connsiteY1" fmla="*/ 44195 h 44195"/>
                <a:gd name="connsiteX2" fmla="*/ 0 w 19383"/>
                <a:gd name="connsiteY2" fmla="*/ 1163 h 44195"/>
                <a:gd name="connsiteX3" fmla="*/ 5040 w 19383"/>
                <a:gd name="connsiteY3" fmla="*/ 1163 h 44195"/>
                <a:gd name="connsiteX4" fmla="*/ 5040 w 19383"/>
                <a:gd name="connsiteY4" fmla="*/ 9221 h 44195"/>
                <a:gd name="connsiteX5" fmla="*/ 5206 w 19383"/>
                <a:gd name="connsiteY5" fmla="*/ 9221 h 44195"/>
                <a:gd name="connsiteX6" fmla="*/ 10606 w 19383"/>
                <a:gd name="connsiteY6" fmla="*/ 2021 h 44195"/>
                <a:gd name="connsiteX7" fmla="*/ 19384 w 19383"/>
                <a:gd name="connsiteY7" fmla="*/ 0 h 44195"/>
                <a:gd name="connsiteX8" fmla="*/ 19384 w 19383"/>
                <a:gd name="connsiteY8" fmla="*/ 5400 h 44195"/>
                <a:gd name="connsiteX9" fmla="*/ 12350 w 19383"/>
                <a:gd name="connsiteY9" fmla="*/ 6729 h 44195"/>
                <a:gd name="connsiteX10" fmla="*/ 7947 w 19383"/>
                <a:gd name="connsiteY10" fmla="*/ 10550 h 44195"/>
                <a:gd name="connsiteX11" fmla="*/ 5677 w 19383"/>
                <a:gd name="connsiteY11" fmla="*/ 16227 h 44195"/>
                <a:gd name="connsiteX12" fmla="*/ 5040 w 19383"/>
                <a:gd name="connsiteY12" fmla="*/ 23094 h 44195"/>
                <a:gd name="connsiteX13" fmla="*/ 5040 w 19383"/>
                <a:gd name="connsiteY13" fmla="*/ 44195 h 441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9383" h="44195">
                  <a:moveTo>
                    <a:pt x="5040" y="44195"/>
                  </a:moveTo>
                  <a:lnTo>
                    <a:pt x="0" y="44195"/>
                  </a:lnTo>
                  <a:lnTo>
                    <a:pt x="0" y="1163"/>
                  </a:lnTo>
                  <a:lnTo>
                    <a:pt x="5040" y="1163"/>
                  </a:lnTo>
                  <a:lnTo>
                    <a:pt x="5040" y="9221"/>
                  </a:lnTo>
                  <a:lnTo>
                    <a:pt x="5206" y="9221"/>
                  </a:lnTo>
                  <a:cubicBezTo>
                    <a:pt x="6591" y="5787"/>
                    <a:pt x="8418" y="3378"/>
                    <a:pt x="10606" y="2021"/>
                  </a:cubicBezTo>
                  <a:cubicBezTo>
                    <a:pt x="12821" y="665"/>
                    <a:pt x="15729" y="0"/>
                    <a:pt x="19384" y="0"/>
                  </a:cubicBezTo>
                  <a:lnTo>
                    <a:pt x="19384" y="5400"/>
                  </a:lnTo>
                  <a:cubicBezTo>
                    <a:pt x="16532" y="5344"/>
                    <a:pt x="14178" y="5787"/>
                    <a:pt x="12350" y="6729"/>
                  </a:cubicBezTo>
                  <a:cubicBezTo>
                    <a:pt x="10495" y="7670"/>
                    <a:pt x="9027" y="8944"/>
                    <a:pt x="7947" y="10550"/>
                  </a:cubicBezTo>
                  <a:cubicBezTo>
                    <a:pt x="6867" y="12157"/>
                    <a:pt x="6092" y="14067"/>
                    <a:pt x="5677" y="16227"/>
                  </a:cubicBezTo>
                  <a:cubicBezTo>
                    <a:pt x="5261" y="18415"/>
                    <a:pt x="5040" y="20713"/>
                    <a:pt x="5040" y="23094"/>
                  </a:cubicBezTo>
                  <a:lnTo>
                    <a:pt x="5040" y="44195"/>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75" name="Freeform 3474">
              <a:extLst>
                <a:ext uri="{FF2B5EF4-FFF2-40B4-BE49-F238E27FC236}">
                  <a16:creationId xmlns:a16="http://schemas.microsoft.com/office/drawing/2014/main" id="{9A32B5CA-9072-6070-C785-F23E5BD9257D}"/>
                </a:ext>
              </a:extLst>
            </p:cNvPr>
            <p:cNvSpPr/>
            <p:nvPr/>
          </p:nvSpPr>
          <p:spPr>
            <a:xfrm>
              <a:off x="1972087" y="3239606"/>
              <a:ext cx="39101" cy="45330"/>
            </a:xfrm>
            <a:custGeom>
              <a:avLst/>
              <a:gdLst>
                <a:gd name="connsiteX0" fmla="*/ 5344 w 39101"/>
                <a:gd name="connsiteY0" fmla="*/ 23787 h 45330"/>
                <a:gd name="connsiteX1" fmla="*/ 6258 w 39101"/>
                <a:gd name="connsiteY1" fmla="*/ 30405 h 45330"/>
                <a:gd name="connsiteX2" fmla="*/ 8972 w 39101"/>
                <a:gd name="connsiteY2" fmla="*/ 35805 h 45330"/>
                <a:gd name="connsiteX3" fmla="*/ 13541 w 39101"/>
                <a:gd name="connsiteY3" fmla="*/ 39460 h 45330"/>
                <a:gd name="connsiteX4" fmla="*/ 19910 w 39101"/>
                <a:gd name="connsiteY4" fmla="*/ 40845 h 45330"/>
                <a:gd name="connsiteX5" fmla="*/ 28384 w 39101"/>
                <a:gd name="connsiteY5" fmla="*/ 38269 h 45330"/>
                <a:gd name="connsiteX6" fmla="*/ 33091 w 39101"/>
                <a:gd name="connsiteY6" fmla="*/ 30959 h 45330"/>
                <a:gd name="connsiteX7" fmla="*/ 38712 w 39101"/>
                <a:gd name="connsiteY7" fmla="*/ 30959 h 45330"/>
                <a:gd name="connsiteX8" fmla="*/ 36276 w 39101"/>
                <a:gd name="connsiteY8" fmla="*/ 36663 h 45330"/>
                <a:gd name="connsiteX9" fmla="*/ 32510 w 39101"/>
                <a:gd name="connsiteY9" fmla="*/ 41232 h 45330"/>
                <a:gd name="connsiteX10" fmla="*/ 27137 w 39101"/>
                <a:gd name="connsiteY10" fmla="*/ 44251 h 45330"/>
                <a:gd name="connsiteX11" fmla="*/ 19938 w 39101"/>
                <a:gd name="connsiteY11" fmla="*/ 45331 h 45330"/>
                <a:gd name="connsiteX12" fmla="*/ 10966 w 39101"/>
                <a:gd name="connsiteY12" fmla="*/ 43586 h 45330"/>
                <a:gd name="connsiteX13" fmla="*/ 4763 w 39101"/>
                <a:gd name="connsiteY13" fmla="*/ 38796 h 45330"/>
                <a:gd name="connsiteX14" fmla="*/ 1163 w 39101"/>
                <a:gd name="connsiteY14" fmla="*/ 31651 h 45330"/>
                <a:gd name="connsiteX15" fmla="*/ 0 w 39101"/>
                <a:gd name="connsiteY15" fmla="*/ 22818 h 45330"/>
                <a:gd name="connsiteX16" fmla="*/ 1385 w 39101"/>
                <a:gd name="connsiteY16" fmla="*/ 13929 h 45330"/>
                <a:gd name="connsiteX17" fmla="*/ 5317 w 39101"/>
                <a:gd name="connsiteY17" fmla="*/ 6674 h 45330"/>
                <a:gd name="connsiteX18" fmla="*/ 11575 w 39101"/>
                <a:gd name="connsiteY18" fmla="*/ 1772 h 45330"/>
                <a:gd name="connsiteX19" fmla="*/ 19965 w 39101"/>
                <a:gd name="connsiteY19" fmla="*/ 0 h 45330"/>
                <a:gd name="connsiteX20" fmla="*/ 34060 w 39101"/>
                <a:gd name="connsiteY20" fmla="*/ 6120 h 45330"/>
                <a:gd name="connsiteX21" fmla="*/ 39100 w 39101"/>
                <a:gd name="connsiteY21" fmla="*/ 23842 h 45330"/>
                <a:gd name="connsiteX22" fmla="*/ 5372 w 39101"/>
                <a:gd name="connsiteY22" fmla="*/ 23842 h 45330"/>
                <a:gd name="connsiteX23" fmla="*/ 33673 w 39101"/>
                <a:gd name="connsiteY23" fmla="*/ 19633 h 45330"/>
                <a:gd name="connsiteX24" fmla="*/ 32787 w 39101"/>
                <a:gd name="connsiteY24" fmla="*/ 13707 h 45330"/>
                <a:gd name="connsiteX25" fmla="*/ 30184 w 39101"/>
                <a:gd name="connsiteY25" fmla="*/ 8889 h 45330"/>
                <a:gd name="connsiteX26" fmla="*/ 25864 w 39101"/>
                <a:gd name="connsiteY26" fmla="*/ 5649 h 45330"/>
                <a:gd name="connsiteX27" fmla="*/ 19910 w 39101"/>
                <a:gd name="connsiteY27" fmla="*/ 4458 h 45330"/>
                <a:gd name="connsiteX28" fmla="*/ 13984 w 39101"/>
                <a:gd name="connsiteY28" fmla="*/ 5704 h 45330"/>
                <a:gd name="connsiteX29" fmla="*/ 9637 w 39101"/>
                <a:gd name="connsiteY29" fmla="*/ 9027 h 45330"/>
                <a:gd name="connsiteX30" fmla="*/ 6757 w 39101"/>
                <a:gd name="connsiteY30" fmla="*/ 13846 h 45330"/>
                <a:gd name="connsiteX31" fmla="*/ 5317 w 39101"/>
                <a:gd name="connsiteY31" fmla="*/ 19661 h 45330"/>
                <a:gd name="connsiteX32" fmla="*/ 33673 w 39101"/>
                <a:gd name="connsiteY32" fmla="*/ 19661 h 45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9101" h="45330">
                  <a:moveTo>
                    <a:pt x="5344" y="23787"/>
                  </a:moveTo>
                  <a:cubicBezTo>
                    <a:pt x="5344" y="26113"/>
                    <a:pt x="5649" y="28328"/>
                    <a:pt x="6258" y="30405"/>
                  </a:cubicBezTo>
                  <a:cubicBezTo>
                    <a:pt x="6867" y="32482"/>
                    <a:pt x="7781" y="34282"/>
                    <a:pt x="8972" y="35805"/>
                  </a:cubicBezTo>
                  <a:cubicBezTo>
                    <a:pt x="10163" y="37328"/>
                    <a:pt x="11686" y="38546"/>
                    <a:pt x="13541" y="39460"/>
                  </a:cubicBezTo>
                  <a:cubicBezTo>
                    <a:pt x="15396" y="40374"/>
                    <a:pt x="17501" y="40845"/>
                    <a:pt x="19910" y="40845"/>
                  </a:cubicBezTo>
                  <a:cubicBezTo>
                    <a:pt x="23205" y="40845"/>
                    <a:pt x="26030" y="39986"/>
                    <a:pt x="28384" y="38269"/>
                  </a:cubicBezTo>
                  <a:cubicBezTo>
                    <a:pt x="30737" y="36553"/>
                    <a:pt x="32288" y="34116"/>
                    <a:pt x="33091" y="30959"/>
                  </a:cubicBezTo>
                  <a:lnTo>
                    <a:pt x="38712" y="30959"/>
                  </a:lnTo>
                  <a:cubicBezTo>
                    <a:pt x="38103" y="33008"/>
                    <a:pt x="37273" y="34891"/>
                    <a:pt x="36276" y="36663"/>
                  </a:cubicBezTo>
                  <a:cubicBezTo>
                    <a:pt x="35279" y="38408"/>
                    <a:pt x="34005" y="39931"/>
                    <a:pt x="32510" y="41232"/>
                  </a:cubicBezTo>
                  <a:cubicBezTo>
                    <a:pt x="30987" y="42534"/>
                    <a:pt x="29214" y="43559"/>
                    <a:pt x="27137" y="44251"/>
                  </a:cubicBezTo>
                  <a:cubicBezTo>
                    <a:pt x="25061" y="44971"/>
                    <a:pt x="22651" y="45331"/>
                    <a:pt x="19938" y="45331"/>
                  </a:cubicBezTo>
                  <a:cubicBezTo>
                    <a:pt x="16476" y="45331"/>
                    <a:pt x="13486" y="44749"/>
                    <a:pt x="10966" y="43586"/>
                  </a:cubicBezTo>
                  <a:cubicBezTo>
                    <a:pt x="8446" y="42423"/>
                    <a:pt x="6369" y="40817"/>
                    <a:pt x="4763" y="38796"/>
                  </a:cubicBezTo>
                  <a:cubicBezTo>
                    <a:pt x="3129" y="36774"/>
                    <a:pt x="1938" y="34393"/>
                    <a:pt x="1163" y="31651"/>
                  </a:cubicBezTo>
                  <a:cubicBezTo>
                    <a:pt x="388" y="28910"/>
                    <a:pt x="0" y="25974"/>
                    <a:pt x="0" y="22818"/>
                  </a:cubicBezTo>
                  <a:cubicBezTo>
                    <a:pt x="0" y="19661"/>
                    <a:pt x="471" y="16698"/>
                    <a:pt x="1385" y="13929"/>
                  </a:cubicBezTo>
                  <a:cubicBezTo>
                    <a:pt x="2298" y="11160"/>
                    <a:pt x="3628" y="8723"/>
                    <a:pt x="5317" y="6674"/>
                  </a:cubicBezTo>
                  <a:cubicBezTo>
                    <a:pt x="7034" y="4597"/>
                    <a:pt x="9110" y="2963"/>
                    <a:pt x="11575" y="1772"/>
                  </a:cubicBezTo>
                  <a:cubicBezTo>
                    <a:pt x="14039" y="582"/>
                    <a:pt x="16836" y="0"/>
                    <a:pt x="19965" y="0"/>
                  </a:cubicBezTo>
                  <a:cubicBezTo>
                    <a:pt x="25947" y="0"/>
                    <a:pt x="30654" y="2022"/>
                    <a:pt x="34060" y="6120"/>
                  </a:cubicBezTo>
                  <a:cubicBezTo>
                    <a:pt x="37466" y="10191"/>
                    <a:pt x="39156" y="16089"/>
                    <a:pt x="39100" y="23842"/>
                  </a:cubicBezTo>
                  <a:lnTo>
                    <a:pt x="5372" y="23842"/>
                  </a:lnTo>
                  <a:close/>
                  <a:moveTo>
                    <a:pt x="33673" y="19633"/>
                  </a:moveTo>
                  <a:cubicBezTo>
                    <a:pt x="33673" y="17529"/>
                    <a:pt x="33368" y="15563"/>
                    <a:pt x="32787" y="13707"/>
                  </a:cubicBezTo>
                  <a:cubicBezTo>
                    <a:pt x="32205" y="11852"/>
                    <a:pt x="31319" y="10246"/>
                    <a:pt x="30184" y="8889"/>
                  </a:cubicBezTo>
                  <a:cubicBezTo>
                    <a:pt x="29048" y="7532"/>
                    <a:pt x="27608" y="6452"/>
                    <a:pt x="25864" y="5649"/>
                  </a:cubicBezTo>
                  <a:cubicBezTo>
                    <a:pt x="24119" y="4846"/>
                    <a:pt x="22153" y="4458"/>
                    <a:pt x="19910" y="4458"/>
                  </a:cubicBezTo>
                  <a:cubicBezTo>
                    <a:pt x="17667" y="4458"/>
                    <a:pt x="15701" y="4874"/>
                    <a:pt x="13984" y="5704"/>
                  </a:cubicBezTo>
                  <a:cubicBezTo>
                    <a:pt x="12267" y="6535"/>
                    <a:pt x="10827" y="7643"/>
                    <a:pt x="9637" y="9027"/>
                  </a:cubicBezTo>
                  <a:cubicBezTo>
                    <a:pt x="8446" y="10412"/>
                    <a:pt x="7477" y="12018"/>
                    <a:pt x="6757" y="13846"/>
                  </a:cubicBezTo>
                  <a:cubicBezTo>
                    <a:pt x="6037" y="15673"/>
                    <a:pt x="5566" y="17612"/>
                    <a:pt x="5317" y="19661"/>
                  </a:cubicBezTo>
                  <a:lnTo>
                    <a:pt x="33673" y="19661"/>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76" name="Freeform 3475">
              <a:extLst>
                <a:ext uri="{FF2B5EF4-FFF2-40B4-BE49-F238E27FC236}">
                  <a16:creationId xmlns:a16="http://schemas.microsoft.com/office/drawing/2014/main" id="{C5B20839-4B4A-09FD-CC4A-BFBCCE90CB23}"/>
                </a:ext>
              </a:extLst>
            </p:cNvPr>
            <p:cNvSpPr/>
            <p:nvPr/>
          </p:nvSpPr>
          <p:spPr>
            <a:xfrm>
              <a:off x="2016615" y="3228751"/>
              <a:ext cx="19605" cy="56158"/>
            </a:xfrm>
            <a:custGeom>
              <a:avLst/>
              <a:gdLst>
                <a:gd name="connsiteX0" fmla="*/ 19605 w 19605"/>
                <a:gd name="connsiteY0" fmla="*/ 55161 h 56158"/>
                <a:gd name="connsiteX1" fmla="*/ 17169 w 19605"/>
                <a:gd name="connsiteY1" fmla="*/ 55743 h 56158"/>
                <a:gd name="connsiteX2" fmla="*/ 13818 w 19605"/>
                <a:gd name="connsiteY2" fmla="*/ 56158 h 56158"/>
                <a:gd name="connsiteX3" fmla="*/ 8086 w 19605"/>
                <a:gd name="connsiteY3" fmla="*/ 54303 h 56158"/>
                <a:gd name="connsiteX4" fmla="*/ 6120 w 19605"/>
                <a:gd name="connsiteY4" fmla="*/ 47601 h 56158"/>
                <a:gd name="connsiteX5" fmla="*/ 6120 w 19605"/>
                <a:gd name="connsiteY5" fmla="*/ 16116 h 56158"/>
                <a:gd name="connsiteX6" fmla="*/ 0 w 19605"/>
                <a:gd name="connsiteY6" fmla="*/ 16116 h 56158"/>
                <a:gd name="connsiteX7" fmla="*/ 0 w 19605"/>
                <a:gd name="connsiteY7" fmla="*/ 11963 h 56158"/>
                <a:gd name="connsiteX8" fmla="*/ 6120 w 19605"/>
                <a:gd name="connsiteY8" fmla="*/ 11963 h 56158"/>
                <a:gd name="connsiteX9" fmla="*/ 6120 w 19605"/>
                <a:gd name="connsiteY9" fmla="*/ 0 h 56158"/>
                <a:gd name="connsiteX10" fmla="*/ 11160 w 19605"/>
                <a:gd name="connsiteY10" fmla="*/ 0 h 56158"/>
                <a:gd name="connsiteX11" fmla="*/ 11160 w 19605"/>
                <a:gd name="connsiteY11" fmla="*/ 11963 h 56158"/>
                <a:gd name="connsiteX12" fmla="*/ 19301 w 19605"/>
                <a:gd name="connsiteY12" fmla="*/ 11963 h 56158"/>
                <a:gd name="connsiteX13" fmla="*/ 19301 w 19605"/>
                <a:gd name="connsiteY13" fmla="*/ 16116 h 56158"/>
                <a:gd name="connsiteX14" fmla="*/ 11160 w 19605"/>
                <a:gd name="connsiteY14" fmla="*/ 16116 h 56158"/>
                <a:gd name="connsiteX15" fmla="*/ 11160 w 19605"/>
                <a:gd name="connsiteY15" fmla="*/ 45608 h 56158"/>
                <a:gd name="connsiteX16" fmla="*/ 11243 w 19605"/>
                <a:gd name="connsiteY16" fmla="*/ 48349 h 56158"/>
                <a:gd name="connsiteX17" fmla="*/ 11741 w 19605"/>
                <a:gd name="connsiteY17" fmla="*/ 50260 h 56158"/>
                <a:gd name="connsiteX18" fmla="*/ 13043 w 19605"/>
                <a:gd name="connsiteY18" fmla="*/ 51340 h 56158"/>
                <a:gd name="connsiteX19" fmla="*/ 15507 w 19605"/>
                <a:gd name="connsiteY19" fmla="*/ 51672 h 56158"/>
                <a:gd name="connsiteX20" fmla="*/ 17556 w 19605"/>
                <a:gd name="connsiteY20" fmla="*/ 51506 h 56158"/>
                <a:gd name="connsiteX21" fmla="*/ 19605 w 19605"/>
                <a:gd name="connsiteY21" fmla="*/ 51091 h 56158"/>
                <a:gd name="connsiteX22" fmla="*/ 19605 w 19605"/>
                <a:gd name="connsiteY22" fmla="*/ 55161 h 5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9605" h="56158">
                  <a:moveTo>
                    <a:pt x="19605" y="55161"/>
                  </a:moveTo>
                  <a:cubicBezTo>
                    <a:pt x="18996" y="55272"/>
                    <a:pt x="18193" y="55466"/>
                    <a:pt x="17169" y="55743"/>
                  </a:cubicBezTo>
                  <a:cubicBezTo>
                    <a:pt x="16172" y="56020"/>
                    <a:pt x="15036" y="56158"/>
                    <a:pt x="13818" y="56158"/>
                  </a:cubicBezTo>
                  <a:cubicBezTo>
                    <a:pt x="11298" y="56158"/>
                    <a:pt x="9387" y="55521"/>
                    <a:pt x="8086" y="54303"/>
                  </a:cubicBezTo>
                  <a:cubicBezTo>
                    <a:pt x="6784" y="53057"/>
                    <a:pt x="6120" y="50841"/>
                    <a:pt x="6120" y="47601"/>
                  </a:cubicBezTo>
                  <a:lnTo>
                    <a:pt x="6120" y="16116"/>
                  </a:lnTo>
                  <a:lnTo>
                    <a:pt x="0" y="16116"/>
                  </a:lnTo>
                  <a:lnTo>
                    <a:pt x="0" y="11963"/>
                  </a:lnTo>
                  <a:lnTo>
                    <a:pt x="6120" y="11963"/>
                  </a:lnTo>
                  <a:lnTo>
                    <a:pt x="6120" y="0"/>
                  </a:lnTo>
                  <a:lnTo>
                    <a:pt x="11160" y="0"/>
                  </a:lnTo>
                  <a:lnTo>
                    <a:pt x="11160" y="11963"/>
                  </a:lnTo>
                  <a:lnTo>
                    <a:pt x="19301" y="11963"/>
                  </a:lnTo>
                  <a:lnTo>
                    <a:pt x="19301" y="16116"/>
                  </a:lnTo>
                  <a:lnTo>
                    <a:pt x="11160" y="16116"/>
                  </a:lnTo>
                  <a:lnTo>
                    <a:pt x="11160" y="45608"/>
                  </a:lnTo>
                  <a:cubicBezTo>
                    <a:pt x="11160" y="46660"/>
                    <a:pt x="11187" y="47574"/>
                    <a:pt x="11243" y="48349"/>
                  </a:cubicBezTo>
                  <a:cubicBezTo>
                    <a:pt x="11298" y="49124"/>
                    <a:pt x="11464" y="49761"/>
                    <a:pt x="11741" y="50260"/>
                  </a:cubicBezTo>
                  <a:cubicBezTo>
                    <a:pt x="12018" y="50758"/>
                    <a:pt x="12461" y="51118"/>
                    <a:pt x="13043" y="51340"/>
                  </a:cubicBezTo>
                  <a:cubicBezTo>
                    <a:pt x="13624" y="51561"/>
                    <a:pt x="14455" y="51672"/>
                    <a:pt x="15507" y="51672"/>
                  </a:cubicBezTo>
                  <a:cubicBezTo>
                    <a:pt x="16172" y="51672"/>
                    <a:pt x="16864" y="51617"/>
                    <a:pt x="17556" y="51506"/>
                  </a:cubicBezTo>
                  <a:cubicBezTo>
                    <a:pt x="18249" y="51395"/>
                    <a:pt x="18941" y="51257"/>
                    <a:pt x="19605" y="51091"/>
                  </a:cubicBezTo>
                  <a:lnTo>
                    <a:pt x="19605" y="55161"/>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77" name="Freeform 3476">
              <a:extLst>
                <a:ext uri="{FF2B5EF4-FFF2-40B4-BE49-F238E27FC236}">
                  <a16:creationId xmlns:a16="http://schemas.microsoft.com/office/drawing/2014/main" id="{D6E6123A-DE91-140F-2AE9-0BA39BA07B65}"/>
                </a:ext>
              </a:extLst>
            </p:cNvPr>
            <p:cNvSpPr/>
            <p:nvPr/>
          </p:nvSpPr>
          <p:spPr>
            <a:xfrm>
              <a:off x="2044500" y="3239551"/>
              <a:ext cx="19383" cy="44195"/>
            </a:xfrm>
            <a:custGeom>
              <a:avLst/>
              <a:gdLst>
                <a:gd name="connsiteX0" fmla="*/ 5040 w 19383"/>
                <a:gd name="connsiteY0" fmla="*/ 44195 h 44195"/>
                <a:gd name="connsiteX1" fmla="*/ 0 w 19383"/>
                <a:gd name="connsiteY1" fmla="*/ 44195 h 44195"/>
                <a:gd name="connsiteX2" fmla="*/ 0 w 19383"/>
                <a:gd name="connsiteY2" fmla="*/ 1163 h 44195"/>
                <a:gd name="connsiteX3" fmla="*/ 5040 w 19383"/>
                <a:gd name="connsiteY3" fmla="*/ 1163 h 44195"/>
                <a:gd name="connsiteX4" fmla="*/ 5040 w 19383"/>
                <a:gd name="connsiteY4" fmla="*/ 9221 h 44195"/>
                <a:gd name="connsiteX5" fmla="*/ 5206 w 19383"/>
                <a:gd name="connsiteY5" fmla="*/ 9221 h 44195"/>
                <a:gd name="connsiteX6" fmla="*/ 10606 w 19383"/>
                <a:gd name="connsiteY6" fmla="*/ 2021 h 44195"/>
                <a:gd name="connsiteX7" fmla="*/ 19384 w 19383"/>
                <a:gd name="connsiteY7" fmla="*/ 0 h 44195"/>
                <a:gd name="connsiteX8" fmla="*/ 19384 w 19383"/>
                <a:gd name="connsiteY8" fmla="*/ 5400 h 44195"/>
                <a:gd name="connsiteX9" fmla="*/ 12350 w 19383"/>
                <a:gd name="connsiteY9" fmla="*/ 6729 h 44195"/>
                <a:gd name="connsiteX10" fmla="*/ 7947 w 19383"/>
                <a:gd name="connsiteY10" fmla="*/ 10550 h 44195"/>
                <a:gd name="connsiteX11" fmla="*/ 5677 w 19383"/>
                <a:gd name="connsiteY11" fmla="*/ 16227 h 44195"/>
                <a:gd name="connsiteX12" fmla="*/ 5040 w 19383"/>
                <a:gd name="connsiteY12" fmla="*/ 23094 h 44195"/>
                <a:gd name="connsiteX13" fmla="*/ 5040 w 19383"/>
                <a:gd name="connsiteY13" fmla="*/ 44195 h 441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9383" h="44195">
                  <a:moveTo>
                    <a:pt x="5040" y="44195"/>
                  </a:moveTo>
                  <a:lnTo>
                    <a:pt x="0" y="44195"/>
                  </a:lnTo>
                  <a:lnTo>
                    <a:pt x="0" y="1163"/>
                  </a:lnTo>
                  <a:lnTo>
                    <a:pt x="5040" y="1163"/>
                  </a:lnTo>
                  <a:lnTo>
                    <a:pt x="5040" y="9221"/>
                  </a:lnTo>
                  <a:lnTo>
                    <a:pt x="5206" y="9221"/>
                  </a:lnTo>
                  <a:cubicBezTo>
                    <a:pt x="6591" y="5787"/>
                    <a:pt x="8418" y="3378"/>
                    <a:pt x="10606" y="2021"/>
                  </a:cubicBezTo>
                  <a:cubicBezTo>
                    <a:pt x="12821" y="665"/>
                    <a:pt x="15729" y="0"/>
                    <a:pt x="19384" y="0"/>
                  </a:cubicBezTo>
                  <a:lnTo>
                    <a:pt x="19384" y="5400"/>
                  </a:lnTo>
                  <a:cubicBezTo>
                    <a:pt x="16532" y="5344"/>
                    <a:pt x="14178" y="5787"/>
                    <a:pt x="12350" y="6729"/>
                  </a:cubicBezTo>
                  <a:cubicBezTo>
                    <a:pt x="10495" y="7670"/>
                    <a:pt x="9027" y="8944"/>
                    <a:pt x="7947" y="10550"/>
                  </a:cubicBezTo>
                  <a:cubicBezTo>
                    <a:pt x="6867" y="12157"/>
                    <a:pt x="6092" y="14067"/>
                    <a:pt x="5677" y="16227"/>
                  </a:cubicBezTo>
                  <a:cubicBezTo>
                    <a:pt x="5261" y="18415"/>
                    <a:pt x="5040" y="20713"/>
                    <a:pt x="5040" y="23094"/>
                  </a:cubicBezTo>
                  <a:lnTo>
                    <a:pt x="5040" y="44195"/>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78" name="Freeform 3477">
              <a:extLst>
                <a:ext uri="{FF2B5EF4-FFF2-40B4-BE49-F238E27FC236}">
                  <a16:creationId xmlns:a16="http://schemas.microsoft.com/office/drawing/2014/main" id="{8A7DACFC-29E0-6485-7E0C-3AE2AF6A60C7}"/>
                </a:ext>
              </a:extLst>
            </p:cNvPr>
            <p:cNvSpPr/>
            <p:nvPr/>
          </p:nvSpPr>
          <p:spPr>
            <a:xfrm>
              <a:off x="2072690" y="3223933"/>
              <a:ext cx="5538" cy="59813"/>
            </a:xfrm>
            <a:custGeom>
              <a:avLst/>
              <a:gdLst>
                <a:gd name="connsiteX0" fmla="*/ 0 w 5538"/>
                <a:gd name="connsiteY0" fmla="*/ 7394 h 59813"/>
                <a:gd name="connsiteX1" fmla="*/ 0 w 5538"/>
                <a:gd name="connsiteY1" fmla="*/ 0 h 59813"/>
                <a:gd name="connsiteX2" fmla="*/ 5538 w 5538"/>
                <a:gd name="connsiteY2" fmla="*/ 0 h 59813"/>
                <a:gd name="connsiteX3" fmla="*/ 5538 w 5538"/>
                <a:gd name="connsiteY3" fmla="*/ 7394 h 59813"/>
                <a:gd name="connsiteX4" fmla="*/ 0 w 5538"/>
                <a:gd name="connsiteY4" fmla="*/ 7394 h 59813"/>
                <a:gd name="connsiteX5" fmla="*/ 249 w 5538"/>
                <a:gd name="connsiteY5" fmla="*/ 59813 h 59813"/>
                <a:gd name="connsiteX6" fmla="*/ 249 w 5538"/>
                <a:gd name="connsiteY6" fmla="*/ 16781 h 59813"/>
                <a:gd name="connsiteX7" fmla="*/ 5289 w 5538"/>
                <a:gd name="connsiteY7" fmla="*/ 16781 h 59813"/>
                <a:gd name="connsiteX8" fmla="*/ 5289 w 5538"/>
                <a:gd name="connsiteY8" fmla="*/ 59813 h 59813"/>
                <a:gd name="connsiteX9" fmla="*/ 249 w 5538"/>
                <a:gd name="connsiteY9" fmla="*/ 59813 h 59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538" h="59813">
                  <a:moveTo>
                    <a:pt x="0" y="7394"/>
                  </a:moveTo>
                  <a:lnTo>
                    <a:pt x="0" y="0"/>
                  </a:lnTo>
                  <a:lnTo>
                    <a:pt x="5538" y="0"/>
                  </a:lnTo>
                  <a:lnTo>
                    <a:pt x="5538" y="7394"/>
                  </a:lnTo>
                  <a:lnTo>
                    <a:pt x="0" y="7394"/>
                  </a:lnTo>
                  <a:close/>
                  <a:moveTo>
                    <a:pt x="249" y="59813"/>
                  </a:moveTo>
                  <a:lnTo>
                    <a:pt x="249" y="16781"/>
                  </a:lnTo>
                  <a:lnTo>
                    <a:pt x="5289" y="16781"/>
                  </a:lnTo>
                  <a:lnTo>
                    <a:pt x="5289" y="59813"/>
                  </a:lnTo>
                  <a:lnTo>
                    <a:pt x="249" y="59813"/>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79" name="Freeform 3478">
              <a:extLst>
                <a:ext uri="{FF2B5EF4-FFF2-40B4-BE49-F238E27FC236}">
                  <a16:creationId xmlns:a16="http://schemas.microsoft.com/office/drawing/2014/main" id="{C181D35F-EB07-825F-9A84-8A917B9FD690}"/>
                </a:ext>
              </a:extLst>
            </p:cNvPr>
            <p:cNvSpPr/>
            <p:nvPr/>
          </p:nvSpPr>
          <p:spPr>
            <a:xfrm>
              <a:off x="2088585" y="3239606"/>
              <a:ext cx="39101" cy="45330"/>
            </a:xfrm>
            <a:custGeom>
              <a:avLst/>
              <a:gdLst>
                <a:gd name="connsiteX0" fmla="*/ 5344 w 39101"/>
                <a:gd name="connsiteY0" fmla="*/ 23787 h 45330"/>
                <a:gd name="connsiteX1" fmla="*/ 6258 w 39101"/>
                <a:gd name="connsiteY1" fmla="*/ 30405 h 45330"/>
                <a:gd name="connsiteX2" fmla="*/ 8972 w 39101"/>
                <a:gd name="connsiteY2" fmla="*/ 35805 h 45330"/>
                <a:gd name="connsiteX3" fmla="*/ 13541 w 39101"/>
                <a:gd name="connsiteY3" fmla="*/ 39460 h 45330"/>
                <a:gd name="connsiteX4" fmla="*/ 19910 w 39101"/>
                <a:gd name="connsiteY4" fmla="*/ 40845 h 45330"/>
                <a:gd name="connsiteX5" fmla="*/ 28384 w 39101"/>
                <a:gd name="connsiteY5" fmla="*/ 38269 h 45330"/>
                <a:gd name="connsiteX6" fmla="*/ 33091 w 39101"/>
                <a:gd name="connsiteY6" fmla="*/ 30959 h 45330"/>
                <a:gd name="connsiteX7" fmla="*/ 38712 w 39101"/>
                <a:gd name="connsiteY7" fmla="*/ 30959 h 45330"/>
                <a:gd name="connsiteX8" fmla="*/ 36276 w 39101"/>
                <a:gd name="connsiteY8" fmla="*/ 36663 h 45330"/>
                <a:gd name="connsiteX9" fmla="*/ 32510 w 39101"/>
                <a:gd name="connsiteY9" fmla="*/ 41232 h 45330"/>
                <a:gd name="connsiteX10" fmla="*/ 27138 w 39101"/>
                <a:gd name="connsiteY10" fmla="*/ 44251 h 45330"/>
                <a:gd name="connsiteX11" fmla="*/ 19938 w 39101"/>
                <a:gd name="connsiteY11" fmla="*/ 45331 h 45330"/>
                <a:gd name="connsiteX12" fmla="*/ 10966 w 39101"/>
                <a:gd name="connsiteY12" fmla="*/ 43586 h 45330"/>
                <a:gd name="connsiteX13" fmla="*/ 4763 w 39101"/>
                <a:gd name="connsiteY13" fmla="*/ 38796 h 45330"/>
                <a:gd name="connsiteX14" fmla="*/ 1163 w 39101"/>
                <a:gd name="connsiteY14" fmla="*/ 31651 h 45330"/>
                <a:gd name="connsiteX15" fmla="*/ 0 w 39101"/>
                <a:gd name="connsiteY15" fmla="*/ 22818 h 45330"/>
                <a:gd name="connsiteX16" fmla="*/ 1385 w 39101"/>
                <a:gd name="connsiteY16" fmla="*/ 13929 h 45330"/>
                <a:gd name="connsiteX17" fmla="*/ 5317 w 39101"/>
                <a:gd name="connsiteY17" fmla="*/ 6674 h 45330"/>
                <a:gd name="connsiteX18" fmla="*/ 11575 w 39101"/>
                <a:gd name="connsiteY18" fmla="*/ 1772 h 45330"/>
                <a:gd name="connsiteX19" fmla="*/ 19965 w 39101"/>
                <a:gd name="connsiteY19" fmla="*/ 0 h 45330"/>
                <a:gd name="connsiteX20" fmla="*/ 34060 w 39101"/>
                <a:gd name="connsiteY20" fmla="*/ 6120 h 45330"/>
                <a:gd name="connsiteX21" fmla="*/ 39100 w 39101"/>
                <a:gd name="connsiteY21" fmla="*/ 23842 h 45330"/>
                <a:gd name="connsiteX22" fmla="*/ 5372 w 39101"/>
                <a:gd name="connsiteY22" fmla="*/ 23842 h 45330"/>
                <a:gd name="connsiteX23" fmla="*/ 33673 w 39101"/>
                <a:gd name="connsiteY23" fmla="*/ 19633 h 45330"/>
                <a:gd name="connsiteX24" fmla="*/ 32787 w 39101"/>
                <a:gd name="connsiteY24" fmla="*/ 13707 h 45330"/>
                <a:gd name="connsiteX25" fmla="*/ 30184 w 39101"/>
                <a:gd name="connsiteY25" fmla="*/ 8889 h 45330"/>
                <a:gd name="connsiteX26" fmla="*/ 25864 w 39101"/>
                <a:gd name="connsiteY26" fmla="*/ 5649 h 45330"/>
                <a:gd name="connsiteX27" fmla="*/ 19910 w 39101"/>
                <a:gd name="connsiteY27" fmla="*/ 4458 h 45330"/>
                <a:gd name="connsiteX28" fmla="*/ 13984 w 39101"/>
                <a:gd name="connsiteY28" fmla="*/ 5704 h 45330"/>
                <a:gd name="connsiteX29" fmla="*/ 9637 w 39101"/>
                <a:gd name="connsiteY29" fmla="*/ 9027 h 45330"/>
                <a:gd name="connsiteX30" fmla="*/ 6757 w 39101"/>
                <a:gd name="connsiteY30" fmla="*/ 13846 h 45330"/>
                <a:gd name="connsiteX31" fmla="*/ 5317 w 39101"/>
                <a:gd name="connsiteY31" fmla="*/ 19661 h 45330"/>
                <a:gd name="connsiteX32" fmla="*/ 33673 w 39101"/>
                <a:gd name="connsiteY32" fmla="*/ 19661 h 45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9101" h="45330">
                  <a:moveTo>
                    <a:pt x="5344" y="23787"/>
                  </a:moveTo>
                  <a:cubicBezTo>
                    <a:pt x="5344" y="26113"/>
                    <a:pt x="5649" y="28328"/>
                    <a:pt x="6258" y="30405"/>
                  </a:cubicBezTo>
                  <a:cubicBezTo>
                    <a:pt x="6867" y="32482"/>
                    <a:pt x="7781" y="34282"/>
                    <a:pt x="8972" y="35805"/>
                  </a:cubicBezTo>
                  <a:cubicBezTo>
                    <a:pt x="10163" y="37328"/>
                    <a:pt x="11686" y="38546"/>
                    <a:pt x="13541" y="39460"/>
                  </a:cubicBezTo>
                  <a:cubicBezTo>
                    <a:pt x="15396" y="40374"/>
                    <a:pt x="17501" y="40845"/>
                    <a:pt x="19910" y="40845"/>
                  </a:cubicBezTo>
                  <a:cubicBezTo>
                    <a:pt x="23205" y="40845"/>
                    <a:pt x="26030" y="39986"/>
                    <a:pt x="28384" y="38269"/>
                  </a:cubicBezTo>
                  <a:cubicBezTo>
                    <a:pt x="30737" y="36553"/>
                    <a:pt x="32288" y="34116"/>
                    <a:pt x="33091" y="30959"/>
                  </a:cubicBezTo>
                  <a:lnTo>
                    <a:pt x="38712" y="30959"/>
                  </a:lnTo>
                  <a:cubicBezTo>
                    <a:pt x="38103" y="33008"/>
                    <a:pt x="37273" y="34891"/>
                    <a:pt x="36276" y="36663"/>
                  </a:cubicBezTo>
                  <a:cubicBezTo>
                    <a:pt x="35279" y="38408"/>
                    <a:pt x="34005" y="39931"/>
                    <a:pt x="32510" y="41232"/>
                  </a:cubicBezTo>
                  <a:cubicBezTo>
                    <a:pt x="30987" y="42534"/>
                    <a:pt x="29214" y="43559"/>
                    <a:pt x="27138" y="44251"/>
                  </a:cubicBezTo>
                  <a:cubicBezTo>
                    <a:pt x="25061" y="44971"/>
                    <a:pt x="22652" y="45331"/>
                    <a:pt x="19938" y="45331"/>
                  </a:cubicBezTo>
                  <a:cubicBezTo>
                    <a:pt x="16476" y="45331"/>
                    <a:pt x="13486" y="44749"/>
                    <a:pt x="10966" y="43586"/>
                  </a:cubicBezTo>
                  <a:cubicBezTo>
                    <a:pt x="8446" y="42423"/>
                    <a:pt x="6369" y="40817"/>
                    <a:pt x="4763" y="38796"/>
                  </a:cubicBezTo>
                  <a:cubicBezTo>
                    <a:pt x="3129" y="36774"/>
                    <a:pt x="1938" y="34393"/>
                    <a:pt x="1163" y="31651"/>
                  </a:cubicBezTo>
                  <a:cubicBezTo>
                    <a:pt x="388" y="28910"/>
                    <a:pt x="0" y="25974"/>
                    <a:pt x="0" y="22818"/>
                  </a:cubicBezTo>
                  <a:cubicBezTo>
                    <a:pt x="0" y="19661"/>
                    <a:pt x="471" y="16698"/>
                    <a:pt x="1385" y="13929"/>
                  </a:cubicBezTo>
                  <a:cubicBezTo>
                    <a:pt x="2298" y="11160"/>
                    <a:pt x="3628" y="8723"/>
                    <a:pt x="5317" y="6674"/>
                  </a:cubicBezTo>
                  <a:cubicBezTo>
                    <a:pt x="7034" y="4597"/>
                    <a:pt x="9110" y="2963"/>
                    <a:pt x="11575" y="1772"/>
                  </a:cubicBezTo>
                  <a:cubicBezTo>
                    <a:pt x="14040" y="582"/>
                    <a:pt x="16836" y="0"/>
                    <a:pt x="19965" y="0"/>
                  </a:cubicBezTo>
                  <a:cubicBezTo>
                    <a:pt x="25947" y="0"/>
                    <a:pt x="30654" y="2022"/>
                    <a:pt x="34060" y="6120"/>
                  </a:cubicBezTo>
                  <a:cubicBezTo>
                    <a:pt x="37466" y="10191"/>
                    <a:pt x="39156" y="16089"/>
                    <a:pt x="39100" y="23842"/>
                  </a:cubicBezTo>
                  <a:lnTo>
                    <a:pt x="5372" y="23842"/>
                  </a:lnTo>
                  <a:close/>
                  <a:moveTo>
                    <a:pt x="33673" y="19633"/>
                  </a:moveTo>
                  <a:cubicBezTo>
                    <a:pt x="33673" y="17529"/>
                    <a:pt x="33368" y="15563"/>
                    <a:pt x="32787" y="13707"/>
                  </a:cubicBezTo>
                  <a:cubicBezTo>
                    <a:pt x="32205" y="11852"/>
                    <a:pt x="31319" y="10246"/>
                    <a:pt x="30184" y="8889"/>
                  </a:cubicBezTo>
                  <a:cubicBezTo>
                    <a:pt x="29048" y="7532"/>
                    <a:pt x="27608" y="6452"/>
                    <a:pt x="25864" y="5649"/>
                  </a:cubicBezTo>
                  <a:cubicBezTo>
                    <a:pt x="24119" y="4846"/>
                    <a:pt x="22153" y="4458"/>
                    <a:pt x="19910" y="4458"/>
                  </a:cubicBezTo>
                  <a:cubicBezTo>
                    <a:pt x="17667" y="4458"/>
                    <a:pt x="15701" y="4874"/>
                    <a:pt x="13984" y="5704"/>
                  </a:cubicBezTo>
                  <a:cubicBezTo>
                    <a:pt x="12267" y="6535"/>
                    <a:pt x="10827" y="7643"/>
                    <a:pt x="9637" y="9027"/>
                  </a:cubicBezTo>
                  <a:cubicBezTo>
                    <a:pt x="8446" y="10412"/>
                    <a:pt x="7477" y="12018"/>
                    <a:pt x="6757" y="13846"/>
                  </a:cubicBezTo>
                  <a:cubicBezTo>
                    <a:pt x="6037" y="15673"/>
                    <a:pt x="5566" y="17612"/>
                    <a:pt x="5317" y="19661"/>
                  </a:cubicBezTo>
                  <a:lnTo>
                    <a:pt x="33673" y="19661"/>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80" name="Freeform 3479">
              <a:extLst>
                <a:ext uri="{FF2B5EF4-FFF2-40B4-BE49-F238E27FC236}">
                  <a16:creationId xmlns:a16="http://schemas.microsoft.com/office/drawing/2014/main" id="{75502BAF-927E-0775-B1C8-A02458BCB76A}"/>
                </a:ext>
              </a:extLst>
            </p:cNvPr>
            <p:cNvSpPr/>
            <p:nvPr/>
          </p:nvSpPr>
          <p:spPr>
            <a:xfrm>
              <a:off x="2132835" y="3240714"/>
              <a:ext cx="39100" cy="43032"/>
            </a:xfrm>
            <a:custGeom>
              <a:avLst/>
              <a:gdLst>
                <a:gd name="connsiteX0" fmla="*/ 0 w 39100"/>
                <a:gd name="connsiteY0" fmla="*/ 0 h 43032"/>
                <a:gd name="connsiteX1" fmla="*/ 5455 w 39100"/>
                <a:gd name="connsiteY1" fmla="*/ 0 h 43032"/>
                <a:gd name="connsiteX2" fmla="*/ 19550 w 39100"/>
                <a:gd name="connsiteY2" fmla="*/ 36885 h 43032"/>
                <a:gd name="connsiteX3" fmla="*/ 33645 w 39100"/>
                <a:gd name="connsiteY3" fmla="*/ 0 h 43032"/>
                <a:gd name="connsiteX4" fmla="*/ 39100 w 39100"/>
                <a:gd name="connsiteY4" fmla="*/ 0 h 43032"/>
                <a:gd name="connsiteX5" fmla="*/ 22236 w 39100"/>
                <a:gd name="connsiteY5" fmla="*/ 43032 h 43032"/>
                <a:gd name="connsiteX6" fmla="*/ 16615 w 39100"/>
                <a:gd name="connsiteY6" fmla="*/ 43032 h 43032"/>
                <a:gd name="connsiteX7" fmla="*/ 0 w 39100"/>
                <a:gd name="connsiteY7" fmla="*/ 0 h 43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9100" h="43032">
                  <a:moveTo>
                    <a:pt x="0" y="0"/>
                  </a:moveTo>
                  <a:lnTo>
                    <a:pt x="5455" y="0"/>
                  </a:lnTo>
                  <a:lnTo>
                    <a:pt x="19550" y="36885"/>
                  </a:lnTo>
                  <a:lnTo>
                    <a:pt x="33645" y="0"/>
                  </a:lnTo>
                  <a:lnTo>
                    <a:pt x="39100" y="0"/>
                  </a:lnTo>
                  <a:lnTo>
                    <a:pt x="22236" y="43032"/>
                  </a:lnTo>
                  <a:lnTo>
                    <a:pt x="16615" y="43032"/>
                  </a:lnTo>
                  <a:lnTo>
                    <a:pt x="0" y="0"/>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81" name="Freeform 3480">
              <a:extLst>
                <a:ext uri="{FF2B5EF4-FFF2-40B4-BE49-F238E27FC236}">
                  <a16:creationId xmlns:a16="http://schemas.microsoft.com/office/drawing/2014/main" id="{F6D8F2BF-4038-27AD-3881-8D39BFD74C6A}"/>
                </a:ext>
              </a:extLst>
            </p:cNvPr>
            <p:cNvSpPr/>
            <p:nvPr/>
          </p:nvSpPr>
          <p:spPr>
            <a:xfrm>
              <a:off x="2177280" y="3239551"/>
              <a:ext cx="40927" cy="45358"/>
            </a:xfrm>
            <a:custGeom>
              <a:avLst/>
              <a:gdLst>
                <a:gd name="connsiteX0" fmla="*/ 22070 w 40927"/>
                <a:gd name="connsiteY0" fmla="*/ 19107 h 45358"/>
                <a:gd name="connsiteX1" fmla="*/ 25476 w 40927"/>
                <a:gd name="connsiteY1" fmla="*/ 18608 h 45358"/>
                <a:gd name="connsiteX2" fmla="*/ 28716 w 40927"/>
                <a:gd name="connsiteY2" fmla="*/ 17695 h 45358"/>
                <a:gd name="connsiteX3" fmla="*/ 30267 w 40927"/>
                <a:gd name="connsiteY3" fmla="*/ 15729 h 45358"/>
                <a:gd name="connsiteX4" fmla="*/ 30571 w 40927"/>
                <a:gd name="connsiteY4" fmla="*/ 13181 h 45358"/>
                <a:gd name="connsiteX5" fmla="*/ 28107 w 40927"/>
                <a:gd name="connsiteY5" fmla="*/ 6923 h 45358"/>
                <a:gd name="connsiteX6" fmla="*/ 19772 w 40927"/>
                <a:gd name="connsiteY6" fmla="*/ 4486 h 45358"/>
                <a:gd name="connsiteX7" fmla="*/ 14981 w 40927"/>
                <a:gd name="connsiteY7" fmla="*/ 4957 h 45358"/>
                <a:gd name="connsiteX8" fmla="*/ 11160 w 40927"/>
                <a:gd name="connsiteY8" fmla="*/ 6535 h 45358"/>
                <a:gd name="connsiteX9" fmla="*/ 8474 w 40927"/>
                <a:gd name="connsiteY9" fmla="*/ 9526 h 45358"/>
                <a:gd name="connsiteX10" fmla="*/ 7089 w 40927"/>
                <a:gd name="connsiteY10" fmla="*/ 14233 h 45358"/>
                <a:gd name="connsiteX11" fmla="*/ 1966 w 40927"/>
                <a:gd name="connsiteY11" fmla="*/ 14233 h 45358"/>
                <a:gd name="connsiteX12" fmla="*/ 3738 w 40927"/>
                <a:gd name="connsiteY12" fmla="*/ 7698 h 45358"/>
                <a:gd name="connsiteX13" fmla="*/ 7643 w 40927"/>
                <a:gd name="connsiteY13" fmla="*/ 3295 h 45358"/>
                <a:gd name="connsiteX14" fmla="*/ 13181 w 40927"/>
                <a:gd name="connsiteY14" fmla="*/ 803 h 45358"/>
                <a:gd name="connsiteX15" fmla="*/ 19855 w 40927"/>
                <a:gd name="connsiteY15" fmla="*/ 0 h 45358"/>
                <a:gd name="connsiteX16" fmla="*/ 26030 w 40927"/>
                <a:gd name="connsiteY16" fmla="*/ 692 h 45358"/>
                <a:gd name="connsiteX17" fmla="*/ 31070 w 40927"/>
                <a:gd name="connsiteY17" fmla="*/ 2935 h 45358"/>
                <a:gd name="connsiteX18" fmla="*/ 34420 w 40927"/>
                <a:gd name="connsiteY18" fmla="*/ 7061 h 45358"/>
                <a:gd name="connsiteX19" fmla="*/ 35639 w 40927"/>
                <a:gd name="connsiteY19" fmla="*/ 13375 h 45358"/>
                <a:gd name="connsiteX20" fmla="*/ 35639 w 40927"/>
                <a:gd name="connsiteY20" fmla="*/ 36802 h 45358"/>
                <a:gd name="connsiteX21" fmla="*/ 36691 w 40927"/>
                <a:gd name="connsiteY21" fmla="*/ 40485 h 45358"/>
                <a:gd name="connsiteX22" fmla="*/ 40928 w 40927"/>
                <a:gd name="connsiteY22" fmla="*/ 40097 h 45358"/>
                <a:gd name="connsiteX23" fmla="*/ 40928 w 40927"/>
                <a:gd name="connsiteY23" fmla="*/ 44002 h 45358"/>
                <a:gd name="connsiteX24" fmla="*/ 39211 w 40927"/>
                <a:gd name="connsiteY24" fmla="*/ 44500 h 45358"/>
                <a:gd name="connsiteX25" fmla="*/ 36996 w 40927"/>
                <a:gd name="connsiteY25" fmla="*/ 44832 h 45358"/>
                <a:gd name="connsiteX26" fmla="*/ 34725 w 40927"/>
                <a:gd name="connsiteY26" fmla="*/ 44583 h 45358"/>
                <a:gd name="connsiteX27" fmla="*/ 32704 w 40927"/>
                <a:gd name="connsiteY27" fmla="*/ 43808 h 45358"/>
                <a:gd name="connsiteX28" fmla="*/ 31485 w 40927"/>
                <a:gd name="connsiteY28" fmla="*/ 42312 h 45358"/>
                <a:gd name="connsiteX29" fmla="*/ 30848 w 40927"/>
                <a:gd name="connsiteY29" fmla="*/ 40402 h 45358"/>
                <a:gd name="connsiteX30" fmla="*/ 30682 w 40927"/>
                <a:gd name="connsiteY30" fmla="*/ 38214 h 45358"/>
                <a:gd name="connsiteX31" fmla="*/ 23371 w 40927"/>
                <a:gd name="connsiteY31" fmla="*/ 43531 h 45358"/>
                <a:gd name="connsiteX32" fmla="*/ 14483 w 40927"/>
                <a:gd name="connsiteY32" fmla="*/ 45358 h 45358"/>
                <a:gd name="connsiteX33" fmla="*/ 9000 w 40927"/>
                <a:gd name="connsiteY33" fmla="*/ 44611 h 45358"/>
                <a:gd name="connsiteX34" fmla="*/ 4348 w 40927"/>
                <a:gd name="connsiteY34" fmla="*/ 42285 h 45358"/>
                <a:gd name="connsiteX35" fmla="*/ 1163 w 40927"/>
                <a:gd name="connsiteY35" fmla="*/ 38436 h 45358"/>
                <a:gd name="connsiteX36" fmla="*/ 0 w 40927"/>
                <a:gd name="connsiteY36" fmla="*/ 33008 h 45358"/>
                <a:gd name="connsiteX37" fmla="*/ 15175 w 40927"/>
                <a:gd name="connsiteY37" fmla="*/ 20049 h 45358"/>
                <a:gd name="connsiteX38" fmla="*/ 22125 w 40927"/>
                <a:gd name="connsiteY38" fmla="*/ 19135 h 45358"/>
                <a:gd name="connsiteX39" fmla="*/ 30544 w 40927"/>
                <a:gd name="connsiteY39" fmla="*/ 21599 h 45358"/>
                <a:gd name="connsiteX40" fmla="*/ 24091 w 40927"/>
                <a:gd name="connsiteY40" fmla="*/ 23344 h 45358"/>
                <a:gd name="connsiteX41" fmla="*/ 17556 w 40927"/>
                <a:gd name="connsiteY41" fmla="*/ 24008 h 45358"/>
                <a:gd name="connsiteX42" fmla="*/ 8529 w 40927"/>
                <a:gd name="connsiteY42" fmla="*/ 26584 h 45358"/>
                <a:gd name="connsiteX43" fmla="*/ 5289 w 40927"/>
                <a:gd name="connsiteY43" fmla="*/ 33146 h 45358"/>
                <a:gd name="connsiteX44" fmla="*/ 6092 w 40927"/>
                <a:gd name="connsiteY44" fmla="*/ 36608 h 45358"/>
                <a:gd name="connsiteX45" fmla="*/ 8197 w 40927"/>
                <a:gd name="connsiteY45" fmla="*/ 39017 h 45358"/>
                <a:gd name="connsiteX46" fmla="*/ 11215 w 40927"/>
                <a:gd name="connsiteY46" fmla="*/ 40429 h 45358"/>
                <a:gd name="connsiteX47" fmla="*/ 14704 w 40927"/>
                <a:gd name="connsiteY47" fmla="*/ 40900 h 45358"/>
                <a:gd name="connsiteX48" fmla="*/ 20575 w 40927"/>
                <a:gd name="connsiteY48" fmla="*/ 40152 h 45358"/>
                <a:gd name="connsiteX49" fmla="*/ 25642 w 40927"/>
                <a:gd name="connsiteY49" fmla="*/ 37882 h 45358"/>
                <a:gd name="connsiteX50" fmla="*/ 29214 w 40927"/>
                <a:gd name="connsiteY50" fmla="*/ 33977 h 45358"/>
                <a:gd name="connsiteX51" fmla="*/ 30544 w 40927"/>
                <a:gd name="connsiteY51" fmla="*/ 28356 h 45358"/>
                <a:gd name="connsiteX52" fmla="*/ 30544 w 40927"/>
                <a:gd name="connsiteY52" fmla="*/ 21627 h 453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0927" h="45358">
                  <a:moveTo>
                    <a:pt x="22070" y="19107"/>
                  </a:moveTo>
                  <a:cubicBezTo>
                    <a:pt x="23011" y="18996"/>
                    <a:pt x="24147" y="18830"/>
                    <a:pt x="25476" y="18608"/>
                  </a:cubicBezTo>
                  <a:cubicBezTo>
                    <a:pt x="26778" y="18387"/>
                    <a:pt x="27858" y="18082"/>
                    <a:pt x="28716" y="17695"/>
                  </a:cubicBezTo>
                  <a:cubicBezTo>
                    <a:pt x="29547" y="17307"/>
                    <a:pt x="30073" y="16643"/>
                    <a:pt x="30267" y="15729"/>
                  </a:cubicBezTo>
                  <a:cubicBezTo>
                    <a:pt x="30461" y="14815"/>
                    <a:pt x="30571" y="13984"/>
                    <a:pt x="30571" y="13181"/>
                  </a:cubicBezTo>
                  <a:cubicBezTo>
                    <a:pt x="30571" y="10633"/>
                    <a:pt x="29741" y="8557"/>
                    <a:pt x="28107" y="6923"/>
                  </a:cubicBezTo>
                  <a:cubicBezTo>
                    <a:pt x="26445" y="5289"/>
                    <a:pt x="23676" y="4486"/>
                    <a:pt x="19772" y="4486"/>
                  </a:cubicBezTo>
                  <a:cubicBezTo>
                    <a:pt x="18027" y="4486"/>
                    <a:pt x="16449" y="4624"/>
                    <a:pt x="14981" y="4957"/>
                  </a:cubicBezTo>
                  <a:cubicBezTo>
                    <a:pt x="13513" y="5261"/>
                    <a:pt x="12267" y="5787"/>
                    <a:pt x="11160" y="6535"/>
                  </a:cubicBezTo>
                  <a:cubicBezTo>
                    <a:pt x="10080" y="7283"/>
                    <a:pt x="9166" y="8280"/>
                    <a:pt x="8474" y="9526"/>
                  </a:cubicBezTo>
                  <a:cubicBezTo>
                    <a:pt x="7781" y="10772"/>
                    <a:pt x="7311" y="12350"/>
                    <a:pt x="7089" y="14233"/>
                  </a:cubicBezTo>
                  <a:lnTo>
                    <a:pt x="1966" y="14233"/>
                  </a:lnTo>
                  <a:cubicBezTo>
                    <a:pt x="2132" y="11686"/>
                    <a:pt x="2714" y="9498"/>
                    <a:pt x="3738" y="7698"/>
                  </a:cubicBezTo>
                  <a:cubicBezTo>
                    <a:pt x="4735" y="5898"/>
                    <a:pt x="6037" y="4431"/>
                    <a:pt x="7643" y="3295"/>
                  </a:cubicBezTo>
                  <a:cubicBezTo>
                    <a:pt x="9249" y="2160"/>
                    <a:pt x="11077" y="1329"/>
                    <a:pt x="13181" y="803"/>
                  </a:cubicBezTo>
                  <a:cubicBezTo>
                    <a:pt x="15286" y="277"/>
                    <a:pt x="17501" y="0"/>
                    <a:pt x="19855" y="0"/>
                  </a:cubicBezTo>
                  <a:cubicBezTo>
                    <a:pt x="22042" y="0"/>
                    <a:pt x="24091" y="221"/>
                    <a:pt x="26030" y="692"/>
                  </a:cubicBezTo>
                  <a:cubicBezTo>
                    <a:pt x="27968" y="1163"/>
                    <a:pt x="29630" y="1911"/>
                    <a:pt x="31070" y="2935"/>
                  </a:cubicBezTo>
                  <a:cubicBezTo>
                    <a:pt x="32510" y="3960"/>
                    <a:pt x="33617" y="5344"/>
                    <a:pt x="34420" y="7061"/>
                  </a:cubicBezTo>
                  <a:cubicBezTo>
                    <a:pt x="35223" y="8778"/>
                    <a:pt x="35639" y="10883"/>
                    <a:pt x="35639" y="13375"/>
                  </a:cubicBezTo>
                  <a:lnTo>
                    <a:pt x="35639" y="36802"/>
                  </a:lnTo>
                  <a:cubicBezTo>
                    <a:pt x="35639" y="38740"/>
                    <a:pt x="35999" y="39959"/>
                    <a:pt x="36691" y="40485"/>
                  </a:cubicBezTo>
                  <a:cubicBezTo>
                    <a:pt x="37383" y="41011"/>
                    <a:pt x="38796" y="40900"/>
                    <a:pt x="40928" y="40097"/>
                  </a:cubicBezTo>
                  <a:lnTo>
                    <a:pt x="40928" y="44002"/>
                  </a:lnTo>
                  <a:cubicBezTo>
                    <a:pt x="40540" y="44112"/>
                    <a:pt x="39959" y="44278"/>
                    <a:pt x="39211" y="44500"/>
                  </a:cubicBezTo>
                  <a:cubicBezTo>
                    <a:pt x="38463" y="44721"/>
                    <a:pt x="37716" y="44832"/>
                    <a:pt x="36996" y="44832"/>
                  </a:cubicBezTo>
                  <a:cubicBezTo>
                    <a:pt x="36220" y="44832"/>
                    <a:pt x="35445" y="44749"/>
                    <a:pt x="34725" y="44583"/>
                  </a:cubicBezTo>
                  <a:cubicBezTo>
                    <a:pt x="33894" y="44472"/>
                    <a:pt x="33230" y="44223"/>
                    <a:pt x="32704" y="43808"/>
                  </a:cubicBezTo>
                  <a:cubicBezTo>
                    <a:pt x="32205" y="43392"/>
                    <a:pt x="31790" y="42894"/>
                    <a:pt x="31485" y="42312"/>
                  </a:cubicBezTo>
                  <a:cubicBezTo>
                    <a:pt x="31180" y="41731"/>
                    <a:pt x="30959" y="41094"/>
                    <a:pt x="30848" y="40402"/>
                  </a:cubicBezTo>
                  <a:cubicBezTo>
                    <a:pt x="30737" y="39709"/>
                    <a:pt x="30682" y="38989"/>
                    <a:pt x="30682" y="38214"/>
                  </a:cubicBezTo>
                  <a:cubicBezTo>
                    <a:pt x="28550" y="40540"/>
                    <a:pt x="26113" y="42312"/>
                    <a:pt x="23371" y="43531"/>
                  </a:cubicBezTo>
                  <a:cubicBezTo>
                    <a:pt x="20630" y="44749"/>
                    <a:pt x="17667" y="45358"/>
                    <a:pt x="14483" y="45358"/>
                  </a:cubicBezTo>
                  <a:cubicBezTo>
                    <a:pt x="12572" y="45358"/>
                    <a:pt x="10744" y="45109"/>
                    <a:pt x="9000" y="44611"/>
                  </a:cubicBezTo>
                  <a:cubicBezTo>
                    <a:pt x="7227" y="44112"/>
                    <a:pt x="5677" y="43337"/>
                    <a:pt x="4348" y="42285"/>
                  </a:cubicBezTo>
                  <a:cubicBezTo>
                    <a:pt x="3018" y="41232"/>
                    <a:pt x="1938" y="39959"/>
                    <a:pt x="1163" y="38436"/>
                  </a:cubicBezTo>
                  <a:cubicBezTo>
                    <a:pt x="388" y="36912"/>
                    <a:pt x="0" y="35085"/>
                    <a:pt x="0" y="33008"/>
                  </a:cubicBezTo>
                  <a:cubicBezTo>
                    <a:pt x="0" y="25697"/>
                    <a:pt x="5068" y="21378"/>
                    <a:pt x="15175" y="20049"/>
                  </a:cubicBezTo>
                  <a:lnTo>
                    <a:pt x="22125" y="19135"/>
                  </a:lnTo>
                  <a:close/>
                  <a:moveTo>
                    <a:pt x="30544" y="21599"/>
                  </a:moveTo>
                  <a:cubicBezTo>
                    <a:pt x="28411" y="22485"/>
                    <a:pt x="26279" y="23067"/>
                    <a:pt x="24091" y="23344"/>
                  </a:cubicBezTo>
                  <a:cubicBezTo>
                    <a:pt x="21904" y="23621"/>
                    <a:pt x="19716" y="23842"/>
                    <a:pt x="17556" y="24008"/>
                  </a:cubicBezTo>
                  <a:cubicBezTo>
                    <a:pt x="13707" y="24285"/>
                    <a:pt x="10689" y="25144"/>
                    <a:pt x="8529" y="26584"/>
                  </a:cubicBezTo>
                  <a:cubicBezTo>
                    <a:pt x="6369" y="28024"/>
                    <a:pt x="5289" y="30211"/>
                    <a:pt x="5289" y="33146"/>
                  </a:cubicBezTo>
                  <a:cubicBezTo>
                    <a:pt x="5289" y="34476"/>
                    <a:pt x="5566" y="35639"/>
                    <a:pt x="6092" y="36608"/>
                  </a:cubicBezTo>
                  <a:cubicBezTo>
                    <a:pt x="6618" y="37577"/>
                    <a:pt x="7311" y="38380"/>
                    <a:pt x="8197" y="39017"/>
                  </a:cubicBezTo>
                  <a:cubicBezTo>
                    <a:pt x="9083" y="39654"/>
                    <a:pt x="10080" y="40125"/>
                    <a:pt x="11215" y="40429"/>
                  </a:cubicBezTo>
                  <a:cubicBezTo>
                    <a:pt x="12350" y="40734"/>
                    <a:pt x="13513" y="40900"/>
                    <a:pt x="14704" y="40900"/>
                  </a:cubicBezTo>
                  <a:cubicBezTo>
                    <a:pt x="16726" y="40900"/>
                    <a:pt x="18664" y="40651"/>
                    <a:pt x="20575" y="40152"/>
                  </a:cubicBezTo>
                  <a:cubicBezTo>
                    <a:pt x="22485" y="39654"/>
                    <a:pt x="24175" y="38906"/>
                    <a:pt x="25642" y="37882"/>
                  </a:cubicBezTo>
                  <a:cubicBezTo>
                    <a:pt x="27110" y="36857"/>
                    <a:pt x="28301" y="35556"/>
                    <a:pt x="29214" y="33977"/>
                  </a:cubicBezTo>
                  <a:cubicBezTo>
                    <a:pt x="30101" y="32399"/>
                    <a:pt x="30544" y="30516"/>
                    <a:pt x="30544" y="28356"/>
                  </a:cubicBezTo>
                  <a:lnTo>
                    <a:pt x="30544" y="21627"/>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82" name="Freeform 3481">
              <a:extLst>
                <a:ext uri="{FF2B5EF4-FFF2-40B4-BE49-F238E27FC236}">
                  <a16:creationId xmlns:a16="http://schemas.microsoft.com/office/drawing/2014/main" id="{30C2CAEA-E3B4-483B-D66C-BCE57FA0FC27}"/>
                </a:ext>
              </a:extLst>
            </p:cNvPr>
            <p:cNvSpPr/>
            <p:nvPr/>
          </p:nvSpPr>
          <p:spPr>
            <a:xfrm>
              <a:off x="2226764" y="3223933"/>
              <a:ext cx="5039" cy="59813"/>
            </a:xfrm>
            <a:custGeom>
              <a:avLst/>
              <a:gdLst>
                <a:gd name="connsiteX0" fmla="*/ 0 w 5039"/>
                <a:gd name="connsiteY0" fmla="*/ 59813 h 59813"/>
                <a:gd name="connsiteX1" fmla="*/ 0 w 5039"/>
                <a:gd name="connsiteY1" fmla="*/ 0 h 59813"/>
                <a:gd name="connsiteX2" fmla="*/ 5040 w 5039"/>
                <a:gd name="connsiteY2" fmla="*/ 0 h 59813"/>
                <a:gd name="connsiteX3" fmla="*/ 5040 w 5039"/>
                <a:gd name="connsiteY3" fmla="*/ 59813 h 59813"/>
                <a:gd name="connsiteX4" fmla="*/ 0 w 5039"/>
                <a:gd name="connsiteY4" fmla="*/ 59813 h 598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39" h="59813">
                  <a:moveTo>
                    <a:pt x="0" y="59813"/>
                  </a:moveTo>
                  <a:lnTo>
                    <a:pt x="0" y="0"/>
                  </a:lnTo>
                  <a:lnTo>
                    <a:pt x="5040" y="0"/>
                  </a:lnTo>
                  <a:lnTo>
                    <a:pt x="5040" y="59813"/>
                  </a:lnTo>
                  <a:lnTo>
                    <a:pt x="0" y="59813"/>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83" name="Freeform 3482">
              <a:extLst>
                <a:ext uri="{FF2B5EF4-FFF2-40B4-BE49-F238E27FC236}">
                  <a16:creationId xmlns:a16="http://schemas.microsoft.com/office/drawing/2014/main" id="{8C1E957B-AF45-7AA2-8159-AA5290CED31D}"/>
                </a:ext>
              </a:extLst>
            </p:cNvPr>
            <p:cNvSpPr/>
            <p:nvPr/>
          </p:nvSpPr>
          <p:spPr>
            <a:xfrm>
              <a:off x="2243296" y="3222354"/>
              <a:ext cx="18525" cy="77258"/>
            </a:xfrm>
            <a:custGeom>
              <a:avLst/>
              <a:gdLst>
                <a:gd name="connsiteX0" fmla="*/ 0 w 18525"/>
                <a:gd name="connsiteY0" fmla="*/ 77259 h 77258"/>
                <a:gd name="connsiteX1" fmla="*/ 9443 w 18525"/>
                <a:gd name="connsiteY1" fmla="*/ 58789 h 77258"/>
                <a:gd name="connsiteX2" fmla="*/ 12849 w 18525"/>
                <a:gd name="connsiteY2" fmla="*/ 38380 h 77258"/>
                <a:gd name="connsiteX3" fmla="*/ 9332 w 18525"/>
                <a:gd name="connsiteY3" fmla="*/ 18276 h 77258"/>
                <a:gd name="connsiteX4" fmla="*/ 28 w 18525"/>
                <a:gd name="connsiteY4" fmla="*/ 0 h 77258"/>
                <a:gd name="connsiteX5" fmla="*/ 4292 w 18525"/>
                <a:gd name="connsiteY5" fmla="*/ 0 h 77258"/>
                <a:gd name="connsiteX6" fmla="*/ 10412 w 18525"/>
                <a:gd name="connsiteY6" fmla="*/ 9166 h 77258"/>
                <a:gd name="connsiteX7" fmla="*/ 14870 w 18525"/>
                <a:gd name="connsiteY7" fmla="*/ 18221 h 77258"/>
                <a:gd name="connsiteX8" fmla="*/ 17584 w 18525"/>
                <a:gd name="connsiteY8" fmla="*/ 27857 h 77258"/>
                <a:gd name="connsiteX9" fmla="*/ 18526 w 18525"/>
                <a:gd name="connsiteY9" fmla="*/ 38796 h 77258"/>
                <a:gd name="connsiteX10" fmla="*/ 17584 w 18525"/>
                <a:gd name="connsiteY10" fmla="*/ 49540 h 77258"/>
                <a:gd name="connsiteX11" fmla="*/ 14815 w 18525"/>
                <a:gd name="connsiteY11" fmla="*/ 59232 h 77258"/>
                <a:gd name="connsiteX12" fmla="*/ 10301 w 18525"/>
                <a:gd name="connsiteY12" fmla="*/ 68342 h 77258"/>
                <a:gd name="connsiteX13" fmla="*/ 4264 w 18525"/>
                <a:gd name="connsiteY13" fmla="*/ 77259 h 77258"/>
                <a:gd name="connsiteX14" fmla="*/ 0 w 18525"/>
                <a:gd name="connsiteY14" fmla="*/ 77259 h 77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8525" h="77258">
                  <a:moveTo>
                    <a:pt x="0" y="77259"/>
                  </a:moveTo>
                  <a:cubicBezTo>
                    <a:pt x="4015" y="71499"/>
                    <a:pt x="7172" y="65352"/>
                    <a:pt x="9443" y="58789"/>
                  </a:cubicBezTo>
                  <a:cubicBezTo>
                    <a:pt x="11713" y="52226"/>
                    <a:pt x="12849" y="45414"/>
                    <a:pt x="12849" y="38380"/>
                  </a:cubicBezTo>
                  <a:cubicBezTo>
                    <a:pt x="12849" y="31347"/>
                    <a:pt x="11686" y="24756"/>
                    <a:pt x="9332" y="18276"/>
                  </a:cubicBezTo>
                  <a:cubicBezTo>
                    <a:pt x="6978" y="11797"/>
                    <a:pt x="3877" y="5704"/>
                    <a:pt x="28" y="0"/>
                  </a:cubicBezTo>
                  <a:lnTo>
                    <a:pt x="4292" y="0"/>
                  </a:lnTo>
                  <a:cubicBezTo>
                    <a:pt x="6591" y="3157"/>
                    <a:pt x="8612" y="6231"/>
                    <a:pt x="10412" y="9166"/>
                  </a:cubicBezTo>
                  <a:cubicBezTo>
                    <a:pt x="12212" y="12129"/>
                    <a:pt x="13680" y="15147"/>
                    <a:pt x="14870" y="18221"/>
                  </a:cubicBezTo>
                  <a:cubicBezTo>
                    <a:pt x="16061" y="21295"/>
                    <a:pt x="16975" y="24507"/>
                    <a:pt x="17584" y="27857"/>
                  </a:cubicBezTo>
                  <a:cubicBezTo>
                    <a:pt x="18221" y="31208"/>
                    <a:pt x="18526" y="34863"/>
                    <a:pt x="18526" y="38796"/>
                  </a:cubicBezTo>
                  <a:cubicBezTo>
                    <a:pt x="18526" y="42728"/>
                    <a:pt x="18221" y="46189"/>
                    <a:pt x="17584" y="49540"/>
                  </a:cubicBezTo>
                  <a:cubicBezTo>
                    <a:pt x="16947" y="52891"/>
                    <a:pt x="16033" y="56130"/>
                    <a:pt x="14815" y="59232"/>
                  </a:cubicBezTo>
                  <a:cubicBezTo>
                    <a:pt x="13596" y="62333"/>
                    <a:pt x="12101" y="65352"/>
                    <a:pt x="10301" y="68342"/>
                  </a:cubicBezTo>
                  <a:cubicBezTo>
                    <a:pt x="8501" y="71305"/>
                    <a:pt x="6507" y="74268"/>
                    <a:pt x="4264" y="77259"/>
                  </a:cubicBezTo>
                  <a:lnTo>
                    <a:pt x="0" y="77259"/>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84" name="Freeform 3483">
              <a:extLst>
                <a:ext uri="{FF2B5EF4-FFF2-40B4-BE49-F238E27FC236}">
                  <a16:creationId xmlns:a16="http://schemas.microsoft.com/office/drawing/2014/main" id="{D2097D87-CC1E-2564-8528-56F2056F7083}"/>
                </a:ext>
              </a:extLst>
            </p:cNvPr>
            <p:cNvSpPr/>
            <p:nvPr/>
          </p:nvSpPr>
          <p:spPr>
            <a:xfrm>
              <a:off x="2291534" y="3228751"/>
              <a:ext cx="19605" cy="56158"/>
            </a:xfrm>
            <a:custGeom>
              <a:avLst/>
              <a:gdLst>
                <a:gd name="connsiteX0" fmla="*/ 19606 w 19605"/>
                <a:gd name="connsiteY0" fmla="*/ 55161 h 56158"/>
                <a:gd name="connsiteX1" fmla="*/ 17169 w 19605"/>
                <a:gd name="connsiteY1" fmla="*/ 55743 h 56158"/>
                <a:gd name="connsiteX2" fmla="*/ 13818 w 19605"/>
                <a:gd name="connsiteY2" fmla="*/ 56158 h 56158"/>
                <a:gd name="connsiteX3" fmla="*/ 8086 w 19605"/>
                <a:gd name="connsiteY3" fmla="*/ 54303 h 56158"/>
                <a:gd name="connsiteX4" fmla="*/ 6120 w 19605"/>
                <a:gd name="connsiteY4" fmla="*/ 47601 h 56158"/>
                <a:gd name="connsiteX5" fmla="*/ 6120 w 19605"/>
                <a:gd name="connsiteY5" fmla="*/ 16116 h 56158"/>
                <a:gd name="connsiteX6" fmla="*/ 0 w 19605"/>
                <a:gd name="connsiteY6" fmla="*/ 16116 h 56158"/>
                <a:gd name="connsiteX7" fmla="*/ 0 w 19605"/>
                <a:gd name="connsiteY7" fmla="*/ 11963 h 56158"/>
                <a:gd name="connsiteX8" fmla="*/ 6120 w 19605"/>
                <a:gd name="connsiteY8" fmla="*/ 11963 h 56158"/>
                <a:gd name="connsiteX9" fmla="*/ 6120 w 19605"/>
                <a:gd name="connsiteY9" fmla="*/ 0 h 56158"/>
                <a:gd name="connsiteX10" fmla="*/ 11160 w 19605"/>
                <a:gd name="connsiteY10" fmla="*/ 0 h 56158"/>
                <a:gd name="connsiteX11" fmla="*/ 11160 w 19605"/>
                <a:gd name="connsiteY11" fmla="*/ 11963 h 56158"/>
                <a:gd name="connsiteX12" fmla="*/ 19301 w 19605"/>
                <a:gd name="connsiteY12" fmla="*/ 11963 h 56158"/>
                <a:gd name="connsiteX13" fmla="*/ 19301 w 19605"/>
                <a:gd name="connsiteY13" fmla="*/ 16116 h 56158"/>
                <a:gd name="connsiteX14" fmla="*/ 11160 w 19605"/>
                <a:gd name="connsiteY14" fmla="*/ 16116 h 56158"/>
                <a:gd name="connsiteX15" fmla="*/ 11160 w 19605"/>
                <a:gd name="connsiteY15" fmla="*/ 45608 h 56158"/>
                <a:gd name="connsiteX16" fmla="*/ 11243 w 19605"/>
                <a:gd name="connsiteY16" fmla="*/ 48349 h 56158"/>
                <a:gd name="connsiteX17" fmla="*/ 11741 w 19605"/>
                <a:gd name="connsiteY17" fmla="*/ 50260 h 56158"/>
                <a:gd name="connsiteX18" fmla="*/ 13043 w 19605"/>
                <a:gd name="connsiteY18" fmla="*/ 51340 h 56158"/>
                <a:gd name="connsiteX19" fmla="*/ 15507 w 19605"/>
                <a:gd name="connsiteY19" fmla="*/ 51672 h 56158"/>
                <a:gd name="connsiteX20" fmla="*/ 17556 w 19605"/>
                <a:gd name="connsiteY20" fmla="*/ 51506 h 56158"/>
                <a:gd name="connsiteX21" fmla="*/ 19606 w 19605"/>
                <a:gd name="connsiteY21" fmla="*/ 51091 h 56158"/>
                <a:gd name="connsiteX22" fmla="*/ 19606 w 19605"/>
                <a:gd name="connsiteY22" fmla="*/ 55161 h 5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9605" h="56158">
                  <a:moveTo>
                    <a:pt x="19606" y="55161"/>
                  </a:moveTo>
                  <a:cubicBezTo>
                    <a:pt x="18996" y="55272"/>
                    <a:pt x="18193" y="55466"/>
                    <a:pt x="17169" y="55743"/>
                  </a:cubicBezTo>
                  <a:cubicBezTo>
                    <a:pt x="16172" y="56020"/>
                    <a:pt x="15036" y="56158"/>
                    <a:pt x="13818" y="56158"/>
                  </a:cubicBezTo>
                  <a:cubicBezTo>
                    <a:pt x="11298" y="56158"/>
                    <a:pt x="9387" y="55521"/>
                    <a:pt x="8086" y="54303"/>
                  </a:cubicBezTo>
                  <a:cubicBezTo>
                    <a:pt x="6784" y="53057"/>
                    <a:pt x="6120" y="50841"/>
                    <a:pt x="6120" y="47601"/>
                  </a:cubicBezTo>
                  <a:lnTo>
                    <a:pt x="6120" y="16116"/>
                  </a:lnTo>
                  <a:lnTo>
                    <a:pt x="0" y="16116"/>
                  </a:lnTo>
                  <a:lnTo>
                    <a:pt x="0" y="11963"/>
                  </a:lnTo>
                  <a:lnTo>
                    <a:pt x="6120" y="11963"/>
                  </a:lnTo>
                  <a:lnTo>
                    <a:pt x="6120" y="0"/>
                  </a:lnTo>
                  <a:lnTo>
                    <a:pt x="11160" y="0"/>
                  </a:lnTo>
                  <a:lnTo>
                    <a:pt x="11160" y="11963"/>
                  </a:lnTo>
                  <a:lnTo>
                    <a:pt x="19301" y="11963"/>
                  </a:lnTo>
                  <a:lnTo>
                    <a:pt x="19301" y="16116"/>
                  </a:lnTo>
                  <a:lnTo>
                    <a:pt x="11160" y="16116"/>
                  </a:lnTo>
                  <a:lnTo>
                    <a:pt x="11160" y="45608"/>
                  </a:lnTo>
                  <a:cubicBezTo>
                    <a:pt x="11160" y="46660"/>
                    <a:pt x="11187" y="47574"/>
                    <a:pt x="11243" y="48349"/>
                  </a:cubicBezTo>
                  <a:cubicBezTo>
                    <a:pt x="11298" y="49124"/>
                    <a:pt x="11464" y="49761"/>
                    <a:pt x="11741" y="50260"/>
                  </a:cubicBezTo>
                  <a:cubicBezTo>
                    <a:pt x="12018" y="50758"/>
                    <a:pt x="12461" y="51118"/>
                    <a:pt x="13043" y="51340"/>
                  </a:cubicBezTo>
                  <a:cubicBezTo>
                    <a:pt x="13624" y="51561"/>
                    <a:pt x="14455" y="51672"/>
                    <a:pt x="15507" y="51672"/>
                  </a:cubicBezTo>
                  <a:cubicBezTo>
                    <a:pt x="16172" y="51672"/>
                    <a:pt x="16864" y="51617"/>
                    <a:pt x="17556" y="51506"/>
                  </a:cubicBezTo>
                  <a:cubicBezTo>
                    <a:pt x="18249" y="51395"/>
                    <a:pt x="18941" y="51257"/>
                    <a:pt x="19606" y="51091"/>
                  </a:cubicBezTo>
                  <a:lnTo>
                    <a:pt x="19606" y="55161"/>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85" name="Freeform 3484">
              <a:extLst>
                <a:ext uri="{FF2B5EF4-FFF2-40B4-BE49-F238E27FC236}">
                  <a16:creationId xmlns:a16="http://schemas.microsoft.com/office/drawing/2014/main" id="{EA825D44-B330-1EF5-1F9C-CFA061692AAE}"/>
                </a:ext>
              </a:extLst>
            </p:cNvPr>
            <p:cNvSpPr/>
            <p:nvPr/>
          </p:nvSpPr>
          <p:spPr>
            <a:xfrm>
              <a:off x="2317094" y="3239551"/>
              <a:ext cx="40927" cy="45358"/>
            </a:xfrm>
            <a:custGeom>
              <a:avLst/>
              <a:gdLst>
                <a:gd name="connsiteX0" fmla="*/ 22070 w 40927"/>
                <a:gd name="connsiteY0" fmla="*/ 19107 h 45358"/>
                <a:gd name="connsiteX1" fmla="*/ 25476 w 40927"/>
                <a:gd name="connsiteY1" fmla="*/ 18608 h 45358"/>
                <a:gd name="connsiteX2" fmla="*/ 28716 w 40927"/>
                <a:gd name="connsiteY2" fmla="*/ 17695 h 45358"/>
                <a:gd name="connsiteX3" fmla="*/ 30267 w 40927"/>
                <a:gd name="connsiteY3" fmla="*/ 15729 h 45358"/>
                <a:gd name="connsiteX4" fmla="*/ 30571 w 40927"/>
                <a:gd name="connsiteY4" fmla="*/ 13181 h 45358"/>
                <a:gd name="connsiteX5" fmla="*/ 28107 w 40927"/>
                <a:gd name="connsiteY5" fmla="*/ 6923 h 45358"/>
                <a:gd name="connsiteX6" fmla="*/ 19772 w 40927"/>
                <a:gd name="connsiteY6" fmla="*/ 4486 h 45358"/>
                <a:gd name="connsiteX7" fmla="*/ 14981 w 40927"/>
                <a:gd name="connsiteY7" fmla="*/ 4957 h 45358"/>
                <a:gd name="connsiteX8" fmla="*/ 11160 w 40927"/>
                <a:gd name="connsiteY8" fmla="*/ 6535 h 45358"/>
                <a:gd name="connsiteX9" fmla="*/ 8474 w 40927"/>
                <a:gd name="connsiteY9" fmla="*/ 9526 h 45358"/>
                <a:gd name="connsiteX10" fmla="*/ 7089 w 40927"/>
                <a:gd name="connsiteY10" fmla="*/ 14233 h 45358"/>
                <a:gd name="connsiteX11" fmla="*/ 1966 w 40927"/>
                <a:gd name="connsiteY11" fmla="*/ 14233 h 45358"/>
                <a:gd name="connsiteX12" fmla="*/ 3738 w 40927"/>
                <a:gd name="connsiteY12" fmla="*/ 7698 h 45358"/>
                <a:gd name="connsiteX13" fmla="*/ 7643 w 40927"/>
                <a:gd name="connsiteY13" fmla="*/ 3295 h 45358"/>
                <a:gd name="connsiteX14" fmla="*/ 13181 w 40927"/>
                <a:gd name="connsiteY14" fmla="*/ 803 h 45358"/>
                <a:gd name="connsiteX15" fmla="*/ 19855 w 40927"/>
                <a:gd name="connsiteY15" fmla="*/ 0 h 45358"/>
                <a:gd name="connsiteX16" fmla="*/ 26030 w 40927"/>
                <a:gd name="connsiteY16" fmla="*/ 692 h 45358"/>
                <a:gd name="connsiteX17" fmla="*/ 31070 w 40927"/>
                <a:gd name="connsiteY17" fmla="*/ 2935 h 45358"/>
                <a:gd name="connsiteX18" fmla="*/ 34420 w 40927"/>
                <a:gd name="connsiteY18" fmla="*/ 7061 h 45358"/>
                <a:gd name="connsiteX19" fmla="*/ 35639 w 40927"/>
                <a:gd name="connsiteY19" fmla="*/ 13375 h 45358"/>
                <a:gd name="connsiteX20" fmla="*/ 35639 w 40927"/>
                <a:gd name="connsiteY20" fmla="*/ 36802 h 45358"/>
                <a:gd name="connsiteX21" fmla="*/ 36691 w 40927"/>
                <a:gd name="connsiteY21" fmla="*/ 40485 h 45358"/>
                <a:gd name="connsiteX22" fmla="*/ 40928 w 40927"/>
                <a:gd name="connsiteY22" fmla="*/ 40097 h 45358"/>
                <a:gd name="connsiteX23" fmla="*/ 40928 w 40927"/>
                <a:gd name="connsiteY23" fmla="*/ 44002 h 45358"/>
                <a:gd name="connsiteX24" fmla="*/ 39211 w 40927"/>
                <a:gd name="connsiteY24" fmla="*/ 44500 h 45358"/>
                <a:gd name="connsiteX25" fmla="*/ 36996 w 40927"/>
                <a:gd name="connsiteY25" fmla="*/ 44832 h 45358"/>
                <a:gd name="connsiteX26" fmla="*/ 34725 w 40927"/>
                <a:gd name="connsiteY26" fmla="*/ 44583 h 45358"/>
                <a:gd name="connsiteX27" fmla="*/ 32703 w 40927"/>
                <a:gd name="connsiteY27" fmla="*/ 43808 h 45358"/>
                <a:gd name="connsiteX28" fmla="*/ 31485 w 40927"/>
                <a:gd name="connsiteY28" fmla="*/ 42312 h 45358"/>
                <a:gd name="connsiteX29" fmla="*/ 30848 w 40927"/>
                <a:gd name="connsiteY29" fmla="*/ 40402 h 45358"/>
                <a:gd name="connsiteX30" fmla="*/ 30682 w 40927"/>
                <a:gd name="connsiteY30" fmla="*/ 38214 h 45358"/>
                <a:gd name="connsiteX31" fmla="*/ 23372 w 40927"/>
                <a:gd name="connsiteY31" fmla="*/ 43531 h 45358"/>
                <a:gd name="connsiteX32" fmla="*/ 14483 w 40927"/>
                <a:gd name="connsiteY32" fmla="*/ 45358 h 45358"/>
                <a:gd name="connsiteX33" fmla="*/ 9000 w 40927"/>
                <a:gd name="connsiteY33" fmla="*/ 44611 h 45358"/>
                <a:gd name="connsiteX34" fmla="*/ 4348 w 40927"/>
                <a:gd name="connsiteY34" fmla="*/ 42285 h 45358"/>
                <a:gd name="connsiteX35" fmla="*/ 1163 w 40927"/>
                <a:gd name="connsiteY35" fmla="*/ 38436 h 45358"/>
                <a:gd name="connsiteX36" fmla="*/ 0 w 40927"/>
                <a:gd name="connsiteY36" fmla="*/ 33008 h 45358"/>
                <a:gd name="connsiteX37" fmla="*/ 15175 w 40927"/>
                <a:gd name="connsiteY37" fmla="*/ 20049 h 45358"/>
                <a:gd name="connsiteX38" fmla="*/ 22125 w 40927"/>
                <a:gd name="connsiteY38" fmla="*/ 19135 h 45358"/>
                <a:gd name="connsiteX39" fmla="*/ 30544 w 40927"/>
                <a:gd name="connsiteY39" fmla="*/ 21599 h 45358"/>
                <a:gd name="connsiteX40" fmla="*/ 24091 w 40927"/>
                <a:gd name="connsiteY40" fmla="*/ 23344 h 45358"/>
                <a:gd name="connsiteX41" fmla="*/ 17556 w 40927"/>
                <a:gd name="connsiteY41" fmla="*/ 24008 h 45358"/>
                <a:gd name="connsiteX42" fmla="*/ 8529 w 40927"/>
                <a:gd name="connsiteY42" fmla="*/ 26584 h 45358"/>
                <a:gd name="connsiteX43" fmla="*/ 5289 w 40927"/>
                <a:gd name="connsiteY43" fmla="*/ 33146 h 45358"/>
                <a:gd name="connsiteX44" fmla="*/ 6092 w 40927"/>
                <a:gd name="connsiteY44" fmla="*/ 36608 h 45358"/>
                <a:gd name="connsiteX45" fmla="*/ 8197 w 40927"/>
                <a:gd name="connsiteY45" fmla="*/ 39017 h 45358"/>
                <a:gd name="connsiteX46" fmla="*/ 11215 w 40927"/>
                <a:gd name="connsiteY46" fmla="*/ 40429 h 45358"/>
                <a:gd name="connsiteX47" fmla="*/ 14704 w 40927"/>
                <a:gd name="connsiteY47" fmla="*/ 40900 h 45358"/>
                <a:gd name="connsiteX48" fmla="*/ 20575 w 40927"/>
                <a:gd name="connsiteY48" fmla="*/ 40152 h 45358"/>
                <a:gd name="connsiteX49" fmla="*/ 25642 w 40927"/>
                <a:gd name="connsiteY49" fmla="*/ 37882 h 45358"/>
                <a:gd name="connsiteX50" fmla="*/ 29214 w 40927"/>
                <a:gd name="connsiteY50" fmla="*/ 33977 h 45358"/>
                <a:gd name="connsiteX51" fmla="*/ 30544 w 40927"/>
                <a:gd name="connsiteY51" fmla="*/ 28356 h 45358"/>
                <a:gd name="connsiteX52" fmla="*/ 30544 w 40927"/>
                <a:gd name="connsiteY52" fmla="*/ 21627 h 453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0927" h="45358">
                  <a:moveTo>
                    <a:pt x="22070" y="19107"/>
                  </a:moveTo>
                  <a:cubicBezTo>
                    <a:pt x="23011" y="18996"/>
                    <a:pt x="24147" y="18830"/>
                    <a:pt x="25476" y="18608"/>
                  </a:cubicBezTo>
                  <a:cubicBezTo>
                    <a:pt x="26777" y="18387"/>
                    <a:pt x="27857" y="18082"/>
                    <a:pt x="28716" y="17695"/>
                  </a:cubicBezTo>
                  <a:cubicBezTo>
                    <a:pt x="29547" y="17307"/>
                    <a:pt x="30073" y="16643"/>
                    <a:pt x="30267" y="15729"/>
                  </a:cubicBezTo>
                  <a:cubicBezTo>
                    <a:pt x="30460" y="14815"/>
                    <a:pt x="30571" y="13984"/>
                    <a:pt x="30571" y="13181"/>
                  </a:cubicBezTo>
                  <a:cubicBezTo>
                    <a:pt x="30571" y="10633"/>
                    <a:pt x="29740" y="8557"/>
                    <a:pt x="28107" y="6923"/>
                  </a:cubicBezTo>
                  <a:cubicBezTo>
                    <a:pt x="26445" y="5289"/>
                    <a:pt x="23676" y="4486"/>
                    <a:pt x="19772" y="4486"/>
                  </a:cubicBezTo>
                  <a:cubicBezTo>
                    <a:pt x="18027" y="4486"/>
                    <a:pt x="16449" y="4624"/>
                    <a:pt x="14981" y="4957"/>
                  </a:cubicBezTo>
                  <a:cubicBezTo>
                    <a:pt x="13513" y="5261"/>
                    <a:pt x="12267" y="5787"/>
                    <a:pt x="11160" y="6535"/>
                  </a:cubicBezTo>
                  <a:cubicBezTo>
                    <a:pt x="10080" y="7283"/>
                    <a:pt x="9166" y="8280"/>
                    <a:pt x="8474" y="9526"/>
                  </a:cubicBezTo>
                  <a:cubicBezTo>
                    <a:pt x="7781" y="10772"/>
                    <a:pt x="7310" y="12350"/>
                    <a:pt x="7089" y="14233"/>
                  </a:cubicBezTo>
                  <a:lnTo>
                    <a:pt x="1966" y="14233"/>
                  </a:lnTo>
                  <a:cubicBezTo>
                    <a:pt x="2132" y="11686"/>
                    <a:pt x="2714" y="9498"/>
                    <a:pt x="3738" y="7698"/>
                  </a:cubicBezTo>
                  <a:cubicBezTo>
                    <a:pt x="4735" y="5898"/>
                    <a:pt x="6037" y="4431"/>
                    <a:pt x="7643" y="3295"/>
                  </a:cubicBezTo>
                  <a:cubicBezTo>
                    <a:pt x="9249" y="2160"/>
                    <a:pt x="11077" y="1329"/>
                    <a:pt x="13181" y="803"/>
                  </a:cubicBezTo>
                  <a:cubicBezTo>
                    <a:pt x="15286" y="277"/>
                    <a:pt x="17501" y="0"/>
                    <a:pt x="19855" y="0"/>
                  </a:cubicBezTo>
                  <a:cubicBezTo>
                    <a:pt x="22042" y="0"/>
                    <a:pt x="24091" y="221"/>
                    <a:pt x="26030" y="692"/>
                  </a:cubicBezTo>
                  <a:cubicBezTo>
                    <a:pt x="27968" y="1163"/>
                    <a:pt x="29630" y="1911"/>
                    <a:pt x="31070" y="2935"/>
                  </a:cubicBezTo>
                  <a:cubicBezTo>
                    <a:pt x="32510" y="3960"/>
                    <a:pt x="33617" y="5344"/>
                    <a:pt x="34420" y="7061"/>
                  </a:cubicBezTo>
                  <a:cubicBezTo>
                    <a:pt x="35223" y="8778"/>
                    <a:pt x="35639" y="10883"/>
                    <a:pt x="35639" y="13375"/>
                  </a:cubicBezTo>
                  <a:lnTo>
                    <a:pt x="35639" y="36802"/>
                  </a:lnTo>
                  <a:cubicBezTo>
                    <a:pt x="35639" y="38740"/>
                    <a:pt x="35999" y="39959"/>
                    <a:pt x="36691" y="40485"/>
                  </a:cubicBezTo>
                  <a:cubicBezTo>
                    <a:pt x="37383" y="41011"/>
                    <a:pt x="38796" y="40900"/>
                    <a:pt x="40928" y="40097"/>
                  </a:cubicBezTo>
                  <a:lnTo>
                    <a:pt x="40928" y="44002"/>
                  </a:lnTo>
                  <a:cubicBezTo>
                    <a:pt x="40540" y="44112"/>
                    <a:pt x="39959" y="44278"/>
                    <a:pt x="39211" y="44500"/>
                  </a:cubicBezTo>
                  <a:cubicBezTo>
                    <a:pt x="38463" y="44721"/>
                    <a:pt x="37716" y="44832"/>
                    <a:pt x="36996" y="44832"/>
                  </a:cubicBezTo>
                  <a:cubicBezTo>
                    <a:pt x="36220" y="44832"/>
                    <a:pt x="35445" y="44749"/>
                    <a:pt x="34725" y="44583"/>
                  </a:cubicBezTo>
                  <a:cubicBezTo>
                    <a:pt x="33894" y="44472"/>
                    <a:pt x="33230" y="44223"/>
                    <a:pt x="32703" y="43808"/>
                  </a:cubicBezTo>
                  <a:cubicBezTo>
                    <a:pt x="32205" y="43392"/>
                    <a:pt x="31790" y="42894"/>
                    <a:pt x="31485" y="42312"/>
                  </a:cubicBezTo>
                  <a:cubicBezTo>
                    <a:pt x="31180" y="41731"/>
                    <a:pt x="30959" y="41094"/>
                    <a:pt x="30848" y="40402"/>
                  </a:cubicBezTo>
                  <a:cubicBezTo>
                    <a:pt x="30737" y="39709"/>
                    <a:pt x="30682" y="38989"/>
                    <a:pt x="30682" y="38214"/>
                  </a:cubicBezTo>
                  <a:cubicBezTo>
                    <a:pt x="28550" y="40540"/>
                    <a:pt x="26113" y="42312"/>
                    <a:pt x="23372" y="43531"/>
                  </a:cubicBezTo>
                  <a:cubicBezTo>
                    <a:pt x="20630" y="44749"/>
                    <a:pt x="17667" y="45358"/>
                    <a:pt x="14483" y="45358"/>
                  </a:cubicBezTo>
                  <a:cubicBezTo>
                    <a:pt x="12572" y="45358"/>
                    <a:pt x="10744" y="45109"/>
                    <a:pt x="9000" y="44611"/>
                  </a:cubicBezTo>
                  <a:cubicBezTo>
                    <a:pt x="7227" y="44112"/>
                    <a:pt x="5677" y="43337"/>
                    <a:pt x="4348" y="42285"/>
                  </a:cubicBezTo>
                  <a:cubicBezTo>
                    <a:pt x="3018" y="41232"/>
                    <a:pt x="1938" y="39959"/>
                    <a:pt x="1163" y="38436"/>
                  </a:cubicBezTo>
                  <a:cubicBezTo>
                    <a:pt x="388" y="36912"/>
                    <a:pt x="0" y="35085"/>
                    <a:pt x="0" y="33008"/>
                  </a:cubicBezTo>
                  <a:cubicBezTo>
                    <a:pt x="0" y="25697"/>
                    <a:pt x="5067" y="21378"/>
                    <a:pt x="15175" y="20049"/>
                  </a:cubicBezTo>
                  <a:lnTo>
                    <a:pt x="22125" y="19135"/>
                  </a:lnTo>
                  <a:close/>
                  <a:moveTo>
                    <a:pt x="30544" y="21599"/>
                  </a:moveTo>
                  <a:cubicBezTo>
                    <a:pt x="28411" y="22485"/>
                    <a:pt x="26279" y="23067"/>
                    <a:pt x="24091" y="23344"/>
                  </a:cubicBezTo>
                  <a:cubicBezTo>
                    <a:pt x="21904" y="23621"/>
                    <a:pt x="19716" y="23842"/>
                    <a:pt x="17556" y="24008"/>
                  </a:cubicBezTo>
                  <a:cubicBezTo>
                    <a:pt x="13707" y="24285"/>
                    <a:pt x="10689" y="25144"/>
                    <a:pt x="8529" y="26584"/>
                  </a:cubicBezTo>
                  <a:cubicBezTo>
                    <a:pt x="6369" y="28024"/>
                    <a:pt x="5289" y="30211"/>
                    <a:pt x="5289" y="33146"/>
                  </a:cubicBezTo>
                  <a:cubicBezTo>
                    <a:pt x="5289" y="34476"/>
                    <a:pt x="5566" y="35639"/>
                    <a:pt x="6092" y="36608"/>
                  </a:cubicBezTo>
                  <a:cubicBezTo>
                    <a:pt x="6618" y="37577"/>
                    <a:pt x="7310" y="38380"/>
                    <a:pt x="8197" y="39017"/>
                  </a:cubicBezTo>
                  <a:cubicBezTo>
                    <a:pt x="9083" y="39654"/>
                    <a:pt x="10080" y="40125"/>
                    <a:pt x="11215" y="40429"/>
                  </a:cubicBezTo>
                  <a:cubicBezTo>
                    <a:pt x="12350" y="40734"/>
                    <a:pt x="13513" y="40900"/>
                    <a:pt x="14704" y="40900"/>
                  </a:cubicBezTo>
                  <a:cubicBezTo>
                    <a:pt x="16726" y="40900"/>
                    <a:pt x="18664" y="40651"/>
                    <a:pt x="20575" y="40152"/>
                  </a:cubicBezTo>
                  <a:cubicBezTo>
                    <a:pt x="22485" y="39654"/>
                    <a:pt x="24175" y="38906"/>
                    <a:pt x="25642" y="37882"/>
                  </a:cubicBezTo>
                  <a:cubicBezTo>
                    <a:pt x="27110" y="36857"/>
                    <a:pt x="28301" y="35556"/>
                    <a:pt x="29214" y="33977"/>
                  </a:cubicBezTo>
                  <a:cubicBezTo>
                    <a:pt x="30100" y="32399"/>
                    <a:pt x="30544" y="30516"/>
                    <a:pt x="30544" y="28356"/>
                  </a:cubicBezTo>
                  <a:lnTo>
                    <a:pt x="30544" y="21627"/>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86" name="Freeform 3485">
              <a:extLst>
                <a:ext uri="{FF2B5EF4-FFF2-40B4-BE49-F238E27FC236}">
                  <a16:creationId xmlns:a16="http://schemas.microsoft.com/office/drawing/2014/main" id="{0CE229E9-2745-181D-F891-3DB378BAEF20}"/>
                </a:ext>
              </a:extLst>
            </p:cNvPr>
            <p:cNvSpPr/>
            <p:nvPr/>
          </p:nvSpPr>
          <p:spPr>
            <a:xfrm>
              <a:off x="2363670" y="3239551"/>
              <a:ext cx="34171" cy="45302"/>
            </a:xfrm>
            <a:custGeom>
              <a:avLst/>
              <a:gdLst>
                <a:gd name="connsiteX0" fmla="*/ 5095 w 34171"/>
                <a:gd name="connsiteY0" fmla="*/ 30737 h 45302"/>
                <a:gd name="connsiteX1" fmla="*/ 9332 w 34171"/>
                <a:gd name="connsiteY1" fmla="*/ 38574 h 45302"/>
                <a:gd name="connsiteX2" fmla="*/ 18110 w 34171"/>
                <a:gd name="connsiteY2" fmla="*/ 40872 h 45302"/>
                <a:gd name="connsiteX3" fmla="*/ 22901 w 34171"/>
                <a:gd name="connsiteY3" fmla="*/ 40208 h 45302"/>
                <a:gd name="connsiteX4" fmla="*/ 26224 w 34171"/>
                <a:gd name="connsiteY4" fmla="*/ 38436 h 45302"/>
                <a:gd name="connsiteX5" fmla="*/ 28190 w 34171"/>
                <a:gd name="connsiteY5" fmla="*/ 35888 h 45302"/>
                <a:gd name="connsiteX6" fmla="*/ 28854 w 34171"/>
                <a:gd name="connsiteY6" fmla="*/ 32897 h 45302"/>
                <a:gd name="connsiteX7" fmla="*/ 26805 w 34171"/>
                <a:gd name="connsiteY7" fmla="*/ 28190 h 45302"/>
                <a:gd name="connsiteX8" fmla="*/ 21655 w 34171"/>
                <a:gd name="connsiteY8" fmla="*/ 25781 h 45302"/>
                <a:gd name="connsiteX9" fmla="*/ 14953 w 34171"/>
                <a:gd name="connsiteY9" fmla="*/ 24285 h 45302"/>
                <a:gd name="connsiteX10" fmla="*/ 8252 w 34171"/>
                <a:gd name="connsiteY10" fmla="*/ 22430 h 45302"/>
                <a:gd name="connsiteX11" fmla="*/ 3101 w 34171"/>
                <a:gd name="connsiteY11" fmla="*/ 18858 h 45302"/>
                <a:gd name="connsiteX12" fmla="*/ 1052 w 34171"/>
                <a:gd name="connsiteY12" fmla="*/ 12295 h 45302"/>
                <a:gd name="connsiteX13" fmla="*/ 5040 w 34171"/>
                <a:gd name="connsiteY13" fmla="*/ 3461 h 45302"/>
                <a:gd name="connsiteX14" fmla="*/ 16310 w 34171"/>
                <a:gd name="connsiteY14" fmla="*/ 0 h 45302"/>
                <a:gd name="connsiteX15" fmla="*/ 27747 w 34171"/>
                <a:gd name="connsiteY15" fmla="*/ 3101 h 45302"/>
                <a:gd name="connsiteX16" fmla="*/ 33063 w 34171"/>
                <a:gd name="connsiteY16" fmla="*/ 13513 h 45302"/>
                <a:gd name="connsiteX17" fmla="*/ 27941 w 34171"/>
                <a:gd name="connsiteY17" fmla="*/ 13513 h 45302"/>
                <a:gd name="connsiteX18" fmla="*/ 24119 w 34171"/>
                <a:gd name="connsiteY18" fmla="*/ 6480 h 45302"/>
                <a:gd name="connsiteX19" fmla="*/ 16199 w 34171"/>
                <a:gd name="connsiteY19" fmla="*/ 4458 h 45302"/>
                <a:gd name="connsiteX20" fmla="*/ 8889 w 34171"/>
                <a:gd name="connsiteY20" fmla="*/ 6480 h 45302"/>
                <a:gd name="connsiteX21" fmla="*/ 6369 w 34171"/>
                <a:gd name="connsiteY21" fmla="*/ 11852 h 45302"/>
                <a:gd name="connsiteX22" fmla="*/ 8418 w 34171"/>
                <a:gd name="connsiteY22" fmla="*/ 16283 h 45302"/>
                <a:gd name="connsiteX23" fmla="*/ 13569 w 34171"/>
                <a:gd name="connsiteY23" fmla="*/ 18775 h 45302"/>
                <a:gd name="connsiteX24" fmla="*/ 20270 w 34171"/>
                <a:gd name="connsiteY24" fmla="*/ 20491 h 45302"/>
                <a:gd name="connsiteX25" fmla="*/ 26971 w 34171"/>
                <a:gd name="connsiteY25" fmla="*/ 22596 h 45302"/>
                <a:gd name="connsiteX26" fmla="*/ 32122 w 34171"/>
                <a:gd name="connsiteY26" fmla="*/ 26279 h 45302"/>
                <a:gd name="connsiteX27" fmla="*/ 34171 w 34171"/>
                <a:gd name="connsiteY27" fmla="*/ 32759 h 45302"/>
                <a:gd name="connsiteX28" fmla="*/ 32842 w 34171"/>
                <a:gd name="connsiteY28" fmla="*/ 38186 h 45302"/>
                <a:gd name="connsiteX29" fmla="*/ 29159 w 34171"/>
                <a:gd name="connsiteY29" fmla="*/ 42118 h 45302"/>
                <a:gd name="connsiteX30" fmla="*/ 23593 w 34171"/>
                <a:gd name="connsiteY30" fmla="*/ 44500 h 45302"/>
                <a:gd name="connsiteX31" fmla="*/ 16504 w 34171"/>
                <a:gd name="connsiteY31" fmla="*/ 45303 h 45302"/>
                <a:gd name="connsiteX32" fmla="*/ 9664 w 34171"/>
                <a:gd name="connsiteY32" fmla="*/ 44168 h 45302"/>
                <a:gd name="connsiteX33" fmla="*/ 4597 w 34171"/>
                <a:gd name="connsiteY33" fmla="*/ 41066 h 45302"/>
                <a:gd name="connsiteX34" fmla="*/ 1329 w 34171"/>
                <a:gd name="connsiteY34" fmla="*/ 36414 h 45302"/>
                <a:gd name="connsiteX35" fmla="*/ 0 w 34171"/>
                <a:gd name="connsiteY35" fmla="*/ 30682 h 45302"/>
                <a:gd name="connsiteX36" fmla="*/ 5123 w 34171"/>
                <a:gd name="connsiteY36" fmla="*/ 30682 h 45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4171" h="45302">
                  <a:moveTo>
                    <a:pt x="5095" y="30737"/>
                  </a:moveTo>
                  <a:cubicBezTo>
                    <a:pt x="5871" y="34448"/>
                    <a:pt x="7283" y="37079"/>
                    <a:pt x="9332" y="38574"/>
                  </a:cubicBezTo>
                  <a:cubicBezTo>
                    <a:pt x="11381" y="40097"/>
                    <a:pt x="14289" y="40872"/>
                    <a:pt x="18110" y="40872"/>
                  </a:cubicBezTo>
                  <a:cubicBezTo>
                    <a:pt x="19965" y="40872"/>
                    <a:pt x="21544" y="40651"/>
                    <a:pt x="22901" y="40208"/>
                  </a:cubicBezTo>
                  <a:cubicBezTo>
                    <a:pt x="24230" y="39765"/>
                    <a:pt x="25338" y="39156"/>
                    <a:pt x="26224" y="38436"/>
                  </a:cubicBezTo>
                  <a:cubicBezTo>
                    <a:pt x="27082" y="37688"/>
                    <a:pt x="27747" y="36829"/>
                    <a:pt x="28190" y="35888"/>
                  </a:cubicBezTo>
                  <a:cubicBezTo>
                    <a:pt x="28633" y="34946"/>
                    <a:pt x="28854" y="33950"/>
                    <a:pt x="28854" y="32897"/>
                  </a:cubicBezTo>
                  <a:cubicBezTo>
                    <a:pt x="28854" y="30793"/>
                    <a:pt x="28162" y="29214"/>
                    <a:pt x="26805" y="28190"/>
                  </a:cubicBezTo>
                  <a:cubicBezTo>
                    <a:pt x="25421" y="27165"/>
                    <a:pt x="23704" y="26362"/>
                    <a:pt x="21655" y="25781"/>
                  </a:cubicBezTo>
                  <a:cubicBezTo>
                    <a:pt x="19578" y="25199"/>
                    <a:pt x="17335" y="24701"/>
                    <a:pt x="14953" y="24285"/>
                  </a:cubicBezTo>
                  <a:cubicBezTo>
                    <a:pt x="12544" y="23870"/>
                    <a:pt x="10301" y="23233"/>
                    <a:pt x="8252" y="22430"/>
                  </a:cubicBezTo>
                  <a:cubicBezTo>
                    <a:pt x="6203" y="21627"/>
                    <a:pt x="4458" y="20409"/>
                    <a:pt x="3101" y="18858"/>
                  </a:cubicBezTo>
                  <a:cubicBezTo>
                    <a:pt x="1744" y="17307"/>
                    <a:pt x="1052" y="15119"/>
                    <a:pt x="1052" y="12295"/>
                  </a:cubicBezTo>
                  <a:cubicBezTo>
                    <a:pt x="1052" y="8695"/>
                    <a:pt x="2381" y="5760"/>
                    <a:pt x="5040" y="3461"/>
                  </a:cubicBezTo>
                  <a:cubicBezTo>
                    <a:pt x="7698" y="1163"/>
                    <a:pt x="11464" y="0"/>
                    <a:pt x="16310" y="0"/>
                  </a:cubicBezTo>
                  <a:cubicBezTo>
                    <a:pt x="21156" y="0"/>
                    <a:pt x="24811" y="1052"/>
                    <a:pt x="27747" y="3101"/>
                  </a:cubicBezTo>
                  <a:cubicBezTo>
                    <a:pt x="30682" y="5151"/>
                    <a:pt x="32454" y="8640"/>
                    <a:pt x="33063" y="13513"/>
                  </a:cubicBezTo>
                  <a:lnTo>
                    <a:pt x="27941" y="13513"/>
                  </a:lnTo>
                  <a:cubicBezTo>
                    <a:pt x="27497" y="10190"/>
                    <a:pt x="26224" y="7864"/>
                    <a:pt x="24119" y="6480"/>
                  </a:cubicBezTo>
                  <a:cubicBezTo>
                    <a:pt x="22015" y="5123"/>
                    <a:pt x="19384" y="4458"/>
                    <a:pt x="16199" y="4458"/>
                  </a:cubicBezTo>
                  <a:cubicBezTo>
                    <a:pt x="13015" y="4458"/>
                    <a:pt x="10578" y="5151"/>
                    <a:pt x="8889" y="6480"/>
                  </a:cubicBezTo>
                  <a:cubicBezTo>
                    <a:pt x="7200" y="7837"/>
                    <a:pt x="6369" y="9637"/>
                    <a:pt x="6369" y="11852"/>
                  </a:cubicBezTo>
                  <a:cubicBezTo>
                    <a:pt x="6369" y="13790"/>
                    <a:pt x="7061" y="15258"/>
                    <a:pt x="8418" y="16283"/>
                  </a:cubicBezTo>
                  <a:cubicBezTo>
                    <a:pt x="9775" y="17307"/>
                    <a:pt x="11520" y="18138"/>
                    <a:pt x="13569" y="18775"/>
                  </a:cubicBezTo>
                  <a:cubicBezTo>
                    <a:pt x="15646" y="19412"/>
                    <a:pt x="17861" y="19965"/>
                    <a:pt x="20270" y="20491"/>
                  </a:cubicBezTo>
                  <a:cubicBezTo>
                    <a:pt x="22679" y="20990"/>
                    <a:pt x="24922" y="21682"/>
                    <a:pt x="26971" y="22596"/>
                  </a:cubicBezTo>
                  <a:cubicBezTo>
                    <a:pt x="29048" y="23510"/>
                    <a:pt x="30765" y="24756"/>
                    <a:pt x="32122" y="26279"/>
                  </a:cubicBezTo>
                  <a:cubicBezTo>
                    <a:pt x="33479" y="27830"/>
                    <a:pt x="34171" y="29990"/>
                    <a:pt x="34171" y="32759"/>
                  </a:cubicBezTo>
                  <a:cubicBezTo>
                    <a:pt x="34171" y="34808"/>
                    <a:pt x="33728" y="36636"/>
                    <a:pt x="32842" y="38186"/>
                  </a:cubicBezTo>
                  <a:cubicBezTo>
                    <a:pt x="31956" y="39765"/>
                    <a:pt x="30710" y="41094"/>
                    <a:pt x="29159" y="42118"/>
                  </a:cubicBezTo>
                  <a:cubicBezTo>
                    <a:pt x="27581" y="43171"/>
                    <a:pt x="25725" y="43974"/>
                    <a:pt x="23593" y="44500"/>
                  </a:cubicBezTo>
                  <a:cubicBezTo>
                    <a:pt x="21433" y="45026"/>
                    <a:pt x="19079" y="45303"/>
                    <a:pt x="16504" y="45303"/>
                  </a:cubicBezTo>
                  <a:cubicBezTo>
                    <a:pt x="13929" y="45303"/>
                    <a:pt x="11658" y="44943"/>
                    <a:pt x="9664" y="44168"/>
                  </a:cubicBezTo>
                  <a:cubicBezTo>
                    <a:pt x="7670" y="43420"/>
                    <a:pt x="5981" y="42395"/>
                    <a:pt x="4597" y="41066"/>
                  </a:cubicBezTo>
                  <a:cubicBezTo>
                    <a:pt x="3212" y="39737"/>
                    <a:pt x="2104" y="38186"/>
                    <a:pt x="1329" y="36414"/>
                  </a:cubicBezTo>
                  <a:cubicBezTo>
                    <a:pt x="554" y="34642"/>
                    <a:pt x="111" y="32731"/>
                    <a:pt x="0" y="30682"/>
                  </a:cubicBezTo>
                  <a:lnTo>
                    <a:pt x="5123" y="30682"/>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487" name="Freeform 3486">
              <a:extLst>
                <a:ext uri="{FF2B5EF4-FFF2-40B4-BE49-F238E27FC236}">
                  <a16:creationId xmlns:a16="http://schemas.microsoft.com/office/drawing/2014/main" id="{774D1598-9C05-518A-780F-3B147E8223B8}"/>
                </a:ext>
              </a:extLst>
            </p:cNvPr>
            <p:cNvSpPr/>
            <p:nvPr/>
          </p:nvSpPr>
          <p:spPr>
            <a:xfrm>
              <a:off x="2407367" y="3223933"/>
              <a:ext cx="35167" cy="59813"/>
            </a:xfrm>
            <a:custGeom>
              <a:avLst/>
              <a:gdLst>
                <a:gd name="connsiteX0" fmla="*/ 55 w 35167"/>
                <a:gd name="connsiteY0" fmla="*/ 59813 h 59813"/>
                <a:gd name="connsiteX1" fmla="*/ 55 w 35167"/>
                <a:gd name="connsiteY1" fmla="*/ 0 h 59813"/>
                <a:gd name="connsiteX2" fmla="*/ 5095 w 35167"/>
                <a:gd name="connsiteY2" fmla="*/ 0 h 59813"/>
                <a:gd name="connsiteX3" fmla="*/ 5095 w 35167"/>
                <a:gd name="connsiteY3" fmla="*/ 37217 h 59813"/>
                <a:gd name="connsiteX4" fmla="*/ 26390 w 35167"/>
                <a:gd name="connsiteY4" fmla="*/ 16781 h 59813"/>
                <a:gd name="connsiteX5" fmla="*/ 33257 w 35167"/>
                <a:gd name="connsiteY5" fmla="*/ 16781 h 59813"/>
                <a:gd name="connsiteX6" fmla="*/ 16975 w 35167"/>
                <a:gd name="connsiteY6" fmla="*/ 32316 h 59813"/>
                <a:gd name="connsiteX7" fmla="*/ 35168 w 35167"/>
                <a:gd name="connsiteY7" fmla="*/ 59813 h 59813"/>
                <a:gd name="connsiteX8" fmla="*/ 29547 w 35167"/>
                <a:gd name="connsiteY8" fmla="*/ 59813 h 59813"/>
                <a:gd name="connsiteX9" fmla="*/ 13264 w 35167"/>
                <a:gd name="connsiteY9" fmla="*/ 35805 h 59813"/>
                <a:gd name="connsiteX10" fmla="*/ 5040 w 35167"/>
                <a:gd name="connsiteY10" fmla="*/ 43531 h 59813"/>
                <a:gd name="connsiteX11" fmla="*/ 5040 w 35167"/>
                <a:gd name="connsiteY11" fmla="*/ 59813 h 59813"/>
                <a:gd name="connsiteX12" fmla="*/ 0 w 35167"/>
                <a:gd name="connsiteY12" fmla="*/ 59813 h 59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167" h="59813">
                  <a:moveTo>
                    <a:pt x="55" y="59813"/>
                  </a:moveTo>
                  <a:lnTo>
                    <a:pt x="55" y="0"/>
                  </a:lnTo>
                  <a:lnTo>
                    <a:pt x="5095" y="0"/>
                  </a:lnTo>
                  <a:lnTo>
                    <a:pt x="5095" y="37217"/>
                  </a:lnTo>
                  <a:lnTo>
                    <a:pt x="26390" y="16781"/>
                  </a:lnTo>
                  <a:lnTo>
                    <a:pt x="33257" y="16781"/>
                  </a:lnTo>
                  <a:lnTo>
                    <a:pt x="16975" y="32316"/>
                  </a:lnTo>
                  <a:lnTo>
                    <a:pt x="35168" y="59813"/>
                  </a:lnTo>
                  <a:lnTo>
                    <a:pt x="29547" y="59813"/>
                  </a:lnTo>
                  <a:lnTo>
                    <a:pt x="13264" y="35805"/>
                  </a:lnTo>
                  <a:lnTo>
                    <a:pt x="5040" y="43531"/>
                  </a:lnTo>
                  <a:lnTo>
                    <a:pt x="5040" y="59813"/>
                  </a:lnTo>
                  <a:lnTo>
                    <a:pt x="0" y="59813"/>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grpSp>
      <p:grpSp>
        <p:nvGrpSpPr>
          <p:cNvPr id="3974" name="Graphic 14">
            <a:extLst>
              <a:ext uri="{FF2B5EF4-FFF2-40B4-BE49-F238E27FC236}">
                <a16:creationId xmlns:a16="http://schemas.microsoft.com/office/drawing/2014/main" id="{D1CAB080-1B00-5396-49EF-691DAC5D9F00}"/>
              </a:ext>
            </a:extLst>
          </p:cNvPr>
          <p:cNvGrpSpPr/>
          <p:nvPr/>
        </p:nvGrpSpPr>
        <p:grpSpPr>
          <a:xfrm>
            <a:off x="2300356" y="5788463"/>
            <a:ext cx="9238662" cy="152948"/>
            <a:chOff x="1557991" y="2723689"/>
            <a:chExt cx="2719760" cy="45026"/>
          </a:xfrm>
          <a:solidFill>
            <a:srgbClr val="010101"/>
          </a:solidFill>
        </p:grpSpPr>
        <p:sp>
          <p:nvSpPr>
            <p:cNvPr id="3975" name="Freeform 3974">
              <a:extLst>
                <a:ext uri="{FF2B5EF4-FFF2-40B4-BE49-F238E27FC236}">
                  <a16:creationId xmlns:a16="http://schemas.microsoft.com/office/drawing/2014/main" id="{2507D056-B5EA-7220-18CE-9A9E342EDC87}"/>
                </a:ext>
              </a:extLst>
            </p:cNvPr>
            <p:cNvSpPr/>
            <p:nvPr/>
          </p:nvSpPr>
          <p:spPr>
            <a:xfrm>
              <a:off x="1557991" y="2744374"/>
              <a:ext cx="2680660" cy="1827"/>
            </a:xfrm>
            <a:custGeom>
              <a:avLst/>
              <a:gdLst>
                <a:gd name="connsiteX0" fmla="*/ 0 w 2680660"/>
                <a:gd name="connsiteY0" fmla="*/ 0 h 1827"/>
                <a:gd name="connsiteX1" fmla="*/ 2680661 w 2680660"/>
                <a:gd name="connsiteY1" fmla="*/ 1828 h 1827"/>
              </a:gdLst>
              <a:ahLst/>
              <a:cxnLst>
                <a:cxn ang="0">
                  <a:pos x="connsiteX0" y="connsiteY0"/>
                </a:cxn>
                <a:cxn ang="0">
                  <a:pos x="connsiteX1" y="connsiteY1"/>
                </a:cxn>
              </a:cxnLst>
              <a:rect l="l" t="t" r="r" b="b"/>
              <a:pathLst>
                <a:path w="2680660" h="1827">
                  <a:moveTo>
                    <a:pt x="0" y="0"/>
                  </a:moveTo>
                  <a:lnTo>
                    <a:pt x="2680661" y="1828"/>
                  </a:lnTo>
                </a:path>
              </a:pathLst>
            </a:custGeom>
            <a:ln w="5534" cap="flat">
              <a:solidFill>
                <a:srgbClr val="010101"/>
              </a:solidFill>
              <a:prstDash val="solid"/>
              <a:miter/>
            </a:ln>
          </p:spPr>
          <p:txBody>
            <a:bodyPr rtlCol="0" anchor="ctr"/>
            <a:lstStyle/>
            <a:p>
              <a:endParaRPr lang="en-US" sz="2000" dirty="0">
                <a:latin typeface="Helvetica" pitchFamily="2" charset="0"/>
              </a:endParaRPr>
            </a:p>
          </p:txBody>
        </p:sp>
        <p:sp>
          <p:nvSpPr>
            <p:cNvPr id="3976" name="Freeform 3975">
              <a:extLst>
                <a:ext uri="{FF2B5EF4-FFF2-40B4-BE49-F238E27FC236}">
                  <a16:creationId xmlns:a16="http://schemas.microsoft.com/office/drawing/2014/main" id="{891F3677-0492-3654-E250-EF00FA0D7024}"/>
                </a:ext>
              </a:extLst>
            </p:cNvPr>
            <p:cNvSpPr/>
            <p:nvPr/>
          </p:nvSpPr>
          <p:spPr>
            <a:xfrm>
              <a:off x="4222618" y="2723689"/>
              <a:ext cx="55133" cy="45026"/>
            </a:xfrm>
            <a:custGeom>
              <a:avLst/>
              <a:gdLst>
                <a:gd name="connsiteX0" fmla="*/ 55134 w 55133"/>
                <a:gd name="connsiteY0" fmla="*/ 22541 h 45026"/>
                <a:gd name="connsiteX1" fmla="*/ 0 w 55133"/>
                <a:gd name="connsiteY1" fmla="*/ 45026 h 45026"/>
                <a:gd name="connsiteX2" fmla="*/ 13098 w 55133"/>
                <a:gd name="connsiteY2" fmla="*/ 22513 h 45026"/>
                <a:gd name="connsiteX3" fmla="*/ 28 w 55133"/>
                <a:gd name="connsiteY3" fmla="*/ 0 h 45026"/>
                <a:gd name="connsiteX4" fmla="*/ 55134 w 55133"/>
                <a:gd name="connsiteY4" fmla="*/ 22541 h 450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133" h="45026">
                  <a:moveTo>
                    <a:pt x="55134" y="22541"/>
                  </a:moveTo>
                  <a:lnTo>
                    <a:pt x="0" y="45026"/>
                  </a:lnTo>
                  <a:lnTo>
                    <a:pt x="13098" y="22513"/>
                  </a:lnTo>
                  <a:lnTo>
                    <a:pt x="28" y="0"/>
                  </a:lnTo>
                  <a:lnTo>
                    <a:pt x="55134" y="22541"/>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grpSp>
      <p:grpSp>
        <p:nvGrpSpPr>
          <p:cNvPr id="19" name="Group 18">
            <a:extLst>
              <a:ext uri="{FF2B5EF4-FFF2-40B4-BE49-F238E27FC236}">
                <a16:creationId xmlns:a16="http://schemas.microsoft.com/office/drawing/2014/main" id="{D22C893F-0435-E46A-5CDD-C0A07CB9D5E7}"/>
              </a:ext>
            </a:extLst>
          </p:cNvPr>
          <p:cNvGrpSpPr/>
          <p:nvPr/>
        </p:nvGrpSpPr>
        <p:grpSpPr>
          <a:xfrm>
            <a:off x="3679614" y="1512675"/>
            <a:ext cx="6559473" cy="4970489"/>
            <a:chOff x="1716837" y="1502627"/>
            <a:chExt cx="6559473" cy="4970489"/>
          </a:xfrm>
        </p:grpSpPr>
        <p:grpSp>
          <p:nvGrpSpPr>
            <p:cNvPr id="18" name="Group 17">
              <a:extLst>
                <a:ext uri="{FF2B5EF4-FFF2-40B4-BE49-F238E27FC236}">
                  <a16:creationId xmlns:a16="http://schemas.microsoft.com/office/drawing/2014/main" id="{F6BDABFA-F4F8-FE58-C4DD-FAB6351505C0}"/>
                </a:ext>
              </a:extLst>
            </p:cNvPr>
            <p:cNvGrpSpPr/>
            <p:nvPr/>
          </p:nvGrpSpPr>
          <p:grpSpPr>
            <a:xfrm>
              <a:off x="3630880" y="4517943"/>
              <a:ext cx="4645430" cy="1955173"/>
              <a:chOff x="3630880" y="4517943"/>
              <a:chExt cx="4645430" cy="1955173"/>
            </a:xfrm>
          </p:grpSpPr>
          <p:grpSp>
            <p:nvGrpSpPr>
              <p:cNvPr id="3742" name="Graphic 14">
                <a:extLst>
                  <a:ext uri="{FF2B5EF4-FFF2-40B4-BE49-F238E27FC236}">
                    <a16:creationId xmlns:a16="http://schemas.microsoft.com/office/drawing/2014/main" id="{3BBE5290-FDDD-33B2-3F24-1F38E5CFFE33}"/>
                  </a:ext>
                </a:extLst>
              </p:cNvPr>
              <p:cNvGrpSpPr/>
              <p:nvPr/>
            </p:nvGrpSpPr>
            <p:grpSpPr>
              <a:xfrm>
                <a:off x="7489421" y="5955412"/>
                <a:ext cx="635588" cy="165927"/>
                <a:chOff x="3663114" y="4076272"/>
                <a:chExt cx="187110" cy="48847"/>
              </a:xfrm>
              <a:solidFill>
                <a:srgbClr val="010101"/>
              </a:solidFill>
            </p:grpSpPr>
            <p:sp>
              <p:nvSpPr>
                <p:cNvPr id="3743" name="Freeform 3742">
                  <a:extLst>
                    <a:ext uri="{FF2B5EF4-FFF2-40B4-BE49-F238E27FC236}">
                      <a16:creationId xmlns:a16="http://schemas.microsoft.com/office/drawing/2014/main" id="{4CB44983-6644-2CC3-5728-16C5A03D240A}"/>
                    </a:ext>
                  </a:extLst>
                </p:cNvPr>
                <p:cNvSpPr/>
                <p:nvPr/>
              </p:nvSpPr>
              <p:spPr>
                <a:xfrm>
                  <a:off x="3663114" y="4088733"/>
                  <a:ext cx="27137" cy="36247"/>
                </a:xfrm>
                <a:custGeom>
                  <a:avLst/>
                  <a:gdLst>
                    <a:gd name="connsiteX0" fmla="*/ 4071 w 27137"/>
                    <a:gd name="connsiteY0" fmla="*/ 24617 h 36247"/>
                    <a:gd name="connsiteX1" fmla="*/ 7421 w 27137"/>
                    <a:gd name="connsiteY1" fmla="*/ 30903 h 36247"/>
                    <a:gd name="connsiteX2" fmla="*/ 14372 w 27137"/>
                    <a:gd name="connsiteY2" fmla="*/ 32731 h 36247"/>
                    <a:gd name="connsiteX3" fmla="*/ 18166 w 27137"/>
                    <a:gd name="connsiteY3" fmla="*/ 32205 h 36247"/>
                    <a:gd name="connsiteX4" fmla="*/ 20796 w 27137"/>
                    <a:gd name="connsiteY4" fmla="*/ 30765 h 36247"/>
                    <a:gd name="connsiteX5" fmla="*/ 22347 w 27137"/>
                    <a:gd name="connsiteY5" fmla="*/ 28744 h 36247"/>
                    <a:gd name="connsiteX6" fmla="*/ 22873 w 27137"/>
                    <a:gd name="connsiteY6" fmla="*/ 26362 h 36247"/>
                    <a:gd name="connsiteX7" fmla="*/ 21239 w 27137"/>
                    <a:gd name="connsiteY7" fmla="*/ 22596 h 36247"/>
                    <a:gd name="connsiteX8" fmla="*/ 17141 w 27137"/>
                    <a:gd name="connsiteY8" fmla="*/ 20658 h 36247"/>
                    <a:gd name="connsiteX9" fmla="*/ 11824 w 27137"/>
                    <a:gd name="connsiteY9" fmla="*/ 19467 h 36247"/>
                    <a:gd name="connsiteX10" fmla="*/ 6508 w 27137"/>
                    <a:gd name="connsiteY10" fmla="*/ 17972 h 36247"/>
                    <a:gd name="connsiteX11" fmla="*/ 2409 w 27137"/>
                    <a:gd name="connsiteY11" fmla="*/ 15119 h 36247"/>
                    <a:gd name="connsiteX12" fmla="*/ 775 w 27137"/>
                    <a:gd name="connsiteY12" fmla="*/ 9858 h 36247"/>
                    <a:gd name="connsiteX13" fmla="*/ 3932 w 27137"/>
                    <a:gd name="connsiteY13" fmla="*/ 2769 h 36247"/>
                    <a:gd name="connsiteX14" fmla="*/ 12877 w 27137"/>
                    <a:gd name="connsiteY14" fmla="*/ 0 h 36247"/>
                    <a:gd name="connsiteX15" fmla="*/ 21959 w 27137"/>
                    <a:gd name="connsiteY15" fmla="*/ 2492 h 36247"/>
                    <a:gd name="connsiteX16" fmla="*/ 26168 w 27137"/>
                    <a:gd name="connsiteY16" fmla="*/ 10827 h 36247"/>
                    <a:gd name="connsiteX17" fmla="*/ 22125 w 27137"/>
                    <a:gd name="connsiteY17" fmla="*/ 10827 h 36247"/>
                    <a:gd name="connsiteX18" fmla="*/ 19107 w 27137"/>
                    <a:gd name="connsiteY18" fmla="*/ 5206 h 36247"/>
                    <a:gd name="connsiteX19" fmla="*/ 12821 w 27137"/>
                    <a:gd name="connsiteY19" fmla="*/ 3572 h 36247"/>
                    <a:gd name="connsiteX20" fmla="*/ 7034 w 27137"/>
                    <a:gd name="connsiteY20" fmla="*/ 5206 h 36247"/>
                    <a:gd name="connsiteX21" fmla="*/ 5040 w 27137"/>
                    <a:gd name="connsiteY21" fmla="*/ 9498 h 36247"/>
                    <a:gd name="connsiteX22" fmla="*/ 6674 w 27137"/>
                    <a:gd name="connsiteY22" fmla="*/ 13043 h 36247"/>
                    <a:gd name="connsiteX23" fmla="*/ 10772 w 27137"/>
                    <a:gd name="connsiteY23" fmla="*/ 15036 h 36247"/>
                    <a:gd name="connsiteX24" fmla="*/ 16089 w 27137"/>
                    <a:gd name="connsiteY24" fmla="*/ 16393 h 36247"/>
                    <a:gd name="connsiteX25" fmla="*/ 21405 w 27137"/>
                    <a:gd name="connsiteY25" fmla="*/ 18082 h 36247"/>
                    <a:gd name="connsiteX26" fmla="*/ 25504 w 27137"/>
                    <a:gd name="connsiteY26" fmla="*/ 21045 h 36247"/>
                    <a:gd name="connsiteX27" fmla="*/ 27137 w 27137"/>
                    <a:gd name="connsiteY27" fmla="*/ 26224 h 36247"/>
                    <a:gd name="connsiteX28" fmla="*/ 26085 w 27137"/>
                    <a:gd name="connsiteY28" fmla="*/ 30571 h 36247"/>
                    <a:gd name="connsiteX29" fmla="*/ 23150 w 27137"/>
                    <a:gd name="connsiteY29" fmla="*/ 33728 h 36247"/>
                    <a:gd name="connsiteX30" fmla="*/ 18719 w 27137"/>
                    <a:gd name="connsiteY30" fmla="*/ 35611 h 36247"/>
                    <a:gd name="connsiteX31" fmla="*/ 13098 w 27137"/>
                    <a:gd name="connsiteY31" fmla="*/ 36248 h 36247"/>
                    <a:gd name="connsiteX32" fmla="*/ 7671 w 27137"/>
                    <a:gd name="connsiteY32" fmla="*/ 35362 h 36247"/>
                    <a:gd name="connsiteX33" fmla="*/ 3655 w 27137"/>
                    <a:gd name="connsiteY33" fmla="*/ 32870 h 36247"/>
                    <a:gd name="connsiteX34" fmla="*/ 1052 w 27137"/>
                    <a:gd name="connsiteY34" fmla="*/ 29159 h 36247"/>
                    <a:gd name="connsiteX35" fmla="*/ 0 w 27137"/>
                    <a:gd name="connsiteY35" fmla="*/ 24562 h 36247"/>
                    <a:gd name="connsiteX36" fmla="*/ 4043 w 27137"/>
                    <a:gd name="connsiteY36" fmla="*/ 24562 h 36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7137" h="36247">
                      <a:moveTo>
                        <a:pt x="4071" y="24617"/>
                      </a:moveTo>
                      <a:cubicBezTo>
                        <a:pt x="4680" y="27580"/>
                        <a:pt x="5815" y="29685"/>
                        <a:pt x="7421" y="30903"/>
                      </a:cubicBezTo>
                      <a:cubicBezTo>
                        <a:pt x="9027" y="32122"/>
                        <a:pt x="11354" y="32731"/>
                        <a:pt x="14372" y="32731"/>
                      </a:cubicBezTo>
                      <a:cubicBezTo>
                        <a:pt x="15840" y="32731"/>
                        <a:pt x="17086" y="32565"/>
                        <a:pt x="18166" y="32205"/>
                      </a:cubicBezTo>
                      <a:cubicBezTo>
                        <a:pt x="19218" y="31845"/>
                        <a:pt x="20104" y="31374"/>
                        <a:pt x="20796" y="30765"/>
                      </a:cubicBezTo>
                      <a:cubicBezTo>
                        <a:pt x="21489" y="30156"/>
                        <a:pt x="22015" y="29491"/>
                        <a:pt x="22347" y="28744"/>
                      </a:cubicBezTo>
                      <a:cubicBezTo>
                        <a:pt x="22707" y="27996"/>
                        <a:pt x="22873" y="27193"/>
                        <a:pt x="22873" y="26362"/>
                      </a:cubicBezTo>
                      <a:cubicBezTo>
                        <a:pt x="22873" y="24673"/>
                        <a:pt x="22319" y="23427"/>
                        <a:pt x="21239" y="22596"/>
                      </a:cubicBezTo>
                      <a:cubicBezTo>
                        <a:pt x="20159" y="21765"/>
                        <a:pt x="18803" y="21129"/>
                        <a:pt x="17141" y="20658"/>
                      </a:cubicBezTo>
                      <a:cubicBezTo>
                        <a:pt x="15480" y="20187"/>
                        <a:pt x="13735" y="19799"/>
                        <a:pt x="11824" y="19467"/>
                      </a:cubicBezTo>
                      <a:cubicBezTo>
                        <a:pt x="9914" y="19134"/>
                        <a:pt x="8141" y="18636"/>
                        <a:pt x="6508" y="17972"/>
                      </a:cubicBezTo>
                      <a:cubicBezTo>
                        <a:pt x="4874" y="17307"/>
                        <a:pt x="3517" y="16365"/>
                        <a:pt x="2409" y="15119"/>
                      </a:cubicBezTo>
                      <a:cubicBezTo>
                        <a:pt x="1329" y="13873"/>
                        <a:pt x="775" y="12129"/>
                        <a:pt x="775" y="9858"/>
                      </a:cubicBezTo>
                      <a:cubicBezTo>
                        <a:pt x="775" y="6978"/>
                        <a:pt x="1828" y="4624"/>
                        <a:pt x="3932" y="2769"/>
                      </a:cubicBezTo>
                      <a:cubicBezTo>
                        <a:pt x="6037" y="941"/>
                        <a:pt x="9027" y="0"/>
                        <a:pt x="12877" y="0"/>
                      </a:cubicBezTo>
                      <a:cubicBezTo>
                        <a:pt x="16726" y="0"/>
                        <a:pt x="19633" y="831"/>
                        <a:pt x="21959" y="2492"/>
                      </a:cubicBezTo>
                      <a:cubicBezTo>
                        <a:pt x="24285" y="4154"/>
                        <a:pt x="25698" y="6923"/>
                        <a:pt x="26168" y="10827"/>
                      </a:cubicBezTo>
                      <a:lnTo>
                        <a:pt x="22125" y="10827"/>
                      </a:lnTo>
                      <a:cubicBezTo>
                        <a:pt x="21765" y="8169"/>
                        <a:pt x="20769" y="6286"/>
                        <a:pt x="19107" y="5206"/>
                      </a:cubicBezTo>
                      <a:cubicBezTo>
                        <a:pt x="17446" y="4126"/>
                        <a:pt x="15341" y="3572"/>
                        <a:pt x="12821" y="3572"/>
                      </a:cubicBezTo>
                      <a:cubicBezTo>
                        <a:pt x="10301" y="3572"/>
                        <a:pt x="8363" y="4126"/>
                        <a:pt x="7034" y="5206"/>
                      </a:cubicBezTo>
                      <a:cubicBezTo>
                        <a:pt x="5704" y="6286"/>
                        <a:pt x="5040" y="7726"/>
                        <a:pt x="5040" y="9498"/>
                      </a:cubicBezTo>
                      <a:cubicBezTo>
                        <a:pt x="5040" y="11049"/>
                        <a:pt x="5594" y="12239"/>
                        <a:pt x="6674" y="13043"/>
                      </a:cubicBezTo>
                      <a:cubicBezTo>
                        <a:pt x="7754" y="13873"/>
                        <a:pt x="9111" y="14538"/>
                        <a:pt x="10772" y="15036"/>
                      </a:cubicBezTo>
                      <a:cubicBezTo>
                        <a:pt x="12406" y="15535"/>
                        <a:pt x="14178" y="16005"/>
                        <a:pt x="16089" y="16393"/>
                      </a:cubicBezTo>
                      <a:cubicBezTo>
                        <a:pt x="17999" y="16781"/>
                        <a:pt x="19772" y="17362"/>
                        <a:pt x="21405" y="18082"/>
                      </a:cubicBezTo>
                      <a:cubicBezTo>
                        <a:pt x="23039" y="18802"/>
                        <a:pt x="24396" y="19799"/>
                        <a:pt x="25504" y="21045"/>
                      </a:cubicBezTo>
                      <a:cubicBezTo>
                        <a:pt x="26584" y="22291"/>
                        <a:pt x="27137" y="24008"/>
                        <a:pt x="27137" y="26224"/>
                      </a:cubicBezTo>
                      <a:cubicBezTo>
                        <a:pt x="27137" y="27857"/>
                        <a:pt x="26777" y="29325"/>
                        <a:pt x="26085" y="30571"/>
                      </a:cubicBezTo>
                      <a:cubicBezTo>
                        <a:pt x="25365" y="31845"/>
                        <a:pt x="24396" y="32897"/>
                        <a:pt x="23150" y="33728"/>
                      </a:cubicBezTo>
                      <a:cubicBezTo>
                        <a:pt x="21904" y="34559"/>
                        <a:pt x="20436" y="35196"/>
                        <a:pt x="18719" y="35611"/>
                      </a:cubicBezTo>
                      <a:cubicBezTo>
                        <a:pt x="17003" y="36026"/>
                        <a:pt x="15147" y="36248"/>
                        <a:pt x="13098" y="36248"/>
                      </a:cubicBezTo>
                      <a:cubicBezTo>
                        <a:pt x="11049" y="36248"/>
                        <a:pt x="9249" y="35943"/>
                        <a:pt x="7671" y="35362"/>
                      </a:cubicBezTo>
                      <a:cubicBezTo>
                        <a:pt x="6092" y="34780"/>
                        <a:pt x="4763" y="33922"/>
                        <a:pt x="3655" y="32870"/>
                      </a:cubicBezTo>
                      <a:cubicBezTo>
                        <a:pt x="2548" y="31817"/>
                        <a:pt x="1689" y="30571"/>
                        <a:pt x="1052" y="29159"/>
                      </a:cubicBezTo>
                      <a:cubicBezTo>
                        <a:pt x="443" y="27746"/>
                        <a:pt x="83" y="26224"/>
                        <a:pt x="0" y="24562"/>
                      </a:cubicBezTo>
                      <a:lnTo>
                        <a:pt x="4043" y="24562"/>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744" name="Freeform 3743">
                  <a:extLst>
                    <a:ext uri="{FF2B5EF4-FFF2-40B4-BE49-F238E27FC236}">
                      <a16:creationId xmlns:a16="http://schemas.microsoft.com/office/drawing/2014/main" id="{3B4F978B-D6E6-20A0-C5B9-BF2C29444C8F}"/>
                    </a:ext>
                  </a:extLst>
                </p:cNvPr>
                <p:cNvSpPr/>
                <p:nvPr/>
              </p:nvSpPr>
              <p:spPr>
                <a:xfrm>
                  <a:off x="3698476" y="4076272"/>
                  <a:ext cx="4375" cy="47850"/>
                </a:xfrm>
                <a:custGeom>
                  <a:avLst/>
                  <a:gdLst>
                    <a:gd name="connsiteX0" fmla="*/ 0 w 4375"/>
                    <a:gd name="connsiteY0" fmla="*/ 5926 h 47850"/>
                    <a:gd name="connsiteX1" fmla="*/ 0 w 4375"/>
                    <a:gd name="connsiteY1" fmla="*/ 0 h 47850"/>
                    <a:gd name="connsiteX2" fmla="*/ 4375 w 4375"/>
                    <a:gd name="connsiteY2" fmla="*/ 0 h 47850"/>
                    <a:gd name="connsiteX3" fmla="*/ 4375 w 4375"/>
                    <a:gd name="connsiteY3" fmla="*/ 5926 h 47850"/>
                    <a:gd name="connsiteX4" fmla="*/ 0 w 4375"/>
                    <a:gd name="connsiteY4" fmla="*/ 5926 h 47850"/>
                    <a:gd name="connsiteX5" fmla="*/ 194 w 4375"/>
                    <a:gd name="connsiteY5" fmla="*/ 47850 h 47850"/>
                    <a:gd name="connsiteX6" fmla="*/ 194 w 4375"/>
                    <a:gd name="connsiteY6" fmla="*/ 13430 h 47850"/>
                    <a:gd name="connsiteX7" fmla="*/ 4181 w 4375"/>
                    <a:gd name="connsiteY7" fmla="*/ 13430 h 47850"/>
                    <a:gd name="connsiteX8" fmla="*/ 4181 w 4375"/>
                    <a:gd name="connsiteY8" fmla="*/ 47850 h 47850"/>
                    <a:gd name="connsiteX9" fmla="*/ 194 w 4375"/>
                    <a:gd name="connsiteY9" fmla="*/ 47850 h 47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75" h="47850">
                      <a:moveTo>
                        <a:pt x="0" y="5926"/>
                      </a:moveTo>
                      <a:lnTo>
                        <a:pt x="0" y="0"/>
                      </a:lnTo>
                      <a:lnTo>
                        <a:pt x="4375" y="0"/>
                      </a:lnTo>
                      <a:lnTo>
                        <a:pt x="4375" y="5926"/>
                      </a:lnTo>
                      <a:lnTo>
                        <a:pt x="0" y="5926"/>
                      </a:lnTo>
                      <a:close/>
                      <a:moveTo>
                        <a:pt x="194" y="47850"/>
                      </a:moveTo>
                      <a:lnTo>
                        <a:pt x="194" y="13430"/>
                      </a:lnTo>
                      <a:lnTo>
                        <a:pt x="4181" y="13430"/>
                      </a:lnTo>
                      <a:lnTo>
                        <a:pt x="4181" y="47850"/>
                      </a:lnTo>
                      <a:lnTo>
                        <a:pt x="194" y="47850"/>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745" name="Freeform 3744">
                  <a:extLst>
                    <a:ext uri="{FF2B5EF4-FFF2-40B4-BE49-F238E27FC236}">
                      <a16:creationId xmlns:a16="http://schemas.microsoft.com/office/drawing/2014/main" id="{A0154B87-6980-5D76-D7E4-4748AB78D60B}"/>
                    </a:ext>
                  </a:extLst>
                </p:cNvPr>
                <p:cNvSpPr/>
                <p:nvPr/>
              </p:nvSpPr>
              <p:spPr>
                <a:xfrm>
                  <a:off x="3712294" y="4088789"/>
                  <a:ext cx="46798" cy="35417"/>
                </a:xfrm>
                <a:custGeom>
                  <a:avLst/>
                  <a:gdLst>
                    <a:gd name="connsiteX0" fmla="*/ 3988 w 46798"/>
                    <a:gd name="connsiteY0" fmla="*/ 35334 h 35417"/>
                    <a:gd name="connsiteX1" fmla="*/ 0 w 46798"/>
                    <a:gd name="connsiteY1" fmla="*/ 35334 h 35417"/>
                    <a:gd name="connsiteX2" fmla="*/ 0 w 46798"/>
                    <a:gd name="connsiteY2" fmla="*/ 914 h 35417"/>
                    <a:gd name="connsiteX3" fmla="*/ 3988 w 46798"/>
                    <a:gd name="connsiteY3" fmla="*/ 914 h 35417"/>
                    <a:gd name="connsiteX4" fmla="*/ 3988 w 46798"/>
                    <a:gd name="connsiteY4" fmla="*/ 6092 h 35417"/>
                    <a:gd name="connsiteX5" fmla="*/ 4126 w 46798"/>
                    <a:gd name="connsiteY5" fmla="*/ 6092 h 35417"/>
                    <a:gd name="connsiteX6" fmla="*/ 8501 w 46798"/>
                    <a:gd name="connsiteY6" fmla="*/ 1551 h 35417"/>
                    <a:gd name="connsiteX7" fmla="*/ 14760 w 46798"/>
                    <a:gd name="connsiteY7" fmla="*/ 0 h 35417"/>
                    <a:gd name="connsiteX8" fmla="*/ 18802 w 46798"/>
                    <a:gd name="connsiteY8" fmla="*/ 526 h 35417"/>
                    <a:gd name="connsiteX9" fmla="*/ 21627 w 46798"/>
                    <a:gd name="connsiteY9" fmla="*/ 1966 h 35417"/>
                    <a:gd name="connsiteX10" fmla="*/ 23565 w 46798"/>
                    <a:gd name="connsiteY10" fmla="*/ 4071 h 35417"/>
                    <a:gd name="connsiteX11" fmla="*/ 24867 w 46798"/>
                    <a:gd name="connsiteY11" fmla="*/ 6674 h 35417"/>
                    <a:gd name="connsiteX12" fmla="*/ 29491 w 46798"/>
                    <a:gd name="connsiteY12" fmla="*/ 1662 h 35417"/>
                    <a:gd name="connsiteX13" fmla="*/ 36109 w 46798"/>
                    <a:gd name="connsiteY13" fmla="*/ 28 h 35417"/>
                    <a:gd name="connsiteX14" fmla="*/ 41731 w 46798"/>
                    <a:gd name="connsiteY14" fmla="*/ 1191 h 35417"/>
                    <a:gd name="connsiteX15" fmla="*/ 44943 w 46798"/>
                    <a:gd name="connsiteY15" fmla="*/ 4237 h 35417"/>
                    <a:gd name="connsiteX16" fmla="*/ 46438 w 46798"/>
                    <a:gd name="connsiteY16" fmla="*/ 8585 h 35417"/>
                    <a:gd name="connsiteX17" fmla="*/ 46798 w 46798"/>
                    <a:gd name="connsiteY17" fmla="*/ 13624 h 35417"/>
                    <a:gd name="connsiteX18" fmla="*/ 46798 w 46798"/>
                    <a:gd name="connsiteY18" fmla="*/ 35362 h 35417"/>
                    <a:gd name="connsiteX19" fmla="*/ 42811 w 46798"/>
                    <a:gd name="connsiteY19" fmla="*/ 35362 h 35417"/>
                    <a:gd name="connsiteX20" fmla="*/ 42811 w 46798"/>
                    <a:gd name="connsiteY20" fmla="*/ 11575 h 35417"/>
                    <a:gd name="connsiteX21" fmla="*/ 41260 w 46798"/>
                    <a:gd name="connsiteY21" fmla="*/ 5732 h 35417"/>
                    <a:gd name="connsiteX22" fmla="*/ 35445 w 46798"/>
                    <a:gd name="connsiteY22" fmla="*/ 3600 h 35417"/>
                    <a:gd name="connsiteX23" fmla="*/ 31236 w 46798"/>
                    <a:gd name="connsiteY23" fmla="*/ 4569 h 35417"/>
                    <a:gd name="connsiteX24" fmla="*/ 27691 w 46798"/>
                    <a:gd name="connsiteY24" fmla="*/ 7532 h 35417"/>
                    <a:gd name="connsiteX25" fmla="*/ 26584 w 46798"/>
                    <a:gd name="connsiteY25" fmla="*/ 9554 h 35417"/>
                    <a:gd name="connsiteX26" fmla="*/ 25891 w 46798"/>
                    <a:gd name="connsiteY26" fmla="*/ 11991 h 35417"/>
                    <a:gd name="connsiteX27" fmla="*/ 25531 w 46798"/>
                    <a:gd name="connsiteY27" fmla="*/ 14511 h 35417"/>
                    <a:gd name="connsiteX28" fmla="*/ 25421 w 46798"/>
                    <a:gd name="connsiteY28" fmla="*/ 16837 h 35417"/>
                    <a:gd name="connsiteX29" fmla="*/ 25421 w 46798"/>
                    <a:gd name="connsiteY29" fmla="*/ 35390 h 35417"/>
                    <a:gd name="connsiteX30" fmla="*/ 21433 w 46798"/>
                    <a:gd name="connsiteY30" fmla="*/ 35390 h 35417"/>
                    <a:gd name="connsiteX31" fmla="*/ 21433 w 46798"/>
                    <a:gd name="connsiteY31" fmla="*/ 11603 h 35417"/>
                    <a:gd name="connsiteX32" fmla="*/ 19882 w 46798"/>
                    <a:gd name="connsiteY32" fmla="*/ 5760 h 35417"/>
                    <a:gd name="connsiteX33" fmla="*/ 14067 w 46798"/>
                    <a:gd name="connsiteY33" fmla="*/ 3628 h 35417"/>
                    <a:gd name="connsiteX34" fmla="*/ 9858 w 46798"/>
                    <a:gd name="connsiteY34" fmla="*/ 4597 h 35417"/>
                    <a:gd name="connsiteX35" fmla="*/ 6314 w 46798"/>
                    <a:gd name="connsiteY35" fmla="*/ 7560 h 35417"/>
                    <a:gd name="connsiteX36" fmla="*/ 5206 w 46798"/>
                    <a:gd name="connsiteY36" fmla="*/ 9581 h 35417"/>
                    <a:gd name="connsiteX37" fmla="*/ 4514 w 46798"/>
                    <a:gd name="connsiteY37" fmla="*/ 12018 h 35417"/>
                    <a:gd name="connsiteX38" fmla="*/ 4154 w 46798"/>
                    <a:gd name="connsiteY38" fmla="*/ 14538 h 35417"/>
                    <a:gd name="connsiteX39" fmla="*/ 4043 w 46798"/>
                    <a:gd name="connsiteY39" fmla="*/ 16864 h 35417"/>
                    <a:gd name="connsiteX40" fmla="*/ 4043 w 46798"/>
                    <a:gd name="connsiteY40" fmla="*/ 35417 h 35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46798" h="35417">
                      <a:moveTo>
                        <a:pt x="3988" y="35334"/>
                      </a:moveTo>
                      <a:lnTo>
                        <a:pt x="0" y="35334"/>
                      </a:lnTo>
                      <a:lnTo>
                        <a:pt x="0" y="914"/>
                      </a:lnTo>
                      <a:lnTo>
                        <a:pt x="3988" y="914"/>
                      </a:lnTo>
                      <a:lnTo>
                        <a:pt x="3988" y="6092"/>
                      </a:lnTo>
                      <a:lnTo>
                        <a:pt x="4126" y="6092"/>
                      </a:lnTo>
                      <a:cubicBezTo>
                        <a:pt x="5151" y="4099"/>
                        <a:pt x="6618" y="2575"/>
                        <a:pt x="8501" y="1551"/>
                      </a:cubicBezTo>
                      <a:cubicBezTo>
                        <a:pt x="10384" y="526"/>
                        <a:pt x="12489" y="0"/>
                        <a:pt x="14760" y="0"/>
                      </a:cubicBezTo>
                      <a:cubicBezTo>
                        <a:pt x="16366" y="0"/>
                        <a:pt x="17695" y="166"/>
                        <a:pt x="18802" y="526"/>
                      </a:cubicBezTo>
                      <a:cubicBezTo>
                        <a:pt x="19910" y="886"/>
                        <a:pt x="20852" y="1357"/>
                        <a:pt x="21627" y="1966"/>
                      </a:cubicBezTo>
                      <a:cubicBezTo>
                        <a:pt x="22402" y="2575"/>
                        <a:pt x="23039" y="3268"/>
                        <a:pt x="23565" y="4071"/>
                      </a:cubicBezTo>
                      <a:cubicBezTo>
                        <a:pt x="24064" y="4874"/>
                        <a:pt x="24507" y="5732"/>
                        <a:pt x="24867" y="6674"/>
                      </a:cubicBezTo>
                      <a:cubicBezTo>
                        <a:pt x="26030" y="4403"/>
                        <a:pt x="27553" y="2742"/>
                        <a:pt x="29491" y="1662"/>
                      </a:cubicBezTo>
                      <a:cubicBezTo>
                        <a:pt x="31430" y="582"/>
                        <a:pt x="33617" y="28"/>
                        <a:pt x="36109" y="28"/>
                      </a:cubicBezTo>
                      <a:cubicBezTo>
                        <a:pt x="38463" y="28"/>
                        <a:pt x="40319" y="415"/>
                        <a:pt x="41731" y="1191"/>
                      </a:cubicBezTo>
                      <a:cubicBezTo>
                        <a:pt x="43115" y="1966"/>
                        <a:pt x="44195" y="2991"/>
                        <a:pt x="44943" y="4237"/>
                      </a:cubicBezTo>
                      <a:cubicBezTo>
                        <a:pt x="45691" y="5483"/>
                        <a:pt x="46189" y="6951"/>
                        <a:pt x="46438" y="8585"/>
                      </a:cubicBezTo>
                      <a:cubicBezTo>
                        <a:pt x="46688" y="10218"/>
                        <a:pt x="46798" y="11907"/>
                        <a:pt x="46798" y="13624"/>
                      </a:cubicBezTo>
                      <a:lnTo>
                        <a:pt x="46798" y="35362"/>
                      </a:lnTo>
                      <a:lnTo>
                        <a:pt x="42811" y="35362"/>
                      </a:lnTo>
                      <a:lnTo>
                        <a:pt x="42811" y="11575"/>
                      </a:lnTo>
                      <a:cubicBezTo>
                        <a:pt x="42811" y="9083"/>
                        <a:pt x="42285" y="7145"/>
                        <a:pt x="41260" y="5732"/>
                      </a:cubicBezTo>
                      <a:cubicBezTo>
                        <a:pt x="40208" y="4320"/>
                        <a:pt x="38269" y="3600"/>
                        <a:pt x="35445" y="3600"/>
                      </a:cubicBezTo>
                      <a:cubicBezTo>
                        <a:pt x="33977" y="3600"/>
                        <a:pt x="32565" y="3932"/>
                        <a:pt x="31236" y="4569"/>
                      </a:cubicBezTo>
                      <a:cubicBezTo>
                        <a:pt x="29879" y="5206"/>
                        <a:pt x="28688" y="6203"/>
                        <a:pt x="27691" y="7532"/>
                      </a:cubicBezTo>
                      <a:cubicBezTo>
                        <a:pt x="27248" y="8114"/>
                        <a:pt x="26888" y="8778"/>
                        <a:pt x="26584" y="9554"/>
                      </a:cubicBezTo>
                      <a:cubicBezTo>
                        <a:pt x="26307" y="10329"/>
                        <a:pt x="26057" y="11132"/>
                        <a:pt x="25891" y="11991"/>
                      </a:cubicBezTo>
                      <a:cubicBezTo>
                        <a:pt x="25725" y="12821"/>
                        <a:pt x="25587" y="13680"/>
                        <a:pt x="25531" y="14511"/>
                      </a:cubicBezTo>
                      <a:cubicBezTo>
                        <a:pt x="25476" y="15341"/>
                        <a:pt x="25421" y="16117"/>
                        <a:pt x="25421" y="16837"/>
                      </a:cubicBezTo>
                      <a:lnTo>
                        <a:pt x="25421" y="35390"/>
                      </a:lnTo>
                      <a:lnTo>
                        <a:pt x="21433" y="35390"/>
                      </a:lnTo>
                      <a:lnTo>
                        <a:pt x="21433" y="11603"/>
                      </a:lnTo>
                      <a:cubicBezTo>
                        <a:pt x="21433" y="9111"/>
                        <a:pt x="20907" y="7172"/>
                        <a:pt x="19882" y="5760"/>
                      </a:cubicBezTo>
                      <a:cubicBezTo>
                        <a:pt x="18830" y="4348"/>
                        <a:pt x="16892" y="3628"/>
                        <a:pt x="14067" y="3628"/>
                      </a:cubicBezTo>
                      <a:cubicBezTo>
                        <a:pt x="12600" y="3628"/>
                        <a:pt x="11187" y="3960"/>
                        <a:pt x="9858" y="4597"/>
                      </a:cubicBezTo>
                      <a:cubicBezTo>
                        <a:pt x="8501" y="5234"/>
                        <a:pt x="7311" y="6231"/>
                        <a:pt x="6314" y="7560"/>
                      </a:cubicBezTo>
                      <a:cubicBezTo>
                        <a:pt x="5871" y="8141"/>
                        <a:pt x="5511" y="8806"/>
                        <a:pt x="5206" y="9581"/>
                      </a:cubicBezTo>
                      <a:cubicBezTo>
                        <a:pt x="4929" y="10357"/>
                        <a:pt x="4680" y="11160"/>
                        <a:pt x="4514" y="12018"/>
                      </a:cubicBezTo>
                      <a:cubicBezTo>
                        <a:pt x="4348" y="12849"/>
                        <a:pt x="4209" y="13707"/>
                        <a:pt x="4154" y="14538"/>
                      </a:cubicBezTo>
                      <a:cubicBezTo>
                        <a:pt x="4098" y="15369"/>
                        <a:pt x="4043" y="16144"/>
                        <a:pt x="4043" y="16864"/>
                      </a:cubicBezTo>
                      <a:lnTo>
                        <a:pt x="4043" y="35417"/>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746" name="Freeform 3745">
                  <a:extLst>
                    <a:ext uri="{FF2B5EF4-FFF2-40B4-BE49-F238E27FC236}">
                      <a16:creationId xmlns:a16="http://schemas.microsoft.com/office/drawing/2014/main" id="{0971FE76-CA8A-E5FD-73D3-CB9A42C5B1FA}"/>
                    </a:ext>
                  </a:extLst>
                </p:cNvPr>
                <p:cNvSpPr/>
                <p:nvPr/>
              </p:nvSpPr>
              <p:spPr>
                <a:xfrm>
                  <a:off x="3768591" y="4076272"/>
                  <a:ext cx="4375" cy="47850"/>
                </a:xfrm>
                <a:custGeom>
                  <a:avLst/>
                  <a:gdLst>
                    <a:gd name="connsiteX0" fmla="*/ 0 w 4375"/>
                    <a:gd name="connsiteY0" fmla="*/ 5926 h 47850"/>
                    <a:gd name="connsiteX1" fmla="*/ 0 w 4375"/>
                    <a:gd name="connsiteY1" fmla="*/ 0 h 47850"/>
                    <a:gd name="connsiteX2" fmla="*/ 4375 w 4375"/>
                    <a:gd name="connsiteY2" fmla="*/ 0 h 47850"/>
                    <a:gd name="connsiteX3" fmla="*/ 4375 w 4375"/>
                    <a:gd name="connsiteY3" fmla="*/ 5926 h 47850"/>
                    <a:gd name="connsiteX4" fmla="*/ 0 w 4375"/>
                    <a:gd name="connsiteY4" fmla="*/ 5926 h 47850"/>
                    <a:gd name="connsiteX5" fmla="*/ 194 w 4375"/>
                    <a:gd name="connsiteY5" fmla="*/ 47850 h 47850"/>
                    <a:gd name="connsiteX6" fmla="*/ 194 w 4375"/>
                    <a:gd name="connsiteY6" fmla="*/ 13430 h 47850"/>
                    <a:gd name="connsiteX7" fmla="*/ 4181 w 4375"/>
                    <a:gd name="connsiteY7" fmla="*/ 13430 h 47850"/>
                    <a:gd name="connsiteX8" fmla="*/ 4181 w 4375"/>
                    <a:gd name="connsiteY8" fmla="*/ 47850 h 47850"/>
                    <a:gd name="connsiteX9" fmla="*/ 194 w 4375"/>
                    <a:gd name="connsiteY9" fmla="*/ 47850 h 47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75" h="47850">
                      <a:moveTo>
                        <a:pt x="0" y="5926"/>
                      </a:moveTo>
                      <a:lnTo>
                        <a:pt x="0" y="0"/>
                      </a:lnTo>
                      <a:lnTo>
                        <a:pt x="4375" y="0"/>
                      </a:lnTo>
                      <a:lnTo>
                        <a:pt x="4375" y="5926"/>
                      </a:lnTo>
                      <a:lnTo>
                        <a:pt x="0" y="5926"/>
                      </a:lnTo>
                      <a:close/>
                      <a:moveTo>
                        <a:pt x="194" y="47850"/>
                      </a:moveTo>
                      <a:lnTo>
                        <a:pt x="194" y="13430"/>
                      </a:lnTo>
                      <a:lnTo>
                        <a:pt x="4181" y="13430"/>
                      </a:lnTo>
                      <a:lnTo>
                        <a:pt x="4181" y="47850"/>
                      </a:lnTo>
                      <a:lnTo>
                        <a:pt x="194" y="47850"/>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747" name="Freeform 3746">
                  <a:extLst>
                    <a:ext uri="{FF2B5EF4-FFF2-40B4-BE49-F238E27FC236}">
                      <a16:creationId xmlns:a16="http://schemas.microsoft.com/office/drawing/2014/main" id="{17928A5B-7DBB-4920-1486-4171C9782F61}"/>
                    </a:ext>
                  </a:extLst>
                </p:cNvPr>
                <p:cNvSpPr/>
                <p:nvPr/>
              </p:nvSpPr>
              <p:spPr>
                <a:xfrm>
                  <a:off x="3783544" y="4076272"/>
                  <a:ext cx="3987" cy="47850"/>
                </a:xfrm>
                <a:custGeom>
                  <a:avLst/>
                  <a:gdLst>
                    <a:gd name="connsiteX0" fmla="*/ 0 w 3987"/>
                    <a:gd name="connsiteY0" fmla="*/ 47850 h 47850"/>
                    <a:gd name="connsiteX1" fmla="*/ 0 w 3987"/>
                    <a:gd name="connsiteY1" fmla="*/ 0 h 47850"/>
                    <a:gd name="connsiteX2" fmla="*/ 3988 w 3987"/>
                    <a:gd name="connsiteY2" fmla="*/ 0 h 47850"/>
                    <a:gd name="connsiteX3" fmla="*/ 3988 w 3987"/>
                    <a:gd name="connsiteY3" fmla="*/ 47850 h 47850"/>
                    <a:gd name="connsiteX4" fmla="*/ 0 w 3987"/>
                    <a:gd name="connsiteY4" fmla="*/ 47850 h 47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87" h="47850">
                      <a:moveTo>
                        <a:pt x="0" y="47850"/>
                      </a:moveTo>
                      <a:lnTo>
                        <a:pt x="0" y="0"/>
                      </a:lnTo>
                      <a:lnTo>
                        <a:pt x="3988" y="0"/>
                      </a:lnTo>
                      <a:lnTo>
                        <a:pt x="3988" y="47850"/>
                      </a:lnTo>
                      <a:lnTo>
                        <a:pt x="0" y="47850"/>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748" name="Freeform 3747">
                  <a:extLst>
                    <a:ext uri="{FF2B5EF4-FFF2-40B4-BE49-F238E27FC236}">
                      <a16:creationId xmlns:a16="http://schemas.microsoft.com/office/drawing/2014/main" id="{B8525FC6-7265-E31A-2357-2D640132F4F2}"/>
                    </a:ext>
                  </a:extLst>
                </p:cNvPr>
                <p:cNvSpPr/>
                <p:nvPr/>
              </p:nvSpPr>
              <p:spPr>
                <a:xfrm>
                  <a:off x="3795867" y="4088816"/>
                  <a:ext cx="32454" cy="36303"/>
                </a:xfrm>
                <a:custGeom>
                  <a:avLst/>
                  <a:gdLst>
                    <a:gd name="connsiteX0" fmla="*/ 17639 w 32454"/>
                    <a:gd name="connsiteY0" fmla="*/ 15230 h 36303"/>
                    <a:gd name="connsiteX1" fmla="*/ 20326 w 32454"/>
                    <a:gd name="connsiteY1" fmla="*/ 14843 h 36303"/>
                    <a:gd name="connsiteX2" fmla="*/ 22873 w 32454"/>
                    <a:gd name="connsiteY2" fmla="*/ 14123 h 36303"/>
                    <a:gd name="connsiteX3" fmla="*/ 24092 w 32454"/>
                    <a:gd name="connsiteY3" fmla="*/ 12572 h 36303"/>
                    <a:gd name="connsiteX4" fmla="*/ 24313 w 32454"/>
                    <a:gd name="connsiteY4" fmla="*/ 10551 h 36303"/>
                    <a:gd name="connsiteX5" fmla="*/ 22347 w 32454"/>
                    <a:gd name="connsiteY5" fmla="*/ 5538 h 36303"/>
                    <a:gd name="connsiteX6" fmla="*/ 15729 w 32454"/>
                    <a:gd name="connsiteY6" fmla="*/ 3572 h 36303"/>
                    <a:gd name="connsiteX7" fmla="*/ 11935 w 32454"/>
                    <a:gd name="connsiteY7" fmla="*/ 3932 h 36303"/>
                    <a:gd name="connsiteX8" fmla="*/ 8917 w 32454"/>
                    <a:gd name="connsiteY8" fmla="*/ 5206 h 36303"/>
                    <a:gd name="connsiteX9" fmla="*/ 6784 w 32454"/>
                    <a:gd name="connsiteY9" fmla="*/ 7587 h 36303"/>
                    <a:gd name="connsiteX10" fmla="*/ 5677 w 32454"/>
                    <a:gd name="connsiteY10" fmla="*/ 11354 h 36303"/>
                    <a:gd name="connsiteX11" fmla="*/ 1634 w 32454"/>
                    <a:gd name="connsiteY11" fmla="*/ 11354 h 36303"/>
                    <a:gd name="connsiteX12" fmla="*/ 3018 w 32454"/>
                    <a:gd name="connsiteY12" fmla="*/ 6148 h 36303"/>
                    <a:gd name="connsiteX13" fmla="*/ 6120 w 32454"/>
                    <a:gd name="connsiteY13" fmla="*/ 2631 h 36303"/>
                    <a:gd name="connsiteX14" fmla="*/ 10495 w 32454"/>
                    <a:gd name="connsiteY14" fmla="*/ 637 h 36303"/>
                    <a:gd name="connsiteX15" fmla="*/ 15784 w 32454"/>
                    <a:gd name="connsiteY15" fmla="*/ 0 h 36303"/>
                    <a:gd name="connsiteX16" fmla="*/ 20658 w 32454"/>
                    <a:gd name="connsiteY16" fmla="*/ 554 h 36303"/>
                    <a:gd name="connsiteX17" fmla="*/ 24645 w 32454"/>
                    <a:gd name="connsiteY17" fmla="*/ 2354 h 36303"/>
                    <a:gd name="connsiteX18" fmla="*/ 27304 w 32454"/>
                    <a:gd name="connsiteY18" fmla="*/ 5649 h 36303"/>
                    <a:gd name="connsiteX19" fmla="*/ 28273 w 32454"/>
                    <a:gd name="connsiteY19" fmla="*/ 10689 h 36303"/>
                    <a:gd name="connsiteX20" fmla="*/ 28273 w 32454"/>
                    <a:gd name="connsiteY20" fmla="*/ 29436 h 36303"/>
                    <a:gd name="connsiteX21" fmla="*/ 29104 w 32454"/>
                    <a:gd name="connsiteY21" fmla="*/ 32399 h 36303"/>
                    <a:gd name="connsiteX22" fmla="*/ 32454 w 32454"/>
                    <a:gd name="connsiteY22" fmla="*/ 32095 h 36303"/>
                    <a:gd name="connsiteX23" fmla="*/ 32454 w 32454"/>
                    <a:gd name="connsiteY23" fmla="*/ 35224 h 36303"/>
                    <a:gd name="connsiteX24" fmla="*/ 31097 w 32454"/>
                    <a:gd name="connsiteY24" fmla="*/ 35611 h 36303"/>
                    <a:gd name="connsiteX25" fmla="*/ 29325 w 32454"/>
                    <a:gd name="connsiteY25" fmla="*/ 35888 h 36303"/>
                    <a:gd name="connsiteX26" fmla="*/ 27525 w 32454"/>
                    <a:gd name="connsiteY26" fmla="*/ 35694 h 36303"/>
                    <a:gd name="connsiteX27" fmla="*/ 25919 w 32454"/>
                    <a:gd name="connsiteY27" fmla="*/ 35057 h 36303"/>
                    <a:gd name="connsiteX28" fmla="*/ 24950 w 32454"/>
                    <a:gd name="connsiteY28" fmla="*/ 33867 h 36303"/>
                    <a:gd name="connsiteX29" fmla="*/ 24452 w 32454"/>
                    <a:gd name="connsiteY29" fmla="*/ 32344 h 36303"/>
                    <a:gd name="connsiteX30" fmla="*/ 24313 w 32454"/>
                    <a:gd name="connsiteY30" fmla="*/ 30571 h 36303"/>
                    <a:gd name="connsiteX31" fmla="*/ 18526 w 32454"/>
                    <a:gd name="connsiteY31" fmla="*/ 34836 h 36303"/>
                    <a:gd name="connsiteX32" fmla="*/ 11492 w 32454"/>
                    <a:gd name="connsiteY32" fmla="*/ 36303 h 36303"/>
                    <a:gd name="connsiteX33" fmla="*/ 7144 w 32454"/>
                    <a:gd name="connsiteY33" fmla="*/ 35694 h 36303"/>
                    <a:gd name="connsiteX34" fmla="*/ 3461 w 32454"/>
                    <a:gd name="connsiteY34" fmla="*/ 33839 h 36303"/>
                    <a:gd name="connsiteX35" fmla="*/ 942 w 32454"/>
                    <a:gd name="connsiteY35" fmla="*/ 30738 h 36303"/>
                    <a:gd name="connsiteX36" fmla="*/ 0 w 32454"/>
                    <a:gd name="connsiteY36" fmla="*/ 26390 h 36303"/>
                    <a:gd name="connsiteX37" fmla="*/ 12018 w 32454"/>
                    <a:gd name="connsiteY37" fmla="*/ 16033 h 36303"/>
                    <a:gd name="connsiteX38" fmla="*/ 17529 w 32454"/>
                    <a:gd name="connsiteY38" fmla="*/ 15313 h 36303"/>
                    <a:gd name="connsiteX39" fmla="*/ 24368 w 32454"/>
                    <a:gd name="connsiteY39" fmla="*/ 17224 h 36303"/>
                    <a:gd name="connsiteX40" fmla="*/ 19246 w 32454"/>
                    <a:gd name="connsiteY40" fmla="*/ 18609 h 36303"/>
                    <a:gd name="connsiteX41" fmla="*/ 14067 w 32454"/>
                    <a:gd name="connsiteY41" fmla="*/ 19135 h 36303"/>
                    <a:gd name="connsiteX42" fmla="*/ 6923 w 32454"/>
                    <a:gd name="connsiteY42" fmla="*/ 21184 h 36303"/>
                    <a:gd name="connsiteX43" fmla="*/ 4375 w 32454"/>
                    <a:gd name="connsiteY43" fmla="*/ 26445 h 36303"/>
                    <a:gd name="connsiteX44" fmla="*/ 5012 w 32454"/>
                    <a:gd name="connsiteY44" fmla="*/ 29214 h 36303"/>
                    <a:gd name="connsiteX45" fmla="*/ 6674 w 32454"/>
                    <a:gd name="connsiteY45" fmla="*/ 31153 h 36303"/>
                    <a:gd name="connsiteX46" fmla="*/ 9055 w 32454"/>
                    <a:gd name="connsiteY46" fmla="*/ 32288 h 36303"/>
                    <a:gd name="connsiteX47" fmla="*/ 11824 w 32454"/>
                    <a:gd name="connsiteY47" fmla="*/ 32648 h 36303"/>
                    <a:gd name="connsiteX48" fmla="*/ 16476 w 32454"/>
                    <a:gd name="connsiteY48" fmla="*/ 32039 h 36303"/>
                    <a:gd name="connsiteX49" fmla="*/ 20492 w 32454"/>
                    <a:gd name="connsiteY49" fmla="*/ 30211 h 36303"/>
                    <a:gd name="connsiteX50" fmla="*/ 23316 w 32454"/>
                    <a:gd name="connsiteY50" fmla="*/ 27082 h 36303"/>
                    <a:gd name="connsiteX51" fmla="*/ 24368 w 32454"/>
                    <a:gd name="connsiteY51" fmla="*/ 22596 h 36303"/>
                    <a:gd name="connsiteX52" fmla="*/ 24368 w 32454"/>
                    <a:gd name="connsiteY52" fmla="*/ 17224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32454" h="36303">
                      <a:moveTo>
                        <a:pt x="17639" y="15230"/>
                      </a:moveTo>
                      <a:cubicBezTo>
                        <a:pt x="18387" y="15147"/>
                        <a:pt x="19301" y="15009"/>
                        <a:pt x="20326" y="14843"/>
                      </a:cubicBezTo>
                      <a:cubicBezTo>
                        <a:pt x="21378" y="14677"/>
                        <a:pt x="22209" y="14427"/>
                        <a:pt x="22873" y="14123"/>
                      </a:cubicBezTo>
                      <a:cubicBezTo>
                        <a:pt x="23538" y="13818"/>
                        <a:pt x="23953" y="13292"/>
                        <a:pt x="24092" y="12572"/>
                      </a:cubicBezTo>
                      <a:cubicBezTo>
                        <a:pt x="24258" y="11852"/>
                        <a:pt x="24313" y="11160"/>
                        <a:pt x="24313" y="10551"/>
                      </a:cubicBezTo>
                      <a:cubicBezTo>
                        <a:pt x="24313" y="8501"/>
                        <a:pt x="23648" y="6840"/>
                        <a:pt x="22347" y="5538"/>
                      </a:cubicBezTo>
                      <a:cubicBezTo>
                        <a:pt x="21046" y="4237"/>
                        <a:pt x="18830" y="3572"/>
                        <a:pt x="15729" y="3572"/>
                      </a:cubicBezTo>
                      <a:cubicBezTo>
                        <a:pt x="14344" y="3572"/>
                        <a:pt x="13098" y="3683"/>
                        <a:pt x="11935" y="3932"/>
                      </a:cubicBezTo>
                      <a:cubicBezTo>
                        <a:pt x="10772" y="4181"/>
                        <a:pt x="9775" y="4597"/>
                        <a:pt x="8917" y="5206"/>
                      </a:cubicBezTo>
                      <a:cubicBezTo>
                        <a:pt x="8058" y="5815"/>
                        <a:pt x="7338" y="6591"/>
                        <a:pt x="6784" y="7587"/>
                      </a:cubicBezTo>
                      <a:cubicBezTo>
                        <a:pt x="6231" y="8585"/>
                        <a:pt x="5871" y="9831"/>
                        <a:pt x="5677" y="11354"/>
                      </a:cubicBezTo>
                      <a:lnTo>
                        <a:pt x="1634" y="11354"/>
                      </a:lnTo>
                      <a:cubicBezTo>
                        <a:pt x="1772" y="9304"/>
                        <a:pt x="2243" y="7587"/>
                        <a:pt x="3018" y="6148"/>
                      </a:cubicBezTo>
                      <a:cubicBezTo>
                        <a:pt x="3794" y="4708"/>
                        <a:pt x="4846" y="3545"/>
                        <a:pt x="6120" y="2631"/>
                      </a:cubicBezTo>
                      <a:cubicBezTo>
                        <a:pt x="7394" y="1717"/>
                        <a:pt x="8834" y="1052"/>
                        <a:pt x="10495" y="637"/>
                      </a:cubicBezTo>
                      <a:cubicBezTo>
                        <a:pt x="12157" y="222"/>
                        <a:pt x="13929" y="0"/>
                        <a:pt x="15784" y="0"/>
                      </a:cubicBezTo>
                      <a:cubicBezTo>
                        <a:pt x="17501" y="0"/>
                        <a:pt x="19135" y="194"/>
                        <a:pt x="20658" y="554"/>
                      </a:cubicBezTo>
                      <a:cubicBezTo>
                        <a:pt x="22181" y="942"/>
                        <a:pt x="23510" y="1523"/>
                        <a:pt x="24645" y="2354"/>
                      </a:cubicBezTo>
                      <a:cubicBezTo>
                        <a:pt x="25781" y="3185"/>
                        <a:pt x="26667" y="4265"/>
                        <a:pt x="27304" y="5649"/>
                      </a:cubicBezTo>
                      <a:cubicBezTo>
                        <a:pt x="27941" y="7034"/>
                        <a:pt x="28273" y="8695"/>
                        <a:pt x="28273" y="10689"/>
                      </a:cubicBezTo>
                      <a:lnTo>
                        <a:pt x="28273" y="29436"/>
                      </a:lnTo>
                      <a:cubicBezTo>
                        <a:pt x="28273" y="30987"/>
                        <a:pt x="28550" y="31984"/>
                        <a:pt x="29104" y="32399"/>
                      </a:cubicBezTo>
                      <a:cubicBezTo>
                        <a:pt x="29657" y="32815"/>
                        <a:pt x="30765" y="32731"/>
                        <a:pt x="32454" y="32095"/>
                      </a:cubicBezTo>
                      <a:lnTo>
                        <a:pt x="32454" y="35224"/>
                      </a:lnTo>
                      <a:cubicBezTo>
                        <a:pt x="32150" y="35306"/>
                        <a:pt x="31679" y="35445"/>
                        <a:pt x="31097" y="35611"/>
                      </a:cubicBezTo>
                      <a:cubicBezTo>
                        <a:pt x="30488" y="35777"/>
                        <a:pt x="29907" y="35888"/>
                        <a:pt x="29325" y="35888"/>
                      </a:cubicBezTo>
                      <a:cubicBezTo>
                        <a:pt x="28716" y="35888"/>
                        <a:pt x="28107" y="35833"/>
                        <a:pt x="27525" y="35694"/>
                      </a:cubicBezTo>
                      <a:cubicBezTo>
                        <a:pt x="26861" y="35611"/>
                        <a:pt x="26334" y="35390"/>
                        <a:pt x="25919" y="35057"/>
                      </a:cubicBezTo>
                      <a:cubicBezTo>
                        <a:pt x="25532" y="34725"/>
                        <a:pt x="25199" y="34337"/>
                        <a:pt x="24950" y="33867"/>
                      </a:cubicBezTo>
                      <a:cubicBezTo>
                        <a:pt x="24701" y="33396"/>
                        <a:pt x="24534" y="32897"/>
                        <a:pt x="24452" y="32344"/>
                      </a:cubicBezTo>
                      <a:cubicBezTo>
                        <a:pt x="24368" y="31790"/>
                        <a:pt x="24313" y="31208"/>
                        <a:pt x="24313" y="30571"/>
                      </a:cubicBezTo>
                      <a:cubicBezTo>
                        <a:pt x="22624" y="32427"/>
                        <a:pt x="20713" y="33839"/>
                        <a:pt x="18526" y="34836"/>
                      </a:cubicBezTo>
                      <a:cubicBezTo>
                        <a:pt x="16366" y="35805"/>
                        <a:pt x="14012" y="36303"/>
                        <a:pt x="11492" y="36303"/>
                      </a:cubicBezTo>
                      <a:cubicBezTo>
                        <a:pt x="9997" y="36303"/>
                        <a:pt x="8529" y="36110"/>
                        <a:pt x="7144" y="35694"/>
                      </a:cubicBezTo>
                      <a:cubicBezTo>
                        <a:pt x="5760" y="35306"/>
                        <a:pt x="4514" y="34670"/>
                        <a:pt x="3461" y="33839"/>
                      </a:cubicBezTo>
                      <a:cubicBezTo>
                        <a:pt x="2409" y="33008"/>
                        <a:pt x="1551" y="31956"/>
                        <a:pt x="942" y="30738"/>
                      </a:cubicBezTo>
                      <a:cubicBezTo>
                        <a:pt x="332" y="29519"/>
                        <a:pt x="0" y="28079"/>
                        <a:pt x="0" y="26390"/>
                      </a:cubicBezTo>
                      <a:cubicBezTo>
                        <a:pt x="0" y="20547"/>
                        <a:pt x="4015" y="17086"/>
                        <a:pt x="12018" y="16033"/>
                      </a:cubicBezTo>
                      <a:lnTo>
                        <a:pt x="17529" y="15313"/>
                      </a:lnTo>
                      <a:close/>
                      <a:moveTo>
                        <a:pt x="24368" y="17224"/>
                      </a:moveTo>
                      <a:cubicBezTo>
                        <a:pt x="22679" y="17944"/>
                        <a:pt x="20990" y="18387"/>
                        <a:pt x="19246" y="18609"/>
                      </a:cubicBezTo>
                      <a:cubicBezTo>
                        <a:pt x="17529" y="18830"/>
                        <a:pt x="15784" y="18996"/>
                        <a:pt x="14067" y="19135"/>
                      </a:cubicBezTo>
                      <a:cubicBezTo>
                        <a:pt x="11021" y="19356"/>
                        <a:pt x="8640" y="20049"/>
                        <a:pt x="6923" y="21184"/>
                      </a:cubicBezTo>
                      <a:cubicBezTo>
                        <a:pt x="5206" y="22347"/>
                        <a:pt x="4375" y="24092"/>
                        <a:pt x="4375" y="26445"/>
                      </a:cubicBezTo>
                      <a:cubicBezTo>
                        <a:pt x="4375" y="27498"/>
                        <a:pt x="4597" y="28439"/>
                        <a:pt x="5012" y="29214"/>
                      </a:cubicBezTo>
                      <a:cubicBezTo>
                        <a:pt x="5428" y="29990"/>
                        <a:pt x="5981" y="30627"/>
                        <a:pt x="6674" y="31153"/>
                      </a:cubicBezTo>
                      <a:cubicBezTo>
                        <a:pt x="7366" y="31651"/>
                        <a:pt x="8169" y="32039"/>
                        <a:pt x="9055" y="32288"/>
                      </a:cubicBezTo>
                      <a:cubicBezTo>
                        <a:pt x="9969" y="32537"/>
                        <a:pt x="10883" y="32648"/>
                        <a:pt x="11824" y="32648"/>
                      </a:cubicBezTo>
                      <a:cubicBezTo>
                        <a:pt x="13430" y="32648"/>
                        <a:pt x="14981" y="32455"/>
                        <a:pt x="16476" y="32039"/>
                      </a:cubicBezTo>
                      <a:cubicBezTo>
                        <a:pt x="17972" y="31651"/>
                        <a:pt x="19329" y="31042"/>
                        <a:pt x="20492" y="30211"/>
                      </a:cubicBezTo>
                      <a:cubicBezTo>
                        <a:pt x="21655" y="29380"/>
                        <a:pt x="22596" y="28356"/>
                        <a:pt x="23316" y="27082"/>
                      </a:cubicBezTo>
                      <a:cubicBezTo>
                        <a:pt x="24036" y="25809"/>
                        <a:pt x="24368" y="24313"/>
                        <a:pt x="24368" y="22596"/>
                      </a:cubicBezTo>
                      <a:lnTo>
                        <a:pt x="24368" y="17224"/>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749" name="Freeform 3748">
                  <a:extLst>
                    <a:ext uri="{FF2B5EF4-FFF2-40B4-BE49-F238E27FC236}">
                      <a16:creationId xmlns:a16="http://schemas.microsoft.com/office/drawing/2014/main" id="{953AEE46-4012-F782-1966-BD856FC928E3}"/>
                    </a:ext>
                  </a:extLst>
                </p:cNvPr>
                <p:cNvSpPr/>
                <p:nvPr/>
              </p:nvSpPr>
              <p:spPr>
                <a:xfrm>
                  <a:off x="3834856" y="4088761"/>
                  <a:ext cx="15368" cy="35361"/>
                </a:xfrm>
                <a:custGeom>
                  <a:avLst/>
                  <a:gdLst>
                    <a:gd name="connsiteX0" fmla="*/ 3988 w 15368"/>
                    <a:gd name="connsiteY0" fmla="*/ 35362 h 35361"/>
                    <a:gd name="connsiteX1" fmla="*/ 0 w 15368"/>
                    <a:gd name="connsiteY1" fmla="*/ 35362 h 35361"/>
                    <a:gd name="connsiteX2" fmla="*/ 0 w 15368"/>
                    <a:gd name="connsiteY2" fmla="*/ 941 h 35361"/>
                    <a:gd name="connsiteX3" fmla="*/ 3988 w 15368"/>
                    <a:gd name="connsiteY3" fmla="*/ 941 h 35361"/>
                    <a:gd name="connsiteX4" fmla="*/ 3988 w 15368"/>
                    <a:gd name="connsiteY4" fmla="*/ 7393 h 35361"/>
                    <a:gd name="connsiteX5" fmla="*/ 4126 w 15368"/>
                    <a:gd name="connsiteY5" fmla="*/ 7393 h 35361"/>
                    <a:gd name="connsiteX6" fmla="*/ 8418 w 15368"/>
                    <a:gd name="connsiteY6" fmla="*/ 1634 h 35361"/>
                    <a:gd name="connsiteX7" fmla="*/ 15369 w 15368"/>
                    <a:gd name="connsiteY7" fmla="*/ 0 h 35361"/>
                    <a:gd name="connsiteX8" fmla="*/ 15369 w 15368"/>
                    <a:gd name="connsiteY8" fmla="*/ 4320 h 35361"/>
                    <a:gd name="connsiteX9" fmla="*/ 9775 w 15368"/>
                    <a:gd name="connsiteY9" fmla="*/ 5372 h 35361"/>
                    <a:gd name="connsiteX10" fmla="*/ 6286 w 15368"/>
                    <a:gd name="connsiteY10" fmla="*/ 8418 h 35361"/>
                    <a:gd name="connsiteX11" fmla="*/ 4486 w 15368"/>
                    <a:gd name="connsiteY11" fmla="*/ 12959 h 35361"/>
                    <a:gd name="connsiteX12" fmla="*/ 3988 w 15368"/>
                    <a:gd name="connsiteY12" fmla="*/ 18442 h 35361"/>
                    <a:gd name="connsiteX13" fmla="*/ 3988 w 15368"/>
                    <a:gd name="connsiteY13" fmla="*/ 35334 h 353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5368" h="35361">
                      <a:moveTo>
                        <a:pt x="3988" y="35362"/>
                      </a:moveTo>
                      <a:lnTo>
                        <a:pt x="0" y="35362"/>
                      </a:lnTo>
                      <a:lnTo>
                        <a:pt x="0" y="941"/>
                      </a:lnTo>
                      <a:lnTo>
                        <a:pt x="3988" y="941"/>
                      </a:lnTo>
                      <a:lnTo>
                        <a:pt x="3988" y="7393"/>
                      </a:lnTo>
                      <a:lnTo>
                        <a:pt x="4126" y="7393"/>
                      </a:lnTo>
                      <a:cubicBezTo>
                        <a:pt x="5234" y="4652"/>
                        <a:pt x="6674" y="2741"/>
                        <a:pt x="8418" y="1634"/>
                      </a:cubicBezTo>
                      <a:cubicBezTo>
                        <a:pt x="10163" y="554"/>
                        <a:pt x="12489" y="0"/>
                        <a:pt x="15369" y="0"/>
                      </a:cubicBezTo>
                      <a:lnTo>
                        <a:pt x="15369" y="4320"/>
                      </a:lnTo>
                      <a:cubicBezTo>
                        <a:pt x="13098" y="4264"/>
                        <a:pt x="11243" y="4624"/>
                        <a:pt x="9775" y="5372"/>
                      </a:cubicBezTo>
                      <a:cubicBezTo>
                        <a:pt x="8307" y="6120"/>
                        <a:pt x="7144" y="7144"/>
                        <a:pt x="6286" y="8418"/>
                      </a:cubicBezTo>
                      <a:cubicBezTo>
                        <a:pt x="5427" y="9692"/>
                        <a:pt x="4818" y="11215"/>
                        <a:pt x="4486" y="12959"/>
                      </a:cubicBezTo>
                      <a:cubicBezTo>
                        <a:pt x="4154" y="14704"/>
                        <a:pt x="3988" y="16532"/>
                        <a:pt x="3988" y="18442"/>
                      </a:cubicBezTo>
                      <a:lnTo>
                        <a:pt x="3988" y="35334"/>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grpSp>
          <p:grpSp>
            <p:nvGrpSpPr>
              <p:cNvPr id="16" name="Group 15">
                <a:extLst>
                  <a:ext uri="{FF2B5EF4-FFF2-40B4-BE49-F238E27FC236}">
                    <a16:creationId xmlns:a16="http://schemas.microsoft.com/office/drawing/2014/main" id="{11111AF1-44F5-AE27-CF11-024C93AF14FF}"/>
                  </a:ext>
                </a:extLst>
              </p:cNvPr>
              <p:cNvGrpSpPr/>
              <p:nvPr/>
            </p:nvGrpSpPr>
            <p:grpSpPr>
              <a:xfrm>
                <a:off x="3630880" y="4517943"/>
                <a:ext cx="4645430" cy="1955173"/>
                <a:chOff x="3630880" y="4517943"/>
                <a:chExt cx="4645430" cy="1955173"/>
              </a:xfrm>
            </p:grpSpPr>
            <p:grpSp>
              <p:nvGrpSpPr>
                <p:cNvPr id="3750" name="Graphic 14">
                  <a:extLst>
                    <a:ext uri="{FF2B5EF4-FFF2-40B4-BE49-F238E27FC236}">
                      <a16:creationId xmlns:a16="http://schemas.microsoft.com/office/drawing/2014/main" id="{2C17DC17-E8C8-719B-E609-0EDB08A10919}"/>
                    </a:ext>
                  </a:extLst>
                </p:cNvPr>
                <p:cNvGrpSpPr/>
                <p:nvPr/>
              </p:nvGrpSpPr>
              <p:grpSpPr>
                <a:xfrm>
                  <a:off x="5111302" y="4559723"/>
                  <a:ext cx="793522" cy="222458"/>
                  <a:chOff x="2963022" y="3712934"/>
                  <a:chExt cx="233604" cy="65489"/>
                </a:xfrm>
                <a:solidFill>
                  <a:srgbClr val="8371B3"/>
                </a:solidFill>
              </p:grpSpPr>
              <p:grpSp>
                <p:nvGrpSpPr>
                  <p:cNvPr id="3751" name="Graphic 14">
                    <a:extLst>
                      <a:ext uri="{FF2B5EF4-FFF2-40B4-BE49-F238E27FC236}">
                        <a16:creationId xmlns:a16="http://schemas.microsoft.com/office/drawing/2014/main" id="{20169DC9-1106-6D6D-47BF-84427B92AF67}"/>
                      </a:ext>
                    </a:extLst>
                  </p:cNvPr>
                  <p:cNvGrpSpPr/>
                  <p:nvPr/>
                </p:nvGrpSpPr>
                <p:grpSpPr>
                  <a:xfrm>
                    <a:off x="3052742" y="3712934"/>
                    <a:ext cx="77535" cy="47878"/>
                    <a:chOff x="3052742" y="3712934"/>
                    <a:chExt cx="77535" cy="47878"/>
                  </a:xfrm>
                  <a:solidFill>
                    <a:srgbClr val="8371B3"/>
                  </a:solidFill>
                </p:grpSpPr>
                <p:sp>
                  <p:nvSpPr>
                    <p:cNvPr id="3753" name="Freeform 3752">
                      <a:extLst>
                        <a:ext uri="{FF2B5EF4-FFF2-40B4-BE49-F238E27FC236}">
                          <a16:creationId xmlns:a16="http://schemas.microsoft.com/office/drawing/2014/main" id="{45F0A124-62CE-4B20-204F-7A92AD403060}"/>
                        </a:ext>
                      </a:extLst>
                    </p:cNvPr>
                    <p:cNvSpPr/>
                    <p:nvPr/>
                  </p:nvSpPr>
                  <p:spPr>
                    <a:xfrm>
                      <a:off x="3052742" y="3712934"/>
                      <a:ext cx="42257" cy="47850"/>
                    </a:xfrm>
                    <a:custGeom>
                      <a:avLst/>
                      <a:gdLst>
                        <a:gd name="connsiteX0" fmla="*/ 0 w 42257"/>
                        <a:gd name="connsiteY0" fmla="*/ 47851 h 47850"/>
                        <a:gd name="connsiteX1" fmla="*/ 18802 w 42257"/>
                        <a:gd name="connsiteY1" fmla="*/ 0 h 47850"/>
                        <a:gd name="connsiteX2" fmla="*/ 23925 w 42257"/>
                        <a:gd name="connsiteY2" fmla="*/ 0 h 47850"/>
                        <a:gd name="connsiteX3" fmla="*/ 42257 w 42257"/>
                        <a:gd name="connsiteY3" fmla="*/ 47851 h 47850"/>
                        <a:gd name="connsiteX4" fmla="*/ 37605 w 42257"/>
                        <a:gd name="connsiteY4" fmla="*/ 47851 h 47850"/>
                        <a:gd name="connsiteX5" fmla="*/ 32094 w 42257"/>
                        <a:gd name="connsiteY5" fmla="*/ 32842 h 47850"/>
                        <a:gd name="connsiteX6" fmla="*/ 10301 w 42257"/>
                        <a:gd name="connsiteY6" fmla="*/ 32842 h 47850"/>
                        <a:gd name="connsiteX7" fmla="*/ 4652 w 42257"/>
                        <a:gd name="connsiteY7" fmla="*/ 47851 h 47850"/>
                        <a:gd name="connsiteX8" fmla="*/ 0 w 42257"/>
                        <a:gd name="connsiteY8" fmla="*/ 47851 h 47850"/>
                        <a:gd name="connsiteX9" fmla="*/ 11824 w 42257"/>
                        <a:gd name="connsiteY9" fmla="*/ 28993 h 47850"/>
                        <a:gd name="connsiteX10" fmla="*/ 30571 w 42257"/>
                        <a:gd name="connsiteY10" fmla="*/ 28993 h 47850"/>
                        <a:gd name="connsiteX11" fmla="*/ 21211 w 42257"/>
                        <a:gd name="connsiteY11" fmla="*/ 3877 h 47850"/>
                        <a:gd name="connsiteX12" fmla="*/ 11852 w 42257"/>
                        <a:gd name="connsiteY12" fmla="*/ 28993 h 47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257" h="47850">
                          <a:moveTo>
                            <a:pt x="0" y="47851"/>
                          </a:moveTo>
                          <a:lnTo>
                            <a:pt x="18802" y="0"/>
                          </a:lnTo>
                          <a:lnTo>
                            <a:pt x="23925" y="0"/>
                          </a:lnTo>
                          <a:lnTo>
                            <a:pt x="42257" y="47851"/>
                          </a:lnTo>
                          <a:lnTo>
                            <a:pt x="37605" y="47851"/>
                          </a:lnTo>
                          <a:lnTo>
                            <a:pt x="32094" y="32842"/>
                          </a:lnTo>
                          <a:lnTo>
                            <a:pt x="10301" y="32842"/>
                          </a:lnTo>
                          <a:lnTo>
                            <a:pt x="4652" y="47851"/>
                          </a:lnTo>
                          <a:lnTo>
                            <a:pt x="0" y="47851"/>
                          </a:lnTo>
                          <a:close/>
                          <a:moveTo>
                            <a:pt x="11824" y="28993"/>
                          </a:moveTo>
                          <a:lnTo>
                            <a:pt x="30571" y="28993"/>
                          </a:lnTo>
                          <a:lnTo>
                            <a:pt x="21211" y="3877"/>
                          </a:lnTo>
                          <a:lnTo>
                            <a:pt x="11852" y="28993"/>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sp>
                  <p:nvSpPr>
                    <p:cNvPr id="3754" name="Freeform 3753">
                      <a:extLst>
                        <a:ext uri="{FF2B5EF4-FFF2-40B4-BE49-F238E27FC236}">
                          <a16:creationId xmlns:a16="http://schemas.microsoft.com/office/drawing/2014/main" id="{F72C1381-896A-6354-E9AC-D0CC718DFCCB}"/>
                        </a:ext>
                      </a:extLst>
                    </p:cNvPr>
                    <p:cNvSpPr/>
                    <p:nvPr/>
                  </p:nvSpPr>
                  <p:spPr>
                    <a:xfrm>
                      <a:off x="3099236" y="3713931"/>
                      <a:ext cx="31042" cy="46881"/>
                    </a:xfrm>
                    <a:custGeom>
                      <a:avLst/>
                      <a:gdLst>
                        <a:gd name="connsiteX0" fmla="*/ 1412 w 31042"/>
                        <a:gd name="connsiteY0" fmla="*/ 15369 h 46881"/>
                        <a:gd name="connsiteX1" fmla="*/ 2465 w 31042"/>
                        <a:gd name="connsiteY1" fmla="*/ 9083 h 46881"/>
                        <a:gd name="connsiteX2" fmla="*/ 5511 w 31042"/>
                        <a:gd name="connsiteY2" fmla="*/ 4237 h 46881"/>
                        <a:gd name="connsiteX3" fmla="*/ 10329 w 31042"/>
                        <a:gd name="connsiteY3" fmla="*/ 1108 h 46881"/>
                        <a:gd name="connsiteX4" fmla="*/ 16615 w 31042"/>
                        <a:gd name="connsiteY4" fmla="*/ 0 h 46881"/>
                        <a:gd name="connsiteX5" fmla="*/ 22818 w 31042"/>
                        <a:gd name="connsiteY5" fmla="*/ 1025 h 46881"/>
                        <a:gd name="connsiteX6" fmla="*/ 27331 w 31042"/>
                        <a:gd name="connsiteY6" fmla="*/ 3794 h 46881"/>
                        <a:gd name="connsiteX7" fmla="*/ 30100 w 31042"/>
                        <a:gd name="connsiteY7" fmla="*/ 7920 h 46881"/>
                        <a:gd name="connsiteX8" fmla="*/ 31042 w 31042"/>
                        <a:gd name="connsiteY8" fmla="*/ 12960 h 46881"/>
                        <a:gd name="connsiteX9" fmla="*/ 30017 w 31042"/>
                        <a:gd name="connsiteY9" fmla="*/ 18470 h 46881"/>
                        <a:gd name="connsiteX10" fmla="*/ 27304 w 31042"/>
                        <a:gd name="connsiteY10" fmla="*/ 22734 h 46881"/>
                        <a:gd name="connsiteX11" fmla="*/ 23455 w 31042"/>
                        <a:gd name="connsiteY11" fmla="*/ 26057 h 46881"/>
                        <a:gd name="connsiteX12" fmla="*/ 19024 w 31042"/>
                        <a:gd name="connsiteY12" fmla="*/ 28827 h 46881"/>
                        <a:gd name="connsiteX13" fmla="*/ 14566 w 31042"/>
                        <a:gd name="connsiteY13" fmla="*/ 31319 h 46881"/>
                        <a:gd name="connsiteX14" fmla="*/ 10634 w 31042"/>
                        <a:gd name="connsiteY14" fmla="*/ 33839 h 46881"/>
                        <a:gd name="connsiteX15" fmla="*/ 8446 w 31042"/>
                        <a:gd name="connsiteY15" fmla="*/ 35666 h 46881"/>
                        <a:gd name="connsiteX16" fmla="*/ 6508 w 31042"/>
                        <a:gd name="connsiteY16" fmla="*/ 37771 h 46881"/>
                        <a:gd name="connsiteX17" fmla="*/ 5123 w 31042"/>
                        <a:gd name="connsiteY17" fmla="*/ 40263 h 46881"/>
                        <a:gd name="connsiteX18" fmla="*/ 4514 w 31042"/>
                        <a:gd name="connsiteY18" fmla="*/ 43282 h 46881"/>
                        <a:gd name="connsiteX19" fmla="*/ 30627 w 31042"/>
                        <a:gd name="connsiteY19" fmla="*/ 43282 h 46881"/>
                        <a:gd name="connsiteX20" fmla="*/ 30627 w 31042"/>
                        <a:gd name="connsiteY20" fmla="*/ 46881 h 46881"/>
                        <a:gd name="connsiteX21" fmla="*/ 0 w 31042"/>
                        <a:gd name="connsiteY21" fmla="*/ 46881 h 46881"/>
                        <a:gd name="connsiteX22" fmla="*/ 720 w 31042"/>
                        <a:gd name="connsiteY22" fmla="*/ 40762 h 46881"/>
                        <a:gd name="connsiteX23" fmla="*/ 3655 w 31042"/>
                        <a:gd name="connsiteY23" fmla="*/ 35445 h 46881"/>
                        <a:gd name="connsiteX24" fmla="*/ 8751 w 31042"/>
                        <a:gd name="connsiteY24" fmla="*/ 30654 h 46881"/>
                        <a:gd name="connsiteX25" fmla="*/ 13901 w 31042"/>
                        <a:gd name="connsiteY25" fmla="*/ 27110 h 46881"/>
                        <a:gd name="connsiteX26" fmla="*/ 18692 w 31042"/>
                        <a:gd name="connsiteY26" fmla="*/ 24258 h 46881"/>
                        <a:gd name="connsiteX27" fmla="*/ 22679 w 31042"/>
                        <a:gd name="connsiteY27" fmla="*/ 21433 h 46881"/>
                        <a:gd name="connsiteX28" fmla="*/ 25393 w 31042"/>
                        <a:gd name="connsiteY28" fmla="*/ 17972 h 46881"/>
                        <a:gd name="connsiteX29" fmla="*/ 26390 w 31042"/>
                        <a:gd name="connsiteY29" fmla="*/ 13264 h 46881"/>
                        <a:gd name="connsiteX30" fmla="*/ 25587 w 31042"/>
                        <a:gd name="connsiteY30" fmla="*/ 9221 h 46881"/>
                        <a:gd name="connsiteX31" fmla="*/ 23399 w 31042"/>
                        <a:gd name="connsiteY31" fmla="*/ 6175 h 46881"/>
                        <a:gd name="connsiteX32" fmla="*/ 20132 w 31042"/>
                        <a:gd name="connsiteY32" fmla="*/ 4292 h 46881"/>
                        <a:gd name="connsiteX33" fmla="*/ 16089 w 31042"/>
                        <a:gd name="connsiteY33" fmla="*/ 3655 h 46881"/>
                        <a:gd name="connsiteX34" fmla="*/ 11880 w 31042"/>
                        <a:gd name="connsiteY34" fmla="*/ 4624 h 46881"/>
                        <a:gd name="connsiteX35" fmla="*/ 8612 w 31042"/>
                        <a:gd name="connsiteY35" fmla="*/ 7172 h 46881"/>
                        <a:gd name="connsiteX36" fmla="*/ 6508 w 31042"/>
                        <a:gd name="connsiteY36" fmla="*/ 10883 h 46881"/>
                        <a:gd name="connsiteX37" fmla="*/ 5898 w 31042"/>
                        <a:gd name="connsiteY37" fmla="*/ 15396 h 46881"/>
                        <a:gd name="connsiteX38" fmla="*/ 1385 w 31042"/>
                        <a:gd name="connsiteY38" fmla="*/ 15396 h 46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31042" h="46881">
                          <a:moveTo>
                            <a:pt x="1412" y="15369"/>
                          </a:moveTo>
                          <a:cubicBezTo>
                            <a:pt x="1412" y="13070"/>
                            <a:pt x="1772" y="10966"/>
                            <a:pt x="2465" y="9083"/>
                          </a:cubicBezTo>
                          <a:cubicBezTo>
                            <a:pt x="3185" y="7200"/>
                            <a:pt x="4181" y="5594"/>
                            <a:pt x="5511" y="4237"/>
                          </a:cubicBezTo>
                          <a:cubicBezTo>
                            <a:pt x="6840" y="2880"/>
                            <a:pt x="8446" y="1855"/>
                            <a:pt x="10329" y="1108"/>
                          </a:cubicBezTo>
                          <a:cubicBezTo>
                            <a:pt x="12212" y="388"/>
                            <a:pt x="14317" y="0"/>
                            <a:pt x="16615" y="0"/>
                          </a:cubicBezTo>
                          <a:cubicBezTo>
                            <a:pt x="18913" y="0"/>
                            <a:pt x="21046" y="332"/>
                            <a:pt x="22818" y="1025"/>
                          </a:cubicBezTo>
                          <a:cubicBezTo>
                            <a:pt x="24590" y="1717"/>
                            <a:pt x="26113" y="2631"/>
                            <a:pt x="27331" y="3794"/>
                          </a:cubicBezTo>
                          <a:cubicBezTo>
                            <a:pt x="28550" y="4957"/>
                            <a:pt x="29464" y="6314"/>
                            <a:pt x="30100" y="7920"/>
                          </a:cubicBezTo>
                          <a:cubicBezTo>
                            <a:pt x="30737" y="9526"/>
                            <a:pt x="31042" y="11187"/>
                            <a:pt x="31042" y="12960"/>
                          </a:cubicBezTo>
                          <a:cubicBezTo>
                            <a:pt x="31042" y="15036"/>
                            <a:pt x="30710" y="16892"/>
                            <a:pt x="30017" y="18470"/>
                          </a:cubicBezTo>
                          <a:cubicBezTo>
                            <a:pt x="29325" y="20049"/>
                            <a:pt x="28411" y="21489"/>
                            <a:pt x="27304" y="22734"/>
                          </a:cubicBezTo>
                          <a:cubicBezTo>
                            <a:pt x="26168" y="23981"/>
                            <a:pt x="24894" y="25088"/>
                            <a:pt x="23455" y="26057"/>
                          </a:cubicBezTo>
                          <a:cubicBezTo>
                            <a:pt x="22015" y="27027"/>
                            <a:pt x="20547" y="27940"/>
                            <a:pt x="19024" y="28827"/>
                          </a:cubicBezTo>
                          <a:cubicBezTo>
                            <a:pt x="17529" y="29685"/>
                            <a:pt x="16033" y="30516"/>
                            <a:pt x="14566" y="31319"/>
                          </a:cubicBezTo>
                          <a:cubicBezTo>
                            <a:pt x="13098" y="32122"/>
                            <a:pt x="11797" y="32953"/>
                            <a:pt x="10634" y="33839"/>
                          </a:cubicBezTo>
                          <a:cubicBezTo>
                            <a:pt x="9886" y="34420"/>
                            <a:pt x="9138" y="35029"/>
                            <a:pt x="8446" y="35666"/>
                          </a:cubicBezTo>
                          <a:cubicBezTo>
                            <a:pt x="7726" y="36303"/>
                            <a:pt x="7089" y="36996"/>
                            <a:pt x="6508" y="37771"/>
                          </a:cubicBezTo>
                          <a:cubicBezTo>
                            <a:pt x="5926" y="38546"/>
                            <a:pt x="5455" y="39349"/>
                            <a:pt x="5123" y="40263"/>
                          </a:cubicBezTo>
                          <a:cubicBezTo>
                            <a:pt x="4763" y="41177"/>
                            <a:pt x="4569" y="42174"/>
                            <a:pt x="4514" y="43282"/>
                          </a:cubicBezTo>
                          <a:lnTo>
                            <a:pt x="30627" y="43282"/>
                          </a:lnTo>
                          <a:lnTo>
                            <a:pt x="30627" y="46881"/>
                          </a:lnTo>
                          <a:lnTo>
                            <a:pt x="0" y="46881"/>
                          </a:lnTo>
                          <a:cubicBezTo>
                            <a:pt x="55" y="44611"/>
                            <a:pt x="277" y="42589"/>
                            <a:pt x="720" y="40762"/>
                          </a:cubicBezTo>
                          <a:cubicBezTo>
                            <a:pt x="1163" y="38934"/>
                            <a:pt x="2132" y="37162"/>
                            <a:pt x="3655" y="35445"/>
                          </a:cubicBezTo>
                          <a:cubicBezTo>
                            <a:pt x="5289" y="33590"/>
                            <a:pt x="6978" y="31983"/>
                            <a:pt x="8751" y="30654"/>
                          </a:cubicBezTo>
                          <a:cubicBezTo>
                            <a:pt x="10495" y="29325"/>
                            <a:pt x="12212" y="28134"/>
                            <a:pt x="13901" y="27110"/>
                          </a:cubicBezTo>
                          <a:cubicBezTo>
                            <a:pt x="15590" y="26057"/>
                            <a:pt x="17169" y="25116"/>
                            <a:pt x="18692" y="24258"/>
                          </a:cubicBezTo>
                          <a:cubicBezTo>
                            <a:pt x="20187" y="23399"/>
                            <a:pt x="21516" y="22458"/>
                            <a:pt x="22679" y="21433"/>
                          </a:cubicBezTo>
                          <a:cubicBezTo>
                            <a:pt x="23842" y="20409"/>
                            <a:pt x="24728" y="19273"/>
                            <a:pt x="25393" y="17972"/>
                          </a:cubicBezTo>
                          <a:cubicBezTo>
                            <a:pt x="26058" y="16698"/>
                            <a:pt x="26390" y="15119"/>
                            <a:pt x="26390" y="13264"/>
                          </a:cubicBezTo>
                          <a:cubicBezTo>
                            <a:pt x="26390" y="11769"/>
                            <a:pt x="26113" y="10412"/>
                            <a:pt x="25587" y="9221"/>
                          </a:cubicBezTo>
                          <a:cubicBezTo>
                            <a:pt x="25061" y="8030"/>
                            <a:pt x="24313" y="7006"/>
                            <a:pt x="23399" y="6175"/>
                          </a:cubicBezTo>
                          <a:cubicBezTo>
                            <a:pt x="22485" y="5344"/>
                            <a:pt x="21378" y="4708"/>
                            <a:pt x="20132" y="4292"/>
                          </a:cubicBezTo>
                          <a:cubicBezTo>
                            <a:pt x="18886" y="3877"/>
                            <a:pt x="17529" y="3655"/>
                            <a:pt x="16089" y="3655"/>
                          </a:cubicBezTo>
                          <a:cubicBezTo>
                            <a:pt x="14538" y="3655"/>
                            <a:pt x="13126" y="3988"/>
                            <a:pt x="11880" y="4624"/>
                          </a:cubicBezTo>
                          <a:cubicBezTo>
                            <a:pt x="10606" y="5261"/>
                            <a:pt x="9526" y="6120"/>
                            <a:pt x="8612" y="7172"/>
                          </a:cubicBezTo>
                          <a:cubicBezTo>
                            <a:pt x="7698" y="8224"/>
                            <a:pt x="7006" y="9470"/>
                            <a:pt x="6508" y="10883"/>
                          </a:cubicBezTo>
                          <a:cubicBezTo>
                            <a:pt x="6009" y="12295"/>
                            <a:pt x="5815" y="13818"/>
                            <a:pt x="5898" y="15396"/>
                          </a:cubicBezTo>
                          <a:lnTo>
                            <a:pt x="1385" y="15396"/>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grpSp>
              <p:sp>
                <p:nvSpPr>
                  <p:cNvPr id="3752" name="Freeform 3751">
                    <a:extLst>
                      <a:ext uri="{FF2B5EF4-FFF2-40B4-BE49-F238E27FC236}">
                        <a16:creationId xmlns:a16="http://schemas.microsoft.com/office/drawing/2014/main" id="{260F2A77-FDD7-9991-879A-7358B0E7C6CA}"/>
                      </a:ext>
                    </a:extLst>
                  </p:cNvPr>
                  <p:cNvSpPr/>
                  <p:nvPr/>
                </p:nvSpPr>
                <p:spPr>
                  <a:xfrm>
                    <a:off x="2963022" y="3778424"/>
                    <a:ext cx="233604" cy="2769"/>
                  </a:xfrm>
                  <a:custGeom>
                    <a:avLst/>
                    <a:gdLst>
                      <a:gd name="connsiteX0" fmla="*/ 0 w 233604"/>
                      <a:gd name="connsiteY0" fmla="*/ 0 h 2769"/>
                      <a:gd name="connsiteX1" fmla="*/ 233604 w 233604"/>
                      <a:gd name="connsiteY1" fmla="*/ 0 h 2769"/>
                    </a:gdLst>
                    <a:ahLst/>
                    <a:cxnLst>
                      <a:cxn ang="0">
                        <a:pos x="connsiteX0" y="connsiteY0"/>
                      </a:cxn>
                      <a:cxn ang="0">
                        <a:pos x="connsiteX1" y="connsiteY1"/>
                      </a:cxn>
                    </a:cxnLst>
                    <a:rect l="l" t="t" r="r" b="b"/>
                    <a:pathLst>
                      <a:path w="233604" h="2769">
                        <a:moveTo>
                          <a:pt x="0" y="0"/>
                        </a:moveTo>
                        <a:lnTo>
                          <a:pt x="233604" y="0"/>
                        </a:lnTo>
                      </a:path>
                    </a:pathLst>
                  </a:custGeom>
                  <a:ln w="5534" cap="flat">
                    <a:solidFill>
                      <a:srgbClr val="8371B3"/>
                    </a:solidFill>
                    <a:prstDash val="solid"/>
                    <a:miter/>
                  </a:ln>
                </p:spPr>
                <p:txBody>
                  <a:bodyPr rtlCol="0" anchor="ctr"/>
                  <a:lstStyle/>
                  <a:p>
                    <a:endParaRPr lang="en-US" sz="2000" dirty="0">
                      <a:latin typeface="Helvetica" pitchFamily="2" charset="0"/>
                    </a:endParaRPr>
                  </a:p>
                </p:txBody>
              </p:sp>
            </p:grpSp>
            <p:grpSp>
              <p:nvGrpSpPr>
                <p:cNvPr id="3760" name="Graphic 14">
                  <a:extLst>
                    <a:ext uri="{FF2B5EF4-FFF2-40B4-BE49-F238E27FC236}">
                      <a16:creationId xmlns:a16="http://schemas.microsoft.com/office/drawing/2014/main" id="{9188B129-48EB-DF29-FE81-46BAA1051FD2}"/>
                    </a:ext>
                  </a:extLst>
                </p:cNvPr>
                <p:cNvGrpSpPr/>
                <p:nvPr/>
              </p:nvGrpSpPr>
              <p:grpSpPr>
                <a:xfrm>
                  <a:off x="7349737" y="4559723"/>
                  <a:ext cx="793522" cy="222458"/>
                  <a:chOff x="3621993" y="3712934"/>
                  <a:chExt cx="233604" cy="65489"/>
                </a:xfrm>
                <a:solidFill>
                  <a:srgbClr val="8371B3"/>
                </a:solidFill>
              </p:grpSpPr>
              <p:grpSp>
                <p:nvGrpSpPr>
                  <p:cNvPr id="3761" name="Graphic 14">
                    <a:extLst>
                      <a:ext uri="{FF2B5EF4-FFF2-40B4-BE49-F238E27FC236}">
                        <a16:creationId xmlns:a16="http://schemas.microsoft.com/office/drawing/2014/main" id="{D06C9D5D-97EB-525F-1BCC-F8781D5E1487}"/>
                      </a:ext>
                    </a:extLst>
                  </p:cNvPr>
                  <p:cNvGrpSpPr/>
                  <p:nvPr/>
                </p:nvGrpSpPr>
                <p:grpSpPr>
                  <a:xfrm>
                    <a:off x="3716116" y="3712934"/>
                    <a:ext cx="73132" cy="47878"/>
                    <a:chOff x="3716116" y="3712934"/>
                    <a:chExt cx="73132" cy="47878"/>
                  </a:xfrm>
                  <a:solidFill>
                    <a:srgbClr val="8371B3"/>
                  </a:solidFill>
                </p:grpSpPr>
                <p:sp>
                  <p:nvSpPr>
                    <p:cNvPr id="3763" name="Freeform 3762">
                      <a:extLst>
                        <a:ext uri="{FF2B5EF4-FFF2-40B4-BE49-F238E27FC236}">
                          <a16:creationId xmlns:a16="http://schemas.microsoft.com/office/drawing/2014/main" id="{443C86B7-BF6A-6429-80BC-601FCCEFEB6B}"/>
                        </a:ext>
                      </a:extLst>
                    </p:cNvPr>
                    <p:cNvSpPr/>
                    <p:nvPr/>
                  </p:nvSpPr>
                  <p:spPr>
                    <a:xfrm>
                      <a:off x="3716116" y="3712934"/>
                      <a:ext cx="35168" cy="47850"/>
                    </a:xfrm>
                    <a:custGeom>
                      <a:avLst/>
                      <a:gdLst>
                        <a:gd name="connsiteX0" fmla="*/ 0 w 35168"/>
                        <a:gd name="connsiteY0" fmla="*/ 47851 h 47850"/>
                        <a:gd name="connsiteX1" fmla="*/ 0 w 35168"/>
                        <a:gd name="connsiteY1" fmla="*/ 0 h 47850"/>
                        <a:gd name="connsiteX2" fmla="*/ 17279 w 35168"/>
                        <a:gd name="connsiteY2" fmla="*/ 0 h 47850"/>
                        <a:gd name="connsiteX3" fmla="*/ 24452 w 35168"/>
                        <a:gd name="connsiteY3" fmla="*/ 858 h 47850"/>
                        <a:gd name="connsiteX4" fmla="*/ 29325 w 35168"/>
                        <a:gd name="connsiteY4" fmla="*/ 3323 h 47850"/>
                        <a:gd name="connsiteX5" fmla="*/ 32094 w 35168"/>
                        <a:gd name="connsiteY5" fmla="*/ 7144 h 47850"/>
                        <a:gd name="connsiteX6" fmla="*/ 32953 w 35168"/>
                        <a:gd name="connsiteY6" fmla="*/ 12018 h 47850"/>
                        <a:gd name="connsiteX7" fmla="*/ 32288 w 35168"/>
                        <a:gd name="connsiteY7" fmla="*/ 16366 h 47850"/>
                        <a:gd name="connsiteX8" fmla="*/ 30571 w 35168"/>
                        <a:gd name="connsiteY8" fmla="*/ 19411 h 47850"/>
                        <a:gd name="connsiteX9" fmla="*/ 28134 w 35168"/>
                        <a:gd name="connsiteY9" fmla="*/ 21350 h 47850"/>
                        <a:gd name="connsiteX10" fmla="*/ 25310 w 35168"/>
                        <a:gd name="connsiteY10" fmla="*/ 22319 h 47850"/>
                        <a:gd name="connsiteX11" fmla="*/ 25310 w 35168"/>
                        <a:gd name="connsiteY11" fmla="*/ 22458 h 47850"/>
                        <a:gd name="connsiteX12" fmla="*/ 32731 w 35168"/>
                        <a:gd name="connsiteY12" fmla="*/ 26390 h 47850"/>
                        <a:gd name="connsiteX13" fmla="*/ 35168 w 35168"/>
                        <a:gd name="connsiteY13" fmla="*/ 34365 h 47850"/>
                        <a:gd name="connsiteX14" fmla="*/ 34005 w 35168"/>
                        <a:gd name="connsiteY14" fmla="*/ 40679 h 47850"/>
                        <a:gd name="connsiteX15" fmla="*/ 30793 w 35168"/>
                        <a:gd name="connsiteY15" fmla="*/ 44860 h 47850"/>
                        <a:gd name="connsiteX16" fmla="*/ 25836 w 35168"/>
                        <a:gd name="connsiteY16" fmla="*/ 47158 h 47850"/>
                        <a:gd name="connsiteX17" fmla="*/ 19550 w 35168"/>
                        <a:gd name="connsiteY17" fmla="*/ 47851 h 47850"/>
                        <a:gd name="connsiteX18" fmla="*/ 0 w 35168"/>
                        <a:gd name="connsiteY18" fmla="*/ 47851 h 47850"/>
                        <a:gd name="connsiteX19" fmla="*/ 4514 w 35168"/>
                        <a:gd name="connsiteY19" fmla="*/ 21156 h 47850"/>
                        <a:gd name="connsiteX20" fmla="*/ 15950 w 35168"/>
                        <a:gd name="connsiteY20" fmla="*/ 21156 h 47850"/>
                        <a:gd name="connsiteX21" fmla="*/ 21876 w 35168"/>
                        <a:gd name="connsiteY21" fmla="*/ 20547 h 47850"/>
                        <a:gd name="connsiteX22" fmla="*/ 25725 w 35168"/>
                        <a:gd name="connsiteY22" fmla="*/ 18775 h 47850"/>
                        <a:gd name="connsiteX23" fmla="*/ 27830 w 35168"/>
                        <a:gd name="connsiteY23" fmla="*/ 15923 h 47850"/>
                        <a:gd name="connsiteX24" fmla="*/ 28467 w 35168"/>
                        <a:gd name="connsiteY24" fmla="*/ 12046 h 47850"/>
                        <a:gd name="connsiteX25" fmla="*/ 27747 w 35168"/>
                        <a:gd name="connsiteY25" fmla="*/ 8224 h 47850"/>
                        <a:gd name="connsiteX26" fmla="*/ 25421 w 35168"/>
                        <a:gd name="connsiteY26" fmla="*/ 5704 h 47850"/>
                        <a:gd name="connsiteX27" fmla="*/ 21267 w 35168"/>
                        <a:gd name="connsiteY27" fmla="*/ 4320 h 47850"/>
                        <a:gd name="connsiteX28" fmla="*/ 14981 w 35168"/>
                        <a:gd name="connsiteY28" fmla="*/ 3877 h 47850"/>
                        <a:gd name="connsiteX29" fmla="*/ 4541 w 35168"/>
                        <a:gd name="connsiteY29" fmla="*/ 3877 h 47850"/>
                        <a:gd name="connsiteX30" fmla="*/ 4541 w 35168"/>
                        <a:gd name="connsiteY30" fmla="*/ 21156 h 47850"/>
                        <a:gd name="connsiteX31" fmla="*/ 4514 w 35168"/>
                        <a:gd name="connsiteY31" fmla="*/ 44001 h 47850"/>
                        <a:gd name="connsiteX32" fmla="*/ 16006 w 35168"/>
                        <a:gd name="connsiteY32" fmla="*/ 44001 h 47850"/>
                        <a:gd name="connsiteX33" fmla="*/ 22485 w 35168"/>
                        <a:gd name="connsiteY33" fmla="*/ 43669 h 47850"/>
                        <a:gd name="connsiteX34" fmla="*/ 27027 w 35168"/>
                        <a:gd name="connsiteY34" fmla="*/ 42312 h 47850"/>
                        <a:gd name="connsiteX35" fmla="*/ 29713 w 35168"/>
                        <a:gd name="connsiteY35" fmla="*/ 39377 h 47850"/>
                        <a:gd name="connsiteX36" fmla="*/ 30599 w 35168"/>
                        <a:gd name="connsiteY36" fmla="*/ 34365 h 47850"/>
                        <a:gd name="connsiteX37" fmla="*/ 29602 w 35168"/>
                        <a:gd name="connsiteY37" fmla="*/ 29547 h 47850"/>
                        <a:gd name="connsiteX38" fmla="*/ 26750 w 35168"/>
                        <a:gd name="connsiteY38" fmla="*/ 26722 h 47850"/>
                        <a:gd name="connsiteX39" fmla="*/ 22291 w 35168"/>
                        <a:gd name="connsiteY39" fmla="*/ 25365 h 47850"/>
                        <a:gd name="connsiteX40" fmla="*/ 16504 w 35168"/>
                        <a:gd name="connsiteY40" fmla="*/ 25005 h 47850"/>
                        <a:gd name="connsiteX41" fmla="*/ 4486 w 35168"/>
                        <a:gd name="connsiteY41" fmla="*/ 25005 h 47850"/>
                        <a:gd name="connsiteX42" fmla="*/ 4486 w 35168"/>
                        <a:gd name="connsiteY42" fmla="*/ 44001 h 47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35168" h="47850">
                          <a:moveTo>
                            <a:pt x="0" y="47851"/>
                          </a:moveTo>
                          <a:lnTo>
                            <a:pt x="0" y="0"/>
                          </a:lnTo>
                          <a:lnTo>
                            <a:pt x="17279" y="0"/>
                          </a:lnTo>
                          <a:cubicBezTo>
                            <a:pt x="20076" y="0"/>
                            <a:pt x="22458" y="277"/>
                            <a:pt x="24452" y="858"/>
                          </a:cubicBezTo>
                          <a:cubicBezTo>
                            <a:pt x="26445" y="1440"/>
                            <a:pt x="28079" y="2243"/>
                            <a:pt x="29325" y="3323"/>
                          </a:cubicBezTo>
                          <a:cubicBezTo>
                            <a:pt x="30599" y="4375"/>
                            <a:pt x="31513" y="5649"/>
                            <a:pt x="32094" y="7144"/>
                          </a:cubicBezTo>
                          <a:cubicBezTo>
                            <a:pt x="32676" y="8640"/>
                            <a:pt x="32953" y="10246"/>
                            <a:pt x="32953" y="12018"/>
                          </a:cubicBezTo>
                          <a:cubicBezTo>
                            <a:pt x="32953" y="13790"/>
                            <a:pt x="32731" y="15147"/>
                            <a:pt x="32288" y="16366"/>
                          </a:cubicBezTo>
                          <a:cubicBezTo>
                            <a:pt x="31845" y="17584"/>
                            <a:pt x="31263" y="18608"/>
                            <a:pt x="30571" y="19411"/>
                          </a:cubicBezTo>
                          <a:cubicBezTo>
                            <a:pt x="29879" y="20215"/>
                            <a:pt x="29048" y="20879"/>
                            <a:pt x="28134" y="21350"/>
                          </a:cubicBezTo>
                          <a:cubicBezTo>
                            <a:pt x="27221" y="21821"/>
                            <a:pt x="26279" y="22125"/>
                            <a:pt x="25310" y="22319"/>
                          </a:cubicBezTo>
                          <a:lnTo>
                            <a:pt x="25310" y="22458"/>
                          </a:lnTo>
                          <a:cubicBezTo>
                            <a:pt x="28633" y="22956"/>
                            <a:pt x="31097" y="24257"/>
                            <a:pt x="32731" y="26390"/>
                          </a:cubicBezTo>
                          <a:cubicBezTo>
                            <a:pt x="34337" y="28522"/>
                            <a:pt x="35168" y="31180"/>
                            <a:pt x="35168" y="34365"/>
                          </a:cubicBezTo>
                          <a:cubicBezTo>
                            <a:pt x="35168" y="36857"/>
                            <a:pt x="34780" y="38962"/>
                            <a:pt x="34005" y="40679"/>
                          </a:cubicBezTo>
                          <a:cubicBezTo>
                            <a:pt x="33230" y="42395"/>
                            <a:pt x="32150" y="43808"/>
                            <a:pt x="30793" y="44860"/>
                          </a:cubicBezTo>
                          <a:cubicBezTo>
                            <a:pt x="29408" y="45912"/>
                            <a:pt x="27774" y="46688"/>
                            <a:pt x="25836" y="47158"/>
                          </a:cubicBezTo>
                          <a:cubicBezTo>
                            <a:pt x="23898" y="47629"/>
                            <a:pt x="21821" y="47851"/>
                            <a:pt x="19550" y="47851"/>
                          </a:cubicBezTo>
                          <a:lnTo>
                            <a:pt x="0" y="47851"/>
                          </a:lnTo>
                          <a:close/>
                          <a:moveTo>
                            <a:pt x="4514" y="21156"/>
                          </a:moveTo>
                          <a:lnTo>
                            <a:pt x="15950" y="21156"/>
                          </a:lnTo>
                          <a:cubicBezTo>
                            <a:pt x="18304" y="21156"/>
                            <a:pt x="20270" y="20962"/>
                            <a:pt x="21876" y="20547"/>
                          </a:cubicBezTo>
                          <a:cubicBezTo>
                            <a:pt x="23482" y="20159"/>
                            <a:pt x="24756" y="19550"/>
                            <a:pt x="25725" y="18775"/>
                          </a:cubicBezTo>
                          <a:cubicBezTo>
                            <a:pt x="26694" y="17999"/>
                            <a:pt x="27387" y="17058"/>
                            <a:pt x="27830" y="15923"/>
                          </a:cubicBezTo>
                          <a:cubicBezTo>
                            <a:pt x="28245" y="14787"/>
                            <a:pt x="28467" y="13486"/>
                            <a:pt x="28467" y="12046"/>
                          </a:cubicBezTo>
                          <a:cubicBezTo>
                            <a:pt x="28467" y="10606"/>
                            <a:pt x="28217" y="9277"/>
                            <a:pt x="27747" y="8224"/>
                          </a:cubicBezTo>
                          <a:cubicBezTo>
                            <a:pt x="27248" y="7172"/>
                            <a:pt x="26473" y="6341"/>
                            <a:pt x="25421" y="5704"/>
                          </a:cubicBezTo>
                          <a:cubicBezTo>
                            <a:pt x="24368" y="5067"/>
                            <a:pt x="22984" y="4597"/>
                            <a:pt x="21267" y="4320"/>
                          </a:cubicBezTo>
                          <a:cubicBezTo>
                            <a:pt x="19550" y="4043"/>
                            <a:pt x="17473" y="3877"/>
                            <a:pt x="14981" y="3877"/>
                          </a:cubicBezTo>
                          <a:lnTo>
                            <a:pt x="4541" y="3877"/>
                          </a:lnTo>
                          <a:lnTo>
                            <a:pt x="4541" y="21156"/>
                          </a:lnTo>
                          <a:close/>
                          <a:moveTo>
                            <a:pt x="4514" y="44001"/>
                          </a:moveTo>
                          <a:lnTo>
                            <a:pt x="16006" y="44001"/>
                          </a:lnTo>
                          <a:cubicBezTo>
                            <a:pt x="18498" y="44001"/>
                            <a:pt x="20658" y="43891"/>
                            <a:pt x="22485" y="43669"/>
                          </a:cubicBezTo>
                          <a:cubicBezTo>
                            <a:pt x="24313" y="43448"/>
                            <a:pt x="25836" y="43005"/>
                            <a:pt x="27027" y="42312"/>
                          </a:cubicBezTo>
                          <a:cubicBezTo>
                            <a:pt x="28217" y="41620"/>
                            <a:pt x="29131" y="40651"/>
                            <a:pt x="29713" y="39377"/>
                          </a:cubicBezTo>
                          <a:cubicBezTo>
                            <a:pt x="30322" y="38103"/>
                            <a:pt x="30599" y="36442"/>
                            <a:pt x="30599" y="34365"/>
                          </a:cubicBezTo>
                          <a:cubicBezTo>
                            <a:pt x="30599" y="32288"/>
                            <a:pt x="30267" y="30765"/>
                            <a:pt x="29602" y="29547"/>
                          </a:cubicBezTo>
                          <a:cubicBezTo>
                            <a:pt x="28937" y="28328"/>
                            <a:pt x="27996" y="27387"/>
                            <a:pt x="26750" y="26722"/>
                          </a:cubicBezTo>
                          <a:cubicBezTo>
                            <a:pt x="25504" y="26057"/>
                            <a:pt x="24036" y="25614"/>
                            <a:pt x="22291" y="25365"/>
                          </a:cubicBezTo>
                          <a:cubicBezTo>
                            <a:pt x="20575" y="25116"/>
                            <a:pt x="18636" y="25005"/>
                            <a:pt x="16504" y="25005"/>
                          </a:cubicBezTo>
                          <a:lnTo>
                            <a:pt x="4486" y="25005"/>
                          </a:lnTo>
                          <a:lnTo>
                            <a:pt x="4486" y="44001"/>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sp>
                  <p:nvSpPr>
                    <p:cNvPr id="3764" name="Freeform 3763">
                      <a:extLst>
                        <a:ext uri="{FF2B5EF4-FFF2-40B4-BE49-F238E27FC236}">
                          <a16:creationId xmlns:a16="http://schemas.microsoft.com/office/drawing/2014/main" id="{A0A40BB8-BCA5-85C4-A8B2-0FE9E7B44582}"/>
                        </a:ext>
                      </a:extLst>
                    </p:cNvPr>
                    <p:cNvSpPr/>
                    <p:nvPr/>
                  </p:nvSpPr>
                  <p:spPr>
                    <a:xfrm>
                      <a:off x="3758206" y="3713931"/>
                      <a:ext cx="31041" cy="46881"/>
                    </a:xfrm>
                    <a:custGeom>
                      <a:avLst/>
                      <a:gdLst>
                        <a:gd name="connsiteX0" fmla="*/ 1412 w 31041"/>
                        <a:gd name="connsiteY0" fmla="*/ 15369 h 46881"/>
                        <a:gd name="connsiteX1" fmla="*/ 2464 w 31041"/>
                        <a:gd name="connsiteY1" fmla="*/ 9083 h 46881"/>
                        <a:gd name="connsiteX2" fmla="*/ 5511 w 31041"/>
                        <a:gd name="connsiteY2" fmla="*/ 4237 h 46881"/>
                        <a:gd name="connsiteX3" fmla="*/ 10329 w 31041"/>
                        <a:gd name="connsiteY3" fmla="*/ 1108 h 46881"/>
                        <a:gd name="connsiteX4" fmla="*/ 16615 w 31041"/>
                        <a:gd name="connsiteY4" fmla="*/ 0 h 46881"/>
                        <a:gd name="connsiteX5" fmla="*/ 22818 w 31041"/>
                        <a:gd name="connsiteY5" fmla="*/ 1025 h 46881"/>
                        <a:gd name="connsiteX6" fmla="*/ 27331 w 31041"/>
                        <a:gd name="connsiteY6" fmla="*/ 3794 h 46881"/>
                        <a:gd name="connsiteX7" fmla="*/ 30100 w 31041"/>
                        <a:gd name="connsiteY7" fmla="*/ 7920 h 46881"/>
                        <a:gd name="connsiteX8" fmla="*/ 31042 w 31041"/>
                        <a:gd name="connsiteY8" fmla="*/ 12960 h 46881"/>
                        <a:gd name="connsiteX9" fmla="*/ 30017 w 31041"/>
                        <a:gd name="connsiteY9" fmla="*/ 18470 h 46881"/>
                        <a:gd name="connsiteX10" fmla="*/ 27304 w 31041"/>
                        <a:gd name="connsiteY10" fmla="*/ 22734 h 46881"/>
                        <a:gd name="connsiteX11" fmla="*/ 23454 w 31041"/>
                        <a:gd name="connsiteY11" fmla="*/ 26057 h 46881"/>
                        <a:gd name="connsiteX12" fmla="*/ 19024 w 31041"/>
                        <a:gd name="connsiteY12" fmla="*/ 28827 h 46881"/>
                        <a:gd name="connsiteX13" fmla="*/ 14566 w 31041"/>
                        <a:gd name="connsiteY13" fmla="*/ 31319 h 46881"/>
                        <a:gd name="connsiteX14" fmla="*/ 10633 w 31041"/>
                        <a:gd name="connsiteY14" fmla="*/ 33839 h 46881"/>
                        <a:gd name="connsiteX15" fmla="*/ 8446 w 31041"/>
                        <a:gd name="connsiteY15" fmla="*/ 35666 h 46881"/>
                        <a:gd name="connsiteX16" fmla="*/ 6507 w 31041"/>
                        <a:gd name="connsiteY16" fmla="*/ 37771 h 46881"/>
                        <a:gd name="connsiteX17" fmla="*/ 5123 w 31041"/>
                        <a:gd name="connsiteY17" fmla="*/ 40263 h 46881"/>
                        <a:gd name="connsiteX18" fmla="*/ 4514 w 31041"/>
                        <a:gd name="connsiteY18" fmla="*/ 43282 h 46881"/>
                        <a:gd name="connsiteX19" fmla="*/ 30627 w 31041"/>
                        <a:gd name="connsiteY19" fmla="*/ 43282 h 46881"/>
                        <a:gd name="connsiteX20" fmla="*/ 30627 w 31041"/>
                        <a:gd name="connsiteY20" fmla="*/ 46881 h 46881"/>
                        <a:gd name="connsiteX21" fmla="*/ 0 w 31041"/>
                        <a:gd name="connsiteY21" fmla="*/ 46881 h 46881"/>
                        <a:gd name="connsiteX22" fmla="*/ 720 w 31041"/>
                        <a:gd name="connsiteY22" fmla="*/ 40762 h 46881"/>
                        <a:gd name="connsiteX23" fmla="*/ 3655 w 31041"/>
                        <a:gd name="connsiteY23" fmla="*/ 35445 h 46881"/>
                        <a:gd name="connsiteX24" fmla="*/ 8750 w 31041"/>
                        <a:gd name="connsiteY24" fmla="*/ 30654 h 46881"/>
                        <a:gd name="connsiteX25" fmla="*/ 13901 w 31041"/>
                        <a:gd name="connsiteY25" fmla="*/ 27110 h 46881"/>
                        <a:gd name="connsiteX26" fmla="*/ 18692 w 31041"/>
                        <a:gd name="connsiteY26" fmla="*/ 24258 h 46881"/>
                        <a:gd name="connsiteX27" fmla="*/ 22679 w 31041"/>
                        <a:gd name="connsiteY27" fmla="*/ 21433 h 46881"/>
                        <a:gd name="connsiteX28" fmla="*/ 25393 w 31041"/>
                        <a:gd name="connsiteY28" fmla="*/ 17972 h 46881"/>
                        <a:gd name="connsiteX29" fmla="*/ 26390 w 31041"/>
                        <a:gd name="connsiteY29" fmla="*/ 13264 h 46881"/>
                        <a:gd name="connsiteX30" fmla="*/ 25587 w 31041"/>
                        <a:gd name="connsiteY30" fmla="*/ 9221 h 46881"/>
                        <a:gd name="connsiteX31" fmla="*/ 23399 w 31041"/>
                        <a:gd name="connsiteY31" fmla="*/ 6175 h 46881"/>
                        <a:gd name="connsiteX32" fmla="*/ 20131 w 31041"/>
                        <a:gd name="connsiteY32" fmla="*/ 4292 h 46881"/>
                        <a:gd name="connsiteX33" fmla="*/ 16089 w 31041"/>
                        <a:gd name="connsiteY33" fmla="*/ 3655 h 46881"/>
                        <a:gd name="connsiteX34" fmla="*/ 11880 w 31041"/>
                        <a:gd name="connsiteY34" fmla="*/ 4624 h 46881"/>
                        <a:gd name="connsiteX35" fmla="*/ 8612 w 31041"/>
                        <a:gd name="connsiteY35" fmla="*/ 7172 h 46881"/>
                        <a:gd name="connsiteX36" fmla="*/ 6507 w 31041"/>
                        <a:gd name="connsiteY36" fmla="*/ 10883 h 46881"/>
                        <a:gd name="connsiteX37" fmla="*/ 5898 w 31041"/>
                        <a:gd name="connsiteY37" fmla="*/ 15396 h 46881"/>
                        <a:gd name="connsiteX38" fmla="*/ 1385 w 31041"/>
                        <a:gd name="connsiteY38" fmla="*/ 15396 h 46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31041" h="46881">
                          <a:moveTo>
                            <a:pt x="1412" y="15369"/>
                          </a:moveTo>
                          <a:cubicBezTo>
                            <a:pt x="1412" y="13070"/>
                            <a:pt x="1772" y="10966"/>
                            <a:pt x="2464" y="9083"/>
                          </a:cubicBezTo>
                          <a:cubicBezTo>
                            <a:pt x="3184" y="7200"/>
                            <a:pt x="4181" y="5594"/>
                            <a:pt x="5511" y="4237"/>
                          </a:cubicBezTo>
                          <a:cubicBezTo>
                            <a:pt x="6840" y="2880"/>
                            <a:pt x="8446" y="1855"/>
                            <a:pt x="10329" y="1108"/>
                          </a:cubicBezTo>
                          <a:cubicBezTo>
                            <a:pt x="12212" y="388"/>
                            <a:pt x="14316" y="0"/>
                            <a:pt x="16615" y="0"/>
                          </a:cubicBezTo>
                          <a:cubicBezTo>
                            <a:pt x="18913" y="0"/>
                            <a:pt x="21045" y="332"/>
                            <a:pt x="22818" y="1025"/>
                          </a:cubicBezTo>
                          <a:cubicBezTo>
                            <a:pt x="24590" y="1717"/>
                            <a:pt x="26113" y="2631"/>
                            <a:pt x="27331" y="3794"/>
                          </a:cubicBezTo>
                          <a:cubicBezTo>
                            <a:pt x="28550" y="4957"/>
                            <a:pt x="29463" y="6314"/>
                            <a:pt x="30100" y="7920"/>
                          </a:cubicBezTo>
                          <a:cubicBezTo>
                            <a:pt x="30737" y="9526"/>
                            <a:pt x="31042" y="11187"/>
                            <a:pt x="31042" y="12960"/>
                          </a:cubicBezTo>
                          <a:cubicBezTo>
                            <a:pt x="31042" y="15036"/>
                            <a:pt x="30710" y="16892"/>
                            <a:pt x="30017" y="18470"/>
                          </a:cubicBezTo>
                          <a:cubicBezTo>
                            <a:pt x="29325" y="20049"/>
                            <a:pt x="28411" y="21489"/>
                            <a:pt x="27304" y="22734"/>
                          </a:cubicBezTo>
                          <a:cubicBezTo>
                            <a:pt x="26168" y="23981"/>
                            <a:pt x="24894" y="25088"/>
                            <a:pt x="23454" y="26057"/>
                          </a:cubicBezTo>
                          <a:cubicBezTo>
                            <a:pt x="22015" y="27027"/>
                            <a:pt x="20547" y="27940"/>
                            <a:pt x="19024" y="28827"/>
                          </a:cubicBezTo>
                          <a:cubicBezTo>
                            <a:pt x="17528" y="29685"/>
                            <a:pt x="16033" y="30516"/>
                            <a:pt x="14566" y="31319"/>
                          </a:cubicBezTo>
                          <a:cubicBezTo>
                            <a:pt x="13098" y="32122"/>
                            <a:pt x="11797" y="32953"/>
                            <a:pt x="10633" y="33839"/>
                          </a:cubicBezTo>
                          <a:cubicBezTo>
                            <a:pt x="9886" y="34420"/>
                            <a:pt x="9138" y="35029"/>
                            <a:pt x="8446" y="35666"/>
                          </a:cubicBezTo>
                          <a:cubicBezTo>
                            <a:pt x="7726" y="36303"/>
                            <a:pt x="7089" y="36996"/>
                            <a:pt x="6507" y="37771"/>
                          </a:cubicBezTo>
                          <a:cubicBezTo>
                            <a:pt x="5926" y="38519"/>
                            <a:pt x="5455" y="39349"/>
                            <a:pt x="5123" y="40263"/>
                          </a:cubicBezTo>
                          <a:cubicBezTo>
                            <a:pt x="4763" y="41177"/>
                            <a:pt x="4569" y="42174"/>
                            <a:pt x="4514" y="43282"/>
                          </a:cubicBezTo>
                          <a:lnTo>
                            <a:pt x="30627" y="43282"/>
                          </a:lnTo>
                          <a:lnTo>
                            <a:pt x="30627" y="46881"/>
                          </a:lnTo>
                          <a:lnTo>
                            <a:pt x="0" y="46881"/>
                          </a:lnTo>
                          <a:cubicBezTo>
                            <a:pt x="55" y="44611"/>
                            <a:pt x="277" y="42589"/>
                            <a:pt x="720" y="40762"/>
                          </a:cubicBezTo>
                          <a:cubicBezTo>
                            <a:pt x="1163" y="38934"/>
                            <a:pt x="2132" y="37162"/>
                            <a:pt x="3655" y="35445"/>
                          </a:cubicBezTo>
                          <a:cubicBezTo>
                            <a:pt x="5289" y="33590"/>
                            <a:pt x="6978" y="31983"/>
                            <a:pt x="8750" y="30654"/>
                          </a:cubicBezTo>
                          <a:cubicBezTo>
                            <a:pt x="10495" y="29325"/>
                            <a:pt x="12212" y="28134"/>
                            <a:pt x="13901" y="27110"/>
                          </a:cubicBezTo>
                          <a:cubicBezTo>
                            <a:pt x="15590" y="26057"/>
                            <a:pt x="17169" y="25116"/>
                            <a:pt x="18692" y="24258"/>
                          </a:cubicBezTo>
                          <a:cubicBezTo>
                            <a:pt x="20187" y="23399"/>
                            <a:pt x="21516" y="22458"/>
                            <a:pt x="22679" y="21433"/>
                          </a:cubicBezTo>
                          <a:cubicBezTo>
                            <a:pt x="23842" y="20409"/>
                            <a:pt x="24728" y="19273"/>
                            <a:pt x="25393" y="17972"/>
                          </a:cubicBezTo>
                          <a:cubicBezTo>
                            <a:pt x="26057" y="16698"/>
                            <a:pt x="26390" y="15119"/>
                            <a:pt x="26390" y="13264"/>
                          </a:cubicBezTo>
                          <a:cubicBezTo>
                            <a:pt x="26390" y="11769"/>
                            <a:pt x="26113" y="10412"/>
                            <a:pt x="25587" y="9221"/>
                          </a:cubicBezTo>
                          <a:cubicBezTo>
                            <a:pt x="25061" y="8030"/>
                            <a:pt x="24313" y="7006"/>
                            <a:pt x="23399" y="6175"/>
                          </a:cubicBezTo>
                          <a:cubicBezTo>
                            <a:pt x="22458" y="5344"/>
                            <a:pt x="21378" y="4708"/>
                            <a:pt x="20131" y="4292"/>
                          </a:cubicBezTo>
                          <a:cubicBezTo>
                            <a:pt x="18886" y="3877"/>
                            <a:pt x="17528" y="3655"/>
                            <a:pt x="16089" y="3655"/>
                          </a:cubicBezTo>
                          <a:cubicBezTo>
                            <a:pt x="14538" y="3655"/>
                            <a:pt x="13126" y="3988"/>
                            <a:pt x="11880" y="4624"/>
                          </a:cubicBezTo>
                          <a:cubicBezTo>
                            <a:pt x="10606" y="5261"/>
                            <a:pt x="9526" y="6120"/>
                            <a:pt x="8612" y="7172"/>
                          </a:cubicBezTo>
                          <a:cubicBezTo>
                            <a:pt x="7698" y="8224"/>
                            <a:pt x="7006" y="9470"/>
                            <a:pt x="6507" y="10883"/>
                          </a:cubicBezTo>
                          <a:cubicBezTo>
                            <a:pt x="6009" y="12295"/>
                            <a:pt x="5815" y="13818"/>
                            <a:pt x="5898" y="15396"/>
                          </a:cubicBezTo>
                          <a:lnTo>
                            <a:pt x="1385" y="15396"/>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grpSp>
              <p:sp>
                <p:nvSpPr>
                  <p:cNvPr id="3762" name="Freeform 3761">
                    <a:extLst>
                      <a:ext uri="{FF2B5EF4-FFF2-40B4-BE49-F238E27FC236}">
                        <a16:creationId xmlns:a16="http://schemas.microsoft.com/office/drawing/2014/main" id="{91C50702-DA82-F9C2-63DD-71FE6A75027D}"/>
                      </a:ext>
                    </a:extLst>
                  </p:cNvPr>
                  <p:cNvSpPr/>
                  <p:nvPr/>
                </p:nvSpPr>
                <p:spPr>
                  <a:xfrm>
                    <a:off x="3621993" y="3778424"/>
                    <a:ext cx="233604" cy="2769"/>
                  </a:xfrm>
                  <a:custGeom>
                    <a:avLst/>
                    <a:gdLst>
                      <a:gd name="connsiteX0" fmla="*/ 0 w 233604"/>
                      <a:gd name="connsiteY0" fmla="*/ 0 h 2769"/>
                      <a:gd name="connsiteX1" fmla="*/ 233604 w 233604"/>
                      <a:gd name="connsiteY1" fmla="*/ 0 h 2769"/>
                    </a:gdLst>
                    <a:ahLst/>
                    <a:cxnLst>
                      <a:cxn ang="0">
                        <a:pos x="connsiteX0" y="connsiteY0"/>
                      </a:cxn>
                      <a:cxn ang="0">
                        <a:pos x="connsiteX1" y="connsiteY1"/>
                      </a:cxn>
                    </a:cxnLst>
                    <a:rect l="l" t="t" r="r" b="b"/>
                    <a:pathLst>
                      <a:path w="233604" h="2769">
                        <a:moveTo>
                          <a:pt x="0" y="0"/>
                        </a:moveTo>
                        <a:lnTo>
                          <a:pt x="233604" y="0"/>
                        </a:lnTo>
                      </a:path>
                    </a:pathLst>
                  </a:custGeom>
                  <a:ln w="5534" cap="flat">
                    <a:solidFill>
                      <a:srgbClr val="8371B3"/>
                    </a:solidFill>
                    <a:prstDash val="solid"/>
                    <a:miter/>
                  </a:ln>
                </p:spPr>
                <p:txBody>
                  <a:bodyPr rtlCol="0" anchor="ctr"/>
                  <a:lstStyle/>
                  <a:p>
                    <a:endParaRPr lang="en-US" sz="2000" dirty="0">
                      <a:latin typeface="Helvetica" pitchFamily="2" charset="0"/>
                    </a:endParaRPr>
                  </a:p>
                </p:txBody>
              </p:sp>
            </p:grpSp>
            <p:grpSp>
              <p:nvGrpSpPr>
                <p:cNvPr id="15" name="Group 14">
                  <a:extLst>
                    <a:ext uri="{FF2B5EF4-FFF2-40B4-BE49-F238E27FC236}">
                      <a16:creationId xmlns:a16="http://schemas.microsoft.com/office/drawing/2014/main" id="{5DA27EEB-A5FD-48EC-8BAC-18BC20C1B52C}"/>
                    </a:ext>
                  </a:extLst>
                </p:cNvPr>
                <p:cNvGrpSpPr/>
                <p:nvPr/>
              </p:nvGrpSpPr>
              <p:grpSpPr>
                <a:xfrm>
                  <a:off x="3630880" y="6264296"/>
                  <a:ext cx="2490716" cy="208820"/>
                  <a:chOff x="3630880" y="6264296"/>
                  <a:chExt cx="2490716" cy="208820"/>
                </a:xfrm>
              </p:grpSpPr>
              <p:grpSp>
                <p:nvGrpSpPr>
                  <p:cNvPr id="3770" name="Graphic 14">
                    <a:extLst>
                      <a:ext uri="{FF2B5EF4-FFF2-40B4-BE49-F238E27FC236}">
                        <a16:creationId xmlns:a16="http://schemas.microsoft.com/office/drawing/2014/main" id="{81935706-FF18-C855-9B4C-D4BEE6280E7D}"/>
                      </a:ext>
                    </a:extLst>
                  </p:cNvPr>
                  <p:cNvGrpSpPr/>
                  <p:nvPr/>
                </p:nvGrpSpPr>
                <p:grpSpPr>
                  <a:xfrm>
                    <a:off x="4055109" y="6264296"/>
                    <a:ext cx="2066487" cy="208820"/>
                    <a:chOff x="2571300" y="4173995"/>
                    <a:chExt cx="608351" cy="61474"/>
                  </a:xfrm>
                  <a:solidFill>
                    <a:srgbClr val="8371B3"/>
                  </a:solidFill>
                </p:grpSpPr>
                <p:sp>
                  <p:nvSpPr>
                    <p:cNvPr id="3771" name="Freeform 3770">
                      <a:extLst>
                        <a:ext uri="{FF2B5EF4-FFF2-40B4-BE49-F238E27FC236}">
                          <a16:creationId xmlns:a16="http://schemas.microsoft.com/office/drawing/2014/main" id="{1F557EC0-E7E3-CEBD-A023-A463B52F52D3}"/>
                        </a:ext>
                      </a:extLst>
                    </p:cNvPr>
                    <p:cNvSpPr/>
                    <p:nvPr/>
                  </p:nvSpPr>
                  <p:spPr>
                    <a:xfrm>
                      <a:off x="2571300" y="4186484"/>
                      <a:ext cx="31152" cy="48930"/>
                    </a:xfrm>
                    <a:custGeom>
                      <a:avLst/>
                      <a:gdLst>
                        <a:gd name="connsiteX0" fmla="*/ 3932 w 31152"/>
                        <a:gd name="connsiteY0" fmla="*/ 48931 h 48930"/>
                        <a:gd name="connsiteX1" fmla="*/ 0 w 31152"/>
                        <a:gd name="connsiteY1" fmla="*/ 48931 h 48930"/>
                        <a:gd name="connsiteX2" fmla="*/ 0 w 31152"/>
                        <a:gd name="connsiteY2" fmla="*/ 941 h 48930"/>
                        <a:gd name="connsiteX3" fmla="*/ 3932 w 31152"/>
                        <a:gd name="connsiteY3" fmla="*/ 941 h 48930"/>
                        <a:gd name="connsiteX4" fmla="*/ 3932 w 31152"/>
                        <a:gd name="connsiteY4" fmla="*/ 6978 h 48930"/>
                        <a:gd name="connsiteX5" fmla="*/ 4071 w 31152"/>
                        <a:gd name="connsiteY5" fmla="*/ 6978 h 48930"/>
                        <a:gd name="connsiteX6" fmla="*/ 6258 w 31152"/>
                        <a:gd name="connsiteY6" fmla="*/ 3988 h 48930"/>
                        <a:gd name="connsiteX7" fmla="*/ 9194 w 31152"/>
                        <a:gd name="connsiteY7" fmla="*/ 1800 h 48930"/>
                        <a:gd name="connsiteX8" fmla="*/ 12489 w 31152"/>
                        <a:gd name="connsiteY8" fmla="*/ 471 h 48930"/>
                        <a:gd name="connsiteX9" fmla="*/ 15839 w 31152"/>
                        <a:gd name="connsiteY9" fmla="*/ 0 h 48930"/>
                        <a:gd name="connsiteX10" fmla="*/ 22845 w 31152"/>
                        <a:gd name="connsiteY10" fmla="*/ 1385 h 48930"/>
                        <a:gd name="connsiteX11" fmla="*/ 27581 w 31152"/>
                        <a:gd name="connsiteY11" fmla="*/ 5206 h 48930"/>
                        <a:gd name="connsiteX12" fmla="*/ 30294 w 31152"/>
                        <a:gd name="connsiteY12" fmla="*/ 10966 h 48930"/>
                        <a:gd name="connsiteX13" fmla="*/ 31153 w 31152"/>
                        <a:gd name="connsiteY13" fmla="*/ 18083 h 48930"/>
                        <a:gd name="connsiteX14" fmla="*/ 30239 w 31152"/>
                        <a:gd name="connsiteY14" fmla="*/ 25005 h 48930"/>
                        <a:gd name="connsiteX15" fmla="*/ 27442 w 31152"/>
                        <a:gd name="connsiteY15" fmla="*/ 30820 h 48930"/>
                        <a:gd name="connsiteX16" fmla="*/ 22735 w 31152"/>
                        <a:gd name="connsiteY16" fmla="*/ 34808 h 48930"/>
                        <a:gd name="connsiteX17" fmla="*/ 16033 w 31152"/>
                        <a:gd name="connsiteY17" fmla="*/ 36303 h 48930"/>
                        <a:gd name="connsiteX18" fmla="*/ 9110 w 31152"/>
                        <a:gd name="connsiteY18" fmla="*/ 34670 h 48930"/>
                        <a:gd name="connsiteX19" fmla="*/ 3904 w 31152"/>
                        <a:gd name="connsiteY19" fmla="*/ 29851 h 48930"/>
                        <a:gd name="connsiteX20" fmla="*/ 3904 w 31152"/>
                        <a:gd name="connsiteY20" fmla="*/ 48931 h 48930"/>
                        <a:gd name="connsiteX21" fmla="*/ 3932 w 31152"/>
                        <a:gd name="connsiteY21" fmla="*/ 18304 h 48930"/>
                        <a:gd name="connsiteX22" fmla="*/ 4708 w 31152"/>
                        <a:gd name="connsiteY22" fmla="*/ 23842 h 48930"/>
                        <a:gd name="connsiteX23" fmla="*/ 6978 w 31152"/>
                        <a:gd name="connsiteY23" fmla="*/ 28439 h 48930"/>
                        <a:gd name="connsiteX24" fmla="*/ 10578 w 31152"/>
                        <a:gd name="connsiteY24" fmla="*/ 31568 h 48930"/>
                        <a:gd name="connsiteX25" fmla="*/ 15396 w 31152"/>
                        <a:gd name="connsiteY25" fmla="*/ 32731 h 48930"/>
                        <a:gd name="connsiteX26" fmla="*/ 20658 w 31152"/>
                        <a:gd name="connsiteY26" fmla="*/ 31513 h 48930"/>
                        <a:gd name="connsiteX27" fmla="*/ 24368 w 31152"/>
                        <a:gd name="connsiteY27" fmla="*/ 28162 h 48930"/>
                        <a:gd name="connsiteX28" fmla="*/ 26473 w 31152"/>
                        <a:gd name="connsiteY28" fmla="*/ 23205 h 48930"/>
                        <a:gd name="connsiteX29" fmla="*/ 26999 w 31152"/>
                        <a:gd name="connsiteY29" fmla="*/ 17113 h 48930"/>
                        <a:gd name="connsiteX30" fmla="*/ 26113 w 31152"/>
                        <a:gd name="connsiteY30" fmla="*/ 11353 h 48930"/>
                        <a:gd name="connsiteX31" fmla="*/ 23648 w 31152"/>
                        <a:gd name="connsiteY31" fmla="*/ 7145 h 48930"/>
                        <a:gd name="connsiteX32" fmla="*/ 19993 w 31152"/>
                        <a:gd name="connsiteY32" fmla="*/ 4514 h 48930"/>
                        <a:gd name="connsiteX33" fmla="*/ 15396 w 31152"/>
                        <a:gd name="connsiteY33" fmla="*/ 3628 h 48930"/>
                        <a:gd name="connsiteX34" fmla="*/ 10495 w 31152"/>
                        <a:gd name="connsiteY34" fmla="*/ 4763 h 48930"/>
                        <a:gd name="connsiteX35" fmla="*/ 6895 w 31152"/>
                        <a:gd name="connsiteY35" fmla="*/ 7864 h 48930"/>
                        <a:gd name="connsiteX36" fmla="*/ 4708 w 31152"/>
                        <a:gd name="connsiteY36" fmla="*/ 12517 h 48930"/>
                        <a:gd name="connsiteX37" fmla="*/ 3960 w 31152"/>
                        <a:gd name="connsiteY37" fmla="*/ 18332 h 48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1152" h="48930">
                          <a:moveTo>
                            <a:pt x="3932" y="48931"/>
                          </a:moveTo>
                          <a:lnTo>
                            <a:pt x="0" y="48931"/>
                          </a:lnTo>
                          <a:lnTo>
                            <a:pt x="0" y="941"/>
                          </a:lnTo>
                          <a:lnTo>
                            <a:pt x="3932" y="941"/>
                          </a:lnTo>
                          <a:lnTo>
                            <a:pt x="3932" y="6978"/>
                          </a:lnTo>
                          <a:lnTo>
                            <a:pt x="4071" y="6978"/>
                          </a:lnTo>
                          <a:cubicBezTo>
                            <a:pt x="4624" y="5871"/>
                            <a:pt x="5372" y="4874"/>
                            <a:pt x="6258" y="3988"/>
                          </a:cubicBezTo>
                          <a:cubicBezTo>
                            <a:pt x="7144" y="3101"/>
                            <a:pt x="8141" y="2381"/>
                            <a:pt x="9194" y="1800"/>
                          </a:cubicBezTo>
                          <a:cubicBezTo>
                            <a:pt x="10274" y="1219"/>
                            <a:pt x="11353" y="775"/>
                            <a:pt x="12489" y="471"/>
                          </a:cubicBezTo>
                          <a:cubicBezTo>
                            <a:pt x="13624" y="166"/>
                            <a:pt x="14732" y="0"/>
                            <a:pt x="15839" y="0"/>
                          </a:cubicBezTo>
                          <a:cubicBezTo>
                            <a:pt x="18581" y="0"/>
                            <a:pt x="20935" y="471"/>
                            <a:pt x="22845" y="1385"/>
                          </a:cubicBezTo>
                          <a:cubicBezTo>
                            <a:pt x="24756" y="2299"/>
                            <a:pt x="26362" y="3600"/>
                            <a:pt x="27581" y="5206"/>
                          </a:cubicBezTo>
                          <a:cubicBezTo>
                            <a:pt x="28799" y="6812"/>
                            <a:pt x="29741" y="8751"/>
                            <a:pt x="30294" y="10966"/>
                          </a:cubicBezTo>
                          <a:cubicBezTo>
                            <a:pt x="30848" y="13181"/>
                            <a:pt x="31153" y="15563"/>
                            <a:pt x="31153" y="18083"/>
                          </a:cubicBezTo>
                          <a:cubicBezTo>
                            <a:pt x="31153" y="20464"/>
                            <a:pt x="30848" y="22790"/>
                            <a:pt x="30239" y="25005"/>
                          </a:cubicBezTo>
                          <a:cubicBezTo>
                            <a:pt x="29630" y="27221"/>
                            <a:pt x="28688" y="29159"/>
                            <a:pt x="27442" y="30820"/>
                          </a:cubicBezTo>
                          <a:cubicBezTo>
                            <a:pt x="26196" y="32482"/>
                            <a:pt x="24618" y="33811"/>
                            <a:pt x="22735" y="34808"/>
                          </a:cubicBezTo>
                          <a:cubicBezTo>
                            <a:pt x="20824" y="35805"/>
                            <a:pt x="18609" y="36303"/>
                            <a:pt x="16033" y="36303"/>
                          </a:cubicBezTo>
                          <a:cubicBezTo>
                            <a:pt x="13624" y="36303"/>
                            <a:pt x="11326" y="35750"/>
                            <a:pt x="9110" y="34670"/>
                          </a:cubicBezTo>
                          <a:cubicBezTo>
                            <a:pt x="6895" y="33590"/>
                            <a:pt x="5178" y="31984"/>
                            <a:pt x="3904" y="29851"/>
                          </a:cubicBezTo>
                          <a:lnTo>
                            <a:pt x="3904" y="48931"/>
                          </a:lnTo>
                          <a:close/>
                          <a:moveTo>
                            <a:pt x="3932" y="18304"/>
                          </a:moveTo>
                          <a:cubicBezTo>
                            <a:pt x="3932" y="20243"/>
                            <a:pt x="4181" y="22098"/>
                            <a:pt x="4708" y="23842"/>
                          </a:cubicBezTo>
                          <a:cubicBezTo>
                            <a:pt x="5234" y="25587"/>
                            <a:pt x="5981" y="27110"/>
                            <a:pt x="6978" y="28439"/>
                          </a:cubicBezTo>
                          <a:cubicBezTo>
                            <a:pt x="7947" y="29740"/>
                            <a:pt x="9166" y="30793"/>
                            <a:pt x="10578" y="31568"/>
                          </a:cubicBezTo>
                          <a:cubicBezTo>
                            <a:pt x="11990" y="32344"/>
                            <a:pt x="13596" y="32731"/>
                            <a:pt x="15396" y="32731"/>
                          </a:cubicBezTo>
                          <a:cubicBezTo>
                            <a:pt x="17418" y="32731"/>
                            <a:pt x="19162" y="32316"/>
                            <a:pt x="20658" y="31513"/>
                          </a:cubicBezTo>
                          <a:cubicBezTo>
                            <a:pt x="22153" y="30682"/>
                            <a:pt x="23399" y="29574"/>
                            <a:pt x="24368" y="28162"/>
                          </a:cubicBezTo>
                          <a:cubicBezTo>
                            <a:pt x="25338" y="26750"/>
                            <a:pt x="26030" y="25089"/>
                            <a:pt x="26473" y="23205"/>
                          </a:cubicBezTo>
                          <a:cubicBezTo>
                            <a:pt x="26916" y="21323"/>
                            <a:pt x="27082" y="19301"/>
                            <a:pt x="26999" y="17113"/>
                          </a:cubicBezTo>
                          <a:cubicBezTo>
                            <a:pt x="26999" y="14953"/>
                            <a:pt x="26694" y="13015"/>
                            <a:pt x="26113" y="11353"/>
                          </a:cubicBezTo>
                          <a:cubicBezTo>
                            <a:pt x="25531" y="9692"/>
                            <a:pt x="24701" y="8280"/>
                            <a:pt x="23648" y="7145"/>
                          </a:cubicBezTo>
                          <a:cubicBezTo>
                            <a:pt x="22596" y="5981"/>
                            <a:pt x="21378" y="5123"/>
                            <a:pt x="19993" y="4514"/>
                          </a:cubicBezTo>
                          <a:cubicBezTo>
                            <a:pt x="18609" y="3905"/>
                            <a:pt x="17058" y="3628"/>
                            <a:pt x="15396" y="3628"/>
                          </a:cubicBezTo>
                          <a:cubicBezTo>
                            <a:pt x="13569" y="3628"/>
                            <a:pt x="11935" y="4015"/>
                            <a:pt x="10495" y="4763"/>
                          </a:cubicBezTo>
                          <a:cubicBezTo>
                            <a:pt x="9055" y="5511"/>
                            <a:pt x="7864" y="6535"/>
                            <a:pt x="6895" y="7864"/>
                          </a:cubicBezTo>
                          <a:cubicBezTo>
                            <a:pt x="5926" y="9166"/>
                            <a:pt x="5206" y="10717"/>
                            <a:pt x="4708" y="12517"/>
                          </a:cubicBezTo>
                          <a:cubicBezTo>
                            <a:pt x="4209" y="14317"/>
                            <a:pt x="3960" y="16255"/>
                            <a:pt x="3960" y="18332"/>
                          </a:cubicBezTo>
                          <a:close/>
                        </a:path>
                      </a:pathLst>
                    </a:custGeom>
                    <a:solidFill>
                      <a:srgbClr val="8371B3"/>
                    </a:solidFill>
                    <a:ln w="2767" cap="flat">
                      <a:noFill/>
                      <a:prstDash val="solid"/>
                      <a:miter/>
                    </a:ln>
                  </p:spPr>
                  <p:txBody>
                    <a:bodyPr rtlCol="0" anchor="ctr"/>
                    <a:lstStyle/>
                    <a:p>
                      <a:endParaRPr lang="en-US"/>
                    </a:p>
                  </p:txBody>
                </p:sp>
                <p:sp>
                  <p:nvSpPr>
                    <p:cNvPr id="3772" name="Freeform 3771">
                      <a:extLst>
                        <a:ext uri="{FF2B5EF4-FFF2-40B4-BE49-F238E27FC236}">
                          <a16:creationId xmlns:a16="http://schemas.microsoft.com/office/drawing/2014/main" id="{346459F3-F911-8CCA-68F0-5ABDD8BD5231}"/>
                        </a:ext>
                      </a:extLst>
                    </p:cNvPr>
                    <p:cNvSpPr/>
                    <p:nvPr/>
                  </p:nvSpPr>
                  <p:spPr>
                    <a:xfrm>
                      <a:off x="2611065" y="4186511"/>
                      <a:ext cx="15147" cy="35361"/>
                    </a:xfrm>
                    <a:custGeom>
                      <a:avLst/>
                      <a:gdLst>
                        <a:gd name="connsiteX0" fmla="*/ 3932 w 15147"/>
                        <a:gd name="connsiteY0" fmla="*/ 35362 h 35361"/>
                        <a:gd name="connsiteX1" fmla="*/ 0 w 15147"/>
                        <a:gd name="connsiteY1" fmla="*/ 35362 h 35361"/>
                        <a:gd name="connsiteX2" fmla="*/ 0 w 15147"/>
                        <a:gd name="connsiteY2" fmla="*/ 941 h 35361"/>
                        <a:gd name="connsiteX3" fmla="*/ 3932 w 15147"/>
                        <a:gd name="connsiteY3" fmla="*/ 941 h 35361"/>
                        <a:gd name="connsiteX4" fmla="*/ 3932 w 15147"/>
                        <a:gd name="connsiteY4" fmla="*/ 7394 h 35361"/>
                        <a:gd name="connsiteX5" fmla="*/ 4071 w 15147"/>
                        <a:gd name="connsiteY5" fmla="*/ 7394 h 35361"/>
                        <a:gd name="connsiteX6" fmla="*/ 8307 w 15147"/>
                        <a:gd name="connsiteY6" fmla="*/ 1634 h 35361"/>
                        <a:gd name="connsiteX7" fmla="*/ 15147 w 15147"/>
                        <a:gd name="connsiteY7" fmla="*/ 0 h 35361"/>
                        <a:gd name="connsiteX8" fmla="*/ 15147 w 15147"/>
                        <a:gd name="connsiteY8" fmla="*/ 4320 h 35361"/>
                        <a:gd name="connsiteX9" fmla="*/ 9637 w 15147"/>
                        <a:gd name="connsiteY9" fmla="*/ 5372 h 35361"/>
                        <a:gd name="connsiteX10" fmla="*/ 6203 w 15147"/>
                        <a:gd name="connsiteY10" fmla="*/ 8418 h 35361"/>
                        <a:gd name="connsiteX11" fmla="*/ 4431 w 15147"/>
                        <a:gd name="connsiteY11" fmla="*/ 12960 h 35361"/>
                        <a:gd name="connsiteX12" fmla="*/ 3932 w 15147"/>
                        <a:gd name="connsiteY12" fmla="*/ 18443 h 35361"/>
                        <a:gd name="connsiteX13" fmla="*/ 3932 w 15147"/>
                        <a:gd name="connsiteY13" fmla="*/ 35334 h 353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5147" h="35361">
                          <a:moveTo>
                            <a:pt x="3932" y="35362"/>
                          </a:moveTo>
                          <a:lnTo>
                            <a:pt x="0" y="35362"/>
                          </a:lnTo>
                          <a:lnTo>
                            <a:pt x="0" y="941"/>
                          </a:lnTo>
                          <a:lnTo>
                            <a:pt x="3932" y="941"/>
                          </a:lnTo>
                          <a:lnTo>
                            <a:pt x="3932" y="7394"/>
                          </a:lnTo>
                          <a:lnTo>
                            <a:pt x="4071" y="7394"/>
                          </a:lnTo>
                          <a:cubicBezTo>
                            <a:pt x="5151" y="4652"/>
                            <a:pt x="6563" y="2741"/>
                            <a:pt x="8307" y="1634"/>
                          </a:cubicBezTo>
                          <a:cubicBezTo>
                            <a:pt x="10024" y="554"/>
                            <a:pt x="12323" y="0"/>
                            <a:pt x="15147" y="0"/>
                          </a:cubicBezTo>
                          <a:lnTo>
                            <a:pt x="15147" y="4320"/>
                          </a:lnTo>
                          <a:cubicBezTo>
                            <a:pt x="12932" y="4265"/>
                            <a:pt x="11077" y="4625"/>
                            <a:pt x="9637" y="5372"/>
                          </a:cubicBezTo>
                          <a:cubicBezTo>
                            <a:pt x="8197" y="6120"/>
                            <a:pt x="7061" y="7144"/>
                            <a:pt x="6203" y="8418"/>
                          </a:cubicBezTo>
                          <a:cubicBezTo>
                            <a:pt x="5344" y="9692"/>
                            <a:pt x="4763" y="11215"/>
                            <a:pt x="4431" y="12960"/>
                          </a:cubicBezTo>
                          <a:cubicBezTo>
                            <a:pt x="4098" y="14704"/>
                            <a:pt x="3932" y="16532"/>
                            <a:pt x="3932" y="18443"/>
                          </a:cubicBezTo>
                          <a:lnTo>
                            <a:pt x="3932" y="35334"/>
                          </a:lnTo>
                          <a:close/>
                        </a:path>
                      </a:pathLst>
                    </a:custGeom>
                    <a:solidFill>
                      <a:srgbClr val="8371B3"/>
                    </a:solidFill>
                    <a:ln w="2767" cap="flat">
                      <a:noFill/>
                      <a:prstDash val="solid"/>
                      <a:miter/>
                    </a:ln>
                  </p:spPr>
                  <p:txBody>
                    <a:bodyPr rtlCol="0" anchor="ctr"/>
                    <a:lstStyle/>
                    <a:p>
                      <a:endParaRPr lang="en-US"/>
                    </a:p>
                  </p:txBody>
                </p:sp>
                <p:sp>
                  <p:nvSpPr>
                    <p:cNvPr id="3773" name="Freeform 3772">
                      <a:extLst>
                        <a:ext uri="{FF2B5EF4-FFF2-40B4-BE49-F238E27FC236}">
                          <a16:creationId xmlns:a16="http://schemas.microsoft.com/office/drawing/2014/main" id="{0794CE0C-DE16-F440-1961-790D38351892}"/>
                        </a:ext>
                      </a:extLst>
                    </p:cNvPr>
                    <p:cNvSpPr/>
                    <p:nvPr/>
                  </p:nvSpPr>
                  <p:spPr>
                    <a:xfrm>
                      <a:off x="2630920" y="4186539"/>
                      <a:ext cx="30517" cy="36303"/>
                    </a:xfrm>
                    <a:custGeom>
                      <a:avLst/>
                      <a:gdLst>
                        <a:gd name="connsiteX0" fmla="*/ 4181 w 30517"/>
                        <a:gd name="connsiteY0" fmla="*/ 19052 h 36303"/>
                        <a:gd name="connsiteX1" fmla="*/ 4901 w 30517"/>
                        <a:gd name="connsiteY1" fmla="*/ 24341 h 36303"/>
                        <a:gd name="connsiteX2" fmla="*/ 7034 w 30517"/>
                        <a:gd name="connsiteY2" fmla="*/ 28660 h 36303"/>
                        <a:gd name="connsiteX3" fmla="*/ 10606 w 30517"/>
                        <a:gd name="connsiteY3" fmla="*/ 31596 h 36303"/>
                        <a:gd name="connsiteX4" fmla="*/ 15590 w 30517"/>
                        <a:gd name="connsiteY4" fmla="*/ 32704 h 36303"/>
                        <a:gd name="connsiteX5" fmla="*/ 22209 w 30517"/>
                        <a:gd name="connsiteY5" fmla="*/ 30654 h 36303"/>
                        <a:gd name="connsiteX6" fmla="*/ 25864 w 30517"/>
                        <a:gd name="connsiteY6" fmla="*/ 24811 h 36303"/>
                        <a:gd name="connsiteX7" fmla="*/ 30239 w 30517"/>
                        <a:gd name="connsiteY7" fmla="*/ 24811 h 36303"/>
                        <a:gd name="connsiteX8" fmla="*/ 28328 w 30517"/>
                        <a:gd name="connsiteY8" fmla="*/ 29353 h 36303"/>
                        <a:gd name="connsiteX9" fmla="*/ 25393 w 30517"/>
                        <a:gd name="connsiteY9" fmla="*/ 33008 h 36303"/>
                        <a:gd name="connsiteX10" fmla="*/ 21212 w 30517"/>
                        <a:gd name="connsiteY10" fmla="*/ 35445 h 36303"/>
                        <a:gd name="connsiteX11" fmla="*/ 15590 w 30517"/>
                        <a:gd name="connsiteY11" fmla="*/ 36303 h 36303"/>
                        <a:gd name="connsiteX12" fmla="*/ 8584 w 30517"/>
                        <a:gd name="connsiteY12" fmla="*/ 34919 h 36303"/>
                        <a:gd name="connsiteX13" fmla="*/ 3738 w 30517"/>
                        <a:gd name="connsiteY13" fmla="*/ 31097 h 36303"/>
                        <a:gd name="connsiteX14" fmla="*/ 914 w 30517"/>
                        <a:gd name="connsiteY14" fmla="*/ 25393 h 36303"/>
                        <a:gd name="connsiteX15" fmla="*/ 0 w 30517"/>
                        <a:gd name="connsiteY15" fmla="*/ 18304 h 36303"/>
                        <a:gd name="connsiteX16" fmla="*/ 1080 w 30517"/>
                        <a:gd name="connsiteY16" fmla="*/ 11187 h 36303"/>
                        <a:gd name="connsiteX17" fmla="*/ 4154 w 30517"/>
                        <a:gd name="connsiteY17" fmla="*/ 5372 h 36303"/>
                        <a:gd name="connsiteX18" fmla="*/ 9027 w 30517"/>
                        <a:gd name="connsiteY18" fmla="*/ 1440 h 36303"/>
                        <a:gd name="connsiteX19" fmla="*/ 15590 w 30517"/>
                        <a:gd name="connsiteY19" fmla="*/ 0 h 36303"/>
                        <a:gd name="connsiteX20" fmla="*/ 26584 w 30517"/>
                        <a:gd name="connsiteY20" fmla="*/ 4874 h 36303"/>
                        <a:gd name="connsiteX21" fmla="*/ 30516 w 30517"/>
                        <a:gd name="connsiteY21" fmla="*/ 19052 h 36303"/>
                        <a:gd name="connsiteX22" fmla="*/ 4181 w 30517"/>
                        <a:gd name="connsiteY22" fmla="*/ 19052 h 36303"/>
                        <a:gd name="connsiteX23" fmla="*/ 26334 w 30517"/>
                        <a:gd name="connsiteY23" fmla="*/ 15729 h 36303"/>
                        <a:gd name="connsiteX24" fmla="*/ 25642 w 30517"/>
                        <a:gd name="connsiteY24" fmla="*/ 10966 h 36303"/>
                        <a:gd name="connsiteX25" fmla="*/ 23621 w 30517"/>
                        <a:gd name="connsiteY25" fmla="*/ 7117 h 36303"/>
                        <a:gd name="connsiteX26" fmla="*/ 20242 w 30517"/>
                        <a:gd name="connsiteY26" fmla="*/ 4514 h 36303"/>
                        <a:gd name="connsiteX27" fmla="*/ 15590 w 30517"/>
                        <a:gd name="connsiteY27" fmla="*/ 3545 h 36303"/>
                        <a:gd name="connsiteX28" fmla="*/ 10966 w 30517"/>
                        <a:gd name="connsiteY28" fmla="*/ 4541 h 36303"/>
                        <a:gd name="connsiteX29" fmla="*/ 7560 w 30517"/>
                        <a:gd name="connsiteY29" fmla="*/ 7200 h 36303"/>
                        <a:gd name="connsiteX30" fmla="*/ 5289 w 30517"/>
                        <a:gd name="connsiteY30" fmla="*/ 11049 h 36303"/>
                        <a:gd name="connsiteX31" fmla="*/ 4181 w 30517"/>
                        <a:gd name="connsiteY31" fmla="*/ 15701 h 36303"/>
                        <a:gd name="connsiteX32" fmla="*/ 26307 w 30517"/>
                        <a:gd name="connsiteY32" fmla="*/ 15701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0517" h="36303">
                          <a:moveTo>
                            <a:pt x="4181" y="19052"/>
                          </a:moveTo>
                          <a:cubicBezTo>
                            <a:pt x="4181" y="20907"/>
                            <a:pt x="4431" y="22679"/>
                            <a:pt x="4901" y="24341"/>
                          </a:cubicBezTo>
                          <a:cubicBezTo>
                            <a:pt x="5372" y="26002"/>
                            <a:pt x="6092" y="27442"/>
                            <a:pt x="7034" y="28660"/>
                          </a:cubicBezTo>
                          <a:cubicBezTo>
                            <a:pt x="7975" y="29879"/>
                            <a:pt x="9166" y="30848"/>
                            <a:pt x="10606" y="31596"/>
                          </a:cubicBezTo>
                          <a:cubicBezTo>
                            <a:pt x="12046" y="32316"/>
                            <a:pt x="13707" y="32704"/>
                            <a:pt x="15590" y="32704"/>
                          </a:cubicBezTo>
                          <a:cubicBezTo>
                            <a:pt x="18166" y="32704"/>
                            <a:pt x="20381" y="32011"/>
                            <a:pt x="22209" y="30654"/>
                          </a:cubicBezTo>
                          <a:cubicBezTo>
                            <a:pt x="24036" y="29297"/>
                            <a:pt x="25254" y="27331"/>
                            <a:pt x="25864" y="24811"/>
                          </a:cubicBezTo>
                          <a:lnTo>
                            <a:pt x="30239" y="24811"/>
                          </a:lnTo>
                          <a:cubicBezTo>
                            <a:pt x="29768" y="26445"/>
                            <a:pt x="29131" y="27968"/>
                            <a:pt x="28328" y="29353"/>
                          </a:cubicBezTo>
                          <a:cubicBezTo>
                            <a:pt x="27525" y="30737"/>
                            <a:pt x="26556" y="31956"/>
                            <a:pt x="25393" y="33008"/>
                          </a:cubicBezTo>
                          <a:cubicBezTo>
                            <a:pt x="24202" y="34060"/>
                            <a:pt x="22818" y="34863"/>
                            <a:pt x="21212" y="35445"/>
                          </a:cubicBezTo>
                          <a:cubicBezTo>
                            <a:pt x="19606" y="36026"/>
                            <a:pt x="17723" y="36303"/>
                            <a:pt x="15590" y="36303"/>
                          </a:cubicBezTo>
                          <a:cubicBezTo>
                            <a:pt x="12877" y="36303"/>
                            <a:pt x="10550" y="35833"/>
                            <a:pt x="8584" y="34919"/>
                          </a:cubicBezTo>
                          <a:cubicBezTo>
                            <a:pt x="6618" y="33977"/>
                            <a:pt x="5012" y="32704"/>
                            <a:pt x="3738" y="31097"/>
                          </a:cubicBezTo>
                          <a:cubicBezTo>
                            <a:pt x="2465" y="29491"/>
                            <a:pt x="1523" y="27580"/>
                            <a:pt x="914" y="25393"/>
                          </a:cubicBezTo>
                          <a:cubicBezTo>
                            <a:pt x="305" y="23205"/>
                            <a:pt x="0" y="20852"/>
                            <a:pt x="0" y="18304"/>
                          </a:cubicBezTo>
                          <a:cubicBezTo>
                            <a:pt x="0" y="15757"/>
                            <a:pt x="360" y="13403"/>
                            <a:pt x="1080" y="11187"/>
                          </a:cubicBezTo>
                          <a:cubicBezTo>
                            <a:pt x="1800" y="8972"/>
                            <a:pt x="2825" y="7034"/>
                            <a:pt x="4154" y="5372"/>
                          </a:cubicBezTo>
                          <a:cubicBezTo>
                            <a:pt x="5483" y="3711"/>
                            <a:pt x="7117" y="2409"/>
                            <a:pt x="9027" y="1440"/>
                          </a:cubicBezTo>
                          <a:cubicBezTo>
                            <a:pt x="10938" y="471"/>
                            <a:pt x="13126" y="0"/>
                            <a:pt x="15590" y="0"/>
                          </a:cubicBezTo>
                          <a:cubicBezTo>
                            <a:pt x="20270" y="0"/>
                            <a:pt x="23925" y="1634"/>
                            <a:pt x="26584" y="4874"/>
                          </a:cubicBezTo>
                          <a:cubicBezTo>
                            <a:pt x="29242" y="8114"/>
                            <a:pt x="30571" y="12849"/>
                            <a:pt x="30516" y="19052"/>
                          </a:cubicBezTo>
                          <a:lnTo>
                            <a:pt x="4181" y="19052"/>
                          </a:lnTo>
                          <a:close/>
                          <a:moveTo>
                            <a:pt x="26334" y="15729"/>
                          </a:moveTo>
                          <a:cubicBezTo>
                            <a:pt x="26334" y="14039"/>
                            <a:pt x="26113" y="12461"/>
                            <a:pt x="25642" y="10966"/>
                          </a:cubicBezTo>
                          <a:cubicBezTo>
                            <a:pt x="25171" y="9471"/>
                            <a:pt x="24507" y="8197"/>
                            <a:pt x="23621" y="7117"/>
                          </a:cubicBezTo>
                          <a:cubicBezTo>
                            <a:pt x="22735" y="6037"/>
                            <a:pt x="21599" y="5178"/>
                            <a:pt x="20242" y="4514"/>
                          </a:cubicBezTo>
                          <a:cubicBezTo>
                            <a:pt x="18886" y="3877"/>
                            <a:pt x="17335" y="3545"/>
                            <a:pt x="15590" y="3545"/>
                          </a:cubicBezTo>
                          <a:cubicBezTo>
                            <a:pt x="13846" y="3545"/>
                            <a:pt x="12295" y="3877"/>
                            <a:pt x="10966" y="4541"/>
                          </a:cubicBezTo>
                          <a:cubicBezTo>
                            <a:pt x="9637" y="5206"/>
                            <a:pt x="8501" y="6092"/>
                            <a:pt x="7560" y="7200"/>
                          </a:cubicBezTo>
                          <a:cubicBezTo>
                            <a:pt x="6618" y="8307"/>
                            <a:pt x="5871" y="9581"/>
                            <a:pt x="5289" y="11049"/>
                          </a:cubicBezTo>
                          <a:cubicBezTo>
                            <a:pt x="4708" y="12517"/>
                            <a:pt x="4348" y="14067"/>
                            <a:pt x="4181" y="15701"/>
                          </a:cubicBezTo>
                          <a:lnTo>
                            <a:pt x="26307" y="15701"/>
                          </a:lnTo>
                          <a:close/>
                        </a:path>
                      </a:pathLst>
                    </a:custGeom>
                    <a:solidFill>
                      <a:srgbClr val="8371B3"/>
                    </a:solidFill>
                    <a:ln w="2767" cap="flat">
                      <a:noFill/>
                      <a:prstDash val="solid"/>
                      <a:miter/>
                    </a:ln>
                  </p:spPr>
                  <p:txBody>
                    <a:bodyPr rtlCol="0" anchor="ctr"/>
                    <a:lstStyle/>
                    <a:p>
                      <a:endParaRPr lang="en-US"/>
                    </a:p>
                  </p:txBody>
                </p:sp>
                <p:sp>
                  <p:nvSpPr>
                    <p:cNvPr id="3774" name="Freeform 3773">
                      <a:extLst>
                        <a:ext uri="{FF2B5EF4-FFF2-40B4-BE49-F238E27FC236}">
                          <a16:creationId xmlns:a16="http://schemas.microsoft.com/office/drawing/2014/main" id="{BF474F72-55B8-E5E3-28EE-218862343B13}"/>
                        </a:ext>
                      </a:extLst>
                    </p:cNvPr>
                    <p:cNvSpPr/>
                    <p:nvPr/>
                  </p:nvSpPr>
                  <p:spPr>
                    <a:xfrm>
                      <a:off x="2665506" y="4187453"/>
                      <a:ext cx="30515" cy="34420"/>
                    </a:xfrm>
                    <a:custGeom>
                      <a:avLst/>
                      <a:gdLst>
                        <a:gd name="connsiteX0" fmla="*/ 0 w 30515"/>
                        <a:gd name="connsiteY0" fmla="*/ 0 h 34420"/>
                        <a:gd name="connsiteX1" fmla="*/ 4264 w 30515"/>
                        <a:gd name="connsiteY1" fmla="*/ 0 h 34420"/>
                        <a:gd name="connsiteX2" fmla="*/ 15258 w 30515"/>
                        <a:gd name="connsiteY2" fmla="*/ 29519 h 34420"/>
                        <a:gd name="connsiteX3" fmla="*/ 26251 w 30515"/>
                        <a:gd name="connsiteY3" fmla="*/ 0 h 34420"/>
                        <a:gd name="connsiteX4" fmla="*/ 30516 w 30515"/>
                        <a:gd name="connsiteY4" fmla="*/ 0 h 34420"/>
                        <a:gd name="connsiteX5" fmla="*/ 17362 w 30515"/>
                        <a:gd name="connsiteY5" fmla="*/ 34420 h 34420"/>
                        <a:gd name="connsiteX6" fmla="*/ 12987 w 30515"/>
                        <a:gd name="connsiteY6" fmla="*/ 34420 h 34420"/>
                        <a:gd name="connsiteX7" fmla="*/ 28 w 30515"/>
                        <a:gd name="connsiteY7" fmla="*/ 0 h 34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515" h="34420">
                          <a:moveTo>
                            <a:pt x="0" y="0"/>
                          </a:moveTo>
                          <a:lnTo>
                            <a:pt x="4264" y="0"/>
                          </a:lnTo>
                          <a:lnTo>
                            <a:pt x="15258" y="29519"/>
                          </a:lnTo>
                          <a:lnTo>
                            <a:pt x="26251" y="0"/>
                          </a:lnTo>
                          <a:lnTo>
                            <a:pt x="30516" y="0"/>
                          </a:lnTo>
                          <a:lnTo>
                            <a:pt x="17362" y="34420"/>
                          </a:lnTo>
                          <a:lnTo>
                            <a:pt x="12987" y="34420"/>
                          </a:lnTo>
                          <a:lnTo>
                            <a:pt x="28" y="0"/>
                          </a:lnTo>
                          <a:close/>
                        </a:path>
                      </a:pathLst>
                    </a:custGeom>
                    <a:solidFill>
                      <a:srgbClr val="8371B3"/>
                    </a:solidFill>
                    <a:ln w="2767" cap="flat">
                      <a:noFill/>
                      <a:prstDash val="solid"/>
                      <a:miter/>
                    </a:ln>
                  </p:spPr>
                  <p:txBody>
                    <a:bodyPr rtlCol="0" anchor="ctr"/>
                    <a:lstStyle/>
                    <a:p>
                      <a:endParaRPr lang="en-US"/>
                    </a:p>
                  </p:txBody>
                </p:sp>
                <p:sp>
                  <p:nvSpPr>
                    <p:cNvPr id="3775" name="Freeform 3774">
                      <a:extLst>
                        <a:ext uri="{FF2B5EF4-FFF2-40B4-BE49-F238E27FC236}">
                          <a16:creationId xmlns:a16="http://schemas.microsoft.com/office/drawing/2014/main" id="{8D093F02-6940-27D1-4C4D-B35453E2C97B}"/>
                        </a:ext>
                      </a:extLst>
                    </p:cNvPr>
                    <p:cNvSpPr/>
                    <p:nvPr/>
                  </p:nvSpPr>
                  <p:spPr>
                    <a:xfrm>
                      <a:off x="2702225" y="4173995"/>
                      <a:ext cx="4319" cy="47878"/>
                    </a:xfrm>
                    <a:custGeom>
                      <a:avLst/>
                      <a:gdLst>
                        <a:gd name="connsiteX0" fmla="*/ 0 w 4319"/>
                        <a:gd name="connsiteY0" fmla="*/ 5926 h 47878"/>
                        <a:gd name="connsiteX1" fmla="*/ 0 w 4319"/>
                        <a:gd name="connsiteY1" fmla="*/ 0 h 47878"/>
                        <a:gd name="connsiteX2" fmla="*/ 4320 w 4319"/>
                        <a:gd name="connsiteY2" fmla="*/ 0 h 47878"/>
                        <a:gd name="connsiteX3" fmla="*/ 4320 w 4319"/>
                        <a:gd name="connsiteY3" fmla="*/ 5926 h 47878"/>
                        <a:gd name="connsiteX4" fmla="*/ 0 w 4319"/>
                        <a:gd name="connsiteY4" fmla="*/ 5926 h 47878"/>
                        <a:gd name="connsiteX5" fmla="*/ 222 w 4319"/>
                        <a:gd name="connsiteY5" fmla="*/ 47878 h 47878"/>
                        <a:gd name="connsiteX6" fmla="*/ 222 w 4319"/>
                        <a:gd name="connsiteY6" fmla="*/ 13458 h 47878"/>
                        <a:gd name="connsiteX7" fmla="*/ 4154 w 4319"/>
                        <a:gd name="connsiteY7" fmla="*/ 13458 h 47878"/>
                        <a:gd name="connsiteX8" fmla="*/ 4154 w 4319"/>
                        <a:gd name="connsiteY8" fmla="*/ 47878 h 47878"/>
                        <a:gd name="connsiteX9" fmla="*/ 222 w 4319"/>
                        <a:gd name="connsiteY9" fmla="*/ 47878 h 47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19" h="47878">
                          <a:moveTo>
                            <a:pt x="0" y="5926"/>
                          </a:moveTo>
                          <a:lnTo>
                            <a:pt x="0" y="0"/>
                          </a:lnTo>
                          <a:lnTo>
                            <a:pt x="4320" y="0"/>
                          </a:lnTo>
                          <a:lnTo>
                            <a:pt x="4320" y="5926"/>
                          </a:lnTo>
                          <a:lnTo>
                            <a:pt x="0" y="5926"/>
                          </a:lnTo>
                          <a:close/>
                          <a:moveTo>
                            <a:pt x="222" y="47878"/>
                          </a:moveTo>
                          <a:lnTo>
                            <a:pt x="222" y="13458"/>
                          </a:lnTo>
                          <a:lnTo>
                            <a:pt x="4154" y="13458"/>
                          </a:lnTo>
                          <a:lnTo>
                            <a:pt x="4154" y="47878"/>
                          </a:lnTo>
                          <a:lnTo>
                            <a:pt x="222" y="47878"/>
                          </a:lnTo>
                          <a:close/>
                        </a:path>
                      </a:pathLst>
                    </a:custGeom>
                    <a:solidFill>
                      <a:srgbClr val="8371B3"/>
                    </a:solidFill>
                    <a:ln w="2767" cap="flat">
                      <a:noFill/>
                      <a:prstDash val="solid"/>
                      <a:miter/>
                    </a:ln>
                  </p:spPr>
                  <p:txBody>
                    <a:bodyPr rtlCol="0" anchor="ctr"/>
                    <a:lstStyle/>
                    <a:p>
                      <a:endParaRPr lang="en-US"/>
                    </a:p>
                  </p:txBody>
                </p:sp>
                <p:sp>
                  <p:nvSpPr>
                    <p:cNvPr id="3776" name="Freeform 3775">
                      <a:extLst>
                        <a:ext uri="{FF2B5EF4-FFF2-40B4-BE49-F238E27FC236}">
                          <a16:creationId xmlns:a16="http://schemas.microsoft.com/office/drawing/2014/main" id="{6871CFA7-3B00-AF26-1C65-DB35DA4AE92D}"/>
                        </a:ext>
                      </a:extLst>
                    </p:cNvPr>
                    <p:cNvSpPr/>
                    <p:nvPr/>
                  </p:nvSpPr>
                  <p:spPr>
                    <a:xfrm>
                      <a:off x="2714160" y="4186484"/>
                      <a:ext cx="31374" cy="36303"/>
                    </a:xfrm>
                    <a:custGeom>
                      <a:avLst/>
                      <a:gdLst>
                        <a:gd name="connsiteX0" fmla="*/ 15729 w 31374"/>
                        <a:gd name="connsiteY0" fmla="*/ 36303 h 36303"/>
                        <a:gd name="connsiteX1" fmla="*/ 9609 w 31374"/>
                        <a:gd name="connsiteY1" fmla="*/ 35113 h 36303"/>
                        <a:gd name="connsiteX2" fmla="*/ 4624 w 31374"/>
                        <a:gd name="connsiteY2" fmla="*/ 31735 h 36303"/>
                        <a:gd name="connsiteX3" fmla="*/ 1246 w 31374"/>
                        <a:gd name="connsiteY3" fmla="*/ 26085 h 36303"/>
                        <a:gd name="connsiteX4" fmla="*/ 0 w 31374"/>
                        <a:gd name="connsiteY4" fmla="*/ 18166 h 36303"/>
                        <a:gd name="connsiteX5" fmla="*/ 969 w 31374"/>
                        <a:gd name="connsiteY5" fmla="*/ 11077 h 36303"/>
                        <a:gd name="connsiteX6" fmla="*/ 3904 w 31374"/>
                        <a:gd name="connsiteY6" fmla="*/ 5317 h 36303"/>
                        <a:gd name="connsiteX7" fmla="*/ 8806 w 31374"/>
                        <a:gd name="connsiteY7" fmla="*/ 1440 h 36303"/>
                        <a:gd name="connsiteX8" fmla="*/ 15673 w 31374"/>
                        <a:gd name="connsiteY8" fmla="*/ 0 h 36303"/>
                        <a:gd name="connsiteX9" fmla="*/ 22624 w 31374"/>
                        <a:gd name="connsiteY9" fmla="*/ 1440 h 36303"/>
                        <a:gd name="connsiteX10" fmla="*/ 27525 w 31374"/>
                        <a:gd name="connsiteY10" fmla="*/ 5289 h 36303"/>
                        <a:gd name="connsiteX11" fmla="*/ 30433 w 31374"/>
                        <a:gd name="connsiteY11" fmla="*/ 11049 h 36303"/>
                        <a:gd name="connsiteX12" fmla="*/ 31374 w 31374"/>
                        <a:gd name="connsiteY12" fmla="*/ 18166 h 36303"/>
                        <a:gd name="connsiteX13" fmla="*/ 30267 w 31374"/>
                        <a:gd name="connsiteY13" fmla="*/ 25614 h 36303"/>
                        <a:gd name="connsiteX14" fmla="*/ 27082 w 31374"/>
                        <a:gd name="connsiteY14" fmla="*/ 31319 h 36303"/>
                        <a:gd name="connsiteX15" fmla="*/ 22098 w 31374"/>
                        <a:gd name="connsiteY15" fmla="*/ 35002 h 36303"/>
                        <a:gd name="connsiteX16" fmla="*/ 15646 w 31374"/>
                        <a:gd name="connsiteY16" fmla="*/ 36303 h 36303"/>
                        <a:gd name="connsiteX17" fmla="*/ 27248 w 31374"/>
                        <a:gd name="connsiteY17" fmla="*/ 18166 h 36303"/>
                        <a:gd name="connsiteX18" fmla="*/ 26584 w 31374"/>
                        <a:gd name="connsiteY18" fmla="*/ 12461 h 36303"/>
                        <a:gd name="connsiteX19" fmla="*/ 24562 w 31374"/>
                        <a:gd name="connsiteY19" fmla="*/ 7837 h 36303"/>
                        <a:gd name="connsiteX20" fmla="*/ 21018 w 31374"/>
                        <a:gd name="connsiteY20" fmla="*/ 4735 h 36303"/>
                        <a:gd name="connsiteX21" fmla="*/ 15701 w 31374"/>
                        <a:gd name="connsiteY21" fmla="*/ 3600 h 36303"/>
                        <a:gd name="connsiteX22" fmla="*/ 10440 w 31374"/>
                        <a:gd name="connsiteY22" fmla="*/ 4818 h 36303"/>
                        <a:gd name="connsiteX23" fmla="*/ 6867 w 31374"/>
                        <a:gd name="connsiteY23" fmla="*/ 8086 h 36303"/>
                        <a:gd name="connsiteX24" fmla="*/ 4846 w 31374"/>
                        <a:gd name="connsiteY24" fmla="*/ 12738 h 36303"/>
                        <a:gd name="connsiteX25" fmla="*/ 4181 w 31374"/>
                        <a:gd name="connsiteY25" fmla="*/ 18166 h 36303"/>
                        <a:gd name="connsiteX26" fmla="*/ 4929 w 31374"/>
                        <a:gd name="connsiteY26" fmla="*/ 24036 h 36303"/>
                        <a:gd name="connsiteX27" fmla="*/ 7117 w 31374"/>
                        <a:gd name="connsiteY27" fmla="*/ 28660 h 36303"/>
                        <a:gd name="connsiteX28" fmla="*/ 10717 w 31374"/>
                        <a:gd name="connsiteY28" fmla="*/ 31651 h 36303"/>
                        <a:gd name="connsiteX29" fmla="*/ 15701 w 31374"/>
                        <a:gd name="connsiteY29" fmla="*/ 32704 h 36303"/>
                        <a:gd name="connsiteX30" fmla="*/ 20962 w 31374"/>
                        <a:gd name="connsiteY30" fmla="*/ 31485 h 36303"/>
                        <a:gd name="connsiteX31" fmla="*/ 24535 w 31374"/>
                        <a:gd name="connsiteY31" fmla="*/ 28190 h 36303"/>
                        <a:gd name="connsiteX32" fmla="*/ 26556 w 31374"/>
                        <a:gd name="connsiteY32" fmla="*/ 23538 h 36303"/>
                        <a:gd name="connsiteX33" fmla="*/ 27221 w 31374"/>
                        <a:gd name="connsiteY33" fmla="*/ 18166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1374" h="36303">
                          <a:moveTo>
                            <a:pt x="15729" y="36303"/>
                          </a:moveTo>
                          <a:cubicBezTo>
                            <a:pt x="13541" y="36248"/>
                            <a:pt x="11492" y="35860"/>
                            <a:pt x="9609" y="35113"/>
                          </a:cubicBezTo>
                          <a:cubicBezTo>
                            <a:pt x="7698" y="34365"/>
                            <a:pt x="6037" y="33230"/>
                            <a:pt x="4624" y="31735"/>
                          </a:cubicBezTo>
                          <a:cubicBezTo>
                            <a:pt x="3212" y="30239"/>
                            <a:pt x="2077" y="28356"/>
                            <a:pt x="1246" y="26085"/>
                          </a:cubicBezTo>
                          <a:cubicBezTo>
                            <a:pt x="415" y="23814"/>
                            <a:pt x="0" y="21184"/>
                            <a:pt x="0" y="18166"/>
                          </a:cubicBezTo>
                          <a:cubicBezTo>
                            <a:pt x="0" y="15646"/>
                            <a:pt x="332" y="13292"/>
                            <a:pt x="969" y="11077"/>
                          </a:cubicBezTo>
                          <a:cubicBezTo>
                            <a:pt x="1634" y="8889"/>
                            <a:pt x="2603" y="6978"/>
                            <a:pt x="3904" y="5317"/>
                          </a:cubicBezTo>
                          <a:cubicBezTo>
                            <a:pt x="5206" y="3655"/>
                            <a:pt x="6840" y="2381"/>
                            <a:pt x="8806" y="1440"/>
                          </a:cubicBezTo>
                          <a:cubicBezTo>
                            <a:pt x="10772" y="499"/>
                            <a:pt x="13070" y="0"/>
                            <a:pt x="15673" y="0"/>
                          </a:cubicBezTo>
                          <a:cubicBezTo>
                            <a:pt x="18276" y="0"/>
                            <a:pt x="20658" y="471"/>
                            <a:pt x="22624" y="1440"/>
                          </a:cubicBezTo>
                          <a:cubicBezTo>
                            <a:pt x="24590" y="2409"/>
                            <a:pt x="26224" y="3683"/>
                            <a:pt x="27525" y="5289"/>
                          </a:cubicBezTo>
                          <a:cubicBezTo>
                            <a:pt x="28827" y="6895"/>
                            <a:pt x="29796" y="8834"/>
                            <a:pt x="30433" y="11049"/>
                          </a:cubicBezTo>
                          <a:cubicBezTo>
                            <a:pt x="31070" y="13264"/>
                            <a:pt x="31374" y="15646"/>
                            <a:pt x="31374" y="18166"/>
                          </a:cubicBezTo>
                          <a:cubicBezTo>
                            <a:pt x="31374" y="20907"/>
                            <a:pt x="31014" y="23399"/>
                            <a:pt x="30267" y="25614"/>
                          </a:cubicBezTo>
                          <a:cubicBezTo>
                            <a:pt x="29519" y="27830"/>
                            <a:pt x="28467" y="29740"/>
                            <a:pt x="27082" y="31319"/>
                          </a:cubicBezTo>
                          <a:cubicBezTo>
                            <a:pt x="25698" y="32897"/>
                            <a:pt x="24036" y="34144"/>
                            <a:pt x="22098" y="35002"/>
                          </a:cubicBezTo>
                          <a:cubicBezTo>
                            <a:pt x="20159" y="35860"/>
                            <a:pt x="17999" y="36303"/>
                            <a:pt x="15646" y="36303"/>
                          </a:cubicBezTo>
                          <a:close/>
                          <a:moveTo>
                            <a:pt x="27248" y="18166"/>
                          </a:moveTo>
                          <a:cubicBezTo>
                            <a:pt x="27248" y="16117"/>
                            <a:pt x="27027" y="14233"/>
                            <a:pt x="26584" y="12461"/>
                          </a:cubicBezTo>
                          <a:cubicBezTo>
                            <a:pt x="26141" y="10689"/>
                            <a:pt x="25476" y="9138"/>
                            <a:pt x="24562" y="7837"/>
                          </a:cubicBezTo>
                          <a:cubicBezTo>
                            <a:pt x="23648" y="6535"/>
                            <a:pt x="22458" y="5511"/>
                            <a:pt x="21018" y="4735"/>
                          </a:cubicBezTo>
                          <a:cubicBezTo>
                            <a:pt x="19578" y="3988"/>
                            <a:pt x="17806" y="3600"/>
                            <a:pt x="15701" y="3600"/>
                          </a:cubicBezTo>
                          <a:cubicBezTo>
                            <a:pt x="13596" y="3600"/>
                            <a:pt x="11880" y="4015"/>
                            <a:pt x="10440" y="4818"/>
                          </a:cubicBezTo>
                          <a:cubicBezTo>
                            <a:pt x="8972" y="5649"/>
                            <a:pt x="7781" y="6729"/>
                            <a:pt x="6867" y="8086"/>
                          </a:cubicBezTo>
                          <a:cubicBezTo>
                            <a:pt x="5954" y="9443"/>
                            <a:pt x="5261" y="10993"/>
                            <a:pt x="4846" y="12738"/>
                          </a:cubicBezTo>
                          <a:cubicBezTo>
                            <a:pt x="4431" y="14483"/>
                            <a:pt x="4181" y="16283"/>
                            <a:pt x="4181" y="18166"/>
                          </a:cubicBezTo>
                          <a:cubicBezTo>
                            <a:pt x="4181" y="20298"/>
                            <a:pt x="4431" y="22264"/>
                            <a:pt x="4929" y="24036"/>
                          </a:cubicBezTo>
                          <a:cubicBezTo>
                            <a:pt x="5428" y="25836"/>
                            <a:pt x="6175" y="27359"/>
                            <a:pt x="7117" y="28660"/>
                          </a:cubicBezTo>
                          <a:cubicBezTo>
                            <a:pt x="8086" y="29935"/>
                            <a:pt x="9277" y="30931"/>
                            <a:pt x="10717" y="31651"/>
                          </a:cubicBezTo>
                          <a:cubicBezTo>
                            <a:pt x="12157" y="32371"/>
                            <a:pt x="13818" y="32704"/>
                            <a:pt x="15701" y="32704"/>
                          </a:cubicBezTo>
                          <a:cubicBezTo>
                            <a:pt x="17750" y="32704"/>
                            <a:pt x="19522" y="32288"/>
                            <a:pt x="20962" y="31485"/>
                          </a:cubicBezTo>
                          <a:cubicBezTo>
                            <a:pt x="22430" y="30655"/>
                            <a:pt x="23621" y="29574"/>
                            <a:pt x="24535" y="28190"/>
                          </a:cubicBezTo>
                          <a:cubicBezTo>
                            <a:pt x="25448" y="26805"/>
                            <a:pt x="26141" y="25254"/>
                            <a:pt x="26556" y="23538"/>
                          </a:cubicBezTo>
                          <a:cubicBezTo>
                            <a:pt x="26971" y="21821"/>
                            <a:pt x="27221" y="20021"/>
                            <a:pt x="27221" y="18166"/>
                          </a:cubicBezTo>
                          <a:close/>
                        </a:path>
                      </a:pathLst>
                    </a:custGeom>
                    <a:solidFill>
                      <a:srgbClr val="8371B3"/>
                    </a:solidFill>
                    <a:ln w="2767" cap="flat">
                      <a:noFill/>
                      <a:prstDash val="solid"/>
                      <a:miter/>
                    </a:ln>
                  </p:spPr>
                  <p:txBody>
                    <a:bodyPr rtlCol="0" anchor="ctr"/>
                    <a:lstStyle/>
                    <a:p>
                      <a:endParaRPr lang="en-US"/>
                    </a:p>
                  </p:txBody>
                </p:sp>
                <p:sp>
                  <p:nvSpPr>
                    <p:cNvPr id="3777" name="Freeform 3776">
                      <a:extLst>
                        <a:ext uri="{FF2B5EF4-FFF2-40B4-BE49-F238E27FC236}">
                          <a16:creationId xmlns:a16="http://schemas.microsoft.com/office/drawing/2014/main" id="{EA1340BC-29FA-C029-FF4D-8491D74E0E8B}"/>
                        </a:ext>
                      </a:extLst>
                    </p:cNvPr>
                    <p:cNvSpPr/>
                    <p:nvPr/>
                  </p:nvSpPr>
                  <p:spPr>
                    <a:xfrm>
                      <a:off x="2752789" y="4187425"/>
                      <a:ext cx="26943" cy="35361"/>
                    </a:xfrm>
                    <a:custGeom>
                      <a:avLst/>
                      <a:gdLst>
                        <a:gd name="connsiteX0" fmla="*/ 23011 w 26943"/>
                        <a:gd name="connsiteY0" fmla="*/ 28 h 35361"/>
                        <a:gd name="connsiteX1" fmla="*/ 26944 w 26943"/>
                        <a:gd name="connsiteY1" fmla="*/ 28 h 35361"/>
                        <a:gd name="connsiteX2" fmla="*/ 26944 w 26943"/>
                        <a:gd name="connsiteY2" fmla="*/ 34448 h 35361"/>
                        <a:gd name="connsiteX3" fmla="*/ 23011 w 26943"/>
                        <a:gd name="connsiteY3" fmla="*/ 34448 h 35361"/>
                        <a:gd name="connsiteX4" fmla="*/ 23011 w 26943"/>
                        <a:gd name="connsiteY4" fmla="*/ 29658 h 35361"/>
                        <a:gd name="connsiteX5" fmla="*/ 21239 w 26943"/>
                        <a:gd name="connsiteY5" fmla="*/ 31596 h 35361"/>
                        <a:gd name="connsiteX6" fmla="*/ 18969 w 26943"/>
                        <a:gd name="connsiteY6" fmla="*/ 33424 h 35361"/>
                        <a:gd name="connsiteX7" fmla="*/ 15978 w 26943"/>
                        <a:gd name="connsiteY7" fmla="*/ 34808 h 35361"/>
                        <a:gd name="connsiteX8" fmla="*/ 12046 w 26943"/>
                        <a:gd name="connsiteY8" fmla="*/ 35362 h 35361"/>
                        <a:gd name="connsiteX9" fmla="*/ 6341 w 26943"/>
                        <a:gd name="connsiteY9" fmla="*/ 34393 h 35361"/>
                        <a:gd name="connsiteX10" fmla="*/ 2631 w 26943"/>
                        <a:gd name="connsiteY10" fmla="*/ 31707 h 35361"/>
                        <a:gd name="connsiteX11" fmla="*/ 609 w 26943"/>
                        <a:gd name="connsiteY11" fmla="*/ 27691 h 35361"/>
                        <a:gd name="connsiteX12" fmla="*/ 0 w 26943"/>
                        <a:gd name="connsiteY12" fmla="*/ 22679 h 35361"/>
                        <a:gd name="connsiteX13" fmla="*/ 0 w 26943"/>
                        <a:gd name="connsiteY13" fmla="*/ 28 h 35361"/>
                        <a:gd name="connsiteX14" fmla="*/ 3932 w 26943"/>
                        <a:gd name="connsiteY14" fmla="*/ 28 h 35361"/>
                        <a:gd name="connsiteX15" fmla="*/ 3932 w 26943"/>
                        <a:gd name="connsiteY15" fmla="*/ 22624 h 35361"/>
                        <a:gd name="connsiteX16" fmla="*/ 5954 w 26943"/>
                        <a:gd name="connsiteY16" fmla="*/ 29436 h 35361"/>
                        <a:gd name="connsiteX17" fmla="*/ 12627 w 26943"/>
                        <a:gd name="connsiteY17" fmla="*/ 31790 h 35361"/>
                        <a:gd name="connsiteX18" fmla="*/ 16975 w 26943"/>
                        <a:gd name="connsiteY18" fmla="*/ 30820 h 35361"/>
                        <a:gd name="connsiteX19" fmla="*/ 20215 w 26943"/>
                        <a:gd name="connsiteY19" fmla="*/ 28134 h 35361"/>
                        <a:gd name="connsiteX20" fmla="*/ 22236 w 26943"/>
                        <a:gd name="connsiteY20" fmla="*/ 24009 h 35361"/>
                        <a:gd name="connsiteX21" fmla="*/ 22956 w 26943"/>
                        <a:gd name="connsiteY21" fmla="*/ 18747 h 35361"/>
                        <a:gd name="connsiteX22" fmla="*/ 22956 w 26943"/>
                        <a:gd name="connsiteY22" fmla="*/ 0 h 353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6943" h="35361">
                          <a:moveTo>
                            <a:pt x="23011" y="28"/>
                          </a:moveTo>
                          <a:lnTo>
                            <a:pt x="26944" y="28"/>
                          </a:lnTo>
                          <a:lnTo>
                            <a:pt x="26944" y="34448"/>
                          </a:lnTo>
                          <a:lnTo>
                            <a:pt x="23011" y="34448"/>
                          </a:lnTo>
                          <a:lnTo>
                            <a:pt x="23011" y="29658"/>
                          </a:lnTo>
                          <a:cubicBezTo>
                            <a:pt x="22485" y="30267"/>
                            <a:pt x="21904" y="30931"/>
                            <a:pt x="21239" y="31596"/>
                          </a:cubicBezTo>
                          <a:cubicBezTo>
                            <a:pt x="20575" y="32260"/>
                            <a:pt x="19827" y="32870"/>
                            <a:pt x="18969" y="33424"/>
                          </a:cubicBezTo>
                          <a:cubicBezTo>
                            <a:pt x="18110" y="33977"/>
                            <a:pt x="17113" y="34448"/>
                            <a:pt x="15978" y="34808"/>
                          </a:cubicBezTo>
                          <a:cubicBezTo>
                            <a:pt x="14843" y="35196"/>
                            <a:pt x="13541" y="35362"/>
                            <a:pt x="12046" y="35362"/>
                          </a:cubicBezTo>
                          <a:cubicBezTo>
                            <a:pt x="9775" y="35362"/>
                            <a:pt x="7864" y="35030"/>
                            <a:pt x="6341" y="34393"/>
                          </a:cubicBezTo>
                          <a:cubicBezTo>
                            <a:pt x="4818" y="33756"/>
                            <a:pt x="3572" y="32842"/>
                            <a:pt x="2631" y="31707"/>
                          </a:cubicBezTo>
                          <a:cubicBezTo>
                            <a:pt x="1689" y="30544"/>
                            <a:pt x="1025" y="29214"/>
                            <a:pt x="609" y="27691"/>
                          </a:cubicBezTo>
                          <a:cubicBezTo>
                            <a:pt x="194" y="26169"/>
                            <a:pt x="0" y="24479"/>
                            <a:pt x="0" y="22679"/>
                          </a:cubicBezTo>
                          <a:lnTo>
                            <a:pt x="0" y="28"/>
                          </a:lnTo>
                          <a:lnTo>
                            <a:pt x="3932" y="28"/>
                          </a:lnTo>
                          <a:lnTo>
                            <a:pt x="3932" y="22624"/>
                          </a:lnTo>
                          <a:cubicBezTo>
                            <a:pt x="3932" y="25587"/>
                            <a:pt x="4597" y="27858"/>
                            <a:pt x="5954" y="29436"/>
                          </a:cubicBezTo>
                          <a:cubicBezTo>
                            <a:pt x="7311" y="31015"/>
                            <a:pt x="9526" y="31790"/>
                            <a:pt x="12627" y="31790"/>
                          </a:cubicBezTo>
                          <a:cubicBezTo>
                            <a:pt x="14233" y="31790"/>
                            <a:pt x="15701" y="31458"/>
                            <a:pt x="16975" y="30820"/>
                          </a:cubicBezTo>
                          <a:cubicBezTo>
                            <a:pt x="18249" y="30184"/>
                            <a:pt x="19329" y="29270"/>
                            <a:pt x="20215" y="28134"/>
                          </a:cubicBezTo>
                          <a:cubicBezTo>
                            <a:pt x="21073" y="26972"/>
                            <a:pt x="21765" y="25614"/>
                            <a:pt x="22236" y="24009"/>
                          </a:cubicBezTo>
                          <a:cubicBezTo>
                            <a:pt x="22707" y="22403"/>
                            <a:pt x="22956" y="20658"/>
                            <a:pt x="22956" y="18747"/>
                          </a:cubicBezTo>
                          <a:lnTo>
                            <a:pt x="22956" y="0"/>
                          </a:lnTo>
                          <a:close/>
                        </a:path>
                      </a:pathLst>
                    </a:custGeom>
                    <a:solidFill>
                      <a:srgbClr val="8371B3"/>
                    </a:solidFill>
                    <a:ln w="2767" cap="flat">
                      <a:noFill/>
                      <a:prstDash val="solid"/>
                      <a:miter/>
                    </a:ln>
                  </p:spPr>
                  <p:txBody>
                    <a:bodyPr rtlCol="0" anchor="ctr"/>
                    <a:lstStyle/>
                    <a:p>
                      <a:endParaRPr lang="en-US"/>
                    </a:p>
                  </p:txBody>
                </p:sp>
                <p:sp>
                  <p:nvSpPr>
                    <p:cNvPr id="3778" name="Freeform 3777">
                      <a:extLst>
                        <a:ext uri="{FF2B5EF4-FFF2-40B4-BE49-F238E27FC236}">
                          <a16:creationId xmlns:a16="http://schemas.microsoft.com/office/drawing/2014/main" id="{CD0D7ED3-6B81-7044-CBF1-FF079F248F5D}"/>
                        </a:ext>
                      </a:extLst>
                    </p:cNvPr>
                    <p:cNvSpPr/>
                    <p:nvPr/>
                  </p:nvSpPr>
                  <p:spPr>
                    <a:xfrm>
                      <a:off x="2787459" y="4186484"/>
                      <a:ext cx="26722" cy="36247"/>
                    </a:xfrm>
                    <a:custGeom>
                      <a:avLst/>
                      <a:gdLst>
                        <a:gd name="connsiteX0" fmla="*/ 4043 w 26722"/>
                        <a:gd name="connsiteY0" fmla="*/ 24618 h 36247"/>
                        <a:gd name="connsiteX1" fmla="*/ 7338 w 26722"/>
                        <a:gd name="connsiteY1" fmla="*/ 30904 h 36247"/>
                        <a:gd name="connsiteX2" fmla="*/ 14178 w 26722"/>
                        <a:gd name="connsiteY2" fmla="*/ 32731 h 36247"/>
                        <a:gd name="connsiteX3" fmla="*/ 17916 w 26722"/>
                        <a:gd name="connsiteY3" fmla="*/ 32205 h 36247"/>
                        <a:gd name="connsiteX4" fmla="*/ 20492 w 26722"/>
                        <a:gd name="connsiteY4" fmla="*/ 30765 h 36247"/>
                        <a:gd name="connsiteX5" fmla="*/ 22042 w 26722"/>
                        <a:gd name="connsiteY5" fmla="*/ 28744 h 36247"/>
                        <a:gd name="connsiteX6" fmla="*/ 22569 w 26722"/>
                        <a:gd name="connsiteY6" fmla="*/ 26362 h 36247"/>
                        <a:gd name="connsiteX7" fmla="*/ 20962 w 26722"/>
                        <a:gd name="connsiteY7" fmla="*/ 22596 h 36247"/>
                        <a:gd name="connsiteX8" fmla="*/ 16947 w 26722"/>
                        <a:gd name="connsiteY8" fmla="*/ 20658 h 36247"/>
                        <a:gd name="connsiteX9" fmla="*/ 11713 w 26722"/>
                        <a:gd name="connsiteY9" fmla="*/ 19467 h 36247"/>
                        <a:gd name="connsiteX10" fmla="*/ 6480 w 26722"/>
                        <a:gd name="connsiteY10" fmla="*/ 17972 h 36247"/>
                        <a:gd name="connsiteX11" fmla="*/ 2465 w 26722"/>
                        <a:gd name="connsiteY11" fmla="*/ 15120 h 36247"/>
                        <a:gd name="connsiteX12" fmla="*/ 858 w 26722"/>
                        <a:gd name="connsiteY12" fmla="*/ 9858 h 36247"/>
                        <a:gd name="connsiteX13" fmla="*/ 3960 w 26722"/>
                        <a:gd name="connsiteY13" fmla="*/ 2769 h 36247"/>
                        <a:gd name="connsiteX14" fmla="*/ 12766 w 26722"/>
                        <a:gd name="connsiteY14" fmla="*/ 0 h 36247"/>
                        <a:gd name="connsiteX15" fmla="*/ 21710 w 26722"/>
                        <a:gd name="connsiteY15" fmla="*/ 2492 h 36247"/>
                        <a:gd name="connsiteX16" fmla="*/ 25864 w 26722"/>
                        <a:gd name="connsiteY16" fmla="*/ 10827 h 36247"/>
                        <a:gd name="connsiteX17" fmla="*/ 21876 w 26722"/>
                        <a:gd name="connsiteY17" fmla="*/ 10827 h 36247"/>
                        <a:gd name="connsiteX18" fmla="*/ 18886 w 26722"/>
                        <a:gd name="connsiteY18" fmla="*/ 5206 h 36247"/>
                        <a:gd name="connsiteX19" fmla="*/ 12683 w 26722"/>
                        <a:gd name="connsiteY19" fmla="*/ 3572 h 36247"/>
                        <a:gd name="connsiteX20" fmla="*/ 6978 w 26722"/>
                        <a:gd name="connsiteY20" fmla="*/ 5206 h 36247"/>
                        <a:gd name="connsiteX21" fmla="*/ 5012 w 26722"/>
                        <a:gd name="connsiteY21" fmla="*/ 9498 h 36247"/>
                        <a:gd name="connsiteX22" fmla="*/ 6618 w 26722"/>
                        <a:gd name="connsiteY22" fmla="*/ 13043 h 36247"/>
                        <a:gd name="connsiteX23" fmla="*/ 10633 w 26722"/>
                        <a:gd name="connsiteY23" fmla="*/ 15037 h 36247"/>
                        <a:gd name="connsiteX24" fmla="*/ 15867 w 26722"/>
                        <a:gd name="connsiteY24" fmla="*/ 16393 h 36247"/>
                        <a:gd name="connsiteX25" fmla="*/ 21101 w 26722"/>
                        <a:gd name="connsiteY25" fmla="*/ 18083 h 36247"/>
                        <a:gd name="connsiteX26" fmla="*/ 25116 w 26722"/>
                        <a:gd name="connsiteY26" fmla="*/ 21045 h 36247"/>
                        <a:gd name="connsiteX27" fmla="*/ 26722 w 26722"/>
                        <a:gd name="connsiteY27" fmla="*/ 26224 h 36247"/>
                        <a:gd name="connsiteX28" fmla="*/ 25670 w 26722"/>
                        <a:gd name="connsiteY28" fmla="*/ 30571 h 36247"/>
                        <a:gd name="connsiteX29" fmla="*/ 22790 w 26722"/>
                        <a:gd name="connsiteY29" fmla="*/ 33728 h 36247"/>
                        <a:gd name="connsiteX30" fmla="*/ 18442 w 26722"/>
                        <a:gd name="connsiteY30" fmla="*/ 35611 h 36247"/>
                        <a:gd name="connsiteX31" fmla="*/ 12904 w 26722"/>
                        <a:gd name="connsiteY31" fmla="*/ 36248 h 36247"/>
                        <a:gd name="connsiteX32" fmla="*/ 7560 w 26722"/>
                        <a:gd name="connsiteY32" fmla="*/ 35362 h 36247"/>
                        <a:gd name="connsiteX33" fmla="*/ 3600 w 26722"/>
                        <a:gd name="connsiteY33" fmla="*/ 32870 h 36247"/>
                        <a:gd name="connsiteX34" fmla="*/ 1052 w 26722"/>
                        <a:gd name="connsiteY34" fmla="*/ 29159 h 36247"/>
                        <a:gd name="connsiteX35" fmla="*/ 0 w 26722"/>
                        <a:gd name="connsiteY35" fmla="*/ 24562 h 36247"/>
                        <a:gd name="connsiteX36" fmla="*/ 3988 w 26722"/>
                        <a:gd name="connsiteY36" fmla="*/ 24562 h 36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6722" h="36247">
                          <a:moveTo>
                            <a:pt x="4043" y="24618"/>
                          </a:moveTo>
                          <a:cubicBezTo>
                            <a:pt x="4652" y="27581"/>
                            <a:pt x="5760" y="29685"/>
                            <a:pt x="7338" y="30904"/>
                          </a:cubicBezTo>
                          <a:cubicBezTo>
                            <a:pt x="8944" y="32122"/>
                            <a:pt x="11215" y="32731"/>
                            <a:pt x="14178" y="32731"/>
                          </a:cubicBezTo>
                          <a:cubicBezTo>
                            <a:pt x="15618" y="32731"/>
                            <a:pt x="16864" y="32565"/>
                            <a:pt x="17916" y="32205"/>
                          </a:cubicBezTo>
                          <a:cubicBezTo>
                            <a:pt x="18969" y="31845"/>
                            <a:pt x="19827" y="31375"/>
                            <a:pt x="20492" y="30765"/>
                          </a:cubicBezTo>
                          <a:cubicBezTo>
                            <a:pt x="21156" y="30156"/>
                            <a:pt x="21682" y="29491"/>
                            <a:pt x="22042" y="28744"/>
                          </a:cubicBezTo>
                          <a:cubicBezTo>
                            <a:pt x="22402" y="27996"/>
                            <a:pt x="22569" y="27193"/>
                            <a:pt x="22569" y="26362"/>
                          </a:cubicBezTo>
                          <a:cubicBezTo>
                            <a:pt x="22569" y="24673"/>
                            <a:pt x="22042" y="23427"/>
                            <a:pt x="20962" y="22596"/>
                          </a:cubicBezTo>
                          <a:cubicBezTo>
                            <a:pt x="19882" y="21765"/>
                            <a:pt x="18553" y="21129"/>
                            <a:pt x="16947" y="20658"/>
                          </a:cubicBezTo>
                          <a:cubicBezTo>
                            <a:pt x="15341" y="20187"/>
                            <a:pt x="13596" y="19799"/>
                            <a:pt x="11713" y="19467"/>
                          </a:cubicBezTo>
                          <a:cubicBezTo>
                            <a:pt x="9830" y="19135"/>
                            <a:pt x="8086" y="18636"/>
                            <a:pt x="6480" y="17972"/>
                          </a:cubicBezTo>
                          <a:cubicBezTo>
                            <a:pt x="4874" y="17307"/>
                            <a:pt x="3517" y="16366"/>
                            <a:pt x="2465" y="15120"/>
                          </a:cubicBezTo>
                          <a:cubicBezTo>
                            <a:pt x="1385" y="13873"/>
                            <a:pt x="858" y="12129"/>
                            <a:pt x="858" y="9858"/>
                          </a:cubicBezTo>
                          <a:cubicBezTo>
                            <a:pt x="858" y="6978"/>
                            <a:pt x="1883" y="4625"/>
                            <a:pt x="3960" y="2769"/>
                          </a:cubicBezTo>
                          <a:cubicBezTo>
                            <a:pt x="6037" y="941"/>
                            <a:pt x="8972" y="0"/>
                            <a:pt x="12766" y="0"/>
                          </a:cubicBezTo>
                          <a:cubicBezTo>
                            <a:pt x="16559" y="0"/>
                            <a:pt x="19412" y="831"/>
                            <a:pt x="21710" y="2492"/>
                          </a:cubicBezTo>
                          <a:cubicBezTo>
                            <a:pt x="24008" y="4154"/>
                            <a:pt x="25393" y="6923"/>
                            <a:pt x="25864" y="10827"/>
                          </a:cubicBezTo>
                          <a:lnTo>
                            <a:pt x="21876" y="10827"/>
                          </a:lnTo>
                          <a:cubicBezTo>
                            <a:pt x="21516" y="8169"/>
                            <a:pt x="20547" y="6286"/>
                            <a:pt x="18886" y="5206"/>
                          </a:cubicBezTo>
                          <a:cubicBezTo>
                            <a:pt x="17224" y="4126"/>
                            <a:pt x="15175" y="3572"/>
                            <a:pt x="12683" y="3572"/>
                          </a:cubicBezTo>
                          <a:cubicBezTo>
                            <a:pt x="10190" y="3572"/>
                            <a:pt x="8307" y="4126"/>
                            <a:pt x="6978" y="5206"/>
                          </a:cubicBezTo>
                          <a:cubicBezTo>
                            <a:pt x="5649" y="6286"/>
                            <a:pt x="5012" y="7726"/>
                            <a:pt x="5012" y="9498"/>
                          </a:cubicBezTo>
                          <a:cubicBezTo>
                            <a:pt x="5012" y="11049"/>
                            <a:pt x="5538" y="12240"/>
                            <a:pt x="6618" y="13043"/>
                          </a:cubicBezTo>
                          <a:cubicBezTo>
                            <a:pt x="7698" y="13846"/>
                            <a:pt x="9027" y="14538"/>
                            <a:pt x="10633" y="15037"/>
                          </a:cubicBezTo>
                          <a:cubicBezTo>
                            <a:pt x="12240" y="15535"/>
                            <a:pt x="13984" y="16006"/>
                            <a:pt x="15867" y="16393"/>
                          </a:cubicBezTo>
                          <a:cubicBezTo>
                            <a:pt x="17750" y="16781"/>
                            <a:pt x="19495" y="17363"/>
                            <a:pt x="21101" y="18083"/>
                          </a:cubicBezTo>
                          <a:cubicBezTo>
                            <a:pt x="22707" y="18803"/>
                            <a:pt x="24064" y="19799"/>
                            <a:pt x="25116" y="21045"/>
                          </a:cubicBezTo>
                          <a:cubicBezTo>
                            <a:pt x="26196" y="22292"/>
                            <a:pt x="26722" y="24009"/>
                            <a:pt x="26722" y="26224"/>
                          </a:cubicBezTo>
                          <a:cubicBezTo>
                            <a:pt x="26722" y="27858"/>
                            <a:pt x="26362" y="29325"/>
                            <a:pt x="25670" y="30571"/>
                          </a:cubicBezTo>
                          <a:cubicBezTo>
                            <a:pt x="24978" y="31845"/>
                            <a:pt x="24008" y="32897"/>
                            <a:pt x="22790" y="33728"/>
                          </a:cubicBezTo>
                          <a:cubicBezTo>
                            <a:pt x="21572" y="34559"/>
                            <a:pt x="20104" y="35196"/>
                            <a:pt x="18442" y="35611"/>
                          </a:cubicBezTo>
                          <a:cubicBezTo>
                            <a:pt x="16753" y="36026"/>
                            <a:pt x="14926" y="36248"/>
                            <a:pt x="12904" y="36248"/>
                          </a:cubicBezTo>
                          <a:cubicBezTo>
                            <a:pt x="10883" y="36248"/>
                            <a:pt x="9110" y="35943"/>
                            <a:pt x="7560" y="35362"/>
                          </a:cubicBezTo>
                          <a:cubicBezTo>
                            <a:pt x="6009" y="34753"/>
                            <a:pt x="4680" y="33922"/>
                            <a:pt x="3600" y="32870"/>
                          </a:cubicBezTo>
                          <a:cubicBezTo>
                            <a:pt x="2520" y="31817"/>
                            <a:pt x="1661" y="30571"/>
                            <a:pt x="1052" y="29159"/>
                          </a:cubicBezTo>
                          <a:cubicBezTo>
                            <a:pt x="443" y="27747"/>
                            <a:pt x="83" y="26224"/>
                            <a:pt x="0" y="24562"/>
                          </a:cubicBezTo>
                          <a:lnTo>
                            <a:pt x="3988" y="24562"/>
                          </a:lnTo>
                          <a:close/>
                        </a:path>
                      </a:pathLst>
                    </a:custGeom>
                    <a:solidFill>
                      <a:srgbClr val="8371B3"/>
                    </a:solidFill>
                    <a:ln w="2767" cap="flat">
                      <a:noFill/>
                      <a:prstDash val="solid"/>
                      <a:miter/>
                    </a:ln>
                  </p:spPr>
                  <p:txBody>
                    <a:bodyPr rtlCol="0" anchor="ctr"/>
                    <a:lstStyle/>
                    <a:p>
                      <a:endParaRPr lang="en-US"/>
                    </a:p>
                  </p:txBody>
                </p:sp>
                <p:sp>
                  <p:nvSpPr>
                    <p:cNvPr id="3779" name="Freeform 3778">
                      <a:extLst>
                        <a:ext uri="{FF2B5EF4-FFF2-40B4-BE49-F238E27FC236}">
                          <a16:creationId xmlns:a16="http://schemas.microsoft.com/office/drawing/2014/main" id="{CA808E55-CC28-1D16-10F0-82C4C1A2F8BC}"/>
                        </a:ext>
                      </a:extLst>
                    </p:cNvPr>
                    <p:cNvSpPr/>
                    <p:nvPr/>
                  </p:nvSpPr>
                  <p:spPr>
                    <a:xfrm>
                      <a:off x="2822544" y="4174023"/>
                      <a:ext cx="3932" cy="47850"/>
                    </a:xfrm>
                    <a:custGeom>
                      <a:avLst/>
                      <a:gdLst>
                        <a:gd name="connsiteX0" fmla="*/ 0 w 3932"/>
                        <a:gd name="connsiteY0" fmla="*/ 47851 h 47850"/>
                        <a:gd name="connsiteX1" fmla="*/ 0 w 3932"/>
                        <a:gd name="connsiteY1" fmla="*/ 0 h 47850"/>
                        <a:gd name="connsiteX2" fmla="*/ 3932 w 3932"/>
                        <a:gd name="connsiteY2" fmla="*/ 0 h 47850"/>
                        <a:gd name="connsiteX3" fmla="*/ 3932 w 3932"/>
                        <a:gd name="connsiteY3" fmla="*/ 47851 h 47850"/>
                        <a:gd name="connsiteX4" fmla="*/ 0 w 3932"/>
                        <a:gd name="connsiteY4" fmla="*/ 47851 h 47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2" h="47850">
                          <a:moveTo>
                            <a:pt x="0" y="47851"/>
                          </a:moveTo>
                          <a:lnTo>
                            <a:pt x="0" y="0"/>
                          </a:lnTo>
                          <a:lnTo>
                            <a:pt x="3932" y="0"/>
                          </a:lnTo>
                          <a:lnTo>
                            <a:pt x="3932" y="47851"/>
                          </a:lnTo>
                          <a:lnTo>
                            <a:pt x="0" y="47851"/>
                          </a:lnTo>
                          <a:close/>
                        </a:path>
                      </a:pathLst>
                    </a:custGeom>
                    <a:solidFill>
                      <a:srgbClr val="8371B3"/>
                    </a:solidFill>
                    <a:ln w="2767" cap="flat">
                      <a:noFill/>
                      <a:prstDash val="solid"/>
                      <a:miter/>
                    </a:ln>
                  </p:spPr>
                  <p:txBody>
                    <a:bodyPr rtlCol="0" anchor="ctr"/>
                    <a:lstStyle/>
                    <a:p>
                      <a:endParaRPr lang="en-US"/>
                    </a:p>
                  </p:txBody>
                </p:sp>
                <p:sp>
                  <p:nvSpPr>
                    <p:cNvPr id="3780" name="Freeform 3779">
                      <a:extLst>
                        <a:ext uri="{FF2B5EF4-FFF2-40B4-BE49-F238E27FC236}">
                          <a16:creationId xmlns:a16="http://schemas.microsoft.com/office/drawing/2014/main" id="{9FBEC691-B6BF-EE87-27EF-DDB5F46569BE}"/>
                        </a:ext>
                      </a:extLst>
                    </p:cNvPr>
                    <p:cNvSpPr/>
                    <p:nvPr/>
                  </p:nvSpPr>
                  <p:spPr>
                    <a:xfrm>
                      <a:off x="2832983" y="4187481"/>
                      <a:ext cx="30405" cy="47989"/>
                    </a:xfrm>
                    <a:custGeom>
                      <a:avLst/>
                      <a:gdLst>
                        <a:gd name="connsiteX0" fmla="*/ 3268 w 30405"/>
                        <a:gd name="connsiteY0" fmla="*/ 43697 h 47989"/>
                        <a:gd name="connsiteX1" fmla="*/ 4874 w 30405"/>
                        <a:gd name="connsiteY1" fmla="*/ 43974 h 47989"/>
                        <a:gd name="connsiteX2" fmla="*/ 6535 w 30405"/>
                        <a:gd name="connsiteY2" fmla="*/ 44112 h 47989"/>
                        <a:gd name="connsiteX3" fmla="*/ 9221 w 30405"/>
                        <a:gd name="connsiteY3" fmla="*/ 43060 h 47989"/>
                        <a:gd name="connsiteX4" fmla="*/ 10966 w 30405"/>
                        <a:gd name="connsiteY4" fmla="*/ 40512 h 47989"/>
                        <a:gd name="connsiteX5" fmla="*/ 12101 w 30405"/>
                        <a:gd name="connsiteY5" fmla="*/ 37383 h 47989"/>
                        <a:gd name="connsiteX6" fmla="*/ 13153 w 30405"/>
                        <a:gd name="connsiteY6" fmla="*/ 34642 h 47989"/>
                        <a:gd name="connsiteX7" fmla="*/ 0 w 30405"/>
                        <a:gd name="connsiteY7" fmla="*/ 0 h 47989"/>
                        <a:gd name="connsiteX8" fmla="*/ 4375 w 30405"/>
                        <a:gd name="connsiteY8" fmla="*/ 0 h 47989"/>
                        <a:gd name="connsiteX9" fmla="*/ 15258 w 30405"/>
                        <a:gd name="connsiteY9" fmla="*/ 29574 h 47989"/>
                        <a:gd name="connsiteX10" fmla="*/ 26141 w 30405"/>
                        <a:gd name="connsiteY10" fmla="*/ 0 h 47989"/>
                        <a:gd name="connsiteX11" fmla="*/ 30405 w 30405"/>
                        <a:gd name="connsiteY11" fmla="*/ 0 h 47989"/>
                        <a:gd name="connsiteX12" fmla="*/ 17778 w 30405"/>
                        <a:gd name="connsiteY12" fmla="*/ 33950 h 47989"/>
                        <a:gd name="connsiteX13" fmla="*/ 15507 w 30405"/>
                        <a:gd name="connsiteY13" fmla="*/ 39792 h 47989"/>
                        <a:gd name="connsiteX14" fmla="*/ 13209 w 30405"/>
                        <a:gd name="connsiteY14" fmla="*/ 44223 h 47989"/>
                        <a:gd name="connsiteX15" fmla="*/ 10523 w 30405"/>
                        <a:gd name="connsiteY15" fmla="*/ 47020 h 47989"/>
                        <a:gd name="connsiteX16" fmla="*/ 7006 w 30405"/>
                        <a:gd name="connsiteY16" fmla="*/ 47989 h 47989"/>
                        <a:gd name="connsiteX17" fmla="*/ 5012 w 30405"/>
                        <a:gd name="connsiteY17" fmla="*/ 47851 h 47989"/>
                        <a:gd name="connsiteX18" fmla="*/ 3268 w 30405"/>
                        <a:gd name="connsiteY18" fmla="*/ 47518 h 47989"/>
                        <a:gd name="connsiteX19" fmla="*/ 3268 w 30405"/>
                        <a:gd name="connsiteY19" fmla="*/ 43725 h 47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0405" h="47989">
                          <a:moveTo>
                            <a:pt x="3268" y="43697"/>
                          </a:moveTo>
                          <a:cubicBezTo>
                            <a:pt x="3794" y="43780"/>
                            <a:pt x="4320" y="43863"/>
                            <a:pt x="4874" y="43974"/>
                          </a:cubicBezTo>
                          <a:cubicBezTo>
                            <a:pt x="5428" y="44057"/>
                            <a:pt x="5981" y="44112"/>
                            <a:pt x="6535" y="44112"/>
                          </a:cubicBezTo>
                          <a:cubicBezTo>
                            <a:pt x="7615" y="44112"/>
                            <a:pt x="8529" y="43752"/>
                            <a:pt x="9221" y="43060"/>
                          </a:cubicBezTo>
                          <a:cubicBezTo>
                            <a:pt x="9914" y="42340"/>
                            <a:pt x="10495" y="41509"/>
                            <a:pt x="10966" y="40512"/>
                          </a:cubicBezTo>
                          <a:cubicBezTo>
                            <a:pt x="11437" y="39516"/>
                            <a:pt x="11797" y="38463"/>
                            <a:pt x="12101" y="37383"/>
                          </a:cubicBezTo>
                          <a:cubicBezTo>
                            <a:pt x="12406" y="36303"/>
                            <a:pt x="12766" y="35390"/>
                            <a:pt x="13153" y="34642"/>
                          </a:cubicBezTo>
                          <a:lnTo>
                            <a:pt x="0" y="0"/>
                          </a:lnTo>
                          <a:lnTo>
                            <a:pt x="4375" y="0"/>
                          </a:lnTo>
                          <a:lnTo>
                            <a:pt x="15258" y="29574"/>
                          </a:lnTo>
                          <a:lnTo>
                            <a:pt x="26141" y="0"/>
                          </a:lnTo>
                          <a:lnTo>
                            <a:pt x="30405" y="0"/>
                          </a:lnTo>
                          <a:lnTo>
                            <a:pt x="17778" y="33950"/>
                          </a:lnTo>
                          <a:cubicBezTo>
                            <a:pt x="17003" y="36110"/>
                            <a:pt x="16227" y="38076"/>
                            <a:pt x="15507" y="39792"/>
                          </a:cubicBezTo>
                          <a:cubicBezTo>
                            <a:pt x="14787" y="41509"/>
                            <a:pt x="14012" y="43005"/>
                            <a:pt x="13209" y="44223"/>
                          </a:cubicBezTo>
                          <a:cubicBezTo>
                            <a:pt x="12406" y="45442"/>
                            <a:pt x="11492" y="46383"/>
                            <a:pt x="10523" y="47020"/>
                          </a:cubicBezTo>
                          <a:cubicBezTo>
                            <a:pt x="9554" y="47657"/>
                            <a:pt x="8363" y="47989"/>
                            <a:pt x="7006" y="47989"/>
                          </a:cubicBezTo>
                          <a:cubicBezTo>
                            <a:pt x="6314" y="47989"/>
                            <a:pt x="5649" y="47934"/>
                            <a:pt x="5012" y="47851"/>
                          </a:cubicBezTo>
                          <a:cubicBezTo>
                            <a:pt x="4375" y="47768"/>
                            <a:pt x="3794" y="47657"/>
                            <a:pt x="3268" y="47518"/>
                          </a:cubicBezTo>
                          <a:lnTo>
                            <a:pt x="3268" y="43725"/>
                          </a:lnTo>
                          <a:close/>
                        </a:path>
                      </a:pathLst>
                    </a:custGeom>
                    <a:solidFill>
                      <a:srgbClr val="8371B3"/>
                    </a:solidFill>
                    <a:ln w="2767" cap="flat">
                      <a:noFill/>
                      <a:prstDash val="solid"/>
                      <a:miter/>
                    </a:ln>
                  </p:spPr>
                  <p:txBody>
                    <a:bodyPr rtlCol="0" anchor="ctr"/>
                    <a:lstStyle/>
                    <a:p>
                      <a:endParaRPr lang="en-US"/>
                    </a:p>
                  </p:txBody>
                </p:sp>
                <p:sp>
                  <p:nvSpPr>
                    <p:cNvPr id="3781" name="Freeform 3780">
                      <a:extLst>
                        <a:ext uri="{FF2B5EF4-FFF2-40B4-BE49-F238E27FC236}">
                          <a16:creationId xmlns:a16="http://schemas.microsoft.com/office/drawing/2014/main" id="{FEFAE26C-0DFC-0D28-3E3B-5E20BBD62C4A}"/>
                        </a:ext>
                      </a:extLst>
                    </p:cNvPr>
                    <p:cNvSpPr/>
                    <p:nvPr/>
                  </p:nvSpPr>
                  <p:spPr>
                    <a:xfrm>
                      <a:off x="2885791" y="4186511"/>
                      <a:ext cx="30183" cy="36275"/>
                    </a:xfrm>
                    <a:custGeom>
                      <a:avLst/>
                      <a:gdLst>
                        <a:gd name="connsiteX0" fmla="*/ 25698 w 30183"/>
                        <a:gd name="connsiteY0" fmla="*/ 11769 h 36275"/>
                        <a:gd name="connsiteX1" fmla="*/ 22098 w 30183"/>
                        <a:gd name="connsiteY1" fmla="*/ 5760 h 36275"/>
                        <a:gd name="connsiteX2" fmla="*/ 15618 w 30183"/>
                        <a:gd name="connsiteY2" fmla="*/ 3600 h 36275"/>
                        <a:gd name="connsiteX3" fmla="*/ 10440 w 30183"/>
                        <a:gd name="connsiteY3" fmla="*/ 4874 h 36275"/>
                        <a:gd name="connsiteX4" fmla="*/ 6895 w 30183"/>
                        <a:gd name="connsiteY4" fmla="*/ 8224 h 36275"/>
                        <a:gd name="connsiteX5" fmla="*/ 4874 w 30183"/>
                        <a:gd name="connsiteY5" fmla="*/ 12932 h 36275"/>
                        <a:gd name="connsiteX6" fmla="*/ 4209 w 30183"/>
                        <a:gd name="connsiteY6" fmla="*/ 18221 h 36275"/>
                        <a:gd name="connsiteX7" fmla="*/ 4818 w 30183"/>
                        <a:gd name="connsiteY7" fmla="*/ 23538 h 36275"/>
                        <a:gd name="connsiteX8" fmla="*/ 6812 w 30183"/>
                        <a:gd name="connsiteY8" fmla="*/ 28190 h 36275"/>
                        <a:gd name="connsiteX9" fmla="*/ 10357 w 30183"/>
                        <a:gd name="connsiteY9" fmla="*/ 31485 h 36275"/>
                        <a:gd name="connsiteX10" fmla="*/ 15590 w 30183"/>
                        <a:gd name="connsiteY10" fmla="*/ 32704 h 36275"/>
                        <a:gd name="connsiteX11" fmla="*/ 22624 w 30183"/>
                        <a:gd name="connsiteY11" fmla="*/ 30239 h 36275"/>
                        <a:gd name="connsiteX12" fmla="*/ 26002 w 30183"/>
                        <a:gd name="connsiteY12" fmla="*/ 23454 h 36275"/>
                        <a:gd name="connsiteX13" fmla="*/ 30184 w 30183"/>
                        <a:gd name="connsiteY13" fmla="*/ 23454 h 36275"/>
                        <a:gd name="connsiteX14" fmla="*/ 28522 w 30183"/>
                        <a:gd name="connsiteY14" fmla="*/ 28660 h 36275"/>
                        <a:gd name="connsiteX15" fmla="*/ 25587 w 30183"/>
                        <a:gd name="connsiteY15" fmla="*/ 32704 h 36275"/>
                        <a:gd name="connsiteX16" fmla="*/ 21295 w 30183"/>
                        <a:gd name="connsiteY16" fmla="*/ 35334 h 36275"/>
                        <a:gd name="connsiteX17" fmla="*/ 15590 w 30183"/>
                        <a:gd name="connsiteY17" fmla="*/ 36276 h 36275"/>
                        <a:gd name="connsiteX18" fmla="*/ 8584 w 30183"/>
                        <a:gd name="connsiteY18" fmla="*/ 34891 h 36275"/>
                        <a:gd name="connsiteX19" fmla="*/ 3738 w 30183"/>
                        <a:gd name="connsiteY19" fmla="*/ 31070 h 36275"/>
                        <a:gd name="connsiteX20" fmla="*/ 914 w 30183"/>
                        <a:gd name="connsiteY20" fmla="*/ 25310 h 36275"/>
                        <a:gd name="connsiteX21" fmla="*/ 0 w 30183"/>
                        <a:gd name="connsiteY21" fmla="*/ 18193 h 36275"/>
                        <a:gd name="connsiteX22" fmla="*/ 1025 w 30183"/>
                        <a:gd name="connsiteY22" fmla="*/ 11326 h 36275"/>
                        <a:gd name="connsiteX23" fmla="*/ 4015 w 30183"/>
                        <a:gd name="connsiteY23" fmla="*/ 5511 h 36275"/>
                        <a:gd name="connsiteX24" fmla="*/ 8889 w 30183"/>
                        <a:gd name="connsiteY24" fmla="*/ 1495 h 36275"/>
                        <a:gd name="connsiteX25" fmla="*/ 15590 w 30183"/>
                        <a:gd name="connsiteY25" fmla="*/ 0 h 36275"/>
                        <a:gd name="connsiteX26" fmla="*/ 25116 w 30183"/>
                        <a:gd name="connsiteY26" fmla="*/ 2852 h 36275"/>
                        <a:gd name="connsiteX27" fmla="*/ 29657 w 30183"/>
                        <a:gd name="connsiteY27" fmla="*/ 11769 h 36275"/>
                        <a:gd name="connsiteX28" fmla="*/ 25670 w 30183"/>
                        <a:gd name="connsiteY28" fmla="*/ 11769 h 36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0183" h="36275">
                          <a:moveTo>
                            <a:pt x="25698" y="11769"/>
                          </a:moveTo>
                          <a:cubicBezTo>
                            <a:pt x="25005" y="9194"/>
                            <a:pt x="23787" y="7200"/>
                            <a:pt x="22098" y="5760"/>
                          </a:cubicBezTo>
                          <a:cubicBezTo>
                            <a:pt x="20381" y="4320"/>
                            <a:pt x="18221" y="3600"/>
                            <a:pt x="15618" y="3600"/>
                          </a:cubicBezTo>
                          <a:cubicBezTo>
                            <a:pt x="13596" y="3600"/>
                            <a:pt x="11880" y="4015"/>
                            <a:pt x="10440" y="4874"/>
                          </a:cubicBezTo>
                          <a:cubicBezTo>
                            <a:pt x="9000" y="5705"/>
                            <a:pt x="7809" y="6840"/>
                            <a:pt x="6895" y="8224"/>
                          </a:cubicBezTo>
                          <a:cubicBezTo>
                            <a:pt x="5981" y="9609"/>
                            <a:pt x="5289" y="11187"/>
                            <a:pt x="4874" y="12932"/>
                          </a:cubicBezTo>
                          <a:cubicBezTo>
                            <a:pt x="4458" y="14677"/>
                            <a:pt x="4209" y="16449"/>
                            <a:pt x="4209" y="18221"/>
                          </a:cubicBezTo>
                          <a:cubicBezTo>
                            <a:pt x="4209" y="19993"/>
                            <a:pt x="4403" y="21821"/>
                            <a:pt x="4818" y="23538"/>
                          </a:cubicBezTo>
                          <a:cubicBezTo>
                            <a:pt x="5234" y="25254"/>
                            <a:pt x="5898" y="26805"/>
                            <a:pt x="6812" y="28190"/>
                          </a:cubicBezTo>
                          <a:cubicBezTo>
                            <a:pt x="7726" y="29574"/>
                            <a:pt x="8917" y="30655"/>
                            <a:pt x="10357" y="31485"/>
                          </a:cubicBezTo>
                          <a:cubicBezTo>
                            <a:pt x="11797" y="32316"/>
                            <a:pt x="13541" y="32704"/>
                            <a:pt x="15590" y="32704"/>
                          </a:cubicBezTo>
                          <a:cubicBezTo>
                            <a:pt x="18526" y="32704"/>
                            <a:pt x="20852" y="31873"/>
                            <a:pt x="22624" y="30239"/>
                          </a:cubicBezTo>
                          <a:cubicBezTo>
                            <a:pt x="24396" y="28605"/>
                            <a:pt x="25504" y="26334"/>
                            <a:pt x="26002" y="23454"/>
                          </a:cubicBezTo>
                          <a:lnTo>
                            <a:pt x="30184" y="23454"/>
                          </a:lnTo>
                          <a:cubicBezTo>
                            <a:pt x="29824" y="25365"/>
                            <a:pt x="29270" y="27110"/>
                            <a:pt x="28522" y="28660"/>
                          </a:cubicBezTo>
                          <a:cubicBezTo>
                            <a:pt x="27747" y="30239"/>
                            <a:pt x="26778" y="31596"/>
                            <a:pt x="25587" y="32704"/>
                          </a:cubicBezTo>
                          <a:cubicBezTo>
                            <a:pt x="24396" y="33811"/>
                            <a:pt x="22956" y="34697"/>
                            <a:pt x="21295" y="35334"/>
                          </a:cubicBezTo>
                          <a:cubicBezTo>
                            <a:pt x="19633" y="35943"/>
                            <a:pt x="17722" y="36276"/>
                            <a:pt x="15590" y="36276"/>
                          </a:cubicBezTo>
                          <a:cubicBezTo>
                            <a:pt x="12876" y="36276"/>
                            <a:pt x="10550" y="35805"/>
                            <a:pt x="8584" y="34891"/>
                          </a:cubicBezTo>
                          <a:cubicBezTo>
                            <a:pt x="6618" y="33977"/>
                            <a:pt x="5012" y="32676"/>
                            <a:pt x="3738" y="31070"/>
                          </a:cubicBezTo>
                          <a:cubicBezTo>
                            <a:pt x="2465" y="29464"/>
                            <a:pt x="1523" y="27525"/>
                            <a:pt x="914" y="25310"/>
                          </a:cubicBezTo>
                          <a:cubicBezTo>
                            <a:pt x="305" y="23094"/>
                            <a:pt x="0" y="20713"/>
                            <a:pt x="0" y="18193"/>
                          </a:cubicBezTo>
                          <a:cubicBezTo>
                            <a:pt x="0" y="15812"/>
                            <a:pt x="332" y="13513"/>
                            <a:pt x="1025" y="11326"/>
                          </a:cubicBezTo>
                          <a:cubicBezTo>
                            <a:pt x="1717" y="9138"/>
                            <a:pt x="2686" y="7200"/>
                            <a:pt x="4015" y="5511"/>
                          </a:cubicBezTo>
                          <a:cubicBezTo>
                            <a:pt x="5317" y="3821"/>
                            <a:pt x="6951" y="2492"/>
                            <a:pt x="8889" y="1495"/>
                          </a:cubicBezTo>
                          <a:cubicBezTo>
                            <a:pt x="10827" y="499"/>
                            <a:pt x="13070" y="0"/>
                            <a:pt x="15590" y="0"/>
                          </a:cubicBezTo>
                          <a:cubicBezTo>
                            <a:pt x="19522" y="0"/>
                            <a:pt x="22707" y="941"/>
                            <a:pt x="25116" y="2852"/>
                          </a:cubicBezTo>
                          <a:cubicBezTo>
                            <a:pt x="27553" y="4763"/>
                            <a:pt x="29048" y="7726"/>
                            <a:pt x="29657" y="11769"/>
                          </a:cubicBezTo>
                          <a:lnTo>
                            <a:pt x="25670" y="11769"/>
                          </a:lnTo>
                          <a:close/>
                        </a:path>
                      </a:pathLst>
                    </a:custGeom>
                    <a:solidFill>
                      <a:srgbClr val="8371B3"/>
                    </a:solidFill>
                    <a:ln w="2767" cap="flat">
                      <a:noFill/>
                      <a:prstDash val="solid"/>
                      <a:miter/>
                    </a:ln>
                  </p:spPr>
                  <p:txBody>
                    <a:bodyPr rtlCol="0" anchor="ctr"/>
                    <a:lstStyle/>
                    <a:p>
                      <a:endParaRPr lang="en-US"/>
                    </a:p>
                  </p:txBody>
                </p:sp>
                <p:sp>
                  <p:nvSpPr>
                    <p:cNvPr id="3782" name="Freeform 3781">
                      <a:extLst>
                        <a:ext uri="{FF2B5EF4-FFF2-40B4-BE49-F238E27FC236}">
                          <a16:creationId xmlns:a16="http://schemas.microsoft.com/office/drawing/2014/main" id="{B6198889-F15A-BAB7-094F-2A939DBD2A2C}"/>
                        </a:ext>
                      </a:extLst>
                    </p:cNvPr>
                    <p:cNvSpPr/>
                    <p:nvPr/>
                  </p:nvSpPr>
                  <p:spPr>
                    <a:xfrm>
                      <a:off x="2921651" y="4186484"/>
                      <a:ext cx="31374" cy="36303"/>
                    </a:xfrm>
                    <a:custGeom>
                      <a:avLst/>
                      <a:gdLst>
                        <a:gd name="connsiteX0" fmla="*/ 15729 w 31374"/>
                        <a:gd name="connsiteY0" fmla="*/ 36303 h 36303"/>
                        <a:gd name="connsiteX1" fmla="*/ 9609 w 31374"/>
                        <a:gd name="connsiteY1" fmla="*/ 35113 h 36303"/>
                        <a:gd name="connsiteX2" fmla="*/ 4625 w 31374"/>
                        <a:gd name="connsiteY2" fmla="*/ 31735 h 36303"/>
                        <a:gd name="connsiteX3" fmla="*/ 1246 w 31374"/>
                        <a:gd name="connsiteY3" fmla="*/ 26085 h 36303"/>
                        <a:gd name="connsiteX4" fmla="*/ 0 w 31374"/>
                        <a:gd name="connsiteY4" fmla="*/ 18166 h 36303"/>
                        <a:gd name="connsiteX5" fmla="*/ 969 w 31374"/>
                        <a:gd name="connsiteY5" fmla="*/ 11077 h 36303"/>
                        <a:gd name="connsiteX6" fmla="*/ 3905 w 31374"/>
                        <a:gd name="connsiteY6" fmla="*/ 5317 h 36303"/>
                        <a:gd name="connsiteX7" fmla="*/ 8806 w 31374"/>
                        <a:gd name="connsiteY7" fmla="*/ 1440 h 36303"/>
                        <a:gd name="connsiteX8" fmla="*/ 15673 w 31374"/>
                        <a:gd name="connsiteY8" fmla="*/ 0 h 36303"/>
                        <a:gd name="connsiteX9" fmla="*/ 22624 w 31374"/>
                        <a:gd name="connsiteY9" fmla="*/ 1440 h 36303"/>
                        <a:gd name="connsiteX10" fmla="*/ 27525 w 31374"/>
                        <a:gd name="connsiteY10" fmla="*/ 5289 h 36303"/>
                        <a:gd name="connsiteX11" fmla="*/ 30433 w 31374"/>
                        <a:gd name="connsiteY11" fmla="*/ 11049 h 36303"/>
                        <a:gd name="connsiteX12" fmla="*/ 31374 w 31374"/>
                        <a:gd name="connsiteY12" fmla="*/ 18166 h 36303"/>
                        <a:gd name="connsiteX13" fmla="*/ 30267 w 31374"/>
                        <a:gd name="connsiteY13" fmla="*/ 25614 h 36303"/>
                        <a:gd name="connsiteX14" fmla="*/ 27082 w 31374"/>
                        <a:gd name="connsiteY14" fmla="*/ 31319 h 36303"/>
                        <a:gd name="connsiteX15" fmla="*/ 22098 w 31374"/>
                        <a:gd name="connsiteY15" fmla="*/ 35002 h 36303"/>
                        <a:gd name="connsiteX16" fmla="*/ 15646 w 31374"/>
                        <a:gd name="connsiteY16" fmla="*/ 36303 h 36303"/>
                        <a:gd name="connsiteX17" fmla="*/ 27248 w 31374"/>
                        <a:gd name="connsiteY17" fmla="*/ 18166 h 36303"/>
                        <a:gd name="connsiteX18" fmla="*/ 26584 w 31374"/>
                        <a:gd name="connsiteY18" fmla="*/ 12461 h 36303"/>
                        <a:gd name="connsiteX19" fmla="*/ 24562 w 31374"/>
                        <a:gd name="connsiteY19" fmla="*/ 7837 h 36303"/>
                        <a:gd name="connsiteX20" fmla="*/ 21018 w 31374"/>
                        <a:gd name="connsiteY20" fmla="*/ 4735 h 36303"/>
                        <a:gd name="connsiteX21" fmla="*/ 15701 w 31374"/>
                        <a:gd name="connsiteY21" fmla="*/ 3600 h 36303"/>
                        <a:gd name="connsiteX22" fmla="*/ 10440 w 31374"/>
                        <a:gd name="connsiteY22" fmla="*/ 4818 h 36303"/>
                        <a:gd name="connsiteX23" fmla="*/ 6868 w 31374"/>
                        <a:gd name="connsiteY23" fmla="*/ 8086 h 36303"/>
                        <a:gd name="connsiteX24" fmla="*/ 4846 w 31374"/>
                        <a:gd name="connsiteY24" fmla="*/ 12738 h 36303"/>
                        <a:gd name="connsiteX25" fmla="*/ 4181 w 31374"/>
                        <a:gd name="connsiteY25" fmla="*/ 18166 h 36303"/>
                        <a:gd name="connsiteX26" fmla="*/ 4929 w 31374"/>
                        <a:gd name="connsiteY26" fmla="*/ 24036 h 36303"/>
                        <a:gd name="connsiteX27" fmla="*/ 7117 w 31374"/>
                        <a:gd name="connsiteY27" fmla="*/ 28660 h 36303"/>
                        <a:gd name="connsiteX28" fmla="*/ 10717 w 31374"/>
                        <a:gd name="connsiteY28" fmla="*/ 31651 h 36303"/>
                        <a:gd name="connsiteX29" fmla="*/ 15701 w 31374"/>
                        <a:gd name="connsiteY29" fmla="*/ 32704 h 36303"/>
                        <a:gd name="connsiteX30" fmla="*/ 20962 w 31374"/>
                        <a:gd name="connsiteY30" fmla="*/ 31485 h 36303"/>
                        <a:gd name="connsiteX31" fmla="*/ 24535 w 31374"/>
                        <a:gd name="connsiteY31" fmla="*/ 28190 h 36303"/>
                        <a:gd name="connsiteX32" fmla="*/ 26556 w 31374"/>
                        <a:gd name="connsiteY32" fmla="*/ 23538 h 36303"/>
                        <a:gd name="connsiteX33" fmla="*/ 27221 w 31374"/>
                        <a:gd name="connsiteY33" fmla="*/ 18166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1374" h="36303">
                          <a:moveTo>
                            <a:pt x="15729" y="36303"/>
                          </a:moveTo>
                          <a:cubicBezTo>
                            <a:pt x="13541" y="36248"/>
                            <a:pt x="11492" y="35860"/>
                            <a:pt x="9609" y="35113"/>
                          </a:cubicBezTo>
                          <a:cubicBezTo>
                            <a:pt x="7698" y="34365"/>
                            <a:pt x="6037" y="33230"/>
                            <a:pt x="4625" y="31735"/>
                          </a:cubicBezTo>
                          <a:cubicBezTo>
                            <a:pt x="3212" y="30239"/>
                            <a:pt x="2077" y="28356"/>
                            <a:pt x="1246" y="26085"/>
                          </a:cubicBezTo>
                          <a:cubicBezTo>
                            <a:pt x="415" y="23814"/>
                            <a:pt x="0" y="21184"/>
                            <a:pt x="0" y="18166"/>
                          </a:cubicBezTo>
                          <a:cubicBezTo>
                            <a:pt x="0" y="15646"/>
                            <a:pt x="332" y="13292"/>
                            <a:pt x="969" y="11077"/>
                          </a:cubicBezTo>
                          <a:cubicBezTo>
                            <a:pt x="1634" y="8889"/>
                            <a:pt x="2603" y="6978"/>
                            <a:pt x="3905" y="5317"/>
                          </a:cubicBezTo>
                          <a:cubicBezTo>
                            <a:pt x="5206" y="3655"/>
                            <a:pt x="6840" y="2381"/>
                            <a:pt x="8806" y="1440"/>
                          </a:cubicBezTo>
                          <a:cubicBezTo>
                            <a:pt x="10772" y="499"/>
                            <a:pt x="13070" y="0"/>
                            <a:pt x="15673" y="0"/>
                          </a:cubicBezTo>
                          <a:cubicBezTo>
                            <a:pt x="18276" y="0"/>
                            <a:pt x="20658" y="471"/>
                            <a:pt x="22624" y="1440"/>
                          </a:cubicBezTo>
                          <a:cubicBezTo>
                            <a:pt x="24590" y="2409"/>
                            <a:pt x="26224" y="3683"/>
                            <a:pt x="27525" y="5289"/>
                          </a:cubicBezTo>
                          <a:cubicBezTo>
                            <a:pt x="28827" y="6895"/>
                            <a:pt x="29796" y="8834"/>
                            <a:pt x="30433" y="11049"/>
                          </a:cubicBezTo>
                          <a:cubicBezTo>
                            <a:pt x="31070" y="13264"/>
                            <a:pt x="31374" y="15646"/>
                            <a:pt x="31374" y="18166"/>
                          </a:cubicBezTo>
                          <a:cubicBezTo>
                            <a:pt x="31374" y="20907"/>
                            <a:pt x="31014" y="23399"/>
                            <a:pt x="30267" y="25614"/>
                          </a:cubicBezTo>
                          <a:cubicBezTo>
                            <a:pt x="29519" y="27830"/>
                            <a:pt x="28467" y="29740"/>
                            <a:pt x="27082" y="31319"/>
                          </a:cubicBezTo>
                          <a:cubicBezTo>
                            <a:pt x="25698" y="32897"/>
                            <a:pt x="24036" y="34144"/>
                            <a:pt x="22098" y="35002"/>
                          </a:cubicBezTo>
                          <a:cubicBezTo>
                            <a:pt x="20159" y="35860"/>
                            <a:pt x="17999" y="36303"/>
                            <a:pt x="15646" y="36303"/>
                          </a:cubicBezTo>
                          <a:close/>
                          <a:moveTo>
                            <a:pt x="27248" y="18166"/>
                          </a:moveTo>
                          <a:cubicBezTo>
                            <a:pt x="27248" y="16117"/>
                            <a:pt x="27027" y="14233"/>
                            <a:pt x="26584" y="12461"/>
                          </a:cubicBezTo>
                          <a:cubicBezTo>
                            <a:pt x="26141" y="10689"/>
                            <a:pt x="25476" y="9138"/>
                            <a:pt x="24562" y="7837"/>
                          </a:cubicBezTo>
                          <a:cubicBezTo>
                            <a:pt x="23649" y="6535"/>
                            <a:pt x="22458" y="5511"/>
                            <a:pt x="21018" y="4735"/>
                          </a:cubicBezTo>
                          <a:cubicBezTo>
                            <a:pt x="19578" y="3988"/>
                            <a:pt x="17806" y="3600"/>
                            <a:pt x="15701" y="3600"/>
                          </a:cubicBezTo>
                          <a:cubicBezTo>
                            <a:pt x="13597" y="3600"/>
                            <a:pt x="11880" y="4015"/>
                            <a:pt x="10440" y="4818"/>
                          </a:cubicBezTo>
                          <a:cubicBezTo>
                            <a:pt x="8972" y="5649"/>
                            <a:pt x="7781" y="6729"/>
                            <a:pt x="6868" y="8086"/>
                          </a:cubicBezTo>
                          <a:cubicBezTo>
                            <a:pt x="5954" y="9443"/>
                            <a:pt x="5261" y="10993"/>
                            <a:pt x="4846" y="12738"/>
                          </a:cubicBezTo>
                          <a:cubicBezTo>
                            <a:pt x="4431" y="14483"/>
                            <a:pt x="4181" y="16283"/>
                            <a:pt x="4181" y="18166"/>
                          </a:cubicBezTo>
                          <a:cubicBezTo>
                            <a:pt x="4181" y="20298"/>
                            <a:pt x="4431" y="22264"/>
                            <a:pt x="4929" y="24036"/>
                          </a:cubicBezTo>
                          <a:cubicBezTo>
                            <a:pt x="5428" y="25836"/>
                            <a:pt x="6175" y="27359"/>
                            <a:pt x="7117" y="28660"/>
                          </a:cubicBezTo>
                          <a:cubicBezTo>
                            <a:pt x="8086" y="29935"/>
                            <a:pt x="9277" y="30931"/>
                            <a:pt x="10717" y="31651"/>
                          </a:cubicBezTo>
                          <a:cubicBezTo>
                            <a:pt x="12157" y="32371"/>
                            <a:pt x="13818" y="32704"/>
                            <a:pt x="15701" y="32704"/>
                          </a:cubicBezTo>
                          <a:cubicBezTo>
                            <a:pt x="17750" y="32704"/>
                            <a:pt x="19523" y="32288"/>
                            <a:pt x="20962" y="31485"/>
                          </a:cubicBezTo>
                          <a:cubicBezTo>
                            <a:pt x="22430" y="30655"/>
                            <a:pt x="23621" y="29574"/>
                            <a:pt x="24535" y="28190"/>
                          </a:cubicBezTo>
                          <a:cubicBezTo>
                            <a:pt x="25448" y="26805"/>
                            <a:pt x="26141" y="25254"/>
                            <a:pt x="26556" y="23538"/>
                          </a:cubicBezTo>
                          <a:cubicBezTo>
                            <a:pt x="26971" y="21821"/>
                            <a:pt x="27221" y="20021"/>
                            <a:pt x="27221" y="18166"/>
                          </a:cubicBezTo>
                          <a:close/>
                        </a:path>
                      </a:pathLst>
                    </a:custGeom>
                    <a:solidFill>
                      <a:srgbClr val="8371B3"/>
                    </a:solidFill>
                    <a:ln w="2767" cap="flat">
                      <a:noFill/>
                      <a:prstDash val="solid"/>
                      <a:miter/>
                    </a:ln>
                  </p:spPr>
                  <p:txBody>
                    <a:bodyPr rtlCol="0" anchor="ctr"/>
                    <a:lstStyle/>
                    <a:p>
                      <a:endParaRPr lang="en-US"/>
                    </a:p>
                  </p:txBody>
                </p:sp>
                <p:sp>
                  <p:nvSpPr>
                    <p:cNvPr id="3783" name="Freeform 3782">
                      <a:extLst>
                        <a:ext uri="{FF2B5EF4-FFF2-40B4-BE49-F238E27FC236}">
                          <a16:creationId xmlns:a16="http://schemas.microsoft.com/office/drawing/2014/main" id="{A7B2F5F1-BD22-6C56-3224-24C787521137}"/>
                        </a:ext>
                      </a:extLst>
                    </p:cNvPr>
                    <p:cNvSpPr/>
                    <p:nvPr/>
                  </p:nvSpPr>
                  <p:spPr>
                    <a:xfrm>
                      <a:off x="2959754" y="4186539"/>
                      <a:ext cx="46078" cy="35417"/>
                    </a:xfrm>
                    <a:custGeom>
                      <a:avLst/>
                      <a:gdLst>
                        <a:gd name="connsiteX0" fmla="*/ 3932 w 46078"/>
                        <a:gd name="connsiteY0" fmla="*/ 35334 h 35417"/>
                        <a:gd name="connsiteX1" fmla="*/ 0 w 46078"/>
                        <a:gd name="connsiteY1" fmla="*/ 35334 h 35417"/>
                        <a:gd name="connsiteX2" fmla="*/ 0 w 46078"/>
                        <a:gd name="connsiteY2" fmla="*/ 914 h 35417"/>
                        <a:gd name="connsiteX3" fmla="*/ 3932 w 46078"/>
                        <a:gd name="connsiteY3" fmla="*/ 914 h 35417"/>
                        <a:gd name="connsiteX4" fmla="*/ 3932 w 46078"/>
                        <a:gd name="connsiteY4" fmla="*/ 6092 h 35417"/>
                        <a:gd name="connsiteX5" fmla="*/ 4071 w 46078"/>
                        <a:gd name="connsiteY5" fmla="*/ 6092 h 35417"/>
                        <a:gd name="connsiteX6" fmla="*/ 8391 w 46078"/>
                        <a:gd name="connsiteY6" fmla="*/ 1551 h 35417"/>
                        <a:gd name="connsiteX7" fmla="*/ 14538 w 46078"/>
                        <a:gd name="connsiteY7" fmla="*/ 0 h 35417"/>
                        <a:gd name="connsiteX8" fmla="*/ 18526 w 46078"/>
                        <a:gd name="connsiteY8" fmla="*/ 526 h 35417"/>
                        <a:gd name="connsiteX9" fmla="*/ 21295 w 46078"/>
                        <a:gd name="connsiteY9" fmla="*/ 1966 h 35417"/>
                        <a:gd name="connsiteX10" fmla="*/ 23205 w 46078"/>
                        <a:gd name="connsiteY10" fmla="*/ 4071 h 35417"/>
                        <a:gd name="connsiteX11" fmla="*/ 24479 w 46078"/>
                        <a:gd name="connsiteY11" fmla="*/ 6674 h 35417"/>
                        <a:gd name="connsiteX12" fmla="*/ 29020 w 46078"/>
                        <a:gd name="connsiteY12" fmla="*/ 1661 h 35417"/>
                        <a:gd name="connsiteX13" fmla="*/ 35528 w 46078"/>
                        <a:gd name="connsiteY13" fmla="*/ 28 h 35417"/>
                        <a:gd name="connsiteX14" fmla="*/ 41066 w 46078"/>
                        <a:gd name="connsiteY14" fmla="*/ 1191 h 35417"/>
                        <a:gd name="connsiteX15" fmla="*/ 44251 w 46078"/>
                        <a:gd name="connsiteY15" fmla="*/ 4237 h 35417"/>
                        <a:gd name="connsiteX16" fmla="*/ 45718 w 46078"/>
                        <a:gd name="connsiteY16" fmla="*/ 8584 h 35417"/>
                        <a:gd name="connsiteX17" fmla="*/ 46078 w 46078"/>
                        <a:gd name="connsiteY17" fmla="*/ 13624 h 35417"/>
                        <a:gd name="connsiteX18" fmla="*/ 46078 w 46078"/>
                        <a:gd name="connsiteY18" fmla="*/ 35362 h 35417"/>
                        <a:gd name="connsiteX19" fmla="*/ 42146 w 46078"/>
                        <a:gd name="connsiteY19" fmla="*/ 35362 h 35417"/>
                        <a:gd name="connsiteX20" fmla="*/ 42146 w 46078"/>
                        <a:gd name="connsiteY20" fmla="*/ 11575 h 35417"/>
                        <a:gd name="connsiteX21" fmla="*/ 40596 w 46078"/>
                        <a:gd name="connsiteY21" fmla="*/ 5732 h 35417"/>
                        <a:gd name="connsiteX22" fmla="*/ 34863 w 46078"/>
                        <a:gd name="connsiteY22" fmla="*/ 3600 h 35417"/>
                        <a:gd name="connsiteX23" fmla="*/ 30710 w 46078"/>
                        <a:gd name="connsiteY23" fmla="*/ 4569 h 35417"/>
                        <a:gd name="connsiteX24" fmla="*/ 27193 w 46078"/>
                        <a:gd name="connsiteY24" fmla="*/ 7532 h 35417"/>
                        <a:gd name="connsiteX25" fmla="*/ 26113 w 46078"/>
                        <a:gd name="connsiteY25" fmla="*/ 9553 h 35417"/>
                        <a:gd name="connsiteX26" fmla="*/ 25421 w 46078"/>
                        <a:gd name="connsiteY26" fmla="*/ 11990 h 35417"/>
                        <a:gd name="connsiteX27" fmla="*/ 25061 w 46078"/>
                        <a:gd name="connsiteY27" fmla="*/ 14510 h 35417"/>
                        <a:gd name="connsiteX28" fmla="*/ 24950 w 46078"/>
                        <a:gd name="connsiteY28" fmla="*/ 16836 h 35417"/>
                        <a:gd name="connsiteX29" fmla="*/ 24950 w 46078"/>
                        <a:gd name="connsiteY29" fmla="*/ 35390 h 35417"/>
                        <a:gd name="connsiteX30" fmla="*/ 21018 w 46078"/>
                        <a:gd name="connsiteY30" fmla="*/ 35390 h 35417"/>
                        <a:gd name="connsiteX31" fmla="*/ 21018 w 46078"/>
                        <a:gd name="connsiteY31" fmla="*/ 11603 h 35417"/>
                        <a:gd name="connsiteX32" fmla="*/ 19467 w 46078"/>
                        <a:gd name="connsiteY32" fmla="*/ 5760 h 35417"/>
                        <a:gd name="connsiteX33" fmla="*/ 13735 w 46078"/>
                        <a:gd name="connsiteY33" fmla="*/ 3628 h 35417"/>
                        <a:gd name="connsiteX34" fmla="*/ 9581 w 46078"/>
                        <a:gd name="connsiteY34" fmla="*/ 4597 h 35417"/>
                        <a:gd name="connsiteX35" fmla="*/ 6064 w 46078"/>
                        <a:gd name="connsiteY35" fmla="*/ 7560 h 35417"/>
                        <a:gd name="connsiteX36" fmla="*/ 4984 w 46078"/>
                        <a:gd name="connsiteY36" fmla="*/ 9581 h 35417"/>
                        <a:gd name="connsiteX37" fmla="*/ 4292 w 46078"/>
                        <a:gd name="connsiteY37" fmla="*/ 12018 h 35417"/>
                        <a:gd name="connsiteX38" fmla="*/ 3932 w 46078"/>
                        <a:gd name="connsiteY38" fmla="*/ 14538 h 35417"/>
                        <a:gd name="connsiteX39" fmla="*/ 3821 w 46078"/>
                        <a:gd name="connsiteY39" fmla="*/ 16864 h 35417"/>
                        <a:gd name="connsiteX40" fmla="*/ 3821 w 46078"/>
                        <a:gd name="connsiteY40" fmla="*/ 35417 h 35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46078" h="35417">
                          <a:moveTo>
                            <a:pt x="3932" y="35334"/>
                          </a:moveTo>
                          <a:lnTo>
                            <a:pt x="0" y="35334"/>
                          </a:lnTo>
                          <a:lnTo>
                            <a:pt x="0" y="914"/>
                          </a:lnTo>
                          <a:lnTo>
                            <a:pt x="3932" y="914"/>
                          </a:lnTo>
                          <a:lnTo>
                            <a:pt x="3932" y="6092"/>
                          </a:lnTo>
                          <a:lnTo>
                            <a:pt x="4071" y="6092"/>
                          </a:lnTo>
                          <a:cubicBezTo>
                            <a:pt x="5068" y="4098"/>
                            <a:pt x="6508" y="2575"/>
                            <a:pt x="8391" y="1551"/>
                          </a:cubicBezTo>
                          <a:cubicBezTo>
                            <a:pt x="10274" y="499"/>
                            <a:pt x="12323" y="0"/>
                            <a:pt x="14538" y="0"/>
                          </a:cubicBezTo>
                          <a:cubicBezTo>
                            <a:pt x="16116" y="0"/>
                            <a:pt x="17446" y="166"/>
                            <a:pt x="18526" y="526"/>
                          </a:cubicBezTo>
                          <a:cubicBezTo>
                            <a:pt x="19606" y="886"/>
                            <a:pt x="20547" y="1357"/>
                            <a:pt x="21295" y="1966"/>
                          </a:cubicBezTo>
                          <a:cubicBezTo>
                            <a:pt x="22070" y="2575"/>
                            <a:pt x="22679" y="3268"/>
                            <a:pt x="23205" y="4071"/>
                          </a:cubicBezTo>
                          <a:cubicBezTo>
                            <a:pt x="23704" y="4874"/>
                            <a:pt x="24119" y="5732"/>
                            <a:pt x="24479" y="6674"/>
                          </a:cubicBezTo>
                          <a:cubicBezTo>
                            <a:pt x="25614" y="4403"/>
                            <a:pt x="27137" y="2741"/>
                            <a:pt x="29020" y="1661"/>
                          </a:cubicBezTo>
                          <a:cubicBezTo>
                            <a:pt x="30931" y="581"/>
                            <a:pt x="33091" y="28"/>
                            <a:pt x="35528" y="28"/>
                          </a:cubicBezTo>
                          <a:cubicBezTo>
                            <a:pt x="37854" y="28"/>
                            <a:pt x="39682" y="415"/>
                            <a:pt x="41066" y="1191"/>
                          </a:cubicBezTo>
                          <a:cubicBezTo>
                            <a:pt x="42451" y="1966"/>
                            <a:pt x="43503" y="2991"/>
                            <a:pt x="44251" y="4237"/>
                          </a:cubicBezTo>
                          <a:cubicBezTo>
                            <a:pt x="44998" y="5483"/>
                            <a:pt x="45497" y="6951"/>
                            <a:pt x="45718" y="8584"/>
                          </a:cubicBezTo>
                          <a:cubicBezTo>
                            <a:pt x="45968" y="10218"/>
                            <a:pt x="46078" y="11907"/>
                            <a:pt x="46078" y="13624"/>
                          </a:cubicBezTo>
                          <a:lnTo>
                            <a:pt x="46078" y="35362"/>
                          </a:lnTo>
                          <a:lnTo>
                            <a:pt x="42146" y="35362"/>
                          </a:lnTo>
                          <a:lnTo>
                            <a:pt x="42146" y="11575"/>
                          </a:lnTo>
                          <a:cubicBezTo>
                            <a:pt x="42146" y="9083"/>
                            <a:pt x="41620" y="7144"/>
                            <a:pt x="40596" y="5732"/>
                          </a:cubicBezTo>
                          <a:cubicBezTo>
                            <a:pt x="39571" y="4320"/>
                            <a:pt x="37660" y="3600"/>
                            <a:pt x="34863" y="3600"/>
                          </a:cubicBezTo>
                          <a:cubicBezTo>
                            <a:pt x="33423" y="3600"/>
                            <a:pt x="32039" y="3932"/>
                            <a:pt x="30710" y="4569"/>
                          </a:cubicBezTo>
                          <a:cubicBezTo>
                            <a:pt x="29380" y="5206"/>
                            <a:pt x="28217" y="6203"/>
                            <a:pt x="27193" y="7532"/>
                          </a:cubicBezTo>
                          <a:cubicBezTo>
                            <a:pt x="26750" y="8114"/>
                            <a:pt x="26390" y="8778"/>
                            <a:pt x="26113" y="9553"/>
                          </a:cubicBezTo>
                          <a:cubicBezTo>
                            <a:pt x="25836" y="10329"/>
                            <a:pt x="25587" y="11132"/>
                            <a:pt x="25421" y="11990"/>
                          </a:cubicBezTo>
                          <a:cubicBezTo>
                            <a:pt x="25254" y="12821"/>
                            <a:pt x="25116" y="13680"/>
                            <a:pt x="25061" y="14510"/>
                          </a:cubicBezTo>
                          <a:cubicBezTo>
                            <a:pt x="25005" y="15341"/>
                            <a:pt x="24950" y="16116"/>
                            <a:pt x="24950" y="16836"/>
                          </a:cubicBezTo>
                          <a:lnTo>
                            <a:pt x="24950" y="35390"/>
                          </a:lnTo>
                          <a:lnTo>
                            <a:pt x="21018" y="35390"/>
                          </a:lnTo>
                          <a:lnTo>
                            <a:pt x="21018" y="11603"/>
                          </a:lnTo>
                          <a:cubicBezTo>
                            <a:pt x="21018" y="9111"/>
                            <a:pt x="20492" y="7172"/>
                            <a:pt x="19467" y="5760"/>
                          </a:cubicBezTo>
                          <a:cubicBezTo>
                            <a:pt x="18443" y="4347"/>
                            <a:pt x="16532" y="3628"/>
                            <a:pt x="13735" y="3628"/>
                          </a:cubicBezTo>
                          <a:cubicBezTo>
                            <a:pt x="12295" y="3628"/>
                            <a:pt x="10910" y="3960"/>
                            <a:pt x="9581" y="4597"/>
                          </a:cubicBezTo>
                          <a:cubicBezTo>
                            <a:pt x="8252" y="5234"/>
                            <a:pt x="7089" y="6231"/>
                            <a:pt x="6064" y="7560"/>
                          </a:cubicBezTo>
                          <a:cubicBezTo>
                            <a:pt x="5621" y="8141"/>
                            <a:pt x="5261" y="8806"/>
                            <a:pt x="4984" y="9581"/>
                          </a:cubicBezTo>
                          <a:cubicBezTo>
                            <a:pt x="4708" y="10357"/>
                            <a:pt x="4458" y="11160"/>
                            <a:pt x="4292" y="12018"/>
                          </a:cubicBezTo>
                          <a:cubicBezTo>
                            <a:pt x="4126" y="12849"/>
                            <a:pt x="3988" y="13707"/>
                            <a:pt x="3932" y="14538"/>
                          </a:cubicBezTo>
                          <a:cubicBezTo>
                            <a:pt x="3877" y="15369"/>
                            <a:pt x="3821" y="16144"/>
                            <a:pt x="3821" y="16864"/>
                          </a:cubicBezTo>
                          <a:lnTo>
                            <a:pt x="3821" y="35417"/>
                          </a:lnTo>
                          <a:close/>
                        </a:path>
                      </a:pathLst>
                    </a:custGeom>
                    <a:solidFill>
                      <a:srgbClr val="8371B3"/>
                    </a:solidFill>
                    <a:ln w="2767" cap="flat">
                      <a:noFill/>
                      <a:prstDash val="solid"/>
                      <a:miter/>
                    </a:ln>
                  </p:spPr>
                  <p:txBody>
                    <a:bodyPr rtlCol="0" anchor="ctr"/>
                    <a:lstStyle/>
                    <a:p>
                      <a:endParaRPr lang="en-US"/>
                    </a:p>
                  </p:txBody>
                </p:sp>
                <p:sp>
                  <p:nvSpPr>
                    <p:cNvPr id="3784" name="Freeform 3783">
                      <a:extLst>
                        <a:ext uri="{FF2B5EF4-FFF2-40B4-BE49-F238E27FC236}">
                          <a16:creationId xmlns:a16="http://schemas.microsoft.com/office/drawing/2014/main" id="{08FF94BC-8BAF-A49F-52E1-1085EDA3BB2F}"/>
                        </a:ext>
                      </a:extLst>
                    </p:cNvPr>
                    <p:cNvSpPr/>
                    <p:nvPr/>
                  </p:nvSpPr>
                  <p:spPr>
                    <a:xfrm>
                      <a:off x="3015303" y="4186484"/>
                      <a:ext cx="31152" cy="48930"/>
                    </a:xfrm>
                    <a:custGeom>
                      <a:avLst/>
                      <a:gdLst>
                        <a:gd name="connsiteX0" fmla="*/ 3932 w 31152"/>
                        <a:gd name="connsiteY0" fmla="*/ 48931 h 48930"/>
                        <a:gd name="connsiteX1" fmla="*/ 0 w 31152"/>
                        <a:gd name="connsiteY1" fmla="*/ 48931 h 48930"/>
                        <a:gd name="connsiteX2" fmla="*/ 0 w 31152"/>
                        <a:gd name="connsiteY2" fmla="*/ 941 h 48930"/>
                        <a:gd name="connsiteX3" fmla="*/ 3932 w 31152"/>
                        <a:gd name="connsiteY3" fmla="*/ 941 h 48930"/>
                        <a:gd name="connsiteX4" fmla="*/ 3932 w 31152"/>
                        <a:gd name="connsiteY4" fmla="*/ 6978 h 48930"/>
                        <a:gd name="connsiteX5" fmla="*/ 4071 w 31152"/>
                        <a:gd name="connsiteY5" fmla="*/ 6978 h 48930"/>
                        <a:gd name="connsiteX6" fmla="*/ 6258 w 31152"/>
                        <a:gd name="connsiteY6" fmla="*/ 3988 h 48930"/>
                        <a:gd name="connsiteX7" fmla="*/ 9194 w 31152"/>
                        <a:gd name="connsiteY7" fmla="*/ 1800 h 48930"/>
                        <a:gd name="connsiteX8" fmla="*/ 12489 w 31152"/>
                        <a:gd name="connsiteY8" fmla="*/ 471 h 48930"/>
                        <a:gd name="connsiteX9" fmla="*/ 15840 w 31152"/>
                        <a:gd name="connsiteY9" fmla="*/ 0 h 48930"/>
                        <a:gd name="connsiteX10" fmla="*/ 22845 w 31152"/>
                        <a:gd name="connsiteY10" fmla="*/ 1385 h 48930"/>
                        <a:gd name="connsiteX11" fmla="*/ 27581 w 31152"/>
                        <a:gd name="connsiteY11" fmla="*/ 5206 h 48930"/>
                        <a:gd name="connsiteX12" fmla="*/ 30294 w 31152"/>
                        <a:gd name="connsiteY12" fmla="*/ 10966 h 48930"/>
                        <a:gd name="connsiteX13" fmla="*/ 31153 w 31152"/>
                        <a:gd name="connsiteY13" fmla="*/ 18083 h 48930"/>
                        <a:gd name="connsiteX14" fmla="*/ 30239 w 31152"/>
                        <a:gd name="connsiteY14" fmla="*/ 25005 h 48930"/>
                        <a:gd name="connsiteX15" fmla="*/ 27442 w 31152"/>
                        <a:gd name="connsiteY15" fmla="*/ 30820 h 48930"/>
                        <a:gd name="connsiteX16" fmla="*/ 22735 w 31152"/>
                        <a:gd name="connsiteY16" fmla="*/ 34808 h 48930"/>
                        <a:gd name="connsiteX17" fmla="*/ 16033 w 31152"/>
                        <a:gd name="connsiteY17" fmla="*/ 36303 h 48930"/>
                        <a:gd name="connsiteX18" fmla="*/ 9111 w 31152"/>
                        <a:gd name="connsiteY18" fmla="*/ 34670 h 48930"/>
                        <a:gd name="connsiteX19" fmla="*/ 3905 w 31152"/>
                        <a:gd name="connsiteY19" fmla="*/ 29851 h 48930"/>
                        <a:gd name="connsiteX20" fmla="*/ 3905 w 31152"/>
                        <a:gd name="connsiteY20" fmla="*/ 48931 h 48930"/>
                        <a:gd name="connsiteX21" fmla="*/ 3932 w 31152"/>
                        <a:gd name="connsiteY21" fmla="*/ 18304 h 48930"/>
                        <a:gd name="connsiteX22" fmla="*/ 4708 w 31152"/>
                        <a:gd name="connsiteY22" fmla="*/ 23842 h 48930"/>
                        <a:gd name="connsiteX23" fmla="*/ 6978 w 31152"/>
                        <a:gd name="connsiteY23" fmla="*/ 28439 h 48930"/>
                        <a:gd name="connsiteX24" fmla="*/ 10578 w 31152"/>
                        <a:gd name="connsiteY24" fmla="*/ 31568 h 48930"/>
                        <a:gd name="connsiteX25" fmla="*/ 15396 w 31152"/>
                        <a:gd name="connsiteY25" fmla="*/ 32731 h 48930"/>
                        <a:gd name="connsiteX26" fmla="*/ 20658 w 31152"/>
                        <a:gd name="connsiteY26" fmla="*/ 31513 h 48930"/>
                        <a:gd name="connsiteX27" fmla="*/ 24368 w 31152"/>
                        <a:gd name="connsiteY27" fmla="*/ 28162 h 48930"/>
                        <a:gd name="connsiteX28" fmla="*/ 26473 w 31152"/>
                        <a:gd name="connsiteY28" fmla="*/ 23205 h 48930"/>
                        <a:gd name="connsiteX29" fmla="*/ 26999 w 31152"/>
                        <a:gd name="connsiteY29" fmla="*/ 17113 h 48930"/>
                        <a:gd name="connsiteX30" fmla="*/ 26113 w 31152"/>
                        <a:gd name="connsiteY30" fmla="*/ 11353 h 48930"/>
                        <a:gd name="connsiteX31" fmla="*/ 23649 w 31152"/>
                        <a:gd name="connsiteY31" fmla="*/ 7145 h 48930"/>
                        <a:gd name="connsiteX32" fmla="*/ 19993 w 31152"/>
                        <a:gd name="connsiteY32" fmla="*/ 4514 h 48930"/>
                        <a:gd name="connsiteX33" fmla="*/ 15396 w 31152"/>
                        <a:gd name="connsiteY33" fmla="*/ 3628 h 48930"/>
                        <a:gd name="connsiteX34" fmla="*/ 10495 w 31152"/>
                        <a:gd name="connsiteY34" fmla="*/ 4763 h 48930"/>
                        <a:gd name="connsiteX35" fmla="*/ 6895 w 31152"/>
                        <a:gd name="connsiteY35" fmla="*/ 7864 h 48930"/>
                        <a:gd name="connsiteX36" fmla="*/ 4708 w 31152"/>
                        <a:gd name="connsiteY36" fmla="*/ 12517 h 48930"/>
                        <a:gd name="connsiteX37" fmla="*/ 3960 w 31152"/>
                        <a:gd name="connsiteY37" fmla="*/ 18332 h 48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1152" h="48930">
                          <a:moveTo>
                            <a:pt x="3932" y="48931"/>
                          </a:moveTo>
                          <a:lnTo>
                            <a:pt x="0" y="48931"/>
                          </a:lnTo>
                          <a:lnTo>
                            <a:pt x="0" y="941"/>
                          </a:lnTo>
                          <a:lnTo>
                            <a:pt x="3932" y="941"/>
                          </a:lnTo>
                          <a:lnTo>
                            <a:pt x="3932" y="6978"/>
                          </a:lnTo>
                          <a:lnTo>
                            <a:pt x="4071" y="6978"/>
                          </a:lnTo>
                          <a:cubicBezTo>
                            <a:pt x="4624" y="5871"/>
                            <a:pt x="5372" y="4874"/>
                            <a:pt x="6258" y="3988"/>
                          </a:cubicBezTo>
                          <a:cubicBezTo>
                            <a:pt x="7144" y="3101"/>
                            <a:pt x="8141" y="2381"/>
                            <a:pt x="9194" y="1800"/>
                          </a:cubicBezTo>
                          <a:cubicBezTo>
                            <a:pt x="10274" y="1219"/>
                            <a:pt x="11354" y="775"/>
                            <a:pt x="12489" y="471"/>
                          </a:cubicBezTo>
                          <a:cubicBezTo>
                            <a:pt x="13624" y="166"/>
                            <a:pt x="14732" y="0"/>
                            <a:pt x="15840" y="0"/>
                          </a:cubicBezTo>
                          <a:cubicBezTo>
                            <a:pt x="18581" y="0"/>
                            <a:pt x="20935" y="471"/>
                            <a:pt x="22845" y="1385"/>
                          </a:cubicBezTo>
                          <a:cubicBezTo>
                            <a:pt x="24756" y="2299"/>
                            <a:pt x="26362" y="3600"/>
                            <a:pt x="27581" y="5206"/>
                          </a:cubicBezTo>
                          <a:cubicBezTo>
                            <a:pt x="28799" y="6812"/>
                            <a:pt x="29740" y="8751"/>
                            <a:pt x="30294" y="10966"/>
                          </a:cubicBezTo>
                          <a:cubicBezTo>
                            <a:pt x="30848" y="13181"/>
                            <a:pt x="31153" y="15563"/>
                            <a:pt x="31153" y="18083"/>
                          </a:cubicBezTo>
                          <a:cubicBezTo>
                            <a:pt x="31153" y="20464"/>
                            <a:pt x="30848" y="22790"/>
                            <a:pt x="30239" y="25005"/>
                          </a:cubicBezTo>
                          <a:cubicBezTo>
                            <a:pt x="29630" y="27221"/>
                            <a:pt x="28688" y="29159"/>
                            <a:pt x="27442" y="30820"/>
                          </a:cubicBezTo>
                          <a:cubicBezTo>
                            <a:pt x="26196" y="32482"/>
                            <a:pt x="24618" y="33811"/>
                            <a:pt x="22735" y="34808"/>
                          </a:cubicBezTo>
                          <a:cubicBezTo>
                            <a:pt x="20824" y="35805"/>
                            <a:pt x="18609" y="36303"/>
                            <a:pt x="16033" y="36303"/>
                          </a:cubicBezTo>
                          <a:cubicBezTo>
                            <a:pt x="13624" y="36303"/>
                            <a:pt x="11326" y="35750"/>
                            <a:pt x="9111" y="34670"/>
                          </a:cubicBezTo>
                          <a:cubicBezTo>
                            <a:pt x="6895" y="33590"/>
                            <a:pt x="5178" y="31984"/>
                            <a:pt x="3905" y="29851"/>
                          </a:cubicBezTo>
                          <a:lnTo>
                            <a:pt x="3905" y="48931"/>
                          </a:lnTo>
                          <a:close/>
                          <a:moveTo>
                            <a:pt x="3932" y="18304"/>
                          </a:moveTo>
                          <a:cubicBezTo>
                            <a:pt x="3932" y="20243"/>
                            <a:pt x="4181" y="22098"/>
                            <a:pt x="4708" y="23842"/>
                          </a:cubicBezTo>
                          <a:cubicBezTo>
                            <a:pt x="5234" y="25587"/>
                            <a:pt x="5981" y="27110"/>
                            <a:pt x="6978" y="28439"/>
                          </a:cubicBezTo>
                          <a:cubicBezTo>
                            <a:pt x="7947" y="29740"/>
                            <a:pt x="9166" y="30793"/>
                            <a:pt x="10578" y="31568"/>
                          </a:cubicBezTo>
                          <a:cubicBezTo>
                            <a:pt x="11990" y="32344"/>
                            <a:pt x="13597" y="32731"/>
                            <a:pt x="15396" y="32731"/>
                          </a:cubicBezTo>
                          <a:cubicBezTo>
                            <a:pt x="17418" y="32731"/>
                            <a:pt x="19162" y="32316"/>
                            <a:pt x="20658" y="31513"/>
                          </a:cubicBezTo>
                          <a:cubicBezTo>
                            <a:pt x="22153" y="30682"/>
                            <a:pt x="23399" y="29574"/>
                            <a:pt x="24368" y="28162"/>
                          </a:cubicBezTo>
                          <a:cubicBezTo>
                            <a:pt x="25338" y="26750"/>
                            <a:pt x="26030" y="25089"/>
                            <a:pt x="26473" y="23205"/>
                          </a:cubicBezTo>
                          <a:cubicBezTo>
                            <a:pt x="26916" y="21323"/>
                            <a:pt x="27082" y="19301"/>
                            <a:pt x="26999" y="17113"/>
                          </a:cubicBezTo>
                          <a:cubicBezTo>
                            <a:pt x="26999" y="14953"/>
                            <a:pt x="26694" y="13015"/>
                            <a:pt x="26113" y="11353"/>
                          </a:cubicBezTo>
                          <a:cubicBezTo>
                            <a:pt x="25532" y="9692"/>
                            <a:pt x="24701" y="8280"/>
                            <a:pt x="23649" y="7145"/>
                          </a:cubicBezTo>
                          <a:cubicBezTo>
                            <a:pt x="22596" y="5981"/>
                            <a:pt x="21378" y="5123"/>
                            <a:pt x="19993" y="4514"/>
                          </a:cubicBezTo>
                          <a:cubicBezTo>
                            <a:pt x="18609" y="3905"/>
                            <a:pt x="17058" y="3628"/>
                            <a:pt x="15396" y="3628"/>
                          </a:cubicBezTo>
                          <a:cubicBezTo>
                            <a:pt x="13569" y="3628"/>
                            <a:pt x="11935" y="4015"/>
                            <a:pt x="10495" y="4763"/>
                          </a:cubicBezTo>
                          <a:cubicBezTo>
                            <a:pt x="9055" y="5511"/>
                            <a:pt x="7864" y="6535"/>
                            <a:pt x="6895" y="7864"/>
                          </a:cubicBezTo>
                          <a:cubicBezTo>
                            <a:pt x="5926" y="9166"/>
                            <a:pt x="5206" y="10717"/>
                            <a:pt x="4708" y="12517"/>
                          </a:cubicBezTo>
                          <a:cubicBezTo>
                            <a:pt x="4209" y="14317"/>
                            <a:pt x="3960" y="16255"/>
                            <a:pt x="3960" y="18332"/>
                          </a:cubicBezTo>
                          <a:close/>
                        </a:path>
                      </a:pathLst>
                    </a:custGeom>
                    <a:solidFill>
                      <a:srgbClr val="8371B3"/>
                    </a:solidFill>
                    <a:ln w="2767" cap="flat">
                      <a:noFill/>
                      <a:prstDash val="solid"/>
                      <a:miter/>
                    </a:ln>
                  </p:spPr>
                  <p:txBody>
                    <a:bodyPr rtlCol="0" anchor="ctr"/>
                    <a:lstStyle/>
                    <a:p>
                      <a:endParaRPr lang="en-US"/>
                    </a:p>
                  </p:txBody>
                </p:sp>
                <p:sp>
                  <p:nvSpPr>
                    <p:cNvPr id="3785" name="Freeform 3784">
                      <a:extLst>
                        <a:ext uri="{FF2B5EF4-FFF2-40B4-BE49-F238E27FC236}">
                          <a16:creationId xmlns:a16="http://schemas.microsoft.com/office/drawing/2014/main" id="{6681ADD7-6D98-980F-50F8-CFF167BFB92E}"/>
                        </a:ext>
                      </a:extLst>
                    </p:cNvPr>
                    <p:cNvSpPr/>
                    <p:nvPr/>
                  </p:nvSpPr>
                  <p:spPr>
                    <a:xfrm>
                      <a:off x="3053157" y="4186567"/>
                      <a:ext cx="31983" cy="36303"/>
                    </a:xfrm>
                    <a:custGeom>
                      <a:avLst/>
                      <a:gdLst>
                        <a:gd name="connsiteX0" fmla="*/ 17307 w 31983"/>
                        <a:gd name="connsiteY0" fmla="*/ 15230 h 36303"/>
                        <a:gd name="connsiteX1" fmla="*/ 19966 w 31983"/>
                        <a:gd name="connsiteY1" fmla="*/ 14843 h 36303"/>
                        <a:gd name="connsiteX2" fmla="*/ 22486 w 31983"/>
                        <a:gd name="connsiteY2" fmla="*/ 14123 h 36303"/>
                        <a:gd name="connsiteX3" fmla="*/ 23704 w 31983"/>
                        <a:gd name="connsiteY3" fmla="*/ 12572 h 36303"/>
                        <a:gd name="connsiteX4" fmla="*/ 23925 w 31983"/>
                        <a:gd name="connsiteY4" fmla="*/ 10550 h 36303"/>
                        <a:gd name="connsiteX5" fmla="*/ 21987 w 31983"/>
                        <a:gd name="connsiteY5" fmla="*/ 5538 h 36303"/>
                        <a:gd name="connsiteX6" fmla="*/ 15480 w 31983"/>
                        <a:gd name="connsiteY6" fmla="*/ 3572 h 36303"/>
                        <a:gd name="connsiteX7" fmla="*/ 11741 w 31983"/>
                        <a:gd name="connsiteY7" fmla="*/ 3932 h 36303"/>
                        <a:gd name="connsiteX8" fmla="*/ 8751 w 31983"/>
                        <a:gd name="connsiteY8" fmla="*/ 5206 h 36303"/>
                        <a:gd name="connsiteX9" fmla="*/ 6646 w 31983"/>
                        <a:gd name="connsiteY9" fmla="*/ 7587 h 36303"/>
                        <a:gd name="connsiteX10" fmla="*/ 5566 w 31983"/>
                        <a:gd name="connsiteY10" fmla="*/ 11353 h 36303"/>
                        <a:gd name="connsiteX11" fmla="*/ 1578 w 31983"/>
                        <a:gd name="connsiteY11" fmla="*/ 11353 h 36303"/>
                        <a:gd name="connsiteX12" fmla="*/ 2963 w 31983"/>
                        <a:gd name="connsiteY12" fmla="*/ 6147 h 36303"/>
                        <a:gd name="connsiteX13" fmla="*/ 6009 w 31983"/>
                        <a:gd name="connsiteY13" fmla="*/ 2631 h 36303"/>
                        <a:gd name="connsiteX14" fmla="*/ 10329 w 31983"/>
                        <a:gd name="connsiteY14" fmla="*/ 637 h 36303"/>
                        <a:gd name="connsiteX15" fmla="*/ 15535 w 31983"/>
                        <a:gd name="connsiteY15" fmla="*/ 0 h 36303"/>
                        <a:gd name="connsiteX16" fmla="*/ 20353 w 31983"/>
                        <a:gd name="connsiteY16" fmla="*/ 554 h 36303"/>
                        <a:gd name="connsiteX17" fmla="*/ 24285 w 31983"/>
                        <a:gd name="connsiteY17" fmla="*/ 2354 h 36303"/>
                        <a:gd name="connsiteX18" fmla="*/ 26916 w 31983"/>
                        <a:gd name="connsiteY18" fmla="*/ 5649 h 36303"/>
                        <a:gd name="connsiteX19" fmla="*/ 27858 w 31983"/>
                        <a:gd name="connsiteY19" fmla="*/ 10689 h 36303"/>
                        <a:gd name="connsiteX20" fmla="*/ 27858 w 31983"/>
                        <a:gd name="connsiteY20" fmla="*/ 29436 h 36303"/>
                        <a:gd name="connsiteX21" fmla="*/ 28688 w 31983"/>
                        <a:gd name="connsiteY21" fmla="*/ 32399 h 36303"/>
                        <a:gd name="connsiteX22" fmla="*/ 31984 w 31983"/>
                        <a:gd name="connsiteY22" fmla="*/ 32094 h 36303"/>
                        <a:gd name="connsiteX23" fmla="*/ 31984 w 31983"/>
                        <a:gd name="connsiteY23" fmla="*/ 35223 h 36303"/>
                        <a:gd name="connsiteX24" fmla="*/ 30654 w 31983"/>
                        <a:gd name="connsiteY24" fmla="*/ 35611 h 36303"/>
                        <a:gd name="connsiteX25" fmla="*/ 28910 w 31983"/>
                        <a:gd name="connsiteY25" fmla="*/ 35888 h 36303"/>
                        <a:gd name="connsiteX26" fmla="*/ 27138 w 31983"/>
                        <a:gd name="connsiteY26" fmla="*/ 35694 h 36303"/>
                        <a:gd name="connsiteX27" fmla="*/ 25559 w 31983"/>
                        <a:gd name="connsiteY27" fmla="*/ 35057 h 36303"/>
                        <a:gd name="connsiteX28" fmla="*/ 24618 w 31983"/>
                        <a:gd name="connsiteY28" fmla="*/ 33866 h 36303"/>
                        <a:gd name="connsiteX29" fmla="*/ 24119 w 31983"/>
                        <a:gd name="connsiteY29" fmla="*/ 32344 h 36303"/>
                        <a:gd name="connsiteX30" fmla="*/ 23981 w 31983"/>
                        <a:gd name="connsiteY30" fmla="*/ 30571 h 36303"/>
                        <a:gd name="connsiteX31" fmla="*/ 18276 w 31983"/>
                        <a:gd name="connsiteY31" fmla="*/ 34836 h 36303"/>
                        <a:gd name="connsiteX32" fmla="*/ 11326 w 31983"/>
                        <a:gd name="connsiteY32" fmla="*/ 36303 h 36303"/>
                        <a:gd name="connsiteX33" fmla="*/ 7034 w 31983"/>
                        <a:gd name="connsiteY33" fmla="*/ 35694 h 36303"/>
                        <a:gd name="connsiteX34" fmla="*/ 3406 w 31983"/>
                        <a:gd name="connsiteY34" fmla="*/ 33839 h 36303"/>
                        <a:gd name="connsiteX35" fmla="*/ 914 w 31983"/>
                        <a:gd name="connsiteY35" fmla="*/ 30737 h 36303"/>
                        <a:gd name="connsiteX36" fmla="*/ 0 w 31983"/>
                        <a:gd name="connsiteY36" fmla="*/ 26390 h 36303"/>
                        <a:gd name="connsiteX37" fmla="*/ 11852 w 31983"/>
                        <a:gd name="connsiteY37" fmla="*/ 16033 h 36303"/>
                        <a:gd name="connsiteX38" fmla="*/ 17280 w 31983"/>
                        <a:gd name="connsiteY38" fmla="*/ 15313 h 36303"/>
                        <a:gd name="connsiteX39" fmla="*/ 23925 w 31983"/>
                        <a:gd name="connsiteY39" fmla="*/ 17224 h 36303"/>
                        <a:gd name="connsiteX40" fmla="*/ 18886 w 31983"/>
                        <a:gd name="connsiteY40" fmla="*/ 18608 h 36303"/>
                        <a:gd name="connsiteX41" fmla="*/ 13790 w 31983"/>
                        <a:gd name="connsiteY41" fmla="*/ 19135 h 36303"/>
                        <a:gd name="connsiteX42" fmla="*/ 6757 w 31983"/>
                        <a:gd name="connsiteY42" fmla="*/ 21184 h 36303"/>
                        <a:gd name="connsiteX43" fmla="*/ 4237 w 31983"/>
                        <a:gd name="connsiteY43" fmla="*/ 26445 h 36303"/>
                        <a:gd name="connsiteX44" fmla="*/ 4874 w 31983"/>
                        <a:gd name="connsiteY44" fmla="*/ 29214 h 36303"/>
                        <a:gd name="connsiteX45" fmla="*/ 6508 w 31983"/>
                        <a:gd name="connsiteY45" fmla="*/ 31153 h 36303"/>
                        <a:gd name="connsiteX46" fmla="*/ 8861 w 31983"/>
                        <a:gd name="connsiteY46" fmla="*/ 32288 h 36303"/>
                        <a:gd name="connsiteX47" fmla="*/ 11575 w 31983"/>
                        <a:gd name="connsiteY47" fmla="*/ 32648 h 36303"/>
                        <a:gd name="connsiteX48" fmla="*/ 16172 w 31983"/>
                        <a:gd name="connsiteY48" fmla="*/ 32039 h 36303"/>
                        <a:gd name="connsiteX49" fmla="*/ 20132 w 31983"/>
                        <a:gd name="connsiteY49" fmla="*/ 30211 h 36303"/>
                        <a:gd name="connsiteX50" fmla="*/ 22929 w 31983"/>
                        <a:gd name="connsiteY50" fmla="*/ 27082 h 36303"/>
                        <a:gd name="connsiteX51" fmla="*/ 23981 w 31983"/>
                        <a:gd name="connsiteY51" fmla="*/ 22596 h 36303"/>
                        <a:gd name="connsiteX52" fmla="*/ 23981 w 31983"/>
                        <a:gd name="connsiteY52" fmla="*/ 17224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31983" h="36303">
                          <a:moveTo>
                            <a:pt x="17307" y="15230"/>
                          </a:moveTo>
                          <a:cubicBezTo>
                            <a:pt x="18055" y="15147"/>
                            <a:pt x="18941" y="15009"/>
                            <a:pt x="19966" y="14843"/>
                          </a:cubicBezTo>
                          <a:cubicBezTo>
                            <a:pt x="20990" y="14677"/>
                            <a:pt x="21821" y="14427"/>
                            <a:pt x="22486" y="14123"/>
                          </a:cubicBezTo>
                          <a:cubicBezTo>
                            <a:pt x="23150" y="13818"/>
                            <a:pt x="23538" y="13292"/>
                            <a:pt x="23704" y="12572"/>
                          </a:cubicBezTo>
                          <a:cubicBezTo>
                            <a:pt x="23870" y="11852"/>
                            <a:pt x="23925" y="11160"/>
                            <a:pt x="23925" y="10550"/>
                          </a:cubicBezTo>
                          <a:cubicBezTo>
                            <a:pt x="23925" y="8501"/>
                            <a:pt x="23289" y="6840"/>
                            <a:pt x="21987" y="5538"/>
                          </a:cubicBezTo>
                          <a:cubicBezTo>
                            <a:pt x="20686" y="4237"/>
                            <a:pt x="18526" y="3572"/>
                            <a:pt x="15480" y="3572"/>
                          </a:cubicBezTo>
                          <a:cubicBezTo>
                            <a:pt x="14123" y="3572"/>
                            <a:pt x="12877" y="3683"/>
                            <a:pt x="11741" y="3932"/>
                          </a:cubicBezTo>
                          <a:cubicBezTo>
                            <a:pt x="10606" y="4181"/>
                            <a:pt x="9609" y="4597"/>
                            <a:pt x="8751" y="5206"/>
                          </a:cubicBezTo>
                          <a:cubicBezTo>
                            <a:pt x="7892" y="5815"/>
                            <a:pt x="7200" y="6591"/>
                            <a:pt x="6646" y="7587"/>
                          </a:cubicBezTo>
                          <a:cubicBezTo>
                            <a:pt x="6092" y="8584"/>
                            <a:pt x="5732" y="9831"/>
                            <a:pt x="5566" y="11353"/>
                          </a:cubicBezTo>
                          <a:lnTo>
                            <a:pt x="1578" y="11353"/>
                          </a:lnTo>
                          <a:cubicBezTo>
                            <a:pt x="1717" y="9304"/>
                            <a:pt x="2160" y="7587"/>
                            <a:pt x="2963" y="6147"/>
                          </a:cubicBezTo>
                          <a:cubicBezTo>
                            <a:pt x="3766" y="4707"/>
                            <a:pt x="4763" y="3545"/>
                            <a:pt x="6009" y="2631"/>
                          </a:cubicBezTo>
                          <a:cubicBezTo>
                            <a:pt x="7255" y="1717"/>
                            <a:pt x="8695" y="1052"/>
                            <a:pt x="10329" y="637"/>
                          </a:cubicBezTo>
                          <a:cubicBezTo>
                            <a:pt x="11963" y="221"/>
                            <a:pt x="13707" y="0"/>
                            <a:pt x="15535" y="0"/>
                          </a:cubicBezTo>
                          <a:cubicBezTo>
                            <a:pt x="17252" y="0"/>
                            <a:pt x="18830" y="194"/>
                            <a:pt x="20353" y="554"/>
                          </a:cubicBezTo>
                          <a:cubicBezTo>
                            <a:pt x="21849" y="941"/>
                            <a:pt x="23178" y="1523"/>
                            <a:pt x="24285" y="2354"/>
                          </a:cubicBezTo>
                          <a:cubicBezTo>
                            <a:pt x="25393" y="3185"/>
                            <a:pt x="26279" y="4265"/>
                            <a:pt x="26916" y="5649"/>
                          </a:cubicBezTo>
                          <a:cubicBezTo>
                            <a:pt x="27553" y="7034"/>
                            <a:pt x="27858" y="8695"/>
                            <a:pt x="27858" y="10689"/>
                          </a:cubicBezTo>
                          <a:lnTo>
                            <a:pt x="27858" y="29436"/>
                          </a:lnTo>
                          <a:cubicBezTo>
                            <a:pt x="27858" y="30986"/>
                            <a:pt x="28134" y="31984"/>
                            <a:pt x="28688" y="32399"/>
                          </a:cubicBezTo>
                          <a:cubicBezTo>
                            <a:pt x="29242" y="32814"/>
                            <a:pt x="30322" y="32731"/>
                            <a:pt x="31984" y="32094"/>
                          </a:cubicBezTo>
                          <a:lnTo>
                            <a:pt x="31984" y="35223"/>
                          </a:lnTo>
                          <a:cubicBezTo>
                            <a:pt x="31679" y="35306"/>
                            <a:pt x="31236" y="35445"/>
                            <a:pt x="30654" y="35611"/>
                          </a:cubicBezTo>
                          <a:cubicBezTo>
                            <a:pt x="30073" y="35777"/>
                            <a:pt x="29491" y="35888"/>
                            <a:pt x="28910" y="35888"/>
                          </a:cubicBezTo>
                          <a:cubicBezTo>
                            <a:pt x="28301" y="35888"/>
                            <a:pt x="27719" y="35832"/>
                            <a:pt x="27138" y="35694"/>
                          </a:cubicBezTo>
                          <a:cubicBezTo>
                            <a:pt x="26473" y="35611"/>
                            <a:pt x="25947" y="35390"/>
                            <a:pt x="25559" y="35057"/>
                          </a:cubicBezTo>
                          <a:cubicBezTo>
                            <a:pt x="25172" y="34725"/>
                            <a:pt x="24839" y="34337"/>
                            <a:pt x="24618" y="33866"/>
                          </a:cubicBezTo>
                          <a:cubicBezTo>
                            <a:pt x="24396" y="33396"/>
                            <a:pt x="24202" y="32897"/>
                            <a:pt x="24119" y="32344"/>
                          </a:cubicBezTo>
                          <a:cubicBezTo>
                            <a:pt x="24036" y="31790"/>
                            <a:pt x="23981" y="31208"/>
                            <a:pt x="23981" y="30571"/>
                          </a:cubicBezTo>
                          <a:cubicBezTo>
                            <a:pt x="22319" y="32426"/>
                            <a:pt x="20409" y="33839"/>
                            <a:pt x="18276" y="34836"/>
                          </a:cubicBezTo>
                          <a:cubicBezTo>
                            <a:pt x="16144" y="35805"/>
                            <a:pt x="13818" y="36303"/>
                            <a:pt x="11326" y="36303"/>
                          </a:cubicBezTo>
                          <a:cubicBezTo>
                            <a:pt x="9831" y="36303"/>
                            <a:pt x="8418" y="36110"/>
                            <a:pt x="7034" y="35694"/>
                          </a:cubicBezTo>
                          <a:cubicBezTo>
                            <a:pt x="5649" y="35306"/>
                            <a:pt x="4458" y="34670"/>
                            <a:pt x="3406" y="33839"/>
                          </a:cubicBezTo>
                          <a:cubicBezTo>
                            <a:pt x="2354" y="33008"/>
                            <a:pt x="1523" y="31956"/>
                            <a:pt x="914" y="30737"/>
                          </a:cubicBezTo>
                          <a:cubicBezTo>
                            <a:pt x="305" y="29519"/>
                            <a:pt x="0" y="28079"/>
                            <a:pt x="0" y="26390"/>
                          </a:cubicBezTo>
                          <a:cubicBezTo>
                            <a:pt x="0" y="20547"/>
                            <a:pt x="3960" y="17086"/>
                            <a:pt x="11852" y="16033"/>
                          </a:cubicBezTo>
                          <a:lnTo>
                            <a:pt x="17280" y="15313"/>
                          </a:lnTo>
                          <a:close/>
                          <a:moveTo>
                            <a:pt x="23925" y="17224"/>
                          </a:moveTo>
                          <a:cubicBezTo>
                            <a:pt x="22264" y="17944"/>
                            <a:pt x="20575" y="18387"/>
                            <a:pt x="18886" y="18608"/>
                          </a:cubicBezTo>
                          <a:cubicBezTo>
                            <a:pt x="17169" y="18830"/>
                            <a:pt x="15480" y="18996"/>
                            <a:pt x="13790" y="19135"/>
                          </a:cubicBezTo>
                          <a:cubicBezTo>
                            <a:pt x="10772" y="19356"/>
                            <a:pt x="8418" y="20049"/>
                            <a:pt x="6757" y="21184"/>
                          </a:cubicBezTo>
                          <a:cubicBezTo>
                            <a:pt x="5095" y="22319"/>
                            <a:pt x="4237" y="24091"/>
                            <a:pt x="4237" y="26445"/>
                          </a:cubicBezTo>
                          <a:cubicBezTo>
                            <a:pt x="4237" y="27498"/>
                            <a:pt x="4431" y="28439"/>
                            <a:pt x="4874" y="29214"/>
                          </a:cubicBezTo>
                          <a:cubicBezTo>
                            <a:pt x="5289" y="29990"/>
                            <a:pt x="5843" y="30626"/>
                            <a:pt x="6508" y="31153"/>
                          </a:cubicBezTo>
                          <a:cubicBezTo>
                            <a:pt x="7172" y="31651"/>
                            <a:pt x="7975" y="32039"/>
                            <a:pt x="8861" y="32288"/>
                          </a:cubicBezTo>
                          <a:cubicBezTo>
                            <a:pt x="9747" y="32537"/>
                            <a:pt x="10661" y="32648"/>
                            <a:pt x="11575" y="32648"/>
                          </a:cubicBezTo>
                          <a:cubicBezTo>
                            <a:pt x="13153" y="32648"/>
                            <a:pt x="14677" y="32454"/>
                            <a:pt x="16172" y="32039"/>
                          </a:cubicBezTo>
                          <a:cubicBezTo>
                            <a:pt x="17667" y="31651"/>
                            <a:pt x="18969" y="31042"/>
                            <a:pt x="20132" y="30211"/>
                          </a:cubicBezTo>
                          <a:cubicBezTo>
                            <a:pt x="21295" y="29380"/>
                            <a:pt x="22209" y="28356"/>
                            <a:pt x="22929" y="27082"/>
                          </a:cubicBezTo>
                          <a:cubicBezTo>
                            <a:pt x="23621" y="25808"/>
                            <a:pt x="23981" y="24313"/>
                            <a:pt x="23981" y="22596"/>
                          </a:cubicBezTo>
                          <a:lnTo>
                            <a:pt x="23981" y="17224"/>
                          </a:lnTo>
                          <a:close/>
                        </a:path>
                      </a:pathLst>
                    </a:custGeom>
                    <a:solidFill>
                      <a:srgbClr val="8371B3"/>
                    </a:solidFill>
                    <a:ln w="2767" cap="flat">
                      <a:noFill/>
                      <a:prstDash val="solid"/>
                      <a:miter/>
                    </a:ln>
                  </p:spPr>
                  <p:txBody>
                    <a:bodyPr rtlCol="0" anchor="ctr"/>
                    <a:lstStyle/>
                    <a:p>
                      <a:endParaRPr lang="en-US"/>
                    </a:p>
                  </p:txBody>
                </p:sp>
                <p:sp>
                  <p:nvSpPr>
                    <p:cNvPr id="3786" name="Freeform 3785">
                      <a:extLst>
                        <a:ext uri="{FF2B5EF4-FFF2-40B4-BE49-F238E27FC236}">
                          <a16:creationId xmlns:a16="http://schemas.microsoft.com/office/drawing/2014/main" id="{B0ED0949-7CDE-F563-508E-669B5DC2DDEE}"/>
                        </a:ext>
                      </a:extLst>
                    </p:cNvPr>
                    <p:cNvSpPr/>
                    <p:nvPr/>
                  </p:nvSpPr>
                  <p:spPr>
                    <a:xfrm>
                      <a:off x="3091482" y="4186511"/>
                      <a:ext cx="15147" cy="35361"/>
                    </a:xfrm>
                    <a:custGeom>
                      <a:avLst/>
                      <a:gdLst>
                        <a:gd name="connsiteX0" fmla="*/ 3932 w 15147"/>
                        <a:gd name="connsiteY0" fmla="*/ 35362 h 35361"/>
                        <a:gd name="connsiteX1" fmla="*/ 0 w 15147"/>
                        <a:gd name="connsiteY1" fmla="*/ 35362 h 35361"/>
                        <a:gd name="connsiteX2" fmla="*/ 0 w 15147"/>
                        <a:gd name="connsiteY2" fmla="*/ 941 h 35361"/>
                        <a:gd name="connsiteX3" fmla="*/ 3932 w 15147"/>
                        <a:gd name="connsiteY3" fmla="*/ 941 h 35361"/>
                        <a:gd name="connsiteX4" fmla="*/ 3932 w 15147"/>
                        <a:gd name="connsiteY4" fmla="*/ 7394 h 35361"/>
                        <a:gd name="connsiteX5" fmla="*/ 4071 w 15147"/>
                        <a:gd name="connsiteY5" fmla="*/ 7394 h 35361"/>
                        <a:gd name="connsiteX6" fmla="*/ 8307 w 15147"/>
                        <a:gd name="connsiteY6" fmla="*/ 1634 h 35361"/>
                        <a:gd name="connsiteX7" fmla="*/ 15147 w 15147"/>
                        <a:gd name="connsiteY7" fmla="*/ 0 h 35361"/>
                        <a:gd name="connsiteX8" fmla="*/ 15147 w 15147"/>
                        <a:gd name="connsiteY8" fmla="*/ 4320 h 35361"/>
                        <a:gd name="connsiteX9" fmla="*/ 9637 w 15147"/>
                        <a:gd name="connsiteY9" fmla="*/ 5372 h 35361"/>
                        <a:gd name="connsiteX10" fmla="*/ 6203 w 15147"/>
                        <a:gd name="connsiteY10" fmla="*/ 8418 h 35361"/>
                        <a:gd name="connsiteX11" fmla="*/ 4431 w 15147"/>
                        <a:gd name="connsiteY11" fmla="*/ 12960 h 35361"/>
                        <a:gd name="connsiteX12" fmla="*/ 3932 w 15147"/>
                        <a:gd name="connsiteY12" fmla="*/ 18443 h 35361"/>
                        <a:gd name="connsiteX13" fmla="*/ 3932 w 15147"/>
                        <a:gd name="connsiteY13" fmla="*/ 35334 h 353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5147" h="35361">
                          <a:moveTo>
                            <a:pt x="3932" y="35362"/>
                          </a:moveTo>
                          <a:lnTo>
                            <a:pt x="0" y="35362"/>
                          </a:lnTo>
                          <a:lnTo>
                            <a:pt x="0" y="941"/>
                          </a:lnTo>
                          <a:lnTo>
                            <a:pt x="3932" y="941"/>
                          </a:lnTo>
                          <a:lnTo>
                            <a:pt x="3932" y="7394"/>
                          </a:lnTo>
                          <a:lnTo>
                            <a:pt x="4071" y="7394"/>
                          </a:lnTo>
                          <a:cubicBezTo>
                            <a:pt x="5151" y="4652"/>
                            <a:pt x="6563" y="2741"/>
                            <a:pt x="8307" y="1634"/>
                          </a:cubicBezTo>
                          <a:cubicBezTo>
                            <a:pt x="10024" y="554"/>
                            <a:pt x="12323" y="0"/>
                            <a:pt x="15147" y="0"/>
                          </a:cubicBezTo>
                          <a:lnTo>
                            <a:pt x="15147" y="4320"/>
                          </a:lnTo>
                          <a:cubicBezTo>
                            <a:pt x="12932" y="4265"/>
                            <a:pt x="11077" y="4625"/>
                            <a:pt x="9637" y="5372"/>
                          </a:cubicBezTo>
                          <a:cubicBezTo>
                            <a:pt x="8197" y="6120"/>
                            <a:pt x="7061" y="7144"/>
                            <a:pt x="6203" y="8418"/>
                          </a:cubicBezTo>
                          <a:cubicBezTo>
                            <a:pt x="5344" y="9692"/>
                            <a:pt x="4763" y="11215"/>
                            <a:pt x="4431" y="12960"/>
                          </a:cubicBezTo>
                          <a:cubicBezTo>
                            <a:pt x="4098" y="14704"/>
                            <a:pt x="3932" y="16532"/>
                            <a:pt x="3932" y="18443"/>
                          </a:cubicBezTo>
                          <a:lnTo>
                            <a:pt x="3932" y="35334"/>
                          </a:lnTo>
                          <a:close/>
                        </a:path>
                      </a:pathLst>
                    </a:custGeom>
                    <a:solidFill>
                      <a:srgbClr val="8371B3"/>
                    </a:solidFill>
                    <a:ln w="2767" cap="flat">
                      <a:noFill/>
                      <a:prstDash val="solid"/>
                      <a:miter/>
                    </a:ln>
                  </p:spPr>
                  <p:txBody>
                    <a:bodyPr rtlCol="0" anchor="ctr"/>
                    <a:lstStyle/>
                    <a:p>
                      <a:endParaRPr lang="en-US"/>
                    </a:p>
                  </p:txBody>
                </p:sp>
                <p:sp>
                  <p:nvSpPr>
                    <p:cNvPr id="3787" name="Freeform 3786">
                      <a:extLst>
                        <a:ext uri="{FF2B5EF4-FFF2-40B4-BE49-F238E27FC236}">
                          <a16:creationId xmlns:a16="http://schemas.microsoft.com/office/drawing/2014/main" id="{0C773875-488D-7864-207B-BD91F5E904CF}"/>
                        </a:ext>
                      </a:extLst>
                    </p:cNvPr>
                    <p:cNvSpPr/>
                    <p:nvPr/>
                  </p:nvSpPr>
                  <p:spPr>
                    <a:xfrm>
                      <a:off x="3111337" y="4186539"/>
                      <a:ext cx="30517" cy="36303"/>
                    </a:xfrm>
                    <a:custGeom>
                      <a:avLst/>
                      <a:gdLst>
                        <a:gd name="connsiteX0" fmla="*/ 4181 w 30517"/>
                        <a:gd name="connsiteY0" fmla="*/ 19052 h 36303"/>
                        <a:gd name="connsiteX1" fmla="*/ 4901 w 30517"/>
                        <a:gd name="connsiteY1" fmla="*/ 24341 h 36303"/>
                        <a:gd name="connsiteX2" fmla="*/ 7034 w 30517"/>
                        <a:gd name="connsiteY2" fmla="*/ 28660 h 36303"/>
                        <a:gd name="connsiteX3" fmla="*/ 10606 w 30517"/>
                        <a:gd name="connsiteY3" fmla="*/ 31596 h 36303"/>
                        <a:gd name="connsiteX4" fmla="*/ 15590 w 30517"/>
                        <a:gd name="connsiteY4" fmla="*/ 32704 h 36303"/>
                        <a:gd name="connsiteX5" fmla="*/ 22209 w 30517"/>
                        <a:gd name="connsiteY5" fmla="*/ 30654 h 36303"/>
                        <a:gd name="connsiteX6" fmla="*/ 25864 w 30517"/>
                        <a:gd name="connsiteY6" fmla="*/ 24811 h 36303"/>
                        <a:gd name="connsiteX7" fmla="*/ 30239 w 30517"/>
                        <a:gd name="connsiteY7" fmla="*/ 24811 h 36303"/>
                        <a:gd name="connsiteX8" fmla="*/ 28328 w 30517"/>
                        <a:gd name="connsiteY8" fmla="*/ 29353 h 36303"/>
                        <a:gd name="connsiteX9" fmla="*/ 25393 w 30517"/>
                        <a:gd name="connsiteY9" fmla="*/ 33008 h 36303"/>
                        <a:gd name="connsiteX10" fmla="*/ 21212 w 30517"/>
                        <a:gd name="connsiteY10" fmla="*/ 35445 h 36303"/>
                        <a:gd name="connsiteX11" fmla="*/ 15590 w 30517"/>
                        <a:gd name="connsiteY11" fmla="*/ 36303 h 36303"/>
                        <a:gd name="connsiteX12" fmla="*/ 8584 w 30517"/>
                        <a:gd name="connsiteY12" fmla="*/ 34919 h 36303"/>
                        <a:gd name="connsiteX13" fmla="*/ 3738 w 30517"/>
                        <a:gd name="connsiteY13" fmla="*/ 31097 h 36303"/>
                        <a:gd name="connsiteX14" fmla="*/ 914 w 30517"/>
                        <a:gd name="connsiteY14" fmla="*/ 25393 h 36303"/>
                        <a:gd name="connsiteX15" fmla="*/ 0 w 30517"/>
                        <a:gd name="connsiteY15" fmla="*/ 18304 h 36303"/>
                        <a:gd name="connsiteX16" fmla="*/ 1080 w 30517"/>
                        <a:gd name="connsiteY16" fmla="*/ 11187 h 36303"/>
                        <a:gd name="connsiteX17" fmla="*/ 4154 w 30517"/>
                        <a:gd name="connsiteY17" fmla="*/ 5372 h 36303"/>
                        <a:gd name="connsiteX18" fmla="*/ 9027 w 30517"/>
                        <a:gd name="connsiteY18" fmla="*/ 1440 h 36303"/>
                        <a:gd name="connsiteX19" fmla="*/ 15590 w 30517"/>
                        <a:gd name="connsiteY19" fmla="*/ 0 h 36303"/>
                        <a:gd name="connsiteX20" fmla="*/ 26584 w 30517"/>
                        <a:gd name="connsiteY20" fmla="*/ 4874 h 36303"/>
                        <a:gd name="connsiteX21" fmla="*/ 30516 w 30517"/>
                        <a:gd name="connsiteY21" fmla="*/ 19052 h 36303"/>
                        <a:gd name="connsiteX22" fmla="*/ 4181 w 30517"/>
                        <a:gd name="connsiteY22" fmla="*/ 19052 h 36303"/>
                        <a:gd name="connsiteX23" fmla="*/ 26307 w 30517"/>
                        <a:gd name="connsiteY23" fmla="*/ 15729 h 36303"/>
                        <a:gd name="connsiteX24" fmla="*/ 25614 w 30517"/>
                        <a:gd name="connsiteY24" fmla="*/ 10966 h 36303"/>
                        <a:gd name="connsiteX25" fmla="*/ 23593 w 30517"/>
                        <a:gd name="connsiteY25" fmla="*/ 7117 h 36303"/>
                        <a:gd name="connsiteX26" fmla="*/ 20215 w 30517"/>
                        <a:gd name="connsiteY26" fmla="*/ 4514 h 36303"/>
                        <a:gd name="connsiteX27" fmla="*/ 15563 w 30517"/>
                        <a:gd name="connsiteY27" fmla="*/ 3545 h 36303"/>
                        <a:gd name="connsiteX28" fmla="*/ 10938 w 30517"/>
                        <a:gd name="connsiteY28" fmla="*/ 4541 h 36303"/>
                        <a:gd name="connsiteX29" fmla="*/ 7532 w 30517"/>
                        <a:gd name="connsiteY29" fmla="*/ 7200 h 36303"/>
                        <a:gd name="connsiteX30" fmla="*/ 5261 w 30517"/>
                        <a:gd name="connsiteY30" fmla="*/ 11049 h 36303"/>
                        <a:gd name="connsiteX31" fmla="*/ 4154 w 30517"/>
                        <a:gd name="connsiteY31" fmla="*/ 15701 h 36303"/>
                        <a:gd name="connsiteX32" fmla="*/ 26279 w 30517"/>
                        <a:gd name="connsiteY32" fmla="*/ 15701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0517" h="36303">
                          <a:moveTo>
                            <a:pt x="4181" y="19052"/>
                          </a:moveTo>
                          <a:cubicBezTo>
                            <a:pt x="4181" y="20907"/>
                            <a:pt x="4431" y="22679"/>
                            <a:pt x="4901" y="24341"/>
                          </a:cubicBezTo>
                          <a:cubicBezTo>
                            <a:pt x="5372" y="26002"/>
                            <a:pt x="6092" y="27442"/>
                            <a:pt x="7034" y="28660"/>
                          </a:cubicBezTo>
                          <a:cubicBezTo>
                            <a:pt x="7975" y="29879"/>
                            <a:pt x="9166" y="30848"/>
                            <a:pt x="10606" y="31596"/>
                          </a:cubicBezTo>
                          <a:cubicBezTo>
                            <a:pt x="12046" y="32316"/>
                            <a:pt x="13707" y="32704"/>
                            <a:pt x="15590" y="32704"/>
                          </a:cubicBezTo>
                          <a:cubicBezTo>
                            <a:pt x="18166" y="32704"/>
                            <a:pt x="20381" y="32011"/>
                            <a:pt x="22209" y="30654"/>
                          </a:cubicBezTo>
                          <a:cubicBezTo>
                            <a:pt x="24036" y="29297"/>
                            <a:pt x="25254" y="27331"/>
                            <a:pt x="25864" y="24811"/>
                          </a:cubicBezTo>
                          <a:lnTo>
                            <a:pt x="30239" y="24811"/>
                          </a:lnTo>
                          <a:cubicBezTo>
                            <a:pt x="29768" y="26445"/>
                            <a:pt x="29131" y="27968"/>
                            <a:pt x="28328" y="29353"/>
                          </a:cubicBezTo>
                          <a:cubicBezTo>
                            <a:pt x="27525" y="30737"/>
                            <a:pt x="26556" y="31956"/>
                            <a:pt x="25393" y="33008"/>
                          </a:cubicBezTo>
                          <a:cubicBezTo>
                            <a:pt x="24202" y="34060"/>
                            <a:pt x="22818" y="34863"/>
                            <a:pt x="21212" y="35445"/>
                          </a:cubicBezTo>
                          <a:cubicBezTo>
                            <a:pt x="19606" y="36026"/>
                            <a:pt x="17723" y="36303"/>
                            <a:pt x="15590" y="36303"/>
                          </a:cubicBezTo>
                          <a:cubicBezTo>
                            <a:pt x="12877" y="36303"/>
                            <a:pt x="10550" y="35833"/>
                            <a:pt x="8584" y="34919"/>
                          </a:cubicBezTo>
                          <a:cubicBezTo>
                            <a:pt x="6618" y="33977"/>
                            <a:pt x="5012" y="32704"/>
                            <a:pt x="3738" y="31097"/>
                          </a:cubicBezTo>
                          <a:cubicBezTo>
                            <a:pt x="2465" y="29491"/>
                            <a:pt x="1523" y="27580"/>
                            <a:pt x="914" y="25393"/>
                          </a:cubicBezTo>
                          <a:cubicBezTo>
                            <a:pt x="305" y="23205"/>
                            <a:pt x="0" y="20852"/>
                            <a:pt x="0" y="18304"/>
                          </a:cubicBezTo>
                          <a:cubicBezTo>
                            <a:pt x="0" y="15757"/>
                            <a:pt x="360" y="13403"/>
                            <a:pt x="1080" y="11187"/>
                          </a:cubicBezTo>
                          <a:cubicBezTo>
                            <a:pt x="1800" y="8972"/>
                            <a:pt x="2825" y="7034"/>
                            <a:pt x="4154" y="5372"/>
                          </a:cubicBezTo>
                          <a:cubicBezTo>
                            <a:pt x="5483" y="3711"/>
                            <a:pt x="7117" y="2409"/>
                            <a:pt x="9027" y="1440"/>
                          </a:cubicBezTo>
                          <a:cubicBezTo>
                            <a:pt x="10938" y="471"/>
                            <a:pt x="13126" y="0"/>
                            <a:pt x="15590" y="0"/>
                          </a:cubicBezTo>
                          <a:cubicBezTo>
                            <a:pt x="20270" y="0"/>
                            <a:pt x="23925" y="1634"/>
                            <a:pt x="26584" y="4874"/>
                          </a:cubicBezTo>
                          <a:cubicBezTo>
                            <a:pt x="29242" y="8114"/>
                            <a:pt x="30571" y="12849"/>
                            <a:pt x="30516" y="19052"/>
                          </a:cubicBezTo>
                          <a:lnTo>
                            <a:pt x="4181" y="19052"/>
                          </a:lnTo>
                          <a:close/>
                          <a:moveTo>
                            <a:pt x="26307" y="15729"/>
                          </a:moveTo>
                          <a:cubicBezTo>
                            <a:pt x="26307" y="14039"/>
                            <a:pt x="26085" y="12461"/>
                            <a:pt x="25614" y="10966"/>
                          </a:cubicBezTo>
                          <a:cubicBezTo>
                            <a:pt x="25144" y="9471"/>
                            <a:pt x="24479" y="8197"/>
                            <a:pt x="23593" y="7117"/>
                          </a:cubicBezTo>
                          <a:cubicBezTo>
                            <a:pt x="22707" y="6037"/>
                            <a:pt x="21572" y="5178"/>
                            <a:pt x="20215" y="4514"/>
                          </a:cubicBezTo>
                          <a:cubicBezTo>
                            <a:pt x="18858" y="3877"/>
                            <a:pt x="17307" y="3545"/>
                            <a:pt x="15563" y="3545"/>
                          </a:cubicBezTo>
                          <a:cubicBezTo>
                            <a:pt x="13818" y="3545"/>
                            <a:pt x="12267" y="3877"/>
                            <a:pt x="10938" y="4541"/>
                          </a:cubicBezTo>
                          <a:cubicBezTo>
                            <a:pt x="9609" y="5206"/>
                            <a:pt x="8474" y="6092"/>
                            <a:pt x="7532" y="7200"/>
                          </a:cubicBezTo>
                          <a:cubicBezTo>
                            <a:pt x="6591" y="8307"/>
                            <a:pt x="5843" y="9581"/>
                            <a:pt x="5261" y="11049"/>
                          </a:cubicBezTo>
                          <a:cubicBezTo>
                            <a:pt x="4680" y="12517"/>
                            <a:pt x="4320" y="14067"/>
                            <a:pt x="4154" y="15701"/>
                          </a:cubicBezTo>
                          <a:lnTo>
                            <a:pt x="26279" y="15701"/>
                          </a:lnTo>
                          <a:close/>
                        </a:path>
                      </a:pathLst>
                    </a:custGeom>
                    <a:solidFill>
                      <a:srgbClr val="8371B3"/>
                    </a:solidFill>
                    <a:ln w="2767" cap="flat">
                      <a:noFill/>
                      <a:prstDash val="solid"/>
                      <a:miter/>
                    </a:ln>
                  </p:spPr>
                  <p:txBody>
                    <a:bodyPr rtlCol="0" anchor="ctr"/>
                    <a:lstStyle/>
                    <a:p>
                      <a:endParaRPr lang="en-US"/>
                    </a:p>
                  </p:txBody>
                </p:sp>
                <p:sp>
                  <p:nvSpPr>
                    <p:cNvPr id="3788" name="Freeform 3787">
                      <a:extLst>
                        <a:ext uri="{FF2B5EF4-FFF2-40B4-BE49-F238E27FC236}">
                          <a16:creationId xmlns:a16="http://schemas.microsoft.com/office/drawing/2014/main" id="{5132BBD3-6590-60AA-E0BA-AA9A06C8B79C}"/>
                        </a:ext>
                      </a:extLst>
                    </p:cNvPr>
                    <p:cNvSpPr/>
                    <p:nvPr/>
                  </p:nvSpPr>
                  <p:spPr>
                    <a:xfrm>
                      <a:off x="3148499" y="4174023"/>
                      <a:ext cx="31152" cy="48792"/>
                    </a:xfrm>
                    <a:custGeom>
                      <a:avLst/>
                      <a:gdLst>
                        <a:gd name="connsiteX0" fmla="*/ 27220 w 31152"/>
                        <a:gd name="connsiteY0" fmla="*/ 0 h 48792"/>
                        <a:gd name="connsiteX1" fmla="*/ 31153 w 31152"/>
                        <a:gd name="connsiteY1" fmla="*/ 0 h 48792"/>
                        <a:gd name="connsiteX2" fmla="*/ 31153 w 31152"/>
                        <a:gd name="connsiteY2" fmla="*/ 47851 h 48792"/>
                        <a:gd name="connsiteX3" fmla="*/ 27220 w 31152"/>
                        <a:gd name="connsiteY3" fmla="*/ 47851 h 48792"/>
                        <a:gd name="connsiteX4" fmla="*/ 27220 w 31152"/>
                        <a:gd name="connsiteY4" fmla="*/ 41814 h 48792"/>
                        <a:gd name="connsiteX5" fmla="*/ 27082 w 31152"/>
                        <a:gd name="connsiteY5" fmla="*/ 41814 h 48792"/>
                        <a:gd name="connsiteX6" fmla="*/ 24894 w 31152"/>
                        <a:gd name="connsiteY6" fmla="*/ 44832 h 48792"/>
                        <a:gd name="connsiteX7" fmla="*/ 21959 w 31152"/>
                        <a:gd name="connsiteY7" fmla="*/ 46992 h 48792"/>
                        <a:gd name="connsiteX8" fmla="*/ 18664 w 31152"/>
                        <a:gd name="connsiteY8" fmla="*/ 48322 h 48792"/>
                        <a:gd name="connsiteX9" fmla="*/ 15313 w 31152"/>
                        <a:gd name="connsiteY9" fmla="*/ 48792 h 48792"/>
                        <a:gd name="connsiteX10" fmla="*/ 8307 w 31152"/>
                        <a:gd name="connsiteY10" fmla="*/ 47408 h 48792"/>
                        <a:gd name="connsiteX11" fmla="*/ 3572 w 31152"/>
                        <a:gd name="connsiteY11" fmla="*/ 43586 h 48792"/>
                        <a:gd name="connsiteX12" fmla="*/ 858 w 31152"/>
                        <a:gd name="connsiteY12" fmla="*/ 37826 h 48792"/>
                        <a:gd name="connsiteX13" fmla="*/ 0 w 31152"/>
                        <a:gd name="connsiteY13" fmla="*/ 30710 h 48792"/>
                        <a:gd name="connsiteX14" fmla="*/ 914 w 31152"/>
                        <a:gd name="connsiteY14" fmla="*/ 23787 h 48792"/>
                        <a:gd name="connsiteX15" fmla="*/ 3683 w 31152"/>
                        <a:gd name="connsiteY15" fmla="*/ 17972 h 48792"/>
                        <a:gd name="connsiteX16" fmla="*/ 8390 w 31152"/>
                        <a:gd name="connsiteY16" fmla="*/ 13984 h 48792"/>
                        <a:gd name="connsiteX17" fmla="*/ 15092 w 31152"/>
                        <a:gd name="connsiteY17" fmla="*/ 12489 h 48792"/>
                        <a:gd name="connsiteX18" fmla="*/ 22014 w 31152"/>
                        <a:gd name="connsiteY18" fmla="*/ 14123 h 48792"/>
                        <a:gd name="connsiteX19" fmla="*/ 27220 w 31152"/>
                        <a:gd name="connsiteY19" fmla="*/ 18941 h 48792"/>
                        <a:gd name="connsiteX20" fmla="*/ 27220 w 31152"/>
                        <a:gd name="connsiteY20" fmla="*/ 0 h 48792"/>
                        <a:gd name="connsiteX21" fmla="*/ 27220 w 31152"/>
                        <a:gd name="connsiteY21" fmla="*/ 30488 h 48792"/>
                        <a:gd name="connsiteX22" fmla="*/ 26445 w 31152"/>
                        <a:gd name="connsiteY22" fmla="*/ 24950 h 48792"/>
                        <a:gd name="connsiteX23" fmla="*/ 24174 w 31152"/>
                        <a:gd name="connsiteY23" fmla="*/ 20353 h 48792"/>
                        <a:gd name="connsiteX24" fmla="*/ 20575 w 31152"/>
                        <a:gd name="connsiteY24" fmla="*/ 17224 h 48792"/>
                        <a:gd name="connsiteX25" fmla="*/ 15756 w 31152"/>
                        <a:gd name="connsiteY25" fmla="*/ 16061 h 48792"/>
                        <a:gd name="connsiteX26" fmla="*/ 10440 w 31152"/>
                        <a:gd name="connsiteY26" fmla="*/ 17279 h 48792"/>
                        <a:gd name="connsiteX27" fmla="*/ 6784 w 31152"/>
                        <a:gd name="connsiteY27" fmla="*/ 20630 h 48792"/>
                        <a:gd name="connsiteX28" fmla="*/ 4680 w 31152"/>
                        <a:gd name="connsiteY28" fmla="*/ 25587 h 48792"/>
                        <a:gd name="connsiteX29" fmla="*/ 4154 w 31152"/>
                        <a:gd name="connsiteY29" fmla="*/ 31679 h 48792"/>
                        <a:gd name="connsiteX30" fmla="*/ 5040 w 31152"/>
                        <a:gd name="connsiteY30" fmla="*/ 37439 h 48792"/>
                        <a:gd name="connsiteX31" fmla="*/ 7504 w 31152"/>
                        <a:gd name="connsiteY31" fmla="*/ 41648 h 48792"/>
                        <a:gd name="connsiteX32" fmla="*/ 11160 w 31152"/>
                        <a:gd name="connsiteY32" fmla="*/ 44278 h 48792"/>
                        <a:gd name="connsiteX33" fmla="*/ 15756 w 31152"/>
                        <a:gd name="connsiteY33" fmla="*/ 45165 h 48792"/>
                        <a:gd name="connsiteX34" fmla="*/ 20658 w 31152"/>
                        <a:gd name="connsiteY34" fmla="*/ 44029 h 48792"/>
                        <a:gd name="connsiteX35" fmla="*/ 24257 w 31152"/>
                        <a:gd name="connsiteY35" fmla="*/ 40928 h 48792"/>
                        <a:gd name="connsiteX36" fmla="*/ 26445 w 31152"/>
                        <a:gd name="connsiteY36" fmla="*/ 36276 h 48792"/>
                        <a:gd name="connsiteX37" fmla="*/ 27193 w 31152"/>
                        <a:gd name="connsiteY37" fmla="*/ 30460 h 487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1152" h="48792">
                          <a:moveTo>
                            <a:pt x="27220" y="0"/>
                          </a:moveTo>
                          <a:lnTo>
                            <a:pt x="31153" y="0"/>
                          </a:lnTo>
                          <a:lnTo>
                            <a:pt x="31153" y="47851"/>
                          </a:lnTo>
                          <a:lnTo>
                            <a:pt x="27220" y="47851"/>
                          </a:lnTo>
                          <a:lnTo>
                            <a:pt x="27220" y="41814"/>
                          </a:lnTo>
                          <a:lnTo>
                            <a:pt x="27082" y="41814"/>
                          </a:lnTo>
                          <a:cubicBezTo>
                            <a:pt x="26500" y="42977"/>
                            <a:pt x="25781" y="43974"/>
                            <a:pt x="24894" y="44832"/>
                          </a:cubicBezTo>
                          <a:cubicBezTo>
                            <a:pt x="24008" y="45691"/>
                            <a:pt x="23011" y="46411"/>
                            <a:pt x="21959" y="46992"/>
                          </a:cubicBezTo>
                          <a:cubicBezTo>
                            <a:pt x="20879" y="47574"/>
                            <a:pt x="19799" y="48017"/>
                            <a:pt x="18664" y="48322"/>
                          </a:cubicBezTo>
                          <a:cubicBezTo>
                            <a:pt x="17528" y="48626"/>
                            <a:pt x="16421" y="48792"/>
                            <a:pt x="15313" y="48792"/>
                          </a:cubicBezTo>
                          <a:cubicBezTo>
                            <a:pt x="12572" y="48792"/>
                            <a:pt x="10218" y="48322"/>
                            <a:pt x="8307" y="47408"/>
                          </a:cubicBezTo>
                          <a:cubicBezTo>
                            <a:pt x="6397" y="46494"/>
                            <a:pt x="4791" y="45192"/>
                            <a:pt x="3572" y="43586"/>
                          </a:cubicBezTo>
                          <a:cubicBezTo>
                            <a:pt x="2326" y="41980"/>
                            <a:pt x="1412" y="40042"/>
                            <a:pt x="858" y="37826"/>
                          </a:cubicBezTo>
                          <a:cubicBezTo>
                            <a:pt x="305" y="35611"/>
                            <a:pt x="0" y="33230"/>
                            <a:pt x="0" y="30710"/>
                          </a:cubicBezTo>
                          <a:cubicBezTo>
                            <a:pt x="0" y="28328"/>
                            <a:pt x="305" y="26002"/>
                            <a:pt x="914" y="23787"/>
                          </a:cubicBezTo>
                          <a:cubicBezTo>
                            <a:pt x="1523" y="21572"/>
                            <a:pt x="2464" y="19633"/>
                            <a:pt x="3683" y="17972"/>
                          </a:cubicBezTo>
                          <a:cubicBezTo>
                            <a:pt x="4929" y="16310"/>
                            <a:pt x="6507" y="14981"/>
                            <a:pt x="8390" y="13984"/>
                          </a:cubicBezTo>
                          <a:cubicBezTo>
                            <a:pt x="10301" y="12987"/>
                            <a:pt x="12516" y="12489"/>
                            <a:pt x="15092" y="12489"/>
                          </a:cubicBezTo>
                          <a:cubicBezTo>
                            <a:pt x="17501" y="12489"/>
                            <a:pt x="19799" y="13043"/>
                            <a:pt x="22014" y="14123"/>
                          </a:cubicBezTo>
                          <a:cubicBezTo>
                            <a:pt x="24230" y="15203"/>
                            <a:pt x="25947" y="16809"/>
                            <a:pt x="27220" y="18941"/>
                          </a:cubicBezTo>
                          <a:lnTo>
                            <a:pt x="27220" y="0"/>
                          </a:lnTo>
                          <a:close/>
                          <a:moveTo>
                            <a:pt x="27220" y="30488"/>
                          </a:moveTo>
                          <a:cubicBezTo>
                            <a:pt x="27220" y="28550"/>
                            <a:pt x="26971" y="26694"/>
                            <a:pt x="26445" y="24950"/>
                          </a:cubicBezTo>
                          <a:cubicBezTo>
                            <a:pt x="25919" y="23205"/>
                            <a:pt x="25171" y="21683"/>
                            <a:pt x="24174" y="20353"/>
                          </a:cubicBezTo>
                          <a:cubicBezTo>
                            <a:pt x="23205" y="19052"/>
                            <a:pt x="21987" y="17999"/>
                            <a:pt x="20575" y="17224"/>
                          </a:cubicBezTo>
                          <a:cubicBezTo>
                            <a:pt x="19162" y="16449"/>
                            <a:pt x="17556" y="16061"/>
                            <a:pt x="15756" y="16061"/>
                          </a:cubicBezTo>
                          <a:cubicBezTo>
                            <a:pt x="13707" y="16061"/>
                            <a:pt x="11935" y="16477"/>
                            <a:pt x="10440" y="17279"/>
                          </a:cubicBezTo>
                          <a:cubicBezTo>
                            <a:pt x="8944" y="18110"/>
                            <a:pt x="7726" y="19218"/>
                            <a:pt x="6784" y="20630"/>
                          </a:cubicBezTo>
                          <a:cubicBezTo>
                            <a:pt x="5815" y="22043"/>
                            <a:pt x="5123" y="23704"/>
                            <a:pt x="4680" y="25587"/>
                          </a:cubicBezTo>
                          <a:cubicBezTo>
                            <a:pt x="4237" y="27470"/>
                            <a:pt x="4071" y="29491"/>
                            <a:pt x="4154" y="31679"/>
                          </a:cubicBezTo>
                          <a:cubicBezTo>
                            <a:pt x="4154" y="33839"/>
                            <a:pt x="4458" y="35777"/>
                            <a:pt x="5040" y="37439"/>
                          </a:cubicBezTo>
                          <a:cubicBezTo>
                            <a:pt x="5621" y="39100"/>
                            <a:pt x="6452" y="40512"/>
                            <a:pt x="7504" y="41648"/>
                          </a:cubicBezTo>
                          <a:cubicBezTo>
                            <a:pt x="8557" y="42811"/>
                            <a:pt x="9775" y="43669"/>
                            <a:pt x="11160" y="44278"/>
                          </a:cubicBezTo>
                          <a:cubicBezTo>
                            <a:pt x="12544" y="44888"/>
                            <a:pt x="14095" y="45165"/>
                            <a:pt x="15756" y="45165"/>
                          </a:cubicBezTo>
                          <a:cubicBezTo>
                            <a:pt x="17584" y="45165"/>
                            <a:pt x="19218" y="44777"/>
                            <a:pt x="20658" y="44029"/>
                          </a:cubicBezTo>
                          <a:cubicBezTo>
                            <a:pt x="22098" y="43282"/>
                            <a:pt x="23288" y="42257"/>
                            <a:pt x="24257" y="40928"/>
                          </a:cubicBezTo>
                          <a:cubicBezTo>
                            <a:pt x="25227" y="39626"/>
                            <a:pt x="25947" y="38076"/>
                            <a:pt x="26445" y="36276"/>
                          </a:cubicBezTo>
                          <a:cubicBezTo>
                            <a:pt x="26944" y="34476"/>
                            <a:pt x="27193" y="32537"/>
                            <a:pt x="27193" y="30460"/>
                          </a:cubicBezTo>
                          <a:close/>
                        </a:path>
                      </a:pathLst>
                    </a:custGeom>
                    <a:solidFill>
                      <a:srgbClr val="8371B3"/>
                    </a:solidFill>
                    <a:ln w="2767" cap="flat">
                      <a:noFill/>
                      <a:prstDash val="solid"/>
                      <a:miter/>
                    </a:ln>
                  </p:spPr>
                  <p:txBody>
                    <a:bodyPr rtlCol="0" anchor="ctr"/>
                    <a:lstStyle/>
                    <a:p>
                      <a:endParaRPr lang="en-US"/>
                    </a:p>
                  </p:txBody>
                </p:sp>
              </p:grpSp>
              <p:sp>
                <p:nvSpPr>
                  <p:cNvPr id="3810" name="Freeform 3809">
                    <a:extLst>
                      <a:ext uri="{FF2B5EF4-FFF2-40B4-BE49-F238E27FC236}">
                        <a16:creationId xmlns:a16="http://schemas.microsoft.com/office/drawing/2014/main" id="{B957796D-BD00-1B68-5A91-DB348B5CBF03}"/>
                      </a:ext>
                    </a:extLst>
                  </p:cNvPr>
                  <p:cNvSpPr/>
                  <p:nvPr/>
                </p:nvSpPr>
                <p:spPr>
                  <a:xfrm>
                    <a:off x="3630880" y="6376515"/>
                    <a:ext cx="283413" cy="9405"/>
                  </a:xfrm>
                  <a:custGeom>
                    <a:avLst/>
                    <a:gdLst>
                      <a:gd name="connsiteX0" fmla="*/ 0 w 83434"/>
                      <a:gd name="connsiteY0" fmla="*/ 0 h 2769"/>
                      <a:gd name="connsiteX1" fmla="*/ 83434 w 83434"/>
                      <a:gd name="connsiteY1" fmla="*/ 0 h 2769"/>
                    </a:gdLst>
                    <a:ahLst/>
                    <a:cxnLst>
                      <a:cxn ang="0">
                        <a:pos x="connsiteX0" y="connsiteY0"/>
                      </a:cxn>
                      <a:cxn ang="0">
                        <a:pos x="connsiteX1" y="connsiteY1"/>
                      </a:cxn>
                    </a:cxnLst>
                    <a:rect l="l" t="t" r="r" b="b"/>
                    <a:pathLst>
                      <a:path w="83434" h="2769">
                        <a:moveTo>
                          <a:pt x="0" y="0"/>
                        </a:moveTo>
                        <a:lnTo>
                          <a:pt x="83434" y="0"/>
                        </a:lnTo>
                      </a:path>
                    </a:pathLst>
                  </a:custGeom>
                  <a:ln w="5534" cap="flat">
                    <a:solidFill>
                      <a:srgbClr val="8371B3"/>
                    </a:solidFill>
                    <a:prstDash val="solid"/>
                    <a:miter/>
                  </a:ln>
                </p:spPr>
                <p:txBody>
                  <a:bodyPr rtlCol="0" anchor="ctr"/>
                  <a:lstStyle/>
                  <a:p>
                    <a:endParaRPr lang="en-US" sz="2000" dirty="0">
                      <a:latin typeface="Helvetica" pitchFamily="2" charset="0"/>
                    </a:endParaRPr>
                  </a:p>
                </p:txBody>
              </p:sp>
            </p:grpSp>
            <p:sp>
              <p:nvSpPr>
                <p:cNvPr id="8" name="Rectangle 7">
                  <a:extLst>
                    <a:ext uri="{FF2B5EF4-FFF2-40B4-BE49-F238E27FC236}">
                      <a16:creationId xmlns:a16="http://schemas.microsoft.com/office/drawing/2014/main" id="{890293E6-A2C1-56CA-C263-4F8B8379FDB7}"/>
                    </a:ext>
                  </a:extLst>
                </p:cNvPr>
                <p:cNvSpPr/>
                <p:nvPr/>
              </p:nvSpPr>
              <p:spPr>
                <a:xfrm>
                  <a:off x="5047293" y="4517943"/>
                  <a:ext cx="1008350" cy="1308258"/>
                </a:xfrm>
                <a:prstGeom prst="rect">
                  <a:avLst/>
                </a:prstGeom>
                <a:solidFill>
                  <a:schemeClr val="accent5">
                    <a:lumMod val="40000"/>
                    <a:lumOff val="60000"/>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A8983364-7E68-27D4-6828-DBBAB3E23BDE}"/>
                    </a:ext>
                  </a:extLst>
                </p:cNvPr>
                <p:cNvSpPr/>
                <p:nvPr/>
              </p:nvSpPr>
              <p:spPr>
                <a:xfrm>
                  <a:off x="7267960" y="4517943"/>
                  <a:ext cx="1008350" cy="1308258"/>
                </a:xfrm>
                <a:prstGeom prst="rect">
                  <a:avLst/>
                </a:prstGeom>
                <a:solidFill>
                  <a:schemeClr val="accent5">
                    <a:lumMod val="40000"/>
                    <a:lumOff val="60000"/>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7" name="Group 16">
              <a:extLst>
                <a:ext uri="{FF2B5EF4-FFF2-40B4-BE49-F238E27FC236}">
                  <a16:creationId xmlns:a16="http://schemas.microsoft.com/office/drawing/2014/main" id="{AC0CC8F0-B520-2E2F-7328-B8DA7447836A}"/>
                </a:ext>
              </a:extLst>
            </p:cNvPr>
            <p:cNvGrpSpPr/>
            <p:nvPr/>
          </p:nvGrpSpPr>
          <p:grpSpPr>
            <a:xfrm>
              <a:off x="1716837" y="1502627"/>
              <a:ext cx="4624011" cy="2064109"/>
              <a:chOff x="1716837" y="1502627"/>
              <a:chExt cx="4624011" cy="2064109"/>
            </a:xfrm>
          </p:grpSpPr>
          <p:grpSp>
            <p:nvGrpSpPr>
              <p:cNvPr id="48" name="Graphic 14">
                <a:extLst>
                  <a:ext uri="{FF2B5EF4-FFF2-40B4-BE49-F238E27FC236}">
                    <a16:creationId xmlns:a16="http://schemas.microsoft.com/office/drawing/2014/main" id="{B50F2CC6-2AF5-80F3-261C-6FFC22163349}"/>
                  </a:ext>
                </a:extLst>
              </p:cNvPr>
              <p:cNvGrpSpPr/>
              <p:nvPr/>
            </p:nvGrpSpPr>
            <p:grpSpPr>
              <a:xfrm>
                <a:off x="3073673" y="2926831"/>
                <a:ext cx="635547" cy="166015"/>
                <a:chOff x="2346585" y="2768248"/>
                <a:chExt cx="187097" cy="48873"/>
              </a:xfrm>
              <a:solidFill>
                <a:srgbClr val="010101"/>
              </a:solidFill>
            </p:grpSpPr>
            <p:sp>
              <p:nvSpPr>
                <p:cNvPr id="49" name="Freeform 48">
                  <a:extLst>
                    <a:ext uri="{FF2B5EF4-FFF2-40B4-BE49-F238E27FC236}">
                      <a16:creationId xmlns:a16="http://schemas.microsoft.com/office/drawing/2014/main" id="{34914870-AC96-C054-BCF3-D74540A0F67F}"/>
                    </a:ext>
                  </a:extLst>
                </p:cNvPr>
                <p:cNvSpPr/>
                <p:nvPr/>
              </p:nvSpPr>
              <p:spPr>
                <a:xfrm>
                  <a:off x="2346585" y="2780733"/>
                  <a:ext cx="27137" cy="36247"/>
                </a:xfrm>
                <a:custGeom>
                  <a:avLst/>
                  <a:gdLst>
                    <a:gd name="connsiteX0" fmla="*/ 4071 w 27137"/>
                    <a:gd name="connsiteY0" fmla="*/ 24618 h 36247"/>
                    <a:gd name="connsiteX1" fmla="*/ 7421 w 27137"/>
                    <a:gd name="connsiteY1" fmla="*/ 30903 h 36247"/>
                    <a:gd name="connsiteX2" fmla="*/ 14372 w 27137"/>
                    <a:gd name="connsiteY2" fmla="*/ 32731 h 36247"/>
                    <a:gd name="connsiteX3" fmla="*/ 18166 w 27137"/>
                    <a:gd name="connsiteY3" fmla="*/ 32205 h 36247"/>
                    <a:gd name="connsiteX4" fmla="*/ 20796 w 27137"/>
                    <a:gd name="connsiteY4" fmla="*/ 30765 h 36247"/>
                    <a:gd name="connsiteX5" fmla="*/ 22347 w 27137"/>
                    <a:gd name="connsiteY5" fmla="*/ 28744 h 36247"/>
                    <a:gd name="connsiteX6" fmla="*/ 22873 w 27137"/>
                    <a:gd name="connsiteY6" fmla="*/ 26362 h 36247"/>
                    <a:gd name="connsiteX7" fmla="*/ 21239 w 27137"/>
                    <a:gd name="connsiteY7" fmla="*/ 22596 h 36247"/>
                    <a:gd name="connsiteX8" fmla="*/ 17141 w 27137"/>
                    <a:gd name="connsiteY8" fmla="*/ 20658 h 36247"/>
                    <a:gd name="connsiteX9" fmla="*/ 11824 w 27137"/>
                    <a:gd name="connsiteY9" fmla="*/ 19467 h 36247"/>
                    <a:gd name="connsiteX10" fmla="*/ 6507 w 27137"/>
                    <a:gd name="connsiteY10" fmla="*/ 17972 h 36247"/>
                    <a:gd name="connsiteX11" fmla="*/ 2409 w 27137"/>
                    <a:gd name="connsiteY11" fmla="*/ 15119 h 36247"/>
                    <a:gd name="connsiteX12" fmla="*/ 775 w 27137"/>
                    <a:gd name="connsiteY12" fmla="*/ 9858 h 36247"/>
                    <a:gd name="connsiteX13" fmla="*/ 3932 w 27137"/>
                    <a:gd name="connsiteY13" fmla="*/ 2769 h 36247"/>
                    <a:gd name="connsiteX14" fmla="*/ 12876 w 27137"/>
                    <a:gd name="connsiteY14" fmla="*/ 0 h 36247"/>
                    <a:gd name="connsiteX15" fmla="*/ 21959 w 27137"/>
                    <a:gd name="connsiteY15" fmla="*/ 2492 h 36247"/>
                    <a:gd name="connsiteX16" fmla="*/ 26168 w 27137"/>
                    <a:gd name="connsiteY16" fmla="*/ 10827 h 36247"/>
                    <a:gd name="connsiteX17" fmla="*/ 22125 w 27137"/>
                    <a:gd name="connsiteY17" fmla="*/ 10827 h 36247"/>
                    <a:gd name="connsiteX18" fmla="*/ 19107 w 27137"/>
                    <a:gd name="connsiteY18" fmla="*/ 5206 h 36247"/>
                    <a:gd name="connsiteX19" fmla="*/ 12821 w 27137"/>
                    <a:gd name="connsiteY19" fmla="*/ 3572 h 36247"/>
                    <a:gd name="connsiteX20" fmla="*/ 7034 w 27137"/>
                    <a:gd name="connsiteY20" fmla="*/ 5206 h 36247"/>
                    <a:gd name="connsiteX21" fmla="*/ 5040 w 27137"/>
                    <a:gd name="connsiteY21" fmla="*/ 9498 h 36247"/>
                    <a:gd name="connsiteX22" fmla="*/ 6674 w 27137"/>
                    <a:gd name="connsiteY22" fmla="*/ 13043 h 36247"/>
                    <a:gd name="connsiteX23" fmla="*/ 10772 w 27137"/>
                    <a:gd name="connsiteY23" fmla="*/ 15036 h 36247"/>
                    <a:gd name="connsiteX24" fmla="*/ 16089 w 27137"/>
                    <a:gd name="connsiteY24" fmla="*/ 16393 h 36247"/>
                    <a:gd name="connsiteX25" fmla="*/ 21405 w 27137"/>
                    <a:gd name="connsiteY25" fmla="*/ 18082 h 36247"/>
                    <a:gd name="connsiteX26" fmla="*/ 25504 w 27137"/>
                    <a:gd name="connsiteY26" fmla="*/ 21045 h 36247"/>
                    <a:gd name="connsiteX27" fmla="*/ 27137 w 27137"/>
                    <a:gd name="connsiteY27" fmla="*/ 26224 h 36247"/>
                    <a:gd name="connsiteX28" fmla="*/ 26085 w 27137"/>
                    <a:gd name="connsiteY28" fmla="*/ 30571 h 36247"/>
                    <a:gd name="connsiteX29" fmla="*/ 23150 w 27137"/>
                    <a:gd name="connsiteY29" fmla="*/ 33728 h 36247"/>
                    <a:gd name="connsiteX30" fmla="*/ 18719 w 27137"/>
                    <a:gd name="connsiteY30" fmla="*/ 35611 h 36247"/>
                    <a:gd name="connsiteX31" fmla="*/ 13098 w 27137"/>
                    <a:gd name="connsiteY31" fmla="*/ 36248 h 36247"/>
                    <a:gd name="connsiteX32" fmla="*/ 7670 w 27137"/>
                    <a:gd name="connsiteY32" fmla="*/ 35362 h 36247"/>
                    <a:gd name="connsiteX33" fmla="*/ 3655 w 27137"/>
                    <a:gd name="connsiteY33" fmla="*/ 32870 h 36247"/>
                    <a:gd name="connsiteX34" fmla="*/ 1052 w 27137"/>
                    <a:gd name="connsiteY34" fmla="*/ 29159 h 36247"/>
                    <a:gd name="connsiteX35" fmla="*/ 0 w 27137"/>
                    <a:gd name="connsiteY35" fmla="*/ 24562 h 36247"/>
                    <a:gd name="connsiteX36" fmla="*/ 4043 w 27137"/>
                    <a:gd name="connsiteY36" fmla="*/ 24562 h 36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7137" h="36247">
                      <a:moveTo>
                        <a:pt x="4071" y="24618"/>
                      </a:moveTo>
                      <a:cubicBezTo>
                        <a:pt x="4680" y="27580"/>
                        <a:pt x="5815" y="29685"/>
                        <a:pt x="7421" y="30903"/>
                      </a:cubicBezTo>
                      <a:cubicBezTo>
                        <a:pt x="9027" y="32122"/>
                        <a:pt x="11353" y="32731"/>
                        <a:pt x="14372" y="32731"/>
                      </a:cubicBezTo>
                      <a:cubicBezTo>
                        <a:pt x="15839" y="32731"/>
                        <a:pt x="17086" y="32565"/>
                        <a:pt x="18166" y="32205"/>
                      </a:cubicBezTo>
                      <a:cubicBezTo>
                        <a:pt x="19218" y="31845"/>
                        <a:pt x="20104" y="31374"/>
                        <a:pt x="20796" y="30765"/>
                      </a:cubicBezTo>
                      <a:cubicBezTo>
                        <a:pt x="21489" y="30156"/>
                        <a:pt x="22015" y="29491"/>
                        <a:pt x="22347" y="28744"/>
                      </a:cubicBezTo>
                      <a:cubicBezTo>
                        <a:pt x="22707" y="27996"/>
                        <a:pt x="22873" y="27193"/>
                        <a:pt x="22873" y="26362"/>
                      </a:cubicBezTo>
                      <a:cubicBezTo>
                        <a:pt x="22873" y="24673"/>
                        <a:pt x="22319" y="23427"/>
                        <a:pt x="21239" y="22596"/>
                      </a:cubicBezTo>
                      <a:cubicBezTo>
                        <a:pt x="20159" y="21765"/>
                        <a:pt x="18802" y="21129"/>
                        <a:pt x="17141" y="20658"/>
                      </a:cubicBezTo>
                      <a:cubicBezTo>
                        <a:pt x="15479" y="20187"/>
                        <a:pt x="13735" y="19799"/>
                        <a:pt x="11824" y="19467"/>
                      </a:cubicBezTo>
                      <a:cubicBezTo>
                        <a:pt x="9914" y="19135"/>
                        <a:pt x="8141" y="18636"/>
                        <a:pt x="6507" y="17972"/>
                      </a:cubicBezTo>
                      <a:cubicBezTo>
                        <a:pt x="4874" y="17307"/>
                        <a:pt x="3517" y="16366"/>
                        <a:pt x="2409" y="15119"/>
                      </a:cubicBezTo>
                      <a:cubicBezTo>
                        <a:pt x="1301" y="13873"/>
                        <a:pt x="775" y="12129"/>
                        <a:pt x="775" y="9858"/>
                      </a:cubicBezTo>
                      <a:cubicBezTo>
                        <a:pt x="775" y="6978"/>
                        <a:pt x="1828" y="4624"/>
                        <a:pt x="3932" y="2769"/>
                      </a:cubicBezTo>
                      <a:cubicBezTo>
                        <a:pt x="6037" y="941"/>
                        <a:pt x="9027" y="0"/>
                        <a:pt x="12876" y="0"/>
                      </a:cubicBezTo>
                      <a:cubicBezTo>
                        <a:pt x="16726" y="0"/>
                        <a:pt x="19633" y="831"/>
                        <a:pt x="21959" y="2492"/>
                      </a:cubicBezTo>
                      <a:cubicBezTo>
                        <a:pt x="24285" y="4154"/>
                        <a:pt x="25698" y="6923"/>
                        <a:pt x="26168" y="10827"/>
                      </a:cubicBezTo>
                      <a:lnTo>
                        <a:pt x="22125" y="10827"/>
                      </a:lnTo>
                      <a:cubicBezTo>
                        <a:pt x="21765" y="8169"/>
                        <a:pt x="20769" y="6286"/>
                        <a:pt x="19107" y="5206"/>
                      </a:cubicBezTo>
                      <a:cubicBezTo>
                        <a:pt x="17446" y="4126"/>
                        <a:pt x="15341" y="3572"/>
                        <a:pt x="12821" y="3572"/>
                      </a:cubicBezTo>
                      <a:cubicBezTo>
                        <a:pt x="10301" y="3572"/>
                        <a:pt x="8363" y="4126"/>
                        <a:pt x="7034" y="5206"/>
                      </a:cubicBezTo>
                      <a:cubicBezTo>
                        <a:pt x="5704" y="6286"/>
                        <a:pt x="5040" y="7726"/>
                        <a:pt x="5040" y="9498"/>
                      </a:cubicBezTo>
                      <a:cubicBezTo>
                        <a:pt x="5040" y="11049"/>
                        <a:pt x="5594" y="12240"/>
                        <a:pt x="6674" y="13043"/>
                      </a:cubicBezTo>
                      <a:cubicBezTo>
                        <a:pt x="7754" y="13873"/>
                        <a:pt x="9110" y="14538"/>
                        <a:pt x="10772" y="15036"/>
                      </a:cubicBezTo>
                      <a:cubicBezTo>
                        <a:pt x="12406" y="15535"/>
                        <a:pt x="14178" y="16006"/>
                        <a:pt x="16089" y="16393"/>
                      </a:cubicBezTo>
                      <a:cubicBezTo>
                        <a:pt x="17999" y="16781"/>
                        <a:pt x="19772" y="17362"/>
                        <a:pt x="21405" y="18082"/>
                      </a:cubicBezTo>
                      <a:cubicBezTo>
                        <a:pt x="23039" y="18802"/>
                        <a:pt x="24396" y="19799"/>
                        <a:pt x="25504" y="21045"/>
                      </a:cubicBezTo>
                      <a:cubicBezTo>
                        <a:pt x="26584" y="22291"/>
                        <a:pt x="27137" y="24008"/>
                        <a:pt x="27137" y="26224"/>
                      </a:cubicBezTo>
                      <a:cubicBezTo>
                        <a:pt x="27137" y="27857"/>
                        <a:pt x="26778" y="29325"/>
                        <a:pt x="26085" y="30571"/>
                      </a:cubicBezTo>
                      <a:cubicBezTo>
                        <a:pt x="25365" y="31845"/>
                        <a:pt x="24396" y="32897"/>
                        <a:pt x="23150" y="33728"/>
                      </a:cubicBezTo>
                      <a:cubicBezTo>
                        <a:pt x="21904" y="34559"/>
                        <a:pt x="20436" y="35196"/>
                        <a:pt x="18719" y="35611"/>
                      </a:cubicBezTo>
                      <a:cubicBezTo>
                        <a:pt x="17003" y="36026"/>
                        <a:pt x="15147" y="36248"/>
                        <a:pt x="13098" y="36248"/>
                      </a:cubicBezTo>
                      <a:cubicBezTo>
                        <a:pt x="11049" y="36248"/>
                        <a:pt x="9249" y="35943"/>
                        <a:pt x="7670" y="35362"/>
                      </a:cubicBezTo>
                      <a:cubicBezTo>
                        <a:pt x="6092" y="34753"/>
                        <a:pt x="4763" y="33922"/>
                        <a:pt x="3655" y="32870"/>
                      </a:cubicBezTo>
                      <a:cubicBezTo>
                        <a:pt x="2548" y="31817"/>
                        <a:pt x="1689" y="30571"/>
                        <a:pt x="1052" y="29159"/>
                      </a:cubicBezTo>
                      <a:cubicBezTo>
                        <a:pt x="443" y="27747"/>
                        <a:pt x="83" y="26224"/>
                        <a:pt x="0" y="24562"/>
                      </a:cubicBezTo>
                      <a:lnTo>
                        <a:pt x="4043" y="24562"/>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50" name="Freeform 49">
                  <a:extLst>
                    <a:ext uri="{FF2B5EF4-FFF2-40B4-BE49-F238E27FC236}">
                      <a16:creationId xmlns:a16="http://schemas.microsoft.com/office/drawing/2014/main" id="{47CEDE24-8133-36C9-31AA-87D1E4A90104}"/>
                    </a:ext>
                  </a:extLst>
                </p:cNvPr>
                <p:cNvSpPr/>
                <p:nvPr/>
              </p:nvSpPr>
              <p:spPr>
                <a:xfrm>
                  <a:off x="2381947" y="2768244"/>
                  <a:ext cx="4375" cy="47878"/>
                </a:xfrm>
                <a:custGeom>
                  <a:avLst/>
                  <a:gdLst>
                    <a:gd name="connsiteX0" fmla="*/ 0 w 4375"/>
                    <a:gd name="connsiteY0" fmla="*/ 5926 h 47878"/>
                    <a:gd name="connsiteX1" fmla="*/ 0 w 4375"/>
                    <a:gd name="connsiteY1" fmla="*/ 0 h 47878"/>
                    <a:gd name="connsiteX2" fmla="*/ 4375 w 4375"/>
                    <a:gd name="connsiteY2" fmla="*/ 0 h 47878"/>
                    <a:gd name="connsiteX3" fmla="*/ 4375 w 4375"/>
                    <a:gd name="connsiteY3" fmla="*/ 5926 h 47878"/>
                    <a:gd name="connsiteX4" fmla="*/ 0 w 4375"/>
                    <a:gd name="connsiteY4" fmla="*/ 5926 h 47878"/>
                    <a:gd name="connsiteX5" fmla="*/ 194 w 4375"/>
                    <a:gd name="connsiteY5" fmla="*/ 47878 h 47878"/>
                    <a:gd name="connsiteX6" fmla="*/ 194 w 4375"/>
                    <a:gd name="connsiteY6" fmla="*/ 13458 h 47878"/>
                    <a:gd name="connsiteX7" fmla="*/ 4181 w 4375"/>
                    <a:gd name="connsiteY7" fmla="*/ 13458 h 47878"/>
                    <a:gd name="connsiteX8" fmla="*/ 4181 w 4375"/>
                    <a:gd name="connsiteY8" fmla="*/ 47878 h 47878"/>
                    <a:gd name="connsiteX9" fmla="*/ 194 w 4375"/>
                    <a:gd name="connsiteY9" fmla="*/ 47878 h 47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75" h="47878">
                      <a:moveTo>
                        <a:pt x="0" y="5926"/>
                      </a:moveTo>
                      <a:lnTo>
                        <a:pt x="0" y="0"/>
                      </a:lnTo>
                      <a:lnTo>
                        <a:pt x="4375" y="0"/>
                      </a:lnTo>
                      <a:lnTo>
                        <a:pt x="4375" y="5926"/>
                      </a:lnTo>
                      <a:lnTo>
                        <a:pt x="0" y="5926"/>
                      </a:lnTo>
                      <a:close/>
                      <a:moveTo>
                        <a:pt x="194" y="47878"/>
                      </a:moveTo>
                      <a:lnTo>
                        <a:pt x="194" y="13458"/>
                      </a:lnTo>
                      <a:lnTo>
                        <a:pt x="4181" y="13458"/>
                      </a:lnTo>
                      <a:lnTo>
                        <a:pt x="4181" y="47878"/>
                      </a:lnTo>
                      <a:lnTo>
                        <a:pt x="194" y="47878"/>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51" name="Freeform 50">
                  <a:extLst>
                    <a:ext uri="{FF2B5EF4-FFF2-40B4-BE49-F238E27FC236}">
                      <a16:creationId xmlns:a16="http://schemas.microsoft.com/office/drawing/2014/main" id="{BC74F258-DF2A-D544-5BE0-01370839E301}"/>
                    </a:ext>
                  </a:extLst>
                </p:cNvPr>
                <p:cNvSpPr/>
                <p:nvPr/>
              </p:nvSpPr>
              <p:spPr>
                <a:xfrm>
                  <a:off x="2395765" y="2780788"/>
                  <a:ext cx="46798" cy="35417"/>
                </a:xfrm>
                <a:custGeom>
                  <a:avLst/>
                  <a:gdLst>
                    <a:gd name="connsiteX0" fmla="*/ 3988 w 46798"/>
                    <a:gd name="connsiteY0" fmla="*/ 35334 h 35417"/>
                    <a:gd name="connsiteX1" fmla="*/ 0 w 46798"/>
                    <a:gd name="connsiteY1" fmla="*/ 35334 h 35417"/>
                    <a:gd name="connsiteX2" fmla="*/ 0 w 46798"/>
                    <a:gd name="connsiteY2" fmla="*/ 914 h 35417"/>
                    <a:gd name="connsiteX3" fmla="*/ 3988 w 46798"/>
                    <a:gd name="connsiteY3" fmla="*/ 914 h 35417"/>
                    <a:gd name="connsiteX4" fmla="*/ 3988 w 46798"/>
                    <a:gd name="connsiteY4" fmla="*/ 6092 h 35417"/>
                    <a:gd name="connsiteX5" fmla="*/ 4126 w 46798"/>
                    <a:gd name="connsiteY5" fmla="*/ 6092 h 35417"/>
                    <a:gd name="connsiteX6" fmla="*/ 8501 w 46798"/>
                    <a:gd name="connsiteY6" fmla="*/ 1551 h 35417"/>
                    <a:gd name="connsiteX7" fmla="*/ 14759 w 46798"/>
                    <a:gd name="connsiteY7" fmla="*/ 0 h 35417"/>
                    <a:gd name="connsiteX8" fmla="*/ 18802 w 46798"/>
                    <a:gd name="connsiteY8" fmla="*/ 526 h 35417"/>
                    <a:gd name="connsiteX9" fmla="*/ 21627 w 46798"/>
                    <a:gd name="connsiteY9" fmla="*/ 1966 h 35417"/>
                    <a:gd name="connsiteX10" fmla="*/ 23565 w 46798"/>
                    <a:gd name="connsiteY10" fmla="*/ 4071 h 35417"/>
                    <a:gd name="connsiteX11" fmla="*/ 24867 w 46798"/>
                    <a:gd name="connsiteY11" fmla="*/ 6674 h 35417"/>
                    <a:gd name="connsiteX12" fmla="*/ 29491 w 46798"/>
                    <a:gd name="connsiteY12" fmla="*/ 1662 h 35417"/>
                    <a:gd name="connsiteX13" fmla="*/ 36109 w 46798"/>
                    <a:gd name="connsiteY13" fmla="*/ 28 h 35417"/>
                    <a:gd name="connsiteX14" fmla="*/ 41731 w 46798"/>
                    <a:gd name="connsiteY14" fmla="*/ 1191 h 35417"/>
                    <a:gd name="connsiteX15" fmla="*/ 44943 w 46798"/>
                    <a:gd name="connsiteY15" fmla="*/ 4237 h 35417"/>
                    <a:gd name="connsiteX16" fmla="*/ 46438 w 46798"/>
                    <a:gd name="connsiteY16" fmla="*/ 8584 h 35417"/>
                    <a:gd name="connsiteX17" fmla="*/ 46798 w 46798"/>
                    <a:gd name="connsiteY17" fmla="*/ 13624 h 35417"/>
                    <a:gd name="connsiteX18" fmla="*/ 46798 w 46798"/>
                    <a:gd name="connsiteY18" fmla="*/ 35362 h 35417"/>
                    <a:gd name="connsiteX19" fmla="*/ 42811 w 46798"/>
                    <a:gd name="connsiteY19" fmla="*/ 35362 h 35417"/>
                    <a:gd name="connsiteX20" fmla="*/ 42811 w 46798"/>
                    <a:gd name="connsiteY20" fmla="*/ 11575 h 35417"/>
                    <a:gd name="connsiteX21" fmla="*/ 41260 w 46798"/>
                    <a:gd name="connsiteY21" fmla="*/ 5732 h 35417"/>
                    <a:gd name="connsiteX22" fmla="*/ 35445 w 46798"/>
                    <a:gd name="connsiteY22" fmla="*/ 3600 h 35417"/>
                    <a:gd name="connsiteX23" fmla="*/ 31236 w 46798"/>
                    <a:gd name="connsiteY23" fmla="*/ 4569 h 35417"/>
                    <a:gd name="connsiteX24" fmla="*/ 27691 w 46798"/>
                    <a:gd name="connsiteY24" fmla="*/ 7532 h 35417"/>
                    <a:gd name="connsiteX25" fmla="*/ 26584 w 46798"/>
                    <a:gd name="connsiteY25" fmla="*/ 9554 h 35417"/>
                    <a:gd name="connsiteX26" fmla="*/ 25891 w 46798"/>
                    <a:gd name="connsiteY26" fmla="*/ 11990 h 35417"/>
                    <a:gd name="connsiteX27" fmla="*/ 25531 w 46798"/>
                    <a:gd name="connsiteY27" fmla="*/ 14510 h 35417"/>
                    <a:gd name="connsiteX28" fmla="*/ 25421 w 46798"/>
                    <a:gd name="connsiteY28" fmla="*/ 16836 h 35417"/>
                    <a:gd name="connsiteX29" fmla="*/ 25421 w 46798"/>
                    <a:gd name="connsiteY29" fmla="*/ 35390 h 35417"/>
                    <a:gd name="connsiteX30" fmla="*/ 21433 w 46798"/>
                    <a:gd name="connsiteY30" fmla="*/ 35390 h 35417"/>
                    <a:gd name="connsiteX31" fmla="*/ 21433 w 46798"/>
                    <a:gd name="connsiteY31" fmla="*/ 11603 h 35417"/>
                    <a:gd name="connsiteX32" fmla="*/ 19882 w 46798"/>
                    <a:gd name="connsiteY32" fmla="*/ 5760 h 35417"/>
                    <a:gd name="connsiteX33" fmla="*/ 14067 w 46798"/>
                    <a:gd name="connsiteY33" fmla="*/ 3628 h 35417"/>
                    <a:gd name="connsiteX34" fmla="*/ 9858 w 46798"/>
                    <a:gd name="connsiteY34" fmla="*/ 4597 h 35417"/>
                    <a:gd name="connsiteX35" fmla="*/ 6314 w 46798"/>
                    <a:gd name="connsiteY35" fmla="*/ 7560 h 35417"/>
                    <a:gd name="connsiteX36" fmla="*/ 5206 w 46798"/>
                    <a:gd name="connsiteY36" fmla="*/ 9581 h 35417"/>
                    <a:gd name="connsiteX37" fmla="*/ 4514 w 46798"/>
                    <a:gd name="connsiteY37" fmla="*/ 12018 h 35417"/>
                    <a:gd name="connsiteX38" fmla="*/ 4154 w 46798"/>
                    <a:gd name="connsiteY38" fmla="*/ 14538 h 35417"/>
                    <a:gd name="connsiteX39" fmla="*/ 4043 w 46798"/>
                    <a:gd name="connsiteY39" fmla="*/ 16864 h 35417"/>
                    <a:gd name="connsiteX40" fmla="*/ 4043 w 46798"/>
                    <a:gd name="connsiteY40" fmla="*/ 35417 h 35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46798" h="35417">
                      <a:moveTo>
                        <a:pt x="3988" y="35334"/>
                      </a:moveTo>
                      <a:lnTo>
                        <a:pt x="0" y="35334"/>
                      </a:lnTo>
                      <a:lnTo>
                        <a:pt x="0" y="914"/>
                      </a:lnTo>
                      <a:lnTo>
                        <a:pt x="3988" y="914"/>
                      </a:lnTo>
                      <a:lnTo>
                        <a:pt x="3988" y="6092"/>
                      </a:lnTo>
                      <a:lnTo>
                        <a:pt x="4126" y="6092"/>
                      </a:lnTo>
                      <a:cubicBezTo>
                        <a:pt x="5151" y="4098"/>
                        <a:pt x="6618" y="2575"/>
                        <a:pt x="8501" y="1551"/>
                      </a:cubicBezTo>
                      <a:cubicBezTo>
                        <a:pt x="10412" y="499"/>
                        <a:pt x="12489" y="0"/>
                        <a:pt x="14759" y="0"/>
                      </a:cubicBezTo>
                      <a:cubicBezTo>
                        <a:pt x="16366" y="0"/>
                        <a:pt x="17695" y="166"/>
                        <a:pt x="18802" y="526"/>
                      </a:cubicBezTo>
                      <a:cubicBezTo>
                        <a:pt x="19910" y="886"/>
                        <a:pt x="20852" y="1357"/>
                        <a:pt x="21627" y="1966"/>
                      </a:cubicBezTo>
                      <a:cubicBezTo>
                        <a:pt x="22402" y="2575"/>
                        <a:pt x="23039" y="3268"/>
                        <a:pt x="23565" y="4071"/>
                      </a:cubicBezTo>
                      <a:cubicBezTo>
                        <a:pt x="24064" y="4874"/>
                        <a:pt x="24507" y="5732"/>
                        <a:pt x="24867" y="6674"/>
                      </a:cubicBezTo>
                      <a:cubicBezTo>
                        <a:pt x="26030" y="4403"/>
                        <a:pt x="27553" y="2742"/>
                        <a:pt x="29491" y="1662"/>
                      </a:cubicBezTo>
                      <a:cubicBezTo>
                        <a:pt x="31430" y="582"/>
                        <a:pt x="33617" y="28"/>
                        <a:pt x="36109" y="28"/>
                      </a:cubicBezTo>
                      <a:cubicBezTo>
                        <a:pt x="38463" y="28"/>
                        <a:pt x="40319" y="415"/>
                        <a:pt x="41731" y="1191"/>
                      </a:cubicBezTo>
                      <a:cubicBezTo>
                        <a:pt x="43115" y="1966"/>
                        <a:pt x="44195" y="2991"/>
                        <a:pt x="44943" y="4237"/>
                      </a:cubicBezTo>
                      <a:cubicBezTo>
                        <a:pt x="45691" y="5483"/>
                        <a:pt x="46189" y="6951"/>
                        <a:pt x="46438" y="8584"/>
                      </a:cubicBezTo>
                      <a:cubicBezTo>
                        <a:pt x="46688" y="10218"/>
                        <a:pt x="46798" y="11907"/>
                        <a:pt x="46798" y="13624"/>
                      </a:cubicBezTo>
                      <a:lnTo>
                        <a:pt x="46798" y="35362"/>
                      </a:lnTo>
                      <a:lnTo>
                        <a:pt x="42811" y="35362"/>
                      </a:lnTo>
                      <a:lnTo>
                        <a:pt x="42811" y="11575"/>
                      </a:lnTo>
                      <a:cubicBezTo>
                        <a:pt x="42811" y="9083"/>
                        <a:pt x="42285" y="7144"/>
                        <a:pt x="41260" y="5732"/>
                      </a:cubicBezTo>
                      <a:cubicBezTo>
                        <a:pt x="40208" y="4320"/>
                        <a:pt x="38269" y="3600"/>
                        <a:pt x="35445" y="3600"/>
                      </a:cubicBezTo>
                      <a:cubicBezTo>
                        <a:pt x="33977" y="3600"/>
                        <a:pt x="32565" y="3932"/>
                        <a:pt x="31236" y="4569"/>
                      </a:cubicBezTo>
                      <a:cubicBezTo>
                        <a:pt x="29879" y="5206"/>
                        <a:pt x="28688" y="6203"/>
                        <a:pt x="27691" y="7532"/>
                      </a:cubicBezTo>
                      <a:cubicBezTo>
                        <a:pt x="27248" y="8114"/>
                        <a:pt x="26888" y="8778"/>
                        <a:pt x="26584" y="9554"/>
                      </a:cubicBezTo>
                      <a:cubicBezTo>
                        <a:pt x="26307" y="10329"/>
                        <a:pt x="26058" y="11132"/>
                        <a:pt x="25891" y="11990"/>
                      </a:cubicBezTo>
                      <a:cubicBezTo>
                        <a:pt x="25725" y="12821"/>
                        <a:pt x="25587" y="13680"/>
                        <a:pt x="25531" y="14510"/>
                      </a:cubicBezTo>
                      <a:cubicBezTo>
                        <a:pt x="25476" y="15341"/>
                        <a:pt x="25421" y="16116"/>
                        <a:pt x="25421" y="16836"/>
                      </a:cubicBezTo>
                      <a:lnTo>
                        <a:pt x="25421" y="35390"/>
                      </a:lnTo>
                      <a:lnTo>
                        <a:pt x="21433" y="35390"/>
                      </a:lnTo>
                      <a:lnTo>
                        <a:pt x="21433" y="11603"/>
                      </a:lnTo>
                      <a:cubicBezTo>
                        <a:pt x="21433" y="9111"/>
                        <a:pt x="20907" y="7172"/>
                        <a:pt x="19882" y="5760"/>
                      </a:cubicBezTo>
                      <a:cubicBezTo>
                        <a:pt x="18830" y="4348"/>
                        <a:pt x="16892" y="3628"/>
                        <a:pt x="14067" y="3628"/>
                      </a:cubicBezTo>
                      <a:cubicBezTo>
                        <a:pt x="12600" y="3628"/>
                        <a:pt x="11187" y="3960"/>
                        <a:pt x="9858" y="4597"/>
                      </a:cubicBezTo>
                      <a:cubicBezTo>
                        <a:pt x="8501" y="5234"/>
                        <a:pt x="7310" y="6231"/>
                        <a:pt x="6314" y="7560"/>
                      </a:cubicBezTo>
                      <a:cubicBezTo>
                        <a:pt x="5871" y="8141"/>
                        <a:pt x="5511" y="8806"/>
                        <a:pt x="5206" y="9581"/>
                      </a:cubicBezTo>
                      <a:cubicBezTo>
                        <a:pt x="4929" y="10357"/>
                        <a:pt x="4680" y="11160"/>
                        <a:pt x="4514" y="12018"/>
                      </a:cubicBezTo>
                      <a:cubicBezTo>
                        <a:pt x="4348" y="12849"/>
                        <a:pt x="4209" y="13707"/>
                        <a:pt x="4154" y="14538"/>
                      </a:cubicBezTo>
                      <a:cubicBezTo>
                        <a:pt x="4098" y="15369"/>
                        <a:pt x="4043" y="16144"/>
                        <a:pt x="4043" y="16864"/>
                      </a:cubicBezTo>
                      <a:lnTo>
                        <a:pt x="4043" y="35417"/>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52" name="Freeform 51">
                  <a:extLst>
                    <a:ext uri="{FF2B5EF4-FFF2-40B4-BE49-F238E27FC236}">
                      <a16:creationId xmlns:a16="http://schemas.microsoft.com/office/drawing/2014/main" id="{FCAE3523-2A1C-62A3-C52C-5D3867B68215}"/>
                    </a:ext>
                  </a:extLst>
                </p:cNvPr>
                <p:cNvSpPr/>
                <p:nvPr/>
              </p:nvSpPr>
              <p:spPr>
                <a:xfrm>
                  <a:off x="2452061" y="2768244"/>
                  <a:ext cx="4375" cy="47878"/>
                </a:xfrm>
                <a:custGeom>
                  <a:avLst/>
                  <a:gdLst>
                    <a:gd name="connsiteX0" fmla="*/ 0 w 4375"/>
                    <a:gd name="connsiteY0" fmla="*/ 5926 h 47878"/>
                    <a:gd name="connsiteX1" fmla="*/ 0 w 4375"/>
                    <a:gd name="connsiteY1" fmla="*/ 0 h 47878"/>
                    <a:gd name="connsiteX2" fmla="*/ 4375 w 4375"/>
                    <a:gd name="connsiteY2" fmla="*/ 0 h 47878"/>
                    <a:gd name="connsiteX3" fmla="*/ 4375 w 4375"/>
                    <a:gd name="connsiteY3" fmla="*/ 5926 h 47878"/>
                    <a:gd name="connsiteX4" fmla="*/ 0 w 4375"/>
                    <a:gd name="connsiteY4" fmla="*/ 5926 h 47878"/>
                    <a:gd name="connsiteX5" fmla="*/ 194 w 4375"/>
                    <a:gd name="connsiteY5" fmla="*/ 47878 h 47878"/>
                    <a:gd name="connsiteX6" fmla="*/ 194 w 4375"/>
                    <a:gd name="connsiteY6" fmla="*/ 13458 h 47878"/>
                    <a:gd name="connsiteX7" fmla="*/ 4181 w 4375"/>
                    <a:gd name="connsiteY7" fmla="*/ 13458 h 47878"/>
                    <a:gd name="connsiteX8" fmla="*/ 4181 w 4375"/>
                    <a:gd name="connsiteY8" fmla="*/ 47878 h 47878"/>
                    <a:gd name="connsiteX9" fmla="*/ 194 w 4375"/>
                    <a:gd name="connsiteY9" fmla="*/ 47878 h 47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75" h="47878">
                      <a:moveTo>
                        <a:pt x="0" y="5926"/>
                      </a:moveTo>
                      <a:lnTo>
                        <a:pt x="0" y="0"/>
                      </a:lnTo>
                      <a:lnTo>
                        <a:pt x="4375" y="0"/>
                      </a:lnTo>
                      <a:lnTo>
                        <a:pt x="4375" y="5926"/>
                      </a:lnTo>
                      <a:lnTo>
                        <a:pt x="0" y="5926"/>
                      </a:lnTo>
                      <a:close/>
                      <a:moveTo>
                        <a:pt x="194" y="47878"/>
                      </a:moveTo>
                      <a:lnTo>
                        <a:pt x="194" y="13458"/>
                      </a:lnTo>
                      <a:lnTo>
                        <a:pt x="4181" y="13458"/>
                      </a:lnTo>
                      <a:lnTo>
                        <a:pt x="4181" y="47878"/>
                      </a:lnTo>
                      <a:lnTo>
                        <a:pt x="194" y="47878"/>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53" name="Freeform 52">
                  <a:extLst>
                    <a:ext uri="{FF2B5EF4-FFF2-40B4-BE49-F238E27FC236}">
                      <a16:creationId xmlns:a16="http://schemas.microsoft.com/office/drawing/2014/main" id="{81EA0B78-2888-BE14-618C-8349DC4E84C3}"/>
                    </a:ext>
                  </a:extLst>
                </p:cNvPr>
                <p:cNvSpPr/>
                <p:nvPr/>
              </p:nvSpPr>
              <p:spPr>
                <a:xfrm>
                  <a:off x="2467014" y="2768272"/>
                  <a:ext cx="3987" cy="47850"/>
                </a:xfrm>
                <a:custGeom>
                  <a:avLst/>
                  <a:gdLst>
                    <a:gd name="connsiteX0" fmla="*/ 0 w 3987"/>
                    <a:gd name="connsiteY0" fmla="*/ 47851 h 47850"/>
                    <a:gd name="connsiteX1" fmla="*/ 0 w 3987"/>
                    <a:gd name="connsiteY1" fmla="*/ 0 h 47850"/>
                    <a:gd name="connsiteX2" fmla="*/ 3988 w 3987"/>
                    <a:gd name="connsiteY2" fmla="*/ 0 h 47850"/>
                    <a:gd name="connsiteX3" fmla="*/ 3988 w 3987"/>
                    <a:gd name="connsiteY3" fmla="*/ 47851 h 47850"/>
                    <a:gd name="connsiteX4" fmla="*/ 0 w 3987"/>
                    <a:gd name="connsiteY4" fmla="*/ 47851 h 47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87" h="47850">
                      <a:moveTo>
                        <a:pt x="0" y="47851"/>
                      </a:moveTo>
                      <a:lnTo>
                        <a:pt x="0" y="0"/>
                      </a:lnTo>
                      <a:lnTo>
                        <a:pt x="3988" y="0"/>
                      </a:lnTo>
                      <a:lnTo>
                        <a:pt x="3988" y="47851"/>
                      </a:lnTo>
                      <a:lnTo>
                        <a:pt x="0" y="47851"/>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54" name="Freeform 53">
                  <a:extLst>
                    <a:ext uri="{FF2B5EF4-FFF2-40B4-BE49-F238E27FC236}">
                      <a16:creationId xmlns:a16="http://schemas.microsoft.com/office/drawing/2014/main" id="{34043FC3-53BE-EAD3-6558-6B50AFD3F2C0}"/>
                    </a:ext>
                  </a:extLst>
                </p:cNvPr>
                <p:cNvSpPr/>
                <p:nvPr/>
              </p:nvSpPr>
              <p:spPr>
                <a:xfrm>
                  <a:off x="2479337" y="2780816"/>
                  <a:ext cx="32454" cy="36303"/>
                </a:xfrm>
                <a:custGeom>
                  <a:avLst/>
                  <a:gdLst>
                    <a:gd name="connsiteX0" fmla="*/ 17639 w 32454"/>
                    <a:gd name="connsiteY0" fmla="*/ 15230 h 36303"/>
                    <a:gd name="connsiteX1" fmla="*/ 20325 w 32454"/>
                    <a:gd name="connsiteY1" fmla="*/ 14843 h 36303"/>
                    <a:gd name="connsiteX2" fmla="*/ 22873 w 32454"/>
                    <a:gd name="connsiteY2" fmla="*/ 14123 h 36303"/>
                    <a:gd name="connsiteX3" fmla="*/ 24092 w 32454"/>
                    <a:gd name="connsiteY3" fmla="*/ 12572 h 36303"/>
                    <a:gd name="connsiteX4" fmla="*/ 24313 w 32454"/>
                    <a:gd name="connsiteY4" fmla="*/ 10550 h 36303"/>
                    <a:gd name="connsiteX5" fmla="*/ 22347 w 32454"/>
                    <a:gd name="connsiteY5" fmla="*/ 5538 h 36303"/>
                    <a:gd name="connsiteX6" fmla="*/ 15729 w 32454"/>
                    <a:gd name="connsiteY6" fmla="*/ 3572 h 36303"/>
                    <a:gd name="connsiteX7" fmla="*/ 11935 w 32454"/>
                    <a:gd name="connsiteY7" fmla="*/ 3932 h 36303"/>
                    <a:gd name="connsiteX8" fmla="*/ 8917 w 32454"/>
                    <a:gd name="connsiteY8" fmla="*/ 5206 h 36303"/>
                    <a:gd name="connsiteX9" fmla="*/ 6784 w 32454"/>
                    <a:gd name="connsiteY9" fmla="*/ 7587 h 36303"/>
                    <a:gd name="connsiteX10" fmla="*/ 5677 w 32454"/>
                    <a:gd name="connsiteY10" fmla="*/ 11354 h 36303"/>
                    <a:gd name="connsiteX11" fmla="*/ 1634 w 32454"/>
                    <a:gd name="connsiteY11" fmla="*/ 11354 h 36303"/>
                    <a:gd name="connsiteX12" fmla="*/ 3018 w 32454"/>
                    <a:gd name="connsiteY12" fmla="*/ 6148 h 36303"/>
                    <a:gd name="connsiteX13" fmla="*/ 6120 w 32454"/>
                    <a:gd name="connsiteY13" fmla="*/ 2631 h 36303"/>
                    <a:gd name="connsiteX14" fmla="*/ 10495 w 32454"/>
                    <a:gd name="connsiteY14" fmla="*/ 637 h 36303"/>
                    <a:gd name="connsiteX15" fmla="*/ 15784 w 32454"/>
                    <a:gd name="connsiteY15" fmla="*/ 0 h 36303"/>
                    <a:gd name="connsiteX16" fmla="*/ 20658 w 32454"/>
                    <a:gd name="connsiteY16" fmla="*/ 554 h 36303"/>
                    <a:gd name="connsiteX17" fmla="*/ 24645 w 32454"/>
                    <a:gd name="connsiteY17" fmla="*/ 2354 h 36303"/>
                    <a:gd name="connsiteX18" fmla="*/ 27304 w 32454"/>
                    <a:gd name="connsiteY18" fmla="*/ 5649 h 36303"/>
                    <a:gd name="connsiteX19" fmla="*/ 28273 w 32454"/>
                    <a:gd name="connsiteY19" fmla="*/ 10689 h 36303"/>
                    <a:gd name="connsiteX20" fmla="*/ 28273 w 32454"/>
                    <a:gd name="connsiteY20" fmla="*/ 29436 h 36303"/>
                    <a:gd name="connsiteX21" fmla="*/ 29104 w 32454"/>
                    <a:gd name="connsiteY21" fmla="*/ 32399 h 36303"/>
                    <a:gd name="connsiteX22" fmla="*/ 32454 w 32454"/>
                    <a:gd name="connsiteY22" fmla="*/ 32094 h 36303"/>
                    <a:gd name="connsiteX23" fmla="*/ 32454 w 32454"/>
                    <a:gd name="connsiteY23" fmla="*/ 35223 h 36303"/>
                    <a:gd name="connsiteX24" fmla="*/ 31097 w 32454"/>
                    <a:gd name="connsiteY24" fmla="*/ 35611 h 36303"/>
                    <a:gd name="connsiteX25" fmla="*/ 29325 w 32454"/>
                    <a:gd name="connsiteY25" fmla="*/ 35888 h 36303"/>
                    <a:gd name="connsiteX26" fmla="*/ 27525 w 32454"/>
                    <a:gd name="connsiteY26" fmla="*/ 35694 h 36303"/>
                    <a:gd name="connsiteX27" fmla="*/ 25919 w 32454"/>
                    <a:gd name="connsiteY27" fmla="*/ 35057 h 36303"/>
                    <a:gd name="connsiteX28" fmla="*/ 24950 w 32454"/>
                    <a:gd name="connsiteY28" fmla="*/ 33867 h 36303"/>
                    <a:gd name="connsiteX29" fmla="*/ 24451 w 32454"/>
                    <a:gd name="connsiteY29" fmla="*/ 32343 h 36303"/>
                    <a:gd name="connsiteX30" fmla="*/ 24313 w 32454"/>
                    <a:gd name="connsiteY30" fmla="*/ 30571 h 36303"/>
                    <a:gd name="connsiteX31" fmla="*/ 18526 w 32454"/>
                    <a:gd name="connsiteY31" fmla="*/ 34836 h 36303"/>
                    <a:gd name="connsiteX32" fmla="*/ 11492 w 32454"/>
                    <a:gd name="connsiteY32" fmla="*/ 36303 h 36303"/>
                    <a:gd name="connsiteX33" fmla="*/ 7144 w 32454"/>
                    <a:gd name="connsiteY33" fmla="*/ 35694 h 36303"/>
                    <a:gd name="connsiteX34" fmla="*/ 3461 w 32454"/>
                    <a:gd name="connsiteY34" fmla="*/ 33839 h 36303"/>
                    <a:gd name="connsiteX35" fmla="*/ 941 w 32454"/>
                    <a:gd name="connsiteY35" fmla="*/ 30737 h 36303"/>
                    <a:gd name="connsiteX36" fmla="*/ 0 w 32454"/>
                    <a:gd name="connsiteY36" fmla="*/ 26390 h 36303"/>
                    <a:gd name="connsiteX37" fmla="*/ 12018 w 32454"/>
                    <a:gd name="connsiteY37" fmla="*/ 16033 h 36303"/>
                    <a:gd name="connsiteX38" fmla="*/ 17529 w 32454"/>
                    <a:gd name="connsiteY38" fmla="*/ 15313 h 36303"/>
                    <a:gd name="connsiteX39" fmla="*/ 24368 w 32454"/>
                    <a:gd name="connsiteY39" fmla="*/ 17224 h 36303"/>
                    <a:gd name="connsiteX40" fmla="*/ 19246 w 32454"/>
                    <a:gd name="connsiteY40" fmla="*/ 18609 h 36303"/>
                    <a:gd name="connsiteX41" fmla="*/ 14067 w 32454"/>
                    <a:gd name="connsiteY41" fmla="*/ 19135 h 36303"/>
                    <a:gd name="connsiteX42" fmla="*/ 6923 w 32454"/>
                    <a:gd name="connsiteY42" fmla="*/ 21184 h 36303"/>
                    <a:gd name="connsiteX43" fmla="*/ 4375 w 32454"/>
                    <a:gd name="connsiteY43" fmla="*/ 26445 h 36303"/>
                    <a:gd name="connsiteX44" fmla="*/ 5012 w 32454"/>
                    <a:gd name="connsiteY44" fmla="*/ 29214 h 36303"/>
                    <a:gd name="connsiteX45" fmla="*/ 6674 w 32454"/>
                    <a:gd name="connsiteY45" fmla="*/ 31153 h 36303"/>
                    <a:gd name="connsiteX46" fmla="*/ 9055 w 32454"/>
                    <a:gd name="connsiteY46" fmla="*/ 32288 h 36303"/>
                    <a:gd name="connsiteX47" fmla="*/ 11824 w 32454"/>
                    <a:gd name="connsiteY47" fmla="*/ 32648 h 36303"/>
                    <a:gd name="connsiteX48" fmla="*/ 16476 w 32454"/>
                    <a:gd name="connsiteY48" fmla="*/ 32039 h 36303"/>
                    <a:gd name="connsiteX49" fmla="*/ 20492 w 32454"/>
                    <a:gd name="connsiteY49" fmla="*/ 30211 h 36303"/>
                    <a:gd name="connsiteX50" fmla="*/ 23316 w 32454"/>
                    <a:gd name="connsiteY50" fmla="*/ 27082 h 36303"/>
                    <a:gd name="connsiteX51" fmla="*/ 24368 w 32454"/>
                    <a:gd name="connsiteY51" fmla="*/ 22596 h 36303"/>
                    <a:gd name="connsiteX52" fmla="*/ 24368 w 32454"/>
                    <a:gd name="connsiteY52" fmla="*/ 17224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32454" h="36303">
                      <a:moveTo>
                        <a:pt x="17639" y="15230"/>
                      </a:moveTo>
                      <a:cubicBezTo>
                        <a:pt x="18387" y="15147"/>
                        <a:pt x="19301" y="15009"/>
                        <a:pt x="20325" y="14843"/>
                      </a:cubicBezTo>
                      <a:cubicBezTo>
                        <a:pt x="21378" y="14677"/>
                        <a:pt x="22208" y="14427"/>
                        <a:pt x="22873" y="14123"/>
                      </a:cubicBezTo>
                      <a:cubicBezTo>
                        <a:pt x="23538" y="13818"/>
                        <a:pt x="23953" y="13292"/>
                        <a:pt x="24092" y="12572"/>
                      </a:cubicBezTo>
                      <a:cubicBezTo>
                        <a:pt x="24258" y="11852"/>
                        <a:pt x="24313" y="11160"/>
                        <a:pt x="24313" y="10550"/>
                      </a:cubicBezTo>
                      <a:cubicBezTo>
                        <a:pt x="24313" y="8501"/>
                        <a:pt x="23648" y="6840"/>
                        <a:pt x="22347" y="5538"/>
                      </a:cubicBezTo>
                      <a:cubicBezTo>
                        <a:pt x="21045" y="4237"/>
                        <a:pt x="18830" y="3572"/>
                        <a:pt x="15729" y="3572"/>
                      </a:cubicBezTo>
                      <a:cubicBezTo>
                        <a:pt x="14344" y="3572"/>
                        <a:pt x="13098" y="3683"/>
                        <a:pt x="11935" y="3932"/>
                      </a:cubicBezTo>
                      <a:cubicBezTo>
                        <a:pt x="10772" y="4181"/>
                        <a:pt x="9775" y="4597"/>
                        <a:pt x="8917" y="5206"/>
                      </a:cubicBezTo>
                      <a:cubicBezTo>
                        <a:pt x="8058" y="5815"/>
                        <a:pt x="7338" y="6591"/>
                        <a:pt x="6784" y="7587"/>
                      </a:cubicBezTo>
                      <a:cubicBezTo>
                        <a:pt x="6231" y="8584"/>
                        <a:pt x="5871" y="9831"/>
                        <a:pt x="5677" y="11354"/>
                      </a:cubicBezTo>
                      <a:lnTo>
                        <a:pt x="1634" y="11354"/>
                      </a:lnTo>
                      <a:cubicBezTo>
                        <a:pt x="1772" y="9304"/>
                        <a:pt x="2243" y="7587"/>
                        <a:pt x="3018" y="6148"/>
                      </a:cubicBezTo>
                      <a:cubicBezTo>
                        <a:pt x="3794" y="4708"/>
                        <a:pt x="4846" y="3545"/>
                        <a:pt x="6120" y="2631"/>
                      </a:cubicBezTo>
                      <a:cubicBezTo>
                        <a:pt x="7394" y="1717"/>
                        <a:pt x="8834" y="1052"/>
                        <a:pt x="10495" y="637"/>
                      </a:cubicBezTo>
                      <a:cubicBezTo>
                        <a:pt x="12157" y="222"/>
                        <a:pt x="13929" y="0"/>
                        <a:pt x="15784" y="0"/>
                      </a:cubicBezTo>
                      <a:cubicBezTo>
                        <a:pt x="17501" y="0"/>
                        <a:pt x="19135" y="194"/>
                        <a:pt x="20658" y="554"/>
                      </a:cubicBezTo>
                      <a:cubicBezTo>
                        <a:pt x="22181" y="942"/>
                        <a:pt x="23510" y="1523"/>
                        <a:pt x="24645" y="2354"/>
                      </a:cubicBezTo>
                      <a:cubicBezTo>
                        <a:pt x="25781" y="3185"/>
                        <a:pt x="26667" y="4265"/>
                        <a:pt x="27304" y="5649"/>
                      </a:cubicBezTo>
                      <a:cubicBezTo>
                        <a:pt x="27941" y="7034"/>
                        <a:pt x="28273" y="8695"/>
                        <a:pt x="28273" y="10689"/>
                      </a:cubicBezTo>
                      <a:lnTo>
                        <a:pt x="28273" y="29436"/>
                      </a:lnTo>
                      <a:cubicBezTo>
                        <a:pt x="28273" y="30987"/>
                        <a:pt x="28550" y="31984"/>
                        <a:pt x="29104" y="32399"/>
                      </a:cubicBezTo>
                      <a:cubicBezTo>
                        <a:pt x="29657" y="32814"/>
                        <a:pt x="30765" y="32731"/>
                        <a:pt x="32454" y="32094"/>
                      </a:cubicBezTo>
                      <a:lnTo>
                        <a:pt x="32454" y="35223"/>
                      </a:lnTo>
                      <a:cubicBezTo>
                        <a:pt x="32150" y="35306"/>
                        <a:pt x="31679" y="35445"/>
                        <a:pt x="31097" y="35611"/>
                      </a:cubicBezTo>
                      <a:cubicBezTo>
                        <a:pt x="30488" y="35777"/>
                        <a:pt x="29907" y="35888"/>
                        <a:pt x="29325" y="35888"/>
                      </a:cubicBezTo>
                      <a:cubicBezTo>
                        <a:pt x="28716" y="35888"/>
                        <a:pt x="28107" y="35833"/>
                        <a:pt x="27525" y="35694"/>
                      </a:cubicBezTo>
                      <a:cubicBezTo>
                        <a:pt x="26861" y="35611"/>
                        <a:pt x="26334" y="35390"/>
                        <a:pt x="25919" y="35057"/>
                      </a:cubicBezTo>
                      <a:cubicBezTo>
                        <a:pt x="25504" y="34725"/>
                        <a:pt x="25199" y="34337"/>
                        <a:pt x="24950" y="33867"/>
                      </a:cubicBezTo>
                      <a:cubicBezTo>
                        <a:pt x="24701" y="33396"/>
                        <a:pt x="24534" y="32897"/>
                        <a:pt x="24451" y="32343"/>
                      </a:cubicBezTo>
                      <a:cubicBezTo>
                        <a:pt x="24368" y="31790"/>
                        <a:pt x="24313" y="31208"/>
                        <a:pt x="24313" y="30571"/>
                      </a:cubicBezTo>
                      <a:cubicBezTo>
                        <a:pt x="22624" y="32427"/>
                        <a:pt x="20713" y="33839"/>
                        <a:pt x="18526" y="34836"/>
                      </a:cubicBezTo>
                      <a:cubicBezTo>
                        <a:pt x="16366" y="35805"/>
                        <a:pt x="14012" y="36303"/>
                        <a:pt x="11492" y="36303"/>
                      </a:cubicBezTo>
                      <a:cubicBezTo>
                        <a:pt x="9997" y="36303"/>
                        <a:pt x="8529" y="36110"/>
                        <a:pt x="7144" y="35694"/>
                      </a:cubicBezTo>
                      <a:cubicBezTo>
                        <a:pt x="5760" y="35279"/>
                        <a:pt x="4514" y="34670"/>
                        <a:pt x="3461" y="33839"/>
                      </a:cubicBezTo>
                      <a:cubicBezTo>
                        <a:pt x="2409" y="33008"/>
                        <a:pt x="1551" y="31956"/>
                        <a:pt x="941" y="30737"/>
                      </a:cubicBezTo>
                      <a:cubicBezTo>
                        <a:pt x="332" y="29519"/>
                        <a:pt x="0" y="28079"/>
                        <a:pt x="0" y="26390"/>
                      </a:cubicBezTo>
                      <a:cubicBezTo>
                        <a:pt x="0" y="20547"/>
                        <a:pt x="4015" y="17086"/>
                        <a:pt x="12018" y="16033"/>
                      </a:cubicBezTo>
                      <a:lnTo>
                        <a:pt x="17529" y="15313"/>
                      </a:lnTo>
                      <a:close/>
                      <a:moveTo>
                        <a:pt x="24368" y="17224"/>
                      </a:moveTo>
                      <a:cubicBezTo>
                        <a:pt x="22679" y="17944"/>
                        <a:pt x="20990" y="18387"/>
                        <a:pt x="19246" y="18609"/>
                      </a:cubicBezTo>
                      <a:cubicBezTo>
                        <a:pt x="17501" y="18830"/>
                        <a:pt x="15784" y="18996"/>
                        <a:pt x="14067" y="19135"/>
                      </a:cubicBezTo>
                      <a:cubicBezTo>
                        <a:pt x="11021" y="19356"/>
                        <a:pt x="8640" y="20049"/>
                        <a:pt x="6923" y="21184"/>
                      </a:cubicBezTo>
                      <a:cubicBezTo>
                        <a:pt x="5206" y="22347"/>
                        <a:pt x="4375" y="24091"/>
                        <a:pt x="4375" y="26445"/>
                      </a:cubicBezTo>
                      <a:cubicBezTo>
                        <a:pt x="4375" y="27497"/>
                        <a:pt x="4597" y="28439"/>
                        <a:pt x="5012" y="29214"/>
                      </a:cubicBezTo>
                      <a:cubicBezTo>
                        <a:pt x="5427" y="29990"/>
                        <a:pt x="5981" y="30627"/>
                        <a:pt x="6674" y="31153"/>
                      </a:cubicBezTo>
                      <a:cubicBezTo>
                        <a:pt x="7366" y="31651"/>
                        <a:pt x="8169" y="32039"/>
                        <a:pt x="9055" y="32288"/>
                      </a:cubicBezTo>
                      <a:cubicBezTo>
                        <a:pt x="9969" y="32537"/>
                        <a:pt x="10883" y="32648"/>
                        <a:pt x="11824" y="32648"/>
                      </a:cubicBezTo>
                      <a:cubicBezTo>
                        <a:pt x="13430" y="32648"/>
                        <a:pt x="14981" y="32454"/>
                        <a:pt x="16476" y="32039"/>
                      </a:cubicBezTo>
                      <a:cubicBezTo>
                        <a:pt x="17972" y="31651"/>
                        <a:pt x="19329" y="31042"/>
                        <a:pt x="20492" y="30211"/>
                      </a:cubicBezTo>
                      <a:cubicBezTo>
                        <a:pt x="21655" y="29381"/>
                        <a:pt x="22596" y="28356"/>
                        <a:pt x="23316" y="27082"/>
                      </a:cubicBezTo>
                      <a:cubicBezTo>
                        <a:pt x="24036" y="25808"/>
                        <a:pt x="24368" y="24313"/>
                        <a:pt x="24368" y="22596"/>
                      </a:cubicBezTo>
                      <a:lnTo>
                        <a:pt x="24368" y="17224"/>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55" name="Freeform 54">
                  <a:extLst>
                    <a:ext uri="{FF2B5EF4-FFF2-40B4-BE49-F238E27FC236}">
                      <a16:creationId xmlns:a16="http://schemas.microsoft.com/office/drawing/2014/main" id="{44589F1C-9C20-18D4-DD49-FD13E2514811}"/>
                    </a:ext>
                  </a:extLst>
                </p:cNvPr>
                <p:cNvSpPr/>
                <p:nvPr/>
              </p:nvSpPr>
              <p:spPr>
                <a:xfrm>
                  <a:off x="2518327" y="2780761"/>
                  <a:ext cx="15368" cy="35361"/>
                </a:xfrm>
                <a:custGeom>
                  <a:avLst/>
                  <a:gdLst>
                    <a:gd name="connsiteX0" fmla="*/ 3988 w 15368"/>
                    <a:gd name="connsiteY0" fmla="*/ 35362 h 35361"/>
                    <a:gd name="connsiteX1" fmla="*/ 0 w 15368"/>
                    <a:gd name="connsiteY1" fmla="*/ 35362 h 35361"/>
                    <a:gd name="connsiteX2" fmla="*/ 0 w 15368"/>
                    <a:gd name="connsiteY2" fmla="*/ 941 h 35361"/>
                    <a:gd name="connsiteX3" fmla="*/ 3988 w 15368"/>
                    <a:gd name="connsiteY3" fmla="*/ 941 h 35361"/>
                    <a:gd name="connsiteX4" fmla="*/ 3988 w 15368"/>
                    <a:gd name="connsiteY4" fmla="*/ 7394 h 35361"/>
                    <a:gd name="connsiteX5" fmla="*/ 4126 w 15368"/>
                    <a:gd name="connsiteY5" fmla="*/ 7394 h 35361"/>
                    <a:gd name="connsiteX6" fmla="*/ 8418 w 15368"/>
                    <a:gd name="connsiteY6" fmla="*/ 1634 h 35361"/>
                    <a:gd name="connsiteX7" fmla="*/ 15369 w 15368"/>
                    <a:gd name="connsiteY7" fmla="*/ 0 h 35361"/>
                    <a:gd name="connsiteX8" fmla="*/ 15369 w 15368"/>
                    <a:gd name="connsiteY8" fmla="*/ 4320 h 35361"/>
                    <a:gd name="connsiteX9" fmla="*/ 9775 w 15368"/>
                    <a:gd name="connsiteY9" fmla="*/ 5372 h 35361"/>
                    <a:gd name="connsiteX10" fmla="*/ 6286 w 15368"/>
                    <a:gd name="connsiteY10" fmla="*/ 8418 h 35361"/>
                    <a:gd name="connsiteX11" fmla="*/ 4486 w 15368"/>
                    <a:gd name="connsiteY11" fmla="*/ 12960 h 35361"/>
                    <a:gd name="connsiteX12" fmla="*/ 3988 w 15368"/>
                    <a:gd name="connsiteY12" fmla="*/ 18442 h 35361"/>
                    <a:gd name="connsiteX13" fmla="*/ 3988 w 15368"/>
                    <a:gd name="connsiteY13" fmla="*/ 35334 h 353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5368" h="35361">
                      <a:moveTo>
                        <a:pt x="3988" y="35362"/>
                      </a:moveTo>
                      <a:lnTo>
                        <a:pt x="0" y="35362"/>
                      </a:lnTo>
                      <a:lnTo>
                        <a:pt x="0" y="941"/>
                      </a:lnTo>
                      <a:lnTo>
                        <a:pt x="3988" y="941"/>
                      </a:lnTo>
                      <a:lnTo>
                        <a:pt x="3988" y="7394"/>
                      </a:lnTo>
                      <a:lnTo>
                        <a:pt x="4126" y="7394"/>
                      </a:lnTo>
                      <a:cubicBezTo>
                        <a:pt x="5234" y="4652"/>
                        <a:pt x="6674" y="2741"/>
                        <a:pt x="8418" y="1634"/>
                      </a:cubicBezTo>
                      <a:cubicBezTo>
                        <a:pt x="10163" y="554"/>
                        <a:pt x="12489" y="0"/>
                        <a:pt x="15369" y="0"/>
                      </a:cubicBezTo>
                      <a:lnTo>
                        <a:pt x="15369" y="4320"/>
                      </a:lnTo>
                      <a:cubicBezTo>
                        <a:pt x="13098" y="4264"/>
                        <a:pt x="11243" y="4624"/>
                        <a:pt x="9775" y="5372"/>
                      </a:cubicBezTo>
                      <a:cubicBezTo>
                        <a:pt x="8307" y="6120"/>
                        <a:pt x="7144" y="7144"/>
                        <a:pt x="6286" y="8418"/>
                      </a:cubicBezTo>
                      <a:cubicBezTo>
                        <a:pt x="5428" y="9692"/>
                        <a:pt x="4818" y="11215"/>
                        <a:pt x="4486" y="12960"/>
                      </a:cubicBezTo>
                      <a:cubicBezTo>
                        <a:pt x="4154" y="14704"/>
                        <a:pt x="3988" y="16532"/>
                        <a:pt x="3988" y="18442"/>
                      </a:cubicBezTo>
                      <a:lnTo>
                        <a:pt x="3988" y="35334"/>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grpSp>
          <p:grpSp>
            <p:nvGrpSpPr>
              <p:cNvPr id="4" name="Group 3">
                <a:extLst>
                  <a:ext uri="{FF2B5EF4-FFF2-40B4-BE49-F238E27FC236}">
                    <a16:creationId xmlns:a16="http://schemas.microsoft.com/office/drawing/2014/main" id="{4C50AE4F-7FE5-8B37-E315-D5E53ADE11D6}"/>
                  </a:ext>
                </a:extLst>
              </p:cNvPr>
              <p:cNvGrpSpPr/>
              <p:nvPr/>
            </p:nvGrpSpPr>
            <p:grpSpPr>
              <a:xfrm>
                <a:off x="1792014" y="1557250"/>
                <a:ext cx="1935457" cy="241183"/>
                <a:chOff x="3172674" y="1380462"/>
                <a:chExt cx="1704848" cy="212446"/>
              </a:xfrm>
            </p:grpSpPr>
            <p:grpSp>
              <p:nvGrpSpPr>
                <p:cNvPr id="3458" name="Graphic 14">
                  <a:extLst>
                    <a:ext uri="{FF2B5EF4-FFF2-40B4-BE49-F238E27FC236}">
                      <a16:creationId xmlns:a16="http://schemas.microsoft.com/office/drawing/2014/main" id="{5A40BA42-9543-9514-F86E-BA2AC9ED7A95}"/>
                    </a:ext>
                  </a:extLst>
                </p:cNvPr>
                <p:cNvGrpSpPr/>
                <p:nvPr/>
              </p:nvGrpSpPr>
              <p:grpSpPr>
                <a:xfrm>
                  <a:off x="3172674" y="1388667"/>
                  <a:ext cx="698974" cy="195871"/>
                  <a:chOff x="1969290" y="2367800"/>
                  <a:chExt cx="233604" cy="65462"/>
                </a:xfrm>
                <a:solidFill>
                  <a:srgbClr val="8371B3"/>
                </a:solidFill>
              </p:grpSpPr>
              <p:grpSp>
                <p:nvGrpSpPr>
                  <p:cNvPr id="3459" name="Graphic 14">
                    <a:extLst>
                      <a:ext uri="{FF2B5EF4-FFF2-40B4-BE49-F238E27FC236}">
                        <a16:creationId xmlns:a16="http://schemas.microsoft.com/office/drawing/2014/main" id="{86D173D7-D000-D0C7-00C9-00930D3CCA01}"/>
                      </a:ext>
                    </a:extLst>
                  </p:cNvPr>
                  <p:cNvGrpSpPr/>
                  <p:nvPr/>
                </p:nvGrpSpPr>
                <p:grpSpPr>
                  <a:xfrm>
                    <a:off x="2059010" y="2367800"/>
                    <a:ext cx="67649" cy="47850"/>
                    <a:chOff x="2059010" y="2367800"/>
                    <a:chExt cx="67649" cy="47850"/>
                  </a:xfrm>
                  <a:solidFill>
                    <a:srgbClr val="8371B3"/>
                  </a:solidFill>
                </p:grpSpPr>
                <p:sp>
                  <p:nvSpPr>
                    <p:cNvPr id="3461" name="Freeform 3460">
                      <a:extLst>
                        <a:ext uri="{FF2B5EF4-FFF2-40B4-BE49-F238E27FC236}">
                          <a16:creationId xmlns:a16="http://schemas.microsoft.com/office/drawing/2014/main" id="{D89F492A-0882-A550-F9BF-7F333F1DFE25}"/>
                        </a:ext>
                      </a:extLst>
                    </p:cNvPr>
                    <p:cNvSpPr/>
                    <p:nvPr/>
                  </p:nvSpPr>
                  <p:spPr>
                    <a:xfrm>
                      <a:off x="2059010" y="2367800"/>
                      <a:ext cx="42256" cy="47850"/>
                    </a:xfrm>
                    <a:custGeom>
                      <a:avLst/>
                      <a:gdLst>
                        <a:gd name="connsiteX0" fmla="*/ 0 w 42256"/>
                        <a:gd name="connsiteY0" fmla="*/ 47851 h 47850"/>
                        <a:gd name="connsiteX1" fmla="*/ 18802 w 42256"/>
                        <a:gd name="connsiteY1" fmla="*/ 0 h 47850"/>
                        <a:gd name="connsiteX2" fmla="*/ 23925 w 42256"/>
                        <a:gd name="connsiteY2" fmla="*/ 0 h 47850"/>
                        <a:gd name="connsiteX3" fmla="*/ 42257 w 42256"/>
                        <a:gd name="connsiteY3" fmla="*/ 47851 h 47850"/>
                        <a:gd name="connsiteX4" fmla="*/ 37605 w 42256"/>
                        <a:gd name="connsiteY4" fmla="*/ 47851 h 47850"/>
                        <a:gd name="connsiteX5" fmla="*/ 32094 w 42256"/>
                        <a:gd name="connsiteY5" fmla="*/ 32842 h 47850"/>
                        <a:gd name="connsiteX6" fmla="*/ 10301 w 42256"/>
                        <a:gd name="connsiteY6" fmla="*/ 32842 h 47850"/>
                        <a:gd name="connsiteX7" fmla="*/ 4652 w 42256"/>
                        <a:gd name="connsiteY7" fmla="*/ 47851 h 47850"/>
                        <a:gd name="connsiteX8" fmla="*/ 0 w 42256"/>
                        <a:gd name="connsiteY8" fmla="*/ 47851 h 47850"/>
                        <a:gd name="connsiteX9" fmla="*/ 11824 w 42256"/>
                        <a:gd name="connsiteY9" fmla="*/ 28965 h 47850"/>
                        <a:gd name="connsiteX10" fmla="*/ 30571 w 42256"/>
                        <a:gd name="connsiteY10" fmla="*/ 28965 h 47850"/>
                        <a:gd name="connsiteX11" fmla="*/ 21212 w 42256"/>
                        <a:gd name="connsiteY11" fmla="*/ 3849 h 47850"/>
                        <a:gd name="connsiteX12" fmla="*/ 11852 w 42256"/>
                        <a:gd name="connsiteY12" fmla="*/ 28965 h 47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256" h="47850">
                          <a:moveTo>
                            <a:pt x="0" y="47851"/>
                          </a:moveTo>
                          <a:lnTo>
                            <a:pt x="18802" y="0"/>
                          </a:lnTo>
                          <a:lnTo>
                            <a:pt x="23925" y="0"/>
                          </a:lnTo>
                          <a:lnTo>
                            <a:pt x="42257" y="47851"/>
                          </a:lnTo>
                          <a:lnTo>
                            <a:pt x="37605" y="47851"/>
                          </a:lnTo>
                          <a:lnTo>
                            <a:pt x="32094" y="32842"/>
                          </a:lnTo>
                          <a:lnTo>
                            <a:pt x="10301" y="32842"/>
                          </a:lnTo>
                          <a:lnTo>
                            <a:pt x="4652" y="47851"/>
                          </a:lnTo>
                          <a:lnTo>
                            <a:pt x="0" y="47851"/>
                          </a:lnTo>
                          <a:close/>
                          <a:moveTo>
                            <a:pt x="11824" y="28965"/>
                          </a:moveTo>
                          <a:lnTo>
                            <a:pt x="30571" y="28965"/>
                          </a:lnTo>
                          <a:lnTo>
                            <a:pt x="21212" y="3849"/>
                          </a:lnTo>
                          <a:lnTo>
                            <a:pt x="11852" y="28965"/>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sp>
                  <p:nvSpPr>
                    <p:cNvPr id="3462" name="Freeform 3461">
                      <a:extLst>
                        <a:ext uri="{FF2B5EF4-FFF2-40B4-BE49-F238E27FC236}">
                          <a16:creationId xmlns:a16="http://schemas.microsoft.com/office/drawing/2014/main" id="{7F7883E2-E4E5-321D-1B84-333995CF4131}"/>
                        </a:ext>
                      </a:extLst>
                    </p:cNvPr>
                    <p:cNvSpPr/>
                    <p:nvPr/>
                  </p:nvSpPr>
                  <p:spPr>
                    <a:xfrm>
                      <a:off x="2110322" y="2368769"/>
                      <a:ext cx="16337" cy="46853"/>
                    </a:xfrm>
                    <a:custGeom>
                      <a:avLst/>
                      <a:gdLst>
                        <a:gd name="connsiteX0" fmla="*/ 12101 w 16337"/>
                        <a:gd name="connsiteY0" fmla="*/ 12046 h 46853"/>
                        <a:gd name="connsiteX1" fmla="*/ 0 w 16337"/>
                        <a:gd name="connsiteY1" fmla="*/ 12046 h 46853"/>
                        <a:gd name="connsiteX2" fmla="*/ 0 w 16337"/>
                        <a:gd name="connsiteY2" fmla="*/ 9249 h 46853"/>
                        <a:gd name="connsiteX3" fmla="*/ 4818 w 16337"/>
                        <a:gd name="connsiteY3" fmla="*/ 8723 h 46853"/>
                        <a:gd name="connsiteX4" fmla="*/ 8612 w 16337"/>
                        <a:gd name="connsiteY4" fmla="*/ 7449 h 46853"/>
                        <a:gd name="connsiteX5" fmla="*/ 11326 w 16337"/>
                        <a:gd name="connsiteY5" fmla="*/ 4763 h 46853"/>
                        <a:gd name="connsiteX6" fmla="*/ 12960 w 16337"/>
                        <a:gd name="connsiteY6" fmla="*/ 0 h 46853"/>
                        <a:gd name="connsiteX7" fmla="*/ 16338 w 16337"/>
                        <a:gd name="connsiteY7" fmla="*/ 0 h 46853"/>
                        <a:gd name="connsiteX8" fmla="*/ 16338 w 16337"/>
                        <a:gd name="connsiteY8" fmla="*/ 46854 h 46853"/>
                        <a:gd name="connsiteX9" fmla="*/ 12073 w 16337"/>
                        <a:gd name="connsiteY9" fmla="*/ 46854 h 46853"/>
                        <a:gd name="connsiteX10" fmla="*/ 12073 w 16337"/>
                        <a:gd name="connsiteY10" fmla="*/ 12018 h 468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337" h="46853">
                          <a:moveTo>
                            <a:pt x="12101" y="12046"/>
                          </a:moveTo>
                          <a:lnTo>
                            <a:pt x="0" y="12046"/>
                          </a:lnTo>
                          <a:lnTo>
                            <a:pt x="0" y="9249"/>
                          </a:lnTo>
                          <a:cubicBezTo>
                            <a:pt x="1772" y="9110"/>
                            <a:pt x="3378" y="8944"/>
                            <a:pt x="4818" y="8723"/>
                          </a:cubicBezTo>
                          <a:cubicBezTo>
                            <a:pt x="6258" y="8501"/>
                            <a:pt x="7532" y="8086"/>
                            <a:pt x="8612" y="7449"/>
                          </a:cubicBezTo>
                          <a:cubicBezTo>
                            <a:pt x="9692" y="6812"/>
                            <a:pt x="10606" y="5926"/>
                            <a:pt x="11326" y="4763"/>
                          </a:cubicBezTo>
                          <a:cubicBezTo>
                            <a:pt x="12046" y="3600"/>
                            <a:pt x="12600" y="1994"/>
                            <a:pt x="12960" y="0"/>
                          </a:cubicBezTo>
                          <a:lnTo>
                            <a:pt x="16338" y="0"/>
                          </a:lnTo>
                          <a:lnTo>
                            <a:pt x="16338" y="46854"/>
                          </a:lnTo>
                          <a:lnTo>
                            <a:pt x="12073" y="46854"/>
                          </a:lnTo>
                          <a:lnTo>
                            <a:pt x="12073" y="12018"/>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grpSp>
              <p:sp>
                <p:nvSpPr>
                  <p:cNvPr id="3460" name="Freeform 3459">
                    <a:extLst>
                      <a:ext uri="{FF2B5EF4-FFF2-40B4-BE49-F238E27FC236}">
                        <a16:creationId xmlns:a16="http://schemas.microsoft.com/office/drawing/2014/main" id="{46B62B88-AAB8-01CA-E803-D4118BE6C9A6}"/>
                      </a:ext>
                    </a:extLst>
                  </p:cNvPr>
                  <p:cNvSpPr/>
                  <p:nvPr/>
                </p:nvSpPr>
                <p:spPr>
                  <a:xfrm>
                    <a:off x="1969290" y="2433262"/>
                    <a:ext cx="233604" cy="2769"/>
                  </a:xfrm>
                  <a:custGeom>
                    <a:avLst/>
                    <a:gdLst>
                      <a:gd name="connsiteX0" fmla="*/ 0 w 233604"/>
                      <a:gd name="connsiteY0" fmla="*/ 0 h 2769"/>
                      <a:gd name="connsiteX1" fmla="*/ 233604 w 233604"/>
                      <a:gd name="connsiteY1" fmla="*/ 0 h 2769"/>
                    </a:gdLst>
                    <a:ahLst/>
                    <a:cxnLst>
                      <a:cxn ang="0">
                        <a:pos x="connsiteX0" y="connsiteY0"/>
                      </a:cxn>
                      <a:cxn ang="0">
                        <a:pos x="connsiteX1" y="connsiteY1"/>
                      </a:cxn>
                    </a:cxnLst>
                    <a:rect l="l" t="t" r="r" b="b"/>
                    <a:pathLst>
                      <a:path w="233604" h="2769">
                        <a:moveTo>
                          <a:pt x="0" y="0"/>
                        </a:moveTo>
                        <a:lnTo>
                          <a:pt x="233604" y="0"/>
                        </a:lnTo>
                      </a:path>
                    </a:pathLst>
                  </a:custGeom>
                  <a:ln w="5534" cap="flat">
                    <a:solidFill>
                      <a:srgbClr val="8371B3"/>
                    </a:solidFill>
                    <a:prstDash val="solid"/>
                    <a:miter/>
                  </a:ln>
                </p:spPr>
                <p:txBody>
                  <a:bodyPr rtlCol="0" anchor="ctr"/>
                  <a:lstStyle/>
                  <a:p>
                    <a:endParaRPr lang="en-US" sz="2000" dirty="0">
                      <a:latin typeface="Helvetica" pitchFamily="2" charset="0"/>
                    </a:endParaRPr>
                  </a:p>
                </p:txBody>
              </p:sp>
            </p:grpSp>
            <p:grpSp>
              <p:nvGrpSpPr>
                <p:cNvPr id="3463" name="Graphic 14">
                  <a:extLst>
                    <a:ext uri="{FF2B5EF4-FFF2-40B4-BE49-F238E27FC236}">
                      <a16:creationId xmlns:a16="http://schemas.microsoft.com/office/drawing/2014/main" id="{4A4765FF-83C5-164B-F11A-7594A4589D4B}"/>
                    </a:ext>
                  </a:extLst>
                </p:cNvPr>
                <p:cNvGrpSpPr/>
                <p:nvPr/>
              </p:nvGrpSpPr>
              <p:grpSpPr>
                <a:xfrm>
                  <a:off x="4442610" y="1380462"/>
                  <a:ext cx="189243" cy="143173"/>
                  <a:chOff x="2393715" y="2365058"/>
                  <a:chExt cx="63247" cy="47850"/>
                </a:xfrm>
                <a:solidFill>
                  <a:srgbClr val="8371B3"/>
                </a:solidFill>
              </p:grpSpPr>
              <p:sp>
                <p:nvSpPr>
                  <p:cNvPr id="3464" name="Freeform 3463">
                    <a:extLst>
                      <a:ext uri="{FF2B5EF4-FFF2-40B4-BE49-F238E27FC236}">
                        <a16:creationId xmlns:a16="http://schemas.microsoft.com/office/drawing/2014/main" id="{180D4075-BB61-98C1-ED06-34AEBF112395}"/>
                      </a:ext>
                    </a:extLst>
                  </p:cNvPr>
                  <p:cNvSpPr/>
                  <p:nvPr/>
                </p:nvSpPr>
                <p:spPr>
                  <a:xfrm>
                    <a:off x="2393715" y="2365058"/>
                    <a:ext cx="35168" cy="47850"/>
                  </a:xfrm>
                  <a:custGeom>
                    <a:avLst/>
                    <a:gdLst>
                      <a:gd name="connsiteX0" fmla="*/ 0 w 35168"/>
                      <a:gd name="connsiteY0" fmla="*/ 47851 h 47850"/>
                      <a:gd name="connsiteX1" fmla="*/ 0 w 35168"/>
                      <a:gd name="connsiteY1" fmla="*/ 0 h 47850"/>
                      <a:gd name="connsiteX2" fmla="*/ 17279 w 35168"/>
                      <a:gd name="connsiteY2" fmla="*/ 0 h 47850"/>
                      <a:gd name="connsiteX3" fmla="*/ 24452 w 35168"/>
                      <a:gd name="connsiteY3" fmla="*/ 858 h 47850"/>
                      <a:gd name="connsiteX4" fmla="*/ 29325 w 35168"/>
                      <a:gd name="connsiteY4" fmla="*/ 3323 h 47850"/>
                      <a:gd name="connsiteX5" fmla="*/ 32094 w 35168"/>
                      <a:gd name="connsiteY5" fmla="*/ 7144 h 47850"/>
                      <a:gd name="connsiteX6" fmla="*/ 32953 w 35168"/>
                      <a:gd name="connsiteY6" fmla="*/ 12018 h 47850"/>
                      <a:gd name="connsiteX7" fmla="*/ 32288 w 35168"/>
                      <a:gd name="connsiteY7" fmla="*/ 16366 h 47850"/>
                      <a:gd name="connsiteX8" fmla="*/ 30571 w 35168"/>
                      <a:gd name="connsiteY8" fmla="*/ 19412 h 47850"/>
                      <a:gd name="connsiteX9" fmla="*/ 28134 w 35168"/>
                      <a:gd name="connsiteY9" fmla="*/ 21350 h 47850"/>
                      <a:gd name="connsiteX10" fmla="*/ 25310 w 35168"/>
                      <a:gd name="connsiteY10" fmla="*/ 22319 h 47850"/>
                      <a:gd name="connsiteX11" fmla="*/ 25310 w 35168"/>
                      <a:gd name="connsiteY11" fmla="*/ 22458 h 47850"/>
                      <a:gd name="connsiteX12" fmla="*/ 32731 w 35168"/>
                      <a:gd name="connsiteY12" fmla="*/ 26390 h 47850"/>
                      <a:gd name="connsiteX13" fmla="*/ 35168 w 35168"/>
                      <a:gd name="connsiteY13" fmla="*/ 34365 h 47850"/>
                      <a:gd name="connsiteX14" fmla="*/ 34005 w 35168"/>
                      <a:gd name="connsiteY14" fmla="*/ 40679 h 47850"/>
                      <a:gd name="connsiteX15" fmla="*/ 30793 w 35168"/>
                      <a:gd name="connsiteY15" fmla="*/ 44860 h 47850"/>
                      <a:gd name="connsiteX16" fmla="*/ 25836 w 35168"/>
                      <a:gd name="connsiteY16" fmla="*/ 47158 h 47850"/>
                      <a:gd name="connsiteX17" fmla="*/ 19550 w 35168"/>
                      <a:gd name="connsiteY17" fmla="*/ 47851 h 47850"/>
                      <a:gd name="connsiteX18" fmla="*/ 0 w 35168"/>
                      <a:gd name="connsiteY18" fmla="*/ 47851 h 47850"/>
                      <a:gd name="connsiteX19" fmla="*/ 4514 w 35168"/>
                      <a:gd name="connsiteY19" fmla="*/ 21129 h 47850"/>
                      <a:gd name="connsiteX20" fmla="*/ 15950 w 35168"/>
                      <a:gd name="connsiteY20" fmla="*/ 21129 h 47850"/>
                      <a:gd name="connsiteX21" fmla="*/ 21876 w 35168"/>
                      <a:gd name="connsiteY21" fmla="*/ 20519 h 47850"/>
                      <a:gd name="connsiteX22" fmla="*/ 25725 w 35168"/>
                      <a:gd name="connsiteY22" fmla="*/ 18747 h 47850"/>
                      <a:gd name="connsiteX23" fmla="*/ 27830 w 35168"/>
                      <a:gd name="connsiteY23" fmla="*/ 15895 h 47850"/>
                      <a:gd name="connsiteX24" fmla="*/ 28467 w 35168"/>
                      <a:gd name="connsiteY24" fmla="*/ 12018 h 47850"/>
                      <a:gd name="connsiteX25" fmla="*/ 27747 w 35168"/>
                      <a:gd name="connsiteY25" fmla="*/ 8197 h 47850"/>
                      <a:gd name="connsiteX26" fmla="*/ 25421 w 35168"/>
                      <a:gd name="connsiteY26" fmla="*/ 5677 h 47850"/>
                      <a:gd name="connsiteX27" fmla="*/ 21267 w 35168"/>
                      <a:gd name="connsiteY27" fmla="*/ 4292 h 47850"/>
                      <a:gd name="connsiteX28" fmla="*/ 14981 w 35168"/>
                      <a:gd name="connsiteY28" fmla="*/ 3849 h 47850"/>
                      <a:gd name="connsiteX29" fmla="*/ 4541 w 35168"/>
                      <a:gd name="connsiteY29" fmla="*/ 3849 h 47850"/>
                      <a:gd name="connsiteX30" fmla="*/ 4541 w 35168"/>
                      <a:gd name="connsiteY30" fmla="*/ 21129 h 47850"/>
                      <a:gd name="connsiteX31" fmla="*/ 4514 w 35168"/>
                      <a:gd name="connsiteY31" fmla="*/ 44002 h 47850"/>
                      <a:gd name="connsiteX32" fmla="*/ 16006 w 35168"/>
                      <a:gd name="connsiteY32" fmla="*/ 44002 h 47850"/>
                      <a:gd name="connsiteX33" fmla="*/ 22485 w 35168"/>
                      <a:gd name="connsiteY33" fmla="*/ 43669 h 47850"/>
                      <a:gd name="connsiteX34" fmla="*/ 27027 w 35168"/>
                      <a:gd name="connsiteY34" fmla="*/ 42312 h 47850"/>
                      <a:gd name="connsiteX35" fmla="*/ 29713 w 35168"/>
                      <a:gd name="connsiteY35" fmla="*/ 39377 h 47850"/>
                      <a:gd name="connsiteX36" fmla="*/ 30599 w 35168"/>
                      <a:gd name="connsiteY36" fmla="*/ 34365 h 47850"/>
                      <a:gd name="connsiteX37" fmla="*/ 29602 w 35168"/>
                      <a:gd name="connsiteY37" fmla="*/ 29547 h 47850"/>
                      <a:gd name="connsiteX38" fmla="*/ 26750 w 35168"/>
                      <a:gd name="connsiteY38" fmla="*/ 26722 h 47850"/>
                      <a:gd name="connsiteX39" fmla="*/ 22292 w 35168"/>
                      <a:gd name="connsiteY39" fmla="*/ 25365 h 47850"/>
                      <a:gd name="connsiteX40" fmla="*/ 16504 w 35168"/>
                      <a:gd name="connsiteY40" fmla="*/ 25005 h 47850"/>
                      <a:gd name="connsiteX41" fmla="*/ 4486 w 35168"/>
                      <a:gd name="connsiteY41" fmla="*/ 25005 h 47850"/>
                      <a:gd name="connsiteX42" fmla="*/ 4486 w 35168"/>
                      <a:gd name="connsiteY42" fmla="*/ 44002 h 47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35168" h="47850">
                        <a:moveTo>
                          <a:pt x="0" y="47851"/>
                        </a:moveTo>
                        <a:lnTo>
                          <a:pt x="0" y="0"/>
                        </a:lnTo>
                        <a:lnTo>
                          <a:pt x="17279" y="0"/>
                        </a:lnTo>
                        <a:cubicBezTo>
                          <a:pt x="20076" y="0"/>
                          <a:pt x="22458" y="277"/>
                          <a:pt x="24452" y="858"/>
                        </a:cubicBezTo>
                        <a:cubicBezTo>
                          <a:pt x="26445" y="1440"/>
                          <a:pt x="28079" y="2243"/>
                          <a:pt x="29325" y="3323"/>
                        </a:cubicBezTo>
                        <a:cubicBezTo>
                          <a:pt x="30599" y="4375"/>
                          <a:pt x="31513" y="5649"/>
                          <a:pt x="32094" y="7144"/>
                        </a:cubicBezTo>
                        <a:cubicBezTo>
                          <a:pt x="32676" y="8640"/>
                          <a:pt x="32953" y="10246"/>
                          <a:pt x="32953" y="12018"/>
                        </a:cubicBezTo>
                        <a:cubicBezTo>
                          <a:pt x="32953" y="13790"/>
                          <a:pt x="32731" y="15147"/>
                          <a:pt x="32288" y="16366"/>
                        </a:cubicBezTo>
                        <a:cubicBezTo>
                          <a:pt x="31845" y="17584"/>
                          <a:pt x="31264" y="18609"/>
                          <a:pt x="30571" y="19412"/>
                        </a:cubicBezTo>
                        <a:cubicBezTo>
                          <a:pt x="29879" y="20215"/>
                          <a:pt x="29048" y="20879"/>
                          <a:pt x="28134" y="21350"/>
                        </a:cubicBezTo>
                        <a:cubicBezTo>
                          <a:pt x="27221" y="21821"/>
                          <a:pt x="26279" y="22125"/>
                          <a:pt x="25310" y="22319"/>
                        </a:cubicBezTo>
                        <a:lnTo>
                          <a:pt x="25310" y="22458"/>
                        </a:lnTo>
                        <a:cubicBezTo>
                          <a:pt x="28633" y="22956"/>
                          <a:pt x="31097" y="24258"/>
                          <a:pt x="32731" y="26390"/>
                        </a:cubicBezTo>
                        <a:cubicBezTo>
                          <a:pt x="34337" y="28522"/>
                          <a:pt x="35168" y="31180"/>
                          <a:pt x="35168" y="34365"/>
                        </a:cubicBezTo>
                        <a:cubicBezTo>
                          <a:pt x="35168" y="36857"/>
                          <a:pt x="34780" y="38962"/>
                          <a:pt x="34005" y="40679"/>
                        </a:cubicBezTo>
                        <a:cubicBezTo>
                          <a:pt x="33230" y="42395"/>
                          <a:pt x="32150" y="43808"/>
                          <a:pt x="30793" y="44860"/>
                        </a:cubicBezTo>
                        <a:cubicBezTo>
                          <a:pt x="29408" y="45912"/>
                          <a:pt x="27774" y="46688"/>
                          <a:pt x="25836" y="47158"/>
                        </a:cubicBezTo>
                        <a:cubicBezTo>
                          <a:pt x="23898" y="47629"/>
                          <a:pt x="21821" y="47851"/>
                          <a:pt x="19550" y="47851"/>
                        </a:cubicBezTo>
                        <a:lnTo>
                          <a:pt x="0" y="47851"/>
                        </a:lnTo>
                        <a:close/>
                        <a:moveTo>
                          <a:pt x="4514" y="21129"/>
                        </a:moveTo>
                        <a:lnTo>
                          <a:pt x="15950" y="21129"/>
                        </a:lnTo>
                        <a:cubicBezTo>
                          <a:pt x="18304" y="21129"/>
                          <a:pt x="20270" y="20935"/>
                          <a:pt x="21876" y="20519"/>
                        </a:cubicBezTo>
                        <a:cubicBezTo>
                          <a:pt x="23482" y="20132"/>
                          <a:pt x="24756" y="19522"/>
                          <a:pt x="25725" y="18747"/>
                        </a:cubicBezTo>
                        <a:cubicBezTo>
                          <a:pt x="26694" y="17972"/>
                          <a:pt x="27387" y="17030"/>
                          <a:pt x="27830" y="15895"/>
                        </a:cubicBezTo>
                        <a:cubicBezTo>
                          <a:pt x="28245" y="14760"/>
                          <a:pt x="28467" y="13458"/>
                          <a:pt x="28467" y="12018"/>
                        </a:cubicBezTo>
                        <a:cubicBezTo>
                          <a:pt x="28467" y="10578"/>
                          <a:pt x="28217" y="9249"/>
                          <a:pt x="27747" y="8197"/>
                        </a:cubicBezTo>
                        <a:cubicBezTo>
                          <a:pt x="27248" y="7144"/>
                          <a:pt x="26473" y="6314"/>
                          <a:pt x="25421" y="5677"/>
                        </a:cubicBezTo>
                        <a:cubicBezTo>
                          <a:pt x="24368" y="5040"/>
                          <a:pt x="22984" y="4569"/>
                          <a:pt x="21267" y="4292"/>
                        </a:cubicBezTo>
                        <a:cubicBezTo>
                          <a:pt x="19550" y="4015"/>
                          <a:pt x="17473" y="3849"/>
                          <a:pt x="14981" y="3849"/>
                        </a:cubicBezTo>
                        <a:lnTo>
                          <a:pt x="4541" y="3849"/>
                        </a:lnTo>
                        <a:lnTo>
                          <a:pt x="4541" y="21129"/>
                        </a:lnTo>
                        <a:close/>
                        <a:moveTo>
                          <a:pt x="4514" y="44002"/>
                        </a:moveTo>
                        <a:lnTo>
                          <a:pt x="16006" y="44002"/>
                        </a:lnTo>
                        <a:cubicBezTo>
                          <a:pt x="18498" y="44002"/>
                          <a:pt x="20658" y="43891"/>
                          <a:pt x="22485" y="43669"/>
                        </a:cubicBezTo>
                        <a:cubicBezTo>
                          <a:pt x="24313" y="43448"/>
                          <a:pt x="25836" y="43005"/>
                          <a:pt x="27027" y="42312"/>
                        </a:cubicBezTo>
                        <a:cubicBezTo>
                          <a:pt x="28217" y="41620"/>
                          <a:pt x="29131" y="40651"/>
                          <a:pt x="29713" y="39377"/>
                        </a:cubicBezTo>
                        <a:cubicBezTo>
                          <a:pt x="30322" y="38103"/>
                          <a:pt x="30599" y="36442"/>
                          <a:pt x="30599" y="34365"/>
                        </a:cubicBezTo>
                        <a:cubicBezTo>
                          <a:pt x="30599" y="32288"/>
                          <a:pt x="30267" y="30765"/>
                          <a:pt x="29602" y="29547"/>
                        </a:cubicBezTo>
                        <a:cubicBezTo>
                          <a:pt x="28937" y="28328"/>
                          <a:pt x="27996" y="27387"/>
                          <a:pt x="26750" y="26722"/>
                        </a:cubicBezTo>
                        <a:cubicBezTo>
                          <a:pt x="25504" y="26058"/>
                          <a:pt x="24036" y="25614"/>
                          <a:pt x="22292" y="25365"/>
                        </a:cubicBezTo>
                        <a:cubicBezTo>
                          <a:pt x="20575" y="25116"/>
                          <a:pt x="18636" y="25005"/>
                          <a:pt x="16504" y="25005"/>
                        </a:cubicBezTo>
                        <a:lnTo>
                          <a:pt x="4486" y="25005"/>
                        </a:lnTo>
                        <a:lnTo>
                          <a:pt x="4486" y="44002"/>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sp>
                <p:nvSpPr>
                  <p:cNvPr id="3465" name="Freeform 3464">
                    <a:extLst>
                      <a:ext uri="{FF2B5EF4-FFF2-40B4-BE49-F238E27FC236}">
                        <a16:creationId xmlns:a16="http://schemas.microsoft.com/office/drawing/2014/main" id="{7932C0DF-CEAD-F3DF-4DDC-1826E70DD5BD}"/>
                      </a:ext>
                    </a:extLst>
                  </p:cNvPr>
                  <p:cNvSpPr/>
                  <p:nvPr/>
                </p:nvSpPr>
                <p:spPr>
                  <a:xfrm>
                    <a:off x="2440625" y="2366028"/>
                    <a:ext cx="16337" cy="46853"/>
                  </a:xfrm>
                  <a:custGeom>
                    <a:avLst/>
                    <a:gdLst>
                      <a:gd name="connsiteX0" fmla="*/ 12101 w 16337"/>
                      <a:gd name="connsiteY0" fmla="*/ 12046 h 46853"/>
                      <a:gd name="connsiteX1" fmla="*/ 0 w 16337"/>
                      <a:gd name="connsiteY1" fmla="*/ 12046 h 46853"/>
                      <a:gd name="connsiteX2" fmla="*/ 0 w 16337"/>
                      <a:gd name="connsiteY2" fmla="*/ 9249 h 46853"/>
                      <a:gd name="connsiteX3" fmla="*/ 4818 w 16337"/>
                      <a:gd name="connsiteY3" fmla="*/ 8723 h 46853"/>
                      <a:gd name="connsiteX4" fmla="*/ 8612 w 16337"/>
                      <a:gd name="connsiteY4" fmla="*/ 7449 h 46853"/>
                      <a:gd name="connsiteX5" fmla="*/ 11326 w 16337"/>
                      <a:gd name="connsiteY5" fmla="*/ 4763 h 46853"/>
                      <a:gd name="connsiteX6" fmla="*/ 12960 w 16337"/>
                      <a:gd name="connsiteY6" fmla="*/ 0 h 46853"/>
                      <a:gd name="connsiteX7" fmla="*/ 16338 w 16337"/>
                      <a:gd name="connsiteY7" fmla="*/ 0 h 46853"/>
                      <a:gd name="connsiteX8" fmla="*/ 16338 w 16337"/>
                      <a:gd name="connsiteY8" fmla="*/ 46854 h 46853"/>
                      <a:gd name="connsiteX9" fmla="*/ 12073 w 16337"/>
                      <a:gd name="connsiteY9" fmla="*/ 46854 h 46853"/>
                      <a:gd name="connsiteX10" fmla="*/ 12073 w 16337"/>
                      <a:gd name="connsiteY10" fmla="*/ 12018 h 468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337" h="46853">
                        <a:moveTo>
                          <a:pt x="12101" y="12046"/>
                        </a:moveTo>
                        <a:lnTo>
                          <a:pt x="0" y="12046"/>
                        </a:lnTo>
                        <a:lnTo>
                          <a:pt x="0" y="9249"/>
                        </a:lnTo>
                        <a:cubicBezTo>
                          <a:pt x="1772" y="9110"/>
                          <a:pt x="3378" y="8944"/>
                          <a:pt x="4818" y="8723"/>
                        </a:cubicBezTo>
                        <a:cubicBezTo>
                          <a:pt x="6258" y="8501"/>
                          <a:pt x="7532" y="8086"/>
                          <a:pt x="8612" y="7449"/>
                        </a:cubicBezTo>
                        <a:cubicBezTo>
                          <a:pt x="9692" y="6812"/>
                          <a:pt x="10606" y="5926"/>
                          <a:pt x="11326" y="4763"/>
                        </a:cubicBezTo>
                        <a:cubicBezTo>
                          <a:pt x="12046" y="3600"/>
                          <a:pt x="12600" y="1994"/>
                          <a:pt x="12960" y="0"/>
                        </a:cubicBezTo>
                        <a:lnTo>
                          <a:pt x="16338" y="0"/>
                        </a:lnTo>
                        <a:lnTo>
                          <a:pt x="16338" y="46854"/>
                        </a:lnTo>
                        <a:lnTo>
                          <a:pt x="12073" y="46854"/>
                        </a:lnTo>
                        <a:lnTo>
                          <a:pt x="12073" y="12018"/>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grpSp>
            <p:sp>
              <p:nvSpPr>
                <p:cNvPr id="3539" name="Freeform 3538">
                  <a:extLst>
                    <a:ext uri="{FF2B5EF4-FFF2-40B4-BE49-F238E27FC236}">
                      <a16:creationId xmlns:a16="http://schemas.microsoft.com/office/drawing/2014/main" id="{28C7DF28-B5A1-8D12-A0CC-1470C437D577}"/>
                    </a:ext>
                  </a:extLst>
                </p:cNvPr>
                <p:cNvSpPr/>
                <p:nvPr/>
              </p:nvSpPr>
              <p:spPr>
                <a:xfrm>
                  <a:off x="4178548" y="1584623"/>
                  <a:ext cx="698974" cy="8285"/>
                </a:xfrm>
                <a:custGeom>
                  <a:avLst/>
                  <a:gdLst>
                    <a:gd name="connsiteX0" fmla="*/ 0 w 233604"/>
                    <a:gd name="connsiteY0" fmla="*/ 0 h 2769"/>
                    <a:gd name="connsiteX1" fmla="*/ 233604 w 233604"/>
                    <a:gd name="connsiteY1" fmla="*/ 0 h 2769"/>
                  </a:gdLst>
                  <a:ahLst/>
                  <a:cxnLst>
                    <a:cxn ang="0">
                      <a:pos x="connsiteX0" y="connsiteY0"/>
                    </a:cxn>
                    <a:cxn ang="0">
                      <a:pos x="connsiteX1" y="connsiteY1"/>
                    </a:cxn>
                  </a:cxnLst>
                  <a:rect l="l" t="t" r="r" b="b"/>
                  <a:pathLst>
                    <a:path w="233604" h="2769">
                      <a:moveTo>
                        <a:pt x="0" y="0"/>
                      </a:moveTo>
                      <a:lnTo>
                        <a:pt x="233604" y="0"/>
                      </a:lnTo>
                    </a:path>
                  </a:pathLst>
                </a:custGeom>
                <a:ln w="5534" cap="flat">
                  <a:solidFill>
                    <a:srgbClr val="8371B3"/>
                  </a:solidFill>
                  <a:prstDash val="solid"/>
                  <a:miter/>
                </a:ln>
              </p:spPr>
              <p:txBody>
                <a:bodyPr rtlCol="0" anchor="ctr"/>
                <a:lstStyle/>
                <a:p>
                  <a:endParaRPr lang="en-US" sz="2000" dirty="0">
                    <a:latin typeface="Helvetica" pitchFamily="2" charset="0"/>
                  </a:endParaRPr>
                </a:p>
              </p:txBody>
            </p:sp>
          </p:grpSp>
          <p:grpSp>
            <p:nvGrpSpPr>
              <p:cNvPr id="6" name="Group 5">
                <a:extLst>
                  <a:ext uri="{FF2B5EF4-FFF2-40B4-BE49-F238E27FC236}">
                    <a16:creationId xmlns:a16="http://schemas.microsoft.com/office/drawing/2014/main" id="{0D0B6107-D22C-D2B8-EDE7-8EB1D956FEA8}"/>
                  </a:ext>
                </a:extLst>
              </p:cNvPr>
              <p:cNvGrpSpPr/>
              <p:nvPr/>
            </p:nvGrpSpPr>
            <p:grpSpPr>
              <a:xfrm>
                <a:off x="3575841" y="3358104"/>
                <a:ext cx="2765007" cy="208632"/>
                <a:chOff x="4743959" y="2966745"/>
                <a:chExt cx="2435557" cy="183774"/>
              </a:xfrm>
            </p:grpSpPr>
            <p:grpSp>
              <p:nvGrpSpPr>
                <p:cNvPr id="3560" name="Graphic 14">
                  <a:extLst>
                    <a:ext uri="{FF2B5EF4-FFF2-40B4-BE49-F238E27FC236}">
                      <a16:creationId xmlns:a16="http://schemas.microsoft.com/office/drawing/2014/main" id="{10BA4DCB-206B-2C5C-AAD4-2677EF7ED684}"/>
                    </a:ext>
                  </a:extLst>
                </p:cNvPr>
                <p:cNvGrpSpPr/>
                <p:nvPr/>
              </p:nvGrpSpPr>
              <p:grpSpPr>
                <a:xfrm>
                  <a:off x="5122447" y="2966745"/>
                  <a:ext cx="2057069" cy="183774"/>
                  <a:chOff x="2620923" y="2895209"/>
                  <a:chExt cx="687493" cy="61419"/>
                </a:xfrm>
                <a:solidFill>
                  <a:srgbClr val="8371B3"/>
                </a:solidFill>
              </p:grpSpPr>
              <p:sp>
                <p:nvSpPr>
                  <p:cNvPr id="3561" name="Freeform 3560">
                    <a:extLst>
                      <a:ext uri="{FF2B5EF4-FFF2-40B4-BE49-F238E27FC236}">
                        <a16:creationId xmlns:a16="http://schemas.microsoft.com/office/drawing/2014/main" id="{36923441-F4DB-C2AE-F5F1-70E6F0746C22}"/>
                      </a:ext>
                    </a:extLst>
                  </p:cNvPr>
                  <p:cNvSpPr/>
                  <p:nvPr/>
                </p:nvSpPr>
                <p:spPr>
                  <a:xfrm>
                    <a:off x="2620923" y="2907725"/>
                    <a:ext cx="30517" cy="36303"/>
                  </a:xfrm>
                  <a:custGeom>
                    <a:avLst/>
                    <a:gdLst>
                      <a:gd name="connsiteX0" fmla="*/ 4181 w 30517"/>
                      <a:gd name="connsiteY0" fmla="*/ 19052 h 36303"/>
                      <a:gd name="connsiteX1" fmla="*/ 4901 w 30517"/>
                      <a:gd name="connsiteY1" fmla="*/ 24341 h 36303"/>
                      <a:gd name="connsiteX2" fmla="*/ 7034 w 30517"/>
                      <a:gd name="connsiteY2" fmla="*/ 28660 h 36303"/>
                      <a:gd name="connsiteX3" fmla="*/ 10606 w 30517"/>
                      <a:gd name="connsiteY3" fmla="*/ 31596 h 36303"/>
                      <a:gd name="connsiteX4" fmla="*/ 15590 w 30517"/>
                      <a:gd name="connsiteY4" fmla="*/ 32703 h 36303"/>
                      <a:gd name="connsiteX5" fmla="*/ 22208 w 30517"/>
                      <a:gd name="connsiteY5" fmla="*/ 30654 h 36303"/>
                      <a:gd name="connsiteX6" fmla="*/ 25864 w 30517"/>
                      <a:gd name="connsiteY6" fmla="*/ 24812 h 36303"/>
                      <a:gd name="connsiteX7" fmla="*/ 30239 w 30517"/>
                      <a:gd name="connsiteY7" fmla="*/ 24812 h 36303"/>
                      <a:gd name="connsiteX8" fmla="*/ 28328 w 30517"/>
                      <a:gd name="connsiteY8" fmla="*/ 29353 h 36303"/>
                      <a:gd name="connsiteX9" fmla="*/ 25393 w 30517"/>
                      <a:gd name="connsiteY9" fmla="*/ 33008 h 36303"/>
                      <a:gd name="connsiteX10" fmla="*/ 21212 w 30517"/>
                      <a:gd name="connsiteY10" fmla="*/ 35445 h 36303"/>
                      <a:gd name="connsiteX11" fmla="*/ 15590 w 30517"/>
                      <a:gd name="connsiteY11" fmla="*/ 36303 h 36303"/>
                      <a:gd name="connsiteX12" fmla="*/ 8584 w 30517"/>
                      <a:gd name="connsiteY12" fmla="*/ 34919 h 36303"/>
                      <a:gd name="connsiteX13" fmla="*/ 3738 w 30517"/>
                      <a:gd name="connsiteY13" fmla="*/ 31097 h 36303"/>
                      <a:gd name="connsiteX14" fmla="*/ 914 w 30517"/>
                      <a:gd name="connsiteY14" fmla="*/ 25393 h 36303"/>
                      <a:gd name="connsiteX15" fmla="*/ 0 w 30517"/>
                      <a:gd name="connsiteY15" fmla="*/ 18304 h 36303"/>
                      <a:gd name="connsiteX16" fmla="*/ 1080 w 30517"/>
                      <a:gd name="connsiteY16" fmla="*/ 11187 h 36303"/>
                      <a:gd name="connsiteX17" fmla="*/ 4154 w 30517"/>
                      <a:gd name="connsiteY17" fmla="*/ 5372 h 36303"/>
                      <a:gd name="connsiteX18" fmla="*/ 9027 w 30517"/>
                      <a:gd name="connsiteY18" fmla="*/ 1440 h 36303"/>
                      <a:gd name="connsiteX19" fmla="*/ 15590 w 30517"/>
                      <a:gd name="connsiteY19" fmla="*/ 0 h 36303"/>
                      <a:gd name="connsiteX20" fmla="*/ 26584 w 30517"/>
                      <a:gd name="connsiteY20" fmla="*/ 4874 h 36303"/>
                      <a:gd name="connsiteX21" fmla="*/ 30516 w 30517"/>
                      <a:gd name="connsiteY21" fmla="*/ 19052 h 36303"/>
                      <a:gd name="connsiteX22" fmla="*/ 4181 w 30517"/>
                      <a:gd name="connsiteY22" fmla="*/ 19052 h 36303"/>
                      <a:gd name="connsiteX23" fmla="*/ 26334 w 30517"/>
                      <a:gd name="connsiteY23" fmla="*/ 15729 h 36303"/>
                      <a:gd name="connsiteX24" fmla="*/ 25642 w 30517"/>
                      <a:gd name="connsiteY24" fmla="*/ 10966 h 36303"/>
                      <a:gd name="connsiteX25" fmla="*/ 23621 w 30517"/>
                      <a:gd name="connsiteY25" fmla="*/ 7117 h 36303"/>
                      <a:gd name="connsiteX26" fmla="*/ 20242 w 30517"/>
                      <a:gd name="connsiteY26" fmla="*/ 4514 h 36303"/>
                      <a:gd name="connsiteX27" fmla="*/ 15590 w 30517"/>
                      <a:gd name="connsiteY27" fmla="*/ 3545 h 36303"/>
                      <a:gd name="connsiteX28" fmla="*/ 10966 w 30517"/>
                      <a:gd name="connsiteY28" fmla="*/ 4541 h 36303"/>
                      <a:gd name="connsiteX29" fmla="*/ 7560 w 30517"/>
                      <a:gd name="connsiteY29" fmla="*/ 7200 h 36303"/>
                      <a:gd name="connsiteX30" fmla="*/ 5289 w 30517"/>
                      <a:gd name="connsiteY30" fmla="*/ 11049 h 36303"/>
                      <a:gd name="connsiteX31" fmla="*/ 4181 w 30517"/>
                      <a:gd name="connsiteY31" fmla="*/ 15701 h 36303"/>
                      <a:gd name="connsiteX32" fmla="*/ 26307 w 30517"/>
                      <a:gd name="connsiteY32" fmla="*/ 15701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0517" h="36303">
                        <a:moveTo>
                          <a:pt x="4181" y="19052"/>
                        </a:moveTo>
                        <a:cubicBezTo>
                          <a:pt x="4181" y="20907"/>
                          <a:pt x="4431" y="22679"/>
                          <a:pt x="4901" y="24341"/>
                        </a:cubicBezTo>
                        <a:cubicBezTo>
                          <a:pt x="5372" y="26002"/>
                          <a:pt x="6092" y="27442"/>
                          <a:pt x="7034" y="28660"/>
                        </a:cubicBezTo>
                        <a:cubicBezTo>
                          <a:pt x="7975" y="29879"/>
                          <a:pt x="9166" y="30848"/>
                          <a:pt x="10606" y="31596"/>
                        </a:cubicBezTo>
                        <a:cubicBezTo>
                          <a:pt x="12046" y="32343"/>
                          <a:pt x="13707" y="32703"/>
                          <a:pt x="15590" y="32703"/>
                        </a:cubicBezTo>
                        <a:cubicBezTo>
                          <a:pt x="18166" y="32703"/>
                          <a:pt x="20381" y="32011"/>
                          <a:pt x="22208" y="30654"/>
                        </a:cubicBezTo>
                        <a:cubicBezTo>
                          <a:pt x="24036" y="29270"/>
                          <a:pt x="25254" y="27331"/>
                          <a:pt x="25864" y="24812"/>
                        </a:cubicBezTo>
                        <a:lnTo>
                          <a:pt x="30239" y="24812"/>
                        </a:lnTo>
                        <a:cubicBezTo>
                          <a:pt x="29768" y="26445"/>
                          <a:pt x="29131" y="27968"/>
                          <a:pt x="28328" y="29353"/>
                        </a:cubicBezTo>
                        <a:cubicBezTo>
                          <a:pt x="27525" y="30737"/>
                          <a:pt x="26556" y="31956"/>
                          <a:pt x="25393" y="33008"/>
                        </a:cubicBezTo>
                        <a:cubicBezTo>
                          <a:pt x="24202" y="34060"/>
                          <a:pt x="22818" y="34863"/>
                          <a:pt x="21212" y="35445"/>
                        </a:cubicBezTo>
                        <a:cubicBezTo>
                          <a:pt x="19605" y="36026"/>
                          <a:pt x="17722" y="36303"/>
                          <a:pt x="15590" y="36303"/>
                        </a:cubicBezTo>
                        <a:cubicBezTo>
                          <a:pt x="12876" y="36303"/>
                          <a:pt x="10550" y="35833"/>
                          <a:pt x="8584" y="34919"/>
                        </a:cubicBezTo>
                        <a:cubicBezTo>
                          <a:pt x="6618" y="33977"/>
                          <a:pt x="5012" y="32703"/>
                          <a:pt x="3738" y="31097"/>
                        </a:cubicBezTo>
                        <a:cubicBezTo>
                          <a:pt x="2464" y="29491"/>
                          <a:pt x="1523" y="27581"/>
                          <a:pt x="914" y="25393"/>
                        </a:cubicBezTo>
                        <a:cubicBezTo>
                          <a:pt x="305" y="23205"/>
                          <a:pt x="0" y="20852"/>
                          <a:pt x="0" y="18304"/>
                        </a:cubicBezTo>
                        <a:cubicBezTo>
                          <a:pt x="0" y="15756"/>
                          <a:pt x="360" y="13403"/>
                          <a:pt x="1080" y="11187"/>
                        </a:cubicBezTo>
                        <a:cubicBezTo>
                          <a:pt x="1800" y="8972"/>
                          <a:pt x="2824" y="7034"/>
                          <a:pt x="4154" y="5372"/>
                        </a:cubicBezTo>
                        <a:cubicBezTo>
                          <a:pt x="5483" y="3711"/>
                          <a:pt x="7117" y="2409"/>
                          <a:pt x="9027" y="1440"/>
                        </a:cubicBezTo>
                        <a:cubicBezTo>
                          <a:pt x="10938" y="498"/>
                          <a:pt x="13126" y="0"/>
                          <a:pt x="15590" y="0"/>
                        </a:cubicBezTo>
                        <a:cubicBezTo>
                          <a:pt x="20270" y="0"/>
                          <a:pt x="23925" y="1634"/>
                          <a:pt x="26584" y="4874"/>
                        </a:cubicBezTo>
                        <a:cubicBezTo>
                          <a:pt x="29242" y="8141"/>
                          <a:pt x="30571" y="12849"/>
                          <a:pt x="30516" y="19052"/>
                        </a:cubicBezTo>
                        <a:lnTo>
                          <a:pt x="4181" y="19052"/>
                        </a:lnTo>
                        <a:close/>
                        <a:moveTo>
                          <a:pt x="26334" y="15729"/>
                        </a:moveTo>
                        <a:cubicBezTo>
                          <a:pt x="26334" y="14040"/>
                          <a:pt x="26113" y="12461"/>
                          <a:pt x="25642" y="10966"/>
                        </a:cubicBezTo>
                        <a:cubicBezTo>
                          <a:pt x="25171" y="9470"/>
                          <a:pt x="24507" y="8197"/>
                          <a:pt x="23621" y="7117"/>
                        </a:cubicBezTo>
                        <a:cubicBezTo>
                          <a:pt x="22735" y="6037"/>
                          <a:pt x="21599" y="5178"/>
                          <a:pt x="20242" y="4514"/>
                        </a:cubicBezTo>
                        <a:cubicBezTo>
                          <a:pt x="18886" y="3877"/>
                          <a:pt x="17335" y="3545"/>
                          <a:pt x="15590" y="3545"/>
                        </a:cubicBezTo>
                        <a:cubicBezTo>
                          <a:pt x="13846" y="3545"/>
                          <a:pt x="12295" y="3877"/>
                          <a:pt x="10966" y="4541"/>
                        </a:cubicBezTo>
                        <a:cubicBezTo>
                          <a:pt x="9637" y="5206"/>
                          <a:pt x="8501" y="6092"/>
                          <a:pt x="7560" y="7200"/>
                        </a:cubicBezTo>
                        <a:cubicBezTo>
                          <a:pt x="6618" y="8307"/>
                          <a:pt x="5871" y="9581"/>
                          <a:pt x="5289" y="11049"/>
                        </a:cubicBezTo>
                        <a:cubicBezTo>
                          <a:pt x="4707" y="12517"/>
                          <a:pt x="4348" y="14067"/>
                          <a:pt x="4181" y="15701"/>
                        </a:cubicBezTo>
                        <a:lnTo>
                          <a:pt x="26307" y="15701"/>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sp>
                <p:nvSpPr>
                  <p:cNvPr id="3562" name="Freeform 3561">
                    <a:extLst>
                      <a:ext uri="{FF2B5EF4-FFF2-40B4-BE49-F238E27FC236}">
                        <a16:creationId xmlns:a16="http://schemas.microsoft.com/office/drawing/2014/main" id="{3EB12767-A51E-1F57-2797-7A710C288E89}"/>
                      </a:ext>
                    </a:extLst>
                  </p:cNvPr>
                  <p:cNvSpPr/>
                  <p:nvPr/>
                </p:nvSpPr>
                <p:spPr>
                  <a:xfrm>
                    <a:off x="2659109" y="2907698"/>
                    <a:ext cx="26915" cy="35389"/>
                  </a:xfrm>
                  <a:custGeom>
                    <a:avLst/>
                    <a:gdLst>
                      <a:gd name="connsiteX0" fmla="*/ 3932 w 26915"/>
                      <a:gd name="connsiteY0" fmla="*/ 35362 h 35389"/>
                      <a:gd name="connsiteX1" fmla="*/ 0 w 26915"/>
                      <a:gd name="connsiteY1" fmla="*/ 35362 h 35389"/>
                      <a:gd name="connsiteX2" fmla="*/ 0 w 26915"/>
                      <a:gd name="connsiteY2" fmla="*/ 942 h 35389"/>
                      <a:gd name="connsiteX3" fmla="*/ 3932 w 26915"/>
                      <a:gd name="connsiteY3" fmla="*/ 942 h 35389"/>
                      <a:gd name="connsiteX4" fmla="*/ 3932 w 26915"/>
                      <a:gd name="connsiteY4" fmla="*/ 5732 h 35389"/>
                      <a:gd name="connsiteX5" fmla="*/ 8806 w 26915"/>
                      <a:gd name="connsiteY5" fmla="*/ 1606 h 35389"/>
                      <a:gd name="connsiteX6" fmla="*/ 14870 w 26915"/>
                      <a:gd name="connsiteY6" fmla="*/ 0 h 35389"/>
                      <a:gd name="connsiteX7" fmla="*/ 20713 w 26915"/>
                      <a:gd name="connsiteY7" fmla="*/ 1108 h 35389"/>
                      <a:gd name="connsiteX8" fmla="*/ 25227 w 26915"/>
                      <a:gd name="connsiteY8" fmla="*/ 4929 h 35389"/>
                      <a:gd name="connsiteX9" fmla="*/ 26694 w 26915"/>
                      <a:gd name="connsiteY9" fmla="*/ 8751 h 35389"/>
                      <a:gd name="connsiteX10" fmla="*/ 26916 w 26915"/>
                      <a:gd name="connsiteY10" fmla="*/ 12849 h 35389"/>
                      <a:gd name="connsiteX11" fmla="*/ 26916 w 26915"/>
                      <a:gd name="connsiteY11" fmla="*/ 35390 h 35389"/>
                      <a:gd name="connsiteX12" fmla="*/ 22984 w 26915"/>
                      <a:gd name="connsiteY12" fmla="*/ 35390 h 35389"/>
                      <a:gd name="connsiteX13" fmla="*/ 22984 w 26915"/>
                      <a:gd name="connsiteY13" fmla="*/ 12932 h 35389"/>
                      <a:gd name="connsiteX14" fmla="*/ 20962 w 26915"/>
                      <a:gd name="connsiteY14" fmla="*/ 5954 h 35389"/>
                      <a:gd name="connsiteX15" fmla="*/ 14206 w 26915"/>
                      <a:gd name="connsiteY15" fmla="*/ 3628 h 35389"/>
                      <a:gd name="connsiteX16" fmla="*/ 10855 w 26915"/>
                      <a:gd name="connsiteY16" fmla="*/ 4181 h 35389"/>
                      <a:gd name="connsiteX17" fmla="*/ 8141 w 26915"/>
                      <a:gd name="connsiteY17" fmla="*/ 5677 h 35389"/>
                      <a:gd name="connsiteX18" fmla="*/ 6092 w 26915"/>
                      <a:gd name="connsiteY18" fmla="*/ 7809 h 35389"/>
                      <a:gd name="connsiteX19" fmla="*/ 4791 w 26915"/>
                      <a:gd name="connsiteY19" fmla="*/ 10329 h 35389"/>
                      <a:gd name="connsiteX20" fmla="*/ 4071 w 26915"/>
                      <a:gd name="connsiteY20" fmla="*/ 13513 h 35389"/>
                      <a:gd name="connsiteX21" fmla="*/ 3932 w 26915"/>
                      <a:gd name="connsiteY21" fmla="*/ 16836 h 35389"/>
                      <a:gd name="connsiteX22" fmla="*/ 3932 w 26915"/>
                      <a:gd name="connsiteY22" fmla="*/ 35390 h 35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6915" h="35389">
                        <a:moveTo>
                          <a:pt x="3932" y="35362"/>
                        </a:moveTo>
                        <a:lnTo>
                          <a:pt x="0" y="35362"/>
                        </a:lnTo>
                        <a:lnTo>
                          <a:pt x="0" y="942"/>
                        </a:lnTo>
                        <a:lnTo>
                          <a:pt x="3932" y="942"/>
                        </a:lnTo>
                        <a:lnTo>
                          <a:pt x="3932" y="5732"/>
                        </a:lnTo>
                        <a:cubicBezTo>
                          <a:pt x="5511" y="4043"/>
                          <a:pt x="7117" y="2686"/>
                          <a:pt x="8806" y="1606"/>
                        </a:cubicBezTo>
                        <a:cubicBezTo>
                          <a:pt x="10495" y="554"/>
                          <a:pt x="12516" y="0"/>
                          <a:pt x="14870" y="0"/>
                        </a:cubicBezTo>
                        <a:cubicBezTo>
                          <a:pt x="16975" y="0"/>
                          <a:pt x="18913" y="360"/>
                          <a:pt x="20713" y="1108"/>
                        </a:cubicBezTo>
                        <a:cubicBezTo>
                          <a:pt x="22513" y="1828"/>
                          <a:pt x="24008" y="3101"/>
                          <a:pt x="25227" y="4929"/>
                        </a:cubicBezTo>
                        <a:cubicBezTo>
                          <a:pt x="26057" y="6175"/>
                          <a:pt x="26556" y="7449"/>
                          <a:pt x="26694" y="8751"/>
                        </a:cubicBezTo>
                        <a:cubicBezTo>
                          <a:pt x="26861" y="10052"/>
                          <a:pt x="26916" y="11409"/>
                          <a:pt x="26916" y="12849"/>
                        </a:cubicBezTo>
                        <a:lnTo>
                          <a:pt x="26916" y="35390"/>
                        </a:lnTo>
                        <a:lnTo>
                          <a:pt x="22984" y="35390"/>
                        </a:lnTo>
                        <a:lnTo>
                          <a:pt x="22984" y="12932"/>
                        </a:lnTo>
                        <a:cubicBezTo>
                          <a:pt x="22984" y="9830"/>
                          <a:pt x="22319" y="7504"/>
                          <a:pt x="20962" y="5954"/>
                        </a:cubicBezTo>
                        <a:cubicBezTo>
                          <a:pt x="19605" y="4403"/>
                          <a:pt x="17362" y="3628"/>
                          <a:pt x="14206" y="3628"/>
                        </a:cubicBezTo>
                        <a:cubicBezTo>
                          <a:pt x="12987" y="3628"/>
                          <a:pt x="11880" y="3821"/>
                          <a:pt x="10855" y="4181"/>
                        </a:cubicBezTo>
                        <a:cubicBezTo>
                          <a:pt x="9858" y="4569"/>
                          <a:pt x="8944" y="5068"/>
                          <a:pt x="8141" y="5677"/>
                        </a:cubicBezTo>
                        <a:cubicBezTo>
                          <a:pt x="7338" y="6286"/>
                          <a:pt x="6646" y="7006"/>
                          <a:pt x="6092" y="7809"/>
                        </a:cubicBezTo>
                        <a:cubicBezTo>
                          <a:pt x="5511" y="8612"/>
                          <a:pt x="5095" y="9443"/>
                          <a:pt x="4791" y="10329"/>
                        </a:cubicBezTo>
                        <a:cubicBezTo>
                          <a:pt x="4403" y="11437"/>
                          <a:pt x="4154" y="12489"/>
                          <a:pt x="4071" y="13513"/>
                        </a:cubicBezTo>
                        <a:cubicBezTo>
                          <a:pt x="3987" y="14538"/>
                          <a:pt x="3932" y="15646"/>
                          <a:pt x="3932" y="16836"/>
                        </a:cubicBezTo>
                        <a:lnTo>
                          <a:pt x="3932" y="35390"/>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sp>
                <p:nvSpPr>
                  <p:cNvPr id="3563" name="Freeform 3562">
                    <a:extLst>
                      <a:ext uri="{FF2B5EF4-FFF2-40B4-BE49-F238E27FC236}">
                        <a16:creationId xmlns:a16="http://schemas.microsoft.com/office/drawing/2014/main" id="{6BE5A6C9-723A-1FBC-D32D-D4DF3186F406}"/>
                      </a:ext>
                    </a:extLst>
                  </p:cNvPr>
                  <p:cNvSpPr/>
                  <p:nvPr/>
                </p:nvSpPr>
                <p:spPr>
                  <a:xfrm>
                    <a:off x="2693862" y="2907698"/>
                    <a:ext cx="30183" cy="36275"/>
                  </a:xfrm>
                  <a:custGeom>
                    <a:avLst/>
                    <a:gdLst>
                      <a:gd name="connsiteX0" fmla="*/ 25698 w 30183"/>
                      <a:gd name="connsiteY0" fmla="*/ 11769 h 36275"/>
                      <a:gd name="connsiteX1" fmla="*/ 22098 w 30183"/>
                      <a:gd name="connsiteY1" fmla="*/ 5760 h 36275"/>
                      <a:gd name="connsiteX2" fmla="*/ 15618 w 30183"/>
                      <a:gd name="connsiteY2" fmla="*/ 3600 h 36275"/>
                      <a:gd name="connsiteX3" fmla="*/ 10440 w 30183"/>
                      <a:gd name="connsiteY3" fmla="*/ 4874 h 36275"/>
                      <a:gd name="connsiteX4" fmla="*/ 6895 w 30183"/>
                      <a:gd name="connsiteY4" fmla="*/ 8224 h 36275"/>
                      <a:gd name="connsiteX5" fmla="*/ 4874 w 30183"/>
                      <a:gd name="connsiteY5" fmla="*/ 12932 h 36275"/>
                      <a:gd name="connsiteX6" fmla="*/ 4209 w 30183"/>
                      <a:gd name="connsiteY6" fmla="*/ 18221 h 36275"/>
                      <a:gd name="connsiteX7" fmla="*/ 4818 w 30183"/>
                      <a:gd name="connsiteY7" fmla="*/ 23538 h 36275"/>
                      <a:gd name="connsiteX8" fmla="*/ 6812 w 30183"/>
                      <a:gd name="connsiteY8" fmla="*/ 28190 h 36275"/>
                      <a:gd name="connsiteX9" fmla="*/ 10357 w 30183"/>
                      <a:gd name="connsiteY9" fmla="*/ 31485 h 36275"/>
                      <a:gd name="connsiteX10" fmla="*/ 15590 w 30183"/>
                      <a:gd name="connsiteY10" fmla="*/ 32703 h 36275"/>
                      <a:gd name="connsiteX11" fmla="*/ 22624 w 30183"/>
                      <a:gd name="connsiteY11" fmla="*/ 30239 h 36275"/>
                      <a:gd name="connsiteX12" fmla="*/ 26002 w 30183"/>
                      <a:gd name="connsiteY12" fmla="*/ 23455 h 36275"/>
                      <a:gd name="connsiteX13" fmla="*/ 30184 w 30183"/>
                      <a:gd name="connsiteY13" fmla="*/ 23455 h 36275"/>
                      <a:gd name="connsiteX14" fmla="*/ 28522 w 30183"/>
                      <a:gd name="connsiteY14" fmla="*/ 28661 h 36275"/>
                      <a:gd name="connsiteX15" fmla="*/ 25587 w 30183"/>
                      <a:gd name="connsiteY15" fmla="*/ 32703 h 36275"/>
                      <a:gd name="connsiteX16" fmla="*/ 21295 w 30183"/>
                      <a:gd name="connsiteY16" fmla="*/ 35334 h 36275"/>
                      <a:gd name="connsiteX17" fmla="*/ 15590 w 30183"/>
                      <a:gd name="connsiteY17" fmla="*/ 36276 h 36275"/>
                      <a:gd name="connsiteX18" fmla="*/ 8584 w 30183"/>
                      <a:gd name="connsiteY18" fmla="*/ 34891 h 36275"/>
                      <a:gd name="connsiteX19" fmla="*/ 3738 w 30183"/>
                      <a:gd name="connsiteY19" fmla="*/ 31070 h 36275"/>
                      <a:gd name="connsiteX20" fmla="*/ 914 w 30183"/>
                      <a:gd name="connsiteY20" fmla="*/ 25310 h 36275"/>
                      <a:gd name="connsiteX21" fmla="*/ 0 w 30183"/>
                      <a:gd name="connsiteY21" fmla="*/ 18193 h 36275"/>
                      <a:gd name="connsiteX22" fmla="*/ 1025 w 30183"/>
                      <a:gd name="connsiteY22" fmla="*/ 11326 h 36275"/>
                      <a:gd name="connsiteX23" fmla="*/ 4015 w 30183"/>
                      <a:gd name="connsiteY23" fmla="*/ 5511 h 36275"/>
                      <a:gd name="connsiteX24" fmla="*/ 8889 w 30183"/>
                      <a:gd name="connsiteY24" fmla="*/ 1495 h 36275"/>
                      <a:gd name="connsiteX25" fmla="*/ 15590 w 30183"/>
                      <a:gd name="connsiteY25" fmla="*/ 0 h 36275"/>
                      <a:gd name="connsiteX26" fmla="*/ 25116 w 30183"/>
                      <a:gd name="connsiteY26" fmla="*/ 2852 h 36275"/>
                      <a:gd name="connsiteX27" fmla="*/ 29657 w 30183"/>
                      <a:gd name="connsiteY27" fmla="*/ 11769 h 36275"/>
                      <a:gd name="connsiteX28" fmla="*/ 25670 w 30183"/>
                      <a:gd name="connsiteY28" fmla="*/ 11769 h 36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0183" h="36275">
                        <a:moveTo>
                          <a:pt x="25698" y="11769"/>
                        </a:moveTo>
                        <a:cubicBezTo>
                          <a:pt x="25005" y="9194"/>
                          <a:pt x="23787" y="7200"/>
                          <a:pt x="22098" y="5760"/>
                        </a:cubicBezTo>
                        <a:cubicBezTo>
                          <a:pt x="20381" y="4320"/>
                          <a:pt x="18221" y="3600"/>
                          <a:pt x="15618" y="3600"/>
                        </a:cubicBezTo>
                        <a:cubicBezTo>
                          <a:pt x="13596" y="3600"/>
                          <a:pt x="11880" y="4015"/>
                          <a:pt x="10440" y="4874"/>
                        </a:cubicBezTo>
                        <a:cubicBezTo>
                          <a:pt x="9000" y="5704"/>
                          <a:pt x="7809" y="6840"/>
                          <a:pt x="6895" y="8224"/>
                        </a:cubicBezTo>
                        <a:cubicBezTo>
                          <a:pt x="5981" y="9609"/>
                          <a:pt x="5289" y="11187"/>
                          <a:pt x="4874" y="12932"/>
                        </a:cubicBezTo>
                        <a:cubicBezTo>
                          <a:pt x="4431" y="14676"/>
                          <a:pt x="4209" y="16449"/>
                          <a:pt x="4209" y="18221"/>
                        </a:cubicBezTo>
                        <a:cubicBezTo>
                          <a:pt x="4209" y="19993"/>
                          <a:pt x="4403" y="21821"/>
                          <a:pt x="4818" y="23538"/>
                        </a:cubicBezTo>
                        <a:cubicBezTo>
                          <a:pt x="5234" y="25254"/>
                          <a:pt x="5898" y="26805"/>
                          <a:pt x="6812" y="28190"/>
                        </a:cubicBezTo>
                        <a:cubicBezTo>
                          <a:pt x="7726" y="29574"/>
                          <a:pt x="8917" y="30654"/>
                          <a:pt x="10357" y="31485"/>
                        </a:cubicBezTo>
                        <a:cubicBezTo>
                          <a:pt x="11797" y="32316"/>
                          <a:pt x="13541" y="32703"/>
                          <a:pt x="15590" y="32703"/>
                        </a:cubicBezTo>
                        <a:cubicBezTo>
                          <a:pt x="18526" y="32703"/>
                          <a:pt x="20852" y="31873"/>
                          <a:pt x="22624" y="30239"/>
                        </a:cubicBezTo>
                        <a:cubicBezTo>
                          <a:pt x="24396" y="28605"/>
                          <a:pt x="25504" y="26334"/>
                          <a:pt x="26002" y="23455"/>
                        </a:cubicBezTo>
                        <a:lnTo>
                          <a:pt x="30184" y="23455"/>
                        </a:lnTo>
                        <a:cubicBezTo>
                          <a:pt x="29824" y="25365"/>
                          <a:pt x="29270" y="27110"/>
                          <a:pt x="28522" y="28661"/>
                        </a:cubicBezTo>
                        <a:cubicBezTo>
                          <a:pt x="27747" y="30239"/>
                          <a:pt x="26778" y="31596"/>
                          <a:pt x="25587" y="32703"/>
                        </a:cubicBezTo>
                        <a:cubicBezTo>
                          <a:pt x="24396" y="33839"/>
                          <a:pt x="22956" y="34697"/>
                          <a:pt x="21295" y="35334"/>
                        </a:cubicBezTo>
                        <a:cubicBezTo>
                          <a:pt x="19633" y="35943"/>
                          <a:pt x="17722" y="36276"/>
                          <a:pt x="15590" y="36276"/>
                        </a:cubicBezTo>
                        <a:cubicBezTo>
                          <a:pt x="12876" y="36276"/>
                          <a:pt x="10550" y="35805"/>
                          <a:pt x="8584" y="34891"/>
                        </a:cubicBezTo>
                        <a:cubicBezTo>
                          <a:pt x="6618" y="33977"/>
                          <a:pt x="5012" y="32676"/>
                          <a:pt x="3738" y="31070"/>
                        </a:cubicBezTo>
                        <a:cubicBezTo>
                          <a:pt x="2464" y="29464"/>
                          <a:pt x="1523" y="27525"/>
                          <a:pt x="914" y="25310"/>
                        </a:cubicBezTo>
                        <a:cubicBezTo>
                          <a:pt x="305" y="23095"/>
                          <a:pt x="0" y="20713"/>
                          <a:pt x="0" y="18193"/>
                        </a:cubicBezTo>
                        <a:cubicBezTo>
                          <a:pt x="0" y="15812"/>
                          <a:pt x="332" y="13513"/>
                          <a:pt x="1025" y="11326"/>
                        </a:cubicBezTo>
                        <a:cubicBezTo>
                          <a:pt x="1717" y="9138"/>
                          <a:pt x="2686" y="7200"/>
                          <a:pt x="4015" y="5511"/>
                        </a:cubicBezTo>
                        <a:cubicBezTo>
                          <a:pt x="5317" y="3821"/>
                          <a:pt x="6951" y="2492"/>
                          <a:pt x="8889" y="1495"/>
                        </a:cubicBezTo>
                        <a:cubicBezTo>
                          <a:pt x="10827" y="498"/>
                          <a:pt x="13070" y="0"/>
                          <a:pt x="15590" y="0"/>
                        </a:cubicBezTo>
                        <a:cubicBezTo>
                          <a:pt x="19522" y="0"/>
                          <a:pt x="22707" y="942"/>
                          <a:pt x="25116" y="2852"/>
                        </a:cubicBezTo>
                        <a:cubicBezTo>
                          <a:pt x="27553" y="4763"/>
                          <a:pt x="29048" y="7726"/>
                          <a:pt x="29657" y="11769"/>
                        </a:cubicBezTo>
                        <a:lnTo>
                          <a:pt x="25670" y="11769"/>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sp>
                <p:nvSpPr>
                  <p:cNvPr id="3564" name="Freeform 3563">
                    <a:extLst>
                      <a:ext uri="{FF2B5EF4-FFF2-40B4-BE49-F238E27FC236}">
                        <a16:creationId xmlns:a16="http://schemas.microsoft.com/office/drawing/2014/main" id="{8F129C57-E4B5-D9E3-08A9-A11360174968}"/>
                      </a:ext>
                    </a:extLst>
                  </p:cNvPr>
                  <p:cNvSpPr/>
                  <p:nvPr/>
                </p:nvSpPr>
                <p:spPr>
                  <a:xfrm>
                    <a:off x="2729695" y="2907698"/>
                    <a:ext cx="31374" cy="36303"/>
                  </a:xfrm>
                  <a:custGeom>
                    <a:avLst/>
                    <a:gdLst>
                      <a:gd name="connsiteX0" fmla="*/ 15729 w 31374"/>
                      <a:gd name="connsiteY0" fmla="*/ 36303 h 36303"/>
                      <a:gd name="connsiteX1" fmla="*/ 9609 w 31374"/>
                      <a:gd name="connsiteY1" fmla="*/ 35113 h 36303"/>
                      <a:gd name="connsiteX2" fmla="*/ 4624 w 31374"/>
                      <a:gd name="connsiteY2" fmla="*/ 31734 h 36303"/>
                      <a:gd name="connsiteX3" fmla="*/ 1246 w 31374"/>
                      <a:gd name="connsiteY3" fmla="*/ 26085 h 36303"/>
                      <a:gd name="connsiteX4" fmla="*/ 0 w 31374"/>
                      <a:gd name="connsiteY4" fmla="*/ 18166 h 36303"/>
                      <a:gd name="connsiteX5" fmla="*/ 969 w 31374"/>
                      <a:gd name="connsiteY5" fmla="*/ 11077 h 36303"/>
                      <a:gd name="connsiteX6" fmla="*/ 3904 w 31374"/>
                      <a:gd name="connsiteY6" fmla="*/ 5317 h 36303"/>
                      <a:gd name="connsiteX7" fmla="*/ 8806 w 31374"/>
                      <a:gd name="connsiteY7" fmla="*/ 1440 h 36303"/>
                      <a:gd name="connsiteX8" fmla="*/ 15673 w 31374"/>
                      <a:gd name="connsiteY8" fmla="*/ 0 h 36303"/>
                      <a:gd name="connsiteX9" fmla="*/ 22624 w 31374"/>
                      <a:gd name="connsiteY9" fmla="*/ 1440 h 36303"/>
                      <a:gd name="connsiteX10" fmla="*/ 27525 w 31374"/>
                      <a:gd name="connsiteY10" fmla="*/ 5289 h 36303"/>
                      <a:gd name="connsiteX11" fmla="*/ 30433 w 31374"/>
                      <a:gd name="connsiteY11" fmla="*/ 11049 h 36303"/>
                      <a:gd name="connsiteX12" fmla="*/ 31374 w 31374"/>
                      <a:gd name="connsiteY12" fmla="*/ 18166 h 36303"/>
                      <a:gd name="connsiteX13" fmla="*/ 30267 w 31374"/>
                      <a:gd name="connsiteY13" fmla="*/ 25614 h 36303"/>
                      <a:gd name="connsiteX14" fmla="*/ 27082 w 31374"/>
                      <a:gd name="connsiteY14" fmla="*/ 31319 h 36303"/>
                      <a:gd name="connsiteX15" fmla="*/ 22098 w 31374"/>
                      <a:gd name="connsiteY15" fmla="*/ 35002 h 36303"/>
                      <a:gd name="connsiteX16" fmla="*/ 15646 w 31374"/>
                      <a:gd name="connsiteY16" fmla="*/ 36303 h 36303"/>
                      <a:gd name="connsiteX17" fmla="*/ 27276 w 31374"/>
                      <a:gd name="connsiteY17" fmla="*/ 18166 h 36303"/>
                      <a:gd name="connsiteX18" fmla="*/ 26611 w 31374"/>
                      <a:gd name="connsiteY18" fmla="*/ 12461 h 36303"/>
                      <a:gd name="connsiteX19" fmla="*/ 24590 w 31374"/>
                      <a:gd name="connsiteY19" fmla="*/ 7837 h 36303"/>
                      <a:gd name="connsiteX20" fmla="*/ 21045 w 31374"/>
                      <a:gd name="connsiteY20" fmla="*/ 4735 h 36303"/>
                      <a:gd name="connsiteX21" fmla="*/ 15729 w 31374"/>
                      <a:gd name="connsiteY21" fmla="*/ 3600 h 36303"/>
                      <a:gd name="connsiteX22" fmla="*/ 10467 w 31374"/>
                      <a:gd name="connsiteY22" fmla="*/ 4818 h 36303"/>
                      <a:gd name="connsiteX23" fmla="*/ 6895 w 31374"/>
                      <a:gd name="connsiteY23" fmla="*/ 8086 h 36303"/>
                      <a:gd name="connsiteX24" fmla="*/ 4874 w 31374"/>
                      <a:gd name="connsiteY24" fmla="*/ 12738 h 36303"/>
                      <a:gd name="connsiteX25" fmla="*/ 4209 w 31374"/>
                      <a:gd name="connsiteY25" fmla="*/ 18166 h 36303"/>
                      <a:gd name="connsiteX26" fmla="*/ 4957 w 31374"/>
                      <a:gd name="connsiteY26" fmla="*/ 24036 h 36303"/>
                      <a:gd name="connsiteX27" fmla="*/ 7144 w 31374"/>
                      <a:gd name="connsiteY27" fmla="*/ 28661 h 36303"/>
                      <a:gd name="connsiteX28" fmla="*/ 10744 w 31374"/>
                      <a:gd name="connsiteY28" fmla="*/ 31651 h 36303"/>
                      <a:gd name="connsiteX29" fmla="*/ 15729 w 31374"/>
                      <a:gd name="connsiteY29" fmla="*/ 32703 h 36303"/>
                      <a:gd name="connsiteX30" fmla="*/ 20990 w 31374"/>
                      <a:gd name="connsiteY30" fmla="*/ 31485 h 36303"/>
                      <a:gd name="connsiteX31" fmla="*/ 24562 w 31374"/>
                      <a:gd name="connsiteY31" fmla="*/ 28190 h 36303"/>
                      <a:gd name="connsiteX32" fmla="*/ 26584 w 31374"/>
                      <a:gd name="connsiteY32" fmla="*/ 23538 h 36303"/>
                      <a:gd name="connsiteX33" fmla="*/ 27248 w 31374"/>
                      <a:gd name="connsiteY33" fmla="*/ 18166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1374" h="36303">
                        <a:moveTo>
                          <a:pt x="15729" y="36303"/>
                        </a:moveTo>
                        <a:cubicBezTo>
                          <a:pt x="13541" y="36248"/>
                          <a:pt x="11492" y="35860"/>
                          <a:pt x="9609" y="35113"/>
                        </a:cubicBezTo>
                        <a:cubicBezTo>
                          <a:pt x="7698" y="34365"/>
                          <a:pt x="6037" y="33230"/>
                          <a:pt x="4624" y="31734"/>
                        </a:cubicBezTo>
                        <a:cubicBezTo>
                          <a:pt x="3212" y="30239"/>
                          <a:pt x="2077" y="28356"/>
                          <a:pt x="1246" y="26085"/>
                        </a:cubicBezTo>
                        <a:cubicBezTo>
                          <a:pt x="415" y="23815"/>
                          <a:pt x="0" y="21184"/>
                          <a:pt x="0" y="18166"/>
                        </a:cubicBezTo>
                        <a:cubicBezTo>
                          <a:pt x="0" y="15646"/>
                          <a:pt x="332" y="13292"/>
                          <a:pt x="969" y="11077"/>
                        </a:cubicBezTo>
                        <a:cubicBezTo>
                          <a:pt x="1634" y="8889"/>
                          <a:pt x="2603" y="6978"/>
                          <a:pt x="3904" y="5317"/>
                        </a:cubicBezTo>
                        <a:cubicBezTo>
                          <a:pt x="5206" y="3683"/>
                          <a:pt x="6840" y="2381"/>
                          <a:pt x="8806" y="1440"/>
                        </a:cubicBezTo>
                        <a:cubicBezTo>
                          <a:pt x="10772" y="498"/>
                          <a:pt x="13070" y="0"/>
                          <a:pt x="15673" y="0"/>
                        </a:cubicBezTo>
                        <a:cubicBezTo>
                          <a:pt x="18276" y="0"/>
                          <a:pt x="20658" y="471"/>
                          <a:pt x="22624" y="1440"/>
                        </a:cubicBezTo>
                        <a:cubicBezTo>
                          <a:pt x="24590" y="2381"/>
                          <a:pt x="26224" y="3683"/>
                          <a:pt x="27525" y="5289"/>
                        </a:cubicBezTo>
                        <a:cubicBezTo>
                          <a:pt x="28827" y="6895"/>
                          <a:pt x="29796" y="8834"/>
                          <a:pt x="30433" y="11049"/>
                        </a:cubicBezTo>
                        <a:cubicBezTo>
                          <a:pt x="31070" y="13264"/>
                          <a:pt x="31374" y="15646"/>
                          <a:pt x="31374" y="18166"/>
                        </a:cubicBezTo>
                        <a:cubicBezTo>
                          <a:pt x="31374" y="20907"/>
                          <a:pt x="31014" y="23399"/>
                          <a:pt x="30267" y="25614"/>
                        </a:cubicBezTo>
                        <a:cubicBezTo>
                          <a:pt x="29519" y="27830"/>
                          <a:pt x="28467" y="29740"/>
                          <a:pt x="27082" y="31319"/>
                        </a:cubicBezTo>
                        <a:cubicBezTo>
                          <a:pt x="25698" y="32925"/>
                          <a:pt x="24036" y="34143"/>
                          <a:pt x="22098" y="35002"/>
                        </a:cubicBezTo>
                        <a:cubicBezTo>
                          <a:pt x="20159" y="35860"/>
                          <a:pt x="17999" y="36303"/>
                          <a:pt x="15646" y="36303"/>
                        </a:cubicBezTo>
                        <a:close/>
                        <a:moveTo>
                          <a:pt x="27276" y="18166"/>
                        </a:moveTo>
                        <a:cubicBezTo>
                          <a:pt x="27276" y="16116"/>
                          <a:pt x="27054" y="14233"/>
                          <a:pt x="26611" y="12461"/>
                        </a:cubicBezTo>
                        <a:cubicBezTo>
                          <a:pt x="26168" y="10689"/>
                          <a:pt x="25504" y="9138"/>
                          <a:pt x="24590" y="7837"/>
                        </a:cubicBezTo>
                        <a:cubicBezTo>
                          <a:pt x="23676" y="6535"/>
                          <a:pt x="22485" y="5511"/>
                          <a:pt x="21045" y="4735"/>
                        </a:cubicBezTo>
                        <a:cubicBezTo>
                          <a:pt x="19605" y="3960"/>
                          <a:pt x="17833" y="3600"/>
                          <a:pt x="15729" y="3600"/>
                        </a:cubicBezTo>
                        <a:cubicBezTo>
                          <a:pt x="13624" y="3600"/>
                          <a:pt x="11907" y="4015"/>
                          <a:pt x="10467" y="4818"/>
                        </a:cubicBezTo>
                        <a:cubicBezTo>
                          <a:pt x="9000" y="5649"/>
                          <a:pt x="7809" y="6729"/>
                          <a:pt x="6895" y="8086"/>
                        </a:cubicBezTo>
                        <a:cubicBezTo>
                          <a:pt x="5981" y="9443"/>
                          <a:pt x="5289" y="10994"/>
                          <a:pt x="4874" y="12738"/>
                        </a:cubicBezTo>
                        <a:cubicBezTo>
                          <a:pt x="4431" y="14483"/>
                          <a:pt x="4209" y="16283"/>
                          <a:pt x="4209" y="18166"/>
                        </a:cubicBezTo>
                        <a:cubicBezTo>
                          <a:pt x="4209" y="20298"/>
                          <a:pt x="4458" y="22264"/>
                          <a:pt x="4957" y="24036"/>
                        </a:cubicBezTo>
                        <a:cubicBezTo>
                          <a:pt x="5455" y="25836"/>
                          <a:pt x="6203" y="27359"/>
                          <a:pt x="7144" y="28661"/>
                        </a:cubicBezTo>
                        <a:cubicBezTo>
                          <a:pt x="8114" y="29934"/>
                          <a:pt x="9304" y="30931"/>
                          <a:pt x="10744" y="31651"/>
                        </a:cubicBezTo>
                        <a:cubicBezTo>
                          <a:pt x="12184" y="32371"/>
                          <a:pt x="13846" y="32703"/>
                          <a:pt x="15729" y="32703"/>
                        </a:cubicBezTo>
                        <a:cubicBezTo>
                          <a:pt x="17778" y="32703"/>
                          <a:pt x="19550" y="32288"/>
                          <a:pt x="20990" y="31485"/>
                        </a:cubicBezTo>
                        <a:cubicBezTo>
                          <a:pt x="22458" y="30654"/>
                          <a:pt x="23648" y="29574"/>
                          <a:pt x="24562" y="28190"/>
                        </a:cubicBezTo>
                        <a:cubicBezTo>
                          <a:pt x="25476" y="26805"/>
                          <a:pt x="26168" y="25254"/>
                          <a:pt x="26584" y="23538"/>
                        </a:cubicBezTo>
                        <a:cubicBezTo>
                          <a:pt x="26999" y="21821"/>
                          <a:pt x="27248" y="20021"/>
                          <a:pt x="27248" y="18166"/>
                        </a:cubicBez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sp>
                <p:nvSpPr>
                  <p:cNvPr id="3565" name="Freeform 3564">
                    <a:extLst>
                      <a:ext uri="{FF2B5EF4-FFF2-40B4-BE49-F238E27FC236}">
                        <a16:creationId xmlns:a16="http://schemas.microsoft.com/office/drawing/2014/main" id="{D3A9356A-FCAB-6ADC-9CA9-3C5C79A6FA2F}"/>
                      </a:ext>
                    </a:extLst>
                  </p:cNvPr>
                  <p:cNvSpPr/>
                  <p:nvPr/>
                </p:nvSpPr>
                <p:spPr>
                  <a:xfrm>
                    <a:off x="2767327" y="2895209"/>
                    <a:ext cx="31152" cy="48792"/>
                  </a:xfrm>
                  <a:custGeom>
                    <a:avLst/>
                    <a:gdLst>
                      <a:gd name="connsiteX0" fmla="*/ 27221 w 31152"/>
                      <a:gd name="connsiteY0" fmla="*/ 0 h 48792"/>
                      <a:gd name="connsiteX1" fmla="*/ 31153 w 31152"/>
                      <a:gd name="connsiteY1" fmla="*/ 0 h 48792"/>
                      <a:gd name="connsiteX2" fmla="*/ 31153 w 31152"/>
                      <a:gd name="connsiteY2" fmla="*/ 47851 h 48792"/>
                      <a:gd name="connsiteX3" fmla="*/ 27221 w 31152"/>
                      <a:gd name="connsiteY3" fmla="*/ 47851 h 48792"/>
                      <a:gd name="connsiteX4" fmla="*/ 27221 w 31152"/>
                      <a:gd name="connsiteY4" fmla="*/ 41814 h 48792"/>
                      <a:gd name="connsiteX5" fmla="*/ 27082 w 31152"/>
                      <a:gd name="connsiteY5" fmla="*/ 41814 h 48792"/>
                      <a:gd name="connsiteX6" fmla="*/ 24894 w 31152"/>
                      <a:gd name="connsiteY6" fmla="*/ 44832 h 48792"/>
                      <a:gd name="connsiteX7" fmla="*/ 21959 w 31152"/>
                      <a:gd name="connsiteY7" fmla="*/ 46992 h 48792"/>
                      <a:gd name="connsiteX8" fmla="*/ 18664 w 31152"/>
                      <a:gd name="connsiteY8" fmla="*/ 48321 h 48792"/>
                      <a:gd name="connsiteX9" fmla="*/ 15313 w 31152"/>
                      <a:gd name="connsiteY9" fmla="*/ 48792 h 48792"/>
                      <a:gd name="connsiteX10" fmla="*/ 8307 w 31152"/>
                      <a:gd name="connsiteY10" fmla="*/ 47408 h 48792"/>
                      <a:gd name="connsiteX11" fmla="*/ 3572 w 31152"/>
                      <a:gd name="connsiteY11" fmla="*/ 43586 h 48792"/>
                      <a:gd name="connsiteX12" fmla="*/ 858 w 31152"/>
                      <a:gd name="connsiteY12" fmla="*/ 37826 h 48792"/>
                      <a:gd name="connsiteX13" fmla="*/ 0 w 31152"/>
                      <a:gd name="connsiteY13" fmla="*/ 30710 h 48792"/>
                      <a:gd name="connsiteX14" fmla="*/ 914 w 31152"/>
                      <a:gd name="connsiteY14" fmla="*/ 23787 h 48792"/>
                      <a:gd name="connsiteX15" fmla="*/ 3683 w 31152"/>
                      <a:gd name="connsiteY15" fmla="*/ 17972 h 48792"/>
                      <a:gd name="connsiteX16" fmla="*/ 8390 w 31152"/>
                      <a:gd name="connsiteY16" fmla="*/ 13984 h 48792"/>
                      <a:gd name="connsiteX17" fmla="*/ 15092 w 31152"/>
                      <a:gd name="connsiteY17" fmla="*/ 12489 h 48792"/>
                      <a:gd name="connsiteX18" fmla="*/ 22015 w 31152"/>
                      <a:gd name="connsiteY18" fmla="*/ 14123 h 48792"/>
                      <a:gd name="connsiteX19" fmla="*/ 27221 w 31152"/>
                      <a:gd name="connsiteY19" fmla="*/ 18941 h 48792"/>
                      <a:gd name="connsiteX20" fmla="*/ 27221 w 31152"/>
                      <a:gd name="connsiteY20" fmla="*/ 0 h 48792"/>
                      <a:gd name="connsiteX21" fmla="*/ 27221 w 31152"/>
                      <a:gd name="connsiteY21" fmla="*/ 30516 h 48792"/>
                      <a:gd name="connsiteX22" fmla="*/ 26445 w 31152"/>
                      <a:gd name="connsiteY22" fmla="*/ 24978 h 48792"/>
                      <a:gd name="connsiteX23" fmla="*/ 24175 w 31152"/>
                      <a:gd name="connsiteY23" fmla="*/ 20381 h 48792"/>
                      <a:gd name="connsiteX24" fmla="*/ 20575 w 31152"/>
                      <a:gd name="connsiteY24" fmla="*/ 17252 h 48792"/>
                      <a:gd name="connsiteX25" fmla="*/ 15756 w 31152"/>
                      <a:gd name="connsiteY25" fmla="*/ 16089 h 48792"/>
                      <a:gd name="connsiteX26" fmla="*/ 10440 w 31152"/>
                      <a:gd name="connsiteY26" fmla="*/ 17307 h 48792"/>
                      <a:gd name="connsiteX27" fmla="*/ 6784 w 31152"/>
                      <a:gd name="connsiteY27" fmla="*/ 20658 h 48792"/>
                      <a:gd name="connsiteX28" fmla="*/ 4680 w 31152"/>
                      <a:gd name="connsiteY28" fmla="*/ 25614 h 48792"/>
                      <a:gd name="connsiteX29" fmla="*/ 4154 w 31152"/>
                      <a:gd name="connsiteY29" fmla="*/ 31707 h 48792"/>
                      <a:gd name="connsiteX30" fmla="*/ 5040 w 31152"/>
                      <a:gd name="connsiteY30" fmla="*/ 37466 h 48792"/>
                      <a:gd name="connsiteX31" fmla="*/ 7504 w 31152"/>
                      <a:gd name="connsiteY31" fmla="*/ 41676 h 48792"/>
                      <a:gd name="connsiteX32" fmla="*/ 11160 w 31152"/>
                      <a:gd name="connsiteY32" fmla="*/ 44306 h 48792"/>
                      <a:gd name="connsiteX33" fmla="*/ 15756 w 31152"/>
                      <a:gd name="connsiteY33" fmla="*/ 45192 h 48792"/>
                      <a:gd name="connsiteX34" fmla="*/ 20658 w 31152"/>
                      <a:gd name="connsiteY34" fmla="*/ 44057 h 48792"/>
                      <a:gd name="connsiteX35" fmla="*/ 24258 w 31152"/>
                      <a:gd name="connsiteY35" fmla="*/ 40956 h 48792"/>
                      <a:gd name="connsiteX36" fmla="*/ 26445 w 31152"/>
                      <a:gd name="connsiteY36" fmla="*/ 36303 h 48792"/>
                      <a:gd name="connsiteX37" fmla="*/ 27193 w 31152"/>
                      <a:gd name="connsiteY37" fmla="*/ 30488 h 487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1152" h="48792">
                        <a:moveTo>
                          <a:pt x="27221" y="0"/>
                        </a:moveTo>
                        <a:lnTo>
                          <a:pt x="31153" y="0"/>
                        </a:lnTo>
                        <a:lnTo>
                          <a:pt x="31153" y="47851"/>
                        </a:lnTo>
                        <a:lnTo>
                          <a:pt x="27221" y="47851"/>
                        </a:lnTo>
                        <a:lnTo>
                          <a:pt x="27221" y="41814"/>
                        </a:lnTo>
                        <a:lnTo>
                          <a:pt x="27082" y="41814"/>
                        </a:lnTo>
                        <a:cubicBezTo>
                          <a:pt x="26501" y="42977"/>
                          <a:pt x="25781" y="43974"/>
                          <a:pt x="24894" y="44832"/>
                        </a:cubicBezTo>
                        <a:cubicBezTo>
                          <a:pt x="24008" y="45691"/>
                          <a:pt x="23011" y="46411"/>
                          <a:pt x="21959" y="46992"/>
                        </a:cubicBezTo>
                        <a:cubicBezTo>
                          <a:pt x="20879" y="47574"/>
                          <a:pt x="19799" y="48017"/>
                          <a:pt x="18664" y="48321"/>
                        </a:cubicBezTo>
                        <a:cubicBezTo>
                          <a:pt x="17529" y="48626"/>
                          <a:pt x="16421" y="48792"/>
                          <a:pt x="15313" y="48792"/>
                        </a:cubicBezTo>
                        <a:cubicBezTo>
                          <a:pt x="12572" y="48792"/>
                          <a:pt x="10218" y="48321"/>
                          <a:pt x="8307" y="47408"/>
                        </a:cubicBezTo>
                        <a:cubicBezTo>
                          <a:pt x="6397" y="46494"/>
                          <a:pt x="4791" y="45192"/>
                          <a:pt x="3572" y="43586"/>
                        </a:cubicBezTo>
                        <a:cubicBezTo>
                          <a:pt x="2326" y="41980"/>
                          <a:pt x="1412" y="40042"/>
                          <a:pt x="858" y="37826"/>
                        </a:cubicBezTo>
                        <a:cubicBezTo>
                          <a:pt x="277" y="35611"/>
                          <a:pt x="0" y="33230"/>
                          <a:pt x="0" y="30710"/>
                        </a:cubicBezTo>
                        <a:cubicBezTo>
                          <a:pt x="0" y="28328"/>
                          <a:pt x="305" y="26002"/>
                          <a:pt x="914" y="23787"/>
                        </a:cubicBezTo>
                        <a:cubicBezTo>
                          <a:pt x="1523" y="21572"/>
                          <a:pt x="2465" y="19633"/>
                          <a:pt x="3683" y="17972"/>
                        </a:cubicBezTo>
                        <a:cubicBezTo>
                          <a:pt x="4929" y="16310"/>
                          <a:pt x="6507" y="14981"/>
                          <a:pt x="8390" y="13984"/>
                        </a:cubicBezTo>
                        <a:cubicBezTo>
                          <a:pt x="10273" y="12987"/>
                          <a:pt x="12516" y="12489"/>
                          <a:pt x="15092" y="12489"/>
                        </a:cubicBezTo>
                        <a:cubicBezTo>
                          <a:pt x="17501" y="12489"/>
                          <a:pt x="19799" y="13043"/>
                          <a:pt x="22015" y="14123"/>
                        </a:cubicBezTo>
                        <a:cubicBezTo>
                          <a:pt x="24230" y="15203"/>
                          <a:pt x="25947" y="16809"/>
                          <a:pt x="27221" y="18941"/>
                        </a:cubicBezTo>
                        <a:lnTo>
                          <a:pt x="27221" y="0"/>
                        </a:lnTo>
                        <a:close/>
                        <a:moveTo>
                          <a:pt x="27221" y="30516"/>
                        </a:moveTo>
                        <a:cubicBezTo>
                          <a:pt x="27221" y="28577"/>
                          <a:pt x="26971" y="26722"/>
                          <a:pt x="26445" y="24978"/>
                        </a:cubicBezTo>
                        <a:cubicBezTo>
                          <a:pt x="25919" y="23233"/>
                          <a:pt x="25171" y="21710"/>
                          <a:pt x="24175" y="20381"/>
                        </a:cubicBezTo>
                        <a:cubicBezTo>
                          <a:pt x="23205" y="19079"/>
                          <a:pt x="21987" y="18027"/>
                          <a:pt x="20575" y="17252"/>
                        </a:cubicBezTo>
                        <a:cubicBezTo>
                          <a:pt x="19162" y="16476"/>
                          <a:pt x="17556" y="16089"/>
                          <a:pt x="15756" y="16089"/>
                        </a:cubicBezTo>
                        <a:cubicBezTo>
                          <a:pt x="13707" y="16089"/>
                          <a:pt x="11935" y="16504"/>
                          <a:pt x="10440" y="17307"/>
                        </a:cubicBezTo>
                        <a:cubicBezTo>
                          <a:pt x="8944" y="18138"/>
                          <a:pt x="7726" y="19246"/>
                          <a:pt x="6784" y="20658"/>
                        </a:cubicBezTo>
                        <a:cubicBezTo>
                          <a:pt x="5815" y="22070"/>
                          <a:pt x="5123" y="23731"/>
                          <a:pt x="4680" y="25614"/>
                        </a:cubicBezTo>
                        <a:cubicBezTo>
                          <a:pt x="4237" y="27497"/>
                          <a:pt x="4071" y="29519"/>
                          <a:pt x="4154" y="31707"/>
                        </a:cubicBezTo>
                        <a:cubicBezTo>
                          <a:pt x="4154" y="33867"/>
                          <a:pt x="4458" y="35805"/>
                          <a:pt x="5040" y="37466"/>
                        </a:cubicBezTo>
                        <a:cubicBezTo>
                          <a:pt x="5621" y="39128"/>
                          <a:pt x="6452" y="40540"/>
                          <a:pt x="7504" y="41676"/>
                        </a:cubicBezTo>
                        <a:cubicBezTo>
                          <a:pt x="8557" y="42811"/>
                          <a:pt x="9775" y="43697"/>
                          <a:pt x="11160" y="44306"/>
                        </a:cubicBezTo>
                        <a:cubicBezTo>
                          <a:pt x="12544" y="44915"/>
                          <a:pt x="14095" y="45192"/>
                          <a:pt x="15756" y="45192"/>
                        </a:cubicBezTo>
                        <a:cubicBezTo>
                          <a:pt x="17584" y="45192"/>
                          <a:pt x="19218" y="44805"/>
                          <a:pt x="20658" y="44057"/>
                        </a:cubicBezTo>
                        <a:cubicBezTo>
                          <a:pt x="22098" y="43309"/>
                          <a:pt x="23288" y="42285"/>
                          <a:pt x="24258" y="40956"/>
                        </a:cubicBezTo>
                        <a:cubicBezTo>
                          <a:pt x="25227" y="39654"/>
                          <a:pt x="25947" y="38103"/>
                          <a:pt x="26445" y="36303"/>
                        </a:cubicBezTo>
                        <a:cubicBezTo>
                          <a:pt x="26944" y="34503"/>
                          <a:pt x="27193" y="32565"/>
                          <a:pt x="27193" y="30488"/>
                        </a:cubicBez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sp>
                <p:nvSpPr>
                  <p:cNvPr id="3566" name="Freeform 3565">
                    <a:extLst>
                      <a:ext uri="{FF2B5EF4-FFF2-40B4-BE49-F238E27FC236}">
                        <a16:creationId xmlns:a16="http://schemas.microsoft.com/office/drawing/2014/main" id="{0C048D34-2B83-E73B-97CE-28DBC178E018}"/>
                      </a:ext>
                    </a:extLst>
                  </p:cNvPr>
                  <p:cNvSpPr/>
                  <p:nvPr/>
                </p:nvSpPr>
                <p:spPr>
                  <a:xfrm>
                    <a:off x="2806621" y="2907725"/>
                    <a:ext cx="30517" cy="36303"/>
                  </a:xfrm>
                  <a:custGeom>
                    <a:avLst/>
                    <a:gdLst>
                      <a:gd name="connsiteX0" fmla="*/ 4181 w 30517"/>
                      <a:gd name="connsiteY0" fmla="*/ 19052 h 36303"/>
                      <a:gd name="connsiteX1" fmla="*/ 4901 w 30517"/>
                      <a:gd name="connsiteY1" fmla="*/ 24341 h 36303"/>
                      <a:gd name="connsiteX2" fmla="*/ 7034 w 30517"/>
                      <a:gd name="connsiteY2" fmla="*/ 28660 h 36303"/>
                      <a:gd name="connsiteX3" fmla="*/ 10606 w 30517"/>
                      <a:gd name="connsiteY3" fmla="*/ 31596 h 36303"/>
                      <a:gd name="connsiteX4" fmla="*/ 15590 w 30517"/>
                      <a:gd name="connsiteY4" fmla="*/ 32703 h 36303"/>
                      <a:gd name="connsiteX5" fmla="*/ 22208 w 30517"/>
                      <a:gd name="connsiteY5" fmla="*/ 30654 h 36303"/>
                      <a:gd name="connsiteX6" fmla="*/ 25864 w 30517"/>
                      <a:gd name="connsiteY6" fmla="*/ 24812 h 36303"/>
                      <a:gd name="connsiteX7" fmla="*/ 30239 w 30517"/>
                      <a:gd name="connsiteY7" fmla="*/ 24812 h 36303"/>
                      <a:gd name="connsiteX8" fmla="*/ 28328 w 30517"/>
                      <a:gd name="connsiteY8" fmla="*/ 29353 h 36303"/>
                      <a:gd name="connsiteX9" fmla="*/ 25393 w 30517"/>
                      <a:gd name="connsiteY9" fmla="*/ 33008 h 36303"/>
                      <a:gd name="connsiteX10" fmla="*/ 21212 w 30517"/>
                      <a:gd name="connsiteY10" fmla="*/ 35445 h 36303"/>
                      <a:gd name="connsiteX11" fmla="*/ 15590 w 30517"/>
                      <a:gd name="connsiteY11" fmla="*/ 36303 h 36303"/>
                      <a:gd name="connsiteX12" fmla="*/ 8584 w 30517"/>
                      <a:gd name="connsiteY12" fmla="*/ 34919 h 36303"/>
                      <a:gd name="connsiteX13" fmla="*/ 3738 w 30517"/>
                      <a:gd name="connsiteY13" fmla="*/ 31097 h 36303"/>
                      <a:gd name="connsiteX14" fmla="*/ 914 w 30517"/>
                      <a:gd name="connsiteY14" fmla="*/ 25393 h 36303"/>
                      <a:gd name="connsiteX15" fmla="*/ 0 w 30517"/>
                      <a:gd name="connsiteY15" fmla="*/ 18304 h 36303"/>
                      <a:gd name="connsiteX16" fmla="*/ 1080 w 30517"/>
                      <a:gd name="connsiteY16" fmla="*/ 11187 h 36303"/>
                      <a:gd name="connsiteX17" fmla="*/ 4154 w 30517"/>
                      <a:gd name="connsiteY17" fmla="*/ 5372 h 36303"/>
                      <a:gd name="connsiteX18" fmla="*/ 9027 w 30517"/>
                      <a:gd name="connsiteY18" fmla="*/ 1440 h 36303"/>
                      <a:gd name="connsiteX19" fmla="*/ 15590 w 30517"/>
                      <a:gd name="connsiteY19" fmla="*/ 0 h 36303"/>
                      <a:gd name="connsiteX20" fmla="*/ 26584 w 30517"/>
                      <a:gd name="connsiteY20" fmla="*/ 4874 h 36303"/>
                      <a:gd name="connsiteX21" fmla="*/ 30516 w 30517"/>
                      <a:gd name="connsiteY21" fmla="*/ 19052 h 36303"/>
                      <a:gd name="connsiteX22" fmla="*/ 4181 w 30517"/>
                      <a:gd name="connsiteY22" fmla="*/ 19052 h 36303"/>
                      <a:gd name="connsiteX23" fmla="*/ 26307 w 30517"/>
                      <a:gd name="connsiteY23" fmla="*/ 15729 h 36303"/>
                      <a:gd name="connsiteX24" fmla="*/ 25614 w 30517"/>
                      <a:gd name="connsiteY24" fmla="*/ 10966 h 36303"/>
                      <a:gd name="connsiteX25" fmla="*/ 23593 w 30517"/>
                      <a:gd name="connsiteY25" fmla="*/ 7117 h 36303"/>
                      <a:gd name="connsiteX26" fmla="*/ 20215 w 30517"/>
                      <a:gd name="connsiteY26" fmla="*/ 4514 h 36303"/>
                      <a:gd name="connsiteX27" fmla="*/ 15563 w 30517"/>
                      <a:gd name="connsiteY27" fmla="*/ 3545 h 36303"/>
                      <a:gd name="connsiteX28" fmla="*/ 10938 w 30517"/>
                      <a:gd name="connsiteY28" fmla="*/ 4541 h 36303"/>
                      <a:gd name="connsiteX29" fmla="*/ 7532 w 30517"/>
                      <a:gd name="connsiteY29" fmla="*/ 7200 h 36303"/>
                      <a:gd name="connsiteX30" fmla="*/ 5261 w 30517"/>
                      <a:gd name="connsiteY30" fmla="*/ 11049 h 36303"/>
                      <a:gd name="connsiteX31" fmla="*/ 4154 w 30517"/>
                      <a:gd name="connsiteY31" fmla="*/ 15701 h 36303"/>
                      <a:gd name="connsiteX32" fmla="*/ 26279 w 30517"/>
                      <a:gd name="connsiteY32" fmla="*/ 15701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0517" h="36303">
                        <a:moveTo>
                          <a:pt x="4181" y="19052"/>
                        </a:moveTo>
                        <a:cubicBezTo>
                          <a:pt x="4181" y="20907"/>
                          <a:pt x="4431" y="22679"/>
                          <a:pt x="4901" y="24341"/>
                        </a:cubicBezTo>
                        <a:cubicBezTo>
                          <a:pt x="5372" y="26002"/>
                          <a:pt x="6092" y="27442"/>
                          <a:pt x="7034" y="28660"/>
                        </a:cubicBezTo>
                        <a:cubicBezTo>
                          <a:pt x="7975" y="29879"/>
                          <a:pt x="9166" y="30848"/>
                          <a:pt x="10606" y="31596"/>
                        </a:cubicBezTo>
                        <a:cubicBezTo>
                          <a:pt x="12046" y="32343"/>
                          <a:pt x="13707" y="32703"/>
                          <a:pt x="15590" y="32703"/>
                        </a:cubicBezTo>
                        <a:cubicBezTo>
                          <a:pt x="18166" y="32703"/>
                          <a:pt x="20381" y="32011"/>
                          <a:pt x="22208" y="30654"/>
                        </a:cubicBezTo>
                        <a:cubicBezTo>
                          <a:pt x="24036" y="29270"/>
                          <a:pt x="25254" y="27331"/>
                          <a:pt x="25864" y="24812"/>
                        </a:cubicBezTo>
                        <a:lnTo>
                          <a:pt x="30239" y="24812"/>
                        </a:lnTo>
                        <a:cubicBezTo>
                          <a:pt x="29768" y="26445"/>
                          <a:pt x="29131" y="27968"/>
                          <a:pt x="28328" y="29353"/>
                        </a:cubicBezTo>
                        <a:cubicBezTo>
                          <a:pt x="27525" y="30737"/>
                          <a:pt x="26556" y="31956"/>
                          <a:pt x="25393" y="33008"/>
                        </a:cubicBezTo>
                        <a:cubicBezTo>
                          <a:pt x="24202" y="34060"/>
                          <a:pt x="22818" y="34863"/>
                          <a:pt x="21212" y="35445"/>
                        </a:cubicBezTo>
                        <a:cubicBezTo>
                          <a:pt x="19605" y="36026"/>
                          <a:pt x="17722" y="36303"/>
                          <a:pt x="15590" y="36303"/>
                        </a:cubicBezTo>
                        <a:cubicBezTo>
                          <a:pt x="12876" y="36303"/>
                          <a:pt x="10550" y="35833"/>
                          <a:pt x="8584" y="34919"/>
                        </a:cubicBezTo>
                        <a:cubicBezTo>
                          <a:pt x="6618" y="33977"/>
                          <a:pt x="5012" y="32703"/>
                          <a:pt x="3738" y="31097"/>
                        </a:cubicBezTo>
                        <a:cubicBezTo>
                          <a:pt x="2464" y="29491"/>
                          <a:pt x="1523" y="27581"/>
                          <a:pt x="914" y="25393"/>
                        </a:cubicBezTo>
                        <a:cubicBezTo>
                          <a:pt x="305" y="23205"/>
                          <a:pt x="0" y="20852"/>
                          <a:pt x="0" y="18304"/>
                        </a:cubicBezTo>
                        <a:cubicBezTo>
                          <a:pt x="0" y="15756"/>
                          <a:pt x="360" y="13403"/>
                          <a:pt x="1080" y="11187"/>
                        </a:cubicBezTo>
                        <a:cubicBezTo>
                          <a:pt x="1800" y="8972"/>
                          <a:pt x="2824" y="7034"/>
                          <a:pt x="4154" y="5372"/>
                        </a:cubicBezTo>
                        <a:cubicBezTo>
                          <a:pt x="5483" y="3711"/>
                          <a:pt x="7117" y="2409"/>
                          <a:pt x="9027" y="1440"/>
                        </a:cubicBezTo>
                        <a:cubicBezTo>
                          <a:pt x="10938" y="498"/>
                          <a:pt x="13126" y="0"/>
                          <a:pt x="15590" y="0"/>
                        </a:cubicBezTo>
                        <a:cubicBezTo>
                          <a:pt x="20270" y="0"/>
                          <a:pt x="23925" y="1634"/>
                          <a:pt x="26584" y="4874"/>
                        </a:cubicBezTo>
                        <a:cubicBezTo>
                          <a:pt x="29242" y="8141"/>
                          <a:pt x="30571" y="12849"/>
                          <a:pt x="30516" y="19052"/>
                        </a:cubicBezTo>
                        <a:lnTo>
                          <a:pt x="4181" y="19052"/>
                        </a:lnTo>
                        <a:close/>
                        <a:moveTo>
                          <a:pt x="26307" y="15729"/>
                        </a:moveTo>
                        <a:cubicBezTo>
                          <a:pt x="26307" y="14040"/>
                          <a:pt x="26085" y="12461"/>
                          <a:pt x="25614" y="10966"/>
                        </a:cubicBezTo>
                        <a:cubicBezTo>
                          <a:pt x="25144" y="9470"/>
                          <a:pt x="24479" y="8197"/>
                          <a:pt x="23593" y="7117"/>
                        </a:cubicBezTo>
                        <a:cubicBezTo>
                          <a:pt x="22707" y="6037"/>
                          <a:pt x="21572" y="5178"/>
                          <a:pt x="20215" y="4514"/>
                        </a:cubicBezTo>
                        <a:cubicBezTo>
                          <a:pt x="18858" y="3877"/>
                          <a:pt x="17307" y="3545"/>
                          <a:pt x="15563" y="3545"/>
                        </a:cubicBezTo>
                        <a:cubicBezTo>
                          <a:pt x="13818" y="3545"/>
                          <a:pt x="12267" y="3877"/>
                          <a:pt x="10938" y="4541"/>
                        </a:cubicBezTo>
                        <a:cubicBezTo>
                          <a:pt x="9609" y="5206"/>
                          <a:pt x="8474" y="6092"/>
                          <a:pt x="7532" y="7200"/>
                        </a:cubicBezTo>
                        <a:cubicBezTo>
                          <a:pt x="6591" y="8307"/>
                          <a:pt x="5843" y="9581"/>
                          <a:pt x="5261" y="11049"/>
                        </a:cubicBezTo>
                        <a:cubicBezTo>
                          <a:pt x="4680" y="12517"/>
                          <a:pt x="4320" y="14067"/>
                          <a:pt x="4154" y="15701"/>
                        </a:cubicBezTo>
                        <a:lnTo>
                          <a:pt x="26279" y="15701"/>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sp>
                <p:nvSpPr>
                  <p:cNvPr id="3567" name="Freeform 3566">
                    <a:extLst>
                      <a:ext uri="{FF2B5EF4-FFF2-40B4-BE49-F238E27FC236}">
                        <a16:creationId xmlns:a16="http://schemas.microsoft.com/office/drawing/2014/main" id="{41D5B19B-B535-6DF6-6370-CC10A955CAA0}"/>
                      </a:ext>
                    </a:extLst>
                  </p:cNvPr>
                  <p:cNvSpPr/>
                  <p:nvPr/>
                </p:nvSpPr>
                <p:spPr>
                  <a:xfrm>
                    <a:off x="2843755" y="2895209"/>
                    <a:ext cx="31152" cy="48792"/>
                  </a:xfrm>
                  <a:custGeom>
                    <a:avLst/>
                    <a:gdLst>
                      <a:gd name="connsiteX0" fmla="*/ 27221 w 31152"/>
                      <a:gd name="connsiteY0" fmla="*/ 0 h 48792"/>
                      <a:gd name="connsiteX1" fmla="*/ 31153 w 31152"/>
                      <a:gd name="connsiteY1" fmla="*/ 0 h 48792"/>
                      <a:gd name="connsiteX2" fmla="*/ 31153 w 31152"/>
                      <a:gd name="connsiteY2" fmla="*/ 47851 h 48792"/>
                      <a:gd name="connsiteX3" fmla="*/ 27221 w 31152"/>
                      <a:gd name="connsiteY3" fmla="*/ 47851 h 48792"/>
                      <a:gd name="connsiteX4" fmla="*/ 27221 w 31152"/>
                      <a:gd name="connsiteY4" fmla="*/ 41814 h 48792"/>
                      <a:gd name="connsiteX5" fmla="*/ 27082 w 31152"/>
                      <a:gd name="connsiteY5" fmla="*/ 41814 h 48792"/>
                      <a:gd name="connsiteX6" fmla="*/ 24894 w 31152"/>
                      <a:gd name="connsiteY6" fmla="*/ 44832 h 48792"/>
                      <a:gd name="connsiteX7" fmla="*/ 21959 w 31152"/>
                      <a:gd name="connsiteY7" fmla="*/ 46992 h 48792"/>
                      <a:gd name="connsiteX8" fmla="*/ 18664 w 31152"/>
                      <a:gd name="connsiteY8" fmla="*/ 48321 h 48792"/>
                      <a:gd name="connsiteX9" fmla="*/ 15313 w 31152"/>
                      <a:gd name="connsiteY9" fmla="*/ 48792 h 48792"/>
                      <a:gd name="connsiteX10" fmla="*/ 8307 w 31152"/>
                      <a:gd name="connsiteY10" fmla="*/ 47408 h 48792"/>
                      <a:gd name="connsiteX11" fmla="*/ 3572 w 31152"/>
                      <a:gd name="connsiteY11" fmla="*/ 43586 h 48792"/>
                      <a:gd name="connsiteX12" fmla="*/ 858 w 31152"/>
                      <a:gd name="connsiteY12" fmla="*/ 37826 h 48792"/>
                      <a:gd name="connsiteX13" fmla="*/ 0 w 31152"/>
                      <a:gd name="connsiteY13" fmla="*/ 30710 h 48792"/>
                      <a:gd name="connsiteX14" fmla="*/ 914 w 31152"/>
                      <a:gd name="connsiteY14" fmla="*/ 23787 h 48792"/>
                      <a:gd name="connsiteX15" fmla="*/ 3683 w 31152"/>
                      <a:gd name="connsiteY15" fmla="*/ 17972 h 48792"/>
                      <a:gd name="connsiteX16" fmla="*/ 8390 w 31152"/>
                      <a:gd name="connsiteY16" fmla="*/ 13984 h 48792"/>
                      <a:gd name="connsiteX17" fmla="*/ 15092 w 31152"/>
                      <a:gd name="connsiteY17" fmla="*/ 12489 h 48792"/>
                      <a:gd name="connsiteX18" fmla="*/ 22015 w 31152"/>
                      <a:gd name="connsiteY18" fmla="*/ 14123 h 48792"/>
                      <a:gd name="connsiteX19" fmla="*/ 27221 w 31152"/>
                      <a:gd name="connsiteY19" fmla="*/ 18941 h 48792"/>
                      <a:gd name="connsiteX20" fmla="*/ 27221 w 31152"/>
                      <a:gd name="connsiteY20" fmla="*/ 0 h 48792"/>
                      <a:gd name="connsiteX21" fmla="*/ 27221 w 31152"/>
                      <a:gd name="connsiteY21" fmla="*/ 30516 h 48792"/>
                      <a:gd name="connsiteX22" fmla="*/ 26445 w 31152"/>
                      <a:gd name="connsiteY22" fmla="*/ 24978 h 48792"/>
                      <a:gd name="connsiteX23" fmla="*/ 24174 w 31152"/>
                      <a:gd name="connsiteY23" fmla="*/ 20381 h 48792"/>
                      <a:gd name="connsiteX24" fmla="*/ 20575 w 31152"/>
                      <a:gd name="connsiteY24" fmla="*/ 17252 h 48792"/>
                      <a:gd name="connsiteX25" fmla="*/ 15756 w 31152"/>
                      <a:gd name="connsiteY25" fmla="*/ 16089 h 48792"/>
                      <a:gd name="connsiteX26" fmla="*/ 10440 w 31152"/>
                      <a:gd name="connsiteY26" fmla="*/ 17307 h 48792"/>
                      <a:gd name="connsiteX27" fmla="*/ 6784 w 31152"/>
                      <a:gd name="connsiteY27" fmla="*/ 20658 h 48792"/>
                      <a:gd name="connsiteX28" fmla="*/ 4680 w 31152"/>
                      <a:gd name="connsiteY28" fmla="*/ 25614 h 48792"/>
                      <a:gd name="connsiteX29" fmla="*/ 4154 w 31152"/>
                      <a:gd name="connsiteY29" fmla="*/ 31707 h 48792"/>
                      <a:gd name="connsiteX30" fmla="*/ 5040 w 31152"/>
                      <a:gd name="connsiteY30" fmla="*/ 37466 h 48792"/>
                      <a:gd name="connsiteX31" fmla="*/ 7504 w 31152"/>
                      <a:gd name="connsiteY31" fmla="*/ 41676 h 48792"/>
                      <a:gd name="connsiteX32" fmla="*/ 11160 w 31152"/>
                      <a:gd name="connsiteY32" fmla="*/ 44306 h 48792"/>
                      <a:gd name="connsiteX33" fmla="*/ 15756 w 31152"/>
                      <a:gd name="connsiteY33" fmla="*/ 45192 h 48792"/>
                      <a:gd name="connsiteX34" fmla="*/ 20658 w 31152"/>
                      <a:gd name="connsiteY34" fmla="*/ 44057 h 48792"/>
                      <a:gd name="connsiteX35" fmla="*/ 24258 w 31152"/>
                      <a:gd name="connsiteY35" fmla="*/ 40956 h 48792"/>
                      <a:gd name="connsiteX36" fmla="*/ 26445 w 31152"/>
                      <a:gd name="connsiteY36" fmla="*/ 36303 h 48792"/>
                      <a:gd name="connsiteX37" fmla="*/ 27193 w 31152"/>
                      <a:gd name="connsiteY37" fmla="*/ 30488 h 487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1152" h="48792">
                        <a:moveTo>
                          <a:pt x="27221" y="0"/>
                        </a:moveTo>
                        <a:lnTo>
                          <a:pt x="31153" y="0"/>
                        </a:lnTo>
                        <a:lnTo>
                          <a:pt x="31153" y="47851"/>
                        </a:lnTo>
                        <a:lnTo>
                          <a:pt x="27221" y="47851"/>
                        </a:lnTo>
                        <a:lnTo>
                          <a:pt x="27221" y="41814"/>
                        </a:lnTo>
                        <a:lnTo>
                          <a:pt x="27082" y="41814"/>
                        </a:lnTo>
                        <a:cubicBezTo>
                          <a:pt x="26501" y="42977"/>
                          <a:pt x="25781" y="43974"/>
                          <a:pt x="24894" y="44832"/>
                        </a:cubicBezTo>
                        <a:cubicBezTo>
                          <a:pt x="24008" y="45691"/>
                          <a:pt x="23011" y="46411"/>
                          <a:pt x="21959" y="46992"/>
                        </a:cubicBezTo>
                        <a:cubicBezTo>
                          <a:pt x="20879" y="47574"/>
                          <a:pt x="19799" y="48017"/>
                          <a:pt x="18664" y="48321"/>
                        </a:cubicBezTo>
                        <a:cubicBezTo>
                          <a:pt x="17529" y="48626"/>
                          <a:pt x="16421" y="48792"/>
                          <a:pt x="15313" y="48792"/>
                        </a:cubicBezTo>
                        <a:cubicBezTo>
                          <a:pt x="12572" y="48792"/>
                          <a:pt x="10218" y="48321"/>
                          <a:pt x="8307" y="47408"/>
                        </a:cubicBezTo>
                        <a:cubicBezTo>
                          <a:pt x="6397" y="46494"/>
                          <a:pt x="4791" y="45192"/>
                          <a:pt x="3572" y="43586"/>
                        </a:cubicBezTo>
                        <a:cubicBezTo>
                          <a:pt x="2326" y="41980"/>
                          <a:pt x="1412" y="40042"/>
                          <a:pt x="858" y="37826"/>
                        </a:cubicBezTo>
                        <a:cubicBezTo>
                          <a:pt x="277" y="35611"/>
                          <a:pt x="0" y="33230"/>
                          <a:pt x="0" y="30710"/>
                        </a:cubicBezTo>
                        <a:cubicBezTo>
                          <a:pt x="0" y="28328"/>
                          <a:pt x="305" y="26002"/>
                          <a:pt x="914" y="23787"/>
                        </a:cubicBezTo>
                        <a:cubicBezTo>
                          <a:pt x="1523" y="21572"/>
                          <a:pt x="2464" y="19633"/>
                          <a:pt x="3683" y="17972"/>
                        </a:cubicBezTo>
                        <a:cubicBezTo>
                          <a:pt x="4929" y="16310"/>
                          <a:pt x="6507" y="14981"/>
                          <a:pt x="8390" y="13984"/>
                        </a:cubicBezTo>
                        <a:cubicBezTo>
                          <a:pt x="10273" y="12987"/>
                          <a:pt x="12516" y="12489"/>
                          <a:pt x="15092" y="12489"/>
                        </a:cubicBezTo>
                        <a:cubicBezTo>
                          <a:pt x="17501" y="12489"/>
                          <a:pt x="19799" y="13043"/>
                          <a:pt x="22015" y="14123"/>
                        </a:cubicBezTo>
                        <a:cubicBezTo>
                          <a:pt x="24230" y="15203"/>
                          <a:pt x="25947" y="16809"/>
                          <a:pt x="27221" y="18941"/>
                        </a:cubicBezTo>
                        <a:lnTo>
                          <a:pt x="27221" y="0"/>
                        </a:lnTo>
                        <a:close/>
                        <a:moveTo>
                          <a:pt x="27221" y="30516"/>
                        </a:moveTo>
                        <a:cubicBezTo>
                          <a:pt x="27221" y="28577"/>
                          <a:pt x="26971" y="26722"/>
                          <a:pt x="26445" y="24978"/>
                        </a:cubicBezTo>
                        <a:cubicBezTo>
                          <a:pt x="25919" y="23233"/>
                          <a:pt x="25171" y="21710"/>
                          <a:pt x="24174" y="20381"/>
                        </a:cubicBezTo>
                        <a:cubicBezTo>
                          <a:pt x="23205" y="19079"/>
                          <a:pt x="21987" y="18027"/>
                          <a:pt x="20575" y="17252"/>
                        </a:cubicBezTo>
                        <a:cubicBezTo>
                          <a:pt x="19162" y="16476"/>
                          <a:pt x="17556" y="16089"/>
                          <a:pt x="15756" y="16089"/>
                        </a:cubicBezTo>
                        <a:cubicBezTo>
                          <a:pt x="13707" y="16089"/>
                          <a:pt x="11935" y="16504"/>
                          <a:pt x="10440" y="17307"/>
                        </a:cubicBezTo>
                        <a:cubicBezTo>
                          <a:pt x="8944" y="18138"/>
                          <a:pt x="7726" y="19246"/>
                          <a:pt x="6784" y="20658"/>
                        </a:cubicBezTo>
                        <a:cubicBezTo>
                          <a:pt x="5815" y="22070"/>
                          <a:pt x="5123" y="23731"/>
                          <a:pt x="4680" y="25614"/>
                        </a:cubicBezTo>
                        <a:cubicBezTo>
                          <a:pt x="4237" y="27497"/>
                          <a:pt x="4071" y="29519"/>
                          <a:pt x="4154" y="31707"/>
                        </a:cubicBezTo>
                        <a:cubicBezTo>
                          <a:pt x="4154" y="33867"/>
                          <a:pt x="4458" y="35805"/>
                          <a:pt x="5040" y="37466"/>
                        </a:cubicBezTo>
                        <a:cubicBezTo>
                          <a:pt x="5621" y="39128"/>
                          <a:pt x="6452" y="40540"/>
                          <a:pt x="7504" y="41676"/>
                        </a:cubicBezTo>
                        <a:cubicBezTo>
                          <a:pt x="8557" y="42811"/>
                          <a:pt x="9775" y="43697"/>
                          <a:pt x="11160" y="44306"/>
                        </a:cubicBezTo>
                        <a:cubicBezTo>
                          <a:pt x="12544" y="44915"/>
                          <a:pt x="14095" y="45192"/>
                          <a:pt x="15756" y="45192"/>
                        </a:cubicBezTo>
                        <a:cubicBezTo>
                          <a:pt x="17584" y="45192"/>
                          <a:pt x="19218" y="44805"/>
                          <a:pt x="20658" y="44057"/>
                        </a:cubicBezTo>
                        <a:cubicBezTo>
                          <a:pt x="22098" y="43309"/>
                          <a:pt x="23288" y="42285"/>
                          <a:pt x="24258" y="40956"/>
                        </a:cubicBezTo>
                        <a:cubicBezTo>
                          <a:pt x="25227" y="39654"/>
                          <a:pt x="25947" y="38103"/>
                          <a:pt x="26445" y="36303"/>
                        </a:cubicBezTo>
                        <a:cubicBezTo>
                          <a:pt x="26944" y="34503"/>
                          <a:pt x="27193" y="32565"/>
                          <a:pt x="27193" y="30488"/>
                        </a:cubicBez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sp>
                <p:nvSpPr>
                  <p:cNvPr id="3568" name="Freeform 3567">
                    <a:extLst>
                      <a:ext uri="{FF2B5EF4-FFF2-40B4-BE49-F238E27FC236}">
                        <a16:creationId xmlns:a16="http://schemas.microsoft.com/office/drawing/2014/main" id="{CC320E14-7F23-A861-54FC-DE0A83F1FCDD}"/>
                      </a:ext>
                    </a:extLst>
                  </p:cNvPr>
                  <p:cNvSpPr/>
                  <p:nvPr/>
                </p:nvSpPr>
                <p:spPr>
                  <a:xfrm>
                    <a:off x="2903402" y="2895209"/>
                    <a:ext cx="4319" cy="47850"/>
                  </a:xfrm>
                  <a:custGeom>
                    <a:avLst/>
                    <a:gdLst>
                      <a:gd name="connsiteX0" fmla="*/ 0 w 4319"/>
                      <a:gd name="connsiteY0" fmla="*/ 5926 h 47850"/>
                      <a:gd name="connsiteX1" fmla="*/ 0 w 4319"/>
                      <a:gd name="connsiteY1" fmla="*/ 0 h 47850"/>
                      <a:gd name="connsiteX2" fmla="*/ 4320 w 4319"/>
                      <a:gd name="connsiteY2" fmla="*/ 0 h 47850"/>
                      <a:gd name="connsiteX3" fmla="*/ 4320 w 4319"/>
                      <a:gd name="connsiteY3" fmla="*/ 5926 h 47850"/>
                      <a:gd name="connsiteX4" fmla="*/ 0 w 4319"/>
                      <a:gd name="connsiteY4" fmla="*/ 5926 h 47850"/>
                      <a:gd name="connsiteX5" fmla="*/ 194 w 4319"/>
                      <a:gd name="connsiteY5" fmla="*/ 47851 h 47850"/>
                      <a:gd name="connsiteX6" fmla="*/ 194 w 4319"/>
                      <a:gd name="connsiteY6" fmla="*/ 13430 h 47850"/>
                      <a:gd name="connsiteX7" fmla="*/ 4126 w 4319"/>
                      <a:gd name="connsiteY7" fmla="*/ 13430 h 47850"/>
                      <a:gd name="connsiteX8" fmla="*/ 4126 w 4319"/>
                      <a:gd name="connsiteY8" fmla="*/ 47851 h 47850"/>
                      <a:gd name="connsiteX9" fmla="*/ 194 w 4319"/>
                      <a:gd name="connsiteY9" fmla="*/ 47851 h 47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19" h="47850">
                        <a:moveTo>
                          <a:pt x="0" y="5926"/>
                        </a:moveTo>
                        <a:lnTo>
                          <a:pt x="0" y="0"/>
                        </a:lnTo>
                        <a:lnTo>
                          <a:pt x="4320" y="0"/>
                        </a:lnTo>
                        <a:lnTo>
                          <a:pt x="4320" y="5926"/>
                        </a:lnTo>
                        <a:lnTo>
                          <a:pt x="0" y="5926"/>
                        </a:lnTo>
                        <a:close/>
                        <a:moveTo>
                          <a:pt x="194" y="47851"/>
                        </a:moveTo>
                        <a:lnTo>
                          <a:pt x="194" y="13430"/>
                        </a:lnTo>
                        <a:lnTo>
                          <a:pt x="4126" y="13430"/>
                        </a:lnTo>
                        <a:lnTo>
                          <a:pt x="4126" y="47851"/>
                        </a:lnTo>
                        <a:lnTo>
                          <a:pt x="194" y="47851"/>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sp>
                <p:nvSpPr>
                  <p:cNvPr id="3569" name="Freeform 3568">
                    <a:extLst>
                      <a:ext uri="{FF2B5EF4-FFF2-40B4-BE49-F238E27FC236}">
                        <a16:creationId xmlns:a16="http://schemas.microsoft.com/office/drawing/2014/main" id="{DD46DDA8-80B0-BA5B-D5C5-BFDAC584CB1F}"/>
                      </a:ext>
                    </a:extLst>
                  </p:cNvPr>
                  <p:cNvSpPr/>
                  <p:nvPr/>
                </p:nvSpPr>
                <p:spPr>
                  <a:xfrm>
                    <a:off x="2917553" y="2907698"/>
                    <a:ext cx="26915" cy="35389"/>
                  </a:xfrm>
                  <a:custGeom>
                    <a:avLst/>
                    <a:gdLst>
                      <a:gd name="connsiteX0" fmla="*/ 3932 w 26915"/>
                      <a:gd name="connsiteY0" fmla="*/ 35362 h 35389"/>
                      <a:gd name="connsiteX1" fmla="*/ 0 w 26915"/>
                      <a:gd name="connsiteY1" fmla="*/ 35362 h 35389"/>
                      <a:gd name="connsiteX2" fmla="*/ 0 w 26915"/>
                      <a:gd name="connsiteY2" fmla="*/ 942 h 35389"/>
                      <a:gd name="connsiteX3" fmla="*/ 3932 w 26915"/>
                      <a:gd name="connsiteY3" fmla="*/ 942 h 35389"/>
                      <a:gd name="connsiteX4" fmla="*/ 3932 w 26915"/>
                      <a:gd name="connsiteY4" fmla="*/ 5732 h 35389"/>
                      <a:gd name="connsiteX5" fmla="*/ 8806 w 26915"/>
                      <a:gd name="connsiteY5" fmla="*/ 1606 h 35389"/>
                      <a:gd name="connsiteX6" fmla="*/ 14870 w 26915"/>
                      <a:gd name="connsiteY6" fmla="*/ 0 h 35389"/>
                      <a:gd name="connsiteX7" fmla="*/ 20713 w 26915"/>
                      <a:gd name="connsiteY7" fmla="*/ 1108 h 35389"/>
                      <a:gd name="connsiteX8" fmla="*/ 25227 w 26915"/>
                      <a:gd name="connsiteY8" fmla="*/ 4929 h 35389"/>
                      <a:gd name="connsiteX9" fmla="*/ 26694 w 26915"/>
                      <a:gd name="connsiteY9" fmla="*/ 8751 h 35389"/>
                      <a:gd name="connsiteX10" fmla="*/ 26916 w 26915"/>
                      <a:gd name="connsiteY10" fmla="*/ 12849 h 35389"/>
                      <a:gd name="connsiteX11" fmla="*/ 26916 w 26915"/>
                      <a:gd name="connsiteY11" fmla="*/ 35390 h 35389"/>
                      <a:gd name="connsiteX12" fmla="*/ 22984 w 26915"/>
                      <a:gd name="connsiteY12" fmla="*/ 35390 h 35389"/>
                      <a:gd name="connsiteX13" fmla="*/ 22984 w 26915"/>
                      <a:gd name="connsiteY13" fmla="*/ 12932 h 35389"/>
                      <a:gd name="connsiteX14" fmla="*/ 20962 w 26915"/>
                      <a:gd name="connsiteY14" fmla="*/ 5954 h 35389"/>
                      <a:gd name="connsiteX15" fmla="*/ 14206 w 26915"/>
                      <a:gd name="connsiteY15" fmla="*/ 3628 h 35389"/>
                      <a:gd name="connsiteX16" fmla="*/ 10855 w 26915"/>
                      <a:gd name="connsiteY16" fmla="*/ 4181 h 35389"/>
                      <a:gd name="connsiteX17" fmla="*/ 8141 w 26915"/>
                      <a:gd name="connsiteY17" fmla="*/ 5677 h 35389"/>
                      <a:gd name="connsiteX18" fmla="*/ 6092 w 26915"/>
                      <a:gd name="connsiteY18" fmla="*/ 7809 h 35389"/>
                      <a:gd name="connsiteX19" fmla="*/ 4791 w 26915"/>
                      <a:gd name="connsiteY19" fmla="*/ 10329 h 35389"/>
                      <a:gd name="connsiteX20" fmla="*/ 4071 w 26915"/>
                      <a:gd name="connsiteY20" fmla="*/ 13513 h 35389"/>
                      <a:gd name="connsiteX21" fmla="*/ 3932 w 26915"/>
                      <a:gd name="connsiteY21" fmla="*/ 16836 h 35389"/>
                      <a:gd name="connsiteX22" fmla="*/ 3932 w 26915"/>
                      <a:gd name="connsiteY22" fmla="*/ 35390 h 35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6915" h="35389">
                        <a:moveTo>
                          <a:pt x="3932" y="35362"/>
                        </a:moveTo>
                        <a:lnTo>
                          <a:pt x="0" y="35362"/>
                        </a:lnTo>
                        <a:lnTo>
                          <a:pt x="0" y="942"/>
                        </a:lnTo>
                        <a:lnTo>
                          <a:pt x="3932" y="942"/>
                        </a:lnTo>
                        <a:lnTo>
                          <a:pt x="3932" y="5732"/>
                        </a:lnTo>
                        <a:cubicBezTo>
                          <a:pt x="5511" y="4043"/>
                          <a:pt x="7117" y="2686"/>
                          <a:pt x="8806" y="1606"/>
                        </a:cubicBezTo>
                        <a:cubicBezTo>
                          <a:pt x="10495" y="554"/>
                          <a:pt x="12517" y="0"/>
                          <a:pt x="14870" y="0"/>
                        </a:cubicBezTo>
                        <a:cubicBezTo>
                          <a:pt x="16975" y="0"/>
                          <a:pt x="18913" y="360"/>
                          <a:pt x="20713" y="1108"/>
                        </a:cubicBezTo>
                        <a:cubicBezTo>
                          <a:pt x="22513" y="1828"/>
                          <a:pt x="24008" y="3101"/>
                          <a:pt x="25227" y="4929"/>
                        </a:cubicBezTo>
                        <a:cubicBezTo>
                          <a:pt x="26057" y="6175"/>
                          <a:pt x="26556" y="7449"/>
                          <a:pt x="26694" y="8751"/>
                        </a:cubicBezTo>
                        <a:cubicBezTo>
                          <a:pt x="26861" y="10052"/>
                          <a:pt x="26916" y="11409"/>
                          <a:pt x="26916" y="12849"/>
                        </a:cubicBezTo>
                        <a:lnTo>
                          <a:pt x="26916" y="35390"/>
                        </a:lnTo>
                        <a:lnTo>
                          <a:pt x="22984" y="35390"/>
                        </a:lnTo>
                        <a:lnTo>
                          <a:pt x="22984" y="12932"/>
                        </a:lnTo>
                        <a:cubicBezTo>
                          <a:pt x="22984" y="9830"/>
                          <a:pt x="22319" y="7504"/>
                          <a:pt x="20962" y="5954"/>
                        </a:cubicBezTo>
                        <a:cubicBezTo>
                          <a:pt x="19606" y="4403"/>
                          <a:pt x="17363" y="3628"/>
                          <a:pt x="14206" y="3628"/>
                        </a:cubicBezTo>
                        <a:cubicBezTo>
                          <a:pt x="12987" y="3628"/>
                          <a:pt x="11880" y="3821"/>
                          <a:pt x="10855" y="4181"/>
                        </a:cubicBezTo>
                        <a:cubicBezTo>
                          <a:pt x="9858" y="4569"/>
                          <a:pt x="8944" y="5068"/>
                          <a:pt x="8141" y="5677"/>
                        </a:cubicBezTo>
                        <a:cubicBezTo>
                          <a:pt x="7338" y="6286"/>
                          <a:pt x="6646" y="7006"/>
                          <a:pt x="6092" y="7809"/>
                        </a:cubicBezTo>
                        <a:cubicBezTo>
                          <a:pt x="5511" y="8612"/>
                          <a:pt x="5095" y="9443"/>
                          <a:pt x="4791" y="10329"/>
                        </a:cubicBezTo>
                        <a:cubicBezTo>
                          <a:pt x="4403" y="11437"/>
                          <a:pt x="4154" y="12489"/>
                          <a:pt x="4071" y="13513"/>
                        </a:cubicBezTo>
                        <a:cubicBezTo>
                          <a:pt x="3988" y="14538"/>
                          <a:pt x="3932" y="15646"/>
                          <a:pt x="3932" y="16836"/>
                        </a:cubicBezTo>
                        <a:lnTo>
                          <a:pt x="3932" y="35390"/>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sp>
                <p:nvSpPr>
                  <p:cNvPr id="3570" name="Freeform 3569">
                    <a:extLst>
                      <a:ext uri="{FF2B5EF4-FFF2-40B4-BE49-F238E27FC236}">
                        <a16:creationId xmlns:a16="http://schemas.microsoft.com/office/drawing/2014/main" id="{300434AB-60D4-8D06-0C2A-02F3164A529A}"/>
                      </a:ext>
                    </a:extLst>
                  </p:cNvPr>
                  <p:cNvSpPr/>
                  <p:nvPr/>
                </p:nvSpPr>
                <p:spPr>
                  <a:xfrm>
                    <a:off x="2970526" y="2907698"/>
                    <a:ext cx="30183" cy="36275"/>
                  </a:xfrm>
                  <a:custGeom>
                    <a:avLst/>
                    <a:gdLst>
                      <a:gd name="connsiteX0" fmla="*/ 25697 w 30183"/>
                      <a:gd name="connsiteY0" fmla="*/ 11769 h 36275"/>
                      <a:gd name="connsiteX1" fmla="*/ 22098 w 30183"/>
                      <a:gd name="connsiteY1" fmla="*/ 5760 h 36275"/>
                      <a:gd name="connsiteX2" fmla="*/ 15618 w 30183"/>
                      <a:gd name="connsiteY2" fmla="*/ 3600 h 36275"/>
                      <a:gd name="connsiteX3" fmla="*/ 10440 w 30183"/>
                      <a:gd name="connsiteY3" fmla="*/ 4874 h 36275"/>
                      <a:gd name="connsiteX4" fmla="*/ 6895 w 30183"/>
                      <a:gd name="connsiteY4" fmla="*/ 8224 h 36275"/>
                      <a:gd name="connsiteX5" fmla="*/ 4874 w 30183"/>
                      <a:gd name="connsiteY5" fmla="*/ 12932 h 36275"/>
                      <a:gd name="connsiteX6" fmla="*/ 4209 w 30183"/>
                      <a:gd name="connsiteY6" fmla="*/ 18221 h 36275"/>
                      <a:gd name="connsiteX7" fmla="*/ 4818 w 30183"/>
                      <a:gd name="connsiteY7" fmla="*/ 23538 h 36275"/>
                      <a:gd name="connsiteX8" fmla="*/ 6812 w 30183"/>
                      <a:gd name="connsiteY8" fmla="*/ 28190 h 36275"/>
                      <a:gd name="connsiteX9" fmla="*/ 10357 w 30183"/>
                      <a:gd name="connsiteY9" fmla="*/ 31485 h 36275"/>
                      <a:gd name="connsiteX10" fmla="*/ 15590 w 30183"/>
                      <a:gd name="connsiteY10" fmla="*/ 32703 h 36275"/>
                      <a:gd name="connsiteX11" fmla="*/ 22624 w 30183"/>
                      <a:gd name="connsiteY11" fmla="*/ 30239 h 36275"/>
                      <a:gd name="connsiteX12" fmla="*/ 26002 w 30183"/>
                      <a:gd name="connsiteY12" fmla="*/ 23455 h 36275"/>
                      <a:gd name="connsiteX13" fmla="*/ 30184 w 30183"/>
                      <a:gd name="connsiteY13" fmla="*/ 23455 h 36275"/>
                      <a:gd name="connsiteX14" fmla="*/ 28522 w 30183"/>
                      <a:gd name="connsiteY14" fmla="*/ 28661 h 36275"/>
                      <a:gd name="connsiteX15" fmla="*/ 25587 w 30183"/>
                      <a:gd name="connsiteY15" fmla="*/ 32703 h 36275"/>
                      <a:gd name="connsiteX16" fmla="*/ 21295 w 30183"/>
                      <a:gd name="connsiteY16" fmla="*/ 35334 h 36275"/>
                      <a:gd name="connsiteX17" fmla="*/ 15590 w 30183"/>
                      <a:gd name="connsiteY17" fmla="*/ 36276 h 36275"/>
                      <a:gd name="connsiteX18" fmla="*/ 8584 w 30183"/>
                      <a:gd name="connsiteY18" fmla="*/ 34891 h 36275"/>
                      <a:gd name="connsiteX19" fmla="*/ 3738 w 30183"/>
                      <a:gd name="connsiteY19" fmla="*/ 31070 h 36275"/>
                      <a:gd name="connsiteX20" fmla="*/ 914 w 30183"/>
                      <a:gd name="connsiteY20" fmla="*/ 25310 h 36275"/>
                      <a:gd name="connsiteX21" fmla="*/ 0 w 30183"/>
                      <a:gd name="connsiteY21" fmla="*/ 18193 h 36275"/>
                      <a:gd name="connsiteX22" fmla="*/ 1025 w 30183"/>
                      <a:gd name="connsiteY22" fmla="*/ 11326 h 36275"/>
                      <a:gd name="connsiteX23" fmla="*/ 4015 w 30183"/>
                      <a:gd name="connsiteY23" fmla="*/ 5511 h 36275"/>
                      <a:gd name="connsiteX24" fmla="*/ 8889 w 30183"/>
                      <a:gd name="connsiteY24" fmla="*/ 1495 h 36275"/>
                      <a:gd name="connsiteX25" fmla="*/ 15590 w 30183"/>
                      <a:gd name="connsiteY25" fmla="*/ 0 h 36275"/>
                      <a:gd name="connsiteX26" fmla="*/ 25116 w 30183"/>
                      <a:gd name="connsiteY26" fmla="*/ 2852 h 36275"/>
                      <a:gd name="connsiteX27" fmla="*/ 29657 w 30183"/>
                      <a:gd name="connsiteY27" fmla="*/ 11769 h 36275"/>
                      <a:gd name="connsiteX28" fmla="*/ 25670 w 30183"/>
                      <a:gd name="connsiteY28" fmla="*/ 11769 h 36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0183" h="36275">
                        <a:moveTo>
                          <a:pt x="25697" y="11769"/>
                        </a:moveTo>
                        <a:cubicBezTo>
                          <a:pt x="25005" y="9194"/>
                          <a:pt x="23787" y="7200"/>
                          <a:pt x="22098" y="5760"/>
                        </a:cubicBezTo>
                        <a:cubicBezTo>
                          <a:pt x="20381" y="4320"/>
                          <a:pt x="18221" y="3600"/>
                          <a:pt x="15618" y="3600"/>
                        </a:cubicBezTo>
                        <a:cubicBezTo>
                          <a:pt x="13596" y="3600"/>
                          <a:pt x="11880" y="4015"/>
                          <a:pt x="10440" y="4874"/>
                        </a:cubicBezTo>
                        <a:cubicBezTo>
                          <a:pt x="9000" y="5704"/>
                          <a:pt x="7809" y="6840"/>
                          <a:pt x="6895" y="8224"/>
                        </a:cubicBezTo>
                        <a:cubicBezTo>
                          <a:pt x="5981" y="9609"/>
                          <a:pt x="5289" y="11187"/>
                          <a:pt x="4874" y="12932"/>
                        </a:cubicBezTo>
                        <a:cubicBezTo>
                          <a:pt x="4431" y="14676"/>
                          <a:pt x="4209" y="16449"/>
                          <a:pt x="4209" y="18221"/>
                        </a:cubicBezTo>
                        <a:cubicBezTo>
                          <a:pt x="4209" y="19993"/>
                          <a:pt x="4403" y="21821"/>
                          <a:pt x="4818" y="23538"/>
                        </a:cubicBezTo>
                        <a:cubicBezTo>
                          <a:pt x="5234" y="25254"/>
                          <a:pt x="5898" y="26805"/>
                          <a:pt x="6812" y="28190"/>
                        </a:cubicBezTo>
                        <a:cubicBezTo>
                          <a:pt x="7726" y="29574"/>
                          <a:pt x="8917" y="30654"/>
                          <a:pt x="10357" y="31485"/>
                        </a:cubicBezTo>
                        <a:cubicBezTo>
                          <a:pt x="11797" y="32316"/>
                          <a:pt x="13541" y="32703"/>
                          <a:pt x="15590" y="32703"/>
                        </a:cubicBezTo>
                        <a:cubicBezTo>
                          <a:pt x="18526" y="32703"/>
                          <a:pt x="20851" y="31873"/>
                          <a:pt x="22624" y="30239"/>
                        </a:cubicBezTo>
                        <a:cubicBezTo>
                          <a:pt x="24396" y="28605"/>
                          <a:pt x="25504" y="26334"/>
                          <a:pt x="26002" y="23455"/>
                        </a:cubicBezTo>
                        <a:lnTo>
                          <a:pt x="30184" y="23455"/>
                        </a:lnTo>
                        <a:cubicBezTo>
                          <a:pt x="29824" y="25365"/>
                          <a:pt x="29270" y="27110"/>
                          <a:pt x="28522" y="28661"/>
                        </a:cubicBezTo>
                        <a:cubicBezTo>
                          <a:pt x="27747" y="30239"/>
                          <a:pt x="26777" y="31596"/>
                          <a:pt x="25587" y="32703"/>
                        </a:cubicBezTo>
                        <a:cubicBezTo>
                          <a:pt x="24396" y="33839"/>
                          <a:pt x="22956" y="34697"/>
                          <a:pt x="21295" y="35334"/>
                        </a:cubicBezTo>
                        <a:cubicBezTo>
                          <a:pt x="19633" y="35943"/>
                          <a:pt x="17723" y="36276"/>
                          <a:pt x="15590" y="36276"/>
                        </a:cubicBezTo>
                        <a:cubicBezTo>
                          <a:pt x="12877" y="36276"/>
                          <a:pt x="10550" y="35805"/>
                          <a:pt x="8584" y="34891"/>
                        </a:cubicBezTo>
                        <a:cubicBezTo>
                          <a:pt x="6618" y="33977"/>
                          <a:pt x="5012" y="32676"/>
                          <a:pt x="3738" y="31070"/>
                        </a:cubicBezTo>
                        <a:cubicBezTo>
                          <a:pt x="2465" y="29464"/>
                          <a:pt x="1523" y="27525"/>
                          <a:pt x="914" y="25310"/>
                        </a:cubicBezTo>
                        <a:cubicBezTo>
                          <a:pt x="305" y="23095"/>
                          <a:pt x="0" y="20713"/>
                          <a:pt x="0" y="18193"/>
                        </a:cubicBezTo>
                        <a:cubicBezTo>
                          <a:pt x="0" y="15812"/>
                          <a:pt x="332" y="13513"/>
                          <a:pt x="1025" y="11326"/>
                        </a:cubicBezTo>
                        <a:cubicBezTo>
                          <a:pt x="1717" y="9138"/>
                          <a:pt x="2686" y="7200"/>
                          <a:pt x="4015" y="5511"/>
                        </a:cubicBezTo>
                        <a:cubicBezTo>
                          <a:pt x="5317" y="3821"/>
                          <a:pt x="6951" y="2492"/>
                          <a:pt x="8889" y="1495"/>
                        </a:cubicBezTo>
                        <a:cubicBezTo>
                          <a:pt x="10827" y="498"/>
                          <a:pt x="13070" y="0"/>
                          <a:pt x="15590" y="0"/>
                        </a:cubicBezTo>
                        <a:cubicBezTo>
                          <a:pt x="19522" y="0"/>
                          <a:pt x="22707" y="942"/>
                          <a:pt x="25116" y="2852"/>
                        </a:cubicBezTo>
                        <a:cubicBezTo>
                          <a:pt x="27553" y="4763"/>
                          <a:pt x="29048" y="7726"/>
                          <a:pt x="29657" y="11769"/>
                        </a:cubicBezTo>
                        <a:lnTo>
                          <a:pt x="25670" y="11769"/>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sp>
                <p:nvSpPr>
                  <p:cNvPr id="3571" name="Freeform 3570">
                    <a:extLst>
                      <a:ext uri="{FF2B5EF4-FFF2-40B4-BE49-F238E27FC236}">
                        <a16:creationId xmlns:a16="http://schemas.microsoft.com/office/drawing/2014/main" id="{D518ECC3-8D02-71F8-DD51-72B5BD60B1EB}"/>
                      </a:ext>
                    </a:extLst>
                  </p:cNvPr>
                  <p:cNvSpPr/>
                  <p:nvPr/>
                </p:nvSpPr>
                <p:spPr>
                  <a:xfrm>
                    <a:off x="3006359" y="2907698"/>
                    <a:ext cx="31374" cy="36303"/>
                  </a:xfrm>
                  <a:custGeom>
                    <a:avLst/>
                    <a:gdLst>
                      <a:gd name="connsiteX0" fmla="*/ 15729 w 31374"/>
                      <a:gd name="connsiteY0" fmla="*/ 36303 h 36303"/>
                      <a:gd name="connsiteX1" fmla="*/ 9609 w 31374"/>
                      <a:gd name="connsiteY1" fmla="*/ 35113 h 36303"/>
                      <a:gd name="connsiteX2" fmla="*/ 4624 w 31374"/>
                      <a:gd name="connsiteY2" fmla="*/ 31734 h 36303"/>
                      <a:gd name="connsiteX3" fmla="*/ 1246 w 31374"/>
                      <a:gd name="connsiteY3" fmla="*/ 26085 h 36303"/>
                      <a:gd name="connsiteX4" fmla="*/ 0 w 31374"/>
                      <a:gd name="connsiteY4" fmla="*/ 18166 h 36303"/>
                      <a:gd name="connsiteX5" fmla="*/ 969 w 31374"/>
                      <a:gd name="connsiteY5" fmla="*/ 11077 h 36303"/>
                      <a:gd name="connsiteX6" fmla="*/ 3904 w 31374"/>
                      <a:gd name="connsiteY6" fmla="*/ 5317 h 36303"/>
                      <a:gd name="connsiteX7" fmla="*/ 8806 w 31374"/>
                      <a:gd name="connsiteY7" fmla="*/ 1440 h 36303"/>
                      <a:gd name="connsiteX8" fmla="*/ 15673 w 31374"/>
                      <a:gd name="connsiteY8" fmla="*/ 0 h 36303"/>
                      <a:gd name="connsiteX9" fmla="*/ 22624 w 31374"/>
                      <a:gd name="connsiteY9" fmla="*/ 1440 h 36303"/>
                      <a:gd name="connsiteX10" fmla="*/ 27525 w 31374"/>
                      <a:gd name="connsiteY10" fmla="*/ 5289 h 36303"/>
                      <a:gd name="connsiteX11" fmla="*/ 30433 w 31374"/>
                      <a:gd name="connsiteY11" fmla="*/ 11049 h 36303"/>
                      <a:gd name="connsiteX12" fmla="*/ 31374 w 31374"/>
                      <a:gd name="connsiteY12" fmla="*/ 18166 h 36303"/>
                      <a:gd name="connsiteX13" fmla="*/ 30267 w 31374"/>
                      <a:gd name="connsiteY13" fmla="*/ 25614 h 36303"/>
                      <a:gd name="connsiteX14" fmla="*/ 27082 w 31374"/>
                      <a:gd name="connsiteY14" fmla="*/ 31319 h 36303"/>
                      <a:gd name="connsiteX15" fmla="*/ 22098 w 31374"/>
                      <a:gd name="connsiteY15" fmla="*/ 35002 h 36303"/>
                      <a:gd name="connsiteX16" fmla="*/ 15646 w 31374"/>
                      <a:gd name="connsiteY16" fmla="*/ 36303 h 36303"/>
                      <a:gd name="connsiteX17" fmla="*/ 27248 w 31374"/>
                      <a:gd name="connsiteY17" fmla="*/ 18166 h 36303"/>
                      <a:gd name="connsiteX18" fmla="*/ 26584 w 31374"/>
                      <a:gd name="connsiteY18" fmla="*/ 12461 h 36303"/>
                      <a:gd name="connsiteX19" fmla="*/ 24562 w 31374"/>
                      <a:gd name="connsiteY19" fmla="*/ 7837 h 36303"/>
                      <a:gd name="connsiteX20" fmla="*/ 21018 w 31374"/>
                      <a:gd name="connsiteY20" fmla="*/ 4735 h 36303"/>
                      <a:gd name="connsiteX21" fmla="*/ 15701 w 31374"/>
                      <a:gd name="connsiteY21" fmla="*/ 3600 h 36303"/>
                      <a:gd name="connsiteX22" fmla="*/ 10440 w 31374"/>
                      <a:gd name="connsiteY22" fmla="*/ 4818 h 36303"/>
                      <a:gd name="connsiteX23" fmla="*/ 6867 w 31374"/>
                      <a:gd name="connsiteY23" fmla="*/ 8086 h 36303"/>
                      <a:gd name="connsiteX24" fmla="*/ 4846 w 31374"/>
                      <a:gd name="connsiteY24" fmla="*/ 12738 h 36303"/>
                      <a:gd name="connsiteX25" fmla="*/ 4181 w 31374"/>
                      <a:gd name="connsiteY25" fmla="*/ 18166 h 36303"/>
                      <a:gd name="connsiteX26" fmla="*/ 4929 w 31374"/>
                      <a:gd name="connsiteY26" fmla="*/ 24036 h 36303"/>
                      <a:gd name="connsiteX27" fmla="*/ 7117 w 31374"/>
                      <a:gd name="connsiteY27" fmla="*/ 28661 h 36303"/>
                      <a:gd name="connsiteX28" fmla="*/ 10717 w 31374"/>
                      <a:gd name="connsiteY28" fmla="*/ 31651 h 36303"/>
                      <a:gd name="connsiteX29" fmla="*/ 15701 w 31374"/>
                      <a:gd name="connsiteY29" fmla="*/ 32703 h 36303"/>
                      <a:gd name="connsiteX30" fmla="*/ 20962 w 31374"/>
                      <a:gd name="connsiteY30" fmla="*/ 31485 h 36303"/>
                      <a:gd name="connsiteX31" fmla="*/ 24534 w 31374"/>
                      <a:gd name="connsiteY31" fmla="*/ 28190 h 36303"/>
                      <a:gd name="connsiteX32" fmla="*/ 26556 w 31374"/>
                      <a:gd name="connsiteY32" fmla="*/ 23538 h 36303"/>
                      <a:gd name="connsiteX33" fmla="*/ 27221 w 31374"/>
                      <a:gd name="connsiteY33" fmla="*/ 18166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1374" h="36303">
                        <a:moveTo>
                          <a:pt x="15729" y="36303"/>
                        </a:moveTo>
                        <a:cubicBezTo>
                          <a:pt x="13541" y="36248"/>
                          <a:pt x="11492" y="35860"/>
                          <a:pt x="9609" y="35113"/>
                        </a:cubicBezTo>
                        <a:cubicBezTo>
                          <a:pt x="7698" y="34365"/>
                          <a:pt x="6037" y="33230"/>
                          <a:pt x="4624" y="31734"/>
                        </a:cubicBezTo>
                        <a:cubicBezTo>
                          <a:pt x="3212" y="30239"/>
                          <a:pt x="2077" y="28356"/>
                          <a:pt x="1246" y="26085"/>
                        </a:cubicBezTo>
                        <a:cubicBezTo>
                          <a:pt x="415" y="23815"/>
                          <a:pt x="0" y="21184"/>
                          <a:pt x="0" y="18166"/>
                        </a:cubicBezTo>
                        <a:cubicBezTo>
                          <a:pt x="0" y="15646"/>
                          <a:pt x="332" y="13292"/>
                          <a:pt x="969" y="11077"/>
                        </a:cubicBezTo>
                        <a:cubicBezTo>
                          <a:pt x="1634" y="8889"/>
                          <a:pt x="2603" y="6978"/>
                          <a:pt x="3904" y="5317"/>
                        </a:cubicBezTo>
                        <a:cubicBezTo>
                          <a:pt x="5206" y="3683"/>
                          <a:pt x="6840" y="2381"/>
                          <a:pt x="8806" y="1440"/>
                        </a:cubicBezTo>
                        <a:cubicBezTo>
                          <a:pt x="10772" y="498"/>
                          <a:pt x="13070" y="0"/>
                          <a:pt x="15673" y="0"/>
                        </a:cubicBezTo>
                        <a:cubicBezTo>
                          <a:pt x="18276" y="0"/>
                          <a:pt x="20658" y="471"/>
                          <a:pt x="22624" y="1440"/>
                        </a:cubicBezTo>
                        <a:cubicBezTo>
                          <a:pt x="24590" y="2381"/>
                          <a:pt x="26224" y="3683"/>
                          <a:pt x="27525" y="5289"/>
                        </a:cubicBezTo>
                        <a:cubicBezTo>
                          <a:pt x="28827" y="6895"/>
                          <a:pt x="29796" y="8834"/>
                          <a:pt x="30433" y="11049"/>
                        </a:cubicBezTo>
                        <a:cubicBezTo>
                          <a:pt x="31070" y="13264"/>
                          <a:pt x="31374" y="15646"/>
                          <a:pt x="31374" y="18166"/>
                        </a:cubicBezTo>
                        <a:cubicBezTo>
                          <a:pt x="31374" y="20907"/>
                          <a:pt x="31014" y="23399"/>
                          <a:pt x="30267" y="25614"/>
                        </a:cubicBezTo>
                        <a:cubicBezTo>
                          <a:pt x="29519" y="27830"/>
                          <a:pt x="28467" y="29740"/>
                          <a:pt x="27082" y="31319"/>
                        </a:cubicBezTo>
                        <a:cubicBezTo>
                          <a:pt x="25697" y="32925"/>
                          <a:pt x="24036" y="34143"/>
                          <a:pt x="22098" y="35002"/>
                        </a:cubicBezTo>
                        <a:cubicBezTo>
                          <a:pt x="20159" y="35860"/>
                          <a:pt x="17999" y="36303"/>
                          <a:pt x="15646" y="36303"/>
                        </a:cubicBezTo>
                        <a:close/>
                        <a:moveTo>
                          <a:pt x="27248" y="18166"/>
                        </a:moveTo>
                        <a:cubicBezTo>
                          <a:pt x="27248" y="16116"/>
                          <a:pt x="27027" y="14233"/>
                          <a:pt x="26584" y="12461"/>
                        </a:cubicBezTo>
                        <a:cubicBezTo>
                          <a:pt x="26141" y="10689"/>
                          <a:pt x="25476" y="9138"/>
                          <a:pt x="24562" y="7837"/>
                        </a:cubicBezTo>
                        <a:cubicBezTo>
                          <a:pt x="23648" y="6535"/>
                          <a:pt x="22458" y="5511"/>
                          <a:pt x="21018" y="4735"/>
                        </a:cubicBezTo>
                        <a:cubicBezTo>
                          <a:pt x="19578" y="3960"/>
                          <a:pt x="17806" y="3600"/>
                          <a:pt x="15701" y="3600"/>
                        </a:cubicBezTo>
                        <a:cubicBezTo>
                          <a:pt x="13596" y="3600"/>
                          <a:pt x="11880" y="4015"/>
                          <a:pt x="10440" y="4818"/>
                        </a:cubicBezTo>
                        <a:cubicBezTo>
                          <a:pt x="8972" y="5649"/>
                          <a:pt x="7781" y="6729"/>
                          <a:pt x="6867" y="8086"/>
                        </a:cubicBezTo>
                        <a:cubicBezTo>
                          <a:pt x="5954" y="9443"/>
                          <a:pt x="5261" y="10994"/>
                          <a:pt x="4846" y="12738"/>
                        </a:cubicBezTo>
                        <a:cubicBezTo>
                          <a:pt x="4403" y="14483"/>
                          <a:pt x="4181" y="16283"/>
                          <a:pt x="4181" y="18166"/>
                        </a:cubicBezTo>
                        <a:cubicBezTo>
                          <a:pt x="4181" y="20298"/>
                          <a:pt x="4431" y="22264"/>
                          <a:pt x="4929" y="24036"/>
                        </a:cubicBezTo>
                        <a:cubicBezTo>
                          <a:pt x="5428" y="25836"/>
                          <a:pt x="6175" y="27359"/>
                          <a:pt x="7117" y="28661"/>
                        </a:cubicBezTo>
                        <a:cubicBezTo>
                          <a:pt x="8086" y="29934"/>
                          <a:pt x="9277" y="30931"/>
                          <a:pt x="10717" y="31651"/>
                        </a:cubicBezTo>
                        <a:cubicBezTo>
                          <a:pt x="12157" y="32371"/>
                          <a:pt x="13818" y="32703"/>
                          <a:pt x="15701" y="32703"/>
                        </a:cubicBezTo>
                        <a:cubicBezTo>
                          <a:pt x="17750" y="32703"/>
                          <a:pt x="19522" y="32288"/>
                          <a:pt x="20962" y="31485"/>
                        </a:cubicBezTo>
                        <a:cubicBezTo>
                          <a:pt x="22430" y="30654"/>
                          <a:pt x="23621" y="29574"/>
                          <a:pt x="24534" y="28190"/>
                        </a:cubicBezTo>
                        <a:cubicBezTo>
                          <a:pt x="25448" y="26805"/>
                          <a:pt x="26141" y="25254"/>
                          <a:pt x="26556" y="23538"/>
                        </a:cubicBezTo>
                        <a:cubicBezTo>
                          <a:pt x="26971" y="21821"/>
                          <a:pt x="27221" y="20021"/>
                          <a:pt x="27221" y="18166"/>
                        </a:cubicBez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sp>
                <p:nvSpPr>
                  <p:cNvPr id="3572" name="Freeform 3571">
                    <a:extLst>
                      <a:ext uri="{FF2B5EF4-FFF2-40B4-BE49-F238E27FC236}">
                        <a16:creationId xmlns:a16="http://schemas.microsoft.com/office/drawing/2014/main" id="{DBA10321-55AD-D3BD-201C-B9D26816A292}"/>
                      </a:ext>
                    </a:extLst>
                  </p:cNvPr>
                  <p:cNvSpPr/>
                  <p:nvPr/>
                </p:nvSpPr>
                <p:spPr>
                  <a:xfrm>
                    <a:off x="3044490" y="2907725"/>
                    <a:ext cx="46078" cy="35417"/>
                  </a:xfrm>
                  <a:custGeom>
                    <a:avLst/>
                    <a:gdLst>
                      <a:gd name="connsiteX0" fmla="*/ 3932 w 46078"/>
                      <a:gd name="connsiteY0" fmla="*/ 35334 h 35417"/>
                      <a:gd name="connsiteX1" fmla="*/ 0 w 46078"/>
                      <a:gd name="connsiteY1" fmla="*/ 35334 h 35417"/>
                      <a:gd name="connsiteX2" fmla="*/ 0 w 46078"/>
                      <a:gd name="connsiteY2" fmla="*/ 914 h 35417"/>
                      <a:gd name="connsiteX3" fmla="*/ 3932 w 46078"/>
                      <a:gd name="connsiteY3" fmla="*/ 914 h 35417"/>
                      <a:gd name="connsiteX4" fmla="*/ 3932 w 46078"/>
                      <a:gd name="connsiteY4" fmla="*/ 6092 h 35417"/>
                      <a:gd name="connsiteX5" fmla="*/ 4071 w 46078"/>
                      <a:gd name="connsiteY5" fmla="*/ 6092 h 35417"/>
                      <a:gd name="connsiteX6" fmla="*/ 8390 w 46078"/>
                      <a:gd name="connsiteY6" fmla="*/ 1551 h 35417"/>
                      <a:gd name="connsiteX7" fmla="*/ 14538 w 46078"/>
                      <a:gd name="connsiteY7" fmla="*/ 0 h 35417"/>
                      <a:gd name="connsiteX8" fmla="*/ 18526 w 46078"/>
                      <a:gd name="connsiteY8" fmla="*/ 526 h 35417"/>
                      <a:gd name="connsiteX9" fmla="*/ 21295 w 46078"/>
                      <a:gd name="connsiteY9" fmla="*/ 1966 h 35417"/>
                      <a:gd name="connsiteX10" fmla="*/ 23205 w 46078"/>
                      <a:gd name="connsiteY10" fmla="*/ 4071 h 35417"/>
                      <a:gd name="connsiteX11" fmla="*/ 24479 w 46078"/>
                      <a:gd name="connsiteY11" fmla="*/ 6674 h 35417"/>
                      <a:gd name="connsiteX12" fmla="*/ 29020 w 46078"/>
                      <a:gd name="connsiteY12" fmla="*/ 1661 h 35417"/>
                      <a:gd name="connsiteX13" fmla="*/ 35528 w 46078"/>
                      <a:gd name="connsiteY13" fmla="*/ 28 h 35417"/>
                      <a:gd name="connsiteX14" fmla="*/ 41066 w 46078"/>
                      <a:gd name="connsiteY14" fmla="*/ 1191 h 35417"/>
                      <a:gd name="connsiteX15" fmla="*/ 44251 w 46078"/>
                      <a:gd name="connsiteY15" fmla="*/ 4237 h 35417"/>
                      <a:gd name="connsiteX16" fmla="*/ 45718 w 46078"/>
                      <a:gd name="connsiteY16" fmla="*/ 8584 h 35417"/>
                      <a:gd name="connsiteX17" fmla="*/ 46078 w 46078"/>
                      <a:gd name="connsiteY17" fmla="*/ 13624 h 35417"/>
                      <a:gd name="connsiteX18" fmla="*/ 46078 w 46078"/>
                      <a:gd name="connsiteY18" fmla="*/ 35362 h 35417"/>
                      <a:gd name="connsiteX19" fmla="*/ 42146 w 46078"/>
                      <a:gd name="connsiteY19" fmla="*/ 35362 h 35417"/>
                      <a:gd name="connsiteX20" fmla="*/ 42146 w 46078"/>
                      <a:gd name="connsiteY20" fmla="*/ 11575 h 35417"/>
                      <a:gd name="connsiteX21" fmla="*/ 40595 w 46078"/>
                      <a:gd name="connsiteY21" fmla="*/ 5732 h 35417"/>
                      <a:gd name="connsiteX22" fmla="*/ 34863 w 46078"/>
                      <a:gd name="connsiteY22" fmla="*/ 3600 h 35417"/>
                      <a:gd name="connsiteX23" fmla="*/ 30710 w 46078"/>
                      <a:gd name="connsiteY23" fmla="*/ 4569 h 35417"/>
                      <a:gd name="connsiteX24" fmla="*/ 27193 w 46078"/>
                      <a:gd name="connsiteY24" fmla="*/ 7532 h 35417"/>
                      <a:gd name="connsiteX25" fmla="*/ 26113 w 46078"/>
                      <a:gd name="connsiteY25" fmla="*/ 9554 h 35417"/>
                      <a:gd name="connsiteX26" fmla="*/ 25421 w 46078"/>
                      <a:gd name="connsiteY26" fmla="*/ 11990 h 35417"/>
                      <a:gd name="connsiteX27" fmla="*/ 25061 w 46078"/>
                      <a:gd name="connsiteY27" fmla="*/ 14510 h 35417"/>
                      <a:gd name="connsiteX28" fmla="*/ 24950 w 46078"/>
                      <a:gd name="connsiteY28" fmla="*/ 16836 h 35417"/>
                      <a:gd name="connsiteX29" fmla="*/ 24950 w 46078"/>
                      <a:gd name="connsiteY29" fmla="*/ 35390 h 35417"/>
                      <a:gd name="connsiteX30" fmla="*/ 21018 w 46078"/>
                      <a:gd name="connsiteY30" fmla="*/ 35390 h 35417"/>
                      <a:gd name="connsiteX31" fmla="*/ 21018 w 46078"/>
                      <a:gd name="connsiteY31" fmla="*/ 11603 h 35417"/>
                      <a:gd name="connsiteX32" fmla="*/ 19467 w 46078"/>
                      <a:gd name="connsiteY32" fmla="*/ 5760 h 35417"/>
                      <a:gd name="connsiteX33" fmla="*/ 13735 w 46078"/>
                      <a:gd name="connsiteY33" fmla="*/ 3628 h 35417"/>
                      <a:gd name="connsiteX34" fmla="*/ 9581 w 46078"/>
                      <a:gd name="connsiteY34" fmla="*/ 4597 h 35417"/>
                      <a:gd name="connsiteX35" fmla="*/ 6064 w 46078"/>
                      <a:gd name="connsiteY35" fmla="*/ 7560 h 35417"/>
                      <a:gd name="connsiteX36" fmla="*/ 4984 w 46078"/>
                      <a:gd name="connsiteY36" fmla="*/ 9581 h 35417"/>
                      <a:gd name="connsiteX37" fmla="*/ 4292 w 46078"/>
                      <a:gd name="connsiteY37" fmla="*/ 12018 h 35417"/>
                      <a:gd name="connsiteX38" fmla="*/ 3932 w 46078"/>
                      <a:gd name="connsiteY38" fmla="*/ 14538 h 35417"/>
                      <a:gd name="connsiteX39" fmla="*/ 3821 w 46078"/>
                      <a:gd name="connsiteY39" fmla="*/ 16864 h 35417"/>
                      <a:gd name="connsiteX40" fmla="*/ 3821 w 46078"/>
                      <a:gd name="connsiteY40" fmla="*/ 35417 h 35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46078" h="35417">
                        <a:moveTo>
                          <a:pt x="3932" y="35334"/>
                        </a:moveTo>
                        <a:lnTo>
                          <a:pt x="0" y="35334"/>
                        </a:lnTo>
                        <a:lnTo>
                          <a:pt x="0" y="914"/>
                        </a:lnTo>
                        <a:lnTo>
                          <a:pt x="3932" y="914"/>
                        </a:lnTo>
                        <a:lnTo>
                          <a:pt x="3932" y="6092"/>
                        </a:lnTo>
                        <a:lnTo>
                          <a:pt x="4071" y="6092"/>
                        </a:lnTo>
                        <a:cubicBezTo>
                          <a:pt x="5067" y="4098"/>
                          <a:pt x="6507" y="2575"/>
                          <a:pt x="8390" y="1551"/>
                        </a:cubicBezTo>
                        <a:cubicBezTo>
                          <a:pt x="10273" y="498"/>
                          <a:pt x="12323" y="0"/>
                          <a:pt x="14538" y="0"/>
                        </a:cubicBezTo>
                        <a:cubicBezTo>
                          <a:pt x="16116" y="0"/>
                          <a:pt x="17446" y="166"/>
                          <a:pt x="18526" y="526"/>
                        </a:cubicBezTo>
                        <a:cubicBezTo>
                          <a:pt x="19605" y="886"/>
                          <a:pt x="20547" y="1357"/>
                          <a:pt x="21295" y="1966"/>
                        </a:cubicBezTo>
                        <a:cubicBezTo>
                          <a:pt x="22042" y="2575"/>
                          <a:pt x="22679" y="3268"/>
                          <a:pt x="23205" y="4071"/>
                        </a:cubicBezTo>
                        <a:cubicBezTo>
                          <a:pt x="23704" y="4874"/>
                          <a:pt x="24119" y="5732"/>
                          <a:pt x="24479" y="6674"/>
                        </a:cubicBezTo>
                        <a:cubicBezTo>
                          <a:pt x="25614" y="4403"/>
                          <a:pt x="27137" y="2741"/>
                          <a:pt x="29020" y="1661"/>
                        </a:cubicBezTo>
                        <a:cubicBezTo>
                          <a:pt x="30931" y="582"/>
                          <a:pt x="33091" y="28"/>
                          <a:pt x="35528" y="28"/>
                        </a:cubicBezTo>
                        <a:cubicBezTo>
                          <a:pt x="37854" y="28"/>
                          <a:pt x="39682" y="415"/>
                          <a:pt x="41066" y="1191"/>
                        </a:cubicBezTo>
                        <a:cubicBezTo>
                          <a:pt x="42451" y="1966"/>
                          <a:pt x="43503" y="2991"/>
                          <a:pt x="44251" y="4237"/>
                        </a:cubicBezTo>
                        <a:cubicBezTo>
                          <a:pt x="44998" y="5483"/>
                          <a:pt x="45497" y="6951"/>
                          <a:pt x="45718" y="8584"/>
                        </a:cubicBezTo>
                        <a:cubicBezTo>
                          <a:pt x="45968" y="10218"/>
                          <a:pt x="46078" y="11907"/>
                          <a:pt x="46078" y="13624"/>
                        </a:cubicBezTo>
                        <a:lnTo>
                          <a:pt x="46078" y="35362"/>
                        </a:lnTo>
                        <a:lnTo>
                          <a:pt x="42146" y="35362"/>
                        </a:lnTo>
                        <a:lnTo>
                          <a:pt x="42146" y="11575"/>
                        </a:lnTo>
                        <a:cubicBezTo>
                          <a:pt x="42146" y="9083"/>
                          <a:pt x="41620" y="7144"/>
                          <a:pt x="40595" y="5732"/>
                        </a:cubicBezTo>
                        <a:cubicBezTo>
                          <a:pt x="39571" y="4320"/>
                          <a:pt x="37660" y="3600"/>
                          <a:pt x="34863" y="3600"/>
                        </a:cubicBezTo>
                        <a:cubicBezTo>
                          <a:pt x="33423" y="3600"/>
                          <a:pt x="32039" y="3932"/>
                          <a:pt x="30710" y="4569"/>
                        </a:cubicBezTo>
                        <a:cubicBezTo>
                          <a:pt x="29380" y="5206"/>
                          <a:pt x="28217" y="6203"/>
                          <a:pt x="27193" y="7532"/>
                        </a:cubicBezTo>
                        <a:cubicBezTo>
                          <a:pt x="26750" y="8114"/>
                          <a:pt x="26390" y="8778"/>
                          <a:pt x="26113" y="9554"/>
                        </a:cubicBezTo>
                        <a:cubicBezTo>
                          <a:pt x="25836" y="10329"/>
                          <a:pt x="25587" y="11132"/>
                          <a:pt x="25421" y="11990"/>
                        </a:cubicBezTo>
                        <a:cubicBezTo>
                          <a:pt x="25254" y="12821"/>
                          <a:pt x="25116" y="13680"/>
                          <a:pt x="25061" y="14510"/>
                        </a:cubicBezTo>
                        <a:cubicBezTo>
                          <a:pt x="25005" y="15341"/>
                          <a:pt x="24950" y="16116"/>
                          <a:pt x="24950" y="16836"/>
                        </a:cubicBezTo>
                        <a:lnTo>
                          <a:pt x="24950" y="35390"/>
                        </a:lnTo>
                        <a:lnTo>
                          <a:pt x="21018" y="35390"/>
                        </a:lnTo>
                        <a:lnTo>
                          <a:pt x="21018" y="11603"/>
                        </a:lnTo>
                        <a:cubicBezTo>
                          <a:pt x="21018" y="9110"/>
                          <a:pt x="20491" y="7172"/>
                          <a:pt x="19467" y="5760"/>
                        </a:cubicBezTo>
                        <a:cubicBezTo>
                          <a:pt x="18442" y="4348"/>
                          <a:pt x="16532" y="3628"/>
                          <a:pt x="13735" y="3628"/>
                        </a:cubicBezTo>
                        <a:cubicBezTo>
                          <a:pt x="12295" y="3628"/>
                          <a:pt x="10910" y="3960"/>
                          <a:pt x="9581" y="4597"/>
                        </a:cubicBezTo>
                        <a:cubicBezTo>
                          <a:pt x="8252" y="5234"/>
                          <a:pt x="7089" y="6231"/>
                          <a:pt x="6064" y="7560"/>
                        </a:cubicBezTo>
                        <a:cubicBezTo>
                          <a:pt x="5621" y="8141"/>
                          <a:pt x="5261" y="8806"/>
                          <a:pt x="4984" y="9581"/>
                        </a:cubicBezTo>
                        <a:cubicBezTo>
                          <a:pt x="4707" y="10357"/>
                          <a:pt x="4458" y="11160"/>
                          <a:pt x="4292" y="12018"/>
                        </a:cubicBezTo>
                        <a:cubicBezTo>
                          <a:pt x="4126" y="12849"/>
                          <a:pt x="3988" y="13707"/>
                          <a:pt x="3932" y="14538"/>
                        </a:cubicBezTo>
                        <a:cubicBezTo>
                          <a:pt x="3877" y="15369"/>
                          <a:pt x="3821" y="16144"/>
                          <a:pt x="3821" y="16864"/>
                        </a:cubicBezTo>
                        <a:lnTo>
                          <a:pt x="3821" y="35417"/>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sp>
                <p:nvSpPr>
                  <p:cNvPr id="3573" name="Freeform 3572">
                    <a:extLst>
                      <a:ext uri="{FF2B5EF4-FFF2-40B4-BE49-F238E27FC236}">
                        <a16:creationId xmlns:a16="http://schemas.microsoft.com/office/drawing/2014/main" id="{2BADD7DA-7518-70E2-F616-91B2CACA602A}"/>
                      </a:ext>
                    </a:extLst>
                  </p:cNvPr>
                  <p:cNvSpPr/>
                  <p:nvPr/>
                </p:nvSpPr>
                <p:spPr>
                  <a:xfrm>
                    <a:off x="3100011" y="2907698"/>
                    <a:ext cx="31152" cy="48930"/>
                  </a:xfrm>
                  <a:custGeom>
                    <a:avLst/>
                    <a:gdLst>
                      <a:gd name="connsiteX0" fmla="*/ 3932 w 31152"/>
                      <a:gd name="connsiteY0" fmla="*/ 48931 h 48930"/>
                      <a:gd name="connsiteX1" fmla="*/ 0 w 31152"/>
                      <a:gd name="connsiteY1" fmla="*/ 48931 h 48930"/>
                      <a:gd name="connsiteX2" fmla="*/ 0 w 31152"/>
                      <a:gd name="connsiteY2" fmla="*/ 942 h 48930"/>
                      <a:gd name="connsiteX3" fmla="*/ 3932 w 31152"/>
                      <a:gd name="connsiteY3" fmla="*/ 942 h 48930"/>
                      <a:gd name="connsiteX4" fmla="*/ 3932 w 31152"/>
                      <a:gd name="connsiteY4" fmla="*/ 6978 h 48930"/>
                      <a:gd name="connsiteX5" fmla="*/ 4071 w 31152"/>
                      <a:gd name="connsiteY5" fmla="*/ 6978 h 48930"/>
                      <a:gd name="connsiteX6" fmla="*/ 6258 w 31152"/>
                      <a:gd name="connsiteY6" fmla="*/ 3988 h 48930"/>
                      <a:gd name="connsiteX7" fmla="*/ 9194 w 31152"/>
                      <a:gd name="connsiteY7" fmla="*/ 1800 h 48930"/>
                      <a:gd name="connsiteX8" fmla="*/ 12489 w 31152"/>
                      <a:gd name="connsiteY8" fmla="*/ 471 h 48930"/>
                      <a:gd name="connsiteX9" fmla="*/ 15839 w 31152"/>
                      <a:gd name="connsiteY9" fmla="*/ 0 h 48930"/>
                      <a:gd name="connsiteX10" fmla="*/ 22845 w 31152"/>
                      <a:gd name="connsiteY10" fmla="*/ 1385 h 48930"/>
                      <a:gd name="connsiteX11" fmla="*/ 27580 w 31152"/>
                      <a:gd name="connsiteY11" fmla="*/ 5206 h 48930"/>
                      <a:gd name="connsiteX12" fmla="*/ 30294 w 31152"/>
                      <a:gd name="connsiteY12" fmla="*/ 10966 h 48930"/>
                      <a:gd name="connsiteX13" fmla="*/ 31153 w 31152"/>
                      <a:gd name="connsiteY13" fmla="*/ 18083 h 48930"/>
                      <a:gd name="connsiteX14" fmla="*/ 30239 w 31152"/>
                      <a:gd name="connsiteY14" fmla="*/ 25005 h 48930"/>
                      <a:gd name="connsiteX15" fmla="*/ 27442 w 31152"/>
                      <a:gd name="connsiteY15" fmla="*/ 30820 h 48930"/>
                      <a:gd name="connsiteX16" fmla="*/ 22734 w 31152"/>
                      <a:gd name="connsiteY16" fmla="*/ 34808 h 48930"/>
                      <a:gd name="connsiteX17" fmla="*/ 16033 w 31152"/>
                      <a:gd name="connsiteY17" fmla="*/ 36303 h 48930"/>
                      <a:gd name="connsiteX18" fmla="*/ 9110 w 31152"/>
                      <a:gd name="connsiteY18" fmla="*/ 34670 h 48930"/>
                      <a:gd name="connsiteX19" fmla="*/ 3904 w 31152"/>
                      <a:gd name="connsiteY19" fmla="*/ 29851 h 48930"/>
                      <a:gd name="connsiteX20" fmla="*/ 3904 w 31152"/>
                      <a:gd name="connsiteY20" fmla="*/ 48931 h 48930"/>
                      <a:gd name="connsiteX21" fmla="*/ 3932 w 31152"/>
                      <a:gd name="connsiteY21" fmla="*/ 18304 h 48930"/>
                      <a:gd name="connsiteX22" fmla="*/ 4708 w 31152"/>
                      <a:gd name="connsiteY22" fmla="*/ 23842 h 48930"/>
                      <a:gd name="connsiteX23" fmla="*/ 6978 w 31152"/>
                      <a:gd name="connsiteY23" fmla="*/ 28439 h 48930"/>
                      <a:gd name="connsiteX24" fmla="*/ 10578 w 31152"/>
                      <a:gd name="connsiteY24" fmla="*/ 31568 h 48930"/>
                      <a:gd name="connsiteX25" fmla="*/ 15396 w 31152"/>
                      <a:gd name="connsiteY25" fmla="*/ 32731 h 48930"/>
                      <a:gd name="connsiteX26" fmla="*/ 20658 w 31152"/>
                      <a:gd name="connsiteY26" fmla="*/ 31513 h 48930"/>
                      <a:gd name="connsiteX27" fmla="*/ 24368 w 31152"/>
                      <a:gd name="connsiteY27" fmla="*/ 28162 h 48930"/>
                      <a:gd name="connsiteX28" fmla="*/ 26473 w 31152"/>
                      <a:gd name="connsiteY28" fmla="*/ 23205 h 48930"/>
                      <a:gd name="connsiteX29" fmla="*/ 26999 w 31152"/>
                      <a:gd name="connsiteY29" fmla="*/ 17113 h 48930"/>
                      <a:gd name="connsiteX30" fmla="*/ 26113 w 31152"/>
                      <a:gd name="connsiteY30" fmla="*/ 11354 h 48930"/>
                      <a:gd name="connsiteX31" fmla="*/ 23648 w 31152"/>
                      <a:gd name="connsiteY31" fmla="*/ 7144 h 48930"/>
                      <a:gd name="connsiteX32" fmla="*/ 19993 w 31152"/>
                      <a:gd name="connsiteY32" fmla="*/ 4514 h 48930"/>
                      <a:gd name="connsiteX33" fmla="*/ 15396 w 31152"/>
                      <a:gd name="connsiteY33" fmla="*/ 3628 h 48930"/>
                      <a:gd name="connsiteX34" fmla="*/ 10495 w 31152"/>
                      <a:gd name="connsiteY34" fmla="*/ 4763 h 48930"/>
                      <a:gd name="connsiteX35" fmla="*/ 6895 w 31152"/>
                      <a:gd name="connsiteY35" fmla="*/ 7864 h 48930"/>
                      <a:gd name="connsiteX36" fmla="*/ 4708 w 31152"/>
                      <a:gd name="connsiteY36" fmla="*/ 12517 h 48930"/>
                      <a:gd name="connsiteX37" fmla="*/ 3960 w 31152"/>
                      <a:gd name="connsiteY37" fmla="*/ 18332 h 48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1152" h="48930">
                        <a:moveTo>
                          <a:pt x="3932" y="48931"/>
                        </a:moveTo>
                        <a:lnTo>
                          <a:pt x="0" y="48931"/>
                        </a:lnTo>
                        <a:lnTo>
                          <a:pt x="0" y="942"/>
                        </a:lnTo>
                        <a:lnTo>
                          <a:pt x="3932" y="942"/>
                        </a:lnTo>
                        <a:lnTo>
                          <a:pt x="3932" y="6978"/>
                        </a:lnTo>
                        <a:lnTo>
                          <a:pt x="4071" y="6978"/>
                        </a:lnTo>
                        <a:cubicBezTo>
                          <a:pt x="4624" y="5871"/>
                          <a:pt x="5372" y="4874"/>
                          <a:pt x="6258" y="3988"/>
                        </a:cubicBezTo>
                        <a:cubicBezTo>
                          <a:pt x="7144" y="3101"/>
                          <a:pt x="8141" y="2381"/>
                          <a:pt x="9194" y="1800"/>
                        </a:cubicBezTo>
                        <a:cubicBezTo>
                          <a:pt x="10273" y="1218"/>
                          <a:pt x="11353" y="775"/>
                          <a:pt x="12489" y="471"/>
                        </a:cubicBezTo>
                        <a:cubicBezTo>
                          <a:pt x="13624" y="166"/>
                          <a:pt x="14732" y="0"/>
                          <a:pt x="15839" y="0"/>
                        </a:cubicBezTo>
                        <a:cubicBezTo>
                          <a:pt x="18581" y="0"/>
                          <a:pt x="20935" y="471"/>
                          <a:pt x="22845" y="1385"/>
                        </a:cubicBezTo>
                        <a:cubicBezTo>
                          <a:pt x="24756" y="2298"/>
                          <a:pt x="26362" y="3600"/>
                          <a:pt x="27580" y="5206"/>
                        </a:cubicBezTo>
                        <a:cubicBezTo>
                          <a:pt x="28799" y="6812"/>
                          <a:pt x="29740" y="8751"/>
                          <a:pt x="30294" y="10966"/>
                        </a:cubicBezTo>
                        <a:cubicBezTo>
                          <a:pt x="30876" y="13181"/>
                          <a:pt x="31153" y="15563"/>
                          <a:pt x="31153" y="18083"/>
                        </a:cubicBezTo>
                        <a:cubicBezTo>
                          <a:pt x="31153" y="20464"/>
                          <a:pt x="30848" y="22790"/>
                          <a:pt x="30239" y="25005"/>
                        </a:cubicBezTo>
                        <a:cubicBezTo>
                          <a:pt x="29630" y="27221"/>
                          <a:pt x="28688" y="29159"/>
                          <a:pt x="27442" y="30820"/>
                        </a:cubicBezTo>
                        <a:cubicBezTo>
                          <a:pt x="26196" y="32482"/>
                          <a:pt x="24618" y="33811"/>
                          <a:pt x="22734" y="34808"/>
                        </a:cubicBezTo>
                        <a:cubicBezTo>
                          <a:pt x="20824" y="35805"/>
                          <a:pt x="18609" y="36303"/>
                          <a:pt x="16033" y="36303"/>
                        </a:cubicBezTo>
                        <a:cubicBezTo>
                          <a:pt x="13624" y="36303"/>
                          <a:pt x="11326" y="35750"/>
                          <a:pt x="9110" y="34670"/>
                        </a:cubicBezTo>
                        <a:cubicBezTo>
                          <a:pt x="6895" y="33590"/>
                          <a:pt x="5178" y="31983"/>
                          <a:pt x="3904" y="29851"/>
                        </a:cubicBezTo>
                        <a:lnTo>
                          <a:pt x="3904" y="48931"/>
                        </a:lnTo>
                        <a:close/>
                        <a:moveTo>
                          <a:pt x="3932" y="18304"/>
                        </a:moveTo>
                        <a:cubicBezTo>
                          <a:pt x="3932" y="20242"/>
                          <a:pt x="4181" y="22098"/>
                          <a:pt x="4708" y="23842"/>
                        </a:cubicBezTo>
                        <a:cubicBezTo>
                          <a:pt x="5234" y="25587"/>
                          <a:pt x="5981" y="27110"/>
                          <a:pt x="6978" y="28439"/>
                        </a:cubicBezTo>
                        <a:cubicBezTo>
                          <a:pt x="7947" y="29740"/>
                          <a:pt x="9166" y="30793"/>
                          <a:pt x="10578" y="31568"/>
                        </a:cubicBezTo>
                        <a:cubicBezTo>
                          <a:pt x="11990" y="32343"/>
                          <a:pt x="13596" y="32731"/>
                          <a:pt x="15396" y="32731"/>
                        </a:cubicBezTo>
                        <a:cubicBezTo>
                          <a:pt x="17418" y="32731"/>
                          <a:pt x="19162" y="32316"/>
                          <a:pt x="20658" y="31513"/>
                        </a:cubicBezTo>
                        <a:cubicBezTo>
                          <a:pt x="22153" y="30682"/>
                          <a:pt x="23399" y="29574"/>
                          <a:pt x="24368" y="28162"/>
                        </a:cubicBezTo>
                        <a:cubicBezTo>
                          <a:pt x="25337" y="26750"/>
                          <a:pt x="26030" y="25088"/>
                          <a:pt x="26473" y="23205"/>
                        </a:cubicBezTo>
                        <a:cubicBezTo>
                          <a:pt x="26916" y="21322"/>
                          <a:pt x="27082" y="19301"/>
                          <a:pt x="26999" y="17113"/>
                        </a:cubicBezTo>
                        <a:cubicBezTo>
                          <a:pt x="26999" y="14953"/>
                          <a:pt x="26694" y="13015"/>
                          <a:pt x="26113" y="11354"/>
                        </a:cubicBezTo>
                        <a:cubicBezTo>
                          <a:pt x="25531" y="9692"/>
                          <a:pt x="24701" y="8280"/>
                          <a:pt x="23648" y="7144"/>
                        </a:cubicBezTo>
                        <a:cubicBezTo>
                          <a:pt x="22596" y="5981"/>
                          <a:pt x="21378" y="5123"/>
                          <a:pt x="19993" y="4514"/>
                        </a:cubicBezTo>
                        <a:cubicBezTo>
                          <a:pt x="18609" y="3905"/>
                          <a:pt x="17058" y="3628"/>
                          <a:pt x="15396" y="3628"/>
                        </a:cubicBezTo>
                        <a:cubicBezTo>
                          <a:pt x="13569" y="3628"/>
                          <a:pt x="11935" y="4015"/>
                          <a:pt x="10495" y="4763"/>
                        </a:cubicBezTo>
                        <a:cubicBezTo>
                          <a:pt x="9055" y="5511"/>
                          <a:pt x="7864" y="6535"/>
                          <a:pt x="6895" y="7864"/>
                        </a:cubicBezTo>
                        <a:cubicBezTo>
                          <a:pt x="5926" y="9166"/>
                          <a:pt x="5206" y="10717"/>
                          <a:pt x="4708" y="12517"/>
                        </a:cubicBezTo>
                        <a:cubicBezTo>
                          <a:pt x="4209" y="14316"/>
                          <a:pt x="3960" y="16255"/>
                          <a:pt x="3960" y="18332"/>
                        </a:cubicBez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sp>
                <p:nvSpPr>
                  <p:cNvPr id="3574" name="Freeform 3573">
                    <a:extLst>
                      <a:ext uri="{FF2B5EF4-FFF2-40B4-BE49-F238E27FC236}">
                        <a16:creationId xmlns:a16="http://schemas.microsoft.com/office/drawing/2014/main" id="{F190D908-2FA8-9A80-4E85-7D5157D4FF22}"/>
                      </a:ext>
                    </a:extLst>
                  </p:cNvPr>
                  <p:cNvSpPr/>
                  <p:nvPr/>
                </p:nvSpPr>
                <p:spPr>
                  <a:xfrm>
                    <a:off x="3137865" y="2907781"/>
                    <a:ext cx="31983" cy="36303"/>
                  </a:xfrm>
                  <a:custGeom>
                    <a:avLst/>
                    <a:gdLst>
                      <a:gd name="connsiteX0" fmla="*/ 17307 w 31983"/>
                      <a:gd name="connsiteY0" fmla="*/ 15230 h 36303"/>
                      <a:gd name="connsiteX1" fmla="*/ 19966 w 31983"/>
                      <a:gd name="connsiteY1" fmla="*/ 14843 h 36303"/>
                      <a:gd name="connsiteX2" fmla="*/ 22485 w 31983"/>
                      <a:gd name="connsiteY2" fmla="*/ 14123 h 36303"/>
                      <a:gd name="connsiteX3" fmla="*/ 23704 w 31983"/>
                      <a:gd name="connsiteY3" fmla="*/ 12572 h 36303"/>
                      <a:gd name="connsiteX4" fmla="*/ 23925 w 31983"/>
                      <a:gd name="connsiteY4" fmla="*/ 10550 h 36303"/>
                      <a:gd name="connsiteX5" fmla="*/ 21987 w 31983"/>
                      <a:gd name="connsiteY5" fmla="*/ 5538 h 36303"/>
                      <a:gd name="connsiteX6" fmla="*/ 15480 w 31983"/>
                      <a:gd name="connsiteY6" fmla="*/ 3572 h 36303"/>
                      <a:gd name="connsiteX7" fmla="*/ 11741 w 31983"/>
                      <a:gd name="connsiteY7" fmla="*/ 3932 h 36303"/>
                      <a:gd name="connsiteX8" fmla="*/ 8750 w 31983"/>
                      <a:gd name="connsiteY8" fmla="*/ 5206 h 36303"/>
                      <a:gd name="connsiteX9" fmla="*/ 6646 w 31983"/>
                      <a:gd name="connsiteY9" fmla="*/ 7587 h 36303"/>
                      <a:gd name="connsiteX10" fmla="*/ 5566 w 31983"/>
                      <a:gd name="connsiteY10" fmla="*/ 11353 h 36303"/>
                      <a:gd name="connsiteX11" fmla="*/ 1578 w 31983"/>
                      <a:gd name="connsiteY11" fmla="*/ 11353 h 36303"/>
                      <a:gd name="connsiteX12" fmla="*/ 2963 w 31983"/>
                      <a:gd name="connsiteY12" fmla="*/ 6147 h 36303"/>
                      <a:gd name="connsiteX13" fmla="*/ 6009 w 31983"/>
                      <a:gd name="connsiteY13" fmla="*/ 2631 h 36303"/>
                      <a:gd name="connsiteX14" fmla="*/ 10329 w 31983"/>
                      <a:gd name="connsiteY14" fmla="*/ 637 h 36303"/>
                      <a:gd name="connsiteX15" fmla="*/ 15535 w 31983"/>
                      <a:gd name="connsiteY15" fmla="*/ 0 h 36303"/>
                      <a:gd name="connsiteX16" fmla="*/ 20353 w 31983"/>
                      <a:gd name="connsiteY16" fmla="*/ 554 h 36303"/>
                      <a:gd name="connsiteX17" fmla="*/ 24285 w 31983"/>
                      <a:gd name="connsiteY17" fmla="*/ 2354 h 36303"/>
                      <a:gd name="connsiteX18" fmla="*/ 26916 w 31983"/>
                      <a:gd name="connsiteY18" fmla="*/ 5649 h 36303"/>
                      <a:gd name="connsiteX19" fmla="*/ 27857 w 31983"/>
                      <a:gd name="connsiteY19" fmla="*/ 10689 h 36303"/>
                      <a:gd name="connsiteX20" fmla="*/ 27857 w 31983"/>
                      <a:gd name="connsiteY20" fmla="*/ 29436 h 36303"/>
                      <a:gd name="connsiteX21" fmla="*/ 28688 w 31983"/>
                      <a:gd name="connsiteY21" fmla="*/ 32399 h 36303"/>
                      <a:gd name="connsiteX22" fmla="*/ 31983 w 31983"/>
                      <a:gd name="connsiteY22" fmla="*/ 32094 h 36303"/>
                      <a:gd name="connsiteX23" fmla="*/ 31983 w 31983"/>
                      <a:gd name="connsiteY23" fmla="*/ 35223 h 36303"/>
                      <a:gd name="connsiteX24" fmla="*/ 30654 w 31983"/>
                      <a:gd name="connsiteY24" fmla="*/ 35611 h 36303"/>
                      <a:gd name="connsiteX25" fmla="*/ 28910 w 31983"/>
                      <a:gd name="connsiteY25" fmla="*/ 35888 h 36303"/>
                      <a:gd name="connsiteX26" fmla="*/ 27137 w 31983"/>
                      <a:gd name="connsiteY26" fmla="*/ 35694 h 36303"/>
                      <a:gd name="connsiteX27" fmla="*/ 25559 w 31983"/>
                      <a:gd name="connsiteY27" fmla="*/ 35057 h 36303"/>
                      <a:gd name="connsiteX28" fmla="*/ 24618 w 31983"/>
                      <a:gd name="connsiteY28" fmla="*/ 33866 h 36303"/>
                      <a:gd name="connsiteX29" fmla="*/ 24119 w 31983"/>
                      <a:gd name="connsiteY29" fmla="*/ 32343 h 36303"/>
                      <a:gd name="connsiteX30" fmla="*/ 23981 w 31983"/>
                      <a:gd name="connsiteY30" fmla="*/ 30571 h 36303"/>
                      <a:gd name="connsiteX31" fmla="*/ 18276 w 31983"/>
                      <a:gd name="connsiteY31" fmla="*/ 34836 h 36303"/>
                      <a:gd name="connsiteX32" fmla="*/ 11326 w 31983"/>
                      <a:gd name="connsiteY32" fmla="*/ 36303 h 36303"/>
                      <a:gd name="connsiteX33" fmla="*/ 7034 w 31983"/>
                      <a:gd name="connsiteY33" fmla="*/ 35694 h 36303"/>
                      <a:gd name="connsiteX34" fmla="*/ 3406 w 31983"/>
                      <a:gd name="connsiteY34" fmla="*/ 33839 h 36303"/>
                      <a:gd name="connsiteX35" fmla="*/ 914 w 31983"/>
                      <a:gd name="connsiteY35" fmla="*/ 30737 h 36303"/>
                      <a:gd name="connsiteX36" fmla="*/ 0 w 31983"/>
                      <a:gd name="connsiteY36" fmla="*/ 26390 h 36303"/>
                      <a:gd name="connsiteX37" fmla="*/ 11852 w 31983"/>
                      <a:gd name="connsiteY37" fmla="*/ 16033 h 36303"/>
                      <a:gd name="connsiteX38" fmla="*/ 17279 w 31983"/>
                      <a:gd name="connsiteY38" fmla="*/ 15313 h 36303"/>
                      <a:gd name="connsiteX39" fmla="*/ 23925 w 31983"/>
                      <a:gd name="connsiteY39" fmla="*/ 17224 h 36303"/>
                      <a:gd name="connsiteX40" fmla="*/ 18886 w 31983"/>
                      <a:gd name="connsiteY40" fmla="*/ 18608 h 36303"/>
                      <a:gd name="connsiteX41" fmla="*/ 13790 w 31983"/>
                      <a:gd name="connsiteY41" fmla="*/ 19135 h 36303"/>
                      <a:gd name="connsiteX42" fmla="*/ 6757 w 31983"/>
                      <a:gd name="connsiteY42" fmla="*/ 21184 h 36303"/>
                      <a:gd name="connsiteX43" fmla="*/ 4237 w 31983"/>
                      <a:gd name="connsiteY43" fmla="*/ 26445 h 36303"/>
                      <a:gd name="connsiteX44" fmla="*/ 4874 w 31983"/>
                      <a:gd name="connsiteY44" fmla="*/ 29214 h 36303"/>
                      <a:gd name="connsiteX45" fmla="*/ 6507 w 31983"/>
                      <a:gd name="connsiteY45" fmla="*/ 31153 h 36303"/>
                      <a:gd name="connsiteX46" fmla="*/ 8861 w 31983"/>
                      <a:gd name="connsiteY46" fmla="*/ 32288 h 36303"/>
                      <a:gd name="connsiteX47" fmla="*/ 11575 w 31983"/>
                      <a:gd name="connsiteY47" fmla="*/ 32648 h 36303"/>
                      <a:gd name="connsiteX48" fmla="*/ 16172 w 31983"/>
                      <a:gd name="connsiteY48" fmla="*/ 32039 h 36303"/>
                      <a:gd name="connsiteX49" fmla="*/ 20132 w 31983"/>
                      <a:gd name="connsiteY49" fmla="*/ 30211 h 36303"/>
                      <a:gd name="connsiteX50" fmla="*/ 22929 w 31983"/>
                      <a:gd name="connsiteY50" fmla="*/ 27082 h 36303"/>
                      <a:gd name="connsiteX51" fmla="*/ 23981 w 31983"/>
                      <a:gd name="connsiteY51" fmla="*/ 22596 h 36303"/>
                      <a:gd name="connsiteX52" fmla="*/ 23981 w 31983"/>
                      <a:gd name="connsiteY52" fmla="*/ 17224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31983" h="36303">
                        <a:moveTo>
                          <a:pt x="17307" y="15230"/>
                        </a:moveTo>
                        <a:cubicBezTo>
                          <a:pt x="18055" y="15147"/>
                          <a:pt x="18941" y="15009"/>
                          <a:pt x="19966" y="14843"/>
                        </a:cubicBezTo>
                        <a:cubicBezTo>
                          <a:pt x="20990" y="14676"/>
                          <a:pt x="21821" y="14427"/>
                          <a:pt x="22485" y="14123"/>
                        </a:cubicBezTo>
                        <a:cubicBezTo>
                          <a:pt x="23150" y="13818"/>
                          <a:pt x="23538" y="13292"/>
                          <a:pt x="23704" y="12572"/>
                        </a:cubicBezTo>
                        <a:cubicBezTo>
                          <a:pt x="23870" y="11852"/>
                          <a:pt x="23925" y="11160"/>
                          <a:pt x="23925" y="10550"/>
                        </a:cubicBezTo>
                        <a:cubicBezTo>
                          <a:pt x="23925" y="8501"/>
                          <a:pt x="23288" y="6840"/>
                          <a:pt x="21987" y="5538"/>
                        </a:cubicBezTo>
                        <a:cubicBezTo>
                          <a:pt x="20686" y="4237"/>
                          <a:pt x="18526" y="3572"/>
                          <a:pt x="15480" y="3572"/>
                        </a:cubicBezTo>
                        <a:cubicBezTo>
                          <a:pt x="14123" y="3572"/>
                          <a:pt x="12877" y="3683"/>
                          <a:pt x="11741" y="3932"/>
                        </a:cubicBezTo>
                        <a:cubicBezTo>
                          <a:pt x="10606" y="4181"/>
                          <a:pt x="9609" y="4597"/>
                          <a:pt x="8750" y="5206"/>
                        </a:cubicBezTo>
                        <a:cubicBezTo>
                          <a:pt x="7892" y="5815"/>
                          <a:pt x="7200" y="6591"/>
                          <a:pt x="6646" y="7587"/>
                        </a:cubicBezTo>
                        <a:cubicBezTo>
                          <a:pt x="6092" y="8584"/>
                          <a:pt x="5732" y="9830"/>
                          <a:pt x="5566" y="11353"/>
                        </a:cubicBezTo>
                        <a:lnTo>
                          <a:pt x="1578" y="11353"/>
                        </a:lnTo>
                        <a:cubicBezTo>
                          <a:pt x="1717" y="9304"/>
                          <a:pt x="2160" y="7587"/>
                          <a:pt x="2963" y="6147"/>
                        </a:cubicBezTo>
                        <a:cubicBezTo>
                          <a:pt x="3766" y="4708"/>
                          <a:pt x="4763" y="3544"/>
                          <a:pt x="6009" y="2631"/>
                        </a:cubicBezTo>
                        <a:cubicBezTo>
                          <a:pt x="7255" y="1717"/>
                          <a:pt x="8695" y="1052"/>
                          <a:pt x="10329" y="637"/>
                        </a:cubicBezTo>
                        <a:cubicBezTo>
                          <a:pt x="11963" y="221"/>
                          <a:pt x="13707" y="0"/>
                          <a:pt x="15535" y="0"/>
                        </a:cubicBezTo>
                        <a:cubicBezTo>
                          <a:pt x="17252" y="0"/>
                          <a:pt x="18830" y="194"/>
                          <a:pt x="20353" y="554"/>
                        </a:cubicBezTo>
                        <a:cubicBezTo>
                          <a:pt x="21849" y="941"/>
                          <a:pt x="23178" y="1523"/>
                          <a:pt x="24285" y="2354"/>
                        </a:cubicBezTo>
                        <a:cubicBezTo>
                          <a:pt x="25393" y="3184"/>
                          <a:pt x="26279" y="4264"/>
                          <a:pt x="26916" y="5649"/>
                        </a:cubicBezTo>
                        <a:cubicBezTo>
                          <a:pt x="27553" y="7034"/>
                          <a:pt x="27857" y="8695"/>
                          <a:pt x="27857" y="10689"/>
                        </a:cubicBezTo>
                        <a:lnTo>
                          <a:pt x="27857" y="29436"/>
                        </a:lnTo>
                        <a:cubicBezTo>
                          <a:pt x="27857" y="30987"/>
                          <a:pt x="28134" y="31983"/>
                          <a:pt x="28688" y="32399"/>
                        </a:cubicBezTo>
                        <a:cubicBezTo>
                          <a:pt x="29242" y="32814"/>
                          <a:pt x="30322" y="32731"/>
                          <a:pt x="31983" y="32094"/>
                        </a:cubicBezTo>
                        <a:lnTo>
                          <a:pt x="31983" y="35223"/>
                        </a:lnTo>
                        <a:cubicBezTo>
                          <a:pt x="31679" y="35306"/>
                          <a:pt x="31236" y="35445"/>
                          <a:pt x="30654" y="35611"/>
                        </a:cubicBezTo>
                        <a:cubicBezTo>
                          <a:pt x="30073" y="35777"/>
                          <a:pt x="29491" y="35888"/>
                          <a:pt x="28910" y="35888"/>
                        </a:cubicBezTo>
                        <a:cubicBezTo>
                          <a:pt x="28301" y="35888"/>
                          <a:pt x="27719" y="35833"/>
                          <a:pt x="27137" y="35694"/>
                        </a:cubicBezTo>
                        <a:cubicBezTo>
                          <a:pt x="26473" y="35611"/>
                          <a:pt x="25947" y="35389"/>
                          <a:pt x="25559" y="35057"/>
                        </a:cubicBezTo>
                        <a:cubicBezTo>
                          <a:pt x="25172" y="34725"/>
                          <a:pt x="24839" y="34337"/>
                          <a:pt x="24618" y="33866"/>
                        </a:cubicBezTo>
                        <a:cubicBezTo>
                          <a:pt x="24396" y="33396"/>
                          <a:pt x="24202" y="32897"/>
                          <a:pt x="24119" y="32343"/>
                        </a:cubicBezTo>
                        <a:cubicBezTo>
                          <a:pt x="24036" y="31790"/>
                          <a:pt x="23981" y="31208"/>
                          <a:pt x="23981" y="30571"/>
                        </a:cubicBezTo>
                        <a:cubicBezTo>
                          <a:pt x="22319" y="32426"/>
                          <a:pt x="20409" y="33839"/>
                          <a:pt x="18276" y="34836"/>
                        </a:cubicBezTo>
                        <a:cubicBezTo>
                          <a:pt x="16144" y="35805"/>
                          <a:pt x="13818" y="36303"/>
                          <a:pt x="11326" y="36303"/>
                        </a:cubicBezTo>
                        <a:cubicBezTo>
                          <a:pt x="9830" y="36303"/>
                          <a:pt x="8418" y="36109"/>
                          <a:pt x="7034" y="35694"/>
                        </a:cubicBezTo>
                        <a:cubicBezTo>
                          <a:pt x="5649" y="35306"/>
                          <a:pt x="4458" y="34669"/>
                          <a:pt x="3406" y="33839"/>
                        </a:cubicBezTo>
                        <a:cubicBezTo>
                          <a:pt x="2354" y="33008"/>
                          <a:pt x="1523" y="31956"/>
                          <a:pt x="914" y="30737"/>
                        </a:cubicBezTo>
                        <a:cubicBezTo>
                          <a:pt x="305" y="29519"/>
                          <a:pt x="0" y="28079"/>
                          <a:pt x="0" y="26390"/>
                        </a:cubicBezTo>
                        <a:cubicBezTo>
                          <a:pt x="0" y="20547"/>
                          <a:pt x="3960" y="17086"/>
                          <a:pt x="11852" y="16033"/>
                        </a:cubicBezTo>
                        <a:lnTo>
                          <a:pt x="17279" y="15313"/>
                        </a:lnTo>
                        <a:close/>
                        <a:moveTo>
                          <a:pt x="23925" y="17224"/>
                        </a:moveTo>
                        <a:cubicBezTo>
                          <a:pt x="22264" y="17944"/>
                          <a:pt x="20575" y="18387"/>
                          <a:pt x="18886" y="18608"/>
                        </a:cubicBezTo>
                        <a:cubicBezTo>
                          <a:pt x="17169" y="18830"/>
                          <a:pt x="15480" y="18996"/>
                          <a:pt x="13790" y="19135"/>
                        </a:cubicBezTo>
                        <a:cubicBezTo>
                          <a:pt x="10772" y="19356"/>
                          <a:pt x="8418" y="20049"/>
                          <a:pt x="6757" y="21184"/>
                        </a:cubicBezTo>
                        <a:cubicBezTo>
                          <a:pt x="5095" y="22319"/>
                          <a:pt x="4237" y="24091"/>
                          <a:pt x="4237" y="26445"/>
                        </a:cubicBezTo>
                        <a:cubicBezTo>
                          <a:pt x="4237" y="27497"/>
                          <a:pt x="4431" y="28439"/>
                          <a:pt x="4874" y="29214"/>
                        </a:cubicBezTo>
                        <a:cubicBezTo>
                          <a:pt x="5289" y="29990"/>
                          <a:pt x="5843" y="30627"/>
                          <a:pt x="6507" y="31153"/>
                        </a:cubicBezTo>
                        <a:cubicBezTo>
                          <a:pt x="7172" y="31651"/>
                          <a:pt x="7975" y="32039"/>
                          <a:pt x="8861" y="32288"/>
                        </a:cubicBezTo>
                        <a:cubicBezTo>
                          <a:pt x="9747" y="32537"/>
                          <a:pt x="10661" y="32648"/>
                          <a:pt x="11575" y="32648"/>
                        </a:cubicBezTo>
                        <a:cubicBezTo>
                          <a:pt x="13153" y="32648"/>
                          <a:pt x="14676" y="32454"/>
                          <a:pt x="16172" y="32039"/>
                        </a:cubicBezTo>
                        <a:cubicBezTo>
                          <a:pt x="17667" y="31651"/>
                          <a:pt x="18969" y="31042"/>
                          <a:pt x="20132" y="30211"/>
                        </a:cubicBezTo>
                        <a:cubicBezTo>
                          <a:pt x="21295" y="29380"/>
                          <a:pt x="22209" y="28356"/>
                          <a:pt x="22929" y="27082"/>
                        </a:cubicBezTo>
                        <a:cubicBezTo>
                          <a:pt x="23621" y="25808"/>
                          <a:pt x="23981" y="24313"/>
                          <a:pt x="23981" y="22596"/>
                        </a:cubicBezTo>
                        <a:lnTo>
                          <a:pt x="23981" y="17224"/>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sp>
                <p:nvSpPr>
                  <p:cNvPr id="3575" name="Freeform 3574">
                    <a:extLst>
                      <a:ext uri="{FF2B5EF4-FFF2-40B4-BE49-F238E27FC236}">
                        <a16:creationId xmlns:a16="http://schemas.microsoft.com/office/drawing/2014/main" id="{8871F450-C3D4-A6B4-A422-C63E85133227}"/>
                      </a:ext>
                    </a:extLst>
                  </p:cNvPr>
                  <p:cNvSpPr/>
                  <p:nvPr/>
                </p:nvSpPr>
                <p:spPr>
                  <a:xfrm>
                    <a:off x="3176190" y="2907698"/>
                    <a:ext cx="15147" cy="35361"/>
                  </a:xfrm>
                  <a:custGeom>
                    <a:avLst/>
                    <a:gdLst>
                      <a:gd name="connsiteX0" fmla="*/ 3932 w 15147"/>
                      <a:gd name="connsiteY0" fmla="*/ 35362 h 35361"/>
                      <a:gd name="connsiteX1" fmla="*/ 0 w 15147"/>
                      <a:gd name="connsiteY1" fmla="*/ 35362 h 35361"/>
                      <a:gd name="connsiteX2" fmla="*/ 0 w 15147"/>
                      <a:gd name="connsiteY2" fmla="*/ 942 h 35361"/>
                      <a:gd name="connsiteX3" fmla="*/ 3932 w 15147"/>
                      <a:gd name="connsiteY3" fmla="*/ 942 h 35361"/>
                      <a:gd name="connsiteX4" fmla="*/ 3932 w 15147"/>
                      <a:gd name="connsiteY4" fmla="*/ 7394 h 35361"/>
                      <a:gd name="connsiteX5" fmla="*/ 4071 w 15147"/>
                      <a:gd name="connsiteY5" fmla="*/ 7394 h 35361"/>
                      <a:gd name="connsiteX6" fmla="*/ 8307 w 15147"/>
                      <a:gd name="connsiteY6" fmla="*/ 1634 h 35361"/>
                      <a:gd name="connsiteX7" fmla="*/ 15147 w 15147"/>
                      <a:gd name="connsiteY7" fmla="*/ 0 h 35361"/>
                      <a:gd name="connsiteX8" fmla="*/ 15147 w 15147"/>
                      <a:gd name="connsiteY8" fmla="*/ 4320 h 35361"/>
                      <a:gd name="connsiteX9" fmla="*/ 9637 w 15147"/>
                      <a:gd name="connsiteY9" fmla="*/ 5372 h 35361"/>
                      <a:gd name="connsiteX10" fmla="*/ 6203 w 15147"/>
                      <a:gd name="connsiteY10" fmla="*/ 8418 h 35361"/>
                      <a:gd name="connsiteX11" fmla="*/ 4431 w 15147"/>
                      <a:gd name="connsiteY11" fmla="*/ 12960 h 35361"/>
                      <a:gd name="connsiteX12" fmla="*/ 3932 w 15147"/>
                      <a:gd name="connsiteY12" fmla="*/ 18443 h 35361"/>
                      <a:gd name="connsiteX13" fmla="*/ 3932 w 15147"/>
                      <a:gd name="connsiteY13" fmla="*/ 35334 h 353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5147" h="35361">
                        <a:moveTo>
                          <a:pt x="3932" y="35362"/>
                        </a:moveTo>
                        <a:lnTo>
                          <a:pt x="0" y="35362"/>
                        </a:lnTo>
                        <a:lnTo>
                          <a:pt x="0" y="942"/>
                        </a:lnTo>
                        <a:lnTo>
                          <a:pt x="3932" y="942"/>
                        </a:lnTo>
                        <a:lnTo>
                          <a:pt x="3932" y="7394"/>
                        </a:lnTo>
                        <a:lnTo>
                          <a:pt x="4071" y="7394"/>
                        </a:lnTo>
                        <a:cubicBezTo>
                          <a:pt x="5151" y="4652"/>
                          <a:pt x="6563" y="2741"/>
                          <a:pt x="8307" y="1634"/>
                        </a:cubicBezTo>
                        <a:cubicBezTo>
                          <a:pt x="10024" y="554"/>
                          <a:pt x="12323" y="0"/>
                          <a:pt x="15147" y="0"/>
                        </a:cubicBezTo>
                        <a:lnTo>
                          <a:pt x="15147" y="4320"/>
                        </a:lnTo>
                        <a:cubicBezTo>
                          <a:pt x="12932" y="4265"/>
                          <a:pt x="11077" y="4624"/>
                          <a:pt x="9637" y="5372"/>
                        </a:cubicBezTo>
                        <a:cubicBezTo>
                          <a:pt x="8197" y="6120"/>
                          <a:pt x="7061" y="7144"/>
                          <a:pt x="6203" y="8418"/>
                        </a:cubicBezTo>
                        <a:cubicBezTo>
                          <a:pt x="5344" y="9692"/>
                          <a:pt x="4763" y="11215"/>
                          <a:pt x="4431" y="12960"/>
                        </a:cubicBezTo>
                        <a:cubicBezTo>
                          <a:pt x="4098" y="14704"/>
                          <a:pt x="3932" y="16532"/>
                          <a:pt x="3932" y="18443"/>
                        </a:cubicBezTo>
                        <a:lnTo>
                          <a:pt x="3932" y="35334"/>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sp>
                <p:nvSpPr>
                  <p:cNvPr id="3576" name="Freeform 3575">
                    <a:extLst>
                      <a:ext uri="{FF2B5EF4-FFF2-40B4-BE49-F238E27FC236}">
                        <a16:creationId xmlns:a16="http://schemas.microsoft.com/office/drawing/2014/main" id="{971EB44B-06C4-C89F-2A5C-07A0B4720FE7}"/>
                      </a:ext>
                    </a:extLst>
                  </p:cNvPr>
                  <p:cNvSpPr/>
                  <p:nvPr/>
                </p:nvSpPr>
                <p:spPr>
                  <a:xfrm>
                    <a:off x="3198204" y="2895209"/>
                    <a:ext cx="4319" cy="47850"/>
                  </a:xfrm>
                  <a:custGeom>
                    <a:avLst/>
                    <a:gdLst>
                      <a:gd name="connsiteX0" fmla="*/ 0 w 4319"/>
                      <a:gd name="connsiteY0" fmla="*/ 5926 h 47850"/>
                      <a:gd name="connsiteX1" fmla="*/ 0 w 4319"/>
                      <a:gd name="connsiteY1" fmla="*/ 0 h 47850"/>
                      <a:gd name="connsiteX2" fmla="*/ 4320 w 4319"/>
                      <a:gd name="connsiteY2" fmla="*/ 0 h 47850"/>
                      <a:gd name="connsiteX3" fmla="*/ 4320 w 4319"/>
                      <a:gd name="connsiteY3" fmla="*/ 5926 h 47850"/>
                      <a:gd name="connsiteX4" fmla="*/ 0 w 4319"/>
                      <a:gd name="connsiteY4" fmla="*/ 5926 h 47850"/>
                      <a:gd name="connsiteX5" fmla="*/ 194 w 4319"/>
                      <a:gd name="connsiteY5" fmla="*/ 47851 h 47850"/>
                      <a:gd name="connsiteX6" fmla="*/ 194 w 4319"/>
                      <a:gd name="connsiteY6" fmla="*/ 13430 h 47850"/>
                      <a:gd name="connsiteX7" fmla="*/ 4126 w 4319"/>
                      <a:gd name="connsiteY7" fmla="*/ 13430 h 47850"/>
                      <a:gd name="connsiteX8" fmla="*/ 4126 w 4319"/>
                      <a:gd name="connsiteY8" fmla="*/ 47851 h 47850"/>
                      <a:gd name="connsiteX9" fmla="*/ 194 w 4319"/>
                      <a:gd name="connsiteY9" fmla="*/ 47851 h 47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19" h="47850">
                        <a:moveTo>
                          <a:pt x="0" y="5926"/>
                        </a:moveTo>
                        <a:lnTo>
                          <a:pt x="0" y="0"/>
                        </a:lnTo>
                        <a:lnTo>
                          <a:pt x="4320" y="0"/>
                        </a:lnTo>
                        <a:lnTo>
                          <a:pt x="4320" y="5926"/>
                        </a:lnTo>
                        <a:lnTo>
                          <a:pt x="0" y="5926"/>
                        </a:lnTo>
                        <a:close/>
                        <a:moveTo>
                          <a:pt x="194" y="47851"/>
                        </a:moveTo>
                        <a:lnTo>
                          <a:pt x="194" y="13430"/>
                        </a:lnTo>
                        <a:lnTo>
                          <a:pt x="4126" y="13430"/>
                        </a:lnTo>
                        <a:lnTo>
                          <a:pt x="4126" y="47851"/>
                        </a:lnTo>
                        <a:lnTo>
                          <a:pt x="194" y="47851"/>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sp>
                <p:nvSpPr>
                  <p:cNvPr id="3577" name="Freeform 3576">
                    <a:extLst>
                      <a:ext uri="{FF2B5EF4-FFF2-40B4-BE49-F238E27FC236}">
                        <a16:creationId xmlns:a16="http://schemas.microsoft.com/office/drawing/2014/main" id="{1AD32767-E271-208C-3424-2C3C22921B95}"/>
                      </a:ext>
                    </a:extLst>
                  </p:cNvPr>
                  <p:cNvSpPr/>
                  <p:nvPr/>
                </p:nvSpPr>
                <p:spPr>
                  <a:xfrm>
                    <a:off x="3210610" y="2907670"/>
                    <a:ext cx="26722" cy="36248"/>
                  </a:xfrm>
                  <a:custGeom>
                    <a:avLst/>
                    <a:gdLst>
                      <a:gd name="connsiteX0" fmla="*/ 4043 w 26722"/>
                      <a:gd name="connsiteY0" fmla="*/ 24618 h 36248"/>
                      <a:gd name="connsiteX1" fmla="*/ 7338 w 26722"/>
                      <a:gd name="connsiteY1" fmla="*/ 30904 h 36248"/>
                      <a:gd name="connsiteX2" fmla="*/ 14178 w 26722"/>
                      <a:gd name="connsiteY2" fmla="*/ 32731 h 36248"/>
                      <a:gd name="connsiteX3" fmla="*/ 17916 w 26722"/>
                      <a:gd name="connsiteY3" fmla="*/ 32205 h 36248"/>
                      <a:gd name="connsiteX4" fmla="*/ 20491 w 26722"/>
                      <a:gd name="connsiteY4" fmla="*/ 30765 h 36248"/>
                      <a:gd name="connsiteX5" fmla="*/ 22042 w 26722"/>
                      <a:gd name="connsiteY5" fmla="*/ 28744 h 36248"/>
                      <a:gd name="connsiteX6" fmla="*/ 22568 w 26722"/>
                      <a:gd name="connsiteY6" fmla="*/ 26362 h 36248"/>
                      <a:gd name="connsiteX7" fmla="*/ 20962 w 26722"/>
                      <a:gd name="connsiteY7" fmla="*/ 22596 h 36248"/>
                      <a:gd name="connsiteX8" fmla="*/ 16947 w 26722"/>
                      <a:gd name="connsiteY8" fmla="*/ 20658 h 36248"/>
                      <a:gd name="connsiteX9" fmla="*/ 11713 w 26722"/>
                      <a:gd name="connsiteY9" fmla="*/ 19467 h 36248"/>
                      <a:gd name="connsiteX10" fmla="*/ 6480 w 26722"/>
                      <a:gd name="connsiteY10" fmla="*/ 17972 h 36248"/>
                      <a:gd name="connsiteX11" fmla="*/ 2464 w 26722"/>
                      <a:gd name="connsiteY11" fmla="*/ 15120 h 36248"/>
                      <a:gd name="connsiteX12" fmla="*/ 858 w 26722"/>
                      <a:gd name="connsiteY12" fmla="*/ 9858 h 36248"/>
                      <a:gd name="connsiteX13" fmla="*/ 3960 w 26722"/>
                      <a:gd name="connsiteY13" fmla="*/ 2769 h 36248"/>
                      <a:gd name="connsiteX14" fmla="*/ 12766 w 26722"/>
                      <a:gd name="connsiteY14" fmla="*/ 0 h 36248"/>
                      <a:gd name="connsiteX15" fmla="*/ 21710 w 26722"/>
                      <a:gd name="connsiteY15" fmla="*/ 2492 h 36248"/>
                      <a:gd name="connsiteX16" fmla="*/ 25864 w 26722"/>
                      <a:gd name="connsiteY16" fmla="*/ 10827 h 36248"/>
                      <a:gd name="connsiteX17" fmla="*/ 21876 w 26722"/>
                      <a:gd name="connsiteY17" fmla="*/ 10827 h 36248"/>
                      <a:gd name="connsiteX18" fmla="*/ 18886 w 26722"/>
                      <a:gd name="connsiteY18" fmla="*/ 5206 h 36248"/>
                      <a:gd name="connsiteX19" fmla="*/ 12683 w 26722"/>
                      <a:gd name="connsiteY19" fmla="*/ 3572 h 36248"/>
                      <a:gd name="connsiteX20" fmla="*/ 6978 w 26722"/>
                      <a:gd name="connsiteY20" fmla="*/ 5206 h 36248"/>
                      <a:gd name="connsiteX21" fmla="*/ 5012 w 26722"/>
                      <a:gd name="connsiteY21" fmla="*/ 9498 h 36248"/>
                      <a:gd name="connsiteX22" fmla="*/ 6618 w 26722"/>
                      <a:gd name="connsiteY22" fmla="*/ 13043 h 36248"/>
                      <a:gd name="connsiteX23" fmla="*/ 10633 w 26722"/>
                      <a:gd name="connsiteY23" fmla="*/ 15036 h 36248"/>
                      <a:gd name="connsiteX24" fmla="*/ 15867 w 26722"/>
                      <a:gd name="connsiteY24" fmla="*/ 16393 h 36248"/>
                      <a:gd name="connsiteX25" fmla="*/ 21101 w 26722"/>
                      <a:gd name="connsiteY25" fmla="*/ 18083 h 36248"/>
                      <a:gd name="connsiteX26" fmla="*/ 25116 w 26722"/>
                      <a:gd name="connsiteY26" fmla="*/ 21046 h 36248"/>
                      <a:gd name="connsiteX27" fmla="*/ 26722 w 26722"/>
                      <a:gd name="connsiteY27" fmla="*/ 26224 h 36248"/>
                      <a:gd name="connsiteX28" fmla="*/ 25670 w 26722"/>
                      <a:gd name="connsiteY28" fmla="*/ 30571 h 36248"/>
                      <a:gd name="connsiteX29" fmla="*/ 22790 w 26722"/>
                      <a:gd name="connsiteY29" fmla="*/ 33728 h 36248"/>
                      <a:gd name="connsiteX30" fmla="*/ 18442 w 26722"/>
                      <a:gd name="connsiteY30" fmla="*/ 35611 h 36248"/>
                      <a:gd name="connsiteX31" fmla="*/ 12904 w 26722"/>
                      <a:gd name="connsiteY31" fmla="*/ 36248 h 36248"/>
                      <a:gd name="connsiteX32" fmla="*/ 7560 w 26722"/>
                      <a:gd name="connsiteY32" fmla="*/ 35362 h 36248"/>
                      <a:gd name="connsiteX33" fmla="*/ 3600 w 26722"/>
                      <a:gd name="connsiteY33" fmla="*/ 32870 h 36248"/>
                      <a:gd name="connsiteX34" fmla="*/ 1052 w 26722"/>
                      <a:gd name="connsiteY34" fmla="*/ 29159 h 36248"/>
                      <a:gd name="connsiteX35" fmla="*/ 0 w 26722"/>
                      <a:gd name="connsiteY35" fmla="*/ 24562 h 36248"/>
                      <a:gd name="connsiteX36" fmla="*/ 3988 w 26722"/>
                      <a:gd name="connsiteY36" fmla="*/ 24562 h 36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6722" h="36248">
                        <a:moveTo>
                          <a:pt x="4043" y="24618"/>
                        </a:moveTo>
                        <a:cubicBezTo>
                          <a:pt x="4652" y="27581"/>
                          <a:pt x="5760" y="29685"/>
                          <a:pt x="7338" y="30904"/>
                        </a:cubicBezTo>
                        <a:cubicBezTo>
                          <a:pt x="8944" y="32122"/>
                          <a:pt x="11215" y="32731"/>
                          <a:pt x="14178" y="32731"/>
                        </a:cubicBezTo>
                        <a:cubicBezTo>
                          <a:pt x="15618" y="32731"/>
                          <a:pt x="16864" y="32565"/>
                          <a:pt x="17916" y="32205"/>
                        </a:cubicBezTo>
                        <a:cubicBezTo>
                          <a:pt x="18969" y="31845"/>
                          <a:pt x="19827" y="31374"/>
                          <a:pt x="20491" y="30765"/>
                        </a:cubicBezTo>
                        <a:cubicBezTo>
                          <a:pt x="21156" y="30156"/>
                          <a:pt x="21682" y="29491"/>
                          <a:pt x="22042" y="28744"/>
                        </a:cubicBezTo>
                        <a:cubicBezTo>
                          <a:pt x="22402" y="27996"/>
                          <a:pt x="22568" y="27193"/>
                          <a:pt x="22568" y="26362"/>
                        </a:cubicBezTo>
                        <a:cubicBezTo>
                          <a:pt x="22568" y="24673"/>
                          <a:pt x="22042" y="23427"/>
                          <a:pt x="20962" y="22596"/>
                        </a:cubicBezTo>
                        <a:cubicBezTo>
                          <a:pt x="19882" y="21766"/>
                          <a:pt x="18553" y="21129"/>
                          <a:pt x="16947" y="20658"/>
                        </a:cubicBezTo>
                        <a:cubicBezTo>
                          <a:pt x="15341" y="20187"/>
                          <a:pt x="13596" y="19799"/>
                          <a:pt x="11713" y="19467"/>
                        </a:cubicBezTo>
                        <a:cubicBezTo>
                          <a:pt x="9830" y="19135"/>
                          <a:pt x="8086" y="18636"/>
                          <a:pt x="6480" y="17972"/>
                        </a:cubicBezTo>
                        <a:cubicBezTo>
                          <a:pt x="4874" y="17307"/>
                          <a:pt x="3517" y="16366"/>
                          <a:pt x="2464" y="15120"/>
                        </a:cubicBezTo>
                        <a:cubicBezTo>
                          <a:pt x="1412" y="13873"/>
                          <a:pt x="858" y="12129"/>
                          <a:pt x="858" y="9858"/>
                        </a:cubicBezTo>
                        <a:cubicBezTo>
                          <a:pt x="858" y="6978"/>
                          <a:pt x="1883" y="4625"/>
                          <a:pt x="3960" y="2769"/>
                        </a:cubicBezTo>
                        <a:cubicBezTo>
                          <a:pt x="6037" y="942"/>
                          <a:pt x="8972" y="0"/>
                          <a:pt x="12766" y="0"/>
                        </a:cubicBezTo>
                        <a:cubicBezTo>
                          <a:pt x="16559" y="0"/>
                          <a:pt x="19412" y="831"/>
                          <a:pt x="21710" y="2492"/>
                        </a:cubicBezTo>
                        <a:cubicBezTo>
                          <a:pt x="24008" y="4154"/>
                          <a:pt x="25393" y="6923"/>
                          <a:pt x="25864" y="10827"/>
                        </a:cubicBezTo>
                        <a:lnTo>
                          <a:pt x="21876" y="10827"/>
                        </a:lnTo>
                        <a:cubicBezTo>
                          <a:pt x="21516" y="8169"/>
                          <a:pt x="20547" y="6286"/>
                          <a:pt x="18886" y="5206"/>
                        </a:cubicBezTo>
                        <a:cubicBezTo>
                          <a:pt x="17224" y="4126"/>
                          <a:pt x="15175" y="3572"/>
                          <a:pt x="12683" y="3572"/>
                        </a:cubicBezTo>
                        <a:cubicBezTo>
                          <a:pt x="10190" y="3572"/>
                          <a:pt x="8307" y="4126"/>
                          <a:pt x="6978" y="5206"/>
                        </a:cubicBezTo>
                        <a:cubicBezTo>
                          <a:pt x="5649" y="6286"/>
                          <a:pt x="5012" y="7726"/>
                          <a:pt x="5012" y="9498"/>
                        </a:cubicBezTo>
                        <a:cubicBezTo>
                          <a:pt x="5012" y="11049"/>
                          <a:pt x="5538" y="12240"/>
                          <a:pt x="6618" y="13043"/>
                        </a:cubicBezTo>
                        <a:cubicBezTo>
                          <a:pt x="7698" y="13846"/>
                          <a:pt x="9027" y="14538"/>
                          <a:pt x="10633" y="15036"/>
                        </a:cubicBezTo>
                        <a:cubicBezTo>
                          <a:pt x="12240" y="15535"/>
                          <a:pt x="13984" y="16006"/>
                          <a:pt x="15867" y="16393"/>
                        </a:cubicBezTo>
                        <a:cubicBezTo>
                          <a:pt x="17750" y="16781"/>
                          <a:pt x="19495" y="17363"/>
                          <a:pt x="21101" y="18083"/>
                        </a:cubicBezTo>
                        <a:cubicBezTo>
                          <a:pt x="22707" y="18803"/>
                          <a:pt x="24064" y="19799"/>
                          <a:pt x="25116" y="21046"/>
                        </a:cubicBezTo>
                        <a:cubicBezTo>
                          <a:pt x="26196" y="22292"/>
                          <a:pt x="26722" y="24009"/>
                          <a:pt x="26722" y="26224"/>
                        </a:cubicBezTo>
                        <a:cubicBezTo>
                          <a:pt x="26722" y="27857"/>
                          <a:pt x="26362" y="29325"/>
                          <a:pt x="25670" y="30571"/>
                        </a:cubicBezTo>
                        <a:cubicBezTo>
                          <a:pt x="24977" y="31845"/>
                          <a:pt x="24008" y="32897"/>
                          <a:pt x="22790" y="33728"/>
                        </a:cubicBezTo>
                        <a:cubicBezTo>
                          <a:pt x="21571" y="34559"/>
                          <a:pt x="20104" y="35196"/>
                          <a:pt x="18442" y="35611"/>
                        </a:cubicBezTo>
                        <a:cubicBezTo>
                          <a:pt x="16753" y="36026"/>
                          <a:pt x="14926" y="36248"/>
                          <a:pt x="12904" y="36248"/>
                        </a:cubicBezTo>
                        <a:cubicBezTo>
                          <a:pt x="10883" y="36248"/>
                          <a:pt x="9110" y="35943"/>
                          <a:pt x="7560" y="35362"/>
                        </a:cubicBezTo>
                        <a:cubicBezTo>
                          <a:pt x="6009" y="34753"/>
                          <a:pt x="4680" y="33922"/>
                          <a:pt x="3600" y="32870"/>
                        </a:cubicBezTo>
                        <a:cubicBezTo>
                          <a:pt x="2520" y="31817"/>
                          <a:pt x="1661" y="30571"/>
                          <a:pt x="1052" y="29159"/>
                        </a:cubicBezTo>
                        <a:cubicBezTo>
                          <a:pt x="443" y="27747"/>
                          <a:pt x="83" y="26224"/>
                          <a:pt x="0" y="24562"/>
                        </a:cubicBezTo>
                        <a:lnTo>
                          <a:pt x="3988" y="24562"/>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sp>
                <p:nvSpPr>
                  <p:cNvPr id="3578" name="Freeform 3577">
                    <a:extLst>
                      <a:ext uri="{FF2B5EF4-FFF2-40B4-BE49-F238E27FC236}">
                        <a16:creationId xmlns:a16="http://schemas.microsoft.com/office/drawing/2014/main" id="{8B8C648B-90FF-C7B4-FE06-3062A165DE74}"/>
                      </a:ext>
                    </a:extLst>
                  </p:cNvPr>
                  <p:cNvSpPr/>
                  <p:nvPr/>
                </p:nvSpPr>
                <p:spPr>
                  <a:xfrm>
                    <a:off x="3242870" y="2907698"/>
                    <a:ext cx="31374" cy="36303"/>
                  </a:xfrm>
                  <a:custGeom>
                    <a:avLst/>
                    <a:gdLst>
                      <a:gd name="connsiteX0" fmla="*/ 15729 w 31374"/>
                      <a:gd name="connsiteY0" fmla="*/ 36303 h 36303"/>
                      <a:gd name="connsiteX1" fmla="*/ 9609 w 31374"/>
                      <a:gd name="connsiteY1" fmla="*/ 35113 h 36303"/>
                      <a:gd name="connsiteX2" fmla="*/ 4625 w 31374"/>
                      <a:gd name="connsiteY2" fmla="*/ 31734 h 36303"/>
                      <a:gd name="connsiteX3" fmla="*/ 1246 w 31374"/>
                      <a:gd name="connsiteY3" fmla="*/ 26085 h 36303"/>
                      <a:gd name="connsiteX4" fmla="*/ 0 w 31374"/>
                      <a:gd name="connsiteY4" fmla="*/ 18166 h 36303"/>
                      <a:gd name="connsiteX5" fmla="*/ 969 w 31374"/>
                      <a:gd name="connsiteY5" fmla="*/ 11077 h 36303"/>
                      <a:gd name="connsiteX6" fmla="*/ 3905 w 31374"/>
                      <a:gd name="connsiteY6" fmla="*/ 5317 h 36303"/>
                      <a:gd name="connsiteX7" fmla="*/ 8806 w 31374"/>
                      <a:gd name="connsiteY7" fmla="*/ 1440 h 36303"/>
                      <a:gd name="connsiteX8" fmla="*/ 15673 w 31374"/>
                      <a:gd name="connsiteY8" fmla="*/ 0 h 36303"/>
                      <a:gd name="connsiteX9" fmla="*/ 22624 w 31374"/>
                      <a:gd name="connsiteY9" fmla="*/ 1440 h 36303"/>
                      <a:gd name="connsiteX10" fmla="*/ 27525 w 31374"/>
                      <a:gd name="connsiteY10" fmla="*/ 5289 h 36303"/>
                      <a:gd name="connsiteX11" fmla="*/ 30433 w 31374"/>
                      <a:gd name="connsiteY11" fmla="*/ 11049 h 36303"/>
                      <a:gd name="connsiteX12" fmla="*/ 31374 w 31374"/>
                      <a:gd name="connsiteY12" fmla="*/ 18166 h 36303"/>
                      <a:gd name="connsiteX13" fmla="*/ 30267 w 31374"/>
                      <a:gd name="connsiteY13" fmla="*/ 25614 h 36303"/>
                      <a:gd name="connsiteX14" fmla="*/ 27082 w 31374"/>
                      <a:gd name="connsiteY14" fmla="*/ 31319 h 36303"/>
                      <a:gd name="connsiteX15" fmla="*/ 22098 w 31374"/>
                      <a:gd name="connsiteY15" fmla="*/ 35002 h 36303"/>
                      <a:gd name="connsiteX16" fmla="*/ 15646 w 31374"/>
                      <a:gd name="connsiteY16" fmla="*/ 36303 h 36303"/>
                      <a:gd name="connsiteX17" fmla="*/ 27248 w 31374"/>
                      <a:gd name="connsiteY17" fmla="*/ 18166 h 36303"/>
                      <a:gd name="connsiteX18" fmla="*/ 26584 w 31374"/>
                      <a:gd name="connsiteY18" fmla="*/ 12461 h 36303"/>
                      <a:gd name="connsiteX19" fmla="*/ 24562 w 31374"/>
                      <a:gd name="connsiteY19" fmla="*/ 7837 h 36303"/>
                      <a:gd name="connsiteX20" fmla="*/ 21018 w 31374"/>
                      <a:gd name="connsiteY20" fmla="*/ 4735 h 36303"/>
                      <a:gd name="connsiteX21" fmla="*/ 15701 w 31374"/>
                      <a:gd name="connsiteY21" fmla="*/ 3600 h 36303"/>
                      <a:gd name="connsiteX22" fmla="*/ 10440 w 31374"/>
                      <a:gd name="connsiteY22" fmla="*/ 4818 h 36303"/>
                      <a:gd name="connsiteX23" fmla="*/ 6868 w 31374"/>
                      <a:gd name="connsiteY23" fmla="*/ 8086 h 36303"/>
                      <a:gd name="connsiteX24" fmla="*/ 4846 w 31374"/>
                      <a:gd name="connsiteY24" fmla="*/ 12738 h 36303"/>
                      <a:gd name="connsiteX25" fmla="*/ 4181 w 31374"/>
                      <a:gd name="connsiteY25" fmla="*/ 18166 h 36303"/>
                      <a:gd name="connsiteX26" fmla="*/ 4929 w 31374"/>
                      <a:gd name="connsiteY26" fmla="*/ 24036 h 36303"/>
                      <a:gd name="connsiteX27" fmla="*/ 7117 w 31374"/>
                      <a:gd name="connsiteY27" fmla="*/ 28661 h 36303"/>
                      <a:gd name="connsiteX28" fmla="*/ 10717 w 31374"/>
                      <a:gd name="connsiteY28" fmla="*/ 31651 h 36303"/>
                      <a:gd name="connsiteX29" fmla="*/ 15701 w 31374"/>
                      <a:gd name="connsiteY29" fmla="*/ 32703 h 36303"/>
                      <a:gd name="connsiteX30" fmla="*/ 20962 w 31374"/>
                      <a:gd name="connsiteY30" fmla="*/ 31485 h 36303"/>
                      <a:gd name="connsiteX31" fmla="*/ 24535 w 31374"/>
                      <a:gd name="connsiteY31" fmla="*/ 28190 h 36303"/>
                      <a:gd name="connsiteX32" fmla="*/ 26556 w 31374"/>
                      <a:gd name="connsiteY32" fmla="*/ 23538 h 36303"/>
                      <a:gd name="connsiteX33" fmla="*/ 27221 w 31374"/>
                      <a:gd name="connsiteY33" fmla="*/ 18166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1374" h="36303">
                        <a:moveTo>
                          <a:pt x="15729" y="36303"/>
                        </a:moveTo>
                        <a:cubicBezTo>
                          <a:pt x="13541" y="36248"/>
                          <a:pt x="11492" y="35860"/>
                          <a:pt x="9609" y="35113"/>
                        </a:cubicBezTo>
                        <a:cubicBezTo>
                          <a:pt x="7698" y="34365"/>
                          <a:pt x="6037" y="33230"/>
                          <a:pt x="4625" y="31734"/>
                        </a:cubicBezTo>
                        <a:cubicBezTo>
                          <a:pt x="3212" y="30239"/>
                          <a:pt x="2077" y="28356"/>
                          <a:pt x="1246" y="26085"/>
                        </a:cubicBezTo>
                        <a:cubicBezTo>
                          <a:pt x="415" y="23815"/>
                          <a:pt x="0" y="21184"/>
                          <a:pt x="0" y="18166"/>
                        </a:cubicBezTo>
                        <a:cubicBezTo>
                          <a:pt x="0" y="15646"/>
                          <a:pt x="332" y="13292"/>
                          <a:pt x="969" y="11077"/>
                        </a:cubicBezTo>
                        <a:cubicBezTo>
                          <a:pt x="1634" y="8889"/>
                          <a:pt x="2603" y="6978"/>
                          <a:pt x="3905" y="5317"/>
                        </a:cubicBezTo>
                        <a:cubicBezTo>
                          <a:pt x="5206" y="3683"/>
                          <a:pt x="6840" y="2381"/>
                          <a:pt x="8806" y="1440"/>
                        </a:cubicBezTo>
                        <a:cubicBezTo>
                          <a:pt x="10772" y="498"/>
                          <a:pt x="13070" y="0"/>
                          <a:pt x="15673" y="0"/>
                        </a:cubicBezTo>
                        <a:cubicBezTo>
                          <a:pt x="18276" y="0"/>
                          <a:pt x="20658" y="471"/>
                          <a:pt x="22624" y="1440"/>
                        </a:cubicBezTo>
                        <a:cubicBezTo>
                          <a:pt x="24590" y="2381"/>
                          <a:pt x="26224" y="3683"/>
                          <a:pt x="27525" y="5289"/>
                        </a:cubicBezTo>
                        <a:cubicBezTo>
                          <a:pt x="28827" y="6895"/>
                          <a:pt x="29796" y="8834"/>
                          <a:pt x="30433" y="11049"/>
                        </a:cubicBezTo>
                        <a:cubicBezTo>
                          <a:pt x="31070" y="13264"/>
                          <a:pt x="31374" y="15646"/>
                          <a:pt x="31374" y="18166"/>
                        </a:cubicBezTo>
                        <a:cubicBezTo>
                          <a:pt x="31374" y="20907"/>
                          <a:pt x="31014" y="23399"/>
                          <a:pt x="30267" y="25614"/>
                        </a:cubicBezTo>
                        <a:cubicBezTo>
                          <a:pt x="29519" y="27830"/>
                          <a:pt x="28467" y="29740"/>
                          <a:pt x="27082" y="31319"/>
                        </a:cubicBezTo>
                        <a:cubicBezTo>
                          <a:pt x="25698" y="32925"/>
                          <a:pt x="24036" y="34143"/>
                          <a:pt x="22098" y="35002"/>
                        </a:cubicBezTo>
                        <a:cubicBezTo>
                          <a:pt x="20159" y="35860"/>
                          <a:pt x="17999" y="36303"/>
                          <a:pt x="15646" y="36303"/>
                        </a:cubicBezTo>
                        <a:close/>
                        <a:moveTo>
                          <a:pt x="27248" y="18166"/>
                        </a:moveTo>
                        <a:cubicBezTo>
                          <a:pt x="27248" y="16116"/>
                          <a:pt x="27027" y="14233"/>
                          <a:pt x="26584" y="12461"/>
                        </a:cubicBezTo>
                        <a:cubicBezTo>
                          <a:pt x="26141" y="10689"/>
                          <a:pt x="25476" y="9138"/>
                          <a:pt x="24562" y="7837"/>
                        </a:cubicBezTo>
                        <a:cubicBezTo>
                          <a:pt x="23649" y="6535"/>
                          <a:pt x="22458" y="5511"/>
                          <a:pt x="21018" y="4735"/>
                        </a:cubicBezTo>
                        <a:cubicBezTo>
                          <a:pt x="19578" y="3960"/>
                          <a:pt x="17806" y="3600"/>
                          <a:pt x="15701" y="3600"/>
                        </a:cubicBezTo>
                        <a:cubicBezTo>
                          <a:pt x="13597" y="3600"/>
                          <a:pt x="11880" y="4015"/>
                          <a:pt x="10440" y="4818"/>
                        </a:cubicBezTo>
                        <a:cubicBezTo>
                          <a:pt x="8972" y="5649"/>
                          <a:pt x="7781" y="6729"/>
                          <a:pt x="6868" y="8086"/>
                        </a:cubicBezTo>
                        <a:cubicBezTo>
                          <a:pt x="5954" y="9443"/>
                          <a:pt x="5261" y="10994"/>
                          <a:pt x="4846" y="12738"/>
                        </a:cubicBezTo>
                        <a:cubicBezTo>
                          <a:pt x="4403" y="14483"/>
                          <a:pt x="4181" y="16283"/>
                          <a:pt x="4181" y="18166"/>
                        </a:cubicBezTo>
                        <a:cubicBezTo>
                          <a:pt x="4181" y="20298"/>
                          <a:pt x="4431" y="22264"/>
                          <a:pt x="4929" y="24036"/>
                        </a:cubicBezTo>
                        <a:cubicBezTo>
                          <a:pt x="5428" y="25836"/>
                          <a:pt x="6175" y="27359"/>
                          <a:pt x="7117" y="28661"/>
                        </a:cubicBezTo>
                        <a:cubicBezTo>
                          <a:pt x="8086" y="29934"/>
                          <a:pt x="9277" y="30931"/>
                          <a:pt x="10717" y="31651"/>
                        </a:cubicBezTo>
                        <a:cubicBezTo>
                          <a:pt x="12157" y="32371"/>
                          <a:pt x="13818" y="32703"/>
                          <a:pt x="15701" y="32703"/>
                        </a:cubicBezTo>
                        <a:cubicBezTo>
                          <a:pt x="17750" y="32703"/>
                          <a:pt x="19523" y="32288"/>
                          <a:pt x="20962" y="31485"/>
                        </a:cubicBezTo>
                        <a:cubicBezTo>
                          <a:pt x="22430" y="30654"/>
                          <a:pt x="23621" y="29574"/>
                          <a:pt x="24535" y="28190"/>
                        </a:cubicBezTo>
                        <a:cubicBezTo>
                          <a:pt x="25448" y="26805"/>
                          <a:pt x="26141" y="25254"/>
                          <a:pt x="26556" y="23538"/>
                        </a:cubicBezTo>
                        <a:cubicBezTo>
                          <a:pt x="26971" y="21821"/>
                          <a:pt x="27221" y="20021"/>
                          <a:pt x="27221" y="18166"/>
                        </a:cubicBez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sp>
                <p:nvSpPr>
                  <p:cNvPr id="3579" name="Freeform 3578">
                    <a:extLst>
                      <a:ext uri="{FF2B5EF4-FFF2-40B4-BE49-F238E27FC236}">
                        <a16:creationId xmlns:a16="http://schemas.microsoft.com/office/drawing/2014/main" id="{2346B89F-9604-8B85-A418-532D799B809A}"/>
                      </a:ext>
                    </a:extLst>
                  </p:cNvPr>
                  <p:cNvSpPr/>
                  <p:nvPr/>
                </p:nvSpPr>
                <p:spPr>
                  <a:xfrm>
                    <a:off x="3281500" y="2907698"/>
                    <a:ext cx="26916" cy="35389"/>
                  </a:xfrm>
                  <a:custGeom>
                    <a:avLst/>
                    <a:gdLst>
                      <a:gd name="connsiteX0" fmla="*/ 3932 w 26916"/>
                      <a:gd name="connsiteY0" fmla="*/ 35362 h 35389"/>
                      <a:gd name="connsiteX1" fmla="*/ 0 w 26916"/>
                      <a:gd name="connsiteY1" fmla="*/ 35362 h 35389"/>
                      <a:gd name="connsiteX2" fmla="*/ 0 w 26916"/>
                      <a:gd name="connsiteY2" fmla="*/ 942 h 35389"/>
                      <a:gd name="connsiteX3" fmla="*/ 3932 w 26916"/>
                      <a:gd name="connsiteY3" fmla="*/ 942 h 35389"/>
                      <a:gd name="connsiteX4" fmla="*/ 3932 w 26916"/>
                      <a:gd name="connsiteY4" fmla="*/ 5732 h 35389"/>
                      <a:gd name="connsiteX5" fmla="*/ 8806 w 26916"/>
                      <a:gd name="connsiteY5" fmla="*/ 1606 h 35389"/>
                      <a:gd name="connsiteX6" fmla="*/ 14870 w 26916"/>
                      <a:gd name="connsiteY6" fmla="*/ 0 h 35389"/>
                      <a:gd name="connsiteX7" fmla="*/ 20713 w 26916"/>
                      <a:gd name="connsiteY7" fmla="*/ 1108 h 35389"/>
                      <a:gd name="connsiteX8" fmla="*/ 25227 w 26916"/>
                      <a:gd name="connsiteY8" fmla="*/ 4929 h 35389"/>
                      <a:gd name="connsiteX9" fmla="*/ 26694 w 26916"/>
                      <a:gd name="connsiteY9" fmla="*/ 8751 h 35389"/>
                      <a:gd name="connsiteX10" fmla="*/ 26916 w 26916"/>
                      <a:gd name="connsiteY10" fmla="*/ 12849 h 35389"/>
                      <a:gd name="connsiteX11" fmla="*/ 26916 w 26916"/>
                      <a:gd name="connsiteY11" fmla="*/ 35390 h 35389"/>
                      <a:gd name="connsiteX12" fmla="*/ 22984 w 26916"/>
                      <a:gd name="connsiteY12" fmla="*/ 35390 h 35389"/>
                      <a:gd name="connsiteX13" fmla="*/ 22984 w 26916"/>
                      <a:gd name="connsiteY13" fmla="*/ 12932 h 35389"/>
                      <a:gd name="connsiteX14" fmla="*/ 20962 w 26916"/>
                      <a:gd name="connsiteY14" fmla="*/ 5954 h 35389"/>
                      <a:gd name="connsiteX15" fmla="*/ 14206 w 26916"/>
                      <a:gd name="connsiteY15" fmla="*/ 3628 h 35389"/>
                      <a:gd name="connsiteX16" fmla="*/ 10855 w 26916"/>
                      <a:gd name="connsiteY16" fmla="*/ 4181 h 35389"/>
                      <a:gd name="connsiteX17" fmla="*/ 8141 w 26916"/>
                      <a:gd name="connsiteY17" fmla="*/ 5677 h 35389"/>
                      <a:gd name="connsiteX18" fmla="*/ 6092 w 26916"/>
                      <a:gd name="connsiteY18" fmla="*/ 7809 h 35389"/>
                      <a:gd name="connsiteX19" fmla="*/ 4791 w 26916"/>
                      <a:gd name="connsiteY19" fmla="*/ 10329 h 35389"/>
                      <a:gd name="connsiteX20" fmla="*/ 4071 w 26916"/>
                      <a:gd name="connsiteY20" fmla="*/ 13513 h 35389"/>
                      <a:gd name="connsiteX21" fmla="*/ 3932 w 26916"/>
                      <a:gd name="connsiteY21" fmla="*/ 16836 h 35389"/>
                      <a:gd name="connsiteX22" fmla="*/ 3932 w 26916"/>
                      <a:gd name="connsiteY22" fmla="*/ 35390 h 35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6916" h="35389">
                        <a:moveTo>
                          <a:pt x="3932" y="35362"/>
                        </a:moveTo>
                        <a:lnTo>
                          <a:pt x="0" y="35362"/>
                        </a:lnTo>
                        <a:lnTo>
                          <a:pt x="0" y="942"/>
                        </a:lnTo>
                        <a:lnTo>
                          <a:pt x="3932" y="942"/>
                        </a:lnTo>
                        <a:lnTo>
                          <a:pt x="3932" y="5732"/>
                        </a:lnTo>
                        <a:cubicBezTo>
                          <a:pt x="5511" y="4043"/>
                          <a:pt x="7117" y="2686"/>
                          <a:pt x="8806" y="1606"/>
                        </a:cubicBezTo>
                        <a:cubicBezTo>
                          <a:pt x="10495" y="554"/>
                          <a:pt x="12517" y="0"/>
                          <a:pt x="14870" y="0"/>
                        </a:cubicBezTo>
                        <a:cubicBezTo>
                          <a:pt x="16975" y="0"/>
                          <a:pt x="18913" y="360"/>
                          <a:pt x="20713" y="1108"/>
                        </a:cubicBezTo>
                        <a:cubicBezTo>
                          <a:pt x="22513" y="1828"/>
                          <a:pt x="24008" y="3101"/>
                          <a:pt x="25227" y="4929"/>
                        </a:cubicBezTo>
                        <a:cubicBezTo>
                          <a:pt x="26058" y="6175"/>
                          <a:pt x="26556" y="7449"/>
                          <a:pt x="26694" y="8751"/>
                        </a:cubicBezTo>
                        <a:cubicBezTo>
                          <a:pt x="26861" y="10052"/>
                          <a:pt x="26916" y="11409"/>
                          <a:pt x="26916" y="12849"/>
                        </a:cubicBezTo>
                        <a:lnTo>
                          <a:pt x="26916" y="35390"/>
                        </a:lnTo>
                        <a:lnTo>
                          <a:pt x="22984" y="35390"/>
                        </a:lnTo>
                        <a:lnTo>
                          <a:pt x="22984" y="12932"/>
                        </a:lnTo>
                        <a:cubicBezTo>
                          <a:pt x="22984" y="9830"/>
                          <a:pt x="22319" y="7504"/>
                          <a:pt x="20962" y="5954"/>
                        </a:cubicBezTo>
                        <a:cubicBezTo>
                          <a:pt x="19606" y="4403"/>
                          <a:pt x="17363" y="3628"/>
                          <a:pt x="14206" y="3628"/>
                        </a:cubicBezTo>
                        <a:cubicBezTo>
                          <a:pt x="12987" y="3628"/>
                          <a:pt x="11880" y="3821"/>
                          <a:pt x="10855" y="4181"/>
                        </a:cubicBezTo>
                        <a:cubicBezTo>
                          <a:pt x="9858" y="4569"/>
                          <a:pt x="8944" y="5068"/>
                          <a:pt x="8141" y="5677"/>
                        </a:cubicBezTo>
                        <a:cubicBezTo>
                          <a:pt x="7338" y="6286"/>
                          <a:pt x="6646" y="7006"/>
                          <a:pt x="6092" y="7809"/>
                        </a:cubicBezTo>
                        <a:cubicBezTo>
                          <a:pt x="5511" y="8612"/>
                          <a:pt x="5095" y="9443"/>
                          <a:pt x="4791" y="10329"/>
                        </a:cubicBezTo>
                        <a:cubicBezTo>
                          <a:pt x="4403" y="11437"/>
                          <a:pt x="4154" y="12489"/>
                          <a:pt x="4071" y="13513"/>
                        </a:cubicBezTo>
                        <a:cubicBezTo>
                          <a:pt x="3988" y="14538"/>
                          <a:pt x="3932" y="15646"/>
                          <a:pt x="3932" y="16836"/>
                        </a:cubicBezTo>
                        <a:lnTo>
                          <a:pt x="3932" y="35390"/>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grpSp>
            <p:sp>
              <p:nvSpPr>
                <p:cNvPr id="3601" name="Freeform 3600">
                  <a:extLst>
                    <a:ext uri="{FF2B5EF4-FFF2-40B4-BE49-F238E27FC236}">
                      <a16:creationId xmlns:a16="http://schemas.microsoft.com/office/drawing/2014/main" id="{414324DA-2DEE-CE86-182A-6CA4E20F5ABC}"/>
                    </a:ext>
                  </a:extLst>
                </p:cNvPr>
                <p:cNvSpPr/>
                <p:nvPr/>
              </p:nvSpPr>
              <p:spPr>
                <a:xfrm>
                  <a:off x="4743959" y="3058384"/>
                  <a:ext cx="249645" cy="8285"/>
                </a:xfrm>
                <a:custGeom>
                  <a:avLst/>
                  <a:gdLst>
                    <a:gd name="connsiteX0" fmla="*/ 0 w 83434"/>
                    <a:gd name="connsiteY0" fmla="*/ 0 h 2769"/>
                    <a:gd name="connsiteX1" fmla="*/ 83434 w 83434"/>
                    <a:gd name="connsiteY1" fmla="*/ 0 h 2769"/>
                  </a:gdLst>
                  <a:ahLst/>
                  <a:cxnLst>
                    <a:cxn ang="0">
                      <a:pos x="connsiteX0" y="connsiteY0"/>
                    </a:cxn>
                    <a:cxn ang="0">
                      <a:pos x="connsiteX1" y="connsiteY1"/>
                    </a:cxn>
                  </a:cxnLst>
                  <a:rect l="l" t="t" r="r" b="b"/>
                  <a:pathLst>
                    <a:path w="83434" h="2769">
                      <a:moveTo>
                        <a:pt x="0" y="0"/>
                      </a:moveTo>
                      <a:lnTo>
                        <a:pt x="83434" y="0"/>
                      </a:lnTo>
                    </a:path>
                  </a:pathLst>
                </a:custGeom>
                <a:ln w="5534" cap="flat">
                  <a:solidFill>
                    <a:srgbClr val="8371B3"/>
                  </a:solidFill>
                  <a:prstDash val="solid"/>
                  <a:miter/>
                </a:ln>
              </p:spPr>
              <p:txBody>
                <a:bodyPr rtlCol="0" anchor="ctr"/>
                <a:lstStyle/>
                <a:p>
                  <a:endParaRPr lang="en-US" sz="2000" dirty="0">
                    <a:latin typeface="Helvetica" pitchFamily="2" charset="0"/>
                  </a:endParaRPr>
                </a:p>
              </p:txBody>
            </p:sp>
          </p:grpSp>
          <p:sp>
            <p:nvSpPr>
              <p:cNvPr id="10" name="Rectangle 9">
                <a:extLst>
                  <a:ext uri="{FF2B5EF4-FFF2-40B4-BE49-F238E27FC236}">
                    <a16:creationId xmlns:a16="http://schemas.microsoft.com/office/drawing/2014/main" id="{DB7E2A09-023B-4CC9-B75B-EE31C2A9ED36}"/>
                  </a:ext>
                </a:extLst>
              </p:cNvPr>
              <p:cNvSpPr/>
              <p:nvPr/>
            </p:nvSpPr>
            <p:spPr>
              <a:xfrm>
                <a:off x="1716837" y="1502627"/>
                <a:ext cx="1008350" cy="1308258"/>
              </a:xfrm>
              <a:prstGeom prst="rect">
                <a:avLst/>
              </a:prstGeom>
              <a:solidFill>
                <a:schemeClr val="accent5">
                  <a:lumMod val="40000"/>
                  <a:lumOff val="60000"/>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77983DC6-5B69-1149-8C71-67582B125613}"/>
                  </a:ext>
                </a:extLst>
              </p:cNvPr>
              <p:cNvSpPr/>
              <p:nvPr/>
            </p:nvSpPr>
            <p:spPr>
              <a:xfrm>
                <a:off x="2837965" y="1502627"/>
                <a:ext cx="1008350" cy="1308258"/>
              </a:xfrm>
              <a:prstGeom prst="rect">
                <a:avLst/>
              </a:prstGeom>
              <a:solidFill>
                <a:schemeClr val="accent5">
                  <a:lumMod val="40000"/>
                  <a:lumOff val="60000"/>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04" name="Group 3603">
            <a:extLst>
              <a:ext uri="{FF2B5EF4-FFF2-40B4-BE49-F238E27FC236}">
                <a16:creationId xmlns:a16="http://schemas.microsoft.com/office/drawing/2014/main" id="{5699D2B1-1C6E-FD0C-7A96-7CBD6BDA2F81}"/>
              </a:ext>
            </a:extLst>
          </p:cNvPr>
          <p:cNvGrpSpPr/>
          <p:nvPr/>
        </p:nvGrpSpPr>
        <p:grpSpPr>
          <a:xfrm>
            <a:off x="2526099" y="1498501"/>
            <a:ext cx="8998359" cy="4984663"/>
            <a:chOff x="1521265" y="1488453"/>
            <a:chExt cx="8998359" cy="4984663"/>
          </a:xfrm>
        </p:grpSpPr>
        <p:grpSp>
          <p:nvGrpSpPr>
            <p:cNvPr id="3682" name="Graphic 14">
              <a:extLst>
                <a:ext uri="{FF2B5EF4-FFF2-40B4-BE49-F238E27FC236}">
                  <a16:creationId xmlns:a16="http://schemas.microsoft.com/office/drawing/2014/main" id="{D9FB65D6-1318-F001-9D9B-56B417C74478}"/>
                </a:ext>
              </a:extLst>
            </p:cNvPr>
            <p:cNvGrpSpPr/>
            <p:nvPr/>
          </p:nvGrpSpPr>
          <p:grpSpPr>
            <a:xfrm>
              <a:off x="4017431" y="5955412"/>
              <a:ext cx="635588" cy="165927"/>
              <a:chOff x="2358991" y="4076272"/>
              <a:chExt cx="187110" cy="48847"/>
            </a:xfrm>
            <a:solidFill>
              <a:srgbClr val="010101"/>
            </a:solidFill>
          </p:grpSpPr>
          <p:sp>
            <p:nvSpPr>
              <p:cNvPr id="3683" name="Freeform 3682">
                <a:extLst>
                  <a:ext uri="{FF2B5EF4-FFF2-40B4-BE49-F238E27FC236}">
                    <a16:creationId xmlns:a16="http://schemas.microsoft.com/office/drawing/2014/main" id="{3C67E90C-C1EF-7AA2-EE59-0E3B92527A41}"/>
                  </a:ext>
                </a:extLst>
              </p:cNvPr>
              <p:cNvSpPr/>
              <p:nvPr/>
            </p:nvSpPr>
            <p:spPr>
              <a:xfrm>
                <a:off x="2358991" y="4088733"/>
                <a:ext cx="27137" cy="36247"/>
              </a:xfrm>
              <a:custGeom>
                <a:avLst/>
                <a:gdLst>
                  <a:gd name="connsiteX0" fmla="*/ 4071 w 27137"/>
                  <a:gd name="connsiteY0" fmla="*/ 24617 h 36247"/>
                  <a:gd name="connsiteX1" fmla="*/ 7421 w 27137"/>
                  <a:gd name="connsiteY1" fmla="*/ 30903 h 36247"/>
                  <a:gd name="connsiteX2" fmla="*/ 14372 w 27137"/>
                  <a:gd name="connsiteY2" fmla="*/ 32731 h 36247"/>
                  <a:gd name="connsiteX3" fmla="*/ 18166 w 27137"/>
                  <a:gd name="connsiteY3" fmla="*/ 32205 h 36247"/>
                  <a:gd name="connsiteX4" fmla="*/ 20796 w 27137"/>
                  <a:gd name="connsiteY4" fmla="*/ 30765 h 36247"/>
                  <a:gd name="connsiteX5" fmla="*/ 22347 w 27137"/>
                  <a:gd name="connsiteY5" fmla="*/ 28744 h 36247"/>
                  <a:gd name="connsiteX6" fmla="*/ 22873 w 27137"/>
                  <a:gd name="connsiteY6" fmla="*/ 26362 h 36247"/>
                  <a:gd name="connsiteX7" fmla="*/ 21239 w 27137"/>
                  <a:gd name="connsiteY7" fmla="*/ 22596 h 36247"/>
                  <a:gd name="connsiteX8" fmla="*/ 17141 w 27137"/>
                  <a:gd name="connsiteY8" fmla="*/ 20658 h 36247"/>
                  <a:gd name="connsiteX9" fmla="*/ 11824 w 27137"/>
                  <a:gd name="connsiteY9" fmla="*/ 19467 h 36247"/>
                  <a:gd name="connsiteX10" fmla="*/ 6507 w 27137"/>
                  <a:gd name="connsiteY10" fmla="*/ 17972 h 36247"/>
                  <a:gd name="connsiteX11" fmla="*/ 2409 w 27137"/>
                  <a:gd name="connsiteY11" fmla="*/ 15119 h 36247"/>
                  <a:gd name="connsiteX12" fmla="*/ 775 w 27137"/>
                  <a:gd name="connsiteY12" fmla="*/ 9858 h 36247"/>
                  <a:gd name="connsiteX13" fmla="*/ 3932 w 27137"/>
                  <a:gd name="connsiteY13" fmla="*/ 2769 h 36247"/>
                  <a:gd name="connsiteX14" fmla="*/ 12876 w 27137"/>
                  <a:gd name="connsiteY14" fmla="*/ 0 h 36247"/>
                  <a:gd name="connsiteX15" fmla="*/ 21959 w 27137"/>
                  <a:gd name="connsiteY15" fmla="*/ 2492 h 36247"/>
                  <a:gd name="connsiteX16" fmla="*/ 26168 w 27137"/>
                  <a:gd name="connsiteY16" fmla="*/ 10827 h 36247"/>
                  <a:gd name="connsiteX17" fmla="*/ 22125 w 27137"/>
                  <a:gd name="connsiteY17" fmla="*/ 10827 h 36247"/>
                  <a:gd name="connsiteX18" fmla="*/ 19107 w 27137"/>
                  <a:gd name="connsiteY18" fmla="*/ 5206 h 36247"/>
                  <a:gd name="connsiteX19" fmla="*/ 12821 w 27137"/>
                  <a:gd name="connsiteY19" fmla="*/ 3572 h 36247"/>
                  <a:gd name="connsiteX20" fmla="*/ 7034 w 27137"/>
                  <a:gd name="connsiteY20" fmla="*/ 5206 h 36247"/>
                  <a:gd name="connsiteX21" fmla="*/ 5040 w 27137"/>
                  <a:gd name="connsiteY21" fmla="*/ 9498 h 36247"/>
                  <a:gd name="connsiteX22" fmla="*/ 6674 w 27137"/>
                  <a:gd name="connsiteY22" fmla="*/ 13043 h 36247"/>
                  <a:gd name="connsiteX23" fmla="*/ 10772 w 27137"/>
                  <a:gd name="connsiteY23" fmla="*/ 15036 h 36247"/>
                  <a:gd name="connsiteX24" fmla="*/ 16089 w 27137"/>
                  <a:gd name="connsiteY24" fmla="*/ 16393 h 36247"/>
                  <a:gd name="connsiteX25" fmla="*/ 21405 w 27137"/>
                  <a:gd name="connsiteY25" fmla="*/ 18082 h 36247"/>
                  <a:gd name="connsiteX26" fmla="*/ 25504 w 27137"/>
                  <a:gd name="connsiteY26" fmla="*/ 21045 h 36247"/>
                  <a:gd name="connsiteX27" fmla="*/ 27137 w 27137"/>
                  <a:gd name="connsiteY27" fmla="*/ 26224 h 36247"/>
                  <a:gd name="connsiteX28" fmla="*/ 26085 w 27137"/>
                  <a:gd name="connsiteY28" fmla="*/ 30571 h 36247"/>
                  <a:gd name="connsiteX29" fmla="*/ 23150 w 27137"/>
                  <a:gd name="connsiteY29" fmla="*/ 33728 h 36247"/>
                  <a:gd name="connsiteX30" fmla="*/ 18719 w 27137"/>
                  <a:gd name="connsiteY30" fmla="*/ 35611 h 36247"/>
                  <a:gd name="connsiteX31" fmla="*/ 13098 w 27137"/>
                  <a:gd name="connsiteY31" fmla="*/ 36248 h 36247"/>
                  <a:gd name="connsiteX32" fmla="*/ 7670 w 27137"/>
                  <a:gd name="connsiteY32" fmla="*/ 35362 h 36247"/>
                  <a:gd name="connsiteX33" fmla="*/ 3655 w 27137"/>
                  <a:gd name="connsiteY33" fmla="*/ 32870 h 36247"/>
                  <a:gd name="connsiteX34" fmla="*/ 1052 w 27137"/>
                  <a:gd name="connsiteY34" fmla="*/ 29159 h 36247"/>
                  <a:gd name="connsiteX35" fmla="*/ 0 w 27137"/>
                  <a:gd name="connsiteY35" fmla="*/ 24562 h 36247"/>
                  <a:gd name="connsiteX36" fmla="*/ 4043 w 27137"/>
                  <a:gd name="connsiteY36" fmla="*/ 24562 h 36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7137" h="36247">
                    <a:moveTo>
                      <a:pt x="4071" y="24617"/>
                    </a:moveTo>
                    <a:cubicBezTo>
                      <a:pt x="4680" y="27580"/>
                      <a:pt x="5815" y="29685"/>
                      <a:pt x="7421" y="30903"/>
                    </a:cubicBezTo>
                    <a:cubicBezTo>
                      <a:pt x="9027" y="32122"/>
                      <a:pt x="11353" y="32731"/>
                      <a:pt x="14372" y="32731"/>
                    </a:cubicBezTo>
                    <a:cubicBezTo>
                      <a:pt x="15839" y="32731"/>
                      <a:pt x="17086" y="32565"/>
                      <a:pt x="18166" y="32205"/>
                    </a:cubicBezTo>
                    <a:cubicBezTo>
                      <a:pt x="19218" y="31845"/>
                      <a:pt x="20104" y="31374"/>
                      <a:pt x="20796" y="30765"/>
                    </a:cubicBezTo>
                    <a:cubicBezTo>
                      <a:pt x="21488" y="30156"/>
                      <a:pt x="22015" y="29491"/>
                      <a:pt x="22347" y="28744"/>
                    </a:cubicBezTo>
                    <a:cubicBezTo>
                      <a:pt x="22707" y="27996"/>
                      <a:pt x="22873" y="27193"/>
                      <a:pt x="22873" y="26362"/>
                    </a:cubicBezTo>
                    <a:cubicBezTo>
                      <a:pt x="22873" y="24673"/>
                      <a:pt x="22319" y="23427"/>
                      <a:pt x="21239" y="22596"/>
                    </a:cubicBezTo>
                    <a:cubicBezTo>
                      <a:pt x="20159" y="21765"/>
                      <a:pt x="18802" y="21129"/>
                      <a:pt x="17141" y="20658"/>
                    </a:cubicBezTo>
                    <a:cubicBezTo>
                      <a:pt x="15479" y="20187"/>
                      <a:pt x="13735" y="19799"/>
                      <a:pt x="11824" y="19467"/>
                    </a:cubicBezTo>
                    <a:cubicBezTo>
                      <a:pt x="9913" y="19134"/>
                      <a:pt x="8141" y="18636"/>
                      <a:pt x="6507" y="17972"/>
                    </a:cubicBezTo>
                    <a:cubicBezTo>
                      <a:pt x="4874" y="17307"/>
                      <a:pt x="3517" y="16365"/>
                      <a:pt x="2409" y="15119"/>
                    </a:cubicBezTo>
                    <a:cubicBezTo>
                      <a:pt x="1329" y="13873"/>
                      <a:pt x="775" y="12129"/>
                      <a:pt x="775" y="9858"/>
                    </a:cubicBezTo>
                    <a:cubicBezTo>
                      <a:pt x="775" y="6978"/>
                      <a:pt x="1828" y="4624"/>
                      <a:pt x="3932" y="2769"/>
                    </a:cubicBezTo>
                    <a:cubicBezTo>
                      <a:pt x="6037" y="941"/>
                      <a:pt x="9027" y="0"/>
                      <a:pt x="12876" y="0"/>
                    </a:cubicBezTo>
                    <a:cubicBezTo>
                      <a:pt x="16726" y="0"/>
                      <a:pt x="19633" y="831"/>
                      <a:pt x="21959" y="2492"/>
                    </a:cubicBezTo>
                    <a:cubicBezTo>
                      <a:pt x="24285" y="4154"/>
                      <a:pt x="25698" y="6923"/>
                      <a:pt x="26168" y="10827"/>
                    </a:cubicBezTo>
                    <a:lnTo>
                      <a:pt x="22125" y="10827"/>
                    </a:lnTo>
                    <a:cubicBezTo>
                      <a:pt x="21765" y="8169"/>
                      <a:pt x="20769" y="6286"/>
                      <a:pt x="19107" y="5206"/>
                    </a:cubicBezTo>
                    <a:cubicBezTo>
                      <a:pt x="17446" y="4126"/>
                      <a:pt x="15341" y="3572"/>
                      <a:pt x="12821" y="3572"/>
                    </a:cubicBezTo>
                    <a:cubicBezTo>
                      <a:pt x="10301" y="3572"/>
                      <a:pt x="8363" y="4126"/>
                      <a:pt x="7034" y="5206"/>
                    </a:cubicBezTo>
                    <a:cubicBezTo>
                      <a:pt x="5704" y="6286"/>
                      <a:pt x="5040" y="7726"/>
                      <a:pt x="5040" y="9498"/>
                    </a:cubicBezTo>
                    <a:cubicBezTo>
                      <a:pt x="5040" y="11049"/>
                      <a:pt x="5594" y="12239"/>
                      <a:pt x="6674" y="13043"/>
                    </a:cubicBezTo>
                    <a:cubicBezTo>
                      <a:pt x="7754" y="13873"/>
                      <a:pt x="9110" y="14538"/>
                      <a:pt x="10772" y="15036"/>
                    </a:cubicBezTo>
                    <a:cubicBezTo>
                      <a:pt x="12406" y="15535"/>
                      <a:pt x="14178" y="16005"/>
                      <a:pt x="16089" y="16393"/>
                    </a:cubicBezTo>
                    <a:cubicBezTo>
                      <a:pt x="17999" y="16781"/>
                      <a:pt x="19772" y="17362"/>
                      <a:pt x="21405" y="18082"/>
                    </a:cubicBezTo>
                    <a:cubicBezTo>
                      <a:pt x="23039" y="18802"/>
                      <a:pt x="24396" y="19799"/>
                      <a:pt x="25504" y="21045"/>
                    </a:cubicBezTo>
                    <a:cubicBezTo>
                      <a:pt x="26584" y="22291"/>
                      <a:pt x="27137" y="24008"/>
                      <a:pt x="27137" y="26224"/>
                    </a:cubicBezTo>
                    <a:cubicBezTo>
                      <a:pt x="27137" y="27857"/>
                      <a:pt x="26777" y="29325"/>
                      <a:pt x="26085" y="30571"/>
                    </a:cubicBezTo>
                    <a:cubicBezTo>
                      <a:pt x="25365" y="31845"/>
                      <a:pt x="24396" y="32897"/>
                      <a:pt x="23150" y="33728"/>
                    </a:cubicBezTo>
                    <a:cubicBezTo>
                      <a:pt x="21904" y="34559"/>
                      <a:pt x="20436" y="35196"/>
                      <a:pt x="18719" y="35611"/>
                    </a:cubicBezTo>
                    <a:cubicBezTo>
                      <a:pt x="17002" y="36026"/>
                      <a:pt x="15147" y="36248"/>
                      <a:pt x="13098" y="36248"/>
                    </a:cubicBezTo>
                    <a:cubicBezTo>
                      <a:pt x="11049" y="36248"/>
                      <a:pt x="9249" y="35943"/>
                      <a:pt x="7670" y="35362"/>
                    </a:cubicBezTo>
                    <a:cubicBezTo>
                      <a:pt x="6092" y="34780"/>
                      <a:pt x="4763" y="33922"/>
                      <a:pt x="3655" y="32870"/>
                    </a:cubicBezTo>
                    <a:cubicBezTo>
                      <a:pt x="2548" y="31817"/>
                      <a:pt x="1689" y="30571"/>
                      <a:pt x="1052" y="29159"/>
                    </a:cubicBezTo>
                    <a:cubicBezTo>
                      <a:pt x="443" y="27746"/>
                      <a:pt x="83" y="26224"/>
                      <a:pt x="0" y="24562"/>
                    </a:cubicBezTo>
                    <a:lnTo>
                      <a:pt x="4043" y="24562"/>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684" name="Freeform 3683">
                <a:extLst>
                  <a:ext uri="{FF2B5EF4-FFF2-40B4-BE49-F238E27FC236}">
                    <a16:creationId xmlns:a16="http://schemas.microsoft.com/office/drawing/2014/main" id="{71B7D6B4-7BEE-A98A-6BF7-B241452C839E}"/>
                  </a:ext>
                </a:extLst>
              </p:cNvPr>
              <p:cNvSpPr/>
              <p:nvPr/>
            </p:nvSpPr>
            <p:spPr>
              <a:xfrm>
                <a:off x="2394352" y="4076272"/>
                <a:ext cx="4375" cy="47850"/>
              </a:xfrm>
              <a:custGeom>
                <a:avLst/>
                <a:gdLst>
                  <a:gd name="connsiteX0" fmla="*/ 0 w 4375"/>
                  <a:gd name="connsiteY0" fmla="*/ 5926 h 47850"/>
                  <a:gd name="connsiteX1" fmla="*/ 0 w 4375"/>
                  <a:gd name="connsiteY1" fmla="*/ 0 h 47850"/>
                  <a:gd name="connsiteX2" fmla="*/ 4375 w 4375"/>
                  <a:gd name="connsiteY2" fmla="*/ 0 h 47850"/>
                  <a:gd name="connsiteX3" fmla="*/ 4375 w 4375"/>
                  <a:gd name="connsiteY3" fmla="*/ 5926 h 47850"/>
                  <a:gd name="connsiteX4" fmla="*/ 0 w 4375"/>
                  <a:gd name="connsiteY4" fmla="*/ 5926 h 47850"/>
                  <a:gd name="connsiteX5" fmla="*/ 222 w 4375"/>
                  <a:gd name="connsiteY5" fmla="*/ 47850 h 47850"/>
                  <a:gd name="connsiteX6" fmla="*/ 222 w 4375"/>
                  <a:gd name="connsiteY6" fmla="*/ 13430 h 47850"/>
                  <a:gd name="connsiteX7" fmla="*/ 4209 w 4375"/>
                  <a:gd name="connsiteY7" fmla="*/ 13430 h 47850"/>
                  <a:gd name="connsiteX8" fmla="*/ 4209 w 4375"/>
                  <a:gd name="connsiteY8" fmla="*/ 47850 h 47850"/>
                  <a:gd name="connsiteX9" fmla="*/ 222 w 4375"/>
                  <a:gd name="connsiteY9" fmla="*/ 47850 h 47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75" h="47850">
                    <a:moveTo>
                      <a:pt x="0" y="5926"/>
                    </a:moveTo>
                    <a:lnTo>
                      <a:pt x="0" y="0"/>
                    </a:lnTo>
                    <a:lnTo>
                      <a:pt x="4375" y="0"/>
                    </a:lnTo>
                    <a:lnTo>
                      <a:pt x="4375" y="5926"/>
                    </a:lnTo>
                    <a:lnTo>
                      <a:pt x="0" y="5926"/>
                    </a:lnTo>
                    <a:close/>
                    <a:moveTo>
                      <a:pt x="222" y="47850"/>
                    </a:moveTo>
                    <a:lnTo>
                      <a:pt x="222" y="13430"/>
                    </a:lnTo>
                    <a:lnTo>
                      <a:pt x="4209" y="13430"/>
                    </a:lnTo>
                    <a:lnTo>
                      <a:pt x="4209" y="47850"/>
                    </a:lnTo>
                    <a:lnTo>
                      <a:pt x="222" y="47850"/>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685" name="Freeform 3684">
                <a:extLst>
                  <a:ext uri="{FF2B5EF4-FFF2-40B4-BE49-F238E27FC236}">
                    <a16:creationId xmlns:a16="http://schemas.microsoft.com/office/drawing/2014/main" id="{F419D124-F42C-65D7-6C92-AF10F7A05958}"/>
                  </a:ext>
                </a:extLst>
              </p:cNvPr>
              <p:cNvSpPr/>
              <p:nvPr/>
            </p:nvSpPr>
            <p:spPr>
              <a:xfrm>
                <a:off x="2408198" y="4088789"/>
                <a:ext cx="46798" cy="35417"/>
              </a:xfrm>
              <a:custGeom>
                <a:avLst/>
                <a:gdLst>
                  <a:gd name="connsiteX0" fmla="*/ 3988 w 46798"/>
                  <a:gd name="connsiteY0" fmla="*/ 35334 h 35417"/>
                  <a:gd name="connsiteX1" fmla="*/ 0 w 46798"/>
                  <a:gd name="connsiteY1" fmla="*/ 35334 h 35417"/>
                  <a:gd name="connsiteX2" fmla="*/ 0 w 46798"/>
                  <a:gd name="connsiteY2" fmla="*/ 914 h 35417"/>
                  <a:gd name="connsiteX3" fmla="*/ 3988 w 46798"/>
                  <a:gd name="connsiteY3" fmla="*/ 914 h 35417"/>
                  <a:gd name="connsiteX4" fmla="*/ 3988 w 46798"/>
                  <a:gd name="connsiteY4" fmla="*/ 6092 h 35417"/>
                  <a:gd name="connsiteX5" fmla="*/ 4126 w 46798"/>
                  <a:gd name="connsiteY5" fmla="*/ 6092 h 35417"/>
                  <a:gd name="connsiteX6" fmla="*/ 8501 w 46798"/>
                  <a:gd name="connsiteY6" fmla="*/ 1551 h 35417"/>
                  <a:gd name="connsiteX7" fmla="*/ 14760 w 46798"/>
                  <a:gd name="connsiteY7" fmla="*/ 0 h 35417"/>
                  <a:gd name="connsiteX8" fmla="*/ 18802 w 46798"/>
                  <a:gd name="connsiteY8" fmla="*/ 526 h 35417"/>
                  <a:gd name="connsiteX9" fmla="*/ 21627 w 46798"/>
                  <a:gd name="connsiteY9" fmla="*/ 1966 h 35417"/>
                  <a:gd name="connsiteX10" fmla="*/ 23565 w 46798"/>
                  <a:gd name="connsiteY10" fmla="*/ 4071 h 35417"/>
                  <a:gd name="connsiteX11" fmla="*/ 24867 w 46798"/>
                  <a:gd name="connsiteY11" fmla="*/ 6674 h 35417"/>
                  <a:gd name="connsiteX12" fmla="*/ 29491 w 46798"/>
                  <a:gd name="connsiteY12" fmla="*/ 1662 h 35417"/>
                  <a:gd name="connsiteX13" fmla="*/ 36110 w 46798"/>
                  <a:gd name="connsiteY13" fmla="*/ 28 h 35417"/>
                  <a:gd name="connsiteX14" fmla="*/ 41731 w 46798"/>
                  <a:gd name="connsiteY14" fmla="*/ 1191 h 35417"/>
                  <a:gd name="connsiteX15" fmla="*/ 44943 w 46798"/>
                  <a:gd name="connsiteY15" fmla="*/ 4237 h 35417"/>
                  <a:gd name="connsiteX16" fmla="*/ 46438 w 46798"/>
                  <a:gd name="connsiteY16" fmla="*/ 8585 h 35417"/>
                  <a:gd name="connsiteX17" fmla="*/ 46798 w 46798"/>
                  <a:gd name="connsiteY17" fmla="*/ 13624 h 35417"/>
                  <a:gd name="connsiteX18" fmla="*/ 46798 w 46798"/>
                  <a:gd name="connsiteY18" fmla="*/ 35362 h 35417"/>
                  <a:gd name="connsiteX19" fmla="*/ 42811 w 46798"/>
                  <a:gd name="connsiteY19" fmla="*/ 35362 h 35417"/>
                  <a:gd name="connsiteX20" fmla="*/ 42811 w 46798"/>
                  <a:gd name="connsiteY20" fmla="*/ 11575 h 35417"/>
                  <a:gd name="connsiteX21" fmla="*/ 41260 w 46798"/>
                  <a:gd name="connsiteY21" fmla="*/ 5732 h 35417"/>
                  <a:gd name="connsiteX22" fmla="*/ 35445 w 46798"/>
                  <a:gd name="connsiteY22" fmla="*/ 3600 h 35417"/>
                  <a:gd name="connsiteX23" fmla="*/ 31236 w 46798"/>
                  <a:gd name="connsiteY23" fmla="*/ 4569 h 35417"/>
                  <a:gd name="connsiteX24" fmla="*/ 27691 w 46798"/>
                  <a:gd name="connsiteY24" fmla="*/ 7532 h 35417"/>
                  <a:gd name="connsiteX25" fmla="*/ 26584 w 46798"/>
                  <a:gd name="connsiteY25" fmla="*/ 9554 h 35417"/>
                  <a:gd name="connsiteX26" fmla="*/ 25891 w 46798"/>
                  <a:gd name="connsiteY26" fmla="*/ 11991 h 35417"/>
                  <a:gd name="connsiteX27" fmla="*/ 25531 w 46798"/>
                  <a:gd name="connsiteY27" fmla="*/ 14511 h 35417"/>
                  <a:gd name="connsiteX28" fmla="*/ 25421 w 46798"/>
                  <a:gd name="connsiteY28" fmla="*/ 16837 h 35417"/>
                  <a:gd name="connsiteX29" fmla="*/ 25421 w 46798"/>
                  <a:gd name="connsiteY29" fmla="*/ 35390 h 35417"/>
                  <a:gd name="connsiteX30" fmla="*/ 21433 w 46798"/>
                  <a:gd name="connsiteY30" fmla="*/ 35390 h 35417"/>
                  <a:gd name="connsiteX31" fmla="*/ 21433 w 46798"/>
                  <a:gd name="connsiteY31" fmla="*/ 11603 h 35417"/>
                  <a:gd name="connsiteX32" fmla="*/ 19882 w 46798"/>
                  <a:gd name="connsiteY32" fmla="*/ 5760 h 35417"/>
                  <a:gd name="connsiteX33" fmla="*/ 14067 w 46798"/>
                  <a:gd name="connsiteY33" fmla="*/ 3628 h 35417"/>
                  <a:gd name="connsiteX34" fmla="*/ 9858 w 46798"/>
                  <a:gd name="connsiteY34" fmla="*/ 4597 h 35417"/>
                  <a:gd name="connsiteX35" fmla="*/ 6314 w 46798"/>
                  <a:gd name="connsiteY35" fmla="*/ 7560 h 35417"/>
                  <a:gd name="connsiteX36" fmla="*/ 5206 w 46798"/>
                  <a:gd name="connsiteY36" fmla="*/ 9581 h 35417"/>
                  <a:gd name="connsiteX37" fmla="*/ 4514 w 46798"/>
                  <a:gd name="connsiteY37" fmla="*/ 12018 h 35417"/>
                  <a:gd name="connsiteX38" fmla="*/ 4154 w 46798"/>
                  <a:gd name="connsiteY38" fmla="*/ 14538 h 35417"/>
                  <a:gd name="connsiteX39" fmla="*/ 4043 w 46798"/>
                  <a:gd name="connsiteY39" fmla="*/ 16864 h 35417"/>
                  <a:gd name="connsiteX40" fmla="*/ 4043 w 46798"/>
                  <a:gd name="connsiteY40" fmla="*/ 35417 h 35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46798" h="35417">
                    <a:moveTo>
                      <a:pt x="3988" y="35334"/>
                    </a:moveTo>
                    <a:lnTo>
                      <a:pt x="0" y="35334"/>
                    </a:lnTo>
                    <a:lnTo>
                      <a:pt x="0" y="914"/>
                    </a:lnTo>
                    <a:lnTo>
                      <a:pt x="3988" y="914"/>
                    </a:lnTo>
                    <a:lnTo>
                      <a:pt x="3988" y="6092"/>
                    </a:lnTo>
                    <a:lnTo>
                      <a:pt x="4126" y="6092"/>
                    </a:lnTo>
                    <a:cubicBezTo>
                      <a:pt x="5151" y="4099"/>
                      <a:pt x="6618" y="2575"/>
                      <a:pt x="8501" y="1551"/>
                    </a:cubicBezTo>
                    <a:cubicBezTo>
                      <a:pt x="10384" y="526"/>
                      <a:pt x="12489" y="0"/>
                      <a:pt x="14760" y="0"/>
                    </a:cubicBezTo>
                    <a:cubicBezTo>
                      <a:pt x="16366" y="0"/>
                      <a:pt x="17695" y="166"/>
                      <a:pt x="18802" y="526"/>
                    </a:cubicBezTo>
                    <a:cubicBezTo>
                      <a:pt x="19910" y="886"/>
                      <a:pt x="20852" y="1357"/>
                      <a:pt x="21627" y="1966"/>
                    </a:cubicBezTo>
                    <a:cubicBezTo>
                      <a:pt x="22402" y="2575"/>
                      <a:pt x="23039" y="3268"/>
                      <a:pt x="23565" y="4071"/>
                    </a:cubicBezTo>
                    <a:cubicBezTo>
                      <a:pt x="24064" y="4874"/>
                      <a:pt x="24507" y="5732"/>
                      <a:pt x="24867" y="6674"/>
                    </a:cubicBezTo>
                    <a:cubicBezTo>
                      <a:pt x="26030" y="4403"/>
                      <a:pt x="27553" y="2742"/>
                      <a:pt x="29491" y="1662"/>
                    </a:cubicBezTo>
                    <a:cubicBezTo>
                      <a:pt x="31430" y="582"/>
                      <a:pt x="33617" y="28"/>
                      <a:pt x="36110" y="28"/>
                    </a:cubicBezTo>
                    <a:cubicBezTo>
                      <a:pt x="38463" y="28"/>
                      <a:pt x="40319" y="415"/>
                      <a:pt x="41731" y="1191"/>
                    </a:cubicBezTo>
                    <a:cubicBezTo>
                      <a:pt x="43115" y="1966"/>
                      <a:pt x="44195" y="2991"/>
                      <a:pt x="44943" y="4237"/>
                    </a:cubicBezTo>
                    <a:cubicBezTo>
                      <a:pt x="45691" y="5483"/>
                      <a:pt x="46189" y="6951"/>
                      <a:pt x="46438" y="8585"/>
                    </a:cubicBezTo>
                    <a:cubicBezTo>
                      <a:pt x="46688" y="10218"/>
                      <a:pt x="46798" y="11907"/>
                      <a:pt x="46798" y="13624"/>
                    </a:cubicBezTo>
                    <a:lnTo>
                      <a:pt x="46798" y="35362"/>
                    </a:lnTo>
                    <a:lnTo>
                      <a:pt x="42811" y="35362"/>
                    </a:lnTo>
                    <a:lnTo>
                      <a:pt x="42811" y="11575"/>
                    </a:lnTo>
                    <a:cubicBezTo>
                      <a:pt x="42811" y="9083"/>
                      <a:pt x="42285" y="7145"/>
                      <a:pt x="41260" y="5732"/>
                    </a:cubicBezTo>
                    <a:cubicBezTo>
                      <a:pt x="40208" y="4320"/>
                      <a:pt x="38269" y="3600"/>
                      <a:pt x="35445" y="3600"/>
                    </a:cubicBezTo>
                    <a:cubicBezTo>
                      <a:pt x="33977" y="3600"/>
                      <a:pt x="32565" y="3932"/>
                      <a:pt x="31236" y="4569"/>
                    </a:cubicBezTo>
                    <a:cubicBezTo>
                      <a:pt x="29879" y="5206"/>
                      <a:pt x="28688" y="6203"/>
                      <a:pt x="27691" y="7532"/>
                    </a:cubicBezTo>
                    <a:cubicBezTo>
                      <a:pt x="27248" y="8114"/>
                      <a:pt x="26888" y="8778"/>
                      <a:pt x="26584" y="9554"/>
                    </a:cubicBezTo>
                    <a:cubicBezTo>
                      <a:pt x="26307" y="10329"/>
                      <a:pt x="26058" y="11132"/>
                      <a:pt x="25891" y="11991"/>
                    </a:cubicBezTo>
                    <a:cubicBezTo>
                      <a:pt x="25725" y="12821"/>
                      <a:pt x="25587" y="13680"/>
                      <a:pt x="25531" y="14511"/>
                    </a:cubicBezTo>
                    <a:cubicBezTo>
                      <a:pt x="25476" y="15341"/>
                      <a:pt x="25421" y="16117"/>
                      <a:pt x="25421" y="16837"/>
                    </a:cubicBezTo>
                    <a:lnTo>
                      <a:pt x="25421" y="35390"/>
                    </a:lnTo>
                    <a:lnTo>
                      <a:pt x="21433" y="35390"/>
                    </a:lnTo>
                    <a:lnTo>
                      <a:pt x="21433" y="11603"/>
                    </a:lnTo>
                    <a:cubicBezTo>
                      <a:pt x="21433" y="9111"/>
                      <a:pt x="20907" y="7172"/>
                      <a:pt x="19882" y="5760"/>
                    </a:cubicBezTo>
                    <a:cubicBezTo>
                      <a:pt x="18830" y="4348"/>
                      <a:pt x="16892" y="3628"/>
                      <a:pt x="14067" y="3628"/>
                    </a:cubicBezTo>
                    <a:cubicBezTo>
                      <a:pt x="12600" y="3628"/>
                      <a:pt x="11187" y="3960"/>
                      <a:pt x="9858" y="4597"/>
                    </a:cubicBezTo>
                    <a:cubicBezTo>
                      <a:pt x="8501" y="5234"/>
                      <a:pt x="7311" y="6231"/>
                      <a:pt x="6314" y="7560"/>
                    </a:cubicBezTo>
                    <a:cubicBezTo>
                      <a:pt x="5871" y="8141"/>
                      <a:pt x="5511" y="8806"/>
                      <a:pt x="5206" y="9581"/>
                    </a:cubicBezTo>
                    <a:cubicBezTo>
                      <a:pt x="4929" y="10357"/>
                      <a:pt x="4680" y="11160"/>
                      <a:pt x="4514" y="12018"/>
                    </a:cubicBezTo>
                    <a:cubicBezTo>
                      <a:pt x="4348" y="12849"/>
                      <a:pt x="4209" y="13707"/>
                      <a:pt x="4154" y="14538"/>
                    </a:cubicBezTo>
                    <a:cubicBezTo>
                      <a:pt x="4098" y="15369"/>
                      <a:pt x="4043" y="16144"/>
                      <a:pt x="4043" y="16864"/>
                    </a:cubicBezTo>
                    <a:lnTo>
                      <a:pt x="4043" y="35417"/>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686" name="Freeform 3685">
                <a:extLst>
                  <a:ext uri="{FF2B5EF4-FFF2-40B4-BE49-F238E27FC236}">
                    <a16:creationId xmlns:a16="http://schemas.microsoft.com/office/drawing/2014/main" id="{35FE197A-AB44-BB7C-04E5-8AE413E3A139}"/>
                  </a:ext>
                </a:extLst>
              </p:cNvPr>
              <p:cNvSpPr/>
              <p:nvPr/>
            </p:nvSpPr>
            <p:spPr>
              <a:xfrm>
                <a:off x="2464467" y="4076272"/>
                <a:ext cx="4375" cy="47850"/>
              </a:xfrm>
              <a:custGeom>
                <a:avLst/>
                <a:gdLst>
                  <a:gd name="connsiteX0" fmla="*/ 0 w 4375"/>
                  <a:gd name="connsiteY0" fmla="*/ 5926 h 47850"/>
                  <a:gd name="connsiteX1" fmla="*/ 0 w 4375"/>
                  <a:gd name="connsiteY1" fmla="*/ 0 h 47850"/>
                  <a:gd name="connsiteX2" fmla="*/ 4375 w 4375"/>
                  <a:gd name="connsiteY2" fmla="*/ 0 h 47850"/>
                  <a:gd name="connsiteX3" fmla="*/ 4375 w 4375"/>
                  <a:gd name="connsiteY3" fmla="*/ 5926 h 47850"/>
                  <a:gd name="connsiteX4" fmla="*/ 0 w 4375"/>
                  <a:gd name="connsiteY4" fmla="*/ 5926 h 47850"/>
                  <a:gd name="connsiteX5" fmla="*/ 221 w 4375"/>
                  <a:gd name="connsiteY5" fmla="*/ 47850 h 47850"/>
                  <a:gd name="connsiteX6" fmla="*/ 221 w 4375"/>
                  <a:gd name="connsiteY6" fmla="*/ 13430 h 47850"/>
                  <a:gd name="connsiteX7" fmla="*/ 4209 w 4375"/>
                  <a:gd name="connsiteY7" fmla="*/ 13430 h 47850"/>
                  <a:gd name="connsiteX8" fmla="*/ 4209 w 4375"/>
                  <a:gd name="connsiteY8" fmla="*/ 47850 h 47850"/>
                  <a:gd name="connsiteX9" fmla="*/ 221 w 4375"/>
                  <a:gd name="connsiteY9" fmla="*/ 47850 h 47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75" h="47850">
                    <a:moveTo>
                      <a:pt x="0" y="5926"/>
                    </a:moveTo>
                    <a:lnTo>
                      <a:pt x="0" y="0"/>
                    </a:lnTo>
                    <a:lnTo>
                      <a:pt x="4375" y="0"/>
                    </a:lnTo>
                    <a:lnTo>
                      <a:pt x="4375" y="5926"/>
                    </a:lnTo>
                    <a:lnTo>
                      <a:pt x="0" y="5926"/>
                    </a:lnTo>
                    <a:close/>
                    <a:moveTo>
                      <a:pt x="221" y="47850"/>
                    </a:moveTo>
                    <a:lnTo>
                      <a:pt x="221" y="13430"/>
                    </a:lnTo>
                    <a:lnTo>
                      <a:pt x="4209" y="13430"/>
                    </a:lnTo>
                    <a:lnTo>
                      <a:pt x="4209" y="47850"/>
                    </a:lnTo>
                    <a:lnTo>
                      <a:pt x="221" y="47850"/>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687" name="Freeform 3686">
                <a:extLst>
                  <a:ext uri="{FF2B5EF4-FFF2-40B4-BE49-F238E27FC236}">
                    <a16:creationId xmlns:a16="http://schemas.microsoft.com/office/drawing/2014/main" id="{9A175211-A7AD-3649-561A-7D68AFE3B654}"/>
                  </a:ext>
                </a:extLst>
              </p:cNvPr>
              <p:cNvSpPr/>
              <p:nvPr/>
            </p:nvSpPr>
            <p:spPr>
              <a:xfrm>
                <a:off x="2479420" y="4076272"/>
                <a:ext cx="3987" cy="47850"/>
              </a:xfrm>
              <a:custGeom>
                <a:avLst/>
                <a:gdLst>
                  <a:gd name="connsiteX0" fmla="*/ 0 w 3987"/>
                  <a:gd name="connsiteY0" fmla="*/ 47850 h 47850"/>
                  <a:gd name="connsiteX1" fmla="*/ 0 w 3987"/>
                  <a:gd name="connsiteY1" fmla="*/ 0 h 47850"/>
                  <a:gd name="connsiteX2" fmla="*/ 3988 w 3987"/>
                  <a:gd name="connsiteY2" fmla="*/ 0 h 47850"/>
                  <a:gd name="connsiteX3" fmla="*/ 3988 w 3987"/>
                  <a:gd name="connsiteY3" fmla="*/ 47850 h 47850"/>
                  <a:gd name="connsiteX4" fmla="*/ 0 w 3987"/>
                  <a:gd name="connsiteY4" fmla="*/ 47850 h 47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87" h="47850">
                    <a:moveTo>
                      <a:pt x="0" y="47850"/>
                    </a:moveTo>
                    <a:lnTo>
                      <a:pt x="0" y="0"/>
                    </a:lnTo>
                    <a:lnTo>
                      <a:pt x="3988" y="0"/>
                    </a:lnTo>
                    <a:lnTo>
                      <a:pt x="3988" y="47850"/>
                    </a:lnTo>
                    <a:lnTo>
                      <a:pt x="0" y="47850"/>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688" name="Freeform 3687">
                <a:extLst>
                  <a:ext uri="{FF2B5EF4-FFF2-40B4-BE49-F238E27FC236}">
                    <a16:creationId xmlns:a16="http://schemas.microsoft.com/office/drawing/2014/main" id="{3FA74398-60FC-4B0A-FEE1-0B22C71A584A}"/>
                  </a:ext>
                </a:extLst>
              </p:cNvPr>
              <p:cNvSpPr/>
              <p:nvPr/>
            </p:nvSpPr>
            <p:spPr>
              <a:xfrm>
                <a:off x="2491771" y="4088816"/>
                <a:ext cx="32454" cy="36303"/>
              </a:xfrm>
              <a:custGeom>
                <a:avLst/>
                <a:gdLst>
                  <a:gd name="connsiteX0" fmla="*/ 17639 w 32454"/>
                  <a:gd name="connsiteY0" fmla="*/ 15230 h 36303"/>
                  <a:gd name="connsiteX1" fmla="*/ 20325 w 32454"/>
                  <a:gd name="connsiteY1" fmla="*/ 14843 h 36303"/>
                  <a:gd name="connsiteX2" fmla="*/ 22873 w 32454"/>
                  <a:gd name="connsiteY2" fmla="*/ 14123 h 36303"/>
                  <a:gd name="connsiteX3" fmla="*/ 24092 w 32454"/>
                  <a:gd name="connsiteY3" fmla="*/ 12572 h 36303"/>
                  <a:gd name="connsiteX4" fmla="*/ 24313 w 32454"/>
                  <a:gd name="connsiteY4" fmla="*/ 10551 h 36303"/>
                  <a:gd name="connsiteX5" fmla="*/ 22347 w 32454"/>
                  <a:gd name="connsiteY5" fmla="*/ 5538 h 36303"/>
                  <a:gd name="connsiteX6" fmla="*/ 15729 w 32454"/>
                  <a:gd name="connsiteY6" fmla="*/ 3572 h 36303"/>
                  <a:gd name="connsiteX7" fmla="*/ 11935 w 32454"/>
                  <a:gd name="connsiteY7" fmla="*/ 3932 h 36303"/>
                  <a:gd name="connsiteX8" fmla="*/ 8917 w 32454"/>
                  <a:gd name="connsiteY8" fmla="*/ 5206 h 36303"/>
                  <a:gd name="connsiteX9" fmla="*/ 6784 w 32454"/>
                  <a:gd name="connsiteY9" fmla="*/ 7587 h 36303"/>
                  <a:gd name="connsiteX10" fmla="*/ 5677 w 32454"/>
                  <a:gd name="connsiteY10" fmla="*/ 11354 h 36303"/>
                  <a:gd name="connsiteX11" fmla="*/ 1634 w 32454"/>
                  <a:gd name="connsiteY11" fmla="*/ 11354 h 36303"/>
                  <a:gd name="connsiteX12" fmla="*/ 3018 w 32454"/>
                  <a:gd name="connsiteY12" fmla="*/ 6148 h 36303"/>
                  <a:gd name="connsiteX13" fmla="*/ 6120 w 32454"/>
                  <a:gd name="connsiteY13" fmla="*/ 2631 h 36303"/>
                  <a:gd name="connsiteX14" fmla="*/ 10495 w 32454"/>
                  <a:gd name="connsiteY14" fmla="*/ 637 h 36303"/>
                  <a:gd name="connsiteX15" fmla="*/ 15784 w 32454"/>
                  <a:gd name="connsiteY15" fmla="*/ 0 h 36303"/>
                  <a:gd name="connsiteX16" fmla="*/ 20658 w 32454"/>
                  <a:gd name="connsiteY16" fmla="*/ 554 h 36303"/>
                  <a:gd name="connsiteX17" fmla="*/ 24645 w 32454"/>
                  <a:gd name="connsiteY17" fmla="*/ 2354 h 36303"/>
                  <a:gd name="connsiteX18" fmla="*/ 27304 w 32454"/>
                  <a:gd name="connsiteY18" fmla="*/ 5649 h 36303"/>
                  <a:gd name="connsiteX19" fmla="*/ 28273 w 32454"/>
                  <a:gd name="connsiteY19" fmla="*/ 10689 h 36303"/>
                  <a:gd name="connsiteX20" fmla="*/ 28273 w 32454"/>
                  <a:gd name="connsiteY20" fmla="*/ 29436 h 36303"/>
                  <a:gd name="connsiteX21" fmla="*/ 29104 w 32454"/>
                  <a:gd name="connsiteY21" fmla="*/ 32399 h 36303"/>
                  <a:gd name="connsiteX22" fmla="*/ 32454 w 32454"/>
                  <a:gd name="connsiteY22" fmla="*/ 32095 h 36303"/>
                  <a:gd name="connsiteX23" fmla="*/ 32454 w 32454"/>
                  <a:gd name="connsiteY23" fmla="*/ 35224 h 36303"/>
                  <a:gd name="connsiteX24" fmla="*/ 31097 w 32454"/>
                  <a:gd name="connsiteY24" fmla="*/ 35611 h 36303"/>
                  <a:gd name="connsiteX25" fmla="*/ 29325 w 32454"/>
                  <a:gd name="connsiteY25" fmla="*/ 35888 h 36303"/>
                  <a:gd name="connsiteX26" fmla="*/ 27525 w 32454"/>
                  <a:gd name="connsiteY26" fmla="*/ 35694 h 36303"/>
                  <a:gd name="connsiteX27" fmla="*/ 25919 w 32454"/>
                  <a:gd name="connsiteY27" fmla="*/ 35057 h 36303"/>
                  <a:gd name="connsiteX28" fmla="*/ 24950 w 32454"/>
                  <a:gd name="connsiteY28" fmla="*/ 33867 h 36303"/>
                  <a:gd name="connsiteX29" fmla="*/ 24452 w 32454"/>
                  <a:gd name="connsiteY29" fmla="*/ 32344 h 36303"/>
                  <a:gd name="connsiteX30" fmla="*/ 24313 w 32454"/>
                  <a:gd name="connsiteY30" fmla="*/ 30571 h 36303"/>
                  <a:gd name="connsiteX31" fmla="*/ 18526 w 32454"/>
                  <a:gd name="connsiteY31" fmla="*/ 34836 h 36303"/>
                  <a:gd name="connsiteX32" fmla="*/ 11492 w 32454"/>
                  <a:gd name="connsiteY32" fmla="*/ 36303 h 36303"/>
                  <a:gd name="connsiteX33" fmla="*/ 7144 w 32454"/>
                  <a:gd name="connsiteY33" fmla="*/ 35694 h 36303"/>
                  <a:gd name="connsiteX34" fmla="*/ 3461 w 32454"/>
                  <a:gd name="connsiteY34" fmla="*/ 33839 h 36303"/>
                  <a:gd name="connsiteX35" fmla="*/ 941 w 32454"/>
                  <a:gd name="connsiteY35" fmla="*/ 30738 h 36303"/>
                  <a:gd name="connsiteX36" fmla="*/ 0 w 32454"/>
                  <a:gd name="connsiteY36" fmla="*/ 26390 h 36303"/>
                  <a:gd name="connsiteX37" fmla="*/ 12018 w 32454"/>
                  <a:gd name="connsiteY37" fmla="*/ 16033 h 36303"/>
                  <a:gd name="connsiteX38" fmla="*/ 17529 w 32454"/>
                  <a:gd name="connsiteY38" fmla="*/ 15313 h 36303"/>
                  <a:gd name="connsiteX39" fmla="*/ 24341 w 32454"/>
                  <a:gd name="connsiteY39" fmla="*/ 17224 h 36303"/>
                  <a:gd name="connsiteX40" fmla="*/ 19218 w 32454"/>
                  <a:gd name="connsiteY40" fmla="*/ 18609 h 36303"/>
                  <a:gd name="connsiteX41" fmla="*/ 14040 w 32454"/>
                  <a:gd name="connsiteY41" fmla="*/ 19135 h 36303"/>
                  <a:gd name="connsiteX42" fmla="*/ 6895 w 32454"/>
                  <a:gd name="connsiteY42" fmla="*/ 21184 h 36303"/>
                  <a:gd name="connsiteX43" fmla="*/ 4348 w 32454"/>
                  <a:gd name="connsiteY43" fmla="*/ 26445 h 36303"/>
                  <a:gd name="connsiteX44" fmla="*/ 4984 w 32454"/>
                  <a:gd name="connsiteY44" fmla="*/ 29214 h 36303"/>
                  <a:gd name="connsiteX45" fmla="*/ 6646 w 32454"/>
                  <a:gd name="connsiteY45" fmla="*/ 31153 h 36303"/>
                  <a:gd name="connsiteX46" fmla="*/ 9027 w 32454"/>
                  <a:gd name="connsiteY46" fmla="*/ 32288 h 36303"/>
                  <a:gd name="connsiteX47" fmla="*/ 11797 w 32454"/>
                  <a:gd name="connsiteY47" fmla="*/ 32648 h 36303"/>
                  <a:gd name="connsiteX48" fmla="*/ 16449 w 32454"/>
                  <a:gd name="connsiteY48" fmla="*/ 32039 h 36303"/>
                  <a:gd name="connsiteX49" fmla="*/ 20464 w 32454"/>
                  <a:gd name="connsiteY49" fmla="*/ 30211 h 36303"/>
                  <a:gd name="connsiteX50" fmla="*/ 23288 w 32454"/>
                  <a:gd name="connsiteY50" fmla="*/ 27082 h 36303"/>
                  <a:gd name="connsiteX51" fmla="*/ 24341 w 32454"/>
                  <a:gd name="connsiteY51" fmla="*/ 22596 h 36303"/>
                  <a:gd name="connsiteX52" fmla="*/ 24341 w 32454"/>
                  <a:gd name="connsiteY52" fmla="*/ 17224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32454" h="36303">
                    <a:moveTo>
                      <a:pt x="17639" y="15230"/>
                    </a:moveTo>
                    <a:cubicBezTo>
                      <a:pt x="18387" y="15147"/>
                      <a:pt x="19301" y="15009"/>
                      <a:pt x="20325" y="14843"/>
                    </a:cubicBezTo>
                    <a:cubicBezTo>
                      <a:pt x="21378" y="14677"/>
                      <a:pt x="22209" y="14427"/>
                      <a:pt x="22873" y="14123"/>
                    </a:cubicBezTo>
                    <a:cubicBezTo>
                      <a:pt x="23538" y="13818"/>
                      <a:pt x="23953" y="13292"/>
                      <a:pt x="24092" y="12572"/>
                    </a:cubicBezTo>
                    <a:cubicBezTo>
                      <a:pt x="24258" y="11852"/>
                      <a:pt x="24313" y="11160"/>
                      <a:pt x="24313" y="10551"/>
                    </a:cubicBezTo>
                    <a:cubicBezTo>
                      <a:pt x="24313" y="8501"/>
                      <a:pt x="23648" y="6840"/>
                      <a:pt x="22347" y="5538"/>
                    </a:cubicBezTo>
                    <a:cubicBezTo>
                      <a:pt x="21045" y="4237"/>
                      <a:pt x="18830" y="3572"/>
                      <a:pt x="15729" y="3572"/>
                    </a:cubicBezTo>
                    <a:cubicBezTo>
                      <a:pt x="14344" y="3572"/>
                      <a:pt x="13098" y="3683"/>
                      <a:pt x="11935" y="3932"/>
                    </a:cubicBezTo>
                    <a:cubicBezTo>
                      <a:pt x="10772" y="4181"/>
                      <a:pt x="9775" y="4597"/>
                      <a:pt x="8917" y="5206"/>
                    </a:cubicBezTo>
                    <a:cubicBezTo>
                      <a:pt x="8058" y="5815"/>
                      <a:pt x="7338" y="6591"/>
                      <a:pt x="6784" y="7587"/>
                    </a:cubicBezTo>
                    <a:cubicBezTo>
                      <a:pt x="6231" y="8585"/>
                      <a:pt x="5871" y="9831"/>
                      <a:pt x="5677" y="11354"/>
                    </a:cubicBezTo>
                    <a:lnTo>
                      <a:pt x="1634" y="11354"/>
                    </a:lnTo>
                    <a:cubicBezTo>
                      <a:pt x="1772" y="9304"/>
                      <a:pt x="2243" y="7587"/>
                      <a:pt x="3018" y="6148"/>
                    </a:cubicBezTo>
                    <a:cubicBezTo>
                      <a:pt x="3794" y="4708"/>
                      <a:pt x="4846" y="3545"/>
                      <a:pt x="6120" y="2631"/>
                    </a:cubicBezTo>
                    <a:cubicBezTo>
                      <a:pt x="7394" y="1717"/>
                      <a:pt x="8834" y="1052"/>
                      <a:pt x="10495" y="637"/>
                    </a:cubicBezTo>
                    <a:cubicBezTo>
                      <a:pt x="12157" y="222"/>
                      <a:pt x="13929" y="0"/>
                      <a:pt x="15784" y="0"/>
                    </a:cubicBezTo>
                    <a:cubicBezTo>
                      <a:pt x="17501" y="0"/>
                      <a:pt x="19135" y="194"/>
                      <a:pt x="20658" y="554"/>
                    </a:cubicBezTo>
                    <a:cubicBezTo>
                      <a:pt x="22181" y="942"/>
                      <a:pt x="23510" y="1523"/>
                      <a:pt x="24645" y="2354"/>
                    </a:cubicBezTo>
                    <a:cubicBezTo>
                      <a:pt x="25781" y="3185"/>
                      <a:pt x="26667" y="4265"/>
                      <a:pt x="27304" y="5649"/>
                    </a:cubicBezTo>
                    <a:cubicBezTo>
                      <a:pt x="27941" y="7034"/>
                      <a:pt x="28273" y="8695"/>
                      <a:pt x="28273" y="10689"/>
                    </a:cubicBezTo>
                    <a:lnTo>
                      <a:pt x="28273" y="29436"/>
                    </a:lnTo>
                    <a:cubicBezTo>
                      <a:pt x="28273" y="30987"/>
                      <a:pt x="28550" y="31984"/>
                      <a:pt x="29104" y="32399"/>
                    </a:cubicBezTo>
                    <a:cubicBezTo>
                      <a:pt x="29657" y="32815"/>
                      <a:pt x="30765" y="32731"/>
                      <a:pt x="32454" y="32095"/>
                    </a:cubicBezTo>
                    <a:lnTo>
                      <a:pt x="32454" y="35224"/>
                    </a:lnTo>
                    <a:cubicBezTo>
                      <a:pt x="32150" y="35306"/>
                      <a:pt x="31679" y="35445"/>
                      <a:pt x="31097" y="35611"/>
                    </a:cubicBezTo>
                    <a:cubicBezTo>
                      <a:pt x="30488" y="35777"/>
                      <a:pt x="29907" y="35888"/>
                      <a:pt x="29325" y="35888"/>
                    </a:cubicBezTo>
                    <a:cubicBezTo>
                      <a:pt x="28716" y="35888"/>
                      <a:pt x="28107" y="35833"/>
                      <a:pt x="27525" y="35694"/>
                    </a:cubicBezTo>
                    <a:cubicBezTo>
                      <a:pt x="26861" y="35611"/>
                      <a:pt x="26334" y="35390"/>
                      <a:pt x="25919" y="35057"/>
                    </a:cubicBezTo>
                    <a:cubicBezTo>
                      <a:pt x="25531" y="34725"/>
                      <a:pt x="25199" y="34337"/>
                      <a:pt x="24950" y="33867"/>
                    </a:cubicBezTo>
                    <a:cubicBezTo>
                      <a:pt x="24701" y="33396"/>
                      <a:pt x="24535" y="32897"/>
                      <a:pt x="24452" y="32344"/>
                    </a:cubicBezTo>
                    <a:cubicBezTo>
                      <a:pt x="24368" y="31790"/>
                      <a:pt x="24313" y="31208"/>
                      <a:pt x="24313" y="30571"/>
                    </a:cubicBezTo>
                    <a:cubicBezTo>
                      <a:pt x="22624" y="32427"/>
                      <a:pt x="20713" y="33839"/>
                      <a:pt x="18526" y="34836"/>
                    </a:cubicBezTo>
                    <a:cubicBezTo>
                      <a:pt x="16366" y="35805"/>
                      <a:pt x="14012" y="36303"/>
                      <a:pt x="11492" y="36303"/>
                    </a:cubicBezTo>
                    <a:cubicBezTo>
                      <a:pt x="9997" y="36303"/>
                      <a:pt x="8529" y="36110"/>
                      <a:pt x="7144" y="35694"/>
                    </a:cubicBezTo>
                    <a:cubicBezTo>
                      <a:pt x="5760" y="35306"/>
                      <a:pt x="4514" y="34670"/>
                      <a:pt x="3461" y="33839"/>
                    </a:cubicBezTo>
                    <a:cubicBezTo>
                      <a:pt x="2409" y="33008"/>
                      <a:pt x="1551" y="31956"/>
                      <a:pt x="941" y="30738"/>
                    </a:cubicBezTo>
                    <a:cubicBezTo>
                      <a:pt x="332" y="29519"/>
                      <a:pt x="0" y="28079"/>
                      <a:pt x="0" y="26390"/>
                    </a:cubicBezTo>
                    <a:cubicBezTo>
                      <a:pt x="0" y="20547"/>
                      <a:pt x="4015" y="17086"/>
                      <a:pt x="12018" y="16033"/>
                    </a:cubicBezTo>
                    <a:lnTo>
                      <a:pt x="17529" y="15313"/>
                    </a:lnTo>
                    <a:close/>
                    <a:moveTo>
                      <a:pt x="24341" y="17224"/>
                    </a:moveTo>
                    <a:cubicBezTo>
                      <a:pt x="22652" y="17944"/>
                      <a:pt x="20962" y="18387"/>
                      <a:pt x="19218" y="18609"/>
                    </a:cubicBezTo>
                    <a:cubicBezTo>
                      <a:pt x="17501" y="18830"/>
                      <a:pt x="15756" y="18996"/>
                      <a:pt x="14040" y="19135"/>
                    </a:cubicBezTo>
                    <a:cubicBezTo>
                      <a:pt x="10993" y="19356"/>
                      <a:pt x="8612" y="20049"/>
                      <a:pt x="6895" y="21184"/>
                    </a:cubicBezTo>
                    <a:cubicBezTo>
                      <a:pt x="5178" y="22347"/>
                      <a:pt x="4348" y="24092"/>
                      <a:pt x="4348" y="26445"/>
                    </a:cubicBezTo>
                    <a:cubicBezTo>
                      <a:pt x="4348" y="27498"/>
                      <a:pt x="4569" y="28439"/>
                      <a:pt x="4984" y="29214"/>
                    </a:cubicBezTo>
                    <a:cubicBezTo>
                      <a:pt x="5400" y="29990"/>
                      <a:pt x="5954" y="30627"/>
                      <a:pt x="6646" y="31153"/>
                    </a:cubicBezTo>
                    <a:cubicBezTo>
                      <a:pt x="7338" y="31651"/>
                      <a:pt x="8141" y="32039"/>
                      <a:pt x="9027" y="32288"/>
                    </a:cubicBezTo>
                    <a:cubicBezTo>
                      <a:pt x="9941" y="32537"/>
                      <a:pt x="10855" y="32648"/>
                      <a:pt x="11797" y="32648"/>
                    </a:cubicBezTo>
                    <a:cubicBezTo>
                      <a:pt x="13403" y="32648"/>
                      <a:pt x="14953" y="32455"/>
                      <a:pt x="16449" y="32039"/>
                    </a:cubicBezTo>
                    <a:cubicBezTo>
                      <a:pt x="17944" y="31651"/>
                      <a:pt x="19301" y="31042"/>
                      <a:pt x="20464" y="30211"/>
                    </a:cubicBezTo>
                    <a:cubicBezTo>
                      <a:pt x="21627" y="29380"/>
                      <a:pt x="22569" y="28356"/>
                      <a:pt x="23288" y="27082"/>
                    </a:cubicBezTo>
                    <a:cubicBezTo>
                      <a:pt x="24008" y="25809"/>
                      <a:pt x="24341" y="24313"/>
                      <a:pt x="24341" y="22596"/>
                    </a:cubicBezTo>
                    <a:lnTo>
                      <a:pt x="24341" y="17224"/>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689" name="Freeform 3688">
                <a:extLst>
                  <a:ext uri="{FF2B5EF4-FFF2-40B4-BE49-F238E27FC236}">
                    <a16:creationId xmlns:a16="http://schemas.microsoft.com/office/drawing/2014/main" id="{7EA72D6D-E70E-A5E1-0EE6-959D9F07196E}"/>
                  </a:ext>
                </a:extLst>
              </p:cNvPr>
              <p:cNvSpPr/>
              <p:nvPr/>
            </p:nvSpPr>
            <p:spPr>
              <a:xfrm>
                <a:off x="2530732" y="4088761"/>
                <a:ext cx="15368" cy="35361"/>
              </a:xfrm>
              <a:custGeom>
                <a:avLst/>
                <a:gdLst>
                  <a:gd name="connsiteX0" fmla="*/ 3988 w 15368"/>
                  <a:gd name="connsiteY0" fmla="*/ 35362 h 35361"/>
                  <a:gd name="connsiteX1" fmla="*/ 0 w 15368"/>
                  <a:gd name="connsiteY1" fmla="*/ 35362 h 35361"/>
                  <a:gd name="connsiteX2" fmla="*/ 0 w 15368"/>
                  <a:gd name="connsiteY2" fmla="*/ 941 h 35361"/>
                  <a:gd name="connsiteX3" fmla="*/ 3988 w 15368"/>
                  <a:gd name="connsiteY3" fmla="*/ 941 h 35361"/>
                  <a:gd name="connsiteX4" fmla="*/ 3988 w 15368"/>
                  <a:gd name="connsiteY4" fmla="*/ 7393 h 35361"/>
                  <a:gd name="connsiteX5" fmla="*/ 4126 w 15368"/>
                  <a:gd name="connsiteY5" fmla="*/ 7393 h 35361"/>
                  <a:gd name="connsiteX6" fmla="*/ 8418 w 15368"/>
                  <a:gd name="connsiteY6" fmla="*/ 1634 h 35361"/>
                  <a:gd name="connsiteX7" fmla="*/ 15369 w 15368"/>
                  <a:gd name="connsiteY7" fmla="*/ 0 h 35361"/>
                  <a:gd name="connsiteX8" fmla="*/ 15369 w 15368"/>
                  <a:gd name="connsiteY8" fmla="*/ 4320 h 35361"/>
                  <a:gd name="connsiteX9" fmla="*/ 9775 w 15368"/>
                  <a:gd name="connsiteY9" fmla="*/ 5372 h 35361"/>
                  <a:gd name="connsiteX10" fmla="*/ 6286 w 15368"/>
                  <a:gd name="connsiteY10" fmla="*/ 8418 h 35361"/>
                  <a:gd name="connsiteX11" fmla="*/ 4486 w 15368"/>
                  <a:gd name="connsiteY11" fmla="*/ 12959 h 35361"/>
                  <a:gd name="connsiteX12" fmla="*/ 3988 w 15368"/>
                  <a:gd name="connsiteY12" fmla="*/ 18442 h 35361"/>
                  <a:gd name="connsiteX13" fmla="*/ 3988 w 15368"/>
                  <a:gd name="connsiteY13" fmla="*/ 35334 h 353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5368" h="35361">
                    <a:moveTo>
                      <a:pt x="3988" y="35362"/>
                    </a:moveTo>
                    <a:lnTo>
                      <a:pt x="0" y="35362"/>
                    </a:lnTo>
                    <a:lnTo>
                      <a:pt x="0" y="941"/>
                    </a:lnTo>
                    <a:lnTo>
                      <a:pt x="3988" y="941"/>
                    </a:lnTo>
                    <a:lnTo>
                      <a:pt x="3988" y="7393"/>
                    </a:lnTo>
                    <a:lnTo>
                      <a:pt x="4126" y="7393"/>
                    </a:lnTo>
                    <a:cubicBezTo>
                      <a:pt x="5234" y="4652"/>
                      <a:pt x="6674" y="2741"/>
                      <a:pt x="8418" y="1634"/>
                    </a:cubicBezTo>
                    <a:cubicBezTo>
                      <a:pt x="10163" y="554"/>
                      <a:pt x="12489" y="0"/>
                      <a:pt x="15369" y="0"/>
                    </a:cubicBezTo>
                    <a:lnTo>
                      <a:pt x="15369" y="4320"/>
                    </a:lnTo>
                    <a:cubicBezTo>
                      <a:pt x="13098" y="4264"/>
                      <a:pt x="11243" y="4624"/>
                      <a:pt x="9775" y="5372"/>
                    </a:cubicBezTo>
                    <a:cubicBezTo>
                      <a:pt x="8307" y="6120"/>
                      <a:pt x="7144" y="7144"/>
                      <a:pt x="6286" y="8418"/>
                    </a:cubicBezTo>
                    <a:cubicBezTo>
                      <a:pt x="5427" y="9692"/>
                      <a:pt x="4818" y="11215"/>
                      <a:pt x="4486" y="12959"/>
                    </a:cubicBezTo>
                    <a:cubicBezTo>
                      <a:pt x="4154" y="14704"/>
                      <a:pt x="3988" y="16532"/>
                      <a:pt x="3988" y="18442"/>
                    </a:cubicBezTo>
                    <a:lnTo>
                      <a:pt x="3988" y="35334"/>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grpSp>
        <p:grpSp>
          <p:nvGrpSpPr>
            <p:cNvPr id="28" name="Group 27">
              <a:extLst>
                <a:ext uri="{FF2B5EF4-FFF2-40B4-BE49-F238E27FC236}">
                  <a16:creationId xmlns:a16="http://schemas.microsoft.com/office/drawing/2014/main" id="{AB07A783-66B3-4E73-65A9-B183FCA4FDE8}"/>
                </a:ext>
              </a:extLst>
            </p:cNvPr>
            <p:cNvGrpSpPr/>
            <p:nvPr/>
          </p:nvGrpSpPr>
          <p:grpSpPr>
            <a:xfrm>
              <a:off x="1521265" y="1488453"/>
              <a:ext cx="8998359" cy="4984663"/>
              <a:chOff x="1521265" y="1488453"/>
              <a:chExt cx="8998359" cy="4984663"/>
            </a:xfrm>
          </p:grpSpPr>
          <p:grpSp>
            <p:nvGrpSpPr>
              <p:cNvPr id="27" name="Group 26">
                <a:extLst>
                  <a:ext uri="{FF2B5EF4-FFF2-40B4-BE49-F238E27FC236}">
                    <a16:creationId xmlns:a16="http://schemas.microsoft.com/office/drawing/2014/main" id="{E8EEF424-6EE5-A5B9-CE52-ACA483ADB658}"/>
                  </a:ext>
                </a:extLst>
              </p:cNvPr>
              <p:cNvGrpSpPr/>
              <p:nvPr/>
            </p:nvGrpSpPr>
            <p:grpSpPr>
              <a:xfrm>
                <a:off x="1521265" y="4505290"/>
                <a:ext cx="3250599" cy="1967826"/>
                <a:chOff x="1521265" y="4505290"/>
                <a:chExt cx="3250599" cy="1967826"/>
              </a:xfrm>
            </p:grpSpPr>
            <p:grpSp>
              <p:nvGrpSpPr>
                <p:cNvPr id="33" name="Group 32">
                  <a:extLst>
                    <a:ext uri="{FF2B5EF4-FFF2-40B4-BE49-F238E27FC236}">
                      <a16:creationId xmlns:a16="http://schemas.microsoft.com/office/drawing/2014/main" id="{5EBA989A-5381-6B28-B861-DD723F401D75}"/>
                    </a:ext>
                  </a:extLst>
                </p:cNvPr>
                <p:cNvGrpSpPr/>
                <p:nvPr/>
              </p:nvGrpSpPr>
              <p:grpSpPr>
                <a:xfrm>
                  <a:off x="1599990" y="4559723"/>
                  <a:ext cx="3033840" cy="1913393"/>
                  <a:chOff x="1356094" y="4445442"/>
                  <a:chExt cx="3309643" cy="2087338"/>
                </a:xfrm>
              </p:grpSpPr>
              <p:grpSp>
                <p:nvGrpSpPr>
                  <p:cNvPr id="3695" name="Graphic 14">
                    <a:extLst>
                      <a:ext uri="{FF2B5EF4-FFF2-40B4-BE49-F238E27FC236}">
                        <a16:creationId xmlns:a16="http://schemas.microsoft.com/office/drawing/2014/main" id="{E45835AB-6D63-49E8-D4A8-2CC2627013C4}"/>
                      </a:ext>
                    </a:extLst>
                  </p:cNvPr>
                  <p:cNvGrpSpPr/>
                  <p:nvPr/>
                </p:nvGrpSpPr>
                <p:grpSpPr>
                  <a:xfrm>
                    <a:off x="1379900" y="4445442"/>
                    <a:ext cx="865660" cy="242681"/>
                    <a:chOff x="1653747" y="3712934"/>
                    <a:chExt cx="233604" cy="65489"/>
                  </a:xfrm>
                  <a:solidFill>
                    <a:srgbClr val="26A6DE"/>
                  </a:solidFill>
                </p:grpSpPr>
                <p:grpSp>
                  <p:nvGrpSpPr>
                    <p:cNvPr id="3696" name="Graphic 14">
                      <a:extLst>
                        <a:ext uri="{FF2B5EF4-FFF2-40B4-BE49-F238E27FC236}">
                          <a16:creationId xmlns:a16="http://schemas.microsoft.com/office/drawing/2014/main" id="{DA789AD2-F8E2-3BFD-158A-F4B6CCF2F23A}"/>
                        </a:ext>
                      </a:extLst>
                    </p:cNvPr>
                    <p:cNvGrpSpPr/>
                    <p:nvPr/>
                  </p:nvGrpSpPr>
                  <p:grpSpPr>
                    <a:xfrm>
                      <a:off x="1737901" y="3712934"/>
                      <a:ext cx="77563" cy="47878"/>
                      <a:chOff x="1737901" y="3712934"/>
                      <a:chExt cx="77563" cy="47878"/>
                    </a:xfrm>
                    <a:solidFill>
                      <a:srgbClr val="26A6DE"/>
                    </a:solidFill>
                  </p:grpSpPr>
                  <p:sp>
                    <p:nvSpPr>
                      <p:cNvPr id="3698" name="Freeform 3697">
                        <a:extLst>
                          <a:ext uri="{FF2B5EF4-FFF2-40B4-BE49-F238E27FC236}">
                            <a16:creationId xmlns:a16="http://schemas.microsoft.com/office/drawing/2014/main" id="{9AE9E153-5515-ADEB-5E31-0155BDB93757}"/>
                          </a:ext>
                        </a:extLst>
                      </p:cNvPr>
                      <p:cNvSpPr/>
                      <p:nvPr/>
                    </p:nvSpPr>
                    <p:spPr>
                      <a:xfrm>
                        <a:off x="1737901" y="3712934"/>
                        <a:ext cx="42256" cy="47850"/>
                      </a:xfrm>
                      <a:custGeom>
                        <a:avLst/>
                        <a:gdLst>
                          <a:gd name="connsiteX0" fmla="*/ 0 w 42256"/>
                          <a:gd name="connsiteY0" fmla="*/ 47851 h 47850"/>
                          <a:gd name="connsiteX1" fmla="*/ 18802 w 42256"/>
                          <a:gd name="connsiteY1" fmla="*/ 0 h 47850"/>
                          <a:gd name="connsiteX2" fmla="*/ 23925 w 42256"/>
                          <a:gd name="connsiteY2" fmla="*/ 0 h 47850"/>
                          <a:gd name="connsiteX3" fmla="*/ 42257 w 42256"/>
                          <a:gd name="connsiteY3" fmla="*/ 47851 h 47850"/>
                          <a:gd name="connsiteX4" fmla="*/ 37605 w 42256"/>
                          <a:gd name="connsiteY4" fmla="*/ 47851 h 47850"/>
                          <a:gd name="connsiteX5" fmla="*/ 32094 w 42256"/>
                          <a:gd name="connsiteY5" fmla="*/ 32842 h 47850"/>
                          <a:gd name="connsiteX6" fmla="*/ 10301 w 42256"/>
                          <a:gd name="connsiteY6" fmla="*/ 32842 h 47850"/>
                          <a:gd name="connsiteX7" fmla="*/ 4652 w 42256"/>
                          <a:gd name="connsiteY7" fmla="*/ 47851 h 47850"/>
                          <a:gd name="connsiteX8" fmla="*/ 0 w 42256"/>
                          <a:gd name="connsiteY8" fmla="*/ 47851 h 47850"/>
                          <a:gd name="connsiteX9" fmla="*/ 11824 w 42256"/>
                          <a:gd name="connsiteY9" fmla="*/ 28993 h 47850"/>
                          <a:gd name="connsiteX10" fmla="*/ 30571 w 42256"/>
                          <a:gd name="connsiteY10" fmla="*/ 28993 h 47850"/>
                          <a:gd name="connsiteX11" fmla="*/ 21212 w 42256"/>
                          <a:gd name="connsiteY11" fmla="*/ 3877 h 47850"/>
                          <a:gd name="connsiteX12" fmla="*/ 11852 w 42256"/>
                          <a:gd name="connsiteY12" fmla="*/ 28993 h 47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256" h="47850">
                            <a:moveTo>
                              <a:pt x="0" y="47851"/>
                            </a:moveTo>
                            <a:lnTo>
                              <a:pt x="18802" y="0"/>
                            </a:lnTo>
                            <a:lnTo>
                              <a:pt x="23925" y="0"/>
                            </a:lnTo>
                            <a:lnTo>
                              <a:pt x="42257" y="47851"/>
                            </a:lnTo>
                            <a:lnTo>
                              <a:pt x="37605" y="47851"/>
                            </a:lnTo>
                            <a:lnTo>
                              <a:pt x="32094" y="32842"/>
                            </a:lnTo>
                            <a:lnTo>
                              <a:pt x="10301" y="32842"/>
                            </a:lnTo>
                            <a:lnTo>
                              <a:pt x="4652" y="47851"/>
                            </a:lnTo>
                            <a:lnTo>
                              <a:pt x="0" y="47851"/>
                            </a:lnTo>
                            <a:close/>
                            <a:moveTo>
                              <a:pt x="11824" y="28993"/>
                            </a:moveTo>
                            <a:lnTo>
                              <a:pt x="30571" y="28993"/>
                            </a:lnTo>
                            <a:lnTo>
                              <a:pt x="21212" y="3877"/>
                            </a:lnTo>
                            <a:lnTo>
                              <a:pt x="11852" y="28993"/>
                            </a:lnTo>
                            <a:close/>
                          </a:path>
                        </a:pathLst>
                      </a:custGeom>
                      <a:solidFill>
                        <a:srgbClr val="26A6DE"/>
                      </a:solidFill>
                      <a:ln w="2767" cap="flat">
                        <a:noFill/>
                        <a:prstDash val="solid"/>
                        <a:miter/>
                      </a:ln>
                    </p:spPr>
                    <p:txBody>
                      <a:bodyPr rtlCol="0" anchor="ctr"/>
                      <a:lstStyle/>
                      <a:p>
                        <a:endParaRPr lang="en-US" sz="2000" dirty="0">
                          <a:latin typeface="Helvetica" pitchFamily="2" charset="0"/>
                        </a:endParaRPr>
                      </a:p>
                    </p:txBody>
                  </p:sp>
                  <p:sp>
                    <p:nvSpPr>
                      <p:cNvPr id="3699" name="Freeform 3698">
                        <a:extLst>
                          <a:ext uri="{FF2B5EF4-FFF2-40B4-BE49-F238E27FC236}">
                            <a16:creationId xmlns:a16="http://schemas.microsoft.com/office/drawing/2014/main" id="{1EBFDC3B-2462-AF8D-0511-C089A89A4FB6}"/>
                          </a:ext>
                        </a:extLst>
                      </p:cNvPr>
                      <p:cNvSpPr/>
                      <p:nvPr/>
                    </p:nvSpPr>
                    <p:spPr>
                      <a:xfrm>
                        <a:off x="1784423" y="3713931"/>
                        <a:ext cx="31041" cy="46881"/>
                      </a:xfrm>
                      <a:custGeom>
                        <a:avLst/>
                        <a:gdLst>
                          <a:gd name="connsiteX0" fmla="*/ 1412 w 31041"/>
                          <a:gd name="connsiteY0" fmla="*/ 15369 h 46881"/>
                          <a:gd name="connsiteX1" fmla="*/ 2465 w 31041"/>
                          <a:gd name="connsiteY1" fmla="*/ 9083 h 46881"/>
                          <a:gd name="connsiteX2" fmla="*/ 5511 w 31041"/>
                          <a:gd name="connsiteY2" fmla="*/ 4237 h 46881"/>
                          <a:gd name="connsiteX3" fmla="*/ 10329 w 31041"/>
                          <a:gd name="connsiteY3" fmla="*/ 1108 h 46881"/>
                          <a:gd name="connsiteX4" fmla="*/ 16615 w 31041"/>
                          <a:gd name="connsiteY4" fmla="*/ 0 h 46881"/>
                          <a:gd name="connsiteX5" fmla="*/ 22818 w 31041"/>
                          <a:gd name="connsiteY5" fmla="*/ 1025 h 46881"/>
                          <a:gd name="connsiteX6" fmla="*/ 27331 w 31041"/>
                          <a:gd name="connsiteY6" fmla="*/ 3794 h 46881"/>
                          <a:gd name="connsiteX7" fmla="*/ 30100 w 31041"/>
                          <a:gd name="connsiteY7" fmla="*/ 7920 h 46881"/>
                          <a:gd name="connsiteX8" fmla="*/ 31042 w 31041"/>
                          <a:gd name="connsiteY8" fmla="*/ 12960 h 46881"/>
                          <a:gd name="connsiteX9" fmla="*/ 30017 w 31041"/>
                          <a:gd name="connsiteY9" fmla="*/ 18470 h 46881"/>
                          <a:gd name="connsiteX10" fmla="*/ 27304 w 31041"/>
                          <a:gd name="connsiteY10" fmla="*/ 22734 h 46881"/>
                          <a:gd name="connsiteX11" fmla="*/ 23455 w 31041"/>
                          <a:gd name="connsiteY11" fmla="*/ 26057 h 46881"/>
                          <a:gd name="connsiteX12" fmla="*/ 19024 w 31041"/>
                          <a:gd name="connsiteY12" fmla="*/ 28827 h 46881"/>
                          <a:gd name="connsiteX13" fmla="*/ 14566 w 31041"/>
                          <a:gd name="connsiteY13" fmla="*/ 31319 h 46881"/>
                          <a:gd name="connsiteX14" fmla="*/ 10633 w 31041"/>
                          <a:gd name="connsiteY14" fmla="*/ 33839 h 46881"/>
                          <a:gd name="connsiteX15" fmla="*/ 8446 w 31041"/>
                          <a:gd name="connsiteY15" fmla="*/ 35666 h 46881"/>
                          <a:gd name="connsiteX16" fmla="*/ 6507 w 31041"/>
                          <a:gd name="connsiteY16" fmla="*/ 37771 h 46881"/>
                          <a:gd name="connsiteX17" fmla="*/ 5123 w 31041"/>
                          <a:gd name="connsiteY17" fmla="*/ 40263 h 46881"/>
                          <a:gd name="connsiteX18" fmla="*/ 4514 w 31041"/>
                          <a:gd name="connsiteY18" fmla="*/ 43282 h 46881"/>
                          <a:gd name="connsiteX19" fmla="*/ 30627 w 31041"/>
                          <a:gd name="connsiteY19" fmla="*/ 43282 h 46881"/>
                          <a:gd name="connsiteX20" fmla="*/ 30627 w 31041"/>
                          <a:gd name="connsiteY20" fmla="*/ 46881 h 46881"/>
                          <a:gd name="connsiteX21" fmla="*/ 0 w 31041"/>
                          <a:gd name="connsiteY21" fmla="*/ 46881 h 46881"/>
                          <a:gd name="connsiteX22" fmla="*/ 720 w 31041"/>
                          <a:gd name="connsiteY22" fmla="*/ 40762 h 46881"/>
                          <a:gd name="connsiteX23" fmla="*/ 3655 w 31041"/>
                          <a:gd name="connsiteY23" fmla="*/ 35445 h 46881"/>
                          <a:gd name="connsiteX24" fmla="*/ 8750 w 31041"/>
                          <a:gd name="connsiteY24" fmla="*/ 30654 h 46881"/>
                          <a:gd name="connsiteX25" fmla="*/ 13901 w 31041"/>
                          <a:gd name="connsiteY25" fmla="*/ 27110 h 46881"/>
                          <a:gd name="connsiteX26" fmla="*/ 18692 w 31041"/>
                          <a:gd name="connsiteY26" fmla="*/ 24258 h 46881"/>
                          <a:gd name="connsiteX27" fmla="*/ 22679 w 31041"/>
                          <a:gd name="connsiteY27" fmla="*/ 21433 h 46881"/>
                          <a:gd name="connsiteX28" fmla="*/ 25393 w 31041"/>
                          <a:gd name="connsiteY28" fmla="*/ 17972 h 46881"/>
                          <a:gd name="connsiteX29" fmla="*/ 26390 w 31041"/>
                          <a:gd name="connsiteY29" fmla="*/ 13264 h 46881"/>
                          <a:gd name="connsiteX30" fmla="*/ 25587 w 31041"/>
                          <a:gd name="connsiteY30" fmla="*/ 9221 h 46881"/>
                          <a:gd name="connsiteX31" fmla="*/ 23399 w 31041"/>
                          <a:gd name="connsiteY31" fmla="*/ 6175 h 46881"/>
                          <a:gd name="connsiteX32" fmla="*/ 20132 w 31041"/>
                          <a:gd name="connsiteY32" fmla="*/ 4292 h 46881"/>
                          <a:gd name="connsiteX33" fmla="*/ 16089 w 31041"/>
                          <a:gd name="connsiteY33" fmla="*/ 3655 h 46881"/>
                          <a:gd name="connsiteX34" fmla="*/ 11880 w 31041"/>
                          <a:gd name="connsiteY34" fmla="*/ 4624 h 46881"/>
                          <a:gd name="connsiteX35" fmla="*/ 8612 w 31041"/>
                          <a:gd name="connsiteY35" fmla="*/ 7172 h 46881"/>
                          <a:gd name="connsiteX36" fmla="*/ 6507 w 31041"/>
                          <a:gd name="connsiteY36" fmla="*/ 10883 h 46881"/>
                          <a:gd name="connsiteX37" fmla="*/ 5898 w 31041"/>
                          <a:gd name="connsiteY37" fmla="*/ 15396 h 46881"/>
                          <a:gd name="connsiteX38" fmla="*/ 1385 w 31041"/>
                          <a:gd name="connsiteY38" fmla="*/ 15396 h 46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31041" h="46881">
                            <a:moveTo>
                              <a:pt x="1412" y="15369"/>
                            </a:moveTo>
                            <a:cubicBezTo>
                              <a:pt x="1412" y="13070"/>
                              <a:pt x="1772" y="10966"/>
                              <a:pt x="2465" y="9083"/>
                            </a:cubicBezTo>
                            <a:cubicBezTo>
                              <a:pt x="3184" y="7200"/>
                              <a:pt x="4181" y="5594"/>
                              <a:pt x="5511" y="4237"/>
                            </a:cubicBezTo>
                            <a:cubicBezTo>
                              <a:pt x="6840" y="2880"/>
                              <a:pt x="8446" y="1855"/>
                              <a:pt x="10329" y="1108"/>
                            </a:cubicBezTo>
                            <a:cubicBezTo>
                              <a:pt x="12212" y="388"/>
                              <a:pt x="14316" y="0"/>
                              <a:pt x="16615" y="0"/>
                            </a:cubicBezTo>
                            <a:cubicBezTo>
                              <a:pt x="18913" y="0"/>
                              <a:pt x="21045" y="332"/>
                              <a:pt x="22818" y="1025"/>
                            </a:cubicBezTo>
                            <a:cubicBezTo>
                              <a:pt x="24590" y="1717"/>
                              <a:pt x="26113" y="2631"/>
                              <a:pt x="27331" y="3794"/>
                            </a:cubicBezTo>
                            <a:cubicBezTo>
                              <a:pt x="28550" y="4957"/>
                              <a:pt x="29464" y="6314"/>
                              <a:pt x="30100" y="7920"/>
                            </a:cubicBezTo>
                            <a:cubicBezTo>
                              <a:pt x="30737" y="9526"/>
                              <a:pt x="31042" y="11187"/>
                              <a:pt x="31042" y="12960"/>
                            </a:cubicBezTo>
                            <a:cubicBezTo>
                              <a:pt x="31042" y="15036"/>
                              <a:pt x="30710" y="16892"/>
                              <a:pt x="30017" y="18470"/>
                            </a:cubicBezTo>
                            <a:cubicBezTo>
                              <a:pt x="29325" y="20049"/>
                              <a:pt x="28411" y="21489"/>
                              <a:pt x="27304" y="22734"/>
                            </a:cubicBezTo>
                            <a:cubicBezTo>
                              <a:pt x="26168" y="23981"/>
                              <a:pt x="24895" y="25088"/>
                              <a:pt x="23455" y="26057"/>
                            </a:cubicBezTo>
                            <a:cubicBezTo>
                              <a:pt x="22015" y="27027"/>
                              <a:pt x="20547" y="27940"/>
                              <a:pt x="19024" y="28827"/>
                            </a:cubicBezTo>
                            <a:cubicBezTo>
                              <a:pt x="17529" y="29685"/>
                              <a:pt x="16033" y="30516"/>
                              <a:pt x="14566" y="31319"/>
                            </a:cubicBezTo>
                            <a:cubicBezTo>
                              <a:pt x="13098" y="32122"/>
                              <a:pt x="11796" y="32953"/>
                              <a:pt x="10633" y="33839"/>
                            </a:cubicBezTo>
                            <a:cubicBezTo>
                              <a:pt x="9886" y="34420"/>
                              <a:pt x="9138" y="35029"/>
                              <a:pt x="8446" y="35666"/>
                            </a:cubicBezTo>
                            <a:cubicBezTo>
                              <a:pt x="7726" y="36303"/>
                              <a:pt x="7089" y="36996"/>
                              <a:pt x="6507" y="37771"/>
                            </a:cubicBezTo>
                            <a:cubicBezTo>
                              <a:pt x="5926" y="38519"/>
                              <a:pt x="5455" y="39349"/>
                              <a:pt x="5123" y="40263"/>
                            </a:cubicBezTo>
                            <a:cubicBezTo>
                              <a:pt x="4763" y="41177"/>
                              <a:pt x="4569" y="42174"/>
                              <a:pt x="4514" y="43282"/>
                            </a:cubicBezTo>
                            <a:lnTo>
                              <a:pt x="30627" y="43282"/>
                            </a:lnTo>
                            <a:lnTo>
                              <a:pt x="30627" y="46881"/>
                            </a:lnTo>
                            <a:lnTo>
                              <a:pt x="0" y="46881"/>
                            </a:lnTo>
                            <a:cubicBezTo>
                              <a:pt x="55" y="44611"/>
                              <a:pt x="277" y="42589"/>
                              <a:pt x="720" y="40762"/>
                            </a:cubicBezTo>
                            <a:cubicBezTo>
                              <a:pt x="1163" y="38934"/>
                              <a:pt x="2132" y="37162"/>
                              <a:pt x="3655" y="35445"/>
                            </a:cubicBezTo>
                            <a:cubicBezTo>
                              <a:pt x="5289" y="33590"/>
                              <a:pt x="6978" y="31983"/>
                              <a:pt x="8750" y="30654"/>
                            </a:cubicBezTo>
                            <a:cubicBezTo>
                              <a:pt x="10495" y="29325"/>
                              <a:pt x="12212" y="28134"/>
                              <a:pt x="13901" y="27110"/>
                            </a:cubicBezTo>
                            <a:cubicBezTo>
                              <a:pt x="15590" y="26057"/>
                              <a:pt x="17169" y="25116"/>
                              <a:pt x="18692" y="24258"/>
                            </a:cubicBezTo>
                            <a:cubicBezTo>
                              <a:pt x="20187" y="23399"/>
                              <a:pt x="21516" y="22458"/>
                              <a:pt x="22679" y="21433"/>
                            </a:cubicBezTo>
                            <a:cubicBezTo>
                              <a:pt x="23842" y="20409"/>
                              <a:pt x="24728" y="19273"/>
                              <a:pt x="25393" y="17972"/>
                            </a:cubicBezTo>
                            <a:cubicBezTo>
                              <a:pt x="26058" y="16698"/>
                              <a:pt x="26390" y="15119"/>
                              <a:pt x="26390" y="13264"/>
                            </a:cubicBezTo>
                            <a:cubicBezTo>
                              <a:pt x="26390" y="11769"/>
                              <a:pt x="26113" y="10412"/>
                              <a:pt x="25587" y="9221"/>
                            </a:cubicBezTo>
                            <a:cubicBezTo>
                              <a:pt x="25061" y="8030"/>
                              <a:pt x="24313" y="7006"/>
                              <a:pt x="23399" y="6175"/>
                            </a:cubicBezTo>
                            <a:cubicBezTo>
                              <a:pt x="22458" y="5344"/>
                              <a:pt x="21378" y="4708"/>
                              <a:pt x="20132" y="4292"/>
                            </a:cubicBezTo>
                            <a:cubicBezTo>
                              <a:pt x="18885" y="3877"/>
                              <a:pt x="17529" y="3655"/>
                              <a:pt x="16089" y="3655"/>
                            </a:cubicBezTo>
                            <a:cubicBezTo>
                              <a:pt x="14538" y="3655"/>
                              <a:pt x="13126" y="3988"/>
                              <a:pt x="11880" y="4624"/>
                            </a:cubicBezTo>
                            <a:cubicBezTo>
                              <a:pt x="10606" y="5261"/>
                              <a:pt x="9526" y="6120"/>
                              <a:pt x="8612" y="7172"/>
                            </a:cubicBezTo>
                            <a:cubicBezTo>
                              <a:pt x="7698" y="8224"/>
                              <a:pt x="7006" y="9470"/>
                              <a:pt x="6507" y="10883"/>
                            </a:cubicBezTo>
                            <a:cubicBezTo>
                              <a:pt x="6009" y="12295"/>
                              <a:pt x="5815" y="13818"/>
                              <a:pt x="5898" y="15396"/>
                            </a:cubicBezTo>
                            <a:lnTo>
                              <a:pt x="1385" y="15396"/>
                            </a:lnTo>
                            <a:close/>
                          </a:path>
                        </a:pathLst>
                      </a:custGeom>
                      <a:solidFill>
                        <a:srgbClr val="26A6DE"/>
                      </a:solidFill>
                      <a:ln w="2767" cap="flat">
                        <a:noFill/>
                        <a:prstDash val="solid"/>
                        <a:miter/>
                      </a:ln>
                    </p:spPr>
                    <p:txBody>
                      <a:bodyPr rtlCol="0" anchor="ctr"/>
                      <a:lstStyle/>
                      <a:p>
                        <a:endParaRPr lang="en-US" sz="2000" dirty="0">
                          <a:latin typeface="Helvetica" pitchFamily="2" charset="0"/>
                        </a:endParaRPr>
                      </a:p>
                    </p:txBody>
                  </p:sp>
                </p:grpSp>
                <p:sp>
                  <p:nvSpPr>
                    <p:cNvPr id="3697" name="Freeform 3696">
                      <a:extLst>
                        <a:ext uri="{FF2B5EF4-FFF2-40B4-BE49-F238E27FC236}">
                          <a16:creationId xmlns:a16="http://schemas.microsoft.com/office/drawing/2014/main" id="{EB9BB219-FB11-E934-DD37-A82EE4E6021D}"/>
                        </a:ext>
                      </a:extLst>
                    </p:cNvPr>
                    <p:cNvSpPr/>
                    <p:nvPr/>
                  </p:nvSpPr>
                  <p:spPr>
                    <a:xfrm>
                      <a:off x="1653747" y="3778424"/>
                      <a:ext cx="233604" cy="2769"/>
                    </a:xfrm>
                    <a:custGeom>
                      <a:avLst/>
                      <a:gdLst>
                        <a:gd name="connsiteX0" fmla="*/ 0 w 233604"/>
                        <a:gd name="connsiteY0" fmla="*/ 0 h 2769"/>
                        <a:gd name="connsiteX1" fmla="*/ 233604 w 233604"/>
                        <a:gd name="connsiteY1" fmla="*/ 0 h 2769"/>
                      </a:gdLst>
                      <a:ahLst/>
                      <a:cxnLst>
                        <a:cxn ang="0">
                          <a:pos x="connsiteX0" y="connsiteY0"/>
                        </a:cxn>
                        <a:cxn ang="0">
                          <a:pos x="connsiteX1" y="connsiteY1"/>
                        </a:cxn>
                      </a:cxnLst>
                      <a:rect l="l" t="t" r="r" b="b"/>
                      <a:pathLst>
                        <a:path w="233604" h="2769">
                          <a:moveTo>
                            <a:pt x="0" y="0"/>
                          </a:moveTo>
                          <a:lnTo>
                            <a:pt x="233604" y="0"/>
                          </a:lnTo>
                        </a:path>
                      </a:pathLst>
                    </a:custGeom>
                    <a:ln w="5534" cap="flat">
                      <a:solidFill>
                        <a:srgbClr val="26A6DE"/>
                      </a:solidFill>
                      <a:prstDash val="solid"/>
                      <a:miter/>
                    </a:ln>
                  </p:spPr>
                  <p:txBody>
                    <a:bodyPr rtlCol="0" anchor="ctr"/>
                    <a:lstStyle/>
                    <a:p>
                      <a:endParaRPr lang="en-US" sz="2000" dirty="0">
                        <a:latin typeface="Helvetica" pitchFamily="2" charset="0"/>
                      </a:endParaRPr>
                    </a:p>
                  </p:txBody>
                </p:sp>
              </p:grpSp>
              <p:grpSp>
                <p:nvGrpSpPr>
                  <p:cNvPr id="3728" name="Graphic 14">
                    <a:extLst>
                      <a:ext uri="{FF2B5EF4-FFF2-40B4-BE49-F238E27FC236}">
                        <a16:creationId xmlns:a16="http://schemas.microsoft.com/office/drawing/2014/main" id="{F9A415AF-520A-A47F-B21E-4167DF07CF31}"/>
                      </a:ext>
                    </a:extLst>
                  </p:cNvPr>
                  <p:cNvGrpSpPr/>
                  <p:nvPr/>
                </p:nvGrpSpPr>
                <p:grpSpPr>
                  <a:xfrm>
                    <a:off x="3800077" y="4445442"/>
                    <a:ext cx="865660" cy="242681"/>
                    <a:chOff x="2306848" y="3712934"/>
                    <a:chExt cx="233604" cy="65489"/>
                  </a:xfrm>
                  <a:solidFill>
                    <a:srgbClr val="26A6DE"/>
                  </a:solidFill>
                </p:grpSpPr>
                <p:grpSp>
                  <p:nvGrpSpPr>
                    <p:cNvPr id="3729" name="Graphic 14">
                      <a:extLst>
                        <a:ext uri="{FF2B5EF4-FFF2-40B4-BE49-F238E27FC236}">
                          <a16:creationId xmlns:a16="http://schemas.microsoft.com/office/drawing/2014/main" id="{5A739A27-FFA2-3878-E242-5E48BB2CE290}"/>
                        </a:ext>
                      </a:extLst>
                    </p:cNvPr>
                    <p:cNvGrpSpPr/>
                    <p:nvPr/>
                  </p:nvGrpSpPr>
                  <p:grpSpPr>
                    <a:xfrm>
                      <a:off x="2395377" y="3712934"/>
                      <a:ext cx="73160" cy="47878"/>
                      <a:chOff x="2395377" y="3712934"/>
                      <a:chExt cx="73160" cy="47878"/>
                    </a:xfrm>
                    <a:solidFill>
                      <a:srgbClr val="26A6DE"/>
                    </a:solidFill>
                  </p:grpSpPr>
                  <p:sp>
                    <p:nvSpPr>
                      <p:cNvPr id="3731" name="Freeform 3730">
                        <a:extLst>
                          <a:ext uri="{FF2B5EF4-FFF2-40B4-BE49-F238E27FC236}">
                            <a16:creationId xmlns:a16="http://schemas.microsoft.com/office/drawing/2014/main" id="{849CD638-ED43-9EA7-FF81-6F651FB47C5D}"/>
                          </a:ext>
                        </a:extLst>
                      </p:cNvPr>
                      <p:cNvSpPr/>
                      <p:nvPr/>
                    </p:nvSpPr>
                    <p:spPr>
                      <a:xfrm>
                        <a:off x="2395377" y="3712934"/>
                        <a:ext cx="35168" cy="47850"/>
                      </a:xfrm>
                      <a:custGeom>
                        <a:avLst/>
                        <a:gdLst>
                          <a:gd name="connsiteX0" fmla="*/ 0 w 35168"/>
                          <a:gd name="connsiteY0" fmla="*/ 47851 h 47850"/>
                          <a:gd name="connsiteX1" fmla="*/ 0 w 35168"/>
                          <a:gd name="connsiteY1" fmla="*/ 0 h 47850"/>
                          <a:gd name="connsiteX2" fmla="*/ 17279 w 35168"/>
                          <a:gd name="connsiteY2" fmla="*/ 0 h 47850"/>
                          <a:gd name="connsiteX3" fmla="*/ 24452 w 35168"/>
                          <a:gd name="connsiteY3" fmla="*/ 858 h 47850"/>
                          <a:gd name="connsiteX4" fmla="*/ 29325 w 35168"/>
                          <a:gd name="connsiteY4" fmla="*/ 3323 h 47850"/>
                          <a:gd name="connsiteX5" fmla="*/ 32094 w 35168"/>
                          <a:gd name="connsiteY5" fmla="*/ 7144 h 47850"/>
                          <a:gd name="connsiteX6" fmla="*/ 32953 w 35168"/>
                          <a:gd name="connsiteY6" fmla="*/ 12018 h 47850"/>
                          <a:gd name="connsiteX7" fmla="*/ 32288 w 35168"/>
                          <a:gd name="connsiteY7" fmla="*/ 16366 h 47850"/>
                          <a:gd name="connsiteX8" fmla="*/ 30571 w 35168"/>
                          <a:gd name="connsiteY8" fmla="*/ 19411 h 47850"/>
                          <a:gd name="connsiteX9" fmla="*/ 28134 w 35168"/>
                          <a:gd name="connsiteY9" fmla="*/ 21350 h 47850"/>
                          <a:gd name="connsiteX10" fmla="*/ 25310 w 35168"/>
                          <a:gd name="connsiteY10" fmla="*/ 22319 h 47850"/>
                          <a:gd name="connsiteX11" fmla="*/ 25310 w 35168"/>
                          <a:gd name="connsiteY11" fmla="*/ 22458 h 47850"/>
                          <a:gd name="connsiteX12" fmla="*/ 32731 w 35168"/>
                          <a:gd name="connsiteY12" fmla="*/ 26390 h 47850"/>
                          <a:gd name="connsiteX13" fmla="*/ 35168 w 35168"/>
                          <a:gd name="connsiteY13" fmla="*/ 34365 h 47850"/>
                          <a:gd name="connsiteX14" fmla="*/ 34005 w 35168"/>
                          <a:gd name="connsiteY14" fmla="*/ 40679 h 47850"/>
                          <a:gd name="connsiteX15" fmla="*/ 30793 w 35168"/>
                          <a:gd name="connsiteY15" fmla="*/ 44860 h 47850"/>
                          <a:gd name="connsiteX16" fmla="*/ 25836 w 35168"/>
                          <a:gd name="connsiteY16" fmla="*/ 47158 h 47850"/>
                          <a:gd name="connsiteX17" fmla="*/ 19550 w 35168"/>
                          <a:gd name="connsiteY17" fmla="*/ 47851 h 47850"/>
                          <a:gd name="connsiteX18" fmla="*/ 0 w 35168"/>
                          <a:gd name="connsiteY18" fmla="*/ 47851 h 47850"/>
                          <a:gd name="connsiteX19" fmla="*/ 4541 w 35168"/>
                          <a:gd name="connsiteY19" fmla="*/ 21156 h 47850"/>
                          <a:gd name="connsiteX20" fmla="*/ 15978 w 35168"/>
                          <a:gd name="connsiteY20" fmla="*/ 21156 h 47850"/>
                          <a:gd name="connsiteX21" fmla="*/ 21904 w 35168"/>
                          <a:gd name="connsiteY21" fmla="*/ 20547 h 47850"/>
                          <a:gd name="connsiteX22" fmla="*/ 25753 w 35168"/>
                          <a:gd name="connsiteY22" fmla="*/ 18775 h 47850"/>
                          <a:gd name="connsiteX23" fmla="*/ 27857 w 35168"/>
                          <a:gd name="connsiteY23" fmla="*/ 15923 h 47850"/>
                          <a:gd name="connsiteX24" fmla="*/ 28494 w 35168"/>
                          <a:gd name="connsiteY24" fmla="*/ 12046 h 47850"/>
                          <a:gd name="connsiteX25" fmla="*/ 27774 w 35168"/>
                          <a:gd name="connsiteY25" fmla="*/ 8224 h 47850"/>
                          <a:gd name="connsiteX26" fmla="*/ 25448 w 35168"/>
                          <a:gd name="connsiteY26" fmla="*/ 5704 h 47850"/>
                          <a:gd name="connsiteX27" fmla="*/ 21295 w 35168"/>
                          <a:gd name="connsiteY27" fmla="*/ 4320 h 47850"/>
                          <a:gd name="connsiteX28" fmla="*/ 15009 w 35168"/>
                          <a:gd name="connsiteY28" fmla="*/ 3877 h 47850"/>
                          <a:gd name="connsiteX29" fmla="*/ 4569 w 35168"/>
                          <a:gd name="connsiteY29" fmla="*/ 3877 h 47850"/>
                          <a:gd name="connsiteX30" fmla="*/ 4569 w 35168"/>
                          <a:gd name="connsiteY30" fmla="*/ 21156 h 47850"/>
                          <a:gd name="connsiteX31" fmla="*/ 4541 w 35168"/>
                          <a:gd name="connsiteY31" fmla="*/ 44001 h 47850"/>
                          <a:gd name="connsiteX32" fmla="*/ 16033 w 35168"/>
                          <a:gd name="connsiteY32" fmla="*/ 44001 h 47850"/>
                          <a:gd name="connsiteX33" fmla="*/ 22513 w 35168"/>
                          <a:gd name="connsiteY33" fmla="*/ 43669 h 47850"/>
                          <a:gd name="connsiteX34" fmla="*/ 27054 w 35168"/>
                          <a:gd name="connsiteY34" fmla="*/ 42312 h 47850"/>
                          <a:gd name="connsiteX35" fmla="*/ 29741 w 35168"/>
                          <a:gd name="connsiteY35" fmla="*/ 39377 h 47850"/>
                          <a:gd name="connsiteX36" fmla="*/ 30627 w 35168"/>
                          <a:gd name="connsiteY36" fmla="*/ 34365 h 47850"/>
                          <a:gd name="connsiteX37" fmla="*/ 29630 w 35168"/>
                          <a:gd name="connsiteY37" fmla="*/ 29547 h 47850"/>
                          <a:gd name="connsiteX38" fmla="*/ 26778 w 35168"/>
                          <a:gd name="connsiteY38" fmla="*/ 26722 h 47850"/>
                          <a:gd name="connsiteX39" fmla="*/ 22319 w 35168"/>
                          <a:gd name="connsiteY39" fmla="*/ 25365 h 47850"/>
                          <a:gd name="connsiteX40" fmla="*/ 16532 w 35168"/>
                          <a:gd name="connsiteY40" fmla="*/ 25005 h 47850"/>
                          <a:gd name="connsiteX41" fmla="*/ 4514 w 35168"/>
                          <a:gd name="connsiteY41" fmla="*/ 25005 h 47850"/>
                          <a:gd name="connsiteX42" fmla="*/ 4514 w 35168"/>
                          <a:gd name="connsiteY42" fmla="*/ 44001 h 47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35168" h="47850">
                            <a:moveTo>
                              <a:pt x="0" y="47851"/>
                            </a:moveTo>
                            <a:lnTo>
                              <a:pt x="0" y="0"/>
                            </a:lnTo>
                            <a:lnTo>
                              <a:pt x="17279" y="0"/>
                            </a:lnTo>
                            <a:cubicBezTo>
                              <a:pt x="20076" y="0"/>
                              <a:pt x="22458" y="277"/>
                              <a:pt x="24452" y="858"/>
                            </a:cubicBezTo>
                            <a:cubicBezTo>
                              <a:pt x="26445" y="1440"/>
                              <a:pt x="28079" y="2243"/>
                              <a:pt x="29325" y="3323"/>
                            </a:cubicBezTo>
                            <a:cubicBezTo>
                              <a:pt x="30571" y="4403"/>
                              <a:pt x="31513" y="5649"/>
                              <a:pt x="32094" y="7144"/>
                            </a:cubicBezTo>
                            <a:cubicBezTo>
                              <a:pt x="32676" y="8640"/>
                              <a:pt x="32953" y="10246"/>
                              <a:pt x="32953" y="12018"/>
                            </a:cubicBezTo>
                            <a:cubicBezTo>
                              <a:pt x="32953" y="13790"/>
                              <a:pt x="32731" y="15147"/>
                              <a:pt x="32288" y="16366"/>
                            </a:cubicBezTo>
                            <a:cubicBezTo>
                              <a:pt x="31845" y="17584"/>
                              <a:pt x="31264" y="18608"/>
                              <a:pt x="30571" y="19411"/>
                            </a:cubicBezTo>
                            <a:cubicBezTo>
                              <a:pt x="29879" y="20215"/>
                              <a:pt x="29048" y="20879"/>
                              <a:pt x="28134" y="21350"/>
                            </a:cubicBezTo>
                            <a:cubicBezTo>
                              <a:pt x="27221" y="21821"/>
                              <a:pt x="26279" y="22125"/>
                              <a:pt x="25310" y="22319"/>
                            </a:cubicBezTo>
                            <a:lnTo>
                              <a:pt x="25310" y="22458"/>
                            </a:lnTo>
                            <a:cubicBezTo>
                              <a:pt x="28633" y="22956"/>
                              <a:pt x="31097" y="24257"/>
                              <a:pt x="32731" y="26390"/>
                            </a:cubicBezTo>
                            <a:cubicBezTo>
                              <a:pt x="34337" y="28522"/>
                              <a:pt x="35168" y="31180"/>
                              <a:pt x="35168" y="34365"/>
                            </a:cubicBezTo>
                            <a:cubicBezTo>
                              <a:pt x="35168" y="36857"/>
                              <a:pt x="34780" y="38962"/>
                              <a:pt x="34005" y="40679"/>
                            </a:cubicBezTo>
                            <a:cubicBezTo>
                              <a:pt x="33230" y="42395"/>
                              <a:pt x="32150" y="43808"/>
                              <a:pt x="30793" y="44860"/>
                            </a:cubicBezTo>
                            <a:cubicBezTo>
                              <a:pt x="29408" y="45912"/>
                              <a:pt x="27774" y="46688"/>
                              <a:pt x="25836" y="47158"/>
                            </a:cubicBezTo>
                            <a:cubicBezTo>
                              <a:pt x="23898" y="47629"/>
                              <a:pt x="21821" y="47851"/>
                              <a:pt x="19550" y="47851"/>
                            </a:cubicBezTo>
                            <a:lnTo>
                              <a:pt x="0" y="47851"/>
                            </a:lnTo>
                            <a:close/>
                            <a:moveTo>
                              <a:pt x="4541" y="21156"/>
                            </a:moveTo>
                            <a:lnTo>
                              <a:pt x="15978" y="21156"/>
                            </a:lnTo>
                            <a:cubicBezTo>
                              <a:pt x="18332" y="21156"/>
                              <a:pt x="20298" y="20962"/>
                              <a:pt x="21904" y="20547"/>
                            </a:cubicBezTo>
                            <a:cubicBezTo>
                              <a:pt x="23510" y="20159"/>
                              <a:pt x="24784" y="19550"/>
                              <a:pt x="25753" y="18775"/>
                            </a:cubicBezTo>
                            <a:cubicBezTo>
                              <a:pt x="26722" y="17999"/>
                              <a:pt x="27414" y="17058"/>
                              <a:pt x="27857" y="15923"/>
                            </a:cubicBezTo>
                            <a:cubicBezTo>
                              <a:pt x="28301" y="14787"/>
                              <a:pt x="28494" y="13486"/>
                              <a:pt x="28494" y="12046"/>
                            </a:cubicBezTo>
                            <a:cubicBezTo>
                              <a:pt x="28494" y="10606"/>
                              <a:pt x="28245" y="9277"/>
                              <a:pt x="27774" y="8224"/>
                            </a:cubicBezTo>
                            <a:cubicBezTo>
                              <a:pt x="27276" y="7172"/>
                              <a:pt x="26501" y="6341"/>
                              <a:pt x="25448" y="5704"/>
                            </a:cubicBezTo>
                            <a:cubicBezTo>
                              <a:pt x="24396" y="5067"/>
                              <a:pt x="23011" y="4597"/>
                              <a:pt x="21295" y="4320"/>
                            </a:cubicBezTo>
                            <a:cubicBezTo>
                              <a:pt x="19578" y="4043"/>
                              <a:pt x="17501" y="3877"/>
                              <a:pt x="15009" y="3877"/>
                            </a:cubicBezTo>
                            <a:lnTo>
                              <a:pt x="4569" y="3877"/>
                            </a:lnTo>
                            <a:lnTo>
                              <a:pt x="4569" y="21156"/>
                            </a:lnTo>
                            <a:close/>
                            <a:moveTo>
                              <a:pt x="4541" y="44001"/>
                            </a:moveTo>
                            <a:lnTo>
                              <a:pt x="16033" y="44001"/>
                            </a:lnTo>
                            <a:cubicBezTo>
                              <a:pt x="18526" y="44001"/>
                              <a:pt x="20685" y="43891"/>
                              <a:pt x="22513" y="43669"/>
                            </a:cubicBezTo>
                            <a:cubicBezTo>
                              <a:pt x="24341" y="43448"/>
                              <a:pt x="25864" y="43005"/>
                              <a:pt x="27054" y="42312"/>
                            </a:cubicBezTo>
                            <a:cubicBezTo>
                              <a:pt x="28245" y="41620"/>
                              <a:pt x="29159" y="40651"/>
                              <a:pt x="29741" y="39377"/>
                            </a:cubicBezTo>
                            <a:cubicBezTo>
                              <a:pt x="30350" y="38103"/>
                              <a:pt x="30627" y="36442"/>
                              <a:pt x="30627" y="34365"/>
                            </a:cubicBezTo>
                            <a:cubicBezTo>
                              <a:pt x="30627" y="32288"/>
                              <a:pt x="30294" y="30765"/>
                              <a:pt x="29630" y="29547"/>
                            </a:cubicBezTo>
                            <a:cubicBezTo>
                              <a:pt x="28965" y="28328"/>
                              <a:pt x="28024" y="27387"/>
                              <a:pt x="26778" y="26722"/>
                            </a:cubicBezTo>
                            <a:cubicBezTo>
                              <a:pt x="25531" y="26057"/>
                              <a:pt x="24064" y="25614"/>
                              <a:pt x="22319" y="25365"/>
                            </a:cubicBezTo>
                            <a:cubicBezTo>
                              <a:pt x="20575" y="25116"/>
                              <a:pt x="18664" y="25005"/>
                              <a:pt x="16532" y="25005"/>
                            </a:cubicBezTo>
                            <a:lnTo>
                              <a:pt x="4514" y="25005"/>
                            </a:lnTo>
                            <a:lnTo>
                              <a:pt x="4514" y="44001"/>
                            </a:lnTo>
                            <a:close/>
                          </a:path>
                        </a:pathLst>
                      </a:custGeom>
                      <a:solidFill>
                        <a:srgbClr val="26A6DE"/>
                      </a:solidFill>
                      <a:ln w="2767" cap="flat">
                        <a:noFill/>
                        <a:prstDash val="solid"/>
                        <a:miter/>
                      </a:ln>
                    </p:spPr>
                    <p:txBody>
                      <a:bodyPr rtlCol="0" anchor="ctr"/>
                      <a:lstStyle/>
                      <a:p>
                        <a:endParaRPr lang="en-US" sz="2000" dirty="0">
                          <a:latin typeface="Helvetica" pitchFamily="2" charset="0"/>
                        </a:endParaRPr>
                      </a:p>
                    </p:txBody>
                  </p:sp>
                  <p:sp>
                    <p:nvSpPr>
                      <p:cNvPr id="3732" name="Freeform 3731">
                        <a:extLst>
                          <a:ext uri="{FF2B5EF4-FFF2-40B4-BE49-F238E27FC236}">
                            <a16:creationId xmlns:a16="http://schemas.microsoft.com/office/drawing/2014/main" id="{FBEB29E1-16DB-B516-BBA7-D2A0283DF778}"/>
                          </a:ext>
                        </a:extLst>
                      </p:cNvPr>
                      <p:cNvSpPr/>
                      <p:nvPr/>
                    </p:nvSpPr>
                    <p:spPr>
                      <a:xfrm>
                        <a:off x="2437496" y="3713931"/>
                        <a:ext cx="31041" cy="46881"/>
                      </a:xfrm>
                      <a:custGeom>
                        <a:avLst/>
                        <a:gdLst>
                          <a:gd name="connsiteX0" fmla="*/ 1412 w 31041"/>
                          <a:gd name="connsiteY0" fmla="*/ 15369 h 46881"/>
                          <a:gd name="connsiteX1" fmla="*/ 2464 w 31041"/>
                          <a:gd name="connsiteY1" fmla="*/ 9083 h 46881"/>
                          <a:gd name="connsiteX2" fmla="*/ 5511 w 31041"/>
                          <a:gd name="connsiteY2" fmla="*/ 4237 h 46881"/>
                          <a:gd name="connsiteX3" fmla="*/ 10329 w 31041"/>
                          <a:gd name="connsiteY3" fmla="*/ 1108 h 46881"/>
                          <a:gd name="connsiteX4" fmla="*/ 16615 w 31041"/>
                          <a:gd name="connsiteY4" fmla="*/ 0 h 46881"/>
                          <a:gd name="connsiteX5" fmla="*/ 22818 w 31041"/>
                          <a:gd name="connsiteY5" fmla="*/ 1025 h 46881"/>
                          <a:gd name="connsiteX6" fmla="*/ 27331 w 31041"/>
                          <a:gd name="connsiteY6" fmla="*/ 3794 h 46881"/>
                          <a:gd name="connsiteX7" fmla="*/ 30100 w 31041"/>
                          <a:gd name="connsiteY7" fmla="*/ 7920 h 46881"/>
                          <a:gd name="connsiteX8" fmla="*/ 31042 w 31041"/>
                          <a:gd name="connsiteY8" fmla="*/ 12960 h 46881"/>
                          <a:gd name="connsiteX9" fmla="*/ 30017 w 31041"/>
                          <a:gd name="connsiteY9" fmla="*/ 18470 h 46881"/>
                          <a:gd name="connsiteX10" fmla="*/ 27304 w 31041"/>
                          <a:gd name="connsiteY10" fmla="*/ 22734 h 46881"/>
                          <a:gd name="connsiteX11" fmla="*/ 23454 w 31041"/>
                          <a:gd name="connsiteY11" fmla="*/ 26057 h 46881"/>
                          <a:gd name="connsiteX12" fmla="*/ 19024 w 31041"/>
                          <a:gd name="connsiteY12" fmla="*/ 28827 h 46881"/>
                          <a:gd name="connsiteX13" fmla="*/ 14566 w 31041"/>
                          <a:gd name="connsiteY13" fmla="*/ 31319 h 46881"/>
                          <a:gd name="connsiteX14" fmla="*/ 10633 w 31041"/>
                          <a:gd name="connsiteY14" fmla="*/ 33839 h 46881"/>
                          <a:gd name="connsiteX15" fmla="*/ 8446 w 31041"/>
                          <a:gd name="connsiteY15" fmla="*/ 35666 h 46881"/>
                          <a:gd name="connsiteX16" fmla="*/ 6507 w 31041"/>
                          <a:gd name="connsiteY16" fmla="*/ 37771 h 46881"/>
                          <a:gd name="connsiteX17" fmla="*/ 5123 w 31041"/>
                          <a:gd name="connsiteY17" fmla="*/ 40263 h 46881"/>
                          <a:gd name="connsiteX18" fmla="*/ 4514 w 31041"/>
                          <a:gd name="connsiteY18" fmla="*/ 43282 h 46881"/>
                          <a:gd name="connsiteX19" fmla="*/ 30627 w 31041"/>
                          <a:gd name="connsiteY19" fmla="*/ 43282 h 46881"/>
                          <a:gd name="connsiteX20" fmla="*/ 30627 w 31041"/>
                          <a:gd name="connsiteY20" fmla="*/ 46881 h 46881"/>
                          <a:gd name="connsiteX21" fmla="*/ 0 w 31041"/>
                          <a:gd name="connsiteY21" fmla="*/ 46881 h 46881"/>
                          <a:gd name="connsiteX22" fmla="*/ 720 w 31041"/>
                          <a:gd name="connsiteY22" fmla="*/ 40762 h 46881"/>
                          <a:gd name="connsiteX23" fmla="*/ 3655 w 31041"/>
                          <a:gd name="connsiteY23" fmla="*/ 35445 h 46881"/>
                          <a:gd name="connsiteX24" fmla="*/ 8750 w 31041"/>
                          <a:gd name="connsiteY24" fmla="*/ 30654 h 46881"/>
                          <a:gd name="connsiteX25" fmla="*/ 13901 w 31041"/>
                          <a:gd name="connsiteY25" fmla="*/ 27110 h 46881"/>
                          <a:gd name="connsiteX26" fmla="*/ 18692 w 31041"/>
                          <a:gd name="connsiteY26" fmla="*/ 24258 h 46881"/>
                          <a:gd name="connsiteX27" fmla="*/ 22679 w 31041"/>
                          <a:gd name="connsiteY27" fmla="*/ 21433 h 46881"/>
                          <a:gd name="connsiteX28" fmla="*/ 25393 w 31041"/>
                          <a:gd name="connsiteY28" fmla="*/ 17972 h 46881"/>
                          <a:gd name="connsiteX29" fmla="*/ 26390 w 31041"/>
                          <a:gd name="connsiteY29" fmla="*/ 13264 h 46881"/>
                          <a:gd name="connsiteX30" fmla="*/ 25587 w 31041"/>
                          <a:gd name="connsiteY30" fmla="*/ 9221 h 46881"/>
                          <a:gd name="connsiteX31" fmla="*/ 23399 w 31041"/>
                          <a:gd name="connsiteY31" fmla="*/ 6175 h 46881"/>
                          <a:gd name="connsiteX32" fmla="*/ 20132 w 31041"/>
                          <a:gd name="connsiteY32" fmla="*/ 4292 h 46881"/>
                          <a:gd name="connsiteX33" fmla="*/ 16089 w 31041"/>
                          <a:gd name="connsiteY33" fmla="*/ 3655 h 46881"/>
                          <a:gd name="connsiteX34" fmla="*/ 11880 w 31041"/>
                          <a:gd name="connsiteY34" fmla="*/ 4624 h 46881"/>
                          <a:gd name="connsiteX35" fmla="*/ 8612 w 31041"/>
                          <a:gd name="connsiteY35" fmla="*/ 7172 h 46881"/>
                          <a:gd name="connsiteX36" fmla="*/ 6507 w 31041"/>
                          <a:gd name="connsiteY36" fmla="*/ 10883 h 46881"/>
                          <a:gd name="connsiteX37" fmla="*/ 5898 w 31041"/>
                          <a:gd name="connsiteY37" fmla="*/ 15396 h 46881"/>
                          <a:gd name="connsiteX38" fmla="*/ 1385 w 31041"/>
                          <a:gd name="connsiteY38" fmla="*/ 15396 h 46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31041" h="46881">
                            <a:moveTo>
                              <a:pt x="1412" y="15369"/>
                            </a:moveTo>
                            <a:cubicBezTo>
                              <a:pt x="1412" y="13070"/>
                              <a:pt x="1772" y="10966"/>
                              <a:pt x="2464" y="9083"/>
                            </a:cubicBezTo>
                            <a:cubicBezTo>
                              <a:pt x="3184" y="7200"/>
                              <a:pt x="4181" y="5594"/>
                              <a:pt x="5511" y="4237"/>
                            </a:cubicBezTo>
                            <a:cubicBezTo>
                              <a:pt x="6840" y="2880"/>
                              <a:pt x="8446" y="1855"/>
                              <a:pt x="10329" y="1108"/>
                            </a:cubicBezTo>
                            <a:cubicBezTo>
                              <a:pt x="12212" y="388"/>
                              <a:pt x="14316" y="0"/>
                              <a:pt x="16615" y="0"/>
                            </a:cubicBezTo>
                            <a:cubicBezTo>
                              <a:pt x="18913" y="0"/>
                              <a:pt x="21045" y="332"/>
                              <a:pt x="22818" y="1025"/>
                            </a:cubicBezTo>
                            <a:cubicBezTo>
                              <a:pt x="24590" y="1717"/>
                              <a:pt x="26113" y="2631"/>
                              <a:pt x="27331" y="3794"/>
                            </a:cubicBezTo>
                            <a:cubicBezTo>
                              <a:pt x="28550" y="4957"/>
                              <a:pt x="29464" y="6314"/>
                              <a:pt x="30100" y="7920"/>
                            </a:cubicBezTo>
                            <a:cubicBezTo>
                              <a:pt x="30737" y="9526"/>
                              <a:pt x="31042" y="11187"/>
                              <a:pt x="31042" y="12960"/>
                            </a:cubicBezTo>
                            <a:cubicBezTo>
                              <a:pt x="31042" y="15036"/>
                              <a:pt x="30710" y="16892"/>
                              <a:pt x="30017" y="18470"/>
                            </a:cubicBezTo>
                            <a:cubicBezTo>
                              <a:pt x="29325" y="20049"/>
                              <a:pt x="28411" y="21489"/>
                              <a:pt x="27304" y="22734"/>
                            </a:cubicBezTo>
                            <a:cubicBezTo>
                              <a:pt x="26168" y="23981"/>
                              <a:pt x="24894" y="25088"/>
                              <a:pt x="23454" y="26057"/>
                            </a:cubicBezTo>
                            <a:cubicBezTo>
                              <a:pt x="22015" y="27027"/>
                              <a:pt x="20547" y="27940"/>
                              <a:pt x="19024" y="28827"/>
                            </a:cubicBezTo>
                            <a:cubicBezTo>
                              <a:pt x="17529" y="29685"/>
                              <a:pt x="16033" y="30516"/>
                              <a:pt x="14566" y="31319"/>
                            </a:cubicBezTo>
                            <a:cubicBezTo>
                              <a:pt x="13098" y="32122"/>
                              <a:pt x="11796" y="32953"/>
                              <a:pt x="10633" y="33839"/>
                            </a:cubicBezTo>
                            <a:cubicBezTo>
                              <a:pt x="9886" y="34420"/>
                              <a:pt x="9138" y="35029"/>
                              <a:pt x="8446" y="35666"/>
                            </a:cubicBezTo>
                            <a:cubicBezTo>
                              <a:pt x="7726" y="36303"/>
                              <a:pt x="7089" y="36996"/>
                              <a:pt x="6507" y="37771"/>
                            </a:cubicBezTo>
                            <a:cubicBezTo>
                              <a:pt x="5926" y="38546"/>
                              <a:pt x="5455" y="39349"/>
                              <a:pt x="5123" y="40263"/>
                            </a:cubicBezTo>
                            <a:cubicBezTo>
                              <a:pt x="4763" y="41177"/>
                              <a:pt x="4569" y="42174"/>
                              <a:pt x="4514" y="43282"/>
                            </a:cubicBezTo>
                            <a:lnTo>
                              <a:pt x="30627" y="43282"/>
                            </a:lnTo>
                            <a:lnTo>
                              <a:pt x="30627" y="46881"/>
                            </a:lnTo>
                            <a:lnTo>
                              <a:pt x="0" y="46881"/>
                            </a:lnTo>
                            <a:cubicBezTo>
                              <a:pt x="55" y="44611"/>
                              <a:pt x="277" y="42589"/>
                              <a:pt x="720" y="40762"/>
                            </a:cubicBezTo>
                            <a:cubicBezTo>
                              <a:pt x="1163" y="38934"/>
                              <a:pt x="2132" y="37162"/>
                              <a:pt x="3655" y="35445"/>
                            </a:cubicBezTo>
                            <a:cubicBezTo>
                              <a:pt x="5289" y="33590"/>
                              <a:pt x="6978" y="31983"/>
                              <a:pt x="8750" y="30654"/>
                            </a:cubicBezTo>
                            <a:cubicBezTo>
                              <a:pt x="10495" y="29325"/>
                              <a:pt x="12212" y="28134"/>
                              <a:pt x="13901" y="27110"/>
                            </a:cubicBezTo>
                            <a:cubicBezTo>
                              <a:pt x="15590" y="26057"/>
                              <a:pt x="17169" y="25116"/>
                              <a:pt x="18692" y="24258"/>
                            </a:cubicBezTo>
                            <a:cubicBezTo>
                              <a:pt x="20187" y="23399"/>
                              <a:pt x="21516" y="22458"/>
                              <a:pt x="22679" y="21433"/>
                            </a:cubicBezTo>
                            <a:cubicBezTo>
                              <a:pt x="23842" y="20409"/>
                              <a:pt x="24728" y="19273"/>
                              <a:pt x="25393" y="17972"/>
                            </a:cubicBezTo>
                            <a:cubicBezTo>
                              <a:pt x="26057" y="16698"/>
                              <a:pt x="26390" y="15119"/>
                              <a:pt x="26390" y="13264"/>
                            </a:cubicBezTo>
                            <a:cubicBezTo>
                              <a:pt x="26390" y="11769"/>
                              <a:pt x="26113" y="10412"/>
                              <a:pt x="25587" y="9221"/>
                            </a:cubicBezTo>
                            <a:cubicBezTo>
                              <a:pt x="25061" y="8030"/>
                              <a:pt x="24313" y="7006"/>
                              <a:pt x="23399" y="6175"/>
                            </a:cubicBezTo>
                            <a:cubicBezTo>
                              <a:pt x="22485" y="5344"/>
                              <a:pt x="21378" y="4708"/>
                              <a:pt x="20132" y="4292"/>
                            </a:cubicBezTo>
                            <a:cubicBezTo>
                              <a:pt x="18885" y="3877"/>
                              <a:pt x="17529" y="3655"/>
                              <a:pt x="16089" y="3655"/>
                            </a:cubicBezTo>
                            <a:cubicBezTo>
                              <a:pt x="14538" y="3655"/>
                              <a:pt x="13126" y="3988"/>
                              <a:pt x="11880" y="4624"/>
                            </a:cubicBezTo>
                            <a:cubicBezTo>
                              <a:pt x="10606" y="5261"/>
                              <a:pt x="9526" y="6120"/>
                              <a:pt x="8612" y="7172"/>
                            </a:cubicBezTo>
                            <a:cubicBezTo>
                              <a:pt x="7698" y="8224"/>
                              <a:pt x="7006" y="9470"/>
                              <a:pt x="6507" y="10883"/>
                            </a:cubicBezTo>
                            <a:cubicBezTo>
                              <a:pt x="6009" y="12295"/>
                              <a:pt x="5815" y="13818"/>
                              <a:pt x="5898" y="15396"/>
                            </a:cubicBezTo>
                            <a:lnTo>
                              <a:pt x="1385" y="15396"/>
                            </a:lnTo>
                            <a:close/>
                          </a:path>
                        </a:pathLst>
                      </a:custGeom>
                      <a:solidFill>
                        <a:srgbClr val="26A6DE"/>
                      </a:solidFill>
                      <a:ln w="2767" cap="flat">
                        <a:noFill/>
                        <a:prstDash val="solid"/>
                        <a:miter/>
                      </a:ln>
                    </p:spPr>
                    <p:txBody>
                      <a:bodyPr rtlCol="0" anchor="ctr"/>
                      <a:lstStyle/>
                      <a:p>
                        <a:endParaRPr lang="en-US" sz="2000" dirty="0">
                          <a:latin typeface="Helvetica" pitchFamily="2" charset="0"/>
                        </a:endParaRPr>
                      </a:p>
                    </p:txBody>
                  </p:sp>
                </p:grpSp>
                <p:sp>
                  <p:nvSpPr>
                    <p:cNvPr id="3730" name="Freeform 3729">
                      <a:extLst>
                        <a:ext uri="{FF2B5EF4-FFF2-40B4-BE49-F238E27FC236}">
                          <a16:creationId xmlns:a16="http://schemas.microsoft.com/office/drawing/2014/main" id="{2E79DCD0-3495-5F8A-05FA-06B3DEB19061}"/>
                        </a:ext>
                      </a:extLst>
                    </p:cNvPr>
                    <p:cNvSpPr/>
                    <p:nvPr/>
                  </p:nvSpPr>
                  <p:spPr>
                    <a:xfrm>
                      <a:off x="2306848" y="3778424"/>
                      <a:ext cx="233604" cy="2769"/>
                    </a:xfrm>
                    <a:custGeom>
                      <a:avLst/>
                      <a:gdLst>
                        <a:gd name="connsiteX0" fmla="*/ 0 w 233604"/>
                        <a:gd name="connsiteY0" fmla="*/ 0 h 2769"/>
                        <a:gd name="connsiteX1" fmla="*/ 233604 w 233604"/>
                        <a:gd name="connsiteY1" fmla="*/ 0 h 2769"/>
                      </a:gdLst>
                      <a:ahLst/>
                      <a:cxnLst>
                        <a:cxn ang="0">
                          <a:pos x="connsiteX0" y="connsiteY0"/>
                        </a:cxn>
                        <a:cxn ang="0">
                          <a:pos x="connsiteX1" y="connsiteY1"/>
                        </a:cxn>
                      </a:cxnLst>
                      <a:rect l="l" t="t" r="r" b="b"/>
                      <a:pathLst>
                        <a:path w="233604" h="2769">
                          <a:moveTo>
                            <a:pt x="0" y="0"/>
                          </a:moveTo>
                          <a:lnTo>
                            <a:pt x="233604" y="0"/>
                          </a:lnTo>
                        </a:path>
                      </a:pathLst>
                    </a:custGeom>
                    <a:ln w="5534" cap="flat">
                      <a:solidFill>
                        <a:srgbClr val="26A6DE"/>
                      </a:solidFill>
                      <a:prstDash val="solid"/>
                      <a:miter/>
                    </a:ln>
                  </p:spPr>
                  <p:txBody>
                    <a:bodyPr rtlCol="0" anchor="ctr"/>
                    <a:lstStyle/>
                    <a:p>
                      <a:endParaRPr lang="en-US" sz="2000" dirty="0">
                        <a:latin typeface="Helvetica" pitchFamily="2" charset="0"/>
                      </a:endParaRPr>
                    </a:p>
                  </p:txBody>
                </p:sp>
              </p:grpSp>
              <p:grpSp>
                <p:nvGrpSpPr>
                  <p:cNvPr id="3789" name="Graphic 14">
                    <a:extLst>
                      <a:ext uri="{FF2B5EF4-FFF2-40B4-BE49-F238E27FC236}">
                        <a16:creationId xmlns:a16="http://schemas.microsoft.com/office/drawing/2014/main" id="{0AFD44FE-4F33-3BF2-919B-F4C1F69D69D8}"/>
                      </a:ext>
                    </a:extLst>
                  </p:cNvPr>
                  <p:cNvGrpSpPr/>
                  <p:nvPr/>
                </p:nvGrpSpPr>
                <p:grpSpPr>
                  <a:xfrm>
                    <a:off x="1356094" y="6304976"/>
                    <a:ext cx="2454344" cy="227804"/>
                    <a:chOff x="1647323" y="4173995"/>
                    <a:chExt cx="662321" cy="61474"/>
                  </a:xfrm>
                  <a:solidFill>
                    <a:srgbClr val="26A6DE"/>
                  </a:solidFill>
                </p:grpSpPr>
                <p:grpSp>
                  <p:nvGrpSpPr>
                    <p:cNvPr id="3790" name="Graphic 14">
                      <a:extLst>
                        <a:ext uri="{FF2B5EF4-FFF2-40B4-BE49-F238E27FC236}">
                          <a16:creationId xmlns:a16="http://schemas.microsoft.com/office/drawing/2014/main" id="{48977229-F89D-DCB1-67F7-9F0B8B4F2409}"/>
                        </a:ext>
                      </a:extLst>
                    </p:cNvPr>
                    <p:cNvGrpSpPr/>
                    <p:nvPr/>
                  </p:nvGrpSpPr>
                  <p:grpSpPr>
                    <a:xfrm>
                      <a:off x="1774066" y="4173995"/>
                      <a:ext cx="535578" cy="61474"/>
                      <a:chOff x="1774066" y="4173995"/>
                      <a:chExt cx="535578" cy="61474"/>
                    </a:xfrm>
                    <a:solidFill>
                      <a:srgbClr val="26A6DE"/>
                    </a:solidFill>
                  </p:grpSpPr>
                  <p:sp>
                    <p:nvSpPr>
                      <p:cNvPr id="3792" name="Freeform 3791">
                        <a:extLst>
                          <a:ext uri="{FF2B5EF4-FFF2-40B4-BE49-F238E27FC236}">
                            <a16:creationId xmlns:a16="http://schemas.microsoft.com/office/drawing/2014/main" id="{644BE5E5-8D31-63A9-EC97-678F0E4F88D9}"/>
                          </a:ext>
                        </a:extLst>
                      </p:cNvPr>
                      <p:cNvSpPr/>
                      <p:nvPr/>
                    </p:nvSpPr>
                    <p:spPr>
                      <a:xfrm>
                        <a:off x="1774066" y="4186484"/>
                        <a:ext cx="31152" cy="48930"/>
                      </a:xfrm>
                      <a:custGeom>
                        <a:avLst/>
                        <a:gdLst>
                          <a:gd name="connsiteX0" fmla="*/ 3932 w 31152"/>
                          <a:gd name="connsiteY0" fmla="*/ 48931 h 48930"/>
                          <a:gd name="connsiteX1" fmla="*/ 0 w 31152"/>
                          <a:gd name="connsiteY1" fmla="*/ 48931 h 48930"/>
                          <a:gd name="connsiteX2" fmla="*/ 0 w 31152"/>
                          <a:gd name="connsiteY2" fmla="*/ 941 h 48930"/>
                          <a:gd name="connsiteX3" fmla="*/ 3932 w 31152"/>
                          <a:gd name="connsiteY3" fmla="*/ 941 h 48930"/>
                          <a:gd name="connsiteX4" fmla="*/ 3932 w 31152"/>
                          <a:gd name="connsiteY4" fmla="*/ 6978 h 48930"/>
                          <a:gd name="connsiteX5" fmla="*/ 4071 w 31152"/>
                          <a:gd name="connsiteY5" fmla="*/ 6978 h 48930"/>
                          <a:gd name="connsiteX6" fmla="*/ 6258 w 31152"/>
                          <a:gd name="connsiteY6" fmla="*/ 3988 h 48930"/>
                          <a:gd name="connsiteX7" fmla="*/ 9194 w 31152"/>
                          <a:gd name="connsiteY7" fmla="*/ 1800 h 48930"/>
                          <a:gd name="connsiteX8" fmla="*/ 12489 w 31152"/>
                          <a:gd name="connsiteY8" fmla="*/ 471 h 48930"/>
                          <a:gd name="connsiteX9" fmla="*/ 15839 w 31152"/>
                          <a:gd name="connsiteY9" fmla="*/ 0 h 48930"/>
                          <a:gd name="connsiteX10" fmla="*/ 22845 w 31152"/>
                          <a:gd name="connsiteY10" fmla="*/ 1385 h 48930"/>
                          <a:gd name="connsiteX11" fmla="*/ 27581 w 31152"/>
                          <a:gd name="connsiteY11" fmla="*/ 5206 h 48930"/>
                          <a:gd name="connsiteX12" fmla="*/ 30294 w 31152"/>
                          <a:gd name="connsiteY12" fmla="*/ 10966 h 48930"/>
                          <a:gd name="connsiteX13" fmla="*/ 31153 w 31152"/>
                          <a:gd name="connsiteY13" fmla="*/ 18083 h 48930"/>
                          <a:gd name="connsiteX14" fmla="*/ 30239 w 31152"/>
                          <a:gd name="connsiteY14" fmla="*/ 25005 h 48930"/>
                          <a:gd name="connsiteX15" fmla="*/ 27442 w 31152"/>
                          <a:gd name="connsiteY15" fmla="*/ 30820 h 48930"/>
                          <a:gd name="connsiteX16" fmla="*/ 22735 w 31152"/>
                          <a:gd name="connsiteY16" fmla="*/ 34808 h 48930"/>
                          <a:gd name="connsiteX17" fmla="*/ 16033 w 31152"/>
                          <a:gd name="connsiteY17" fmla="*/ 36303 h 48930"/>
                          <a:gd name="connsiteX18" fmla="*/ 9110 w 31152"/>
                          <a:gd name="connsiteY18" fmla="*/ 34670 h 48930"/>
                          <a:gd name="connsiteX19" fmla="*/ 3904 w 31152"/>
                          <a:gd name="connsiteY19" fmla="*/ 29851 h 48930"/>
                          <a:gd name="connsiteX20" fmla="*/ 3904 w 31152"/>
                          <a:gd name="connsiteY20" fmla="*/ 48931 h 48930"/>
                          <a:gd name="connsiteX21" fmla="*/ 3932 w 31152"/>
                          <a:gd name="connsiteY21" fmla="*/ 18304 h 48930"/>
                          <a:gd name="connsiteX22" fmla="*/ 4708 w 31152"/>
                          <a:gd name="connsiteY22" fmla="*/ 23842 h 48930"/>
                          <a:gd name="connsiteX23" fmla="*/ 6978 w 31152"/>
                          <a:gd name="connsiteY23" fmla="*/ 28439 h 48930"/>
                          <a:gd name="connsiteX24" fmla="*/ 10578 w 31152"/>
                          <a:gd name="connsiteY24" fmla="*/ 31568 h 48930"/>
                          <a:gd name="connsiteX25" fmla="*/ 15396 w 31152"/>
                          <a:gd name="connsiteY25" fmla="*/ 32731 h 48930"/>
                          <a:gd name="connsiteX26" fmla="*/ 20658 w 31152"/>
                          <a:gd name="connsiteY26" fmla="*/ 31513 h 48930"/>
                          <a:gd name="connsiteX27" fmla="*/ 24368 w 31152"/>
                          <a:gd name="connsiteY27" fmla="*/ 28162 h 48930"/>
                          <a:gd name="connsiteX28" fmla="*/ 26473 w 31152"/>
                          <a:gd name="connsiteY28" fmla="*/ 23205 h 48930"/>
                          <a:gd name="connsiteX29" fmla="*/ 26999 w 31152"/>
                          <a:gd name="connsiteY29" fmla="*/ 17113 h 48930"/>
                          <a:gd name="connsiteX30" fmla="*/ 26113 w 31152"/>
                          <a:gd name="connsiteY30" fmla="*/ 11353 h 48930"/>
                          <a:gd name="connsiteX31" fmla="*/ 23648 w 31152"/>
                          <a:gd name="connsiteY31" fmla="*/ 7145 h 48930"/>
                          <a:gd name="connsiteX32" fmla="*/ 19993 w 31152"/>
                          <a:gd name="connsiteY32" fmla="*/ 4514 h 48930"/>
                          <a:gd name="connsiteX33" fmla="*/ 15396 w 31152"/>
                          <a:gd name="connsiteY33" fmla="*/ 3628 h 48930"/>
                          <a:gd name="connsiteX34" fmla="*/ 10495 w 31152"/>
                          <a:gd name="connsiteY34" fmla="*/ 4763 h 48930"/>
                          <a:gd name="connsiteX35" fmla="*/ 6895 w 31152"/>
                          <a:gd name="connsiteY35" fmla="*/ 7864 h 48930"/>
                          <a:gd name="connsiteX36" fmla="*/ 4708 w 31152"/>
                          <a:gd name="connsiteY36" fmla="*/ 12517 h 48930"/>
                          <a:gd name="connsiteX37" fmla="*/ 3960 w 31152"/>
                          <a:gd name="connsiteY37" fmla="*/ 18332 h 48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1152" h="48930">
                            <a:moveTo>
                              <a:pt x="3932" y="48931"/>
                            </a:moveTo>
                            <a:lnTo>
                              <a:pt x="0" y="48931"/>
                            </a:lnTo>
                            <a:lnTo>
                              <a:pt x="0" y="941"/>
                            </a:lnTo>
                            <a:lnTo>
                              <a:pt x="3932" y="941"/>
                            </a:lnTo>
                            <a:lnTo>
                              <a:pt x="3932" y="6978"/>
                            </a:lnTo>
                            <a:lnTo>
                              <a:pt x="4071" y="6978"/>
                            </a:lnTo>
                            <a:cubicBezTo>
                              <a:pt x="4624" y="5871"/>
                              <a:pt x="5372" y="4874"/>
                              <a:pt x="6258" y="3988"/>
                            </a:cubicBezTo>
                            <a:cubicBezTo>
                              <a:pt x="7144" y="3101"/>
                              <a:pt x="8141" y="2381"/>
                              <a:pt x="9194" y="1800"/>
                            </a:cubicBezTo>
                            <a:cubicBezTo>
                              <a:pt x="10273" y="1219"/>
                              <a:pt x="11353" y="775"/>
                              <a:pt x="12489" y="471"/>
                            </a:cubicBezTo>
                            <a:cubicBezTo>
                              <a:pt x="13624" y="166"/>
                              <a:pt x="14732" y="0"/>
                              <a:pt x="15839" y="0"/>
                            </a:cubicBezTo>
                            <a:cubicBezTo>
                              <a:pt x="18581" y="0"/>
                              <a:pt x="20935" y="471"/>
                              <a:pt x="22845" y="1385"/>
                            </a:cubicBezTo>
                            <a:cubicBezTo>
                              <a:pt x="24756" y="2299"/>
                              <a:pt x="26362" y="3600"/>
                              <a:pt x="27581" y="5206"/>
                            </a:cubicBezTo>
                            <a:cubicBezTo>
                              <a:pt x="28799" y="6812"/>
                              <a:pt x="29741" y="8751"/>
                              <a:pt x="30294" y="10966"/>
                            </a:cubicBezTo>
                            <a:cubicBezTo>
                              <a:pt x="30848" y="13181"/>
                              <a:pt x="31153" y="15563"/>
                              <a:pt x="31153" y="18083"/>
                            </a:cubicBezTo>
                            <a:cubicBezTo>
                              <a:pt x="31153" y="20464"/>
                              <a:pt x="30848" y="22790"/>
                              <a:pt x="30239" y="25005"/>
                            </a:cubicBezTo>
                            <a:cubicBezTo>
                              <a:pt x="29630" y="27221"/>
                              <a:pt x="28688" y="29159"/>
                              <a:pt x="27442" y="30820"/>
                            </a:cubicBezTo>
                            <a:cubicBezTo>
                              <a:pt x="26196" y="32482"/>
                              <a:pt x="24618" y="33811"/>
                              <a:pt x="22735" y="34808"/>
                            </a:cubicBezTo>
                            <a:cubicBezTo>
                              <a:pt x="20824" y="35805"/>
                              <a:pt x="18609" y="36303"/>
                              <a:pt x="16033" y="36303"/>
                            </a:cubicBezTo>
                            <a:cubicBezTo>
                              <a:pt x="13624" y="36303"/>
                              <a:pt x="11326" y="35750"/>
                              <a:pt x="9110" y="34670"/>
                            </a:cubicBezTo>
                            <a:cubicBezTo>
                              <a:pt x="6895" y="33590"/>
                              <a:pt x="5178" y="31984"/>
                              <a:pt x="3904" y="29851"/>
                            </a:cubicBezTo>
                            <a:lnTo>
                              <a:pt x="3904" y="48931"/>
                            </a:lnTo>
                            <a:close/>
                            <a:moveTo>
                              <a:pt x="3932" y="18304"/>
                            </a:moveTo>
                            <a:cubicBezTo>
                              <a:pt x="3932" y="20243"/>
                              <a:pt x="4181" y="22098"/>
                              <a:pt x="4708" y="23842"/>
                            </a:cubicBezTo>
                            <a:cubicBezTo>
                              <a:pt x="5234" y="25587"/>
                              <a:pt x="5981" y="27110"/>
                              <a:pt x="6978" y="28439"/>
                            </a:cubicBezTo>
                            <a:cubicBezTo>
                              <a:pt x="7947" y="29740"/>
                              <a:pt x="9166" y="30793"/>
                              <a:pt x="10578" y="31568"/>
                            </a:cubicBezTo>
                            <a:cubicBezTo>
                              <a:pt x="11990" y="32344"/>
                              <a:pt x="13596" y="32731"/>
                              <a:pt x="15396" y="32731"/>
                            </a:cubicBezTo>
                            <a:cubicBezTo>
                              <a:pt x="17418" y="32731"/>
                              <a:pt x="19162" y="32316"/>
                              <a:pt x="20658" y="31513"/>
                            </a:cubicBezTo>
                            <a:cubicBezTo>
                              <a:pt x="22153" y="30682"/>
                              <a:pt x="23399" y="29574"/>
                              <a:pt x="24368" y="28162"/>
                            </a:cubicBezTo>
                            <a:cubicBezTo>
                              <a:pt x="25338" y="26750"/>
                              <a:pt x="26030" y="25089"/>
                              <a:pt x="26473" y="23205"/>
                            </a:cubicBezTo>
                            <a:cubicBezTo>
                              <a:pt x="26916" y="21323"/>
                              <a:pt x="27082" y="19301"/>
                              <a:pt x="26999" y="17113"/>
                            </a:cubicBezTo>
                            <a:cubicBezTo>
                              <a:pt x="26999" y="14953"/>
                              <a:pt x="26694" y="13015"/>
                              <a:pt x="26113" y="11353"/>
                            </a:cubicBezTo>
                            <a:cubicBezTo>
                              <a:pt x="25531" y="9692"/>
                              <a:pt x="24701" y="8280"/>
                              <a:pt x="23648" y="7145"/>
                            </a:cubicBezTo>
                            <a:cubicBezTo>
                              <a:pt x="22596" y="5981"/>
                              <a:pt x="21378" y="5123"/>
                              <a:pt x="19993" y="4514"/>
                            </a:cubicBezTo>
                            <a:cubicBezTo>
                              <a:pt x="18609" y="3905"/>
                              <a:pt x="17058" y="3628"/>
                              <a:pt x="15396" y="3628"/>
                            </a:cubicBezTo>
                            <a:cubicBezTo>
                              <a:pt x="13569" y="3628"/>
                              <a:pt x="11935" y="4015"/>
                              <a:pt x="10495" y="4763"/>
                            </a:cubicBezTo>
                            <a:cubicBezTo>
                              <a:pt x="9055" y="5511"/>
                              <a:pt x="7864" y="6535"/>
                              <a:pt x="6895" y="7864"/>
                            </a:cubicBezTo>
                            <a:cubicBezTo>
                              <a:pt x="5926" y="9166"/>
                              <a:pt x="5206" y="10717"/>
                              <a:pt x="4708" y="12517"/>
                            </a:cubicBezTo>
                            <a:cubicBezTo>
                              <a:pt x="4209" y="14317"/>
                              <a:pt x="3960" y="16255"/>
                              <a:pt x="3960" y="18332"/>
                            </a:cubicBezTo>
                            <a:close/>
                          </a:path>
                        </a:pathLst>
                      </a:custGeom>
                      <a:solidFill>
                        <a:srgbClr val="26A6DE"/>
                      </a:solidFill>
                      <a:ln w="2767" cap="flat">
                        <a:noFill/>
                        <a:prstDash val="solid"/>
                        <a:miter/>
                      </a:ln>
                    </p:spPr>
                    <p:txBody>
                      <a:bodyPr rtlCol="0" anchor="ctr"/>
                      <a:lstStyle/>
                      <a:p>
                        <a:endParaRPr lang="en-US"/>
                      </a:p>
                    </p:txBody>
                  </p:sp>
                  <p:sp>
                    <p:nvSpPr>
                      <p:cNvPr id="3793" name="Freeform 3792">
                        <a:extLst>
                          <a:ext uri="{FF2B5EF4-FFF2-40B4-BE49-F238E27FC236}">
                            <a16:creationId xmlns:a16="http://schemas.microsoft.com/office/drawing/2014/main" id="{2DEF5E49-CFAD-E892-FC2D-F4EED01B2C19}"/>
                          </a:ext>
                        </a:extLst>
                      </p:cNvPr>
                      <p:cNvSpPr/>
                      <p:nvPr/>
                    </p:nvSpPr>
                    <p:spPr>
                      <a:xfrm>
                        <a:off x="1813831" y="4186511"/>
                        <a:ext cx="15147" cy="35361"/>
                      </a:xfrm>
                      <a:custGeom>
                        <a:avLst/>
                        <a:gdLst>
                          <a:gd name="connsiteX0" fmla="*/ 3932 w 15147"/>
                          <a:gd name="connsiteY0" fmla="*/ 35362 h 35361"/>
                          <a:gd name="connsiteX1" fmla="*/ 0 w 15147"/>
                          <a:gd name="connsiteY1" fmla="*/ 35362 h 35361"/>
                          <a:gd name="connsiteX2" fmla="*/ 0 w 15147"/>
                          <a:gd name="connsiteY2" fmla="*/ 941 h 35361"/>
                          <a:gd name="connsiteX3" fmla="*/ 3932 w 15147"/>
                          <a:gd name="connsiteY3" fmla="*/ 941 h 35361"/>
                          <a:gd name="connsiteX4" fmla="*/ 3932 w 15147"/>
                          <a:gd name="connsiteY4" fmla="*/ 7394 h 35361"/>
                          <a:gd name="connsiteX5" fmla="*/ 4071 w 15147"/>
                          <a:gd name="connsiteY5" fmla="*/ 7394 h 35361"/>
                          <a:gd name="connsiteX6" fmla="*/ 8307 w 15147"/>
                          <a:gd name="connsiteY6" fmla="*/ 1634 h 35361"/>
                          <a:gd name="connsiteX7" fmla="*/ 15147 w 15147"/>
                          <a:gd name="connsiteY7" fmla="*/ 0 h 35361"/>
                          <a:gd name="connsiteX8" fmla="*/ 15147 w 15147"/>
                          <a:gd name="connsiteY8" fmla="*/ 4320 h 35361"/>
                          <a:gd name="connsiteX9" fmla="*/ 9637 w 15147"/>
                          <a:gd name="connsiteY9" fmla="*/ 5372 h 35361"/>
                          <a:gd name="connsiteX10" fmla="*/ 6203 w 15147"/>
                          <a:gd name="connsiteY10" fmla="*/ 8418 h 35361"/>
                          <a:gd name="connsiteX11" fmla="*/ 4431 w 15147"/>
                          <a:gd name="connsiteY11" fmla="*/ 12960 h 35361"/>
                          <a:gd name="connsiteX12" fmla="*/ 3932 w 15147"/>
                          <a:gd name="connsiteY12" fmla="*/ 18443 h 35361"/>
                          <a:gd name="connsiteX13" fmla="*/ 3932 w 15147"/>
                          <a:gd name="connsiteY13" fmla="*/ 35334 h 353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5147" h="35361">
                            <a:moveTo>
                              <a:pt x="3932" y="35362"/>
                            </a:moveTo>
                            <a:lnTo>
                              <a:pt x="0" y="35362"/>
                            </a:lnTo>
                            <a:lnTo>
                              <a:pt x="0" y="941"/>
                            </a:lnTo>
                            <a:lnTo>
                              <a:pt x="3932" y="941"/>
                            </a:lnTo>
                            <a:lnTo>
                              <a:pt x="3932" y="7394"/>
                            </a:lnTo>
                            <a:lnTo>
                              <a:pt x="4071" y="7394"/>
                            </a:lnTo>
                            <a:cubicBezTo>
                              <a:pt x="5151" y="4652"/>
                              <a:pt x="6563" y="2741"/>
                              <a:pt x="8307" y="1634"/>
                            </a:cubicBezTo>
                            <a:cubicBezTo>
                              <a:pt x="10024" y="554"/>
                              <a:pt x="12323" y="0"/>
                              <a:pt x="15147" y="0"/>
                            </a:cubicBezTo>
                            <a:lnTo>
                              <a:pt x="15147" y="4320"/>
                            </a:lnTo>
                            <a:cubicBezTo>
                              <a:pt x="12932" y="4265"/>
                              <a:pt x="11077" y="4625"/>
                              <a:pt x="9637" y="5372"/>
                            </a:cubicBezTo>
                            <a:cubicBezTo>
                              <a:pt x="8197" y="6120"/>
                              <a:pt x="7061" y="7144"/>
                              <a:pt x="6203" y="8418"/>
                            </a:cubicBezTo>
                            <a:cubicBezTo>
                              <a:pt x="5344" y="9692"/>
                              <a:pt x="4763" y="11215"/>
                              <a:pt x="4431" y="12960"/>
                            </a:cubicBezTo>
                            <a:cubicBezTo>
                              <a:pt x="4098" y="14704"/>
                              <a:pt x="3932" y="16532"/>
                              <a:pt x="3932" y="18443"/>
                            </a:cubicBezTo>
                            <a:lnTo>
                              <a:pt x="3932" y="35334"/>
                            </a:lnTo>
                            <a:close/>
                          </a:path>
                        </a:pathLst>
                      </a:custGeom>
                      <a:solidFill>
                        <a:srgbClr val="26A6DE"/>
                      </a:solidFill>
                      <a:ln w="2767" cap="flat">
                        <a:noFill/>
                        <a:prstDash val="solid"/>
                        <a:miter/>
                      </a:ln>
                    </p:spPr>
                    <p:txBody>
                      <a:bodyPr rtlCol="0" anchor="ctr"/>
                      <a:lstStyle/>
                      <a:p>
                        <a:endParaRPr lang="en-US"/>
                      </a:p>
                    </p:txBody>
                  </p:sp>
                  <p:sp>
                    <p:nvSpPr>
                      <p:cNvPr id="3794" name="Freeform 3793">
                        <a:extLst>
                          <a:ext uri="{FF2B5EF4-FFF2-40B4-BE49-F238E27FC236}">
                            <a16:creationId xmlns:a16="http://schemas.microsoft.com/office/drawing/2014/main" id="{8AF44A05-331C-C391-77CF-B8554FD076D1}"/>
                          </a:ext>
                        </a:extLst>
                      </p:cNvPr>
                      <p:cNvSpPr/>
                      <p:nvPr/>
                    </p:nvSpPr>
                    <p:spPr>
                      <a:xfrm>
                        <a:off x="1833686" y="4186539"/>
                        <a:ext cx="30517" cy="36303"/>
                      </a:xfrm>
                      <a:custGeom>
                        <a:avLst/>
                        <a:gdLst>
                          <a:gd name="connsiteX0" fmla="*/ 4181 w 30517"/>
                          <a:gd name="connsiteY0" fmla="*/ 19052 h 36303"/>
                          <a:gd name="connsiteX1" fmla="*/ 4901 w 30517"/>
                          <a:gd name="connsiteY1" fmla="*/ 24341 h 36303"/>
                          <a:gd name="connsiteX2" fmla="*/ 7034 w 30517"/>
                          <a:gd name="connsiteY2" fmla="*/ 28660 h 36303"/>
                          <a:gd name="connsiteX3" fmla="*/ 10606 w 30517"/>
                          <a:gd name="connsiteY3" fmla="*/ 31596 h 36303"/>
                          <a:gd name="connsiteX4" fmla="*/ 15590 w 30517"/>
                          <a:gd name="connsiteY4" fmla="*/ 32704 h 36303"/>
                          <a:gd name="connsiteX5" fmla="*/ 22208 w 30517"/>
                          <a:gd name="connsiteY5" fmla="*/ 30654 h 36303"/>
                          <a:gd name="connsiteX6" fmla="*/ 25864 w 30517"/>
                          <a:gd name="connsiteY6" fmla="*/ 24811 h 36303"/>
                          <a:gd name="connsiteX7" fmla="*/ 30239 w 30517"/>
                          <a:gd name="connsiteY7" fmla="*/ 24811 h 36303"/>
                          <a:gd name="connsiteX8" fmla="*/ 28328 w 30517"/>
                          <a:gd name="connsiteY8" fmla="*/ 29353 h 36303"/>
                          <a:gd name="connsiteX9" fmla="*/ 25393 w 30517"/>
                          <a:gd name="connsiteY9" fmla="*/ 33008 h 36303"/>
                          <a:gd name="connsiteX10" fmla="*/ 21212 w 30517"/>
                          <a:gd name="connsiteY10" fmla="*/ 35445 h 36303"/>
                          <a:gd name="connsiteX11" fmla="*/ 15590 w 30517"/>
                          <a:gd name="connsiteY11" fmla="*/ 36303 h 36303"/>
                          <a:gd name="connsiteX12" fmla="*/ 8584 w 30517"/>
                          <a:gd name="connsiteY12" fmla="*/ 34919 h 36303"/>
                          <a:gd name="connsiteX13" fmla="*/ 3738 w 30517"/>
                          <a:gd name="connsiteY13" fmla="*/ 31097 h 36303"/>
                          <a:gd name="connsiteX14" fmla="*/ 914 w 30517"/>
                          <a:gd name="connsiteY14" fmla="*/ 25393 h 36303"/>
                          <a:gd name="connsiteX15" fmla="*/ 0 w 30517"/>
                          <a:gd name="connsiteY15" fmla="*/ 18304 h 36303"/>
                          <a:gd name="connsiteX16" fmla="*/ 1080 w 30517"/>
                          <a:gd name="connsiteY16" fmla="*/ 11187 h 36303"/>
                          <a:gd name="connsiteX17" fmla="*/ 4154 w 30517"/>
                          <a:gd name="connsiteY17" fmla="*/ 5372 h 36303"/>
                          <a:gd name="connsiteX18" fmla="*/ 9027 w 30517"/>
                          <a:gd name="connsiteY18" fmla="*/ 1440 h 36303"/>
                          <a:gd name="connsiteX19" fmla="*/ 15590 w 30517"/>
                          <a:gd name="connsiteY19" fmla="*/ 0 h 36303"/>
                          <a:gd name="connsiteX20" fmla="*/ 26584 w 30517"/>
                          <a:gd name="connsiteY20" fmla="*/ 4874 h 36303"/>
                          <a:gd name="connsiteX21" fmla="*/ 30516 w 30517"/>
                          <a:gd name="connsiteY21" fmla="*/ 19052 h 36303"/>
                          <a:gd name="connsiteX22" fmla="*/ 4181 w 30517"/>
                          <a:gd name="connsiteY22" fmla="*/ 19052 h 36303"/>
                          <a:gd name="connsiteX23" fmla="*/ 26307 w 30517"/>
                          <a:gd name="connsiteY23" fmla="*/ 15729 h 36303"/>
                          <a:gd name="connsiteX24" fmla="*/ 25614 w 30517"/>
                          <a:gd name="connsiteY24" fmla="*/ 10966 h 36303"/>
                          <a:gd name="connsiteX25" fmla="*/ 23593 w 30517"/>
                          <a:gd name="connsiteY25" fmla="*/ 7117 h 36303"/>
                          <a:gd name="connsiteX26" fmla="*/ 20215 w 30517"/>
                          <a:gd name="connsiteY26" fmla="*/ 4514 h 36303"/>
                          <a:gd name="connsiteX27" fmla="*/ 15563 w 30517"/>
                          <a:gd name="connsiteY27" fmla="*/ 3545 h 36303"/>
                          <a:gd name="connsiteX28" fmla="*/ 10938 w 30517"/>
                          <a:gd name="connsiteY28" fmla="*/ 4541 h 36303"/>
                          <a:gd name="connsiteX29" fmla="*/ 7532 w 30517"/>
                          <a:gd name="connsiteY29" fmla="*/ 7200 h 36303"/>
                          <a:gd name="connsiteX30" fmla="*/ 5261 w 30517"/>
                          <a:gd name="connsiteY30" fmla="*/ 11049 h 36303"/>
                          <a:gd name="connsiteX31" fmla="*/ 4154 w 30517"/>
                          <a:gd name="connsiteY31" fmla="*/ 15701 h 36303"/>
                          <a:gd name="connsiteX32" fmla="*/ 26279 w 30517"/>
                          <a:gd name="connsiteY32" fmla="*/ 15701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0517" h="36303">
                            <a:moveTo>
                              <a:pt x="4181" y="19052"/>
                            </a:moveTo>
                            <a:cubicBezTo>
                              <a:pt x="4181" y="20907"/>
                              <a:pt x="4431" y="22679"/>
                              <a:pt x="4901" y="24341"/>
                            </a:cubicBezTo>
                            <a:cubicBezTo>
                              <a:pt x="5372" y="26002"/>
                              <a:pt x="6092" y="27442"/>
                              <a:pt x="7034" y="28660"/>
                            </a:cubicBezTo>
                            <a:cubicBezTo>
                              <a:pt x="7975" y="29879"/>
                              <a:pt x="9166" y="30848"/>
                              <a:pt x="10606" y="31596"/>
                            </a:cubicBezTo>
                            <a:cubicBezTo>
                              <a:pt x="12046" y="32316"/>
                              <a:pt x="13707" y="32704"/>
                              <a:pt x="15590" y="32704"/>
                            </a:cubicBezTo>
                            <a:cubicBezTo>
                              <a:pt x="18166" y="32704"/>
                              <a:pt x="20381" y="32011"/>
                              <a:pt x="22208" y="30654"/>
                            </a:cubicBezTo>
                            <a:cubicBezTo>
                              <a:pt x="24036" y="29297"/>
                              <a:pt x="25255" y="27331"/>
                              <a:pt x="25864" y="24811"/>
                            </a:cubicBezTo>
                            <a:lnTo>
                              <a:pt x="30239" y="24811"/>
                            </a:lnTo>
                            <a:cubicBezTo>
                              <a:pt x="29768" y="26445"/>
                              <a:pt x="29131" y="27968"/>
                              <a:pt x="28328" y="29353"/>
                            </a:cubicBezTo>
                            <a:cubicBezTo>
                              <a:pt x="27525" y="30737"/>
                              <a:pt x="26556" y="31956"/>
                              <a:pt x="25393" y="33008"/>
                            </a:cubicBezTo>
                            <a:cubicBezTo>
                              <a:pt x="24202" y="34060"/>
                              <a:pt x="22818" y="34863"/>
                              <a:pt x="21212" y="35445"/>
                            </a:cubicBezTo>
                            <a:cubicBezTo>
                              <a:pt x="19605" y="36026"/>
                              <a:pt x="17722" y="36303"/>
                              <a:pt x="15590" y="36303"/>
                            </a:cubicBezTo>
                            <a:cubicBezTo>
                              <a:pt x="12877" y="36303"/>
                              <a:pt x="10550" y="35833"/>
                              <a:pt x="8584" y="34919"/>
                            </a:cubicBezTo>
                            <a:cubicBezTo>
                              <a:pt x="6618" y="33977"/>
                              <a:pt x="5012" y="32704"/>
                              <a:pt x="3738" y="31097"/>
                            </a:cubicBezTo>
                            <a:cubicBezTo>
                              <a:pt x="2465" y="29491"/>
                              <a:pt x="1523" y="27580"/>
                              <a:pt x="914" y="25393"/>
                            </a:cubicBezTo>
                            <a:cubicBezTo>
                              <a:pt x="305" y="23205"/>
                              <a:pt x="0" y="20852"/>
                              <a:pt x="0" y="18304"/>
                            </a:cubicBezTo>
                            <a:cubicBezTo>
                              <a:pt x="0" y="15757"/>
                              <a:pt x="360" y="13403"/>
                              <a:pt x="1080" y="11187"/>
                            </a:cubicBezTo>
                            <a:cubicBezTo>
                              <a:pt x="1800" y="8972"/>
                              <a:pt x="2825" y="7034"/>
                              <a:pt x="4154" y="5372"/>
                            </a:cubicBezTo>
                            <a:cubicBezTo>
                              <a:pt x="5483" y="3711"/>
                              <a:pt x="7117" y="2409"/>
                              <a:pt x="9027" y="1440"/>
                            </a:cubicBezTo>
                            <a:cubicBezTo>
                              <a:pt x="10938" y="471"/>
                              <a:pt x="13126" y="0"/>
                              <a:pt x="15590" y="0"/>
                            </a:cubicBezTo>
                            <a:cubicBezTo>
                              <a:pt x="20270" y="0"/>
                              <a:pt x="23925" y="1634"/>
                              <a:pt x="26584" y="4874"/>
                            </a:cubicBezTo>
                            <a:cubicBezTo>
                              <a:pt x="29242" y="8114"/>
                              <a:pt x="30571" y="12849"/>
                              <a:pt x="30516" y="19052"/>
                            </a:cubicBezTo>
                            <a:lnTo>
                              <a:pt x="4181" y="19052"/>
                            </a:lnTo>
                            <a:close/>
                            <a:moveTo>
                              <a:pt x="26307" y="15729"/>
                            </a:moveTo>
                            <a:cubicBezTo>
                              <a:pt x="26307" y="14039"/>
                              <a:pt x="26085" y="12461"/>
                              <a:pt x="25614" y="10966"/>
                            </a:cubicBezTo>
                            <a:cubicBezTo>
                              <a:pt x="25144" y="9471"/>
                              <a:pt x="24479" y="8197"/>
                              <a:pt x="23593" y="7117"/>
                            </a:cubicBezTo>
                            <a:cubicBezTo>
                              <a:pt x="22707" y="6037"/>
                              <a:pt x="21572" y="5178"/>
                              <a:pt x="20215" y="4514"/>
                            </a:cubicBezTo>
                            <a:cubicBezTo>
                              <a:pt x="18858" y="3877"/>
                              <a:pt x="17307" y="3545"/>
                              <a:pt x="15563" y="3545"/>
                            </a:cubicBezTo>
                            <a:cubicBezTo>
                              <a:pt x="13818" y="3545"/>
                              <a:pt x="12267" y="3877"/>
                              <a:pt x="10938" y="4541"/>
                            </a:cubicBezTo>
                            <a:cubicBezTo>
                              <a:pt x="9609" y="5206"/>
                              <a:pt x="8474" y="6092"/>
                              <a:pt x="7532" y="7200"/>
                            </a:cubicBezTo>
                            <a:cubicBezTo>
                              <a:pt x="6591" y="8307"/>
                              <a:pt x="5843" y="9581"/>
                              <a:pt x="5261" y="11049"/>
                            </a:cubicBezTo>
                            <a:cubicBezTo>
                              <a:pt x="4680" y="12517"/>
                              <a:pt x="4320" y="14067"/>
                              <a:pt x="4154" y="15701"/>
                            </a:cubicBezTo>
                            <a:lnTo>
                              <a:pt x="26279" y="15701"/>
                            </a:lnTo>
                            <a:close/>
                          </a:path>
                        </a:pathLst>
                      </a:custGeom>
                      <a:solidFill>
                        <a:srgbClr val="26A6DE"/>
                      </a:solidFill>
                      <a:ln w="2767" cap="flat">
                        <a:noFill/>
                        <a:prstDash val="solid"/>
                        <a:miter/>
                      </a:ln>
                    </p:spPr>
                    <p:txBody>
                      <a:bodyPr rtlCol="0" anchor="ctr"/>
                      <a:lstStyle/>
                      <a:p>
                        <a:endParaRPr lang="en-US"/>
                      </a:p>
                    </p:txBody>
                  </p:sp>
                  <p:sp>
                    <p:nvSpPr>
                      <p:cNvPr id="3795" name="Freeform 3794">
                        <a:extLst>
                          <a:ext uri="{FF2B5EF4-FFF2-40B4-BE49-F238E27FC236}">
                            <a16:creationId xmlns:a16="http://schemas.microsoft.com/office/drawing/2014/main" id="{B01B1A7E-637B-F5DB-9EBC-256FAC2529A3}"/>
                          </a:ext>
                        </a:extLst>
                      </p:cNvPr>
                      <p:cNvSpPr/>
                      <p:nvPr/>
                    </p:nvSpPr>
                    <p:spPr>
                      <a:xfrm>
                        <a:off x="1868245" y="4187453"/>
                        <a:ext cx="30515" cy="34420"/>
                      </a:xfrm>
                      <a:custGeom>
                        <a:avLst/>
                        <a:gdLst>
                          <a:gd name="connsiteX0" fmla="*/ 0 w 30515"/>
                          <a:gd name="connsiteY0" fmla="*/ 0 h 34420"/>
                          <a:gd name="connsiteX1" fmla="*/ 4264 w 30515"/>
                          <a:gd name="connsiteY1" fmla="*/ 0 h 34420"/>
                          <a:gd name="connsiteX2" fmla="*/ 15258 w 30515"/>
                          <a:gd name="connsiteY2" fmla="*/ 29519 h 34420"/>
                          <a:gd name="connsiteX3" fmla="*/ 26251 w 30515"/>
                          <a:gd name="connsiteY3" fmla="*/ 0 h 34420"/>
                          <a:gd name="connsiteX4" fmla="*/ 30516 w 30515"/>
                          <a:gd name="connsiteY4" fmla="*/ 0 h 34420"/>
                          <a:gd name="connsiteX5" fmla="*/ 17362 w 30515"/>
                          <a:gd name="connsiteY5" fmla="*/ 34420 h 34420"/>
                          <a:gd name="connsiteX6" fmla="*/ 12987 w 30515"/>
                          <a:gd name="connsiteY6" fmla="*/ 34420 h 34420"/>
                          <a:gd name="connsiteX7" fmla="*/ 28 w 30515"/>
                          <a:gd name="connsiteY7" fmla="*/ 0 h 34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515" h="34420">
                            <a:moveTo>
                              <a:pt x="0" y="0"/>
                            </a:moveTo>
                            <a:lnTo>
                              <a:pt x="4264" y="0"/>
                            </a:lnTo>
                            <a:lnTo>
                              <a:pt x="15258" y="29519"/>
                            </a:lnTo>
                            <a:lnTo>
                              <a:pt x="26251" y="0"/>
                            </a:lnTo>
                            <a:lnTo>
                              <a:pt x="30516" y="0"/>
                            </a:lnTo>
                            <a:lnTo>
                              <a:pt x="17362" y="34420"/>
                            </a:lnTo>
                            <a:lnTo>
                              <a:pt x="12987" y="34420"/>
                            </a:lnTo>
                            <a:lnTo>
                              <a:pt x="28" y="0"/>
                            </a:lnTo>
                            <a:close/>
                          </a:path>
                        </a:pathLst>
                      </a:custGeom>
                      <a:solidFill>
                        <a:srgbClr val="26A6DE"/>
                      </a:solidFill>
                      <a:ln w="2767" cap="flat">
                        <a:noFill/>
                        <a:prstDash val="solid"/>
                        <a:miter/>
                      </a:ln>
                    </p:spPr>
                    <p:txBody>
                      <a:bodyPr rtlCol="0" anchor="ctr"/>
                      <a:lstStyle/>
                      <a:p>
                        <a:endParaRPr lang="en-US"/>
                      </a:p>
                    </p:txBody>
                  </p:sp>
                  <p:sp>
                    <p:nvSpPr>
                      <p:cNvPr id="3796" name="Freeform 3795">
                        <a:extLst>
                          <a:ext uri="{FF2B5EF4-FFF2-40B4-BE49-F238E27FC236}">
                            <a16:creationId xmlns:a16="http://schemas.microsoft.com/office/drawing/2014/main" id="{E75235AD-D93A-28E3-60D2-63598E2A3B65}"/>
                          </a:ext>
                        </a:extLst>
                      </p:cNvPr>
                      <p:cNvSpPr/>
                      <p:nvPr/>
                    </p:nvSpPr>
                    <p:spPr>
                      <a:xfrm>
                        <a:off x="1904991" y="4173995"/>
                        <a:ext cx="4319" cy="47878"/>
                      </a:xfrm>
                      <a:custGeom>
                        <a:avLst/>
                        <a:gdLst>
                          <a:gd name="connsiteX0" fmla="*/ 0 w 4319"/>
                          <a:gd name="connsiteY0" fmla="*/ 5926 h 47878"/>
                          <a:gd name="connsiteX1" fmla="*/ 0 w 4319"/>
                          <a:gd name="connsiteY1" fmla="*/ 0 h 47878"/>
                          <a:gd name="connsiteX2" fmla="*/ 4320 w 4319"/>
                          <a:gd name="connsiteY2" fmla="*/ 0 h 47878"/>
                          <a:gd name="connsiteX3" fmla="*/ 4320 w 4319"/>
                          <a:gd name="connsiteY3" fmla="*/ 5926 h 47878"/>
                          <a:gd name="connsiteX4" fmla="*/ 0 w 4319"/>
                          <a:gd name="connsiteY4" fmla="*/ 5926 h 47878"/>
                          <a:gd name="connsiteX5" fmla="*/ 194 w 4319"/>
                          <a:gd name="connsiteY5" fmla="*/ 47878 h 47878"/>
                          <a:gd name="connsiteX6" fmla="*/ 194 w 4319"/>
                          <a:gd name="connsiteY6" fmla="*/ 13458 h 47878"/>
                          <a:gd name="connsiteX7" fmla="*/ 4126 w 4319"/>
                          <a:gd name="connsiteY7" fmla="*/ 13458 h 47878"/>
                          <a:gd name="connsiteX8" fmla="*/ 4126 w 4319"/>
                          <a:gd name="connsiteY8" fmla="*/ 47878 h 47878"/>
                          <a:gd name="connsiteX9" fmla="*/ 194 w 4319"/>
                          <a:gd name="connsiteY9" fmla="*/ 47878 h 47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19" h="47878">
                            <a:moveTo>
                              <a:pt x="0" y="5926"/>
                            </a:moveTo>
                            <a:lnTo>
                              <a:pt x="0" y="0"/>
                            </a:lnTo>
                            <a:lnTo>
                              <a:pt x="4320" y="0"/>
                            </a:lnTo>
                            <a:lnTo>
                              <a:pt x="4320" y="5926"/>
                            </a:lnTo>
                            <a:lnTo>
                              <a:pt x="0" y="5926"/>
                            </a:lnTo>
                            <a:close/>
                            <a:moveTo>
                              <a:pt x="194" y="47878"/>
                            </a:moveTo>
                            <a:lnTo>
                              <a:pt x="194" y="13458"/>
                            </a:lnTo>
                            <a:lnTo>
                              <a:pt x="4126" y="13458"/>
                            </a:lnTo>
                            <a:lnTo>
                              <a:pt x="4126" y="47878"/>
                            </a:lnTo>
                            <a:lnTo>
                              <a:pt x="194" y="47878"/>
                            </a:lnTo>
                            <a:close/>
                          </a:path>
                        </a:pathLst>
                      </a:custGeom>
                      <a:solidFill>
                        <a:srgbClr val="26A6DE"/>
                      </a:solidFill>
                      <a:ln w="2767" cap="flat">
                        <a:noFill/>
                        <a:prstDash val="solid"/>
                        <a:miter/>
                      </a:ln>
                    </p:spPr>
                    <p:txBody>
                      <a:bodyPr rtlCol="0" anchor="ctr"/>
                      <a:lstStyle/>
                      <a:p>
                        <a:endParaRPr lang="en-US"/>
                      </a:p>
                    </p:txBody>
                  </p:sp>
                  <p:sp>
                    <p:nvSpPr>
                      <p:cNvPr id="3797" name="Freeform 3796">
                        <a:extLst>
                          <a:ext uri="{FF2B5EF4-FFF2-40B4-BE49-F238E27FC236}">
                            <a16:creationId xmlns:a16="http://schemas.microsoft.com/office/drawing/2014/main" id="{F6A068C5-CE55-8A82-2C25-F252F1F177DB}"/>
                          </a:ext>
                        </a:extLst>
                      </p:cNvPr>
                      <p:cNvSpPr/>
                      <p:nvPr/>
                    </p:nvSpPr>
                    <p:spPr>
                      <a:xfrm>
                        <a:off x="1916898" y="4186484"/>
                        <a:ext cx="31374" cy="36303"/>
                      </a:xfrm>
                      <a:custGeom>
                        <a:avLst/>
                        <a:gdLst>
                          <a:gd name="connsiteX0" fmla="*/ 15729 w 31374"/>
                          <a:gd name="connsiteY0" fmla="*/ 36303 h 36303"/>
                          <a:gd name="connsiteX1" fmla="*/ 9609 w 31374"/>
                          <a:gd name="connsiteY1" fmla="*/ 35113 h 36303"/>
                          <a:gd name="connsiteX2" fmla="*/ 4624 w 31374"/>
                          <a:gd name="connsiteY2" fmla="*/ 31735 h 36303"/>
                          <a:gd name="connsiteX3" fmla="*/ 1246 w 31374"/>
                          <a:gd name="connsiteY3" fmla="*/ 26085 h 36303"/>
                          <a:gd name="connsiteX4" fmla="*/ 0 w 31374"/>
                          <a:gd name="connsiteY4" fmla="*/ 18166 h 36303"/>
                          <a:gd name="connsiteX5" fmla="*/ 969 w 31374"/>
                          <a:gd name="connsiteY5" fmla="*/ 11077 h 36303"/>
                          <a:gd name="connsiteX6" fmla="*/ 3904 w 31374"/>
                          <a:gd name="connsiteY6" fmla="*/ 5317 h 36303"/>
                          <a:gd name="connsiteX7" fmla="*/ 8806 w 31374"/>
                          <a:gd name="connsiteY7" fmla="*/ 1440 h 36303"/>
                          <a:gd name="connsiteX8" fmla="*/ 15673 w 31374"/>
                          <a:gd name="connsiteY8" fmla="*/ 0 h 36303"/>
                          <a:gd name="connsiteX9" fmla="*/ 22624 w 31374"/>
                          <a:gd name="connsiteY9" fmla="*/ 1440 h 36303"/>
                          <a:gd name="connsiteX10" fmla="*/ 27525 w 31374"/>
                          <a:gd name="connsiteY10" fmla="*/ 5289 h 36303"/>
                          <a:gd name="connsiteX11" fmla="*/ 30433 w 31374"/>
                          <a:gd name="connsiteY11" fmla="*/ 11049 h 36303"/>
                          <a:gd name="connsiteX12" fmla="*/ 31374 w 31374"/>
                          <a:gd name="connsiteY12" fmla="*/ 18166 h 36303"/>
                          <a:gd name="connsiteX13" fmla="*/ 30267 w 31374"/>
                          <a:gd name="connsiteY13" fmla="*/ 25614 h 36303"/>
                          <a:gd name="connsiteX14" fmla="*/ 27082 w 31374"/>
                          <a:gd name="connsiteY14" fmla="*/ 31319 h 36303"/>
                          <a:gd name="connsiteX15" fmla="*/ 22098 w 31374"/>
                          <a:gd name="connsiteY15" fmla="*/ 35002 h 36303"/>
                          <a:gd name="connsiteX16" fmla="*/ 15646 w 31374"/>
                          <a:gd name="connsiteY16" fmla="*/ 36303 h 36303"/>
                          <a:gd name="connsiteX17" fmla="*/ 27276 w 31374"/>
                          <a:gd name="connsiteY17" fmla="*/ 18166 h 36303"/>
                          <a:gd name="connsiteX18" fmla="*/ 26611 w 31374"/>
                          <a:gd name="connsiteY18" fmla="*/ 12461 h 36303"/>
                          <a:gd name="connsiteX19" fmla="*/ 24590 w 31374"/>
                          <a:gd name="connsiteY19" fmla="*/ 7837 h 36303"/>
                          <a:gd name="connsiteX20" fmla="*/ 21045 w 31374"/>
                          <a:gd name="connsiteY20" fmla="*/ 4735 h 36303"/>
                          <a:gd name="connsiteX21" fmla="*/ 15729 w 31374"/>
                          <a:gd name="connsiteY21" fmla="*/ 3600 h 36303"/>
                          <a:gd name="connsiteX22" fmla="*/ 10467 w 31374"/>
                          <a:gd name="connsiteY22" fmla="*/ 4818 h 36303"/>
                          <a:gd name="connsiteX23" fmla="*/ 6895 w 31374"/>
                          <a:gd name="connsiteY23" fmla="*/ 8086 h 36303"/>
                          <a:gd name="connsiteX24" fmla="*/ 4874 w 31374"/>
                          <a:gd name="connsiteY24" fmla="*/ 12738 h 36303"/>
                          <a:gd name="connsiteX25" fmla="*/ 4209 w 31374"/>
                          <a:gd name="connsiteY25" fmla="*/ 18166 h 36303"/>
                          <a:gd name="connsiteX26" fmla="*/ 4957 w 31374"/>
                          <a:gd name="connsiteY26" fmla="*/ 24036 h 36303"/>
                          <a:gd name="connsiteX27" fmla="*/ 7144 w 31374"/>
                          <a:gd name="connsiteY27" fmla="*/ 28660 h 36303"/>
                          <a:gd name="connsiteX28" fmla="*/ 10744 w 31374"/>
                          <a:gd name="connsiteY28" fmla="*/ 31651 h 36303"/>
                          <a:gd name="connsiteX29" fmla="*/ 15729 w 31374"/>
                          <a:gd name="connsiteY29" fmla="*/ 32704 h 36303"/>
                          <a:gd name="connsiteX30" fmla="*/ 20990 w 31374"/>
                          <a:gd name="connsiteY30" fmla="*/ 31485 h 36303"/>
                          <a:gd name="connsiteX31" fmla="*/ 24562 w 31374"/>
                          <a:gd name="connsiteY31" fmla="*/ 28190 h 36303"/>
                          <a:gd name="connsiteX32" fmla="*/ 26584 w 31374"/>
                          <a:gd name="connsiteY32" fmla="*/ 23538 h 36303"/>
                          <a:gd name="connsiteX33" fmla="*/ 27248 w 31374"/>
                          <a:gd name="connsiteY33" fmla="*/ 18166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1374" h="36303">
                            <a:moveTo>
                              <a:pt x="15729" y="36303"/>
                            </a:moveTo>
                            <a:cubicBezTo>
                              <a:pt x="13541" y="36248"/>
                              <a:pt x="11492" y="35860"/>
                              <a:pt x="9609" y="35113"/>
                            </a:cubicBezTo>
                            <a:cubicBezTo>
                              <a:pt x="7698" y="34365"/>
                              <a:pt x="6037" y="33230"/>
                              <a:pt x="4624" y="31735"/>
                            </a:cubicBezTo>
                            <a:cubicBezTo>
                              <a:pt x="3212" y="30239"/>
                              <a:pt x="2077" y="28356"/>
                              <a:pt x="1246" y="26085"/>
                            </a:cubicBezTo>
                            <a:cubicBezTo>
                              <a:pt x="415" y="23814"/>
                              <a:pt x="0" y="21184"/>
                              <a:pt x="0" y="18166"/>
                            </a:cubicBezTo>
                            <a:cubicBezTo>
                              <a:pt x="0" y="15646"/>
                              <a:pt x="332" y="13292"/>
                              <a:pt x="969" y="11077"/>
                            </a:cubicBezTo>
                            <a:cubicBezTo>
                              <a:pt x="1634" y="8889"/>
                              <a:pt x="2603" y="6978"/>
                              <a:pt x="3904" y="5317"/>
                            </a:cubicBezTo>
                            <a:cubicBezTo>
                              <a:pt x="5206" y="3655"/>
                              <a:pt x="6840" y="2381"/>
                              <a:pt x="8806" y="1440"/>
                            </a:cubicBezTo>
                            <a:cubicBezTo>
                              <a:pt x="10772" y="499"/>
                              <a:pt x="13070" y="0"/>
                              <a:pt x="15673" y="0"/>
                            </a:cubicBezTo>
                            <a:cubicBezTo>
                              <a:pt x="18276" y="0"/>
                              <a:pt x="20658" y="471"/>
                              <a:pt x="22624" y="1440"/>
                            </a:cubicBezTo>
                            <a:cubicBezTo>
                              <a:pt x="24590" y="2409"/>
                              <a:pt x="26224" y="3683"/>
                              <a:pt x="27525" y="5289"/>
                            </a:cubicBezTo>
                            <a:cubicBezTo>
                              <a:pt x="28827" y="6895"/>
                              <a:pt x="29796" y="8834"/>
                              <a:pt x="30433" y="11049"/>
                            </a:cubicBezTo>
                            <a:cubicBezTo>
                              <a:pt x="31070" y="13264"/>
                              <a:pt x="31374" y="15646"/>
                              <a:pt x="31374" y="18166"/>
                            </a:cubicBezTo>
                            <a:cubicBezTo>
                              <a:pt x="31374" y="20907"/>
                              <a:pt x="31014" y="23399"/>
                              <a:pt x="30267" y="25614"/>
                            </a:cubicBezTo>
                            <a:cubicBezTo>
                              <a:pt x="29519" y="27830"/>
                              <a:pt x="28467" y="29740"/>
                              <a:pt x="27082" y="31319"/>
                            </a:cubicBezTo>
                            <a:cubicBezTo>
                              <a:pt x="25698" y="32897"/>
                              <a:pt x="24036" y="34144"/>
                              <a:pt x="22098" y="35002"/>
                            </a:cubicBezTo>
                            <a:cubicBezTo>
                              <a:pt x="20159" y="35860"/>
                              <a:pt x="17999" y="36303"/>
                              <a:pt x="15646" y="36303"/>
                            </a:cubicBezTo>
                            <a:close/>
                            <a:moveTo>
                              <a:pt x="27276" y="18166"/>
                            </a:moveTo>
                            <a:cubicBezTo>
                              <a:pt x="27276" y="16117"/>
                              <a:pt x="27054" y="14233"/>
                              <a:pt x="26611" y="12461"/>
                            </a:cubicBezTo>
                            <a:cubicBezTo>
                              <a:pt x="26168" y="10689"/>
                              <a:pt x="25504" y="9138"/>
                              <a:pt x="24590" y="7837"/>
                            </a:cubicBezTo>
                            <a:cubicBezTo>
                              <a:pt x="23676" y="6535"/>
                              <a:pt x="22485" y="5511"/>
                              <a:pt x="21045" y="4735"/>
                            </a:cubicBezTo>
                            <a:cubicBezTo>
                              <a:pt x="19605" y="3988"/>
                              <a:pt x="17833" y="3600"/>
                              <a:pt x="15729" y="3600"/>
                            </a:cubicBezTo>
                            <a:cubicBezTo>
                              <a:pt x="13624" y="3600"/>
                              <a:pt x="11907" y="4015"/>
                              <a:pt x="10467" y="4818"/>
                            </a:cubicBezTo>
                            <a:cubicBezTo>
                              <a:pt x="9000" y="5649"/>
                              <a:pt x="7809" y="6729"/>
                              <a:pt x="6895" y="8086"/>
                            </a:cubicBezTo>
                            <a:cubicBezTo>
                              <a:pt x="5981" y="9443"/>
                              <a:pt x="5289" y="10993"/>
                              <a:pt x="4874" y="12738"/>
                            </a:cubicBezTo>
                            <a:cubicBezTo>
                              <a:pt x="4458" y="14483"/>
                              <a:pt x="4209" y="16283"/>
                              <a:pt x="4209" y="18166"/>
                            </a:cubicBezTo>
                            <a:cubicBezTo>
                              <a:pt x="4209" y="20298"/>
                              <a:pt x="4458" y="22264"/>
                              <a:pt x="4957" y="24036"/>
                            </a:cubicBezTo>
                            <a:cubicBezTo>
                              <a:pt x="5455" y="25836"/>
                              <a:pt x="6203" y="27359"/>
                              <a:pt x="7144" y="28660"/>
                            </a:cubicBezTo>
                            <a:cubicBezTo>
                              <a:pt x="8114" y="29935"/>
                              <a:pt x="9304" y="30931"/>
                              <a:pt x="10744" y="31651"/>
                            </a:cubicBezTo>
                            <a:cubicBezTo>
                              <a:pt x="12184" y="32371"/>
                              <a:pt x="13846" y="32704"/>
                              <a:pt x="15729" y="32704"/>
                            </a:cubicBezTo>
                            <a:cubicBezTo>
                              <a:pt x="17778" y="32704"/>
                              <a:pt x="19550" y="32288"/>
                              <a:pt x="20990" y="31485"/>
                            </a:cubicBezTo>
                            <a:cubicBezTo>
                              <a:pt x="22458" y="30655"/>
                              <a:pt x="23648" y="29574"/>
                              <a:pt x="24562" y="28190"/>
                            </a:cubicBezTo>
                            <a:cubicBezTo>
                              <a:pt x="25476" y="26805"/>
                              <a:pt x="26168" y="25254"/>
                              <a:pt x="26584" y="23538"/>
                            </a:cubicBezTo>
                            <a:cubicBezTo>
                              <a:pt x="26999" y="21821"/>
                              <a:pt x="27248" y="20021"/>
                              <a:pt x="27248" y="18166"/>
                            </a:cubicBezTo>
                            <a:close/>
                          </a:path>
                        </a:pathLst>
                      </a:custGeom>
                      <a:solidFill>
                        <a:srgbClr val="26A6DE"/>
                      </a:solidFill>
                      <a:ln w="2767" cap="flat">
                        <a:noFill/>
                        <a:prstDash val="solid"/>
                        <a:miter/>
                      </a:ln>
                    </p:spPr>
                    <p:txBody>
                      <a:bodyPr rtlCol="0" anchor="ctr"/>
                      <a:lstStyle/>
                      <a:p>
                        <a:endParaRPr lang="en-US"/>
                      </a:p>
                    </p:txBody>
                  </p:sp>
                  <p:sp>
                    <p:nvSpPr>
                      <p:cNvPr id="3798" name="Freeform 3797">
                        <a:extLst>
                          <a:ext uri="{FF2B5EF4-FFF2-40B4-BE49-F238E27FC236}">
                            <a16:creationId xmlns:a16="http://schemas.microsoft.com/office/drawing/2014/main" id="{0C22E853-D2E9-EAF8-B085-E6CDA2423E33}"/>
                          </a:ext>
                        </a:extLst>
                      </p:cNvPr>
                      <p:cNvSpPr/>
                      <p:nvPr/>
                    </p:nvSpPr>
                    <p:spPr>
                      <a:xfrm>
                        <a:off x="1955528" y="4187425"/>
                        <a:ext cx="26943" cy="35361"/>
                      </a:xfrm>
                      <a:custGeom>
                        <a:avLst/>
                        <a:gdLst>
                          <a:gd name="connsiteX0" fmla="*/ 23011 w 26943"/>
                          <a:gd name="connsiteY0" fmla="*/ 28 h 35361"/>
                          <a:gd name="connsiteX1" fmla="*/ 26944 w 26943"/>
                          <a:gd name="connsiteY1" fmla="*/ 28 h 35361"/>
                          <a:gd name="connsiteX2" fmla="*/ 26944 w 26943"/>
                          <a:gd name="connsiteY2" fmla="*/ 34448 h 35361"/>
                          <a:gd name="connsiteX3" fmla="*/ 23011 w 26943"/>
                          <a:gd name="connsiteY3" fmla="*/ 34448 h 35361"/>
                          <a:gd name="connsiteX4" fmla="*/ 23011 w 26943"/>
                          <a:gd name="connsiteY4" fmla="*/ 29658 h 35361"/>
                          <a:gd name="connsiteX5" fmla="*/ 21239 w 26943"/>
                          <a:gd name="connsiteY5" fmla="*/ 31596 h 35361"/>
                          <a:gd name="connsiteX6" fmla="*/ 18969 w 26943"/>
                          <a:gd name="connsiteY6" fmla="*/ 33424 h 35361"/>
                          <a:gd name="connsiteX7" fmla="*/ 15978 w 26943"/>
                          <a:gd name="connsiteY7" fmla="*/ 34808 h 35361"/>
                          <a:gd name="connsiteX8" fmla="*/ 12046 w 26943"/>
                          <a:gd name="connsiteY8" fmla="*/ 35362 h 35361"/>
                          <a:gd name="connsiteX9" fmla="*/ 6341 w 26943"/>
                          <a:gd name="connsiteY9" fmla="*/ 34393 h 35361"/>
                          <a:gd name="connsiteX10" fmla="*/ 2631 w 26943"/>
                          <a:gd name="connsiteY10" fmla="*/ 31707 h 35361"/>
                          <a:gd name="connsiteX11" fmla="*/ 609 w 26943"/>
                          <a:gd name="connsiteY11" fmla="*/ 27691 h 35361"/>
                          <a:gd name="connsiteX12" fmla="*/ 0 w 26943"/>
                          <a:gd name="connsiteY12" fmla="*/ 22679 h 35361"/>
                          <a:gd name="connsiteX13" fmla="*/ 0 w 26943"/>
                          <a:gd name="connsiteY13" fmla="*/ 28 h 35361"/>
                          <a:gd name="connsiteX14" fmla="*/ 3932 w 26943"/>
                          <a:gd name="connsiteY14" fmla="*/ 28 h 35361"/>
                          <a:gd name="connsiteX15" fmla="*/ 3932 w 26943"/>
                          <a:gd name="connsiteY15" fmla="*/ 22624 h 35361"/>
                          <a:gd name="connsiteX16" fmla="*/ 5954 w 26943"/>
                          <a:gd name="connsiteY16" fmla="*/ 29436 h 35361"/>
                          <a:gd name="connsiteX17" fmla="*/ 12627 w 26943"/>
                          <a:gd name="connsiteY17" fmla="*/ 31790 h 35361"/>
                          <a:gd name="connsiteX18" fmla="*/ 16975 w 26943"/>
                          <a:gd name="connsiteY18" fmla="*/ 30820 h 35361"/>
                          <a:gd name="connsiteX19" fmla="*/ 20215 w 26943"/>
                          <a:gd name="connsiteY19" fmla="*/ 28134 h 35361"/>
                          <a:gd name="connsiteX20" fmla="*/ 22236 w 26943"/>
                          <a:gd name="connsiteY20" fmla="*/ 24009 h 35361"/>
                          <a:gd name="connsiteX21" fmla="*/ 22956 w 26943"/>
                          <a:gd name="connsiteY21" fmla="*/ 18747 h 35361"/>
                          <a:gd name="connsiteX22" fmla="*/ 22956 w 26943"/>
                          <a:gd name="connsiteY22" fmla="*/ 0 h 353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6943" h="35361">
                            <a:moveTo>
                              <a:pt x="23011" y="28"/>
                            </a:moveTo>
                            <a:lnTo>
                              <a:pt x="26944" y="28"/>
                            </a:lnTo>
                            <a:lnTo>
                              <a:pt x="26944" y="34448"/>
                            </a:lnTo>
                            <a:lnTo>
                              <a:pt x="23011" y="34448"/>
                            </a:lnTo>
                            <a:lnTo>
                              <a:pt x="23011" y="29658"/>
                            </a:lnTo>
                            <a:cubicBezTo>
                              <a:pt x="22485" y="30267"/>
                              <a:pt x="21904" y="30931"/>
                              <a:pt x="21239" y="31596"/>
                            </a:cubicBezTo>
                            <a:cubicBezTo>
                              <a:pt x="20575" y="32260"/>
                              <a:pt x="19827" y="32870"/>
                              <a:pt x="18969" y="33424"/>
                            </a:cubicBezTo>
                            <a:cubicBezTo>
                              <a:pt x="18110" y="33977"/>
                              <a:pt x="17113" y="34448"/>
                              <a:pt x="15978" y="34808"/>
                            </a:cubicBezTo>
                            <a:cubicBezTo>
                              <a:pt x="14843" y="35196"/>
                              <a:pt x="13541" y="35362"/>
                              <a:pt x="12046" y="35362"/>
                            </a:cubicBezTo>
                            <a:cubicBezTo>
                              <a:pt x="9775" y="35362"/>
                              <a:pt x="7864" y="35030"/>
                              <a:pt x="6341" y="34393"/>
                            </a:cubicBezTo>
                            <a:cubicBezTo>
                              <a:pt x="4818" y="33756"/>
                              <a:pt x="3572" y="32842"/>
                              <a:pt x="2631" y="31707"/>
                            </a:cubicBezTo>
                            <a:cubicBezTo>
                              <a:pt x="1689" y="30544"/>
                              <a:pt x="1025" y="29214"/>
                              <a:pt x="609" y="27691"/>
                            </a:cubicBezTo>
                            <a:cubicBezTo>
                              <a:pt x="194" y="26169"/>
                              <a:pt x="0" y="24479"/>
                              <a:pt x="0" y="22679"/>
                            </a:cubicBezTo>
                            <a:lnTo>
                              <a:pt x="0" y="28"/>
                            </a:lnTo>
                            <a:lnTo>
                              <a:pt x="3932" y="28"/>
                            </a:lnTo>
                            <a:lnTo>
                              <a:pt x="3932" y="22624"/>
                            </a:lnTo>
                            <a:cubicBezTo>
                              <a:pt x="3932" y="25587"/>
                              <a:pt x="4597" y="27858"/>
                              <a:pt x="5954" y="29436"/>
                            </a:cubicBezTo>
                            <a:cubicBezTo>
                              <a:pt x="7311" y="31015"/>
                              <a:pt x="9526" y="31790"/>
                              <a:pt x="12627" y="31790"/>
                            </a:cubicBezTo>
                            <a:cubicBezTo>
                              <a:pt x="14233" y="31790"/>
                              <a:pt x="15701" y="31458"/>
                              <a:pt x="16975" y="30820"/>
                            </a:cubicBezTo>
                            <a:cubicBezTo>
                              <a:pt x="18249" y="30184"/>
                              <a:pt x="19329" y="29270"/>
                              <a:pt x="20215" y="28134"/>
                            </a:cubicBezTo>
                            <a:cubicBezTo>
                              <a:pt x="21073" y="26972"/>
                              <a:pt x="21765" y="25614"/>
                              <a:pt x="22236" y="24009"/>
                            </a:cubicBezTo>
                            <a:cubicBezTo>
                              <a:pt x="22707" y="22403"/>
                              <a:pt x="22956" y="20658"/>
                              <a:pt x="22956" y="18747"/>
                            </a:cubicBezTo>
                            <a:lnTo>
                              <a:pt x="22956" y="0"/>
                            </a:lnTo>
                            <a:close/>
                          </a:path>
                        </a:pathLst>
                      </a:custGeom>
                      <a:solidFill>
                        <a:srgbClr val="26A6DE"/>
                      </a:solidFill>
                      <a:ln w="2767" cap="flat">
                        <a:noFill/>
                        <a:prstDash val="solid"/>
                        <a:miter/>
                      </a:ln>
                    </p:spPr>
                    <p:txBody>
                      <a:bodyPr rtlCol="0" anchor="ctr"/>
                      <a:lstStyle/>
                      <a:p>
                        <a:endParaRPr lang="en-US"/>
                      </a:p>
                    </p:txBody>
                  </p:sp>
                  <p:sp>
                    <p:nvSpPr>
                      <p:cNvPr id="3799" name="Freeform 3798">
                        <a:extLst>
                          <a:ext uri="{FF2B5EF4-FFF2-40B4-BE49-F238E27FC236}">
                            <a16:creationId xmlns:a16="http://schemas.microsoft.com/office/drawing/2014/main" id="{BA183A19-5B56-591B-992B-A848C8BF8BF4}"/>
                          </a:ext>
                        </a:extLst>
                      </p:cNvPr>
                      <p:cNvSpPr/>
                      <p:nvPr/>
                    </p:nvSpPr>
                    <p:spPr>
                      <a:xfrm>
                        <a:off x="1990225" y="4186484"/>
                        <a:ext cx="26722" cy="36247"/>
                      </a:xfrm>
                      <a:custGeom>
                        <a:avLst/>
                        <a:gdLst>
                          <a:gd name="connsiteX0" fmla="*/ 4043 w 26722"/>
                          <a:gd name="connsiteY0" fmla="*/ 24618 h 36247"/>
                          <a:gd name="connsiteX1" fmla="*/ 7338 w 26722"/>
                          <a:gd name="connsiteY1" fmla="*/ 30904 h 36247"/>
                          <a:gd name="connsiteX2" fmla="*/ 14178 w 26722"/>
                          <a:gd name="connsiteY2" fmla="*/ 32731 h 36247"/>
                          <a:gd name="connsiteX3" fmla="*/ 17916 w 26722"/>
                          <a:gd name="connsiteY3" fmla="*/ 32205 h 36247"/>
                          <a:gd name="connsiteX4" fmla="*/ 20492 w 26722"/>
                          <a:gd name="connsiteY4" fmla="*/ 30765 h 36247"/>
                          <a:gd name="connsiteX5" fmla="*/ 22042 w 26722"/>
                          <a:gd name="connsiteY5" fmla="*/ 28744 h 36247"/>
                          <a:gd name="connsiteX6" fmla="*/ 22568 w 26722"/>
                          <a:gd name="connsiteY6" fmla="*/ 26362 h 36247"/>
                          <a:gd name="connsiteX7" fmla="*/ 20962 w 26722"/>
                          <a:gd name="connsiteY7" fmla="*/ 22596 h 36247"/>
                          <a:gd name="connsiteX8" fmla="*/ 16947 w 26722"/>
                          <a:gd name="connsiteY8" fmla="*/ 20658 h 36247"/>
                          <a:gd name="connsiteX9" fmla="*/ 11713 w 26722"/>
                          <a:gd name="connsiteY9" fmla="*/ 19467 h 36247"/>
                          <a:gd name="connsiteX10" fmla="*/ 6480 w 26722"/>
                          <a:gd name="connsiteY10" fmla="*/ 17972 h 36247"/>
                          <a:gd name="connsiteX11" fmla="*/ 2465 w 26722"/>
                          <a:gd name="connsiteY11" fmla="*/ 15120 h 36247"/>
                          <a:gd name="connsiteX12" fmla="*/ 858 w 26722"/>
                          <a:gd name="connsiteY12" fmla="*/ 9858 h 36247"/>
                          <a:gd name="connsiteX13" fmla="*/ 3960 w 26722"/>
                          <a:gd name="connsiteY13" fmla="*/ 2769 h 36247"/>
                          <a:gd name="connsiteX14" fmla="*/ 12766 w 26722"/>
                          <a:gd name="connsiteY14" fmla="*/ 0 h 36247"/>
                          <a:gd name="connsiteX15" fmla="*/ 21710 w 26722"/>
                          <a:gd name="connsiteY15" fmla="*/ 2492 h 36247"/>
                          <a:gd name="connsiteX16" fmla="*/ 25864 w 26722"/>
                          <a:gd name="connsiteY16" fmla="*/ 10827 h 36247"/>
                          <a:gd name="connsiteX17" fmla="*/ 21876 w 26722"/>
                          <a:gd name="connsiteY17" fmla="*/ 10827 h 36247"/>
                          <a:gd name="connsiteX18" fmla="*/ 18886 w 26722"/>
                          <a:gd name="connsiteY18" fmla="*/ 5206 h 36247"/>
                          <a:gd name="connsiteX19" fmla="*/ 12683 w 26722"/>
                          <a:gd name="connsiteY19" fmla="*/ 3572 h 36247"/>
                          <a:gd name="connsiteX20" fmla="*/ 6978 w 26722"/>
                          <a:gd name="connsiteY20" fmla="*/ 5206 h 36247"/>
                          <a:gd name="connsiteX21" fmla="*/ 5012 w 26722"/>
                          <a:gd name="connsiteY21" fmla="*/ 9498 h 36247"/>
                          <a:gd name="connsiteX22" fmla="*/ 6618 w 26722"/>
                          <a:gd name="connsiteY22" fmla="*/ 13043 h 36247"/>
                          <a:gd name="connsiteX23" fmla="*/ 10634 w 26722"/>
                          <a:gd name="connsiteY23" fmla="*/ 15037 h 36247"/>
                          <a:gd name="connsiteX24" fmla="*/ 15867 w 26722"/>
                          <a:gd name="connsiteY24" fmla="*/ 16393 h 36247"/>
                          <a:gd name="connsiteX25" fmla="*/ 21101 w 26722"/>
                          <a:gd name="connsiteY25" fmla="*/ 18083 h 36247"/>
                          <a:gd name="connsiteX26" fmla="*/ 25116 w 26722"/>
                          <a:gd name="connsiteY26" fmla="*/ 21045 h 36247"/>
                          <a:gd name="connsiteX27" fmla="*/ 26722 w 26722"/>
                          <a:gd name="connsiteY27" fmla="*/ 26224 h 36247"/>
                          <a:gd name="connsiteX28" fmla="*/ 25670 w 26722"/>
                          <a:gd name="connsiteY28" fmla="*/ 30571 h 36247"/>
                          <a:gd name="connsiteX29" fmla="*/ 22790 w 26722"/>
                          <a:gd name="connsiteY29" fmla="*/ 33728 h 36247"/>
                          <a:gd name="connsiteX30" fmla="*/ 18442 w 26722"/>
                          <a:gd name="connsiteY30" fmla="*/ 35611 h 36247"/>
                          <a:gd name="connsiteX31" fmla="*/ 12904 w 26722"/>
                          <a:gd name="connsiteY31" fmla="*/ 36248 h 36247"/>
                          <a:gd name="connsiteX32" fmla="*/ 7560 w 26722"/>
                          <a:gd name="connsiteY32" fmla="*/ 35362 h 36247"/>
                          <a:gd name="connsiteX33" fmla="*/ 3600 w 26722"/>
                          <a:gd name="connsiteY33" fmla="*/ 32870 h 36247"/>
                          <a:gd name="connsiteX34" fmla="*/ 1052 w 26722"/>
                          <a:gd name="connsiteY34" fmla="*/ 29159 h 36247"/>
                          <a:gd name="connsiteX35" fmla="*/ 0 w 26722"/>
                          <a:gd name="connsiteY35" fmla="*/ 24562 h 36247"/>
                          <a:gd name="connsiteX36" fmla="*/ 3988 w 26722"/>
                          <a:gd name="connsiteY36" fmla="*/ 24562 h 36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6722" h="36247">
                            <a:moveTo>
                              <a:pt x="4043" y="24618"/>
                            </a:moveTo>
                            <a:cubicBezTo>
                              <a:pt x="4652" y="27581"/>
                              <a:pt x="5760" y="29685"/>
                              <a:pt x="7338" y="30904"/>
                            </a:cubicBezTo>
                            <a:cubicBezTo>
                              <a:pt x="8944" y="32122"/>
                              <a:pt x="11215" y="32731"/>
                              <a:pt x="14178" y="32731"/>
                            </a:cubicBezTo>
                            <a:cubicBezTo>
                              <a:pt x="15618" y="32731"/>
                              <a:pt x="16864" y="32565"/>
                              <a:pt x="17916" y="32205"/>
                            </a:cubicBezTo>
                            <a:cubicBezTo>
                              <a:pt x="18969" y="31845"/>
                              <a:pt x="19827" y="31375"/>
                              <a:pt x="20492" y="30765"/>
                            </a:cubicBezTo>
                            <a:cubicBezTo>
                              <a:pt x="21156" y="30156"/>
                              <a:pt x="21682" y="29491"/>
                              <a:pt x="22042" y="28744"/>
                            </a:cubicBezTo>
                            <a:cubicBezTo>
                              <a:pt x="22402" y="27996"/>
                              <a:pt x="22568" y="27193"/>
                              <a:pt x="22568" y="26362"/>
                            </a:cubicBezTo>
                            <a:cubicBezTo>
                              <a:pt x="22568" y="24673"/>
                              <a:pt x="22042" y="23427"/>
                              <a:pt x="20962" y="22596"/>
                            </a:cubicBezTo>
                            <a:cubicBezTo>
                              <a:pt x="19882" y="21765"/>
                              <a:pt x="18553" y="21129"/>
                              <a:pt x="16947" y="20658"/>
                            </a:cubicBezTo>
                            <a:cubicBezTo>
                              <a:pt x="15341" y="20187"/>
                              <a:pt x="13596" y="19799"/>
                              <a:pt x="11713" y="19467"/>
                            </a:cubicBezTo>
                            <a:cubicBezTo>
                              <a:pt x="9830" y="19135"/>
                              <a:pt x="8086" y="18636"/>
                              <a:pt x="6480" y="17972"/>
                            </a:cubicBezTo>
                            <a:cubicBezTo>
                              <a:pt x="4874" y="17307"/>
                              <a:pt x="3517" y="16366"/>
                              <a:pt x="2465" y="15120"/>
                            </a:cubicBezTo>
                            <a:cubicBezTo>
                              <a:pt x="1385" y="13873"/>
                              <a:pt x="858" y="12129"/>
                              <a:pt x="858" y="9858"/>
                            </a:cubicBezTo>
                            <a:cubicBezTo>
                              <a:pt x="858" y="6978"/>
                              <a:pt x="1883" y="4625"/>
                              <a:pt x="3960" y="2769"/>
                            </a:cubicBezTo>
                            <a:cubicBezTo>
                              <a:pt x="6037" y="941"/>
                              <a:pt x="8972" y="0"/>
                              <a:pt x="12766" y="0"/>
                            </a:cubicBezTo>
                            <a:cubicBezTo>
                              <a:pt x="16559" y="0"/>
                              <a:pt x="19412" y="831"/>
                              <a:pt x="21710" y="2492"/>
                            </a:cubicBezTo>
                            <a:cubicBezTo>
                              <a:pt x="24008" y="4154"/>
                              <a:pt x="25393" y="6923"/>
                              <a:pt x="25864" y="10827"/>
                            </a:cubicBezTo>
                            <a:lnTo>
                              <a:pt x="21876" y="10827"/>
                            </a:lnTo>
                            <a:cubicBezTo>
                              <a:pt x="21516" y="8169"/>
                              <a:pt x="20547" y="6286"/>
                              <a:pt x="18886" y="5206"/>
                            </a:cubicBezTo>
                            <a:cubicBezTo>
                              <a:pt x="17224" y="4126"/>
                              <a:pt x="15175" y="3572"/>
                              <a:pt x="12683" y="3572"/>
                            </a:cubicBezTo>
                            <a:cubicBezTo>
                              <a:pt x="10190" y="3572"/>
                              <a:pt x="8307" y="4126"/>
                              <a:pt x="6978" y="5206"/>
                            </a:cubicBezTo>
                            <a:cubicBezTo>
                              <a:pt x="5649" y="6286"/>
                              <a:pt x="5012" y="7726"/>
                              <a:pt x="5012" y="9498"/>
                            </a:cubicBezTo>
                            <a:cubicBezTo>
                              <a:pt x="5012" y="11049"/>
                              <a:pt x="5538" y="12240"/>
                              <a:pt x="6618" y="13043"/>
                            </a:cubicBezTo>
                            <a:cubicBezTo>
                              <a:pt x="7698" y="13846"/>
                              <a:pt x="9027" y="14538"/>
                              <a:pt x="10634" y="15037"/>
                            </a:cubicBezTo>
                            <a:cubicBezTo>
                              <a:pt x="12240" y="15535"/>
                              <a:pt x="13984" y="16006"/>
                              <a:pt x="15867" y="16393"/>
                            </a:cubicBezTo>
                            <a:cubicBezTo>
                              <a:pt x="17750" y="16781"/>
                              <a:pt x="19495" y="17363"/>
                              <a:pt x="21101" y="18083"/>
                            </a:cubicBezTo>
                            <a:cubicBezTo>
                              <a:pt x="22707" y="18803"/>
                              <a:pt x="24064" y="19799"/>
                              <a:pt x="25116" y="21045"/>
                            </a:cubicBezTo>
                            <a:cubicBezTo>
                              <a:pt x="26196" y="22292"/>
                              <a:pt x="26722" y="24009"/>
                              <a:pt x="26722" y="26224"/>
                            </a:cubicBezTo>
                            <a:cubicBezTo>
                              <a:pt x="26722" y="27858"/>
                              <a:pt x="26362" y="29325"/>
                              <a:pt x="25670" y="30571"/>
                            </a:cubicBezTo>
                            <a:cubicBezTo>
                              <a:pt x="24978" y="31845"/>
                              <a:pt x="24008" y="32897"/>
                              <a:pt x="22790" y="33728"/>
                            </a:cubicBezTo>
                            <a:cubicBezTo>
                              <a:pt x="21572" y="34559"/>
                              <a:pt x="20104" y="35196"/>
                              <a:pt x="18442" y="35611"/>
                            </a:cubicBezTo>
                            <a:cubicBezTo>
                              <a:pt x="16753" y="36026"/>
                              <a:pt x="14926" y="36248"/>
                              <a:pt x="12904" y="36248"/>
                            </a:cubicBezTo>
                            <a:cubicBezTo>
                              <a:pt x="10883" y="36248"/>
                              <a:pt x="9110" y="35943"/>
                              <a:pt x="7560" y="35362"/>
                            </a:cubicBezTo>
                            <a:cubicBezTo>
                              <a:pt x="6009" y="34753"/>
                              <a:pt x="4680" y="33922"/>
                              <a:pt x="3600" y="32870"/>
                            </a:cubicBezTo>
                            <a:cubicBezTo>
                              <a:pt x="2520" y="31817"/>
                              <a:pt x="1661" y="30571"/>
                              <a:pt x="1052" y="29159"/>
                            </a:cubicBezTo>
                            <a:cubicBezTo>
                              <a:pt x="443" y="27747"/>
                              <a:pt x="83" y="26224"/>
                              <a:pt x="0" y="24562"/>
                            </a:cubicBezTo>
                            <a:lnTo>
                              <a:pt x="3988" y="24562"/>
                            </a:lnTo>
                            <a:close/>
                          </a:path>
                        </a:pathLst>
                      </a:custGeom>
                      <a:solidFill>
                        <a:srgbClr val="26A6DE"/>
                      </a:solidFill>
                      <a:ln w="2767" cap="flat">
                        <a:noFill/>
                        <a:prstDash val="solid"/>
                        <a:miter/>
                      </a:ln>
                    </p:spPr>
                    <p:txBody>
                      <a:bodyPr rtlCol="0" anchor="ctr"/>
                      <a:lstStyle/>
                      <a:p>
                        <a:endParaRPr lang="en-US"/>
                      </a:p>
                    </p:txBody>
                  </p:sp>
                  <p:sp>
                    <p:nvSpPr>
                      <p:cNvPr id="3800" name="Freeform 3799">
                        <a:extLst>
                          <a:ext uri="{FF2B5EF4-FFF2-40B4-BE49-F238E27FC236}">
                            <a16:creationId xmlns:a16="http://schemas.microsoft.com/office/drawing/2014/main" id="{739454FB-47A2-841D-AC1F-9A78BF54CDD5}"/>
                          </a:ext>
                        </a:extLst>
                      </p:cNvPr>
                      <p:cNvSpPr/>
                      <p:nvPr/>
                    </p:nvSpPr>
                    <p:spPr>
                      <a:xfrm>
                        <a:off x="2025310" y="4174023"/>
                        <a:ext cx="3932" cy="47850"/>
                      </a:xfrm>
                      <a:custGeom>
                        <a:avLst/>
                        <a:gdLst>
                          <a:gd name="connsiteX0" fmla="*/ 0 w 3932"/>
                          <a:gd name="connsiteY0" fmla="*/ 47851 h 47850"/>
                          <a:gd name="connsiteX1" fmla="*/ 0 w 3932"/>
                          <a:gd name="connsiteY1" fmla="*/ 0 h 47850"/>
                          <a:gd name="connsiteX2" fmla="*/ 3932 w 3932"/>
                          <a:gd name="connsiteY2" fmla="*/ 0 h 47850"/>
                          <a:gd name="connsiteX3" fmla="*/ 3932 w 3932"/>
                          <a:gd name="connsiteY3" fmla="*/ 47851 h 47850"/>
                          <a:gd name="connsiteX4" fmla="*/ 0 w 3932"/>
                          <a:gd name="connsiteY4" fmla="*/ 47851 h 47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2" h="47850">
                            <a:moveTo>
                              <a:pt x="0" y="47851"/>
                            </a:moveTo>
                            <a:lnTo>
                              <a:pt x="0" y="0"/>
                            </a:lnTo>
                            <a:lnTo>
                              <a:pt x="3932" y="0"/>
                            </a:lnTo>
                            <a:lnTo>
                              <a:pt x="3932" y="47851"/>
                            </a:lnTo>
                            <a:lnTo>
                              <a:pt x="0" y="47851"/>
                            </a:lnTo>
                            <a:close/>
                          </a:path>
                        </a:pathLst>
                      </a:custGeom>
                      <a:solidFill>
                        <a:srgbClr val="26A6DE"/>
                      </a:solidFill>
                      <a:ln w="2767" cap="flat">
                        <a:noFill/>
                        <a:prstDash val="solid"/>
                        <a:miter/>
                      </a:ln>
                    </p:spPr>
                    <p:txBody>
                      <a:bodyPr rtlCol="0" anchor="ctr"/>
                      <a:lstStyle/>
                      <a:p>
                        <a:endParaRPr lang="en-US"/>
                      </a:p>
                    </p:txBody>
                  </p:sp>
                  <p:sp>
                    <p:nvSpPr>
                      <p:cNvPr id="3801" name="Freeform 3800">
                        <a:extLst>
                          <a:ext uri="{FF2B5EF4-FFF2-40B4-BE49-F238E27FC236}">
                            <a16:creationId xmlns:a16="http://schemas.microsoft.com/office/drawing/2014/main" id="{02B8F1A6-B71E-3CD6-2452-CFAA41F3CFA7}"/>
                          </a:ext>
                        </a:extLst>
                      </p:cNvPr>
                      <p:cNvSpPr/>
                      <p:nvPr/>
                    </p:nvSpPr>
                    <p:spPr>
                      <a:xfrm>
                        <a:off x="2035750" y="4187481"/>
                        <a:ext cx="30405" cy="47989"/>
                      </a:xfrm>
                      <a:custGeom>
                        <a:avLst/>
                        <a:gdLst>
                          <a:gd name="connsiteX0" fmla="*/ 3268 w 30405"/>
                          <a:gd name="connsiteY0" fmla="*/ 43697 h 47989"/>
                          <a:gd name="connsiteX1" fmla="*/ 4874 w 30405"/>
                          <a:gd name="connsiteY1" fmla="*/ 43974 h 47989"/>
                          <a:gd name="connsiteX2" fmla="*/ 6535 w 30405"/>
                          <a:gd name="connsiteY2" fmla="*/ 44112 h 47989"/>
                          <a:gd name="connsiteX3" fmla="*/ 9221 w 30405"/>
                          <a:gd name="connsiteY3" fmla="*/ 43060 h 47989"/>
                          <a:gd name="connsiteX4" fmla="*/ 10966 w 30405"/>
                          <a:gd name="connsiteY4" fmla="*/ 40512 h 47989"/>
                          <a:gd name="connsiteX5" fmla="*/ 12101 w 30405"/>
                          <a:gd name="connsiteY5" fmla="*/ 37383 h 47989"/>
                          <a:gd name="connsiteX6" fmla="*/ 13153 w 30405"/>
                          <a:gd name="connsiteY6" fmla="*/ 34642 h 47989"/>
                          <a:gd name="connsiteX7" fmla="*/ 0 w 30405"/>
                          <a:gd name="connsiteY7" fmla="*/ 0 h 47989"/>
                          <a:gd name="connsiteX8" fmla="*/ 4375 w 30405"/>
                          <a:gd name="connsiteY8" fmla="*/ 0 h 47989"/>
                          <a:gd name="connsiteX9" fmla="*/ 15258 w 30405"/>
                          <a:gd name="connsiteY9" fmla="*/ 29574 h 47989"/>
                          <a:gd name="connsiteX10" fmla="*/ 26141 w 30405"/>
                          <a:gd name="connsiteY10" fmla="*/ 0 h 47989"/>
                          <a:gd name="connsiteX11" fmla="*/ 30405 w 30405"/>
                          <a:gd name="connsiteY11" fmla="*/ 0 h 47989"/>
                          <a:gd name="connsiteX12" fmla="*/ 17778 w 30405"/>
                          <a:gd name="connsiteY12" fmla="*/ 33950 h 47989"/>
                          <a:gd name="connsiteX13" fmla="*/ 15507 w 30405"/>
                          <a:gd name="connsiteY13" fmla="*/ 39792 h 47989"/>
                          <a:gd name="connsiteX14" fmla="*/ 13209 w 30405"/>
                          <a:gd name="connsiteY14" fmla="*/ 44223 h 47989"/>
                          <a:gd name="connsiteX15" fmla="*/ 10523 w 30405"/>
                          <a:gd name="connsiteY15" fmla="*/ 47020 h 47989"/>
                          <a:gd name="connsiteX16" fmla="*/ 7006 w 30405"/>
                          <a:gd name="connsiteY16" fmla="*/ 47989 h 47989"/>
                          <a:gd name="connsiteX17" fmla="*/ 5012 w 30405"/>
                          <a:gd name="connsiteY17" fmla="*/ 47851 h 47989"/>
                          <a:gd name="connsiteX18" fmla="*/ 3268 w 30405"/>
                          <a:gd name="connsiteY18" fmla="*/ 47518 h 47989"/>
                          <a:gd name="connsiteX19" fmla="*/ 3268 w 30405"/>
                          <a:gd name="connsiteY19" fmla="*/ 43725 h 47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0405" h="47989">
                            <a:moveTo>
                              <a:pt x="3268" y="43697"/>
                            </a:moveTo>
                            <a:cubicBezTo>
                              <a:pt x="3794" y="43780"/>
                              <a:pt x="4320" y="43863"/>
                              <a:pt x="4874" y="43974"/>
                            </a:cubicBezTo>
                            <a:cubicBezTo>
                              <a:pt x="5428" y="44057"/>
                              <a:pt x="5981" y="44112"/>
                              <a:pt x="6535" y="44112"/>
                            </a:cubicBezTo>
                            <a:cubicBezTo>
                              <a:pt x="7615" y="44112"/>
                              <a:pt x="8529" y="43752"/>
                              <a:pt x="9221" y="43060"/>
                            </a:cubicBezTo>
                            <a:cubicBezTo>
                              <a:pt x="9914" y="42340"/>
                              <a:pt x="10495" y="41509"/>
                              <a:pt x="10966" y="40512"/>
                            </a:cubicBezTo>
                            <a:cubicBezTo>
                              <a:pt x="11437" y="39516"/>
                              <a:pt x="11797" y="38463"/>
                              <a:pt x="12101" y="37383"/>
                            </a:cubicBezTo>
                            <a:cubicBezTo>
                              <a:pt x="12406" y="36303"/>
                              <a:pt x="12766" y="35390"/>
                              <a:pt x="13153" y="34642"/>
                            </a:cubicBezTo>
                            <a:lnTo>
                              <a:pt x="0" y="0"/>
                            </a:lnTo>
                            <a:lnTo>
                              <a:pt x="4375" y="0"/>
                            </a:lnTo>
                            <a:lnTo>
                              <a:pt x="15258" y="29574"/>
                            </a:lnTo>
                            <a:lnTo>
                              <a:pt x="26141" y="0"/>
                            </a:lnTo>
                            <a:lnTo>
                              <a:pt x="30405" y="0"/>
                            </a:lnTo>
                            <a:lnTo>
                              <a:pt x="17778" y="33950"/>
                            </a:lnTo>
                            <a:cubicBezTo>
                              <a:pt x="17002" y="36110"/>
                              <a:pt x="16227" y="38076"/>
                              <a:pt x="15507" y="39792"/>
                            </a:cubicBezTo>
                            <a:cubicBezTo>
                              <a:pt x="14787" y="41509"/>
                              <a:pt x="14012" y="43005"/>
                              <a:pt x="13209" y="44223"/>
                            </a:cubicBezTo>
                            <a:cubicBezTo>
                              <a:pt x="12406" y="45442"/>
                              <a:pt x="11492" y="46383"/>
                              <a:pt x="10523" y="47020"/>
                            </a:cubicBezTo>
                            <a:cubicBezTo>
                              <a:pt x="9554" y="47657"/>
                              <a:pt x="8363" y="47989"/>
                              <a:pt x="7006" y="47989"/>
                            </a:cubicBezTo>
                            <a:cubicBezTo>
                              <a:pt x="6314" y="47989"/>
                              <a:pt x="5649" y="47934"/>
                              <a:pt x="5012" y="47851"/>
                            </a:cubicBezTo>
                            <a:cubicBezTo>
                              <a:pt x="4375" y="47768"/>
                              <a:pt x="3794" y="47657"/>
                              <a:pt x="3268" y="47518"/>
                            </a:cubicBezTo>
                            <a:lnTo>
                              <a:pt x="3268" y="43725"/>
                            </a:lnTo>
                            <a:close/>
                          </a:path>
                        </a:pathLst>
                      </a:custGeom>
                      <a:solidFill>
                        <a:srgbClr val="26A6DE"/>
                      </a:solidFill>
                      <a:ln w="2767" cap="flat">
                        <a:noFill/>
                        <a:prstDash val="solid"/>
                        <a:miter/>
                      </a:ln>
                    </p:spPr>
                    <p:txBody>
                      <a:bodyPr rtlCol="0" anchor="ctr"/>
                      <a:lstStyle/>
                      <a:p>
                        <a:endParaRPr lang="en-US"/>
                      </a:p>
                    </p:txBody>
                  </p:sp>
                  <p:sp>
                    <p:nvSpPr>
                      <p:cNvPr id="3802" name="Freeform 3801">
                        <a:extLst>
                          <a:ext uri="{FF2B5EF4-FFF2-40B4-BE49-F238E27FC236}">
                            <a16:creationId xmlns:a16="http://schemas.microsoft.com/office/drawing/2014/main" id="{2B14E00A-7847-E20D-8574-BD16694F689F}"/>
                          </a:ext>
                        </a:extLst>
                      </p:cNvPr>
                      <p:cNvSpPr/>
                      <p:nvPr/>
                    </p:nvSpPr>
                    <p:spPr>
                      <a:xfrm>
                        <a:off x="2090606" y="4173995"/>
                        <a:ext cx="4319" cy="47878"/>
                      </a:xfrm>
                      <a:custGeom>
                        <a:avLst/>
                        <a:gdLst>
                          <a:gd name="connsiteX0" fmla="*/ 0 w 4319"/>
                          <a:gd name="connsiteY0" fmla="*/ 5926 h 47878"/>
                          <a:gd name="connsiteX1" fmla="*/ 0 w 4319"/>
                          <a:gd name="connsiteY1" fmla="*/ 0 h 47878"/>
                          <a:gd name="connsiteX2" fmla="*/ 4320 w 4319"/>
                          <a:gd name="connsiteY2" fmla="*/ 0 h 47878"/>
                          <a:gd name="connsiteX3" fmla="*/ 4320 w 4319"/>
                          <a:gd name="connsiteY3" fmla="*/ 5926 h 47878"/>
                          <a:gd name="connsiteX4" fmla="*/ 0 w 4319"/>
                          <a:gd name="connsiteY4" fmla="*/ 5926 h 47878"/>
                          <a:gd name="connsiteX5" fmla="*/ 194 w 4319"/>
                          <a:gd name="connsiteY5" fmla="*/ 47878 h 47878"/>
                          <a:gd name="connsiteX6" fmla="*/ 194 w 4319"/>
                          <a:gd name="connsiteY6" fmla="*/ 13458 h 47878"/>
                          <a:gd name="connsiteX7" fmla="*/ 4126 w 4319"/>
                          <a:gd name="connsiteY7" fmla="*/ 13458 h 47878"/>
                          <a:gd name="connsiteX8" fmla="*/ 4126 w 4319"/>
                          <a:gd name="connsiteY8" fmla="*/ 47878 h 47878"/>
                          <a:gd name="connsiteX9" fmla="*/ 194 w 4319"/>
                          <a:gd name="connsiteY9" fmla="*/ 47878 h 47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19" h="47878">
                            <a:moveTo>
                              <a:pt x="0" y="5926"/>
                            </a:moveTo>
                            <a:lnTo>
                              <a:pt x="0" y="0"/>
                            </a:lnTo>
                            <a:lnTo>
                              <a:pt x="4320" y="0"/>
                            </a:lnTo>
                            <a:lnTo>
                              <a:pt x="4320" y="5926"/>
                            </a:lnTo>
                            <a:lnTo>
                              <a:pt x="0" y="5926"/>
                            </a:lnTo>
                            <a:close/>
                            <a:moveTo>
                              <a:pt x="194" y="47878"/>
                            </a:moveTo>
                            <a:lnTo>
                              <a:pt x="194" y="13458"/>
                            </a:lnTo>
                            <a:lnTo>
                              <a:pt x="4126" y="13458"/>
                            </a:lnTo>
                            <a:lnTo>
                              <a:pt x="4126" y="47878"/>
                            </a:lnTo>
                            <a:lnTo>
                              <a:pt x="194" y="47878"/>
                            </a:lnTo>
                            <a:close/>
                          </a:path>
                        </a:pathLst>
                      </a:custGeom>
                      <a:solidFill>
                        <a:srgbClr val="26A6DE"/>
                      </a:solidFill>
                      <a:ln w="2767" cap="flat">
                        <a:noFill/>
                        <a:prstDash val="solid"/>
                        <a:miter/>
                      </a:ln>
                    </p:spPr>
                    <p:txBody>
                      <a:bodyPr rtlCol="0" anchor="ctr"/>
                      <a:lstStyle/>
                      <a:p>
                        <a:endParaRPr lang="en-US"/>
                      </a:p>
                    </p:txBody>
                  </p:sp>
                  <p:sp>
                    <p:nvSpPr>
                      <p:cNvPr id="3803" name="Freeform 3802">
                        <a:extLst>
                          <a:ext uri="{FF2B5EF4-FFF2-40B4-BE49-F238E27FC236}">
                            <a16:creationId xmlns:a16="http://schemas.microsoft.com/office/drawing/2014/main" id="{4171DC8B-4B78-8F4F-3F3B-6CC09E28AA0B}"/>
                          </a:ext>
                        </a:extLst>
                      </p:cNvPr>
                      <p:cNvSpPr/>
                      <p:nvPr/>
                    </p:nvSpPr>
                    <p:spPr>
                      <a:xfrm>
                        <a:off x="2103012" y="4186484"/>
                        <a:ext cx="26722" cy="36247"/>
                      </a:xfrm>
                      <a:custGeom>
                        <a:avLst/>
                        <a:gdLst>
                          <a:gd name="connsiteX0" fmla="*/ 4043 w 26722"/>
                          <a:gd name="connsiteY0" fmla="*/ 24618 h 36247"/>
                          <a:gd name="connsiteX1" fmla="*/ 7338 w 26722"/>
                          <a:gd name="connsiteY1" fmla="*/ 30904 h 36247"/>
                          <a:gd name="connsiteX2" fmla="*/ 14178 w 26722"/>
                          <a:gd name="connsiteY2" fmla="*/ 32731 h 36247"/>
                          <a:gd name="connsiteX3" fmla="*/ 17916 w 26722"/>
                          <a:gd name="connsiteY3" fmla="*/ 32205 h 36247"/>
                          <a:gd name="connsiteX4" fmla="*/ 20492 w 26722"/>
                          <a:gd name="connsiteY4" fmla="*/ 30765 h 36247"/>
                          <a:gd name="connsiteX5" fmla="*/ 22042 w 26722"/>
                          <a:gd name="connsiteY5" fmla="*/ 28744 h 36247"/>
                          <a:gd name="connsiteX6" fmla="*/ 22568 w 26722"/>
                          <a:gd name="connsiteY6" fmla="*/ 26362 h 36247"/>
                          <a:gd name="connsiteX7" fmla="*/ 20962 w 26722"/>
                          <a:gd name="connsiteY7" fmla="*/ 22596 h 36247"/>
                          <a:gd name="connsiteX8" fmla="*/ 16947 w 26722"/>
                          <a:gd name="connsiteY8" fmla="*/ 20658 h 36247"/>
                          <a:gd name="connsiteX9" fmla="*/ 11713 w 26722"/>
                          <a:gd name="connsiteY9" fmla="*/ 19467 h 36247"/>
                          <a:gd name="connsiteX10" fmla="*/ 6480 w 26722"/>
                          <a:gd name="connsiteY10" fmla="*/ 17972 h 36247"/>
                          <a:gd name="connsiteX11" fmla="*/ 2465 w 26722"/>
                          <a:gd name="connsiteY11" fmla="*/ 15120 h 36247"/>
                          <a:gd name="connsiteX12" fmla="*/ 858 w 26722"/>
                          <a:gd name="connsiteY12" fmla="*/ 9858 h 36247"/>
                          <a:gd name="connsiteX13" fmla="*/ 3960 w 26722"/>
                          <a:gd name="connsiteY13" fmla="*/ 2769 h 36247"/>
                          <a:gd name="connsiteX14" fmla="*/ 12766 w 26722"/>
                          <a:gd name="connsiteY14" fmla="*/ 0 h 36247"/>
                          <a:gd name="connsiteX15" fmla="*/ 21710 w 26722"/>
                          <a:gd name="connsiteY15" fmla="*/ 2492 h 36247"/>
                          <a:gd name="connsiteX16" fmla="*/ 25864 w 26722"/>
                          <a:gd name="connsiteY16" fmla="*/ 10827 h 36247"/>
                          <a:gd name="connsiteX17" fmla="*/ 21876 w 26722"/>
                          <a:gd name="connsiteY17" fmla="*/ 10827 h 36247"/>
                          <a:gd name="connsiteX18" fmla="*/ 18885 w 26722"/>
                          <a:gd name="connsiteY18" fmla="*/ 5206 h 36247"/>
                          <a:gd name="connsiteX19" fmla="*/ 12683 w 26722"/>
                          <a:gd name="connsiteY19" fmla="*/ 3572 h 36247"/>
                          <a:gd name="connsiteX20" fmla="*/ 6978 w 26722"/>
                          <a:gd name="connsiteY20" fmla="*/ 5206 h 36247"/>
                          <a:gd name="connsiteX21" fmla="*/ 5012 w 26722"/>
                          <a:gd name="connsiteY21" fmla="*/ 9498 h 36247"/>
                          <a:gd name="connsiteX22" fmla="*/ 6618 w 26722"/>
                          <a:gd name="connsiteY22" fmla="*/ 13043 h 36247"/>
                          <a:gd name="connsiteX23" fmla="*/ 10633 w 26722"/>
                          <a:gd name="connsiteY23" fmla="*/ 15037 h 36247"/>
                          <a:gd name="connsiteX24" fmla="*/ 15867 w 26722"/>
                          <a:gd name="connsiteY24" fmla="*/ 16393 h 36247"/>
                          <a:gd name="connsiteX25" fmla="*/ 21101 w 26722"/>
                          <a:gd name="connsiteY25" fmla="*/ 18083 h 36247"/>
                          <a:gd name="connsiteX26" fmla="*/ 25116 w 26722"/>
                          <a:gd name="connsiteY26" fmla="*/ 21045 h 36247"/>
                          <a:gd name="connsiteX27" fmla="*/ 26722 w 26722"/>
                          <a:gd name="connsiteY27" fmla="*/ 26224 h 36247"/>
                          <a:gd name="connsiteX28" fmla="*/ 25670 w 26722"/>
                          <a:gd name="connsiteY28" fmla="*/ 30571 h 36247"/>
                          <a:gd name="connsiteX29" fmla="*/ 22790 w 26722"/>
                          <a:gd name="connsiteY29" fmla="*/ 33728 h 36247"/>
                          <a:gd name="connsiteX30" fmla="*/ 18442 w 26722"/>
                          <a:gd name="connsiteY30" fmla="*/ 35611 h 36247"/>
                          <a:gd name="connsiteX31" fmla="*/ 12904 w 26722"/>
                          <a:gd name="connsiteY31" fmla="*/ 36248 h 36247"/>
                          <a:gd name="connsiteX32" fmla="*/ 7560 w 26722"/>
                          <a:gd name="connsiteY32" fmla="*/ 35362 h 36247"/>
                          <a:gd name="connsiteX33" fmla="*/ 3600 w 26722"/>
                          <a:gd name="connsiteY33" fmla="*/ 32870 h 36247"/>
                          <a:gd name="connsiteX34" fmla="*/ 1052 w 26722"/>
                          <a:gd name="connsiteY34" fmla="*/ 29159 h 36247"/>
                          <a:gd name="connsiteX35" fmla="*/ 0 w 26722"/>
                          <a:gd name="connsiteY35" fmla="*/ 24562 h 36247"/>
                          <a:gd name="connsiteX36" fmla="*/ 3988 w 26722"/>
                          <a:gd name="connsiteY36" fmla="*/ 24562 h 36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6722" h="36247">
                            <a:moveTo>
                              <a:pt x="4043" y="24618"/>
                            </a:moveTo>
                            <a:cubicBezTo>
                              <a:pt x="4652" y="27581"/>
                              <a:pt x="5760" y="29685"/>
                              <a:pt x="7338" y="30904"/>
                            </a:cubicBezTo>
                            <a:cubicBezTo>
                              <a:pt x="8944" y="32122"/>
                              <a:pt x="11215" y="32731"/>
                              <a:pt x="14178" y="32731"/>
                            </a:cubicBezTo>
                            <a:cubicBezTo>
                              <a:pt x="15618" y="32731"/>
                              <a:pt x="16864" y="32565"/>
                              <a:pt x="17916" y="32205"/>
                            </a:cubicBezTo>
                            <a:cubicBezTo>
                              <a:pt x="18969" y="31845"/>
                              <a:pt x="19827" y="31375"/>
                              <a:pt x="20492" y="30765"/>
                            </a:cubicBezTo>
                            <a:cubicBezTo>
                              <a:pt x="21156" y="30156"/>
                              <a:pt x="21682" y="29491"/>
                              <a:pt x="22042" y="28744"/>
                            </a:cubicBezTo>
                            <a:cubicBezTo>
                              <a:pt x="22402" y="27996"/>
                              <a:pt x="22568" y="27193"/>
                              <a:pt x="22568" y="26362"/>
                            </a:cubicBezTo>
                            <a:cubicBezTo>
                              <a:pt x="22568" y="24673"/>
                              <a:pt x="22042" y="23427"/>
                              <a:pt x="20962" y="22596"/>
                            </a:cubicBezTo>
                            <a:cubicBezTo>
                              <a:pt x="19882" y="21765"/>
                              <a:pt x="18553" y="21129"/>
                              <a:pt x="16947" y="20658"/>
                            </a:cubicBezTo>
                            <a:cubicBezTo>
                              <a:pt x="15341" y="20187"/>
                              <a:pt x="13596" y="19799"/>
                              <a:pt x="11713" y="19467"/>
                            </a:cubicBezTo>
                            <a:cubicBezTo>
                              <a:pt x="9830" y="19135"/>
                              <a:pt x="8086" y="18636"/>
                              <a:pt x="6480" y="17972"/>
                            </a:cubicBezTo>
                            <a:cubicBezTo>
                              <a:pt x="4874" y="17307"/>
                              <a:pt x="3517" y="16366"/>
                              <a:pt x="2465" y="15120"/>
                            </a:cubicBezTo>
                            <a:cubicBezTo>
                              <a:pt x="1385" y="13873"/>
                              <a:pt x="858" y="12129"/>
                              <a:pt x="858" y="9858"/>
                            </a:cubicBezTo>
                            <a:cubicBezTo>
                              <a:pt x="858" y="6978"/>
                              <a:pt x="1883" y="4625"/>
                              <a:pt x="3960" y="2769"/>
                            </a:cubicBezTo>
                            <a:cubicBezTo>
                              <a:pt x="6037" y="941"/>
                              <a:pt x="8972" y="0"/>
                              <a:pt x="12766" y="0"/>
                            </a:cubicBezTo>
                            <a:cubicBezTo>
                              <a:pt x="16559" y="0"/>
                              <a:pt x="19412" y="831"/>
                              <a:pt x="21710" y="2492"/>
                            </a:cubicBezTo>
                            <a:cubicBezTo>
                              <a:pt x="24008" y="4154"/>
                              <a:pt x="25393" y="6923"/>
                              <a:pt x="25864" y="10827"/>
                            </a:cubicBezTo>
                            <a:lnTo>
                              <a:pt x="21876" y="10827"/>
                            </a:lnTo>
                            <a:cubicBezTo>
                              <a:pt x="21516" y="8169"/>
                              <a:pt x="20547" y="6286"/>
                              <a:pt x="18885" y="5206"/>
                            </a:cubicBezTo>
                            <a:cubicBezTo>
                              <a:pt x="17224" y="4126"/>
                              <a:pt x="15175" y="3572"/>
                              <a:pt x="12683" y="3572"/>
                            </a:cubicBezTo>
                            <a:cubicBezTo>
                              <a:pt x="10190" y="3572"/>
                              <a:pt x="8307" y="4126"/>
                              <a:pt x="6978" y="5206"/>
                            </a:cubicBezTo>
                            <a:cubicBezTo>
                              <a:pt x="5649" y="6286"/>
                              <a:pt x="5012" y="7726"/>
                              <a:pt x="5012" y="9498"/>
                            </a:cubicBezTo>
                            <a:cubicBezTo>
                              <a:pt x="5012" y="11049"/>
                              <a:pt x="5538" y="12240"/>
                              <a:pt x="6618" y="13043"/>
                            </a:cubicBezTo>
                            <a:cubicBezTo>
                              <a:pt x="7698" y="13846"/>
                              <a:pt x="9027" y="14538"/>
                              <a:pt x="10633" y="15037"/>
                            </a:cubicBezTo>
                            <a:cubicBezTo>
                              <a:pt x="12240" y="15535"/>
                              <a:pt x="13984" y="16006"/>
                              <a:pt x="15867" y="16393"/>
                            </a:cubicBezTo>
                            <a:cubicBezTo>
                              <a:pt x="17750" y="16781"/>
                              <a:pt x="19495" y="17363"/>
                              <a:pt x="21101" y="18083"/>
                            </a:cubicBezTo>
                            <a:cubicBezTo>
                              <a:pt x="22707" y="18803"/>
                              <a:pt x="24064" y="19799"/>
                              <a:pt x="25116" y="21045"/>
                            </a:cubicBezTo>
                            <a:cubicBezTo>
                              <a:pt x="26196" y="22292"/>
                              <a:pt x="26722" y="24009"/>
                              <a:pt x="26722" y="26224"/>
                            </a:cubicBezTo>
                            <a:cubicBezTo>
                              <a:pt x="26722" y="27858"/>
                              <a:pt x="26362" y="29325"/>
                              <a:pt x="25670" y="30571"/>
                            </a:cubicBezTo>
                            <a:cubicBezTo>
                              <a:pt x="24978" y="31845"/>
                              <a:pt x="24008" y="32897"/>
                              <a:pt x="22790" y="33728"/>
                            </a:cubicBezTo>
                            <a:cubicBezTo>
                              <a:pt x="21572" y="34559"/>
                              <a:pt x="20104" y="35196"/>
                              <a:pt x="18442" y="35611"/>
                            </a:cubicBezTo>
                            <a:cubicBezTo>
                              <a:pt x="16753" y="36026"/>
                              <a:pt x="14926" y="36248"/>
                              <a:pt x="12904" y="36248"/>
                            </a:cubicBezTo>
                            <a:cubicBezTo>
                              <a:pt x="10883" y="36248"/>
                              <a:pt x="9110" y="35943"/>
                              <a:pt x="7560" y="35362"/>
                            </a:cubicBezTo>
                            <a:cubicBezTo>
                              <a:pt x="6009" y="34753"/>
                              <a:pt x="4680" y="33922"/>
                              <a:pt x="3600" y="32870"/>
                            </a:cubicBezTo>
                            <a:cubicBezTo>
                              <a:pt x="2520" y="31817"/>
                              <a:pt x="1661" y="30571"/>
                              <a:pt x="1052" y="29159"/>
                            </a:cubicBezTo>
                            <a:cubicBezTo>
                              <a:pt x="443" y="27747"/>
                              <a:pt x="83" y="26224"/>
                              <a:pt x="0" y="24562"/>
                            </a:cubicBezTo>
                            <a:lnTo>
                              <a:pt x="3988" y="24562"/>
                            </a:lnTo>
                            <a:close/>
                          </a:path>
                        </a:pathLst>
                      </a:custGeom>
                      <a:solidFill>
                        <a:srgbClr val="26A6DE"/>
                      </a:solidFill>
                      <a:ln w="2767" cap="flat">
                        <a:noFill/>
                        <a:prstDash val="solid"/>
                        <a:miter/>
                      </a:ln>
                    </p:spPr>
                    <p:txBody>
                      <a:bodyPr rtlCol="0" anchor="ctr"/>
                      <a:lstStyle/>
                      <a:p>
                        <a:endParaRPr lang="en-US"/>
                      </a:p>
                    </p:txBody>
                  </p:sp>
                  <p:sp>
                    <p:nvSpPr>
                      <p:cNvPr id="3804" name="Freeform 3803">
                        <a:extLst>
                          <a:ext uri="{FF2B5EF4-FFF2-40B4-BE49-F238E27FC236}">
                            <a16:creationId xmlns:a16="http://schemas.microsoft.com/office/drawing/2014/main" id="{3830F005-C8EC-9864-799A-E74D8E8DECA8}"/>
                          </a:ext>
                        </a:extLst>
                      </p:cNvPr>
                      <p:cNvSpPr/>
                      <p:nvPr/>
                    </p:nvSpPr>
                    <p:spPr>
                      <a:xfrm>
                        <a:off x="2135272" y="4186484"/>
                        <a:ext cx="31374" cy="36303"/>
                      </a:xfrm>
                      <a:custGeom>
                        <a:avLst/>
                        <a:gdLst>
                          <a:gd name="connsiteX0" fmla="*/ 15729 w 31374"/>
                          <a:gd name="connsiteY0" fmla="*/ 36303 h 36303"/>
                          <a:gd name="connsiteX1" fmla="*/ 9609 w 31374"/>
                          <a:gd name="connsiteY1" fmla="*/ 35113 h 36303"/>
                          <a:gd name="connsiteX2" fmla="*/ 4624 w 31374"/>
                          <a:gd name="connsiteY2" fmla="*/ 31735 h 36303"/>
                          <a:gd name="connsiteX3" fmla="*/ 1246 w 31374"/>
                          <a:gd name="connsiteY3" fmla="*/ 26085 h 36303"/>
                          <a:gd name="connsiteX4" fmla="*/ 0 w 31374"/>
                          <a:gd name="connsiteY4" fmla="*/ 18166 h 36303"/>
                          <a:gd name="connsiteX5" fmla="*/ 969 w 31374"/>
                          <a:gd name="connsiteY5" fmla="*/ 11077 h 36303"/>
                          <a:gd name="connsiteX6" fmla="*/ 3904 w 31374"/>
                          <a:gd name="connsiteY6" fmla="*/ 5317 h 36303"/>
                          <a:gd name="connsiteX7" fmla="*/ 8806 w 31374"/>
                          <a:gd name="connsiteY7" fmla="*/ 1440 h 36303"/>
                          <a:gd name="connsiteX8" fmla="*/ 15673 w 31374"/>
                          <a:gd name="connsiteY8" fmla="*/ 0 h 36303"/>
                          <a:gd name="connsiteX9" fmla="*/ 22624 w 31374"/>
                          <a:gd name="connsiteY9" fmla="*/ 1440 h 36303"/>
                          <a:gd name="connsiteX10" fmla="*/ 27525 w 31374"/>
                          <a:gd name="connsiteY10" fmla="*/ 5289 h 36303"/>
                          <a:gd name="connsiteX11" fmla="*/ 30433 w 31374"/>
                          <a:gd name="connsiteY11" fmla="*/ 11049 h 36303"/>
                          <a:gd name="connsiteX12" fmla="*/ 31374 w 31374"/>
                          <a:gd name="connsiteY12" fmla="*/ 18166 h 36303"/>
                          <a:gd name="connsiteX13" fmla="*/ 30267 w 31374"/>
                          <a:gd name="connsiteY13" fmla="*/ 25614 h 36303"/>
                          <a:gd name="connsiteX14" fmla="*/ 27082 w 31374"/>
                          <a:gd name="connsiteY14" fmla="*/ 31319 h 36303"/>
                          <a:gd name="connsiteX15" fmla="*/ 22098 w 31374"/>
                          <a:gd name="connsiteY15" fmla="*/ 35002 h 36303"/>
                          <a:gd name="connsiteX16" fmla="*/ 15646 w 31374"/>
                          <a:gd name="connsiteY16" fmla="*/ 36303 h 36303"/>
                          <a:gd name="connsiteX17" fmla="*/ 27248 w 31374"/>
                          <a:gd name="connsiteY17" fmla="*/ 18166 h 36303"/>
                          <a:gd name="connsiteX18" fmla="*/ 26584 w 31374"/>
                          <a:gd name="connsiteY18" fmla="*/ 12461 h 36303"/>
                          <a:gd name="connsiteX19" fmla="*/ 24562 w 31374"/>
                          <a:gd name="connsiteY19" fmla="*/ 7837 h 36303"/>
                          <a:gd name="connsiteX20" fmla="*/ 21018 w 31374"/>
                          <a:gd name="connsiteY20" fmla="*/ 4735 h 36303"/>
                          <a:gd name="connsiteX21" fmla="*/ 15701 w 31374"/>
                          <a:gd name="connsiteY21" fmla="*/ 3600 h 36303"/>
                          <a:gd name="connsiteX22" fmla="*/ 10440 w 31374"/>
                          <a:gd name="connsiteY22" fmla="*/ 4818 h 36303"/>
                          <a:gd name="connsiteX23" fmla="*/ 6867 w 31374"/>
                          <a:gd name="connsiteY23" fmla="*/ 8086 h 36303"/>
                          <a:gd name="connsiteX24" fmla="*/ 4846 w 31374"/>
                          <a:gd name="connsiteY24" fmla="*/ 12738 h 36303"/>
                          <a:gd name="connsiteX25" fmla="*/ 4181 w 31374"/>
                          <a:gd name="connsiteY25" fmla="*/ 18166 h 36303"/>
                          <a:gd name="connsiteX26" fmla="*/ 4929 w 31374"/>
                          <a:gd name="connsiteY26" fmla="*/ 24036 h 36303"/>
                          <a:gd name="connsiteX27" fmla="*/ 7117 w 31374"/>
                          <a:gd name="connsiteY27" fmla="*/ 28660 h 36303"/>
                          <a:gd name="connsiteX28" fmla="*/ 10717 w 31374"/>
                          <a:gd name="connsiteY28" fmla="*/ 31651 h 36303"/>
                          <a:gd name="connsiteX29" fmla="*/ 15701 w 31374"/>
                          <a:gd name="connsiteY29" fmla="*/ 32704 h 36303"/>
                          <a:gd name="connsiteX30" fmla="*/ 20962 w 31374"/>
                          <a:gd name="connsiteY30" fmla="*/ 31485 h 36303"/>
                          <a:gd name="connsiteX31" fmla="*/ 24535 w 31374"/>
                          <a:gd name="connsiteY31" fmla="*/ 28190 h 36303"/>
                          <a:gd name="connsiteX32" fmla="*/ 26556 w 31374"/>
                          <a:gd name="connsiteY32" fmla="*/ 23538 h 36303"/>
                          <a:gd name="connsiteX33" fmla="*/ 27221 w 31374"/>
                          <a:gd name="connsiteY33" fmla="*/ 18166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1374" h="36303">
                            <a:moveTo>
                              <a:pt x="15729" y="36303"/>
                            </a:moveTo>
                            <a:cubicBezTo>
                              <a:pt x="13541" y="36248"/>
                              <a:pt x="11492" y="35860"/>
                              <a:pt x="9609" y="35113"/>
                            </a:cubicBezTo>
                            <a:cubicBezTo>
                              <a:pt x="7698" y="34365"/>
                              <a:pt x="6037" y="33230"/>
                              <a:pt x="4624" y="31735"/>
                            </a:cubicBezTo>
                            <a:cubicBezTo>
                              <a:pt x="3212" y="30239"/>
                              <a:pt x="2077" y="28356"/>
                              <a:pt x="1246" y="26085"/>
                            </a:cubicBezTo>
                            <a:cubicBezTo>
                              <a:pt x="415" y="23814"/>
                              <a:pt x="0" y="21184"/>
                              <a:pt x="0" y="18166"/>
                            </a:cubicBezTo>
                            <a:cubicBezTo>
                              <a:pt x="0" y="15646"/>
                              <a:pt x="332" y="13292"/>
                              <a:pt x="969" y="11077"/>
                            </a:cubicBezTo>
                            <a:cubicBezTo>
                              <a:pt x="1634" y="8889"/>
                              <a:pt x="2603" y="6978"/>
                              <a:pt x="3904" y="5317"/>
                            </a:cubicBezTo>
                            <a:cubicBezTo>
                              <a:pt x="5206" y="3655"/>
                              <a:pt x="6840" y="2381"/>
                              <a:pt x="8806" y="1440"/>
                            </a:cubicBezTo>
                            <a:cubicBezTo>
                              <a:pt x="10772" y="499"/>
                              <a:pt x="13070" y="0"/>
                              <a:pt x="15673" y="0"/>
                            </a:cubicBezTo>
                            <a:cubicBezTo>
                              <a:pt x="18276" y="0"/>
                              <a:pt x="20658" y="471"/>
                              <a:pt x="22624" y="1440"/>
                            </a:cubicBezTo>
                            <a:cubicBezTo>
                              <a:pt x="24590" y="2409"/>
                              <a:pt x="26224" y="3683"/>
                              <a:pt x="27525" y="5289"/>
                            </a:cubicBezTo>
                            <a:cubicBezTo>
                              <a:pt x="28827" y="6895"/>
                              <a:pt x="29796" y="8834"/>
                              <a:pt x="30433" y="11049"/>
                            </a:cubicBezTo>
                            <a:cubicBezTo>
                              <a:pt x="31070" y="13264"/>
                              <a:pt x="31374" y="15646"/>
                              <a:pt x="31374" y="18166"/>
                            </a:cubicBezTo>
                            <a:cubicBezTo>
                              <a:pt x="31374" y="20907"/>
                              <a:pt x="31014" y="23399"/>
                              <a:pt x="30267" y="25614"/>
                            </a:cubicBezTo>
                            <a:cubicBezTo>
                              <a:pt x="29519" y="27830"/>
                              <a:pt x="28467" y="29740"/>
                              <a:pt x="27082" y="31319"/>
                            </a:cubicBezTo>
                            <a:cubicBezTo>
                              <a:pt x="25698" y="32897"/>
                              <a:pt x="24036" y="34144"/>
                              <a:pt x="22098" y="35002"/>
                            </a:cubicBezTo>
                            <a:cubicBezTo>
                              <a:pt x="20159" y="35860"/>
                              <a:pt x="17999" y="36303"/>
                              <a:pt x="15646" y="36303"/>
                            </a:cubicBezTo>
                            <a:close/>
                            <a:moveTo>
                              <a:pt x="27248" y="18166"/>
                            </a:moveTo>
                            <a:cubicBezTo>
                              <a:pt x="27248" y="16117"/>
                              <a:pt x="27027" y="14233"/>
                              <a:pt x="26584" y="12461"/>
                            </a:cubicBezTo>
                            <a:cubicBezTo>
                              <a:pt x="26141" y="10689"/>
                              <a:pt x="25476" y="9138"/>
                              <a:pt x="24562" y="7837"/>
                            </a:cubicBezTo>
                            <a:cubicBezTo>
                              <a:pt x="23648" y="6535"/>
                              <a:pt x="22458" y="5511"/>
                              <a:pt x="21018" y="4735"/>
                            </a:cubicBezTo>
                            <a:cubicBezTo>
                              <a:pt x="19578" y="3988"/>
                              <a:pt x="17806" y="3600"/>
                              <a:pt x="15701" y="3600"/>
                            </a:cubicBezTo>
                            <a:cubicBezTo>
                              <a:pt x="13596" y="3600"/>
                              <a:pt x="11880" y="4015"/>
                              <a:pt x="10440" y="4818"/>
                            </a:cubicBezTo>
                            <a:cubicBezTo>
                              <a:pt x="8972" y="5649"/>
                              <a:pt x="7781" y="6729"/>
                              <a:pt x="6867" y="8086"/>
                            </a:cubicBezTo>
                            <a:cubicBezTo>
                              <a:pt x="5954" y="9443"/>
                              <a:pt x="5261" y="10993"/>
                              <a:pt x="4846" y="12738"/>
                            </a:cubicBezTo>
                            <a:cubicBezTo>
                              <a:pt x="4431" y="14483"/>
                              <a:pt x="4181" y="16283"/>
                              <a:pt x="4181" y="18166"/>
                            </a:cubicBezTo>
                            <a:cubicBezTo>
                              <a:pt x="4181" y="20298"/>
                              <a:pt x="4431" y="22264"/>
                              <a:pt x="4929" y="24036"/>
                            </a:cubicBezTo>
                            <a:cubicBezTo>
                              <a:pt x="5428" y="25836"/>
                              <a:pt x="6175" y="27359"/>
                              <a:pt x="7117" y="28660"/>
                            </a:cubicBezTo>
                            <a:cubicBezTo>
                              <a:pt x="8086" y="29935"/>
                              <a:pt x="9277" y="30931"/>
                              <a:pt x="10717" y="31651"/>
                            </a:cubicBezTo>
                            <a:cubicBezTo>
                              <a:pt x="12156" y="32371"/>
                              <a:pt x="13818" y="32704"/>
                              <a:pt x="15701" y="32704"/>
                            </a:cubicBezTo>
                            <a:cubicBezTo>
                              <a:pt x="17750" y="32704"/>
                              <a:pt x="19522" y="32288"/>
                              <a:pt x="20962" y="31485"/>
                            </a:cubicBezTo>
                            <a:cubicBezTo>
                              <a:pt x="22430" y="30655"/>
                              <a:pt x="23621" y="29574"/>
                              <a:pt x="24535" y="28190"/>
                            </a:cubicBezTo>
                            <a:cubicBezTo>
                              <a:pt x="25448" y="26805"/>
                              <a:pt x="26141" y="25254"/>
                              <a:pt x="26556" y="23538"/>
                            </a:cubicBezTo>
                            <a:cubicBezTo>
                              <a:pt x="26971" y="21821"/>
                              <a:pt x="27221" y="20021"/>
                              <a:pt x="27221" y="18166"/>
                            </a:cubicBezTo>
                            <a:close/>
                          </a:path>
                        </a:pathLst>
                      </a:custGeom>
                      <a:solidFill>
                        <a:srgbClr val="26A6DE"/>
                      </a:solidFill>
                      <a:ln w="2767" cap="flat">
                        <a:noFill/>
                        <a:prstDash val="solid"/>
                        <a:miter/>
                      </a:ln>
                    </p:spPr>
                    <p:txBody>
                      <a:bodyPr rtlCol="0" anchor="ctr"/>
                      <a:lstStyle/>
                      <a:p>
                        <a:endParaRPr lang="en-US"/>
                      </a:p>
                    </p:txBody>
                  </p:sp>
                  <p:sp>
                    <p:nvSpPr>
                      <p:cNvPr id="3805" name="Freeform 3804">
                        <a:extLst>
                          <a:ext uri="{FF2B5EF4-FFF2-40B4-BE49-F238E27FC236}">
                            <a16:creationId xmlns:a16="http://schemas.microsoft.com/office/drawing/2014/main" id="{1191BDE5-F07B-5ABD-FB90-CB73213D7325}"/>
                          </a:ext>
                        </a:extLst>
                      </p:cNvPr>
                      <p:cNvSpPr/>
                      <p:nvPr/>
                    </p:nvSpPr>
                    <p:spPr>
                      <a:xfrm>
                        <a:off x="2174511" y="4174023"/>
                        <a:ext cx="3932" cy="47850"/>
                      </a:xfrm>
                      <a:custGeom>
                        <a:avLst/>
                        <a:gdLst>
                          <a:gd name="connsiteX0" fmla="*/ 0 w 3932"/>
                          <a:gd name="connsiteY0" fmla="*/ 47851 h 47850"/>
                          <a:gd name="connsiteX1" fmla="*/ 0 w 3932"/>
                          <a:gd name="connsiteY1" fmla="*/ 0 h 47850"/>
                          <a:gd name="connsiteX2" fmla="*/ 3932 w 3932"/>
                          <a:gd name="connsiteY2" fmla="*/ 0 h 47850"/>
                          <a:gd name="connsiteX3" fmla="*/ 3932 w 3932"/>
                          <a:gd name="connsiteY3" fmla="*/ 47851 h 47850"/>
                          <a:gd name="connsiteX4" fmla="*/ 0 w 3932"/>
                          <a:gd name="connsiteY4" fmla="*/ 47851 h 47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2" h="47850">
                            <a:moveTo>
                              <a:pt x="0" y="47851"/>
                            </a:moveTo>
                            <a:lnTo>
                              <a:pt x="0" y="0"/>
                            </a:lnTo>
                            <a:lnTo>
                              <a:pt x="3932" y="0"/>
                            </a:lnTo>
                            <a:lnTo>
                              <a:pt x="3932" y="47851"/>
                            </a:lnTo>
                            <a:lnTo>
                              <a:pt x="0" y="47851"/>
                            </a:lnTo>
                            <a:close/>
                          </a:path>
                        </a:pathLst>
                      </a:custGeom>
                      <a:solidFill>
                        <a:srgbClr val="26A6DE"/>
                      </a:solidFill>
                      <a:ln w="2767" cap="flat">
                        <a:noFill/>
                        <a:prstDash val="solid"/>
                        <a:miter/>
                      </a:ln>
                    </p:spPr>
                    <p:txBody>
                      <a:bodyPr rtlCol="0" anchor="ctr"/>
                      <a:lstStyle/>
                      <a:p>
                        <a:endParaRPr lang="en-US"/>
                      </a:p>
                    </p:txBody>
                  </p:sp>
                  <p:sp>
                    <p:nvSpPr>
                      <p:cNvPr id="3806" name="Freeform 3805">
                        <a:extLst>
                          <a:ext uri="{FF2B5EF4-FFF2-40B4-BE49-F238E27FC236}">
                            <a16:creationId xmlns:a16="http://schemas.microsoft.com/office/drawing/2014/main" id="{7C7EFC7F-2FEC-0EDA-42C4-682008FA60EF}"/>
                          </a:ext>
                        </a:extLst>
                      </p:cNvPr>
                      <p:cNvSpPr/>
                      <p:nvPr/>
                    </p:nvSpPr>
                    <p:spPr>
                      <a:xfrm>
                        <a:off x="2186750" y="4186567"/>
                        <a:ext cx="31983" cy="36303"/>
                      </a:xfrm>
                      <a:custGeom>
                        <a:avLst/>
                        <a:gdLst>
                          <a:gd name="connsiteX0" fmla="*/ 17307 w 31983"/>
                          <a:gd name="connsiteY0" fmla="*/ 15230 h 36303"/>
                          <a:gd name="connsiteX1" fmla="*/ 19965 w 31983"/>
                          <a:gd name="connsiteY1" fmla="*/ 14843 h 36303"/>
                          <a:gd name="connsiteX2" fmla="*/ 22485 w 31983"/>
                          <a:gd name="connsiteY2" fmla="*/ 14123 h 36303"/>
                          <a:gd name="connsiteX3" fmla="*/ 23704 w 31983"/>
                          <a:gd name="connsiteY3" fmla="*/ 12572 h 36303"/>
                          <a:gd name="connsiteX4" fmla="*/ 23925 w 31983"/>
                          <a:gd name="connsiteY4" fmla="*/ 10550 h 36303"/>
                          <a:gd name="connsiteX5" fmla="*/ 21987 w 31983"/>
                          <a:gd name="connsiteY5" fmla="*/ 5538 h 36303"/>
                          <a:gd name="connsiteX6" fmla="*/ 15479 w 31983"/>
                          <a:gd name="connsiteY6" fmla="*/ 3572 h 36303"/>
                          <a:gd name="connsiteX7" fmla="*/ 11741 w 31983"/>
                          <a:gd name="connsiteY7" fmla="*/ 3932 h 36303"/>
                          <a:gd name="connsiteX8" fmla="*/ 8750 w 31983"/>
                          <a:gd name="connsiteY8" fmla="*/ 5206 h 36303"/>
                          <a:gd name="connsiteX9" fmla="*/ 6646 w 31983"/>
                          <a:gd name="connsiteY9" fmla="*/ 7587 h 36303"/>
                          <a:gd name="connsiteX10" fmla="*/ 5566 w 31983"/>
                          <a:gd name="connsiteY10" fmla="*/ 11353 h 36303"/>
                          <a:gd name="connsiteX11" fmla="*/ 1578 w 31983"/>
                          <a:gd name="connsiteY11" fmla="*/ 11353 h 36303"/>
                          <a:gd name="connsiteX12" fmla="*/ 2963 w 31983"/>
                          <a:gd name="connsiteY12" fmla="*/ 6147 h 36303"/>
                          <a:gd name="connsiteX13" fmla="*/ 6009 w 31983"/>
                          <a:gd name="connsiteY13" fmla="*/ 2631 h 36303"/>
                          <a:gd name="connsiteX14" fmla="*/ 10329 w 31983"/>
                          <a:gd name="connsiteY14" fmla="*/ 637 h 36303"/>
                          <a:gd name="connsiteX15" fmla="*/ 15535 w 31983"/>
                          <a:gd name="connsiteY15" fmla="*/ 0 h 36303"/>
                          <a:gd name="connsiteX16" fmla="*/ 20353 w 31983"/>
                          <a:gd name="connsiteY16" fmla="*/ 554 h 36303"/>
                          <a:gd name="connsiteX17" fmla="*/ 24285 w 31983"/>
                          <a:gd name="connsiteY17" fmla="*/ 2354 h 36303"/>
                          <a:gd name="connsiteX18" fmla="*/ 26916 w 31983"/>
                          <a:gd name="connsiteY18" fmla="*/ 5649 h 36303"/>
                          <a:gd name="connsiteX19" fmla="*/ 27857 w 31983"/>
                          <a:gd name="connsiteY19" fmla="*/ 10689 h 36303"/>
                          <a:gd name="connsiteX20" fmla="*/ 27857 w 31983"/>
                          <a:gd name="connsiteY20" fmla="*/ 29436 h 36303"/>
                          <a:gd name="connsiteX21" fmla="*/ 28688 w 31983"/>
                          <a:gd name="connsiteY21" fmla="*/ 32399 h 36303"/>
                          <a:gd name="connsiteX22" fmla="*/ 31984 w 31983"/>
                          <a:gd name="connsiteY22" fmla="*/ 32094 h 36303"/>
                          <a:gd name="connsiteX23" fmla="*/ 31984 w 31983"/>
                          <a:gd name="connsiteY23" fmla="*/ 35223 h 36303"/>
                          <a:gd name="connsiteX24" fmla="*/ 30654 w 31983"/>
                          <a:gd name="connsiteY24" fmla="*/ 35611 h 36303"/>
                          <a:gd name="connsiteX25" fmla="*/ 28910 w 31983"/>
                          <a:gd name="connsiteY25" fmla="*/ 35888 h 36303"/>
                          <a:gd name="connsiteX26" fmla="*/ 27138 w 31983"/>
                          <a:gd name="connsiteY26" fmla="*/ 35694 h 36303"/>
                          <a:gd name="connsiteX27" fmla="*/ 25559 w 31983"/>
                          <a:gd name="connsiteY27" fmla="*/ 35057 h 36303"/>
                          <a:gd name="connsiteX28" fmla="*/ 24618 w 31983"/>
                          <a:gd name="connsiteY28" fmla="*/ 33866 h 36303"/>
                          <a:gd name="connsiteX29" fmla="*/ 24119 w 31983"/>
                          <a:gd name="connsiteY29" fmla="*/ 32344 h 36303"/>
                          <a:gd name="connsiteX30" fmla="*/ 23981 w 31983"/>
                          <a:gd name="connsiteY30" fmla="*/ 30571 h 36303"/>
                          <a:gd name="connsiteX31" fmla="*/ 18276 w 31983"/>
                          <a:gd name="connsiteY31" fmla="*/ 34836 h 36303"/>
                          <a:gd name="connsiteX32" fmla="*/ 11326 w 31983"/>
                          <a:gd name="connsiteY32" fmla="*/ 36303 h 36303"/>
                          <a:gd name="connsiteX33" fmla="*/ 7034 w 31983"/>
                          <a:gd name="connsiteY33" fmla="*/ 35694 h 36303"/>
                          <a:gd name="connsiteX34" fmla="*/ 3406 w 31983"/>
                          <a:gd name="connsiteY34" fmla="*/ 33839 h 36303"/>
                          <a:gd name="connsiteX35" fmla="*/ 914 w 31983"/>
                          <a:gd name="connsiteY35" fmla="*/ 30737 h 36303"/>
                          <a:gd name="connsiteX36" fmla="*/ 0 w 31983"/>
                          <a:gd name="connsiteY36" fmla="*/ 26390 h 36303"/>
                          <a:gd name="connsiteX37" fmla="*/ 11852 w 31983"/>
                          <a:gd name="connsiteY37" fmla="*/ 16033 h 36303"/>
                          <a:gd name="connsiteX38" fmla="*/ 17279 w 31983"/>
                          <a:gd name="connsiteY38" fmla="*/ 15313 h 36303"/>
                          <a:gd name="connsiteX39" fmla="*/ 23925 w 31983"/>
                          <a:gd name="connsiteY39" fmla="*/ 17224 h 36303"/>
                          <a:gd name="connsiteX40" fmla="*/ 18886 w 31983"/>
                          <a:gd name="connsiteY40" fmla="*/ 18608 h 36303"/>
                          <a:gd name="connsiteX41" fmla="*/ 13790 w 31983"/>
                          <a:gd name="connsiteY41" fmla="*/ 19135 h 36303"/>
                          <a:gd name="connsiteX42" fmla="*/ 6757 w 31983"/>
                          <a:gd name="connsiteY42" fmla="*/ 21184 h 36303"/>
                          <a:gd name="connsiteX43" fmla="*/ 4237 w 31983"/>
                          <a:gd name="connsiteY43" fmla="*/ 26445 h 36303"/>
                          <a:gd name="connsiteX44" fmla="*/ 4874 w 31983"/>
                          <a:gd name="connsiteY44" fmla="*/ 29214 h 36303"/>
                          <a:gd name="connsiteX45" fmla="*/ 6507 w 31983"/>
                          <a:gd name="connsiteY45" fmla="*/ 31153 h 36303"/>
                          <a:gd name="connsiteX46" fmla="*/ 8861 w 31983"/>
                          <a:gd name="connsiteY46" fmla="*/ 32288 h 36303"/>
                          <a:gd name="connsiteX47" fmla="*/ 11575 w 31983"/>
                          <a:gd name="connsiteY47" fmla="*/ 32648 h 36303"/>
                          <a:gd name="connsiteX48" fmla="*/ 16172 w 31983"/>
                          <a:gd name="connsiteY48" fmla="*/ 32039 h 36303"/>
                          <a:gd name="connsiteX49" fmla="*/ 20132 w 31983"/>
                          <a:gd name="connsiteY49" fmla="*/ 30211 h 36303"/>
                          <a:gd name="connsiteX50" fmla="*/ 22928 w 31983"/>
                          <a:gd name="connsiteY50" fmla="*/ 27082 h 36303"/>
                          <a:gd name="connsiteX51" fmla="*/ 23981 w 31983"/>
                          <a:gd name="connsiteY51" fmla="*/ 22596 h 36303"/>
                          <a:gd name="connsiteX52" fmla="*/ 23981 w 31983"/>
                          <a:gd name="connsiteY52" fmla="*/ 17224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31983" h="36303">
                            <a:moveTo>
                              <a:pt x="17307" y="15230"/>
                            </a:moveTo>
                            <a:cubicBezTo>
                              <a:pt x="18055" y="15147"/>
                              <a:pt x="18941" y="15009"/>
                              <a:pt x="19965" y="14843"/>
                            </a:cubicBezTo>
                            <a:cubicBezTo>
                              <a:pt x="20990" y="14677"/>
                              <a:pt x="21821" y="14427"/>
                              <a:pt x="22485" y="14123"/>
                            </a:cubicBezTo>
                            <a:cubicBezTo>
                              <a:pt x="23150" y="13818"/>
                              <a:pt x="23538" y="13292"/>
                              <a:pt x="23704" y="12572"/>
                            </a:cubicBezTo>
                            <a:cubicBezTo>
                              <a:pt x="23870" y="11852"/>
                              <a:pt x="23925" y="11160"/>
                              <a:pt x="23925" y="10550"/>
                            </a:cubicBezTo>
                            <a:cubicBezTo>
                              <a:pt x="23925" y="8501"/>
                              <a:pt x="23288" y="6840"/>
                              <a:pt x="21987" y="5538"/>
                            </a:cubicBezTo>
                            <a:cubicBezTo>
                              <a:pt x="20685" y="4237"/>
                              <a:pt x="18526" y="3572"/>
                              <a:pt x="15479" y="3572"/>
                            </a:cubicBezTo>
                            <a:cubicBezTo>
                              <a:pt x="14123" y="3572"/>
                              <a:pt x="12877" y="3683"/>
                              <a:pt x="11741" y="3932"/>
                            </a:cubicBezTo>
                            <a:cubicBezTo>
                              <a:pt x="10606" y="4181"/>
                              <a:pt x="9609" y="4597"/>
                              <a:pt x="8750" y="5206"/>
                            </a:cubicBezTo>
                            <a:cubicBezTo>
                              <a:pt x="7892" y="5815"/>
                              <a:pt x="7200" y="6591"/>
                              <a:pt x="6646" y="7587"/>
                            </a:cubicBezTo>
                            <a:cubicBezTo>
                              <a:pt x="6092" y="8584"/>
                              <a:pt x="5732" y="9831"/>
                              <a:pt x="5566" y="11353"/>
                            </a:cubicBezTo>
                            <a:lnTo>
                              <a:pt x="1578" y="11353"/>
                            </a:lnTo>
                            <a:cubicBezTo>
                              <a:pt x="1717" y="9304"/>
                              <a:pt x="2160" y="7587"/>
                              <a:pt x="2963" y="6147"/>
                            </a:cubicBezTo>
                            <a:cubicBezTo>
                              <a:pt x="3766" y="4707"/>
                              <a:pt x="4763" y="3545"/>
                              <a:pt x="6009" y="2631"/>
                            </a:cubicBezTo>
                            <a:cubicBezTo>
                              <a:pt x="7255" y="1717"/>
                              <a:pt x="8695" y="1052"/>
                              <a:pt x="10329" y="637"/>
                            </a:cubicBezTo>
                            <a:cubicBezTo>
                              <a:pt x="11963" y="221"/>
                              <a:pt x="13707" y="0"/>
                              <a:pt x="15535" y="0"/>
                            </a:cubicBezTo>
                            <a:cubicBezTo>
                              <a:pt x="17252" y="0"/>
                              <a:pt x="18830" y="194"/>
                              <a:pt x="20353" y="554"/>
                            </a:cubicBezTo>
                            <a:cubicBezTo>
                              <a:pt x="21849" y="941"/>
                              <a:pt x="23178" y="1523"/>
                              <a:pt x="24285" y="2354"/>
                            </a:cubicBezTo>
                            <a:cubicBezTo>
                              <a:pt x="25393" y="3185"/>
                              <a:pt x="26279" y="4265"/>
                              <a:pt x="26916" y="5649"/>
                            </a:cubicBezTo>
                            <a:cubicBezTo>
                              <a:pt x="27553" y="7034"/>
                              <a:pt x="27857" y="8695"/>
                              <a:pt x="27857" y="10689"/>
                            </a:cubicBezTo>
                            <a:lnTo>
                              <a:pt x="27857" y="29436"/>
                            </a:lnTo>
                            <a:cubicBezTo>
                              <a:pt x="27857" y="30986"/>
                              <a:pt x="28134" y="31984"/>
                              <a:pt x="28688" y="32399"/>
                            </a:cubicBezTo>
                            <a:cubicBezTo>
                              <a:pt x="29242" y="32814"/>
                              <a:pt x="30322" y="32731"/>
                              <a:pt x="31984" y="32094"/>
                            </a:cubicBezTo>
                            <a:lnTo>
                              <a:pt x="31984" y="35223"/>
                            </a:lnTo>
                            <a:cubicBezTo>
                              <a:pt x="31679" y="35306"/>
                              <a:pt x="31236" y="35445"/>
                              <a:pt x="30654" y="35611"/>
                            </a:cubicBezTo>
                            <a:cubicBezTo>
                              <a:pt x="30073" y="35777"/>
                              <a:pt x="29491" y="35888"/>
                              <a:pt x="28910" y="35888"/>
                            </a:cubicBezTo>
                            <a:cubicBezTo>
                              <a:pt x="28301" y="35888"/>
                              <a:pt x="27719" y="35832"/>
                              <a:pt x="27138" y="35694"/>
                            </a:cubicBezTo>
                            <a:cubicBezTo>
                              <a:pt x="26473" y="35611"/>
                              <a:pt x="25947" y="35390"/>
                              <a:pt x="25559" y="35057"/>
                            </a:cubicBezTo>
                            <a:cubicBezTo>
                              <a:pt x="25171" y="34725"/>
                              <a:pt x="24839" y="34337"/>
                              <a:pt x="24618" y="33866"/>
                            </a:cubicBezTo>
                            <a:cubicBezTo>
                              <a:pt x="24396" y="33396"/>
                              <a:pt x="24202" y="32897"/>
                              <a:pt x="24119" y="32344"/>
                            </a:cubicBezTo>
                            <a:cubicBezTo>
                              <a:pt x="24036" y="31790"/>
                              <a:pt x="23981" y="31208"/>
                              <a:pt x="23981" y="30571"/>
                            </a:cubicBezTo>
                            <a:cubicBezTo>
                              <a:pt x="22319" y="32426"/>
                              <a:pt x="20409" y="33839"/>
                              <a:pt x="18276" y="34836"/>
                            </a:cubicBezTo>
                            <a:cubicBezTo>
                              <a:pt x="16144" y="35805"/>
                              <a:pt x="13818" y="36303"/>
                              <a:pt x="11326" y="36303"/>
                            </a:cubicBezTo>
                            <a:cubicBezTo>
                              <a:pt x="9830" y="36303"/>
                              <a:pt x="8418" y="36110"/>
                              <a:pt x="7034" y="35694"/>
                            </a:cubicBezTo>
                            <a:cubicBezTo>
                              <a:pt x="5649" y="35306"/>
                              <a:pt x="4458" y="34670"/>
                              <a:pt x="3406" y="33839"/>
                            </a:cubicBezTo>
                            <a:cubicBezTo>
                              <a:pt x="2354" y="33008"/>
                              <a:pt x="1523" y="31956"/>
                              <a:pt x="914" y="30737"/>
                            </a:cubicBezTo>
                            <a:cubicBezTo>
                              <a:pt x="305" y="29519"/>
                              <a:pt x="0" y="28079"/>
                              <a:pt x="0" y="26390"/>
                            </a:cubicBezTo>
                            <a:cubicBezTo>
                              <a:pt x="0" y="20547"/>
                              <a:pt x="3960" y="17086"/>
                              <a:pt x="11852" y="16033"/>
                            </a:cubicBezTo>
                            <a:lnTo>
                              <a:pt x="17279" y="15313"/>
                            </a:lnTo>
                            <a:close/>
                            <a:moveTo>
                              <a:pt x="23925" y="17224"/>
                            </a:moveTo>
                            <a:cubicBezTo>
                              <a:pt x="22264" y="17944"/>
                              <a:pt x="20575" y="18387"/>
                              <a:pt x="18886" y="18608"/>
                            </a:cubicBezTo>
                            <a:cubicBezTo>
                              <a:pt x="17169" y="18830"/>
                              <a:pt x="15479" y="18996"/>
                              <a:pt x="13790" y="19135"/>
                            </a:cubicBezTo>
                            <a:cubicBezTo>
                              <a:pt x="10772" y="19356"/>
                              <a:pt x="8418" y="20049"/>
                              <a:pt x="6757" y="21184"/>
                            </a:cubicBezTo>
                            <a:cubicBezTo>
                              <a:pt x="5095" y="22319"/>
                              <a:pt x="4237" y="24091"/>
                              <a:pt x="4237" y="26445"/>
                            </a:cubicBezTo>
                            <a:cubicBezTo>
                              <a:pt x="4237" y="27498"/>
                              <a:pt x="4431" y="28439"/>
                              <a:pt x="4874" y="29214"/>
                            </a:cubicBezTo>
                            <a:cubicBezTo>
                              <a:pt x="5289" y="29990"/>
                              <a:pt x="5843" y="30626"/>
                              <a:pt x="6507" y="31153"/>
                            </a:cubicBezTo>
                            <a:cubicBezTo>
                              <a:pt x="7172" y="31651"/>
                              <a:pt x="7975" y="32039"/>
                              <a:pt x="8861" y="32288"/>
                            </a:cubicBezTo>
                            <a:cubicBezTo>
                              <a:pt x="9747" y="32537"/>
                              <a:pt x="10661" y="32648"/>
                              <a:pt x="11575" y="32648"/>
                            </a:cubicBezTo>
                            <a:cubicBezTo>
                              <a:pt x="13153" y="32648"/>
                              <a:pt x="14676" y="32454"/>
                              <a:pt x="16172" y="32039"/>
                            </a:cubicBezTo>
                            <a:cubicBezTo>
                              <a:pt x="17667" y="31651"/>
                              <a:pt x="18969" y="31042"/>
                              <a:pt x="20132" y="30211"/>
                            </a:cubicBezTo>
                            <a:cubicBezTo>
                              <a:pt x="21295" y="29380"/>
                              <a:pt x="22208" y="28356"/>
                              <a:pt x="22928" y="27082"/>
                            </a:cubicBezTo>
                            <a:cubicBezTo>
                              <a:pt x="23621" y="25808"/>
                              <a:pt x="23981" y="24313"/>
                              <a:pt x="23981" y="22596"/>
                            </a:cubicBezTo>
                            <a:lnTo>
                              <a:pt x="23981" y="17224"/>
                            </a:lnTo>
                            <a:close/>
                          </a:path>
                        </a:pathLst>
                      </a:custGeom>
                      <a:solidFill>
                        <a:srgbClr val="26A6DE"/>
                      </a:solidFill>
                      <a:ln w="2767" cap="flat">
                        <a:noFill/>
                        <a:prstDash val="solid"/>
                        <a:miter/>
                      </a:ln>
                    </p:spPr>
                    <p:txBody>
                      <a:bodyPr rtlCol="0" anchor="ctr"/>
                      <a:lstStyle/>
                      <a:p>
                        <a:endParaRPr lang="en-US"/>
                      </a:p>
                    </p:txBody>
                  </p:sp>
                  <p:sp>
                    <p:nvSpPr>
                      <p:cNvPr id="3807" name="Freeform 3806">
                        <a:extLst>
                          <a:ext uri="{FF2B5EF4-FFF2-40B4-BE49-F238E27FC236}">
                            <a16:creationId xmlns:a16="http://schemas.microsoft.com/office/drawing/2014/main" id="{30CCCBFE-CAEF-4763-FD12-03F875F9D547}"/>
                          </a:ext>
                        </a:extLst>
                      </p:cNvPr>
                      <p:cNvSpPr/>
                      <p:nvPr/>
                    </p:nvSpPr>
                    <p:spPr>
                      <a:xfrm>
                        <a:off x="2221420" y="4177872"/>
                        <a:ext cx="15368" cy="44942"/>
                      </a:xfrm>
                      <a:custGeom>
                        <a:avLst/>
                        <a:gdLst>
                          <a:gd name="connsiteX0" fmla="*/ 15369 w 15368"/>
                          <a:gd name="connsiteY0" fmla="*/ 44140 h 44942"/>
                          <a:gd name="connsiteX1" fmla="*/ 13458 w 15368"/>
                          <a:gd name="connsiteY1" fmla="*/ 44611 h 44942"/>
                          <a:gd name="connsiteX2" fmla="*/ 10827 w 15368"/>
                          <a:gd name="connsiteY2" fmla="*/ 44943 h 44942"/>
                          <a:gd name="connsiteX3" fmla="*/ 6341 w 15368"/>
                          <a:gd name="connsiteY3" fmla="*/ 43448 h 44942"/>
                          <a:gd name="connsiteX4" fmla="*/ 4791 w 15368"/>
                          <a:gd name="connsiteY4" fmla="*/ 38103 h 44942"/>
                          <a:gd name="connsiteX5" fmla="*/ 4791 w 15368"/>
                          <a:gd name="connsiteY5" fmla="*/ 12904 h 44942"/>
                          <a:gd name="connsiteX6" fmla="*/ 0 w 15368"/>
                          <a:gd name="connsiteY6" fmla="*/ 12904 h 44942"/>
                          <a:gd name="connsiteX7" fmla="*/ 0 w 15368"/>
                          <a:gd name="connsiteY7" fmla="*/ 9581 h 44942"/>
                          <a:gd name="connsiteX8" fmla="*/ 4791 w 15368"/>
                          <a:gd name="connsiteY8" fmla="*/ 9581 h 44942"/>
                          <a:gd name="connsiteX9" fmla="*/ 4791 w 15368"/>
                          <a:gd name="connsiteY9" fmla="*/ 0 h 44942"/>
                          <a:gd name="connsiteX10" fmla="*/ 8723 w 15368"/>
                          <a:gd name="connsiteY10" fmla="*/ 0 h 44942"/>
                          <a:gd name="connsiteX11" fmla="*/ 8723 w 15368"/>
                          <a:gd name="connsiteY11" fmla="*/ 9581 h 44942"/>
                          <a:gd name="connsiteX12" fmla="*/ 15064 w 15368"/>
                          <a:gd name="connsiteY12" fmla="*/ 9581 h 44942"/>
                          <a:gd name="connsiteX13" fmla="*/ 15064 w 15368"/>
                          <a:gd name="connsiteY13" fmla="*/ 12904 h 44942"/>
                          <a:gd name="connsiteX14" fmla="*/ 8723 w 15368"/>
                          <a:gd name="connsiteY14" fmla="*/ 12904 h 44942"/>
                          <a:gd name="connsiteX15" fmla="*/ 8723 w 15368"/>
                          <a:gd name="connsiteY15" fmla="*/ 36497 h 44942"/>
                          <a:gd name="connsiteX16" fmla="*/ 8778 w 15368"/>
                          <a:gd name="connsiteY16" fmla="*/ 38685 h 44942"/>
                          <a:gd name="connsiteX17" fmla="*/ 9166 w 15368"/>
                          <a:gd name="connsiteY17" fmla="*/ 40208 h 44942"/>
                          <a:gd name="connsiteX18" fmla="*/ 10190 w 15368"/>
                          <a:gd name="connsiteY18" fmla="*/ 41066 h 44942"/>
                          <a:gd name="connsiteX19" fmla="*/ 12129 w 15368"/>
                          <a:gd name="connsiteY19" fmla="*/ 41343 h 44942"/>
                          <a:gd name="connsiteX20" fmla="*/ 13735 w 15368"/>
                          <a:gd name="connsiteY20" fmla="*/ 41205 h 44942"/>
                          <a:gd name="connsiteX21" fmla="*/ 15341 w 15368"/>
                          <a:gd name="connsiteY21" fmla="*/ 40872 h 44942"/>
                          <a:gd name="connsiteX22" fmla="*/ 15341 w 15368"/>
                          <a:gd name="connsiteY22" fmla="*/ 44140 h 44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368" h="44942">
                            <a:moveTo>
                              <a:pt x="15369" y="44140"/>
                            </a:moveTo>
                            <a:cubicBezTo>
                              <a:pt x="14898" y="44223"/>
                              <a:pt x="14261" y="44389"/>
                              <a:pt x="13458" y="44611"/>
                            </a:cubicBezTo>
                            <a:cubicBezTo>
                              <a:pt x="12655" y="44832"/>
                              <a:pt x="11797" y="44943"/>
                              <a:pt x="10827" y="44943"/>
                            </a:cubicBezTo>
                            <a:cubicBezTo>
                              <a:pt x="8861" y="44943"/>
                              <a:pt x="7366" y="44445"/>
                              <a:pt x="6341" y="43448"/>
                            </a:cubicBezTo>
                            <a:cubicBezTo>
                              <a:pt x="5317" y="42451"/>
                              <a:pt x="4791" y="40679"/>
                              <a:pt x="4791" y="38103"/>
                            </a:cubicBezTo>
                            <a:lnTo>
                              <a:pt x="4791" y="12904"/>
                            </a:lnTo>
                            <a:lnTo>
                              <a:pt x="0" y="12904"/>
                            </a:lnTo>
                            <a:lnTo>
                              <a:pt x="0" y="9581"/>
                            </a:lnTo>
                            <a:lnTo>
                              <a:pt x="4791" y="9581"/>
                            </a:lnTo>
                            <a:lnTo>
                              <a:pt x="4791" y="0"/>
                            </a:lnTo>
                            <a:lnTo>
                              <a:pt x="8723" y="0"/>
                            </a:lnTo>
                            <a:lnTo>
                              <a:pt x="8723" y="9581"/>
                            </a:lnTo>
                            <a:lnTo>
                              <a:pt x="15064" y="9581"/>
                            </a:lnTo>
                            <a:lnTo>
                              <a:pt x="15064" y="12904"/>
                            </a:lnTo>
                            <a:lnTo>
                              <a:pt x="8723" y="12904"/>
                            </a:lnTo>
                            <a:lnTo>
                              <a:pt x="8723" y="36497"/>
                            </a:lnTo>
                            <a:cubicBezTo>
                              <a:pt x="8723" y="37328"/>
                              <a:pt x="8723" y="38076"/>
                              <a:pt x="8778" y="38685"/>
                            </a:cubicBezTo>
                            <a:cubicBezTo>
                              <a:pt x="8834" y="39294"/>
                              <a:pt x="8944" y="39820"/>
                              <a:pt x="9166" y="40208"/>
                            </a:cubicBezTo>
                            <a:cubicBezTo>
                              <a:pt x="9387" y="40596"/>
                              <a:pt x="9720" y="40900"/>
                              <a:pt x="10190" y="41066"/>
                            </a:cubicBezTo>
                            <a:cubicBezTo>
                              <a:pt x="10661" y="41232"/>
                              <a:pt x="11298" y="41343"/>
                              <a:pt x="12129" y="41343"/>
                            </a:cubicBezTo>
                            <a:cubicBezTo>
                              <a:pt x="12655" y="41343"/>
                              <a:pt x="13181" y="41288"/>
                              <a:pt x="13735" y="41205"/>
                            </a:cubicBezTo>
                            <a:cubicBezTo>
                              <a:pt x="14289" y="41122"/>
                              <a:pt x="14815" y="41011"/>
                              <a:pt x="15341" y="40872"/>
                            </a:cubicBezTo>
                            <a:lnTo>
                              <a:pt x="15341" y="44140"/>
                            </a:lnTo>
                            <a:close/>
                          </a:path>
                        </a:pathLst>
                      </a:custGeom>
                      <a:solidFill>
                        <a:srgbClr val="26A6DE"/>
                      </a:solidFill>
                      <a:ln w="2767" cap="flat">
                        <a:noFill/>
                        <a:prstDash val="solid"/>
                        <a:miter/>
                      </a:ln>
                    </p:spPr>
                    <p:txBody>
                      <a:bodyPr rtlCol="0" anchor="ctr"/>
                      <a:lstStyle/>
                      <a:p>
                        <a:endParaRPr lang="en-US"/>
                      </a:p>
                    </p:txBody>
                  </p:sp>
                  <p:sp>
                    <p:nvSpPr>
                      <p:cNvPr id="3808" name="Freeform 3807">
                        <a:extLst>
                          <a:ext uri="{FF2B5EF4-FFF2-40B4-BE49-F238E27FC236}">
                            <a16:creationId xmlns:a16="http://schemas.microsoft.com/office/drawing/2014/main" id="{21866AB1-7868-C084-FF19-C317CBF7A96B}"/>
                          </a:ext>
                        </a:extLst>
                      </p:cNvPr>
                      <p:cNvSpPr/>
                      <p:nvPr/>
                    </p:nvSpPr>
                    <p:spPr>
                      <a:xfrm>
                        <a:off x="2241330" y="4186539"/>
                        <a:ext cx="30517" cy="36303"/>
                      </a:xfrm>
                      <a:custGeom>
                        <a:avLst/>
                        <a:gdLst>
                          <a:gd name="connsiteX0" fmla="*/ 4181 w 30517"/>
                          <a:gd name="connsiteY0" fmla="*/ 19052 h 36303"/>
                          <a:gd name="connsiteX1" fmla="*/ 4901 w 30517"/>
                          <a:gd name="connsiteY1" fmla="*/ 24341 h 36303"/>
                          <a:gd name="connsiteX2" fmla="*/ 7034 w 30517"/>
                          <a:gd name="connsiteY2" fmla="*/ 28660 h 36303"/>
                          <a:gd name="connsiteX3" fmla="*/ 10606 w 30517"/>
                          <a:gd name="connsiteY3" fmla="*/ 31596 h 36303"/>
                          <a:gd name="connsiteX4" fmla="*/ 15590 w 30517"/>
                          <a:gd name="connsiteY4" fmla="*/ 32704 h 36303"/>
                          <a:gd name="connsiteX5" fmla="*/ 22209 w 30517"/>
                          <a:gd name="connsiteY5" fmla="*/ 30654 h 36303"/>
                          <a:gd name="connsiteX6" fmla="*/ 25864 w 30517"/>
                          <a:gd name="connsiteY6" fmla="*/ 24811 h 36303"/>
                          <a:gd name="connsiteX7" fmla="*/ 30239 w 30517"/>
                          <a:gd name="connsiteY7" fmla="*/ 24811 h 36303"/>
                          <a:gd name="connsiteX8" fmla="*/ 28328 w 30517"/>
                          <a:gd name="connsiteY8" fmla="*/ 29353 h 36303"/>
                          <a:gd name="connsiteX9" fmla="*/ 25393 w 30517"/>
                          <a:gd name="connsiteY9" fmla="*/ 33008 h 36303"/>
                          <a:gd name="connsiteX10" fmla="*/ 21212 w 30517"/>
                          <a:gd name="connsiteY10" fmla="*/ 35445 h 36303"/>
                          <a:gd name="connsiteX11" fmla="*/ 15590 w 30517"/>
                          <a:gd name="connsiteY11" fmla="*/ 36303 h 36303"/>
                          <a:gd name="connsiteX12" fmla="*/ 8584 w 30517"/>
                          <a:gd name="connsiteY12" fmla="*/ 34919 h 36303"/>
                          <a:gd name="connsiteX13" fmla="*/ 3738 w 30517"/>
                          <a:gd name="connsiteY13" fmla="*/ 31097 h 36303"/>
                          <a:gd name="connsiteX14" fmla="*/ 914 w 30517"/>
                          <a:gd name="connsiteY14" fmla="*/ 25393 h 36303"/>
                          <a:gd name="connsiteX15" fmla="*/ 0 w 30517"/>
                          <a:gd name="connsiteY15" fmla="*/ 18304 h 36303"/>
                          <a:gd name="connsiteX16" fmla="*/ 1080 w 30517"/>
                          <a:gd name="connsiteY16" fmla="*/ 11187 h 36303"/>
                          <a:gd name="connsiteX17" fmla="*/ 4154 w 30517"/>
                          <a:gd name="connsiteY17" fmla="*/ 5372 h 36303"/>
                          <a:gd name="connsiteX18" fmla="*/ 9027 w 30517"/>
                          <a:gd name="connsiteY18" fmla="*/ 1440 h 36303"/>
                          <a:gd name="connsiteX19" fmla="*/ 15590 w 30517"/>
                          <a:gd name="connsiteY19" fmla="*/ 0 h 36303"/>
                          <a:gd name="connsiteX20" fmla="*/ 26584 w 30517"/>
                          <a:gd name="connsiteY20" fmla="*/ 4874 h 36303"/>
                          <a:gd name="connsiteX21" fmla="*/ 30516 w 30517"/>
                          <a:gd name="connsiteY21" fmla="*/ 19052 h 36303"/>
                          <a:gd name="connsiteX22" fmla="*/ 4181 w 30517"/>
                          <a:gd name="connsiteY22" fmla="*/ 19052 h 36303"/>
                          <a:gd name="connsiteX23" fmla="*/ 26307 w 30517"/>
                          <a:gd name="connsiteY23" fmla="*/ 15729 h 36303"/>
                          <a:gd name="connsiteX24" fmla="*/ 25614 w 30517"/>
                          <a:gd name="connsiteY24" fmla="*/ 10966 h 36303"/>
                          <a:gd name="connsiteX25" fmla="*/ 23593 w 30517"/>
                          <a:gd name="connsiteY25" fmla="*/ 7117 h 36303"/>
                          <a:gd name="connsiteX26" fmla="*/ 20215 w 30517"/>
                          <a:gd name="connsiteY26" fmla="*/ 4514 h 36303"/>
                          <a:gd name="connsiteX27" fmla="*/ 15563 w 30517"/>
                          <a:gd name="connsiteY27" fmla="*/ 3545 h 36303"/>
                          <a:gd name="connsiteX28" fmla="*/ 10938 w 30517"/>
                          <a:gd name="connsiteY28" fmla="*/ 4541 h 36303"/>
                          <a:gd name="connsiteX29" fmla="*/ 7532 w 30517"/>
                          <a:gd name="connsiteY29" fmla="*/ 7200 h 36303"/>
                          <a:gd name="connsiteX30" fmla="*/ 5261 w 30517"/>
                          <a:gd name="connsiteY30" fmla="*/ 11049 h 36303"/>
                          <a:gd name="connsiteX31" fmla="*/ 4154 w 30517"/>
                          <a:gd name="connsiteY31" fmla="*/ 15701 h 36303"/>
                          <a:gd name="connsiteX32" fmla="*/ 26279 w 30517"/>
                          <a:gd name="connsiteY32" fmla="*/ 15701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0517" h="36303">
                            <a:moveTo>
                              <a:pt x="4181" y="19052"/>
                            </a:moveTo>
                            <a:cubicBezTo>
                              <a:pt x="4181" y="20907"/>
                              <a:pt x="4431" y="22679"/>
                              <a:pt x="4901" y="24341"/>
                            </a:cubicBezTo>
                            <a:cubicBezTo>
                              <a:pt x="5372" y="26002"/>
                              <a:pt x="6092" y="27442"/>
                              <a:pt x="7034" y="28660"/>
                            </a:cubicBezTo>
                            <a:cubicBezTo>
                              <a:pt x="7975" y="29879"/>
                              <a:pt x="9166" y="30848"/>
                              <a:pt x="10606" y="31596"/>
                            </a:cubicBezTo>
                            <a:cubicBezTo>
                              <a:pt x="12046" y="32316"/>
                              <a:pt x="13707" y="32704"/>
                              <a:pt x="15590" y="32704"/>
                            </a:cubicBezTo>
                            <a:cubicBezTo>
                              <a:pt x="18166" y="32704"/>
                              <a:pt x="20381" y="32011"/>
                              <a:pt x="22209" y="30654"/>
                            </a:cubicBezTo>
                            <a:cubicBezTo>
                              <a:pt x="24036" y="29297"/>
                              <a:pt x="25255" y="27331"/>
                              <a:pt x="25864" y="24811"/>
                            </a:cubicBezTo>
                            <a:lnTo>
                              <a:pt x="30239" y="24811"/>
                            </a:lnTo>
                            <a:cubicBezTo>
                              <a:pt x="29768" y="26445"/>
                              <a:pt x="29131" y="27968"/>
                              <a:pt x="28328" y="29353"/>
                            </a:cubicBezTo>
                            <a:cubicBezTo>
                              <a:pt x="27525" y="30737"/>
                              <a:pt x="26556" y="31956"/>
                              <a:pt x="25393" y="33008"/>
                            </a:cubicBezTo>
                            <a:cubicBezTo>
                              <a:pt x="24202" y="34060"/>
                              <a:pt x="22818" y="34863"/>
                              <a:pt x="21212" y="35445"/>
                            </a:cubicBezTo>
                            <a:cubicBezTo>
                              <a:pt x="19606" y="36026"/>
                              <a:pt x="17723" y="36303"/>
                              <a:pt x="15590" y="36303"/>
                            </a:cubicBezTo>
                            <a:cubicBezTo>
                              <a:pt x="12877" y="36303"/>
                              <a:pt x="10550" y="35833"/>
                              <a:pt x="8584" y="34919"/>
                            </a:cubicBezTo>
                            <a:cubicBezTo>
                              <a:pt x="6618" y="33977"/>
                              <a:pt x="5012" y="32704"/>
                              <a:pt x="3738" y="31097"/>
                            </a:cubicBezTo>
                            <a:cubicBezTo>
                              <a:pt x="2465" y="29491"/>
                              <a:pt x="1523" y="27580"/>
                              <a:pt x="914" y="25393"/>
                            </a:cubicBezTo>
                            <a:cubicBezTo>
                              <a:pt x="305" y="23205"/>
                              <a:pt x="0" y="20852"/>
                              <a:pt x="0" y="18304"/>
                            </a:cubicBezTo>
                            <a:cubicBezTo>
                              <a:pt x="0" y="15757"/>
                              <a:pt x="360" y="13403"/>
                              <a:pt x="1080" y="11187"/>
                            </a:cubicBezTo>
                            <a:cubicBezTo>
                              <a:pt x="1800" y="8972"/>
                              <a:pt x="2825" y="7034"/>
                              <a:pt x="4154" y="5372"/>
                            </a:cubicBezTo>
                            <a:cubicBezTo>
                              <a:pt x="5483" y="3711"/>
                              <a:pt x="7117" y="2409"/>
                              <a:pt x="9027" y="1440"/>
                            </a:cubicBezTo>
                            <a:cubicBezTo>
                              <a:pt x="10938" y="471"/>
                              <a:pt x="13126" y="0"/>
                              <a:pt x="15590" y="0"/>
                            </a:cubicBezTo>
                            <a:cubicBezTo>
                              <a:pt x="20270" y="0"/>
                              <a:pt x="23925" y="1634"/>
                              <a:pt x="26584" y="4874"/>
                            </a:cubicBezTo>
                            <a:cubicBezTo>
                              <a:pt x="29242" y="8114"/>
                              <a:pt x="30571" y="12849"/>
                              <a:pt x="30516" y="19052"/>
                            </a:cubicBezTo>
                            <a:lnTo>
                              <a:pt x="4181" y="19052"/>
                            </a:lnTo>
                            <a:close/>
                            <a:moveTo>
                              <a:pt x="26307" y="15729"/>
                            </a:moveTo>
                            <a:cubicBezTo>
                              <a:pt x="26307" y="14039"/>
                              <a:pt x="26085" y="12461"/>
                              <a:pt x="25614" y="10966"/>
                            </a:cubicBezTo>
                            <a:cubicBezTo>
                              <a:pt x="25144" y="9471"/>
                              <a:pt x="24479" y="8197"/>
                              <a:pt x="23593" y="7117"/>
                            </a:cubicBezTo>
                            <a:cubicBezTo>
                              <a:pt x="22707" y="6037"/>
                              <a:pt x="21572" y="5178"/>
                              <a:pt x="20215" y="4514"/>
                            </a:cubicBezTo>
                            <a:cubicBezTo>
                              <a:pt x="18858" y="3877"/>
                              <a:pt x="17307" y="3545"/>
                              <a:pt x="15563" y="3545"/>
                            </a:cubicBezTo>
                            <a:cubicBezTo>
                              <a:pt x="13818" y="3545"/>
                              <a:pt x="12267" y="3877"/>
                              <a:pt x="10938" y="4541"/>
                            </a:cubicBezTo>
                            <a:cubicBezTo>
                              <a:pt x="9609" y="5206"/>
                              <a:pt x="8474" y="6092"/>
                              <a:pt x="7532" y="7200"/>
                            </a:cubicBezTo>
                            <a:cubicBezTo>
                              <a:pt x="6591" y="8307"/>
                              <a:pt x="5843" y="9581"/>
                              <a:pt x="5261" y="11049"/>
                            </a:cubicBezTo>
                            <a:cubicBezTo>
                              <a:pt x="4680" y="12517"/>
                              <a:pt x="4320" y="14067"/>
                              <a:pt x="4154" y="15701"/>
                            </a:cubicBezTo>
                            <a:lnTo>
                              <a:pt x="26279" y="15701"/>
                            </a:lnTo>
                            <a:close/>
                          </a:path>
                        </a:pathLst>
                      </a:custGeom>
                      <a:solidFill>
                        <a:srgbClr val="26A6DE"/>
                      </a:solidFill>
                      <a:ln w="2767" cap="flat">
                        <a:noFill/>
                        <a:prstDash val="solid"/>
                        <a:miter/>
                      </a:ln>
                    </p:spPr>
                    <p:txBody>
                      <a:bodyPr rtlCol="0" anchor="ctr"/>
                      <a:lstStyle/>
                      <a:p>
                        <a:endParaRPr lang="en-US"/>
                      </a:p>
                    </p:txBody>
                  </p:sp>
                  <p:sp>
                    <p:nvSpPr>
                      <p:cNvPr id="3809" name="Freeform 3808">
                        <a:extLst>
                          <a:ext uri="{FF2B5EF4-FFF2-40B4-BE49-F238E27FC236}">
                            <a16:creationId xmlns:a16="http://schemas.microsoft.com/office/drawing/2014/main" id="{034B7DDD-9D85-195D-AC6B-BEF73F9532B7}"/>
                          </a:ext>
                        </a:extLst>
                      </p:cNvPr>
                      <p:cNvSpPr/>
                      <p:nvPr/>
                    </p:nvSpPr>
                    <p:spPr>
                      <a:xfrm>
                        <a:off x="2278492" y="4174023"/>
                        <a:ext cx="31152" cy="48792"/>
                      </a:xfrm>
                      <a:custGeom>
                        <a:avLst/>
                        <a:gdLst>
                          <a:gd name="connsiteX0" fmla="*/ 27221 w 31152"/>
                          <a:gd name="connsiteY0" fmla="*/ 0 h 48792"/>
                          <a:gd name="connsiteX1" fmla="*/ 31153 w 31152"/>
                          <a:gd name="connsiteY1" fmla="*/ 0 h 48792"/>
                          <a:gd name="connsiteX2" fmla="*/ 31153 w 31152"/>
                          <a:gd name="connsiteY2" fmla="*/ 47851 h 48792"/>
                          <a:gd name="connsiteX3" fmla="*/ 27221 w 31152"/>
                          <a:gd name="connsiteY3" fmla="*/ 47851 h 48792"/>
                          <a:gd name="connsiteX4" fmla="*/ 27221 w 31152"/>
                          <a:gd name="connsiteY4" fmla="*/ 41814 h 48792"/>
                          <a:gd name="connsiteX5" fmla="*/ 27082 w 31152"/>
                          <a:gd name="connsiteY5" fmla="*/ 41814 h 48792"/>
                          <a:gd name="connsiteX6" fmla="*/ 24894 w 31152"/>
                          <a:gd name="connsiteY6" fmla="*/ 44832 h 48792"/>
                          <a:gd name="connsiteX7" fmla="*/ 21959 w 31152"/>
                          <a:gd name="connsiteY7" fmla="*/ 46992 h 48792"/>
                          <a:gd name="connsiteX8" fmla="*/ 18664 w 31152"/>
                          <a:gd name="connsiteY8" fmla="*/ 48322 h 48792"/>
                          <a:gd name="connsiteX9" fmla="*/ 15313 w 31152"/>
                          <a:gd name="connsiteY9" fmla="*/ 48792 h 48792"/>
                          <a:gd name="connsiteX10" fmla="*/ 8307 w 31152"/>
                          <a:gd name="connsiteY10" fmla="*/ 47408 h 48792"/>
                          <a:gd name="connsiteX11" fmla="*/ 3572 w 31152"/>
                          <a:gd name="connsiteY11" fmla="*/ 43586 h 48792"/>
                          <a:gd name="connsiteX12" fmla="*/ 858 w 31152"/>
                          <a:gd name="connsiteY12" fmla="*/ 37826 h 48792"/>
                          <a:gd name="connsiteX13" fmla="*/ 0 w 31152"/>
                          <a:gd name="connsiteY13" fmla="*/ 30710 h 48792"/>
                          <a:gd name="connsiteX14" fmla="*/ 914 w 31152"/>
                          <a:gd name="connsiteY14" fmla="*/ 23787 h 48792"/>
                          <a:gd name="connsiteX15" fmla="*/ 3683 w 31152"/>
                          <a:gd name="connsiteY15" fmla="*/ 17972 h 48792"/>
                          <a:gd name="connsiteX16" fmla="*/ 8390 w 31152"/>
                          <a:gd name="connsiteY16" fmla="*/ 13984 h 48792"/>
                          <a:gd name="connsiteX17" fmla="*/ 15092 w 31152"/>
                          <a:gd name="connsiteY17" fmla="*/ 12489 h 48792"/>
                          <a:gd name="connsiteX18" fmla="*/ 22015 w 31152"/>
                          <a:gd name="connsiteY18" fmla="*/ 14123 h 48792"/>
                          <a:gd name="connsiteX19" fmla="*/ 27221 w 31152"/>
                          <a:gd name="connsiteY19" fmla="*/ 18941 h 48792"/>
                          <a:gd name="connsiteX20" fmla="*/ 27221 w 31152"/>
                          <a:gd name="connsiteY20" fmla="*/ 0 h 48792"/>
                          <a:gd name="connsiteX21" fmla="*/ 27221 w 31152"/>
                          <a:gd name="connsiteY21" fmla="*/ 30488 h 48792"/>
                          <a:gd name="connsiteX22" fmla="*/ 26445 w 31152"/>
                          <a:gd name="connsiteY22" fmla="*/ 24950 h 48792"/>
                          <a:gd name="connsiteX23" fmla="*/ 24175 w 31152"/>
                          <a:gd name="connsiteY23" fmla="*/ 20353 h 48792"/>
                          <a:gd name="connsiteX24" fmla="*/ 20575 w 31152"/>
                          <a:gd name="connsiteY24" fmla="*/ 17224 h 48792"/>
                          <a:gd name="connsiteX25" fmla="*/ 15756 w 31152"/>
                          <a:gd name="connsiteY25" fmla="*/ 16061 h 48792"/>
                          <a:gd name="connsiteX26" fmla="*/ 10440 w 31152"/>
                          <a:gd name="connsiteY26" fmla="*/ 17279 h 48792"/>
                          <a:gd name="connsiteX27" fmla="*/ 6784 w 31152"/>
                          <a:gd name="connsiteY27" fmla="*/ 20630 h 48792"/>
                          <a:gd name="connsiteX28" fmla="*/ 4680 w 31152"/>
                          <a:gd name="connsiteY28" fmla="*/ 25587 h 48792"/>
                          <a:gd name="connsiteX29" fmla="*/ 4154 w 31152"/>
                          <a:gd name="connsiteY29" fmla="*/ 31679 h 48792"/>
                          <a:gd name="connsiteX30" fmla="*/ 5040 w 31152"/>
                          <a:gd name="connsiteY30" fmla="*/ 37439 h 48792"/>
                          <a:gd name="connsiteX31" fmla="*/ 7504 w 31152"/>
                          <a:gd name="connsiteY31" fmla="*/ 41648 h 48792"/>
                          <a:gd name="connsiteX32" fmla="*/ 11160 w 31152"/>
                          <a:gd name="connsiteY32" fmla="*/ 44278 h 48792"/>
                          <a:gd name="connsiteX33" fmla="*/ 15756 w 31152"/>
                          <a:gd name="connsiteY33" fmla="*/ 45165 h 48792"/>
                          <a:gd name="connsiteX34" fmla="*/ 20658 w 31152"/>
                          <a:gd name="connsiteY34" fmla="*/ 44029 h 48792"/>
                          <a:gd name="connsiteX35" fmla="*/ 24258 w 31152"/>
                          <a:gd name="connsiteY35" fmla="*/ 40928 h 48792"/>
                          <a:gd name="connsiteX36" fmla="*/ 26445 w 31152"/>
                          <a:gd name="connsiteY36" fmla="*/ 36276 h 48792"/>
                          <a:gd name="connsiteX37" fmla="*/ 27193 w 31152"/>
                          <a:gd name="connsiteY37" fmla="*/ 30460 h 487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1152" h="48792">
                            <a:moveTo>
                              <a:pt x="27221" y="0"/>
                            </a:moveTo>
                            <a:lnTo>
                              <a:pt x="31153" y="0"/>
                            </a:lnTo>
                            <a:lnTo>
                              <a:pt x="31153" y="47851"/>
                            </a:lnTo>
                            <a:lnTo>
                              <a:pt x="27221" y="47851"/>
                            </a:lnTo>
                            <a:lnTo>
                              <a:pt x="27221" y="41814"/>
                            </a:lnTo>
                            <a:lnTo>
                              <a:pt x="27082" y="41814"/>
                            </a:lnTo>
                            <a:cubicBezTo>
                              <a:pt x="26501" y="42977"/>
                              <a:pt x="25781" y="43974"/>
                              <a:pt x="24894" y="44832"/>
                            </a:cubicBezTo>
                            <a:cubicBezTo>
                              <a:pt x="24008" y="45691"/>
                              <a:pt x="23011" y="46411"/>
                              <a:pt x="21959" y="46992"/>
                            </a:cubicBezTo>
                            <a:cubicBezTo>
                              <a:pt x="20879" y="47574"/>
                              <a:pt x="19799" y="48017"/>
                              <a:pt x="18664" y="48322"/>
                            </a:cubicBezTo>
                            <a:cubicBezTo>
                              <a:pt x="17529" y="48626"/>
                              <a:pt x="16421" y="48792"/>
                              <a:pt x="15313" y="48792"/>
                            </a:cubicBezTo>
                            <a:cubicBezTo>
                              <a:pt x="12572" y="48792"/>
                              <a:pt x="10218" y="48322"/>
                              <a:pt x="8307" y="47408"/>
                            </a:cubicBezTo>
                            <a:cubicBezTo>
                              <a:pt x="6397" y="46494"/>
                              <a:pt x="4791" y="45192"/>
                              <a:pt x="3572" y="43586"/>
                            </a:cubicBezTo>
                            <a:cubicBezTo>
                              <a:pt x="2326" y="41980"/>
                              <a:pt x="1412" y="40042"/>
                              <a:pt x="858" y="37826"/>
                            </a:cubicBezTo>
                            <a:cubicBezTo>
                              <a:pt x="305" y="35611"/>
                              <a:pt x="0" y="33230"/>
                              <a:pt x="0" y="30710"/>
                            </a:cubicBezTo>
                            <a:cubicBezTo>
                              <a:pt x="0" y="28328"/>
                              <a:pt x="305" y="26002"/>
                              <a:pt x="914" y="23787"/>
                            </a:cubicBezTo>
                            <a:cubicBezTo>
                              <a:pt x="1523" y="21572"/>
                              <a:pt x="2464" y="19633"/>
                              <a:pt x="3683" y="17972"/>
                            </a:cubicBezTo>
                            <a:cubicBezTo>
                              <a:pt x="4929" y="16310"/>
                              <a:pt x="6507" y="14981"/>
                              <a:pt x="8390" y="13984"/>
                            </a:cubicBezTo>
                            <a:cubicBezTo>
                              <a:pt x="10301" y="12987"/>
                              <a:pt x="12516" y="12489"/>
                              <a:pt x="15092" y="12489"/>
                            </a:cubicBezTo>
                            <a:cubicBezTo>
                              <a:pt x="17501" y="12489"/>
                              <a:pt x="19799" y="13043"/>
                              <a:pt x="22015" y="14123"/>
                            </a:cubicBezTo>
                            <a:cubicBezTo>
                              <a:pt x="24230" y="15203"/>
                              <a:pt x="25947" y="16809"/>
                              <a:pt x="27221" y="18941"/>
                            </a:cubicBezTo>
                            <a:lnTo>
                              <a:pt x="27221" y="0"/>
                            </a:lnTo>
                            <a:close/>
                            <a:moveTo>
                              <a:pt x="27221" y="30488"/>
                            </a:moveTo>
                            <a:cubicBezTo>
                              <a:pt x="27221" y="28550"/>
                              <a:pt x="26971" y="26694"/>
                              <a:pt x="26445" y="24950"/>
                            </a:cubicBezTo>
                            <a:cubicBezTo>
                              <a:pt x="25919" y="23205"/>
                              <a:pt x="25171" y="21683"/>
                              <a:pt x="24175" y="20353"/>
                            </a:cubicBezTo>
                            <a:cubicBezTo>
                              <a:pt x="23205" y="19052"/>
                              <a:pt x="21987" y="17999"/>
                              <a:pt x="20575" y="17224"/>
                            </a:cubicBezTo>
                            <a:cubicBezTo>
                              <a:pt x="19162" y="16449"/>
                              <a:pt x="17556" y="16061"/>
                              <a:pt x="15756" y="16061"/>
                            </a:cubicBezTo>
                            <a:cubicBezTo>
                              <a:pt x="13707" y="16061"/>
                              <a:pt x="11935" y="16477"/>
                              <a:pt x="10440" y="17279"/>
                            </a:cubicBezTo>
                            <a:cubicBezTo>
                              <a:pt x="8944" y="18110"/>
                              <a:pt x="7726" y="19218"/>
                              <a:pt x="6784" y="20630"/>
                            </a:cubicBezTo>
                            <a:cubicBezTo>
                              <a:pt x="5815" y="22043"/>
                              <a:pt x="5123" y="23704"/>
                              <a:pt x="4680" y="25587"/>
                            </a:cubicBezTo>
                            <a:cubicBezTo>
                              <a:pt x="4237" y="27470"/>
                              <a:pt x="4071" y="29491"/>
                              <a:pt x="4154" y="31679"/>
                            </a:cubicBezTo>
                            <a:cubicBezTo>
                              <a:pt x="4154" y="33839"/>
                              <a:pt x="4458" y="35777"/>
                              <a:pt x="5040" y="37439"/>
                            </a:cubicBezTo>
                            <a:cubicBezTo>
                              <a:pt x="5621" y="39100"/>
                              <a:pt x="6452" y="40512"/>
                              <a:pt x="7504" y="41648"/>
                            </a:cubicBezTo>
                            <a:cubicBezTo>
                              <a:pt x="8557" y="42811"/>
                              <a:pt x="9775" y="43669"/>
                              <a:pt x="11160" y="44278"/>
                            </a:cubicBezTo>
                            <a:cubicBezTo>
                              <a:pt x="12544" y="44888"/>
                              <a:pt x="14095" y="45165"/>
                              <a:pt x="15756" y="45165"/>
                            </a:cubicBezTo>
                            <a:cubicBezTo>
                              <a:pt x="17584" y="45165"/>
                              <a:pt x="19218" y="44777"/>
                              <a:pt x="20658" y="44029"/>
                            </a:cubicBezTo>
                            <a:cubicBezTo>
                              <a:pt x="22098" y="43282"/>
                              <a:pt x="23288" y="42257"/>
                              <a:pt x="24258" y="40928"/>
                            </a:cubicBezTo>
                            <a:cubicBezTo>
                              <a:pt x="25227" y="39626"/>
                              <a:pt x="25947" y="38076"/>
                              <a:pt x="26445" y="36276"/>
                            </a:cubicBezTo>
                            <a:cubicBezTo>
                              <a:pt x="26944" y="34476"/>
                              <a:pt x="27193" y="32537"/>
                              <a:pt x="27193" y="30460"/>
                            </a:cubicBezTo>
                            <a:close/>
                          </a:path>
                        </a:pathLst>
                      </a:custGeom>
                      <a:solidFill>
                        <a:srgbClr val="26A6DE"/>
                      </a:solidFill>
                      <a:ln w="2767" cap="flat">
                        <a:noFill/>
                        <a:prstDash val="solid"/>
                        <a:miter/>
                      </a:ln>
                    </p:spPr>
                    <p:txBody>
                      <a:bodyPr rtlCol="0" anchor="ctr"/>
                      <a:lstStyle/>
                      <a:p>
                        <a:endParaRPr lang="en-US"/>
                      </a:p>
                    </p:txBody>
                  </p:sp>
                </p:grpSp>
                <p:sp>
                  <p:nvSpPr>
                    <p:cNvPr id="3791" name="Freeform 3790">
                      <a:extLst>
                        <a:ext uri="{FF2B5EF4-FFF2-40B4-BE49-F238E27FC236}">
                          <a16:creationId xmlns:a16="http://schemas.microsoft.com/office/drawing/2014/main" id="{867AD067-BEF4-684E-5F8C-AEF69EC2CF96}"/>
                        </a:ext>
                      </a:extLst>
                    </p:cNvPr>
                    <p:cNvSpPr/>
                    <p:nvPr/>
                  </p:nvSpPr>
                  <p:spPr>
                    <a:xfrm>
                      <a:off x="1647323" y="4203292"/>
                      <a:ext cx="83434" cy="2769"/>
                    </a:xfrm>
                    <a:custGeom>
                      <a:avLst/>
                      <a:gdLst>
                        <a:gd name="connsiteX0" fmla="*/ 0 w 83434"/>
                        <a:gd name="connsiteY0" fmla="*/ 0 h 2769"/>
                        <a:gd name="connsiteX1" fmla="*/ 83434 w 83434"/>
                        <a:gd name="connsiteY1" fmla="*/ 0 h 2769"/>
                      </a:gdLst>
                      <a:ahLst/>
                      <a:cxnLst>
                        <a:cxn ang="0">
                          <a:pos x="connsiteX0" y="connsiteY0"/>
                        </a:cxn>
                        <a:cxn ang="0">
                          <a:pos x="connsiteX1" y="connsiteY1"/>
                        </a:cxn>
                      </a:cxnLst>
                      <a:rect l="l" t="t" r="r" b="b"/>
                      <a:pathLst>
                        <a:path w="83434" h="2769">
                          <a:moveTo>
                            <a:pt x="0" y="0"/>
                          </a:moveTo>
                          <a:lnTo>
                            <a:pt x="83434" y="0"/>
                          </a:lnTo>
                        </a:path>
                      </a:pathLst>
                    </a:custGeom>
                    <a:ln w="5534" cap="flat">
                      <a:solidFill>
                        <a:srgbClr val="26A6DE"/>
                      </a:solidFill>
                      <a:prstDash val="solid"/>
                      <a:miter/>
                    </a:ln>
                  </p:spPr>
                  <p:txBody>
                    <a:bodyPr rtlCol="0" anchor="ctr"/>
                    <a:lstStyle/>
                    <a:p>
                      <a:endParaRPr lang="en-US"/>
                    </a:p>
                  </p:txBody>
                </p:sp>
              </p:grpSp>
            </p:grpSp>
            <p:sp>
              <p:nvSpPr>
                <p:cNvPr id="23" name="Rectangle 22">
                  <a:extLst>
                    <a:ext uri="{FF2B5EF4-FFF2-40B4-BE49-F238E27FC236}">
                      <a16:creationId xmlns:a16="http://schemas.microsoft.com/office/drawing/2014/main" id="{E69A0678-66AC-6761-55BD-F8F79C53E9CE}"/>
                    </a:ext>
                  </a:extLst>
                </p:cNvPr>
                <p:cNvSpPr/>
                <p:nvPr/>
              </p:nvSpPr>
              <p:spPr>
                <a:xfrm>
                  <a:off x="1521265" y="4505290"/>
                  <a:ext cx="1008350" cy="1308258"/>
                </a:xfrm>
                <a:prstGeom prst="rect">
                  <a:avLst/>
                </a:prstGeom>
                <a:solidFill>
                  <a:schemeClr val="accent4">
                    <a:lumMod val="40000"/>
                    <a:lumOff val="60000"/>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74744C2B-8017-F1BA-28E0-FACB1F4C1065}"/>
                    </a:ext>
                  </a:extLst>
                </p:cNvPr>
                <p:cNvSpPr/>
                <p:nvPr/>
              </p:nvSpPr>
              <p:spPr>
                <a:xfrm>
                  <a:off x="3763514" y="4505290"/>
                  <a:ext cx="1008350" cy="1308258"/>
                </a:xfrm>
                <a:prstGeom prst="rect">
                  <a:avLst/>
                </a:prstGeom>
                <a:solidFill>
                  <a:schemeClr val="accent4">
                    <a:lumMod val="40000"/>
                    <a:lumOff val="60000"/>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5" name="Group 24">
                <a:extLst>
                  <a:ext uri="{FF2B5EF4-FFF2-40B4-BE49-F238E27FC236}">
                    <a16:creationId xmlns:a16="http://schemas.microsoft.com/office/drawing/2014/main" id="{2E755E17-A642-A474-5831-F69BAC28E5B0}"/>
                  </a:ext>
                </a:extLst>
              </p:cNvPr>
              <p:cNvGrpSpPr/>
              <p:nvPr/>
            </p:nvGrpSpPr>
            <p:grpSpPr>
              <a:xfrm>
                <a:off x="1521265" y="1488453"/>
                <a:ext cx="8998359" cy="2035673"/>
                <a:chOff x="1521265" y="1488453"/>
                <a:chExt cx="8998359" cy="2035673"/>
              </a:xfrm>
            </p:grpSpPr>
            <p:grpSp>
              <p:nvGrpSpPr>
                <p:cNvPr id="26" name="Group 25">
                  <a:extLst>
                    <a:ext uri="{FF2B5EF4-FFF2-40B4-BE49-F238E27FC236}">
                      <a16:creationId xmlns:a16="http://schemas.microsoft.com/office/drawing/2014/main" id="{4C7BABC3-C7C9-6D95-FB8F-6A121FE116FD}"/>
                    </a:ext>
                  </a:extLst>
                </p:cNvPr>
                <p:cNvGrpSpPr/>
                <p:nvPr/>
              </p:nvGrpSpPr>
              <p:grpSpPr>
                <a:xfrm>
                  <a:off x="1617146" y="1567033"/>
                  <a:ext cx="8791484" cy="1957093"/>
                  <a:chOff x="1374810" y="1586970"/>
                  <a:chExt cx="9590710" cy="2135010"/>
                </a:xfrm>
              </p:grpSpPr>
              <p:grpSp>
                <p:nvGrpSpPr>
                  <p:cNvPr id="3580" name="Graphic 14">
                    <a:extLst>
                      <a:ext uri="{FF2B5EF4-FFF2-40B4-BE49-F238E27FC236}">
                        <a16:creationId xmlns:a16="http://schemas.microsoft.com/office/drawing/2014/main" id="{A157A288-7562-E3EA-82B4-B73502F596C1}"/>
                      </a:ext>
                    </a:extLst>
                  </p:cNvPr>
                  <p:cNvGrpSpPr/>
                  <p:nvPr/>
                </p:nvGrpSpPr>
                <p:grpSpPr>
                  <a:xfrm>
                    <a:off x="1429917" y="3540866"/>
                    <a:ext cx="2618117" cy="181114"/>
                    <a:chOff x="1650674" y="2895209"/>
                    <a:chExt cx="706516" cy="48875"/>
                  </a:xfrm>
                  <a:solidFill>
                    <a:srgbClr val="26A6DE"/>
                  </a:solidFill>
                </p:grpSpPr>
                <p:grpSp>
                  <p:nvGrpSpPr>
                    <p:cNvPr id="3581" name="Graphic 14">
                      <a:extLst>
                        <a:ext uri="{FF2B5EF4-FFF2-40B4-BE49-F238E27FC236}">
                          <a16:creationId xmlns:a16="http://schemas.microsoft.com/office/drawing/2014/main" id="{5C4EABCB-4BA9-ADB1-626A-64E4C923B574}"/>
                        </a:ext>
                      </a:extLst>
                    </p:cNvPr>
                    <p:cNvGrpSpPr/>
                    <p:nvPr/>
                  </p:nvGrpSpPr>
                  <p:grpSpPr>
                    <a:xfrm>
                      <a:off x="1775202" y="2895209"/>
                      <a:ext cx="581988" cy="48875"/>
                      <a:chOff x="1775202" y="2895209"/>
                      <a:chExt cx="581988" cy="48875"/>
                    </a:xfrm>
                    <a:solidFill>
                      <a:srgbClr val="26A6DE"/>
                    </a:solidFill>
                  </p:grpSpPr>
                  <p:sp>
                    <p:nvSpPr>
                      <p:cNvPr id="3583" name="Freeform 3582">
                        <a:extLst>
                          <a:ext uri="{FF2B5EF4-FFF2-40B4-BE49-F238E27FC236}">
                            <a16:creationId xmlns:a16="http://schemas.microsoft.com/office/drawing/2014/main" id="{FD4CA148-AB3C-9A81-40E0-CCB22DCCBF15}"/>
                          </a:ext>
                        </a:extLst>
                      </p:cNvPr>
                      <p:cNvSpPr/>
                      <p:nvPr/>
                    </p:nvSpPr>
                    <p:spPr>
                      <a:xfrm>
                        <a:off x="1775202" y="2907725"/>
                        <a:ext cx="30517" cy="36303"/>
                      </a:xfrm>
                      <a:custGeom>
                        <a:avLst/>
                        <a:gdLst>
                          <a:gd name="connsiteX0" fmla="*/ 4181 w 30517"/>
                          <a:gd name="connsiteY0" fmla="*/ 19052 h 36303"/>
                          <a:gd name="connsiteX1" fmla="*/ 4901 w 30517"/>
                          <a:gd name="connsiteY1" fmla="*/ 24341 h 36303"/>
                          <a:gd name="connsiteX2" fmla="*/ 7034 w 30517"/>
                          <a:gd name="connsiteY2" fmla="*/ 28660 h 36303"/>
                          <a:gd name="connsiteX3" fmla="*/ 10606 w 30517"/>
                          <a:gd name="connsiteY3" fmla="*/ 31596 h 36303"/>
                          <a:gd name="connsiteX4" fmla="*/ 15590 w 30517"/>
                          <a:gd name="connsiteY4" fmla="*/ 32703 h 36303"/>
                          <a:gd name="connsiteX5" fmla="*/ 22208 w 30517"/>
                          <a:gd name="connsiteY5" fmla="*/ 30654 h 36303"/>
                          <a:gd name="connsiteX6" fmla="*/ 25864 w 30517"/>
                          <a:gd name="connsiteY6" fmla="*/ 24812 h 36303"/>
                          <a:gd name="connsiteX7" fmla="*/ 30239 w 30517"/>
                          <a:gd name="connsiteY7" fmla="*/ 24812 h 36303"/>
                          <a:gd name="connsiteX8" fmla="*/ 28328 w 30517"/>
                          <a:gd name="connsiteY8" fmla="*/ 29353 h 36303"/>
                          <a:gd name="connsiteX9" fmla="*/ 25393 w 30517"/>
                          <a:gd name="connsiteY9" fmla="*/ 33008 h 36303"/>
                          <a:gd name="connsiteX10" fmla="*/ 21212 w 30517"/>
                          <a:gd name="connsiteY10" fmla="*/ 35445 h 36303"/>
                          <a:gd name="connsiteX11" fmla="*/ 15590 w 30517"/>
                          <a:gd name="connsiteY11" fmla="*/ 36303 h 36303"/>
                          <a:gd name="connsiteX12" fmla="*/ 8584 w 30517"/>
                          <a:gd name="connsiteY12" fmla="*/ 34919 h 36303"/>
                          <a:gd name="connsiteX13" fmla="*/ 3738 w 30517"/>
                          <a:gd name="connsiteY13" fmla="*/ 31097 h 36303"/>
                          <a:gd name="connsiteX14" fmla="*/ 914 w 30517"/>
                          <a:gd name="connsiteY14" fmla="*/ 25393 h 36303"/>
                          <a:gd name="connsiteX15" fmla="*/ 0 w 30517"/>
                          <a:gd name="connsiteY15" fmla="*/ 18304 h 36303"/>
                          <a:gd name="connsiteX16" fmla="*/ 1080 w 30517"/>
                          <a:gd name="connsiteY16" fmla="*/ 11187 h 36303"/>
                          <a:gd name="connsiteX17" fmla="*/ 4154 w 30517"/>
                          <a:gd name="connsiteY17" fmla="*/ 5372 h 36303"/>
                          <a:gd name="connsiteX18" fmla="*/ 9027 w 30517"/>
                          <a:gd name="connsiteY18" fmla="*/ 1440 h 36303"/>
                          <a:gd name="connsiteX19" fmla="*/ 15590 w 30517"/>
                          <a:gd name="connsiteY19" fmla="*/ 0 h 36303"/>
                          <a:gd name="connsiteX20" fmla="*/ 26584 w 30517"/>
                          <a:gd name="connsiteY20" fmla="*/ 4874 h 36303"/>
                          <a:gd name="connsiteX21" fmla="*/ 30516 w 30517"/>
                          <a:gd name="connsiteY21" fmla="*/ 19052 h 36303"/>
                          <a:gd name="connsiteX22" fmla="*/ 4181 w 30517"/>
                          <a:gd name="connsiteY22" fmla="*/ 19052 h 36303"/>
                          <a:gd name="connsiteX23" fmla="*/ 26307 w 30517"/>
                          <a:gd name="connsiteY23" fmla="*/ 15729 h 36303"/>
                          <a:gd name="connsiteX24" fmla="*/ 25614 w 30517"/>
                          <a:gd name="connsiteY24" fmla="*/ 10966 h 36303"/>
                          <a:gd name="connsiteX25" fmla="*/ 23593 w 30517"/>
                          <a:gd name="connsiteY25" fmla="*/ 7117 h 36303"/>
                          <a:gd name="connsiteX26" fmla="*/ 20215 w 30517"/>
                          <a:gd name="connsiteY26" fmla="*/ 4514 h 36303"/>
                          <a:gd name="connsiteX27" fmla="*/ 15563 w 30517"/>
                          <a:gd name="connsiteY27" fmla="*/ 3545 h 36303"/>
                          <a:gd name="connsiteX28" fmla="*/ 10938 w 30517"/>
                          <a:gd name="connsiteY28" fmla="*/ 4541 h 36303"/>
                          <a:gd name="connsiteX29" fmla="*/ 7532 w 30517"/>
                          <a:gd name="connsiteY29" fmla="*/ 7200 h 36303"/>
                          <a:gd name="connsiteX30" fmla="*/ 5261 w 30517"/>
                          <a:gd name="connsiteY30" fmla="*/ 11049 h 36303"/>
                          <a:gd name="connsiteX31" fmla="*/ 4154 w 30517"/>
                          <a:gd name="connsiteY31" fmla="*/ 15701 h 36303"/>
                          <a:gd name="connsiteX32" fmla="*/ 26279 w 30517"/>
                          <a:gd name="connsiteY32" fmla="*/ 15701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0517" h="36303">
                            <a:moveTo>
                              <a:pt x="4181" y="19052"/>
                            </a:moveTo>
                            <a:cubicBezTo>
                              <a:pt x="4181" y="20907"/>
                              <a:pt x="4431" y="22679"/>
                              <a:pt x="4901" y="24341"/>
                            </a:cubicBezTo>
                            <a:cubicBezTo>
                              <a:pt x="5372" y="26002"/>
                              <a:pt x="6092" y="27442"/>
                              <a:pt x="7034" y="28660"/>
                            </a:cubicBezTo>
                            <a:cubicBezTo>
                              <a:pt x="7975" y="29879"/>
                              <a:pt x="9166" y="30848"/>
                              <a:pt x="10606" y="31596"/>
                            </a:cubicBezTo>
                            <a:cubicBezTo>
                              <a:pt x="12046" y="32343"/>
                              <a:pt x="13707" y="32703"/>
                              <a:pt x="15590" y="32703"/>
                            </a:cubicBezTo>
                            <a:cubicBezTo>
                              <a:pt x="18166" y="32703"/>
                              <a:pt x="20381" y="32011"/>
                              <a:pt x="22208" y="30654"/>
                            </a:cubicBezTo>
                            <a:cubicBezTo>
                              <a:pt x="24036" y="29270"/>
                              <a:pt x="25254" y="27331"/>
                              <a:pt x="25864" y="24812"/>
                            </a:cubicBezTo>
                            <a:lnTo>
                              <a:pt x="30239" y="24812"/>
                            </a:lnTo>
                            <a:cubicBezTo>
                              <a:pt x="29768" y="26445"/>
                              <a:pt x="29131" y="27968"/>
                              <a:pt x="28328" y="29353"/>
                            </a:cubicBezTo>
                            <a:cubicBezTo>
                              <a:pt x="27525" y="30737"/>
                              <a:pt x="26556" y="31956"/>
                              <a:pt x="25393" y="33008"/>
                            </a:cubicBezTo>
                            <a:cubicBezTo>
                              <a:pt x="24202" y="34060"/>
                              <a:pt x="22818" y="34863"/>
                              <a:pt x="21212" y="35445"/>
                            </a:cubicBezTo>
                            <a:cubicBezTo>
                              <a:pt x="19605" y="36026"/>
                              <a:pt x="17722" y="36303"/>
                              <a:pt x="15590" y="36303"/>
                            </a:cubicBezTo>
                            <a:cubicBezTo>
                              <a:pt x="12876" y="36303"/>
                              <a:pt x="10550" y="35833"/>
                              <a:pt x="8584" y="34919"/>
                            </a:cubicBezTo>
                            <a:cubicBezTo>
                              <a:pt x="6618" y="33977"/>
                              <a:pt x="5012" y="32703"/>
                              <a:pt x="3738" y="31097"/>
                            </a:cubicBezTo>
                            <a:cubicBezTo>
                              <a:pt x="2465" y="29491"/>
                              <a:pt x="1523" y="27581"/>
                              <a:pt x="914" y="25393"/>
                            </a:cubicBezTo>
                            <a:cubicBezTo>
                              <a:pt x="305" y="23205"/>
                              <a:pt x="0" y="20852"/>
                              <a:pt x="0" y="18304"/>
                            </a:cubicBezTo>
                            <a:cubicBezTo>
                              <a:pt x="0" y="15756"/>
                              <a:pt x="360" y="13403"/>
                              <a:pt x="1080" y="11187"/>
                            </a:cubicBezTo>
                            <a:cubicBezTo>
                              <a:pt x="1800" y="8972"/>
                              <a:pt x="2825" y="7034"/>
                              <a:pt x="4154" y="5372"/>
                            </a:cubicBezTo>
                            <a:cubicBezTo>
                              <a:pt x="5483" y="3711"/>
                              <a:pt x="7117" y="2409"/>
                              <a:pt x="9027" y="1440"/>
                            </a:cubicBezTo>
                            <a:cubicBezTo>
                              <a:pt x="10938" y="498"/>
                              <a:pt x="13126" y="0"/>
                              <a:pt x="15590" y="0"/>
                            </a:cubicBezTo>
                            <a:cubicBezTo>
                              <a:pt x="20270" y="0"/>
                              <a:pt x="23925" y="1634"/>
                              <a:pt x="26584" y="4874"/>
                            </a:cubicBezTo>
                            <a:cubicBezTo>
                              <a:pt x="29242" y="8141"/>
                              <a:pt x="30571" y="12849"/>
                              <a:pt x="30516" y="19052"/>
                            </a:cubicBezTo>
                            <a:lnTo>
                              <a:pt x="4181" y="19052"/>
                            </a:lnTo>
                            <a:close/>
                            <a:moveTo>
                              <a:pt x="26307" y="15729"/>
                            </a:moveTo>
                            <a:cubicBezTo>
                              <a:pt x="26307" y="14040"/>
                              <a:pt x="26085" y="12461"/>
                              <a:pt x="25614" y="10966"/>
                            </a:cubicBezTo>
                            <a:cubicBezTo>
                              <a:pt x="25144" y="9470"/>
                              <a:pt x="24479" y="8197"/>
                              <a:pt x="23593" y="7117"/>
                            </a:cubicBezTo>
                            <a:cubicBezTo>
                              <a:pt x="22707" y="6037"/>
                              <a:pt x="21572" y="5178"/>
                              <a:pt x="20215" y="4514"/>
                            </a:cubicBezTo>
                            <a:cubicBezTo>
                              <a:pt x="18858" y="3877"/>
                              <a:pt x="17307" y="3545"/>
                              <a:pt x="15563" y="3545"/>
                            </a:cubicBezTo>
                            <a:cubicBezTo>
                              <a:pt x="13818" y="3545"/>
                              <a:pt x="12267" y="3877"/>
                              <a:pt x="10938" y="4541"/>
                            </a:cubicBezTo>
                            <a:cubicBezTo>
                              <a:pt x="9609" y="5206"/>
                              <a:pt x="8474" y="6092"/>
                              <a:pt x="7532" y="7200"/>
                            </a:cubicBezTo>
                            <a:cubicBezTo>
                              <a:pt x="6591" y="8307"/>
                              <a:pt x="5843" y="9581"/>
                              <a:pt x="5261" y="11049"/>
                            </a:cubicBezTo>
                            <a:cubicBezTo>
                              <a:pt x="4680" y="12517"/>
                              <a:pt x="4320" y="14067"/>
                              <a:pt x="4154" y="15701"/>
                            </a:cubicBezTo>
                            <a:lnTo>
                              <a:pt x="26279" y="15701"/>
                            </a:lnTo>
                            <a:close/>
                          </a:path>
                        </a:pathLst>
                      </a:custGeom>
                      <a:solidFill>
                        <a:srgbClr val="26A6DE"/>
                      </a:solidFill>
                      <a:ln w="2767" cap="flat">
                        <a:noFill/>
                        <a:prstDash val="solid"/>
                        <a:miter/>
                      </a:ln>
                    </p:spPr>
                    <p:txBody>
                      <a:bodyPr rtlCol="0" anchor="ctr"/>
                      <a:lstStyle/>
                      <a:p>
                        <a:endParaRPr lang="en-US" sz="2000" dirty="0">
                          <a:latin typeface="Helvetica" pitchFamily="2" charset="0"/>
                        </a:endParaRPr>
                      </a:p>
                    </p:txBody>
                  </p:sp>
                  <p:sp>
                    <p:nvSpPr>
                      <p:cNvPr id="3584" name="Freeform 3583">
                        <a:extLst>
                          <a:ext uri="{FF2B5EF4-FFF2-40B4-BE49-F238E27FC236}">
                            <a16:creationId xmlns:a16="http://schemas.microsoft.com/office/drawing/2014/main" id="{5E42F869-01C6-76EC-95A9-2D8F203019DB}"/>
                          </a:ext>
                        </a:extLst>
                      </p:cNvPr>
                      <p:cNvSpPr/>
                      <p:nvPr/>
                    </p:nvSpPr>
                    <p:spPr>
                      <a:xfrm>
                        <a:off x="1813360" y="2907698"/>
                        <a:ext cx="26915" cy="35389"/>
                      </a:xfrm>
                      <a:custGeom>
                        <a:avLst/>
                        <a:gdLst>
                          <a:gd name="connsiteX0" fmla="*/ 3932 w 26915"/>
                          <a:gd name="connsiteY0" fmla="*/ 35362 h 35389"/>
                          <a:gd name="connsiteX1" fmla="*/ 0 w 26915"/>
                          <a:gd name="connsiteY1" fmla="*/ 35362 h 35389"/>
                          <a:gd name="connsiteX2" fmla="*/ 0 w 26915"/>
                          <a:gd name="connsiteY2" fmla="*/ 942 h 35389"/>
                          <a:gd name="connsiteX3" fmla="*/ 3932 w 26915"/>
                          <a:gd name="connsiteY3" fmla="*/ 942 h 35389"/>
                          <a:gd name="connsiteX4" fmla="*/ 3932 w 26915"/>
                          <a:gd name="connsiteY4" fmla="*/ 5732 h 35389"/>
                          <a:gd name="connsiteX5" fmla="*/ 8806 w 26915"/>
                          <a:gd name="connsiteY5" fmla="*/ 1606 h 35389"/>
                          <a:gd name="connsiteX6" fmla="*/ 14870 w 26915"/>
                          <a:gd name="connsiteY6" fmla="*/ 0 h 35389"/>
                          <a:gd name="connsiteX7" fmla="*/ 20713 w 26915"/>
                          <a:gd name="connsiteY7" fmla="*/ 1108 h 35389"/>
                          <a:gd name="connsiteX8" fmla="*/ 25227 w 26915"/>
                          <a:gd name="connsiteY8" fmla="*/ 4929 h 35389"/>
                          <a:gd name="connsiteX9" fmla="*/ 26694 w 26915"/>
                          <a:gd name="connsiteY9" fmla="*/ 8751 h 35389"/>
                          <a:gd name="connsiteX10" fmla="*/ 26916 w 26915"/>
                          <a:gd name="connsiteY10" fmla="*/ 12849 h 35389"/>
                          <a:gd name="connsiteX11" fmla="*/ 26916 w 26915"/>
                          <a:gd name="connsiteY11" fmla="*/ 35390 h 35389"/>
                          <a:gd name="connsiteX12" fmla="*/ 22984 w 26915"/>
                          <a:gd name="connsiteY12" fmla="*/ 35390 h 35389"/>
                          <a:gd name="connsiteX13" fmla="*/ 22984 w 26915"/>
                          <a:gd name="connsiteY13" fmla="*/ 12932 h 35389"/>
                          <a:gd name="connsiteX14" fmla="*/ 20962 w 26915"/>
                          <a:gd name="connsiteY14" fmla="*/ 5954 h 35389"/>
                          <a:gd name="connsiteX15" fmla="*/ 14206 w 26915"/>
                          <a:gd name="connsiteY15" fmla="*/ 3628 h 35389"/>
                          <a:gd name="connsiteX16" fmla="*/ 10855 w 26915"/>
                          <a:gd name="connsiteY16" fmla="*/ 4181 h 35389"/>
                          <a:gd name="connsiteX17" fmla="*/ 8141 w 26915"/>
                          <a:gd name="connsiteY17" fmla="*/ 5677 h 35389"/>
                          <a:gd name="connsiteX18" fmla="*/ 6092 w 26915"/>
                          <a:gd name="connsiteY18" fmla="*/ 7809 h 35389"/>
                          <a:gd name="connsiteX19" fmla="*/ 4791 w 26915"/>
                          <a:gd name="connsiteY19" fmla="*/ 10329 h 35389"/>
                          <a:gd name="connsiteX20" fmla="*/ 4071 w 26915"/>
                          <a:gd name="connsiteY20" fmla="*/ 13513 h 35389"/>
                          <a:gd name="connsiteX21" fmla="*/ 3932 w 26915"/>
                          <a:gd name="connsiteY21" fmla="*/ 16836 h 35389"/>
                          <a:gd name="connsiteX22" fmla="*/ 3932 w 26915"/>
                          <a:gd name="connsiteY22" fmla="*/ 35390 h 35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6915" h="35389">
                            <a:moveTo>
                              <a:pt x="3932" y="35362"/>
                            </a:moveTo>
                            <a:lnTo>
                              <a:pt x="0" y="35362"/>
                            </a:lnTo>
                            <a:lnTo>
                              <a:pt x="0" y="942"/>
                            </a:lnTo>
                            <a:lnTo>
                              <a:pt x="3932" y="942"/>
                            </a:lnTo>
                            <a:lnTo>
                              <a:pt x="3932" y="5732"/>
                            </a:lnTo>
                            <a:cubicBezTo>
                              <a:pt x="5511" y="4043"/>
                              <a:pt x="7117" y="2686"/>
                              <a:pt x="8806" y="1606"/>
                            </a:cubicBezTo>
                            <a:cubicBezTo>
                              <a:pt x="10495" y="554"/>
                              <a:pt x="12516" y="0"/>
                              <a:pt x="14870" y="0"/>
                            </a:cubicBezTo>
                            <a:cubicBezTo>
                              <a:pt x="16975" y="0"/>
                              <a:pt x="18913" y="360"/>
                              <a:pt x="20713" y="1108"/>
                            </a:cubicBezTo>
                            <a:cubicBezTo>
                              <a:pt x="22513" y="1828"/>
                              <a:pt x="24008" y="3101"/>
                              <a:pt x="25227" y="4929"/>
                            </a:cubicBezTo>
                            <a:cubicBezTo>
                              <a:pt x="26058" y="6175"/>
                              <a:pt x="26556" y="7449"/>
                              <a:pt x="26694" y="8751"/>
                            </a:cubicBezTo>
                            <a:cubicBezTo>
                              <a:pt x="26861" y="10052"/>
                              <a:pt x="26916" y="11409"/>
                              <a:pt x="26916" y="12849"/>
                            </a:cubicBezTo>
                            <a:lnTo>
                              <a:pt x="26916" y="35390"/>
                            </a:lnTo>
                            <a:lnTo>
                              <a:pt x="22984" y="35390"/>
                            </a:lnTo>
                            <a:lnTo>
                              <a:pt x="22984" y="12932"/>
                            </a:lnTo>
                            <a:cubicBezTo>
                              <a:pt x="22984" y="9830"/>
                              <a:pt x="22319" y="7504"/>
                              <a:pt x="20962" y="5954"/>
                            </a:cubicBezTo>
                            <a:cubicBezTo>
                              <a:pt x="19605" y="4403"/>
                              <a:pt x="17362" y="3628"/>
                              <a:pt x="14206" y="3628"/>
                            </a:cubicBezTo>
                            <a:cubicBezTo>
                              <a:pt x="12987" y="3628"/>
                              <a:pt x="11880" y="3821"/>
                              <a:pt x="10855" y="4181"/>
                            </a:cubicBezTo>
                            <a:cubicBezTo>
                              <a:pt x="9858" y="4569"/>
                              <a:pt x="8944" y="5068"/>
                              <a:pt x="8141" y="5677"/>
                            </a:cubicBezTo>
                            <a:cubicBezTo>
                              <a:pt x="7338" y="6286"/>
                              <a:pt x="6646" y="7006"/>
                              <a:pt x="6092" y="7809"/>
                            </a:cubicBezTo>
                            <a:cubicBezTo>
                              <a:pt x="5511" y="8612"/>
                              <a:pt x="5095" y="9443"/>
                              <a:pt x="4791" y="10329"/>
                            </a:cubicBezTo>
                            <a:cubicBezTo>
                              <a:pt x="4403" y="11437"/>
                              <a:pt x="4154" y="12489"/>
                              <a:pt x="4071" y="13513"/>
                            </a:cubicBezTo>
                            <a:cubicBezTo>
                              <a:pt x="3988" y="14538"/>
                              <a:pt x="3932" y="15646"/>
                              <a:pt x="3932" y="16836"/>
                            </a:cubicBezTo>
                            <a:lnTo>
                              <a:pt x="3932" y="35390"/>
                            </a:lnTo>
                            <a:close/>
                          </a:path>
                        </a:pathLst>
                      </a:custGeom>
                      <a:solidFill>
                        <a:srgbClr val="26A6DE"/>
                      </a:solidFill>
                      <a:ln w="2767" cap="flat">
                        <a:noFill/>
                        <a:prstDash val="solid"/>
                        <a:miter/>
                      </a:ln>
                    </p:spPr>
                    <p:txBody>
                      <a:bodyPr rtlCol="0" anchor="ctr"/>
                      <a:lstStyle/>
                      <a:p>
                        <a:endParaRPr lang="en-US" sz="2000" dirty="0">
                          <a:latin typeface="Helvetica" pitchFamily="2" charset="0"/>
                        </a:endParaRPr>
                      </a:p>
                    </p:txBody>
                  </p:sp>
                  <p:sp>
                    <p:nvSpPr>
                      <p:cNvPr id="3585" name="Freeform 3584">
                        <a:extLst>
                          <a:ext uri="{FF2B5EF4-FFF2-40B4-BE49-F238E27FC236}">
                            <a16:creationId xmlns:a16="http://schemas.microsoft.com/office/drawing/2014/main" id="{68608293-136B-B1B4-39CD-A9F56A8FDA29}"/>
                          </a:ext>
                        </a:extLst>
                      </p:cNvPr>
                      <p:cNvSpPr/>
                      <p:nvPr/>
                    </p:nvSpPr>
                    <p:spPr>
                      <a:xfrm>
                        <a:off x="1848141" y="2907698"/>
                        <a:ext cx="30183" cy="36275"/>
                      </a:xfrm>
                      <a:custGeom>
                        <a:avLst/>
                        <a:gdLst>
                          <a:gd name="connsiteX0" fmla="*/ 25698 w 30183"/>
                          <a:gd name="connsiteY0" fmla="*/ 11769 h 36275"/>
                          <a:gd name="connsiteX1" fmla="*/ 22098 w 30183"/>
                          <a:gd name="connsiteY1" fmla="*/ 5760 h 36275"/>
                          <a:gd name="connsiteX2" fmla="*/ 15618 w 30183"/>
                          <a:gd name="connsiteY2" fmla="*/ 3600 h 36275"/>
                          <a:gd name="connsiteX3" fmla="*/ 10440 w 30183"/>
                          <a:gd name="connsiteY3" fmla="*/ 4874 h 36275"/>
                          <a:gd name="connsiteX4" fmla="*/ 6895 w 30183"/>
                          <a:gd name="connsiteY4" fmla="*/ 8224 h 36275"/>
                          <a:gd name="connsiteX5" fmla="*/ 4874 w 30183"/>
                          <a:gd name="connsiteY5" fmla="*/ 12932 h 36275"/>
                          <a:gd name="connsiteX6" fmla="*/ 4209 w 30183"/>
                          <a:gd name="connsiteY6" fmla="*/ 18221 h 36275"/>
                          <a:gd name="connsiteX7" fmla="*/ 4818 w 30183"/>
                          <a:gd name="connsiteY7" fmla="*/ 23538 h 36275"/>
                          <a:gd name="connsiteX8" fmla="*/ 6812 w 30183"/>
                          <a:gd name="connsiteY8" fmla="*/ 28190 h 36275"/>
                          <a:gd name="connsiteX9" fmla="*/ 10357 w 30183"/>
                          <a:gd name="connsiteY9" fmla="*/ 31485 h 36275"/>
                          <a:gd name="connsiteX10" fmla="*/ 15590 w 30183"/>
                          <a:gd name="connsiteY10" fmla="*/ 32703 h 36275"/>
                          <a:gd name="connsiteX11" fmla="*/ 22624 w 30183"/>
                          <a:gd name="connsiteY11" fmla="*/ 30239 h 36275"/>
                          <a:gd name="connsiteX12" fmla="*/ 26002 w 30183"/>
                          <a:gd name="connsiteY12" fmla="*/ 23455 h 36275"/>
                          <a:gd name="connsiteX13" fmla="*/ 30184 w 30183"/>
                          <a:gd name="connsiteY13" fmla="*/ 23455 h 36275"/>
                          <a:gd name="connsiteX14" fmla="*/ 28522 w 30183"/>
                          <a:gd name="connsiteY14" fmla="*/ 28661 h 36275"/>
                          <a:gd name="connsiteX15" fmla="*/ 25587 w 30183"/>
                          <a:gd name="connsiteY15" fmla="*/ 32703 h 36275"/>
                          <a:gd name="connsiteX16" fmla="*/ 21295 w 30183"/>
                          <a:gd name="connsiteY16" fmla="*/ 35334 h 36275"/>
                          <a:gd name="connsiteX17" fmla="*/ 15590 w 30183"/>
                          <a:gd name="connsiteY17" fmla="*/ 36276 h 36275"/>
                          <a:gd name="connsiteX18" fmla="*/ 8584 w 30183"/>
                          <a:gd name="connsiteY18" fmla="*/ 34891 h 36275"/>
                          <a:gd name="connsiteX19" fmla="*/ 3738 w 30183"/>
                          <a:gd name="connsiteY19" fmla="*/ 31070 h 36275"/>
                          <a:gd name="connsiteX20" fmla="*/ 914 w 30183"/>
                          <a:gd name="connsiteY20" fmla="*/ 25310 h 36275"/>
                          <a:gd name="connsiteX21" fmla="*/ 0 w 30183"/>
                          <a:gd name="connsiteY21" fmla="*/ 18193 h 36275"/>
                          <a:gd name="connsiteX22" fmla="*/ 1025 w 30183"/>
                          <a:gd name="connsiteY22" fmla="*/ 11326 h 36275"/>
                          <a:gd name="connsiteX23" fmla="*/ 4015 w 30183"/>
                          <a:gd name="connsiteY23" fmla="*/ 5511 h 36275"/>
                          <a:gd name="connsiteX24" fmla="*/ 8889 w 30183"/>
                          <a:gd name="connsiteY24" fmla="*/ 1495 h 36275"/>
                          <a:gd name="connsiteX25" fmla="*/ 15590 w 30183"/>
                          <a:gd name="connsiteY25" fmla="*/ 0 h 36275"/>
                          <a:gd name="connsiteX26" fmla="*/ 25116 w 30183"/>
                          <a:gd name="connsiteY26" fmla="*/ 2852 h 36275"/>
                          <a:gd name="connsiteX27" fmla="*/ 29657 w 30183"/>
                          <a:gd name="connsiteY27" fmla="*/ 11769 h 36275"/>
                          <a:gd name="connsiteX28" fmla="*/ 25670 w 30183"/>
                          <a:gd name="connsiteY28" fmla="*/ 11769 h 36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0183" h="36275">
                            <a:moveTo>
                              <a:pt x="25698" y="11769"/>
                            </a:moveTo>
                            <a:cubicBezTo>
                              <a:pt x="25005" y="9194"/>
                              <a:pt x="23787" y="7200"/>
                              <a:pt x="22098" y="5760"/>
                            </a:cubicBezTo>
                            <a:cubicBezTo>
                              <a:pt x="20381" y="4320"/>
                              <a:pt x="18221" y="3600"/>
                              <a:pt x="15618" y="3600"/>
                            </a:cubicBezTo>
                            <a:cubicBezTo>
                              <a:pt x="13596" y="3600"/>
                              <a:pt x="11880" y="4015"/>
                              <a:pt x="10440" y="4874"/>
                            </a:cubicBezTo>
                            <a:cubicBezTo>
                              <a:pt x="9000" y="5704"/>
                              <a:pt x="7809" y="6840"/>
                              <a:pt x="6895" y="8224"/>
                            </a:cubicBezTo>
                            <a:cubicBezTo>
                              <a:pt x="5981" y="9609"/>
                              <a:pt x="5289" y="11187"/>
                              <a:pt x="4874" y="12932"/>
                            </a:cubicBezTo>
                            <a:cubicBezTo>
                              <a:pt x="4431" y="14676"/>
                              <a:pt x="4209" y="16449"/>
                              <a:pt x="4209" y="18221"/>
                            </a:cubicBezTo>
                            <a:cubicBezTo>
                              <a:pt x="4209" y="19993"/>
                              <a:pt x="4403" y="21821"/>
                              <a:pt x="4818" y="23538"/>
                            </a:cubicBezTo>
                            <a:cubicBezTo>
                              <a:pt x="5234" y="25254"/>
                              <a:pt x="5898" y="26805"/>
                              <a:pt x="6812" y="28190"/>
                            </a:cubicBezTo>
                            <a:cubicBezTo>
                              <a:pt x="7726" y="29574"/>
                              <a:pt x="8917" y="30654"/>
                              <a:pt x="10357" y="31485"/>
                            </a:cubicBezTo>
                            <a:cubicBezTo>
                              <a:pt x="11797" y="32316"/>
                              <a:pt x="13541" y="32703"/>
                              <a:pt x="15590" y="32703"/>
                            </a:cubicBezTo>
                            <a:cubicBezTo>
                              <a:pt x="18526" y="32703"/>
                              <a:pt x="20852" y="31873"/>
                              <a:pt x="22624" y="30239"/>
                            </a:cubicBezTo>
                            <a:cubicBezTo>
                              <a:pt x="24396" y="28605"/>
                              <a:pt x="25504" y="26334"/>
                              <a:pt x="26002" y="23455"/>
                            </a:cubicBezTo>
                            <a:lnTo>
                              <a:pt x="30184" y="23455"/>
                            </a:lnTo>
                            <a:cubicBezTo>
                              <a:pt x="29824" y="25365"/>
                              <a:pt x="29270" y="27110"/>
                              <a:pt x="28522" y="28661"/>
                            </a:cubicBezTo>
                            <a:cubicBezTo>
                              <a:pt x="27747" y="30239"/>
                              <a:pt x="26778" y="31596"/>
                              <a:pt x="25587" y="32703"/>
                            </a:cubicBezTo>
                            <a:cubicBezTo>
                              <a:pt x="24396" y="33839"/>
                              <a:pt x="22956" y="34697"/>
                              <a:pt x="21295" y="35334"/>
                            </a:cubicBezTo>
                            <a:cubicBezTo>
                              <a:pt x="19633" y="35943"/>
                              <a:pt x="17722" y="36276"/>
                              <a:pt x="15590" y="36276"/>
                            </a:cubicBezTo>
                            <a:cubicBezTo>
                              <a:pt x="12877" y="36276"/>
                              <a:pt x="10550" y="35805"/>
                              <a:pt x="8584" y="34891"/>
                            </a:cubicBezTo>
                            <a:cubicBezTo>
                              <a:pt x="6618" y="33977"/>
                              <a:pt x="5012" y="32676"/>
                              <a:pt x="3738" y="31070"/>
                            </a:cubicBezTo>
                            <a:cubicBezTo>
                              <a:pt x="2465" y="29464"/>
                              <a:pt x="1523" y="27525"/>
                              <a:pt x="914" y="25310"/>
                            </a:cubicBezTo>
                            <a:cubicBezTo>
                              <a:pt x="305" y="23095"/>
                              <a:pt x="0" y="20713"/>
                              <a:pt x="0" y="18193"/>
                            </a:cubicBezTo>
                            <a:cubicBezTo>
                              <a:pt x="0" y="15812"/>
                              <a:pt x="332" y="13513"/>
                              <a:pt x="1025" y="11326"/>
                            </a:cubicBezTo>
                            <a:cubicBezTo>
                              <a:pt x="1717" y="9138"/>
                              <a:pt x="2686" y="7200"/>
                              <a:pt x="4015" y="5511"/>
                            </a:cubicBezTo>
                            <a:cubicBezTo>
                              <a:pt x="5317" y="3821"/>
                              <a:pt x="6951" y="2492"/>
                              <a:pt x="8889" y="1495"/>
                            </a:cubicBezTo>
                            <a:cubicBezTo>
                              <a:pt x="10827" y="498"/>
                              <a:pt x="13070" y="0"/>
                              <a:pt x="15590" y="0"/>
                            </a:cubicBezTo>
                            <a:cubicBezTo>
                              <a:pt x="19522" y="0"/>
                              <a:pt x="22707" y="942"/>
                              <a:pt x="25116" y="2852"/>
                            </a:cubicBezTo>
                            <a:cubicBezTo>
                              <a:pt x="27553" y="4763"/>
                              <a:pt x="29048" y="7726"/>
                              <a:pt x="29657" y="11769"/>
                            </a:cubicBezTo>
                            <a:lnTo>
                              <a:pt x="25670" y="11769"/>
                            </a:lnTo>
                            <a:close/>
                          </a:path>
                        </a:pathLst>
                      </a:custGeom>
                      <a:solidFill>
                        <a:srgbClr val="26A6DE"/>
                      </a:solidFill>
                      <a:ln w="2767" cap="flat">
                        <a:noFill/>
                        <a:prstDash val="solid"/>
                        <a:miter/>
                      </a:ln>
                    </p:spPr>
                    <p:txBody>
                      <a:bodyPr rtlCol="0" anchor="ctr"/>
                      <a:lstStyle/>
                      <a:p>
                        <a:endParaRPr lang="en-US" sz="2000" dirty="0">
                          <a:latin typeface="Helvetica" pitchFamily="2" charset="0"/>
                        </a:endParaRPr>
                      </a:p>
                    </p:txBody>
                  </p:sp>
                  <p:sp>
                    <p:nvSpPr>
                      <p:cNvPr id="3586" name="Freeform 3585">
                        <a:extLst>
                          <a:ext uri="{FF2B5EF4-FFF2-40B4-BE49-F238E27FC236}">
                            <a16:creationId xmlns:a16="http://schemas.microsoft.com/office/drawing/2014/main" id="{45F6CF78-F940-413F-B9FA-6A33655B4293}"/>
                          </a:ext>
                        </a:extLst>
                      </p:cNvPr>
                      <p:cNvSpPr/>
                      <p:nvPr/>
                    </p:nvSpPr>
                    <p:spPr>
                      <a:xfrm>
                        <a:off x="1883973" y="2907698"/>
                        <a:ext cx="31374" cy="36303"/>
                      </a:xfrm>
                      <a:custGeom>
                        <a:avLst/>
                        <a:gdLst>
                          <a:gd name="connsiteX0" fmla="*/ 15729 w 31374"/>
                          <a:gd name="connsiteY0" fmla="*/ 36303 h 36303"/>
                          <a:gd name="connsiteX1" fmla="*/ 9609 w 31374"/>
                          <a:gd name="connsiteY1" fmla="*/ 35113 h 36303"/>
                          <a:gd name="connsiteX2" fmla="*/ 4624 w 31374"/>
                          <a:gd name="connsiteY2" fmla="*/ 31734 h 36303"/>
                          <a:gd name="connsiteX3" fmla="*/ 1246 w 31374"/>
                          <a:gd name="connsiteY3" fmla="*/ 26085 h 36303"/>
                          <a:gd name="connsiteX4" fmla="*/ 0 w 31374"/>
                          <a:gd name="connsiteY4" fmla="*/ 18166 h 36303"/>
                          <a:gd name="connsiteX5" fmla="*/ 969 w 31374"/>
                          <a:gd name="connsiteY5" fmla="*/ 11077 h 36303"/>
                          <a:gd name="connsiteX6" fmla="*/ 3904 w 31374"/>
                          <a:gd name="connsiteY6" fmla="*/ 5317 h 36303"/>
                          <a:gd name="connsiteX7" fmla="*/ 8806 w 31374"/>
                          <a:gd name="connsiteY7" fmla="*/ 1440 h 36303"/>
                          <a:gd name="connsiteX8" fmla="*/ 15673 w 31374"/>
                          <a:gd name="connsiteY8" fmla="*/ 0 h 36303"/>
                          <a:gd name="connsiteX9" fmla="*/ 22624 w 31374"/>
                          <a:gd name="connsiteY9" fmla="*/ 1440 h 36303"/>
                          <a:gd name="connsiteX10" fmla="*/ 27525 w 31374"/>
                          <a:gd name="connsiteY10" fmla="*/ 5289 h 36303"/>
                          <a:gd name="connsiteX11" fmla="*/ 30433 w 31374"/>
                          <a:gd name="connsiteY11" fmla="*/ 11049 h 36303"/>
                          <a:gd name="connsiteX12" fmla="*/ 31374 w 31374"/>
                          <a:gd name="connsiteY12" fmla="*/ 18166 h 36303"/>
                          <a:gd name="connsiteX13" fmla="*/ 30267 w 31374"/>
                          <a:gd name="connsiteY13" fmla="*/ 25614 h 36303"/>
                          <a:gd name="connsiteX14" fmla="*/ 27082 w 31374"/>
                          <a:gd name="connsiteY14" fmla="*/ 31319 h 36303"/>
                          <a:gd name="connsiteX15" fmla="*/ 22098 w 31374"/>
                          <a:gd name="connsiteY15" fmla="*/ 35002 h 36303"/>
                          <a:gd name="connsiteX16" fmla="*/ 15646 w 31374"/>
                          <a:gd name="connsiteY16" fmla="*/ 36303 h 36303"/>
                          <a:gd name="connsiteX17" fmla="*/ 27248 w 31374"/>
                          <a:gd name="connsiteY17" fmla="*/ 18166 h 36303"/>
                          <a:gd name="connsiteX18" fmla="*/ 26584 w 31374"/>
                          <a:gd name="connsiteY18" fmla="*/ 12461 h 36303"/>
                          <a:gd name="connsiteX19" fmla="*/ 24562 w 31374"/>
                          <a:gd name="connsiteY19" fmla="*/ 7837 h 36303"/>
                          <a:gd name="connsiteX20" fmla="*/ 21018 w 31374"/>
                          <a:gd name="connsiteY20" fmla="*/ 4735 h 36303"/>
                          <a:gd name="connsiteX21" fmla="*/ 15701 w 31374"/>
                          <a:gd name="connsiteY21" fmla="*/ 3600 h 36303"/>
                          <a:gd name="connsiteX22" fmla="*/ 10440 w 31374"/>
                          <a:gd name="connsiteY22" fmla="*/ 4818 h 36303"/>
                          <a:gd name="connsiteX23" fmla="*/ 6867 w 31374"/>
                          <a:gd name="connsiteY23" fmla="*/ 8086 h 36303"/>
                          <a:gd name="connsiteX24" fmla="*/ 4846 w 31374"/>
                          <a:gd name="connsiteY24" fmla="*/ 12738 h 36303"/>
                          <a:gd name="connsiteX25" fmla="*/ 4181 w 31374"/>
                          <a:gd name="connsiteY25" fmla="*/ 18166 h 36303"/>
                          <a:gd name="connsiteX26" fmla="*/ 4929 w 31374"/>
                          <a:gd name="connsiteY26" fmla="*/ 24036 h 36303"/>
                          <a:gd name="connsiteX27" fmla="*/ 7117 w 31374"/>
                          <a:gd name="connsiteY27" fmla="*/ 28661 h 36303"/>
                          <a:gd name="connsiteX28" fmla="*/ 10717 w 31374"/>
                          <a:gd name="connsiteY28" fmla="*/ 31651 h 36303"/>
                          <a:gd name="connsiteX29" fmla="*/ 15701 w 31374"/>
                          <a:gd name="connsiteY29" fmla="*/ 32703 h 36303"/>
                          <a:gd name="connsiteX30" fmla="*/ 20962 w 31374"/>
                          <a:gd name="connsiteY30" fmla="*/ 31485 h 36303"/>
                          <a:gd name="connsiteX31" fmla="*/ 24535 w 31374"/>
                          <a:gd name="connsiteY31" fmla="*/ 28190 h 36303"/>
                          <a:gd name="connsiteX32" fmla="*/ 26556 w 31374"/>
                          <a:gd name="connsiteY32" fmla="*/ 23538 h 36303"/>
                          <a:gd name="connsiteX33" fmla="*/ 27221 w 31374"/>
                          <a:gd name="connsiteY33" fmla="*/ 18166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1374" h="36303">
                            <a:moveTo>
                              <a:pt x="15729" y="36303"/>
                            </a:moveTo>
                            <a:cubicBezTo>
                              <a:pt x="13541" y="36248"/>
                              <a:pt x="11492" y="35860"/>
                              <a:pt x="9609" y="35113"/>
                            </a:cubicBezTo>
                            <a:cubicBezTo>
                              <a:pt x="7698" y="34365"/>
                              <a:pt x="6037" y="33230"/>
                              <a:pt x="4624" y="31734"/>
                            </a:cubicBezTo>
                            <a:cubicBezTo>
                              <a:pt x="3212" y="30239"/>
                              <a:pt x="2077" y="28356"/>
                              <a:pt x="1246" y="26085"/>
                            </a:cubicBezTo>
                            <a:cubicBezTo>
                              <a:pt x="415" y="23815"/>
                              <a:pt x="0" y="21184"/>
                              <a:pt x="0" y="18166"/>
                            </a:cubicBezTo>
                            <a:cubicBezTo>
                              <a:pt x="0" y="15646"/>
                              <a:pt x="332" y="13292"/>
                              <a:pt x="969" y="11077"/>
                            </a:cubicBezTo>
                            <a:cubicBezTo>
                              <a:pt x="1634" y="8889"/>
                              <a:pt x="2603" y="6978"/>
                              <a:pt x="3904" y="5317"/>
                            </a:cubicBezTo>
                            <a:cubicBezTo>
                              <a:pt x="5206" y="3683"/>
                              <a:pt x="6840" y="2381"/>
                              <a:pt x="8806" y="1440"/>
                            </a:cubicBezTo>
                            <a:cubicBezTo>
                              <a:pt x="10772" y="498"/>
                              <a:pt x="13070" y="0"/>
                              <a:pt x="15673" y="0"/>
                            </a:cubicBezTo>
                            <a:cubicBezTo>
                              <a:pt x="18276" y="0"/>
                              <a:pt x="20658" y="471"/>
                              <a:pt x="22624" y="1440"/>
                            </a:cubicBezTo>
                            <a:cubicBezTo>
                              <a:pt x="24590" y="2381"/>
                              <a:pt x="26224" y="3683"/>
                              <a:pt x="27525" y="5289"/>
                            </a:cubicBezTo>
                            <a:cubicBezTo>
                              <a:pt x="28827" y="6895"/>
                              <a:pt x="29796" y="8834"/>
                              <a:pt x="30433" y="11049"/>
                            </a:cubicBezTo>
                            <a:cubicBezTo>
                              <a:pt x="31070" y="13264"/>
                              <a:pt x="31374" y="15646"/>
                              <a:pt x="31374" y="18166"/>
                            </a:cubicBezTo>
                            <a:cubicBezTo>
                              <a:pt x="31374" y="20907"/>
                              <a:pt x="31014" y="23399"/>
                              <a:pt x="30267" y="25614"/>
                            </a:cubicBezTo>
                            <a:cubicBezTo>
                              <a:pt x="29519" y="27830"/>
                              <a:pt x="28467" y="29740"/>
                              <a:pt x="27082" y="31319"/>
                            </a:cubicBezTo>
                            <a:cubicBezTo>
                              <a:pt x="25698" y="32925"/>
                              <a:pt x="24036" y="34143"/>
                              <a:pt x="22098" y="35002"/>
                            </a:cubicBezTo>
                            <a:cubicBezTo>
                              <a:pt x="20159" y="35860"/>
                              <a:pt x="17999" y="36303"/>
                              <a:pt x="15646" y="36303"/>
                            </a:cubicBezTo>
                            <a:close/>
                            <a:moveTo>
                              <a:pt x="27248" y="18166"/>
                            </a:moveTo>
                            <a:cubicBezTo>
                              <a:pt x="27248" y="16116"/>
                              <a:pt x="27027" y="14233"/>
                              <a:pt x="26584" y="12461"/>
                            </a:cubicBezTo>
                            <a:cubicBezTo>
                              <a:pt x="26141" y="10689"/>
                              <a:pt x="25476" y="9138"/>
                              <a:pt x="24562" y="7837"/>
                            </a:cubicBezTo>
                            <a:cubicBezTo>
                              <a:pt x="23648" y="6535"/>
                              <a:pt x="22458" y="5511"/>
                              <a:pt x="21018" y="4735"/>
                            </a:cubicBezTo>
                            <a:cubicBezTo>
                              <a:pt x="19578" y="3960"/>
                              <a:pt x="17806" y="3600"/>
                              <a:pt x="15701" y="3600"/>
                            </a:cubicBezTo>
                            <a:cubicBezTo>
                              <a:pt x="13596" y="3600"/>
                              <a:pt x="11880" y="4015"/>
                              <a:pt x="10440" y="4818"/>
                            </a:cubicBezTo>
                            <a:cubicBezTo>
                              <a:pt x="8972" y="5649"/>
                              <a:pt x="7781" y="6729"/>
                              <a:pt x="6867" y="8086"/>
                            </a:cubicBezTo>
                            <a:cubicBezTo>
                              <a:pt x="5954" y="9443"/>
                              <a:pt x="5261" y="10994"/>
                              <a:pt x="4846" y="12738"/>
                            </a:cubicBezTo>
                            <a:cubicBezTo>
                              <a:pt x="4403" y="14483"/>
                              <a:pt x="4181" y="16283"/>
                              <a:pt x="4181" y="18166"/>
                            </a:cubicBezTo>
                            <a:cubicBezTo>
                              <a:pt x="4181" y="20298"/>
                              <a:pt x="4431" y="22264"/>
                              <a:pt x="4929" y="24036"/>
                            </a:cubicBezTo>
                            <a:cubicBezTo>
                              <a:pt x="5428" y="25836"/>
                              <a:pt x="6175" y="27359"/>
                              <a:pt x="7117" y="28661"/>
                            </a:cubicBezTo>
                            <a:cubicBezTo>
                              <a:pt x="8086" y="29934"/>
                              <a:pt x="9277" y="30931"/>
                              <a:pt x="10717" y="31651"/>
                            </a:cubicBezTo>
                            <a:cubicBezTo>
                              <a:pt x="12156" y="32371"/>
                              <a:pt x="13818" y="32703"/>
                              <a:pt x="15701" y="32703"/>
                            </a:cubicBezTo>
                            <a:cubicBezTo>
                              <a:pt x="17750" y="32703"/>
                              <a:pt x="19522" y="32288"/>
                              <a:pt x="20962" y="31485"/>
                            </a:cubicBezTo>
                            <a:cubicBezTo>
                              <a:pt x="22430" y="30654"/>
                              <a:pt x="23621" y="29574"/>
                              <a:pt x="24535" y="28190"/>
                            </a:cubicBezTo>
                            <a:cubicBezTo>
                              <a:pt x="25448" y="26805"/>
                              <a:pt x="26141" y="25254"/>
                              <a:pt x="26556" y="23538"/>
                            </a:cubicBezTo>
                            <a:cubicBezTo>
                              <a:pt x="26971" y="21821"/>
                              <a:pt x="27221" y="20021"/>
                              <a:pt x="27221" y="18166"/>
                            </a:cubicBezTo>
                            <a:close/>
                          </a:path>
                        </a:pathLst>
                      </a:custGeom>
                      <a:solidFill>
                        <a:srgbClr val="26A6DE"/>
                      </a:solidFill>
                      <a:ln w="2767" cap="flat">
                        <a:noFill/>
                        <a:prstDash val="solid"/>
                        <a:miter/>
                      </a:ln>
                    </p:spPr>
                    <p:txBody>
                      <a:bodyPr rtlCol="0" anchor="ctr"/>
                      <a:lstStyle/>
                      <a:p>
                        <a:endParaRPr lang="en-US" sz="2000" dirty="0">
                          <a:latin typeface="Helvetica" pitchFamily="2" charset="0"/>
                        </a:endParaRPr>
                      </a:p>
                    </p:txBody>
                  </p:sp>
                  <p:sp>
                    <p:nvSpPr>
                      <p:cNvPr id="3587" name="Freeform 3586">
                        <a:extLst>
                          <a:ext uri="{FF2B5EF4-FFF2-40B4-BE49-F238E27FC236}">
                            <a16:creationId xmlns:a16="http://schemas.microsoft.com/office/drawing/2014/main" id="{3032AFD7-EE88-6014-E96A-FADA18B82157}"/>
                          </a:ext>
                        </a:extLst>
                      </p:cNvPr>
                      <p:cNvSpPr/>
                      <p:nvPr/>
                    </p:nvSpPr>
                    <p:spPr>
                      <a:xfrm>
                        <a:off x="1921606" y="2895209"/>
                        <a:ext cx="31152" cy="48792"/>
                      </a:xfrm>
                      <a:custGeom>
                        <a:avLst/>
                        <a:gdLst>
                          <a:gd name="connsiteX0" fmla="*/ 27221 w 31152"/>
                          <a:gd name="connsiteY0" fmla="*/ 0 h 48792"/>
                          <a:gd name="connsiteX1" fmla="*/ 31153 w 31152"/>
                          <a:gd name="connsiteY1" fmla="*/ 0 h 48792"/>
                          <a:gd name="connsiteX2" fmla="*/ 31153 w 31152"/>
                          <a:gd name="connsiteY2" fmla="*/ 47851 h 48792"/>
                          <a:gd name="connsiteX3" fmla="*/ 27221 w 31152"/>
                          <a:gd name="connsiteY3" fmla="*/ 47851 h 48792"/>
                          <a:gd name="connsiteX4" fmla="*/ 27221 w 31152"/>
                          <a:gd name="connsiteY4" fmla="*/ 41814 h 48792"/>
                          <a:gd name="connsiteX5" fmla="*/ 27082 w 31152"/>
                          <a:gd name="connsiteY5" fmla="*/ 41814 h 48792"/>
                          <a:gd name="connsiteX6" fmla="*/ 24895 w 31152"/>
                          <a:gd name="connsiteY6" fmla="*/ 44832 h 48792"/>
                          <a:gd name="connsiteX7" fmla="*/ 21959 w 31152"/>
                          <a:gd name="connsiteY7" fmla="*/ 46992 h 48792"/>
                          <a:gd name="connsiteX8" fmla="*/ 18664 w 31152"/>
                          <a:gd name="connsiteY8" fmla="*/ 48321 h 48792"/>
                          <a:gd name="connsiteX9" fmla="*/ 15313 w 31152"/>
                          <a:gd name="connsiteY9" fmla="*/ 48792 h 48792"/>
                          <a:gd name="connsiteX10" fmla="*/ 8307 w 31152"/>
                          <a:gd name="connsiteY10" fmla="*/ 47408 h 48792"/>
                          <a:gd name="connsiteX11" fmla="*/ 3572 w 31152"/>
                          <a:gd name="connsiteY11" fmla="*/ 43586 h 48792"/>
                          <a:gd name="connsiteX12" fmla="*/ 858 w 31152"/>
                          <a:gd name="connsiteY12" fmla="*/ 37826 h 48792"/>
                          <a:gd name="connsiteX13" fmla="*/ 0 w 31152"/>
                          <a:gd name="connsiteY13" fmla="*/ 30710 h 48792"/>
                          <a:gd name="connsiteX14" fmla="*/ 914 w 31152"/>
                          <a:gd name="connsiteY14" fmla="*/ 23787 h 48792"/>
                          <a:gd name="connsiteX15" fmla="*/ 3683 w 31152"/>
                          <a:gd name="connsiteY15" fmla="*/ 17972 h 48792"/>
                          <a:gd name="connsiteX16" fmla="*/ 8390 w 31152"/>
                          <a:gd name="connsiteY16" fmla="*/ 13984 h 48792"/>
                          <a:gd name="connsiteX17" fmla="*/ 15092 w 31152"/>
                          <a:gd name="connsiteY17" fmla="*/ 12489 h 48792"/>
                          <a:gd name="connsiteX18" fmla="*/ 22015 w 31152"/>
                          <a:gd name="connsiteY18" fmla="*/ 14123 h 48792"/>
                          <a:gd name="connsiteX19" fmla="*/ 27221 w 31152"/>
                          <a:gd name="connsiteY19" fmla="*/ 18941 h 48792"/>
                          <a:gd name="connsiteX20" fmla="*/ 27221 w 31152"/>
                          <a:gd name="connsiteY20" fmla="*/ 0 h 48792"/>
                          <a:gd name="connsiteX21" fmla="*/ 27221 w 31152"/>
                          <a:gd name="connsiteY21" fmla="*/ 30516 h 48792"/>
                          <a:gd name="connsiteX22" fmla="*/ 26445 w 31152"/>
                          <a:gd name="connsiteY22" fmla="*/ 24978 h 48792"/>
                          <a:gd name="connsiteX23" fmla="*/ 24175 w 31152"/>
                          <a:gd name="connsiteY23" fmla="*/ 20381 h 48792"/>
                          <a:gd name="connsiteX24" fmla="*/ 20575 w 31152"/>
                          <a:gd name="connsiteY24" fmla="*/ 17252 h 48792"/>
                          <a:gd name="connsiteX25" fmla="*/ 15756 w 31152"/>
                          <a:gd name="connsiteY25" fmla="*/ 16089 h 48792"/>
                          <a:gd name="connsiteX26" fmla="*/ 10440 w 31152"/>
                          <a:gd name="connsiteY26" fmla="*/ 17307 h 48792"/>
                          <a:gd name="connsiteX27" fmla="*/ 6784 w 31152"/>
                          <a:gd name="connsiteY27" fmla="*/ 20658 h 48792"/>
                          <a:gd name="connsiteX28" fmla="*/ 4680 w 31152"/>
                          <a:gd name="connsiteY28" fmla="*/ 25614 h 48792"/>
                          <a:gd name="connsiteX29" fmla="*/ 4154 w 31152"/>
                          <a:gd name="connsiteY29" fmla="*/ 31707 h 48792"/>
                          <a:gd name="connsiteX30" fmla="*/ 5040 w 31152"/>
                          <a:gd name="connsiteY30" fmla="*/ 37466 h 48792"/>
                          <a:gd name="connsiteX31" fmla="*/ 7504 w 31152"/>
                          <a:gd name="connsiteY31" fmla="*/ 41676 h 48792"/>
                          <a:gd name="connsiteX32" fmla="*/ 11160 w 31152"/>
                          <a:gd name="connsiteY32" fmla="*/ 44306 h 48792"/>
                          <a:gd name="connsiteX33" fmla="*/ 15756 w 31152"/>
                          <a:gd name="connsiteY33" fmla="*/ 45192 h 48792"/>
                          <a:gd name="connsiteX34" fmla="*/ 20658 w 31152"/>
                          <a:gd name="connsiteY34" fmla="*/ 44057 h 48792"/>
                          <a:gd name="connsiteX35" fmla="*/ 24258 w 31152"/>
                          <a:gd name="connsiteY35" fmla="*/ 40956 h 48792"/>
                          <a:gd name="connsiteX36" fmla="*/ 26445 w 31152"/>
                          <a:gd name="connsiteY36" fmla="*/ 36303 h 48792"/>
                          <a:gd name="connsiteX37" fmla="*/ 27193 w 31152"/>
                          <a:gd name="connsiteY37" fmla="*/ 30488 h 487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1152" h="48792">
                            <a:moveTo>
                              <a:pt x="27221" y="0"/>
                            </a:moveTo>
                            <a:lnTo>
                              <a:pt x="31153" y="0"/>
                            </a:lnTo>
                            <a:lnTo>
                              <a:pt x="31153" y="47851"/>
                            </a:lnTo>
                            <a:lnTo>
                              <a:pt x="27221" y="47851"/>
                            </a:lnTo>
                            <a:lnTo>
                              <a:pt x="27221" y="41814"/>
                            </a:lnTo>
                            <a:lnTo>
                              <a:pt x="27082" y="41814"/>
                            </a:lnTo>
                            <a:cubicBezTo>
                              <a:pt x="26501" y="42977"/>
                              <a:pt x="25781" y="43974"/>
                              <a:pt x="24895" y="44832"/>
                            </a:cubicBezTo>
                            <a:cubicBezTo>
                              <a:pt x="24008" y="45691"/>
                              <a:pt x="23011" y="46411"/>
                              <a:pt x="21959" y="46992"/>
                            </a:cubicBezTo>
                            <a:cubicBezTo>
                              <a:pt x="20879" y="47574"/>
                              <a:pt x="19799" y="48017"/>
                              <a:pt x="18664" y="48321"/>
                            </a:cubicBezTo>
                            <a:cubicBezTo>
                              <a:pt x="17529" y="48626"/>
                              <a:pt x="16421" y="48792"/>
                              <a:pt x="15313" y="48792"/>
                            </a:cubicBezTo>
                            <a:cubicBezTo>
                              <a:pt x="12572" y="48792"/>
                              <a:pt x="10218" y="48321"/>
                              <a:pt x="8307" y="47408"/>
                            </a:cubicBezTo>
                            <a:cubicBezTo>
                              <a:pt x="6397" y="46494"/>
                              <a:pt x="4791" y="45192"/>
                              <a:pt x="3572" y="43586"/>
                            </a:cubicBezTo>
                            <a:cubicBezTo>
                              <a:pt x="2326" y="41980"/>
                              <a:pt x="1412" y="40042"/>
                              <a:pt x="858" y="37826"/>
                            </a:cubicBezTo>
                            <a:cubicBezTo>
                              <a:pt x="277" y="35611"/>
                              <a:pt x="0" y="33230"/>
                              <a:pt x="0" y="30710"/>
                            </a:cubicBezTo>
                            <a:cubicBezTo>
                              <a:pt x="0" y="28328"/>
                              <a:pt x="305" y="26002"/>
                              <a:pt x="914" y="23787"/>
                            </a:cubicBezTo>
                            <a:cubicBezTo>
                              <a:pt x="1523" y="21572"/>
                              <a:pt x="2465" y="19633"/>
                              <a:pt x="3683" y="17972"/>
                            </a:cubicBezTo>
                            <a:cubicBezTo>
                              <a:pt x="4929" y="16310"/>
                              <a:pt x="6507" y="14981"/>
                              <a:pt x="8390" y="13984"/>
                            </a:cubicBezTo>
                            <a:cubicBezTo>
                              <a:pt x="10274" y="12987"/>
                              <a:pt x="12516" y="12489"/>
                              <a:pt x="15092" y="12489"/>
                            </a:cubicBezTo>
                            <a:cubicBezTo>
                              <a:pt x="17501" y="12489"/>
                              <a:pt x="19799" y="13043"/>
                              <a:pt x="22015" y="14123"/>
                            </a:cubicBezTo>
                            <a:cubicBezTo>
                              <a:pt x="24230" y="15203"/>
                              <a:pt x="25947" y="16809"/>
                              <a:pt x="27221" y="18941"/>
                            </a:cubicBezTo>
                            <a:lnTo>
                              <a:pt x="27221" y="0"/>
                            </a:lnTo>
                            <a:close/>
                            <a:moveTo>
                              <a:pt x="27221" y="30516"/>
                            </a:moveTo>
                            <a:cubicBezTo>
                              <a:pt x="27221" y="28577"/>
                              <a:pt x="26971" y="26722"/>
                              <a:pt x="26445" y="24978"/>
                            </a:cubicBezTo>
                            <a:cubicBezTo>
                              <a:pt x="25919" y="23233"/>
                              <a:pt x="25171" y="21710"/>
                              <a:pt x="24175" y="20381"/>
                            </a:cubicBezTo>
                            <a:cubicBezTo>
                              <a:pt x="23205" y="19079"/>
                              <a:pt x="21987" y="18027"/>
                              <a:pt x="20575" y="17252"/>
                            </a:cubicBezTo>
                            <a:cubicBezTo>
                              <a:pt x="19162" y="16476"/>
                              <a:pt x="17556" y="16089"/>
                              <a:pt x="15756" y="16089"/>
                            </a:cubicBezTo>
                            <a:cubicBezTo>
                              <a:pt x="13707" y="16089"/>
                              <a:pt x="11935" y="16504"/>
                              <a:pt x="10440" y="17307"/>
                            </a:cubicBezTo>
                            <a:cubicBezTo>
                              <a:pt x="8944" y="18138"/>
                              <a:pt x="7726" y="19246"/>
                              <a:pt x="6784" y="20658"/>
                            </a:cubicBezTo>
                            <a:cubicBezTo>
                              <a:pt x="5815" y="22070"/>
                              <a:pt x="5123" y="23731"/>
                              <a:pt x="4680" y="25614"/>
                            </a:cubicBezTo>
                            <a:cubicBezTo>
                              <a:pt x="4237" y="27497"/>
                              <a:pt x="4071" y="29519"/>
                              <a:pt x="4154" y="31707"/>
                            </a:cubicBezTo>
                            <a:cubicBezTo>
                              <a:pt x="4154" y="33867"/>
                              <a:pt x="4458" y="35805"/>
                              <a:pt x="5040" y="37466"/>
                            </a:cubicBezTo>
                            <a:cubicBezTo>
                              <a:pt x="5621" y="39128"/>
                              <a:pt x="6452" y="40540"/>
                              <a:pt x="7504" y="41676"/>
                            </a:cubicBezTo>
                            <a:cubicBezTo>
                              <a:pt x="8557" y="42811"/>
                              <a:pt x="9775" y="43697"/>
                              <a:pt x="11160" y="44306"/>
                            </a:cubicBezTo>
                            <a:cubicBezTo>
                              <a:pt x="12544" y="44915"/>
                              <a:pt x="14095" y="45192"/>
                              <a:pt x="15756" y="45192"/>
                            </a:cubicBezTo>
                            <a:cubicBezTo>
                              <a:pt x="17584" y="45192"/>
                              <a:pt x="19218" y="44805"/>
                              <a:pt x="20658" y="44057"/>
                            </a:cubicBezTo>
                            <a:cubicBezTo>
                              <a:pt x="22098" y="43309"/>
                              <a:pt x="23288" y="42285"/>
                              <a:pt x="24258" y="40956"/>
                            </a:cubicBezTo>
                            <a:cubicBezTo>
                              <a:pt x="25227" y="39654"/>
                              <a:pt x="25947" y="38103"/>
                              <a:pt x="26445" y="36303"/>
                            </a:cubicBezTo>
                            <a:cubicBezTo>
                              <a:pt x="26944" y="34503"/>
                              <a:pt x="27193" y="32565"/>
                              <a:pt x="27193" y="30488"/>
                            </a:cubicBezTo>
                            <a:close/>
                          </a:path>
                        </a:pathLst>
                      </a:custGeom>
                      <a:solidFill>
                        <a:srgbClr val="26A6DE"/>
                      </a:solidFill>
                      <a:ln w="2767" cap="flat">
                        <a:noFill/>
                        <a:prstDash val="solid"/>
                        <a:miter/>
                      </a:ln>
                    </p:spPr>
                    <p:txBody>
                      <a:bodyPr rtlCol="0" anchor="ctr"/>
                      <a:lstStyle/>
                      <a:p>
                        <a:endParaRPr lang="en-US" sz="2000" dirty="0">
                          <a:latin typeface="Helvetica" pitchFamily="2" charset="0"/>
                        </a:endParaRPr>
                      </a:p>
                    </p:txBody>
                  </p:sp>
                  <p:sp>
                    <p:nvSpPr>
                      <p:cNvPr id="3588" name="Freeform 3587">
                        <a:extLst>
                          <a:ext uri="{FF2B5EF4-FFF2-40B4-BE49-F238E27FC236}">
                            <a16:creationId xmlns:a16="http://schemas.microsoft.com/office/drawing/2014/main" id="{E3574F50-9D1D-D21E-DA6C-8E5386D51272}"/>
                          </a:ext>
                        </a:extLst>
                      </p:cNvPr>
                      <p:cNvSpPr/>
                      <p:nvPr/>
                    </p:nvSpPr>
                    <p:spPr>
                      <a:xfrm>
                        <a:off x="1960872" y="2907725"/>
                        <a:ext cx="30517" cy="36303"/>
                      </a:xfrm>
                      <a:custGeom>
                        <a:avLst/>
                        <a:gdLst>
                          <a:gd name="connsiteX0" fmla="*/ 4181 w 30517"/>
                          <a:gd name="connsiteY0" fmla="*/ 19052 h 36303"/>
                          <a:gd name="connsiteX1" fmla="*/ 4901 w 30517"/>
                          <a:gd name="connsiteY1" fmla="*/ 24341 h 36303"/>
                          <a:gd name="connsiteX2" fmla="*/ 7034 w 30517"/>
                          <a:gd name="connsiteY2" fmla="*/ 28660 h 36303"/>
                          <a:gd name="connsiteX3" fmla="*/ 10606 w 30517"/>
                          <a:gd name="connsiteY3" fmla="*/ 31596 h 36303"/>
                          <a:gd name="connsiteX4" fmla="*/ 15590 w 30517"/>
                          <a:gd name="connsiteY4" fmla="*/ 32703 h 36303"/>
                          <a:gd name="connsiteX5" fmla="*/ 22208 w 30517"/>
                          <a:gd name="connsiteY5" fmla="*/ 30654 h 36303"/>
                          <a:gd name="connsiteX6" fmla="*/ 25864 w 30517"/>
                          <a:gd name="connsiteY6" fmla="*/ 24812 h 36303"/>
                          <a:gd name="connsiteX7" fmla="*/ 30239 w 30517"/>
                          <a:gd name="connsiteY7" fmla="*/ 24812 h 36303"/>
                          <a:gd name="connsiteX8" fmla="*/ 28328 w 30517"/>
                          <a:gd name="connsiteY8" fmla="*/ 29353 h 36303"/>
                          <a:gd name="connsiteX9" fmla="*/ 25393 w 30517"/>
                          <a:gd name="connsiteY9" fmla="*/ 33008 h 36303"/>
                          <a:gd name="connsiteX10" fmla="*/ 21212 w 30517"/>
                          <a:gd name="connsiteY10" fmla="*/ 35445 h 36303"/>
                          <a:gd name="connsiteX11" fmla="*/ 15590 w 30517"/>
                          <a:gd name="connsiteY11" fmla="*/ 36303 h 36303"/>
                          <a:gd name="connsiteX12" fmla="*/ 8584 w 30517"/>
                          <a:gd name="connsiteY12" fmla="*/ 34919 h 36303"/>
                          <a:gd name="connsiteX13" fmla="*/ 3738 w 30517"/>
                          <a:gd name="connsiteY13" fmla="*/ 31097 h 36303"/>
                          <a:gd name="connsiteX14" fmla="*/ 914 w 30517"/>
                          <a:gd name="connsiteY14" fmla="*/ 25393 h 36303"/>
                          <a:gd name="connsiteX15" fmla="*/ 0 w 30517"/>
                          <a:gd name="connsiteY15" fmla="*/ 18304 h 36303"/>
                          <a:gd name="connsiteX16" fmla="*/ 1080 w 30517"/>
                          <a:gd name="connsiteY16" fmla="*/ 11187 h 36303"/>
                          <a:gd name="connsiteX17" fmla="*/ 4154 w 30517"/>
                          <a:gd name="connsiteY17" fmla="*/ 5372 h 36303"/>
                          <a:gd name="connsiteX18" fmla="*/ 9027 w 30517"/>
                          <a:gd name="connsiteY18" fmla="*/ 1440 h 36303"/>
                          <a:gd name="connsiteX19" fmla="*/ 15590 w 30517"/>
                          <a:gd name="connsiteY19" fmla="*/ 0 h 36303"/>
                          <a:gd name="connsiteX20" fmla="*/ 26584 w 30517"/>
                          <a:gd name="connsiteY20" fmla="*/ 4874 h 36303"/>
                          <a:gd name="connsiteX21" fmla="*/ 30516 w 30517"/>
                          <a:gd name="connsiteY21" fmla="*/ 19052 h 36303"/>
                          <a:gd name="connsiteX22" fmla="*/ 4181 w 30517"/>
                          <a:gd name="connsiteY22" fmla="*/ 19052 h 36303"/>
                          <a:gd name="connsiteX23" fmla="*/ 26334 w 30517"/>
                          <a:gd name="connsiteY23" fmla="*/ 15729 h 36303"/>
                          <a:gd name="connsiteX24" fmla="*/ 25642 w 30517"/>
                          <a:gd name="connsiteY24" fmla="*/ 10966 h 36303"/>
                          <a:gd name="connsiteX25" fmla="*/ 23621 w 30517"/>
                          <a:gd name="connsiteY25" fmla="*/ 7117 h 36303"/>
                          <a:gd name="connsiteX26" fmla="*/ 20242 w 30517"/>
                          <a:gd name="connsiteY26" fmla="*/ 4514 h 36303"/>
                          <a:gd name="connsiteX27" fmla="*/ 15590 w 30517"/>
                          <a:gd name="connsiteY27" fmla="*/ 3545 h 36303"/>
                          <a:gd name="connsiteX28" fmla="*/ 10966 w 30517"/>
                          <a:gd name="connsiteY28" fmla="*/ 4541 h 36303"/>
                          <a:gd name="connsiteX29" fmla="*/ 7560 w 30517"/>
                          <a:gd name="connsiteY29" fmla="*/ 7200 h 36303"/>
                          <a:gd name="connsiteX30" fmla="*/ 5289 w 30517"/>
                          <a:gd name="connsiteY30" fmla="*/ 11049 h 36303"/>
                          <a:gd name="connsiteX31" fmla="*/ 4181 w 30517"/>
                          <a:gd name="connsiteY31" fmla="*/ 15701 h 36303"/>
                          <a:gd name="connsiteX32" fmla="*/ 26307 w 30517"/>
                          <a:gd name="connsiteY32" fmla="*/ 15701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0517" h="36303">
                            <a:moveTo>
                              <a:pt x="4181" y="19052"/>
                            </a:moveTo>
                            <a:cubicBezTo>
                              <a:pt x="4181" y="20907"/>
                              <a:pt x="4431" y="22679"/>
                              <a:pt x="4901" y="24341"/>
                            </a:cubicBezTo>
                            <a:cubicBezTo>
                              <a:pt x="5372" y="26002"/>
                              <a:pt x="6092" y="27442"/>
                              <a:pt x="7034" y="28660"/>
                            </a:cubicBezTo>
                            <a:cubicBezTo>
                              <a:pt x="7975" y="29879"/>
                              <a:pt x="9166" y="30848"/>
                              <a:pt x="10606" y="31596"/>
                            </a:cubicBezTo>
                            <a:cubicBezTo>
                              <a:pt x="12046" y="32343"/>
                              <a:pt x="13707" y="32703"/>
                              <a:pt x="15590" y="32703"/>
                            </a:cubicBezTo>
                            <a:cubicBezTo>
                              <a:pt x="18166" y="32703"/>
                              <a:pt x="20381" y="32011"/>
                              <a:pt x="22208" y="30654"/>
                            </a:cubicBezTo>
                            <a:cubicBezTo>
                              <a:pt x="24036" y="29270"/>
                              <a:pt x="25254" y="27331"/>
                              <a:pt x="25864" y="24812"/>
                            </a:cubicBezTo>
                            <a:lnTo>
                              <a:pt x="30239" y="24812"/>
                            </a:lnTo>
                            <a:cubicBezTo>
                              <a:pt x="29768" y="26445"/>
                              <a:pt x="29131" y="27968"/>
                              <a:pt x="28328" y="29353"/>
                            </a:cubicBezTo>
                            <a:cubicBezTo>
                              <a:pt x="27525" y="30737"/>
                              <a:pt x="26556" y="31956"/>
                              <a:pt x="25393" y="33008"/>
                            </a:cubicBezTo>
                            <a:cubicBezTo>
                              <a:pt x="24202" y="34060"/>
                              <a:pt x="22818" y="34863"/>
                              <a:pt x="21212" y="35445"/>
                            </a:cubicBezTo>
                            <a:cubicBezTo>
                              <a:pt x="19605" y="36026"/>
                              <a:pt x="17722" y="36303"/>
                              <a:pt x="15590" y="36303"/>
                            </a:cubicBezTo>
                            <a:cubicBezTo>
                              <a:pt x="12876" y="36303"/>
                              <a:pt x="10550" y="35833"/>
                              <a:pt x="8584" y="34919"/>
                            </a:cubicBezTo>
                            <a:cubicBezTo>
                              <a:pt x="6618" y="33977"/>
                              <a:pt x="5012" y="32703"/>
                              <a:pt x="3738" y="31097"/>
                            </a:cubicBezTo>
                            <a:cubicBezTo>
                              <a:pt x="2465" y="29491"/>
                              <a:pt x="1523" y="27581"/>
                              <a:pt x="914" y="25393"/>
                            </a:cubicBezTo>
                            <a:cubicBezTo>
                              <a:pt x="305" y="23205"/>
                              <a:pt x="0" y="20852"/>
                              <a:pt x="0" y="18304"/>
                            </a:cubicBezTo>
                            <a:cubicBezTo>
                              <a:pt x="0" y="15756"/>
                              <a:pt x="360" y="13403"/>
                              <a:pt x="1080" y="11187"/>
                            </a:cubicBezTo>
                            <a:cubicBezTo>
                              <a:pt x="1800" y="8972"/>
                              <a:pt x="2824" y="7034"/>
                              <a:pt x="4154" y="5372"/>
                            </a:cubicBezTo>
                            <a:cubicBezTo>
                              <a:pt x="5483" y="3711"/>
                              <a:pt x="7117" y="2409"/>
                              <a:pt x="9027" y="1440"/>
                            </a:cubicBezTo>
                            <a:cubicBezTo>
                              <a:pt x="10938" y="498"/>
                              <a:pt x="13126" y="0"/>
                              <a:pt x="15590" y="0"/>
                            </a:cubicBezTo>
                            <a:cubicBezTo>
                              <a:pt x="20270" y="0"/>
                              <a:pt x="23925" y="1634"/>
                              <a:pt x="26584" y="4874"/>
                            </a:cubicBezTo>
                            <a:cubicBezTo>
                              <a:pt x="29242" y="8141"/>
                              <a:pt x="30571" y="12849"/>
                              <a:pt x="30516" y="19052"/>
                            </a:cubicBezTo>
                            <a:lnTo>
                              <a:pt x="4181" y="19052"/>
                            </a:lnTo>
                            <a:close/>
                            <a:moveTo>
                              <a:pt x="26334" y="15729"/>
                            </a:moveTo>
                            <a:cubicBezTo>
                              <a:pt x="26334" y="14040"/>
                              <a:pt x="26113" y="12461"/>
                              <a:pt x="25642" y="10966"/>
                            </a:cubicBezTo>
                            <a:cubicBezTo>
                              <a:pt x="25171" y="9470"/>
                              <a:pt x="24507" y="8197"/>
                              <a:pt x="23621" y="7117"/>
                            </a:cubicBezTo>
                            <a:cubicBezTo>
                              <a:pt x="22735" y="6037"/>
                              <a:pt x="21599" y="5178"/>
                              <a:pt x="20242" y="4514"/>
                            </a:cubicBezTo>
                            <a:cubicBezTo>
                              <a:pt x="18885" y="3877"/>
                              <a:pt x="17335" y="3545"/>
                              <a:pt x="15590" y="3545"/>
                            </a:cubicBezTo>
                            <a:cubicBezTo>
                              <a:pt x="13846" y="3545"/>
                              <a:pt x="12295" y="3877"/>
                              <a:pt x="10966" y="4541"/>
                            </a:cubicBezTo>
                            <a:cubicBezTo>
                              <a:pt x="9637" y="5206"/>
                              <a:pt x="8501" y="6092"/>
                              <a:pt x="7560" y="7200"/>
                            </a:cubicBezTo>
                            <a:cubicBezTo>
                              <a:pt x="6618" y="8307"/>
                              <a:pt x="5871" y="9581"/>
                              <a:pt x="5289" y="11049"/>
                            </a:cubicBezTo>
                            <a:cubicBezTo>
                              <a:pt x="4708" y="12517"/>
                              <a:pt x="4348" y="14067"/>
                              <a:pt x="4181" y="15701"/>
                            </a:cubicBezTo>
                            <a:lnTo>
                              <a:pt x="26307" y="15701"/>
                            </a:lnTo>
                            <a:close/>
                          </a:path>
                        </a:pathLst>
                      </a:custGeom>
                      <a:solidFill>
                        <a:srgbClr val="26A6DE"/>
                      </a:solidFill>
                      <a:ln w="2767" cap="flat">
                        <a:noFill/>
                        <a:prstDash val="solid"/>
                        <a:miter/>
                      </a:ln>
                    </p:spPr>
                    <p:txBody>
                      <a:bodyPr rtlCol="0" anchor="ctr"/>
                      <a:lstStyle/>
                      <a:p>
                        <a:endParaRPr lang="en-US" sz="2000" dirty="0">
                          <a:latin typeface="Helvetica" pitchFamily="2" charset="0"/>
                        </a:endParaRPr>
                      </a:p>
                    </p:txBody>
                  </p:sp>
                  <p:sp>
                    <p:nvSpPr>
                      <p:cNvPr id="3589" name="Freeform 3588">
                        <a:extLst>
                          <a:ext uri="{FF2B5EF4-FFF2-40B4-BE49-F238E27FC236}">
                            <a16:creationId xmlns:a16="http://schemas.microsoft.com/office/drawing/2014/main" id="{E7185F15-22F9-0122-BE49-E85D4DA4C4AD}"/>
                          </a:ext>
                        </a:extLst>
                      </p:cNvPr>
                      <p:cNvSpPr/>
                      <p:nvPr/>
                    </p:nvSpPr>
                    <p:spPr>
                      <a:xfrm>
                        <a:off x="1998034" y="2895209"/>
                        <a:ext cx="31152" cy="48792"/>
                      </a:xfrm>
                      <a:custGeom>
                        <a:avLst/>
                        <a:gdLst>
                          <a:gd name="connsiteX0" fmla="*/ 27221 w 31152"/>
                          <a:gd name="connsiteY0" fmla="*/ 0 h 48792"/>
                          <a:gd name="connsiteX1" fmla="*/ 31153 w 31152"/>
                          <a:gd name="connsiteY1" fmla="*/ 0 h 48792"/>
                          <a:gd name="connsiteX2" fmla="*/ 31153 w 31152"/>
                          <a:gd name="connsiteY2" fmla="*/ 47851 h 48792"/>
                          <a:gd name="connsiteX3" fmla="*/ 27221 w 31152"/>
                          <a:gd name="connsiteY3" fmla="*/ 47851 h 48792"/>
                          <a:gd name="connsiteX4" fmla="*/ 27221 w 31152"/>
                          <a:gd name="connsiteY4" fmla="*/ 41814 h 48792"/>
                          <a:gd name="connsiteX5" fmla="*/ 27082 w 31152"/>
                          <a:gd name="connsiteY5" fmla="*/ 41814 h 48792"/>
                          <a:gd name="connsiteX6" fmla="*/ 24894 w 31152"/>
                          <a:gd name="connsiteY6" fmla="*/ 44832 h 48792"/>
                          <a:gd name="connsiteX7" fmla="*/ 21959 w 31152"/>
                          <a:gd name="connsiteY7" fmla="*/ 46992 h 48792"/>
                          <a:gd name="connsiteX8" fmla="*/ 18664 w 31152"/>
                          <a:gd name="connsiteY8" fmla="*/ 48321 h 48792"/>
                          <a:gd name="connsiteX9" fmla="*/ 15313 w 31152"/>
                          <a:gd name="connsiteY9" fmla="*/ 48792 h 48792"/>
                          <a:gd name="connsiteX10" fmla="*/ 8307 w 31152"/>
                          <a:gd name="connsiteY10" fmla="*/ 47408 h 48792"/>
                          <a:gd name="connsiteX11" fmla="*/ 3572 w 31152"/>
                          <a:gd name="connsiteY11" fmla="*/ 43586 h 48792"/>
                          <a:gd name="connsiteX12" fmla="*/ 858 w 31152"/>
                          <a:gd name="connsiteY12" fmla="*/ 37826 h 48792"/>
                          <a:gd name="connsiteX13" fmla="*/ 0 w 31152"/>
                          <a:gd name="connsiteY13" fmla="*/ 30710 h 48792"/>
                          <a:gd name="connsiteX14" fmla="*/ 914 w 31152"/>
                          <a:gd name="connsiteY14" fmla="*/ 23787 h 48792"/>
                          <a:gd name="connsiteX15" fmla="*/ 3683 w 31152"/>
                          <a:gd name="connsiteY15" fmla="*/ 17972 h 48792"/>
                          <a:gd name="connsiteX16" fmla="*/ 8390 w 31152"/>
                          <a:gd name="connsiteY16" fmla="*/ 13984 h 48792"/>
                          <a:gd name="connsiteX17" fmla="*/ 15092 w 31152"/>
                          <a:gd name="connsiteY17" fmla="*/ 12489 h 48792"/>
                          <a:gd name="connsiteX18" fmla="*/ 22015 w 31152"/>
                          <a:gd name="connsiteY18" fmla="*/ 14123 h 48792"/>
                          <a:gd name="connsiteX19" fmla="*/ 27221 w 31152"/>
                          <a:gd name="connsiteY19" fmla="*/ 18941 h 48792"/>
                          <a:gd name="connsiteX20" fmla="*/ 27221 w 31152"/>
                          <a:gd name="connsiteY20" fmla="*/ 0 h 48792"/>
                          <a:gd name="connsiteX21" fmla="*/ 27221 w 31152"/>
                          <a:gd name="connsiteY21" fmla="*/ 30516 h 48792"/>
                          <a:gd name="connsiteX22" fmla="*/ 26445 w 31152"/>
                          <a:gd name="connsiteY22" fmla="*/ 24978 h 48792"/>
                          <a:gd name="connsiteX23" fmla="*/ 24175 w 31152"/>
                          <a:gd name="connsiteY23" fmla="*/ 20381 h 48792"/>
                          <a:gd name="connsiteX24" fmla="*/ 20575 w 31152"/>
                          <a:gd name="connsiteY24" fmla="*/ 17252 h 48792"/>
                          <a:gd name="connsiteX25" fmla="*/ 15756 w 31152"/>
                          <a:gd name="connsiteY25" fmla="*/ 16089 h 48792"/>
                          <a:gd name="connsiteX26" fmla="*/ 10440 w 31152"/>
                          <a:gd name="connsiteY26" fmla="*/ 17307 h 48792"/>
                          <a:gd name="connsiteX27" fmla="*/ 6784 w 31152"/>
                          <a:gd name="connsiteY27" fmla="*/ 20658 h 48792"/>
                          <a:gd name="connsiteX28" fmla="*/ 4680 w 31152"/>
                          <a:gd name="connsiteY28" fmla="*/ 25614 h 48792"/>
                          <a:gd name="connsiteX29" fmla="*/ 4154 w 31152"/>
                          <a:gd name="connsiteY29" fmla="*/ 31707 h 48792"/>
                          <a:gd name="connsiteX30" fmla="*/ 5040 w 31152"/>
                          <a:gd name="connsiteY30" fmla="*/ 37466 h 48792"/>
                          <a:gd name="connsiteX31" fmla="*/ 7504 w 31152"/>
                          <a:gd name="connsiteY31" fmla="*/ 41676 h 48792"/>
                          <a:gd name="connsiteX32" fmla="*/ 11160 w 31152"/>
                          <a:gd name="connsiteY32" fmla="*/ 44306 h 48792"/>
                          <a:gd name="connsiteX33" fmla="*/ 15756 w 31152"/>
                          <a:gd name="connsiteY33" fmla="*/ 45192 h 48792"/>
                          <a:gd name="connsiteX34" fmla="*/ 20658 w 31152"/>
                          <a:gd name="connsiteY34" fmla="*/ 44057 h 48792"/>
                          <a:gd name="connsiteX35" fmla="*/ 24258 w 31152"/>
                          <a:gd name="connsiteY35" fmla="*/ 40956 h 48792"/>
                          <a:gd name="connsiteX36" fmla="*/ 26445 w 31152"/>
                          <a:gd name="connsiteY36" fmla="*/ 36303 h 48792"/>
                          <a:gd name="connsiteX37" fmla="*/ 27193 w 31152"/>
                          <a:gd name="connsiteY37" fmla="*/ 30488 h 487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1152" h="48792">
                            <a:moveTo>
                              <a:pt x="27221" y="0"/>
                            </a:moveTo>
                            <a:lnTo>
                              <a:pt x="31153" y="0"/>
                            </a:lnTo>
                            <a:lnTo>
                              <a:pt x="31153" y="47851"/>
                            </a:lnTo>
                            <a:lnTo>
                              <a:pt x="27221" y="47851"/>
                            </a:lnTo>
                            <a:lnTo>
                              <a:pt x="27221" y="41814"/>
                            </a:lnTo>
                            <a:lnTo>
                              <a:pt x="27082" y="41814"/>
                            </a:lnTo>
                            <a:cubicBezTo>
                              <a:pt x="26501" y="42977"/>
                              <a:pt x="25781" y="43974"/>
                              <a:pt x="24894" y="44832"/>
                            </a:cubicBezTo>
                            <a:cubicBezTo>
                              <a:pt x="24008" y="45691"/>
                              <a:pt x="23011" y="46411"/>
                              <a:pt x="21959" y="46992"/>
                            </a:cubicBezTo>
                            <a:cubicBezTo>
                              <a:pt x="20879" y="47574"/>
                              <a:pt x="19799" y="48017"/>
                              <a:pt x="18664" y="48321"/>
                            </a:cubicBezTo>
                            <a:cubicBezTo>
                              <a:pt x="17529" y="48626"/>
                              <a:pt x="16421" y="48792"/>
                              <a:pt x="15313" y="48792"/>
                            </a:cubicBezTo>
                            <a:cubicBezTo>
                              <a:pt x="12572" y="48792"/>
                              <a:pt x="10218" y="48321"/>
                              <a:pt x="8307" y="47408"/>
                            </a:cubicBezTo>
                            <a:cubicBezTo>
                              <a:pt x="6397" y="46494"/>
                              <a:pt x="4791" y="45192"/>
                              <a:pt x="3572" y="43586"/>
                            </a:cubicBezTo>
                            <a:cubicBezTo>
                              <a:pt x="2326" y="41980"/>
                              <a:pt x="1412" y="40042"/>
                              <a:pt x="858" y="37826"/>
                            </a:cubicBezTo>
                            <a:cubicBezTo>
                              <a:pt x="277" y="35611"/>
                              <a:pt x="0" y="33230"/>
                              <a:pt x="0" y="30710"/>
                            </a:cubicBezTo>
                            <a:cubicBezTo>
                              <a:pt x="0" y="28328"/>
                              <a:pt x="305" y="26002"/>
                              <a:pt x="914" y="23787"/>
                            </a:cubicBezTo>
                            <a:cubicBezTo>
                              <a:pt x="1523" y="21572"/>
                              <a:pt x="2465" y="19633"/>
                              <a:pt x="3683" y="17972"/>
                            </a:cubicBezTo>
                            <a:cubicBezTo>
                              <a:pt x="4929" y="16310"/>
                              <a:pt x="6507" y="14981"/>
                              <a:pt x="8390" y="13984"/>
                            </a:cubicBezTo>
                            <a:cubicBezTo>
                              <a:pt x="10273" y="12987"/>
                              <a:pt x="12516" y="12489"/>
                              <a:pt x="15092" y="12489"/>
                            </a:cubicBezTo>
                            <a:cubicBezTo>
                              <a:pt x="17501" y="12489"/>
                              <a:pt x="19799" y="13043"/>
                              <a:pt x="22015" y="14123"/>
                            </a:cubicBezTo>
                            <a:cubicBezTo>
                              <a:pt x="24230" y="15203"/>
                              <a:pt x="25947" y="16809"/>
                              <a:pt x="27221" y="18941"/>
                            </a:cubicBezTo>
                            <a:lnTo>
                              <a:pt x="27221" y="0"/>
                            </a:lnTo>
                            <a:close/>
                            <a:moveTo>
                              <a:pt x="27221" y="30516"/>
                            </a:moveTo>
                            <a:cubicBezTo>
                              <a:pt x="27221" y="28577"/>
                              <a:pt x="26971" y="26722"/>
                              <a:pt x="26445" y="24978"/>
                            </a:cubicBezTo>
                            <a:cubicBezTo>
                              <a:pt x="25919" y="23233"/>
                              <a:pt x="25171" y="21710"/>
                              <a:pt x="24175" y="20381"/>
                            </a:cubicBezTo>
                            <a:cubicBezTo>
                              <a:pt x="23205" y="19079"/>
                              <a:pt x="21987" y="18027"/>
                              <a:pt x="20575" y="17252"/>
                            </a:cubicBezTo>
                            <a:cubicBezTo>
                              <a:pt x="19162" y="16476"/>
                              <a:pt x="17556" y="16089"/>
                              <a:pt x="15756" y="16089"/>
                            </a:cubicBezTo>
                            <a:cubicBezTo>
                              <a:pt x="13707" y="16089"/>
                              <a:pt x="11935" y="16504"/>
                              <a:pt x="10440" y="17307"/>
                            </a:cubicBezTo>
                            <a:cubicBezTo>
                              <a:pt x="8944" y="18138"/>
                              <a:pt x="7726" y="19246"/>
                              <a:pt x="6784" y="20658"/>
                            </a:cubicBezTo>
                            <a:cubicBezTo>
                              <a:pt x="5815" y="22070"/>
                              <a:pt x="5123" y="23731"/>
                              <a:pt x="4680" y="25614"/>
                            </a:cubicBezTo>
                            <a:cubicBezTo>
                              <a:pt x="4237" y="27497"/>
                              <a:pt x="4071" y="29519"/>
                              <a:pt x="4154" y="31707"/>
                            </a:cubicBezTo>
                            <a:cubicBezTo>
                              <a:pt x="4154" y="33867"/>
                              <a:pt x="4458" y="35805"/>
                              <a:pt x="5040" y="37466"/>
                            </a:cubicBezTo>
                            <a:cubicBezTo>
                              <a:pt x="5621" y="39128"/>
                              <a:pt x="6452" y="40540"/>
                              <a:pt x="7504" y="41676"/>
                            </a:cubicBezTo>
                            <a:cubicBezTo>
                              <a:pt x="8557" y="42811"/>
                              <a:pt x="9775" y="43697"/>
                              <a:pt x="11160" y="44306"/>
                            </a:cubicBezTo>
                            <a:cubicBezTo>
                              <a:pt x="12544" y="44915"/>
                              <a:pt x="14095" y="45192"/>
                              <a:pt x="15756" y="45192"/>
                            </a:cubicBezTo>
                            <a:cubicBezTo>
                              <a:pt x="17584" y="45192"/>
                              <a:pt x="19218" y="44805"/>
                              <a:pt x="20658" y="44057"/>
                            </a:cubicBezTo>
                            <a:cubicBezTo>
                              <a:pt x="22098" y="43309"/>
                              <a:pt x="23288" y="42285"/>
                              <a:pt x="24258" y="40956"/>
                            </a:cubicBezTo>
                            <a:cubicBezTo>
                              <a:pt x="25227" y="39654"/>
                              <a:pt x="25947" y="38103"/>
                              <a:pt x="26445" y="36303"/>
                            </a:cubicBezTo>
                            <a:cubicBezTo>
                              <a:pt x="26944" y="34503"/>
                              <a:pt x="27193" y="32565"/>
                              <a:pt x="27193" y="30488"/>
                            </a:cubicBezTo>
                            <a:close/>
                          </a:path>
                        </a:pathLst>
                      </a:custGeom>
                      <a:solidFill>
                        <a:srgbClr val="26A6DE"/>
                      </a:solidFill>
                      <a:ln w="2767" cap="flat">
                        <a:noFill/>
                        <a:prstDash val="solid"/>
                        <a:miter/>
                      </a:ln>
                    </p:spPr>
                    <p:txBody>
                      <a:bodyPr rtlCol="0" anchor="ctr"/>
                      <a:lstStyle/>
                      <a:p>
                        <a:endParaRPr lang="en-US" sz="2000" dirty="0">
                          <a:latin typeface="Helvetica" pitchFamily="2" charset="0"/>
                        </a:endParaRPr>
                      </a:p>
                    </p:txBody>
                  </p:sp>
                  <p:sp>
                    <p:nvSpPr>
                      <p:cNvPr id="3590" name="Freeform 3589">
                        <a:extLst>
                          <a:ext uri="{FF2B5EF4-FFF2-40B4-BE49-F238E27FC236}">
                            <a16:creationId xmlns:a16="http://schemas.microsoft.com/office/drawing/2014/main" id="{75FFFE63-7037-0BA1-5DF7-C4001AE1179E}"/>
                          </a:ext>
                        </a:extLst>
                      </p:cNvPr>
                      <p:cNvSpPr/>
                      <p:nvPr/>
                    </p:nvSpPr>
                    <p:spPr>
                      <a:xfrm>
                        <a:off x="2057681" y="2895209"/>
                        <a:ext cx="4319" cy="47850"/>
                      </a:xfrm>
                      <a:custGeom>
                        <a:avLst/>
                        <a:gdLst>
                          <a:gd name="connsiteX0" fmla="*/ 0 w 4319"/>
                          <a:gd name="connsiteY0" fmla="*/ 5926 h 47850"/>
                          <a:gd name="connsiteX1" fmla="*/ 0 w 4319"/>
                          <a:gd name="connsiteY1" fmla="*/ 0 h 47850"/>
                          <a:gd name="connsiteX2" fmla="*/ 4320 w 4319"/>
                          <a:gd name="connsiteY2" fmla="*/ 0 h 47850"/>
                          <a:gd name="connsiteX3" fmla="*/ 4320 w 4319"/>
                          <a:gd name="connsiteY3" fmla="*/ 5926 h 47850"/>
                          <a:gd name="connsiteX4" fmla="*/ 0 w 4319"/>
                          <a:gd name="connsiteY4" fmla="*/ 5926 h 47850"/>
                          <a:gd name="connsiteX5" fmla="*/ 194 w 4319"/>
                          <a:gd name="connsiteY5" fmla="*/ 47851 h 47850"/>
                          <a:gd name="connsiteX6" fmla="*/ 194 w 4319"/>
                          <a:gd name="connsiteY6" fmla="*/ 13430 h 47850"/>
                          <a:gd name="connsiteX7" fmla="*/ 4126 w 4319"/>
                          <a:gd name="connsiteY7" fmla="*/ 13430 h 47850"/>
                          <a:gd name="connsiteX8" fmla="*/ 4126 w 4319"/>
                          <a:gd name="connsiteY8" fmla="*/ 47851 h 47850"/>
                          <a:gd name="connsiteX9" fmla="*/ 194 w 4319"/>
                          <a:gd name="connsiteY9" fmla="*/ 47851 h 47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19" h="47850">
                            <a:moveTo>
                              <a:pt x="0" y="5926"/>
                            </a:moveTo>
                            <a:lnTo>
                              <a:pt x="0" y="0"/>
                            </a:lnTo>
                            <a:lnTo>
                              <a:pt x="4320" y="0"/>
                            </a:lnTo>
                            <a:lnTo>
                              <a:pt x="4320" y="5926"/>
                            </a:lnTo>
                            <a:lnTo>
                              <a:pt x="0" y="5926"/>
                            </a:lnTo>
                            <a:close/>
                            <a:moveTo>
                              <a:pt x="194" y="47851"/>
                            </a:moveTo>
                            <a:lnTo>
                              <a:pt x="194" y="13430"/>
                            </a:lnTo>
                            <a:lnTo>
                              <a:pt x="4126" y="13430"/>
                            </a:lnTo>
                            <a:lnTo>
                              <a:pt x="4126" y="47851"/>
                            </a:lnTo>
                            <a:lnTo>
                              <a:pt x="194" y="47851"/>
                            </a:lnTo>
                            <a:close/>
                          </a:path>
                        </a:pathLst>
                      </a:custGeom>
                      <a:solidFill>
                        <a:srgbClr val="26A6DE"/>
                      </a:solidFill>
                      <a:ln w="2767" cap="flat">
                        <a:noFill/>
                        <a:prstDash val="solid"/>
                        <a:miter/>
                      </a:ln>
                    </p:spPr>
                    <p:txBody>
                      <a:bodyPr rtlCol="0" anchor="ctr"/>
                      <a:lstStyle/>
                      <a:p>
                        <a:endParaRPr lang="en-US" sz="2000" dirty="0">
                          <a:latin typeface="Helvetica" pitchFamily="2" charset="0"/>
                        </a:endParaRPr>
                      </a:p>
                    </p:txBody>
                  </p:sp>
                  <p:sp>
                    <p:nvSpPr>
                      <p:cNvPr id="3591" name="Freeform 3590">
                        <a:extLst>
                          <a:ext uri="{FF2B5EF4-FFF2-40B4-BE49-F238E27FC236}">
                            <a16:creationId xmlns:a16="http://schemas.microsoft.com/office/drawing/2014/main" id="{2084E800-50B3-A01C-981B-4CE6BAB13009}"/>
                          </a:ext>
                        </a:extLst>
                      </p:cNvPr>
                      <p:cNvSpPr/>
                      <p:nvPr/>
                    </p:nvSpPr>
                    <p:spPr>
                      <a:xfrm>
                        <a:off x="2071831" y="2907698"/>
                        <a:ext cx="26915" cy="35389"/>
                      </a:xfrm>
                      <a:custGeom>
                        <a:avLst/>
                        <a:gdLst>
                          <a:gd name="connsiteX0" fmla="*/ 3932 w 26915"/>
                          <a:gd name="connsiteY0" fmla="*/ 35362 h 35389"/>
                          <a:gd name="connsiteX1" fmla="*/ 0 w 26915"/>
                          <a:gd name="connsiteY1" fmla="*/ 35362 h 35389"/>
                          <a:gd name="connsiteX2" fmla="*/ 0 w 26915"/>
                          <a:gd name="connsiteY2" fmla="*/ 942 h 35389"/>
                          <a:gd name="connsiteX3" fmla="*/ 3932 w 26915"/>
                          <a:gd name="connsiteY3" fmla="*/ 942 h 35389"/>
                          <a:gd name="connsiteX4" fmla="*/ 3932 w 26915"/>
                          <a:gd name="connsiteY4" fmla="*/ 5732 h 35389"/>
                          <a:gd name="connsiteX5" fmla="*/ 8806 w 26915"/>
                          <a:gd name="connsiteY5" fmla="*/ 1606 h 35389"/>
                          <a:gd name="connsiteX6" fmla="*/ 14870 w 26915"/>
                          <a:gd name="connsiteY6" fmla="*/ 0 h 35389"/>
                          <a:gd name="connsiteX7" fmla="*/ 20713 w 26915"/>
                          <a:gd name="connsiteY7" fmla="*/ 1108 h 35389"/>
                          <a:gd name="connsiteX8" fmla="*/ 25227 w 26915"/>
                          <a:gd name="connsiteY8" fmla="*/ 4929 h 35389"/>
                          <a:gd name="connsiteX9" fmla="*/ 26694 w 26915"/>
                          <a:gd name="connsiteY9" fmla="*/ 8751 h 35389"/>
                          <a:gd name="connsiteX10" fmla="*/ 26916 w 26915"/>
                          <a:gd name="connsiteY10" fmla="*/ 12849 h 35389"/>
                          <a:gd name="connsiteX11" fmla="*/ 26916 w 26915"/>
                          <a:gd name="connsiteY11" fmla="*/ 35390 h 35389"/>
                          <a:gd name="connsiteX12" fmla="*/ 22984 w 26915"/>
                          <a:gd name="connsiteY12" fmla="*/ 35390 h 35389"/>
                          <a:gd name="connsiteX13" fmla="*/ 22984 w 26915"/>
                          <a:gd name="connsiteY13" fmla="*/ 12932 h 35389"/>
                          <a:gd name="connsiteX14" fmla="*/ 20962 w 26915"/>
                          <a:gd name="connsiteY14" fmla="*/ 5954 h 35389"/>
                          <a:gd name="connsiteX15" fmla="*/ 14206 w 26915"/>
                          <a:gd name="connsiteY15" fmla="*/ 3628 h 35389"/>
                          <a:gd name="connsiteX16" fmla="*/ 10855 w 26915"/>
                          <a:gd name="connsiteY16" fmla="*/ 4181 h 35389"/>
                          <a:gd name="connsiteX17" fmla="*/ 8141 w 26915"/>
                          <a:gd name="connsiteY17" fmla="*/ 5677 h 35389"/>
                          <a:gd name="connsiteX18" fmla="*/ 6092 w 26915"/>
                          <a:gd name="connsiteY18" fmla="*/ 7809 h 35389"/>
                          <a:gd name="connsiteX19" fmla="*/ 4791 w 26915"/>
                          <a:gd name="connsiteY19" fmla="*/ 10329 h 35389"/>
                          <a:gd name="connsiteX20" fmla="*/ 4071 w 26915"/>
                          <a:gd name="connsiteY20" fmla="*/ 13513 h 35389"/>
                          <a:gd name="connsiteX21" fmla="*/ 3932 w 26915"/>
                          <a:gd name="connsiteY21" fmla="*/ 16836 h 35389"/>
                          <a:gd name="connsiteX22" fmla="*/ 3932 w 26915"/>
                          <a:gd name="connsiteY22" fmla="*/ 35390 h 35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6915" h="35389">
                            <a:moveTo>
                              <a:pt x="3932" y="35362"/>
                            </a:moveTo>
                            <a:lnTo>
                              <a:pt x="0" y="35362"/>
                            </a:lnTo>
                            <a:lnTo>
                              <a:pt x="0" y="942"/>
                            </a:lnTo>
                            <a:lnTo>
                              <a:pt x="3932" y="942"/>
                            </a:lnTo>
                            <a:lnTo>
                              <a:pt x="3932" y="5732"/>
                            </a:lnTo>
                            <a:cubicBezTo>
                              <a:pt x="5511" y="4043"/>
                              <a:pt x="7117" y="2686"/>
                              <a:pt x="8806" y="1606"/>
                            </a:cubicBezTo>
                            <a:cubicBezTo>
                              <a:pt x="10495" y="554"/>
                              <a:pt x="12516" y="0"/>
                              <a:pt x="14870" y="0"/>
                            </a:cubicBezTo>
                            <a:cubicBezTo>
                              <a:pt x="16975" y="0"/>
                              <a:pt x="18913" y="360"/>
                              <a:pt x="20713" y="1108"/>
                            </a:cubicBezTo>
                            <a:cubicBezTo>
                              <a:pt x="22513" y="1828"/>
                              <a:pt x="24008" y="3101"/>
                              <a:pt x="25227" y="4929"/>
                            </a:cubicBezTo>
                            <a:cubicBezTo>
                              <a:pt x="26058" y="6175"/>
                              <a:pt x="26556" y="7449"/>
                              <a:pt x="26694" y="8751"/>
                            </a:cubicBezTo>
                            <a:cubicBezTo>
                              <a:pt x="26861" y="10052"/>
                              <a:pt x="26916" y="11409"/>
                              <a:pt x="26916" y="12849"/>
                            </a:cubicBezTo>
                            <a:lnTo>
                              <a:pt x="26916" y="35390"/>
                            </a:lnTo>
                            <a:lnTo>
                              <a:pt x="22984" y="35390"/>
                            </a:lnTo>
                            <a:lnTo>
                              <a:pt x="22984" y="12932"/>
                            </a:lnTo>
                            <a:cubicBezTo>
                              <a:pt x="22984" y="9830"/>
                              <a:pt x="22319" y="7504"/>
                              <a:pt x="20962" y="5954"/>
                            </a:cubicBezTo>
                            <a:cubicBezTo>
                              <a:pt x="19605" y="4403"/>
                              <a:pt x="17362" y="3628"/>
                              <a:pt x="14206" y="3628"/>
                            </a:cubicBezTo>
                            <a:cubicBezTo>
                              <a:pt x="12987" y="3628"/>
                              <a:pt x="11880" y="3821"/>
                              <a:pt x="10855" y="4181"/>
                            </a:cubicBezTo>
                            <a:cubicBezTo>
                              <a:pt x="9858" y="4569"/>
                              <a:pt x="8944" y="5068"/>
                              <a:pt x="8141" y="5677"/>
                            </a:cubicBezTo>
                            <a:cubicBezTo>
                              <a:pt x="7338" y="6286"/>
                              <a:pt x="6646" y="7006"/>
                              <a:pt x="6092" y="7809"/>
                            </a:cubicBezTo>
                            <a:cubicBezTo>
                              <a:pt x="5511" y="8612"/>
                              <a:pt x="5095" y="9443"/>
                              <a:pt x="4791" y="10329"/>
                            </a:cubicBezTo>
                            <a:cubicBezTo>
                              <a:pt x="4403" y="11437"/>
                              <a:pt x="4154" y="12489"/>
                              <a:pt x="4071" y="13513"/>
                            </a:cubicBezTo>
                            <a:cubicBezTo>
                              <a:pt x="3988" y="14538"/>
                              <a:pt x="3932" y="15646"/>
                              <a:pt x="3932" y="16836"/>
                            </a:cubicBezTo>
                            <a:lnTo>
                              <a:pt x="3932" y="35390"/>
                            </a:lnTo>
                            <a:close/>
                          </a:path>
                        </a:pathLst>
                      </a:custGeom>
                      <a:solidFill>
                        <a:srgbClr val="26A6DE"/>
                      </a:solidFill>
                      <a:ln w="2767" cap="flat">
                        <a:noFill/>
                        <a:prstDash val="solid"/>
                        <a:miter/>
                      </a:ln>
                    </p:spPr>
                    <p:txBody>
                      <a:bodyPr rtlCol="0" anchor="ctr"/>
                      <a:lstStyle/>
                      <a:p>
                        <a:endParaRPr lang="en-US" sz="2000" dirty="0">
                          <a:latin typeface="Helvetica" pitchFamily="2" charset="0"/>
                        </a:endParaRPr>
                      </a:p>
                    </p:txBody>
                  </p:sp>
                  <p:sp>
                    <p:nvSpPr>
                      <p:cNvPr id="3592" name="Freeform 3591">
                        <a:extLst>
                          <a:ext uri="{FF2B5EF4-FFF2-40B4-BE49-F238E27FC236}">
                            <a16:creationId xmlns:a16="http://schemas.microsoft.com/office/drawing/2014/main" id="{B2E02A95-8E87-3611-9891-376E2127FBD8}"/>
                          </a:ext>
                        </a:extLst>
                      </p:cNvPr>
                      <p:cNvSpPr/>
                      <p:nvPr/>
                    </p:nvSpPr>
                    <p:spPr>
                      <a:xfrm>
                        <a:off x="2126826" y="2895209"/>
                        <a:ext cx="4319" cy="47850"/>
                      </a:xfrm>
                      <a:custGeom>
                        <a:avLst/>
                        <a:gdLst>
                          <a:gd name="connsiteX0" fmla="*/ 0 w 4319"/>
                          <a:gd name="connsiteY0" fmla="*/ 5926 h 47850"/>
                          <a:gd name="connsiteX1" fmla="*/ 0 w 4319"/>
                          <a:gd name="connsiteY1" fmla="*/ 0 h 47850"/>
                          <a:gd name="connsiteX2" fmla="*/ 4320 w 4319"/>
                          <a:gd name="connsiteY2" fmla="*/ 0 h 47850"/>
                          <a:gd name="connsiteX3" fmla="*/ 4320 w 4319"/>
                          <a:gd name="connsiteY3" fmla="*/ 5926 h 47850"/>
                          <a:gd name="connsiteX4" fmla="*/ 0 w 4319"/>
                          <a:gd name="connsiteY4" fmla="*/ 5926 h 47850"/>
                          <a:gd name="connsiteX5" fmla="*/ 222 w 4319"/>
                          <a:gd name="connsiteY5" fmla="*/ 47851 h 47850"/>
                          <a:gd name="connsiteX6" fmla="*/ 222 w 4319"/>
                          <a:gd name="connsiteY6" fmla="*/ 13430 h 47850"/>
                          <a:gd name="connsiteX7" fmla="*/ 4154 w 4319"/>
                          <a:gd name="connsiteY7" fmla="*/ 13430 h 47850"/>
                          <a:gd name="connsiteX8" fmla="*/ 4154 w 4319"/>
                          <a:gd name="connsiteY8" fmla="*/ 47851 h 47850"/>
                          <a:gd name="connsiteX9" fmla="*/ 222 w 4319"/>
                          <a:gd name="connsiteY9" fmla="*/ 47851 h 47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19" h="47850">
                            <a:moveTo>
                              <a:pt x="0" y="5926"/>
                            </a:moveTo>
                            <a:lnTo>
                              <a:pt x="0" y="0"/>
                            </a:lnTo>
                            <a:lnTo>
                              <a:pt x="4320" y="0"/>
                            </a:lnTo>
                            <a:lnTo>
                              <a:pt x="4320" y="5926"/>
                            </a:lnTo>
                            <a:lnTo>
                              <a:pt x="0" y="5926"/>
                            </a:lnTo>
                            <a:close/>
                            <a:moveTo>
                              <a:pt x="222" y="47851"/>
                            </a:moveTo>
                            <a:lnTo>
                              <a:pt x="222" y="13430"/>
                            </a:lnTo>
                            <a:lnTo>
                              <a:pt x="4154" y="13430"/>
                            </a:lnTo>
                            <a:lnTo>
                              <a:pt x="4154" y="47851"/>
                            </a:lnTo>
                            <a:lnTo>
                              <a:pt x="222" y="47851"/>
                            </a:lnTo>
                            <a:close/>
                          </a:path>
                        </a:pathLst>
                      </a:custGeom>
                      <a:solidFill>
                        <a:srgbClr val="26A6DE"/>
                      </a:solidFill>
                      <a:ln w="2767" cap="flat">
                        <a:noFill/>
                        <a:prstDash val="solid"/>
                        <a:miter/>
                      </a:ln>
                    </p:spPr>
                    <p:txBody>
                      <a:bodyPr rtlCol="0" anchor="ctr"/>
                      <a:lstStyle/>
                      <a:p>
                        <a:endParaRPr lang="en-US" sz="2000" dirty="0">
                          <a:latin typeface="Helvetica" pitchFamily="2" charset="0"/>
                        </a:endParaRPr>
                      </a:p>
                    </p:txBody>
                  </p:sp>
                  <p:sp>
                    <p:nvSpPr>
                      <p:cNvPr id="3593" name="Freeform 3592">
                        <a:extLst>
                          <a:ext uri="{FF2B5EF4-FFF2-40B4-BE49-F238E27FC236}">
                            <a16:creationId xmlns:a16="http://schemas.microsoft.com/office/drawing/2014/main" id="{6B3F13E6-F05C-22F8-2DBA-AE0F0A99EA4E}"/>
                          </a:ext>
                        </a:extLst>
                      </p:cNvPr>
                      <p:cNvSpPr/>
                      <p:nvPr/>
                    </p:nvSpPr>
                    <p:spPr>
                      <a:xfrm>
                        <a:off x="2139232" y="2907698"/>
                        <a:ext cx="26722" cy="36248"/>
                      </a:xfrm>
                      <a:custGeom>
                        <a:avLst/>
                        <a:gdLst>
                          <a:gd name="connsiteX0" fmla="*/ 4043 w 26722"/>
                          <a:gd name="connsiteY0" fmla="*/ 24618 h 36248"/>
                          <a:gd name="connsiteX1" fmla="*/ 7338 w 26722"/>
                          <a:gd name="connsiteY1" fmla="*/ 30904 h 36248"/>
                          <a:gd name="connsiteX2" fmla="*/ 14178 w 26722"/>
                          <a:gd name="connsiteY2" fmla="*/ 32731 h 36248"/>
                          <a:gd name="connsiteX3" fmla="*/ 17916 w 26722"/>
                          <a:gd name="connsiteY3" fmla="*/ 32205 h 36248"/>
                          <a:gd name="connsiteX4" fmla="*/ 20492 w 26722"/>
                          <a:gd name="connsiteY4" fmla="*/ 30765 h 36248"/>
                          <a:gd name="connsiteX5" fmla="*/ 22042 w 26722"/>
                          <a:gd name="connsiteY5" fmla="*/ 28744 h 36248"/>
                          <a:gd name="connsiteX6" fmla="*/ 22568 w 26722"/>
                          <a:gd name="connsiteY6" fmla="*/ 26362 h 36248"/>
                          <a:gd name="connsiteX7" fmla="*/ 20962 w 26722"/>
                          <a:gd name="connsiteY7" fmla="*/ 22596 h 36248"/>
                          <a:gd name="connsiteX8" fmla="*/ 16947 w 26722"/>
                          <a:gd name="connsiteY8" fmla="*/ 20658 h 36248"/>
                          <a:gd name="connsiteX9" fmla="*/ 11713 w 26722"/>
                          <a:gd name="connsiteY9" fmla="*/ 19467 h 36248"/>
                          <a:gd name="connsiteX10" fmla="*/ 6480 w 26722"/>
                          <a:gd name="connsiteY10" fmla="*/ 17972 h 36248"/>
                          <a:gd name="connsiteX11" fmla="*/ 2465 w 26722"/>
                          <a:gd name="connsiteY11" fmla="*/ 15120 h 36248"/>
                          <a:gd name="connsiteX12" fmla="*/ 858 w 26722"/>
                          <a:gd name="connsiteY12" fmla="*/ 9858 h 36248"/>
                          <a:gd name="connsiteX13" fmla="*/ 3960 w 26722"/>
                          <a:gd name="connsiteY13" fmla="*/ 2769 h 36248"/>
                          <a:gd name="connsiteX14" fmla="*/ 12766 w 26722"/>
                          <a:gd name="connsiteY14" fmla="*/ 0 h 36248"/>
                          <a:gd name="connsiteX15" fmla="*/ 21710 w 26722"/>
                          <a:gd name="connsiteY15" fmla="*/ 2492 h 36248"/>
                          <a:gd name="connsiteX16" fmla="*/ 25864 w 26722"/>
                          <a:gd name="connsiteY16" fmla="*/ 10827 h 36248"/>
                          <a:gd name="connsiteX17" fmla="*/ 21876 w 26722"/>
                          <a:gd name="connsiteY17" fmla="*/ 10827 h 36248"/>
                          <a:gd name="connsiteX18" fmla="*/ 18886 w 26722"/>
                          <a:gd name="connsiteY18" fmla="*/ 5206 h 36248"/>
                          <a:gd name="connsiteX19" fmla="*/ 12683 w 26722"/>
                          <a:gd name="connsiteY19" fmla="*/ 3572 h 36248"/>
                          <a:gd name="connsiteX20" fmla="*/ 6978 w 26722"/>
                          <a:gd name="connsiteY20" fmla="*/ 5206 h 36248"/>
                          <a:gd name="connsiteX21" fmla="*/ 5012 w 26722"/>
                          <a:gd name="connsiteY21" fmla="*/ 9498 h 36248"/>
                          <a:gd name="connsiteX22" fmla="*/ 6618 w 26722"/>
                          <a:gd name="connsiteY22" fmla="*/ 13043 h 36248"/>
                          <a:gd name="connsiteX23" fmla="*/ 10634 w 26722"/>
                          <a:gd name="connsiteY23" fmla="*/ 15036 h 36248"/>
                          <a:gd name="connsiteX24" fmla="*/ 15867 w 26722"/>
                          <a:gd name="connsiteY24" fmla="*/ 16393 h 36248"/>
                          <a:gd name="connsiteX25" fmla="*/ 21101 w 26722"/>
                          <a:gd name="connsiteY25" fmla="*/ 18083 h 36248"/>
                          <a:gd name="connsiteX26" fmla="*/ 25116 w 26722"/>
                          <a:gd name="connsiteY26" fmla="*/ 21046 h 36248"/>
                          <a:gd name="connsiteX27" fmla="*/ 26722 w 26722"/>
                          <a:gd name="connsiteY27" fmla="*/ 26224 h 36248"/>
                          <a:gd name="connsiteX28" fmla="*/ 25670 w 26722"/>
                          <a:gd name="connsiteY28" fmla="*/ 30571 h 36248"/>
                          <a:gd name="connsiteX29" fmla="*/ 22790 w 26722"/>
                          <a:gd name="connsiteY29" fmla="*/ 33728 h 36248"/>
                          <a:gd name="connsiteX30" fmla="*/ 18442 w 26722"/>
                          <a:gd name="connsiteY30" fmla="*/ 35611 h 36248"/>
                          <a:gd name="connsiteX31" fmla="*/ 12904 w 26722"/>
                          <a:gd name="connsiteY31" fmla="*/ 36248 h 36248"/>
                          <a:gd name="connsiteX32" fmla="*/ 7560 w 26722"/>
                          <a:gd name="connsiteY32" fmla="*/ 35362 h 36248"/>
                          <a:gd name="connsiteX33" fmla="*/ 3600 w 26722"/>
                          <a:gd name="connsiteY33" fmla="*/ 32870 h 36248"/>
                          <a:gd name="connsiteX34" fmla="*/ 1052 w 26722"/>
                          <a:gd name="connsiteY34" fmla="*/ 29159 h 36248"/>
                          <a:gd name="connsiteX35" fmla="*/ 0 w 26722"/>
                          <a:gd name="connsiteY35" fmla="*/ 24562 h 36248"/>
                          <a:gd name="connsiteX36" fmla="*/ 3988 w 26722"/>
                          <a:gd name="connsiteY36" fmla="*/ 24562 h 36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6722" h="36248">
                            <a:moveTo>
                              <a:pt x="4043" y="24618"/>
                            </a:moveTo>
                            <a:cubicBezTo>
                              <a:pt x="4652" y="27581"/>
                              <a:pt x="5760" y="29685"/>
                              <a:pt x="7338" y="30904"/>
                            </a:cubicBezTo>
                            <a:cubicBezTo>
                              <a:pt x="8944" y="32122"/>
                              <a:pt x="11215" y="32731"/>
                              <a:pt x="14178" y="32731"/>
                            </a:cubicBezTo>
                            <a:cubicBezTo>
                              <a:pt x="15618" y="32731"/>
                              <a:pt x="16864" y="32565"/>
                              <a:pt x="17916" y="32205"/>
                            </a:cubicBezTo>
                            <a:cubicBezTo>
                              <a:pt x="18969" y="31845"/>
                              <a:pt x="19827" y="31374"/>
                              <a:pt x="20492" y="30765"/>
                            </a:cubicBezTo>
                            <a:cubicBezTo>
                              <a:pt x="21156" y="30156"/>
                              <a:pt x="21682" y="29491"/>
                              <a:pt x="22042" y="28744"/>
                            </a:cubicBezTo>
                            <a:cubicBezTo>
                              <a:pt x="22402" y="27996"/>
                              <a:pt x="22568" y="27193"/>
                              <a:pt x="22568" y="26362"/>
                            </a:cubicBezTo>
                            <a:cubicBezTo>
                              <a:pt x="22568" y="24673"/>
                              <a:pt x="22042" y="23427"/>
                              <a:pt x="20962" y="22596"/>
                            </a:cubicBezTo>
                            <a:cubicBezTo>
                              <a:pt x="19882" y="21765"/>
                              <a:pt x="18553" y="21129"/>
                              <a:pt x="16947" y="20658"/>
                            </a:cubicBezTo>
                            <a:cubicBezTo>
                              <a:pt x="15341" y="20187"/>
                              <a:pt x="13596" y="19799"/>
                              <a:pt x="11713" y="19467"/>
                            </a:cubicBezTo>
                            <a:cubicBezTo>
                              <a:pt x="9830" y="19135"/>
                              <a:pt x="8086" y="18636"/>
                              <a:pt x="6480" y="17972"/>
                            </a:cubicBezTo>
                            <a:cubicBezTo>
                              <a:pt x="4874" y="17307"/>
                              <a:pt x="3517" y="16366"/>
                              <a:pt x="2465" y="15120"/>
                            </a:cubicBezTo>
                            <a:cubicBezTo>
                              <a:pt x="1412" y="13873"/>
                              <a:pt x="858" y="12129"/>
                              <a:pt x="858" y="9858"/>
                            </a:cubicBezTo>
                            <a:cubicBezTo>
                              <a:pt x="858" y="6978"/>
                              <a:pt x="1883" y="4624"/>
                              <a:pt x="3960" y="2769"/>
                            </a:cubicBezTo>
                            <a:cubicBezTo>
                              <a:pt x="6037" y="942"/>
                              <a:pt x="8972" y="0"/>
                              <a:pt x="12766" y="0"/>
                            </a:cubicBezTo>
                            <a:cubicBezTo>
                              <a:pt x="16559" y="0"/>
                              <a:pt x="19412" y="831"/>
                              <a:pt x="21710" y="2492"/>
                            </a:cubicBezTo>
                            <a:cubicBezTo>
                              <a:pt x="24008" y="4154"/>
                              <a:pt x="25393" y="6923"/>
                              <a:pt x="25864" y="10827"/>
                            </a:cubicBezTo>
                            <a:lnTo>
                              <a:pt x="21876" y="10827"/>
                            </a:lnTo>
                            <a:cubicBezTo>
                              <a:pt x="21516" y="8169"/>
                              <a:pt x="20547" y="6286"/>
                              <a:pt x="18886" y="5206"/>
                            </a:cubicBezTo>
                            <a:cubicBezTo>
                              <a:pt x="17224" y="4126"/>
                              <a:pt x="15175" y="3572"/>
                              <a:pt x="12683" y="3572"/>
                            </a:cubicBezTo>
                            <a:cubicBezTo>
                              <a:pt x="10190" y="3572"/>
                              <a:pt x="8307" y="4126"/>
                              <a:pt x="6978" y="5206"/>
                            </a:cubicBezTo>
                            <a:cubicBezTo>
                              <a:pt x="5649" y="6286"/>
                              <a:pt x="5012" y="7726"/>
                              <a:pt x="5012" y="9498"/>
                            </a:cubicBezTo>
                            <a:cubicBezTo>
                              <a:pt x="5012" y="11049"/>
                              <a:pt x="5538" y="12240"/>
                              <a:pt x="6618" y="13043"/>
                            </a:cubicBezTo>
                            <a:cubicBezTo>
                              <a:pt x="7698" y="13846"/>
                              <a:pt x="9027" y="14538"/>
                              <a:pt x="10634" y="15036"/>
                            </a:cubicBezTo>
                            <a:cubicBezTo>
                              <a:pt x="12240" y="15535"/>
                              <a:pt x="13984" y="16006"/>
                              <a:pt x="15867" y="16393"/>
                            </a:cubicBezTo>
                            <a:cubicBezTo>
                              <a:pt x="17750" y="16781"/>
                              <a:pt x="19495" y="17363"/>
                              <a:pt x="21101" y="18083"/>
                            </a:cubicBezTo>
                            <a:cubicBezTo>
                              <a:pt x="22707" y="18803"/>
                              <a:pt x="24064" y="19799"/>
                              <a:pt x="25116" y="21046"/>
                            </a:cubicBezTo>
                            <a:cubicBezTo>
                              <a:pt x="26196" y="22291"/>
                              <a:pt x="26722" y="24008"/>
                              <a:pt x="26722" y="26224"/>
                            </a:cubicBezTo>
                            <a:cubicBezTo>
                              <a:pt x="26722" y="27857"/>
                              <a:pt x="26362" y="29325"/>
                              <a:pt x="25670" y="30571"/>
                            </a:cubicBezTo>
                            <a:cubicBezTo>
                              <a:pt x="24978" y="31845"/>
                              <a:pt x="24008" y="32897"/>
                              <a:pt x="22790" y="33728"/>
                            </a:cubicBezTo>
                            <a:cubicBezTo>
                              <a:pt x="21572" y="34559"/>
                              <a:pt x="20104" y="35196"/>
                              <a:pt x="18442" y="35611"/>
                            </a:cubicBezTo>
                            <a:cubicBezTo>
                              <a:pt x="16753" y="36026"/>
                              <a:pt x="14926" y="36248"/>
                              <a:pt x="12904" y="36248"/>
                            </a:cubicBezTo>
                            <a:cubicBezTo>
                              <a:pt x="10883" y="36248"/>
                              <a:pt x="9110" y="35943"/>
                              <a:pt x="7560" y="35362"/>
                            </a:cubicBezTo>
                            <a:cubicBezTo>
                              <a:pt x="6009" y="34753"/>
                              <a:pt x="4680" y="33922"/>
                              <a:pt x="3600" y="32870"/>
                            </a:cubicBezTo>
                            <a:cubicBezTo>
                              <a:pt x="2520" y="31817"/>
                              <a:pt x="1661" y="30571"/>
                              <a:pt x="1052" y="29159"/>
                            </a:cubicBezTo>
                            <a:cubicBezTo>
                              <a:pt x="443" y="27747"/>
                              <a:pt x="83" y="26224"/>
                              <a:pt x="0" y="24562"/>
                            </a:cubicBezTo>
                            <a:lnTo>
                              <a:pt x="3988" y="24562"/>
                            </a:lnTo>
                            <a:close/>
                          </a:path>
                        </a:pathLst>
                      </a:custGeom>
                      <a:solidFill>
                        <a:srgbClr val="26A6DE"/>
                      </a:solidFill>
                      <a:ln w="2767" cap="flat">
                        <a:noFill/>
                        <a:prstDash val="solid"/>
                        <a:miter/>
                      </a:ln>
                    </p:spPr>
                    <p:txBody>
                      <a:bodyPr rtlCol="0" anchor="ctr"/>
                      <a:lstStyle/>
                      <a:p>
                        <a:endParaRPr lang="en-US" sz="2000" dirty="0">
                          <a:latin typeface="Helvetica" pitchFamily="2" charset="0"/>
                        </a:endParaRPr>
                      </a:p>
                    </p:txBody>
                  </p:sp>
                  <p:sp>
                    <p:nvSpPr>
                      <p:cNvPr id="3594" name="Freeform 3593">
                        <a:extLst>
                          <a:ext uri="{FF2B5EF4-FFF2-40B4-BE49-F238E27FC236}">
                            <a16:creationId xmlns:a16="http://schemas.microsoft.com/office/drawing/2014/main" id="{30D2E5D0-0132-3F7A-6324-764C68DCD8A3}"/>
                          </a:ext>
                        </a:extLst>
                      </p:cNvPr>
                      <p:cNvSpPr/>
                      <p:nvPr/>
                    </p:nvSpPr>
                    <p:spPr>
                      <a:xfrm>
                        <a:off x="2171492" y="2907698"/>
                        <a:ext cx="31374" cy="36303"/>
                      </a:xfrm>
                      <a:custGeom>
                        <a:avLst/>
                        <a:gdLst>
                          <a:gd name="connsiteX0" fmla="*/ 15729 w 31374"/>
                          <a:gd name="connsiteY0" fmla="*/ 36303 h 36303"/>
                          <a:gd name="connsiteX1" fmla="*/ 9609 w 31374"/>
                          <a:gd name="connsiteY1" fmla="*/ 35113 h 36303"/>
                          <a:gd name="connsiteX2" fmla="*/ 4624 w 31374"/>
                          <a:gd name="connsiteY2" fmla="*/ 31734 h 36303"/>
                          <a:gd name="connsiteX3" fmla="*/ 1246 w 31374"/>
                          <a:gd name="connsiteY3" fmla="*/ 26085 h 36303"/>
                          <a:gd name="connsiteX4" fmla="*/ 0 w 31374"/>
                          <a:gd name="connsiteY4" fmla="*/ 18166 h 36303"/>
                          <a:gd name="connsiteX5" fmla="*/ 969 w 31374"/>
                          <a:gd name="connsiteY5" fmla="*/ 11077 h 36303"/>
                          <a:gd name="connsiteX6" fmla="*/ 3904 w 31374"/>
                          <a:gd name="connsiteY6" fmla="*/ 5317 h 36303"/>
                          <a:gd name="connsiteX7" fmla="*/ 8806 w 31374"/>
                          <a:gd name="connsiteY7" fmla="*/ 1440 h 36303"/>
                          <a:gd name="connsiteX8" fmla="*/ 15673 w 31374"/>
                          <a:gd name="connsiteY8" fmla="*/ 0 h 36303"/>
                          <a:gd name="connsiteX9" fmla="*/ 22624 w 31374"/>
                          <a:gd name="connsiteY9" fmla="*/ 1440 h 36303"/>
                          <a:gd name="connsiteX10" fmla="*/ 27525 w 31374"/>
                          <a:gd name="connsiteY10" fmla="*/ 5289 h 36303"/>
                          <a:gd name="connsiteX11" fmla="*/ 30433 w 31374"/>
                          <a:gd name="connsiteY11" fmla="*/ 11049 h 36303"/>
                          <a:gd name="connsiteX12" fmla="*/ 31374 w 31374"/>
                          <a:gd name="connsiteY12" fmla="*/ 18166 h 36303"/>
                          <a:gd name="connsiteX13" fmla="*/ 30267 w 31374"/>
                          <a:gd name="connsiteY13" fmla="*/ 25614 h 36303"/>
                          <a:gd name="connsiteX14" fmla="*/ 27082 w 31374"/>
                          <a:gd name="connsiteY14" fmla="*/ 31319 h 36303"/>
                          <a:gd name="connsiteX15" fmla="*/ 22098 w 31374"/>
                          <a:gd name="connsiteY15" fmla="*/ 35002 h 36303"/>
                          <a:gd name="connsiteX16" fmla="*/ 15646 w 31374"/>
                          <a:gd name="connsiteY16" fmla="*/ 36303 h 36303"/>
                          <a:gd name="connsiteX17" fmla="*/ 27248 w 31374"/>
                          <a:gd name="connsiteY17" fmla="*/ 18166 h 36303"/>
                          <a:gd name="connsiteX18" fmla="*/ 26584 w 31374"/>
                          <a:gd name="connsiteY18" fmla="*/ 12461 h 36303"/>
                          <a:gd name="connsiteX19" fmla="*/ 24562 w 31374"/>
                          <a:gd name="connsiteY19" fmla="*/ 7837 h 36303"/>
                          <a:gd name="connsiteX20" fmla="*/ 21018 w 31374"/>
                          <a:gd name="connsiteY20" fmla="*/ 4735 h 36303"/>
                          <a:gd name="connsiteX21" fmla="*/ 15701 w 31374"/>
                          <a:gd name="connsiteY21" fmla="*/ 3600 h 36303"/>
                          <a:gd name="connsiteX22" fmla="*/ 10440 w 31374"/>
                          <a:gd name="connsiteY22" fmla="*/ 4818 h 36303"/>
                          <a:gd name="connsiteX23" fmla="*/ 6867 w 31374"/>
                          <a:gd name="connsiteY23" fmla="*/ 8086 h 36303"/>
                          <a:gd name="connsiteX24" fmla="*/ 4846 w 31374"/>
                          <a:gd name="connsiteY24" fmla="*/ 12738 h 36303"/>
                          <a:gd name="connsiteX25" fmla="*/ 4181 w 31374"/>
                          <a:gd name="connsiteY25" fmla="*/ 18166 h 36303"/>
                          <a:gd name="connsiteX26" fmla="*/ 4929 w 31374"/>
                          <a:gd name="connsiteY26" fmla="*/ 24036 h 36303"/>
                          <a:gd name="connsiteX27" fmla="*/ 7117 w 31374"/>
                          <a:gd name="connsiteY27" fmla="*/ 28661 h 36303"/>
                          <a:gd name="connsiteX28" fmla="*/ 10717 w 31374"/>
                          <a:gd name="connsiteY28" fmla="*/ 31651 h 36303"/>
                          <a:gd name="connsiteX29" fmla="*/ 15701 w 31374"/>
                          <a:gd name="connsiteY29" fmla="*/ 32703 h 36303"/>
                          <a:gd name="connsiteX30" fmla="*/ 20962 w 31374"/>
                          <a:gd name="connsiteY30" fmla="*/ 31485 h 36303"/>
                          <a:gd name="connsiteX31" fmla="*/ 24535 w 31374"/>
                          <a:gd name="connsiteY31" fmla="*/ 28190 h 36303"/>
                          <a:gd name="connsiteX32" fmla="*/ 26556 w 31374"/>
                          <a:gd name="connsiteY32" fmla="*/ 23538 h 36303"/>
                          <a:gd name="connsiteX33" fmla="*/ 27221 w 31374"/>
                          <a:gd name="connsiteY33" fmla="*/ 18166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1374" h="36303">
                            <a:moveTo>
                              <a:pt x="15729" y="36303"/>
                            </a:moveTo>
                            <a:cubicBezTo>
                              <a:pt x="13541" y="36248"/>
                              <a:pt x="11492" y="35860"/>
                              <a:pt x="9609" y="35113"/>
                            </a:cubicBezTo>
                            <a:cubicBezTo>
                              <a:pt x="7698" y="34365"/>
                              <a:pt x="6037" y="33230"/>
                              <a:pt x="4624" y="31734"/>
                            </a:cubicBezTo>
                            <a:cubicBezTo>
                              <a:pt x="3212" y="30239"/>
                              <a:pt x="2077" y="28356"/>
                              <a:pt x="1246" y="26085"/>
                            </a:cubicBezTo>
                            <a:cubicBezTo>
                              <a:pt x="415" y="23815"/>
                              <a:pt x="0" y="21184"/>
                              <a:pt x="0" y="18166"/>
                            </a:cubicBezTo>
                            <a:cubicBezTo>
                              <a:pt x="0" y="15646"/>
                              <a:pt x="332" y="13292"/>
                              <a:pt x="969" y="11077"/>
                            </a:cubicBezTo>
                            <a:cubicBezTo>
                              <a:pt x="1634" y="8889"/>
                              <a:pt x="2603" y="6978"/>
                              <a:pt x="3904" y="5317"/>
                            </a:cubicBezTo>
                            <a:cubicBezTo>
                              <a:pt x="5206" y="3683"/>
                              <a:pt x="6840" y="2381"/>
                              <a:pt x="8806" y="1440"/>
                            </a:cubicBezTo>
                            <a:cubicBezTo>
                              <a:pt x="10772" y="498"/>
                              <a:pt x="13070" y="0"/>
                              <a:pt x="15673" y="0"/>
                            </a:cubicBezTo>
                            <a:cubicBezTo>
                              <a:pt x="18276" y="0"/>
                              <a:pt x="20658" y="471"/>
                              <a:pt x="22624" y="1440"/>
                            </a:cubicBezTo>
                            <a:cubicBezTo>
                              <a:pt x="24590" y="2381"/>
                              <a:pt x="26224" y="3683"/>
                              <a:pt x="27525" y="5289"/>
                            </a:cubicBezTo>
                            <a:cubicBezTo>
                              <a:pt x="28827" y="6895"/>
                              <a:pt x="29796" y="8834"/>
                              <a:pt x="30433" y="11049"/>
                            </a:cubicBezTo>
                            <a:cubicBezTo>
                              <a:pt x="31070" y="13264"/>
                              <a:pt x="31374" y="15646"/>
                              <a:pt x="31374" y="18166"/>
                            </a:cubicBezTo>
                            <a:cubicBezTo>
                              <a:pt x="31374" y="20907"/>
                              <a:pt x="31014" y="23399"/>
                              <a:pt x="30267" y="25614"/>
                            </a:cubicBezTo>
                            <a:cubicBezTo>
                              <a:pt x="29519" y="27830"/>
                              <a:pt x="28467" y="29740"/>
                              <a:pt x="27082" y="31319"/>
                            </a:cubicBezTo>
                            <a:cubicBezTo>
                              <a:pt x="25698" y="32925"/>
                              <a:pt x="24036" y="34143"/>
                              <a:pt x="22098" y="35002"/>
                            </a:cubicBezTo>
                            <a:cubicBezTo>
                              <a:pt x="20159" y="35860"/>
                              <a:pt x="17999" y="36303"/>
                              <a:pt x="15646" y="36303"/>
                            </a:cubicBezTo>
                            <a:close/>
                            <a:moveTo>
                              <a:pt x="27248" y="18166"/>
                            </a:moveTo>
                            <a:cubicBezTo>
                              <a:pt x="27248" y="16116"/>
                              <a:pt x="27027" y="14233"/>
                              <a:pt x="26584" y="12461"/>
                            </a:cubicBezTo>
                            <a:cubicBezTo>
                              <a:pt x="26141" y="10689"/>
                              <a:pt x="25476" y="9138"/>
                              <a:pt x="24562" y="7837"/>
                            </a:cubicBezTo>
                            <a:cubicBezTo>
                              <a:pt x="23648" y="6535"/>
                              <a:pt x="22458" y="5511"/>
                              <a:pt x="21018" y="4735"/>
                            </a:cubicBezTo>
                            <a:cubicBezTo>
                              <a:pt x="19578" y="3960"/>
                              <a:pt x="17806" y="3600"/>
                              <a:pt x="15701" y="3600"/>
                            </a:cubicBezTo>
                            <a:cubicBezTo>
                              <a:pt x="13596" y="3600"/>
                              <a:pt x="11880" y="4015"/>
                              <a:pt x="10440" y="4818"/>
                            </a:cubicBezTo>
                            <a:cubicBezTo>
                              <a:pt x="8972" y="5649"/>
                              <a:pt x="7781" y="6729"/>
                              <a:pt x="6867" y="8086"/>
                            </a:cubicBezTo>
                            <a:cubicBezTo>
                              <a:pt x="5954" y="9443"/>
                              <a:pt x="5261" y="10994"/>
                              <a:pt x="4846" y="12738"/>
                            </a:cubicBezTo>
                            <a:cubicBezTo>
                              <a:pt x="4403" y="14483"/>
                              <a:pt x="4181" y="16283"/>
                              <a:pt x="4181" y="18166"/>
                            </a:cubicBezTo>
                            <a:cubicBezTo>
                              <a:pt x="4181" y="20298"/>
                              <a:pt x="4431" y="22264"/>
                              <a:pt x="4929" y="24036"/>
                            </a:cubicBezTo>
                            <a:cubicBezTo>
                              <a:pt x="5427" y="25836"/>
                              <a:pt x="6175" y="27359"/>
                              <a:pt x="7117" y="28661"/>
                            </a:cubicBezTo>
                            <a:cubicBezTo>
                              <a:pt x="8086" y="29934"/>
                              <a:pt x="9277" y="30931"/>
                              <a:pt x="10717" y="31651"/>
                            </a:cubicBezTo>
                            <a:cubicBezTo>
                              <a:pt x="12156" y="32371"/>
                              <a:pt x="13818" y="32703"/>
                              <a:pt x="15701" y="32703"/>
                            </a:cubicBezTo>
                            <a:cubicBezTo>
                              <a:pt x="17750" y="32703"/>
                              <a:pt x="19522" y="32288"/>
                              <a:pt x="20962" y="31485"/>
                            </a:cubicBezTo>
                            <a:cubicBezTo>
                              <a:pt x="22430" y="30654"/>
                              <a:pt x="23621" y="29574"/>
                              <a:pt x="24535" y="28190"/>
                            </a:cubicBezTo>
                            <a:cubicBezTo>
                              <a:pt x="25448" y="26805"/>
                              <a:pt x="26141" y="25254"/>
                              <a:pt x="26556" y="23538"/>
                            </a:cubicBezTo>
                            <a:cubicBezTo>
                              <a:pt x="26971" y="21821"/>
                              <a:pt x="27221" y="20021"/>
                              <a:pt x="27221" y="18166"/>
                            </a:cubicBezTo>
                            <a:close/>
                          </a:path>
                        </a:pathLst>
                      </a:custGeom>
                      <a:solidFill>
                        <a:srgbClr val="26A6DE"/>
                      </a:solidFill>
                      <a:ln w="2767" cap="flat">
                        <a:noFill/>
                        <a:prstDash val="solid"/>
                        <a:miter/>
                      </a:ln>
                    </p:spPr>
                    <p:txBody>
                      <a:bodyPr rtlCol="0" anchor="ctr"/>
                      <a:lstStyle/>
                      <a:p>
                        <a:endParaRPr lang="en-US" sz="2000" dirty="0">
                          <a:latin typeface="Helvetica" pitchFamily="2" charset="0"/>
                        </a:endParaRPr>
                      </a:p>
                    </p:txBody>
                  </p:sp>
                  <p:sp>
                    <p:nvSpPr>
                      <p:cNvPr id="3595" name="Freeform 3594">
                        <a:extLst>
                          <a:ext uri="{FF2B5EF4-FFF2-40B4-BE49-F238E27FC236}">
                            <a16:creationId xmlns:a16="http://schemas.microsoft.com/office/drawing/2014/main" id="{AECC1F45-FBF7-0572-82CF-27641C36F58D}"/>
                          </a:ext>
                        </a:extLst>
                      </p:cNvPr>
                      <p:cNvSpPr/>
                      <p:nvPr/>
                    </p:nvSpPr>
                    <p:spPr>
                      <a:xfrm>
                        <a:off x="2210731" y="2895209"/>
                        <a:ext cx="3932" cy="47850"/>
                      </a:xfrm>
                      <a:custGeom>
                        <a:avLst/>
                        <a:gdLst>
                          <a:gd name="connsiteX0" fmla="*/ 0 w 3932"/>
                          <a:gd name="connsiteY0" fmla="*/ 47851 h 47850"/>
                          <a:gd name="connsiteX1" fmla="*/ 0 w 3932"/>
                          <a:gd name="connsiteY1" fmla="*/ 0 h 47850"/>
                          <a:gd name="connsiteX2" fmla="*/ 3932 w 3932"/>
                          <a:gd name="connsiteY2" fmla="*/ 0 h 47850"/>
                          <a:gd name="connsiteX3" fmla="*/ 3932 w 3932"/>
                          <a:gd name="connsiteY3" fmla="*/ 47851 h 47850"/>
                          <a:gd name="connsiteX4" fmla="*/ 0 w 3932"/>
                          <a:gd name="connsiteY4" fmla="*/ 47851 h 47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2" h="47850">
                            <a:moveTo>
                              <a:pt x="0" y="47851"/>
                            </a:moveTo>
                            <a:lnTo>
                              <a:pt x="0" y="0"/>
                            </a:lnTo>
                            <a:lnTo>
                              <a:pt x="3932" y="0"/>
                            </a:lnTo>
                            <a:lnTo>
                              <a:pt x="3932" y="47851"/>
                            </a:lnTo>
                            <a:lnTo>
                              <a:pt x="0" y="47851"/>
                            </a:lnTo>
                            <a:close/>
                          </a:path>
                        </a:pathLst>
                      </a:custGeom>
                      <a:solidFill>
                        <a:srgbClr val="26A6DE"/>
                      </a:solidFill>
                      <a:ln w="2767" cap="flat">
                        <a:noFill/>
                        <a:prstDash val="solid"/>
                        <a:miter/>
                      </a:ln>
                    </p:spPr>
                    <p:txBody>
                      <a:bodyPr rtlCol="0" anchor="ctr"/>
                      <a:lstStyle/>
                      <a:p>
                        <a:endParaRPr lang="en-US" sz="2000" dirty="0">
                          <a:latin typeface="Helvetica" pitchFamily="2" charset="0"/>
                        </a:endParaRPr>
                      </a:p>
                    </p:txBody>
                  </p:sp>
                  <p:sp>
                    <p:nvSpPr>
                      <p:cNvPr id="3596" name="Freeform 3595">
                        <a:extLst>
                          <a:ext uri="{FF2B5EF4-FFF2-40B4-BE49-F238E27FC236}">
                            <a16:creationId xmlns:a16="http://schemas.microsoft.com/office/drawing/2014/main" id="{10D450BE-7337-F50C-5FDF-76D0FD4D564A}"/>
                          </a:ext>
                        </a:extLst>
                      </p:cNvPr>
                      <p:cNvSpPr/>
                      <p:nvPr/>
                    </p:nvSpPr>
                    <p:spPr>
                      <a:xfrm>
                        <a:off x="2222971" y="2907781"/>
                        <a:ext cx="31983" cy="36303"/>
                      </a:xfrm>
                      <a:custGeom>
                        <a:avLst/>
                        <a:gdLst>
                          <a:gd name="connsiteX0" fmla="*/ 17307 w 31983"/>
                          <a:gd name="connsiteY0" fmla="*/ 15230 h 36303"/>
                          <a:gd name="connsiteX1" fmla="*/ 19965 w 31983"/>
                          <a:gd name="connsiteY1" fmla="*/ 14843 h 36303"/>
                          <a:gd name="connsiteX2" fmla="*/ 22485 w 31983"/>
                          <a:gd name="connsiteY2" fmla="*/ 14123 h 36303"/>
                          <a:gd name="connsiteX3" fmla="*/ 23704 w 31983"/>
                          <a:gd name="connsiteY3" fmla="*/ 12572 h 36303"/>
                          <a:gd name="connsiteX4" fmla="*/ 23925 w 31983"/>
                          <a:gd name="connsiteY4" fmla="*/ 10550 h 36303"/>
                          <a:gd name="connsiteX5" fmla="*/ 21987 w 31983"/>
                          <a:gd name="connsiteY5" fmla="*/ 5538 h 36303"/>
                          <a:gd name="connsiteX6" fmla="*/ 15479 w 31983"/>
                          <a:gd name="connsiteY6" fmla="*/ 3572 h 36303"/>
                          <a:gd name="connsiteX7" fmla="*/ 11741 w 31983"/>
                          <a:gd name="connsiteY7" fmla="*/ 3932 h 36303"/>
                          <a:gd name="connsiteX8" fmla="*/ 8750 w 31983"/>
                          <a:gd name="connsiteY8" fmla="*/ 5206 h 36303"/>
                          <a:gd name="connsiteX9" fmla="*/ 6646 w 31983"/>
                          <a:gd name="connsiteY9" fmla="*/ 7587 h 36303"/>
                          <a:gd name="connsiteX10" fmla="*/ 5566 w 31983"/>
                          <a:gd name="connsiteY10" fmla="*/ 11353 h 36303"/>
                          <a:gd name="connsiteX11" fmla="*/ 1578 w 31983"/>
                          <a:gd name="connsiteY11" fmla="*/ 11353 h 36303"/>
                          <a:gd name="connsiteX12" fmla="*/ 2963 w 31983"/>
                          <a:gd name="connsiteY12" fmla="*/ 6147 h 36303"/>
                          <a:gd name="connsiteX13" fmla="*/ 6009 w 31983"/>
                          <a:gd name="connsiteY13" fmla="*/ 2631 h 36303"/>
                          <a:gd name="connsiteX14" fmla="*/ 10329 w 31983"/>
                          <a:gd name="connsiteY14" fmla="*/ 637 h 36303"/>
                          <a:gd name="connsiteX15" fmla="*/ 15535 w 31983"/>
                          <a:gd name="connsiteY15" fmla="*/ 0 h 36303"/>
                          <a:gd name="connsiteX16" fmla="*/ 20353 w 31983"/>
                          <a:gd name="connsiteY16" fmla="*/ 554 h 36303"/>
                          <a:gd name="connsiteX17" fmla="*/ 24285 w 31983"/>
                          <a:gd name="connsiteY17" fmla="*/ 2354 h 36303"/>
                          <a:gd name="connsiteX18" fmla="*/ 26916 w 31983"/>
                          <a:gd name="connsiteY18" fmla="*/ 5649 h 36303"/>
                          <a:gd name="connsiteX19" fmla="*/ 27857 w 31983"/>
                          <a:gd name="connsiteY19" fmla="*/ 10689 h 36303"/>
                          <a:gd name="connsiteX20" fmla="*/ 27857 w 31983"/>
                          <a:gd name="connsiteY20" fmla="*/ 29436 h 36303"/>
                          <a:gd name="connsiteX21" fmla="*/ 28688 w 31983"/>
                          <a:gd name="connsiteY21" fmla="*/ 32399 h 36303"/>
                          <a:gd name="connsiteX22" fmla="*/ 31983 w 31983"/>
                          <a:gd name="connsiteY22" fmla="*/ 32094 h 36303"/>
                          <a:gd name="connsiteX23" fmla="*/ 31983 w 31983"/>
                          <a:gd name="connsiteY23" fmla="*/ 35223 h 36303"/>
                          <a:gd name="connsiteX24" fmla="*/ 30654 w 31983"/>
                          <a:gd name="connsiteY24" fmla="*/ 35611 h 36303"/>
                          <a:gd name="connsiteX25" fmla="*/ 28910 w 31983"/>
                          <a:gd name="connsiteY25" fmla="*/ 35888 h 36303"/>
                          <a:gd name="connsiteX26" fmla="*/ 27137 w 31983"/>
                          <a:gd name="connsiteY26" fmla="*/ 35694 h 36303"/>
                          <a:gd name="connsiteX27" fmla="*/ 25559 w 31983"/>
                          <a:gd name="connsiteY27" fmla="*/ 35057 h 36303"/>
                          <a:gd name="connsiteX28" fmla="*/ 24618 w 31983"/>
                          <a:gd name="connsiteY28" fmla="*/ 33866 h 36303"/>
                          <a:gd name="connsiteX29" fmla="*/ 24119 w 31983"/>
                          <a:gd name="connsiteY29" fmla="*/ 32343 h 36303"/>
                          <a:gd name="connsiteX30" fmla="*/ 23981 w 31983"/>
                          <a:gd name="connsiteY30" fmla="*/ 30571 h 36303"/>
                          <a:gd name="connsiteX31" fmla="*/ 18276 w 31983"/>
                          <a:gd name="connsiteY31" fmla="*/ 34836 h 36303"/>
                          <a:gd name="connsiteX32" fmla="*/ 11326 w 31983"/>
                          <a:gd name="connsiteY32" fmla="*/ 36303 h 36303"/>
                          <a:gd name="connsiteX33" fmla="*/ 7034 w 31983"/>
                          <a:gd name="connsiteY33" fmla="*/ 35694 h 36303"/>
                          <a:gd name="connsiteX34" fmla="*/ 3406 w 31983"/>
                          <a:gd name="connsiteY34" fmla="*/ 33839 h 36303"/>
                          <a:gd name="connsiteX35" fmla="*/ 914 w 31983"/>
                          <a:gd name="connsiteY35" fmla="*/ 30737 h 36303"/>
                          <a:gd name="connsiteX36" fmla="*/ 0 w 31983"/>
                          <a:gd name="connsiteY36" fmla="*/ 26390 h 36303"/>
                          <a:gd name="connsiteX37" fmla="*/ 11852 w 31983"/>
                          <a:gd name="connsiteY37" fmla="*/ 16033 h 36303"/>
                          <a:gd name="connsiteX38" fmla="*/ 17279 w 31983"/>
                          <a:gd name="connsiteY38" fmla="*/ 15313 h 36303"/>
                          <a:gd name="connsiteX39" fmla="*/ 23925 w 31983"/>
                          <a:gd name="connsiteY39" fmla="*/ 17224 h 36303"/>
                          <a:gd name="connsiteX40" fmla="*/ 18885 w 31983"/>
                          <a:gd name="connsiteY40" fmla="*/ 18608 h 36303"/>
                          <a:gd name="connsiteX41" fmla="*/ 13790 w 31983"/>
                          <a:gd name="connsiteY41" fmla="*/ 19135 h 36303"/>
                          <a:gd name="connsiteX42" fmla="*/ 6757 w 31983"/>
                          <a:gd name="connsiteY42" fmla="*/ 21184 h 36303"/>
                          <a:gd name="connsiteX43" fmla="*/ 4237 w 31983"/>
                          <a:gd name="connsiteY43" fmla="*/ 26445 h 36303"/>
                          <a:gd name="connsiteX44" fmla="*/ 4874 w 31983"/>
                          <a:gd name="connsiteY44" fmla="*/ 29214 h 36303"/>
                          <a:gd name="connsiteX45" fmla="*/ 6507 w 31983"/>
                          <a:gd name="connsiteY45" fmla="*/ 31153 h 36303"/>
                          <a:gd name="connsiteX46" fmla="*/ 8861 w 31983"/>
                          <a:gd name="connsiteY46" fmla="*/ 32288 h 36303"/>
                          <a:gd name="connsiteX47" fmla="*/ 11575 w 31983"/>
                          <a:gd name="connsiteY47" fmla="*/ 32648 h 36303"/>
                          <a:gd name="connsiteX48" fmla="*/ 16172 w 31983"/>
                          <a:gd name="connsiteY48" fmla="*/ 32039 h 36303"/>
                          <a:gd name="connsiteX49" fmla="*/ 20132 w 31983"/>
                          <a:gd name="connsiteY49" fmla="*/ 30211 h 36303"/>
                          <a:gd name="connsiteX50" fmla="*/ 22928 w 31983"/>
                          <a:gd name="connsiteY50" fmla="*/ 27082 h 36303"/>
                          <a:gd name="connsiteX51" fmla="*/ 23981 w 31983"/>
                          <a:gd name="connsiteY51" fmla="*/ 22596 h 36303"/>
                          <a:gd name="connsiteX52" fmla="*/ 23981 w 31983"/>
                          <a:gd name="connsiteY52" fmla="*/ 17224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31983" h="36303">
                            <a:moveTo>
                              <a:pt x="17307" y="15230"/>
                            </a:moveTo>
                            <a:cubicBezTo>
                              <a:pt x="18055" y="15147"/>
                              <a:pt x="18941" y="15009"/>
                              <a:pt x="19965" y="14843"/>
                            </a:cubicBezTo>
                            <a:cubicBezTo>
                              <a:pt x="20990" y="14676"/>
                              <a:pt x="21821" y="14427"/>
                              <a:pt x="22485" y="14123"/>
                            </a:cubicBezTo>
                            <a:cubicBezTo>
                              <a:pt x="23150" y="13818"/>
                              <a:pt x="23538" y="13292"/>
                              <a:pt x="23704" y="12572"/>
                            </a:cubicBezTo>
                            <a:cubicBezTo>
                              <a:pt x="23870" y="11852"/>
                              <a:pt x="23925" y="11160"/>
                              <a:pt x="23925" y="10550"/>
                            </a:cubicBezTo>
                            <a:cubicBezTo>
                              <a:pt x="23925" y="8501"/>
                              <a:pt x="23288" y="6840"/>
                              <a:pt x="21987" y="5538"/>
                            </a:cubicBezTo>
                            <a:cubicBezTo>
                              <a:pt x="20685" y="4237"/>
                              <a:pt x="18525" y="3572"/>
                              <a:pt x="15479" y="3572"/>
                            </a:cubicBezTo>
                            <a:cubicBezTo>
                              <a:pt x="14123" y="3572"/>
                              <a:pt x="12876" y="3683"/>
                              <a:pt x="11741" y="3932"/>
                            </a:cubicBezTo>
                            <a:cubicBezTo>
                              <a:pt x="10606" y="4181"/>
                              <a:pt x="9609" y="4597"/>
                              <a:pt x="8750" y="5206"/>
                            </a:cubicBezTo>
                            <a:cubicBezTo>
                              <a:pt x="7892" y="5815"/>
                              <a:pt x="7200" y="6591"/>
                              <a:pt x="6646" y="7587"/>
                            </a:cubicBezTo>
                            <a:cubicBezTo>
                              <a:pt x="6092" y="8584"/>
                              <a:pt x="5732" y="9830"/>
                              <a:pt x="5566" y="11353"/>
                            </a:cubicBezTo>
                            <a:lnTo>
                              <a:pt x="1578" y="11353"/>
                            </a:lnTo>
                            <a:cubicBezTo>
                              <a:pt x="1717" y="9304"/>
                              <a:pt x="2160" y="7587"/>
                              <a:pt x="2963" y="6147"/>
                            </a:cubicBezTo>
                            <a:cubicBezTo>
                              <a:pt x="3766" y="4708"/>
                              <a:pt x="4763" y="3544"/>
                              <a:pt x="6009" y="2631"/>
                            </a:cubicBezTo>
                            <a:cubicBezTo>
                              <a:pt x="7255" y="1717"/>
                              <a:pt x="8695" y="1052"/>
                              <a:pt x="10329" y="637"/>
                            </a:cubicBezTo>
                            <a:cubicBezTo>
                              <a:pt x="11963" y="221"/>
                              <a:pt x="13707" y="0"/>
                              <a:pt x="15535" y="0"/>
                            </a:cubicBezTo>
                            <a:cubicBezTo>
                              <a:pt x="17252" y="0"/>
                              <a:pt x="18830" y="194"/>
                              <a:pt x="20353" y="554"/>
                            </a:cubicBezTo>
                            <a:cubicBezTo>
                              <a:pt x="21848" y="941"/>
                              <a:pt x="23178" y="1523"/>
                              <a:pt x="24285" y="2354"/>
                            </a:cubicBezTo>
                            <a:cubicBezTo>
                              <a:pt x="25393" y="3184"/>
                              <a:pt x="26279" y="4264"/>
                              <a:pt x="26916" y="5649"/>
                            </a:cubicBezTo>
                            <a:cubicBezTo>
                              <a:pt x="27553" y="7034"/>
                              <a:pt x="27857" y="8695"/>
                              <a:pt x="27857" y="10689"/>
                            </a:cubicBezTo>
                            <a:lnTo>
                              <a:pt x="27857" y="29436"/>
                            </a:lnTo>
                            <a:cubicBezTo>
                              <a:pt x="27857" y="30987"/>
                              <a:pt x="28134" y="31983"/>
                              <a:pt x="28688" y="32399"/>
                            </a:cubicBezTo>
                            <a:cubicBezTo>
                              <a:pt x="29242" y="32814"/>
                              <a:pt x="30322" y="32731"/>
                              <a:pt x="31983" y="32094"/>
                            </a:cubicBezTo>
                            <a:lnTo>
                              <a:pt x="31983" y="35223"/>
                            </a:lnTo>
                            <a:cubicBezTo>
                              <a:pt x="31679" y="35306"/>
                              <a:pt x="31236" y="35445"/>
                              <a:pt x="30654" y="35611"/>
                            </a:cubicBezTo>
                            <a:cubicBezTo>
                              <a:pt x="30073" y="35777"/>
                              <a:pt x="29491" y="35888"/>
                              <a:pt x="28910" y="35888"/>
                            </a:cubicBezTo>
                            <a:cubicBezTo>
                              <a:pt x="28301" y="35888"/>
                              <a:pt x="27719" y="35833"/>
                              <a:pt x="27137" y="35694"/>
                            </a:cubicBezTo>
                            <a:cubicBezTo>
                              <a:pt x="26473" y="35611"/>
                              <a:pt x="25947" y="35389"/>
                              <a:pt x="25559" y="35057"/>
                            </a:cubicBezTo>
                            <a:cubicBezTo>
                              <a:pt x="25171" y="34725"/>
                              <a:pt x="24839" y="34337"/>
                              <a:pt x="24618" y="33866"/>
                            </a:cubicBezTo>
                            <a:cubicBezTo>
                              <a:pt x="24396" y="33396"/>
                              <a:pt x="24202" y="32897"/>
                              <a:pt x="24119" y="32343"/>
                            </a:cubicBezTo>
                            <a:cubicBezTo>
                              <a:pt x="24036" y="31790"/>
                              <a:pt x="23981" y="31208"/>
                              <a:pt x="23981" y="30571"/>
                            </a:cubicBezTo>
                            <a:cubicBezTo>
                              <a:pt x="22319" y="32426"/>
                              <a:pt x="20409" y="33839"/>
                              <a:pt x="18276" y="34836"/>
                            </a:cubicBezTo>
                            <a:cubicBezTo>
                              <a:pt x="16144" y="35805"/>
                              <a:pt x="13818" y="36303"/>
                              <a:pt x="11326" y="36303"/>
                            </a:cubicBezTo>
                            <a:cubicBezTo>
                              <a:pt x="9830" y="36303"/>
                              <a:pt x="8418" y="36109"/>
                              <a:pt x="7034" y="35694"/>
                            </a:cubicBezTo>
                            <a:cubicBezTo>
                              <a:pt x="5649" y="35306"/>
                              <a:pt x="4458" y="34669"/>
                              <a:pt x="3406" y="33839"/>
                            </a:cubicBezTo>
                            <a:cubicBezTo>
                              <a:pt x="2354" y="33008"/>
                              <a:pt x="1523" y="31956"/>
                              <a:pt x="914" y="30737"/>
                            </a:cubicBezTo>
                            <a:cubicBezTo>
                              <a:pt x="305" y="29519"/>
                              <a:pt x="0" y="28079"/>
                              <a:pt x="0" y="26390"/>
                            </a:cubicBezTo>
                            <a:cubicBezTo>
                              <a:pt x="0" y="20547"/>
                              <a:pt x="3960" y="17086"/>
                              <a:pt x="11852" y="16033"/>
                            </a:cubicBezTo>
                            <a:lnTo>
                              <a:pt x="17279" y="15313"/>
                            </a:lnTo>
                            <a:close/>
                            <a:moveTo>
                              <a:pt x="23925" y="17224"/>
                            </a:moveTo>
                            <a:cubicBezTo>
                              <a:pt x="22264" y="17944"/>
                              <a:pt x="20575" y="18387"/>
                              <a:pt x="18885" y="18608"/>
                            </a:cubicBezTo>
                            <a:cubicBezTo>
                              <a:pt x="17169" y="18830"/>
                              <a:pt x="15479" y="18996"/>
                              <a:pt x="13790" y="19135"/>
                            </a:cubicBezTo>
                            <a:cubicBezTo>
                              <a:pt x="10772" y="19356"/>
                              <a:pt x="8418" y="20049"/>
                              <a:pt x="6757" y="21184"/>
                            </a:cubicBezTo>
                            <a:cubicBezTo>
                              <a:pt x="5095" y="22319"/>
                              <a:pt x="4237" y="24091"/>
                              <a:pt x="4237" y="26445"/>
                            </a:cubicBezTo>
                            <a:cubicBezTo>
                              <a:pt x="4237" y="27497"/>
                              <a:pt x="4431" y="28439"/>
                              <a:pt x="4874" y="29214"/>
                            </a:cubicBezTo>
                            <a:cubicBezTo>
                              <a:pt x="5289" y="29990"/>
                              <a:pt x="5843" y="30627"/>
                              <a:pt x="6507" y="31153"/>
                            </a:cubicBezTo>
                            <a:cubicBezTo>
                              <a:pt x="7172" y="31651"/>
                              <a:pt x="7975" y="32039"/>
                              <a:pt x="8861" y="32288"/>
                            </a:cubicBezTo>
                            <a:cubicBezTo>
                              <a:pt x="9747" y="32537"/>
                              <a:pt x="10661" y="32648"/>
                              <a:pt x="11575" y="32648"/>
                            </a:cubicBezTo>
                            <a:cubicBezTo>
                              <a:pt x="13153" y="32648"/>
                              <a:pt x="14676" y="32454"/>
                              <a:pt x="16172" y="32039"/>
                            </a:cubicBezTo>
                            <a:cubicBezTo>
                              <a:pt x="17667" y="31651"/>
                              <a:pt x="18969" y="31042"/>
                              <a:pt x="20132" y="30211"/>
                            </a:cubicBezTo>
                            <a:cubicBezTo>
                              <a:pt x="21295" y="29380"/>
                              <a:pt x="22208" y="28356"/>
                              <a:pt x="22928" y="27082"/>
                            </a:cubicBezTo>
                            <a:cubicBezTo>
                              <a:pt x="23621" y="25808"/>
                              <a:pt x="23981" y="24313"/>
                              <a:pt x="23981" y="22596"/>
                            </a:cubicBezTo>
                            <a:lnTo>
                              <a:pt x="23981" y="17224"/>
                            </a:lnTo>
                            <a:close/>
                          </a:path>
                        </a:pathLst>
                      </a:custGeom>
                      <a:solidFill>
                        <a:srgbClr val="26A6DE"/>
                      </a:solidFill>
                      <a:ln w="2767" cap="flat">
                        <a:noFill/>
                        <a:prstDash val="solid"/>
                        <a:miter/>
                      </a:ln>
                    </p:spPr>
                    <p:txBody>
                      <a:bodyPr rtlCol="0" anchor="ctr"/>
                      <a:lstStyle/>
                      <a:p>
                        <a:endParaRPr lang="en-US" sz="2000" dirty="0">
                          <a:latin typeface="Helvetica" pitchFamily="2" charset="0"/>
                        </a:endParaRPr>
                      </a:p>
                    </p:txBody>
                  </p:sp>
                  <p:sp>
                    <p:nvSpPr>
                      <p:cNvPr id="3597" name="Freeform 3596">
                        <a:extLst>
                          <a:ext uri="{FF2B5EF4-FFF2-40B4-BE49-F238E27FC236}">
                            <a16:creationId xmlns:a16="http://schemas.microsoft.com/office/drawing/2014/main" id="{6DE99FA8-AF80-1C3A-24A9-52889710AB9C}"/>
                          </a:ext>
                        </a:extLst>
                      </p:cNvPr>
                      <p:cNvSpPr/>
                      <p:nvPr/>
                    </p:nvSpPr>
                    <p:spPr>
                      <a:xfrm>
                        <a:off x="2257668" y="2899058"/>
                        <a:ext cx="15368" cy="44942"/>
                      </a:xfrm>
                      <a:custGeom>
                        <a:avLst/>
                        <a:gdLst>
                          <a:gd name="connsiteX0" fmla="*/ 15369 w 15368"/>
                          <a:gd name="connsiteY0" fmla="*/ 44140 h 44942"/>
                          <a:gd name="connsiteX1" fmla="*/ 13458 w 15368"/>
                          <a:gd name="connsiteY1" fmla="*/ 44611 h 44942"/>
                          <a:gd name="connsiteX2" fmla="*/ 10827 w 15368"/>
                          <a:gd name="connsiteY2" fmla="*/ 44943 h 44942"/>
                          <a:gd name="connsiteX3" fmla="*/ 6341 w 15368"/>
                          <a:gd name="connsiteY3" fmla="*/ 43448 h 44942"/>
                          <a:gd name="connsiteX4" fmla="*/ 4791 w 15368"/>
                          <a:gd name="connsiteY4" fmla="*/ 38103 h 44942"/>
                          <a:gd name="connsiteX5" fmla="*/ 4791 w 15368"/>
                          <a:gd name="connsiteY5" fmla="*/ 12904 h 44942"/>
                          <a:gd name="connsiteX6" fmla="*/ 0 w 15368"/>
                          <a:gd name="connsiteY6" fmla="*/ 12904 h 44942"/>
                          <a:gd name="connsiteX7" fmla="*/ 0 w 15368"/>
                          <a:gd name="connsiteY7" fmla="*/ 9581 h 44942"/>
                          <a:gd name="connsiteX8" fmla="*/ 4791 w 15368"/>
                          <a:gd name="connsiteY8" fmla="*/ 9581 h 44942"/>
                          <a:gd name="connsiteX9" fmla="*/ 4791 w 15368"/>
                          <a:gd name="connsiteY9" fmla="*/ 0 h 44942"/>
                          <a:gd name="connsiteX10" fmla="*/ 8723 w 15368"/>
                          <a:gd name="connsiteY10" fmla="*/ 0 h 44942"/>
                          <a:gd name="connsiteX11" fmla="*/ 8723 w 15368"/>
                          <a:gd name="connsiteY11" fmla="*/ 9581 h 44942"/>
                          <a:gd name="connsiteX12" fmla="*/ 15064 w 15368"/>
                          <a:gd name="connsiteY12" fmla="*/ 9581 h 44942"/>
                          <a:gd name="connsiteX13" fmla="*/ 15064 w 15368"/>
                          <a:gd name="connsiteY13" fmla="*/ 12904 h 44942"/>
                          <a:gd name="connsiteX14" fmla="*/ 8723 w 15368"/>
                          <a:gd name="connsiteY14" fmla="*/ 12904 h 44942"/>
                          <a:gd name="connsiteX15" fmla="*/ 8723 w 15368"/>
                          <a:gd name="connsiteY15" fmla="*/ 36497 h 44942"/>
                          <a:gd name="connsiteX16" fmla="*/ 8778 w 15368"/>
                          <a:gd name="connsiteY16" fmla="*/ 38685 h 44942"/>
                          <a:gd name="connsiteX17" fmla="*/ 9166 w 15368"/>
                          <a:gd name="connsiteY17" fmla="*/ 40208 h 44942"/>
                          <a:gd name="connsiteX18" fmla="*/ 10190 w 15368"/>
                          <a:gd name="connsiteY18" fmla="*/ 41066 h 44942"/>
                          <a:gd name="connsiteX19" fmla="*/ 12129 w 15368"/>
                          <a:gd name="connsiteY19" fmla="*/ 41343 h 44942"/>
                          <a:gd name="connsiteX20" fmla="*/ 13735 w 15368"/>
                          <a:gd name="connsiteY20" fmla="*/ 41205 h 44942"/>
                          <a:gd name="connsiteX21" fmla="*/ 15341 w 15368"/>
                          <a:gd name="connsiteY21" fmla="*/ 40872 h 44942"/>
                          <a:gd name="connsiteX22" fmla="*/ 15341 w 15368"/>
                          <a:gd name="connsiteY22" fmla="*/ 44140 h 44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368" h="44942">
                            <a:moveTo>
                              <a:pt x="15369" y="44140"/>
                            </a:moveTo>
                            <a:cubicBezTo>
                              <a:pt x="14898" y="44223"/>
                              <a:pt x="14261" y="44389"/>
                              <a:pt x="13458" y="44611"/>
                            </a:cubicBezTo>
                            <a:cubicBezTo>
                              <a:pt x="12655" y="44832"/>
                              <a:pt x="11796" y="44943"/>
                              <a:pt x="10827" y="44943"/>
                            </a:cubicBezTo>
                            <a:cubicBezTo>
                              <a:pt x="8861" y="44943"/>
                              <a:pt x="7366" y="44445"/>
                              <a:pt x="6341" y="43448"/>
                            </a:cubicBezTo>
                            <a:cubicBezTo>
                              <a:pt x="5317" y="42451"/>
                              <a:pt x="4791" y="40679"/>
                              <a:pt x="4791" y="38103"/>
                            </a:cubicBezTo>
                            <a:lnTo>
                              <a:pt x="4791" y="12904"/>
                            </a:lnTo>
                            <a:lnTo>
                              <a:pt x="0" y="12904"/>
                            </a:lnTo>
                            <a:lnTo>
                              <a:pt x="0" y="9581"/>
                            </a:lnTo>
                            <a:lnTo>
                              <a:pt x="4791" y="9581"/>
                            </a:lnTo>
                            <a:lnTo>
                              <a:pt x="4791" y="0"/>
                            </a:lnTo>
                            <a:lnTo>
                              <a:pt x="8723" y="0"/>
                            </a:lnTo>
                            <a:lnTo>
                              <a:pt x="8723" y="9581"/>
                            </a:lnTo>
                            <a:lnTo>
                              <a:pt x="15064" y="9581"/>
                            </a:lnTo>
                            <a:lnTo>
                              <a:pt x="15064" y="12904"/>
                            </a:lnTo>
                            <a:lnTo>
                              <a:pt x="8723" y="12904"/>
                            </a:lnTo>
                            <a:lnTo>
                              <a:pt x="8723" y="36497"/>
                            </a:lnTo>
                            <a:cubicBezTo>
                              <a:pt x="8723" y="37328"/>
                              <a:pt x="8723" y="38076"/>
                              <a:pt x="8778" y="38685"/>
                            </a:cubicBezTo>
                            <a:cubicBezTo>
                              <a:pt x="8834" y="39294"/>
                              <a:pt x="8944" y="39820"/>
                              <a:pt x="9166" y="40208"/>
                            </a:cubicBezTo>
                            <a:cubicBezTo>
                              <a:pt x="9387" y="40596"/>
                              <a:pt x="9720" y="40900"/>
                              <a:pt x="10190" y="41066"/>
                            </a:cubicBezTo>
                            <a:cubicBezTo>
                              <a:pt x="10661" y="41232"/>
                              <a:pt x="11298" y="41343"/>
                              <a:pt x="12129" y="41343"/>
                            </a:cubicBezTo>
                            <a:cubicBezTo>
                              <a:pt x="12655" y="41343"/>
                              <a:pt x="13181" y="41288"/>
                              <a:pt x="13735" y="41205"/>
                            </a:cubicBezTo>
                            <a:cubicBezTo>
                              <a:pt x="14289" y="41122"/>
                              <a:pt x="14815" y="41011"/>
                              <a:pt x="15341" y="40872"/>
                            </a:cubicBezTo>
                            <a:lnTo>
                              <a:pt x="15341" y="44140"/>
                            </a:lnTo>
                            <a:close/>
                          </a:path>
                        </a:pathLst>
                      </a:custGeom>
                      <a:solidFill>
                        <a:srgbClr val="26A6DE"/>
                      </a:solidFill>
                      <a:ln w="2767" cap="flat">
                        <a:noFill/>
                        <a:prstDash val="solid"/>
                        <a:miter/>
                      </a:ln>
                    </p:spPr>
                    <p:txBody>
                      <a:bodyPr rtlCol="0" anchor="ctr"/>
                      <a:lstStyle/>
                      <a:p>
                        <a:endParaRPr lang="en-US" sz="2000" dirty="0">
                          <a:latin typeface="Helvetica" pitchFamily="2" charset="0"/>
                        </a:endParaRPr>
                      </a:p>
                    </p:txBody>
                  </p:sp>
                  <p:sp>
                    <p:nvSpPr>
                      <p:cNvPr id="3598" name="Freeform 3597">
                        <a:extLst>
                          <a:ext uri="{FF2B5EF4-FFF2-40B4-BE49-F238E27FC236}">
                            <a16:creationId xmlns:a16="http://schemas.microsoft.com/office/drawing/2014/main" id="{835FCAB1-C174-8EED-9372-71D4AF4037E1}"/>
                          </a:ext>
                        </a:extLst>
                      </p:cNvPr>
                      <p:cNvSpPr/>
                      <p:nvPr/>
                    </p:nvSpPr>
                    <p:spPr>
                      <a:xfrm>
                        <a:off x="2279710" y="2895209"/>
                        <a:ext cx="4319" cy="47850"/>
                      </a:xfrm>
                      <a:custGeom>
                        <a:avLst/>
                        <a:gdLst>
                          <a:gd name="connsiteX0" fmla="*/ 0 w 4319"/>
                          <a:gd name="connsiteY0" fmla="*/ 5926 h 47850"/>
                          <a:gd name="connsiteX1" fmla="*/ 0 w 4319"/>
                          <a:gd name="connsiteY1" fmla="*/ 0 h 47850"/>
                          <a:gd name="connsiteX2" fmla="*/ 4320 w 4319"/>
                          <a:gd name="connsiteY2" fmla="*/ 0 h 47850"/>
                          <a:gd name="connsiteX3" fmla="*/ 4320 w 4319"/>
                          <a:gd name="connsiteY3" fmla="*/ 5926 h 47850"/>
                          <a:gd name="connsiteX4" fmla="*/ 0 w 4319"/>
                          <a:gd name="connsiteY4" fmla="*/ 5926 h 47850"/>
                          <a:gd name="connsiteX5" fmla="*/ 194 w 4319"/>
                          <a:gd name="connsiteY5" fmla="*/ 47851 h 47850"/>
                          <a:gd name="connsiteX6" fmla="*/ 194 w 4319"/>
                          <a:gd name="connsiteY6" fmla="*/ 13430 h 47850"/>
                          <a:gd name="connsiteX7" fmla="*/ 4126 w 4319"/>
                          <a:gd name="connsiteY7" fmla="*/ 13430 h 47850"/>
                          <a:gd name="connsiteX8" fmla="*/ 4126 w 4319"/>
                          <a:gd name="connsiteY8" fmla="*/ 47851 h 47850"/>
                          <a:gd name="connsiteX9" fmla="*/ 194 w 4319"/>
                          <a:gd name="connsiteY9" fmla="*/ 47851 h 47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19" h="47850">
                            <a:moveTo>
                              <a:pt x="0" y="5926"/>
                            </a:moveTo>
                            <a:lnTo>
                              <a:pt x="0" y="0"/>
                            </a:lnTo>
                            <a:lnTo>
                              <a:pt x="4320" y="0"/>
                            </a:lnTo>
                            <a:lnTo>
                              <a:pt x="4320" y="5926"/>
                            </a:lnTo>
                            <a:lnTo>
                              <a:pt x="0" y="5926"/>
                            </a:lnTo>
                            <a:close/>
                            <a:moveTo>
                              <a:pt x="194" y="47851"/>
                            </a:moveTo>
                            <a:lnTo>
                              <a:pt x="194" y="13430"/>
                            </a:lnTo>
                            <a:lnTo>
                              <a:pt x="4126" y="13430"/>
                            </a:lnTo>
                            <a:lnTo>
                              <a:pt x="4126" y="47851"/>
                            </a:lnTo>
                            <a:lnTo>
                              <a:pt x="194" y="47851"/>
                            </a:lnTo>
                            <a:close/>
                          </a:path>
                        </a:pathLst>
                      </a:custGeom>
                      <a:solidFill>
                        <a:srgbClr val="26A6DE"/>
                      </a:solidFill>
                      <a:ln w="2767" cap="flat">
                        <a:noFill/>
                        <a:prstDash val="solid"/>
                        <a:miter/>
                      </a:ln>
                    </p:spPr>
                    <p:txBody>
                      <a:bodyPr rtlCol="0" anchor="ctr"/>
                      <a:lstStyle/>
                      <a:p>
                        <a:endParaRPr lang="en-US" sz="2000" dirty="0">
                          <a:latin typeface="Helvetica" pitchFamily="2" charset="0"/>
                        </a:endParaRPr>
                      </a:p>
                    </p:txBody>
                  </p:sp>
                  <p:sp>
                    <p:nvSpPr>
                      <p:cNvPr id="3599" name="Freeform 3598">
                        <a:extLst>
                          <a:ext uri="{FF2B5EF4-FFF2-40B4-BE49-F238E27FC236}">
                            <a16:creationId xmlns:a16="http://schemas.microsoft.com/office/drawing/2014/main" id="{F731015D-B33A-D481-91C4-1A56E7BC42AB}"/>
                          </a:ext>
                        </a:extLst>
                      </p:cNvPr>
                      <p:cNvSpPr/>
                      <p:nvPr/>
                    </p:nvSpPr>
                    <p:spPr>
                      <a:xfrm>
                        <a:off x="2291618" y="2907698"/>
                        <a:ext cx="31374" cy="36303"/>
                      </a:xfrm>
                      <a:custGeom>
                        <a:avLst/>
                        <a:gdLst>
                          <a:gd name="connsiteX0" fmla="*/ 15729 w 31374"/>
                          <a:gd name="connsiteY0" fmla="*/ 36303 h 36303"/>
                          <a:gd name="connsiteX1" fmla="*/ 9609 w 31374"/>
                          <a:gd name="connsiteY1" fmla="*/ 35113 h 36303"/>
                          <a:gd name="connsiteX2" fmla="*/ 4624 w 31374"/>
                          <a:gd name="connsiteY2" fmla="*/ 31734 h 36303"/>
                          <a:gd name="connsiteX3" fmla="*/ 1246 w 31374"/>
                          <a:gd name="connsiteY3" fmla="*/ 26085 h 36303"/>
                          <a:gd name="connsiteX4" fmla="*/ 0 w 31374"/>
                          <a:gd name="connsiteY4" fmla="*/ 18166 h 36303"/>
                          <a:gd name="connsiteX5" fmla="*/ 969 w 31374"/>
                          <a:gd name="connsiteY5" fmla="*/ 11077 h 36303"/>
                          <a:gd name="connsiteX6" fmla="*/ 3904 w 31374"/>
                          <a:gd name="connsiteY6" fmla="*/ 5317 h 36303"/>
                          <a:gd name="connsiteX7" fmla="*/ 8806 w 31374"/>
                          <a:gd name="connsiteY7" fmla="*/ 1440 h 36303"/>
                          <a:gd name="connsiteX8" fmla="*/ 15673 w 31374"/>
                          <a:gd name="connsiteY8" fmla="*/ 0 h 36303"/>
                          <a:gd name="connsiteX9" fmla="*/ 22624 w 31374"/>
                          <a:gd name="connsiteY9" fmla="*/ 1440 h 36303"/>
                          <a:gd name="connsiteX10" fmla="*/ 27525 w 31374"/>
                          <a:gd name="connsiteY10" fmla="*/ 5289 h 36303"/>
                          <a:gd name="connsiteX11" fmla="*/ 30433 w 31374"/>
                          <a:gd name="connsiteY11" fmla="*/ 11049 h 36303"/>
                          <a:gd name="connsiteX12" fmla="*/ 31374 w 31374"/>
                          <a:gd name="connsiteY12" fmla="*/ 18166 h 36303"/>
                          <a:gd name="connsiteX13" fmla="*/ 30267 w 31374"/>
                          <a:gd name="connsiteY13" fmla="*/ 25614 h 36303"/>
                          <a:gd name="connsiteX14" fmla="*/ 27082 w 31374"/>
                          <a:gd name="connsiteY14" fmla="*/ 31319 h 36303"/>
                          <a:gd name="connsiteX15" fmla="*/ 22098 w 31374"/>
                          <a:gd name="connsiteY15" fmla="*/ 35002 h 36303"/>
                          <a:gd name="connsiteX16" fmla="*/ 15646 w 31374"/>
                          <a:gd name="connsiteY16" fmla="*/ 36303 h 36303"/>
                          <a:gd name="connsiteX17" fmla="*/ 27248 w 31374"/>
                          <a:gd name="connsiteY17" fmla="*/ 18166 h 36303"/>
                          <a:gd name="connsiteX18" fmla="*/ 26584 w 31374"/>
                          <a:gd name="connsiteY18" fmla="*/ 12461 h 36303"/>
                          <a:gd name="connsiteX19" fmla="*/ 24562 w 31374"/>
                          <a:gd name="connsiteY19" fmla="*/ 7837 h 36303"/>
                          <a:gd name="connsiteX20" fmla="*/ 21018 w 31374"/>
                          <a:gd name="connsiteY20" fmla="*/ 4735 h 36303"/>
                          <a:gd name="connsiteX21" fmla="*/ 15701 w 31374"/>
                          <a:gd name="connsiteY21" fmla="*/ 3600 h 36303"/>
                          <a:gd name="connsiteX22" fmla="*/ 10440 w 31374"/>
                          <a:gd name="connsiteY22" fmla="*/ 4818 h 36303"/>
                          <a:gd name="connsiteX23" fmla="*/ 6867 w 31374"/>
                          <a:gd name="connsiteY23" fmla="*/ 8086 h 36303"/>
                          <a:gd name="connsiteX24" fmla="*/ 4846 w 31374"/>
                          <a:gd name="connsiteY24" fmla="*/ 12738 h 36303"/>
                          <a:gd name="connsiteX25" fmla="*/ 4181 w 31374"/>
                          <a:gd name="connsiteY25" fmla="*/ 18166 h 36303"/>
                          <a:gd name="connsiteX26" fmla="*/ 4929 w 31374"/>
                          <a:gd name="connsiteY26" fmla="*/ 24036 h 36303"/>
                          <a:gd name="connsiteX27" fmla="*/ 7117 w 31374"/>
                          <a:gd name="connsiteY27" fmla="*/ 28661 h 36303"/>
                          <a:gd name="connsiteX28" fmla="*/ 10717 w 31374"/>
                          <a:gd name="connsiteY28" fmla="*/ 31651 h 36303"/>
                          <a:gd name="connsiteX29" fmla="*/ 15701 w 31374"/>
                          <a:gd name="connsiteY29" fmla="*/ 32703 h 36303"/>
                          <a:gd name="connsiteX30" fmla="*/ 20962 w 31374"/>
                          <a:gd name="connsiteY30" fmla="*/ 31485 h 36303"/>
                          <a:gd name="connsiteX31" fmla="*/ 24535 w 31374"/>
                          <a:gd name="connsiteY31" fmla="*/ 28190 h 36303"/>
                          <a:gd name="connsiteX32" fmla="*/ 26556 w 31374"/>
                          <a:gd name="connsiteY32" fmla="*/ 23538 h 36303"/>
                          <a:gd name="connsiteX33" fmla="*/ 27221 w 31374"/>
                          <a:gd name="connsiteY33" fmla="*/ 18166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1374" h="36303">
                            <a:moveTo>
                              <a:pt x="15729" y="36303"/>
                            </a:moveTo>
                            <a:cubicBezTo>
                              <a:pt x="13541" y="36248"/>
                              <a:pt x="11492" y="35860"/>
                              <a:pt x="9609" y="35113"/>
                            </a:cubicBezTo>
                            <a:cubicBezTo>
                              <a:pt x="7698" y="34365"/>
                              <a:pt x="6037" y="33230"/>
                              <a:pt x="4624" y="31734"/>
                            </a:cubicBezTo>
                            <a:cubicBezTo>
                              <a:pt x="3212" y="30239"/>
                              <a:pt x="2077" y="28356"/>
                              <a:pt x="1246" y="26085"/>
                            </a:cubicBezTo>
                            <a:cubicBezTo>
                              <a:pt x="415" y="23815"/>
                              <a:pt x="0" y="21184"/>
                              <a:pt x="0" y="18166"/>
                            </a:cubicBezTo>
                            <a:cubicBezTo>
                              <a:pt x="0" y="15646"/>
                              <a:pt x="332" y="13292"/>
                              <a:pt x="969" y="11077"/>
                            </a:cubicBezTo>
                            <a:cubicBezTo>
                              <a:pt x="1634" y="8889"/>
                              <a:pt x="2603" y="6978"/>
                              <a:pt x="3904" y="5317"/>
                            </a:cubicBezTo>
                            <a:cubicBezTo>
                              <a:pt x="5206" y="3683"/>
                              <a:pt x="6840" y="2381"/>
                              <a:pt x="8806" y="1440"/>
                            </a:cubicBezTo>
                            <a:cubicBezTo>
                              <a:pt x="10772" y="498"/>
                              <a:pt x="13070" y="0"/>
                              <a:pt x="15673" y="0"/>
                            </a:cubicBezTo>
                            <a:cubicBezTo>
                              <a:pt x="18276" y="0"/>
                              <a:pt x="20658" y="471"/>
                              <a:pt x="22624" y="1440"/>
                            </a:cubicBezTo>
                            <a:cubicBezTo>
                              <a:pt x="24590" y="2381"/>
                              <a:pt x="26224" y="3683"/>
                              <a:pt x="27525" y="5289"/>
                            </a:cubicBezTo>
                            <a:cubicBezTo>
                              <a:pt x="28827" y="6895"/>
                              <a:pt x="29796" y="8834"/>
                              <a:pt x="30433" y="11049"/>
                            </a:cubicBezTo>
                            <a:cubicBezTo>
                              <a:pt x="31070" y="13264"/>
                              <a:pt x="31374" y="15646"/>
                              <a:pt x="31374" y="18166"/>
                            </a:cubicBezTo>
                            <a:cubicBezTo>
                              <a:pt x="31374" y="20907"/>
                              <a:pt x="31014" y="23399"/>
                              <a:pt x="30267" y="25614"/>
                            </a:cubicBezTo>
                            <a:cubicBezTo>
                              <a:pt x="29519" y="27830"/>
                              <a:pt x="28467" y="29740"/>
                              <a:pt x="27082" y="31319"/>
                            </a:cubicBezTo>
                            <a:cubicBezTo>
                              <a:pt x="25698" y="32925"/>
                              <a:pt x="24036" y="34143"/>
                              <a:pt x="22098" y="35002"/>
                            </a:cubicBezTo>
                            <a:cubicBezTo>
                              <a:pt x="20159" y="35860"/>
                              <a:pt x="17999" y="36303"/>
                              <a:pt x="15646" y="36303"/>
                            </a:cubicBezTo>
                            <a:close/>
                            <a:moveTo>
                              <a:pt x="27248" y="18166"/>
                            </a:moveTo>
                            <a:cubicBezTo>
                              <a:pt x="27248" y="16116"/>
                              <a:pt x="27027" y="14233"/>
                              <a:pt x="26584" y="12461"/>
                            </a:cubicBezTo>
                            <a:cubicBezTo>
                              <a:pt x="26141" y="10689"/>
                              <a:pt x="25476" y="9138"/>
                              <a:pt x="24562" y="7837"/>
                            </a:cubicBezTo>
                            <a:cubicBezTo>
                              <a:pt x="23648" y="6535"/>
                              <a:pt x="22458" y="5511"/>
                              <a:pt x="21018" y="4735"/>
                            </a:cubicBezTo>
                            <a:cubicBezTo>
                              <a:pt x="19578" y="3960"/>
                              <a:pt x="17806" y="3600"/>
                              <a:pt x="15701" y="3600"/>
                            </a:cubicBezTo>
                            <a:cubicBezTo>
                              <a:pt x="13596" y="3600"/>
                              <a:pt x="11880" y="4015"/>
                              <a:pt x="10440" y="4818"/>
                            </a:cubicBezTo>
                            <a:cubicBezTo>
                              <a:pt x="8972" y="5649"/>
                              <a:pt x="7781" y="6729"/>
                              <a:pt x="6867" y="8086"/>
                            </a:cubicBezTo>
                            <a:cubicBezTo>
                              <a:pt x="5954" y="9443"/>
                              <a:pt x="5261" y="10994"/>
                              <a:pt x="4846" y="12738"/>
                            </a:cubicBezTo>
                            <a:cubicBezTo>
                              <a:pt x="4403" y="14483"/>
                              <a:pt x="4181" y="16283"/>
                              <a:pt x="4181" y="18166"/>
                            </a:cubicBezTo>
                            <a:cubicBezTo>
                              <a:pt x="4181" y="20298"/>
                              <a:pt x="4431" y="22264"/>
                              <a:pt x="4929" y="24036"/>
                            </a:cubicBezTo>
                            <a:cubicBezTo>
                              <a:pt x="5428" y="25836"/>
                              <a:pt x="6175" y="27359"/>
                              <a:pt x="7117" y="28661"/>
                            </a:cubicBezTo>
                            <a:cubicBezTo>
                              <a:pt x="8086" y="29934"/>
                              <a:pt x="9277" y="30931"/>
                              <a:pt x="10717" y="31651"/>
                            </a:cubicBezTo>
                            <a:cubicBezTo>
                              <a:pt x="12157" y="32371"/>
                              <a:pt x="13818" y="32703"/>
                              <a:pt x="15701" y="32703"/>
                            </a:cubicBezTo>
                            <a:cubicBezTo>
                              <a:pt x="17750" y="32703"/>
                              <a:pt x="19522" y="32288"/>
                              <a:pt x="20962" y="31485"/>
                            </a:cubicBezTo>
                            <a:cubicBezTo>
                              <a:pt x="22430" y="30654"/>
                              <a:pt x="23621" y="29574"/>
                              <a:pt x="24535" y="28190"/>
                            </a:cubicBezTo>
                            <a:cubicBezTo>
                              <a:pt x="25448" y="26805"/>
                              <a:pt x="26141" y="25254"/>
                              <a:pt x="26556" y="23538"/>
                            </a:cubicBezTo>
                            <a:cubicBezTo>
                              <a:pt x="26971" y="21821"/>
                              <a:pt x="27221" y="20021"/>
                              <a:pt x="27221" y="18166"/>
                            </a:cubicBezTo>
                            <a:close/>
                          </a:path>
                        </a:pathLst>
                      </a:custGeom>
                      <a:solidFill>
                        <a:srgbClr val="26A6DE"/>
                      </a:solidFill>
                      <a:ln w="2767" cap="flat">
                        <a:noFill/>
                        <a:prstDash val="solid"/>
                        <a:miter/>
                      </a:ln>
                    </p:spPr>
                    <p:txBody>
                      <a:bodyPr rtlCol="0" anchor="ctr"/>
                      <a:lstStyle/>
                      <a:p>
                        <a:endParaRPr lang="en-US" sz="2000" dirty="0">
                          <a:latin typeface="Helvetica" pitchFamily="2" charset="0"/>
                        </a:endParaRPr>
                      </a:p>
                    </p:txBody>
                  </p:sp>
                  <p:sp>
                    <p:nvSpPr>
                      <p:cNvPr id="3600" name="Freeform 3599">
                        <a:extLst>
                          <a:ext uri="{FF2B5EF4-FFF2-40B4-BE49-F238E27FC236}">
                            <a16:creationId xmlns:a16="http://schemas.microsoft.com/office/drawing/2014/main" id="{C021D294-20C3-D5FF-D45B-A938757730F2}"/>
                          </a:ext>
                        </a:extLst>
                      </p:cNvPr>
                      <p:cNvSpPr/>
                      <p:nvPr/>
                    </p:nvSpPr>
                    <p:spPr>
                      <a:xfrm>
                        <a:off x="2330275" y="2907698"/>
                        <a:ext cx="26915" cy="35389"/>
                      </a:xfrm>
                      <a:custGeom>
                        <a:avLst/>
                        <a:gdLst>
                          <a:gd name="connsiteX0" fmla="*/ 3932 w 26915"/>
                          <a:gd name="connsiteY0" fmla="*/ 35362 h 35389"/>
                          <a:gd name="connsiteX1" fmla="*/ 0 w 26915"/>
                          <a:gd name="connsiteY1" fmla="*/ 35362 h 35389"/>
                          <a:gd name="connsiteX2" fmla="*/ 0 w 26915"/>
                          <a:gd name="connsiteY2" fmla="*/ 942 h 35389"/>
                          <a:gd name="connsiteX3" fmla="*/ 3932 w 26915"/>
                          <a:gd name="connsiteY3" fmla="*/ 942 h 35389"/>
                          <a:gd name="connsiteX4" fmla="*/ 3932 w 26915"/>
                          <a:gd name="connsiteY4" fmla="*/ 5732 h 35389"/>
                          <a:gd name="connsiteX5" fmla="*/ 8806 w 26915"/>
                          <a:gd name="connsiteY5" fmla="*/ 1606 h 35389"/>
                          <a:gd name="connsiteX6" fmla="*/ 14870 w 26915"/>
                          <a:gd name="connsiteY6" fmla="*/ 0 h 35389"/>
                          <a:gd name="connsiteX7" fmla="*/ 20713 w 26915"/>
                          <a:gd name="connsiteY7" fmla="*/ 1108 h 35389"/>
                          <a:gd name="connsiteX8" fmla="*/ 25227 w 26915"/>
                          <a:gd name="connsiteY8" fmla="*/ 4929 h 35389"/>
                          <a:gd name="connsiteX9" fmla="*/ 26694 w 26915"/>
                          <a:gd name="connsiteY9" fmla="*/ 8751 h 35389"/>
                          <a:gd name="connsiteX10" fmla="*/ 26916 w 26915"/>
                          <a:gd name="connsiteY10" fmla="*/ 12849 h 35389"/>
                          <a:gd name="connsiteX11" fmla="*/ 26916 w 26915"/>
                          <a:gd name="connsiteY11" fmla="*/ 35390 h 35389"/>
                          <a:gd name="connsiteX12" fmla="*/ 22984 w 26915"/>
                          <a:gd name="connsiteY12" fmla="*/ 35390 h 35389"/>
                          <a:gd name="connsiteX13" fmla="*/ 22984 w 26915"/>
                          <a:gd name="connsiteY13" fmla="*/ 12932 h 35389"/>
                          <a:gd name="connsiteX14" fmla="*/ 20962 w 26915"/>
                          <a:gd name="connsiteY14" fmla="*/ 5954 h 35389"/>
                          <a:gd name="connsiteX15" fmla="*/ 14206 w 26915"/>
                          <a:gd name="connsiteY15" fmla="*/ 3628 h 35389"/>
                          <a:gd name="connsiteX16" fmla="*/ 10855 w 26915"/>
                          <a:gd name="connsiteY16" fmla="*/ 4181 h 35389"/>
                          <a:gd name="connsiteX17" fmla="*/ 8141 w 26915"/>
                          <a:gd name="connsiteY17" fmla="*/ 5677 h 35389"/>
                          <a:gd name="connsiteX18" fmla="*/ 6092 w 26915"/>
                          <a:gd name="connsiteY18" fmla="*/ 7809 h 35389"/>
                          <a:gd name="connsiteX19" fmla="*/ 4791 w 26915"/>
                          <a:gd name="connsiteY19" fmla="*/ 10329 h 35389"/>
                          <a:gd name="connsiteX20" fmla="*/ 4071 w 26915"/>
                          <a:gd name="connsiteY20" fmla="*/ 13513 h 35389"/>
                          <a:gd name="connsiteX21" fmla="*/ 3932 w 26915"/>
                          <a:gd name="connsiteY21" fmla="*/ 16836 h 35389"/>
                          <a:gd name="connsiteX22" fmla="*/ 3932 w 26915"/>
                          <a:gd name="connsiteY22" fmla="*/ 35390 h 35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6915" h="35389">
                            <a:moveTo>
                              <a:pt x="3932" y="35362"/>
                            </a:moveTo>
                            <a:lnTo>
                              <a:pt x="0" y="35362"/>
                            </a:lnTo>
                            <a:lnTo>
                              <a:pt x="0" y="942"/>
                            </a:lnTo>
                            <a:lnTo>
                              <a:pt x="3932" y="942"/>
                            </a:lnTo>
                            <a:lnTo>
                              <a:pt x="3932" y="5732"/>
                            </a:lnTo>
                            <a:cubicBezTo>
                              <a:pt x="5511" y="4043"/>
                              <a:pt x="7117" y="2686"/>
                              <a:pt x="8806" y="1606"/>
                            </a:cubicBezTo>
                            <a:cubicBezTo>
                              <a:pt x="10495" y="554"/>
                              <a:pt x="12516" y="0"/>
                              <a:pt x="14870" y="0"/>
                            </a:cubicBezTo>
                            <a:cubicBezTo>
                              <a:pt x="16975" y="0"/>
                              <a:pt x="18913" y="360"/>
                              <a:pt x="20713" y="1108"/>
                            </a:cubicBezTo>
                            <a:cubicBezTo>
                              <a:pt x="22513" y="1828"/>
                              <a:pt x="24008" y="3101"/>
                              <a:pt x="25227" y="4929"/>
                            </a:cubicBezTo>
                            <a:cubicBezTo>
                              <a:pt x="26057" y="6175"/>
                              <a:pt x="26556" y="7449"/>
                              <a:pt x="26694" y="8751"/>
                            </a:cubicBezTo>
                            <a:cubicBezTo>
                              <a:pt x="26861" y="10052"/>
                              <a:pt x="26916" y="11409"/>
                              <a:pt x="26916" y="12849"/>
                            </a:cubicBezTo>
                            <a:lnTo>
                              <a:pt x="26916" y="35390"/>
                            </a:lnTo>
                            <a:lnTo>
                              <a:pt x="22984" y="35390"/>
                            </a:lnTo>
                            <a:lnTo>
                              <a:pt x="22984" y="12932"/>
                            </a:lnTo>
                            <a:cubicBezTo>
                              <a:pt x="22984" y="9830"/>
                              <a:pt x="22319" y="7504"/>
                              <a:pt x="20962" y="5954"/>
                            </a:cubicBezTo>
                            <a:cubicBezTo>
                              <a:pt x="19605" y="4403"/>
                              <a:pt x="17362" y="3628"/>
                              <a:pt x="14206" y="3628"/>
                            </a:cubicBezTo>
                            <a:cubicBezTo>
                              <a:pt x="12987" y="3628"/>
                              <a:pt x="11880" y="3821"/>
                              <a:pt x="10855" y="4181"/>
                            </a:cubicBezTo>
                            <a:cubicBezTo>
                              <a:pt x="9858" y="4569"/>
                              <a:pt x="8944" y="5068"/>
                              <a:pt x="8141" y="5677"/>
                            </a:cubicBezTo>
                            <a:cubicBezTo>
                              <a:pt x="7338" y="6286"/>
                              <a:pt x="6646" y="7006"/>
                              <a:pt x="6092" y="7809"/>
                            </a:cubicBezTo>
                            <a:cubicBezTo>
                              <a:pt x="5511" y="8612"/>
                              <a:pt x="5095" y="9443"/>
                              <a:pt x="4791" y="10329"/>
                            </a:cubicBezTo>
                            <a:cubicBezTo>
                              <a:pt x="4403" y="11437"/>
                              <a:pt x="4154" y="12489"/>
                              <a:pt x="4071" y="13513"/>
                            </a:cubicBezTo>
                            <a:cubicBezTo>
                              <a:pt x="3987" y="14538"/>
                              <a:pt x="3932" y="15646"/>
                              <a:pt x="3932" y="16836"/>
                            </a:cubicBezTo>
                            <a:lnTo>
                              <a:pt x="3932" y="35390"/>
                            </a:lnTo>
                            <a:close/>
                          </a:path>
                        </a:pathLst>
                      </a:custGeom>
                      <a:solidFill>
                        <a:srgbClr val="26A6DE"/>
                      </a:solidFill>
                      <a:ln w="2767" cap="flat">
                        <a:noFill/>
                        <a:prstDash val="solid"/>
                        <a:miter/>
                      </a:ln>
                    </p:spPr>
                    <p:txBody>
                      <a:bodyPr rtlCol="0" anchor="ctr"/>
                      <a:lstStyle/>
                      <a:p>
                        <a:endParaRPr lang="en-US" sz="2000" dirty="0">
                          <a:latin typeface="Helvetica" pitchFamily="2" charset="0"/>
                        </a:endParaRPr>
                      </a:p>
                    </p:txBody>
                  </p:sp>
                </p:grpSp>
                <p:sp>
                  <p:nvSpPr>
                    <p:cNvPr id="3582" name="Freeform 3581">
                      <a:extLst>
                        <a:ext uri="{FF2B5EF4-FFF2-40B4-BE49-F238E27FC236}">
                          <a16:creationId xmlns:a16="http://schemas.microsoft.com/office/drawing/2014/main" id="{D1263DAC-4E52-F743-79AB-4CA5E64D85CE}"/>
                        </a:ext>
                      </a:extLst>
                    </p:cNvPr>
                    <p:cNvSpPr/>
                    <p:nvPr/>
                  </p:nvSpPr>
                  <p:spPr>
                    <a:xfrm>
                      <a:off x="1650674" y="2924506"/>
                      <a:ext cx="83434" cy="2769"/>
                    </a:xfrm>
                    <a:custGeom>
                      <a:avLst/>
                      <a:gdLst>
                        <a:gd name="connsiteX0" fmla="*/ 0 w 83434"/>
                        <a:gd name="connsiteY0" fmla="*/ 0 h 2769"/>
                        <a:gd name="connsiteX1" fmla="*/ 83434 w 83434"/>
                        <a:gd name="connsiteY1" fmla="*/ 0 h 2769"/>
                      </a:gdLst>
                      <a:ahLst/>
                      <a:cxnLst>
                        <a:cxn ang="0">
                          <a:pos x="connsiteX0" y="connsiteY0"/>
                        </a:cxn>
                        <a:cxn ang="0">
                          <a:pos x="connsiteX1" y="connsiteY1"/>
                        </a:cxn>
                      </a:cxnLst>
                      <a:rect l="l" t="t" r="r" b="b"/>
                      <a:pathLst>
                        <a:path w="83434" h="2769">
                          <a:moveTo>
                            <a:pt x="0" y="0"/>
                          </a:moveTo>
                          <a:lnTo>
                            <a:pt x="83434" y="0"/>
                          </a:lnTo>
                        </a:path>
                      </a:pathLst>
                    </a:custGeom>
                    <a:ln w="5534" cap="flat">
                      <a:solidFill>
                        <a:srgbClr val="26A6DE"/>
                      </a:solidFill>
                      <a:prstDash val="solid"/>
                      <a:miter/>
                    </a:ln>
                  </p:spPr>
                  <p:txBody>
                    <a:bodyPr rtlCol="0" anchor="ctr"/>
                    <a:lstStyle/>
                    <a:p>
                      <a:endParaRPr lang="en-US" sz="2000" dirty="0">
                        <a:latin typeface="Helvetica" pitchFamily="2" charset="0"/>
                      </a:endParaRPr>
                    </a:p>
                  </p:txBody>
                </p:sp>
              </p:grpSp>
              <p:grpSp>
                <p:nvGrpSpPr>
                  <p:cNvPr id="5" name="Group 4">
                    <a:extLst>
                      <a:ext uri="{FF2B5EF4-FFF2-40B4-BE49-F238E27FC236}">
                        <a16:creationId xmlns:a16="http://schemas.microsoft.com/office/drawing/2014/main" id="{4B7B32DF-A318-E4AB-BFE1-8151F0961703}"/>
                      </a:ext>
                    </a:extLst>
                  </p:cNvPr>
                  <p:cNvGrpSpPr/>
                  <p:nvPr/>
                </p:nvGrpSpPr>
                <p:grpSpPr>
                  <a:xfrm>
                    <a:off x="1374810" y="1586970"/>
                    <a:ext cx="9590710" cy="259716"/>
                    <a:chOff x="2174837" y="1389080"/>
                    <a:chExt cx="7743984" cy="209707"/>
                  </a:xfrm>
                </p:grpSpPr>
                <p:grpSp>
                  <p:nvGrpSpPr>
                    <p:cNvPr id="61" name="Graphic 14">
                      <a:extLst>
                        <a:ext uri="{FF2B5EF4-FFF2-40B4-BE49-F238E27FC236}">
                          <a16:creationId xmlns:a16="http://schemas.microsoft.com/office/drawing/2014/main" id="{E1688452-B8EB-BF88-3441-6456BA6B8B2E}"/>
                        </a:ext>
                      </a:extLst>
                    </p:cNvPr>
                    <p:cNvGrpSpPr/>
                    <p:nvPr/>
                  </p:nvGrpSpPr>
                  <p:grpSpPr>
                    <a:xfrm>
                      <a:off x="2174837" y="1389080"/>
                      <a:ext cx="698890" cy="195954"/>
                      <a:chOff x="1635803" y="2367938"/>
                      <a:chExt cx="233576" cy="65490"/>
                    </a:xfrm>
                    <a:solidFill>
                      <a:srgbClr val="26A6DE"/>
                    </a:solidFill>
                  </p:grpSpPr>
                  <p:grpSp>
                    <p:nvGrpSpPr>
                      <p:cNvPr id="62" name="Graphic 14">
                        <a:extLst>
                          <a:ext uri="{FF2B5EF4-FFF2-40B4-BE49-F238E27FC236}">
                            <a16:creationId xmlns:a16="http://schemas.microsoft.com/office/drawing/2014/main" id="{54F9F91E-E734-5B9D-3E36-F3DAF3AF61CA}"/>
                          </a:ext>
                        </a:extLst>
                      </p:cNvPr>
                      <p:cNvGrpSpPr/>
                      <p:nvPr/>
                    </p:nvGrpSpPr>
                    <p:grpSpPr>
                      <a:xfrm>
                        <a:off x="1719957" y="2367938"/>
                        <a:ext cx="67622" cy="47850"/>
                        <a:chOff x="1719957" y="2367938"/>
                        <a:chExt cx="67622" cy="47850"/>
                      </a:xfrm>
                      <a:solidFill>
                        <a:srgbClr val="26A6DE"/>
                      </a:solidFill>
                    </p:grpSpPr>
                    <p:sp>
                      <p:nvSpPr>
                        <p:cNvPr id="3456" name="Freeform 3455">
                          <a:extLst>
                            <a:ext uri="{FF2B5EF4-FFF2-40B4-BE49-F238E27FC236}">
                              <a16:creationId xmlns:a16="http://schemas.microsoft.com/office/drawing/2014/main" id="{57DDC521-6FE9-DD3E-E1D0-ADF311F52FE9}"/>
                            </a:ext>
                          </a:extLst>
                        </p:cNvPr>
                        <p:cNvSpPr/>
                        <p:nvPr/>
                      </p:nvSpPr>
                      <p:spPr>
                        <a:xfrm>
                          <a:off x="1719957" y="2367938"/>
                          <a:ext cx="42256" cy="47850"/>
                        </a:xfrm>
                        <a:custGeom>
                          <a:avLst/>
                          <a:gdLst>
                            <a:gd name="connsiteX0" fmla="*/ 0 w 42256"/>
                            <a:gd name="connsiteY0" fmla="*/ 47851 h 47850"/>
                            <a:gd name="connsiteX1" fmla="*/ 18802 w 42256"/>
                            <a:gd name="connsiteY1" fmla="*/ 0 h 47850"/>
                            <a:gd name="connsiteX2" fmla="*/ 23925 w 42256"/>
                            <a:gd name="connsiteY2" fmla="*/ 0 h 47850"/>
                            <a:gd name="connsiteX3" fmla="*/ 42257 w 42256"/>
                            <a:gd name="connsiteY3" fmla="*/ 47851 h 47850"/>
                            <a:gd name="connsiteX4" fmla="*/ 37605 w 42256"/>
                            <a:gd name="connsiteY4" fmla="*/ 47851 h 47850"/>
                            <a:gd name="connsiteX5" fmla="*/ 32094 w 42256"/>
                            <a:gd name="connsiteY5" fmla="*/ 32842 h 47850"/>
                            <a:gd name="connsiteX6" fmla="*/ 10301 w 42256"/>
                            <a:gd name="connsiteY6" fmla="*/ 32842 h 47850"/>
                            <a:gd name="connsiteX7" fmla="*/ 4652 w 42256"/>
                            <a:gd name="connsiteY7" fmla="*/ 47851 h 47850"/>
                            <a:gd name="connsiteX8" fmla="*/ 0 w 42256"/>
                            <a:gd name="connsiteY8" fmla="*/ 47851 h 47850"/>
                            <a:gd name="connsiteX9" fmla="*/ 11824 w 42256"/>
                            <a:gd name="connsiteY9" fmla="*/ 28965 h 47850"/>
                            <a:gd name="connsiteX10" fmla="*/ 30571 w 42256"/>
                            <a:gd name="connsiteY10" fmla="*/ 28965 h 47850"/>
                            <a:gd name="connsiteX11" fmla="*/ 21212 w 42256"/>
                            <a:gd name="connsiteY11" fmla="*/ 3849 h 47850"/>
                            <a:gd name="connsiteX12" fmla="*/ 11852 w 42256"/>
                            <a:gd name="connsiteY12" fmla="*/ 28965 h 47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256" h="47850">
                              <a:moveTo>
                                <a:pt x="0" y="47851"/>
                              </a:moveTo>
                              <a:lnTo>
                                <a:pt x="18802" y="0"/>
                              </a:lnTo>
                              <a:lnTo>
                                <a:pt x="23925" y="0"/>
                              </a:lnTo>
                              <a:lnTo>
                                <a:pt x="42257" y="47851"/>
                              </a:lnTo>
                              <a:lnTo>
                                <a:pt x="37605" y="47851"/>
                              </a:lnTo>
                              <a:lnTo>
                                <a:pt x="32094" y="32842"/>
                              </a:lnTo>
                              <a:lnTo>
                                <a:pt x="10301" y="32842"/>
                              </a:lnTo>
                              <a:lnTo>
                                <a:pt x="4652" y="47851"/>
                              </a:lnTo>
                              <a:lnTo>
                                <a:pt x="0" y="47851"/>
                              </a:lnTo>
                              <a:close/>
                              <a:moveTo>
                                <a:pt x="11824" y="28965"/>
                              </a:moveTo>
                              <a:lnTo>
                                <a:pt x="30571" y="28965"/>
                              </a:lnTo>
                              <a:lnTo>
                                <a:pt x="21212" y="3849"/>
                              </a:lnTo>
                              <a:lnTo>
                                <a:pt x="11852" y="28965"/>
                              </a:lnTo>
                              <a:close/>
                            </a:path>
                          </a:pathLst>
                        </a:custGeom>
                        <a:solidFill>
                          <a:srgbClr val="26A6DE"/>
                        </a:solidFill>
                        <a:ln w="2767" cap="flat">
                          <a:noFill/>
                          <a:prstDash val="solid"/>
                          <a:miter/>
                        </a:ln>
                      </p:spPr>
                      <p:txBody>
                        <a:bodyPr rtlCol="0" anchor="ctr"/>
                        <a:lstStyle/>
                        <a:p>
                          <a:endParaRPr lang="en-US" sz="2000" dirty="0">
                            <a:latin typeface="Helvetica" pitchFamily="2" charset="0"/>
                          </a:endParaRPr>
                        </a:p>
                      </p:txBody>
                    </p:sp>
                    <p:sp>
                      <p:nvSpPr>
                        <p:cNvPr id="3457" name="Freeform 3456">
                          <a:extLst>
                            <a:ext uri="{FF2B5EF4-FFF2-40B4-BE49-F238E27FC236}">
                              <a16:creationId xmlns:a16="http://schemas.microsoft.com/office/drawing/2014/main" id="{3A09638E-679C-9CCF-36FB-14D473DA5C24}"/>
                            </a:ext>
                          </a:extLst>
                        </p:cNvPr>
                        <p:cNvSpPr/>
                        <p:nvPr/>
                      </p:nvSpPr>
                      <p:spPr>
                        <a:xfrm>
                          <a:off x="1771242" y="2368907"/>
                          <a:ext cx="16337" cy="46853"/>
                        </a:xfrm>
                        <a:custGeom>
                          <a:avLst/>
                          <a:gdLst>
                            <a:gd name="connsiteX0" fmla="*/ 12101 w 16337"/>
                            <a:gd name="connsiteY0" fmla="*/ 12046 h 46853"/>
                            <a:gd name="connsiteX1" fmla="*/ 0 w 16337"/>
                            <a:gd name="connsiteY1" fmla="*/ 12046 h 46853"/>
                            <a:gd name="connsiteX2" fmla="*/ 0 w 16337"/>
                            <a:gd name="connsiteY2" fmla="*/ 9249 h 46853"/>
                            <a:gd name="connsiteX3" fmla="*/ 4818 w 16337"/>
                            <a:gd name="connsiteY3" fmla="*/ 8723 h 46853"/>
                            <a:gd name="connsiteX4" fmla="*/ 8612 w 16337"/>
                            <a:gd name="connsiteY4" fmla="*/ 7449 h 46853"/>
                            <a:gd name="connsiteX5" fmla="*/ 11326 w 16337"/>
                            <a:gd name="connsiteY5" fmla="*/ 4763 h 46853"/>
                            <a:gd name="connsiteX6" fmla="*/ 12960 w 16337"/>
                            <a:gd name="connsiteY6" fmla="*/ 0 h 46853"/>
                            <a:gd name="connsiteX7" fmla="*/ 16338 w 16337"/>
                            <a:gd name="connsiteY7" fmla="*/ 0 h 46853"/>
                            <a:gd name="connsiteX8" fmla="*/ 16338 w 16337"/>
                            <a:gd name="connsiteY8" fmla="*/ 46854 h 46853"/>
                            <a:gd name="connsiteX9" fmla="*/ 12073 w 16337"/>
                            <a:gd name="connsiteY9" fmla="*/ 46854 h 46853"/>
                            <a:gd name="connsiteX10" fmla="*/ 12073 w 16337"/>
                            <a:gd name="connsiteY10" fmla="*/ 12018 h 468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337" h="46853">
                              <a:moveTo>
                                <a:pt x="12101" y="12046"/>
                              </a:moveTo>
                              <a:lnTo>
                                <a:pt x="0" y="12046"/>
                              </a:lnTo>
                              <a:lnTo>
                                <a:pt x="0" y="9249"/>
                              </a:lnTo>
                              <a:cubicBezTo>
                                <a:pt x="1772" y="9110"/>
                                <a:pt x="3378" y="8944"/>
                                <a:pt x="4818" y="8723"/>
                              </a:cubicBezTo>
                              <a:cubicBezTo>
                                <a:pt x="6258" y="8501"/>
                                <a:pt x="7532" y="8086"/>
                                <a:pt x="8612" y="7449"/>
                              </a:cubicBezTo>
                              <a:cubicBezTo>
                                <a:pt x="9692" y="6812"/>
                                <a:pt x="10606" y="5926"/>
                                <a:pt x="11326" y="4763"/>
                              </a:cubicBezTo>
                              <a:cubicBezTo>
                                <a:pt x="12046" y="3600"/>
                                <a:pt x="12600" y="1994"/>
                                <a:pt x="12960" y="0"/>
                              </a:cubicBezTo>
                              <a:lnTo>
                                <a:pt x="16338" y="0"/>
                              </a:lnTo>
                              <a:lnTo>
                                <a:pt x="16338" y="46854"/>
                              </a:lnTo>
                              <a:lnTo>
                                <a:pt x="12073" y="46854"/>
                              </a:lnTo>
                              <a:lnTo>
                                <a:pt x="12073" y="12018"/>
                              </a:lnTo>
                              <a:close/>
                            </a:path>
                          </a:pathLst>
                        </a:custGeom>
                        <a:solidFill>
                          <a:srgbClr val="26A6DE"/>
                        </a:solidFill>
                        <a:ln w="2767" cap="flat">
                          <a:noFill/>
                          <a:prstDash val="solid"/>
                          <a:miter/>
                        </a:ln>
                      </p:spPr>
                      <p:txBody>
                        <a:bodyPr rtlCol="0" anchor="ctr"/>
                        <a:lstStyle/>
                        <a:p>
                          <a:endParaRPr lang="en-US" sz="2000" dirty="0">
                            <a:latin typeface="Helvetica" pitchFamily="2" charset="0"/>
                          </a:endParaRPr>
                        </a:p>
                      </p:txBody>
                    </p:sp>
                  </p:grpSp>
                  <p:sp>
                    <p:nvSpPr>
                      <p:cNvPr id="63" name="Freeform 62">
                        <a:extLst>
                          <a:ext uri="{FF2B5EF4-FFF2-40B4-BE49-F238E27FC236}">
                            <a16:creationId xmlns:a16="http://schemas.microsoft.com/office/drawing/2014/main" id="{17300C17-8E51-673A-188F-AC3A211EFF12}"/>
                          </a:ext>
                        </a:extLst>
                      </p:cNvPr>
                      <p:cNvSpPr/>
                      <p:nvPr/>
                    </p:nvSpPr>
                    <p:spPr>
                      <a:xfrm>
                        <a:off x="1635803" y="2433428"/>
                        <a:ext cx="233576" cy="2769"/>
                      </a:xfrm>
                      <a:custGeom>
                        <a:avLst/>
                        <a:gdLst>
                          <a:gd name="connsiteX0" fmla="*/ 0 w 233576"/>
                          <a:gd name="connsiteY0" fmla="*/ 0 h 2769"/>
                          <a:gd name="connsiteX1" fmla="*/ 233576 w 233576"/>
                          <a:gd name="connsiteY1" fmla="*/ 0 h 2769"/>
                        </a:gdLst>
                        <a:ahLst/>
                        <a:cxnLst>
                          <a:cxn ang="0">
                            <a:pos x="connsiteX0" y="connsiteY0"/>
                          </a:cxn>
                          <a:cxn ang="0">
                            <a:pos x="connsiteX1" y="connsiteY1"/>
                          </a:cxn>
                        </a:cxnLst>
                        <a:rect l="l" t="t" r="r" b="b"/>
                        <a:pathLst>
                          <a:path w="233576" h="2769">
                            <a:moveTo>
                              <a:pt x="0" y="0"/>
                            </a:moveTo>
                            <a:lnTo>
                              <a:pt x="233576" y="0"/>
                            </a:lnTo>
                          </a:path>
                        </a:pathLst>
                      </a:custGeom>
                      <a:ln w="5534" cap="flat">
                        <a:solidFill>
                          <a:srgbClr val="26A6DE"/>
                        </a:solidFill>
                        <a:prstDash val="solid"/>
                        <a:miter/>
                      </a:ln>
                    </p:spPr>
                    <p:txBody>
                      <a:bodyPr rtlCol="0" anchor="ctr"/>
                      <a:lstStyle/>
                      <a:p>
                        <a:endParaRPr lang="en-US" sz="2000" dirty="0">
                          <a:latin typeface="Helvetica" pitchFamily="2" charset="0"/>
                        </a:endParaRPr>
                      </a:p>
                    </p:txBody>
                  </p:sp>
                </p:grpSp>
                <p:grpSp>
                  <p:nvGrpSpPr>
                    <p:cNvPr id="3667" name="Graphic 14">
                      <a:extLst>
                        <a:ext uri="{FF2B5EF4-FFF2-40B4-BE49-F238E27FC236}">
                          <a16:creationId xmlns:a16="http://schemas.microsoft.com/office/drawing/2014/main" id="{A09AF30B-E828-63C0-7BF6-705E6F679634}"/>
                        </a:ext>
                      </a:extLst>
                    </p:cNvPr>
                    <p:cNvGrpSpPr/>
                    <p:nvPr/>
                  </p:nvGrpSpPr>
                  <p:grpSpPr>
                    <a:xfrm>
                      <a:off x="9219847" y="1402835"/>
                      <a:ext cx="698974" cy="195952"/>
                      <a:chOff x="3990315" y="2372535"/>
                      <a:chExt cx="233604" cy="65489"/>
                    </a:xfrm>
                    <a:solidFill>
                      <a:srgbClr val="26A6DE"/>
                    </a:solidFill>
                  </p:grpSpPr>
                  <p:grpSp>
                    <p:nvGrpSpPr>
                      <p:cNvPr id="3668" name="Graphic 14">
                        <a:extLst>
                          <a:ext uri="{FF2B5EF4-FFF2-40B4-BE49-F238E27FC236}">
                            <a16:creationId xmlns:a16="http://schemas.microsoft.com/office/drawing/2014/main" id="{930E0246-9D04-9BE9-06B0-6EA18D914D41}"/>
                          </a:ext>
                        </a:extLst>
                      </p:cNvPr>
                      <p:cNvGrpSpPr/>
                      <p:nvPr/>
                    </p:nvGrpSpPr>
                    <p:grpSpPr>
                      <a:xfrm>
                        <a:off x="4078872" y="2372535"/>
                        <a:ext cx="63246" cy="47850"/>
                        <a:chOff x="4078872" y="2372535"/>
                        <a:chExt cx="63246" cy="47850"/>
                      </a:xfrm>
                      <a:solidFill>
                        <a:srgbClr val="26A6DE"/>
                      </a:solidFill>
                    </p:grpSpPr>
                    <p:sp>
                      <p:nvSpPr>
                        <p:cNvPr id="3670" name="Freeform 3669">
                          <a:extLst>
                            <a:ext uri="{FF2B5EF4-FFF2-40B4-BE49-F238E27FC236}">
                              <a16:creationId xmlns:a16="http://schemas.microsoft.com/office/drawing/2014/main" id="{84A732D9-8B76-B816-6235-A994CF332B04}"/>
                            </a:ext>
                          </a:extLst>
                        </p:cNvPr>
                        <p:cNvSpPr/>
                        <p:nvPr/>
                      </p:nvSpPr>
                      <p:spPr>
                        <a:xfrm>
                          <a:off x="4078872" y="2372535"/>
                          <a:ext cx="35168" cy="47850"/>
                        </a:xfrm>
                        <a:custGeom>
                          <a:avLst/>
                          <a:gdLst>
                            <a:gd name="connsiteX0" fmla="*/ 0 w 35168"/>
                            <a:gd name="connsiteY0" fmla="*/ 47851 h 47850"/>
                            <a:gd name="connsiteX1" fmla="*/ 0 w 35168"/>
                            <a:gd name="connsiteY1" fmla="*/ 0 h 47850"/>
                            <a:gd name="connsiteX2" fmla="*/ 17279 w 35168"/>
                            <a:gd name="connsiteY2" fmla="*/ 0 h 47850"/>
                            <a:gd name="connsiteX3" fmla="*/ 24452 w 35168"/>
                            <a:gd name="connsiteY3" fmla="*/ 858 h 47850"/>
                            <a:gd name="connsiteX4" fmla="*/ 29325 w 35168"/>
                            <a:gd name="connsiteY4" fmla="*/ 3323 h 47850"/>
                            <a:gd name="connsiteX5" fmla="*/ 32094 w 35168"/>
                            <a:gd name="connsiteY5" fmla="*/ 7144 h 47850"/>
                            <a:gd name="connsiteX6" fmla="*/ 32953 w 35168"/>
                            <a:gd name="connsiteY6" fmla="*/ 12018 h 47850"/>
                            <a:gd name="connsiteX7" fmla="*/ 32288 w 35168"/>
                            <a:gd name="connsiteY7" fmla="*/ 16366 h 47850"/>
                            <a:gd name="connsiteX8" fmla="*/ 30571 w 35168"/>
                            <a:gd name="connsiteY8" fmla="*/ 19412 h 47850"/>
                            <a:gd name="connsiteX9" fmla="*/ 28134 w 35168"/>
                            <a:gd name="connsiteY9" fmla="*/ 21350 h 47850"/>
                            <a:gd name="connsiteX10" fmla="*/ 25310 w 35168"/>
                            <a:gd name="connsiteY10" fmla="*/ 22319 h 47850"/>
                            <a:gd name="connsiteX11" fmla="*/ 25310 w 35168"/>
                            <a:gd name="connsiteY11" fmla="*/ 22458 h 47850"/>
                            <a:gd name="connsiteX12" fmla="*/ 32731 w 35168"/>
                            <a:gd name="connsiteY12" fmla="*/ 26390 h 47850"/>
                            <a:gd name="connsiteX13" fmla="*/ 35168 w 35168"/>
                            <a:gd name="connsiteY13" fmla="*/ 34365 h 47850"/>
                            <a:gd name="connsiteX14" fmla="*/ 34005 w 35168"/>
                            <a:gd name="connsiteY14" fmla="*/ 40679 h 47850"/>
                            <a:gd name="connsiteX15" fmla="*/ 30793 w 35168"/>
                            <a:gd name="connsiteY15" fmla="*/ 44860 h 47850"/>
                            <a:gd name="connsiteX16" fmla="*/ 25836 w 35168"/>
                            <a:gd name="connsiteY16" fmla="*/ 47158 h 47850"/>
                            <a:gd name="connsiteX17" fmla="*/ 19550 w 35168"/>
                            <a:gd name="connsiteY17" fmla="*/ 47851 h 47850"/>
                            <a:gd name="connsiteX18" fmla="*/ 0 w 35168"/>
                            <a:gd name="connsiteY18" fmla="*/ 47851 h 47850"/>
                            <a:gd name="connsiteX19" fmla="*/ 4514 w 35168"/>
                            <a:gd name="connsiteY19" fmla="*/ 21129 h 47850"/>
                            <a:gd name="connsiteX20" fmla="*/ 15950 w 35168"/>
                            <a:gd name="connsiteY20" fmla="*/ 21129 h 47850"/>
                            <a:gd name="connsiteX21" fmla="*/ 21876 w 35168"/>
                            <a:gd name="connsiteY21" fmla="*/ 20519 h 47850"/>
                            <a:gd name="connsiteX22" fmla="*/ 25725 w 35168"/>
                            <a:gd name="connsiteY22" fmla="*/ 18747 h 47850"/>
                            <a:gd name="connsiteX23" fmla="*/ 27830 w 35168"/>
                            <a:gd name="connsiteY23" fmla="*/ 15895 h 47850"/>
                            <a:gd name="connsiteX24" fmla="*/ 28467 w 35168"/>
                            <a:gd name="connsiteY24" fmla="*/ 12018 h 47850"/>
                            <a:gd name="connsiteX25" fmla="*/ 27747 w 35168"/>
                            <a:gd name="connsiteY25" fmla="*/ 8197 h 47850"/>
                            <a:gd name="connsiteX26" fmla="*/ 25421 w 35168"/>
                            <a:gd name="connsiteY26" fmla="*/ 5677 h 47850"/>
                            <a:gd name="connsiteX27" fmla="*/ 21267 w 35168"/>
                            <a:gd name="connsiteY27" fmla="*/ 4292 h 47850"/>
                            <a:gd name="connsiteX28" fmla="*/ 14981 w 35168"/>
                            <a:gd name="connsiteY28" fmla="*/ 3849 h 47850"/>
                            <a:gd name="connsiteX29" fmla="*/ 4541 w 35168"/>
                            <a:gd name="connsiteY29" fmla="*/ 3849 h 47850"/>
                            <a:gd name="connsiteX30" fmla="*/ 4541 w 35168"/>
                            <a:gd name="connsiteY30" fmla="*/ 21129 h 47850"/>
                            <a:gd name="connsiteX31" fmla="*/ 4514 w 35168"/>
                            <a:gd name="connsiteY31" fmla="*/ 44001 h 47850"/>
                            <a:gd name="connsiteX32" fmla="*/ 16006 w 35168"/>
                            <a:gd name="connsiteY32" fmla="*/ 44001 h 47850"/>
                            <a:gd name="connsiteX33" fmla="*/ 22485 w 35168"/>
                            <a:gd name="connsiteY33" fmla="*/ 43669 h 47850"/>
                            <a:gd name="connsiteX34" fmla="*/ 27027 w 35168"/>
                            <a:gd name="connsiteY34" fmla="*/ 42312 h 47850"/>
                            <a:gd name="connsiteX35" fmla="*/ 29713 w 35168"/>
                            <a:gd name="connsiteY35" fmla="*/ 39377 h 47850"/>
                            <a:gd name="connsiteX36" fmla="*/ 30599 w 35168"/>
                            <a:gd name="connsiteY36" fmla="*/ 34365 h 47850"/>
                            <a:gd name="connsiteX37" fmla="*/ 29602 w 35168"/>
                            <a:gd name="connsiteY37" fmla="*/ 29547 h 47850"/>
                            <a:gd name="connsiteX38" fmla="*/ 26750 w 35168"/>
                            <a:gd name="connsiteY38" fmla="*/ 26722 h 47850"/>
                            <a:gd name="connsiteX39" fmla="*/ 22291 w 35168"/>
                            <a:gd name="connsiteY39" fmla="*/ 25365 h 47850"/>
                            <a:gd name="connsiteX40" fmla="*/ 16504 w 35168"/>
                            <a:gd name="connsiteY40" fmla="*/ 25005 h 47850"/>
                            <a:gd name="connsiteX41" fmla="*/ 4486 w 35168"/>
                            <a:gd name="connsiteY41" fmla="*/ 25005 h 47850"/>
                            <a:gd name="connsiteX42" fmla="*/ 4486 w 35168"/>
                            <a:gd name="connsiteY42" fmla="*/ 44001 h 47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35168" h="47850">
                              <a:moveTo>
                                <a:pt x="0" y="47851"/>
                              </a:moveTo>
                              <a:lnTo>
                                <a:pt x="0" y="0"/>
                              </a:lnTo>
                              <a:lnTo>
                                <a:pt x="17279" y="0"/>
                              </a:lnTo>
                              <a:cubicBezTo>
                                <a:pt x="20076" y="0"/>
                                <a:pt x="22458" y="277"/>
                                <a:pt x="24452" y="858"/>
                              </a:cubicBezTo>
                              <a:cubicBezTo>
                                <a:pt x="26445" y="1440"/>
                                <a:pt x="28079" y="2243"/>
                                <a:pt x="29325" y="3323"/>
                              </a:cubicBezTo>
                              <a:cubicBezTo>
                                <a:pt x="30599" y="4375"/>
                                <a:pt x="31513" y="5649"/>
                                <a:pt x="32094" y="7144"/>
                              </a:cubicBezTo>
                              <a:cubicBezTo>
                                <a:pt x="32676" y="8640"/>
                                <a:pt x="32953" y="10246"/>
                                <a:pt x="32953" y="12018"/>
                              </a:cubicBezTo>
                              <a:cubicBezTo>
                                <a:pt x="32953" y="13790"/>
                                <a:pt x="32731" y="15147"/>
                                <a:pt x="32288" y="16366"/>
                              </a:cubicBezTo>
                              <a:cubicBezTo>
                                <a:pt x="31845" y="17584"/>
                                <a:pt x="31263" y="18609"/>
                                <a:pt x="30571" y="19412"/>
                              </a:cubicBezTo>
                              <a:cubicBezTo>
                                <a:pt x="29879" y="20215"/>
                                <a:pt x="29048" y="20879"/>
                                <a:pt x="28134" y="21350"/>
                              </a:cubicBezTo>
                              <a:cubicBezTo>
                                <a:pt x="27221" y="21821"/>
                                <a:pt x="26279" y="22125"/>
                                <a:pt x="25310" y="22319"/>
                              </a:cubicBezTo>
                              <a:lnTo>
                                <a:pt x="25310" y="22458"/>
                              </a:lnTo>
                              <a:cubicBezTo>
                                <a:pt x="28633" y="22956"/>
                                <a:pt x="31097" y="24258"/>
                                <a:pt x="32731" y="26390"/>
                              </a:cubicBezTo>
                              <a:cubicBezTo>
                                <a:pt x="34337" y="28522"/>
                                <a:pt x="35168" y="31180"/>
                                <a:pt x="35168" y="34365"/>
                              </a:cubicBezTo>
                              <a:cubicBezTo>
                                <a:pt x="35168" y="36857"/>
                                <a:pt x="34780" y="38962"/>
                                <a:pt x="34005" y="40679"/>
                              </a:cubicBezTo>
                              <a:cubicBezTo>
                                <a:pt x="33230" y="42395"/>
                                <a:pt x="32150" y="43808"/>
                                <a:pt x="30793" y="44860"/>
                              </a:cubicBezTo>
                              <a:cubicBezTo>
                                <a:pt x="29408" y="45912"/>
                                <a:pt x="27774" y="46688"/>
                                <a:pt x="25836" y="47158"/>
                              </a:cubicBezTo>
                              <a:cubicBezTo>
                                <a:pt x="23898" y="47629"/>
                                <a:pt x="21821" y="47851"/>
                                <a:pt x="19550" y="47851"/>
                              </a:cubicBezTo>
                              <a:lnTo>
                                <a:pt x="0" y="47851"/>
                              </a:lnTo>
                              <a:close/>
                              <a:moveTo>
                                <a:pt x="4514" y="21129"/>
                              </a:moveTo>
                              <a:lnTo>
                                <a:pt x="15950" y="21129"/>
                              </a:lnTo>
                              <a:cubicBezTo>
                                <a:pt x="18304" y="21129"/>
                                <a:pt x="20270" y="20935"/>
                                <a:pt x="21876" y="20519"/>
                              </a:cubicBezTo>
                              <a:cubicBezTo>
                                <a:pt x="23482" y="20132"/>
                                <a:pt x="24756" y="19522"/>
                                <a:pt x="25725" y="18747"/>
                              </a:cubicBezTo>
                              <a:cubicBezTo>
                                <a:pt x="26694" y="17972"/>
                                <a:pt x="27387" y="17030"/>
                                <a:pt x="27830" y="15895"/>
                              </a:cubicBezTo>
                              <a:cubicBezTo>
                                <a:pt x="28245" y="14759"/>
                                <a:pt x="28467" y="13458"/>
                                <a:pt x="28467" y="12018"/>
                              </a:cubicBezTo>
                              <a:cubicBezTo>
                                <a:pt x="28467" y="10578"/>
                                <a:pt x="28217" y="9249"/>
                                <a:pt x="27747" y="8197"/>
                              </a:cubicBezTo>
                              <a:cubicBezTo>
                                <a:pt x="27248" y="7144"/>
                                <a:pt x="26473" y="6314"/>
                                <a:pt x="25421" y="5677"/>
                              </a:cubicBezTo>
                              <a:cubicBezTo>
                                <a:pt x="24368" y="5040"/>
                                <a:pt x="22984" y="4569"/>
                                <a:pt x="21267" y="4292"/>
                              </a:cubicBezTo>
                              <a:cubicBezTo>
                                <a:pt x="19550" y="4015"/>
                                <a:pt x="17473" y="3849"/>
                                <a:pt x="14981" y="3849"/>
                              </a:cubicBezTo>
                              <a:lnTo>
                                <a:pt x="4541" y="3849"/>
                              </a:lnTo>
                              <a:lnTo>
                                <a:pt x="4541" y="21129"/>
                              </a:lnTo>
                              <a:close/>
                              <a:moveTo>
                                <a:pt x="4514" y="44001"/>
                              </a:moveTo>
                              <a:lnTo>
                                <a:pt x="16006" y="44001"/>
                              </a:lnTo>
                              <a:cubicBezTo>
                                <a:pt x="18498" y="44001"/>
                                <a:pt x="20658" y="43891"/>
                                <a:pt x="22485" y="43669"/>
                              </a:cubicBezTo>
                              <a:cubicBezTo>
                                <a:pt x="24313" y="43448"/>
                                <a:pt x="25836" y="43005"/>
                                <a:pt x="27027" y="42312"/>
                              </a:cubicBezTo>
                              <a:cubicBezTo>
                                <a:pt x="28217" y="41620"/>
                                <a:pt x="29131" y="40651"/>
                                <a:pt x="29713" y="39377"/>
                              </a:cubicBezTo>
                              <a:cubicBezTo>
                                <a:pt x="30322" y="38103"/>
                                <a:pt x="30599" y="36442"/>
                                <a:pt x="30599" y="34365"/>
                              </a:cubicBezTo>
                              <a:cubicBezTo>
                                <a:pt x="30599" y="32288"/>
                                <a:pt x="30267" y="30765"/>
                                <a:pt x="29602" y="29547"/>
                              </a:cubicBezTo>
                              <a:cubicBezTo>
                                <a:pt x="28937" y="28328"/>
                                <a:pt x="27996" y="27387"/>
                                <a:pt x="26750" y="26722"/>
                              </a:cubicBezTo>
                              <a:cubicBezTo>
                                <a:pt x="25504" y="26058"/>
                                <a:pt x="24036" y="25614"/>
                                <a:pt x="22291" y="25365"/>
                              </a:cubicBezTo>
                              <a:cubicBezTo>
                                <a:pt x="20575" y="25116"/>
                                <a:pt x="18636" y="25005"/>
                                <a:pt x="16504" y="25005"/>
                              </a:cubicBezTo>
                              <a:lnTo>
                                <a:pt x="4486" y="25005"/>
                              </a:lnTo>
                              <a:lnTo>
                                <a:pt x="4486" y="44001"/>
                              </a:lnTo>
                              <a:close/>
                            </a:path>
                          </a:pathLst>
                        </a:custGeom>
                        <a:solidFill>
                          <a:srgbClr val="26A6DE"/>
                        </a:solidFill>
                        <a:ln w="2767" cap="flat">
                          <a:noFill/>
                          <a:prstDash val="solid"/>
                          <a:miter/>
                        </a:ln>
                      </p:spPr>
                      <p:txBody>
                        <a:bodyPr rtlCol="0" anchor="ctr"/>
                        <a:lstStyle/>
                        <a:p>
                          <a:endParaRPr lang="en-US" sz="2000" dirty="0">
                            <a:latin typeface="Helvetica" pitchFamily="2" charset="0"/>
                          </a:endParaRPr>
                        </a:p>
                      </p:txBody>
                    </p:sp>
                    <p:sp>
                      <p:nvSpPr>
                        <p:cNvPr id="3671" name="Freeform 3670">
                          <a:extLst>
                            <a:ext uri="{FF2B5EF4-FFF2-40B4-BE49-F238E27FC236}">
                              <a16:creationId xmlns:a16="http://schemas.microsoft.com/office/drawing/2014/main" id="{3164DCA2-F357-D56F-5D20-E0AC012EA2E3}"/>
                            </a:ext>
                          </a:extLst>
                        </p:cNvPr>
                        <p:cNvSpPr/>
                        <p:nvPr/>
                      </p:nvSpPr>
                      <p:spPr>
                        <a:xfrm>
                          <a:off x="4125781" y="2373504"/>
                          <a:ext cx="16337" cy="46853"/>
                        </a:xfrm>
                        <a:custGeom>
                          <a:avLst/>
                          <a:gdLst>
                            <a:gd name="connsiteX0" fmla="*/ 12101 w 16337"/>
                            <a:gd name="connsiteY0" fmla="*/ 12046 h 46853"/>
                            <a:gd name="connsiteX1" fmla="*/ 0 w 16337"/>
                            <a:gd name="connsiteY1" fmla="*/ 12046 h 46853"/>
                            <a:gd name="connsiteX2" fmla="*/ 0 w 16337"/>
                            <a:gd name="connsiteY2" fmla="*/ 9249 h 46853"/>
                            <a:gd name="connsiteX3" fmla="*/ 4818 w 16337"/>
                            <a:gd name="connsiteY3" fmla="*/ 8723 h 46853"/>
                            <a:gd name="connsiteX4" fmla="*/ 8612 w 16337"/>
                            <a:gd name="connsiteY4" fmla="*/ 7449 h 46853"/>
                            <a:gd name="connsiteX5" fmla="*/ 11326 w 16337"/>
                            <a:gd name="connsiteY5" fmla="*/ 4763 h 46853"/>
                            <a:gd name="connsiteX6" fmla="*/ 12960 w 16337"/>
                            <a:gd name="connsiteY6" fmla="*/ 0 h 46853"/>
                            <a:gd name="connsiteX7" fmla="*/ 16338 w 16337"/>
                            <a:gd name="connsiteY7" fmla="*/ 0 h 46853"/>
                            <a:gd name="connsiteX8" fmla="*/ 16338 w 16337"/>
                            <a:gd name="connsiteY8" fmla="*/ 46854 h 46853"/>
                            <a:gd name="connsiteX9" fmla="*/ 12073 w 16337"/>
                            <a:gd name="connsiteY9" fmla="*/ 46854 h 46853"/>
                            <a:gd name="connsiteX10" fmla="*/ 12073 w 16337"/>
                            <a:gd name="connsiteY10" fmla="*/ 12018 h 468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337" h="46853">
                              <a:moveTo>
                                <a:pt x="12101" y="12046"/>
                              </a:moveTo>
                              <a:lnTo>
                                <a:pt x="0" y="12046"/>
                              </a:lnTo>
                              <a:lnTo>
                                <a:pt x="0" y="9249"/>
                              </a:lnTo>
                              <a:cubicBezTo>
                                <a:pt x="1772" y="9110"/>
                                <a:pt x="3378" y="8944"/>
                                <a:pt x="4818" y="8723"/>
                              </a:cubicBezTo>
                              <a:cubicBezTo>
                                <a:pt x="6258" y="8501"/>
                                <a:pt x="7532" y="8086"/>
                                <a:pt x="8612" y="7449"/>
                              </a:cubicBezTo>
                              <a:cubicBezTo>
                                <a:pt x="9692" y="6812"/>
                                <a:pt x="10606" y="5926"/>
                                <a:pt x="11326" y="4763"/>
                              </a:cubicBezTo>
                              <a:cubicBezTo>
                                <a:pt x="12046" y="3600"/>
                                <a:pt x="12600" y="1994"/>
                                <a:pt x="12960" y="0"/>
                              </a:cubicBezTo>
                              <a:lnTo>
                                <a:pt x="16338" y="0"/>
                              </a:lnTo>
                              <a:lnTo>
                                <a:pt x="16338" y="46854"/>
                              </a:lnTo>
                              <a:lnTo>
                                <a:pt x="12073" y="46854"/>
                              </a:lnTo>
                              <a:lnTo>
                                <a:pt x="12073" y="12018"/>
                              </a:lnTo>
                              <a:close/>
                            </a:path>
                          </a:pathLst>
                        </a:custGeom>
                        <a:solidFill>
                          <a:srgbClr val="26A6DE"/>
                        </a:solidFill>
                        <a:ln w="2767" cap="flat">
                          <a:noFill/>
                          <a:prstDash val="solid"/>
                          <a:miter/>
                        </a:ln>
                      </p:spPr>
                      <p:txBody>
                        <a:bodyPr rtlCol="0" anchor="ctr"/>
                        <a:lstStyle/>
                        <a:p>
                          <a:endParaRPr lang="en-US" sz="2000" dirty="0">
                            <a:latin typeface="Helvetica" pitchFamily="2" charset="0"/>
                          </a:endParaRPr>
                        </a:p>
                      </p:txBody>
                    </p:sp>
                  </p:grpSp>
                  <p:sp>
                    <p:nvSpPr>
                      <p:cNvPr id="3669" name="Freeform 3668">
                        <a:extLst>
                          <a:ext uri="{FF2B5EF4-FFF2-40B4-BE49-F238E27FC236}">
                            <a16:creationId xmlns:a16="http://schemas.microsoft.com/office/drawing/2014/main" id="{91F5D41D-1319-34A7-B9EF-B3E4BB8F9E4C}"/>
                          </a:ext>
                        </a:extLst>
                      </p:cNvPr>
                      <p:cNvSpPr/>
                      <p:nvPr/>
                    </p:nvSpPr>
                    <p:spPr>
                      <a:xfrm>
                        <a:off x="3990315" y="2438025"/>
                        <a:ext cx="233604" cy="2769"/>
                      </a:xfrm>
                      <a:custGeom>
                        <a:avLst/>
                        <a:gdLst>
                          <a:gd name="connsiteX0" fmla="*/ 0 w 233604"/>
                          <a:gd name="connsiteY0" fmla="*/ 0 h 2769"/>
                          <a:gd name="connsiteX1" fmla="*/ 233604 w 233604"/>
                          <a:gd name="connsiteY1" fmla="*/ 0 h 2769"/>
                        </a:gdLst>
                        <a:ahLst/>
                        <a:cxnLst>
                          <a:cxn ang="0">
                            <a:pos x="connsiteX0" y="connsiteY0"/>
                          </a:cxn>
                          <a:cxn ang="0">
                            <a:pos x="connsiteX1" y="connsiteY1"/>
                          </a:cxn>
                        </a:cxnLst>
                        <a:rect l="l" t="t" r="r" b="b"/>
                        <a:pathLst>
                          <a:path w="233604" h="2769">
                            <a:moveTo>
                              <a:pt x="0" y="0"/>
                            </a:moveTo>
                            <a:lnTo>
                              <a:pt x="233604" y="0"/>
                            </a:lnTo>
                          </a:path>
                        </a:pathLst>
                      </a:custGeom>
                      <a:ln w="5534" cap="flat">
                        <a:solidFill>
                          <a:srgbClr val="26A6DE"/>
                        </a:solidFill>
                        <a:prstDash val="solid"/>
                        <a:miter/>
                      </a:ln>
                    </p:spPr>
                    <p:txBody>
                      <a:bodyPr rtlCol="0" anchor="ctr"/>
                      <a:lstStyle/>
                      <a:p>
                        <a:endParaRPr lang="en-US" sz="2000" dirty="0">
                          <a:latin typeface="Helvetica" pitchFamily="2" charset="0"/>
                        </a:endParaRPr>
                      </a:p>
                    </p:txBody>
                  </p:sp>
                </p:grpSp>
              </p:grpSp>
            </p:grpSp>
            <p:sp>
              <p:nvSpPr>
                <p:cNvPr id="22" name="Rectangle 21">
                  <a:extLst>
                    <a:ext uri="{FF2B5EF4-FFF2-40B4-BE49-F238E27FC236}">
                      <a16:creationId xmlns:a16="http://schemas.microsoft.com/office/drawing/2014/main" id="{7998F3CC-0D7C-690E-C42C-D25013065810}"/>
                    </a:ext>
                  </a:extLst>
                </p:cNvPr>
                <p:cNvSpPr/>
                <p:nvPr/>
              </p:nvSpPr>
              <p:spPr>
                <a:xfrm>
                  <a:off x="9511274" y="1500107"/>
                  <a:ext cx="1008350" cy="1308258"/>
                </a:xfrm>
                <a:prstGeom prst="rect">
                  <a:avLst/>
                </a:prstGeom>
                <a:solidFill>
                  <a:schemeClr val="accent4">
                    <a:lumMod val="40000"/>
                    <a:lumOff val="60000"/>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383ED63E-599A-9680-85A4-2F42D4D203E6}"/>
                    </a:ext>
                  </a:extLst>
                </p:cNvPr>
                <p:cNvSpPr/>
                <p:nvPr/>
              </p:nvSpPr>
              <p:spPr>
                <a:xfrm>
                  <a:off x="1521265" y="1488453"/>
                  <a:ext cx="1008350" cy="1308258"/>
                </a:xfrm>
                <a:prstGeom prst="rect">
                  <a:avLst/>
                </a:prstGeom>
                <a:solidFill>
                  <a:schemeClr val="accent4">
                    <a:lumMod val="40000"/>
                    <a:lumOff val="60000"/>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grpSp>
        <p:nvGrpSpPr>
          <p:cNvPr id="37" name="Group 36">
            <a:extLst>
              <a:ext uri="{FF2B5EF4-FFF2-40B4-BE49-F238E27FC236}">
                <a16:creationId xmlns:a16="http://schemas.microsoft.com/office/drawing/2014/main" id="{F79EAC5F-3752-F07E-BAC1-639CEA61F6CB}"/>
              </a:ext>
            </a:extLst>
          </p:cNvPr>
          <p:cNvGrpSpPr/>
          <p:nvPr/>
        </p:nvGrpSpPr>
        <p:grpSpPr>
          <a:xfrm>
            <a:off x="8111108" y="4527991"/>
            <a:ext cx="3219621" cy="1912280"/>
            <a:chOff x="7106274" y="4517943"/>
            <a:chExt cx="3219621" cy="1912280"/>
          </a:xfrm>
        </p:grpSpPr>
        <p:grpSp>
          <p:nvGrpSpPr>
            <p:cNvPr id="3720" name="Graphic 14">
              <a:extLst>
                <a:ext uri="{FF2B5EF4-FFF2-40B4-BE49-F238E27FC236}">
                  <a16:creationId xmlns:a16="http://schemas.microsoft.com/office/drawing/2014/main" id="{2B3B740C-5BEB-4A66-5EC0-45096AB07765}"/>
                </a:ext>
              </a:extLst>
            </p:cNvPr>
            <p:cNvGrpSpPr/>
            <p:nvPr/>
          </p:nvGrpSpPr>
          <p:grpSpPr>
            <a:xfrm>
              <a:off x="9548614" y="5960492"/>
              <a:ext cx="635588" cy="165927"/>
              <a:chOff x="3334750" y="4076272"/>
              <a:chExt cx="187110" cy="48847"/>
            </a:xfrm>
            <a:solidFill>
              <a:srgbClr val="010101"/>
            </a:solidFill>
          </p:grpSpPr>
          <p:sp>
            <p:nvSpPr>
              <p:cNvPr id="3721" name="Freeform 3720">
                <a:extLst>
                  <a:ext uri="{FF2B5EF4-FFF2-40B4-BE49-F238E27FC236}">
                    <a16:creationId xmlns:a16="http://schemas.microsoft.com/office/drawing/2014/main" id="{D661AFA0-E665-812D-F8BC-02D4FC0178F1}"/>
                  </a:ext>
                </a:extLst>
              </p:cNvPr>
              <p:cNvSpPr/>
              <p:nvPr/>
            </p:nvSpPr>
            <p:spPr>
              <a:xfrm>
                <a:off x="3334750" y="4088733"/>
                <a:ext cx="27137" cy="36247"/>
              </a:xfrm>
              <a:custGeom>
                <a:avLst/>
                <a:gdLst>
                  <a:gd name="connsiteX0" fmla="*/ 4071 w 27137"/>
                  <a:gd name="connsiteY0" fmla="*/ 24617 h 36247"/>
                  <a:gd name="connsiteX1" fmla="*/ 7421 w 27137"/>
                  <a:gd name="connsiteY1" fmla="*/ 30903 h 36247"/>
                  <a:gd name="connsiteX2" fmla="*/ 14372 w 27137"/>
                  <a:gd name="connsiteY2" fmla="*/ 32731 h 36247"/>
                  <a:gd name="connsiteX3" fmla="*/ 18166 w 27137"/>
                  <a:gd name="connsiteY3" fmla="*/ 32205 h 36247"/>
                  <a:gd name="connsiteX4" fmla="*/ 20796 w 27137"/>
                  <a:gd name="connsiteY4" fmla="*/ 30765 h 36247"/>
                  <a:gd name="connsiteX5" fmla="*/ 22347 w 27137"/>
                  <a:gd name="connsiteY5" fmla="*/ 28744 h 36247"/>
                  <a:gd name="connsiteX6" fmla="*/ 22873 w 27137"/>
                  <a:gd name="connsiteY6" fmla="*/ 26362 h 36247"/>
                  <a:gd name="connsiteX7" fmla="*/ 21239 w 27137"/>
                  <a:gd name="connsiteY7" fmla="*/ 22596 h 36247"/>
                  <a:gd name="connsiteX8" fmla="*/ 17141 w 27137"/>
                  <a:gd name="connsiteY8" fmla="*/ 20658 h 36247"/>
                  <a:gd name="connsiteX9" fmla="*/ 11824 w 27137"/>
                  <a:gd name="connsiteY9" fmla="*/ 19467 h 36247"/>
                  <a:gd name="connsiteX10" fmla="*/ 6508 w 27137"/>
                  <a:gd name="connsiteY10" fmla="*/ 17972 h 36247"/>
                  <a:gd name="connsiteX11" fmla="*/ 2409 w 27137"/>
                  <a:gd name="connsiteY11" fmla="*/ 15119 h 36247"/>
                  <a:gd name="connsiteX12" fmla="*/ 775 w 27137"/>
                  <a:gd name="connsiteY12" fmla="*/ 9858 h 36247"/>
                  <a:gd name="connsiteX13" fmla="*/ 3932 w 27137"/>
                  <a:gd name="connsiteY13" fmla="*/ 2769 h 36247"/>
                  <a:gd name="connsiteX14" fmla="*/ 12877 w 27137"/>
                  <a:gd name="connsiteY14" fmla="*/ 0 h 36247"/>
                  <a:gd name="connsiteX15" fmla="*/ 21959 w 27137"/>
                  <a:gd name="connsiteY15" fmla="*/ 2492 h 36247"/>
                  <a:gd name="connsiteX16" fmla="*/ 26168 w 27137"/>
                  <a:gd name="connsiteY16" fmla="*/ 10827 h 36247"/>
                  <a:gd name="connsiteX17" fmla="*/ 22126 w 27137"/>
                  <a:gd name="connsiteY17" fmla="*/ 10827 h 36247"/>
                  <a:gd name="connsiteX18" fmla="*/ 19107 w 27137"/>
                  <a:gd name="connsiteY18" fmla="*/ 5206 h 36247"/>
                  <a:gd name="connsiteX19" fmla="*/ 12821 w 27137"/>
                  <a:gd name="connsiteY19" fmla="*/ 3572 h 36247"/>
                  <a:gd name="connsiteX20" fmla="*/ 7034 w 27137"/>
                  <a:gd name="connsiteY20" fmla="*/ 5206 h 36247"/>
                  <a:gd name="connsiteX21" fmla="*/ 5040 w 27137"/>
                  <a:gd name="connsiteY21" fmla="*/ 9498 h 36247"/>
                  <a:gd name="connsiteX22" fmla="*/ 6674 w 27137"/>
                  <a:gd name="connsiteY22" fmla="*/ 13043 h 36247"/>
                  <a:gd name="connsiteX23" fmla="*/ 10772 w 27137"/>
                  <a:gd name="connsiteY23" fmla="*/ 15036 h 36247"/>
                  <a:gd name="connsiteX24" fmla="*/ 16089 w 27137"/>
                  <a:gd name="connsiteY24" fmla="*/ 16393 h 36247"/>
                  <a:gd name="connsiteX25" fmla="*/ 21406 w 27137"/>
                  <a:gd name="connsiteY25" fmla="*/ 18082 h 36247"/>
                  <a:gd name="connsiteX26" fmla="*/ 25504 w 27137"/>
                  <a:gd name="connsiteY26" fmla="*/ 21045 h 36247"/>
                  <a:gd name="connsiteX27" fmla="*/ 27138 w 27137"/>
                  <a:gd name="connsiteY27" fmla="*/ 26224 h 36247"/>
                  <a:gd name="connsiteX28" fmla="*/ 26085 w 27137"/>
                  <a:gd name="connsiteY28" fmla="*/ 30571 h 36247"/>
                  <a:gd name="connsiteX29" fmla="*/ 23150 w 27137"/>
                  <a:gd name="connsiteY29" fmla="*/ 33728 h 36247"/>
                  <a:gd name="connsiteX30" fmla="*/ 18719 w 27137"/>
                  <a:gd name="connsiteY30" fmla="*/ 35611 h 36247"/>
                  <a:gd name="connsiteX31" fmla="*/ 13098 w 27137"/>
                  <a:gd name="connsiteY31" fmla="*/ 36248 h 36247"/>
                  <a:gd name="connsiteX32" fmla="*/ 7671 w 27137"/>
                  <a:gd name="connsiteY32" fmla="*/ 35362 h 36247"/>
                  <a:gd name="connsiteX33" fmla="*/ 3655 w 27137"/>
                  <a:gd name="connsiteY33" fmla="*/ 32870 h 36247"/>
                  <a:gd name="connsiteX34" fmla="*/ 1052 w 27137"/>
                  <a:gd name="connsiteY34" fmla="*/ 29159 h 36247"/>
                  <a:gd name="connsiteX35" fmla="*/ 0 w 27137"/>
                  <a:gd name="connsiteY35" fmla="*/ 24562 h 36247"/>
                  <a:gd name="connsiteX36" fmla="*/ 4043 w 27137"/>
                  <a:gd name="connsiteY36" fmla="*/ 24562 h 36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7137" h="36247">
                    <a:moveTo>
                      <a:pt x="4071" y="24617"/>
                    </a:moveTo>
                    <a:cubicBezTo>
                      <a:pt x="4680" y="27580"/>
                      <a:pt x="5815" y="29685"/>
                      <a:pt x="7421" y="30903"/>
                    </a:cubicBezTo>
                    <a:cubicBezTo>
                      <a:pt x="9027" y="32122"/>
                      <a:pt x="11354" y="32731"/>
                      <a:pt x="14372" y="32731"/>
                    </a:cubicBezTo>
                    <a:cubicBezTo>
                      <a:pt x="15840" y="32731"/>
                      <a:pt x="17086" y="32565"/>
                      <a:pt x="18166" y="32205"/>
                    </a:cubicBezTo>
                    <a:cubicBezTo>
                      <a:pt x="19218" y="31845"/>
                      <a:pt x="20104" y="31374"/>
                      <a:pt x="20796" y="30765"/>
                    </a:cubicBezTo>
                    <a:cubicBezTo>
                      <a:pt x="21489" y="30156"/>
                      <a:pt x="22015" y="29491"/>
                      <a:pt x="22347" y="28744"/>
                    </a:cubicBezTo>
                    <a:cubicBezTo>
                      <a:pt x="22707" y="27996"/>
                      <a:pt x="22873" y="27193"/>
                      <a:pt x="22873" y="26362"/>
                    </a:cubicBezTo>
                    <a:cubicBezTo>
                      <a:pt x="22873" y="24673"/>
                      <a:pt x="22319" y="23427"/>
                      <a:pt x="21239" y="22596"/>
                    </a:cubicBezTo>
                    <a:cubicBezTo>
                      <a:pt x="20159" y="21765"/>
                      <a:pt x="18803" y="21129"/>
                      <a:pt x="17141" y="20658"/>
                    </a:cubicBezTo>
                    <a:cubicBezTo>
                      <a:pt x="15480" y="20187"/>
                      <a:pt x="13735" y="19799"/>
                      <a:pt x="11824" y="19467"/>
                    </a:cubicBezTo>
                    <a:cubicBezTo>
                      <a:pt x="9914" y="19134"/>
                      <a:pt x="8141" y="18636"/>
                      <a:pt x="6508" y="17972"/>
                    </a:cubicBezTo>
                    <a:cubicBezTo>
                      <a:pt x="4874" y="17307"/>
                      <a:pt x="3517" y="16365"/>
                      <a:pt x="2409" y="15119"/>
                    </a:cubicBezTo>
                    <a:cubicBezTo>
                      <a:pt x="1329" y="13873"/>
                      <a:pt x="775" y="12129"/>
                      <a:pt x="775" y="9858"/>
                    </a:cubicBezTo>
                    <a:cubicBezTo>
                      <a:pt x="775" y="6978"/>
                      <a:pt x="1828" y="4624"/>
                      <a:pt x="3932" y="2769"/>
                    </a:cubicBezTo>
                    <a:cubicBezTo>
                      <a:pt x="6037" y="941"/>
                      <a:pt x="9027" y="0"/>
                      <a:pt x="12877" y="0"/>
                    </a:cubicBezTo>
                    <a:cubicBezTo>
                      <a:pt x="16726" y="0"/>
                      <a:pt x="19633" y="831"/>
                      <a:pt x="21959" y="2492"/>
                    </a:cubicBezTo>
                    <a:cubicBezTo>
                      <a:pt x="24285" y="4154"/>
                      <a:pt x="25698" y="6923"/>
                      <a:pt x="26168" y="10827"/>
                    </a:cubicBezTo>
                    <a:lnTo>
                      <a:pt x="22126" y="10827"/>
                    </a:lnTo>
                    <a:cubicBezTo>
                      <a:pt x="21766" y="8169"/>
                      <a:pt x="20769" y="6286"/>
                      <a:pt x="19107" y="5206"/>
                    </a:cubicBezTo>
                    <a:cubicBezTo>
                      <a:pt x="17446" y="4126"/>
                      <a:pt x="15341" y="3572"/>
                      <a:pt x="12821" y="3572"/>
                    </a:cubicBezTo>
                    <a:cubicBezTo>
                      <a:pt x="10301" y="3572"/>
                      <a:pt x="8363" y="4126"/>
                      <a:pt x="7034" y="5206"/>
                    </a:cubicBezTo>
                    <a:cubicBezTo>
                      <a:pt x="5704" y="6286"/>
                      <a:pt x="5040" y="7726"/>
                      <a:pt x="5040" y="9498"/>
                    </a:cubicBezTo>
                    <a:cubicBezTo>
                      <a:pt x="5040" y="11049"/>
                      <a:pt x="5594" y="12239"/>
                      <a:pt x="6674" y="13043"/>
                    </a:cubicBezTo>
                    <a:cubicBezTo>
                      <a:pt x="7754" y="13873"/>
                      <a:pt x="9111" y="14538"/>
                      <a:pt x="10772" y="15036"/>
                    </a:cubicBezTo>
                    <a:cubicBezTo>
                      <a:pt x="12406" y="15535"/>
                      <a:pt x="14178" y="16005"/>
                      <a:pt x="16089" y="16393"/>
                    </a:cubicBezTo>
                    <a:cubicBezTo>
                      <a:pt x="17999" y="16781"/>
                      <a:pt x="19772" y="17362"/>
                      <a:pt x="21406" y="18082"/>
                    </a:cubicBezTo>
                    <a:cubicBezTo>
                      <a:pt x="23039" y="18802"/>
                      <a:pt x="24396" y="19799"/>
                      <a:pt x="25504" y="21045"/>
                    </a:cubicBezTo>
                    <a:cubicBezTo>
                      <a:pt x="26584" y="22291"/>
                      <a:pt x="27138" y="24008"/>
                      <a:pt x="27138" y="26224"/>
                    </a:cubicBezTo>
                    <a:cubicBezTo>
                      <a:pt x="27138" y="27857"/>
                      <a:pt x="26778" y="29325"/>
                      <a:pt x="26085" y="30571"/>
                    </a:cubicBezTo>
                    <a:cubicBezTo>
                      <a:pt x="25365" y="31845"/>
                      <a:pt x="24396" y="32897"/>
                      <a:pt x="23150" y="33728"/>
                    </a:cubicBezTo>
                    <a:cubicBezTo>
                      <a:pt x="21904" y="34559"/>
                      <a:pt x="20436" y="35196"/>
                      <a:pt x="18719" y="35611"/>
                    </a:cubicBezTo>
                    <a:cubicBezTo>
                      <a:pt x="17003" y="36026"/>
                      <a:pt x="15147" y="36248"/>
                      <a:pt x="13098" y="36248"/>
                    </a:cubicBezTo>
                    <a:cubicBezTo>
                      <a:pt x="11049" y="36248"/>
                      <a:pt x="9249" y="35943"/>
                      <a:pt x="7671" y="35362"/>
                    </a:cubicBezTo>
                    <a:cubicBezTo>
                      <a:pt x="6092" y="34780"/>
                      <a:pt x="4763" y="33922"/>
                      <a:pt x="3655" y="32870"/>
                    </a:cubicBezTo>
                    <a:cubicBezTo>
                      <a:pt x="2548" y="31817"/>
                      <a:pt x="1689" y="30571"/>
                      <a:pt x="1052" y="29159"/>
                    </a:cubicBezTo>
                    <a:cubicBezTo>
                      <a:pt x="443" y="27746"/>
                      <a:pt x="83" y="26224"/>
                      <a:pt x="0" y="24562"/>
                    </a:cubicBezTo>
                    <a:lnTo>
                      <a:pt x="4043" y="24562"/>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722" name="Freeform 3721">
                <a:extLst>
                  <a:ext uri="{FF2B5EF4-FFF2-40B4-BE49-F238E27FC236}">
                    <a16:creationId xmlns:a16="http://schemas.microsoft.com/office/drawing/2014/main" id="{3E20F924-EFFC-A2FB-FE8E-DF0344EF18BD}"/>
                  </a:ext>
                </a:extLst>
              </p:cNvPr>
              <p:cNvSpPr/>
              <p:nvPr/>
            </p:nvSpPr>
            <p:spPr>
              <a:xfrm>
                <a:off x="3370140" y="4076272"/>
                <a:ext cx="4375" cy="47850"/>
              </a:xfrm>
              <a:custGeom>
                <a:avLst/>
                <a:gdLst>
                  <a:gd name="connsiteX0" fmla="*/ 0 w 4375"/>
                  <a:gd name="connsiteY0" fmla="*/ 5926 h 47850"/>
                  <a:gd name="connsiteX1" fmla="*/ 0 w 4375"/>
                  <a:gd name="connsiteY1" fmla="*/ 0 h 47850"/>
                  <a:gd name="connsiteX2" fmla="*/ 4375 w 4375"/>
                  <a:gd name="connsiteY2" fmla="*/ 0 h 47850"/>
                  <a:gd name="connsiteX3" fmla="*/ 4375 w 4375"/>
                  <a:gd name="connsiteY3" fmla="*/ 5926 h 47850"/>
                  <a:gd name="connsiteX4" fmla="*/ 0 w 4375"/>
                  <a:gd name="connsiteY4" fmla="*/ 5926 h 47850"/>
                  <a:gd name="connsiteX5" fmla="*/ 194 w 4375"/>
                  <a:gd name="connsiteY5" fmla="*/ 47850 h 47850"/>
                  <a:gd name="connsiteX6" fmla="*/ 194 w 4375"/>
                  <a:gd name="connsiteY6" fmla="*/ 13430 h 47850"/>
                  <a:gd name="connsiteX7" fmla="*/ 4181 w 4375"/>
                  <a:gd name="connsiteY7" fmla="*/ 13430 h 47850"/>
                  <a:gd name="connsiteX8" fmla="*/ 4181 w 4375"/>
                  <a:gd name="connsiteY8" fmla="*/ 47850 h 47850"/>
                  <a:gd name="connsiteX9" fmla="*/ 194 w 4375"/>
                  <a:gd name="connsiteY9" fmla="*/ 47850 h 47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75" h="47850">
                    <a:moveTo>
                      <a:pt x="0" y="5926"/>
                    </a:moveTo>
                    <a:lnTo>
                      <a:pt x="0" y="0"/>
                    </a:lnTo>
                    <a:lnTo>
                      <a:pt x="4375" y="0"/>
                    </a:lnTo>
                    <a:lnTo>
                      <a:pt x="4375" y="5926"/>
                    </a:lnTo>
                    <a:lnTo>
                      <a:pt x="0" y="5926"/>
                    </a:lnTo>
                    <a:close/>
                    <a:moveTo>
                      <a:pt x="194" y="47850"/>
                    </a:moveTo>
                    <a:lnTo>
                      <a:pt x="194" y="13430"/>
                    </a:lnTo>
                    <a:lnTo>
                      <a:pt x="4181" y="13430"/>
                    </a:lnTo>
                    <a:lnTo>
                      <a:pt x="4181" y="47850"/>
                    </a:lnTo>
                    <a:lnTo>
                      <a:pt x="194" y="47850"/>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723" name="Freeform 3722">
                <a:extLst>
                  <a:ext uri="{FF2B5EF4-FFF2-40B4-BE49-F238E27FC236}">
                    <a16:creationId xmlns:a16="http://schemas.microsoft.com/office/drawing/2014/main" id="{7DD4D06F-7EB3-4791-98E9-A952C59D9D37}"/>
                  </a:ext>
                </a:extLst>
              </p:cNvPr>
              <p:cNvSpPr/>
              <p:nvPr/>
            </p:nvSpPr>
            <p:spPr>
              <a:xfrm>
                <a:off x="3383958" y="4088789"/>
                <a:ext cx="46798" cy="35417"/>
              </a:xfrm>
              <a:custGeom>
                <a:avLst/>
                <a:gdLst>
                  <a:gd name="connsiteX0" fmla="*/ 3988 w 46798"/>
                  <a:gd name="connsiteY0" fmla="*/ 35334 h 35417"/>
                  <a:gd name="connsiteX1" fmla="*/ 0 w 46798"/>
                  <a:gd name="connsiteY1" fmla="*/ 35334 h 35417"/>
                  <a:gd name="connsiteX2" fmla="*/ 0 w 46798"/>
                  <a:gd name="connsiteY2" fmla="*/ 914 h 35417"/>
                  <a:gd name="connsiteX3" fmla="*/ 3988 w 46798"/>
                  <a:gd name="connsiteY3" fmla="*/ 914 h 35417"/>
                  <a:gd name="connsiteX4" fmla="*/ 3988 w 46798"/>
                  <a:gd name="connsiteY4" fmla="*/ 6092 h 35417"/>
                  <a:gd name="connsiteX5" fmla="*/ 4126 w 46798"/>
                  <a:gd name="connsiteY5" fmla="*/ 6092 h 35417"/>
                  <a:gd name="connsiteX6" fmla="*/ 8501 w 46798"/>
                  <a:gd name="connsiteY6" fmla="*/ 1551 h 35417"/>
                  <a:gd name="connsiteX7" fmla="*/ 14760 w 46798"/>
                  <a:gd name="connsiteY7" fmla="*/ 0 h 35417"/>
                  <a:gd name="connsiteX8" fmla="*/ 18802 w 46798"/>
                  <a:gd name="connsiteY8" fmla="*/ 526 h 35417"/>
                  <a:gd name="connsiteX9" fmla="*/ 21627 w 46798"/>
                  <a:gd name="connsiteY9" fmla="*/ 1966 h 35417"/>
                  <a:gd name="connsiteX10" fmla="*/ 23565 w 46798"/>
                  <a:gd name="connsiteY10" fmla="*/ 4071 h 35417"/>
                  <a:gd name="connsiteX11" fmla="*/ 24867 w 46798"/>
                  <a:gd name="connsiteY11" fmla="*/ 6674 h 35417"/>
                  <a:gd name="connsiteX12" fmla="*/ 29491 w 46798"/>
                  <a:gd name="connsiteY12" fmla="*/ 1662 h 35417"/>
                  <a:gd name="connsiteX13" fmla="*/ 36109 w 46798"/>
                  <a:gd name="connsiteY13" fmla="*/ 28 h 35417"/>
                  <a:gd name="connsiteX14" fmla="*/ 41731 w 46798"/>
                  <a:gd name="connsiteY14" fmla="*/ 1191 h 35417"/>
                  <a:gd name="connsiteX15" fmla="*/ 44943 w 46798"/>
                  <a:gd name="connsiteY15" fmla="*/ 4237 h 35417"/>
                  <a:gd name="connsiteX16" fmla="*/ 46438 w 46798"/>
                  <a:gd name="connsiteY16" fmla="*/ 8585 h 35417"/>
                  <a:gd name="connsiteX17" fmla="*/ 46798 w 46798"/>
                  <a:gd name="connsiteY17" fmla="*/ 13624 h 35417"/>
                  <a:gd name="connsiteX18" fmla="*/ 46798 w 46798"/>
                  <a:gd name="connsiteY18" fmla="*/ 35362 h 35417"/>
                  <a:gd name="connsiteX19" fmla="*/ 42811 w 46798"/>
                  <a:gd name="connsiteY19" fmla="*/ 35362 h 35417"/>
                  <a:gd name="connsiteX20" fmla="*/ 42811 w 46798"/>
                  <a:gd name="connsiteY20" fmla="*/ 11575 h 35417"/>
                  <a:gd name="connsiteX21" fmla="*/ 41260 w 46798"/>
                  <a:gd name="connsiteY21" fmla="*/ 5732 h 35417"/>
                  <a:gd name="connsiteX22" fmla="*/ 35445 w 46798"/>
                  <a:gd name="connsiteY22" fmla="*/ 3600 h 35417"/>
                  <a:gd name="connsiteX23" fmla="*/ 31236 w 46798"/>
                  <a:gd name="connsiteY23" fmla="*/ 4569 h 35417"/>
                  <a:gd name="connsiteX24" fmla="*/ 27691 w 46798"/>
                  <a:gd name="connsiteY24" fmla="*/ 7532 h 35417"/>
                  <a:gd name="connsiteX25" fmla="*/ 26584 w 46798"/>
                  <a:gd name="connsiteY25" fmla="*/ 9554 h 35417"/>
                  <a:gd name="connsiteX26" fmla="*/ 25892 w 46798"/>
                  <a:gd name="connsiteY26" fmla="*/ 11991 h 35417"/>
                  <a:gd name="connsiteX27" fmla="*/ 25532 w 46798"/>
                  <a:gd name="connsiteY27" fmla="*/ 14511 h 35417"/>
                  <a:gd name="connsiteX28" fmla="*/ 25421 w 46798"/>
                  <a:gd name="connsiteY28" fmla="*/ 16837 h 35417"/>
                  <a:gd name="connsiteX29" fmla="*/ 25421 w 46798"/>
                  <a:gd name="connsiteY29" fmla="*/ 35390 h 35417"/>
                  <a:gd name="connsiteX30" fmla="*/ 21433 w 46798"/>
                  <a:gd name="connsiteY30" fmla="*/ 35390 h 35417"/>
                  <a:gd name="connsiteX31" fmla="*/ 21433 w 46798"/>
                  <a:gd name="connsiteY31" fmla="*/ 11603 h 35417"/>
                  <a:gd name="connsiteX32" fmla="*/ 19882 w 46798"/>
                  <a:gd name="connsiteY32" fmla="*/ 5760 h 35417"/>
                  <a:gd name="connsiteX33" fmla="*/ 14067 w 46798"/>
                  <a:gd name="connsiteY33" fmla="*/ 3628 h 35417"/>
                  <a:gd name="connsiteX34" fmla="*/ 9858 w 46798"/>
                  <a:gd name="connsiteY34" fmla="*/ 4597 h 35417"/>
                  <a:gd name="connsiteX35" fmla="*/ 6314 w 46798"/>
                  <a:gd name="connsiteY35" fmla="*/ 7560 h 35417"/>
                  <a:gd name="connsiteX36" fmla="*/ 5206 w 46798"/>
                  <a:gd name="connsiteY36" fmla="*/ 9581 h 35417"/>
                  <a:gd name="connsiteX37" fmla="*/ 4514 w 46798"/>
                  <a:gd name="connsiteY37" fmla="*/ 12018 h 35417"/>
                  <a:gd name="connsiteX38" fmla="*/ 4154 w 46798"/>
                  <a:gd name="connsiteY38" fmla="*/ 14538 h 35417"/>
                  <a:gd name="connsiteX39" fmla="*/ 4043 w 46798"/>
                  <a:gd name="connsiteY39" fmla="*/ 16864 h 35417"/>
                  <a:gd name="connsiteX40" fmla="*/ 4043 w 46798"/>
                  <a:gd name="connsiteY40" fmla="*/ 35417 h 35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46798" h="35417">
                    <a:moveTo>
                      <a:pt x="3988" y="35334"/>
                    </a:moveTo>
                    <a:lnTo>
                      <a:pt x="0" y="35334"/>
                    </a:lnTo>
                    <a:lnTo>
                      <a:pt x="0" y="914"/>
                    </a:lnTo>
                    <a:lnTo>
                      <a:pt x="3988" y="914"/>
                    </a:lnTo>
                    <a:lnTo>
                      <a:pt x="3988" y="6092"/>
                    </a:lnTo>
                    <a:lnTo>
                      <a:pt x="4126" y="6092"/>
                    </a:lnTo>
                    <a:cubicBezTo>
                      <a:pt x="5151" y="4099"/>
                      <a:pt x="6618" y="2575"/>
                      <a:pt x="8501" y="1551"/>
                    </a:cubicBezTo>
                    <a:cubicBezTo>
                      <a:pt x="10384" y="526"/>
                      <a:pt x="12489" y="0"/>
                      <a:pt x="14760" y="0"/>
                    </a:cubicBezTo>
                    <a:cubicBezTo>
                      <a:pt x="16366" y="0"/>
                      <a:pt x="17695" y="166"/>
                      <a:pt x="18802" y="526"/>
                    </a:cubicBezTo>
                    <a:cubicBezTo>
                      <a:pt x="19910" y="886"/>
                      <a:pt x="20852" y="1357"/>
                      <a:pt x="21627" y="1966"/>
                    </a:cubicBezTo>
                    <a:cubicBezTo>
                      <a:pt x="22402" y="2575"/>
                      <a:pt x="23039" y="3268"/>
                      <a:pt x="23565" y="4071"/>
                    </a:cubicBezTo>
                    <a:cubicBezTo>
                      <a:pt x="24064" y="4874"/>
                      <a:pt x="24507" y="5732"/>
                      <a:pt x="24867" y="6674"/>
                    </a:cubicBezTo>
                    <a:cubicBezTo>
                      <a:pt x="26030" y="4403"/>
                      <a:pt x="27553" y="2742"/>
                      <a:pt x="29491" y="1662"/>
                    </a:cubicBezTo>
                    <a:cubicBezTo>
                      <a:pt x="31430" y="582"/>
                      <a:pt x="33617" y="28"/>
                      <a:pt x="36109" y="28"/>
                    </a:cubicBezTo>
                    <a:cubicBezTo>
                      <a:pt x="38463" y="28"/>
                      <a:pt x="40319" y="415"/>
                      <a:pt x="41731" y="1191"/>
                    </a:cubicBezTo>
                    <a:cubicBezTo>
                      <a:pt x="43115" y="1966"/>
                      <a:pt x="44195" y="2991"/>
                      <a:pt x="44943" y="4237"/>
                    </a:cubicBezTo>
                    <a:cubicBezTo>
                      <a:pt x="45691" y="5483"/>
                      <a:pt x="46189" y="6951"/>
                      <a:pt x="46438" y="8585"/>
                    </a:cubicBezTo>
                    <a:cubicBezTo>
                      <a:pt x="46688" y="10218"/>
                      <a:pt x="46798" y="11907"/>
                      <a:pt x="46798" y="13624"/>
                    </a:cubicBezTo>
                    <a:lnTo>
                      <a:pt x="46798" y="35362"/>
                    </a:lnTo>
                    <a:lnTo>
                      <a:pt x="42811" y="35362"/>
                    </a:lnTo>
                    <a:lnTo>
                      <a:pt x="42811" y="11575"/>
                    </a:lnTo>
                    <a:cubicBezTo>
                      <a:pt x="42811" y="9083"/>
                      <a:pt x="42285" y="7145"/>
                      <a:pt x="41260" y="5732"/>
                    </a:cubicBezTo>
                    <a:cubicBezTo>
                      <a:pt x="40208" y="4320"/>
                      <a:pt x="38269" y="3600"/>
                      <a:pt x="35445" y="3600"/>
                    </a:cubicBezTo>
                    <a:cubicBezTo>
                      <a:pt x="33977" y="3600"/>
                      <a:pt x="32565" y="3932"/>
                      <a:pt x="31236" y="4569"/>
                    </a:cubicBezTo>
                    <a:cubicBezTo>
                      <a:pt x="29879" y="5206"/>
                      <a:pt x="28688" y="6203"/>
                      <a:pt x="27691" y="7532"/>
                    </a:cubicBezTo>
                    <a:cubicBezTo>
                      <a:pt x="27248" y="8114"/>
                      <a:pt x="26888" y="8778"/>
                      <a:pt x="26584" y="9554"/>
                    </a:cubicBezTo>
                    <a:cubicBezTo>
                      <a:pt x="26307" y="10329"/>
                      <a:pt x="26058" y="11132"/>
                      <a:pt x="25892" y="11991"/>
                    </a:cubicBezTo>
                    <a:cubicBezTo>
                      <a:pt x="25725" y="12821"/>
                      <a:pt x="25587" y="13680"/>
                      <a:pt x="25532" y="14511"/>
                    </a:cubicBezTo>
                    <a:cubicBezTo>
                      <a:pt x="25476" y="15341"/>
                      <a:pt x="25421" y="16117"/>
                      <a:pt x="25421" y="16837"/>
                    </a:cubicBezTo>
                    <a:lnTo>
                      <a:pt x="25421" y="35390"/>
                    </a:lnTo>
                    <a:lnTo>
                      <a:pt x="21433" y="35390"/>
                    </a:lnTo>
                    <a:lnTo>
                      <a:pt x="21433" y="11603"/>
                    </a:lnTo>
                    <a:cubicBezTo>
                      <a:pt x="21433" y="9111"/>
                      <a:pt x="20907" y="7172"/>
                      <a:pt x="19882" y="5760"/>
                    </a:cubicBezTo>
                    <a:cubicBezTo>
                      <a:pt x="18830" y="4348"/>
                      <a:pt x="16892" y="3628"/>
                      <a:pt x="14067" y="3628"/>
                    </a:cubicBezTo>
                    <a:cubicBezTo>
                      <a:pt x="12600" y="3628"/>
                      <a:pt x="11187" y="3960"/>
                      <a:pt x="9858" y="4597"/>
                    </a:cubicBezTo>
                    <a:cubicBezTo>
                      <a:pt x="8501" y="5234"/>
                      <a:pt x="7311" y="6231"/>
                      <a:pt x="6314" y="7560"/>
                    </a:cubicBezTo>
                    <a:cubicBezTo>
                      <a:pt x="5871" y="8141"/>
                      <a:pt x="5511" y="8806"/>
                      <a:pt x="5206" y="9581"/>
                    </a:cubicBezTo>
                    <a:cubicBezTo>
                      <a:pt x="4929" y="10357"/>
                      <a:pt x="4680" y="11160"/>
                      <a:pt x="4514" y="12018"/>
                    </a:cubicBezTo>
                    <a:cubicBezTo>
                      <a:pt x="4348" y="12849"/>
                      <a:pt x="4209" y="13707"/>
                      <a:pt x="4154" y="14538"/>
                    </a:cubicBezTo>
                    <a:cubicBezTo>
                      <a:pt x="4098" y="15369"/>
                      <a:pt x="4043" y="16144"/>
                      <a:pt x="4043" y="16864"/>
                    </a:cubicBezTo>
                    <a:lnTo>
                      <a:pt x="4043" y="35417"/>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724" name="Freeform 3723">
                <a:extLst>
                  <a:ext uri="{FF2B5EF4-FFF2-40B4-BE49-F238E27FC236}">
                    <a16:creationId xmlns:a16="http://schemas.microsoft.com/office/drawing/2014/main" id="{709CE971-3501-6420-3BDE-BE83301CEF4B}"/>
                  </a:ext>
                </a:extLst>
              </p:cNvPr>
              <p:cNvSpPr/>
              <p:nvPr/>
            </p:nvSpPr>
            <p:spPr>
              <a:xfrm>
                <a:off x="3440254" y="4076272"/>
                <a:ext cx="4375" cy="47850"/>
              </a:xfrm>
              <a:custGeom>
                <a:avLst/>
                <a:gdLst>
                  <a:gd name="connsiteX0" fmla="*/ 0 w 4375"/>
                  <a:gd name="connsiteY0" fmla="*/ 5926 h 47850"/>
                  <a:gd name="connsiteX1" fmla="*/ 0 w 4375"/>
                  <a:gd name="connsiteY1" fmla="*/ 0 h 47850"/>
                  <a:gd name="connsiteX2" fmla="*/ 4375 w 4375"/>
                  <a:gd name="connsiteY2" fmla="*/ 0 h 47850"/>
                  <a:gd name="connsiteX3" fmla="*/ 4375 w 4375"/>
                  <a:gd name="connsiteY3" fmla="*/ 5926 h 47850"/>
                  <a:gd name="connsiteX4" fmla="*/ 0 w 4375"/>
                  <a:gd name="connsiteY4" fmla="*/ 5926 h 47850"/>
                  <a:gd name="connsiteX5" fmla="*/ 194 w 4375"/>
                  <a:gd name="connsiteY5" fmla="*/ 47850 h 47850"/>
                  <a:gd name="connsiteX6" fmla="*/ 194 w 4375"/>
                  <a:gd name="connsiteY6" fmla="*/ 13430 h 47850"/>
                  <a:gd name="connsiteX7" fmla="*/ 4181 w 4375"/>
                  <a:gd name="connsiteY7" fmla="*/ 13430 h 47850"/>
                  <a:gd name="connsiteX8" fmla="*/ 4181 w 4375"/>
                  <a:gd name="connsiteY8" fmla="*/ 47850 h 47850"/>
                  <a:gd name="connsiteX9" fmla="*/ 194 w 4375"/>
                  <a:gd name="connsiteY9" fmla="*/ 47850 h 47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75" h="47850">
                    <a:moveTo>
                      <a:pt x="0" y="5926"/>
                    </a:moveTo>
                    <a:lnTo>
                      <a:pt x="0" y="0"/>
                    </a:lnTo>
                    <a:lnTo>
                      <a:pt x="4375" y="0"/>
                    </a:lnTo>
                    <a:lnTo>
                      <a:pt x="4375" y="5926"/>
                    </a:lnTo>
                    <a:lnTo>
                      <a:pt x="0" y="5926"/>
                    </a:lnTo>
                    <a:close/>
                    <a:moveTo>
                      <a:pt x="194" y="47850"/>
                    </a:moveTo>
                    <a:lnTo>
                      <a:pt x="194" y="13430"/>
                    </a:lnTo>
                    <a:lnTo>
                      <a:pt x="4181" y="13430"/>
                    </a:lnTo>
                    <a:lnTo>
                      <a:pt x="4181" y="47850"/>
                    </a:lnTo>
                    <a:lnTo>
                      <a:pt x="194" y="47850"/>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725" name="Freeform 3724">
                <a:extLst>
                  <a:ext uri="{FF2B5EF4-FFF2-40B4-BE49-F238E27FC236}">
                    <a16:creationId xmlns:a16="http://schemas.microsoft.com/office/drawing/2014/main" id="{B3C08321-15CF-83B7-6013-27A77BFED2EF}"/>
                  </a:ext>
                </a:extLst>
              </p:cNvPr>
              <p:cNvSpPr/>
              <p:nvPr/>
            </p:nvSpPr>
            <p:spPr>
              <a:xfrm>
                <a:off x="3455208" y="4076272"/>
                <a:ext cx="3987" cy="47850"/>
              </a:xfrm>
              <a:custGeom>
                <a:avLst/>
                <a:gdLst>
                  <a:gd name="connsiteX0" fmla="*/ 0 w 3987"/>
                  <a:gd name="connsiteY0" fmla="*/ 47850 h 47850"/>
                  <a:gd name="connsiteX1" fmla="*/ 0 w 3987"/>
                  <a:gd name="connsiteY1" fmla="*/ 0 h 47850"/>
                  <a:gd name="connsiteX2" fmla="*/ 3988 w 3987"/>
                  <a:gd name="connsiteY2" fmla="*/ 0 h 47850"/>
                  <a:gd name="connsiteX3" fmla="*/ 3988 w 3987"/>
                  <a:gd name="connsiteY3" fmla="*/ 47850 h 47850"/>
                  <a:gd name="connsiteX4" fmla="*/ 0 w 3987"/>
                  <a:gd name="connsiteY4" fmla="*/ 47850 h 47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87" h="47850">
                    <a:moveTo>
                      <a:pt x="0" y="47850"/>
                    </a:moveTo>
                    <a:lnTo>
                      <a:pt x="0" y="0"/>
                    </a:lnTo>
                    <a:lnTo>
                      <a:pt x="3988" y="0"/>
                    </a:lnTo>
                    <a:lnTo>
                      <a:pt x="3988" y="47850"/>
                    </a:lnTo>
                    <a:lnTo>
                      <a:pt x="0" y="47850"/>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726" name="Freeform 3725">
                <a:extLst>
                  <a:ext uri="{FF2B5EF4-FFF2-40B4-BE49-F238E27FC236}">
                    <a16:creationId xmlns:a16="http://schemas.microsoft.com/office/drawing/2014/main" id="{E45AB407-2852-8BDD-3BC2-88DD8BCC5457}"/>
                  </a:ext>
                </a:extLst>
              </p:cNvPr>
              <p:cNvSpPr/>
              <p:nvPr/>
            </p:nvSpPr>
            <p:spPr>
              <a:xfrm>
                <a:off x="3467530" y="4088816"/>
                <a:ext cx="32454" cy="36303"/>
              </a:xfrm>
              <a:custGeom>
                <a:avLst/>
                <a:gdLst>
                  <a:gd name="connsiteX0" fmla="*/ 17639 w 32454"/>
                  <a:gd name="connsiteY0" fmla="*/ 15230 h 36303"/>
                  <a:gd name="connsiteX1" fmla="*/ 20326 w 32454"/>
                  <a:gd name="connsiteY1" fmla="*/ 14843 h 36303"/>
                  <a:gd name="connsiteX2" fmla="*/ 22873 w 32454"/>
                  <a:gd name="connsiteY2" fmla="*/ 14123 h 36303"/>
                  <a:gd name="connsiteX3" fmla="*/ 24092 w 32454"/>
                  <a:gd name="connsiteY3" fmla="*/ 12572 h 36303"/>
                  <a:gd name="connsiteX4" fmla="*/ 24313 w 32454"/>
                  <a:gd name="connsiteY4" fmla="*/ 10551 h 36303"/>
                  <a:gd name="connsiteX5" fmla="*/ 22347 w 32454"/>
                  <a:gd name="connsiteY5" fmla="*/ 5538 h 36303"/>
                  <a:gd name="connsiteX6" fmla="*/ 15729 w 32454"/>
                  <a:gd name="connsiteY6" fmla="*/ 3572 h 36303"/>
                  <a:gd name="connsiteX7" fmla="*/ 11935 w 32454"/>
                  <a:gd name="connsiteY7" fmla="*/ 3932 h 36303"/>
                  <a:gd name="connsiteX8" fmla="*/ 8917 w 32454"/>
                  <a:gd name="connsiteY8" fmla="*/ 5206 h 36303"/>
                  <a:gd name="connsiteX9" fmla="*/ 6784 w 32454"/>
                  <a:gd name="connsiteY9" fmla="*/ 7587 h 36303"/>
                  <a:gd name="connsiteX10" fmla="*/ 5677 w 32454"/>
                  <a:gd name="connsiteY10" fmla="*/ 11354 h 36303"/>
                  <a:gd name="connsiteX11" fmla="*/ 1634 w 32454"/>
                  <a:gd name="connsiteY11" fmla="*/ 11354 h 36303"/>
                  <a:gd name="connsiteX12" fmla="*/ 3018 w 32454"/>
                  <a:gd name="connsiteY12" fmla="*/ 6148 h 36303"/>
                  <a:gd name="connsiteX13" fmla="*/ 6120 w 32454"/>
                  <a:gd name="connsiteY13" fmla="*/ 2631 h 36303"/>
                  <a:gd name="connsiteX14" fmla="*/ 10495 w 32454"/>
                  <a:gd name="connsiteY14" fmla="*/ 637 h 36303"/>
                  <a:gd name="connsiteX15" fmla="*/ 15784 w 32454"/>
                  <a:gd name="connsiteY15" fmla="*/ 0 h 36303"/>
                  <a:gd name="connsiteX16" fmla="*/ 20658 w 32454"/>
                  <a:gd name="connsiteY16" fmla="*/ 554 h 36303"/>
                  <a:gd name="connsiteX17" fmla="*/ 24645 w 32454"/>
                  <a:gd name="connsiteY17" fmla="*/ 2354 h 36303"/>
                  <a:gd name="connsiteX18" fmla="*/ 27304 w 32454"/>
                  <a:gd name="connsiteY18" fmla="*/ 5649 h 36303"/>
                  <a:gd name="connsiteX19" fmla="*/ 28273 w 32454"/>
                  <a:gd name="connsiteY19" fmla="*/ 10689 h 36303"/>
                  <a:gd name="connsiteX20" fmla="*/ 28273 w 32454"/>
                  <a:gd name="connsiteY20" fmla="*/ 29436 h 36303"/>
                  <a:gd name="connsiteX21" fmla="*/ 29104 w 32454"/>
                  <a:gd name="connsiteY21" fmla="*/ 32399 h 36303"/>
                  <a:gd name="connsiteX22" fmla="*/ 32454 w 32454"/>
                  <a:gd name="connsiteY22" fmla="*/ 32095 h 36303"/>
                  <a:gd name="connsiteX23" fmla="*/ 32454 w 32454"/>
                  <a:gd name="connsiteY23" fmla="*/ 35224 h 36303"/>
                  <a:gd name="connsiteX24" fmla="*/ 31097 w 32454"/>
                  <a:gd name="connsiteY24" fmla="*/ 35611 h 36303"/>
                  <a:gd name="connsiteX25" fmla="*/ 29325 w 32454"/>
                  <a:gd name="connsiteY25" fmla="*/ 35888 h 36303"/>
                  <a:gd name="connsiteX26" fmla="*/ 27525 w 32454"/>
                  <a:gd name="connsiteY26" fmla="*/ 35694 h 36303"/>
                  <a:gd name="connsiteX27" fmla="*/ 25919 w 32454"/>
                  <a:gd name="connsiteY27" fmla="*/ 35057 h 36303"/>
                  <a:gd name="connsiteX28" fmla="*/ 24950 w 32454"/>
                  <a:gd name="connsiteY28" fmla="*/ 33867 h 36303"/>
                  <a:gd name="connsiteX29" fmla="*/ 24452 w 32454"/>
                  <a:gd name="connsiteY29" fmla="*/ 32344 h 36303"/>
                  <a:gd name="connsiteX30" fmla="*/ 24313 w 32454"/>
                  <a:gd name="connsiteY30" fmla="*/ 30571 h 36303"/>
                  <a:gd name="connsiteX31" fmla="*/ 18526 w 32454"/>
                  <a:gd name="connsiteY31" fmla="*/ 34836 h 36303"/>
                  <a:gd name="connsiteX32" fmla="*/ 11492 w 32454"/>
                  <a:gd name="connsiteY32" fmla="*/ 36303 h 36303"/>
                  <a:gd name="connsiteX33" fmla="*/ 7144 w 32454"/>
                  <a:gd name="connsiteY33" fmla="*/ 35694 h 36303"/>
                  <a:gd name="connsiteX34" fmla="*/ 3461 w 32454"/>
                  <a:gd name="connsiteY34" fmla="*/ 33839 h 36303"/>
                  <a:gd name="connsiteX35" fmla="*/ 942 w 32454"/>
                  <a:gd name="connsiteY35" fmla="*/ 30738 h 36303"/>
                  <a:gd name="connsiteX36" fmla="*/ 0 w 32454"/>
                  <a:gd name="connsiteY36" fmla="*/ 26390 h 36303"/>
                  <a:gd name="connsiteX37" fmla="*/ 12018 w 32454"/>
                  <a:gd name="connsiteY37" fmla="*/ 16033 h 36303"/>
                  <a:gd name="connsiteX38" fmla="*/ 17529 w 32454"/>
                  <a:gd name="connsiteY38" fmla="*/ 15313 h 36303"/>
                  <a:gd name="connsiteX39" fmla="*/ 24341 w 32454"/>
                  <a:gd name="connsiteY39" fmla="*/ 17224 h 36303"/>
                  <a:gd name="connsiteX40" fmla="*/ 19218 w 32454"/>
                  <a:gd name="connsiteY40" fmla="*/ 18609 h 36303"/>
                  <a:gd name="connsiteX41" fmla="*/ 14040 w 32454"/>
                  <a:gd name="connsiteY41" fmla="*/ 19135 h 36303"/>
                  <a:gd name="connsiteX42" fmla="*/ 6895 w 32454"/>
                  <a:gd name="connsiteY42" fmla="*/ 21184 h 36303"/>
                  <a:gd name="connsiteX43" fmla="*/ 4348 w 32454"/>
                  <a:gd name="connsiteY43" fmla="*/ 26445 h 36303"/>
                  <a:gd name="connsiteX44" fmla="*/ 4984 w 32454"/>
                  <a:gd name="connsiteY44" fmla="*/ 29214 h 36303"/>
                  <a:gd name="connsiteX45" fmla="*/ 6646 w 32454"/>
                  <a:gd name="connsiteY45" fmla="*/ 31153 h 36303"/>
                  <a:gd name="connsiteX46" fmla="*/ 9027 w 32454"/>
                  <a:gd name="connsiteY46" fmla="*/ 32288 h 36303"/>
                  <a:gd name="connsiteX47" fmla="*/ 11797 w 32454"/>
                  <a:gd name="connsiteY47" fmla="*/ 32648 h 36303"/>
                  <a:gd name="connsiteX48" fmla="*/ 16449 w 32454"/>
                  <a:gd name="connsiteY48" fmla="*/ 32039 h 36303"/>
                  <a:gd name="connsiteX49" fmla="*/ 20464 w 32454"/>
                  <a:gd name="connsiteY49" fmla="*/ 30211 h 36303"/>
                  <a:gd name="connsiteX50" fmla="*/ 23289 w 32454"/>
                  <a:gd name="connsiteY50" fmla="*/ 27082 h 36303"/>
                  <a:gd name="connsiteX51" fmla="*/ 24341 w 32454"/>
                  <a:gd name="connsiteY51" fmla="*/ 22596 h 36303"/>
                  <a:gd name="connsiteX52" fmla="*/ 24341 w 32454"/>
                  <a:gd name="connsiteY52" fmla="*/ 17224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32454" h="36303">
                    <a:moveTo>
                      <a:pt x="17639" y="15230"/>
                    </a:moveTo>
                    <a:cubicBezTo>
                      <a:pt x="18387" y="15147"/>
                      <a:pt x="19301" y="15009"/>
                      <a:pt x="20326" y="14843"/>
                    </a:cubicBezTo>
                    <a:cubicBezTo>
                      <a:pt x="21378" y="14677"/>
                      <a:pt x="22209" y="14427"/>
                      <a:pt x="22873" y="14123"/>
                    </a:cubicBezTo>
                    <a:cubicBezTo>
                      <a:pt x="23538" y="13818"/>
                      <a:pt x="23953" y="13292"/>
                      <a:pt x="24092" y="12572"/>
                    </a:cubicBezTo>
                    <a:cubicBezTo>
                      <a:pt x="24258" y="11852"/>
                      <a:pt x="24313" y="11160"/>
                      <a:pt x="24313" y="10551"/>
                    </a:cubicBezTo>
                    <a:cubicBezTo>
                      <a:pt x="24313" y="8501"/>
                      <a:pt x="23649" y="6840"/>
                      <a:pt x="22347" y="5538"/>
                    </a:cubicBezTo>
                    <a:cubicBezTo>
                      <a:pt x="21046" y="4237"/>
                      <a:pt x="18830" y="3572"/>
                      <a:pt x="15729" y="3572"/>
                    </a:cubicBezTo>
                    <a:cubicBezTo>
                      <a:pt x="14344" y="3572"/>
                      <a:pt x="13098" y="3683"/>
                      <a:pt x="11935" y="3932"/>
                    </a:cubicBezTo>
                    <a:cubicBezTo>
                      <a:pt x="10772" y="4181"/>
                      <a:pt x="9775" y="4597"/>
                      <a:pt x="8917" y="5206"/>
                    </a:cubicBezTo>
                    <a:cubicBezTo>
                      <a:pt x="8058" y="5815"/>
                      <a:pt x="7338" y="6591"/>
                      <a:pt x="6784" y="7587"/>
                    </a:cubicBezTo>
                    <a:cubicBezTo>
                      <a:pt x="6231" y="8585"/>
                      <a:pt x="5871" y="9831"/>
                      <a:pt x="5677" y="11354"/>
                    </a:cubicBezTo>
                    <a:lnTo>
                      <a:pt x="1634" y="11354"/>
                    </a:lnTo>
                    <a:cubicBezTo>
                      <a:pt x="1772" y="9304"/>
                      <a:pt x="2243" y="7587"/>
                      <a:pt x="3018" y="6148"/>
                    </a:cubicBezTo>
                    <a:cubicBezTo>
                      <a:pt x="3794" y="4708"/>
                      <a:pt x="4846" y="3545"/>
                      <a:pt x="6120" y="2631"/>
                    </a:cubicBezTo>
                    <a:cubicBezTo>
                      <a:pt x="7394" y="1717"/>
                      <a:pt x="8834" y="1052"/>
                      <a:pt x="10495" y="637"/>
                    </a:cubicBezTo>
                    <a:cubicBezTo>
                      <a:pt x="12157" y="222"/>
                      <a:pt x="13929" y="0"/>
                      <a:pt x="15784" y="0"/>
                    </a:cubicBezTo>
                    <a:cubicBezTo>
                      <a:pt x="17501" y="0"/>
                      <a:pt x="19135" y="194"/>
                      <a:pt x="20658" y="554"/>
                    </a:cubicBezTo>
                    <a:cubicBezTo>
                      <a:pt x="22181" y="942"/>
                      <a:pt x="23510" y="1523"/>
                      <a:pt x="24645" y="2354"/>
                    </a:cubicBezTo>
                    <a:cubicBezTo>
                      <a:pt x="25781" y="3185"/>
                      <a:pt x="26667" y="4265"/>
                      <a:pt x="27304" y="5649"/>
                    </a:cubicBezTo>
                    <a:cubicBezTo>
                      <a:pt x="27941" y="7034"/>
                      <a:pt x="28273" y="8695"/>
                      <a:pt x="28273" y="10689"/>
                    </a:cubicBezTo>
                    <a:lnTo>
                      <a:pt x="28273" y="29436"/>
                    </a:lnTo>
                    <a:cubicBezTo>
                      <a:pt x="28273" y="30987"/>
                      <a:pt x="28550" y="31984"/>
                      <a:pt x="29104" y="32399"/>
                    </a:cubicBezTo>
                    <a:cubicBezTo>
                      <a:pt x="29657" y="32815"/>
                      <a:pt x="30765" y="32731"/>
                      <a:pt x="32454" y="32095"/>
                    </a:cubicBezTo>
                    <a:lnTo>
                      <a:pt x="32454" y="35224"/>
                    </a:lnTo>
                    <a:cubicBezTo>
                      <a:pt x="32150" y="35306"/>
                      <a:pt x="31679" y="35445"/>
                      <a:pt x="31097" y="35611"/>
                    </a:cubicBezTo>
                    <a:cubicBezTo>
                      <a:pt x="30488" y="35777"/>
                      <a:pt x="29907" y="35888"/>
                      <a:pt x="29325" y="35888"/>
                    </a:cubicBezTo>
                    <a:cubicBezTo>
                      <a:pt x="28716" y="35888"/>
                      <a:pt x="28107" y="35833"/>
                      <a:pt x="27525" y="35694"/>
                    </a:cubicBezTo>
                    <a:cubicBezTo>
                      <a:pt x="26861" y="35611"/>
                      <a:pt x="26334" y="35390"/>
                      <a:pt x="25919" y="35057"/>
                    </a:cubicBezTo>
                    <a:cubicBezTo>
                      <a:pt x="25532" y="34725"/>
                      <a:pt x="25199" y="34337"/>
                      <a:pt x="24950" y="33867"/>
                    </a:cubicBezTo>
                    <a:cubicBezTo>
                      <a:pt x="24701" y="33396"/>
                      <a:pt x="24534" y="32897"/>
                      <a:pt x="24452" y="32344"/>
                    </a:cubicBezTo>
                    <a:cubicBezTo>
                      <a:pt x="24368" y="31790"/>
                      <a:pt x="24313" y="31208"/>
                      <a:pt x="24313" y="30571"/>
                    </a:cubicBezTo>
                    <a:cubicBezTo>
                      <a:pt x="22624" y="32427"/>
                      <a:pt x="20713" y="33839"/>
                      <a:pt x="18526" y="34836"/>
                    </a:cubicBezTo>
                    <a:cubicBezTo>
                      <a:pt x="16366" y="35805"/>
                      <a:pt x="14012" y="36303"/>
                      <a:pt x="11492" y="36303"/>
                    </a:cubicBezTo>
                    <a:cubicBezTo>
                      <a:pt x="9997" y="36303"/>
                      <a:pt x="8529" y="36110"/>
                      <a:pt x="7144" y="35694"/>
                    </a:cubicBezTo>
                    <a:cubicBezTo>
                      <a:pt x="5760" y="35306"/>
                      <a:pt x="4514" y="34670"/>
                      <a:pt x="3461" y="33839"/>
                    </a:cubicBezTo>
                    <a:cubicBezTo>
                      <a:pt x="2409" y="33008"/>
                      <a:pt x="1551" y="31956"/>
                      <a:pt x="942" y="30738"/>
                    </a:cubicBezTo>
                    <a:cubicBezTo>
                      <a:pt x="332" y="29519"/>
                      <a:pt x="0" y="28079"/>
                      <a:pt x="0" y="26390"/>
                    </a:cubicBezTo>
                    <a:cubicBezTo>
                      <a:pt x="0" y="20547"/>
                      <a:pt x="4015" y="17086"/>
                      <a:pt x="12018" y="16033"/>
                    </a:cubicBezTo>
                    <a:lnTo>
                      <a:pt x="17529" y="15313"/>
                    </a:lnTo>
                    <a:close/>
                    <a:moveTo>
                      <a:pt x="24341" y="17224"/>
                    </a:moveTo>
                    <a:cubicBezTo>
                      <a:pt x="22651" y="17944"/>
                      <a:pt x="20962" y="18387"/>
                      <a:pt x="19218" y="18609"/>
                    </a:cubicBezTo>
                    <a:cubicBezTo>
                      <a:pt x="17501" y="18830"/>
                      <a:pt x="15756" y="18996"/>
                      <a:pt x="14040" y="19135"/>
                    </a:cubicBezTo>
                    <a:cubicBezTo>
                      <a:pt x="10994" y="19356"/>
                      <a:pt x="8612" y="20049"/>
                      <a:pt x="6895" y="21184"/>
                    </a:cubicBezTo>
                    <a:cubicBezTo>
                      <a:pt x="5178" y="22347"/>
                      <a:pt x="4348" y="24092"/>
                      <a:pt x="4348" y="26445"/>
                    </a:cubicBezTo>
                    <a:cubicBezTo>
                      <a:pt x="4348" y="27498"/>
                      <a:pt x="4569" y="28439"/>
                      <a:pt x="4984" y="29214"/>
                    </a:cubicBezTo>
                    <a:cubicBezTo>
                      <a:pt x="5400" y="29990"/>
                      <a:pt x="5954" y="30627"/>
                      <a:pt x="6646" y="31153"/>
                    </a:cubicBezTo>
                    <a:cubicBezTo>
                      <a:pt x="7338" y="31651"/>
                      <a:pt x="8141" y="32039"/>
                      <a:pt x="9027" y="32288"/>
                    </a:cubicBezTo>
                    <a:cubicBezTo>
                      <a:pt x="9941" y="32537"/>
                      <a:pt x="10855" y="32648"/>
                      <a:pt x="11797" y="32648"/>
                    </a:cubicBezTo>
                    <a:cubicBezTo>
                      <a:pt x="13403" y="32648"/>
                      <a:pt x="14953" y="32455"/>
                      <a:pt x="16449" y="32039"/>
                    </a:cubicBezTo>
                    <a:cubicBezTo>
                      <a:pt x="17944" y="31651"/>
                      <a:pt x="19301" y="31042"/>
                      <a:pt x="20464" y="30211"/>
                    </a:cubicBezTo>
                    <a:cubicBezTo>
                      <a:pt x="21627" y="29380"/>
                      <a:pt x="22569" y="28356"/>
                      <a:pt x="23289" y="27082"/>
                    </a:cubicBezTo>
                    <a:cubicBezTo>
                      <a:pt x="24009" y="25809"/>
                      <a:pt x="24341" y="24313"/>
                      <a:pt x="24341" y="22596"/>
                    </a:cubicBezTo>
                    <a:lnTo>
                      <a:pt x="24341" y="17224"/>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727" name="Freeform 3726">
                <a:extLst>
                  <a:ext uri="{FF2B5EF4-FFF2-40B4-BE49-F238E27FC236}">
                    <a16:creationId xmlns:a16="http://schemas.microsoft.com/office/drawing/2014/main" id="{71A02F88-494D-009C-7596-917CAFD88B4E}"/>
                  </a:ext>
                </a:extLst>
              </p:cNvPr>
              <p:cNvSpPr/>
              <p:nvPr/>
            </p:nvSpPr>
            <p:spPr>
              <a:xfrm>
                <a:off x="3506492" y="4088761"/>
                <a:ext cx="15368" cy="35361"/>
              </a:xfrm>
              <a:custGeom>
                <a:avLst/>
                <a:gdLst>
                  <a:gd name="connsiteX0" fmla="*/ 3988 w 15368"/>
                  <a:gd name="connsiteY0" fmla="*/ 35362 h 35361"/>
                  <a:gd name="connsiteX1" fmla="*/ 0 w 15368"/>
                  <a:gd name="connsiteY1" fmla="*/ 35362 h 35361"/>
                  <a:gd name="connsiteX2" fmla="*/ 0 w 15368"/>
                  <a:gd name="connsiteY2" fmla="*/ 941 h 35361"/>
                  <a:gd name="connsiteX3" fmla="*/ 3988 w 15368"/>
                  <a:gd name="connsiteY3" fmla="*/ 941 h 35361"/>
                  <a:gd name="connsiteX4" fmla="*/ 3988 w 15368"/>
                  <a:gd name="connsiteY4" fmla="*/ 7393 h 35361"/>
                  <a:gd name="connsiteX5" fmla="*/ 4126 w 15368"/>
                  <a:gd name="connsiteY5" fmla="*/ 7393 h 35361"/>
                  <a:gd name="connsiteX6" fmla="*/ 8418 w 15368"/>
                  <a:gd name="connsiteY6" fmla="*/ 1634 h 35361"/>
                  <a:gd name="connsiteX7" fmla="*/ 15369 w 15368"/>
                  <a:gd name="connsiteY7" fmla="*/ 0 h 35361"/>
                  <a:gd name="connsiteX8" fmla="*/ 15369 w 15368"/>
                  <a:gd name="connsiteY8" fmla="*/ 4320 h 35361"/>
                  <a:gd name="connsiteX9" fmla="*/ 9775 w 15368"/>
                  <a:gd name="connsiteY9" fmla="*/ 5372 h 35361"/>
                  <a:gd name="connsiteX10" fmla="*/ 6286 w 15368"/>
                  <a:gd name="connsiteY10" fmla="*/ 8418 h 35361"/>
                  <a:gd name="connsiteX11" fmla="*/ 4486 w 15368"/>
                  <a:gd name="connsiteY11" fmla="*/ 12959 h 35361"/>
                  <a:gd name="connsiteX12" fmla="*/ 3988 w 15368"/>
                  <a:gd name="connsiteY12" fmla="*/ 18442 h 35361"/>
                  <a:gd name="connsiteX13" fmla="*/ 3988 w 15368"/>
                  <a:gd name="connsiteY13" fmla="*/ 35334 h 353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5368" h="35361">
                    <a:moveTo>
                      <a:pt x="3988" y="35362"/>
                    </a:moveTo>
                    <a:lnTo>
                      <a:pt x="0" y="35362"/>
                    </a:lnTo>
                    <a:lnTo>
                      <a:pt x="0" y="941"/>
                    </a:lnTo>
                    <a:lnTo>
                      <a:pt x="3988" y="941"/>
                    </a:lnTo>
                    <a:lnTo>
                      <a:pt x="3988" y="7393"/>
                    </a:lnTo>
                    <a:lnTo>
                      <a:pt x="4126" y="7393"/>
                    </a:lnTo>
                    <a:cubicBezTo>
                      <a:pt x="5234" y="4652"/>
                      <a:pt x="6674" y="2741"/>
                      <a:pt x="8418" y="1634"/>
                    </a:cubicBezTo>
                    <a:cubicBezTo>
                      <a:pt x="10163" y="554"/>
                      <a:pt x="12489" y="0"/>
                      <a:pt x="15369" y="0"/>
                    </a:cubicBezTo>
                    <a:lnTo>
                      <a:pt x="15369" y="4320"/>
                    </a:lnTo>
                    <a:cubicBezTo>
                      <a:pt x="13098" y="4264"/>
                      <a:pt x="11243" y="4624"/>
                      <a:pt x="9775" y="5372"/>
                    </a:cubicBezTo>
                    <a:cubicBezTo>
                      <a:pt x="8307" y="6120"/>
                      <a:pt x="7144" y="7144"/>
                      <a:pt x="6286" y="8418"/>
                    </a:cubicBezTo>
                    <a:cubicBezTo>
                      <a:pt x="5428" y="9692"/>
                      <a:pt x="4818" y="11215"/>
                      <a:pt x="4486" y="12959"/>
                    </a:cubicBezTo>
                    <a:cubicBezTo>
                      <a:pt x="4154" y="14704"/>
                      <a:pt x="3988" y="16532"/>
                      <a:pt x="3988" y="18442"/>
                    </a:cubicBezTo>
                    <a:lnTo>
                      <a:pt x="3988" y="35334"/>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grpSp>
        <p:grpSp>
          <p:nvGrpSpPr>
            <p:cNvPr id="31" name="Group 30">
              <a:extLst>
                <a:ext uri="{FF2B5EF4-FFF2-40B4-BE49-F238E27FC236}">
                  <a16:creationId xmlns:a16="http://schemas.microsoft.com/office/drawing/2014/main" id="{C11701D4-E843-4D4F-09F5-48DE7F8CBFB3}"/>
                </a:ext>
              </a:extLst>
            </p:cNvPr>
            <p:cNvGrpSpPr/>
            <p:nvPr/>
          </p:nvGrpSpPr>
          <p:grpSpPr>
            <a:xfrm>
              <a:off x="7106274" y="4517943"/>
              <a:ext cx="3219621" cy="1912280"/>
              <a:chOff x="7106274" y="4517943"/>
              <a:chExt cx="3219621" cy="1912280"/>
            </a:xfrm>
          </p:grpSpPr>
          <p:grpSp>
            <p:nvGrpSpPr>
              <p:cNvPr id="34" name="Group 33">
                <a:extLst>
                  <a:ext uri="{FF2B5EF4-FFF2-40B4-BE49-F238E27FC236}">
                    <a16:creationId xmlns:a16="http://schemas.microsoft.com/office/drawing/2014/main" id="{F70C61CD-2422-D7C0-CC4F-B50FB9379434}"/>
                  </a:ext>
                </a:extLst>
              </p:cNvPr>
              <p:cNvGrpSpPr/>
              <p:nvPr/>
            </p:nvGrpSpPr>
            <p:grpSpPr>
              <a:xfrm>
                <a:off x="7198479" y="4559723"/>
                <a:ext cx="2991980" cy="1870500"/>
                <a:chOff x="7463536" y="4445442"/>
                <a:chExt cx="3263978" cy="2040545"/>
              </a:xfrm>
            </p:grpSpPr>
            <p:grpSp>
              <p:nvGrpSpPr>
                <p:cNvPr id="3755" name="Graphic 14">
                  <a:extLst>
                    <a:ext uri="{FF2B5EF4-FFF2-40B4-BE49-F238E27FC236}">
                      <a16:creationId xmlns:a16="http://schemas.microsoft.com/office/drawing/2014/main" id="{F86E8B6D-DFA5-5284-012D-18C58DBBD3D6}"/>
                    </a:ext>
                  </a:extLst>
                </p:cNvPr>
                <p:cNvGrpSpPr/>
                <p:nvPr/>
              </p:nvGrpSpPr>
              <p:grpSpPr>
                <a:xfrm>
                  <a:off x="7463536" y="4445442"/>
                  <a:ext cx="865660" cy="242681"/>
                  <a:chOff x="3295456" y="3712934"/>
                  <a:chExt cx="233604" cy="65489"/>
                </a:xfrm>
                <a:solidFill>
                  <a:srgbClr val="00B59C"/>
                </a:solidFill>
              </p:grpSpPr>
              <p:grpSp>
                <p:nvGrpSpPr>
                  <p:cNvPr id="3756" name="Graphic 14">
                    <a:extLst>
                      <a:ext uri="{FF2B5EF4-FFF2-40B4-BE49-F238E27FC236}">
                        <a16:creationId xmlns:a16="http://schemas.microsoft.com/office/drawing/2014/main" id="{4069362C-3153-1440-B38C-5A6B0E579E1E}"/>
                      </a:ext>
                    </a:extLst>
                  </p:cNvPr>
                  <p:cNvGrpSpPr/>
                  <p:nvPr/>
                </p:nvGrpSpPr>
                <p:grpSpPr>
                  <a:xfrm>
                    <a:off x="3385176" y="3712934"/>
                    <a:ext cx="77535" cy="47878"/>
                    <a:chOff x="3385176" y="3712934"/>
                    <a:chExt cx="77535" cy="47878"/>
                  </a:xfrm>
                  <a:solidFill>
                    <a:srgbClr val="00B59C"/>
                  </a:solidFill>
                </p:grpSpPr>
                <p:sp>
                  <p:nvSpPr>
                    <p:cNvPr id="3758" name="Freeform 3757">
                      <a:extLst>
                        <a:ext uri="{FF2B5EF4-FFF2-40B4-BE49-F238E27FC236}">
                          <a16:creationId xmlns:a16="http://schemas.microsoft.com/office/drawing/2014/main" id="{53260784-7158-8F52-BF70-9AC761838EEF}"/>
                        </a:ext>
                      </a:extLst>
                    </p:cNvPr>
                    <p:cNvSpPr/>
                    <p:nvPr/>
                  </p:nvSpPr>
                  <p:spPr>
                    <a:xfrm>
                      <a:off x="3385176" y="3712934"/>
                      <a:ext cx="42257" cy="47850"/>
                    </a:xfrm>
                    <a:custGeom>
                      <a:avLst/>
                      <a:gdLst>
                        <a:gd name="connsiteX0" fmla="*/ 0 w 42257"/>
                        <a:gd name="connsiteY0" fmla="*/ 47851 h 47850"/>
                        <a:gd name="connsiteX1" fmla="*/ 18802 w 42257"/>
                        <a:gd name="connsiteY1" fmla="*/ 0 h 47850"/>
                        <a:gd name="connsiteX2" fmla="*/ 23925 w 42257"/>
                        <a:gd name="connsiteY2" fmla="*/ 0 h 47850"/>
                        <a:gd name="connsiteX3" fmla="*/ 42257 w 42257"/>
                        <a:gd name="connsiteY3" fmla="*/ 47851 h 47850"/>
                        <a:gd name="connsiteX4" fmla="*/ 37605 w 42257"/>
                        <a:gd name="connsiteY4" fmla="*/ 47851 h 47850"/>
                        <a:gd name="connsiteX5" fmla="*/ 32094 w 42257"/>
                        <a:gd name="connsiteY5" fmla="*/ 32842 h 47850"/>
                        <a:gd name="connsiteX6" fmla="*/ 10301 w 42257"/>
                        <a:gd name="connsiteY6" fmla="*/ 32842 h 47850"/>
                        <a:gd name="connsiteX7" fmla="*/ 4652 w 42257"/>
                        <a:gd name="connsiteY7" fmla="*/ 47851 h 47850"/>
                        <a:gd name="connsiteX8" fmla="*/ 0 w 42257"/>
                        <a:gd name="connsiteY8" fmla="*/ 47851 h 47850"/>
                        <a:gd name="connsiteX9" fmla="*/ 11824 w 42257"/>
                        <a:gd name="connsiteY9" fmla="*/ 28993 h 47850"/>
                        <a:gd name="connsiteX10" fmla="*/ 30571 w 42257"/>
                        <a:gd name="connsiteY10" fmla="*/ 28993 h 47850"/>
                        <a:gd name="connsiteX11" fmla="*/ 21212 w 42257"/>
                        <a:gd name="connsiteY11" fmla="*/ 3877 h 47850"/>
                        <a:gd name="connsiteX12" fmla="*/ 11852 w 42257"/>
                        <a:gd name="connsiteY12" fmla="*/ 28993 h 47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257" h="47850">
                          <a:moveTo>
                            <a:pt x="0" y="47851"/>
                          </a:moveTo>
                          <a:lnTo>
                            <a:pt x="18802" y="0"/>
                          </a:lnTo>
                          <a:lnTo>
                            <a:pt x="23925" y="0"/>
                          </a:lnTo>
                          <a:lnTo>
                            <a:pt x="42257" y="47851"/>
                          </a:lnTo>
                          <a:lnTo>
                            <a:pt x="37605" y="47851"/>
                          </a:lnTo>
                          <a:lnTo>
                            <a:pt x="32094" y="32842"/>
                          </a:lnTo>
                          <a:lnTo>
                            <a:pt x="10301" y="32842"/>
                          </a:lnTo>
                          <a:lnTo>
                            <a:pt x="4652" y="47851"/>
                          </a:lnTo>
                          <a:lnTo>
                            <a:pt x="0" y="47851"/>
                          </a:lnTo>
                          <a:close/>
                          <a:moveTo>
                            <a:pt x="11824" y="28993"/>
                          </a:moveTo>
                          <a:lnTo>
                            <a:pt x="30571" y="28993"/>
                          </a:lnTo>
                          <a:lnTo>
                            <a:pt x="21212" y="3877"/>
                          </a:lnTo>
                          <a:lnTo>
                            <a:pt x="11852" y="28993"/>
                          </a:lnTo>
                          <a:close/>
                        </a:path>
                      </a:pathLst>
                    </a:custGeom>
                    <a:solidFill>
                      <a:srgbClr val="00B59C"/>
                    </a:solidFill>
                    <a:ln w="2767" cap="flat">
                      <a:noFill/>
                      <a:prstDash val="solid"/>
                      <a:miter/>
                    </a:ln>
                  </p:spPr>
                  <p:txBody>
                    <a:bodyPr rtlCol="0" anchor="ctr"/>
                    <a:lstStyle/>
                    <a:p>
                      <a:endParaRPr lang="en-US" sz="2000" dirty="0">
                        <a:latin typeface="Helvetica" pitchFamily="2" charset="0"/>
                      </a:endParaRPr>
                    </a:p>
                  </p:txBody>
                </p:sp>
                <p:sp>
                  <p:nvSpPr>
                    <p:cNvPr id="3759" name="Freeform 3758">
                      <a:extLst>
                        <a:ext uri="{FF2B5EF4-FFF2-40B4-BE49-F238E27FC236}">
                          <a16:creationId xmlns:a16="http://schemas.microsoft.com/office/drawing/2014/main" id="{83EED123-8D56-91DD-FD57-73BFB1270F6F}"/>
                        </a:ext>
                      </a:extLst>
                    </p:cNvPr>
                    <p:cNvSpPr/>
                    <p:nvPr/>
                  </p:nvSpPr>
                  <p:spPr>
                    <a:xfrm>
                      <a:off x="3431670" y="3713931"/>
                      <a:ext cx="31042" cy="46881"/>
                    </a:xfrm>
                    <a:custGeom>
                      <a:avLst/>
                      <a:gdLst>
                        <a:gd name="connsiteX0" fmla="*/ 1412 w 31042"/>
                        <a:gd name="connsiteY0" fmla="*/ 15369 h 46881"/>
                        <a:gd name="connsiteX1" fmla="*/ 2465 w 31042"/>
                        <a:gd name="connsiteY1" fmla="*/ 9083 h 46881"/>
                        <a:gd name="connsiteX2" fmla="*/ 5511 w 31042"/>
                        <a:gd name="connsiteY2" fmla="*/ 4237 h 46881"/>
                        <a:gd name="connsiteX3" fmla="*/ 10329 w 31042"/>
                        <a:gd name="connsiteY3" fmla="*/ 1108 h 46881"/>
                        <a:gd name="connsiteX4" fmla="*/ 16615 w 31042"/>
                        <a:gd name="connsiteY4" fmla="*/ 0 h 46881"/>
                        <a:gd name="connsiteX5" fmla="*/ 22818 w 31042"/>
                        <a:gd name="connsiteY5" fmla="*/ 1025 h 46881"/>
                        <a:gd name="connsiteX6" fmla="*/ 27332 w 31042"/>
                        <a:gd name="connsiteY6" fmla="*/ 3794 h 46881"/>
                        <a:gd name="connsiteX7" fmla="*/ 30101 w 31042"/>
                        <a:gd name="connsiteY7" fmla="*/ 7920 h 46881"/>
                        <a:gd name="connsiteX8" fmla="*/ 31042 w 31042"/>
                        <a:gd name="connsiteY8" fmla="*/ 12960 h 46881"/>
                        <a:gd name="connsiteX9" fmla="*/ 30017 w 31042"/>
                        <a:gd name="connsiteY9" fmla="*/ 18470 h 46881"/>
                        <a:gd name="connsiteX10" fmla="*/ 27304 w 31042"/>
                        <a:gd name="connsiteY10" fmla="*/ 22734 h 46881"/>
                        <a:gd name="connsiteX11" fmla="*/ 23455 w 31042"/>
                        <a:gd name="connsiteY11" fmla="*/ 26057 h 46881"/>
                        <a:gd name="connsiteX12" fmla="*/ 19024 w 31042"/>
                        <a:gd name="connsiteY12" fmla="*/ 28827 h 46881"/>
                        <a:gd name="connsiteX13" fmla="*/ 14566 w 31042"/>
                        <a:gd name="connsiteY13" fmla="*/ 31319 h 46881"/>
                        <a:gd name="connsiteX14" fmla="*/ 10634 w 31042"/>
                        <a:gd name="connsiteY14" fmla="*/ 33839 h 46881"/>
                        <a:gd name="connsiteX15" fmla="*/ 8446 w 31042"/>
                        <a:gd name="connsiteY15" fmla="*/ 35666 h 46881"/>
                        <a:gd name="connsiteX16" fmla="*/ 6508 w 31042"/>
                        <a:gd name="connsiteY16" fmla="*/ 37771 h 46881"/>
                        <a:gd name="connsiteX17" fmla="*/ 5123 w 31042"/>
                        <a:gd name="connsiteY17" fmla="*/ 40263 h 46881"/>
                        <a:gd name="connsiteX18" fmla="*/ 4514 w 31042"/>
                        <a:gd name="connsiteY18" fmla="*/ 43282 h 46881"/>
                        <a:gd name="connsiteX19" fmla="*/ 30627 w 31042"/>
                        <a:gd name="connsiteY19" fmla="*/ 43282 h 46881"/>
                        <a:gd name="connsiteX20" fmla="*/ 30627 w 31042"/>
                        <a:gd name="connsiteY20" fmla="*/ 46881 h 46881"/>
                        <a:gd name="connsiteX21" fmla="*/ 0 w 31042"/>
                        <a:gd name="connsiteY21" fmla="*/ 46881 h 46881"/>
                        <a:gd name="connsiteX22" fmla="*/ 720 w 31042"/>
                        <a:gd name="connsiteY22" fmla="*/ 40762 h 46881"/>
                        <a:gd name="connsiteX23" fmla="*/ 3655 w 31042"/>
                        <a:gd name="connsiteY23" fmla="*/ 35445 h 46881"/>
                        <a:gd name="connsiteX24" fmla="*/ 8751 w 31042"/>
                        <a:gd name="connsiteY24" fmla="*/ 30654 h 46881"/>
                        <a:gd name="connsiteX25" fmla="*/ 13901 w 31042"/>
                        <a:gd name="connsiteY25" fmla="*/ 27110 h 46881"/>
                        <a:gd name="connsiteX26" fmla="*/ 18692 w 31042"/>
                        <a:gd name="connsiteY26" fmla="*/ 24258 h 46881"/>
                        <a:gd name="connsiteX27" fmla="*/ 22679 w 31042"/>
                        <a:gd name="connsiteY27" fmla="*/ 21433 h 46881"/>
                        <a:gd name="connsiteX28" fmla="*/ 25393 w 31042"/>
                        <a:gd name="connsiteY28" fmla="*/ 17972 h 46881"/>
                        <a:gd name="connsiteX29" fmla="*/ 26390 w 31042"/>
                        <a:gd name="connsiteY29" fmla="*/ 13264 h 46881"/>
                        <a:gd name="connsiteX30" fmla="*/ 25587 w 31042"/>
                        <a:gd name="connsiteY30" fmla="*/ 9221 h 46881"/>
                        <a:gd name="connsiteX31" fmla="*/ 23399 w 31042"/>
                        <a:gd name="connsiteY31" fmla="*/ 6175 h 46881"/>
                        <a:gd name="connsiteX32" fmla="*/ 20132 w 31042"/>
                        <a:gd name="connsiteY32" fmla="*/ 4292 h 46881"/>
                        <a:gd name="connsiteX33" fmla="*/ 16089 w 31042"/>
                        <a:gd name="connsiteY33" fmla="*/ 3655 h 46881"/>
                        <a:gd name="connsiteX34" fmla="*/ 11880 w 31042"/>
                        <a:gd name="connsiteY34" fmla="*/ 4624 h 46881"/>
                        <a:gd name="connsiteX35" fmla="*/ 8612 w 31042"/>
                        <a:gd name="connsiteY35" fmla="*/ 7172 h 46881"/>
                        <a:gd name="connsiteX36" fmla="*/ 6508 w 31042"/>
                        <a:gd name="connsiteY36" fmla="*/ 10883 h 46881"/>
                        <a:gd name="connsiteX37" fmla="*/ 5898 w 31042"/>
                        <a:gd name="connsiteY37" fmla="*/ 15396 h 46881"/>
                        <a:gd name="connsiteX38" fmla="*/ 1385 w 31042"/>
                        <a:gd name="connsiteY38" fmla="*/ 15396 h 46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31042" h="46881">
                          <a:moveTo>
                            <a:pt x="1412" y="15369"/>
                          </a:moveTo>
                          <a:cubicBezTo>
                            <a:pt x="1412" y="13070"/>
                            <a:pt x="1772" y="10966"/>
                            <a:pt x="2465" y="9083"/>
                          </a:cubicBezTo>
                          <a:cubicBezTo>
                            <a:pt x="3185" y="7200"/>
                            <a:pt x="4181" y="5594"/>
                            <a:pt x="5511" y="4237"/>
                          </a:cubicBezTo>
                          <a:cubicBezTo>
                            <a:pt x="6840" y="2880"/>
                            <a:pt x="8446" y="1855"/>
                            <a:pt x="10329" y="1108"/>
                          </a:cubicBezTo>
                          <a:cubicBezTo>
                            <a:pt x="12212" y="388"/>
                            <a:pt x="14317" y="0"/>
                            <a:pt x="16615" y="0"/>
                          </a:cubicBezTo>
                          <a:cubicBezTo>
                            <a:pt x="18913" y="0"/>
                            <a:pt x="21046" y="332"/>
                            <a:pt x="22818" y="1025"/>
                          </a:cubicBezTo>
                          <a:cubicBezTo>
                            <a:pt x="24590" y="1717"/>
                            <a:pt x="26113" y="2631"/>
                            <a:pt x="27332" y="3794"/>
                          </a:cubicBezTo>
                          <a:cubicBezTo>
                            <a:pt x="28550" y="4957"/>
                            <a:pt x="29464" y="6314"/>
                            <a:pt x="30101" y="7920"/>
                          </a:cubicBezTo>
                          <a:cubicBezTo>
                            <a:pt x="30737" y="9526"/>
                            <a:pt x="31042" y="11187"/>
                            <a:pt x="31042" y="12960"/>
                          </a:cubicBezTo>
                          <a:cubicBezTo>
                            <a:pt x="31042" y="15036"/>
                            <a:pt x="30710" y="16892"/>
                            <a:pt x="30017" y="18470"/>
                          </a:cubicBezTo>
                          <a:cubicBezTo>
                            <a:pt x="29325" y="20049"/>
                            <a:pt x="28411" y="21489"/>
                            <a:pt x="27304" y="22734"/>
                          </a:cubicBezTo>
                          <a:cubicBezTo>
                            <a:pt x="26168" y="23981"/>
                            <a:pt x="24895" y="25088"/>
                            <a:pt x="23455" y="26057"/>
                          </a:cubicBezTo>
                          <a:cubicBezTo>
                            <a:pt x="22015" y="27027"/>
                            <a:pt x="20547" y="27940"/>
                            <a:pt x="19024" y="28827"/>
                          </a:cubicBezTo>
                          <a:cubicBezTo>
                            <a:pt x="17529" y="29685"/>
                            <a:pt x="16033" y="30516"/>
                            <a:pt x="14566" y="31319"/>
                          </a:cubicBezTo>
                          <a:cubicBezTo>
                            <a:pt x="13098" y="32122"/>
                            <a:pt x="11797" y="32953"/>
                            <a:pt x="10634" y="33839"/>
                          </a:cubicBezTo>
                          <a:cubicBezTo>
                            <a:pt x="9886" y="34420"/>
                            <a:pt x="9138" y="35029"/>
                            <a:pt x="8446" y="35666"/>
                          </a:cubicBezTo>
                          <a:cubicBezTo>
                            <a:pt x="7726" y="36303"/>
                            <a:pt x="7089" y="36996"/>
                            <a:pt x="6508" y="37771"/>
                          </a:cubicBezTo>
                          <a:cubicBezTo>
                            <a:pt x="5926" y="38546"/>
                            <a:pt x="5455" y="39349"/>
                            <a:pt x="5123" y="40263"/>
                          </a:cubicBezTo>
                          <a:cubicBezTo>
                            <a:pt x="4763" y="41177"/>
                            <a:pt x="4569" y="42174"/>
                            <a:pt x="4514" y="43282"/>
                          </a:cubicBezTo>
                          <a:lnTo>
                            <a:pt x="30627" y="43282"/>
                          </a:lnTo>
                          <a:lnTo>
                            <a:pt x="30627" y="46881"/>
                          </a:lnTo>
                          <a:lnTo>
                            <a:pt x="0" y="46881"/>
                          </a:lnTo>
                          <a:cubicBezTo>
                            <a:pt x="55" y="44611"/>
                            <a:pt x="277" y="42589"/>
                            <a:pt x="720" y="40762"/>
                          </a:cubicBezTo>
                          <a:cubicBezTo>
                            <a:pt x="1163" y="38934"/>
                            <a:pt x="2132" y="37162"/>
                            <a:pt x="3655" y="35445"/>
                          </a:cubicBezTo>
                          <a:cubicBezTo>
                            <a:pt x="5289" y="33590"/>
                            <a:pt x="6978" y="31983"/>
                            <a:pt x="8751" y="30654"/>
                          </a:cubicBezTo>
                          <a:cubicBezTo>
                            <a:pt x="10495" y="29325"/>
                            <a:pt x="12212" y="28134"/>
                            <a:pt x="13901" y="27110"/>
                          </a:cubicBezTo>
                          <a:cubicBezTo>
                            <a:pt x="15590" y="26057"/>
                            <a:pt x="17169" y="25116"/>
                            <a:pt x="18692" y="24258"/>
                          </a:cubicBezTo>
                          <a:cubicBezTo>
                            <a:pt x="20187" y="23399"/>
                            <a:pt x="21516" y="22458"/>
                            <a:pt x="22679" y="21433"/>
                          </a:cubicBezTo>
                          <a:cubicBezTo>
                            <a:pt x="23842" y="20409"/>
                            <a:pt x="24729" y="19273"/>
                            <a:pt x="25393" y="17972"/>
                          </a:cubicBezTo>
                          <a:cubicBezTo>
                            <a:pt x="26058" y="16698"/>
                            <a:pt x="26390" y="15119"/>
                            <a:pt x="26390" y="13264"/>
                          </a:cubicBezTo>
                          <a:cubicBezTo>
                            <a:pt x="26390" y="11769"/>
                            <a:pt x="26113" y="10412"/>
                            <a:pt x="25587" y="9221"/>
                          </a:cubicBezTo>
                          <a:cubicBezTo>
                            <a:pt x="25061" y="8030"/>
                            <a:pt x="24313" y="7006"/>
                            <a:pt x="23399" y="6175"/>
                          </a:cubicBezTo>
                          <a:cubicBezTo>
                            <a:pt x="22486" y="5344"/>
                            <a:pt x="21378" y="4708"/>
                            <a:pt x="20132" y="4292"/>
                          </a:cubicBezTo>
                          <a:cubicBezTo>
                            <a:pt x="18886" y="3877"/>
                            <a:pt x="17529" y="3655"/>
                            <a:pt x="16089" y="3655"/>
                          </a:cubicBezTo>
                          <a:cubicBezTo>
                            <a:pt x="14538" y="3655"/>
                            <a:pt x="13126" y="3988"/>
                            <a:pt x="11880" y="4624"/>
                          </a:cubicBezTo>
                          <a:cubicBezTo>
                            <a:pt x="10606" y="5261"/>
                            <a:pt x="9526" y="6120"/>
                            <a:pt x="8612" y="7172"/>
                          </a:cubicBezTo>
                          <a:cubicBezTo>
                            <a:pt x="7698" y="8224"/>
                            <a:pt x="7006" y="9470"/>
                            <a:pt x="6508" y="10883"/>
                          </a:cubicBezTo>
                          <a:cubicBezTo>
                            <a:pt x="6009" y="12295"/>
                            <a:pt x="5815" y="13818"/>
                            <a:pt x="5898" y="15396"/>
                          </a:cubicBezTo>
                          <a:lnTo>
                            <a:pt x="1385" y="15396"/>
                          </a:lnTo>
                          <a:close/>
                        </a:path>
                      </a:pathLst>
                    </a:custGeom>
                    <a:solidFill>
                      <a:srgbClr val="00B59C"/>
                    </a:solidFill>
                    <a:ln w="2767" cap="flat">
                      <a:noFill/>
                      <a:prstDash val="solid"/>
                      <a:miter/>
                    </a:ln>
                  </p:spPr>
                  <p:txBody>
                    <a:bodyPr rtlCol="0" anchor="ctr"/>
                    <a:lstStyle/>
                    <a:p>
                      <a:endParaRPr lang="en-US" sz="2000" dirty="0">
                        <a:latin typeface="Helvetica" pitchFamily="2" charset="0"/>
                      </a:endParaRPr>
                    </a:p>
                  </p:txBody>
                </p:sp>
              </p:grpSp>
              <p:sp>
                <p:nvSpPr>
                  <p:cNvPr id="3757" name="Freeform 3756">
                    <a:extLst>
                      <a:ext uri="{FF2B5EF4-FFF2-40B4-BE49-F238E27FC236}">
                        <a16:creationId xmlns:a16="http://schemas.microsoft.com/office/drawing/2014/main" id="{BCE0779D-3CF4-6706-02E5-9108AB2A6374}"/>
                      </a:ext>
                    </a:extLst>
                  </p:cNvPr>
                  <p:cNvSpPr/>
                  <p:nvPr/>
                </p:nvSpPr>
                <p:spPr>
                  <a:xfrm>
                    <a:off x="3295456" y="3778424"/>
                    <a:ext cx="233604" cy="2769"/>
                  </a:xfrm>
                  <a:custGeom>
                    <a:avLst/>
                    <a:gdLst>
                      <a:gd name="connsiteX0" fmla="*/ 0 w 233604"/>
                      <a:gd name="connsiteY0" fmla="*/ 0 h 2769"/>
                      <a:gd name="connsiteX1" fmla="*/ 233604 w 233604"/>
                      <a:gd name="connsiteY1" fmla="*/ 0 h 2769"/>
                    </a:gdLst>
                    <a:ahLst/>
                    <a:cxnLst>
                      <a:cxn ang="0">
                        <a:pos x="connsiteX0" y="connsiteY0"/>
                      </a:cxn>
                      <a:cxn ang="0">
                        <a:pos x="connsiteX1" y="connsiteY1"/>
                      </a:cxn>
                    </a:cxnLst>
                    <a:rect l="l" t="t" r="r" b="b"/>
                    <a:pathLst>
                      <a:path w="233604" h="2769">
                        <a:moveTo>
                          <a:pt x="0" y="0"/>
                        </a:moveTo>
                        <a:lnTo>
                          <a:pt x="233604" y="0"/>
                        </a:lnTo>
                      </a:path>
                    </a:pathLst>
                  </a:custGeom>
                  <a:ln w="5534" cap="flat">
                    <a:solidFill>
                      <a:srgbClr val="00B48D"/>
                    </a:solidFill>
                    <a:prstDash val="solid"/>
                    <a:miter/>
                  </a:ln>
                </p:spPr>
                <p:txBody>
                  <a:bodyPr rtlCol="0" anchor="ctr"/>
                  <a:lstStyle/>
                  <a:p>
                    <a:endParaRPr lang="en-US" sz="2000" dirty="0">
                      <a:latin typeface="Helvetica" pitchFamily="2" charset="0"/>
                    </a:endParaRPr>
                  </a:p>
                </p:txBody>
              </p:sp>
            </p:grpSp>
            <p:grpSp>
              <p:nvGrpSpPr>
                <p:cNvPr id="3765" name="Graphic 14">
                  <a:extLst>
                    <a:ext uri="{FF2B5EF4-FFF2-40B4-BE49-F238E27FC236}">
                      <a16:creationId xmlns:a16="http://schemas.microsoft.com/office/drawing/2014/main" id="{A8B36797-09B3-98EB-9E99-5A246B22C33B}"/>
                    </a:ext>
                  </a:extLst>
                </p:cNvPr>
                <p:cNvGrpSpPr/>
                <p:nvPr/>
              </p:nvGrpSpPr>
              <p:grpSpPr>
                <a:xfrm>
                  <a:off x="9861854" y="4445442"/>
                  <a:ext cx="865660" cy="242681"/>
                  <a:chOff x="3942658" y="3712934"/>
                  <a:chExt cx="233604" cy="65489"/>
                </a:xfrm>
                <a:solidFill>
                  <a:srgbClr val="00B48D"/>
                </a:solidFill>
              </p:grpSpPr>
              <p:grpSp>
                <p:nvGrpSpPr>
                  <p:cNvPr id="3766" name="Graphic 14">
                    <a:extLst>
                      <a:ext uri="{FF2B5EF4-FFF2-40B4-BE49-F238E27FC236}">
                        <a16:creationId xmlns:a16="http://schemas.microsoft.com/office/drawing/2014/main" id="{EC94B389-28AC-A311-A5F0-55AC42C733A6}"/>
                      </a:ext>
                    </a:extLst>
                  </p:cNvPr>
                  <p:cNvGrpSpPr/>
                  <p:nvPr/>
                </p:nvGrpSpPr>
                <p:grpSpPr>
                  <a:xfrm>
                    <a:off x="4036754" y="3712934"/>
                    <a:ext cx="73160" cy="47878"/>
                    <a:chOff x="4036754" y="3712934"/>
                    <a:chExt cx="73160" cy="47878"/>
                  </a:xfrm>
                  <a:solidFill>
                    <a:srgbClr val="00B48D"/>
                  </a:solidFill>
                </p:grpSpPr>
                <p:sp>
                  <p:nvSpPr>
                    <p:cNvPr id="3768" name="Freeform 3767">
                      <a:extLst>
                        <a:ext uri="{FF2B5EF4-FFF2-40B4-BE49-F238E27FC236}">
                          <a16:creationId xmlns:a16="http://schemas.microsoft.com/office/drawing/2014/main" id="{E9C0AD13-4B2B-66D3-AEBE-99E1401B0027}"/>
                        </a:ext>
                      </a:extLst>
                    </p:cNvPr>
                    <p:cNvSpPr/>
                    <p:nvPr/>
                  </p:nvSpPr>
                  <p:spPr>
                    <a:xfrm>
                      <a:off x="4036754" y="3712934"/>
                      <a:ext cx="35168" cy="47850"/>
                    </a:xfrm>
                    <a:custGeom>
                      <a:avLst/>
                      <a:gdLst>
                        <a:gd name="connsiteX0" fmla="*/ 0 w 35168"/>
                        <a:gd name="connsiteY0" fmla="*/ 47851 h 47850"/>
                        <a:gd name="connsiteX1" fmla="*/ 0 w 35168"/>
                        <a:gd name="connsiteY1" fmla="*/ 0 h 47850"/>
                        <a:gd name="connsiteX2" fmla="*/ 17279 w 35168"/>
                        <a:gd name="connsiteY2" fmla="*/ 0 h 47850"/>
                        <a:gd name="connsiteX3" fmla="*/ 24452 w 35168"/>
                        <a:gd name="connsiteY3" fmla="*/ 858 h 47850"/>
                        <a:gd name="connsiteX4" fmla="*/ 29325 w 35168"/>
                        <a:gd name="connsiteY4" fmla="*/ 3323 h 47850"/>
                        <a:gd name="connsiteX5" fmla="*/ 32094 w 35168"/>
                        <a:gd name="connsiteY5" fmla="*/ 7144 h 47850"/>
                        <a:gd name="connsiteX6" fmla="*/ 32953 w 35168"/>
                        <a:gd name="connsiteY6" fmla="*/ 12018 h 47850"/>
                        <a:gd name="connsiteX7" fmla="*/ 32288 w 35168"/>
                        <a:gd name="connsiteY7" fmla="*/ 16366 h 47850"/>
                        <a:gd name="connsiteX8" fmla="*/ 30571 w 35168"/>
                        <a:gd name="connsiteY8" fmla="*/ 19411 h 47850"/>
                        <a:gd name="connsiteX9" fmla="*/ 28134 w 35168"/>
                        <a:gd name="connsiteY9" fmla="*/ 21350 h 47850"/>
                        <a:gd name="connsiteX10" fmla="*/ 25310 w 35168"/>
                        <a:gd name="connsiteY10" fmla="*/ 22319 h 47850"/>
                        <a:gd name="connsiteX11" fmla="*/ 25310 w 35168"/>
                        <a:gd name="connsiteY11" fmla="*/ 22458 h 47850"/>
                        <a:gd name="connsiteX12" fmla="*/ 32731 w 35168"/>
                        <a:gd name="connsiteY12" fmla="*/ 26390 h 47850"/>
                        <a:gd name="connsiteX13" fmla="*/ 35168 w 35168"/>
                        <a:gd name="connsiteY13" fmla="*/ 34365 h 47850"/>
                        <a:gd name="connsiteX14" fmla="*/ 34005 w 35168"/>
                        <a:gd name="connsiteY14" fmla="*/ 40679 h 47850"/>
                        <a:gd name="connsiteX15" fmla="*/ 30793 w 35168"/>
                        <a:gd name="connsiteY15" fmla="*/ 44860 h 47850"/>
                        <a:gd name="connsiteX16" fmla="*/ 25836 w 35168"/>
                        <a:gd name="connsiteY16" fmla="*/ 47158 h 47850"/>
                        <a:gd name="connsiteX17" fmla="*/ 19550 w 35168"/>
                        <a:gd name="connsiteY17" fmla="*/ 47851 h 47850"/>
                        <a:gd name="connsiteX18" fmla="*/ 0 w 35168"/>
                        <a:gd name="connsiteY18" fmla="*/ 47851 h 47850"/>
                        <a:gd name="connsiteX19" fmla="*/ 4514 w 35168"/>
                        <a:gd name="connsiteY19" fmla="*/ 21156 h 47850"/>
                        <a:gd name="connsiteX20" fmla="*/ 15950 w 35168"/>
                        <a:gd name="connsiteY20" fmla="*/ 21156 h 47850"/>
                        <a:gd name="connsiteX21" fmla="*/ 21876 w 35168"/>
                        <a:gd name="connsiteY21" fmla="*/ 20547 h 47850"/>
                        <a:gd name="connsiteX22" fmla="*/ 25725 w 35168"/>
                        <a:gd name="connsiteY22" fmla="*/ 18775 h 47850"/>
                        <a:gd name="connsiteX23" fmla="*/ 27830 w 35168"/>
                        <a:gd name="connsiteY23" fmla="*/ 15923 h 47850"/>
                        <a:gd name="connsiteX24" fmla="*/ 28467 w 35168"/>
                        <a:gd name="connsiteY24" fmla="*/ 12046 h 47850"/>
                        <a:gd name="connsiteX25" fmla="*/ 27747 w 35168"/>
                        <a:gd name="connsiteY25" fmla="*/ 8224 h 47850"/>
                        <a:gd name="connsiteX26" fmla="*/ 25421 w 35168"/>
                        <a:gd name="connsiteY26" fmla="*/ 5704 h 47850"/>
                        <a:gd name="connsiteX27" fmla="*/ 21267 w 35168"/>
                        <a:gd name="connsiteY27" fmla="*/ 4320 h 47850"/>
                        <a:gd name="connsiteX28" fmla="*/ 14981 w 35168"/>
                        <a:gd name="connsiteY28" fmla="*/ 3877 h 47850"/>
                        <a:gd name="connsiteX29" fmla="*/ 4541 w 35168"/>
                        <a:gd name="connsiteY29" fmla="*/ 3877 h 47850"/>
                        <a:gd name="connsiteX30" fmla="*/ 4541 w 35168"/>
                        <a:gd name="connsiteY30" fmla="*/ 21156 h 47850"/>
                        <a:gd name="connsiteX31" fmla="*/ 4514 w 35168"/>
                        <a:gd name="connsiteY31" fmla="*/ 44001 h 47850"/>
                        <a:gd name="connsiteX32" fmla="*/ 16006 w 35168"/>
                        <a:gd name="connsiteY32" fmla="*/ 44001 h 47850"/>
                        <a:gd name="connsiteX33" fmla="*/ 22485 w 35168"/>
                        <a:gd name="connsiteY33" fmla="*/ 43669 h 47850"/>
                        <a:gd name="connsiteX34" fmla="*/ 27027 w 35168"/>
                        <a:gd name="connsiteY34" fmla="*/ 42312 h 47850"/>
                        <a:gd name="connsiteX35" fmla="*/ 29713 w 35168"/>
                        <a:gd name="connsiteY35" fmla="*/ 39377 h 47850"/>
                        <a:gd name="connsiteX36" fmla="*/ 30599 w 35168"/>
                        <a:gd name="connsiteY36" fmla="*/ 34365 h 47850"/>
                        <a:gd name="connsiteX37" fmla="*/ 29602 w 35168"/>
                        <a:gd name="connsiteY37" fmla="*/ 29547 h 47850"/>
                        <a:gd name="connsiteX38" fmla="*/ 26750 w 35168"/>
                        <a:gd name="connsiteY38" fmla="*/ 26722 h 47850"/>
                        <a:gd name="connsiteX39" fmla="*/ 22291 w 35168"/>
                        <a:gd name="connsiteY39" fmla="*/ 25365 h 47850"/>
                        <a:gd name="connsiteX40" fmla="*/ 16504 w 35168"/>
                        <a:gd name="connsiteY40" fmla="*/ 25005 h 47850"/>
                        <a:gd name="connsiteX41" fmla="*/ 4486 w 35168"/>
                        <a:gd name="connsiteY41" fmla="*/ 25005 h 47850"/>
                        <a:gd name="connsiteX42" fmla="*/ 4486 w 35168"/>
                        <a:gd name="connsiteY42" fmla="*/ 44001 h 47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35168" h="47850">
                          <a:moveTo>
                            <a:pt x="0" y="47851"/>
                          </a:moveTo>
                          <a:lnTo>
                            <a:pt x="0" y="0"/>
                          </a:lnTo>
                          <a:lnTo>
                            <a:pt x="17279" y="0"/>
                          </a:lnTo>
                          <a:cubicBezTo>
                            <a:pt x="20076" y="0"/>
                            <a:pt x="22458" y="277"/>
                            <a:pt x="24452" y="858"/>
                          </a:cubicBezTo>
                          <a:cubicBezTo>
                            <a:pt x="26445" y="1440"/>
                            <a:pt x="28079" y="2243"/>
                            <a:pt x="29325" y="3323"/>
                          </a:cubicBezTo>
                          <a:cubicBezTo>
                            <a:pt x="30599" y="4375"/>
                            <a:pt x="31513" y="5649"/>
                            <a:pt x="32094" y="7144"/>
                          </a:cubicBezTo>
                          <a:cubicBezTo>
                            <a:pt x="32676" y="8640"/>
                            <a:pt x="32953" y="10246"/>
                            <a:pt x="32953" y="12018"/>
                          </a:cubicBezTo>
                          <a:cubicBezTo>
                            <a:pt x="32953" y="13790"/>
                            <a:pt x="32731" y="15147"/>
                            <a:pt x="32288" y="16366"/>
                          </a:cubicBezTo>
                          <a:cubicBezTo>
                            <a:pt x="31845" y="17584"/>
                            <a:pt x="31264" y="18608"/>
                            <a:pt x="30571" y="19411"/>
                          </a:cubicBezTo>
                          <a:cubicBezTo>
                            <a:pt x="29879" y="20215"/>
                            <a:pt x="29048" y="20879"/>
                            <a:pt x="28134" y="21350"/>
                          </a:cubicBezTo>
                          <a:cubicBezTo>
                            <a:pt x="27221" y="21821"/>
                            <a:pt x="26279" y="22125"/>
                            <a:pt x="25310" y="22319"/>
                          </a:cubicBezTo>
                          <a:lnTo>
                            <a:pt x="25310" y="22458"/>
                          </a:lnTo>
                          <a:cubicBezTo>
                            <a:pt x="28633" y="22956"/>
                            <a:pt x="31097" y="24257"/>
                            <a:pt x="32731" y="26390"/>
                          </a:cubicBezTo>
                          <a:cubicBezTo>
                            <a:pt x="34337" y="28522"/>
                            <a:pt x="35168" y="31180"/>
                            <a:pt x="35168" y="34365"/>
                          </a:cubicBezTo>
                          <a:cubicBezTo>
                            <a:pt x="35168" y="36857"/>
                            <a:pt x="34780" y="38962"/>
                            <a:pt x="34005" y="40679"/>
                          </a:cubicBezTo>
                          <a:cubicBezTo>
                            <a:pt x="33230" y="42395"/>
                            <a:pt x="32150" y="43808"/>
                            <a:pt x="30793" y="44860"/>
                          </a:cubicBezTo>
                          <a:cubicBezTo>
                            <a:pt x="29408" y="45912"/>
                            <a:pt x="27774" y="46688"/>
                            <a:pt x="25836" y="47158"/>
                          </a:cubicBezTo>
                          <a:cubicBezTo>
                            <a:pt x="23898" y="47629"/>
                            <a:pt x="21821" y="47851"/>
                            <a:pt x="19550" y="47851"/>
                          </a:cubicBezTo>
                          <a:lnTo>
                            <a:pt x="0" y="47851"/>
                          </a:lnTo>
                          <a:close/>
                          <a:moveTo>
                            <a:pt x="4514" y="21156"/>
                          </a:moveTo>
                          <a:lnTo>
                            <a:pt x="15950" y="21156"/>
                          </a:lnTo>
                          <a:cubicBezTo>
                            <a:pt x="18304" y="21156"/>
                            <a:pt x="20270" y="20962"/>
                            <a:pt x="21876" y="20547"/>
                          </a:cubicBezTo>
                          <a:cubicBezTo>
                            <a:pt x="23482" y="20159"/>
                            <a:pt x="24756" y="19550"/>
                            <a:pt x="25725" y="18775"/>
                          </a:cubicBezTo>
                          <a:cubicBezTo>
                            <a:pt x="26694" y="17999"/>
                            <a:pt x="27387" y="17058"/>
                            <a:pt x="27830" y="15923"/>
                          </a:cubicBezTo>
                          <a:cubicBezTo>
                            <a:pt x="28245" y="14787"/>
                            <a:pt x="28467" y="13486"/>
                            <a:pt x="28467" y="12046"/>
                          </a:cubicBezTo>
                          <a:cubicBezTo>
                            <a:pt x="28467" y="10606"/>
                            <a:pt x="28217" y="9277"/>
                            <a:pt x="27747" y="8224"/>
                          </a:cubicBezTo>
                          <a:cubicBezTo>
                            <a:pt x="27248" y="7172"/>
                            <a:pt x="26473" y="6341"/>
                            <a:pt x="25421" y="5704"/>
                          </a:cubicBezTo>
                          <a:cubicBezTo>
                            <a:pt x="24368" y="5067"/>
                            <a:pt x="22984" y="4597"/>
                            <a:pt x="21267" y="4320"/>
                          </a:cubicBezTo>
                          <a:cubicBezTo>
                            <a:pt x="19550" y="4043"/>
                            <a:pt x="17473" y="3877"/>
                            <a:pt x="14981" y="3877"/>
                          </a:cubicBezTo>
                          <a:lnTo>
                            <a:pt x="4541" y="3877"/>
                          </a:lnTo>
                          <a:lnTo>
                            <a:pt x="4541" y="21156"/>
                          </a:lnTo>
                          <a:close/>
                          <a:moveTo>
                            <a:pt x="4514" y="44001"/>
                          </a:moveTo>
                          <a:lnTo>
                            <a:pt x="16006" y="44001"/>
                          </a:lnTo>
                          <a:cubicBezTo>
                            <a:pt x="18498" y="44001"/>
                            <a:pt x="20658" y="43891"/>
                            <a:pt x="22485" y="43669"/>
                          </a:cubicBezTo>
                          <a:cubicBezTo>
                            <a:pt x="24313" y="43448"/>
                            <a:pt x="25836" y="43005"/>
                            <a:pt x="27027" y="42312"/>
                          </a:cubicBezTo>
                          <a:cubicBezTo>
                            <a:pt x="28217" y="41620"/>
                            <a:pt x="29131" y="40651"/>
                            <a:pt x="29713" y="39377"/>
                          </a:cubicBezTo>
                          <a:cubicBezTo>
                            <a:pt x="30322" y="38103"/>
                            <a:pt x="30599" y="36442"/>
                            <a:pt x="30599" y="34365"/>
                          </a:cubicBezTo>
                          <a:cubicBezTo>
                            <a:pt x="30599" y="32288"/>
                            <a:pt x="30267" y="30765"/>
                            <a:pt x="29602" y="29547"/>
                          </a:cubicBezTo>
                          <a:cubicBezTo>
                            <a:pt x="28937" y="28328"/>
                            <a:pt x="27996" y="27387"/>
                            <a:pt x="26750" y="26722"/>
                          </a:cubicBezTo>
                          <a:cubicBezTo>
                            <a:pt x="25504" y="26057"/>
                            <a:pt x="24036" y="25614"/>
                            <a:pt x="22291" y="25365"/>
                          </a:cubicBezTo>
                          <a:cubicBezTo>
                            <a:pt x="20575" y="25116"/>
                            <a:pt x="18636" y="25005"/>
                            <a:pt x="16504" y="25005"/>
                          </a:cubicBezTo>
                          <a:lnTo>
                            <a:pt x="4486" y="25005"/>
                          </a:lnTo>
                          <a:lnTo>
                            <a:pt x="4486" y="44001"/>
                          </a:lnTo>
                          <a:close/>
                        </a:path>
                      </a:pathLst>
                    </a:custGeom>
                    <a:solidFill>
                      <a:srgbClr val="00B48D"/>
                    </a:solidFill>
                    <a:ln w="2767" cap="flat">
                      <a:noFill/>
                      <a:prstDash val="solid"/>
                      <a:miter/>
                    </a:ln>
                  </p:spPr>
                  <p:txBody>
                    <a:bodyPr rtlCol="0" anchor="ctr"/>
                    <a:lstStyle/>
                    <a:p>
                      <a:endParaRPr lang="en-US" sz="2000" dirty="0">
                        <a:latin typeface="Helvetica" pitchFamily="2" charset="0"/>
                      </a:endParaRPr>
                    </a:p>
                  </p:txBody>
                </p:sp>
                <p:sp>
                  <p:nvSpPr>
                    <p:cNvPr id="3769" name="Freeform 3768">
                      <a:extLst>
                        <a:ext uri="{FF2B5EF4-FFF2-40B4-BE49-F238E27FC236}">
                          <a16:creationId xmlns:a16="http://schemas.microsoft.com/office/drawing/2014/main" id="{C44B9B97-B60D-5087-BD6C-BC097070DB8F}"/>
                        </a:ext>
                      </a:extLst>
                    </p:cNvPr>
                    <p:cNvSpPr/>
                    <p:nvPr/>
                  </p:nvSpPr>
                  <p:spPr>
                    <a:xfrm>
                      <a:off x="4078872" y="3713931"/>
                      <a:ext cx="31042" cy="46881"/>
                    </a:xfrm>
                    <a:custGeom>
                      <a:avLst/>
                      <a:gdLst>
                        <a:gd name="connsiteX0" fmla="*/ 1412 w 31042"/>
                        <a:gd name="connsiteY0" fmla="*/ 15369 h 46881"/>
                        <a:gd name="connsiteX1" fmla="*/ 2465 w 31042"/>
                        <a:gd name="connsiteY1" fmla="*/ 9083 h 46881"/>
                        <a:gd name="connsiteX2" fmla="*/ 5511 w 31042"/>
                        <a:gd name="connsiteY2" fmla="*/ 4237 h 46881"/>
                        <a:gd name="connsiteX3" fmla="*/ 10329 w 31042"/>
                        <a:gd name="connsiteY3" fmla="*/ 1108 h 46881"/>
                        <a:gd name="connsiteX4" fmla="*/ 16615 w 31042"/>
                        <a:gd name="connsiteY4" fmla="*/ 0 h 46881"/>
                        <a:gd name="connsiteX5" fmla="*/ 22818 w 31042"/>
                        <a:gd name="connsiteY5" fmla="*/ 1025 h 46881"/>
                        <a:gd name="connsiteX6" fmla="*/ 27331 w 31042"/>
                        <a:gd name="connsiteY6" fmla="*/ 3794 h 46881"/>
                        <a:gd name="connsiteX7" fmla="*/ 30100 w 31042"/>
                        <a:gd name="connsiteY7" fmla="*/ 7920 h 46881"/>
                        <a:gd name="connsiteX8" fmla="*/ 31042 w 31042"/>
                        <a:gd name="connsiteY8" fmla="*/ 12960 h 46881"/>
                        <a:gd name="connsiteX9" fmla="*/ 30017 w 31042"/>
                        <a:gd name="connsiteY9" fmla="*/ 18470 h 46881"/>
                        <a:gd name="connsiteX10" fmla="*/ 27304 w 31042"/>
                        <a:gd name="connsiteY10" fmla="*/ 22734 h 46881"/>
                        <a:gd name="connsiteX11" fmla="*/ 23454 w 31042"/>
                        <a:gd name="connsiteY11" fmla="*/ 26057 h 46881"/>
                        <a:gd name="connsiteX12" fmla="*/ 19024 w 31042"/>
                        <a:gd name="connsiteY12" fmla="*/ 28827 h 46881"/>
                        <a:gd name="connsiteX13" fmla="*/ 14566 w 31042"/>
                        <a:gd name="connsiteY13" fmla="*/ 31319 h 46881"/>
                        <a:gd name="connsiteX14" fmla="*/ 10633 w 31042"/>
                        <a:gd name="connsiteY14" fmla="*/ 33839 h 46881"/>
                        <a:gd name="connsiteX15" fmla="*/ 8446 w 31042"/>
                        <a:gd name="connsiteY15" fmla="*/ 35666 h 46881"/>
                        <a:gd name="connsiteX16" fmla="*/ 6507 w 31042"/>
                        <a:gd name="connsiteY16" fmla="*/ 37771 h 46881"/>
                        <a:gd name="connsiteX17" fmla="*/ 5123 w 31042"/>
                        <a:gd name="connsiteY17" fmla="*/ 40263 h 46881"/>
                        <a:gd name="connsiteX18" fmla="*/ 4514 w 31042"/>
                        <a:gd name="connsiteY18" fmla="*/ 43282 h 46881"/>
                        <a:gd name="connsiteX19" fmla="*/ 30627 w 31042"/>
                        <a:gd name="connsiteY19" fmla="*/ 43282 h 46881"/>
                        <a:gd name="connsiteX20" fmla="*/ 30627 w 31042"/>
                        <a:gd name="connsiteY20" fmla="*/ 46881 h 46881"/>
                        <a:gd name="connsiteX21" fmla="*/ 0 w 31042"/>
                        <a:gd name="connsiteY21" fmla="*/ 46881 h 46881"/>
                        <a:gd name="connsiteX22" fmla="*/ 720 w 31042"/>
                        <a:gd name="connsiteY22" fmla="*/ 40762 h 46881"/>
                        <a:gd name="connsiteX23" fmla="*/ 3655 w 31042"/>
                        <a:gd name="connsiteY23" fmla="*/ 35445 h 46881"/>
                        <a:gd name="connsiteX24" fmla="*/ 8750 w 31042"/>
                        <a:gd name="connsiteY24" fmla="*/ 30654 h 46881"/>
                        <a:gd name="connsiteX25" fmla="*/ 13901 w 31042"/>
                        <a:gd name="connsiteY25" fmla="*/ 27110 h 46881"/>
                        <a:gd name="connsiteX26" fmla="*/ 18692 w 31042"/>
                        <a:gd name="connsiteY26" fmla="*/ 24258 h 46881"/>
                        <a:gd name="connsiteX27" fmla="*/ 22679 w 31042"/>
                        <a:gd name="connsiteY27" fmla="*/ 21433 h 46881"/>
                        <a:gd name="connsiteX28" fmla="*/ 25393 w 31042"/>
                        <a:gd name="connsiteY28" fmla="*/ 17972 h 46881"/>
                        <a:gd name="connsiteX29" fmla="*/ 26390 w 31042"/>
                        <a:gd name="connsiteY29" fmla="*/ 13264 h 46881"/>
                        <a:gd name="connsiteX30" fmla="*/ 25587 w 31042"/>
                        <a:gd name="connsiteY30" fmla="*/ 9221 h 46881"/>
                        <a:gd name="connsiteX31" fmla="*/ 23399 w 31042"/>
                        <a:gd name="connsiteY31" fmla="*/ 6175 h 46881"/>
                        <a:gd name="connsiteX32" fmla="*/ 20132 w 31042"/>
                        <a:gd name="connsiteY32" fmla="*/ 4292 h 46881"/>
                        <a:gd name="connsiteX33" fmla="*/ 16089 w 31042"/>
                        <a:gd name="connsiteY33" fmla="*/ 3655 h 46881"/>
                        <a:gd name="connsiteX34" fmla="*/ 11880 w 31042"/>
                        <a:gd name="connsiteY34" fmla="*/ 4624 h 46881"/>
                        <a:gd name="connsiteX35" fmla="*/ 8612 w 31042"/>
                        <a:gd name="connsiteY35" fmla="*/ 7172 h 46881"/>
                        <a:gd name="connsiteX36" fmla="*/ 6507 w 31042"/>
                        <a:gd name="connsiteY36" fmla="*/ 10883 h 46881"/>
                        <a:gd name="connsiteX37" fmla="*/ 5898 w 31042"/>
                        <a:gd name="connsiteY37" fmla="*/ 15396 h 46881"/>
                        <a:gd name="connsiteX38" fmla="*/ 1385 w 31042"/>
                        <a:gd name="connsiteY38" fmla="*/ 15396 h 46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31042" h="46881">
                          <a:moveTo>
                            <a:pt x="1412" y="15369"/>
                          </a:moveTo>
                          <a:cubicBezTo>
                            <a:pt x="1412" y="13070"/>
                            <a:pt x="1772" y="10966"/>
                            <a:pt x="2465" y="9083"/>
                          </a:cubicBezTo>
                          <a:cubicBezTo>
                            <a:pt x="3185" y="7200"/>
                            <a:pt x="4181" y="5594"/>
                            <a:pt x="5511" y="4237"/>
                          </a:cubicBezTo>
                          <a:cubicBezTo>
                            <a:pt x="6840" y="2880"/>
                            <a:pt x="8446" y="1855"/>
                            <a:pt x="10329" y="1108"/>
                          </a:cubicBezTo>
                          <a:cubicBezTo>
                            <a:pt x="12212" y="388"/>
                            <a:pt x="14316" y="0"/>
                            <a:pt x="16615" y="0"/>
                          </a:cubicBezTo>
                          <a:cubicBezTo>
                            <a:pt x="18913" y="0"/>
                            <a:pt x="21045" y="332"/>
                            <a:pt x="22818" y="1025"/>
                          </a:cubicBezTo>
                          <a:cubicBezTo>
                            <a:pt x="24590" y="1717"/>
                            <a:pt x="26113" y="2631"/>
                            <a:pt x="27331" y="3794"/>
                          </a:cubicBezTo>
                          <a:cubicBezTo>
                            <a:pt x="28550" y="4957"/>
                            <a:pt x="29464" y="6314"/>
                            <a:pt x="30100" y="7920"/>
                          </a:cubicBezTo>
                          <a:cubicBezTo>
                            <a:pt x="30737" y="9526"/>
                            <a:pt x="31042" y="11187"/>
                            <a:pt x="31042" y="12960"/>
                          </a:cubicBezTo>
                          <a:cubicBezTo>
                            <a:pt x="31042" y="15036"/>
                            <a:pt x="30710" y="16892"/>
                            <a:pt x="30017" y="18470"/>
                          </a:cubicBezTo>
                          <a:cubicBezTo>
                            <a:pt x="29325" y="20049"/>
                            <a:pt x="28411" y="21489"/>
                            <a:pt x="27304" y="22734"/>
                          </a:cubicBezTo>
                          <a:cubicBezTo>
                            <a:pt x="26168" y="23981"/>
                            <a:pt x="24894" y="25088"/>
                            <a:pt x="23454" y="26057"/>
                          </a:cubicBezTo>
                          <a:cubicBezTo>
                            <a:pt x="22015" y="27027"/>
                            <a:pt x="20547" y="27940"/>
                            <a:pt x="19024" y="28827"/>
                          </a:cubicBezTo>
                          <a:cubicBezTo>
                            <a:pt x="17529" y="29685"/>
                            <a:pt x="16033" y="30516"/>
                            <a:pt x="14566" y="31319"/>
                          </a:cubicBezTo>
                          <a:cubicBezTo>
                            <a:pt x="13098" y="32122"/>
                            <a:pt x="11797" y="32953"/>
                            <a:pt x="10633" y="33839"/>
                          </a:cubicBezTo>
                          <a:cubicBezTo>
                            <a:pt x="9886" y="34420"/>
                            <a:pt x="9138" y="35029"/>
                            <a:pt x="8446" y="35666"/>
                          </a:cubicBezTo>
                          <a:cubicBezTo>
                            <a:pt x="7726" y="36303"/>
                            <a:pt x="7089" y="36996"/>
                            <a:pt x="6507" y="37771"/>
                          </a:cubicBezTo>
                          <a:cubicBezTo>
                            <a:pt x="5926" y="38519"/>
                            <a:pt x="5455" y="39349"/>
                            <a:pt x="5123" y="40263"/>
                          </a:cubicBezTo>
                          <a:cubicBezTo>
                            <a:pt x="4763" y="41177"/>
                            <a:pt x="4569" y="42174"/>
                            <a:pt x="4514" y="43282"/>
                          </a:cubicBezTo>
                          <a:lnTo>
                            <a:pt x="30627" y="43282"/>
                          </a:lnTo>
                          <a:lnTo>
                            <a:pt x="30627" y="46881"/>
                          </a:lnTo>
                          <a:lnTo>
                            <a:pt x="0" y="46881"/>
                          </a:lnTo>
                          <a:cubicBezTo>
                            <a:pt x="55" y="44611"/>
                            <a:pt x="277" y="42589"/>
                            <a:pt x="720" y="40762"/>
                          </a:cubicBezTo>
                          <a:cubicBezTo>
                            <a:pt x="1163" y="38934"/>
                            <a:pt x="2132" y="37162"/>
                            <a:pt x="3655" y="35445"/>
                          </a:cubicBezTo>
                          <a:cubicBezTo>
                            <a:pt x="5289" y="33590"/>
                            <a:pt x="6978" y="31983"/>
                            <a:pt x="8750" y="30654"/>
                          </a:cubicBezTo>
                          <a:cubicBezTo>
                            <a:pt x="10495" y="29325"/>
                            <a:pt x="12212" y="28134"/>
                            <a:pt x="13901" y="27110"/>
                          </a:cubicBezTo>
                          <a:cubicBezTo>
                            <a:pt x="15590" y="26057"/>
                            <a:pt x="17169" y="25116"/>
                            <a:pt x="18692" y="24258"/>
                          </a:cubicBezTo>
                          <a:cubicBezTo>
                            <a:pt x="20187" y="23399"/>
                            <a:pt x="21516" y="22458"/>
                            <a:pt x="22679" y="21433"/>
                          </a:cubicBezTo>
                          <a:cubicBezTo>
                            <a:pt x="23842" y="20409"/>
                            <a:pt x="24728" y="19273"/>
                            <a:pt x="25393" y="17972"/>
                          </a:cubicBezTo>
                          <a:cubicBezTo>
                            <a:pt x="26057" y="16698"/>
                            <a:pt x="26390" y="15119"/>
                            <a:pt x="26390" y="13264"/>
                          </a:cubicBezTo>
                          <a:cubicBezTo>
                            <a:pt x="26390" y="11769"/>
                            <a:pt x="26113" y="10412"/>
                            <a:pt x="25587" y="9221"/>
                          </a:cubicBezTo>
                          <a:cubicBezTo>
                            <a:pt x="25061" y="8030"/>
                            <a:pt x="24313" y="7006"/>
                            <a:pt x="23399" y="6175"/>
                          </a:cubicBezTo>
                          <a:cubicBezTo>
                            <a:pt x="22458" y="5344"/>
                            <a:pt x="21378" y="4708"/>
                            <a:pt x="20132" y="4292"/>
                          </a:cubicBezTo>
                          <a:cubicBezTo>
                            <a:pt x="18886" y="3877"/>
                            <a:pt x="17529" y="3655"/>
                            <a:pt x="16089" y="3655"/>
                          </a:cubicBezTo>
                          <a:cubicBezTo>
                            <a:pt x="14538" y="3655"/>
                            <a:pt x="13126" y="3988"/>
                            <a:pt x="11880" y="4624"/>
                          </a:cubicBezTo>
                          <a:cubicBezTo>
                            <a:pt x="10606" y="5261"/>
                            <a:pt x="9526" y="6120"/>
                            <a:pt x="8612" y="7172"/>
                          </a:cubicBezTo>
                          <a:cubicBezTo>
                            <a:pt x="7698" y="8224"/>
                            <a:pt x="7006" y="9470"/>
                            <a:pt x="6507" y="10883"/>
                          </a:cubicBezTo>
                          <a:cubicBezTo>
                            <a:pt x="6009" y="12295"/>
                            <a:pt x="5815" y="13818"/>
                            <a:pt x="5898" y="15396"/>
                          </a:cubicBezTo>
                          <a:lnTo>
                            <a:pt x="1385" y="15396"/>
                          </a:lnTo>
                          <a:close/>
                        </a:path>
                      </a:pathLst>
                    </a:custGeom>
                    <a:solidFill>
                      <a:srgbClr val="00B48D"/>
                    </a:solidFill>
                    <a:ln w="2767" cap="flat">
                      <a:noFill/>
                      <a:prstDash val="solid"/>
                      <a:miter/>
                    </a:ln>
                  </p:spPr>
                  <p:txBody>
                    <a:bodyPr rtlCol="0" anchor="ctr"/>
                    <a:lstStyle/>
                    <a:p>
                      <a:endParaRPr lang="en-US" sz="2000" dirty="0">
                        <a:latin typeface="Helvetica" pitchFamily="2" charset="0"/>
                      </a:endParaRPr>
                    </a:p>
                  </p:txBody>
                </p:sp>
              </p:grpSp>
              <p:sp>
                <p:nvSpPr>
                  <p:cNvPr id="3767" name="Freeform 3766">
                    <a:extLst>
                      <a:ext uri="{FF2B5EF4-FFF2-40B4-BE49-F238E27FC236}">
                        <a16:creationId xmlns:a16="http://schemas.microsoft.com/office/drawing/2014/main" id="{BD774F01-C649-9646-6D73-40A2E1CF3FCE}"/>
                      </a:ext>
                    </a:extLst>
                  </p:cNvPr>
                  <p:cNvSpPr/>
                  <p:nvPr/>
                </p:nvSpPr>
                <p:spPr>
                  <a:xfrm>
                    <a:off x="3942658" y="3778424"/>
                    <a:ext cx="233604" cy="2769"/>
                  </a:xfrm>
                  <a:custGeom>
                    <a:avLst/>
                    <a:gdLst>
                      <a:gd name="connsiteX0" fmla="*/ 0 w 233604"/>
                      <a:gd name="connsiteY0" fmla="*/ 0 h 2769"/>
                      <a:gd name="connsiteX1" fmla="*/ 233604 w 233604"/>
                      <a:gd name="connsiteY1" fmla="*/ 0 h 2769"/>
                    </a:gdLst>
                    <a:ahLst/>
                    <a:cxnLst>
                      <a:cxn ang="0">
                        <a:pos x="connsiteX0" y="connsiteY0"/>
                      </a:cxn>
                      <a:cxn ang="0">
                        <a:pos x="connsiteX1" y="connsiteY1"/>
                      </a:cxn>
                    </a:cxnLst>
                    <a:rect l="l" t="t" r="r" b="b"/>
                    <a:pathLst>
                      <a:path w="233604" h="2769">
                        <a:moveTo>
                          <a:pt x="0" y="0"/>
                        </a:moveTo>
                        <a:lnTo>
                          <a:pt x="233604" y="0"/>
                        </a:lnTo>
                      </a:path>
                    </a:pathLst>
                  </a:custGeom>
                  <a:ln w="5534" cap="flat">
                    <a:solidFill>
                      <a:srgbClr val="00B48D"/>
                    </a:solidFill>
                    <a:prstDash val="solid"/>
                    <a:miter/>
                  </a:ln>
                </p:spPr>
                <p:txBody>
                  <a:bodyPr rtlCol="0" anchor="ctr"/>
                  <a:lstStyle/>
                  <a:p>
                    <a:endParaRPr lang="en-US" sz="2000" dirty="0">
                      <a:latin typeface="Helvetica" pitchFamily="2" charset="0"/>
                    </a:endParaRPr>
                  </a:p>
                </p:txBody>
              </p:sp>
            </p:grpSp>
            <p:grpSp>
              <p:nvGrpSpPr>
                <p:cNvPr id="3811" name="Graphic 14">
                  <a:extLst>
                    <a:ext uri="{FF2B5EF4-FFF2-40B4-BE49-F238E27FC236}">
                      <a16:creationId xmlns:a16="http://schemas.microsoft.com/office/drawing/2014/main" id="{AB9FEC97-3556-FD1C-ADA9-2442BB5FA5BD}"/>
                    </a:ext>
                  </a:extLst>
                </p:cNvPr>
                <p:cNvGrpSpPr/>
                <p:nvPr/>
              </p:nvGrpSpPr>
              <p:grpSpPr>
                <a:xfrm>
                  <a:off x="8724806" y="6304976"/>
                  <a:ext cx="1198541" cy="181011"/>
                  <a:chOff x="3453159" y="4173995"/>
                  <a:chExt cx="323434" cy="48847"/>
                </a:xfrm>
                <a:solidFill>
                  <a:srgbClr val="00B48D"/>
                </a:solidFill>
              </p:grpSpPr>
              <p:sp>
                <p:nvSpPr>
                  <p:cNvPr id="3812" name="Freeform 3811">
                    <a:extLst>
                      <a:ext uri="{FF2B5EF4-FFF2-40B4-BE49-F238E27FC236}">
                        <a16:creationId xmlns:a16="http://schemas.microsoft.com/office/drawing/2014/main" id="{74223E30-CBFA-4A91-8461-D67FEED8ACEF}"/>
                      </a:ext>
                    </a:extLst>
                  </p:cNvPr>
                  <p:cNvSpPr/>
                  <p:nvPr/>
                </p:nvSpPr>
                <p:spPr>
                  <a:xfrm>
                    <a:off x="3453159" y="4186511"/>
                    <a:ext cx="26916" cy="35389"/>
                  </a:xfrm>
                  <a:custGeom>
                    <a:avLst/>
                    <a:gdLst>
                      <a:gd name="connsiteX0" fmla="*/ 3932 w 26916"/>
                      <a:gd name="connsiteY0" fmla="*/ 35362 h 35389"/>
                      <a:gd name="connsiteX1" fmla="*/ 0 w 26916"/>
                      <a:gd name="connsiteY1" fmla="*/ 35362 h 35389"/>
                      <a:gd name="connsiteX2" fmla="*/ 0 w 26916"/>
                      <a:gd name="connsiteY2" fmla="*/ 941 h 35389"/>
                      <a:gd name="connsiteX3" fmla="*/ 3932 w 26916"/>
                      <a:gd name="connsiteY3" fmla="*/ 941 h 35389"/>
                      <a:gd name="connsiteX4" fmla="*/ 3932 w 26916"/>
                      <a:gd name="connsiteY4" fmla="*/ 5732 h 35389"/>
                      <a:gd name="connsiteX5" fmla="*/ 8806 w 26916"/>
                      <a:gd name="connsiteY5" fmla="*/ 1606 h 35389"/>
                      <a:gd name="connsiteX6" fmla="*/ 14870 w 26916"/>
                      <a:gd name="connsiteY6" fmla="*/ 0 h 35389"/>
                      <a:gd name="connsiteX7" fmla="*/ 20713 w 26916"/>
                      <a:gd name="connsiteY7" fmla="*/ 1108 h 35389"/>
                      <a:gd name="connsiteX8" fmla="*/ 25227 w 26916"/>
                      <a:gd name="connsiteY8" fmla="*/ 4929 h 35389"/>
                      <a:gd name="connsiteX9" fmla="*/ 26694 w 26916"/>
                      <a:gd name="connsiteY9" fmla="*/ 8751 h 35389"/>
                      <a:gd name="connsiteX10" fmla="*/ 26916 w 26916"/>
                      <a:gd name="connsiteY10" fmla="*/ 12849 h 35389"/>
                      <a:gd name="connsiteX11" fmla="*/ 26916 w 26916"/>
                      <a:gd name="connsiteY11" fmla="*/ 35390 h 35389"/>
                      <a:gd name="connsiteX12" fmla="*/ 22984 w 26916"/>
                      <a:gd name="connsiteY12" fmla="*/ 35390 h 35389"/>
                      <a:gd name="connsiteX13" fmla="*/ 22984 w 26916"/>
                      <a:gd name="connsiteY13" fmla="*/ 12932 h 35389"/>
                      <a:gd name="connsiteX14" fmla="*/ 20962 w 26916"/>
                      <a:gd name="connsiteY14" fmla="*/ 5954 h 35389"/>
                      <a:gd name="connsiteX15" fmla="*/ 14206 w 26916"/>
                      <a:gd name="connsiteY15" fmla="*/ 3628 h 35389"/>
                      <a:gd name="connsiteX16" fmla="*/ 10855 w 26916"/>
                      <a:gd name="connsiteY16" fmla="*/ 4181 h 35389"/>
                      <a:gd name="connsiteX17" fmla="*/ 8141 w 26916"/>
                      <a:gd name="connsiteY17" fmla="*/ 5677 h 35389"/>
                      <a:gd name="connsiteX18" fmla="*/ 6092 w 26916"/>
                      <a:gd name="connsiteY18" fmla="*/ 7809 h 35389"/>
                      <a:gd name="connsiteX19" fmla="*/ 4791 w 26916"/>
                      <a:gd name="connsiteY19" fmla="*/ 10329 h 35389"/>
                      <a:gd name="connsiteX20" fmla="*/ 4071 w 26916"/>
                      <a:gd name="connsiteY20" fmla="*/ 13513 h 35389"/>
                      <a:gd name="connsiteX21" fmla="*/ 3932 w 26916"/>
                      <a:gd name="connsiteY21" fmla="*/ 16836 h 35389"/>
                      <a:gd name="connsiteX22" fmla="*/ 3932 w 26916"/>
                      <a:gd name="connsiteY22" fmla="*/ 35390 h 35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6916" h="35389">
                        <a:moveTo>
                          <a:pt x="3932" y="35362"/>
                        </a:moveTo>
                        <a:lnTo>
                          <a:pt x="0" y="35362"/>
                        </a:lnTo>
                        <a:lnTo>
                          <a:pt x="0" y="941"/>
                        </a:lnTo>
                        <a:lnTo>
                          <a:pt x="3932" y="941"/>
                        </a:lnTo>
                        <a:lnTo>
                          <a:pt x="3932" y="5732"/>
                        </a:lnTo>
                        <a:cubicBezTo>
                          <a:pt x="5511" y="4043"/>
                          <a:pt x="7117" y="2686"/>
                          <a:pt x="8806" y="1606"/>
                        </a:cubicBezTo>
                        <a:cubicBezTo>
                          <a:pt x="10495" y="554"/>
                          <a:pt x="12517" y="0"/>
                          <a:pt x="14870" y="0"/>
                        </a:cubicBezTo>
                        <a:cubicBezTo>
                          <a:pt x="16975" y="0"/>
                          <a:pt x="18913" y="360"/>
                          <a:pt x="20713" y="1108"/>
                        </a:cubicBezTo>
                        <a:cubicBezTo>
                          <a:pt x="22513" y="1828"/>
                          <a:pt x="24009" y="3101"/>
                          <a:pt x="25227" y="4929"/>
                        </a:cubicBezTo>
                        <a:cubicBezTo>
                          <a:pt x="26058" y="6175"/>
                          <a:pt x="26556" y="7449"/>
                          <a:pt x="26694" y="8751"/>
                        </a:cubicBezTo>
                        <a:cubicBezTo>
                          <a:pt x="26861" y="10052"/>
                          <a:pt x="26916" y="11409"/>
                          <a:pt x="26916" y="12849"/>
                        </a:cubicBezTo>
                        <a:lnTo>
                          <a:pt x="26916" y="35390"/>
                        </a:lnTo>
                        <a:lnTo>
                          <a:pt x="22984" y="35390"/>
                        </a:lnTo>
                        <a:lnTo>
                          <a:pt x="22984" y="12932"/>
                        </a:lnTo>
                        <a:cubicBezTo>
                          <a:pt x="22984" y="9831"/>
                          <a:pt x="22319" y="7504"/>
                          <a:pt x="20962" y="5954"/>
                        </a:cubicBezTo>
                        <a:cubicBezTo>
                          <a:pt x="19606" y="4403"/>
                          <a:pt x="17363" y="3628"/>
                          <a:pt x="14206" y="3628"/>
                        </a:cubicBezTo>
                        <a:cubicBezTo>
                          <a:pt x="12987" y="3628"/>
                          <a:pt x="11880" y="3821"/>
                          <a:pt x="10855" y="4181"/>
                        </a:cubicBezTo>
                        <a:cubicBezTo>
                          <a:pt x="9858" y="4569"/>
                          <a:pt x="8944" y="5067"/>
                          <a:pt x="8141" y="5677"/>
                        </a:cubicBezTo>
                        <a:cubicBezTo>
                          <a:pt x="7338" y="6286"/>
                          <a:pt x="6646" y="7006"/>
                          <a:pt x="6092" y="7809"/>
                        </a:cubicBezTo>
                        <a:cubicBezTo>
                          <a:pt x="5511" y="8612"/>
                          <a:pt x="5095" y="9443"/>
                          <a:pt x="4791" y="10329"/>
                        </a:cubicBezTo>
                        <a:cubicBezTo>
                          <a:pt x="4403" y="11437"/>
                          <a:pt x="4154" y="12489"/>
                          <a:pt x="4071" y="13513"/>
                        </a:cubicBezTo>
                        <a:cubicBezTo>
                          <a:pt x="3988" y="14538"/>
                          <a:pt x="3932" y="15646"/>
                          <a:pt x="3932" y="16836"/>
                        </a:cubicBezTo>
                        <a:lnTo>
                          <a:pt x="3932" y="35390"/>
                        </a:lnTo>
                        <a:close/>
                      </a:path>
                    </a:pathLst>
                  </a:custGeom>
                  <a:solidFill>
                    <a:srgbClr val="00B48D"/>
                  </a:solidFill>
                  <a:ln w="2767" cap="flat">
                    <a:noFill/>
                    <a:prstDash val="solid"/>
                    <a:miter/>
                  </a:ln>
                </p:spPr>
                <p:txBody>
                  <a:bodyPr rtlCol="0" anchor="ctr"/>
                  <a:lstStyle/>
                  <a:p>
                    <a:endParaRPr lang="en-US"/>
                  </a:p>
                </p:txBody>
              </p:sp>
              <p:sp>
                <p:nvSpPr>
                  <p:cNvPr id="3813" name="Freeform 3812">
                    <a:extLst>
                      <a:ext uri="{FF2B5EF4-FFF2-40B4-BE49-F238E27FC236}">
                        <a16:creationId xmlns:a16="http://schemas.microsoft.com/office/drawing/2014/main" id="{FD5A5E74-8A72-EC1A-8488-677BF59C286F}"/>
                      </a:ext>
                    </a:extLst>
                  </p:cNvPr>
                  <p:cNvSpPr/>
                  <p:nvPr/>
                </p:nvSpPr>
                <p:spPr>
                  <a:xfrm>
                    <a:off x="3487357" y="4186484"/>
                    <a:ext cx="31374" cy="36303"/>
                  </a:xfrm>
                  <a:custGeom>
                    <a:avLst/>
                    <a:gdLst>
                      <a:gd name="connsiteX0" fmla="*/ 15729 w 31374"/>
                      <a:gd name="connsiteY0" fmla="*/ 36303 h 36303"/>
                      <a:gd name="connsiteX1" fmla="*/ 9609 w 31374"/>
                      <a:gd name="connsiteY1" fmla="*/ 35113 h 36303"/>
                      <a:gd name="connsiteX2" fmla="*/ 4624 w 31374"/>
                      <a:gd name="connsiteY2" fmla="*/ 31735 h 36303"/>
                      <a:gd name="connsiteX3" fmla="*/ 1246 w 31374"/>
                      <a:gd name="connsiteY3" fmla="*/ 26085 h 36303"/>
                      <a:gd name="connsiteX4" fmla="*/ 0 w 31374"/>
                      <a:gd name="connsiteY4" fmla="*/ 18166 h 36303"/>
                      <a:gd name="connsiteX5" fmla="*/ 969 w 31374"/>
                      <a:gd name="connsiteY5" fmla="*/ 11077 h 36303"/>
                      <a:gd name="connsiteX6" fmla="*/ 3904 w 31374"/>
                      <a:gd name="connsiteY6" fmla="*/ 5317 h 36303"/>
                      <a:gd name="connsiteX7" fmla="*/ 8806 w 31374"/>
                      <a:gd name="connsiteY7" fmla="*/ 1440 h 36303"/>
                      <a:gd name="connsiteX8" fmla="*/ 15673 w 31374"/>
                      <a:gd name="connsiteY8" fmla="*/ 0 h 36303"/>
                      <a:gd name="connsiteX9" fmla="*/ 22624 w 31374"/>
                      <a:gd name="connsiteY9" fmla="*/ 1440 h 36303"/>
                      <a:gd name="connsiteX10" fmla="*/ 27525 w 31374"/>
                      <a:gd name="connsiteY10" fmla="*/ 5289 h 36303"/>
                      <a:gd name="connsiteX11" fmla="*/ 30433 w 31374"/>
                      <a:gd name="connsiteY11" fmla="*/ 11049 h 36303"/>
                      <a:gd name="connsiteX12" fmla="*/ 31374 w 31374"/>
                      <a:gd name="connsiteY12" fmla="*/ 18166 h 36303"/>
                      <a:gd name="connsiteX13" fmla="*/ 30267 w 31374"/>
                      <a:gd name="connsiteY13" fmla="*/ 25614 h 36303"/>
                      <a:gd name="connsiteX14" fmla="*/ 27082 w 31374"/>
                      <a:gd name="connsiteY14" fmla="*/ 31319 h 36303"/>
                      <a:gd name="connsiteX15" fmla="*/ 22098 w 31374"/>
                      <a:gd name="connsiteY15" fmla="*/ 35002 h 36303"/>
                      <a:gd name="connsiteX16" fmla="*/ 15646 w 31374"/>
                      <a:gd name="connsiteY16" fmla="*/ 36303 h 36303"/>
                      <a:gd name="connsiteX17" fmla="*/ 27248 w 31374"/>
                      <a:gd name="connsiteY17" fmla="*/ 18166 h 36303"/>
                      <a:gd name="connsiteX18" fmla="*/ 26584 w 31374"/>
                      <a:gd name="connsiteY18" fmla="*/ 12461 h 36303"/>
                      <a:gd name="connsiteX19" fmla="*/ 24562 w 31374"/>
                      <a:gd name="connsiteY19" fmla="*/ 7837 h 36303"/>
                      <a:gd name="connsiteX20" fmla="*/ 21018 w 31374"/>
                      <a:gd name="connsiteY20" fmla="*/ 4735 h 36303"/>
                      <a:gd name="connsiteX21" fmla="*/ 15701 w 31374"/>
                      <a:gd name="connsiteY21" fmla="*/ 3600 h 36303"/>
                      <a:gd name="connsiteX22" fmla="*/ 10440 w 31374"/>
                      <a:gd name="connsiteY22" fmla="*/ 4818 h 36303"/>
                      <a:gd name="connsiteX23" fmla="*/ 6867 w 31374"/>
                      <a:gd name="connsiteY23" fmla="*/ 8086 h 36303"/>
                      <a:gd name="connsiteX24" fmla="*/ 4846 w 31374"/>
                      <a:gd name="connsiteY24" fmla="*/ 12738 h 36303"/>
                      <a:gd name="connsiteX25" fmla="*/ 4181 w 31374"/>
                      <a:gd name="connsiteY25" fmla="*/ 18166 h 36303"/>
                      <a:gd name="connsiteX26" fmla="*/ 4929 w 31374"/>
                      <a:gd name="connsiteY26" fmla="*/ 24036 h 36303"/>
                      <a:gd name="connsiteX27" fmla="*/ 7117 w 31374"/>
                      <a:gd name="connsiteY27" fmla="*/ 28660 h 36303"/>
                      <a:gd name="connsiteX28" fmla="*/ 10717 w 31374"/>
                      <a:gd name="connsiteY28" fmla="*/ 31651 h 36303"/>
                      <a:gd name="connsiteX29" fmla="*/ 15701 w 31374"/>
                      <a:gd name="connsiteY29" fmla="*/ 32704 h 36303"/>
                      <a:gd name="connsiteX30" fmla="*/ 20962 w 31374"/>
                      <a:gd name="connsiteY30" fmla="*/ 31485 h 36303"/>
                      <a:gd name="connsiteX31" fmla="*/ 24534 w 31374"/>
                      <a:gd name="connsiteY31" fmla="*/ 28190 h 36303"/>
                      <a:gd name="connsiteX32" fmla="*/ 26556 w 31374"/>
                      <a:gd name="connsiteY32" fmla="*/ 23538 h 36303"/>
                      <a:gd name="connsiteX33" fmla="*/ 27220 w 31374"/>
                      <a:gd name="connsiteY33" fmla="*/ 18166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1374" h="36303">
                        <a:moveTo>
                          <a:pt x="15729" y="36303"/>
                        </a:moveTo>
                        <a:cubicBezTo>
                          <a:pt x="13541" y="36248"/>
                          <a:pt x="11492" y="35860"/>
                          <a:pt x="9609" y="35113"/>
                        </a:cubicBezTo>
                        <a:cubicBezTo>
                          <a:pt x="7698" y="34365"/>
                          <a:pt x="6037" y="33230"/>
                          <a:pt x="4624" y="31735"/>
                        </a:cubicBezTo>
                        <a:cubicBezTo>
                          <a:pt x="3212" y="30239"/>
                          <a:pt x="2077" y="28356"/>
                          <a:pt x="1246" y="26085"/>
                        </a:cubicBezTo>
                        <a:cubicBezTo>
                          <a:pt x="415" y="23814"/>
                          <a:pt x="0" y="21184"/>
                          <a:pt x="0" y="18166"/>
                        </a:cubicBezTo>
                        <a:cubicBezTo>
                          <a:pt x="0" y="15646"/>
                          <a:pt x="332" y="13292"/>
                          <a:pt x="969" y="11077"/>
                        </a:cubicBezTo>
                        <a:cubicBezTo>
                          <a:pt x="1634" y="8889"/>
                          <a:pt x="2603" y="6978"/>
                          <a:pt x="3904" y="5317"/>
                        </a:cubicBezTo>
                        <a:cubicBezTo>
                          <a:pt x="5206" y="3655"/>
                          <a:pt x="6840" y="2381"/>
                          <a:pt x="8806" y="1440"/>
                        </a:cubicBezTo>
                        <a:cubicBezTo>
                          <a:pt x="10772" y="499"/>
                          <a:pt x="13070" y="0"/>
                          <a:pt x="15673" y="0"/>
                        </a:cubicBezTo>
                        <a:cubicBezTo>
                          <a:pt x="18276" y="0"/>
                          <a:pt x="20658" y="471"/>
                          <a:pt x="22624" y="1440"/>
                        </a:cubicBezTo>
                        <a:cubicBezTo>
                          <a:pt x="24590" y="2409"/>
                          <a:pt x="26224" y="3683"/>
                          <a:pt x="27525" y="5289"/>
                        </a:cubicBezTo>
                        <a:cubicBezTo>
                          <a:pt x="28827" y="6895"/>
                          <a:pt x="29796" y="8834"/>
                          <a:pt x="30433" y="11049"/>
                        </a:cubicBezTo>
                        <a:cubicBezTo>
                          <a:pt x="31070" y="13264"/>
                          <a:pt x="31374" y="15646"/>
                          <a:pt x="31374" y="18166"/>
                        </a:cubicBezTo>
                        <a:cubicBezTo>
                          <a:pt x="31374" y="20907"/>
                          <a:pt x="31014" y="23399"/>
                          <a:pt x="30267" y="25614"/>
                        </a:cubicBezTo>
                        <a:cubicBezTo>
                          <a:pt x="29519" y="27830"/>
                          <a:pt x="28467" y="29740"/>
                          <a:pt x="27082" y="31319"/>
                        </a:cubicBezTo>
                        <a:cubicBezTo>
                          <a:pt x="25697" y="32897"/>
                          <a:pt x="24036" y="34144"/>
                          <a:pt x="22098" y="35002"/>
                        </a:cubicBezTo>
                        <a:cubicBezTo>
                          <a:pt x="20159" y="35860"/>
                          <a:pt x="17999" y="36303"/>
                          <a:pt x="15646" y="36303"/>
                        </a:cubicBezTo>
                        <a:close/>
                        <a:moveTo>
                          <a:pt x="27248" y="18166"/>
                        </a:moveTo>
                        <a:cubicBezTo>
                          <a:pt x="27248" y="16117"/>
                          <a:pt x="27027" y="14233"/>
                          <a:pt x="26584" y="12461"/>
                        </a:cubicBezTo>
                        <a:cubicBezTo>
                          <a:pt x="26141" y="10689"/>
                          <a:pt x="25476" y="9138"/>
                          <a:pt x="24562" y="7837"/>
                        </a:cubicBezTo>
                        <a:cubicBezTo>
                          <a:pt x="23648" y="6535"/>
                          <a:pt x="22458" y="5511"/>
                          <a:pt x="21018" y="4735"/>
                        </a:cubicBezTo>
                        <a:cubicBezTo>
                          <a:pt x="19578" y="3988"/>
                          <a:pt x="17806" y="3600"/>
                          <a:pt x="15701" y="3600"/>
                        </a:cubicBezTo>
                        <a:cubicBezTo>
                          <a:pt x="13596" y="3600"/>
                          <a:pt x="11880" y="4015"/>
                          <a:pt x="10440" y="4818"/>
                        </a:cubicBezTo>
                        <a:cubicBezTo>
                          <a:pt x="8972" y="5649"/>
                          <a:pt x="7781" y="6729"/>
                          <a:pt x="6867" y="8086"/>
                        </a:cubicBezTo>
                        <a:cubicBezTo>
                          <a:pt x="5954" y="9443"/>
                          <a:pt x="5261" y="10993"/>
                          <a:pt x="4846" y="12738"/>
                        </a:cubicBezTo>
                        <a:cubicBezTo>
                          <a:pt x="4431" y="14483"/>
                          <a:pt x="4181" y="16283"/>
                          <a:pt x="4181" y="18166"/>
                        </a:cubicBezTo>
                        <a:cubicBezTo>
                          <a:pt x="4181" y="20298"/>
                          <a:pt x="4431" y="22264"/>
                          <a:pt x="4929" y="24036"/>
                        </a:cubicBezTo>
                        <a:cubicBezTo>
                          <a:pt x="5427" y="25836"/>
                          <a:pt x="6175" y="27359"/>
                          <a:pt x="7117" y="28660"/>
                        </a:cubicBezTo>
                        <a:cubicBezTo>
                          <a:pt x="8086" y="29935"/>
                          <a:pt x="9277" y="30931"/>
                          <a:pt x="10717" y="31651"/>
                        </a:cubicBezTo>
                        <a:cubicBezTo>
                          <a:pt x="12156" y="32371"/>
                          <a:pt x="13818" y="32704"/>
                          <a:pt x="15701" y="32704"/>
                        </a:cubicBezTo>
                        <a:cubicBezTo>
                          <a:pt x="17750" y="32704"/>
                          <a:pt x="19522" y="32288"/>
                          <a:pt x="20962" y="31485"/>
                        </a:cubicBezTo>
                        <a:cubicBezTo>
                          <a:pt x="22430" y="30655"/>
                          <a:pt x="23621" y="29574"/>
                          <a:pt x="24534" y="28190"/>
                        </a:cubicBezTo>
                        <a:cubicBezTo>
                          <a:pt x="25448" y="26805"/>
                          <a:pt x="26141" y="25254"/>
                          <a:pt x="26556" y="23538"/>
                        </a:cubicBezTo>
                        <a:cubicBezTo>
                          <a:pt x="26971" y="21821"/>
                          <a:pt x="27220" y="20021"/>
                          <a:pt x="27220" y="18166"/>
                        </a:cubicBezTo>
                        <a:close/>
                      </a:path>
                    </a:pathLst>
                  </a:custGeom>
                  <a:solidFill>
                    <a:srgbClr val="00B48D"/>
                  </a:solidFill>
                  <a:ln w="2767" cap="flat">
                    <a:noFill/>
                    <a:prstDash val="solid"/>
                    <a:miter/>
                  </a:ln>
                </p:spPr>
                <p:txBody>
                  <a:bodyPr rtlCol="0" anchor="ctr"/>
                  <a:lstStyle/>
                  <a:p>
                    <a:endParaRPr lang="en-US"/>
                  </a:p>
                </p:txBody>
              </p:sp>
              <p:sp>
                <p:nvSpPr>
                  <p:cNvPr id="3814" name="Freeform 3813">
                    <a:extLst>
                      <a:ext uri="{FF2B5EF4-FFF2-40B4-BE49-F238E27FC236}">
                        <a16:creationId xmlns:a16="http://schemas.microsoft.com/office/drawing/2014/main" id="{F21DE245-9C36-CB15-79A8-5DA6F48B9F75}"/>
                      </a:ext>
                    </a:extLst>
                  </p:cNvPr>
                  <p:cNvSpPr/>
                  <p:nvPr/>
                </p:nvSpPr>
                <p:spPr>
                  <a:xfrm>
                    <a:off x="3522387" y="4187453"/>
                    <a:ext cx="30515" cy="34420"/>
                  </a:xfrm>
                  <a:custGeom>
                    <a:avLst/>
                    <a:gdLst>
                      <a:gd name="connsiteX0" fmla="*/ 0 w 30515"/>
                      <a:gd name="connsiteY0" fmla="*/ 0 h 34420"/>
                      <a:gd name="connsiteX1" fmla="*/ 4265 w 30515"/>
                      <a:gd name="connsiteY1" fmla="*/ 0 h 34420"/>
                      <a:gd name="connsiteX2" fmla="*/ 15258 w 30515"/>
                      <a:gd name="connsiteY2" fmla="*/ 29519 h 34420"/>
                      <a:gd name="connsiteX3" fmla="*/ 26252 w 30515"/>
                      <a:gd name="connsiteY3" fmla="*/ 0 h 34420"/>
                      <a:gd name="connsiteX4" fmla="*/ 30516 w 30515"/>
                      <a:gd name="connsiteY4" fmla="*/ 0 h 34420"/>
                      <a:gd name="connsiteX5" fmla="*/ 17363 w 30515"/>
                      <a:gd name="connsiteY5" fmla="*/ 34420 h 34420"/>
                      <a:gd name="connsiteX6" fmla="*/ 12987 w 30515"/>
                      <a:gd name="connsiteY6" fmla="*/ 34420 h 34420"/>
                      <a:gd name="connsiteX7" fmla="*/ 28 w 30515"/>
                      <a:gd name="connsiteY7" fmla="*/ 0 h 34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515" h="34420">
                        <a:moveTo>
                          <a:pt x="0" y="0"/>
                        </a:moveTo>
                        <a:lnTo>
                          <a:pt x="4265" y="0"/>
                        </a:lnTo>
                        <a:lnTo>
                          <a:pt x="15258" y="29519"/>
                        </a:lnTo>
                        <a:lnTo>
                          <a:pt x="26252" y="0"/>
                        </a:lnTo>
                        <a:lnTo>
                          <a:pt x="30516" y="0"/>
                        </a:lnTo>
                        <a:lnTo>
                          <a:pt x="17363" y="34420"/>
                        </a:lnTo>
                        <a:lnTo>
                          <a:pt x="12987" y="34420"/>
                        </a:lnTo>
                        <a:lnTo>
                          <a:pt x="28" y="0"/>
                        </a:lnTo>
                        <a:close/>
                      </a:path>
                    </a:pathLst>
                  </a:custGeom>
                  <a:solidFill>
                    <a:srgbClr val="00B48D"/>
                  </a:solidFill>
                  <a:ln w="2767" cap="flat">
                    <a:noFill/>
                    <a:prstDash val="solid"/>
                    <a:miter/>
                  </a:ln>
                </p:spPr>
                <p:txBody>
                  <a:bodyPr rtlCol="0" anchor="ctr"/>
                  <a:lstStyle/>
                  <a:p>
                    <a:endParaRPr lang="en-US"/>
                  </a:p>
                </p:txBody>
              </p:sp>
              <p:sp>
                <p:nvSpPr>
                  <p:cNvPr id="3815" name="Freeform 3814">
                    <a:extLst>
                      <a:ext uri="{FF2B5EF4-FFF2-40B4-BE49-F238E27FC236}">
                        <a16:creationId xmlns:a16="http://schemas.microsoft.com/office/drawing/2014/main" id="{26EEA35A-32F1-B2BE-CCDC-E2AC1722EB64}"/>
                      </a:ext>
                    </a:extLst>
                  </p:cNvPr>
                  <p:cNvSpPr/>
                  <p:nvPr/>
                </p:nvSpPr>
                <p:spPr>
                  <a:xfrm>
                    <a:off x="3556973" y="4186539"/>
                    <a:ext cx="30517" cy="36303"/>
                  </a:xfrm>
                  <a:custGeom>
                    <a:avLst/>
                    <a:gdLst>
                      <a:gd name="connsiteX0" fmla="*/ 4181 w 30517"/>
                      <a:gd name="connsiteY0" fmla="*/ 19052 h 36303"/>
                      <a:gd name="connsiteX1" fmla="*/ 4901 w 30517"/>
                      <a:gd name="connsiteY1" fmla="*/ 24341 h 36303"/>
                      <a:gd name="connsiteX2" fmla="*/ 7034 w 30517"/>
                      <a:gd name="connsiteY2" fmla="*/ 28660 h 36303"/>
                      <a:gd name="connsiteX3" fmla="*/ 10606 w 30517"/>
                      <a:gd name="connsiteY3" fmla="*/ 31596 h 36303"/>
                      <a:gd name="connsiteX4" fmla="*/ 15590 w 30517"/>
                      <a:gd name="connsiteY4" fmla="*/ 32704 h 36303"/>
                      <a:gd name="connsiteX5" fmla="*/ 22209 w 30517"/>
                      <a:gd name="connsiteY5" fmla="*/ 30654 h 36303"/>
                      <a:gd name="connsiteX6" fmla="*/ 25864 w 30517"/>
                      <a:gd name="connsiteY6" fmla="*/ 24811 h 36303"/>
                      <a:gd name="connsiteX7" fmla="*/ 30239 w 30517"/>
                      <a:gd name="connsiteY7" fmla="*/ 24811 h 36303"/>
                      <a:gd name="connsiteX8" fmla="*/ 28328 w 30517"/>
                      <a:gd name="connsiteY8" fmla="*/ 29353 h 36303"/>
                      <a:gd name="connsiteX9" fmla="*/ 25393 w 30517"/>
                      <a:gd name="connsiteY9" fmla="*/ 33008 h 36303"/>
                      <a:gd name="connsiteX10" fmla="*/ 21212 w 30517"/>
                      <a:gd name="connsiteY10" fmla="*/ 35445 h 36303"/>
                      <a:gd name="connsiteX11" fmla="*/ 15590 w 30517"/>
                      <a:gd name="connsiteY11" fmla="*/ 36303 h 36303"/>
                      <a:gd name="connsiteX12" fmla="*/ 8584 w 30517"/>
                      <a:gd name="connsiteY12" fmla="*/ 34919 h 36303"/>
                      <a:gd name="connsiteX13" fmla="*/ 3738 w 30517"/>
                      <a:gd name="connsiteY13" fmla="*/ 31097 h 36303"/>
                      <a:gd name="connsiteX14" fmla="*/ 914 w 30517"/>
                      <a:gd name="connsiteY14" fmla="*/ 25393 h 36303"/>
                      <a:gd name="connsiteX15" fmla="*/ 0 w 30517"/>
                      <a:gd name="connsiteY15" fmla="*/ 18304 h 36303"/>
                      <a:gd name="connsiteX16" fmla="*/ 1080 w 30517"/>
                      <a:gd name="connsiteY16" fmla="*/ 11187 h 36303"/>
                      <a:gd name="connsiteX17" fmla="*/ 4154 w 30517"/>
                      <a:gd name="connsiteY17" fmla="*/ 5372 h 36303"/>
                      <a:gd name="connsiteX18" fmla="*/ 9027 w 30517"/>
                      <a:gd name="connsiteY18" fmla="*/ 1440 h 36303"/>
                      <a:gd name="connsiteX19" fmla="*/ 15590 w 30517"/>
                      <a:gd name="connsiteY19" fmla="*/ 0 h 36303"/>
                      <a:gd name="connsiteX20" fmla="*/ 26584 w 30517"/>
                      <a:gd name="connsiteY20" fmla="*/ 4874 h 36303"/>
                      <a:gd name="connsiteX21" fmla="*/ 30516 w 30517"/>
                      <a:gd name="connsiteY21" fmla="*/ 19052 h 36303"/>
                      <a:gd name="connsiteX22" fmla="*/ 4181 w 30517"/>
                      <a:gd name="connsiteY22" fmla="*/ 19052 h 36303"/>
                      <a:gd name="connsiteX23" fmla="*/ 26334 w 30517"/>
                      <a:gd name="connsiteY23" fmla="*/ 15729 h 36303"/>
                      <a:gd name="connsiteX24" fmla="*/ 25642 w 30517"/>
                      <a:gd name="connsiteY24" fmla="*/ 10966 h 36303"/>
                      <a:gd name="connsiteX25" fmla="*/ 23621 w 30517"/>
                      <a:gd name="connsiteY25" fmla="*/ 7117 h 36303"/>
                      <a:gd name="connsiteX26" fmla="*/ 20242 w 30517"/>
                      <a:gd name="connsiteY26" fmla="*/ 4514 h 36303"/>
                      <a:gd name="connsiteX27" fmla="*/ 15590 w 30517"/>
                      <a:gd name="connsiteY27" fmla="*/ 3545 h 36303"/>
                      <a:gd name="connsiteX28" fmla="*/ 10966 w 30517"/>
                      <a:gd name="connsiteY28" fmla="*/ 4541 h 36303"/>
                      <a:gd name="connsiteX29" fmla="*/ 7560 w 30517"/>
                      <a:gd name="connsiteY29" fmla="*/ 7200 h 36303"/>
                      <a:gd name="connsiteX30" fmla="*/ 5289 w 30517"/>
                      <a:gd name="connsiteY30" fmla="*/ 11049 h 36303"/>
                      <a:gd name="connsiteX31" fmla="*/ 4181 w 30517"/>
                      <a:gd name="connsiteY31" fmla="*/ 15701 h 36303"/>
                      <a:gd name="connsiteX32" fmla="*/ 26307 w 30517"/>
                      <a:gd name="connsiteY32" fmla="*/ 15701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0517" h="36303">
                        <a:moveTo>
                          <a:pt x="4181" y="19052"/>
                        </a:moveTo>
                        <a:cubicBezTo>
                          <a:pt x="4181" y="20907"/>
                          <a:pt x="4431" y="22679"/>
                          <a:pt x="4901" y="24341"/>
                        </a:cubicBezTo>
                        <a:cubicBezTo>
                          <a:pt x="5372" y="26002"/>
                          <a:pt x="6092" y="27442"/>
                          <a:pt x="7034" y="28660"/>
                        </a:cubicBezTo>
                        <a:cubicBezTo>
                          <a:pt x="7975" y="29879"/>
                          <a:pt x="9166" y="30848"/>
                          <a:pt x="10606" y="31596"/>
                        </a:cubicBezTo>
                        <a:cubicBezTo>
                          <a:pt x="12046" y="32316"/>
                          <a:pt x="13707" y="32704"/>
                          <a:pt x="15590" y="32704"/>
                        </a:cubicBezTo>
                        <a:cubicBezTo>
                          <a:pt x="18166" y="32704"/>
                          <a:pt x="20381" y="32011"/>
                          <a:pt x="22209" y="30654"/>
                        </a:cubicBezTo>
                        <a:cubicBezTo>
                          <a:pt x="24036" y="29297"/>
                          <a:pt x="25255" y="27331"/>
                          <a:pt x="25864" y="24811"/>
                        </a:cubicBezTo>
                        <a:lnTo>
                          <a:pt x="30239" y="24811"/>
                        </a:lnTo>
                        <a:cubicBezTo>
                          <a:pt x="29768" y="26445"/>
                          <a:pt x="29131" y="27968"/>
                          <a:pt x="28328" y="29353"/>
                        </a:cubicBezTo>
                        <a:cubicBezTo>
                          <a:pt x="27525" y="30737"/>
                          <a:pt x="26556" y="31956"/>
                          <a:pt x="25393" y="33008"/>
                        </a:cubicBezTo>
                        <a:cubicBezTo>
                          <a:pt x="24202" y="34060"/>
                          <a:pt x="22818" y="34863"/>
                          <a:pt x="21212" y="35445"/>
                        </a:cubicBezTo>
                        <a:cubicBezTo>
                          <a:pt x="19606" y="36026"/>
                          <a:pt x="17723" y="36303"/>
                          <a:pt x="15590" y="36303"/>
                        </a:cubicBezTo>
                        <a:cubicBezTo>
                          <a:pt x="12877" y="36303"/>
                          <a:pt x="10550" y="35833"/>
                          <a:pt x="8584" y="34919"/>
                        </a:cubicBezTo>
                        <a:cubicBezTo>
                          <a:pt x="6618" y="33977"/>
                          <a:pt x="5012" y="32704"/>
                          <a:pt x="3738" y="31097"/>
                        </a:cubicBezTo>
                        <a:cubicBezTo>
                          <a:pt x="2465" y="29491"/>
                          <a:pt x="1523" y="27580"/>
                          <a:pt x="914" y="25393"/>
                        </a:cubicBezTo>
                        <a:cubicBezTo>
                          <a:pt x="305" y="23205"/>
                          <a:pt x="0" y="20852"/>
                          <a:pt x="0" y="18304"/>
                        </a:cubicBezTo>
                        <a:cubicBezTo>
                          <a:pt x="0" y="15757"/>
                          <a:pt x="360" y="13403"/>
                          <a:pt x="1080" y="11187"/>
                        </a:cubicBezTo>
                        <a:cubicBezTo>
                          <a:pt x="1800" y="8972"/>
                          <a:pt x="2825" y="7034"/>
                          <a:pt x="4154" y="5372"/>
                        </a:cubicBezTo>
                        <a:cubicBezTo>
                          <a:pt x="5483" y="3711"/>
                          <a:pt x="7117" y="2409"/>
                          <a:pt x="9027" y="1440"/>
                        </a:cubicBezTo>
                        <a:cubicBezTo>
                          <a:pt x="10938" y="471"/>
                          <a:pt x="13126" y="0"/>
                          <a:pt x="15590" y="0"/>
                        </a:cubicBezTo>
                        <a:cubicBezTo>
                          <a:pt x="20270" y="0"/>
                          <a:pt x="23925" y="1634"/>
                          <a:pt x="26584" y="4874"/>
                        </a:cubicBezTo>
                        <a:cubicBezTo>
                          <a:pt x="29242" y="8114"/>
                          <a:pt x="30571" y="12849"/>
                          <a:pt x="30516" y="19052"/>
                        </a:cubicBezTo>
                        <a:lnTo>
                          <a:pt x="4181" y="19052"/>
                        </a:lnTo>
                        <a:close/>
                        <a:moveTo>
                          <a:pt x="26334" y="15729"/>
                        </a:moveTo>
                        <a:cubicBezTo>
                          <a:pt x="26334" y="14039"/>
                          <a:pt x="26113" y="12461"/>
                          <a:pt x="25642" y="10966"/>
                        </a:cubicBezTo>
                        <a:cubicBezTo>
                          <a:pt x="25172" y="9471"/>
                          <a:pt x="24507" y="8197"/>
                          <a:pt x="23621" y="7117"/>
                        </a:cubicBezTo>
                        <a:cubicBezTo>
                          <a:pt x="22735" y="6037"/>
                          <a:pt x="21599" y="5178"/>
                          <a:pt x="20242" y="4514"/>
                        </a:cubicBezTo>
                        <a:cubicBezTo>
                          <a:pt x="18886" y="3877"/>
                          <a:pt x="17335" y="3545"/>
                          <a:pt x="15590" y="3545"/>
                        </a:cubicBezTo>
                        <a:cubicBezTo>
                          <a:pt x="13846" y="3545"/>
                          <a:pt x="12295" y="3877"/>
                          <a:pt x="10966" y="4541"/>
                        </a:cubicBezTo>
                        <a:cubicBezTo>
                          <a:pt x="9637" y="5206"/>
                          <a:pt x="8501" y="6092"/>
                          <a:pt x="7560" y="7200"/>
                        </a:cubicBezTo>
                        <a:cubicBezTo>
                          <a:pt x="6618" y="8307"/>
                          <a:pt x="5871" y="9581"/>
                          <a:pt x="5289" y="11049"/>
                        </a:cubicBezTo>
                        <a:cubicBezTo>
                          <a:pt x="4708" y="12517"/>
                          <a:pt x="4348" y="14067"/>
                          <a:pt x="4181" y="15701"/>
                        </a:cubicBezTo>
                        <a:lnTo>
                          <a:pt x="26307" y="15701"/>
                        </a:lnTo>
                        <a:close/>
                      </a:path>
                    </a:pathLst>
                  </a:custGeom>
                  <a:solidFill>
                    <a:srgbClr val="00B48D"/>
                  </a:solidFill>
                  <a:ln w="2767" cap="flat">
                    <a:noFill/>
                    <a:prstDash val="solid"/>
                    <a:miter/>
                  </a:ln>
                </p:spPr>
                <p:txBody>
                  <a:bodyPr rtlCol="0" anchor="ctr"/>
                  <a:lstStyle/>
                  <a:p>
                    <a:endParaRPr lang="en-US"/>
                  </a:p>
                </p:txBody>
              </p:sp>
              <p:sp>
                <p:nvSpPr>
                  <p:cNvPr id="3816" name="Freeform 3815">
                    <a:extLst>
                      <a:ext uri="{FF2B5EF4-FFF2-40B4-BE49-F238E27FC236}">
                        <a16:creationId xmlns:a16="http://schemas.microsoft.com/office/drawing/2014/main" id="{2CD1CDD3-2C7D-3F90-0331-D37F9FE06723}"/>
                      </a:ext>
                    </a:extLst>
                  </p:cNvPr>
                  <p:cNvSpPr/>
                  <p:nvPr/>
                </p:nvSpPr>
                <p:spPr>
                  <a:xfrm>
                    <a:off x="3595741" y="4174023"/>
                    <a:ext cx="3932" cy="47850"/>
                  </a:xfrm>
                  <a:custGeom>
                    <a:avLst/>
                    <a:gdLst>
                      <a:gd name="connsiteX0" fmla="*/ 0 w 3932"/>
                      <a:gd name="connsiteY0" fmla="*/ 47851 h 47850"/>
                      <a:gd name="connsiteX1" fmla="*/ 0 w 3932"/>
                      <a:gd name="connsiteY1" fmla="*/ 0 h 47850"/>
                      <a:gd name="connsiteX2" fmla="*/ 3932 w 3932"/>
                      <a:gd name="connsiteY2" fmla="*/ 0 h 47850"/>
                      <a:gd name="connsiteX3" fmla="*/ 3932 w 3932"/>
                      <a:gd name="connsiteY3" fmla="*/ 47851 h 47850"/>
                      <a:gd name="connsiteX4" fmla="*/ 0 w 3932"/>
                      <a:gd name="connsiteY4" fmla="*/ 47851 h 47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2" h="47850">
                        <a:moveTo>
                          <a:pt x="0" y="47851"/>
                        </a:moveTo>
                        <a:lnTo>
                          <a:pt x="0" y="0"/>
                        </a:lnTo>
                        <a:lnTo>
                          <a:pt x="3932" y="0"/>
                        </a:lnTo>
                        <a:lnTo>
                          <a:pt x="3932" y="47851"/>
                        </a:lnTo>
                        <a:lnTo>
                          <a:pt x="0" y="47851"/>
                        </a:lnTo>
                        <a:close/>
                      </a:path>
                    </a:pathLst>
                  </a:custGeom>
                  <a:solidFill>
                    <a:srgbClr val="00B48D"/>
                  </a:solidFill>
                  <a:ln w="2767" cap="flat">
                    <a:noFill/>
                    <a:prstDash val="solid"/>
                    <a:miter/>
                  </a:ln>
                </p:spPr>
                <p:txBody>
                  <a:bodyPr rtlCol="0" anchor="ctr"/>
                  <a:lstStyle/>
                  <a:p>
                    <a:endParaRPr lang="en-US"/>
                  </a:p>
                </p:txBody>
              </p:sp>
              <p:sp>
                <p:nvSpPr>
                  <p:cNvPr id="3817" name="Freeform 3816">
                    <a:extLst>
                      <a:ext uri="{FF2B5EF4-FFF2-40B4-BE49-F238E27FC236}">
                        <a16:creationId xmlns:a16="http://schemas.microsoft.com/office/drawing/2014/main" id="{2710330B-7E5B-542F-0847-1B34C26B4939}"/>
                      </a:ext>
                    </a:extLst>
                  </p:cNvPr>
                  <p:cNvSpPr/>
                  <p:nvPr/>
                </p:nvSpPr>
                <p:spPr>
                  <a:xfrm>
                    <a:off x="3628306" y="4173995"/>
                    <a:ext cx="4319" cy="47878"/>
                  </a:xfrm>
                  <a:custGeom>
                    <a:avLst/>
                    <a:gdLst>
                      <a:gd name="connsiteX0" fmla="*/ 0 w 4319"/>
                      <a:gd name="connsiteY0" fmla="*/ 5926 h 47878"/>
                      <a:gd name="connsiteX1" fmla="*/ 0 w 4319"/>
                      <a:gd name="connsiteY1" fmla="*/ 0 h 47878"/>
                      <a:gd name="connsiteX2" fmla="*/ 4320 w 4319"/>
                      <a:gd name="connsiteY2" fmla="*/ 0 h 47878"/>
                      <a:gd name="connsiteX3" fmla="*/ 4320 w 4319"/>
                      <a:gd name="connsiteY3" fmla="*/ 5926 h 47878"/>
                      <a:gd name="connsiteX4" fmla="*/ 0 w 4319"/>
                      <a:gd name="connsiteY4" fmla="*/ 5926 h 47878"/>
                      <a:gd name="connsiteX5" fmla="*/ 194 w 4319"/>
                      <a:gd name="connsiteY5" fmla="*/ 47878 h 47878"/>
                      <a:gd name="connsiteX6" fmla="*/ 194 w 4319"/>
                      <a:gd name="connsiteY6" fmla="*/ 13458 h 47878"/>
                      <a:gd name="connsiteX7" fmla="*/ 4126 w 4319"/>
                      <a:gd name="connsiteY7" fmla="*/ 13458 h 47878"/>
                      <a:gd name="connsiteX8" fmla="*/ 4126 w 4319"/>
                      <a:gd name="connsiteY8" fmla="*/ 47878 h 47878"/>
                      <a:gd name="connsiteX9" fmla="*/ 194 w 4319"/>
                      <a:gd name="connsiteY9" fmla="*/ 47878 h 47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19" h="47878">
                        <a:moveTo>
                          <a:pt x="0" y="5926"/>
                        </a:moveTo>
                        <a:lnTo>
                          <a:pt x="0" y="0"/>
                        </a:lnTo>
                        <a:lnTo>
                          <a:pt x="4320" y="0"/>
                        </a:lnTo>
                        <a:lnTo>
                          <a:pt x="4320" y="5926"/>
                        </a:lnTo>
                        <a:lnTo>
                          <a:pt x="0" y="5926"/>
                        </a:lnTo>
                        <a:close/>
                        <a:moveTo>
                          <a:pt x="194" y="47878"/>
                        </a:moveTo>
                        <a:lnTo>
                          <a:pt x="194" y="13458"/>
                        </a:lnTo>
                        <a:lnTo>
                          <a:pt x="4126" y="13458"/>
                        </a:lnTo>
                        <a:lnTo>
                          <a:pt x="4126" y="47878"/>
                        </a:lnTo>
                        <a:lnTo>
                          <a:pt x="194" y="47878"/>
                        </a:lnTo>
                        <a:close/>
                      </a:path>
                    </a:pathLst>
                  </a:custGeom>
                  <a:solidFill>
                    <a:srgbClr val="00B48D"/>
                  </a:solidFill>
                  <a:ln w="2767" cap="flat">
                    <a:noFill/>
                    <a:prstDash val="solid"/>
                    <a:miter/>
                  </a:ln>
                </p:spPr>
                <p:txBody>
                  <a:bodyPr rtlCol="0" anchor="ctr"/>
                  <a:lstStyle/>
                  <a:p>
                    <a:endParaRPr lang="en-US"/>
                  </a:p>
                </p:txBody>
              </p:sp>
              <p:sp>
                <p:nvSpPr>
                  <p:cNvPr id="3818" name="Freeform 3817">
                    <a:extLst>
                      <a:ext uri="{FF2B5EF4-FFF2-40B4-BE49-F238E27FC236}">
                        <a16:creationId xmlns:a16="http://schemas.microsoft.com/office/drawing/2014/main" id="{5E4D486E-77B7-945A-6CA3-2840E05F4066}"/>
                      </a:ext>
                    </a:extLst>
                  </p:cNvPr>
                  <p:cNvSpPr/>
                  <p:nvPr/>
                </p:nvSpPr>
                <p:spPr>
                  <a:xfrm>
                    <a:off x="3638995" y="4177872"/>
                    <a:ext cx="15368" cy="44942"/>
                  </a:xfrm>
                  <a:custGeom>
                    <a:avLst/>
                    <a:gdLst>
                      <a:gd name="connsiteX0" fmla="*/ 15369 w 15368"/>
                      <a:gd name="connsiteY0" fmla="*/ 44140 h 44942"/>
                      <a:gd name="connsiteX1" fmla="*/ 13458 w 15368"/>
                      <a:gd name="connsiteY1" fmla="*/ 44611 h 44942"/>
                      <a:gd name="connsiteX2" fmla="*/ 10827 w 15368"/>
                      <a:gd name="connsiteY2" fmla="*/ 44943 h 44942"/>
                      <a:gd name="connsiteX3" fmla="*/ 6341 w 15368"/>
                      <a:gd name="connsiteY3" fmla="*/ 43448 h 44942"/>
                      <a:gd name="connsiteX4" fmla="*/ 4791 w 15368"/>
                      <a:gd name="connsiteY4" fmla="*/ 38103 h 44942"/>
                      <a:gd name="connsiteX5" fmla="*/ 4791 w 15368"/>
                      <a:gd name="connsiteY5" fmla="*/ 12904 h 44942"/>
                      <a:gd name="connsiteX6" fmla="*/ 0 w 15368"/>
                      <a:gd name="connsiteY6" fmla="*/ 12904 h 44942"/>
                      <a:gd name="connsiteX7" fmla="*/ 0 w 15368"/>
                      <a:gd name="connsiteY7" fmla="*/ 9581 h 44942"/>
                      <a:gd name="connsiteX8" fmla="*/ 4791 w 15368"/>
                      <a:gd name="connsiteY8" fmla="*/ 9581 h 44942"/>
                      <a:gd name="connsiteX9" fmla="*/ 4791 w 15368"/>
                      <a:gd name="connsiteY9" fmla="*/ 0 h 44942"/>
                      <a:gd name="connsiteX10" fmla="*/ 8723 w 15368"/>
                      <a:gd name="connsiteY10" fmla="*/ 0 h 44942"/>
                      <a:gd name="connsiteX11" fmla="*/ 8723 w 15368"/>
                      <a:gd name="connsiteY11" fmla="*/ 9581 h 44942"/>
                      <a:gd name="connsiteX12" fmla="*/ 15064 w 15368"/>
                      <a:gd name="connsiteY12" fmla="*/ 9581 h 44942"/>
                      <a:gd name="connsiteX13" fmla="*/ 15064 w 15368"/>
                      <a:gd name="connsiteY13" fmla="*/ 12904 h 44942"/>
                      <a:gd name="connsiteX14" fmla="*/ 8723 w 15368"/>
                      <a:gd name="connsiteY14" fmla="*/ 12904 h 44942"/>
                      <a:gd name="connsiteX15" fmla="*/ 8723 w 15368"/>
                      <a:gd name="connsiteY15" fmla="*/ 36497 h 44942"/>
                      <a:gd name="connsiteX16" fmla="*/ 8778 w 15368"/>
                      <a:gd name="connsiteY16" fmla="*/ 38685 h 44942"/>
                      <a:gd name="connsiteX17" fmla="*/ 9166 w 15368"/>
                      <a:gd name="connsiteY17" fmla="*/ 40208 h 44942"/>
                      <a:gd name="connsiteX18" fmla="*/ 10190 w 15368"/>
                      <a:gd name="connsiteY18" fmla="*/ 41066 h 44942"/>
                      <a:gd name="connsiteX19" fmla="*/ 12129 w 15368"/>
                      <a:gd name="connsiteY19" fmla="*/ 41343 h 44942"/>
                      <a:gd name="connsiteX20" fmla="*/ 13735 w 15368"/>
                      <a:gd name="connsiteY20" fmla="*/ 41205 h 44942"/>
                      <a:gd name="connsiteX21" fmla="*/ 15341 w 15368"/>
                      <a:gd name="connsiteY21" fmla="*/ 40872 h 44942"/>
                      <a:gd name="connsiteX22" fmla="*/ 15341 w 15368"/>
                      <a:gd name="connsiteY22" fmla="*/ 44140 h 44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368" h="44942">
                        <a:moveTo>
                          <a:pt x="15369" y="44140"/>
                        </a:moveTo>
                        <a:cubicBezTo>
                          <a:pt x="14898" y="44223"/>
                          <a:pt x="14261" y="44389"/>
                          <a:pt x="13458" y="44611"/>
                        </a:cubicBezTo>
                        <a:cubicBezTo>
                          <a:pt x="12655" y="44832"/>
                          <a:pt x="11796" y="44943"/>
                          <a:pt x="10827" y="44943"/>
                        </a:cubicBezTo>
                        <a:cubicBezTo>
                          <a:pt x="8861" y="44943"/>
                          <a:pt x="7366" y="44445"/>
                          <a:pt x="6341" y="43448"/>
                        </a:cubicBezTo>
                        <a:cubicBezTo>
                          <a:pt x="5317" y="42451"/>
                          <a:pt x="4791" y="40679"/>
                          <a:pt x="4791" y="38103"/>
                        </a:cubicBezTo>
                        <a:lnTo>
                          <a:pt x="4791" y="12904"/>
                        </a:lnTo>
                        <a:lnTo>
                          <a:pt x="0" y="12904"/>
                        </a:lnTo>
                        <a:lnTo>
                          <a:pt x="0" y="9581"/>
                        </a:lnTo>
                        <a:lnTo>
                          <a:pt x="4791" y="9581"/>
                        </a:lnTo>
                        <a:lnTo>
                          <a:pt x="4791" y="0"/>
                        </a:lnTo>
                        <a:lnTo>
                          <a:pt x="8723" y="0"/>
                        </a:lnTo>
                        <a:lnTo>
                          <a:pt x="8723" y="9581"/>
                        </a:lnTo>
                        <a:lnTo>
                          <a:pt x="15064" y="9581"/>
                        </a:lnTo>
                        <a:lnTo>
                          <a:pt x="15064" y="12904"/>
                        </a:lnTo>
                        <a:lnTo>
                          <a:pt x="8723" y="12904"/>
                        </a:lnTo>
                        <a:lnTo>
                          <a:pt x="8723" y="36497"/>
                        </a:lnTo>
                        <a:cubicBezTo>
                          <a:pt x="8723" y="37328"/>
                          <a:pt x="8723" y="38076"/>
                          <a:pt x="8778" y="38685"/>
                        </a:cubicBezTo>
                        <a:cubicBezTo>
                          <a:pt x="8833" y="39294"/>
                          <a:pt x="8944" y="39820"/>
                          <a:pt x="9166" y="40208"/>
                        </a:cubicBezTo>
                        <a:cubicBezTo>
                          <a:pt x="9387" y="40596"/>
                          <a:pt x="9720" y="40900"/>
                          <a:pt x="10190" y="41066"/>
                        </a:cubicBezTo>
                        <a:cubicBezTo>
                          <a:pt x="10661" y="41232"/>
                          <a:pt x="11298" y="41343"/>
                          <a:pt x="12129" y="41343"/>
                        </a:cubicBezTo>
                        <a:cubicBezTo>
                          <a:pt x="12655" y="41343"/>
                          <a:pt x="13181" y="41288"/>
                          <a:pt x="13735" y="41205"/>
                        </a:cubicBezTo>
                        <a:cubicBezTo>
                          <a:pt x="14289" y="41122"/>
                          <a:pt x="14815" y="41011"/>
                          <a:pt x="15341" y="40872"/>
                        </a:cubicBezTo>
                        <a:lnTo>
                          <a:pt x="15341" y="44140"/>
                        </a:lnTo>
                        <a:close/>
                      </a:path>
                    </a:pathLst>
                  </a:custGeom>
                  <a:solidFill>
                    <a:srgbClr val="00B48D"/>
                  </a:solidFill>
                  <a:ln w="2767" cap="flat">
                    <a:noFill/>
                    <a:prstDash val="solid"/>
                    <a:miter/>
                  </a:ln>
                </p:spPr>
                <p:txBody>
                  <a:bodyPr rtlCol="0" anchor="ctr"/>
                  <a:lstStyle/>
                  <a:p>
                    <a:endParaRPr lang="en-US"/>
                  </a:p>
                </p:txBody>
              </p:sp>
              <p:sp>
                <p:nvSpPr>
                  <p:cNvPr id="3819" name="Freeform 3818">
                    <a:extLst>
                      <a:ext uri="{FF2B5EF4-FFF2-40B4-BE49-F238E27FC236}">
                        <a16:creationId xmlns:a16="http://schemas.microsoft.com/office/drawing/2014/main" id="{5B35C6B5-1A16-E8B0-D912-4E94A65889BC}"/>
                      </a:ext>
                    </a:extLst>
                  </p:cNvPr>
                  <p:cNvSpPr/>
                  <p:nvPr/>
                </p:nvSpPr>
                <p:spPr>
                  <a:xfrm>
                    <a:off x="3658905" y="4186539"/>
                    <a:ext cx="30517" cy="36303"/>
                  </a:xfrm>
                  <a:custGeom>
                    <a:avLst/>
                    <a:gdLst>
                      <a:gd name="connsiteX0" fmla="*/ 4181 w 30517"/>
                      <a:gd name="connsiteY0" fmla="*/ 19052 h 36303"/>
                      <a:gd name="connsiteX1" fmla="*/ 4901 w 30517"/>
                      <a:gd name="connsiteY1" fmla="*/ 24341 h 36303"/>
                      <a:gd name="connsiteX2" fmla="*/ 7034 w 30517"/>
                      <a:gd name="connsiteY2" fmla="*/ 28660 h 36303"/>
                      <a:gd name="connsiteX3" fmla="*/ 10606 w 30517"/>
                      <a:gd name="connsiteY3" fmla="*/ 31596 h 36303"/>
                      <a:gd name="connsiteX4" fmla="*/ 15590 w 30517"/>
                      <a:gd name="connsiteY4" fmla="*/ 32704 h 36303"/>
                      <a:gd name="connsiteX5" fmla="*/ 22209 w 30517"/>
                      <a:gd name="connsiteY5" fmla="*/ 30654 h 36303"/>
                      <a:gd name="connsiteX6" fmla="*/ 25864 w 30517"/>
                      <a:gd name="connsiteY6" fmla="*/ 24811 h 36303"/>
                      <a:gd name="connsiteX7" fmla="*/ 30239 w 30517"/>
                      <a:gd name="connsiteY7" fmla="*/ 24811 h 36303"/>
                      <a:gd name="connsiteX8" fmla="*/ 28328 w 30517"/>
                      <a:gd name="connsiteY8" fmla="*/ 29353 h 36303"/>
                      <a:gd name="connsiteX9" fmla="*/ 25393 w 30517"/>
                      <a:gd name="connsiteY9" fmla="*/ 33008 h 36303"/>
                      <a:gd name="connsiteX10" fmla="*/ 21212 w 30517"/>
                      <a:gd name="connsiteY10" fmla="*/ 35445 h 36303"/>
                      <a:gd name="connsiteX11" fmla="*/ 15590 w 30517"/>
                      <a:gd name="connsiteY11" fmla="*/ 36303 h 36303"/>
                      <a:gd name="connsiteX12" fmla="*/ 8584 w 30517"/>
                      <a:gd name="connsiteY12" fmla="*/ 34919 h 36303"/>
                      <a:gd name="connsiteX13" fmla="*/ 3738 w 30517"/>
                      <a:gd name="connsiteY13" fmla="*/ 31097 h 36303"/>
                      <a:gd name="connsiteX14" fmla="*/ 914 w 30517"/>
                      <a:gd name="connsiteY14" fmla="*/ 25393 h 36303"/>
                      <a:gd name="connsiteX15" fmla="*/ 0 w 30517"/>
                      <a:gd name="connsiteY15" fmla="*/ 18304 h 36303"/>
                      <a:gd name="connsiteX16" fmla="*/ 1080 w 30517"/>
                      <a:gd name="connsiteY16" fmla="*/ 11187 h 36303"/>
                      <a:gd name="connsiteX17" fmla="*/ 4154 w 30517"/>
                      <a:gd name="connsiteY17" fmla="*/ 5372 h 36303"/>
                      <a:gd name="connsiteX18" fmla="*/ 9027 w 30517"/>
                      <a:gd name="connsiteY18" fmla="*/ 1440 h 36303"/>
                      <a:gd name="connsiteX19" fmla="*/ 15590 w 30517"/>
                      <a:gd name="connsiteY19" fmla="*/ 0 h 36303"/>
                      <a:gd name="connsiteX20" fmla="*/ 26584 w 30517"/>
                      <a:gd name="connsiteY20" fmla="*/ 4874 h 36303"/>
                      <a:gd name="connsiteX21" fmla="*/ 30516 w 30517"/>
                      <a:gd name="connsiteY21" fmla="*/ 19052 h 36303"/>
                      <a:gd name="connsiteX22" fmla="*/ 4181 w 30517"/>
                      <a:gd name="connsiteY22" fmla="*/ 19052 h 36303"/>
                      <a:gd name="connsiteX23" fmla="*/ 26307 w 30517"/>
                      <a:gd name="connsiteY23" fmla="*/ 15729 h 36303"/>
                      <a:gd name="connsiteX24" fmla="*/ 25614 w 30517"/>
                      <a:gd name="connsiteY24" fmla="*/ 10966 h 36303"/>
                      <a:gd name="connsiteX25" fmla="*/ 23593 w 30517"/>
                      <a:gd name="connsiteY25" fmla="*/ 7117 h 36303"/>
                      <a:gd name="connsiteX26" fmla="*/ 20215 w 30517"/>
                      <a:gd name="connsiteY26" fmla="*/ 4514 h 36303"/>
                      <a:gd name="connsiteX27" fmla="*/ 15563 w 30517"/>
                      <a:gd name="connsiteY27" fmla="*/ 3545 h 36303"/>
                      <a:gd name="connsiteX28" fmla="*/ 10938 w 30517"/>
                      <a:gd name="connsiteY28" fmla="*/ 4541 h 36303"/>
                      <a:gd name="connsiteX29" fmla="*/ 7532 w 30517"/>
                      <a:gd name="connsiteY29" fmla="*/ 7200 h 36303"/>
                      <a:gd name="connsiteX30" fmla="*/ 5261 w 30517"/>
                      <a:gd name="connsiteY30" fmla="*/ 11049 h 36303"/>
                      <a:gd name="connsiteX31" fmla="*/ 4154 w 30517"/>
                      <a:gd name="connsiteY31" fmla="*/ 15701 h 36303"/>
                      <a:gd name="connsiteX32" fmla="*/ 26279 w 30517"/>
                      <a:gd name="connsiteY32" fmla="*/ 15701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0517" h="36303">
                        <a:moveTo>
                          <a:pt x="4181" y="19052"/>
                        </a:moveTo>
                        <a:cubicBezTo>
                          <a:pt x="4181" y="20907"/>
                          <a:pt x="4431" y="22679"/>
                          <a:pt x="4901" y="24341"/>
                        </a:cubicBezTo>
                        <a:cubicBezTo>
                          <a:pt x="5372" y="26002"/>
                          <a:pt x="6092" y="27442"/>
                          <a:pt x="7034" y="28660"/>
                        </a:cubicBezTo>
                        <a:cubicBezTo>
                          <a:pt x="7975" y="29879"/>
                          <a:pt x="9166" y="30848"/>
                          <a:pt x="10606" y="31596"/>
                        </a:cubicBezTo>
                        <a:cubicBezTo>
                          <a:pt x="12046" y="32316"/>
                          <a:pt x="13707" y="32704"/>
                          <a:pt x="15590" y="32704"/>
                        </a:cubicBezTo>
                        <a:cubicBezTo>
                          <a:pt x="18166" y="32704"/>
                          <a:pt x="20381" y="32011"/>
                          <a:pt x="22209" y="30654"/>
                        </a:cubicBezTo>
                        <a:cubicBezTo>
                          <a:pt x="24036" y="29297"/>
                          <a:pt x="25255" y="27331"/>
                          <a:pt x="25864" y="24811"/>
                        </a:cubicBezTo>
                        <a:lnTo>
                          <a:pt x="30239" y="24811"/>
                        </a:lnTo>
                        <a:cubicBezTo>
                          <a:pt x="29768" y="26445"/>
                          <a:pt x="29131" y="27968"/>
                          <a:pt x="28328" y="29353"/>
                        </a:cubicBezTo>
                        <a:cubicBezTo>
                          <a:pt x="27525" y="30737"/>
                          <a:pt x="26556" y="31956"/>
                          <a:pt x="25393" y="33008"/>
                        </a:cubicBezTo>
                        <a:cubicBezTo>
                          <a:pt x="24202" y="34060"/>
                          <a:pt x="22818" y="34863"/>
                          <a:pt x="21212" y="35445"/>
                        </a:cubicBezTo>
                        <a:cubicBezTo>
                          <a:pt x="19606" y="36026"/>
                          <a:pt x="17723" y="36303"/>
                          <a:pt x="15590" y="36303"/>
                        </a:cubicBezTo>
                        <a:cubicBezTo>
                          <a:pt x="12877" y="36303"/>
                          <a:pt x="10551" y="35833"/>
                          <a:pt x="8584" y="34919"/>
                        </a:cubicBezTo>
                        <a:cubicBezTo>
                          <a:pt x="6618" y="33977"/>
                          <a:pt x="5012" y="32704"/>
                          <a:pt x="3738" y="31097"/>
                        </a:cubicBezTo>
                        <a:cubicBezTo>
                          <a:pt x="2465" y="29491"/>
                          <a:pt x="1523" y="27580"/>
                          <a:pt x="914" y="25393"/>
                        </a:cubicBezTo>
                        <a:cubicBezTo>
                          <a:pt x="305" y="23205"/>
                          <a:pt x="0" y="20852"/>
                          <a:pt x="0" y="18304"/>
                        </a:cubicBezTo>
                        <a:cubicBezTo>
                          <a:pt x="0" y="15757"/>
                          <a:pt x="360" y="13403"/>
                          <a:pt x="1080" y="11187"/>
                        </a:cubicBezTo>
                        <a:cubicBezTo>
                          <a:pt x="1800" y="8972"/>
                          <a:pt x="2825" y="7034"/>
                          <a:pt x="4154" y="5372"/>
                        </a:cubicBezTo>
                        <a:cubicBezTo>
                          <a:pt x="5483" y="3711"/>
                          <a:pt x="7117" y="2409"/>
                          <a:pt x="9027" y="1440"/>
                        </a:cubicBezTo>
                        <a:cubicBezTo>
                          <a:pt x="10938" y="471"/>
                          <a:pt x="13126" y="0"/>
                          <a:pt x="15590" y="0"/>
                        </a:cubicBezTo>
                        <a:cubicBezTo>
                          <a:pt x="20270" y="0"/>
                          <a:pt x="23925" y="1634"/>
                          <a:pt x="26584" y="4874"/>
                        </a:cubicBezTo>
                        <a:cubicBezTo>
                          <a:pt x="29242" y="8114"/>
                          <a:pt x="30571" y="12849"/>
                          <a:pt x="30516" y="19052"/>
                        </a:cubicBezTo>
                        <a:lnTo>
                          <a:pt x="4181" y="19052"/>
                        </a:lnTo>
                        <a:close/>
                        <a:moveTo>
                          <a:pt x="26307" y="15729"/>
                        </a:moveTo>
                        <a:cubicBezTo>
                          <a:pt x="26307" y="14039"/>
                          <a:pt x="26085" y="12461"/>
                          <a:pt x="25614" y="10966"/>
                        </a:cubicBezTo>
                        <a:cubicBezTo>
                          <a:pt x="25144" y="9471"/>
                          <a:pt x="24479" y="8197"/>
                          <a:pt x="23593" y="7117"/>
                        </a:cubicBezTo>
                        <a:cubicBezTo>
                          <a:pt x="22707" y="6037"/>
                          <a:pt x="21572" y="5178"/>
                          <a:pt x="20215" y="4514"/>
                        </a:cubicBezTo>
                        <a:cubicBezTo>
                          <a:pt x="18858" y="3877"/>
                          <a:pt x="17307" y="3545"/>
                          <a:pt x="15563" y="3545"/>
                        </a:cubicBezTo>
                        <a:cubicBezTo>
                          <a:pt x="13818" y="3545"/>
                          <a:pt x="12267" y="3877"/>
                          <a:pt x="10938" y="4541"/>
                        </a:cubicBezTo>
                        <a:cubicBezTo>
                          <a:pt x="9609" y="5206"/>
                          <a:pt x="8474" y="6092"/>
                          <a:pt x="7532" y="7200"/>
                        </a:cubicBezTo>
                        <a:cubicBezTo>
                          <a:pt x="6591" y="8307"/>
                          <a:pt x="5843" y="9581"/>
                          <a:pt x="5261" y="11049"/>
                        </a:cubicBezTo>
                        <a:cubicBezTo>
                          <a:pt x="4680" y="12517"/>
                          <a:pt x="4320" y="14067"/>
                          <a:pt x="4154" y="15701"/>
                        </a:cubicBezTo>
                        <a:lnTo>
                          <a:pt x="26279" y="15701"/>
                        </a:lnTo>
                        <a:close/>
                      </a:path>
                    </a:pathLst>
                  </a:custGeom>
                  <a:solidFill>
                    <a:srgbClr val="00B48D"/>
                  </a:solidFill>
                  <a:ln w="2767" cap="flat">
                    <a:noFill/>
                    <a:prstDash val="solid"/>
                    <a:miter/>
                  </a:ln>
                </p:spPr>
                <p:txBody>
                  <a:bodyPr rtlCol="0" anchor="ctr"/>
                  <a:lstStyle/>
                  <a:p>
                    <a:endParaRPr lang="en-US"/>
                  </a:p>
                </p:txBody>
              </p:sp>
              <p:sp>
                <p:nvSpPr>
                  <p:cNvPr id="3820" name="Freeform 3819">
                    <a:extLst>
                      <a:ext uri="{FF2B5EF4-FFF2-40B4-BE49-F238E27FC236}">
                        <a16:creationId xmlns:a16="http://schemas.microsoft.com/office/drawing/2014/main" id="{C34CFA06-67C0-4E93-2176-46D5232AD3CA}"/>
                      </a:ext>
                    </a:extLst>
                  </p:cNvPr>
                  <p:cNvSpPr/>
                  <p:nvPr/>
                </p:nvSpPr>
                <p:spPr>
                  <a:xfrm>
                    <a:off x="3696538" y="4186539"/>
                    <a:ext cx="46078" cy="35417"/>
                  </a:xfrm>
                  <a:custGeom>
                    <a:avLst/>
                    <a:gdLst>
                      <a:gd name="connsiteX0" fmla="*/ 3932 w 46078"/>
                      <a:gd name="connsiteY0" fmla="*/ 35334 h 35417"/>
                      <a:gd name="connsiteX1" fmla="*/ 0 w 46078"/>
                      <a:gd name="connsiteY1" fmla="*/ 35334 h 35417"/>
                      <a:gd name="connsiteX2" fmla="*/ 0 w 46078"/>
                      <a:gd name="connsiteY2" fmla="*/ 914 h 35417"/>
                      <a:gd name="connsiteX3" fmla="*/ 3932 w 46078"/>
                      <a:gd name="connsiteY3" fmla="*/ 914 h 35417"/>
                      <a:gd name="connsiteX4" fmla="*/ 3932 w 46078"/>
                      <a:gd name="connsiteY4" fmla="*/ 6092 h 35417"/>
                      <a:gd name="connsiteX5" fmla="*/ 4071 w 46078"/>
                      <a:gd name="connsiteY5" fmla="*/ 6092 h 35417"/>
                      <a:gd name="connsiteX6" fmla="*/ 8391 w 46078"/>
                      <a:gd name="connsiteY6" fmla="*/ 1551 h 35417"/>
                      <a:gd name="connsiteX7" fmla="*/ 14538 w 46078"/>
                      <a:gd name="connsiteY7" fmla="*/ 0 h 35417"/>
                      <a:gd name="connsiteX8" fmla="*/ 18526 w 46078"/>
                      <a:gd name="connsiteY8" fmla="*/ 526 h 35417"/>
                      <a:gd name="connsiteX9" fmla="*/ 21295 w 46078"/>
                      <a:gd name="connsiteY9" fmla="*/ 1966 h 35417"/>
                      <a:gd name="connsiteX10" fmla="*/ 23205 w 46078"/>
                      <a:gd name="connsiteY10" fmla="*/ 4071 h 35417"/>
                      <a:gd name="connsiteX11" fmla="*/ 24479 w 46078"/>
                      <a:gd name="connsiteY11" fmla="*/ 6674 h 35417"/>
                      <a:gd name="connsiteX12" fmla="*/ 29020 w 46078"/>
                      <a:gd name="connsiteY12" fmla="*/ 1661 h 35417"/>
                      <a:gd name="connsiteX13" fmla="*/ 35528 w 46078"/>
                      <a:gd name="connsiteY13" fmla="*/ 28 h 35417"/>
                      <a:gd name="connsiteX14" fmla="*/ 41066 w 46078"/>
                      <a:gd name="connsiteY14" fmla="*/ 1191 h 35417"/>
                      <a:gd name="connsiteX15" fmla="*/ 44251 w 46078"/>
                      <a:gd name="connsiteY15" fmla="*/ 4237 h 35417"/>
                      <a:gd name="connsiteX16" fmla="*/ 45718 w 46078"/>
                      <a:gd name="connsiteY16" fmla="*/ 8584 h 35417"/>
                      <a:gd name="connsiteX17" fmla="*/ 46078 w 46078"/>
                      <a:gd name="connsiteY17" fmla="*/ 13624 h 35417"/>
                      <a:gd name="connsiteX18" fmla="*/ 46078 w 46078"/>
                      <a:gd name="connsiteY18" fmla="*/ 35362 h 35417"/>
                      <a:gd name="connsiteX19" fmla="*/ 42146 w 46078"/>
                      <a:gd name="connsiteY19" fmla="*/ 35362 h 35417"/>
                      <a:gd name="connsiteX20" fmla="*/ 42146 w 46078"/>
                      <a:gd name="connsiteY20" fmla="*/ 11575 h 35417"/>
                      <a:gd name="connsiteX21" fmla="*/ 40595 w 46078"/>
                      <a:gd name="connsiteY21" fmla="*/ 5732 h 35417"/>
                      <a:gd name="connsiteX22" fmla="*/ 34863 w 46078"/>
                      <a:gd name="connsiteY22" fmla="*/ 3600 h 35417"/>
                      <a:gd name="connsiteX23" fmla="*/ 30710 w 46078"/>
                      <a:gd name="connsiteY23" fmla="*/ 4569 h 35417"/>
                      <a:gd name="connsiteX24" fmla="*/ 27193 w 46078"/>
                      <a:gd name="connsiteY24" fmla="*/ 7532 h 35417"/>
                      <a:gd name="connsiteX25" fmla="*/ 26113 w 46078"/>
                      <a:gd name="connsiteY25" fmla="*/ 9553 h 35417"/>
                      <a:gd name="connsiteX26" fmla="*/ 25421 w 46078"/>
                      <a:gd name="connsiteY26" fmla="*/ 11990 h 35417"/>
                      <a:gd name="connsiteX27" fmla="*/ 25061 w 46078"/>
                      <a:gd name="connsiteY27" fmla="*/ 14510 h 35417"/>
                      <a:gd name="connsiteX28" fmla="*/ 24950 w 46078"/>
                      <a:gd name="connsiteY28" fmla="*/ 16836 h 35417"/>
                      <a:gd name="connsiteX29" fmla="*/ 24950 w 46078"/>
                      <a:gd name="connsiteY29" fmla="*/ 35390 h 35417"/>
                      <a:gd name="connsiteX30" fmla="*/ 21018 w 46078"/>
                      <a:gd name="connsiteY30" fmla="*/ 35390 h 35417"/>
                      <a:gd name="connsiteX31" fmla="*/ 21018 w 46078"/>
                      <a:gd name="connsiteY31" fmla="*/ 11603 h 35417"/>
                      <a:gd name="connsiteX32" fmla="*/ 19467 w 46078"/>
                      <a:gd name="connsiteY32" fmla="*/ 5760 h 35417"/>
                      <a:gd name="connsiteX33" fmla="*/ 13735 w 46078"/>
                      <a:gd name="connsiteY33" fmla="*/ 3628 h 35417"/>
                      <a:gd name="connsiteX34" fmla="*/ 9581 w 46078"/>
                      <a:gd name="connsiteY34" fmla="*/ 4597 h 35417"/>
                      <a:gd name="connsiteX35" fmla="*/ 6064 w 46078"/>
                      <a:gd name="connsiteY35" fmla="*/ 7560 h 35417"/>
                      <a:gd name="connsiteX36" fmla="*/ 4984 w 46078"/>
                      <a:gd name="connsiteY36" fmla="*/ 9581 h 35417"/>
                      <a:gd name="connsiteX37" fmla="*/ 4292 w 46078"/>
                      <a:gd name="connsiteY37" fmla="*/ 12018 h 35417"/>
                      <a:gd name="connsiteX38" fmla="*/ 3932 w 46078"/>
                      <a:gd name="connsiteY38" fmla="*/ 14538 h 35417"/>
                      <a:gd name="connsiteX39" fmla="*/ 3821 w 46078"/>
                      <a:gd name="connsiteY39" fmla="*/ 16864 h 35417"/>
                      <a:gd name="connsiteX40" fmla="*/ 3821 w 46078"/>
                      <a:gd name="connsiteY40" fmla="*/ 35417 h 35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46078" h="35417">
                        <a:moveTo>
                          <a:pt x="3932" y="35334"/>
                        </a:moveTo>
                        <a:lnTo>
                          <a:pt x="0" y="35334"/>
                        </a:lnTo>
                        <a:lnTo>
                          <a:pt x="0" y="914"/>
                        </a:lnTo>
                        <a:lnTo>
                          <a:pt x="3932" y="914"/>
                        </a:lnTo>
                        <a:lnTo>
                          <a:pt x="3932" y="6092"/>
                        </a:lnTo>
                        <a:lnTo>
                          <a:pt x="4071" y="6092"/>
                        </a:lnTo>
                        <a:cubicBezTo>
                          <a:pt x="5068" y="4098"/>
                          <a:pt x="6507" y="2575"/>
                          <a:pt x="8391" y="1551"/>
                        </a:cubicBezTo>
                        <a:cubicBezTo>
                          <a:pt x="10274" y="499"/>
                          <a:pt x="12323" y="0"/>
                          <a:pt x="14538" y="0"/>
                        </a:cubicBezTo>
                        <a:cubicBezTo>
                          <a:pt x="16116" y="0"/>
                          <a:pt x="17446" y="166"/>
                          <a:pt x="18526" y="526"/>
                        </a:cubicBezTo>
                        <a:cubicBezTo>
                          <a:pt x="19606" y="886"/>
                          <a:pt x="20547" y="1357"/>
                          <a:pt x="21295" y="1966"/>
                        </a:cubicBezTo>
                        <a:cubicBezTo>
                          <a:pt x="22070" y="2575"/>
                          <a:pt x="22679" y="3268"/>
                          <a:pt x="23205" y="4071"/>
                        </a:cubicBezTo>
                        <a:cubicBezTo>
                          <a:pt x="23704" y="4874"/>
                          <a:pt x="24119" y="5732"/>
                          <a:pt x="24479" y="6674"/>
                        </a:cubicBezTo>
                        <a:cubicBezTo>
                          <a:pt x="25614" y="4403"/>
                          <a:pt x="27137" y="2741"/>
                          <a:pt x="29020" y="1661"/>
                        </a:cubicBezTo>
                        <a:cubicBezTo>
                          <a:pt x="30931" y="581"/>
                          <a:pt x="33091" y="28"/>
                          <a:pt x="35528" y="28"/>
                        </a:cubicBezTo>
                        <a:cubicBezTo>
                          <a:pt x="37854" y="28"/>
                          <a:pt x="39682" y="415"/>
                          <a:pt x="41066" y="1191"/>
                        </a:cubicBezTo>
                        <a:cubicBezTo>
                          <a:pt x="42451" y="1966"/>
                          <a:pt x="43503" y="2991"/>
                          <a:pt x="44251" y="4237"/>
                        </a:cubicBezTo>
                        <a:cubicBezTo>
                          <a:pt x="44998" y="5483"/>
                          <a:pt x="45497" y="6951"/>
                          <a:pt x="45718" y="8584"/>
                        </a:cubicBezTo>
                        <a:cubicBezTo>
                          <a:pt x="45968" y="10218"/>
                          <a:pt x="46078" y="11907"/>
                          <a:pt x="46078" y="13624"/>
                        </a:cubicBezTo>
                        <a:lnTo>
                          <a:pt x="46078" y="35362"/>
                        </a:lnTo>
                        <a:lnTo>
                          <a:pt x="42146" y="35362"/>
                        </a:lnTo>
                        <a:lnTo>
                          <a:pt x="42146" y="11575"/>
                        </a:lnTo>
                        <a:cubicBezTo>
                          <a:pt x="42146" y="9083"/>
                          <a:pt x="41620" y="7144"/>
                          <a:pt x="40595" y="5732"/>
                        </a:cubicBezTo>
                        <a:cubicBezTo>
                          <a:pt x="39571" y="4320"/>
                          <a:pt x="37660" y="3600"/>
                          <a:pt x="34863" y="3600"/>
                        </a:cubicBezTo>
                        <a:cubicBezTo>
                          <a:pt x="33423" y="3600"/>
                          <a:pt x="32039" y="3932"/>
                          <a:pt x="30710" y="4569"/>
                        </a:cubicBezTo>
                        <a:cubicBezTo>
                          <a:pt x="29380" y="5206"/>
                          <a:pt x="28217" y="6203"/>
                          <a:pt x="27193" y="7532"/>
                        </a:cubicBezTo>
                        <a:cubicBezTo>
                          <a:pt x="26750" y="8114"/>
                          <a:pt x="26390" y="8778"/>
                          <a:pt x="26113" y="9553"/>
                        </a:cubicBezTo>
                        <a:cubicBezTo>
                          <a:pt x="25836" y="10329"/>
                          <a:pt x="25587" y="11132"/>
                          <a:pt x="25421" y="11990"/>
                        </a:cubicBezTo>
                        <a:cubicBezTo>
                          <a:pt x="25254" y="12821"/>
                          <a:pt x="25116" y="13680"/>
                          <a:pt x="25061" y="14510"/>
                        </a:cubicBezTo>
                        <a:cubicBezTo>
                          <a:pt x="25005" y="15341"/>
                          <a:pt x="24950" y="16116"/>
                          <a:pt x="24950" y="16836"/>
                        </a:cubicBezTo>
                        <a:lnTo>
                          <a:pt x="24950" y="35390"/>
                        </a:lnTo>
                        <a:lnTo>
                          <a:pt x="21018" y="35390"/>
                        </a:lnTo>
                        <a:lnTo>
                          <a:pt x="21018" y="11603"/>
                        </a:lnTo>
                        <a:cubicBezTo>
                          <a:pt x="21018" y="9111"/>
                          <a:pt x="20492" y="7172"/>
                          <a:pt x="19467" y="5760"/>
                        </a:cubicBezTo>
                        <a:cubicBezTo>
                          <a:pt x="18442" y="4347"/>
                          <a:pt x="16532" y="3628"/>
                          <a:pt x="13735" y="3628"/>
                        </a:cubicBezTo>
                        <a:cubicBezTo>
                          <a:pt x="12295" y="3628"/>
                          <a:pt x="10910" y="3960"/>
                          <a:pt x="9581" y="4597"/>
                        </a:cubicBezTo>
                        <a:cubicBezTo>
                          <a:pt x="8252" y="5234"/>
                          <a:pt x="7089" y="6231"/>
                          <a:pt x="6064" y="7560"/>
                        </a:cubicBezTo>
                        <a:cubicBezTo>
                          <a:pt x="5621" y="8141"/>
                          <a:pt x="5261" y="8806"/>
                          <a:pt x="4984" y="9581"/>
                        </a:cubicBezTo>
                        <a:cubicBezTo>
                          <a:pt x="4708" y="10357"/>
                          <a:pt x="4458" y="11160"/>
                          <a:pt x="4292" y="12018"/>
                        </a:cubicBezTo>
                        <a:cubicBezTo>
                          <a:pt x="4126" y="12849"/>
                          <a:pt x="3988" y="13707"/>
                          <a:pt x="3932" y="14538"/>
                        </a:cubicBezTo>
                        <a:cubicBezTo>
                          <a:pt x="3877" y="15369"/>
                          <a:pt x="3821" y="16144"/>
                          <a:pt x="3821" y="16864"/>
                        </a:cubicBezTo>
                        <a:lnTo>
                          <a:pt x="3821" y="35417"/>
                        </a:lnTo>
                        <a:close/>
                      </a:path>
                    </a:pathLst>
                  </a:custGeom>
                  <a:solidFill>
                    <a:srgbClr val="00B48D"/>
                  </a:solidFill>
                  <a:ln w="2767" cap="flat">
                    <a:noFill/>
                    <a:prstDash val="solid"/>
                    <a:miter/>
                  </a:ln>
                </p:spPr>
                <p:txBody>
                  <a:bodyPr rtlCol="0" anchor="ctr"/>
                  <a:lstStyle/>
                  <a:p>
                    <a:endParaRPr lang="en-US"/>
                  </a:p>
                </p:txBody>
              </p:sp>
              <p:sp>
                <p:nvSpPr>
                  <p:cNvPr id="3821" name="Freeform 3820">
                    <a:extLst>
                      <a:ext uri="{FF2B5EF4-FFF2-40B4-BE49-F238E27FC236}">
                        <a16:creationId xmlns:a16="http://schemas.microsoft.com/office/drawing/2014/main" id="{9B1CC8EF-AE76-310B-14DB-1C5001CB10F7}"/>
                      </a:ext>
                    </a:extLst>
                  </p:cNvPr>
                  <p:cNvSpPr/>
                  <p:nvPr/>
                </p:nvSpPr>
                <p:spPr>
                  <a:xfrm>
                    <a:off x="3749871" y="4186484"/>
                    <a:ext cx="26722" cy="36247"/>
                  </a:xfrm>
                  <a:custGeom>
                    <a:avLst/>
                    <a:gdLst>
                      <a:gd name="connsiteX0" fmla="*/ 4043 w 26722"/>
                      <a:gd name="connsiteY0" fmla="*/ 24618 h 36247"/>
                      <a:gd name="connsiteX1" fmla="*/ 7338 w 26722"/>
                      <a:gd name="connsiteY1" fmla="*/ 30904 h 36247"/>
                      <a:gd name="connsiteX2" fmla="*/ 14178 w 26722"/>
                      <a:gd name="connsiteY2" fmla="*/ 32731 h 36247"/>
                      <a:gd name="connsiteX3" fmla="*/ 17916 w 26722"/>
                      <a:gd name="connsiteY3" fmla="*/ 32205 h 36247"/>
                      <a:gd name="connsiteX4" fmla="*/ 20491 w 26722"/>
                      <a:gd name="connsiteY4" fmla="*/ 30765 h 36247"/>
                      <a:gd name="connsiteX5" fmla="*/ 22042 w 26722"/>
                      <a:gd name="connsiteY5" fmla="*/ 28744 h 36247"/>
                      <a:gd name="connsiteX6" fmla="*/ 22568 w 26722"/>
                      <a:gd name="connsiteY6" fmla="*/ 26362 h 36247"/>
                      <a:gd name="connsiteX7" fmla="*/ 20962 w 26722"/>
                      <a:gd name="connsiteY7" fmla="*/ 22596 h 36247"/>
                      <a:gd name="connsiteX8" fmla="*/ 16947 w 26722"/>
                      <a:gd name="connsiteY8" fmla="*/ 20658 h 36247"/>
                      <a:gd name="connsiteX9" fmla="*/ 11713 w 26722"/>
                      <a:gd name="connsiteY9" fmla="*/ 19467 h 36247"/>
                      <a:gd name="connsiteX10" fmla="*/ 6480 w 26722"/>
                      <a:gd name="connsiteY10" fmla="*/ 17972 h 36247"/>
                      <a:gd name="connsiteX11" fmla="*/ 2465 w 26722"/>
                      <a:gd name="connsiteY11" fmla="*/ 15120 h 36247"/>
                      <a:gd name="connsiteX12" fmla="*/ 858 w 26722"/>
                      <a:gd name="connsiteY12" fmla="*/ 9858 h 36247"/>
                      <a:gd name="connsiteX13" fmla="*/ 3960 w 26722"/>
                      <a:gd name="connsiteY13" fmla="*/ 2769 h 36247"/>
                      <a:gd name="connsiteX14" fmla="*/ 12766 w 26722"/>
                      <a:gd name="connsiteY14" fmla="*/ 0 h 36247"/>
                      <a:gd name="connsiteX15" fmla="*/ 21710 w 26722"/>
                      <a:gd name="connsiteY15" fmla="*/ 2492 h 36247"/>
                      <a:gd name="connsiteX16" fmla="*/ 25864 w 26722"/>
                      <a:gd name="connsiteY16" fmla="*/ 10827 h 36247"/>
                      <a:gd name="connsiteX17" fmla="*/ 21876 w 26722"/>
                      <a:gd name="connsiteY17" fmla="*/ 10827 h 36247"/>
                      <a:gd name="connsiteX18" fmla="*/ 18886 w 26722"/>
                      <a:gd name="connsiteY18" fmla="*/ 5206 h 36247"/>
                      <a:gd name="connsiteX19" fmla="*/ 12683 w 26722"/>
                      <a:gd name="connsiteY19" fmla="*/ 3572 h 36247"/>
                      <a:gd name="connsiteX20" fmla="*/ 6978 w 26722"/>
                      <a:gd name="connsiteY20" fmla="*/ 5206 h 36247"/>
                      <a:gd name="connsiteX21" fmla="*/ 5012 w 26722"/>
                      <a:gd name="connsiteY21" fmla="*/ 9498 h 36247"/>
                      <a:gd name="connsiteX22" fmla="*/ 6618 w 26722"/>
                      <a:gd name="connsiteY22" fmla="*/ 13043 h 36247"/>
                      <a:gd name="connsiteX23" fmla="*/ 10633 w 26722"/>
                      <a:gd name="connsiteY23" fmla="*/ 15037 h 36247"/>
                      <a:gd name="connsiteX24" fmla="*/ 15867 w 26722"/>
                      <a:gd name="connsiteY24" fmla="*/ 16393 h 36247"/>
                      <a:gd name="connsiteX25" fmla="*/ 21101 w 26722"/>
                      <a:gd name="connsiteY25" fmla="*/ 18083 h 36247"/>
                      <a:gd name="connsiteX26" fmla="*/ 25116 w 26722"/>
                      <a:gd name="connsiteY26" fmla="*/ 21045 h 36247"/>
                      <a:gd name="connsiteX27" fmla="*/ 26722 w 26722"/>
                      <a:gd name="connsiteY27" fmla="*/ 26224 h 36247"/>
                      <a:gd name="connsiteX28" fmla="*/ 25670 w 26722"/>
                      <a:gd name="connsiteY28" fmla="*/ 30571 h 36247"/>
                      <a:gd name="connsiteX29" fmla="*/ 22790 w 26722"/>
                      <a:gd name="connsiteY29" fmla="*/ 33728 h 36247"/>
                      <a:gd name="connsiteX30" fmla="*/ 18442 w 26722"/>
                      <a:gd name="connsiteY30" fmla="*/ 35611 h 36247"/>
                      <a:gd name="connsiteX31" fmla="*/ 12904 w 26722"/>
                      <a:gd name="connsiteY31" fmla="*/ 36248 h 36247"/>
                      <a:gd name="connsiteX32" fmla="*/ 7560 w 26722"/>
                      <a:gd name="connsiteY32" fmla="*/ 35362 h 36247"/>
                      <a:gd name="connsiteX33" fmla="*/ 3600 w 26722"/>
                      <a:gd name="connsiteY33" fmla="*/ 32870 h 36247"/>
                      <a:gd name="connsiteX34" fmla="*/ 1052 w 26722"/>
                      <a:gd name="connsiteY34" fmla="*/ 29159 h 36247"/>
                      <a:gd name="connsiteX35" fmla="*/ 0 w 26722"/>
                      <a:gd name="connsiteY35" fmla="*/ 24562 h 36247"/>
                      <a:gd name="connsiteX36" fmla="*/ 3988 w 26722"/>
                      <a:gd name="connsiteY36" fmla="*/ 24562 h 36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6722" h="36247">
                        <a:moveTo>
                          <a:pt x="4043" y="24618"/>
                        </a:moveTo>
                        <a:cubicBezTo>
                          <a:pt x="4652" y="27581"/>
                          <a:pt x="5760" y="29685"/>
                          <a:pt x="7338" y="30904"/>
                        </a:cubicBezTo>
                        <a:cubicBezTo>
                          <a:pt x="8944" y="32122"/>
                          <a:pt x="11215" y="32731"/>
                          <a:pt x="14178" y="32731"/>
                        </a:cubicBezTo>
                        <a:cubicBezTo>
                          <a:pt x="15618" y="32731"/>
                          <a:pt x="16864" y="32565"/>
                          <a:pt x="17916" y="32205"/>
                        </a:cubicBezTo>
                        <a:cubicBezTo>
                          <a:pt x="18969" y="31845"/>
                          <a:pt x="19827" y="31375"/>
                          <a:pt x="20491" y="30765"/>
                        </a:cubicBezTo>
                        <a:cubicBezTo>
                          <a:pt x="21156" y="30156"/>
                          <a:pt x="21682" y="29491"/>
                          <a:pt x="22042" y="28744"/>
                        </a:cubicBezTo>
                        <a:cubicBezTo>
                          <a:pt x="22402" y="27996"/>
                          <a:pt x="22568" y="27193"/>
                          <a:pt x="22568" y="26362"/>
                        </a:cubicBezTo>
                        <a:cubicBezTo>
                          <a:pt x="22568" y="24673"/>
                          <a:pt x="22042" y="23427"/>
                          <a:pt x="20962" y="22596"/>
                        </a:cubicBezTo>
                        <a:cubicBezTo>
                          <a:pt x="19882" y="21765"/>
                          <a:pt x="18553" y="21129"/>
                          <a:pt x="16947" y="20658"/>
                        </a:cubicBezTo>
                        <a:cubicBezTo>
                          <a:pt x="15341" y="20187"/>
                          <a:pt x="13596" y="19799"/>
                          <a:pt x="11713" y="19467"/>
                        </a:cubicBezTo>
                        <a:cubicBezTo>
                          <a:pt x="9830" y="19135"/>
                          <a:pt x="8086" y="18636"/>
                          <a:pt x="6480" y="17972"/>
                        </a:cubicBezTo>
                        <a:cubicBezTo>
                          <a:pt x="4874" y="17307"/>
                          <a:pt x="3517" y="16366"/>
                          <a:pt x="2465" y="15120"/>
                        </a:cubicBezTo>
                        <a:cubicBezTo>
                          <a:pt x="1385" y="13873"/>
                          <a:pt x="858" y="12129"/>
                          <a:pt x="858" y="9858"/>
                        </a:cubicBezTo>
                        <a:cubicBezTo>
                          <a:pt x="858" y="6978"/>
                          <a:pt x="1883" y="4625"/>
                          <a:pt x="3960" y="2769"/>
                        </a:cubicBezTo>
                        <a:cubicBezTo>
                          <a:pt x="6037" y="941"/>
                          <a:pt x="8972" y="0"/>
                          <a:pt x="12766" y="0"/>
                        </a:cubicBezTo>
                        <a:cubicBezTo>
                          <a:pt x="16559" y="0"/>
                          <a:pt x="19412" y="831"/>
                          <a:pt x="21710" y="2492"/>
                        </a:cubicBezTo>
                        <a:cubicBezTo>
                          <a:pt x="24008" y="4154"/>
                          <a:pt x="25393" y="6923"/>
                          <a:pt x="25864" y="10827"/>
                        </a:cubicBezTo>
                        <a:lnTo>
                          <a:pt x="21876" y="10827"/>
                        </a:lnTo>
                        <a:cubicBezTo>
                          <a:pt x="21516" y="8169"/>
                          <a:pt x="20547" y="6286"/>
                          <a:pt x="18886" y="5206"/>
                        </a:cubicBezTo>
                        <a:cubicBezTo>
                          <a:pt x="17224" y="4126"/>
                          <a:pt x="15175" y="3572"/>
                          <a:pt x="12683" y="3572"/>
                        </a:cubicBezTo>
                        <a:cubicBezTo>
                          <a:pt x="10190" y="3572"/>
                          <a:pt x="8307" y="4126"/>
                          <a:pt x="6978" y="5206"/>
                        </a:cubicBezTo>
                        <a:cubicBezTo>
                          <a:pt x="5649" y="6286"/>
                          <a:pt x="5012" y="7726"/>
                          <a:pt x="5012" y="9498"/>
                        </a:cubicBezTo>
                        <a:cubicBezTo>
                          <a:pt x="5012" y="11049"/>
                          <a:pt x="5538" y="12240"/>
                          <a:pt x="6618" y="13043"/>
                        </a:cubicBezTo>
                        <a:cubicBezTo>
                          <a:pt x="7698" y="13846"/>
                          <a:pt x="9027" y="14538"/>
                          <a:pt x="10633" y="15037"/>
                        </a:cubicBezTo>
                        <a:cubicBezTo>
                          <a:pt x="12240" y="15535"/>
                          <a:pt x="13984" y="16006"/>
                          <a:pt x="15867" y="16393"/>
                        </a:cubicBezTo>
                        <a:cubicBezTo>
                          <a:pt x="17750" y="16781"/>
                          <a:pt x="19495" y="17363"/>
                          <a:pt x="21101" y="18083"/>
                        </a:cubicBezTo>
                        <a:cubicBezTo>
                          <a:pt x="22707" y="18803"/>
                          <a:pt x="24064" y="19799"/>
                          <a:pt x="25116" y="21045"/>
                        </a:cubicBezTo>
                        <a:cubicBezTo>
                          <a:pt x="26196" y="22292"/>
                          <a:pt x="26722" y="24009"/>
                          <a:pt x="26722" y="26224"/>
                        </a:cubicBezTo>
                        <a:cubicBezTo>
                          <a:pt x="26722" y="27858"/>
                          <a:pt x="26362" y="29325"/>
                          <a:pt x="25670" y="30571"/>
                        </a:cubicBezTo>
                        <a:cubicBezTo>
                          <a:pt x="24978" y="31845"/>
                          <a:pt x="24008" y="32897"/>
                          <a:pt x="22790" y="33728"/>
                        </a:cubicBezTo>
                        <a:cubicBezTo>
                          <a:pt x="21571" y="34559"/>
                          <a:pt x="20104" y="35196"/>
                          <a:pt x="18442" y="35611"/>
                        </a:cubicBezTo>
                        <a:cubicBezTo>
                          <a:pt x="16753" y="36026"/>
                          <a:pt x="14926" y="36248"/>
                          <a:pt x="12904" y="36248"/>
                        </a:cubicBezTo>
                        <a:cubicBezTo>
                          <a:pt x="10883" y="36248"/>
                          <a:pt x="9110" y="35943"/>
                          <a:pt x="7560" y="35362"/>
                        </a:cubicBezTo>
                        <a:cubicBezTo>
                          <a:pt x="6009" y="34753"/>
                          <a:pt x="4680" y="33922"/>
                          <a:pt x="3600" y="32870"/>
                        </a:cubicBezTo>
                        <a:cubicBezTo>
                          <a:pt x="2520" y="31817"/>
                          <a:pt x="1661" y="30571"/>
                          <a:pt x="1052" y="29159"/>
                        </a:cubicBezTo>
                        <a:cubicBezTo>
                          <a:pt x="443" y="27747"/>
                          <a:pt x="83" y="26224"/>
                          <a:pt x="0" y="24562"/>
                        </a:cubicBezTo>
                        <a:lnTo>
                          <a:pt x="3988" y="24562"/>
                        </a:lnTo>
                        <a:close/>
                      </a:path>
                    </a:pathLst>
                  </a:custGeom>
                  <a:solidFill>
                    <a:srgbClr val="00B48D"/>
                  </a:solidFill>
                  <a:ln w="2767" cap="flat">
                    <a:noFill/>
                    <a:prstDash val="solid"/>
                    <a:miter/>
                  </a:ln>
                </p:spPr>
                <p:txBody>
                  <a:bodyPr rtlCol="0" anchor="ctr"/>
                  <a:lstStyle/>
                  <a:p>
                    <a:endParaRPr lang="en-US"/>
                  </a:p>
                </p:txBody>
              </p:sp>
            </p:grpSp>
            <p:sp>
              <p:nvSpPr>
                <p:cNvPr id="3822" name="Freeform 3821">
                  <a:extLst>
                    <a:ext uri="{FF2B5EF4-FFF2-40B4-BE49-F238E27FC236}">
                      <a16:creationId xmlns:a16="http://schemas.microsoft.com/office/drawing/2014/main" id="{566A85EB-07EF-9DFC-CA67-435EEBFD1554}"/>
                    </a:ext>
                  </a:extLst>
                </p:cNvPr>
                <p:cNvSpPr/>
                <p:nvPr/>
              </p:nvSpPr>
              <p:spPr>
                <a:xfrm>
                  <a:off x="8296148" y="6427397"/>
                  <a:ext cx="309076" cy="10260"/>
                </a:xfrm>
                <a:custGeom>
                  <a:avLst/>
                  <a:gdLst>
                    <a:gd name="connsiteX0" fmla="*/ 0 w 83406"/>
                    <a:gd name="connsiteY0" fmla="*/ 0 h 2769"/>
                    <a:gd name="connsiteX1" fmla="*/ 83406 w 83406"/>
                    <a:gd name="connsiteY1" fmla="*/ 0 h 2769"/>
                  </a:gdLst>
                  <a:ahLst/>
                  <a:cxnLst>
                    <a:cxn ang="0">
                      <a:pos x="connsiteX0" y="connsiteY0"/>
                    </a:cxn>
                    <a:cxn ang="0">
                      <a:pos x="connsiteX1" y="connsiteY1"/>
                    </a:cxn>
                  </a:cxnLst>
                  <a:rect l="l" t="t" r="r" b="b"/>
                  <a:pathLst>
                    <a:path w="83406" h="2769">
                      <a:moveTo>
                        <a:pt x="0" y="0"/>
                      </a:moveTo>
                      <a:lnTo>
                        <a:pt x="83406" y="0"/>
                      </a:lnTo>
                    </a:path>
                  </a:pathLst>
                </a:custGeom>
                <a:ln w="5534" cap="flat">
                  <a:solidFill>
                    <a:srgbClr val="00B48D"/>
                  </a:solidFill>
                  <a:prstDash val="solid"/>
                  <a:miter/>
                </a:ln>
              </p:spPr>
              <p:txBody>
                <a:bodyPr rtlCol="0" anchor="ctr"/>
                <a:lstStyle/>
                <a:p>
                  <a:endParaRPr lang="en-US" sz="2000" dirty="0">
                    <a:latin typeface="Helvetica" pitchFamily="2" charset="0"/>
                  </a:endParaRPr>
                </a:p>
              </p:txBody>
            </p:sp>
          </p:grpSp>
          <p:sp>
            <p:nvSpPr>
              <p:cNvPr id="29" name="Rectangle 28">
                <a:extLst>
                  <a:ext uri="{FF2B5EF4-FFF2-40B4-BE49-F238E27FC236}">
                    <a16:creationId xmlns:a16="http://schemas.microsoft.com/office/drawing/2014/main" id="{6E6719D4-C051-E037-EA13-3BF4EC66410D}"/>
                  </a:ext>
                </a:extLst>
              </p:cNvPr>
              <p:cNvSpPr/>
              <p:nvPr/>
            </p:nvSpPr>
            <p:spPr>
              <a:xfrm>
                <a:off x="7106274" y="4517943"/>
                <a:ext cx="1008350" cy="1308258"/>
              </a:xfrm>
              <a:prstGeom prst="rect">
                <a:avLst/>
              </a:prstGeom>
              <a:solidFill>
                <a:schemeClr val="accent6">
                  <a:lumMod val="75000"/>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90C58E4A-FBBD-B7F0-4245-04AB78EF06F4}"/>
                  </a:ext>
                </a:extLst>
              </p:cNvPr>
              <p:cNvSpPr/>
              <p:nvPr/>
            </p:nvSpPr>
            <p:spPr>
              <a:xfrm>
                <a:off x="9317545" y="4517943"/>
                <a:ext cx="1008350" cy="1308258"/>
              </a:xfrm>
              <a:prstGeom prst="rect">
                <a:avLst/>
              </a:prstGeom>
              <a:solidFill>
                <a:schemeClr val="accent6">
                  <a:lumMod val="75000"/>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32" name="Group 3631">
            <a:extLst>
              <a:ext uri="{FF2B5EF4-FFF2-40B4-BE49-F238E27FC236}">
                <a16:creationId xmlns:a16="http://schemas.microsoft.com/office/drawing/2014/main" id="{3AFF0664-D19F-5E0A-6889-1F353D3A0A8F}"/>
              </a:ext>
            </a:extLst>
          </p:cNvPr>
          <p:cNvGrpSpPr/>
          <p:nvPr/>
        </p:nvGrpSpPr>
        <p:grpSpPr>
          <a:xfrm>
            <a:off x="3642345" y="1510155"/>
            <a:ext cx="4451233" cy="4621233"/>
            <a:chOff x="2637511" y="1500107"/>
            <a:chExt cx="4451233" cy="4621233"/>
          </a:xfrm>
        </p:grpSpPr>
        <p:sp>
          <p:nvSpPr>
            <p:cNvPr id="3548" name="Freeform 3547">
              <a:extLst>
                <a:ext uri="{FF2B5EF4-FFF2-40B4-BE49-F238E27FC236}">
                  <a16:creationId xmlns:a16="http://schemas.microsoft.com/office/drawing/2014/main" id="{8AC22ACB-2F13-C72A-9ADD-9E47C558DC2F}"/>
                </a:ext>
              </a:extLst>
            </p:cNvPr>
            <p:cNvSpPr/>
            <p:nvPr/>
          </p:nvSpPr>
          <p:spPr>
            <a:xfrm>
              <a:off x="6162217" y="1797491"/>
              <a:ext cx="793522" cy="9406"/>
            </a:xfrm>
            <a:custGeom>
              <a:avLst/>
              <a:gdLst>
                <a:gd name="connsiteX0" fmla="*/ 0 w 233604"/>
                <a:gd name="connsiteY0" fmla="*/ 0 h 2769"/>
                <a:gd name="connsiteX1" fmla="*/ 233604 w 233604"/>
                <a:gd name="connsiteY1" fmla="*/ 0 h 2769"/>
              </a:gdLst>
              <a:ahLst/>
              <a:cxnLst>
                <a:cxn ang="0">
                  <a:pos x="connsiteX0" y="connsiteY0"/>
                </a:cxn>
                <a:cxn ang="0">
                  <a:pos x="connsiteX1" y="connsiteY1"/>
                </a:cxn>
              </a:cxnLst>
              <a:rect l="l" t="t" r="r" b="b"/>
              <a:pathLst>
                <a:path w="233604" h="2769">
                  <a:moveTo>
                    <a:pt x="0" y="0"/>
                  </a:moveTo>
                  <a:lnTo>
                    <a:pt x="233604" y="0"/>
                  </a:lnTo>
                </a:path>
              </a:pathLst>
            </a:custGeom>
            <a:ln w="5534" cap="flat">
              <a:solidFill>
                <a:srgbClr val="8371B3"/>
              </a:solidFill>
              <a:prstDash val="solid"/>
              <a:miter/>
            </a:ln>
          </p:spPr>
          <p:txBody>
            <a:bodyPr rtlCol="0" anchor="ctr"/>
            <a:lstStyle/>
            <a:p>
              <a:endParaRPr lang="en-US" sz="2000" dirty="0">
                <a:latin typeface="Helvetica" pitchFamily="2" charset="0"/>
              </a:endParaRPr>
            </a:p>
          </p:txBody>
        </p:sp>
        <p:grpSp>
          <p:nvGrpSpPr>
            <p:cNvPr id="47" name="Group 46">
              <a:extLst>
                <a:ext uri="{FF2B5EF4-FFF2-40B4-BE49-F238E27FC236}">
                  <a16:creationId xmlns:a16="http://schemas.microsoft.com/office/drawing/2014/main" id="{251F26E9-37FF-5A2C-819D-59C95F9A6884}"/>
                </a:ext>
              </a:extLst>
            </p:cNvPr>
            <p:cNvGrpSpPr/>
            <p:nvPr/>
          </p:nvGrpSpPr>
          <p:grpSpPr>
            <a:xfrm>
              <a:off x="2637511" y="1500107"/>
              <a:ext cx="4451233" cy="4621233"/>
              <a:chOff x="2637511" y="1500107"/>
              <a:chExt cx="4451233" cy="4621233"/>
            </a:xfrm>
          </p:grpSpPr>
          <p:grpSp>
            <p:nvGrpSpPr>
              <p:cNvPr id="46" name="Group 45">
                <a:extLst>
                  <a:ext uri="{FF2B5EF4-FFF2-40B4-BE49-F238E27FC236}">
                    <a16:creationId xmlns:a16="http://schemas.microsoft.com/office/drawing/2014/main" id="{D03B6709-F856-4D25-1BF0-D12DB4A659C4}"/>
                  </a:ext>
                </a:extLst>
              </p:cNvPr>
              <p:cNvGrpSpPr/>
              <p:nvPr/>
            </p:nvGrpSpPr>
            <p:grpSpPr>
              <a:xfrm>
                <a:off x="2637511" y="4505290"/>
                <a:ext cx="3219993" cy="1616050"/>
                <a:chOff x="2637511" y="4505290"/>
                <a:chExt cx="3219993" cy="1616050"/>
              </a:xfrm>
            </p:grpSpPr>
            <p:grpSp>
              <p:nvGrpSpPr>
                <p:cNvPr id="3690" name="Graphic 14">
                  <a:extLst>
                    <a:ext uri="{FF2B5EF4-FFF2-40B4-BE49-F238E27FC236}">
                      <a16:creationId xmlns:a16="http://schemas.microsoft.com/office/drawing/2014/main" id="{CF7AF9E8-762E-CFC4-65C9-1B723F52A10C}"/>
                    </a:ext>
                  </a:extLst>
                </p:cNvPr>
                <p:cNvGrpSpPr/>
                <p:nvPr/>
              </p:nvGrpSpPr>
              <p:grpSpPr>
                <a:xfrm>
                  <a:off x="5141023" y="5997741"/>
                  <a:ext cx="531373" cy="123599"/>
                  <a:chOff x="2689764" y="4088733"/>
                  <a:chExt cx="156430" cy="36386"/>
                </a:xfrm>
                <a:solidFill>
                  <a:srgbClr val="010101"/>
                </a:solidFill>
              </p:grpSpPr>
              <p:sp>
                <p:nvSpPr>
                  <p:cNvPr id="3691" name="Freeform 3690">
                    <a:extLst>
                      <a:ext uri="{FF2B5EF4-FFF2-40B4-BE49-F238E27FC236}">
                        <a16:creationId xmlns:a16="http://schemas.microsoft.com/office/drawing/2014/main" id="{F6874977-77E2-AEFC-24D3-F761CB8A80B9}"/>
                      </a:ext>
                    </a:extLst>
                  </p:cNvPr>
                  <p:cNvSpPr/>
                  <p:nvPr/>
                </p:nvSpPr>
                <p:spPr>
                  <a:xfrm>
                    <a:off x="2689764" y="4088733"/>
                    <a:ext cx="27137" cy="36247"/>
                  </a:xfrm>
                  <a:custGeom>
                    <a:avLst/>
                    <a:gdLst>
                      <a:gd name="connsiteX0" fmla="*/ 4071 w 27137"/>
                      <a:gd name="connsiteY0" fmla="*/ 24617 h 36247"/>
                      <a:gd name="connsiteX1" fmla="*/ 7421 w 27137"/>
                      <a:gd name="connsiteY1" fmla="*/ 30903 h 36247"/>
                      <a:gd name="connsiteX2" fmla="*/ 14372 w 27137"/>
                      <a:gd name="connsiteY2" fmla="*/ 32731 h 36247"/>
                      <a:gd name="connsiteX3" fmla="*/ 18166 w 27137"/>
                      <a:gd name="connsiteY3" fmla="*/ 32205 h 36247"/>
                      <a:gd name="connsiteX4" fmla="*/ 20796 w 27137"/>
                      <a:gd name="connsiteY4" fmla="*/ 30765 h 36247"/>
                      <a:gd name="connsiteX5" fmla="*/ 22347 w 27137"/>
                      <a:gd name="connsiteY5" fmla="*/ 28744 h 36247"/>
                      <a:gd name="connsiteX6" fmla="*/ 22873 w 27137"/>
                      <a:gd name="connsiteY6" fmla="*/ 26362 h 36247"/>
                      <a:gd name="connsiteX7" fmla="*/ 21239 w 27137"/>
                      <a:gd name="connsiteY7" fmla="*/ 22596 h 36247"/>
                      <a:gd name="connsiteX8" fmla="*/ 17141 w 27137"/>
                      <a:gd name="connsiteY8" fmla="*/ 20658 h 36247"/>
                      <a:gd name="connsiteX9" fmla="*/ 11824 w 27137"/>
                      <a:gd name="connsiteY9" fmla="*/ 19467 h 36247"/>
                      <a:gd name="connsiteX10" fmla="*/ 6507 w 27137"/>
                      <a:gd name="connsiteY10" fmla="*/ 17972 h 36247"/>
                      <a:gd name="connsiteX11" fmla="*/ 2409 w 27137"/>
                      <a:gd name="connsiteY11" fmla="*/ 15119 h 36247"/>
                      <a:gd name="connsiteX12" fmla="*/ 775 w 27137"/>
                      <a:gd name="connsiteY12" fmla="*/ 9858 h 36247"/>
                      <a:gd name="connsiteX13" fmla="*/ 3932 w 27137"/>
                      <a:gd name="connsiteY13" fmla="*/ 2769 h 36247"/>
                      <a:gd name="connsiteX14" fmla="*/ 12877 w 27137"/>
                      <a:gd name="connsiteY14" fmla="*/ 0 h 36247"/>
                      <a:gd name="connsiteX15" fmla="*/ 21959 w 27137"/>
                      <a:gd name="connsiteY15" fmla="*/ 2492 h 36247"/>
                      <a:gd name="connsiteX16" fmla="*/ 26168 w 27137"/>
                      <a:gd name="connsiteY16" fmla="*/ 10827 h 36247"/>
                      <a:gd name="connsiteX17" fmla="*/ 22125 w 27137"/>
                      <a:gd name="connsiteY17" fmla="*/ 10827 h 36247"/>
                      <a:gd name="connsiteX18" fmla="*/ 19107 w 27137"/>
                      <a:gd name="connsiteY18" fmla="*/ 5206 h 36247"/>
                      <a:gd name="connsiteX19" fmla="*/ 12821 w 27137"/>
                      <a:gd name="connsiteY19" fmla="*/ 3572 h 36247"/>
                      <a:gd name="connsiteX20" fmla="*/ 7034 w 27137"/>
                      <a:gd name="connsiteY20" fmla="*/ 5206 h 36247"/>
                      <a:gd name="connsiteX21" fmla="*/ 5040 w 27137"/>
                      <a:gd name="connsiteY21" fmla="*/ 9498 h 36247"/>
                      <a:gd name="connsiteX22" fmla="*/ 6674 w 27137"/>
                      <a:gd name="connsiteY22" fmla="*/ 13043 h 36247"/>
                      <a:gd name="connsiteX23" fmla="*/ 10772 w 27137"/>
                      <a:gd name="connsiteY23" fmla="*/ 15036 h 36247"/>
                      <a:gd name="connsiteX24" fmla="*/ 16089 w 27137"/>
                      <a:gd name="connsiteY24" fmla="*/ 16393 h 36247"/>
                      <a:gd name="connsiteX25" fmla="*/ 21405 w 27137"/>
                      <a:gd name="connsiteY25" fmla="*/ 18082 h 36247"/>
                      <a:gd name="connsiteX26" fmla="*/ 25504 w 27137"/>
                      <a:gd name="connsiteY26" fmla="*/ 21045 h 36247"/>
                      <a:gd name="connsiteX27" fmla="*/ 27138 w 27137"/>
                      <a:gd name="connsiteY27" fmla="*/ 26224 h 36247"/>
                      <a:gd name="connsiteX28" fmla="*/ 26085 w 27137"/>
                      <a:gd name="connsiteY28" fmla="*/ 30571 h 36247"/>
                      <a:gd name="connsiteX29" fmla="*/ 23150 w 27137"/>
                      <a:gd name="connsiteY29" fmla="*/ 33728 h 36247"/>
                      <a:gd name="connsiteX30" fmla="*/ 18719 w 27137"/>
                      <a:gd name="connsiteY30" fmla="*/ 35611 h 36247"/>
                      <a:gd name="connsiteX31" fmla="*/ 13098 w 27137"/>
                      <a:gd name="connsiteY31" fmla="*/ 36248 h 36247"/>
                      <a:gd name="connsiteX32" fmla="*/ 7671 w 27137"/>
                      <a:gd name="connsiteY32" fmla="*/ 35362 h 36247"/>
                      <a:gd name="connsiteX33" fmla="*/ 3655 w 27137"/>
                      <a:gd name="connsiteY33" fmla="*/ 32870 h 36247"/>
                      <a:gd name="connsiteX34" fmla="*/ 1052 w 27137"/>
                      <a:gd name="connsiteY34" fmla="*/ 29159 h 36247"/>
                      <a:gd name="connsiteX35" fmla="*/ 0 w 27137"/>
                      <a:gd name="connsiteY35" fmla="*/ 24562 h 36247"/>
                      <a:gd name="connsiteX36" fmla="*/ 4043 w 27137"/>
                      <a:gd name="connsiteY36" fmla="*/ 24562 h 36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7137" h="36247">
                        <a:moveTo>
                          <a:pt x="4071" y="24617"/>
                        </a:moveTo>
                        <a:cubicBezTo>
                          <a:pt x="4680" y="27580"/>
                          <a:pt x="5815" y="29685"/>
                          <a:pt x="7421" y="30903"/>
                        </a:cubicBezTo>
                        <a:cubicBezTo>
                          <a:pt x="9027" y="32122"/>
                          <a:pt x="11353" y="32731"/>
                          <a:pt x="14372" y="32731"/>
                        </a:cubicBezTo>
                        <a:cubicBezTo>
                          <a:pt x="15839" y="32731"/>
                          <a:pt x="17086" y="32565"/>
                          <a:pt x="18166" y="32205"/>
                        </a:cubicBezTo>
                        <a:cubicBezTo>
                          <a:pt x="19218" y="31845"/>
                          <a:pt x="20104" y="31374"/>
                          <a:pt x="20796" y="30765"/>
                        </a:cubicBezTo>
                        <a:cubicBezTo>
                          <a:pt x="21489" y="30156"/>
                          <a:pt x="22015" y="29491"/>
                          <a:pt x="22347" y="28744"/>
                        </a:cubicBezTo>
                        <a:cubicBezTo>
                          <a:pt x="22707" y="27996"/>
                          <a:pt x="22873" y="27193"/>
                          <a:pt x="22873" y="26362"/>
                        </a:cubicBezTo>
                        <a:cubicBezTo>
                          <a:pt x="22873" y="24673"/>
                          <a:pt x="22319" y="23427"/>
                          <a:pt x="21239" y="22596"/>
                        </a:cubicBezTo>
                        <a:cubicBezTo>
                          <a:pt x="20159" y="21765"/>
                          <a:pt x="18802" y="21129"/>
                          <a:pt x="17141" y="20658"/>
                        </a:cubicBezTo>
                        <a:cubicBezTo>
                          <a:pt x="15479" y="20187"/>
                          <a:pt x="13735" y="19799"/>
                          <a:pt x="11824" y="19467"/>
                        </a:cubicBezTo>
                        <a:cubicBezTo>
                          <a:pt x="9914" y="19134"/>
                          <a:pt x="8141" y="18636"/>
                          <a:pt x="6507" y="17972"/>
                        </a:cubicBezTo>
                        <a:cubicBezTo>
                          <a:pt x="4874" y="17307"/>
                          <a:pt x="3517" y="16365"/>
                          <a:pt x="2409" y="15119"/>
                        </a:cubicBezTo>
                        <a:cubicBezTo>
                          <a:pt x="1329" y="13873"/>
                          <a:pt x="775" y="12129"/>
                          <a:pt x="775" y="9858"/>
                        </a:cubicBezTo>
                        <a:cubicBezTo>
                          <a:pt x="775" y="6978"/>
                          <a:pt x="1828" y="4624"/>
                          <a:pt x="3932" y="2769"/>
                        </a:cubicBezTo>
                        <a:cubicBezTo>
                          <a:pt x="6037" y="941"/>
                          <a:pt x="9027" y="0"/>
                          <a:pt x="12877" y="0"/>
                        </a:cubicBezTo>
                        <a:cubicBezTo>
                          <a:pt x="16726" y="0"/>
                          <a:pt x="19633" y="831"/>
                          <a:pt x="21959" y="2492"/>
                        </a:cubicBezTo>
                        <a:cubicBezTo>
                          <a:pt x="24285" y="4154"/>
                          <a:pt x="25698" y="6923"/>
                          <a:pt x="26168" y="10827"/>
                        </a:cubicBezTo>
                        <a:lnTo>
                          <a:pt x="22125" y="10827"/>
                        </a:lnTo>
                        <a:cubicBezTo>
                          <a:pt x="21765" y="8169"/>
                          <a:pt x="20769" y="6286"/>
                          <a:pt x="19107" y="5206"/>
                        </a:cubicBezTo>
                        <a:cubicBezTo>
                          <a:pt x="17446" y="4126"/>
                          <a:pt x="15341" y="3572"/>
                          <a:pt x="12821" y="3572"/>
                        </a:cubicBezTo>
                        <a:cubicBezTo>
                          <a:pt x="10301" y="3572"/>
                          <a:pt x="8363" y="4126"/>
                          <a:pt x="7034" y="5206"/>
                        </a:cubicBezTo>
                        <a:cubicBezTo>
                          <a:pt x="5704" y="6286"/>
                          <a:pt x="5040" y="7726"/>
                          <a:pt x="5040" y="9498"/>
                        </a:cubicBezTo>
                        <a:cubicBezTo>
                          <a:pt x="5040" y="11049"/>
                          <a:pt x="5594" y="12239"/>
                          <a:pt x="6674" y="13043"/>
                        </a:cubicBezTo>
                        <a:cubicBezTo>
                          <a:pt x="7754" y="13873"/>
                          <a:pt x="9110" y="14538"/>
                          <a:pt x="10772" y="15036"/>
                        </a:cubicBezTo>
                        <a:cubicBezTo>
                          <a:pt x="12406" y="15535"/>
                          <a:pt x="14178" y="16005"/>
                          <a:pt x="16089" y="16393"/>
                        </a:cubicBezTo>
                        <a:cubicBezTo>
                          <a:pt x="17999" y="16781"/>
                          <a:pt x="19772" y="17362"/>
                          <a:pt x="21405" y="18082"/>
                        </a:cubicBezTo>
                        <a:cubicBezTo>
                          <a:pt x="23039" y="18802"/>
                          <a:pt x="24396" y="19799"/>
                          <a:pt x="25504" y="21045"/>
                        </a:cubicBezTo>
                        <a:cubicBezTo>
                          <a:pt x="26584" y="22291"/>
                          <a:pt x="27138" y="24008"/>
                          <a:pt x="27138" y="26224"/>
                        </a:cubicBezTo>
                        <a:cubicBezTo>
                          <a:pt x="27138" y="27857"/>
                          <a:pt x="26778" y="29325"/>
                          <a:pt x="26085" y="30571"/>
                        </a:cubicBezTo>
                        <a:cubicBezTo>
                          <a:pt x="25365" y="31845"/>
                          <a:pt x="24396" y="32897"/>
                          <a:pt x="23150" y="33728"/>
                        </a:cubicBezTo>
                        <a:cubicBezTo>
                          <a:pt x="21904" y="34559"/>
                          <a:pt x="20436" y="35196"/>
                          <a:pt x="18719" y="35611"/>
                        </a:cubicBezTo>
                        <a:cubicBezTo>
                          <a:pt x="17003" y="36026"/>
                          <a:pt x="15147" y="36248"/>
                          <a:pt x="13098" y="36248"/>
                        </a:cubicBezTo>
                        <a:cubicBezTo>
                          <a:pt x="11049" y="36248"/>
                          <a:pt x="9249" y="35943"/>
                          <a:pt x="7671" y="35362"/>
                        </a:cubicBezTo>
                        <a:cubicBezTo>
                          <a:pt x="6092" y="34780"/>
                          <a:pt x="4763" y="33922"/>
                          <a:pt x="3655" y="32870"/>
                        </a:cubicBezTo>
                        <a:cubicBezTo>
                          <a:pt x="2548" y="31817"/>
                          <a:pt x="1689" y="30571"/>
                          <a:pt x="1052" y="29159"/>
                        </a:cubicBezTo>
                        <a:cubicBezTo>
                          <a:pt x="443" y="27746"/>
                          <a:pt x="83" y="26224"/>
                          <a:pt x="0" y="24562"/>
                        </a:cubicBezTo>
                        <a:lnTo>
                          <a:pt x="4043" y="24562"/>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692" name="Freeform 3691">
                    <a:extLst>
                      <a:ext uri="{FF2B5EF4-FFF2-40B4-BE49-F238E27FC236}">
                        <a16:creationId xmlns:a16="http://schemas.microsoft.com/office/drawing/2014/main" id="{04F42506-48EC-BB00-58E3-F11CD2AFF562}"/>
                      </a:ext>
                    </a:extLst>
                  </p:cNvPr>
                  <p:cNvSpPr/>
                  <p:nvPr/>
                </p:nvSpPr>
                <p:spPr>
                  <a:xfrm>
                    <a:off x="2722910" y="4088816"/>
                    <a:ext cx="32454" cy="36303"/>
                  </a:xfrm>
                  <a:custGeom>
                    <a:avLst/>
                    <a:gdLst>
                      <a:gd name="connsiteX0" fmla="*/ 17639 w 32454"/>
                      <a:gd name="connsiteY0" fmla="*/ 15230 h 36303"/>
                      <a:gd name="connsiteX1" fmla="*/ 20325 w 32454"/>
                      <a:gd name="connsiteY1" fmla="*/ 14843 h 36303"/>
                      <a:gd name="connsiteX2" fmla="*/ 22873 w 32454"/>
                      <a:gd name="connsiteY2" fmla="*/ 14123 h 36303"/>
                      <a:gd name="connsiteX3" fmla="*/ 24092 w 32454"/>
                      <a:gd name="connsiteY3" fmla="*/ 12572 h 36303"/>
                      <a:gd name="connsiteX4" fmla="*/ 24313 w 32454"/>
                      <a:gd name="connsiteY4" fmla="*/ 10551 h 36303"/>
                      <a:gd name="connsiteX5" fmla="*/ 22347 w 32454"/>
                      <a:gd name="connsiteY5" fmla="*/ 5538 h 36303"/>
                      <a:gd name="connsiteX6" fmla="*/ 15729 w 32454"/>
                      <a:gd name="connsiteY6" fmla="*/ 3572 h 36303"/>
                      <a:gd name="connsiteX7" fmla="*/ 11935 w 32454"/>
                      <a:gd name="connsiteY7" fmla="*/ 3932 h 36303"/>
                      <a:gd name="connsiteX8" fmla="*/ 8917 w 32454"/>
                      <a:gd name="connsiteY8" fmla="*/ 5206 h 36303"/>
                      <a:gd name="connsiteX9" fmla="*/ 6784 w 32454"/>
                      <a:gd name="connsiteY9" fmla="*/ 7587 h 36303"/>
                      <a:gd name="connsiteX10" fmla="*/ 5677 w 32454"/>
                      <a:gd name="connsiteY10" fmla="*/ 11354 h 36303"/>
                      <a:gd name="connsiteX11" fmla="*/ 1634 w 32454"/>
                      <a:gd name="connsiteY11" fmla="*/ 11354 h 36303"/>
                      <a:gd name="connsiteX12" fmla="*/ 3018 w 32454"/>
                      <a:gd name="connsiteY12" fmla="*/ 6148 h 36303"/>
                      <a:gd name="connsiteX13" fmla="*/ 6120 w 32454"/>
                      <a:gd name="connsiteY13" fmla="*/ 2631 h 36303"/>
                      <a:gd name="connsiteX14" fmla="*/ 10495 w 32454"/>
                      <a:gd name="connsiteY14" fmla="*/ 637 h 36303"/>
                      <a:gd name="connsiteX15" fmla="*/ 15784 w 32454"/>
                      <a:gd name="connsiteY15" fmla="*/ 0 h 36303"/>
                      <a:gd name="connsiteX16" fmla="*/ 20658 w 32454"/>
                      <a:gd name="connsiteY16" fmla="*/ 554 h 36303"/>
                      <a:gd name="connsiteX17" fmla="*/ 24645 w 32454"/>
                      <a:gd name="connsiteY17" fmla="*/ 2354 h 36303"/>
                      <a:gd name="connsiteX18" fmla="*/ 27304 w 32454"/>
                      <a:gd name="connsiteY18" fmla="*/ 5649 h 36303"/>
                      <a:gd name="connsiteX19" fmla="*/ 28273 w 32454"/>
                      <a:gd name="connsiteY19" fmla="*/ 10689 h 36303"/>
                      <a:gd name="connsiteX20" fmla="*/ 28273 w 32454"/>
                      <a:gd name="connsiteY20" fmla="*/ 29436 h 36303"/>
                      <a:gd name="connsiteX21" fmla="*/ 29104 w 32454"/>
                      <a:gd name="connsiteY21" fmla="*/ 32399 h 36303"/>
                      <a:gd name="connsiteX22" fmla="*/ 32454 w 32454"/>
                      <a:gd name="connsiteY22" fmla="*/ 32095 h 36303"/>
                      <a:gd name="connsiteX23" fmla="*/ 32454 w 32454"/>
                      <a:gd name="connsiteY23" fmla="*/ 35224 h 36303"/>
                      <a:gd name="connsiteX24" fmla="*/ 31097 w 32454"/>
                      <a:gd name="connsiteY24" fmla="*/ 35611 h 36303"/>
                      <a:gd name="connsiteX25" fmla="*/ 29325 w 32454"/>
                      <a:gd name="connsiteY25" fmla="*/ 35888 h 36303"/>
                      <a:gd name="connsiteX26" fmla="*/ 27525 w 32454"/>
                      <a:gd name="connsiteY26" fmla="*/ 35694 h 36303"/>
                      <a:gd name="connsiteX27" fmla="*/ 25919 w 32454"/>
                      <a:gd name="connsiteY27" fmla="*/ 35057 h 36303"/>
                      <a:gd name="connsiteX28" fmla="*/ 24950 w 32454"/>
                      <a:gd name="connsiteY28" fmla="*/ 33867 h 36303"/>
                      <a:gd name="connsiteX29" fmla="*/ 24452 w 32454"/>
                      <a:gd name="connsiteY29" fmla="*/ 32344 h 36303"/>
                      <a:gd name="connsiteX30" fmla="*/ 24313 w 32454"/>
                      <a:gd name="connsiteY30" fmla="*/ 30571 h 36303"/>
                      <a:gd name="connsiteX31" fmla="*/ 18526 w 32454"/>
                      <a:gd name="connsiteY31" fmla="*/ 34836 h 36303"/>
                      <a:gd name="connsiteX32" fmla="*/ 11492 w 32454"/>
                      <a:gd name="connsiteY32" fmla="*/ 36303 h 36303"/>
                      <a:gd name="connsiteX33" fmla="*/ 7144 w 32454"/>
                      <a:gd name="connsiteY33" fmla="*/ 35694 h 36303"/>
                      <a:gd name="connsiteX34" fmla="*/ 3461 w 32454"/>
                      <a:gd name="connsiteY34" fmla="*/ 33839 h 36303"/>
                      <a:gd name="connsiteX35" fmla="*/ 941 w 32454"/>
                      <a:gd name="connsiteY35" fmla="*/ 30738 h 36303"/>
                      <a:gd name="connsiteX36" fmla="*/ 0 w 32454"/>
                      <a:gd name="connsiteY36" fmla="*/ 26390 h 36303"/>
                      <a:gd name="connsiteX37" fmla="*/ 12018 w 32454"/>
                      <a:gd name="connsiteY37" fmla="*/ 16033 h 36303"/>
                      <a:gd name="connsiteX38" fmla="*/ 17529 w 32454"/>
                      <a:gd name="connsiteY38" fmla="*/ 15313 h 36303"/>
                      <a:gd name="connsiteX39" fmla="*/ 24368 w 32454"/>
                      <a:gd name="connsiteY39" fmla="*/ 17224 h 36303"/>
                      <a:gd name="connsiteX40" fmla="*/ 19246 w 32454"/>
                      <a:gd name="connsiteY40" fmla="*/ 18609 h 36303"/>
                      <a:gd name="connsiteX41" fmla="*/ 14067 w 32454"/>
                      <a:gd name="connsiteY41" fmla="*/ 19135 h 36303"/>
                      <a:gd name="connsiteX42" fmla="*/ 6923 w 32454"/>
                      <a:gd name="connsiteY42" fmla="*/ 21184 h 36303"/>
                      <a:gd name="connsiteX43" fmla="*/ 4375 w 32454"/>
                      <a:gd name="connsiteY43" fmla="*/ 26445 h 36303"/>
                      <a:gd name="connsiteX44" fmla="*/ 5012 w 32454"/>
                      <a:gd name="connsiteY44" fmla="*/ 29214 h 36303"/>
                      <a:gd name="connsiteX45" fmla="*/ 6674 w 32454"/>
                      <a:gd name="connsiteY45" fmla="*/ 31153 h 36303"/>
                      <a:gd name="connsiteX46" fmla="*/ 9055 w 32454"/>
                      <a:gd name="connsiteY46" fmla="*/ 32288 h 36303"/>
                      <a:gd name="connsiteX47" fmla="*/ 11824 w 32454"/>
                      <a:gd name="connsiteY47" fmla="*/ 32648 h 36303"/>
                      <a:gd name="connsiteX48" fmla="*/ 16476 w 32454"/>
                      <a:gd name="connsiteY48" fmla="*/ 32039 h 36303"/>
                      <a:gd name="connsiteX49" fmla="*/ 20492 w 32454"/>
                      <a:gd name="connsiteY49" fmla="*/ 30211 h 36303"/>
                      <a:gd name="connsiteX50" fmla="*/ 23316 w 32454"/>
                      <a:gd name="connsiteY50" fmla="*/ 27082 h 36303"/>
                      <a:gd name="connsiteX51" fmla="*/ 24368 w 32454"/>
                      <a:gd name="connsiteY51" fmla="*/ 22596 h 36303"/>
                      <a:gd name="connsiteX52" fmla="*/ 24368 w 32454"/>
                      <a:gd name="connsiteY52" fmla="*/ 17224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32454" h="36303">
                        <a:moveTo>
                          <a:pt x="17639" y="15230"/>
                        </a:moveTo>
                        <a:cubicBezTo>
                          <a:pt x="18387" y="15147"/>
                          <a:pt x="19301" y="15009"/>
                          <a:pt x="20325" y="14843"/>
                        </a:cubicBezTo>
                        <a:cubicBezTo>
                          <a:pt x="21378" y="14677"/>
                          <a:pt x="22209" y="14427"/>
                          <a:pt x="22873" y="14123"/>
                        </a:cubicBezTo>
                        <a:cubicBezTo>
                          <a:pt x="23538" y="13818"/>
                          <a:pt x="23953" y="13292"/>
                          <a:pt x="24092" y="12572"/>
                        </a:cubicBezTo>
                        <a:cubicBezTo>
                          <a:pt x="24258" y="11852"/>
                          <a:pt x="24313" y="11160"/>
                          <a:pt x="24313" y="10551"/>
                        </a:cubicBezTo>
                        <a:cubicBezTo>
                          <a:pt x="24313" y="8501"/>
                          <a:pt x="23648" y="6840"/>
                          <a:pt x="22347" y="5538"/>
                        </a:cubicBezTo>
                        <a:cubicBezTo>
                          <a:pt x="21045" y="4237"/>
                          <a:pt x="18830" y="3572"/>
                          <a:pt x="15729" y="3572"/>
                        </a:cubicBezTo>
                        <a:cubicBezTo>
                          <a:pt x="14344" y="3572"/>
                          <a:pt x="13098" y="3683"/>
                          <a:pt x="11935" y="3932"/>
                        </a:cubicBezTo>
                        <a:cubicBezTo>
                          <a:pt x="10772" y="4181"/>
                          <a:pt x="9775" y="4597"/>
                          <a:pt x="8917" y="5206"/>
                        </a:cubicBezTo>
                        <a:cubicBezTo>
                          <a:pt x="8058" y="5815"/>
                          <a:pt x="7338" y="6591"/>
                          <a:pt x="6784" y="7587"/>
                        </a:cubicBezTo>
                        <a:cubicBezTo>
                          <a:pt x="6231" y="8585"/>
                          <a:pt x="5871" y="9831"/>
                          <a:pt x="5677" y="11354"/>
                        </a:cubicBezTo>
                        <a:lnTo>
                          <a:pt x="1634" y="11354"/>
                        </a:lnTo>
                        <a:cubicBezTo>
                          <a:pt x="1772" y="9304"/>
                          <a:pt x="2243" y="7587"/>
                          <a:pt x="3018" y="6148"/>
                        </a:cubicBezTo>
                        <a:cubicBezTo>
                          <a:pt x="3794" y="4708"/>
                          <a:pt x="4846" y="3545"/>
                          <a:pt x="6120" y="2631"/>
                        </a:cubicBezTo>
                        <a:cubicBezTo>
                          <a:pt x="7394" y="1717"/>
                          <a:pt x="8834" y="1052"/>
                          <a:pt x="10495" y="637"/>
                        </a:cubicBezTo>
                        <a:cubicBezTo>
                          <a:pt x="12157" y="222"/>
                          <a:pt x="13929" y="0"/>
                          <a:pt x="15784" y="0"/>
                        </a:cubicBezTo>
                        <a:cubicBezTo>
                          <a:pt x="17501" y="0"/>
                          <a:pt x="19135" y="194"/>
                          <a:pt x="20658" y="554"/>
                        </a:cubicBezTo>
                        <a:cubicBezTo>
                          <a:pt x="22181" y="942"/>
                          <a:pt x="23510" y="1523"/>
                          <a:pt x="24645" y="2354"/>
                        </a:cubicBezTo>
                        <a:cubicBezTo>
                          <a:pt x="25781" y="3185"/>
                          <a:pt x="26667" y="4265"/>
                          <a:pt x="27304" y="5649"/>
                        </a:cubicBezTo>
                        <a:cubicBezTo>
                          <a:pt x="27941" y="7034"/>
                          <a:pt x="28273" y="8695"/>
                          <a:pt x="28273" y="10689"/>
                        </a:cubicBezTo>
                        <a:lnTo>
                          <a:pt x="28273" y="29436"/>
                        </a:lnTo>
                        <a:cubicBezTo>
                          <a:pt x="28273" y="30987"/>
                          <a:pt x="28550" y="31984"/>
                          <a:pt x="29104" y="32399"/>
                        </a:cubicBezTo>
                        <a:cubicBezTo>
                          <a:pt x="29657" y="32815"/>
                          <a:pt x="30765" y="32731"/>
                          <a:pt x="32454" y="32095"/>
                        </a:cubicBezTo>
                        <a:lnTo>
                          <a:pt x="32454" y="35224"/>
                        </a:lnTo>
                        <a:cubicBezTo>
                          <a:pt x="32150" y="35306"/>
                          <a:pt x="31679" y="35445"/>
                          <a:pt x="31097" y="35611"/>
                        </a:cubicBezTo>
                        <a:cubicBezTo>
                          <a:pt x="30488" y="35777"/>
                          <a:pt x="29907" y="35888"/>
                          <a:pt x="29325" y="35888"/>
                        </a:cubicBezTo>
                        <a:cubicBezTo>
                          <a:pt x="28716" y="35888"/>
                          <a:pt x="28107" y="35833"/>
                          <a:pt x="27525" y="35694"/>
                        </a:cubicBezTo>
                        <a:cubicBezTo>
                          <a:pt x="26861" y="35611"/>
                          <a:pt x="26334" y="35390"/>
                          <a:pt x="25919" y="35057"/>
                        </a:cubicBezTo>
                        <a:cubicBezTo>
                          <a:pt x="25531" y="34725"/>
                          <a:pt x="25199" y="34337"/>
                          <a:pt x="24950" y="33867"/>
                        </a:cubicBezTo>
                        <a:cubicBezTo>
                          <a:pt x="24701" y="33396"/>
                          <a:pt x="24535" y="32897"/>
                          <a:pt x="24452" y="32344"/>
                        </a:cubicBezTo>
                        <a:cubicBezTo>
                          <a:pt x="24368" y="31790"/>
                          <a:pt x="24313" y="31208"/>
                          <a:pt x="24313" y="30571"/>
                        </a:cubicBezTo>
                        <a:cubicBezTo>
                          <a:pt x="22624" y="32427"/>
                          <a:pt x="20713" y="33839"/>
                          <a:pt x="18526" y="34836"/>
                        </a:cubicBezTo>
                        <a:cubicBezTo>
                          <a:pt x="16366" y="35805"/>
                          <a:pt x="14012" y="36303"/>
                          <a:pt x="11492" y="36303"/>
                        </a:cubicBezTo>
                        <a:cubicBezTo>
                          <a:pt x="9997" y="36303"/>
                          <a:pt x="8529" y="36110"/>
                          <a:pt x="7144" y="35694"/>
                        </a:cubicBezTo>
                        <a:cubicBezTo>
                          <a:pt x="5760" y="35306"/>
                          <a:pt x="4514" y="34670"/>
                          <a:pt x="3461" y="33839"/>
                        </a:cubicBezTo>
                        <a:cubicBezTo>
                          <a:pt x="2409" y="33008"/>
                          <a:pt x="1551" y="31956"/>
                          <a:pt x="941" y="30738"/>
                        </a:cubicBezTo>
                        <a:cubicBezTo>
                          <a:pt x="332" y="29519"/>
                          <a:pt x="0" y="28079"/>
                          <a:pt x="0" y="26390"/>
                        </a:cubicBezTo>
                        <a:cubicBezTo>
                          <a:pt x="0" y="20547"/>
                          <a:pt x="4015" y="17086"/>
                          <a:pt x="12018" y="16033"/>
                        </a:cubicBezTo>
                        <a:lnTo>
                          <a:pt x="17529" y="15313"/>
                        </a:lnTo>
                        <a:close/>
                        <a:moveTo>
                          <a:pt x="24368" y="17224"/>
                        </a:moveTo>
                        <a:cubicBezTo>
                          <a:pt x="22679" y="17944"/>
                          <a:pt x="20990" y="18387"/>
                          <a:pt x="19246" y="18609"/>
                        </a:cubicBezTo>
                        <a:cubicBezTo>
                          <a:pt x="17529" y="18830"/>
                          <a:pt x="15784" y="18996"/>
                          <a:pt x="14067" y="19135"/>
                        </a:cubicBezTo>
                        <a:cubicBezTo>
                          <a:pt x="11021" y="19356"/>
                          <a:pt x="8640" y="20049"/>
                          <a:pt x="6923" y="21184"/>
                        </a:cubicBezTo>
                        <a:cubicBezTo>
                          <a:pt x="5206" y="22347"/>
                          <a:pt x="4375" y="24092"/>
                          <a:pt x="4375" y="26445"/>
                        </a:cubicBezTo>
                        <a:cubicBezTo>
                          <a:pt x="4375" y="27498"/>
                          <a:pt x="4597" y="28439"/>
                          <a:pt x="5012" y="29214"/>
                        </a:cubicBezTo>
                        <a:cubicBezTo>
                          <a:pt x="5428" y="29990"/>
                          <a:pt x="5981" y="30627"/>
                          <a:pt x="6674" y="31153"/>
                        </a:cubicBezTo>
                        <a:cubicBezTo>
                          <a:pt x="7366" y="31651"/>
                          <a:pt x="8169" y="32039"/>
                          <a:pt x="9055" y="32288"/>
                        </a:cubicBezTo>
                        <a:cubicBezTo>
                          <a:pt x="9969" y="32537"/>
                          <a:pt x="10883" y="32648"/>
                          <a:pt x="11824" y="32648"/>
                        </a:cubicBezTo>
                        <a:cubicBezTo>
                          <a:pt x="13430" y="32648"/>
                          <a:pt x="14981" y="32455"/>
                          <a:pt x="16476" y="32039"/>
                        </a:cubicBezTo>
                        <a:cubicBezTo>
                          <a:pt x="17972" y="31651"/>
                          <a:pt x="19329" y="31042"/>
                          <a:pt x="20492" y="30211"/>
                        </a:cubicBezTo>
                        <a:cubicBezTo>
                          <a:pt x="21655" y="29380"/>
                          <a:pt x="22596" y="28356"/>
                          <a:pt x="23316" y="27082"/>
                        </a:cubicBezTo>
                        <a:cubicBezTo>
                          <a:pt x="24036" y="25809"/>
                          <a:pt x="24368" y="24313"/>
                          <a:pt x="24368" y="22596"/>
                        </a:cubicBezTo>
                        <a:lnTo>
                          <a:pt x="24368" y="17224"/>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693" name="Freeform 3692">
                    <a:extLst>
                      <a:ext uri="{FF2B5EF4-FFF2-40B4-BE49-F238E27FC236}">
                        <a16:creationId xmlns:a16="http://schemas.microsoft.com/office/drawing/2014/main" id="{20584C47-D379-DDE3-E5CC-2EA1F2715775}"/>
                      </a:ext>
                    </a:extLst>
                  </p:cNvPr>
                  <p:cNvSpPr/>
                  <p:nvPr/>
                </p:nvSpPr>
                <p:spPr>
                  <a:xfrm>
                    <a:off x="2761152" y="4088789"/>
                    <a:ext cx="46798" cy="35417"/>
                  </a:xfrm>
                  <a:custGeom>
                    <a:avLst/>
                    <a:gdLst>
                      <a:gd name="connsiteX0" fmla="*/ 3988 w 46798"/>
                      <a:gd name="connsiteY0" fmla="*/ 35334 h 35417"/>
                      <a:gd name="connsiteX1" fmla="*/ 0 w 46798"/>
                      <a:gd name="connsiteY1" fmla="*/ 35334 h 35417"/>
                      <a:gd name="connsiteX2" fmla="*/ 0 w 46798"/>
                      <a:gd name="connsiteY2" fmla="*/ 914 h 35417"/>
                      <a:gd name="connsiteX3" fmla="*/ 3988 w 46798"/>
                      <a:gd name="connsiteY3" fmla="*/ 914 h 35417"/>
                      <a:gd name="connsiteX4" fmla="*/ 3988 w 46798"/>
                      <a:gd name="connsiteY4" fmla="*/ 6092 h 35417"/>
                      <a:gd name="connsiteX5" fmla="*/ 4126 w 46798"/>
                      <a:gd name="connsiteY5" fmla="*/ 6092 h 35417"/>
                      <a:gd name="connsiteX6" fmla="*/ 8501 w 46798"/>
                      <a:gd name="connsiteY6" fmla="*/ 1551 h 35417"/>
                      <a:gd name="connsiteX7" fmla="*/ 14760 w 46798"/>
                      <a:gd name="connsiteY7" fmla="*/ 0 h 35417"/>
                      <a:gd name="connsiteX8" fmla="*/ 18802 w 46798"/>
                      <a:gd name="connsiteY8" fmla="*/ 526 h 35417"/>
                      <a:gd name="connsiteX9" fmla="*/ 21627 w 46798"/>
                      <a:gd name="connsiteY9" fmla="*/ 1966 h 35417"/>
                      <a:gd name="connsiteX10" fmla="*/ 23565 w 46798"/>
                      <a:gd name="connsiteY10" fmla="*/ 4071 h 35417"/>
                      <a:gd name="connsiteX11" fmla="*/ 24867 w 46798"/>
                      <a:gd name="connsiteY11" fmla="*/ 6674 h 35417"/>
                      <a:gd name="connsiteX12" fmla="*/ 29491 w 46798"/>
                      <a:gd name="connsiteY12" fmla="*/ 1662 h 35417"/>
                      <a:gd name="connsiteX13" fmla="*/ 36110 w 46798"/>
                      <a:gd name="connsiteY13" fmla="*/ 28 h 35417"/>
                      <a:gd name="connsiteX14" fmla="*/ 41731 w 46798"/>
                      <a:gd name="connsiteY14" fmla="*/ 1191 h 35417"/>
                      <a:gd name="connsiteX15" fmla="*/ 44943 w 46798"/>
                      <a:gd name="connsiteY15" fmla="*/ 4237 h 35417"/>
                      <a:gd name="connsiteX16" fmla="*/ 46438 w 46798"/>
                      <a:gd name="connsiteY16" fmla="*/ 8585 h 35417"/>
                      <a:gd name="connsiteX17" fmla="*/ 46798 w 46798"/>
                      <a:gd name="connsiteY17" fmla="*/ 13624 h 35417"/>
                      <a:gd name="connsiteX18" fmla="*/ 46798 w 46798"/>
                      <a:gd name="connsiteY18" fmla="*/ 35362 h 35417"/>
                      <a:gd name="connsiteX19" fmla="*/ 42811 w 46798"/>
                      <a:gd name="connsiteY19" fmla="*/ 35362 h 35417"/>
                      <a:gd name="connsiteX20" fmla="*/ 42811 w 46798"/>
                      <a:gd name="connsiteY20" fmla="*/ 11575 h 35417"/>
                      <a:gd name="connsiteX21" fmla="*/ 41260 w 46798"/>
                      <a:gd name="connsiteY21" fmla="*/ 5732 h 35417"/>
                      <a:gd name="connsiteX22" fmla="*/ 35445 w 46798"/>
                      <a:gd name="connsiteY22" fmla="*/ 3600 h 35417"/>
                      <a:gd name="connsiteX23" fmla="*/ 31236 w 46798"/>
                      <a:gd name="connsiteY23" fmla="*/ 4569 h 35417"/>
                      <a:gd name="connsiteX24" fmla="*/ 27691 w 46798"/>
                      <a:gd name="connsiteY24" fmla="*/ 7532 h 35417"/>
                      <a:gd name="connsiteX25" fmla="*/ 26584 w 46798"/>
                      <a:gd name="connsiteY25" fmla="*/ 9554 h 35417"/>
                      <a:gd name="connsiteX26" fmla="*/ 25891 w 46798"/>
                      <a:gd name="connsiteY26" fmla="*/ 11991 h 35417"/>
                      <a:gd name="connsiteX27" fmla="*/ 25531 w 46798"/>
                      <a:gd name="connsiteY27" fmla="*/ 14511 h 35417"/>
                      <a:gd name="connsiteX28" fmla="*/ 25421 w 46798"/>
                      <a:gd name="connsiteY28" fmla="*/ 16837 h 35417"/>
                      <a:gd name="connsiteX29" fmla="*/ 25421 w 46798"/>
                      <a:gd name="connsiteY29" fmla="*/ 35390 h 35417"/>
                      <a:gd name="connsiteX30" fmla="*/ 21433 w 46798"/>
                      <a:gd name="connsiteY30" fmla="*/ 35390 h 35417"/>
                      <a:gd name="connsiteX31" fmla="*/ 21433 w 46798"/>
                      <a:gd name="connsiteY31" fmla="*/ 11603 h 35417"/>
                      <a:gd name="connsiteX32" fmla="*/ 19882 w 46798"/>
                      <a:gd name="connsiteY32" fmla="*/ 5760 h 35417"/>
                      <a:gd name="connsiteX33" fmla="*/ 14067 w 46798"/>
                      <a:gd name="connsiteY33" fmla="*/ 3628 h 35417"/>
                      <a:gd name="connsiteX34" fmla="*/ 9858 w 46798"/>
                      <a:gd name="connsiteY34" fmla="*/ 4597 h 35417"/>
                      <a:gd name="connsiteX35" fmla="*/ 6314 w 46798"/>
                      <a:gd name="connsiteY35" fmla="*/ 7560 h 35417"/>
                      <a:gd name="connsiteX36" fmla="*/ 5206 w 46798"/>
                      <a:gd name="connsiteY36" fmla="*/ 9581 h 35417"/>
                      <a:gd name="connsiteX37" fmla="*/ 4514 w 46798"/>
                      <a:gd name="connsiteY37" fmla="*/ 12018 h 35417"/>
                      <a:gd name="connsiteX38" fmla="*/ 4154 w 46798"/>
                      <a:gd name="connsiteY38" fmla="*/ 14538 h 35417"/>
                      <a:gd name="connsiteX39" fmla="*/ 4043 w 46798"/>
                      <a:gd name="connsiteY39" fmla="*/ 16864 h 35417"/>
                      <a:gd name="connsiteX40" fmla="*/ 4043 w 46798"/>
                      <a:gd name="connsiteY40" fmla="*/ 35417 h 35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46798" h="35417">
                        <a:moveTo>
                          <a:pt x="3988" y="35334"/>
                        </a:moveTo>
                        <a:lnTo>
                          <a:pt x="0" y="35334"/>
                        </a:lnTo>
                        <a:lnTo>
                          <a:pt x="0" y="914"/>
                        </a:lnTo>
                        <a:lnTo>
                          <a:pt x="3988" y="914"/>
                        </a:lnTo>
                        <a:lnTo>
                          <a:pt x="3988" y="6092"/>
                        </a:lnTo>
                        <a:lnTo>
                          <a:pt x="4126" y="6092"/>
                        </a:lnTo>
                        <a:cubicBezTo>
                          <a:pt x="5151" y="4099"/>
                          <a:pt x="6618" y="2575"/>
                          <a:pt x="8501" y="1551"/>
                        </a:cubicBezTo>
                        <a:cubicBezTo>
                          <a:pt x="10384" y="526"/>
                          <a:pt x="12489" y="0"/>
                          <a:pt x="14760" y="0"/>
                        </a:cubicBezTo>
                        <a:cubicBezTo>
                          <a:pt x="16366" y="0"/>
                          <a:pt x="17695" y="166"/>
                          <a:pt x="18802" y="526"/>
                        </a:cubicBezTo>
                        <a:cubicBezTo>
                          <a:pt x="19910" y="886"/>
                          <a:pt x="20852" y="1357"/>
                          <a:pt x="21627" y="1966"/>
                        </a:cubicBezTo>
                        <a:cubicBezTo>
                          <a:pt x="22402" y="2575"/>
                          <a:pt x="23039" y="3268"/>
                          <a:pt x="23565" y="4071"/>
                        </a:cubicBezTo>
                        <a:cubicBezTo>
                          <a:pt x="24064" y="4874"/>
                          <a:pt x="24507" y="5732"/>
                          <a:pt x="24867" y="6674"/>
                        </a:cubicBezTo>
                        <a:cubicBezTo>
                          <a:pt x="26030" y="4403"/>
                          <a:pt x="27553" y="2742"/>
                          <a:pt x="29491" y="1662"/>
                        </a:cubicBezTo>
                        <a:cubicBezTo>
                          <a:pt x="31430" y="582"/>
                          <a:pt x="33617" y="28"/>
                          <a:pt x="36110" y="28"/>
                        </a:cubicBezTo>
                        <a:cubicBezTo>
                          <a:pt x="38463" y="28"/>
                          <a:pt x="40319" y="415"/>
                          <a:pt x="41731" y="1191"/>
                        </a:cubicBezTo>
                        <a:cubicBezTo>
                          <a:pt x="43115" y="1966"/>
                          <a:pt x="44195" y="2991"/>
                          <a:pt x="44943" y="4237"/>
                        </a:cubicBezTo>
                        <a:cubicBezTo>
                          <a:pt x="45691" y="5483"/>
                          <a:pt x="46189" y="6951"/>
                          <a:pt x="46438" y="8585"/>
                        </a:cubicBezTo>
                        <a:cubicBezTo>
                          <a:pt x="46688" y="10218"/>
                          <a:pt x="46798" y="11907"/>
                          <a:pt x="46798" y="13624"/>
                        </a:cubicBezTo>
                        <a:lnTo>
                          <a:pt x="46798" y="35362"/>
                        </a:lnTo>
                        <a:lnTo>
                          <a:pt x="42811" y="35362"/>
                        </a:lnTo>
                        <a:lnTo>
                          <a:pt x="42811" y="11575"/>
                        </a:lnTo>
                        <a:cubicBezTo>
                          <a:pt x="42811" y="9083"/>
                          <a:pt x="42285" y="7145"/>
                          <a:pt x="41260" y="5732"/>
                        </a:cubicBezTo>
                        <a:cubicBezTo>
                          <a:pt x="40208" y="4320"/>
                          <a:pt x="38269" y="3600"/>
                          <a:pt x="35445" y="3600"/>
                        </a:cubicBezTo>
                        <a:cubicBezTo>
                          <a:pt x="33977" y="3600"/>
                          <a:pt x="32565" y="3932"/>
                          <a:pt x="31236" y="4569"/>
                        </a:cubicBezTo>
                        <a:cubicBezTo>
                          <a:pt x="29879" y="5206"/>
                          <a:pt x="28688" y="6203"/>
                          <a:pt x="27691" y="7532"/>
                        </a:cubicBezTo>
                        <a:cubicBezTo>
                          <a:pt x="27248" y="8114"/>
                          <a:pt x="26888" y="8778"/>
                          <a:pt x="26584" y="9554"/>
                        </a:cubicBezTo>
                        <a:cubicBezTo>
                          <a:pt x="26307" y="10329"/>
                          <a:pt x="26058" y="11132"/>
                          <a:pt x="25891" y="11991"/>
                        </a:cubicBezTo>
                        <a:cubicBezTo>
                          <a:pt x="25725" y="12821"/>
                          <a:pt x="25587" y="13680"/>
                          <a:pt x="25531" y="14511"/>
                        </a:cubicBezTo>
                        <a:cubicBezTo>
                          <a:pt x="25476" y="15341"/>
                          <a:pt x="25421" y="16117"/>
                          <a:pt x="25421" y="16837"/>
                        </a:cubicBezTo>
                        <a:lnTo>
                          <a:pt x="25421" y="35390"/>
                        </a:lnTo>
                        <a:lnTo>
                          <a:pt x="21433" y="35390"/>
                        </a:lnTo>
                        <a:lnTo>
                          <a:pt x="21433" y="11603"/>
                        </a:lnTo>
                        <a:cubicBezTo>
                          <a:pt x="21433" y="9111"/>
                          <a:pt x="20907" y="7172"/>
                          <a:pt x="19882" y="5760"/>
                        </a:cubicBezTo>
                        <a:cubicBezTo>
                          <a:pt x="18830" y="4348"/>
                          <a:pt x="16892" y="3628"/>
                          <a:pt x="14067" y="3628"/>
                        </a:cubicBezTo>
                        <a:cubicBezTo>
                          <a:pt x="12600" y="3628"/>
                          <a:pt x="11187" y="3960"/>
                          <a:pt x="9858" y="4597"/>
                        </a:cubicBezTo>
                        <a:cubicBezTo>
                          <a:pt x="8501" y="5234"/>
                          <a:pt x="7311" y="6231"/>
                          <a:pt x="6314" y="7560"/>
                        </a:cubicBezTo>
                        <a:cubicBezTo>
                          <a:pt x="5871" y="8141"/>
                          <a:pt x="5511" y="8806"/>
                          <a:pt x="5206" y="9581"/>
                        </a:cubicBezTo>
                        <a:cubicBezTo>
                          <a:pt x="4929" y="10357"/>
                          <a:pt x="4680" y="11160"/>
                          <a:pt x="4514" y="12018"/>
                        </a:cubicBezTo>
                        <a:cubicBezTo>
                          <a:pt x="4348" y="12849"/>
                          <a:pt x="4209" y="13707"/>
                          <a:pt x="4154" y="14538"/>
                        </a:cubicBezTo>
                        <a:cubicBezTo>
                          <a:pt x="4098" y="15369"/>
                          <a:pt x="4043" y="16144"/>
                          <a:pt x="4043" y="16864"/>
                        </a:cubicBezTo>
                        <a:lnTo>
                          <a:pt x="4043" y="35417"/>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694" name="Freeform 3693">
                    <a:extLst>
                      <a:ext uri="{FF2B5EF4-FFF2-40B4-BE49-F238E27FC236}">
                        <a16:creationId xmlns:a16="http://schemas.microsoft.com/office/drawing/2014/main" id="{0AE0B311-4495-5E73-3587-1AECBCFA3EA8}"/>
                      </a:ext>
                    </a:extLst>
                  </p:cNvPr>
                  <p:cNvSpPr/>
                  <p:nvPr/>
                </p:nvSpPr>
                <p:spPr>
                  <a:xfrm>
                    <a:off x="2815205" y="4088789"/>
                    <a:ext cx="30988" cy="36303"/>
                  </a:xfrm>
                  <a:custGeom>
                    <a:avLst/>
                    <a:gdLst>
                      <a:gd name="connsiteX0" fmla="*/ 4320 w 30988"/>
                      <a:gd name="connsiteY0" fmla="*/ 19052 h 36303"/>
                      <a:gd name="connsiteX1" fmla="*/ 5040 w 30988"/>
                      <a:gd name="connsiteY1" fmla="*/ 24341 h 36303"/>
                      <a:gd name="connsiteX2" fmla="*/ 7200 w 30988"/>
                      <a:gd name="connsiteY2" fmla="*/ 28661 h 36303"/>
                      <a:gd name="connsiteX3" fmla="*/ 10827 w 30988"/>
                      <a:gd name="connsiteY3" fmla="*/ 31596 h 36303"/>
                      <a:gd name="connsiteX4" fmla="*/ 15867 w 30988"/>
                      <a:gd name="connsiteY4" fmla="*/ 32704 h 36303"/>
                      <a:gd name="connsiteX5" fmla="*/ 22568 w 30988"/>
                      <a:gd name="connsiteY5" fmla="*/ 30655 h 36303"/>
                      <a:gd name="connsiteX6" fmla="*/ 26279 w 30988"/>
                      <a:gd name="connsiteY6" fmla="*/ 24812 h 36303"/>
                      <a:gd name="connsiteX7" fmla="*/ 30737 w 30988"/>
                      <a:gd name="connsiteY7" fmla="*/ 24812 h 36303"/>
                      <a:gd name="connsiteX8" fmla="*/ 28799 w 30988"/>
                      <a:gd name="connsiteY8" fmla="*/ 29353 h 36303"/>
                      <a:gd name="connsiteX9" fmla="*/ 25808 w 30988"/>
                      <a:gd name="connsiteY9" fmla="*/ 33008 h 36303"/>
                      <a:gd name="connsiteX10" fmla="*/ 21544 w 30988"/>
                      <a:gd name="connsiteY10" fmla="*/ 35445 h 36303"/>
                      <a:gd name="connsiteX11" fmla="*/ 15839 w 30988"/>
                      <a:gd name="connsiteY11" fmla="*/ 36304 h 36303"/>
                      <a:gd name="connsiteX12" fmla="*/ 8723 w 30988"/>
                      <a:gd name="connsiteY12" fmla="*/ 34919 h 36303"/>
                      <a:gd name="connsiteX13" fmla="*/ 3794 w 30988"/>
                      <a:gd name="connsiteY13" fmla="*/ 31098 h 36303"/>
                      <a:gd name="connsiteX14" fmla="*/ 941 w 30988"/>
                      <a:gd name="connsiteY14" fmla="*/ 25393 h 36303"/>
                      <a:gd name="connsiteX15" fmla="*/ 0 w 30988"/>
                      <a:gd name="connsiteY15" fmla="*/ 18304 h 36303"/>
                      <a:gd name="connsiteX16" fmla="*/ 1108 w 30988"/>
                      <a:gd name="connsiteY16" fmla="*/ 11187 h 36303"/>
                      <a:gd name="connsiteX17" fmla="*/ 4237 w 30988"/>
                      <a:gd name="connsiteY17" fmla="*/ 5372 h 36303"/>
                      <a:gd name="connsiteX18" fmla="*/ 9193 w 30988"/>
                      <a:gd name="connsiteY18" fmla="*/ 1440 h 36303"/>
                      <a:gd name="connsiteX19" fmla="*/ 15839 w 30988"/>
                      <a:gd name="connsiteY19" fmla="*/ 0 h 36303"/>
                      <a:gd name="connsiteX20" fmla="*/ 26999 w 30988"/>
                      <a:gd name="connsiteY20" fmla="*/ 4874 h 36303"/>
                      <a:gd name="connsiteX21" fmla="*/ 30987 w 30988"/>
                      <a:gd name="connsiteY21" fmla="*/ 19052 h 36303"/>
                      <a:gd name="connsiteX22" fmla="*/ 4264 w 30988"/>
                      <a:gd name="connsiteY22" fmla="*/ 19052 h 36303"/>
                      <a:gd name="connsiteX23" fmla="*/ 26777 w 30988"/>
                      <a:gd name="connsiteY23" fmla="*/ 15729 h 36303"/>
                      <a:gd name="connsiteX24" fmla="*/ 26085 w 30988"/>
                      <a:gd name="connsiteY24" fmla="*/ 10966 h 36303"/>
                      <a:gd name="connsiteX25" fmla="*/ 24036 w 30988"/>
                      <a:gd name="connsiteY25" fmla="*/ 7117 h 36303"/>
                      <a:gd name="connsiteX26" fmla="*/ 20602 w 30988"/>
                      <a:gd name="connsiteY26" fmla="*/ 4514 h 36303"/>
                      <a:gd name="connsiteX27" fmla="*/ 15895 w 30988"/>
                      <a:gd name="connsiteY27" fmla="*/ 3545 h 36303"/>
                      <a:gd name="connsiteX28" fmla="*/ 11215 w 30988"/>
                      <a:gd name="connsiteY28" fmla="*/ 4541 h 36303"/>
                      <a:gd name="connsiteX29" fmla="*/ 7754 w 30988"/>
                      <a:gd name="connsiteY29" fmla="*/ 7200 h 36303"/>
                      <a:gd name="connsiteX30" fmla="*/ 5455 w 30988"/>
                      <a:gd name="connsiteY30" fmla="*/ 11049 h 36303"/>
                      <a:gd name="connsiteX31" fmla="*/ 4320 w 30988"/>
                      <a:gd name="connsiteY31" fmla="*/ 15701 h 36303"/>
                      <a:gd name="connsiteX32" fmla="*/ 26777 w 30988"/>
                      <a:gd name="connsiteY32" fmla="*/ 15701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0988" h="36303">
                        <a:moveTo>
                          <a:pt x="4320" y="19052"/>
                        </a:moveTo>
                        <a:cubicBezTo>
                          <a:pt x="4320" y="20907"/>
                          <a:pt x="4569" y="22679"/>
                          <a:pt x="5040" y="24341"/>
                        </a:cubicBezTo>
                        <a:cubicBezTo>
                          <a:pt x="5538" y="26002"/>
                          <a:pt x="6258" y="27442"/>
                          <a:pt x="7200" y="28661"/>
                        </a:cubicBezTo>
                        <a:cubicBezTo>
                          <a:pt x="8141" y="29879"/>
                          <a:pt x="9360" y="30848"/>
                          <a:pt x="10827" y="31596"/>
                        </a:cubicBezTo>
                        <a:cubicBezTo>
                          <a:pt x="12295" y="32316"/>
                          <a:pt x="13984" y="32704"/>
                          <a:pt x="15867" y="32704"/>
                        </a:cubicBezTo>
                        <a:cubicBezTo>
                          <a:pt x="18470" y="32704"/>
                          <a:pt x="20713" y="32011"/>
                          <a:pt x="22568" y="30655"/>
                        </a:cubicBezTo>
                        <a:cubicBezTo>
                          <a:pt x="24424" y="29270"/>
                          <a:pt x="25670" y="27331"/>
                          <a:pt x="26279" y="24812"/>
                        </a:cubicBezTo>
                        <a:lnTo>
                          <a:pt x="30737" y="24812"/>
                        </a:lnTo>
                        <a:cubicBezTo>
                          <a:pt x="30239" y="26445"/>
                          <a:pt x="29602" y="27969"/>
                          <a:pt x="28799" y="29353"/>
                        </a:cubicBezTo>
                        <a:cubicBezTo>
                          <a:pt x="27996" y="30738"/>
                          <a:pt x="26999" y="31956"/>
                          <a:pt x="25808" y="33008"/>
                        </a:cubicBezTo>
                        <a:cubicBezTo>
                          <a:pt x="24618" y="34060"/>
                          <a:pt x="23205" y="34864"/>
                          <a:pt x="21544" y="35445"/>
                        </a:cubicBezTo>
                        <a:cubicBezTo>
                          <a:pt x="19910" y="36026"/>
                          <a:pt x="17999" y="36304"/>
                          <a:pt x="15839" y="36304"/>
                        </a:cubicBezTo>
                        <a:cubicBezTo>
                          <a:pt x="13098" y="36304"/>
                          <a:pt x="10717" y="35833"/>
                          <a:pt x="8723" y="34919"/>
                        </a:cubicBezTo>
                        <a:cubicBezTo>
                          <a:pt x="6729" y="33977"/>
                          <a:pt x="5095" y="32704"/>
                          <a:pt x="3794" y="31098"/>
                        </a:cubicBezTo>
                        <a:cubicBezTo>
                          <a:pt x="2520" y="29491"/>
                          <a:pt x="1551" y="27581"/>
                          <a:pt x="941" y="25393"/>
                        </a:cubicBezTo>
                        <a:cubicBezTo>
                          <a:pt x="332" y="23205"/>
                          <a:pt x="0" y="20852"/>
                          <a:pt x="0" y="18304"/>
                        </a:cubicBezTo>
                        <a:cubicBezTo>
                          <a:pt x="0" y="15757"/>
                          <a:pt x="360" y="13403"/>
                          <a:pt x="1108" y="11187"/>
                        </a:cubicBezTo>
                        <a:cubicBezTo>
                          <a:pt x="1828" y="8972"/>
                          <a:pt x="2880" y="7034"/>
                          <a:pt x="4237" y="5372"/>
                        </a:cubicBezTo>
                        <a:cubicBezTo>
                          <a:pt x="5594" y="3711"/>
                          <a:pt x="7227" y="2409"/>
                          <a:pt x="9193" y="1440"/>
                        </a:cubicBezTo>
                        <a:cubicBezTo>
                          <a:pt x="11132" y="499"/>
                          <a:pt x="13347" y="0"/>
                          <a:pt x="15839" y="0"/>
                        </a:cubicBezTo>
                        <a:cubicBezTo>
                          <a:pt x="20575" y="0"/>
                          <a:pt x="24313" y="1634"/>
                          <a:pt x="26999" y="4874"/>
                        </a:cubicBezTo>
                        <a:cubicBezTo>
                          <a:pt x="29713" y="8141"/>
                          <a:pt x="31042" y="12849"/>
                          <a:pt x="30987" y="19052"/>
                        </a:cubicBezTo>
                        <a:lnTo>
                          <a:pt x="4264" y="19052"/>
                        </a:lnTo>
                        <a:close/>
                        <a:moveTo>
                          <a:pt x="26777" y="15729"/>
                        </a:moveTo>
                        <a:cubicBezTo>
                          <a:pt x="26777" y="14040"/>
                          <a:pt x="26556" y="12461"/>
                          <a:pt x="26085" y="10966"/>
                        </a:cubicBezTo>
                        <a:cubicBezTo>
                          <a:pt x="25614" y="9471"/>
                          <a:pt x="24922" y="8197"/>
                          <a:pt x="24036" y="7117"/>
                        </a:cubicBezTo>
                        <a:cubicBezTo>
                          <a:pt x="23122" y="6037"/>
                          <a:pt x="21987" y="5178"/>
                          <a:pt x="20602" y="4514"/>
                        </a:cubicBezTo>
                        <a:cubicBezTo>
                          <a:pt x="19218" y="3877"/>
                          <a:pt x="17667" y="3545"/>
                          <a:pt x="15895" y="3545"/>
                        </a:cubicBezTo>
                        <a:cubicBezTo>
                          <a:pt x="14123" y="3545"/>
                          <a:pt x="12572" y="3877"/>
                          <a:pt x="11215" y="4541"/>
                        </a:cubicBezTo>
                        <a:cubicBezTo>
                          <a:pt x="9858" y="5206"/>
                          <a:pt x="8723" y="6092"/>
                          <a:pt x="7754" y="7200"/>
                        </a:cubicBezTo>
                        <a:cubicBezTo>
                          <a:pt x="6812" y="8307"/>
                          <a:pt x="6037" y="9581"/>
                          <a:pt x="5455" y="11049"/>
                        </a:cubicBezTo>
                        <a:cubicBezTo>
                          <a:pt x="4874" y="12517"/>
                          <a:pt x="4514" y="14067"/>
                          <a:pt x="4320" y="15701"/>
                        </a:cubicBezTo>
                        <a:lnTo>
                          <a:pt x="26777" y="15701"/>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grpSp>
            <p:grpSp>
              <p:nvGrpSpPr>
                <p:cNvPr id="44" name="Group 43">
                  <a:extLst>
                    <a:ext uri="{FF2B5EF4-FFF2-40B4-BE49-F238E27FC236}">
                      <a16:creationId xmlns:a16="http://schemas.microsoft.com/office/drawing/2014/main" id="{5A33118E-3431-05C1-9413-759C6AE8F1EB}"/>
                    </a:ext>
                  </a:extLst>
                </p:cNvPr>
                <p:cNvGrpSpPr/>
                <p:nvPr/>
              </p:nvGrpSpPr>
              <p:grpSpPr>
                <a:xfrm>
                  <a:off x="2637511" y="4505290"/>
                  <a:ext cx="3219993" cy="1311474"/>
                  <a:chOff x="2637511" y="4505290"/>
                  <a:chExt cx="3219993" cy="1311474"/>
                </a:xfrm>
              </p:grpSpPr>
              <p:grpSp>
                <p:nvGrpSpPr>
                  <p:cNvPr id="3700" name="Graphic 14">
                    <a:extLst>
                      <a:ext uri="{FF2B5EF4-FFF2-40B4-BE49-F238E27FC236}">
                        <a16:creationId xmlns:a16="http://schemas.microsoft.com/office/drawing/2014/main" id="{A6B29FF4-2475-EA5F-6C8A-9A8E332D0FF0}"/>
                      </a:ext>
                    </a:extLst>
                  </p:cNvPr>
                  <p:cNvGrpSpPr/>
                  <p:nvPr/>
                </p:nvGrpSpPr>
                <p:grpSpPr>
                  <a:xfrm>
                    <a:off x="2731014" y="4559723"/>
                    <a:ext cx="793522" cy="222458"/>
                    <a:chOff x="1980284" y="3712934"/>
                    <a:chExt cx="233604" cy="65489"/>
                  </a:xfrm>
                  <a:solidFill>
                    <a:srgbClr val="8371B3"/>
                  </a:solidFill>
                </p:grpSpPr>
                <p:grpSp>
                  <p:nvGrpSpPr>
                    <p:cNvPr id="3701" name="Graphic 14">
                      <a:extLst>
                        <a:ext uri="{FF2B5EF4-FFF2-40B4-BE49-F238E27FC236}">
                          <a16:creationId xmlns:a16="http://schemas.microsoft.com/office/drawing/2014/main" id="{B204FB60-DCF5-98BA-2098-DABF99DE25AE}"/>
                        </a:ext>
                      </a:extLst>
                    </p:cNvPr>
                    <p:cNvGrpSpPr/>
                    <p:nvPr/>
                  </p:nvGrpSpPr>
                  <p:grpSpPr>
                    <a:xfrm>
                      <a:off x="2070004" y="3712934"/>
                      <a:ext cx="77563" cy="47878"/>
                      <a:chOff x="2070004" y="3712934"/>
                      <a:chExt cx="77563" cy="47878"/>
                    </a:xfrm>
                    <a:solidFill>
                      <a:srgbClr val="8371B3"/>
                    </a:solidFill>
                  </p:grpSpPr>
                  <p:sp>
                    <p:nvSpPr>
                      <p:cNvPr id="3703" name="Freeform 3702">
                        <a:extLst>
                          <a:ext uri="{FF2B5EF4-FFF2-40B4-BE49-F238E27FC236}">
                            <a16:creationId xmlns:a16="http://schemas.microsoft.com/office/drawing/2014/main" id="{8DF25E28-C5FE-DDE3-1A11-0CED0146C9D1}"/>
                          </a:ext>
                        </a:extLst>
                      </p:cNvPr>
                      <p:cNvSpPr/>
                      <p:nvPr/>
                    </p:nvSpPr>
                    <p:spPr>
                      <a:xfrm>
                        <a:off x="2070004" y="3712934"/>
                        <a:ext cx="42257" cy="47850"/>
                      </a:xfrm>
                      <a:custGeom>
                        <a:avLst/>
                        <a:gdLst>
                          <a:gd name="connsiteX0" fmla="*/ 0 w 42257"/>
                          <a:gd name="connsiteY0" fmla="*/ 47851 h 47850"/>
                          <a:gd name="connsiteX1" fmla="*/ 18802 w 42257"/>
                          <a:gd name="connsiteY1" fmla="*/ 0 h 47850"/>
                          <a:gd name="connsiteX2" fmla="*/ 23925 w 42257"/>
                          <a:gd name="connsiteY2" fmla="*/ 0 h 47850"/>
                          <a:gd name="connsiteX3" fmla="*/ 42257 w 42257"/>
                          <a:gd name="connsiteY3" fmla="*/ 47851 h 47850"/>
                          <a:gd name="connsiteX4" fmla="*/ 37605 w 42257"/>
                          <a:gd name="connsiteY4" fmla="*/ 47851 h 47850"/>
                          <a:gd name="connsiteX5" fmla="*/ 32094 w 42257"/>
                          <a:gd name="connsiteY5" fmla="*/ 32842 h 47850"/>
                          <a:gd name="connsiteX6" fmla="*/ 10301 w 42257"/>
                          <a:gd name="connsiteY6" fmla="*/ 32842 h 47850"/>
                          <a:gd name="connsiteX7" fmla="*/ 4652 w 42257"/>
                          <a:gd name="connsiteY7" fmla="*/ 47851 h 47850"/>
                          <a:gd name="connsiteX8" fmla="*/ 0 w 42257"/>
                          <a:gd name="connsiteY8" fmla="*/ 47851 h 47850"/>
                          <a:gd name="connsiteX9" fmla="*/ 11852 w 42257"/>
                          <a:gd name="connsiteY9" fmla="*/ 28993 h 47850"/>
                          <a:gd name="connsiteX10" fmla="*/ 30599 w 42257"/>
                          <a:gd name="connsiteY10" fmla="*/ 28993 h 47850"/>
                          <a:gd name="connsiteX11" fmla="*/ 21239 w 42257"/>
                          <a:gd name="connsiteY11" fmla="*/ 3877 h 47850"/>
                          <a:gd name="connsiteX12" fmla="*/ 11880 w 42257"/>
                          <a:gd name="connsiteY12" fmla="*/ 28993 h 47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257" h="47850">
                            <a:moveTo>
                              <a:pt x="0" y="47851"/>
                            </a:moveTo>
                            <a:lnTo>
                              <a:pt x="18802" y="0"/>
                            </a:lnTo>
                            <a:lnTo>
                              <a:pt x="23925" y="0"/>
                            </a:lnTo>
                            <a:lnTo>
                              <a:pt x="42257" y="47851"/>
                            </a:lnTo>
                            <a:lnTo>
                              <a:pt x="37605" y="47851"/>
                            </a:lnTo>
                            <a:lnTo>
                              <a:pt x="32094" y="32842"/>
                            </a:lnTo>
                            <a:lnTo>
                              <a:pt x="10301" y="32842"/>
                            </a:lnTo>
                            <a:lnTo>
                              <a:pt x="4652" y="47851"/>
                            </a:lnTo>
                            <a:lnTo>
                              <a:pt x="0" y="47851"/>
                            </a:lnTo>
                            <a:close/>
                            <a:moveTo>
                              <a:pt x="11852" y="28993"/>
                            </a:moveTo>
                            <a:lnTo>
                              <a:pt x="30599" y="28993"/>
                            </a:lnTo>
                            <a:lnTo>
                              <a:pt x="21239" y="3877"/>
                            </a:lnTo>
                            <a:lnTo>
                              <a:pt x="11880" y="28993"/>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sp>
                    <p:nvSpPr>
                      <p:cNvPr id="3704" name="Freeform 3703">
                        <a:extLst>
                          <a:ext uri="{FF2B5EF4-FFF2-40B4-BE49-F238E27FC236}">
                            <a16:creationId xmlns:a16="http://schemas.microsoft.com/office/drawing/2014/main" id="{718B698C-37EB-2366-1C82-2041987F75F8}"/>
                          </a:ext>
                        </a:extLst>
                      </p:cNvPr>
                      <p:cNvSpPr/>
                      <p:nvPr/>
                    </p:nvSpPr>
                    <p:spPr>
                      <a:xfrm>
                        <a:off x="2116525" y="3713931"/>
                        <a:ext cx="31042" cy="46881"/>
                      </a:xfrm>
                      <a:custGeom>
                        <a:avLst/>
                        <a:gdLst>
                          <a:gd name="connsiteX0" fmla="*/ 1412 w 31042"/>
                          <a:gd name="connsiteY0" fmla="*/ 15369 h 46881"/>
                          <a:gd name="connsiteX1" fmla="*/ 2465 w 31042"/>
                          <a:gd name="connsiteY1" fmla="*/ 9083 h 46881"/>
                          <a:gd name="connsiteX2" fmla="*/ 5511 w 31042"/>
                          <a:gd name="connsiteY2" fmla="*/ 4237 h 46881"/>
                          <a:gd name="connsiteX3" fmla="*/ 10329 w 31042"/>
                          <a:gd name="connsiteY3" fmla="*/ 1108 h 46881"/>
                          <a:gd name="connsiteX4" fmla="*/ 16615 w 31042"/>
                          <a:gd name="connsiteY4" fmla="*/ 0 h 46881"/>
                          <a:gd name="connsiteX5" fmla="*/ 22818 w 31042"/>
                          <a:gd name="connsiteY5" fmla="*/ 1025 h 46881"/>
                          <a:gd name="connsiteX6" fmla="*/ 27331 w 31042"/>
                          <a:gd name="connsiteY6" fmla="*/ 3794 h 46881"/>
                          <a:gd name="connsiteX7" fmla="*/ 30101 w 31042"/>
                          <a:gd name="connsiteY7" fmla="*/ 7920 h 46881"/>
                          <a:gd name="connsiteX8" fmla="*/ 31042 w 31042"/>
                          <a:gd name="connsiteY8" fmla="*/ 12960 h 46881"/>
                          <a:gd name="connsiteX9" fmla="*/ 30017 w 31042"/>
                          <a:gd name="connsiteY9" fmla="*/ 18470 h 46881"/>
                          <a:gd name="connsiteX10" fmla="*/ 27304 w 31042"/>
                          <a:gd name="connsiteY10" fmla="*/ 22734 h 46881"/>
                          <a:gd name="connsiteX11" fmla="*/ 23455 w 31042"/>
                          <a:gd name="connsiteY11" fmla="*/ 26057 h 46881"/>
                          <a:gd name="connsiteX12" fmla="*/ 19024 w 31042"/>
                          <a:gd name="connsiteY12" fmla="*/ 28827 h 46881"/>
                          <a:gd name="connsiteX13" fmla="*/ 14566 w 31042"/>
                          <a:gd name="connsiteY13" fmla="*/ 31319 h 46881"/>
                          <a:gd name="connsiteX14" fmla="*/ 10634 w 31042"/>
                          <a:gd name="connsiteY14" fmla="*/ 33839 h 46881"/>
                          <a:gd name="connsiteX15" fmla="*/ 8446 w 31042"/>
                          <a:gd name="connsiteY15" fmla="*/ 35666 h 46881"/>
                          <a:gd name="connsiteX16" fmla="*/ 6507 w 31042"/>
                          <a:gd name="connsiteY16" fmla="*/ 37771 h 46881"/>
                          <a:gd name="connsiteX17" fmla="*/ 5123 w 31042"/>
                          <a:gd name="connsiteY17" fmla="*/ 40263 h 46881"/>
                          <a:gd name="connsiteX18" fmla="*/ 4514 w 31042"/>
                          <a:gd name="connsiteY18" fmla="*/ 43282 h 46881"/>
                          <a:gd name="connsiteX19" fmla="*/ 30627 w 31042"/>
                          <a:gd name="connsiteY19" fmla="*/ 43282 h 46881"/>
                          <a:gd name="connsiteX20" fmla="*/ 30627 w 31042"/>
                          <a:gd name="connsiteY20" fmla="*/ 46881 h 46881"/>
                          <a:gd name="connsiteX21" fmla="*/ 0 w 31042"/>
                          <a:gd name="connsiteY21" fmla="*/ 46881 h 46881"/>
                          <a:gd name="connsiteX22" fmla="*/ 720 w 31042"/>
                          <a:gd name="connsiteY22" fmla="*/ 40762 h 46881"/>
                          <a:gd name="connsiteX23" fmla="*/ 3655 w 31042"/>
                          <a:gd name="connsiteY23" fmla="*/ 35445 h 46881"/>
                          <a:gd name="connsiteX24" fmla="*/ 8750 w 31042"/>
                          <a:gd name="connsiteY24" fmla="*/ 30654 h 46881"/>
                          <a:gd name="connsiteX25" fmla="*/ 13901 w 31042"/>
                          <a:gd name="connsiteY25" fmla="*/ 27110 h 46881"/>
                          <a:gd name="connsiteX26" fmla="*/ 18692 w 31042"/>
                          <a:gd name="connsiteY26" fmla="*/ 24258 h 46881"/>
                          <a:gd name="connsiteX27" fmla="*/ 22679 w 31042"/>
                          <a:gd name="connsiteY27" fmla="*/ 21433 h 46881"/>
                          <a:gd name="connsiteX28" fmla="*/ 25393 w 31042"/>
                          <a:gd name="connsiteY28" fmla="*/ 17972 h 46881"/>
                          <a:gd name="connsiteX29" fmla="*/ 26390 w 31042"/>
                          <a:gd name="connsiteY29" fmla="*/ 13264 h 46881"/>
                          <a:gd name="connsiteX30" fmla="*/ 25587 w 31042"/>
                          <a:gd name="connsiteY30" fmla="*/ 9221 h 46881"/>
                          <a:gd name="connsiteX31" fmla="*/ 23399 w 31042"/>
                          <a:gd name="connsiteY31" fmla="*/ 6175 h 46881"/>
                          <a:gd name="connsiteX32" fmla="*/ 20132 w 31042"/>
                          <a:gd name="connsiteY32" fmla="*/ 4292 h 46881"/>
                          <a:gd name="connsiteX33" fmla="*/ 16089 w 31042"/>
                          <a:gd name="connsiteY33" fmla="*/ 3655 h 46881"/>
                          <a:gd name="connsiteX34" fmla="*/ 11880 w 31042"/>
                          <a:gd name="connsiteY34" fmla="*/ 4624 h 46881"/>
                          <a:gd name="connsiteX35" fmla="*/ 8612 w 31042"/>
                          <a:gd name="connsiteY35" fmla="*/ 7172 h 46881"/>
                          <a:gd name="connsiteX36" fmla="*/ 6507 w 31042"/>
                          <a:gd name="connsiteY36" fmla="*/ 10883 h 46881"/>
                          <a:gd name="connsiteX37" fmla="*/ 5898 w 31042"/>
                          <a:gd name="connsiteY37" fmla="*/ 15396 h 46881"/>
                          <a:gd name="connsiteX38" fmla="*/ 1385 w 31042"/>
                          <a:gd name="connsiteY38" fmla="*/ 15396 h 46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31042" h="46881">
                            <a:moveTo>
                              <a:pt x="1412" y="15369"/>
                            </a:moveTo>
                            <a:cubicBezTo>
                              <a:pt x="1412" y="13070"/>
                              <a:pt x="1772" y="10966"/>
                              <a:pt x="2465" y="9083"/>
                            </a:cubicBezTo>
                            <a:cubicBezTo>
                              <a:pt x="3185" y="7200"/>
                              <a:pt x="4181" y="5594"/>
                              <a:pt x="5511" y="4237"/>
                            </a:cubicBezTo>
                            <a:cubicBezTo>
                              <a:pt x="6840" y="2880"/>
                              <a:pt x="8446" y="1855"/>
                              <a:pt x="10329" y="1108"/>
                            </a:cubicBezTo>
                            <a:cubicBezTo>
                              <a:pt x="12212" y="388"/>
                              <a:pt x="14316" y="0"/>
                              <a:pt x="16615" y="0"/>
                            </a:cubicBezTo>
                            <a:cubicBezTo>
                              <a:pt x="18913" y="0"/>
                              <a:pt x="21045" y="332"/>
                              <a:pt x="22818" y="1025"/>
                            </a:cubicBezTo>
                            <a:cubicBezTo>
                              <a:pt x="24590" y="1717"/>
                              <a:pt x="26113" y="2631"/>
                              <a:pt x="27331" y="3794"/>
                            </a:cubicBezTo>
                            <a:cubicBezTo>
                              <a:pt x="28550" y="4957"/>
                              <a:pt x="29464" y="6314"/>
                              <a:pt x="30101" y="7920"/>
                            </a:cubicBezTo>
                            <a:cubicBezTo>
                              <a:pt x="30737" y="9526"/>
                              <a:pt x="31042" y="11187"/>
                              <a:pt x="31042" y="12960"/>
                            </a:cubicBezTo>
                            <a:cubicBezTo>
                              <a:pt x="31042" y="15036"/>
                              <a:pt x="30710" y="16892"/>
                              <a:pt x="30017" y="18470"/>
                            </a:cubicBezTo>
                            <a:cubicBezTo>
                              <a:pt x="29325" y="20049"/>
                              <a:pt x="28411" y="21489"/>
                              <a:pt x="27304" y="22734"/>
                            </a:cubicBezTo>
                            <a:cubicBezTo>
                              <a:pt x="26168" y="23981"/>
                              <a:pt x="24895" y="25088"/>
                              <a:pt x="23455" y="26057"/>
                            </a:cubicBezTo>
                            <a:cubicBezTo>
                              <a:pt x="22015" y="27027"/>
                              <a:pt x="20547" y="27940"/>
                              <a:pt x="19024" y="28827"/>
                            </a:cubicBezTo>
                            <a:cubicBezTo>
                              <a:pt x="17529" y="29685"/>
                              <a:pt x="16033" y="30516"/>
                              <a:pt x="14566" y="31319"/>
                            </a:cubicBezTo>
                            <a:cubicBezTo>
                              <a:pt x="13098" y="32122"/>
                              <a:pt x="11797" y="32953"/>
                              <a:pt x="10634" y="33839"/>
                            </a:cubicBezTo>
                            <a:cubicBezTo>
                              <a:pt x="9886" y="34420"/>
                              <a:pt x="9138" y="35029"/>
                              <a:pt x="8446" y="35666"/>
                            </a:cubicBezTo>
                            <a:cubicBezTo>
                              <a:pt x="7726" y="36303"/>
                              <a:pt x="7089" y="36996"/>
                              <a:pt x="6507" y="37771"/>
                            </a:cubicBezTo>
                            <a:cubicBezTo>
                              <a:pt x="5926" y="38546"/>
                              <a:pt x="5455" y="39349"/>
                              <a:pt x="5123" y="40263"/>
                            </a:cubicBezTo>
                            <a:cubicBezTo>
                              <a:pt x="4763" y="41177"/>
                              <a:pt x="4569" y="42174"/>
                              <a:pt x="4514" y="43282"/>
                            </a:cubicBezTo>
                            <a:lnTo>
                              <a:pt x="30627" y="43282"/>
                            </a:lnTo>
                            <a:lnTo>
                              <a:pt x="30627" y="46881"/>
                            </a:lnTo>
                            <a:lnTo>
                              <a:pt x="0" y="46881"/>
                            </a:lnTo>
                            <a:cubicBezTo>
                              <a:pt x="55" y="44611"/>
                              <a:pt x="277" y="42589"/>
                              <a:pt x="720" y="40762"/>
                            </a:cubicBezTo>
                            <a:cubicBezTo>
                              <a:pt x="1163" y="38934"/>
                              <a:pt x="2132" y="37162"/>
                              <a:pt x="3655" y="35445"/>
                            </a:cubicBezTo>
                            <a:cubicBezTo>
                              <a:pt x="5289" y="33590"/>
                              <a:pt x="6978" y="31983"/>
                              <a:pt x="8750" y="30654"/>
                            </a:cubicBezTo>
                            <a:cubicBezTo>
                              <a:pt x="10495" y="29325"/>
                              <a:pt x="12212" y="28134"/>
                              <a:pt x="13901" y="27110"/>
                            </a:cubicBezTo>
                            <a:cubicBezTo>
                              <a:pt x="15590" y="26057"/>
                              <a:pt x="17169" y="25116"/>
                              <a:pt x="18692" y="24258"/>
                            </a:cubicBezTo>
                            <a:cubicBezTo>
                              <a:pt x="20187" y="23399"/>
                              <a:pt x="21516" y="22458"/>
                              <a:pt x="22679" y="21433"/>
                            </a:cubicBezTo>
                            <a:cubicBezTo>
                              <a:pt x="23842" y="20409"/>
                              <a:pt x="24728" y="19273"/>
                              <a:pt x="25393" y="17972"/>
                            </a:cubicBezTo>
                            <a:cubicBezTo>
                              <a:pt x="26058" y="16698"/>
                              <a:pt x="26390" y="15119"/>
                              <a:pt x="26390" y="13264"/>
                            </a:cubicBezTo>
                            <a:cubicBezTo>
                              <a:pt x="26390" y="11769"/>
                              <a:pt x="26113" y="10412"/>
                              <a:pt x="25587" y="9221"/>
                            </a:cubicBezTo>
                            <a:cubicBezTo>
                              <a:pt x="25061" y="8030"/>
                              <a:pt x="24313" y="7006"/>
                              <a:pt x="23399" y="6175"/>
                            </a:cubicBezTo>
                            <a:cubicBezTo>
                              <a:pt x="22485" y="5344"/>
                              <a:pt x="21378" y="4708"/>
                              <a:pt x="20132" y="4292"/>
                            </a:cubicBezTo>
                            <a:cubicBezTo>
                              <a:pt x="18886" y="3877"/>
                              <a:pt x="17529" y="3655"/>
                              <a:pt x="16089" y="3655"/>
                            </a:cubicBezTo>
                            <a:cubicBezTo>
                              <a:pt x="14538" y="3655"/>
                              <a:pt x="13126" y="3988"/>
                              <a:pt x="11880" y="4624"/>
                            </a:cubicBezTo>
                            <a:cubicBezTo>
                              <a:pt x="10606" y="5261"/>
                              <a:pt x="9526" y="6120"/>
                              <a:pt x="8612" y="7172"/>
                            </a:cubicBezTo>
                            <a:cubicBezTo>
                              <a:pt x="7698" y="8224"/>
                              <a:pt x="7006" y="9470"/>
                              <a:pt x="6507" y="10883"/>
                            </a:cubicBezTo>
                            <a:cubicBezTo>
                              <a:pt x="6009" y="12295"/>
                              <a:pt x="5815" y="13818"/>
                              <a:pt x="5898" y="15396"/>
                            </a:cubicBezTo>
                            <a:lnTo>
                              <a:pt x="1385" y="15396"/>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grpSp>
                <p:sp>
                  <p:nvSpPr>
                    <p:cNvPr id="3702" name="Freeform 3701">
                      <a:extLst>
                        <a:ext uri="{FF2B5EF4-FFF2-40B4-BE49-F238E27FC236}">
                          <a16:creationId xmlns:a16="http://schemas.microsoft.com/office/drawing/2014/main" id="{E7555A3F-4BCA-4F22-A09A-4F4EBE81C399}"/>
                        </a:ext>
                      </a:extLst>
                    </p:cNvPr>
                    <p:cNvSpPr/>
                    <p:nvPr/>
                  </p:nvSpPr>
                  <p:spPr>
                    <a:xfrm>
                      <a:off x="1980284" y="3778424"/>
                      <a:ext cx="233604" cy="2769"/>
                    </a:xfrm>
                    <a:custGeom>
                      <a:avLst/>
                      <a:gdLst>
                        <a:gd name="connsiteX0" fmla="*/ 0 w 233604"/>
                        <a:gd name="connsiteY0" fmla="*/ 0 h 2769"/>
                        <a:gd name="connsiteX1" fmla="*/ 233604 w 233604"/>
                        <a:gd name="connsiteY1" fmla="*/ 0 h 2769"/>
                      </a:gdLst>
                      <a:ahLst/>
                      <a:cxnLst>
                        <a:cxn ang="0">
                          <a:pos x="connsiteX0" y="connsiteY0"/>
                        </a:cxn>
                        <a:cxn ang="0">
                          <a:pos x="connsiteX1" y="connsiteY1"/>
                        </a:cxn>
                      </a:cxnLst>
                      <a:rect l="l" t="t" r="r" b="b"/>
                      <a:pathLst>
                        <a:path w="233604" h="2769">
                          <a:moveTo>
                            <a:pt x="0" y="0"/>
                          </a:moveTo>
                          <a:lnTo>
                            <a:pt x="233604" y="0"/>
                          </a:lnTo>
                        </a:path>
                      </a:pathLst>
                    </a:custGeom>
                    <a:ln w="5534" cap="flat">
                      <a:solidFill>
                        <a:srgbClr val="8371B3"/>
                      </a:solidFill>
                      <a:prstDash val="solid"/>
                      <a:miter/>
                    </a:ln>
                  </p:spPr>
                  <p:txBody>
                    <a:bodyPr rtlCol="0" anchor="ctr"/>
                    <a:lstStyle/>
                    <a:p>
                      <a:endParaRPr lang="en-US" sz="2000" dirty="0">
                        <a:latin typeface="Helvetica" pitchFamily="2" charset="0"/>
                      </a:endParaRPr>
                    </a:p>
                  </p:txBody>
                </p:sp>
              </p:grpSp>
              <p:grpSp>
                <p:nvGrpSpPr>
                  <p:cNvPr id="3964" name="Graphic 14">
                    <a:extLst>
                      <a:ext uri="{FF2B5EF4-FFF2-40B4-BE49-F238E27FC236}">
                        <a16:creationId xmlns:a16="http://schemas.microsoft.com/office/drawing/2014/main" id="{B2578153-C43A-81A9-588D-01AC89E14613}"/>
                      </a:ext>
                    </a:extLst>
                  </p:cNvPr>
                  <p:cNvGrpSpPr/>
                  <p:nvPr/>
                </p:nvGrpSpPr>
                <p:grpSpPr>
                  <a:xfrm>
                    <a:off x="4949413" y="4559723"/>
                    <a:ext cx="793426" cy="222458"/>
                    <a:chOff x="2633356" y="3712934"/>
                    <a:chExt cx="233576" cy="65489"/>
                  </a:xfrm>
                  <a:solidFill>
                    <a:srgbClr val="8371B3"/>
                  </a:solidFill>
                </p:grpSpPr>
                <p:grpSp>
                  <p:nvGrpSpPr>
                    <p:cNvPr id="3965" name="Graphic 14">
                      <a:extLst>
                        <a:ext uri="{FF2B5EF4-FFF2-40B4-BE49-F238E27FC236}">
                          <a16:creationId xmlns:a16="http://schemas.microsoft.com/office/drawing/2014/main" id="{F580590D-5089-769F-A70A-7EC9CD388F36}"/>
                        </a:ext>
                      </a:extLst>
                    </p:cNvPr>
                    <p:cNvGrpSpPr/>
                    <p:nvPr/>
                  </p:nvGrpSpPr>
                  <p:grpSpPr>
                    <a:xfrm>
                      <a:off x="2723076" y="3712934"/>
                      <a:ext cx="77535" cy="47878"/>
                      <a:chOff x="2723076" y="3712934"/>
                      <a:chExt cx="77535" cy="47878"/>
                    </a:xfrm>
                    <a:solidFill>
                      <a:srgbClr val="8371B3"/>
                    </a:solidFill>
                  </p:grpSpPr>
                  <p:sp>
                    <p:nvSpPr>
                      <p:cNvPr id="3967" name="Freeform 3966">
                        <a:extLst>
                          <a:ext uri="{FF2B5EF4-FFF2-40B4-BE49-F238E27FC236}">
                            <a16:creationId xmlns:a16="http://schemas.microsoft.com/office/drawing/2014/main" id="{954903ED-C33C-D1D9-ADC4-30D28FF465FA}"/>
                          </a:ext>
                        </a:extLst>
                      </p:cNvPr>
                      <p:cNvSpPr/>
                      <p:nvPr/>
                    </p:nvSpPr>
                    <p:spPr>
                      <a:xfrm>
                        <a:off x="2723076" y="3712934"/>
                        <a:ext cx="42257" cy="47850"/>
                      </a:xfrm>
                      <a:custGeom>
                        <a:avLst/>
                        <a:gdLst>
                          <a:gd name="connsiteX0" fmla="*/ 0 w 42257"/>
                          <a:gd name="connsiteY0" fmla="*/ 47851 h 47850"/>
                          <a:gd name="connsiteX1" fmla="*/ 18802 w 42257"/>
                          <a:gd name="connsiteY1" fmla="*/ 0 h 47850"/>
                          <a:gd name="connsiteX2" fmla="*/ 23925 w 42257"/>
                          <a:gd name="connsiteY2" fmla="*/ 0 h 47850"/>
                          <a:gd name="connsiteX3" fmla="*/ 42257 w 42257"/>
                          <a:gd name="connsiteY3" fmla="*/ 47851 h 47850"/>
                          <a:gd name="connsiteX4" fmla="*/ 37605 w 42257"/>
                          <a:gd name="connsiteY4" fmla="*/ 47851 h 47850"/>
                          <a:gd name="connsiteX5" fmla="*/ 32094 w 42257"/>
                          <a:gd name="connsiteY5" fmla="*/ 32842 h 47850"/>
                          <a:gd name="connsiteX6" fmla="*/ 10301 w 42257"/>
                          <a:gd name="connsiteY6" fmla="*/ 32842 h 47850"/>
                          <a:gd name="connsiteX7" fmla="*/ 4652 w 42257"/>
                          <a:gd name="connsiteY7" fmla="*/ 47851 h 47850"/>
                          <a:gd name="connsiteX8" fmla="*/ 0 w 42257"/>
                          <a:gd name="connsiteY8" fmla="*/ 47851 h 47850"/>
                          <a:gd name="connsiteX9" fmla="*/ 11824 w 42257"/>
                          <a:gd name="connsiteY9" fmla="*/ 28993 h 47850"/>
                          <a:gd name="connsiteX10" fmla="*/ 30571 w 42257"/>
                          <a:gd name="connsiteY10" fmla="*/ 28993 h 47850"/>
                          <a:gd name="connsiteX11" fmla="*/ 21212 w 42257"/>
                          <a:gd name="connsiteY11" fmla="*/ 3877 h 47850"/>
                          <a:gd name="connsiteX12" fmla="*/ 11852 w 42257"/>
                          <a:gd name="connsiteY12" fmla="*/ 28993 h 47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257" h="47850">
                            <a:moveTo>
                              <a:pt x="0" y="47851"/>
                            </a:moveTo>
                            <a:lnTo>
                              <a:pt x="18802" y="0"/>
                            </a:lnTo>
                            <a:lnTo>
                              <a:pt x="23925" y="0"/>
                            </a:lnTo>
                            <a:lnTo>
                              <a:pt x="42257" y="47851"/>
                            </a:lnTo>
                            <a:lnTo>
                              <a:pt x="37605" y="47851"/>
                            </a:lnTo>
                            <a:lnTo>
                              <a:pt x="32094" y="32842"/>
                            </a:lnTo>
                            <a:lnTo>
                              <a:pt x="10301" y="32842"/>
                            </a:lnTo>
                            <a:lnTo>
                              <a:pt x="4652" y="47851"/>
                            </a:lnTo>
                            <a:lnTo>
                              <a:pt x="0" y="47851"/>
                            </a:lnTo>
                            <a:close/>
                            <a:moveTo>
                              <a:pt x="11824" y="28993"/>
                            </a:moveTo>
                            <a:lnTo>
                              <a:pt x="30571" y="28993"/>
                            </a:lnTo>
                            <a:lnTo>
                              <a:pt x="21212" y="3877"/>
                            </a:lnTo>
                            <a:lnTo>
                              <a:pt x="11852" y="28993"/>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sp>
                    <p:nvSpPr>
                      <p:cNvPr id="3968" name="Freeform 3967">
                        <a:extLst>
                          <a:ext uri="{FF2B5EF4-FFF2-40B4-BE49-F238E27FC236}">
                            <a16:creationId xmlns:a16="http://schemas.microsoft.com/office/drawing/2014/main" id="{EF2A08E1-1275-29F9-CE9F-22E28185577B}"/>
                          </a:ext>
                        </a:extLst>
                      </p:cNvPr>
                      <p:cNvSpPr/>
                      <p:nvPr/>
                    </p:nvSpPr>
                    <p:spPr>
                      <a:xfrm>
                        <a:off x="2769570" y="3713931"/>
                        <a:ext cx="31041" cy="46881"/>
                      </a:xfrm>
                      <a:custGeom>
                        <a:avLst/>
                        <a:gdLst>
                          <a:gd name="connsiteX0" fmla="*/ 1412 w 31041"/>
                          <a:gd name="connsiteY0" fmla="*/ 15369 h 46881"/>
                          <a:gd name="connsiteX1" fmla="*/ 2465 w 31041"/>
                          <a:gd name="connsiteY1" fmla="*/ 9083 h 46881"/>
                          <a:gd name="connsiteX2" fmla="*/ 5511 w 31041"/>
                          <a:gd name="connsiteY2" fmla="*/ 4237 h 46881"/>
                          <a:gd name="connsiteX3" fmla="*/ 10329 w 31041"/>
                          <a:gd name="connsiteY3" fmla="*/ 1108 h 46881"/>
                          <a:gd name="connsiteX4" fmla="*/ 16615 w 31041"/>
                          <a:gd name="connsiteY4" fmla="*/ 0 h 46881"/>
                          <a:gd name="connsiteX5" fmla="*/ 22818 w 31041"/>
                          <a:gd name="connsiteY5" fmla="*/ 1025 h 46881"/>
                          <a:gd name="connsiteX6" fmla="*/ 27331 w 31041"/>
                          <a:gd name="connsiteY6" fmla="*/ 3794 h 46881"/>
                          <a:gd name="connsiteX7" fmla="*/ 30100 w 31041"/>
                          <a:gd name="connsiteY7" fmla="*/ 7920 h 46881"/>
                          <a:gd name="connsiteX8" fmla="*/ 31042 w 31041"/>
                          <a:gd name="connsiteY8" fmla="*/ 12960 h 46881"/>
                          <a:gd name="connsiteX9" fmla="*/ 30017 w 31041"/>
                          <a:gd name="connsiteY9" fmla="*/ 18470 h 46881"/>
                          <a:gd name="connsiteX10" fmla="*/ 27304 w 31041"/>
                          <a:gd name="connsiteY10" fmla="*/ 22734 h 46881"/>
                          <a:gd name="connsiteX11" fmla="*/ 23455 w 31041"/>
                          <a:gd name="connsiteY11" fmla="*/ 26057 h 46881"/>
                          <a:gd name="connsiteX12" fmla="*/ 19024 w 31041"/>
                          <a:gd name="connsiteY12" fmla="*/ 28827 h 46881"/>
                          <a:gd name="connsiteX13" fmla="*/ 14566 w 31041"/>
                          <a:gd name="connsiteY13" fmla="*/ 31319 h 46881"/>
                          <a:gd name="connsiteX14" fmla="*/ 10633 w 31041"/>
                          <a:gd name="connsiteY14" fmla="*/ 33839 h 46881"/>
                          <a:gd name="connsiteX15" fmla="*/ 8446 w 31041"/>
                          <a:gd name="connsiteY15" fmla="*/ 35666 h 46881"/>
                          <a:gd name="connsiteX16" fmla="*/ 6507 w 31041"/>
                          <a:gd name="connsiteY16" fmla="*/ 37771 h 46881"/>
                          <a:gd name="connsiteX17" fmla="*/ 5123 w 31041"/>
                          <a:gd name="connsiteY17" fmla="*/ 40263 h 46881"/>
                          <a:gd name="connsiteX18" fmla="*/ 4514 w 31041"/>
                          <a:gd name="connsiteY18" fmla="*/ 43282 h 46881"/>
                          <a:gd name="connsiteX19" fmla="*/ 30627 w 31041"/>
                          <a:gd name="connsiteY19" fmla="*/ 43282 h 46881"/>
                          <a:gd name="connsiteX20" fmla="*/ 30627 w 31041"/>
                          <a:gd name="connsiteY20" fmla="*/ 46881 h 46881"/>
                          <a:gd name="connsiteX21" fmla="*/ 0 w 31041"/>
                          <a:gd name="connsiteY21" fmla="*/ 46881 h 46881"/>
                          <a:gd name="connsiteX22" fmla="*/ 720 w 31041"/>
                          <a:gd name="connsiteY22" fmla="*/ 40762 h 46881"/>
                          <a:gd name="connsiteX23" fmla="*/ 3655 w 31041"/>
                          <a:gd name="connsiteY23" fmla="*/ 35445 h 46881"/>
                          <a:gd name="connsiteX24" fmla="*/ 8750 w 31041"/>
                          <a:gd name="connsiteY24" fmla="*/ 30654 h 46881"/>
                          <a:gd name="connsiteX25" fmla="*/ 13901 w 31041"/>
                          <a:gd name="connsiteY25" fmla="*/ 27110 h 46881"/>
                          <a:gd name="connsiteX26" fmla="*/ 18692 w 31041"/>
                          <a:gd name="connsiteY26" fmla="*/ 24258 h 46881"/>
                          <a:gd name="connsiteX27" fmla="*/ 22679 w 31041"/>
                          <a:gd name="connsiteY27" fmla="*/ 21433 h 46881"/>
                          <a:gd name="connsiteX28" fmla="*/ 25393 w 31041"/>
                          <a:gd name="connsiteY28" fmla="*/ 17972 h 46881"/>
                          <a:gd name="connsiteX29" fmla="*/ 26390 w 31041"/>
                          <a:gd name="connsiteY29" fmla="*/ 13264 h 46881"/>
                          <a:gd name="connsiteX30" fmla="*/ 25587 w 31041"/>
                          <a:gd name="connsiteY30" fmla="*/ 9221 h 46881"/>
                          <a:gd name="connsiteX31" fmla="*/ 23399 w 31041"/>
                          <a:gd name="connsiteY31" fmla="*/ 6175 h 46881"/>
                          <a:gd name="connsiteX32" fmla="*/ 20132 w 31041"/>
                          <a:gd name="connsiteY32" fmla="*/ 4292 h 46881"/>
                          <a:gd name="connsiteX33" fmla="*/ 16089 w 31041"/>
                          <a:gd name="connsiteY33" fmla="*/ 3655 h 46881"/>
                          <a:gd name="connsiteX34" fmla="*/ 11880 w 31041"/>
                          <a:gd name="connsiteY34" fmla="*/ 4624 h 46881"/>
                          <a:gd name="connsiteX35" fmla="*/ 8612 w 31041"/>
                          <a:gd name="connsiteY35" fmla="*/ 7172 h 46881"/>
                          <a:gd name="connsiteX36" fmla="*/ 6507 w 31041"/>
                          <a:gd name="connsiteY36" fmla="*/ 10883 h 46881"/>
                          <a:gd name="connsiteX37" fmla="*/ 5898 w 31041"/>
                          <a:gd name="connsiteY37" fmla="*/ 15396 h 46881"/>
                          <a:gd name="connsiteX38" fmla="*/ 1385 w 31041"/>
                          <a:gd name="connsiteY38" fmla="*/ 15396 h 46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31041" h="46881">
                            <a:moveTo>
                              <a:pt x="1412" y="15369"/>
                            </a:moveTo>
                            <a:cubicBezTo>
                              <a:pt x="1412" y="13070"/>
                              <a:pt x="1772" y="10966"/>
                              <a:pt x="2465" y="9083"/>
                            </a:cubicBezTo>
                            <a:cubicBezTo>
                              <a:pt x="3184" y="7200"/>
                              <a:pt x="4181" y="5594"/>
                              <a:pt x="5511" y="4237"/>
                            </a:cubicBezTo>
                            <a:cubicBezTo>
                              <a:pt x="6840" y="2880"/>
                              <a:pt x="8446" y="1855"/>
                              <a:pt x="10329" y="1108"/>
                            </a:cubicBezTo>
                            <a:cubicBezTo>
                              <a:pt x="12212" y="388"/>
                              <a:pt x="14316" y="0"/>
                              <a:pt x="16615" y="0"/>
                            </a:cubicBezTo>
                            <a:cubicBezTo>
                              <a:pt x="18913" y="0"/>
                              <a:pt x="21045" y="332"/>
                              <a:pt x="22818" y="1025"/>
                            </a:cubicBezTo>
                            <a:cubicBezTo>
                              <a:pt x="24590" y="1717"/>
                              <a:pt x="26113" y="2631"/>
                              <a:pt x="27331" y="3794"/>
                            </a:cubicBezTo>
                            <a:cubicBezTo>
                              <a:pt x="28550" y="4957"/>
                              <a:pt x="29464" y="6314"/>
                              <a:pt x="30100" y="7920"/>
                            </a:cubicBezTo>
                            <a:cubicBezTo>
                              <a:pt x="30737" y="9526"/>
                              <a:pt x="31042" y="11187"/>
                              <a:pt x="31042" y="12960"/>
                            </a:cubicBezTo>
                            <a:cubicBezTo>
                              <a:pt x="31042" y="15036"/>
                              <a:pt x="30710" y="16892"/>
                              <a:pt x="30017" y="18470"/>
                            </a:cubicBezTo>
                            <a:cubicBezTo>
                              <a:pt x="29325" y="20049"/>
                              <a:pt x="28411" y="21489"/>
                              <a:pt x="27304" y="22734"/>
                            </a:cubicBezTo>
                            <a:cubicBezTo>
                              <a:pt x="26168" y="23981"/>
                              <a:pt x="24894" y="25088"/>
                              <a:pt x="23455" y="26057"/>
                            </a:cubicBezTo>
                            <a:cubicBezTo>
                              <a:pt x="22015" y="27027"/>
                              <a:pt x="20547" y="27940"/>
                              <a:pt x="19024" y="28827"/>
                            </a:cubicBezTo>
                            <a:cubicBezTo>
                              <a:pt x="17529" y="29685"/>
                              <a:pt x="16033" y="30516"/>
                              <a:pt x="14566" y="31319"/>
                            </a:cubicBezTo>
                            <a:cubicBezTo>
                              <a:pt x="13098" y="32122"/>
                              <a:pt x="11797" y="32953"/>
                              <a:pt x="10633" y="33839"/>
                            </a:cubicBezTo>
                            <a:cubicBezTo>
                              <a:pt x="9886" y="34420"/>
                              <a:pt x="9138" y="35029"/>
                              <a:pt x="8446" y="35666"/>
                            </a:cubicBezTo>
                            <a:cubicBezTo>
                              <a:pt x="7726" y="36303"/>
                              <a:pt x="7089" y="36996"/>
                              <a:pt x="6507" y="37771"/>
                            </a:cubicBezTo>
                            <a:cubicBezTo>
                              <a:pt x="5926" y="38519"/>
                              <a:pt x="5455" y="39349"/>
                              <a:pt x="5123" y="40263"/>
                            </a:cubicBezTo>
                            <a:cubicBezTo>
                              <a:pt x="4763" y="41177"/>
                              <a:pt x="4569" y="42174"/>
                              <a:pt x="4514" y="43282"/>
                            </a:cubicBezTo>
                            <a:lnTo>
                              <a:pt x="30627" y="43282"/>
                            </a:lnTo>
                            <a:lnTo>
                              <a:pt x="30627" y="46881"/>
                            </a:lnTo>
                            <a:lnTo>
                              <a:pt x="0" y="46881"/>
                            </a:lnTo>
                            <a:cubicBezTo>
                              <a:pt x="55" y="44611"/>
                              <a:pt x="277" y="42589"/>
                              <a:pt x="720" y="40762"/>
                            </a:cubicBezTo>
                            <a:cubicBezTo>
                              <a:pt x="1163" y="38934"/>
                              <a:pt x="2132" y="37162"/>
                              <a:pt x="3655" y="35445"/>
                            </a:cubicBezTo>
                            <a:cubicBezTo>
                              <a:pt x="5289" y="33590"/>
                              <a:pt x="6978" y="31983"/>
                              <a:pt x="8750" y="30654"/>
                            </a:cubicBezTo>
                            <a:cubicBezTo>
                              <a:pt x="10495" y="29325"/>
                              <a:pt x="12212" y="28134"/>
                              <a:pt x="13901" y="27110"/>
                            </a:cubicBezTo>
                            <a:cubicBezTo>
                              <a:pt x="15590" y="26057"/>
                              <a:pt x="17169" y="25116"/>
                              <a:pt x="18692" y="24258"/>
                            </a:cubicBezTo>
                            <a:cubicBezTo>
                              <a:pt x="20187" y="23399"/>
                              <a:pt x="21516" y="22458"/>
                              <a:pt x="22679" y="21433"/>
                            </a:cubicBezTo>
                            <a:cubicBezTo>
                              <a:pt x="23842" y="20409"/>
                              <a:pt x="24728" y="19273"/>
                              <a:pt x="25393" y="17972"/>
                            </a:cubicBezTo>
                            <a:cubicBezTo>
                              <a:pt x="26058" y="16698"/>
                              <a:pt x="26390" y="15119"/>
                              <a:pt x="26390" y="13264"/>
                            </a:cubicBezTo>
                            <a:cubicBezTo>
                              <a:pt x="26390" y="11769"/>
                              <a:pt x="26113" y="10412"/>
                              <a:pt x="25587" y="9221"/>
                            </a:cubicBezTo>
                            <a:cubicBezTo>
                              <a:pt x="25061" y="8030"/>
                              <a:pt x="24313" y="7006"/>
                              <a:pt x="23399" y="6175"/>
                            </a:cubicBezTo>
                            <a:cubicBezTo>
                              <a:pt x="22458" y="5344"/>
                              <a:pt x="21378" y="4708"/>
                              <a:pt x="20132" y="4292"/>
                            </a:cubicBezTo>
                            <a:cubicBezTo>
                              <a:pt x="18886" y="3877"/>
                              <a:pt x="17529" y="3655"/>
                              <a:pt x="16089" y="3655"/>
                            </a:cubicBezTo>
                            <a:cubicBezTo>
                              <a:pt x="14538" y="3655"/>
                              <a:pt x="13126" y="3988"/>
                              <a:pt x="11880" y="4624"/>
                            </a:cubicBezTo>
                            <a:cubicBezTo>
                              <a:pt x="10606" y="5261"/>
                              <a:pt x="9526" y="6120"/>
                              <a:pt x="8612" y="7172"/>
                            </a:cubicBezTo>
                            <a:cubicBezTo>
                              <a:pt x="7698" y="8224"/>
                              <a:pt x="7006" y="9470"/>
                              <a:pt x="6507" y="10883"/>
                            </a:cubicBezTo>
                            <a:cubicBezTo>
                              <a:pt x="6009" y="12295"/>
                              <a:pt x="5815" y="13818"/>
                              <a:pt x="5898" y="15396"/>
                            </a:cubicBezTo>
                            <a:lnTo>
                              <a:pt x="1385" y="15396"/>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grpSp>
                <p:sp>
                  <p:nvSpPr>
                    <p:cNvPr id="3966" name="Freeform 3965">
                      <a:extLst>
                        <a:ext uri="{FF2B5EF4-FFF2-40B4-BE49-F238E27FC236}">
                          <a16:creationId xmlns:a16="http://schemas.microsoft.com/office/drawing/2014/main" id="{1AD4F149-E60E-C1D4-A697-05DCC9ECFDE2}"/>
                        </a:ext>
                      </a:extLst>
                    </p:cNvPr>
                    <p:cNvSpPr/>
                    <p:nvPr/>
                  </p:nvSpPr>
                  <p:spPr>
                    <a:xfrm>
                      <a:off x="2633356" y="3778424"/>
                      <a:ext cx="233576" cy="2769"/>
                    </a:xfrm>
                    <a:custGeom>
                      <a:avLst/>
                      <a:gdLst>
                        <a:gd name="connsiteX0" fmla="*/ 0 w 233576"/>
                        <a:gd name="connsiteY0" fmla="*/ 0 h 2769"/>
                        <a:gd name="connsiteX1" fmla="*/ 233576 w 233576"/>
                        <a:gd name="connsiteY1" fmla="*/ 0 h 2769"/>
                      </a:gdLst>
                      <a:ahLst/>
                      <a:cxnLst>
                        <a:cxn ang="0">
                          <a:pos x="connsiteX0" y="connsiteY0"/>
                        </a:cxn>
                        <a:cxn ang="0">
                          <a:pos x="connsiteX1" y="connsiteY1"/>
                        </a:cxn>
                      </a:cxnLst>
                      <a:rect l="l" t="t" r="r" b="b"/>
                      <a:pathLst>
                        <a:path w="233576" h="2769">
                          <a:moveTo>
                            <a:pt x="0" y="0"/>
                          </a:moveTo>
                          <a:lnTo>
                            <a:pt x="233576" y="0"/>
                          </a:lnTo>
                        </a:path>
                      </a:pathLst>
                    </a:custGeom>
                    <a:ln w="5534" cap="flat">
                      <a:solidFill>
                        <a:srgbClr val="8371B3"/>
                      </a:solidFill>
                      <a:prstDash val="solid"/>
                      <a:miter/>
                    </a:ln>
                  </p:spPr>
                  <p:txBody>
                    <a:bodyPr rtlCol="0" anchor="ctr"/>
                    <a:lstStyle/>
                    <a:p>
                      <a:endParaRPr lang="en-US" sz="2000" dirty="0">
                        <a:latin typeface="Helvetica" pitchFamily="2" charset="0"/>
                      </a:endParaRPr>
                    </a:p>
                  </p:txBody>
                </p:sp>
              </p:grpSp>
              <p:sp>
                <p:nvSpPr>
                  <p:cNvPr id="38" name="Rectangle 37">
                    <a:extLst>
                      <a:ext uri="{FF2B5EF4-FFF2-40B4-BE49-F238E27FC236}">
                        <a16:creationId xmlns:a16="http://schemas.microsoft.com/office/drawing/2014/main" id="{9592E829-A4B6-C71A-7470-E25332EE85EA}"/>
                      </a:ext>
                    </a:extLst>
                  </p:cNvPr>
                  <p:cNvSpPr/>
                  <p:nvPr/>
                </p:nvSpPr>
                <p:spPr>
                  <a:xfrm>
                    <a:off x="2637511" y="4508506"/>
                    <a:ext cx="1008350" cy="1308258"/>
                  </a:xfrm>
                  <a:prstGeom prst="rect">
                    <a:avLst/>
                  </a:prstGeom>
                  <a:solidFill>
                    <a:schemeClr val="bg2">
                      <a:lumMod val="10000"/>
                      <a:alpha val="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0292B82-D685-7870-EE59-1251A3EF6265}"/>
                      </a:ext>
                    </a:extLst>
                  </p:cNvPr>
                  <p:cNvSpPr/>
                  <p:nvPr/>
                </p:nvSpPr>
                <p:spPr>
                  <a:xfrm>
                    <a:off x="4849154" y="4505290"/>
                    <a:ext cx="1008350" cy="1308258"/>
                  </a:xfrm>
                  <a:prstGeom prst="rect">
                    <a:avLst/>
                  </a:prstGeom>
                  <a:solidFill>
                    <a:schemeClr val="bg2">
                      <a:lumMod val="10000"/>
                      <a:alpha val="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45" name="Group 44">
                <a:extLst>
                  <a:ext uri="{FF2B5EF4-FFF2-40B4-BE49-F238E27FC236}">
                    <a16:creationId xmlns:a16="http://schemas.microsoft.com/office/drawing/2014/main" id="{E06A3355-52AA-3E72-BE48-C7AFCE3F0CEC}"/>
                  </a:ext>
                </a:extLst>
              </p:cNvPr>
              <p:cNvGrpSpPr/>
              <p:nvPr/>
            </p:nvGrpSpPr>
            <p:grpSpPr>
              <a:xfrm>
                <a:off x="4938151" y="1500107"/>
                <a:ext cx="2150593" cy="1592739"/>
                <a:chOff x="4938151" y="1500107"/>
                <a:chExt cx="2150593" cy="1592739"/>
              </a:xfrm>
            </p:grpSpPr>
            <p:grpSp>
              <p:nvGrpSpPr>
                <p:cNvPr id="3552" name="Graphic 14">
                  <a:extLst>
                    <a:ext uri="{FF2B5EF4-FFF2-40B4-BE49-F238E27FC236}">
                      <a16:creationId xmlns:a16="http://schemas.microsoft.com/office/drawing/2014/main" id="{EB29CFCC-C922-DD9C-4DCC-B56508631570}"/>
                    </a:ext>
                  </a:extLst>
                </p:cNvPr>
                <p:cNvGrpSpPr/>
                <p:nvPr/>
              </p:nvGrpSpPr>
              <p:grpSpPr>
                <a:xfrm>
                  <a:off x="6332261" y="2926831"/>
                  <a:ext cx="635607" cy="166015"/>
                  <a:chOff x="3023860" y="2768248"/>
                  <a:chExt cx="187114" cy="48873"/>
                </a:xfrm>
                <a:solidFill>
                  <a:srgbClr val="010101"/>
                </a:solidFill>
              </p:grpSpPr>
              <p:sp>
                <p:nvSpPr>
                  <p:cNvPr id="3553" name="Freeform 3552">
                    <a:extLst>
                      <a:ext uri="{FF2B5EF4-FFF2-40B4-BE49-F238E27FC236}">
                        <a16:creationId xmlns:a16="http://schemas.microsoft.com/office/drawing/2014/main" id="{8193E3C8-E595-D14D-586F-5AAF1873CB78}"/>
                      </a:ext>
                    </a:extLst>
                  </p:cNvPr>
                  <p:cNvSpPr/>
                  <p:nvPr/>
                </p:nvSpPr>
                <p:spPr>
                  <a:xfrm>
                    <a:off x="3023860" y="2780733"/>
                    <a:ext cx="27137" cy="36247"/>
                  </a:xfrm>
                  <a:custGeom>
                    <a:avLst/>
                    <a:gdLst>
                      <a:gd name="connsiteX0" fmla="*/ 4071 w 27137"/>
                      <a:gd name="connsiteY0" fmla="*/ 24618 h 36247"/>
                      <a:gd name="connsiteX1" fmla="*/ 7421 w 27137"/>
                      <a:gd name="connsiteY1" fmla="*/ 30903 h 36247"/>
                      <a:gd name="connsiteX2" fmla="*/ 14372 w 27137"/>
                      <a:gd name="connsiteY2" fmla="*/ 32731 h 36247"/>
                      <a:gd name="connsiteX3" fmla="*/ 18166 w 27137"/>
                      <a:gd name="connsiteY3" fmla="*/ 32205 h 36247"/>
                      <a:gd name="connsiteX4" fmla="*/ 20796 w 27137"/>
                      <a:gd name="connsiteY4" fmla="*/ 30765 h 36247"/>
                      <a:gd name="connsiteX5" fmla="*/ 22347 w 27137"/>
                      <a:gd name="connsiteY5" fmla="*/ 28744 h 36247"/>
                      <a:gd name="connsiteX6" fmla="*/ 22873 w 27137"/>
                      <a:gd name="connsiteY6" fmla="*/ 26362 h 36247"/>
                      <a:gd name="connsiteX7" fmla="*/ 21239 w 27137"/>
                      <a:gd name="connsiteY7" fmla="*/ 22596 h 36247"/>
                      <a:gd name="connsiteX8" fmla="*/ 17141 w 27137"/>
                      <a:gd name="connsiteY8" fmla="*/ 20658 h 36247"/>
                      <a:gd name="connsiteX9" fmla="*/ 11824 w 27137"/>
                      <a:gd name="connsiteY9" fmla="*/ 19467 h 36247"/>
                      <a:gd name="connsiteX10" fmla="*/ 6507 w 27137"/>
                      <a:gd name="connsiteY10" fmla="*/ 17972 h 36247"/>
                      <a:gd name="connsiteX11" fmla="*/ 2409 w 27137"/>
                      <a:gd name="connsiteY11" fmla="*/ 15119 h 36247"/>
                      <a:gd name="connsiteX12" fmla="*/ 775 w 27137"/>
                      <a:gd name="connsiteY12" fmla="*/ 9858 h 36247"/>
                      <a:gd name="connsiteX13" fmla="*/ 3932 w 27137"/>
                      <a:gd name="connsiteY13" fmla="*/ 2769 h 36247"/>
                      <a:gd name="connsiteX14" fmla="*/ 12876 w 27137"/>
                      <a:gd name="connsiteY14" fmla="*/ 0 h 36247"/>
                      <a:gd name="connsiteX15" fmla="*/ 21959 w 27137"/>
                      <a:gd name="connsiteY15" fmla="*/ 2492 h 36247"/>
                      <a:gd name="connsiteX16" fmla="*/ 26168 w 27137"/>
                      <a:gd name="connsiteY16" fmla="*/ 10827 h 36247"/>
                      <a:gd name="connsiteX17" fmla="*/ 22125 w 27137"/>
                      <a:gd name="connsiteY17" fmla="*/ 10827 h 36247"/>
                      <a:gd name="connsiteX18" fmla="*/ 19107 w 27137"/>
                      <a:gd name="connsiteY18" fmla="*/ 5206 h 36247"/>
                      <a:gd name="connsiteX19" fmla="*/ 12821 w 27137"/>
                      <a:gd name="connsiteY19" fmla="*/ 3572 h 36247"/>
                      <a:gd name="connsiteX20" fmla="*/ 7034 w 27137"/>
                      <a:gd name="connsiteY20" fmla="*/ 5206 h 36247"/>
                      <a:gd name="connsiteX21" fmla="*/ 5040 w 27137"/>
                      <a:gd name="connsiteY21" fmla="*/ 9498 h 36247"/>
                      <a:gd name="connsiteX22" fmla="*/ 6674 w 27137"/>
                      <a:gd name="connsiteY22" fmla="*/ 13043 h 36247"/>
                      <a:gd name="connsiteX23" fmla="*/ 10772 w 27137"/>
                      <a:gd name="connsiteY23" fmla="*/ 15036 h 36247"/>
                      <a:gd name="connsiteX24" fmla="*/ 16089 w 27137"/>
                      <a:gd name="connsiteY24" fmla="*/ 16393 h 36247"/>
                      <a:gd name="connsiteX25" fmla="*/ 21405 w 27137"/>
                      <a:gd name="connsiteY25" fmla="*/ 18082 h 36247"/>
                      <a:gd name="connsiteX26" fmla="*/ 25504 w 27137"/>
                      <a:gd name="connsiteY26" fmla="*/ 21045 h 36247"/>
                      <a:gd name="connsiteX27" fmla="*/ 27137 w 27137"/>
                      <a:gd name="connsiteY27" fmla="*/ 26224 h 36247"/>
                      <a:gd name="connsiteX28" fmla="*/ 26085 w 27137"/>
                      <a:gd name="connsiteY28" fmla="*/ 30571 h 36247"/>
                      <a:gd name="connsiteX29" fmla="*/ 23150 w 27137"/>
                      <a:gd name="connsiteY29" fmla="*/ 33728 h 36247"/>
                      <a:gd name="connsiteX30" fmla="*/ 18719 w 27137"/>
                      <a:gd name="connsiteY30" fmla="*/ 35611 h 36247"/>
                      <a:gd name="connsiteX31" fmla="*/ 13098 w 27137"/>
                      <a:gd name="connsiteY31" fmla="*/ 36248 h 36247"/>
                      <a:gd name="connsiteX32" fmla="*/ 7670 w 27137"/>
                      <a:gd name="connsiteY32" fmla="*/ 35362 h 36247"/>
                      <a:gd name="connsiteX33" fmla="*/ 3655 w 27137"/>
                      <a:gd name="connsiteY33" fmla="*/ 32870 h 36247"/>
                      <a:gd name="connsiteX34" fmla="*/ 1052 w 27137"/>
                      <a:gd name="connsiteY34" fmla="*/ 29159 h 36247"/>
                      <a:gd name="connsiteX35" fmla="*/ 0 w 27137"/>
                      <a:gd name="connsiteY35" fmla="*/ 24562 h 36247"/>
                      <a:gd name="connsiteX36" fmla="*/ 4043 w 27137"/>
                      <a:gd name="connsiteY36" fmla="*/ 24562 h 36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7137" h="36247">
                        <a:moveTo>
                          <a:pt x="4071" y="24618"/>
                        </a:moveTo>
                        <a:cubicBezTo>
                          <a:pt x="4680" y="27580"/>
                          <a:pt x="5815" y="29685"/>
                          <a:pt x="7421" y="30903"/>
                        </a:cubicBezTo>
                        <a:cubicBezTo>
                          <a:pt x="9027" y="32122"/>
                          <a:pt x="11353" y="32731"/>
                          <a:pt x="14372" y="32731"/>
                        </a:cubicBezTo>
                        <a:cubicBezTo>
                          <a:pt x="15839" y="32731"/>
                          <a:pt x="17086" y="32565"/>
                          <a:pt x="18166" y="32205"/>
                        </a:cubicBezTo>
                        <a:cubicBezTo>
                          <a:pt x="19218" y="31845"/>
                          <a:pt x="20104" y="31374"/>
                          <a:pt x="20796" y="30765"/>
                        </a:cubicBezTo>
                        <a:cubicBezTo>
                          <a:pt x="21489" y="30156"/>
                          <a:pt x="22015" y="29491"/>
                          <a:pt x="22347" y="28744"/>
                        </a:cubicBezTo>
                        <a:cubicBezTo>
                          <a:pt x="22707" y="27996"/>
                          <a:pt x="22873" y="27193"/>
                          <a:pt x="22873" y="26362"/>
                        </a:cubicBezTo>
                        <a:cubicBezTo>
                          <a:pt x="22873" y="24673"/>
                          <a:pt x="22319" y="23427"/>
                          <a:pt x="21239" y="22596"/>
                        </a:cubicBezTo>
                        <a:cubicBezTo>
                          <a:pt x="20159" y="21765"/>
                          <a:pt x="18802" y="21129"/>
                          <a:pt x="17141" y="20658"/>
                        </a:cubicBezTo>
                        <a:cubicBezTo>
                          <a:pt x="15479" y="20187"/>
                          <a:pt x="13735" y="19799"/>
                          <a:pt x="11824" y="19467"/>
                        </a:cubicBezTo>
                        <a:cubicBezTo>
                          <a:pt x="9913" y="19135"/>
                          <a:pt x="8141" y="18636"/>
                          <a:pt x="6507" y="17972"/>
                        </a:cubicBezTo>
                        <a:cubicBezTo>
                          <a:pt x="4874" y="17307"/>
                          <a:pt x="3517" y="16366"/>
                          <a:pt x="2409" y="15119"/>
                        </a:cubicBezTo>
                        <a:cubicBezTo>
                          <a:pt x="1301" y="13873"/>
                          <a:pt x="775" y="12129"/>
                          <a:pt x="775" y="9858"/>
                        </a:cubicBezTo>
                        <a:cubicBezTo>
                          <a:pt x="775" y="6978"/>
                          <a:pt x="1828" y="4624"/>
                          <a:pt x="3932" y="2769"/>
                        </a:cubicBezTo>
                        <a:cubicBezTo>
                          <a:pt x="6037" y="941"/>
                          <a:pt x="9027" y="0"/>
                          <a:pt x="12876" y="0"/>
                        </a:cubicBezTo>
                        <a:cubicBezTo>
                          <a:pt x="16726" y="0"/>
                          <a:pt x="19633" y="831"/>
                          <a:pt x="21959" y="2492"/>
                        </a:cubicBezTo>
                        <a:cubicBezTo>
                          <a:pt x="24285" y="4154"/>
                          <a:pt x="25697" y="6923"/>
                          <a:pt x="26168" y="10827"/>
                        </a:cubicBezTo>
                        <a:lnTo>
                          <a:pt x="22125" y="10827"/>
                        </a:lnTo>
                        <a:cubicBezTo>
                          <a:pt x="21765" y="8169"/>
                          <a:pt x="20769" y="6286"/>
                          <a:pt x="19107" y="5206"/>
                        </a:cubicBezTo>
                        <a:cubicBezTo>
                          <a:pt x="17446" y="4126"/>
                          <a:pt x="15341" y="3572"/>
                          <a:pt x="12821" y="3572"/>
                        </a:cubicBezTo>
                        <a:cubicBezTo>
                          <a:pt x="10301" y="3572"/>
                          <a:pt x="8363" y="4126"/>
                          <a:pt x="7034" y="5206"/>
                        </a:cubicBezTo>
                        <a:cubicBezTo>
                          <a:pt x="5704" y="6286"/>
                          <a:pt x="5040" y="7726"/>
                          <a:pt x="5040" y="9498"/>
                        </a:cubicBezTo>
                        <a:cubicBezTo>
                          <a:pt x="5040" y="11049"/>
                          <a:pt x="5594" y="12240"/>
                          <a:pt x="6674" y="13043"/>
                        </a:cubicBezTo>
                        <a:cubicBezTo>
                          <a:pt x="7754" y="13873"/>
                          <a:pt x="9110" y="14538"/>
                          <a:pt x="10772" y="15036"/>
                        </a:cubicBezTo>
                        <a:cubicBezTo>
                          <a:pt x="12406" y="15535"/>
                          <a:pt x="14178" y="16006"/>
                          <a:pt x="16089" y="16393"/>
                        </a:cubicBezTo>
                        <a:cubicBezTo>
                          <a:pt x="17999" y="16781"/>
                          <a:pt x="19772" y="17362"/>
                          <a:pt x="21405" y="18082"/>
                        </a:cubicBezTo>
                        <a:cubicBezTo>
                          <a:pt x="23039" y="18802"/>
                          <a:pt x="24396" y="19799"/>
                          <a:pt x="25504" y="21045"/>
                        </a:cubicBezTo>
                        <a:cubicBezTo>
                          <a:pt x="26584" y="22291"/>
                          <a:pt x="27137" y="24008"/>
                          <a:pt x="27137" y="26224"/>
                        </a:cubicBezTo>
                        <a:cubicBezTo>
                          <a:pt x="27137" y="27857"/>
                          <a:pt x="26777" y="29325"/>
                          <a:pt x="26085" y="30571"/>
                        </a:cubicBezTo>
                        <a:cubicBezTo>
                          <a:pt x="25365" y="31845"/>
                          <a:pt x="24396" y="32897"/>
                          <a:pt x="23150" y="33728"/>
                        </a:cubicBezTo>
                        <a:cubicBezTo>
                          <a:pt x="21904" y="34559"/>
                          <a:pt x="20436" y="35196"/>
                          <a:pt x="18719" y="35611"/>
                        </a:cubicBezTo>
                        <a:cubicBezTo>
                          <a:pt x="17003" y="36026"/>
                          <a:pt x="15147" y="36248"/>
                          <a:pt x="13098" y="36248"/>
                        </a:cubicBezTo>
                        <a:cubicBezTo>
                          <a:pt x="11049" y="36248"/>
                          <a:pt x="9249" y="35943"/>
                          <a:pt x="7670" y="35362"/>
                        </a:cubicBezTo>
                        <a:cubicBezTo>
                          <a:pt x="6092" y="34753"/>
                          <a:pt x="4763" y="33922"/>
                          <a:pt x="3655" y="32870"/>
                        </a:cubicBezTo>
                        <a:cubicBezTo>
                          <a:pt x="2548" y="31817"/>
                          <a:pt x="1689" y="30571"/>
                          <a:pt x="1052" y="29159"/>
                        </a:cubicBezTo>
                        <a:cubicBezTo>
                          <a:pt x="443" y="27747"/>
                          <a:pt x="83" y="26224"/>
                          <a:pt x="0" y="24562"/>
                        </a:cubicBezTo>
                        <a:lnTo>
                          <a:pt x="4043" y="24562"/>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554" name="Freeform 3553">
                    <a:extLst>
                      <a:ext uri="{FF2B5EF4-FFF2-40B4-BE49-F238E27FC236}">
                        <a16:creationId xmlns:a16="http://schemas.microsoft.com/office/drawing/2014/main" id="{68D8A84E-EB0D-9E40-9E25-A2784F18921A}"/>
                      </a:ext>
                    </a:extLst>
                  </p:cNvPr>
                  <p:cNvSpPr/>
                  <p:nvPr/>
                </p:nvSpPr>
                <p:spPr>
                  <a:xfrm>
                    <a:off x="3059249" y="2768244"/>
                    <a:ext cx="4375" cy="47878"/>
                  </a:xfrm>
                  <a:custGeom>
                    <a:avLst/>
                    <a:gdLst>
                      <a:gd name="connsiteX0" fmla="*/ 0 w 4375"/>
                      <a:gd name="connsiteY0" fmla="*/ 5926 h 47878"/>
                      <a:gd name="connsiteX1" fmla="*/ 0 w 4375"/>
                      <a:gd name="connsiteY1" fmla="*/ 0 h 47878"/>
                      <a:gd name="connsiteX2" fmla="*/ 4375 w 4375"/>
                      <a:gd name="connsiteY2" fmla="*/ 0 h 47878"/>
                      <a:gd name="connsiteX3" fmla="*/ 4375 w 4375"/>
                      <a:gd name="connsiteY3" fmla="*/ 5926 h 47878"/>
                      <a:gd name="connsiteX4" fmla="*/ 0 w 4375"/>
                      <a:gd name="connsiteY4" fmla="*/ 5926 h 47878"/>
                      <a:gd name="connsiteX5" fmla="*/ 194 w 4375"/>
                      <a:gd name="connsiteY5" fmla="*/ 47878 h 47878"/>
                      <a:gd name="connsiteX6" fmla="*/ 194 w 4375"/>
                      <a:gd name="connsiteY6" fmla="*/ 13458 h 47878"/>
                      <a:gd name="connsiteX7" fmla="*/ 4181 w 4375"/>
                      <a:gd name="connsiteY7" fmla="*/ 13458 h 47878"/>
                      <a:gd name="connsiteX8" fmla="*/ 4181 w 4375"/>
                      <a:gd name="connsiteY8" fmla="*/ 47878 h 47878"/>
                      <a:gd name="connsiteX9" fmla="*/ 194 w 4375"/>
                      <a:gd name="connsiteY9" fmla="*/ 47878 h 47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75" h="47878">
                        <a:moveTo>
                          <a:pt x="0" y="5926"/>
                        </a:moveTo>
                        <a:lnTo>
                          <a:pt x="0" y="0"/>
                        </a:lnTo>
                        <a:lnTo>
                          <a:pt x="4375" y="0"/>
                        </a:lnTo>
                        <a:lnTo>
                          <a:pt x="4375" y="5926"/>
                        </a:lnTo>
                        <a:lnTo>
                          <a:pt x="0" y="5926"/>
                        </a:lnTo>
                        <a:close/>
                        <a:moveTo>
                          <a:pt x="194" y="47878"/>
                        </a:moveTo>
                        <a:lnTo>
                          <a:pt x="194" y="13458"/>
                        </a:lnTo>
                        <a:lnTo>
                          <a:pt x="4181" y="13458"/>
                        </a:lnTo>
                        <a:lnTo>
                          <a:pt x="4181" y="47878"/>
                        </a:lnTo>
                        <a:lnTo>
                          <a:pt x="194" y="47878"/>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555" name="Freeform 3554">
                    <a:extLst>
                      <a:ext uri="{FF2B5EF4-FFF2-40B4-BE49-F238E27FC236}">
                        <a16:creationId xmlns:a16="http://schemas.microsoft.com/office/drawing/2014/main" id="{1D8791E0-2119-8954-FB0E-D4D38A59B482}"/>
                      </a:ext>
                    </a:extLst>
                  </p:cNvPr>
                  <p:cNvSpPr/>
                  <p:nvPr/>
                </p:nvSpPr>
                <p:spPr>
                  <a:xfrm>
                    <a:off x="3073067" y="2780788"/>
                    <a:ext cx="46798" cy="35417"/>
                  </a:xfrm>
                  <a:custGeom>
                    <a:avLst/>
                    <a:gdLst>
                      <a:gd name="connsiteX0" fmla="*/ 3988 w 46798"/>
                      <a:gd name="connsiteY0" fmla="*/ 35334 h 35417"/>
                      <a:gd name="connsiteX1" fmla="*/ 0 w 46798"/>
                      <a:gd name="connsiteY1" fmla="*/ 35334 h 35417"/>
                      <a:gd name="connsiteX2" fmla="*/ 0 w 46798"/>
                      <a:gd name="connsiteY2" fmla="*/ 914 h 35417"/>
                      <a:gd name="connsiteX3" fmla="*/ 3988 w 46798"/>
                      <a:gd name="connsiteY3" fmla="*/ 914 h 35417"/>
                      <a:gd name="connsiteX4" fmla="*/ 3988 w 46798"/>
                      <a:gd name="connsiteY4" fmla="*/ 6092 h 35417"/>
                      <a:gd name="connsiteX5" fmla="*/ 4126 w 46798"/>
                      <a:gd name="connsiteY5" fmla="*/ 6092 h 35417"/>
                      <a:gd name="connsiteX6" fmla="*/ 8501 w 46798"/>
                      <a:gd name="connsiteY6" fmla="*/ 1551 h 35417"/>
                      <a:gd name="connsiteX7" fmla="*/ 14760 w 46798"/>
                      <a:gd name="connsiteY7" fmla="*/ 0 h 35417"/>
                      <a:gd name="connsiteX8" fmla="*/ 18803 w 46798"/>
                      <a:gd name="connsiteY8" fmla="*/ 526 h 35417"/>
                      <a:gd name="connsiteX9" fmla="*/ 21627 w 46798"/>
                      <a:gd name="connsiteY9" fmla="*/ 1966 h 35417"/>
                      <a:gd name="connsiteX10" fmla="*/ 23565 w 46798"/>
                      <a:gd name="connsiteY10" fmla="*/ 4071 h 35417"/>
                      <a:gd name="connsiteX11" fmla="*/ 24867 w 46798"/>
                      <a:gd name="connsiteY11" fmla="*/ 6674 h 35417"/>
                      <a:gd name="connsiteX12" fmla="*/ 29491 w 46798"/>
                      <a:gd name="connsiteY12" fmla="*/ 1662 h 35417"/>
                      <a:gd name="connsiteX13" fmla="*/ 36110 w 46798"/>
                      <a:gd name="connsiteY13" fmla="*/ 28 h 35417"/>
                      <a:gd name="connsiteX14" fmla="*/ 41731 w 46798"/>
                      <a:gd name="connsiteY14" fmla="*/ 1191 h 35417"/>
                      <a:gd name="connsiteX15" fmla="*/ 44943 w 46798"/>
                      <a:gd name="connsiteY15" fmla="*/ 4237 h 35417"/>
                      <a:gd name="connsiteX16" fmla="*/ 46438 w 46798"/>
                      <a:gd name="connsiteY16" fmla="*/ 8584 h 35417"/>
                      <a:gd name="connsiteX17" fmla="*/ 46798 w 46798"/>
                      <a:gd name="connsiteY17" fmla="*/ 13624 h 35417"/>
                      <a:gd name="connsiteX18" fmla="*/ 46798 w 46798"/>
                      <a:gd name="connsiteY18" fmla="*/ 35362 h 35417"/>
                      <a:gd name="connsiteX19" fmla="*/ 42811 w 46798"/>
                      <a:gd name="connsiteY19" fmla="*/ 35362 h 35417"/>
                      <a:gd name="connsiteX20" fmla="*/ 42811 w 46798"/>
                      <a:gd name="connsiteY20" fmla="*/ 11575 h 35417"/>
                      <a:gd name="connsiteX21" fmla="*/ 41260 w 46798"/>
                      <a:gd name="connsiteY21" fmla="*/ 5732 h 35417"/>
                      <a:gd name="connsiteX22" fmla="*/ 35445 w 46798"/>
                      <a:gd name="connsiteY22" fmla="*/ 3600 h 35417"/>
                      <a:gd name="connsiteX23" fmla="*/ 31236 w 46798"/>
                      <a:gd name="connsiteY23" fmla="*/ 4569 h 35417"/>
                      <a:gd name="connsiteX24" fmla="*/ 27691 w 46798"/>
                      <a:gd name="connsiteY24" fmla="*/ 7532 h 35417"/>
                      <a:gd name="connsiteX25" fmla="*/ 26584 w 46798"/>
                      <a:gd name="connsiteY25" fmla="*/ 9554 h 35417"/>
                      <a:gd name="connsiteX26" fmla="*/ 25892 w 46798"/>
                      <a:gd name="connsiteY26" fmla="*/ 11990 h 35417"/>
                      <a:gd name="connsiteX27" fmla="*/ 25532 w 46798"/>
                      <a:gd name="connsiteY27" fmla="*/ 14510 h 35417"/>
                      <a:gd name="connsiteX28" fmla="*/ 25421 w 46798"/>
                      <a:gd name="connsiteY28" fmla="*/ 16836 h 35417"/>
                      <a:gd name="connsiteX29" fmla="*/ 25421 w 46798"/>
                      <a:gd name="connsiteY29" fmla="*/ 35390 h 35417"/>
                      <a:gd name="connsiteX30" fmla="*/ 21433 w 46798"/>
                      <a:gd name="connsiteY30" fmla="*/ 35390 h 35417"/>
                      <a:gd name="connsiteX31" fmla="*/ 21433 w 46798"/>
                      <a:gd name="connsiteY31" fmla="*/ 11603 h 35417"/>
                      <a:gd name="connsiteX32" fmla="*/ 19883 w 46798"/>
                      <a:gd name="connsiteY32" fmla="*/ 5760 h 35417"/>
                      <a:gd name="connsiteX33" fmla="*/ 14067 w 46798"/>
                      <a:gd name="connsiteY33" fmla="*/ 3628 h 35417"/>
                      <a:gd name="connsiteX34" fmla="*/ 9858 w 46798"/>
                      <a:gd name="connsiteY34" fmla="*/ 4597 h 35417"/>
                      <a:gd name="connsiteX35" fmla="*/ 6314 w 46798"/>
                      <a:gd name="connsiteY35" fmla="*/ 7560 h 35417"/>
                      <a:gd name="connsiteX36" fmla="*/ 5206 w 46798"/>
                      <a:gd name="connsiteY36" fmla="*/ 9581 h 35417"/>
                      <a:gd name="connsiteX37" fmla="*/ 4514 w 46798"/>
                      <a:gd name="connsiteY37" fmla="*/ 12018 h 35417"/>
                      <a:gd name="connsiteX38" fmla="*/ 4154 w 46798"/>
                      <a:gd name="connsiteY38" fmla="*/ 14538 h 35417"/>
                      <a:gd name="connsiteX39" fmla="*/ 4043 w 46798"/>
                      <a:gd name="connsiteY39" fmla="*/ 16864 h 35417"/>
                      <a:gd name="connsiteX40" fmla="*/ 4043 w 46798"/>
                      <a:gd name="connsiteY40" fmla="*/ 35417 h 35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46798" h="35417">
                        <a:moveTo>
                          <a:pt x="3988" y="35334"/>
                        </a:moveTo>
                        <a:lnTo>
                          <a:pt x="0" y="35334"/>
                        </a:lnTo>
                        <a:lnTo>
                          <a:pt x="0" y="914"/>
                        </a:lnTo>
                        <a:lnTo>
                          <a:pt x="3988" y="914"/>
                        </a:lnTo>
                        <a:lnTo>
                          <a:pt x="3988" y="6092"/>
                        </a:lnTo>
                        <a:lnTo>
                          <a:pt x="4126" y="6092"/>
                        </a:lnTo>
                        <a:cubicBezTo>
                          <a:pt x="5151" y="4098"/>
                          <a:pt x="6618" y="2575"/>
                          <a:pt x="8501" y="1551"/>
                        </a:cubicBezTo>
                        <a:cubicBezTo>
                          <a:pt x="10412" y="499"/>
                          <a:pt x="12489" y="0"/>
                          <a:pt x="14760" y="0"/>
                        </a:cubicBezTo>
                        <a:cubicBezTo>
                          <a:pt x="16366" y="0"/>
                          <a:pt x="17695" y="166"/>
                          <a:pt x="18803" y="526"/>
                        </a:cubicBezTo>
                        <a:cubicBezTo>
                          <a:pt x="19910" y="886"/>
                          <a:pt x="20852" y="1357"/>
                          <a:pt x="21627" y="1966"/>
                        </a:cubicBezTo>
                        <a:cubicBezTo>
                          <a:pt x="22402" y="2575"/>
                          <a:pt x="23039" y="3268"/>
                          <a:pt x="23565" y="4071"/>
                        </a:cubicBezTo>
                        <a:cubicBezTo>
                          <a:pt x="24064" y="4874"/>
                          <a:pt x="24507" y="5732"/>
                          <a:pt x="24867" y="6674"/>
                        </a:cubicBezTo>
                        <a:cubicBezTo>
                          <a:pt x="26030" y="4403"/>
                          <a:pt x="27553" y="2742"/>
                          <a:pt x="29491" y="1662"/>
                        </a:cubicBezTo>
                        <a:cubicBezTo>
                          <a:pt x="31430" y="582"/>
                          <a:pt x="33617" y="28"/>
                          <a:pt x="36110" y="28"/>
                        </a:cubicBezTo>
                        <a:cubicBezTo>
                          <a:pt x="38463" y="28"/>
                          <a:pt x="40319" y="415"/>
                          <a:pt x="41731" y="1191"/>
                        </a:cubicBezTo>
                        <a:cubicBezTo>
                          <a:pt x="43115" y="1966"/>
                          <a:pt x="44195" y="2991"/>
                          <a:pt x="44943" y="4237"/>
                        </a:cubicBezTo>
                        <a:cubicBezTo>
                          <a:pt x="45691" y="5483"/>
                          <a:pt x="46189" y="6951"/>
                          <a:pt x="46438" y="8584"/>
                        </a:cubicBezTo>
                        <a:cubicBezTo>
                          <a:pt x="46688" y="10218"/>
                          <a:pt x="46798" y="11907"/>
                          <a:pt x="46798" y="13624"/>
                        </a:cubicBezTo>
                        <a:lnTo>
                          <a:pt x="46798" y="35362"/>
                        </a:lnTo>
                        <a:lnTo>
                          <a:pt x="42811" y="35362"/>
                        </a:lnTo>
                        <a:lnTo>
                          <a:pt x="42811" y="11575"/>
                        </a:lnTo>
                        <a:cubicBezTo>
                          <a:pt x="42811" y="9083"/>
                          <a:pt x="42285" y="7144"/>
                          <a:pt x="41260" y="5732"/>
                        </a:cubicBezTo>
                        <a:cubicBezTo>
                          <a:pt x="40208" y="4320"/>
                          <a:pt x="38269" y="3600"/>
                          <a:pt x="35445" y="3600"/>
                        </a:cubicBezTo>
                        <a:cubicBezTo>
                          <a:pt x="33977" y="3600"/>
                          <a:pt x="32565" y="3932"/>
                          <a:pt x="31236" y="4569"/>
                        </a:cubicBezTo>
                        <a:cubicBezTo>
                          <a:pt x="29879" y="5206"/>
                          <a:pt x="28688" y="6203"/>
                          <a:pt x="27691" y="7532"/>
                        </a:cubicBezTo>
                        <a:cubicBezTo>
                          <a:pt x="27248" y="8114"/>
                          <a:pt x="26888" y="8778"/>
                          <a:pt x="26584" y="9554"/>
                        </a:cubicBezTo>
                        <a:cubicBezTo>
                          <a:pt x="26307" y="10329"/>
                          <a:pt x="26058" y="11132"/>
                          <a:pt x="25892" y="11990"/>
                        </a:cubicBezTo>
                        <a:cubicBezTo>
                          <a:pt x="25725" y="12821"/>
                          <a:pt x="25587" y="13680"/>
                          <a:pt x="25532" y="14510"/>
                        </a:cubicBezTo>
                        <a:cubicBezTo>
                          <a:pt x="25476" y="15341"/>
                          <a:pt x="25421" y="16116"/>
                          <a:pt x="25421" y="16836"/>
                        </a:cubicBezTo>
                        <a:lnTo>
                          <a:pt x="25421" y="35390"/>
                        </a:lnTo>
                        <a:lnTo>
                          <a:pt x="21433" y="35390"/>
                        </a:lnTo>
                        <a:lnTo>
                          <a:pt x="21433" y="11603"/>
                        </a:lnTo>
                        <a:cubicBezTo>
                          <a:pt x="21433" y="9111"/>
                          <a:pt x="20907" y="7172"/>
                          <a:pt x="19883" y="5760"/>
                        </a:cubicBezTo>
                        <a:cubicBezTo>
                          <a:pt x="18830" y="4348"/>
                          <a:pt x="16892" y="3628"/>
                          <a:pt x="14067" y="3628"/>
                        </a:cubicBezTo>
                        <a:cubicBezTo>
                          <a:pt x="12600" y="3628"/>
                          <a:pt x="11187" y="3960"/>
                          <a:pt x="9858" y="4597"/>
                        </a:cubicBezTo>
                        <a:cubicBezTo>
                          <a:pt x="8501" y="5234"/>
                          <a:pt x="7311" y="6231"/>
                          <a:pt x="6314" y="7560"/>
                        </a:cubicBezTo>
                        <a:cubicBezTo>
                          <a:pt x="5871" y="8141"/>
                          <a:pt x="5511" y="8806"/>
                          <a:pt x="5206" y="9581"/>
                        </a:cubicBezTo>
                        <a:cubicBezTo>
                          <a:pt x="4929" y="10357"/>
                          <a:pt x="4680" y="11160"/>
                          <a:pt x="4514" y="12018"/>
                        </a:cubicBezTo>
                        <a:cubicBezTo>
                          <a:pt x="4348" y="12849"/>
                          <a:pt x="4209" y="13707"/>
                          <a:pt x="4154" y="14538"/>
                        </a:cubicBezTo>
                        <a:cubicBezTo>
                          <a:pt x="4098" y="15369"/>
                          <a:pt x="4043" y="16144"/>
                          <a:pt x="4043" y="16864"/>
                        </a:cubicBezTo>
                        <a:lnTo>
                          <a:pt x="4043" y="35417"/>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556" name="Freeform 3555">
                    <a:extLst>
                      <a:ext uri="{FF2B5EF4-FFF2-40B4-BE49-F238E27FC236}">
                        <a16:creationId xmlns:a16="http://schemas.microsoft.com/office/drawing/2014/main" id="{7C749A7A-884E-C51A-4793-A481A68031EA}"/>
                      </a:ext>
                    </a:extLst>
                  </p:cNvPr>
                  <p:cNvSpPr/>
                  <p:nvPr/>
                </p:nvSpPr>
                <p:spPr>
                  <a:xfrm>
                    <a:off x="3129364" y="2768244"/>
                    <a:ext cx="4375" cy="47878"/>
                  </a:xfrm>
                  <a:custGeom>
                    <a:avLst/>
                    <a:gdLst>
                      <a:gd name="connsiteX0" fmla="*/ 0 w 4375"/>
                      <a:gd name="connsiteY0" fmla="*/ 5926 h 47878"/>
                      <a:gd name="connsiteX1" fmla="*/ 0 w 4375"/>
                      <a:gd name="connsiteY1" fmla="*/ 0 h 47878"/>
                      <a:gd name="connsiteX2" fmla="*/ 4375 w 4375"/>
                      <a:gd name="connsiteY2" fmla="*/ 0 h 47878"/>
                      <a:gd name="connsiteX3" fmla="*/ 4375 w 4375"/>
                      <a:gd name="connsiteY3" fmla="*/ 5926 h 47878"/>
                      <a:gd name="connsiteX4" fmla="*/ 0 w 4375"/>
                      <a:gd name="connsiteY4" fmla="*/ 5926 h 47878"/>
                      <a:gd name="connsiteX5" fmla="*/ 194 w 4375"/>
                      <a:gd name="connsiteY5" fmla="*/ 47878 h 47878"/>
                      <a:gd name="connsiteX6" fmla="*/ 194 w 4375"/>
                      <a:gd name="connsiteY6" fmla="*/ 13458 h 47878"/>
                      <a:gd name="connsiteX7" fmla="*/ 4181 w 4375"/>
                      <a:gd name="connsiteY7" fmla="*/ 13458 h 47878"/>
                      <a:gd name="connsiteX8" fmla="*/ 4181 w 4375"/>
                      <a:gd name="connsiteY8" fmla="*/ 47878 h 47878"/>
                      <a:gd name="connsiteX9" fmla="*/ 194 w 4375"/>
                      <a:gd name="connsiteY9" fmla="*/ 47878 h 47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75" h="47878">
                        <a:moveTo>
                          <a:pt x="0" y="5926"/>
                        </a:moveTo>
                        <a:lnTo>
                          <a:pt x="0" y="0"/>
                        </a:lnTo>
                        <a:lnTo>
                          <a:pt x="4375" y="0"/>
                        </a:lnTo>
                        <a:lnTo>
                          <a:pt x="4375" y="5926"/>
                        </a:lnTo>
                        <a:lnTo>
                          <a:pt x="0" y="5926"/>
                        </a:lnTo>
                        <a:close/>
                        <a:moveTo>
                          <a:pt x="194" y="47878"/>
                        </a:moveTo>
                        <a:lnTo>
                          <a:pt x="194" y="13458"/>
                        </a:lnTo>
                        <a:lnTo>
                          <a:pt x="4181" y="13458"/>
                        </a:lnTo>
                        <a:lnTo>
                          <a:pt x="4181" y="47878"/>
                        </a:lnTo>
                        <a:lnTo>
                          <a:pt x="194" y="47878"/>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557" name="Freeform 3556">
                    <a:extLst>
                      <a:ext uri="{FF2B5EF4-FFF2-40B4-BE49-F238E27FC236}">
                        <a16:creationId xmlns:a16="http://schemas.microsoft.com/office/drawing/2014/main" id="{57BAC711-CB78-6861-7432-B2B3BD6A6B59}"/>
                      </a:ext>
                    </a:extLst>
                  </p:cNvPr>
                  <p:cNvSpPr/>
                  <p:nvPr/>
                </p:nvSpPr>
                <p:spPr>
                  <a:xfrm>
                    <a:off x="3144317" y="2768272"/>
                    <a:ext cx="3987" cy="47850"/>
                  </a:xfrm>
                  <a:custGeom>
                    <a:avLst/>
                    <a:gdLst>
                      <a:gd name="connsiteX0" fmla="*/ 0 w 3987"/>
                      <a:gd name="connsiteY0" fmla="*/ 47851 h 47850"/>
                      <a:gd name="connsiteX1" fmla="*/ 0 w 3987"/>
                      <a:gd name="connsiteY1" fmla="*/ 0 h 47850"/>
                      <a:gd name="connsiteX2" fmla="*/ 3988 w 3987"/>
                      <a:gd name="connsiteY2" fmla="*/ 0 h 47850"/>
                      <a:gd name="connsiteX3" fmla="*/ 3988 w 3987"/>
                      <a:gd name="connsiteY3" fmla="*/ 47851 h 47850"/>
                      <a:gd name="connsiteX4" fmla="*/ 0 w 3987"/>
                      <a:gd name="connsiteY4" fmla="*/ 47851 h 47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87" h="47850">
                        <a:moveTo>
                          <a:pt x="0" y="47851"/>
                        </a:moveTo>
                        <a:lnTo>
                          <a:pt x="0" y="0"/>
                        </a:lnTo>
                        <a:lnTo>
                          <a:pt x="3988" y="0"/>
                        </a:lnTo>
                        <a:lnTo>
                          <a:pt x="3988" y="47851"/>
                        </a:lnTo>
                        <a:lnTo>
                          <a:pt x="0" y="47851"/>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558" name="Freeform 3557">
                    <a:extLst>
                      <a:ext uri="{FF2B5EF4-FFF2-40B4-BE49-F238E27FC236}">
                        <a16:creationId xmlns:a16="http://schemas.microsoft.com/office/drawing/2014/main" id="{EAD08A6C-B31B-2318-014D-A926EBEC14A5}"/>
                      </a:ext>
                    </a:extLst>
                  </p:cNvPr>
                  <p:cNvSpPr/>
                  <p:nvPr/>
                </p:nvSpPr>
                <p:spPr>
                  <a:xfrm>
                    <a:off x="3156640" y="2780816"/>
                    <a:ext cx="32454" cy="36303"/>
                  </a:xfrm>
                  <a:custGeom>
                    <a:avLst/>
                    <a:gdLst>
                      <a:gd name="connsiteX0" fmla="*/ 17639 w 32454"/>
                      <a:gd name="connsiteY0" fmla="*/ 15230 h 36303"/>
                      <a:gd name="connsiteX1" fmla="*/ 20325 w 32454"/>
                      <a:gd name="connsiteY1" fmla="*/ 14843 h 36303"/>
                      <a:gd name="connsiteX2" fmla="*/ 22873 w 32454"/>
                      <a:gd name="connsiteY2" fmla="*/ 14123 h 36303"/>
                      <a:gd name="connsiteX3" fmla="*/ 24091 w 32454"/>
                      <a:gd name="connsiteY3" fmla="*/ 12572 h 36303"/>
                      <a:gd name="connsiteX4" fmla="*/ 24313 w 32454"/>
                      <a:gd name="connsiteY4" fmla="*/ 10550 h 36303"/>
                      <a:gd name="connsiteX5" fmla="*/ 22347 w 32454"/>
                      <a:gd name="connsiteY5" fmla="*/ 5538 h 36303"/>
                      <a:gd name="connsiteX6" fmla="*/ 15729 w 32454"/>
                      <a:gd name="connsiteY6" fmla="*/ 3572 h 36303"/>
                      <a:gd name="connsiteX7" fmla="*/ 11935 w 32454"/>
                      <a:gd name="connsiteY7" fmla="*/ 3932 h 36303"/>
                      <a:gd name="connsiteX8" fmla="*/ 8917 w 32454"/>
                      <a:gd name="connsiteY8" fmla="*/ 5206 h 36303"/>
                      <a:gd name="connsiteX9" fmla="*/ 6784 w 32454"/>
                      <a:gd name="connsiteY9" fmla="*/ 7587 h 36303"/>
                      <a:gd name="connsiteX10" fmla="*/ 5677 w 32454"/>
                      <a:gd name="connsiteY10" fmla="*/ 11354 h 36303"/>
                      <a:gd name="connsiteX11" fmla="*/ 1634 w 32454"/>
                      <a:gd name="connsiteY11" fmla="*/ 11354 h 36303"/>
                      <a:gd name="connsiteX12" fmla="*/ 3018 w 32454"/>
                      <a:gd name="connsiteY12" fmla="*/ 6148 h 36303"/>
                      <a:gd name="connsiteX13" fmla="*/ 6120 w 32454"/>
                      <a:gd name="connsiteY13" fmla="*/ 2631 h 36303"/>
                      <a:gd name="connsiteX14" fmla="*/ 10495 w 32454"/>
                      <a:gd name="connsiteY14" fmla="*/ 637 h 36303"/>
                      <a:gd name="connsiteX15" fmla="*/ 15784 w 32454"/>
                      <a:gd name="connsiteY15" fmla="*/ 0 h 36303"/>
                      <a:gd name="connsiteX16" fmla="*/ 20658 w 32454"/>
                      <a:gd name="connsiteY16" fmla="*/ 554 h 36303"/>
                      <a:gd name="connsiteX17" fmla="*/ 24645 w 32454"/>
                      <a:gd name="connsiteY17" fmla="*/ 2354 h 36303"/>
                      <a:gd name="connsiteX18" fmla="*/ 27304 w 32454"/>
                      <a:gd name="connsiteY18" fmla="*/ 5649 h 36303"/>
                      <a:gd name="connsiteX19" fmla="*/ 28273 w 32454"/>
                      <a:gd name="connsiteY19" fmla="*/ 10689 h 36303"/>
                      <a:gd name="connsiteX20" fmla="*/ 28273 w 32454"/>
                      <a:gd name="connsiteY20" fmla="*/ 29436 h 36303"/>
                      <a:gd name="connsiteX21" fmla="*/ 29103 w 32454"/>
                      <a:gd name="connsiteY21" fmla="*/ 32399 h 36303"/>
                      <a:gd name="connsiteX22" fmla="*/ 32454 w 32454"/>
                      <a:gd name="connsiteY22" fmla="*/ 32094 h 36303"/>
                      <a:gd name="connsiteX23" fmla="*/ 32454 w 32454"/>
                      <a:gd name="connsiteY23" fmla="*/ 35223 h 36303"/>
                      <a:gd name="connsiteX24" fmla="*/ 31097 w 32454"/>
                      <a:gd name="connsiteY24" fmla="*/ 35611 h 36303"/>
                      <a:gd name="connsiteX25" fmla="*/ 29325 w 32454"/>
                      <a:gd name="connsiteY25" fmla="*/ 35888 h 36303"/>
                      <a:gd name="connsiteX26" fmla="*/ 27525 w 32454"/>
                      <a:gd name="connsiteY26" fmla="*/ 35694 h 36303"/>
                      <a:gd name="connsiteX27" fmla="*/ 25919 w 32454"/>
                      <a:gd name="connsiteY27" fmla="*/ 35057 h 36303"/>
                      <a:gd name="connsiteX28" fmla="*/ 24950 w 32454"/>
                      <a:gd name="connsiteY28" fmla="*/ 33867 h 36303"/>
                      <a:gd name="connsiteX29" fmla="*/ 24451 w 32454"/>
                      <a:gd name="connsiteY29" fmla="*/ 32343 h 36303"/>
                      <a:gd name="connsiteX30" fmla="*/ 24313 w 32454"/>
                      <a:gd name="connsiteY30" fmla="*/ 30571 h 36303"/>
                      <a:gd name="connsiteX31" fmla="*/ 18526 w 32454"/>
                      <a:gd name="connsiteY31" fmla="*/ 34836 h 36303"/>
                      <a:gd name="connsiteX32" fmla="*/ 11492 w 32454"/>
                      <a:gd name="connsiteY32" fmla="*/ 36303 h 36303"/>
                      <a:gd name="connsiteX33" fmla="*/ 7144 w 32454"/>
                      <a:gd name="connsiteY33" fmla="*/ 35694 h 36303"/>
                      <a:gd name="connsiteX34" fmla="*/ 3461 w 32454"/>
                      <a:gd name="connsiteY34" fmla="*/ 33839 h 36303"/>
                      <a:gd name="connsiteX35" fmla="*/ 941 w 32454"/>
                      <a:gd name="connsiteY35" fmla="*/ 30737 h 36303"/>
                      <a:gd name="connsiteX36" fmla="*/ 0 w 32454"/>
                      <a:gd name="connsiteY36" fmla="*/ 26390 h 36303"/>
                      <a:gd name="connsiteX37" fmla="*/ 12018 w 32454"/>
                      <a:gd name="connsiteY37" fmla="*/ 16033 h 36303"/>
                      <a:gd name="connsiteX38" fmla="*/ 17528 w 32454"/>
                      <a:gd name="connsiteY38" fmla="*/ 15313 h 36303"/>
                      <a:gd name="connsiteX39" fmla="*/ 24368 w 32454"/>
                      <a:gd name="connsiteY39" fmla="*/ 17224 h 36303"/>
                      <a:gd name="connsiteX40" fmla="*/ 19245 w 32454"/>
                      <a:gd name="connsiteY40" fmla="*/ 18609 h 36303"/>
                      <a:gd name="connsiteX41" fmla="*/ 14067 w 32454"/>
                      <a:gd name="connsiteY41" fmla="*/ 19135 h 36303"/>
                      <a:gd name="connsiteX42" fmla="*/ 6923 w 32454"/>
                      <a:gd name="connsiteY42" fmla="*/ 21184 h 36303"/>
                      <a:gd name="connsiteX43" fmla="*/ 4375 w 32454"/>
                      <a:gd name="connsiteY43" fmla="*/ 26445 h 36303"/>
                      <a:gd name="connsiteX44" fmla="*/ 5012 w 32454"/>
                      <a:gd name="connsiteY44" fmla="*/ 29214 h 36303"/>
                      <a:gd name="connsiteX45" fmla="*/ 6674 w 32454"/>
                      <a:gd name="connsiteY45" fmla="*/ 31153 h 36303"/>
                      <a:gd name="connsiteX46" fmla="*/ 9055 w 32454"/>
                      <a:gd name="connsiteY46" fmla="*/ 32288 h 36303"/>
                      <a:gd name="connsiteX47" fmla="*/ 11824 w 32454"/>
                      <a:gd name="connsiteY47" fmla="*/ 32648 h 36303"/>
                      <a:gd name="connsiteX48" fmla="*/ 16476 w 32454"/>
                      <a:gd name="connsiteY48" fmla="*/ 32039 h 36303"/>
                      <a:gd name="connsiteX49" fmla="*/ 20491 w 32454"/>
                      <a:gd name="connsiteY49" fmla="*/ 30211 h 36303"/>
                      <a:gd name="connsiteX50" fmla="*/ 23316 w 32454"/>
                      <a:gd name="connsiteY50" fmla="*/ 27082 h 36303"/>
                      <a:gd name="connsiteX51" fmla="*/ 24368 w 32454"/>
                      <a:gd name="connsiteY51" fmla="*/ 22596 h 36303"/>
                      <a:gd name="connsiteX52" fmla="*/ 24368 w 32454"/>
                      <a:gd name="connsiteY52" fmla="*/ 17224 h 36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32454" h="36303">
                        <a:moveTo>
                          <a:pt x="17639" y="15230"/>
                        </a:moveTo>
                        <a:cubicBezTo>
                          <a:pt x="18387" y="15147"/>
                          <a:pt x="19301" y="15009"/>
                          <a:pt x="20325" y="14843"/>
                        </a:cubicBezTo>
                        <a:cubicBezTo>
                          <a:pt x="21378" y="14677"/>
                          <a:pt x="22208" y="14427"/>
                          <a:pt x="22873" y="14123"/>
                        </a:cubicBezTo>
                        <a:cubicBezTo>
                          <a:pt x="23538" y="13818"/>
                          <a:pt x="23953" y="13292"/>
                          <a:pt x="24091" y="12572"/>
                        </a:cubicBezTo>
                        <a:cubicBezTo>
                          <a:pt x="24257" y="11852"/>
                          <a:pt x="24313" y="11160"/>
                          <a:pt x="24313" y="10550"/>
                        </a:cubicBezTo>
                        <a:cubicBezTo>
                          <a:pt x="24313" y="8501"/>
                          <a:pt x="23648" y="6840"/>
                          <a:pt x="22347" y="5538"/>
                        </a:cubicBezTo>
                        <a:cubicBezTo>
                          <a:pt x="21045" y="4237"/>
                          <a:pt x="18830" y="3572"/>
                          <a:pt x="15729" y="3572"/>
                        </a:cubicBezTo>
                        <a:cubicBezTo>
                          <a:pt x="14344" y="3572"/>
                          <a:pt x="13098" y="3683"/>
                          <a:pt x="11935" y="3932"/>
                        </a:cubicBezTo>
                        <a:cubicBezTo>
                          <a:pt x="10772" y="4181"/>
                          <a:pt x="9775" y="4597"/>
                          <a:pt x="8917" y="5206"/>
                        </a:cubicBezTo>
                        <a:cubicBezTo>
                          <a:pt x="8058" y="5815"/>
                          <a:pt x="7338" y="6591"/>
                          <a:pt x="6784" y="7587"/>
                        </a:cubicBezTo>
                        <a:cubicBezTo>
                          <a:pt x="6231" y="8584"/>
                          <a:pt x="5871" y="9831"/>
                          <a:pt x="5677" y="11354"/>
                        </a:cubicBezTo>
                        <a:lnTo>
                          <a:pt x="1634" y="11354"/>
                        </a:lnTo>
                        <a:cubicBezTo>
                          <a:pt x="1772" y="9304"/>
                          <a:pt x="2243" y="7587"/>
                          <a:pt x="3018" y="6148"/>
                        </a:cubicBezTo>
                        <a:cubicBezTo>
                          <a:pt x="3794" y="4708"/>
                          <a:pt x="4846" y="3545"/>
                          <a:pt x="6120" y="2631"/>
                        </a:cubicBezTo>
                        <a:cubicBezTo>
                          <a:pt x="7394" y="1717"/>
                          <a:pt x="8834" y="1052"/>
                          <a:pt x="10495" y="637"/>
                        </a:cubicBezTo>
                        <a:cubicBezTo>
                          <a:pt x="12156" y="222"/>
                          <a:pt x="13929" y="0"/>
                          <a:pt x="15784" y="0"/>
                        </a:cubicBezTo>
                        <a:cubicBezTo>
                          <a:pt x="17501" y="0"/>
                          <a:pt x="19135" y="194"/>
                          <a:pt x="20658" y="554"/>
                        </a:cubicBezTo>
                        <a:cubicBezTo>
                          <a:pt x="22181" y="942"/>
                          <a:pt x="23510" y="1523"/>
                          <a:pt x="24645" y="2354"/>
                        </a:cubicBezTo>
                        <a:cubicBezTo>
                          <a:pt x="25781" y="3185"/>
                          <a:pt x="26667" y="4265"/>
                          <a:pt x="27304" y="5649"/>
                        </a:cubicBezTo>
                        <a:cubicBezTo>
                          <a:pt x="27940" y="7034"/>
                          <a:pt x="28273" y="8695"/>
                          <a:pt x="28273" y="10689"/>
                        </a:cubicBezTo>
                        <a:lnTo>
                          <a:pt x="28273" y="29436"/>
                        </a:lnTo>
                        <a:cubicBezTo>
                          <a:pt x="28273" y="30987"/>
                          <a:pt x="28550" y="31984"/>
                          <a:pt x="29103" y="32399"/>
                        </a:cubicBezTo>
                        <a:cubicBezTo>
                          <a:pt x="29657" y="32814"/>
                          <a:pt x="30765" y="32731"/>
                          <a:pt x="32454" y="32094"/>
                        </a:cubicBezTo>
                        <a:lnTo>
                          <a:pt x="32454" y="35223"/>
                        </a:lnTo>
                        <a:cubicBezTo>
                          <a:pt x="32150" y="35306"/>
                          <a:pt x="31679" y="35445"/>
                          <a:pt x="31097" y="35611"/>
                        </a:cubicBezTo>
                        <a:cubicBezTo>
                          <a:pt x="30488" y="35777"/>
                          <a:pt x="29907" y="35888"/>
                          <a:pt x="29325" y="35888"/>
                        </a:cubicBezTo>
                        <a:cubicBezTo>
                          <a:pt x="28716" y="35888"/>
                          <a:pt x="28107" y="35833"/>
                          <a:pt x="27525" y="35694"/>
                        </a:cubicBezTo>
                        <a:cubicBezTo>
                          <a:pt x="26860" y="35611"/>
                          <a:pt x="26334" y="35390"/>
                          <a:pt x="25919" y="35057"/>
                        </a:cubicBezTo>
                        <a:cubicBezTo>
                          <a:pt x="25504" y="34725"/>
                          <a:pt x="25199" y="34337"/>
                          <a:pt x="24950" y="33867"/>
                        </a:cubicBezTo>
                        <a:cubicBezTo>
                          <a:pt x="24701" y="33396"/>
                          <a:pt x="24534" y="32897"/>
                          <a:pt x="24451" y="32343"/>
                        </a:cubicBezTo>
                        <a:cubicBezTo>
                          <a:pt x="24368" y="31790"/>
                          <a:pt x="24313" y="31208"/>
                          <a:pt x="24313" y="30571"/>
                        </a:cubicBezTo>
                        <a:cubicBezTo>
                          <a:pt x="22624" y="32427"/>
                          <a:pt x="20713" y="33839"/>
                          <a:pt x="18526" y="34836"/>
                        </a:cubicBezTo>
                        <a:cubicBezTo>
                          <a:pt x="16366" y="35805"/>
                          <a:pt x="14012" y="36303"/>
                          <a:pt x="11492" y="36303"/>
                        </a:cubicBezTo>
                        <a:cubicBezTo>
                          <a:pt x="9997" y="36303"/>
                          <a:pt x="8529" y="36110"/>
                          <a:pt x="7144" y="35694"/>
                        </a:cubicBezTo>
                        <a:cubicBezTo>
                          <a:pt x="5760" y="35279"/>
                          <a:pt x="4514" y="34670"/>
                          <a:pt x="3461" y="33839"/>
                        </a:cubicBezTo>
                        <a:cubicBezTo>
                          <a:pt x="2409" y="33008"/>
                          <a:pt x="1551" y="31956"/>
                          <a:pt x="941" y="30737"/>
                        </a:cubicBezTo>
                        <a:cubicBezTo>
                          <a:pt x="332" y="29519"/>
                          <a:pt x="0" y="28079"/>
                          <a:pt x="0" y="26390"/>
                        </a:cubicBezTo>
                        <a:cubicBezTo>
                          <a:pt x="0" y="20547"/>
                          <a:pt x="4015" y="17086"/>
                          <a:pt x="12018" y="16033"/>
                        </a:cubicBezTo>
                        <a:lnTo>
                          <a:pt x="17528" y="15313"/>
                        </a:lnTo>
                        <a:close/>
                        <a:moveTo>
                          <a:pt x="24368" y="17224"/>
                        </a:moveTo>
                        <a:cubicBezTo>
                          <a:pt x="22679" y="17944"/>
                          <a:pt x="20990" y="18387"/>
                          <a:pt x="19245" y="18609"/>
                        </a:cubicBezTo>
                        <a:cubicBezTo>
                          <a:pt x="17501" y="18830"/>
                          <a:pt x="15784" y="18996"/>
                          <a:pt x="14067" y="19135"/>
                        </a:cubicBezTo>
                        <a:cubicBezTo>
                          <a:pt x="11021" y="19356"/>
                          <a:pt x="8640" y="20049"/>
                          <a:pt x="6923" y="21184"/>
                        </a:cubicBezTo>
                        <a:cubicBezTo>
                          <a:pt x="5206" y="22347"/>
                          <a:pt x="4375" y="24091"/>
                          <a:pt x="4375" y="26445"/>
                        </a:cubicBezTo>
                        <a:cubicBezTo>
                          <a:pt x="4375" y="27497"/>
                          <a:pt x="4597" y="28439"/>
                          <a:pt x="5012" y="29214"/>
                        </a:cubicBezTo>
                        <a:cubicBezTo>
                          <a:pt x="5427" y="29990"/>
                          <a:pt x="5981" y="30627"/>
                          <a:pt x="6674" y="31153"/>
                        </a:cubicBezTo>
                        <a:cubicBezTo>
                          <a:pt x="7366" y="31651"/>
                          <a:pt x="8169" y="32039"/>
                          <a:pt x="9055" y="32288"/>
                        </a:cubicBezTo>
                        <a:cubicBezTo>
                          <a:pt x="9969" y="32537"/>
                          <a:pt x="10883" y="32648"/>
                          <a:pt x="11824" y="32648"/>
                        </a:cubicBezTo>
                        <a:cubicBezTo>
                          <a:pt x="13430" y="32648"/>
                          <a:pt x="14981" y="32454"/>
                          <a:pt x="16476" y="32039"/>
                        </a:cubicBezTo>
                        <a:cubicBezTo>
                          <a:pt x="17972" y="31651"/>
                          <a:pt x="19329" y="31042"/>
                          <a:pt x="20491" y="30211"/>
                        </a:cubicBezTo>
                        <a:cubicBezTo>
                          <a:pt x="21654" y="29381"/>
                          <a:pt x="22596" y="28356"/>
                          <a:pt x="23316" y="27082"/>
                        </a:cubicBezTo>
                        <a:cubicBezTo>
                          <a:pt x="24036" y="25808"/>
                          <a:pt x="24368" y="24313"/>
                          <a:pt x="24368" y="22596"/>
                        </a:cubicBezTo>
                        <a:lnTo>
                          <a:pt x="24368" y="17224"/>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sp>
                <p:nvSpPr>
                  <p:cNvPr id="3559" name="Freeform 3558">
                    <a:extLst>
                      <a:ext uri="{FF2B5EF4-FFF2-40B4-BE49-F238E27FC236}">
                        <a16:creationId xmlns:a16="http://schemas.microsoft.com/office/drawing/2014/main" id="{EB4E2A40-A3EB-DB5F-C539-24621EDA4A9B}"/>
                      </a:ext>
                    </a:extLst>
                  </p:cNvPr>
                  <p:cNvSpPr/>
                  <p:nvPr/>
                </p:nvSpPr>
                <p:spPr>
                  <a:xfrm>
                    <a:off x="3195629" y="2780761"/>
                    <a:ext cx="15368" cy="35361"/>
                  </a:xfrm>
                  <a:custGeom>
                    <a:avLst/>
                    <a:gdLst>
                      <a:gd name="connsiteX0" fmla="*/ 3988 w 15368"/>
                      <a:gd name="connsiteY0" fmla="*/ 35362 h 35361"/>
                      <a:gd name="connsiteX1" fmla="*/ 0 w 15368"/>
                      <a:gd name="connsiteY1" fmla="*/ 35362 h 35361"/>
                      <a:gd name="connsiteX2" fmla="*/ 0 w 15368"/>
                      <a:gd name="connsiteY2" fmla="*/ 941 h 35361"/>
                      <a:gd name="connsiteX3" fmla="*/ 3988 w 15368"/>
                      <a:gd name="connsiteY3" fmla="*/ 941 h 35361"/>
                      <a:gd name="connsiteX4" fmla="*/ 3988 w 15368"/>
                      <a:gd name="connsiteY4" fmla="*/ 7394 h 35361"/>
                      <a:gd name="connsiteX5" fmla="*/ 4126 w 15368"/>
                      <a:gd name="connsiteY5" fmla="*/ 7394 h 35361"/>
                      <a:gd name="connsiteX6" fmla="*/ 8418 w 15368"/>
                      <a:gd name="connsiteY6" fmla="*/ 1634 h 35361"/>
                      <a:gd name="connsiteX7" fmla="*/ 15369 w 15368"/>
                      <a:gd name="connsiteY7" fmla="*/ 0 h 35361"/>
                      <a:gd name="connsiteX8" fmla="*/ 15369 w 15368"/>
                      <a:gd name="connsiteY8" fmla="*/ 4320 h 35361"/>
                      <a:gd name="connsiteX9" fmla="*/ 9775 w 15368"/>
                      <a:gd name="connsiteY9" fmla="*/ 5372 h 35361"/>
                      <a:gd name="connsiteX10" fmla="*/ 6286 w 15368"/>
                      <a:gd name="connsiteY10" fmla="*/ 8418 h 35361"/>
                      <a:gd name="connsiteX11" fmla="*/ 4486 w 15368"/>
                      <a:gd name="connsiteY11" fmla="*/ 12960 h 35361"/>
                      <a:gd name="connsiteX12" fmla="*/ 3988 w 15368"/>
                      <a:gd name="connsiteY12" fmla="*/ 18442 h 35361"/>
                      <a:gd name="connsiteX13" fmla="*/ 3988 w 15368"/>
                      <a:gd name="connsiteY13" fmla="*/ 35334 h 353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5368" h="35361">
                        <a:moveTo>
                          <a:pt x="3988" y="35362"/>
                        </a:moveTo>
                        <a:lnTo>
                          <a:pt x="0" y="35362"/>
                        </a:lnTo>
                        <a:lnTo>
                          <a:pt x="0" y="941"/>
                        </a:lnTo>
                        <a:lnTo>
                          <a:pt x="3988" y="941"/>
                        </a:lnTo>
                        <a:lnTo>
                          <a:pt x="3988" y="7394"/>
                        </a:lnTo>
                        <a:lnTo>
                          <a:pt x="4126" y="7394"/>
                        </a:lnTo>
                        <a:cubicBezTo>
                          <a:pt x="5234" y="4652"/>
                          <a:pt x="6674" y="2741"/>
                          <a:pt x="8418" y="1634"/>
                        </a:cubicBezTo>
                        <a:cubicBezTo>
                          <a:pt x="10163" y="554"/>
                          <a:pt x="12489" y="0"/>
                          <a:pt x="15369" y="0"/>
                        </a:cubicBezTo>
                        <a:lnTo>
                          <a:pt x="15369" y="4320"/>
                        </a:lnTo>
                        <a:cubicBezTo>
                          <a:pt x="13098" y="4264"/>
                          <a:pt x="11243" y="4624"/>
                          <a:pt x="9775" y="5372"/>
                        </a:cubicBezTo>
                        <a:cubicBezTo>
                          <a:pt x="8307" y="6120"/>
                          <a:pt x="7144" y="7144"/>
                          <a:pt x="6286" y="8418"/>
                        </a:cubicBezTo>
                        <a:cubicBezTo>
                          <a:pt x="5428" y="9692"/>
                          <a:pt x="4818" y="11215"/>
                          <a:pt x="4486" y="12960"/>
                        </a:cubicBezTo>
                        <a:cubicBezTo>
                          <a:pt x="4154" y="14704"/>
                          <a:pt x="3988" y="16532"/>
                          <a:pt x="3988" y="18442"/>
                        </a:cubicBezTo>
                        <a:lnTo>
                          <a:pt x="3988" y="35334"/>
                        </a:lnTo>
                        <a:close/>
                      </a:path>
                    </a:pathLst>
                  </a:custGeom>
                  <a:solidFill>
                    <a:srgbClr val="010101"/>
                  </a:solidFill>
                  <a:ln w="2767" cap="flat">
                    <a:noFill/>
                    <a:prstDash val="solid"/>
                    <a:miter/>
                  </a:ln>
                </p:spPr>
                <p:txBody>
                  <a:bodyPr rtlCol="0" anchor="ctr"/>
                  <a:lstStyle/>
                  <a:p>
                    <a:endParaRPr lang="en-US" sz="2000" dirty="0">
                      <a:latin typeface="Helvetica" pitchFamily="2" charset="0"/>
                    </a:endParaRPr>
                  </a:p>
                </p:txBody>
              </p:sp>
            </p:grpSp>
            <p:grpSp>
              <p:nvGrpSpPr>
                <p:cNvPr id="42" name="Group 41">
                  <a:extLst>
                    <a:ext uri="{FF2B5EF4-FFF2-40B4-BE49-F238E27FC236}">
                      <a16:creationId xmlns:a16="http://schemas.microsoft.com/office/drawing/2014/main" id="{58394A36-B630-32BD-5AC3-C82DA090BF3B}"/>
                    </a:ext>
                  </a:extLst>
                </p:cNvPr>
                <p:cNvGrpSpPr/>
                <p:nvPr/>
              </p:nvGrpSpPr>
              <p:grpSpPr>
                <a:xfrm>
                  <a:off x="4938151" y="1500107"/>
                  <a:ext cx="2150593" cy="1321427"/>
                  <a:chOff x="4938151" y="1500107"/>
                  <a:chExt cx="2150593" cy="1321427"/>
                </a:xfrm>
              </p:grpSpPr>
              <p:grpSp>
                <p:nvGrpSpPr>
                  <p:cNvPr id="3" name="Group 2">
                    <a:extLst>
                      <a:ext uri="{FF2B5EF4-FFF2-40B4-BE49-F238E27FC236}">
                        <a16:creationId xmlns:a16="http://schemas.microsoft.com/office/drawing/2014/main" id="{C71673AD-086E-210B-337A-D5502545E6CB}"/>
                      </a:ext>
                    </a:extLst>
                  </p:cNvPr>
                  <p:cNvGrpSpPr/>
                  <p:nvPr/>
                </p:nvGrpSpPr>
                <p:grpSpPr>
                  <a:xfrm>
                    <a:off x="5020284" y="1565716"/>
                    <a:ext cx="1656649" cy="231679"/>
                    <a:chOff x="5172492" y="1387919"/>
                    <a:chExt cx="1459260" cy="204075"/>
                  </a:xfrm>
                </p:grpSpPr>
                <p:grpSp>
                  <p:nvGrpSpPr>
                    <p:cNvPr id="3540" name="Graphic 14">
                      <a:extLst>
                        <a:ext uri="{FF2B5EF4-FFF2-40B4-BE49-F238E27FC236}">
                          <a16:creationId xmlns:a16="http://schemas.microsoft.com/office/drawing/2014/main" id="{86A415F6-CD39-B78F-B0B0-FE242A046D70}"/>
                        </a:ext>
                      </a:extLst>
                    </p:cNvPr>
                    <p:cNvGrpSpPr/>
                    <p:nvPr/>
                  </p:nvGrpSpPr>
                  <p:grpSpPr>
                    <a:xfrm>
                      <a:off x="5172492" y="1396123"/>
                      <a:ext cx="698974" cy="195871"/>
                      <a:chOff x="2637649" y="2370292"/>
                      <a:chExt cx="233604" cy="65462"/>
                    </a:xfrm>
                    <a:solidFill>
                      <a:srgbClr val="8371B3"/>
                    </a:solidFill>
                  </p:grpSpPr>
                  <p:grpSp>
                    <p:nvGrpSpPr>
                      <p:cNvPr id="3541" name="Graphic 14">
                        <a:extLst>
                          <a:ext uri="{FF2B5EF4-FFF2-40B4-BE49-F238E27FC236}">
                            <a16:creationId xmlns:a16="http://schemas.microsoft.com/office/drawing/2014/main" id="{290C3345-52DC-6FF1-C525-D97055768512}"/>
                          </a:ext>
                        </a:extLst>
                      </p:cNvPr>
                      <p:cNvGrpSpPr/>
                      <p:nvPr/>
                    </p:nvGrpSpPr>
                    <p:grpSpPr>
                      <a:xfrm>
                        <a:off x="2727369" y="2370292"/>
                        <a:ext cx="67649" cy="47850"/>
                        <a:chOff x="2727369" y="2370292"/>
                        <a:chExt cx="67649" cy="47850"/>
                      </a:xfrm>
                      <a:solidFill>
                        <a:srgbClr val="8371B3"/>
                      </a:solidFill>
                    </p:grpSpPr>
                    <p:sp>
                      <p:nvSpPr>
                        <p:cNvPr id="3543" name="Freeform 3542">
                          <a:extLst>
                            <a:ext uri="{FF2B5EF4-FFF2-40B4-BE49-F238E27FC236}">
                              <a16:creationId xmlns:a16="http://schemas.microsoft.com/office/drawing/2014/main" id="{527F4E07-D9A1-80B5-FAD0-34E54D6DE3B9}"/>
                            </a:ext>
                          </a:extLst>
                        </p:cNvPr>
                        <p:cNvSpPr/>
                        <p:nvPr/>
                      </p:nvSpPr>
                      <p:spPr>
                        <a:xfrm>
                          <a:off x="2727369" y="2370292"/>
                          <a:ext cx="42256" cy="47850"/>
                        </a:xfrm>
                        <a:custGeom>
                          <a:avLst/>
                          <a:gdLst>
                            <a:gd name="connsiteX0" fmla="*/ 0 w 42256"/>
                            <a:gd name="connsiteY0" fmla="*/ 47851 h 47850"/>
                            <a:gd name="connsiteX1" fmla="*/ 18802 w 42256"/>
                            <a:gd name="connsiteY1" fmla="*/ 0 h 47850"/>
                            <a:gd name="connsiteX2" fmla="*/ 23925 w 42256"/>
                            <a:gd name="connsiteY2" fmla="*/ 0 h 47850"/>
                            <a:gd name="connsiteX3" fmla="*/ 42257 w 42256"/>
                            <a:gd name="connsiteY3" fmla="*/ 47851 h 47850"/>
                            <a:gd name="connsiteX4" fmla="*/ 37605 w 42256"/>
                            <a:gd name="connsiteY4" fmla="*/ 47851 h 47850"/>
                            <a:gd name="connsiteX5" fmla="*/ 32094 w 42256"/>
                            <a:gd name="connsiteY5" fmla="*/ 32842 h 47850"/>
                            <a:gd name="connsiteX6" fmla="*/ 10301 w 42256"/>
                            <a:gd name="connsiteY6" fmla="*/ 32842 h 47850"/>
                            <a:gd name="connsiteX7" fmla="*/ 4652 w 42256"/>
                            <a:gd name="connsiteY7" fmla="*/ 47851 h 47850"/>
                            <a:gd name="connsiteX8" fmla="*/ 0 w 42256"/>
                            <a:gd name="connsiteY8" fmla="*/ 47851 h 47850"/>
                            <a:gd name="connsiteX9" fmla="*/ 11852 w 42256"/>
                            <a:gd name="connsiteY9" fmla="*/ 28965 h 47850"/>
                            <a:gd name="connsiteX10" fmla="*/ 30599 w 42256"/>
                            <a:gd name="connsiteY10" fmla="*/ 28965 h 47850"/>
                            <a:gd name="connsiteX11" fmla="*/ 21239 w 42256"/>
                            <a:gd name="connsiteY11" fmla="*/ 3849 h 47850"/>
                            <a:gd name="connsiteX12" fmla="*/ 11880 w 42256"/>
                            <a:gd name="connsiteY12" fmla="*/ 28965 h 47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256" h="47850">
                              <a:moveTo>
                                <a:pt x="0" y="47851"/>
                              </a:moveTo>
                              <a:lnTo>
                                <a:pt x="18802" y="0"/>
                              </a:lnTo>
                              <a:lnTo>
                                <a:pt x="23925" y="0"/>
                              </a:lnTo>
                              <a:lnTo>
                                <a:pt x="42257" y="47851"/>
                              </a:lnTo>
                              <a:lnTo>
                                <a:pt x="37605" y="47851"/>
                              </a:lnTo>
                              <a:lnTo>
                                <a:pt x="32094" y="32842"/>
                              </a:lnTo>
                              <a:lnTo>
                                <a:pt x="10301" y="32842"/>
                              </a:lnTo>
                              <a:lnTo>
                                <a:pt x="4652" y="47851"/>
                              </a:lnTo>
                              <a:lnTo>
                                <a:pt x="0" y="47851"/>
                              </a:lnTo>
                              <a:close/>
                              <a:moveTo>
                                <a:pt x="11852" y="28965"/>
                              </a:moveTo>
                              <a:lnTo>
                                <a:pt x="30599" y="28965"/>
                              </a:lnTo>
                              <a:lnTo>
                                <a:pt x="21239" y="3849"/>
                              </a:lnTo>
                              <a:lnTo>
                                <a:pt x="11880" y="28965"/>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sp>
                      <p:nvSpPr>
                        <p:cNvPr id="3544" name="Freeform 3543">
                          <a:extLst>
                            <a:ext uri="{FF2B5EF4-FFF2-40B4-BE49-F238E27FC236}">
                              <a16:creationId xmlns:a16="http://schemas.microsoft.com/office/drawing/2014/main" id="{7A0D7DBB-1489-3329-02A3-F4FC1BFB7DC3}"/>
                            </a:ext>
                          </a:extLst>
                        </p:cNvPr>
                        <p:cNvSpPr/>
                        <p:nvPr/>
                      </p:nvSpPr>
                      <p:spPr>
                        <a:xfrm>
                          <a:off x="2778681" y="2371261"/>
                          <a:ext cx="16337" cy="46853"/>
                        </a:xfrm>
                        <a:custGeom>
                          <a:avLst/>
                          <a:gdLst>
                            <a:gd name="connsiteX0" fmla="*/ 12101 w 16337"/>
                            <a:gd name="connsiteY0" fmla="*/ 12046 h 46853"/>
                            <a:gd name="connsiteX1" fmla="*/ 0 w 16337"/>
                            <a:gd name="connsiteY1" fmla="*/ 12046 h 46853"/>
                            <a:gd name="connsiteX2" fmla="*/ 0 w 16337"/>
                            <a:gd name="connsiteY2" fmla="*/ 9249 h 46853"/>
                            <a:gd name="connsiteX3" fmla="*/ 4818 w 16337"/>
                            <a:gd name="connsiteY3" fmla="*/ 8723 h 46853"/>
                            <a:gd name="connsiteX4" fmla="*/ 8612 w 16337"/>
                            <a:gd name="connsiteY4" fmla="*/ 7449 h 46853"/>
                            <a:gd name="connsiteX5" fmla="*/ 11326 w 16337"/>
                            <a:gd name="connsiteY5" fmla="*/ 4763 h 46853"/>
                            <a:gd name="connsiteX6" fmla="*/ 12960 w 16337"/>
                            <a:gd name="connsiteY6" fmla="*/ 0 h 46853"/>
                            <a:gd name="connsiteX7" fmla="*/ 16338 w 16337"/>
                            <a:gd name="connsiteY7" fmla="*/ 0 h 46853"/>
                            <a:gd name="connsiteX8" fmla="*/ 16338 w 16337"/>
                            <a:gd name="connsiteY8" fmla="*/ 46854 h 46853"/>
                            <a:gd name="connsiteX9" fmla="*/ 12073 w 16337"/>
                            <a:gd name="connsiteY9" fmla="*/ 46854 h 46853"/>
                            <a:gd name="connsiteX10" fmla="*/ 12073 w 16337"/>
                            <a:gd name="connsiteY10" fmla="*/ 12018 h 468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337" h="46853">
                              <a:moveTo>
                                <a:pt x="12101" y="12046"/>
                              </a:moveTo>
                              <a:lnTo>
                                <a:pt x="0" y="12046"/>
                              </a:lnTo>
                              <a:lnTo>
                                <a:pt x="0" y="9249"/>
                              </a:lnTo>
                              <a:cubicBezTo>
                                <a:pt x="1772" y="9110"/>
                                <a:pt x="3378" y="8944"/>
                                <a:pt x="4818" y="8723"/>
                              </a:cubicBezTo>
                              <a:cubicBezTo>
                                <a:pt x="6258" y="8501"/>
                                <a:pt x="7532" y="8086"/>
                                <a:pt x="8612" y="7449"/>
                              </a:cubicBezTo>
                              <a:cubicBezTo>
                                <a:pt x="9692" y="6812"/>
                                <a:pt x="10606" y="5926"/>
                                <a:pt x="11326" y="4763"/>
                              </a:cubicBezTo>
                              <a:cubicBezTo>
                                <a:pt x="12046" y="3600"/>
                                <a:pt x="12600" y="1994"/>
                                <a:pt x="12960" y="0"/>
                              </a:cubicBezTo>
                              <a:lnTo>
                                <a:pt x="16338" y="0"/>
                              </a:lnTo>
                              <a:lnTo>
                                <a:pt x="16338" y="46854"/>
                              </a:lnTo>
                              <a:lnTo>
                                <a:pt x="12073" y="46854"/>
                              </a:lnTo>
                              <a:lnTo>
                                <a:pt x="12073" y="12018"/>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grpSp>
                  <p:sp>
                    <p:nvSpPr>
                      <p:cNvPr id="3542" name="Freeform 3541">
                        <a:extLst>
                          <a:ext uri="{FF2B5EF4-FFF2-40B4-BE49-F238E27FC236}">
                            <a16:creationId xmlns:a16="http://schemas.microsoft.com/office/drawing/2014/main" id="{DC7D5FCE-83CE-FF28-8D32-4C6447399878}"/>
                          </a:ext>
                        </a:extLst>
                      </p:cNvPr>
                      <p:cNvSpPr/>
                      <p:nvPr/>
                    </p:nvSpPr>
                    <p:spPr>
                      <a:xfrm>
                        <a:off x="2637649" y="2435754"/>
                        <a:ext cx="233604" cy="2769"/>
                      </a:xfrm>
                      <a:custGeom>
                        <a:avLst/>
                        <a:gdLst>
                          <a:gd name="connsiteX0" fmla="*/ 0 w 233604"/>
                          <a:gd name="connsiteY0" fmla="*/ 0 h 2769"/>
                          <a:gd name="connsiteX1" fmla="*/ 233604 w 233604"/>
                          <a:gd name="connsiteY1" fmla="*/ 0 h 2769"/>
                        </a:gdLst>
                        <a:ahLst/>
                        <a:cxnLst>
                          <a:cxn ang="0">
                            <a:pos x="connsiteX0" y="connsiteY0"/>
                          </a:cxn>
                          <a:cxn ang="0">
                            <a:pos x="connsiteX1" y="connsiteY1"/>
                          </a:cxn>
                        </a:cxnLst>
                        <a:rect l="l" t="t" r="r" b="b"/>
                        <a:pathLst>
                          <a:path w="233604" h="2769">
                            <a:moveTo>
                              <a:pt x="0" y="0"/>
                            </a:moveTo>
                            <a:lnTo>
                              <a:pt x="233604" y="0"/>
                            </a:lnTo>
                          </a:path>
                        </a:pathLst>
                      </a:custGeom>
                      <a:ln w="5534" cap="flat">
                        <a:solidFill>
                          <a:srgbClr val="8371B3"/>
                        </a:solidFill>
                        <a:prstDash val="solid"/>
                        <a:miter/>
                      </a:ln>
                    </p:spPr>
                    <p:txBody>
                      <a:bodyPr rtlCol="0" anchor="ctr"/>
                      <a:lstStyle/>
                      <a:p>
                        <a:endParaRPr lang="en-US" sz="2000" dirty="0">
                          <a:latin typeface="Helvetica" pitchFamily="2" charset="0"/>
                        </a:endParaRPr>
                      </a:p>
                    </p:txBody>
                  </p:sp>
                </p:grpSp>
                <p:grpSp>
                  <p:nvGrpSpPr>
                    <p:cNvPr id="3545" name="Graphic 14">
                      <a:extLst>
                        <a:ext uri="{FF2B5EF4-FFF2-40B4-BE49-F238E27FC236}">
                          <a16:creationId xmlns:a16="http://schemas.microsoft.com/office/drawing/2014/main" id="{6C597CDA-B92C-867E-395F-80A57B49A70D}"/>
                        </a:ext>
                      </a:extLst>
                    </p:cNvPr>
                    <p:cNvGrpSpPr/>
                    <p:nvPr/>
                  </p:nvGrpSpPr>
                  <p:grpSpPr>
                    <a:xfrm>
                      <a:off x="6442428" y="1387919"/>
                      <a:ext cx="189324" cy="143173"/>
                      <a:chOff x="3062074" y="2367550"/>
                      <a:chExt cx="63274" cy="47850"/>
                    </a:xfrm>
                    <a:solidFill>
                      <a:srgbClr val="8371B3"/>
                    </a:solidFill>
                  </p:grpSpPr>
                  <p:sp>
                    <p:nvSpPr>
                      <p:cNvPr id="3546" name="Freeform 3545">
                        <a:extLst>
                          <a:ext uri="{FF2B5EF4-FFF2-40B4-BE49-F238E27FC236}">
                            <a16:creationId xmlns:a16="http://schemas.microsoft.com/office/drawing/2014/main" id="{AE8EF727-512D-BE60-15E9-75061E8D15AB}"/>
                          </a:ext>
                        </a:extLst>
                      </p:cNvPr>
                      <p:cNvSpPr/>
                      <p:nvPr/>
                    </p:nvSpPr>
                    <p:spPr>
                      <a:xfrm>
                        <a:off x="3062074" y="2367550"/>
                        <a:ext cx="35168" cy="47850"/>
                      </a:xfrm>
                      <a:custGeom>
                        <a:avLst/>
                        <a:gdLst>
                          <a:gd name="connsiteX0" fmla="*/ 0 w 35168"/>
                          <a:gd name="connsiteY0" fmla="*/ 47851 h 47850"/>
                          <a:gd name="connsiteX1" fmla="*/ 0 w 35168"/>
                          <a:gd name="connsiteY1" fmla="*/ 0 h 47850"/>
                          <a:gd name="connsiteX2" fmla="*/ 17279 w 35168"/>
                          <a:gd name="connsiteY2" fmla="*/ 0 h 47850"/>
                          <a:gd name="connsiteX3" fmla="*/ 24452 w 35168"/>
                          <a:gd name="connsiteY3" fmla="*/ 858 h 47850"/>
                          <a:gd name="connsiteX4" fmla="*/ 29325 w 35168"/>
                          <a:gd name="connsiteY4" fmla="*/ 3323 h 47850"/>
                          <a:gd name="connsiteX5" fmla="*/ 32094 w 35168"/>
                          <a:gd name="connsiteY5" fmla="*/ 7144 h 47850"/>
                          <a:gd name="connsiteX6" fmla="*/ 32953 w 35168"/>
                          <a:gd name="connsiteY6" fmla="*/ 12018 h 47850"/>
                          <a:gd name="connsiteX7" fmla="*/ 32288 w 35168"/>
                          <a:gd name="connsiteY7" fmla="*/ 16366 h 47850"/>
                          <a:gd name="connsiteX8" fmla="*/ 30571 w 35168"/>
                          <a:gd name="connsiteY8" fmla="*/ 19412 h 47850"/>
                          <a:gd name="connsiteX9" fmla="*/ 28134 w 35168"/>
                          <a:gd name="connsiteY9" fmla="*/ 21350 h 47850"/>
                          <a:gd name="connsiteX10" fmla="*/ 25310 w 35168"/>
                          <a:gd name="connsiteY10" fmla="*/ 22319 h 47850"/>
                          <a:gd name="connsiteX11" fmla="*/ 25310 w 35168"/>
                          <a:gd name="connsiteY11" fmla="*/ 22458 h 47850"/>
                          <a:gd name="connsiteX12" fmla="*/ 32731 w 35168"/>
                          <a:gd name="connsiteY12" fmla="*/ 26390 h 47850"/>
                          <a:gd name="connsiteX13" fmla="*/ 35168 w 35168"/>
                          <a:gd name="connsiteY13" fmla="*/ 34365 h 47850"/>
                          <a:gd name="connsiteX14" fmla="*/ 34005 w 35168"/>
                          <a:gd name="connsiteY14" fmla="*/ 40679 h 47850"/>
                          <a:gd name="connsiteX15" fmla="*/ 30793 w 35168"/>
                          <a:gd name="connsiteY15" fmla="*/ 44860 h 47850"/>
                          <a:gd name="connsiteX16" fmla="*/ 25836 w 35168"/>
                          <a:gd name="connsiteY16" fmla="*/ 47158 h 47850"/>
                          <a:gd name="connsiteX17" fmla="*/ 19550 w 35168"/>
                          <a:gd name="connsiteY17" fmla="*/ 47851 h 47850"/>
                          <a:gd name="connsiteX18" fmla="*/ 0 w 35168"/>
                          <a:gd name="connsiteY18" fmla="*/ 47851 h 47850"/>
                          <a:gd name="connsiteX19" fmla="*/ 4541 w 35168"/>
                          <a:gd name="connsiteY19" fmla="*/ 21129 h 47850"/>
                          <a:gd name="connsiteX20" fmla="*/ 15978 w 35168"/>
                          <a:gd name="connsiteY20" fmla="*/ 21129 h 47850"/>
                          <a:gd name="connsiteX21" fmla="*/ 21904 w 35168"/>
                          <a:gd name="connsiteY21" fmla="*/ 20519 h 47850"/>
                          <a:gd name="connsiteX22" fmla="*/ 25753 w 35168"/>
                          <a:gd name="connsiteY22" fmla="*/ 18747 h 47850"/>
                          <a:gd name="connsiteX23" fmla="*/ 27857 w 35168"/>
                          <a:gd name="connsiteY23" fmla="*/ 15895 h 47850"/>
                          <a:gd name="connsiteX24" fmla="*/ 28494 w 35168"/>
                          <a:gd name="connsiteY24" fmla="*/ 12018 h 47850"/>
                          <a:gd name="connsiteX25" fmla="*/ 27774 w 35168"/>
                          <a:gd name="connsiteY25" fmla="*/ 8197 h 47850"/>
                          <a:gd name="connsiteX26" fmla="*/ 25448 w 35168"/>
                          <a:gd name="connsiteY26" fmla="*/ 5677 h 47850"/>
                          <a:gd name="connsiteX27" fmla="*/ 21295 w 35168"/>
                          <a:gd name="connsiteY27" fmla="*/ 4292 h 47850"/>
                          <a:gd name="connsiteX28" fmla="*/ 15009 w 35168"/>
                          <a:gd name="connsiteY28" fmla="*/ 3849 h 47850"/>
                          <a:gd name="connsiteX29" fmla="*/ 4569 w 35168"/>
                          <a:gd name="connsiteY29" fmla="*/ 3849 h 47850"/>
                          <a:gd name="connsiteX30" fmla="*/ 4569 w 35168"/>
                          <a:gd name="connsiteY30" fmla="*/ 21129 h 47850"/>
                          <a:gd name="connsiteX31" fmla="*/ 4541 w 35168"/>
                          <a:gd name="connsiteY31" fmla="*/ 44002 h 47850"/>
                          <a:gd name="connsiteX32" fmla="*/ 16033 w 35168"/>
                          <a:gd name="connsiteY32" fmla="*/ 44002 h 47850"/>
                          <a:gd name="connsiteX33" fmla="*/ 22513 w 35168"/>
                          <a:gd name="connsiteY33" fmla="*/ 43669 h 47850"/>
                          <a:gd name="connsiteX34" fmla="*/ 27054 w 35168"/>
                          <a:gd name="connsiteY34" fmla="*/ 42312 h 47850"/>
                          <a:gd name="connsiteX35" fmla="*/ 29740 w 35168"/>
                          <a:gd name="connsiteY35" fmla="*/ 39377 h 47850"/>
                          <a:gd name="connsiteX36" fmla="*/ 30627 w 35168"/>
                          <a:gd name="connsiteY36" fmla="*/ 34365 h 47850"/>
                          <a:gd name="connsiteX37" fmla="*/ 29630 w 35168"/>
                          <a:gd name="connsiteY37" fmla="*/ 29547 h 47850"/>
                          <a:gd name="connsiteX38" fmla="*/ 26777 w 35168"/>
                          <a:gd name="connsiteY38" fmla="*/ 26722 h 47850"/>
                          <a:gd name="connsiteX39" fmla="*/ 22319 w 35168"/>
                          <a:gd name="connsiteY39" fmla="*/ 25365 h 47850"/>
                          <a:gd name="connsiteX40" fmla="*/ 16532 w 35168"/>
                          <a:gd name="connsiteY40" fmla="*/ 25005 h 47850"/>
                          <a:gd name="connsiteX41" fmla="*/ 4514 w 35168"/>
                          <a:gd name="connsiteY41" fmla="*/ 25005 h 47850"/>
                          <a:gd name="connsiteX42" fmla="*/ 4514 w 35168"/>
                          <a:gd name="connsiteY42" fmla="*/ 44002 h 47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35168" h="47850">
                            <a:moveTo>
                              <a:pt x="0" y="47851"/>
                            </a:moveTo>
                            <a:lnTo>
                              <a:pt x="0" y="0"/>
                            </a:lnTo>
                            <a:lnTo>
                              <a:pt x="17279" y="0"/>
                            </a:lnTo>
                            <a:cubicBezTo>
                              <a:pt x="20076" y="0"/>
                              <a:pt x="22458" y="277"/>
                              <a:pt x="24452" y="858"/>
                            </a:cubicBezTo>
                            <a:cubicBezTo>
                              <a:pt x="26445" y="1440"/>
                              <a:pt x="28079" y="2243"/>
                              <a:pt x="29325" y="3323"/>
                            </a:cubicBezTo>
                            <a:cubicBezTo>
                              <a:pt x="30599" y="4375"/>
                              <a:pt x="31513" y="5649"/>
                              <a:pt x="32094" y="7144"/>
                            </a:cubicBezTo>
                            <a:cubicBezTo>
                              <a:pt x="32676" y="8640"/>
                              <a:pt x="32953" y="10246"/>
                              <a:pt x="32953" y="12018"/>
                            </a:cubicBezTo>
                            <a:cubicBezTo>
                              <a:pt x="32953" y="13790"/>
                              <a:pt x="32731" y="15147"/>
                              <a:pt x="32288" y="16366"/>
                            </a:cubicBezTo>
                            <a:cubicBezTo>
                              <a:pt x="31845" y="17584"/>
                              <a:pt x="31263" y="18609"/>
                              <a:pt x="30571" y="19412"/>
                            </a:cubicBezTo>
                            <a:cubicBezTo>
                              <a:pt x="29879" y="20215"/>
                              <a:pt x="29048" y="20879"/>
                              <a:pt x="28134" y="21350"/>
                            </a:cubicBezTo>
                            <a:cubicBezTo>
                              <a:pt x="27221" y="21821"/>
                              <a:pt x="26279" y="22125"/>
                              <a:pt x="25310" y="22319"/>
                            </a:cubicBezTo>
                            <a:lnTo>
                              <a:pt x="25310" y="22458"/>
                            </a:lnTo>
                            <a:cubicBezTo>
                              <a:pt x="28633" y="22956"/>
                              <a:pt x="31097" y="24258"/>
                              <a:pt x="32731" y="26390"/>
                            </a:cubicBezTo>
                            <a:cubicBezTo>
                              <a:pt x="34337" y="28522"/>
                              <a:pt x="35168" y="31180"/>
                              <a:pt x="35168" y="34365"/>
                            </a:cubicBezTo>
                            <a:cubicBezTo>
                              <a:pt x="35168" y="36857"/>
                              <a:pt x="34780" y="38962"/>
                              <a:pt x="34005" y="40679"/>
                            </a:cubicBezTo>
                            <a:cubicBezTo>
                              <a:pt x="33230" y="42395"/>
                              <a:pt x="32150" y="43808"/>
                              <a:pt x="30793" y="44860"/>
                            </a:cubicBezTo>
                            <a:cubicBezTo>
                              <a:pt x="29408" y="45912"/>
                              <a:pt x="27774" y="46688"/>
                              <a:pt x="25836" y="47158"/>
                            </a:cubicBezTo>
                            <a:cubicBezTo>
                              <a:pt x="23898" y="47629"/>
                              <a:pt x="21821" y="47851"/>
                              <a:pt x="19550" y="47851"/>
                            </a:cubicBezTo>
                            <a:lnTo>
                              <a:pt x="0" y="47851"/>
                            </a:lnTo>
                            <a:close/>
                            <a:moveTo>
                              <a:pt x="4541" y="21129"/>
                            </a:moveTo>
                            <a:lnTo>
                              <a:pt x="15978" y="21129"/>
                            </a:lnTo>
                            <a:cubicBezTo>
                              <a:pt x="18332" y="21129"/>
                              <a:pt x="20298" y="20935"/>
                              <a:pt x="21904" y="20519"/>
                            </a:cubicBezTo>
                            <a:cubicBezTo>
                              <a:pt x="23510" y="20132"/>
                              <a:pt x="24784" y="19522"/>
                              <a:pt x="25753" y="18747"/>
                            </a:cubicBezTo>
                            <a:cubicBezTo>
                              <a:pt x="26722" y="17972"/>
                              <a:pt x="27414" y="17030"/>
                              <a:pt x="27857" y="15895"/>
                            </a:cubicBezTo>
                            <a:cubicBezTo>
                              <a:pt x="28273" y="14760"/>
                              <a:pt x="28494" y="13458"/>
                              <a:pt x="28494" y="12018"/>
                            </a:cubicBezTo>
                            <a:cubicBezTo>
                              <a:pt x="28494" y="10578"/>
                              <a:pt x="28245" y="9249"/>
                              <a:pt x="27774" y="8197"/>
                            </a:cubicBezTo>
                            <a:cubicBezTo>
                              <a:pt x="27276" y="7144"/>
                              <a:pt x="26501" y="6314"/>
                              <a:pt x="25448" y="5677"/>
                            </a:cubicBezTo>
                            <a:cubicBezTo>
                              <a:pt x="24396" y="5040"/>
                              <a:pt x="23011" y="4569"/>
                              <a:pt x="21295" y="4292"/>
                            </a:cubicBezTo>
                            <a:cubicBezTo>
                              <a:pt x="19578" y="4015"/>
                              <a:pt x="17501" y="3849"/>
                              <a:pt x="15009" y="3849"/>
                            </a:cubicBezTo>
                            <a:lnTo>
                              <a:pt x="4569" y="3849"/>
                            </a:lnTo>
                            <a:lnTo>
                              <a:pt x="4569" y="21129"/>
                            </a:lnTo>
                            <a:close/>
                            <a:moveTo>
                              <a:pt x="4541" y="44002"/>
                            </a:moveTo>
                            <a:lnTo>
                              <a:pt x="16033" y="44002"/>
                            </a:lnTo>
                            <a:cubicBezTo>
                              <a:pt x="18526" y="44002"/>
                              <a:pt x="20685" y="43891"/>
                              <a:pt x="22513" y="43669"/>
                            </a:cubicBezTo>
                            <a:cubicBezTo>
                              <a:pt x="24341" y="43448"/>
                              <a:pt x="25864" y="43005"/>
                              <a:pt x="27054" y="42312"/>
                            </a:cubicBezTo>
                            <a:cubicBezTo>
                              <a:pt x="28245" y="41620"/>
                              <a:pt x="29159" y="40651"/>
                              <a:pt x="29740" y="39377"/>
                            </a:cubicBezTo>
                            <a:cubicBezTo>
                              <a:pt x="30350" y="38103"/>
                              <a:pt x="30627" y="36442"/>
                              <a:pt x="30627" y="34365"/>
                            </a:cubicBezTo>
                            <a:cubicBezTo>
                              <a:pt x="30627" y="32288"/>
                              <a:pt x="30294" y="30765"/>
                              <a:pt x="29630" y="29547"/>
                            </a:cubicBezTo>
                            <a:cubicBezTo>
                              <a:pt x="28965" y="28328"/>
                              <a:pt x="28024" y="27387"/>
                              <a:pt x="26777" y="26722"/>
                            </a:cubicBezTo>
                            <a:cubicBezTo>
                              <a:pt x="25531" y="26058"/>
                              <a:pt x="24064" y="25614"/>
                              <a:pt x="22319" y="25365"/>
                            </a:cubicBezTo>
                            <a:cubicBezTo>
                              <a:pt x="20602" y="25116"/>
                              <a:pt x="18664" y="25005"/>
                              <a:pt x="16532" y="25005"/>
                            </a:cubicBezTo>
                            <a:lnTo>
                              <a:pt x="4514" y="25005"/>
                            </a:lnTo>
                            <a:lnTo>
                              <a:pt x="4514" y="44002"/>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sp>
                    <p:nvSpPr>
                      <p:cNvPr id="3547" name="Freeform 3546">
                        <a:extLst>
                          <a:ext uri="{FF2B5EF4-FFF2-40B4-BE49-F238E27FC236}">
                            <a16:creationId xmlns:a16="http://schemas.microsoft.com/office/drawing/2014/main" id="{FE9F3CC4-5976-3C19-D806-380965297C7A}"/>
                          </a:ext>
                        </a:extLst>
                      </p:cNvPr>
                      <p:cNvSpPr/>
                      <p:nvPr/>
                    </p:nvSpPr>
                    <p:spPr>
                      <a:xfrm>
                        <a:off x="3109011" y="2368520"/>
                        <a:ext cx="16337" cy="46853"/>
                      </a:xfrm>
                      <a:custGeom>
                        <a:avLst/>
                        <a:gdLst>
                          <a:gd name="connsiteX0" fmla="*/ 12101 w 16337"/>
                          <a:gd name="connsiteY0" fmla="*/ 12046 h 46853"/>
                          <a:gd name="connsiteX1" fmla="*/ 0 w 16337"/>
                          <a:gd name="connsiteY1" fmla="*/ 12046 h 46853"/>
                          <a:gd name="connsiteX2" fmla="*/ 0 w 16337"/>
                          <a:gd name="connsiteY2" fmla="*/ 9249 h 46853"/>
                          <a:gd name="connsiteX3" fmla="*/ 4818 w 16337"/>
                          <a:gd name="connsiteY3" fmla="*/ 8723 h 46853"/>
                          <a:gd name="connsiteX4" fmla="*/ 8612 w 16337"/>
                          <a:gd name="connsiteY4" fmla="*/ 7449 h 46853"/>
                          <a:gd name="connsiteX5" fmla="*/ 11326 w 16337"/>
                          <a:gd name="connsiteY5" fmla="*/ 4763 h 46853"/>
                          <a:gd name="connsiteX6" fmla="*/ 12960 w 16337"/>
                          <a:gd name="connsiteY6" fmla="*/ 0 h 46853"/>
                          <a:gd name="connsiteX7" fmla="*/ 16338 w 16337"/>
                          <a:gd name="connsiteY7" fmla="*/ 0 h 46853"/>
                          <a:gd name="connsiteX8" fmla="*/ 16338 w 16337"/>
                          <a:gd name="connsiteY8" fmla="*/ 46854 h 46853"/>
                          <a:gd name="connsiteX9" fmla="*/ 12073 w 16337"/>
                          <a:gd name="connsiteY9" fmla="*/ 46854 h 46853"/>
                          <a:gd name="connsiteX10" fmla="*/ 12073 w 16337"/>
                          <a:gd name="connsiteY10" fmla="*/ 12018 h 468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337" h="46853">
                            <a:moveTo>
                              <a:pt x="12101" y="12046"/>
                            </a:moveTo>
                            <a:lnTo>
                              <a:pt x="0" y="12046"/>
                            </a:lnTo>
                            <a:lnTo>
                              <a:pt x="0" y="9249"/>
                            </a:lnTo>
                            <a:cubicBezTo>
                              <a:pt x="1772" y="9110"/>
                              <a:pt x="3378" y="8944"/>
                              <a:pt x="4818" y="8723"/>
                            </a:cubicBezTo>
                            <a:cubicBezTo>
                              <a:pt x="6258" y="8501"/>
                              <a:pt x="7532" y="8086"/>
                              <a:pt x="8612" y="7449"/>
                            </a:cubicBezTo>
                            <a:cubicBezTo>
                              <a:pt x="9692" y="6812"/>
                              <a:pt x="10606" y="5926"/>
                              <a:pt x="11326" y="4763"/>
                            </a:cubicBezTo>
                            <a:cubicBezTo>
                              <a:pt x="12046" y="3600"/>
                              <a:pt x="12600" y="1994"/>
                              <a:pt x="12960" y="0"/>
                            </a:cubicBezTo>
                            <a:lnTo>
                              <a:pt x="16338" y="0"/>
                            </a:lnTo>
                            <a:lnTo>
                              <a:pt x="16338" y="46854"/>
                            </a:lnTo>
                            <a:lnTo>
                              <a:pt x="12073" y="46854"/>
                            </a:lnTo>
                            <a:lnTo>
                              <a:pt x="12073" y="12018"/>
                            </a:lnTo>
                            <a:close/>
                          </a:path>
                        </a:pathLst>
                      </a:custGeom>
                      <a:solidFill>
                        <a:srgbClr val="8371B3"/>
                      </a:solidFill>
                      <a:ln w="2767" cap="flat">
                        <a:noFill/>
                        <a:prstDash val="solid"/>
                        <a:miter/>
                      </a:ln>
                    </p:spPr>
                    <p:txBody>
                      <a:bodyPr rtlCol="0" anchor="ctr"/>
                      <a:lstStyle/>
                      <a:p>
                        <a:endParaRPr lang="en-US" sz="2000" dirty="0">
                          <a:latin typeface="Helvetica" pitchFamily="2" charset="0"/>
                        </a:endParaRPr>
                      </a:p>
                    </p:txBody>
                  </p:sp>
                </p:grpSp>
              </p:grpSp>
              <p:sp>
                <p:nvSpPr>
                  <p:cNvPr id="40" name="Rectangle 39">
                    <a:extLst>
                      <a:ext uri="{FF2B5EF4-FFF2-40B4-BE49-F238E27FC236}">
                        <a16:creationId xmlns:a16="http://schemas.microsoft.com/office/drawing/2014/main" id="{98D6F116-FAF1-5698-4268-4FC2F3A8A30C}"/>
                      </a:ext>
                    </a:extLst>
                  </p:cNvPr>
                  <p:cNvSpPr/>
                  <p:nvPr/>
                </p:nvSpPr>
                <p:spPr>
                  <a:xfrm>
                    <a:off x="4938151" y="1500107"/>
                    <a:ext cx="1008350" cy="1308258"/>
                  </a:xfrm>
                  <a:prstGeom prst="rect">
                    <a:avLst/>
                  </a:prstGeom>
                  <a:solidFill>
                    <a:schemeClr val="bg2">
                      <a:lumMod val="10000"/>
                      <a:alpha val="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E1B88AEF-8A54-BE09-A822-4E69B7C016F8}"/>
                      </a:ext>
                    </a:extLst>
                  </p:cNvPr>
                  <p:cNvSpPr/>
                  <p:nvPr/>
                </p:nvSpPr>
                <p:spPr>
                  <a:xfrm>
                    <a:off x="6080394" y="1513276"/>
                    <a:ext cx="1008350" cy="1308258"/>
                  </a:xfrm>
                  <a:prstGeom prst="rect">
                    <a:avLst/>
                  </a:prstGeom>
                  <a:solidFill>
                    <a:schemeClr val="bg2">
                      <a:lumMod val="10000"/>
                      <a:alpha val="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grpSp>
      <p:pic>
        <p:nvPicPr>
          <p:cNvPr id="12" name="Picture 11">
            <a:extLst>
              <a:ext uri="{FF2B5EF4-FFF2-40B4-BE49-F238E27FC236}">
                <a16:creationId xmlns:a16="http://schemas.microsoft.com/office/drawing/2014/main" id="{5BDA3490-79AF-4286-0FA2-042B777B0260}"/>
              </a:ext>
            </a:extLst>
          </p:cNvPr>
          <p:cNvPicPr>
            <a:picLocks noChangeAspect="1"/>
          </p:cNvPicPr>
          <p:nvPr/>
        </p:nvPicPr>
        <p:blipFill>
          <a:blip r:embed="rId18"/>
          <a:stretch>
            <a:fillRect/>
          </a:stretch>
        </p:blipFill>
        <p:spPr>
          <a:xfrm>
            <a:off x="226313" y="1453478"/>
            <a:ext cx="1849526" cy="1577844"/>
          </a:xfrm>
          <a:prstGeom prst="rect">
            <a:avLst/>
          </a:prstGeom>
        </p:spPr>
      </p:pic>
      <p:pic>
        <p:nvPicPr>
          <p:cNvPr id="14" name="Picture 13">
            <a:extLst>
              <a:ext uri="{FF2B5EF4-FFF2-40B4-BE49-F238E27FC236}">
                <a16:creationId xmlns:a16="http://schemas.microsoft.com/office/drawing/2014/main" id="{72A53D77-3161-C9AE-7C90-823FADA25971}"/>
              </a:ext>
            </a:extLst>
          </p:cNvPr>
          <p:cNvPicPr>
            <a:picLocks noChangeAspect="1"/>
          </p:cNvPicPr>
          <p:nvPr/>
        </p:nvPicPr>
        <p:blipFill>
          <a:blip r:embed="rId19"/>
          <a:stretch>
            <a:fillRect/>
          </a:stretch>
        </p:blipFill>
        <p:spPr>
          <a:xfrm>
            <a:off x="282718" y="4453287"/>
            <a:ext cx="1849526" cy="1488124"/>
          </a:xfrm>
          <a:prstGeom prst="rect">
            <a:avLst/>
          </a:prstGeom>
        </p:spPr>
      </p:pic>
      <p:sp>
        <p:nvSpPr>
          <p:cNvPr id="7" name="Text 2">
            <a:extLst>
              <a:ext uri="{FF2B5EF4-FFF2-40B4-BE49-F238E27FC236}">
                <a16:creationId xmlns:a16="http://schemas.microsoft.com/office/drawing/2014/main" id="{95899307-F5D3-2D36-2B79-6095FA1BB6E1}"/>
              </a:ext>
            </a:extLst>
          </p:cNvPr>
          <p:cNvSpPr/>
          <p:nvPr/>
        </p:nvSpPr>
        <p:spPr>
          <a:xfrm>
            <a:off x="343508" y="164865"/>
            <a:ext cx="5154923" cy="457245"/>
          </a:xfrm>
          <a:prstGeom prst="rect">
            <a:avLst/>
          </a:prstGeom>
          <a:noFill/>
          <a:ln/>
        </p:spPr>
        <p:txBody>
          <a:bodyPr wrap="square" lIns="0" tIns="0" rIns="0" bIns="0" rtlCol="0" anchor="ctr">
            <a:normAutofit/>
          </a:bodyPr>
          <a:lstStyle/>
          <a:p>
            <a:pPr marL="0" indent="0">
              <a:buNone/>
            </a:pPr>
            <a:r>
              <a:rPr lang="en-US" sz="2600" dirty="0">
                <a:latin typeface="Helvetica" pitchFamily="2" charset="0"/>
              </a:rPr>
              <a:t>Experiment: the MST-Back task</a:t>
            </a:r>
          </a:p>
        </p:txBody>
      </p:sp>
    </p:spTree>
    <p:extLst>
      <p:ext uri="{BB962C8B-B14F-4D97-AF65-F5344CB8AC3E}">
        <p14:creationId xmlns:p14="http://schemas.microsoft.com/office/powerpoint/2010/main" val="1508029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53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5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52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52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53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51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53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2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46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97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717"/>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711"/>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705"/>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736"/>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708"/>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3714"/>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739"/>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73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19"/>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3604"/>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37"/>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nodeType="clickEffect">
                                  <p:stCondLst>
                                    <p:cond delay="0"/>
                                  </p:stCondLst>
                                  <p:childTnLst>
                                    <p:set>
                                      <p:cBhvr>
                                        <p:cTn id="64" dur="1" fill="hold">
                                          <p:stCondLst>
                                            <p:cond delay="0"/>
                                          </p:stCondLst>
                                        </p:cTn>
                                        <p:tgtEl>
                                          <p:spTgt spid="36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E57E-11EC-A339-E173-44717A00363E}"/>
            </a:ext>
          </a:extLst>
        </p:cNvPr>
        <p:cNvGrpSpPr/>
        <p:nvPr/>
      </p:nvGrpSpPr>
      <p:grpSpPr>
        <a:xfrm>
          <a:off x="0" y="0"/>
          <a:ext cx="0" cy="0"/>
          <a:chOff x="0" y="0"/>
          <a:chExt cx="0" cy="0"/>
        </a:xfrm>
      </p:grpSpPr>
      <p:sp>
        <p:nvSpPr>
          <p:cNvPr id="7" name="Text 2">
            <a:extLst>
              <a:ext uri="{FF2B5EF4-FFF2-40B4-BE49-F238E27FC236}">
                <a16:creationId xmlns:a16="http://schemas.microsoft.com/office/drawing/2014/main" id="{1C691D9F-149B-3D08-D080-E67AEC69DC7D}"/>
              </a:ext>
            </a:extLst>
          </p:cNvPr>
          <p:cNvSpPr/>
          <p:nvPr/>
        </p:nvSpPr>
        <p:spPr>
          <a:xfrm>
            <a:off x="343508" y="164865"/>
            <a:ext cx="5154923" cy="457245"/>
          </a:xfrm>
          <a:prstGeom prst="rect">
            <a:avLst/>
          </a:prstGeom>
          <a:noFill/>
          <a:ln/>
        </p:spPr>
        <p:txBody>
          <a:bodyPr wrap="square" lIns="0" tIns="0" rIns="0" bIns="0" rtlCol="0" anchor="ctr">
            <a:normAutofit/>
          </a:bodyPr>
          <a:lstStyle/>
          <a:p>
            <a:pPr marL="0" indent="0">
              <a:buNone/>
            </a:pPr>
            <a:r>
              <a:rPr lang="en-US" sz="2600" dirty="0">
                <a:latin typeface="Helvetica" pitchFamily="2" charset="0"/>
              </a:rPr>
              <a:t>A key feature of our task</a:t>
            </a:r>
          </a:p>
        </p:txBody>
      </p:sp>
      <p:sp>
        <p:nvSpPr>
          <p:cNvPr id="32" name="TextBox 31">
            <a:extLst>
              <a:ext uri="{FF2B5EF4-FFF2-40B4-BE49-F238E27FC236}">
                <a16:creationId xmlns:a16="http://schemas.microsoft.com/office/drawing/2014/main" id="{EC068C92-5E9A-6E84-3621-301B461D73B5}"/>
              </a:ext>
            </a:extLst>
          </p:cNvPr>
          <p:cNvSpPr txBox="1"/>
          <p:nvPr/>
        </p:nvSpPr>
        <p:spPr>
          <a:xfrm>
            <a:off x="570272" y="1604887"/>
            <a:ext cx="11621728" cy="2663743"/>
          </a:xfrm>
          <a:prstGeom prst="rect">
            <a:avLst/>
          </a:prstGeom>
          <a:noFill/>
        </p:spPr>
        <p:txBody>
          <a:bodyPr wrap="square">
            <a:spAutoFit/>
          </a:bodyPr>
          <a:lstStyle/>
          <a:p>
            <a:pPr>
              <a:lnSpc>
                <a:spcPct val="150000"/>
              </a:lnSpc>
              <a:spcAft>
                <a:spcPts val="1200"/>
              </a:spcAft>
            </a:pPr>
            <a:r>
              <a:rPr lang="en-US" sz="2000" dirty="0">
                <a:latin typeface="Helvetica" pitchFamily="2" charset="0"/>
              </a:rPr>
              <a:t>The novelty of an image </a:t>
            </a:r>
            <a:r>
              <a:rPr lang="en-US" sz="2000" b="1" dirty="0">
                <a:latin typeface="Helvetica" pitchFamily="2" charset="0"/>
              </a:rPr>
              <a:t>is not predictive </a:t>
            </a:r>
            <a:r>
              <a:rPr lang="en-US" sz="2000" dirty="0">
                <a:latin typeface="Helvetica" pitchFamily="2" charset="0"/>
              </a:rPr>
              <a:t>of the time or type of response.</a:t>
            </a:r>
          </a:p>
          <a:p>
            <a:pPr>
              <a:lnSpc>
                <a:spcPct val="150000"/>
              </a:lnSpc>
              <a:spcAft>
                <a:spcPts val="1200"/>
              </a:spcAft>
            </a:pPr>
            <a:r>
              <a:rPr lang="en-US" sz="2000" dirty="0">
                <a:latin typeface="Helvetica" pitchFamily="2" charset="0"/>
              </a:rPr>
              <a:t>Consequently, EM can neither reduce WM load, nor can episodic representations replace WM representations. </a:t>
            </a:r>
          </a:p>
          <a:p>
            <a:pPr>
              <a:lnSpc>
                <a:spcPct val="150000"/>
              </a:lnSpc>
              <a:spcAft>
                <a:spcPts val="1200"/>
              </a:spcAft>
            </a:pPr>
            <a:r>
              <a:rPr lang="en-US" sz="2000" dirty="0">
                <a:latin typeface="Helvetica" pitchFamily="2" charset="0"/>
              </a:rPr>
              <a:t>Instead, object representations stored in EM </a:t>
            </a:r>
            <a:r>
              <a:rPr lang="en-US" sz="2000" b="1" dirty="0">
                <a:latin typeface="Helvetica" pitchFamily="2" charset="0"/>
              </a:rPr>
              <a:t>need to be integrated </a:t>
            </a:r>
            <a:r>
              <a:rPr lang="en-US" sz="2000" dirty="0">
                <a:latin typeface="Helvetica" pitchFamily="2" charset="0"/>
              </a:rPr>
              <a:t>with the content of WM in order to improve performance.</a:t>
            </a:r>
          </a:p>
        </p:txBody>
      </p:sp>
    </p:spTree>
    <p:extLst>
      <p:ext uri="{BB962C8B-B14F-4D97-AF65-F5344CB8AC3E}">
        <p14:creationId xmlns:p14="http://schemas.microsoft.com/office/powerpoint/2010/main" val="138252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91" name="Group 4290">
            <a:extLst>
              <a:ext uri="{FF2B5EF4-FFF2-40B4-BE49-F238E27FC236}">
                <a16:creationId xmlns:a16="http://schemas.microsoft.com/office/drawing/2014/main" id="{D65658B9-AF7E-D09F-00B6-9543B4E1CCC9}"/>
              </a:ext>
            </a:extLst>
          </p:cNvPr>
          <p:cNvGrpSpPr/>
          <p:nvPr/>
        </p:nvGrpSpPr>
        <p:grpSpPr>
          <a:xfrm>
            <a:off x="4736014" y="1530152"/>
            <a:ext cx="5566134" cy="2505892"/>
            <a:chOff x="4743317" y="3702060"/>
            <a:chExt cx="5566134" cy="2505892"/>
          </a:xfrm>
        </p:grpSpPr>
        <p:grpSp>
          <p:nvGrpSpPr>
            <p:cNvPr id="4289" name="Group 4288">
              <a:extLst>
                <a:ext uri="{FF2B5EF4-FFF2-40B4-BE49-F238E27FC236}">
                  <a16:creationId xmlns:a16="http://schemas.microsoft.com/office/drawing/2014/main" id="{F01E5B56-F938-3687-F56D-1C090DE96E63}"/>
                </a:ext>
              </a:extLst>
            </p:cNvPr>
            <p:cNvGrpSpPr/>
            <p:nvPr/>
          </p:nvGrpSpPr>
          <p:grpSpPr>
            <a:xfrm>
              <a:off x="4743317" y="4325774"/>
              <a:ext cx="848095" cy="1882178"/>
              <a:chOff x="4743317" y="4325774"/>
              <a:chExt cx="848095" cy="1882178"/>
            </a:xfrm>
          </p:grpSpPr>
          <p:sp>
            <p:nvSpPr>
              <p:cNvPr id="3981" name="Freeform 3980">
                <a:extLst>
                  <a:ext uri="{FF2B5EF4-FFF2-40B4-BE49-F238E27FC236}">
                    <a16:creationId xmlns:a16="http://schemas.microsoft.com/office/drawing/2014/main" id="{86AE165C-E807-82F4-E0FA-F0B57148708D}"/>
                  </a:ext>
                </a:extLst>
              </p:cNvPr>
              <p:cNvSpPr/>
              <p:nvPr/>
            </p:nvSpPr>
            <p:spPr>
              <a:xfrm>
                <a:off x="4953887" y="4906300"/>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82" name="Freeform 3981">
                <a:extLst>
                  <a:ext uri="{FF2B5EF4-FFF2-40B4-BE49-F238E27FC236}">
                    <a16:creationId xmlns:a16="http://schemas.microsoft.com/office/drawing/2014/main" id="{FD11763A-778D-D2EB-FC94-77425CB8A763}"/>
                  </a:ext>
                </a:extLst>
              </p:cNvPr>
              <p:cNvSpPr/>
              <p:nvPr/>
            </p:nvSpPr>
            <p:spPr>
              <a:xfrm>
                <a:off x="5079509" y="5335527"/>
                <a:ext cx="133532" cy="8416"/>
              </a:xfrm>
              <a:custGeom>
                <a:avLst/>
                <a:gdLst>
                  <a:gd name="connsiteX0" fmla="*/ 0 w 35668"/>
                  <a:gd name="connsiteY0" fmla="*/ 0 h 2248"/>
                  <a:gd name="connsiteX1" fmla="*/ 35668 w 35668"/>
                  <a:gd name="connsiteY1" fmla="*/ 0 h 2248"/>
                </a:gdLst>
                <a:ahLst/>
                <a:cxnLst>
                  <a:cxn ang="0">
                    <a:pos x="connsiteX0" y="connsiteY0"/>
                  </a:cxn>
                  <a:cxn ang="0">
                    <a:pos x="connsiteX1" y="connsiteY1"/>
                  </a:cxn>
                </a:cxnLst>
                <a:rect l="l" t="t" r="r" b="b"/>
                <a:pathLst>
                  <a:path w="35668" h="2248">
                    <a:moveTo>
                      <a:pt x="0" y="0"/>
                    </a:moveTo>
                    <a:lnTo>
                      <a:pt x="35668" y="0"/>
                    </a:lnTo>
                  </a:path>
                </a:pathLst>
              </a:custGeom>
              <a:ln w="4498" cap="flat">
                <a:solidFill>
                  <a:srgbClr val="000000"/>
                </a:solidFill>
                <a:prstDash val="solid"/>
                <a:round/>
              </a:ln>
            </p:spPr>
            <p:txBody>
              <a:bodyPr rtlCol="0" anchor="ctr"/>
              <a:lstStyle/>
              <a:p>
                <a:endParaRPr lang="en-US"/>
              </a:p>
            </p:txBody>
          </p:sp>
          <p:sp>
            <p:nvSpPr>
              <p:cNvPr id="4006" name="Freeform 4005">
                <a:extLst>
                  <a:ext uri="{FF2B5EF4-FFF2-40B4-BE49-F238E27FC236}">
                    <a16:creationId xmlns:a16="http://schemas.microsoft.com/office/drawing/2014/main" id="{822D8AC0-FF88-9238-0216-CAFBDECA1BB7}"/>
                  </a:ext>
                </a:extLst>
              </p:cNvPr>
              <p:cNvSpPr/>
              <p:nvPr/>
            </p:nvSpPr>
            <p:spPr>
              <a:xfrm>
                <a:off x="5084978" y="5042108"/>
                <a:ext cx="133532" cy="464669"/>
              </a:xfrm>
              <a:custGeom>
                <a:avLst/>
                <a:gdLst>
                  <a:gd name="connsiteX0" fmla="*/ 0 w 35668"/>
                  <a:gd name="connsiteY0" fmla="*/ 0 h 124119"/>
                  <a:gd name="connsiteX1" fmla="*/ 35668 w 35668"/>
                  <a:gd name="connsiteY1" fmla="*/ 0 h 124119"/>
                  <a:gd name="connsiteX2" fmla="*/ 35668 w 35668"/>
                  <a:gd name="connsiteY2" fmla="*/ 124120 h 124119"/>
                  <a:gd name="connsiteX3" fmla="*/ 0 w 35668"/>
                  <a:gd name="connsiteY3" fmla="*/ 124120 h 124119"/>
                </a:gdLst>
                <a:ahLst/>
                <a:cxnLst>
                  <a:cxn ang="0">
                    <a:pos x="connsiteX0" y="connsiteY0"/>
                  </a:cxn>
                  <a:cxn ang="0">
                    <a:pos x="connsiteX1" y="connsiteY1"/>
                  </a:cxn>
                  <a:cxn ang="0">
                    <a:pos x="connsiteX2" y="connsiteY2"/>
                  </a:cxn>
                  <a:cxn ang="0">
                    <a:pos x="connsiteX3" y="connsiteY3"/>
                  </a:cxn>
                </a:cxnLst>
                <a:rect l="l" t="t" r="r" b="b"/>
                <a:pathLst>
                  <a:path w="35668" h="124119">
                    <a:moveTo>
                      <a:pt x="0" y="0"/>
                    </a:moveTo>
                    <a:lnTo>
                      <a:pt x="35668" y="0"/>
                    </a:lnTo>
                    <a:lnTo>
                      <a:pt x="35668" y="124120"/>
                    </a:lnTo>
                    <a:lnTo>
                      <a:pt x="0" y="124120"/>
                    </a:lnTo>
                    <a:close/>
                  </a:path>
                </a:pathLst>
              </a:custGeom>
              <a:noFill/>
              <a:ln w="4498" cap="flat">
                <a:solidFill>
                  <a:srgbClr val="010101"/>
                </a:solidFill>
                <a:prstDash val="solid"/>
                <a:miter/>
              </a:ln>
            </p:spPr>
            <p:txBody>
              <a:bodyPr rtlCol="0" anchor="ctr"/>
              <a:lstStyle/>
              <a:p>
                <a:endParaRPr lang="en-US"/>
              </a:p>
            </p:txBody>
          </p:sp>
          <p:grpSp>
            <p:nvGrpSpPr>
              <p:cNvPr id="4288" name="Group 4287">
                <a:extLst>
                  <a:ext uri="{FF2B5EF4-FFF2-40B4-BE49-F238E27FC236}">
                    <a16:creationId xmlns:a16="http://schemas.microsoft.com/office/drawing/2014/main" id="{02EE4D23-B520-5507-CCFA-548081D5586E}"/>
                  </a:ext>
                </a:extLst>
              </p:cNvPr>
              <p:cNvGrpSpPr/>
              <p:nvPr/>
            </p:nvGrpSpPr>
            <p:grpSpPr>
              <a:xfrm>
                <a:off x="4743317" y="4325774"/>
                <a:ext cx="848095" cy="1882178"/>
                <a:chOff x="4743317" y="4325774"/>
                <a:chExt cx="848095" cy="1882178"/>
              </a:xfrm>
            </p:grpSpPr>
            <p:sp>
              <p:nvSpPr>
                <p:cNvPr id="3950" name="Freeform 3949">
                  <a:extLst>
                    <a:ext uri="{FF2B5EF4-FFF2-40B4-BE49-F238E27FC236}">
                      <a16:creationId xmlns:a16="http://schemas.microsoft.com/office/drawing/2014/main" id="{D43A8A90-B534-E5E5-E086-7822A4F6FAFD}"/>
                    </a:ext>
                  </a:extLst>
                </p:cNvPr>
                <p:cNvSpPr/>
                <p:nvPr/>
              </p:nvSpPr>
              <p:spPr>
                <a:xfrm>
                  <a:off x="5146274" y="4325774"/>
                  <a:ext cx="445138" cy="1882178"/>
                </a:xfrm>
                <a:custGeom>
                  <a:avLst/>
                  <a:gdLst>
                    <a:gd name="connsiteX0" fmla="*/ 5398 w 118902"/>
                    <a:gd name="connsiteY0" fmla="*/ 485393 h 502754"/>
                    <a:gd name="connsiteX1" fmla="*/ 6230 w 118902"/>
                    <a:gd name="connsiteY1" fmla="*/ 479478 h 502754"/>
                    <a:gd name="connsiteX2" fmla="*/ 7129 w 118902"/>
                    <a:gd name="connsiteY2" fmla="*/ 473563 h 502754"/>
                    <a:gd name="connsiteX3" fmla="*/ 8119 w 118902"/>
                    <a:gd name="connsiteY3" fmla="*/ 467648 h 502754"/>
                    <a:gd name="connsiteX4" fmla="*/ 9198 w 118902"/>
                    <a:gd name="connsiteY4" fmla="*/ 461734 h 502754"/>
                    <a:gd name="connsiteX5" fmla="*/ 10413 w 118902"/>
                    <a:gd name="connsiteY5" fmla="*/ 455796 h 502754"/>
                    <a:gd name="connsiteX6" fmla="*/ 11785 w 118902"/>
                    <a:gd name="connsiteY6" fmla="*/ 449882 h 502754"/>
                    <a:gd name="connsiteX7" fmla="*/ 13336 w 118902"/>
                    <a:gd name="connsiteY7" fmla="*/ 443967 h 502754"/>
                    <a:gd name="connsiteX8" fmla="*/ 15135 w 118902"/>
                    <a:gd name="connsiteY8" fmla="*/ 438052 h 502754"/>
                    <a:gd name="connsiteX9" fmla="*/ 17182 w 118902"/>
                    <a:gd name="connsiteY9" fmla="*/ 432115 h 502754"/>
                    <a:gd name="connsiteX10" fmla="*/ 19566 w 118902"/>
                    <a:gd name="connsiteY10" fmla="*/ 426200 h 502754"/>
                    <a:gd name="connsiteX11" fmla="*/ 22309 w 118902"/>
                    <a:gd name="connsiteY11" fmla="*/ 420285 h 502754"/>
                    <a:gd name="connsiteX12" fmla="*/ 25481 w 118902"/>
                    <a:gd name="connsiteY12" fmla="*/ 414371 h 502754"/>
                    <a:gd name="connsiteX13" fmla="*/ 29079 w 118902"/>
                    <a:gd name="connsiteY13" fmla="*/ 408456 h 502754"/>
                    <a:gd name="connsiteX14" fmla="*/ 33127 w 118902"/>
                    <a:gd name="connsiteY14" fmla="*/ 402519 h 502754"/>
                    <a:gd name="connsiteX15" fmla="*/ 37648 w 118902"/>
                    <a:gd name="connsiteY15" fmla="*/ 396604 h 502754"/>
                    <a:gd name="connsiteX16" fmla="*/ 42618 w 118902"/>
                    <a:gd name="connsiteY16" fmla="*/ 390689 h 502754"/>
                    <a:gd name="connsiteX17" fmla="*/ 47993 w 118902"/>
                    <a:gd name="connsiteY17" fmla="*/ 384774 h 502754"/>
                    <a:gd name="connsiteX18" fmla="*/ 53705 w 118902"/>
                    <a:gd name="connsiteY18" fmla="*/ 378837 h 502754"/>
                    <a:gd name="connsiteX19" fmla="*/ 59732 w 118902"/>
                    <a:gd name="connsiteY19" fmla="*/ 372922 h 502754"/>
                    <a:gd name="connsiteX20" fmla="*/ 65917 w 118902"/>
                    <a:gd name="connsiteY20" fmla="*/ 367007 h 502754"/>
                    <a:gd name="connsiteX21" fmla="*/ 72192 w 118902"/>
                    <a:gd name="connsiteY21" fmla="*/ 361093 h 502754"/>
                    <a:gd name="connsiteX22" fmla="*/ 78421 w 118902"/>
                    <a:gd name="connsiteY22" fmla="*/ 355178 h 502754"/>
                    <a:gd name="connsiteX23" fmla="*/ 84493 w 118902"/>
                    <a:gd name="connsiteY23" fmla="*/ 349241 h 502754"/>
                    <a:gd name="connsiteX24" fmla="*/ 90296 w 118902"/>
                    <a:gd name="connsiteY24" fmla="*/ 343326 h 502754"/>
                    <a:gd name="connsiteX25" fmla="*/ 95738 w 118902"/>
                    <a:gd name="connsiteY25" fmla="*/ 337411 h 502754"/>
                    <a:gd name="connsiteX26" fmla="*/ 100708 w 118902"/>
                    <a:gd name="connsiteY26" fmla="*/ 331496 h 502754"/>
                    <a:gd name="connsiteX27" fmla="*/ 105139 w 118902"/>
                    <a:gd name="connsiteY27" fmla="*/ 325582 h 502754"/>
                    <a:gd name="connsiteX28" fmla="*/ 108962 w 118902"/>
                    <a:gd name="connsiteY28" fmla="*/ 319644 h 502754"/>
                    <a:gd name="connsiteX29" fmla="*/ 112178 w 118902"/>
                    <a:gd name="connsiteY29" fmla="*/ 313730 h 502754"/>
                    <a:gd name="connsiteX30" fmla="*/ 114742 w 118902"/>
                    <a:gd name="connsiteY30" fmla="*/ 307815 h 502754"/>
                    <a:gd name="connsiteX31" fmla="*/ 116676 w 118902"/>
                    <a:gd name="connsiteY31" fmla="*/ 301900 h 502754"/>
                    <a:gd name="connsiteX32" fmla="*/ 117980 w 118902"/>
                    <a:gd name="connsiteY32" fmla="*/ 295963 h 502754"/>
                    <a:gd name="connsiteX33" fmla="*/ 118700 w 118902"/>
                    <a:gd name="connsiteY33" fmla="*/ 290048 h 502754"/>
                    <a:gd name="connsiteX34" fmla="*/ 118902 w 118902"/>
                    <a:gd name="connsiteY34" fmla="*/ 284133 h 502754"/>
                    <a:gd name="connsiteX35" fmla="*/ 118633 w 118902"/>
                    <a:gd name="connsiteY35" fmla="*/ 278219 h 502754"/>
                    <a:gd name="connsiteX36" fmla="*/ 117935 w 118902"/>
                    <a:gd name="connsiteY36" fmla="*/ 272304 h 502754"/>
                    <a:gd name="connsiteX37" fmla="*/ 116901 w 118902"/>
                    <a:gd name="connsiteY37" fmla="*/ 266367 h 502754"/>
                    <a:gd name="connsiteX38" fmla="*/ 115551 w 118902"/>
                    <a:gd name="connsiteY38" fmla="*/ 260452 h 502754"/>
                    <a:gd name="connsiteX39" fmla="*/ 113977 w 118902"/>
                    <a:gd name="connsiteY39" fmla="*/ 254537 h 502754"/>
                    <a:gd name="connsiteX40" fmla="*/ 112201 w 118902"/>
                    <a:gd name="connsiteY40" fmla="*/ 248622 h 502754"/>
                    <a:gd name="connsiteX41" fmla="*/ 110266 w 118902"/>
                    <a:gd name="connsiteY41" fmla="*/ 242708 h 502754"/>
                    <a:gd name="connsiteX42" fmla="*/ 108242 w 118902"/>
                    <a:gd name="connsiteY42" fmla="*/ 236770 h 502754"/>
                    <a:gd name="connsiteX43" fmla="*/ 106083 w 118902"/>
                    <a:gd name="connsiteY43" fmla="*/ 230856 h 502754"/>
                    <a:gd name="connsiteX44" fmla="*/ 103857 w 118902"/>
                    <a:gd name="connsiteY44" fmla="*/ 224941 h 502754"/>
                    <a:gd name="connsiteX45" fmla="*/ 101518 w 118902"/>
                    <a:gd name="connsiteY45" fmla="*/ 219026 h 502754"/>
                    <a:gd name="connsiteX46" fmla="*/ 99044 w 118902"/>
                    <a:gd name="connsiteY46" fmla="*/ 213089 h 502754"/>
                    <a:gd name="connsiteX47" fmla="*/ 96435 w 118902"/>
                    <a:gd name="connsiteY47" fmla="*/ 207174 h 502754"/>
                    <a:gd name="connsiteX48" fmla="*/ 93647 w 118902"/>
                    <a:gd name="connsiteY48" fmla="*/ 201259 h 502754"/>
                    <a:gd name="connsiteX49" fmla="*/ 90633 w 118902"/>
                    <a:gd name="connsiteY49" fmla="*/ 195344 h 502754"/>
                    <a:gd name="connsiteX50" fmla="*/ 87349 w 118902"/>
                    <a:gd name="connsiteY50" fmla="*/ 189430 h 502754"/>
                    <a:gd name="connsiteX51" fmla="*/ 83819 w 118902"/>
                    <a:gd name="connsiteY51" fmla="*/ 183492 h 502754"/>
                    <a:gd name="connsiteX52" fmla="*/ 79973 w 118902"/>
                    <a:gd name="connsiteY52" fmla="*/ 177578 h 502754"/>
                    <a:gd name="connsiteX53" fmla="*/ 75835 w 118902"/>
                    <a:gd name="connsiteY53" fmla="*/ 171663 h 502754"/>
                    <a:gd name="connsiteX54" fmla="*/ 71404 w 118902"/>
                    <a:gd name="connsiteY54" fmla="*/ 165748 h 502754"/>
                    <a:gd name="connsiteX55" fmla="*/ 66726 w 118902"/>
                    <a:gd name="connsiteY55" fmla="*/ 159833 h 502754"/>
                    <a:gd name="connsiteX56" fmla="*/ 61824 w 118902"/>
                    <a:gd name="connsiteY56" fmla="*/ 153896 h 502754"/>
                    <a:gd name="connsiteX57" fmla="*/ 56809 w 118902"/>
                    <a:gd name="connsiteY57" fmla="*/ 147981 h 502754"/>
                    <a:gd name="connsiteX58" fmla="*/ 51681 w 118902"/>
                    <a:gd name="connsiteY58" fmla="*/ 142067 h 502754"/>
                    <a:gd name="connsiteX59" fmla="*/ 46576 w 118902"/>
                    <a:gd name="connsiteY59" fmla="*/ 136152 h 502754"/>
                    <a:gd name="connsiteX60" fmla="*/ 41538 w 118902"/>
                    <a:gd name="connsiteY60" fmla="*/ 130215 h 502754"/>
                    <a:gd name="connsiteX61" fmla="*/ 36658 w 118902"/>
                    <a:gd name="connsiteY61" fmla="*/ 124300 h 502754"/>
                    <a:gd name="connsiteX62" fmla="*/ 32003 w 118902"/>
                    <a:gd name="connsiteY62" fmla="*/ 118385 h 502754"/>
                    <a:gd name="connsiteX63" fmla="*/ 27617 w 118902"/>
                    <a:gd name="connsiteY63" fmla="*/ 112470 h 502754"/>
                    <a:gd name="connsiteX64" fmla="*/ 23569 w 118902"/>
                    <a:gd name="connsiteY64" fmla="*/ 106556 h 502754"/>
                    <a:gd name="connsiteX65" fmla="*/ 19858 w 118902"/>
                    <a:gd name="connsiteY65" fmla="*/ 100618 h 502754"/>
                    <a:gd name="connsiteX66" fmla="*/ 16552 w 118902"/>
                    <a:gd name="connsiteY66" fmla="*/ 94704 h 502754"/>
                    <a:gd name="connsiteX67" fmla="*/ 13629 w 118902"/>
                    <a:gd name="connsiteY67" fmla="*/ 88789 h 502754"/>
                    <a:gd name="connsiteX68" fmla="*/ 11087 w 118902"/>
                    <a:gd name="connsiteY68" fmla="*/ 82874 h 502754"/>
                    <a:gd name="connsiteX69" fmla="*/ 8906 w 118902"/>
                    <a:gd name="connsiteY69" fmla="*/ 76959 h 502754"/>
                    <a:gd name="connsiteX70" fmla="*/ 7062 w 118902"/>
                    <a:gd name="connsiteY70" fmla="*/ 71022 h 502754"/>
                    <a:gd name="connsiteX71" fmla="*/ 5532 w 118902"/>
                    <a:gd name="connsiteY71" fmla="*/ 65107 h 502754"/>
                    <a:gd name="connsiteX72" fmla="*/ 4295 w 118902"/>
                    <a:gd name="connsiteY72" fmla="*/ 59193 h 502754"/>
                    <a:gd name="connsiteX73" fmla="*/ 3283 w 118902"/>
                    <a:gd name="connsiteY73" fmla="*/ 53278 h 502754"/>
                    <a:gd name="connsiteX74" fmla="*/ 2474 w 118902"/>
                    <a:gd name="connsiteY74" fmla="*/ 47341 h 502754"/>
                    <a:gd name="connsiteX75" fmla="*/ 1844 w 118902"/>
                    <a:gd name="connsiteY75" fmla="*/ 41426 h 502754"/>
                    <a:gd name="connsiteX76" fmla="*/ 1349 w 118902"/>
                    <a:gd name="connsiteY76" fmla="*/ 35511 h 502754"/>
                    <a:gd name="connsiteX77" fmla="*/ 989 w 118902"/>
                    <a:gd name="connsiteY77" fmla="*/ 29596 h 502754"/>
                    <a:gd name="connsiteX78" fmla="*/ 697 w 118902"/>
                    <a:gd name="connsiteY78" fmla="*/ 23682 h 502754"/>
                    <a:gd name="connsiteX79" fmla="*/ 495 w 118902"/>
                    <a:gd name="connsiteY79" fmla="*/ 17744 h 502754"/>
                    <a:gd name="connsiteX80" fmla="*/ 360 w 118902"/>
                    <a:gd name="connsiteY80" fmla="*/ 11830 h 502754"/>
                    <a:gd name="connsiteX81" fmla="*/ 247 w 118902"/>
                    <a:gd name="connsiteY81" fmla="*/ 5915 h 502754"/>
                    <a:gd name="connsiteX82" fmla="*/ 157 w 118902"/>
                    <a:gd name="connsiteY82" fmla="*/ 0 h 502754"/>
                    <a:gd name="connsiteX83" fmla="*/ 0 w 118902"/>
                    <a:gd name="connsiteY83" fmla="*/ 0 h 502754"/>
                    <a:gd name="connsiteX84" fmla="*/ 0 w 118902"/>
                    <a:gd name="connsiteY84" fmla="*/ 5915 h 502754"/>
                    <a:gd name="connsiteX85" fmla="*/ 0 w 118902"/>
                    <a:gd name="connsiteY85" fmla="*/ 11830 h 502754"/>
                    <a:gd name="connsiteX86" fmla="*/ 0 w 118902"/>
                    <a:gd name="connsiteY86" fmla="*/ 17744 h 502754"/>
                    <a:gd name="connsiteX87" fmla="*/ 0 w 118902"/>
                    <a:gd name="connsiteY87" fmla="*/ 23682 h 502754"/>
                    <a:gd name="connsiteX88" fmla="*/ 0 w 118902"/>
                    <a:gd name="connsiteY88" fmla="*/ 29596 h 502754"/>
                    <a:gd name="connsiteX89" fmla="*/ 0 w 118902"/>
                    <a:gd name="connsiteY89" fmla="*/ 35511 h 502754"/>
                    <a:gd name="connsiteX90" fmla="*/ 0 w 118902"/>
                    <a:gd name="connsiteY90" fmla="*/ 41426 h 502754"/>
                    <a:gd name="connsiteX91" fmla="*/ 0 w 118902"/>
                    <a:gd name="connsiteY91" fmla="*/ 47341 h 502754"/>
                    <a:gd name="connsiteX92" fmla="*/ 0 w 118902"/>
                    <a:gd name="connsiteY92" fmla="*/ 53278 h 502754"/>
                    <a:gd name="connsiteX93" fmla="*/ 0 w 118902"/>
                    <a:gd name="connsiteY93" fmla="*/ 59193 h 502754"/>
                    <a:gd name="connsiteX94" fmla="*/ 0 w 118902"/>
                    <a:gd name="connsiteY94" fmla="*/ 65107 h 502754"/>
                    <a:gd name="connsiteX95" fmla="*/ 0 w 118902"/>
                    <a:gd name="connsiteY95" fmla="*/ 71022 h 502754"/>
                    <a:gd name="connsiteX96" fmla="*/ 0 w 118902"/>
                    <a:gd name="connsiteY96" fmla="*/ 76959 h 502754"/>
                    <a:gd name="connsiteX97" fmla="*/ 0 w 118902"/>
                    <a:gd name="connsiteY97" fmla="*/ 82874 h 502754"/>
                    <a:gd name="connsiteX98" fmla="*/ 0 w 118902"/>
                    <a:gd name="connsiteY98" fmla="*/ 88789 h 502754"/>
                    <a:gd name="connsiteX99" fmla="*/ 0 w 118902"/>
                    <a:gd name="connsiteY99" fmla="*/ 94704 h 502754"/>
                    <a:gd name="connsiteX100" fmla="*/ 0 w 118902"/>
                    <a:gd name="connsiteY100" fmla="*/ 100618 h 502754"/>
                    <a:gd name="connsiteX101" fmla="*/ 0 w 118902"/>
                    <a:gd name="connsiteY101" fmla="*/ 106556 h 502754"/>
                    <a:gd name="connsiteX102" fmla="*/ 0 w 118902"/>
                    <a:gd name="connsiteY102" fmla="*/ 112470 h 502754"/>
                    <a:gd name="connsiteX103" fmla="*/ 0 w 118902"/>
                    <a:gd name="connsiteY103" fmla="*/ 118385 h 502754"/>
                    <a:gd name="connsiteX104" fmla="*/ 0 w 118902"/>
                    <a:gd name="connsiteY104" fmla="*/ 124300 h 502754"/>
                    <a:gd name="connsiteX105" fmla="*/ 0 w 118902"/>
                    <a:gd name="connsiteY105" fmla="*/ 130215 h 502754"/>
                    <a:gd name="connsiteX106" fmla="*/ 0 w 118902"/>
                    <a:gd name="connsiteY106" fmla="*/ 136152 h 502754"/>
                    <a:gd name="connsiteX107" fmla="*/ 0 w 118902"/>
                    <a:gd name="connsiteY107" fmla="*/ 142067 h 502754"/>
                    <a:gd name="connsiteX108" fmla="*/ 0 w 118902"/>
                    <a:gd name="connsiteY108" fmla="*/ 147981 h 502754"/>
                    <a:gd name="connsiteX109" fmla="*/ 0 w 118902"/>
                    <a:gd name="connsiteY109" fmla="*/ 153896 h 502754"/>
                    <a:gd name="connsiteX110" fmla="*/ 0 w 118902"/>
                    <a:gd name="connsiteY110" fmla="*/ 159833 h 502754"/>
                    <a:gd name="connsiteX111" fmla="*/ 0 w 118902"/>
                    <a:gd name="connsiteY111" fmla="*/ 165748 h 502754"/>
                    <a:gd name="connsiteX112" fmla="*/ 0 w 118902"/>
                    <a:gd name="connsiteY112" fmla="*/ 171663 h 502754"/>
                    <a:gd name="connsiteX113" fmla="*/ 0 w 118902"/>
                    <a:gd name="connsiteY113" fmla="*/ 177578 h 502754"/>
                    <a:gd name="connsiteX114" fmla="*/ 0 w 118902"/>
                    <a:gd name="connsiteY114" fmla="*/ 183492 h 502754"/>
                    <a:gd name="connsiteX115" fmla="*/ 0 w 118902"/>
                    <a:gd name="connsiteY115" fmla="*/ 189430 h 502754"/>
                    <a:gd name="connsiteX116" fmla="*/ 0 w 118902"/>
                    <a:gd name="connsiteY116" fmla="*/ 195344 h 502754"/>
                    <a:gd name="connsiteX117" fmla="*/ 0 w 118902"/>
                    <a:gd name="connsiteY117" fmla="*/ 201259 h 502754"/>
                    <a:gd name="connsiteX118" fmla="*/ 0 w 118902"/>
                    <a:gd name="connsiteY118" fmla="*/ 207174 h 502754"/>
                    <a:gd name="connsiteX119" fmla="*/ 0 w 118902"/>
                    <a:gd name="connsiteY119" fmla="*/ 213089 h 502754"/>
                    <a:gd name="connsiteX120" fmla="*/ 0 w 118902"/>
                    <a:gd name="connsiteY120" fmla="*/ 219026 h 502754"/>
                    <a:gd name="connsiteX121" fmla="*/ 0 w 118902"/>
                    <a:gd name="connsiteY121" fmla="*/ 224941 h 502754"/>
                    <a:gd name="connsiteX122" fmla="*/ 0 w 118902"/>
                    <a:gd name="connsiteY122" fmla="*/ 230856 h 502754"/>
                    <a:gd name="connsiteX123" fmla="*/ 0 w 118902"/>
                    <a:gd name="connsiteY123" fmla="*/ 236770 h 502754"/>
                    <a:gd name="connsiteX124" fmla="*/ 0 w 118902"/>
                    <a:gd name="connsiteY124" fmla="*/ 242708 h 502754"/>
                    <a:gd name="connsiteX125" fmla="*/ 0 w 118902"/>
                    <a:gd name="connsiteY125" fmla="*/ 248622 h 502754"/>
                    <a:gd name="connsiteX126" fmla="*/ 0 w 118902"/>
                    <a:gd name="connsiteY126" fmla="*/ 254537 h 502754"/>
                    <a:gd name="connsiteX127" fmla="*/ 0 w 118902"/>
                    <a:gd name="connsiteY127" fmla="*/ 260452 h 502754"/>
                    <a:gd name="connsiteX128" fmla="*/ 0 w 118902"/>
                    <a:gd name="connsiteY128" fmla="*/ 266367 h 502754"/>
                    <a:gd name="connsiteX129" fmla="*/ 0 w 118902"/>
                    <a:gd name="connsiteY129" fmla="*/ 272304 h 502754"/>
                    <a:gd name="connsiteX130" fmla="*/ 0 w 118902"/>
                    <a:gd name="connsiteY130" fmla="*/ 278219 h 502754"/>
                    <a:gd name="connsiteX131" fmla="*/ 0 w 118902"/>
                    <a:gd name="connsiteY131" fmla="*/ 284133 h 502754"/>
                    <a:gd name="connsiteX132" fmla="*/ 0 w 118902"/>
                    <a:gd name="connsiteY132" fmla="*/ 290048 h 502754"/>
                    <a:gd name="connsiteX133" fmla="*/ 0 w 118902"/>
                    <a:gd name="connsiteY133" fmla="*/ 295963 h 502754"/>
                    <a:gd name="connsiteX134" fmla="*/ 0 w 118902"/>
                    <a:gd name="connsiteY134" fmla="*/ 301900 h 502754"/>
                    <a:gd name="connsiteX135" fmla="*/ 0 w 118902"/>
                    <a:gd name="connsiteY135" fmla="*/ 307815 h 502754"/>
                    <a:gd name="connsiteX136" fmla="*/ 0 w 118902"/>
                    <a:gd name="connsiteY136" fmla="*/ 313730 h 502754"/>
                    <a:gd name="connsiteX137" fmla="*/ 0 w 118902"/>
                    <a:gd name="connsiteY137" fmla="*/ 319644 h 502754"/>
                    <a:gd name="connsiteX138" fmla="*/ 0 w 118902"/>
                    <a:gd name="connsiteY138" fmla="*/ 325582 h 502754"/>
                    <a:gd name="connsiteX139" fmla="*/ 0 w 118902"/>
                    <a:gd name="connsiteY139" fmla="*/ 331496 h 502754"/>
                    <a:gd name="connsiteX140" fmla="*/ 0 w 118902"/>
                    <a:gd name="connsiteY140" fmla="*/ 337411 h 502754"/>
                    <a:gd name="connsiteX141" fmla="*/ 0 w 118902"/>
                    <a:gd name="connsiteY141" fmla="*/ 343326 h 502754"/>
                    <a:gd name="connsiteX142" fmla="*/ 0 w 118902"/>
                    <a:gd name="connsiteY142" fmla="*/ 349241 h 502754"/>
                    <a:gd name="connsiteX143" fmla="*/ 0 w 118902"/>
                    <a:gd name="connsiteY143" fmla="*/ 355178 h 502754"/>
                    <a:gd name="connsiteX144" fmla="*/ 0 w 118902"/>
                    <a:gd name="connsiteY144" fmla="*/ 361093 h 502754"/>
                    <a:gd name="connsiteX145" fmla="*/ 0 w 118902"/>
                    <a:gd name="connsiteY145" fmla="*/ 367007 h 502754"/>
                    <a:gd name="connsiteX146" fmla="*/ 0 w 118902"/>
                    <a:gd name="connsiteY146" fmla="*/ 372922 h 502754"/>
                    <a:gd name="connsiteX147" fmla="*/ 0 w 118902"/>
                    <a:gd name="connsiteY147" fmla="*/ 378837 h 502754"/>
                    <a:gd name="connsiteX148" fmla="*/ 0 w 118902"/>
                    <a:gd name="connsiteY148" fmla="*/ 384774 h 502754"/>
                    <a:gd name="connsiteX149" fmla="*/ 0 w 118902"/>
                    <a:gd name="connsiteY149" fmla="*/ 390689 h 502754"/>
                    <a:gd name="connsiteX150" fmla="*/ 0 w 118902"/>
                    <a:gd name="connsiteY150" fmla="*/ 396604 h 502754"/>
                    <a:gd name="connsiteX151" fmla="*/ 0 w 118902"/>
                    <a:gd name="connsiteY151" fmla="*/ 402519 h 502754"/>
                    <a:gd name="connsiteX152" fmla="*/ 0 w 118902"/>
                    <a:gd name="connsiteY152" fmla="*/ 408456 h 502754"/>
                    <a:gd name="connsiteX153" fmla="*/ 0 w 118902"/>
                    <a:gd name="connsiteY153" fmla="*/ 414371 h 502754"/>
                    <a:gd name="connsiteX154" fmla="*/ 0 w 118902"/>
                    <a:gd name="connsiteY154" fmla="*/ 420285 h 502754"/>
                    <a:gd name="connsiteX155" fmla="*/ 0 w 118902"/>
                    <a:gd name="connsiteY155" fmla="*/ 426200 h 502754"/>
                    <a:gd name="connsiteX156" fmla="*/ 0 w 118902"/>
                    <a:gd name="connsiteY156" fmla="*/ 432115 h 502754"/>
                    <a:gd name="connsiteX157" fmla="*/ 0 w 118902"/>
                    <a:gd name="connsiteY157" fmla="*/ 438052 h 502754"/>
                    <a:gd name="connsiteX158" fmla="*/ 0 w 118902"/>
                    <a:gd name="connsiteY158" fmla="*/ 443967 h 502754"/>
                    <a:gd name="connsiteX159" fmla="*/ 0 w 118902"/>
                    <a:gd name="connsiteY159" fmla="*/ 449882 h 502754"/>
                    <a:gd name="connsiteX160" fmla="*/ 0 w 118902"/>
                    <a:gd name="connsiteY160" fmla="*/ 455796 h 502754"/>
                    <a:gd name="connsiteX161" fmla="*/ 0 w 118902"/>
                    <a:gd name="connsiteY161" fmla="*/ 461734 h 502754"/>
                    <a:gd name="connsiteX162" fmla="*/ 0 w 118902"/>
                    <a:gd name="connsiteY162" fmla="*/ 467648 h 502754"/>
                    <a:gd name="connsiteX163" fmla="*/ 0 w 118902"/>
                    <a:gd name="connsiteY163" fmla="*/ 473563 h 502754"/>
                    <a:gd name="connsiteX164" fmla="*/ 0 w 118902"/>
                    <a:gd name="connsiteY164" fmla="*/ 479478 h 502754"/>
                    <a:gd name="connsiteX165" fmla="*/ 0 w 118902"/>
                    <a:gd name="connsiteY165" fmla="*/ 485393 h 502754"/>
                    <a:gd name="connsiteX166" fmla="*/ 0 w 118902"/>
                    <a:gd name="connsiteY166" fmla="*/ 491330 h 502754"/>
                    <a:gd name="connsiteX167" fmla="*/ 0 w 118902"/>
                    <a:gd name="connsiteY167" fmla="*/ 497245 h 502754"/>
                    <a:gd name="connsiteX168" fmla="*/ 0 w 118902"/>
                    <a:gd name="connsiteY168" fmla="*/ 502755 h 502754"/>
                    <a:gd name="connsiteX169" fmla="*/ 3126 w 118902"/>
                    <a:gd name="connsiteY169" fmla="*/ 502755 h 502754"/>
                    <a:gd name="connsiteX170" fmla="*/ 3396 w 118902"/>
                    <a:gd name="connsiteY170" fmla="*/ 502755 h 502754"/>
                    <a:gd name="connsiteX171" fmla="*/ 3981 w 118902"/>
                    <a:gd name="connsiteY171" fmla="*/ 497245 h 502754"/>
                    <a:gd name="connsiteX172" fmla="*/ 4655 w 118902"/>
                    <a:gd name="connsiteY172" fmla="*/ 491330 h 502754"/>
                    <a:gd name="connsiteX173" fmla="*/ 5398 w 118902"/>
                    <a:gd name="connsiteY173" fmla="*/ 485393 h 502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Lst>
                  <a:rect l="l" t="t" r="r" b="b"/>
                  <a:pathLst>
                    <a:path w="118902" h="502754">
                      <a:moveTo>
                        <a:pt x="5398" y="485393"/>
                      </a:moveTo>
                      <a:lnTo>
                        <a:pt x="6230" y="479478"/>
                      </a:lnTo>
                      <a:lnTo>
                        <a:pt x="7129" y="473563"/>
                      </a:lnTo>
                      <a:lnTo>
                        <a:pt x="8119" y="467648"/>
                      </a:lnTo>
                      <a:lnTo>
                        <a:pt x="9198" y="461734"/>
                      </a:lnTo>
                      <a:lnTo>
                        <a:pt x="10413" y="455796"/>
                      </a:lnTo>
                      <a:lnTo>
                        <a:pt x="11785" y="449882"/>
                      </a:lnTo>
                      <a:lnTo>
                        <a:pt x="13336" y="443967"/>
                      </a:lnTo>
                      <a:lnTo>
                        <a:pt x="15135" y="438052"/>
                      </a:lnTo>
                      <a:lnTo>
                        <a:pt x="17182" y="432115"/>
                      </a:lnTo>
                      <a:lnTo>
                        <a:pt x="19566" y="426200"/>
                      </a:lnTo>
                      <a:lnTo>
                        <a:pt x="22309" y="420285"/>
                      </a:lnTo>
                      <a:lnTo>
                        <a:pt x="25481" y="414371"/>
                      </a:lnTo>
                      <a:lnTo>
                        <a:pt x="29079" y="408456"/>
                      </a:lnTo>
                      <a:lnTo>
                        <a:pt x="33127" y="402519"/>
                      </a:lnTo>
                      <a:lnTo>
                        <a:pt x="37648" y="396604"/>
                      </a:lnTo>
                      <a:lnTo>
                        <a:pt x="42618" y="390689"/>
                      </a:lnTo>
                      <a:lnTo>
                        <a:pt x="47993" y="384774"/>
                      </a:lnTo>
                      <a:lnTo>
                        <a:pt x="53705" y="378837"/>
                      </a:lnTo>
                      <a:lnTo>
                        <a:pt x="59732" y="372922"/>
                      </a:lnTo>
                      <a:lnTo>
                        <a:pt x="65917" y="367007"/>
                      </a:lnTo>
                      <a:lnTo>
                        <a:pt x="72192" y="361093"/>
                      </a:lnTo>
                      <a:lnTo>
                        <a:pt x="78421" y="355178"/>
                      </a:lnTo>
                      <a:lnTo>
                        <a:pt x="84493" y="349241"/>
                      </a:lnTo>
                      <a:lnTo>
                        <a:pt x="90296" y="343326"/>
                      </a:lnTo>
                      <a:lnTo>
                        <a:pt x="95738" y="337411"/>
                      </a:lnTo>
                      <a:lnTo>
                        <a:pt x="100708" y="331496"/>
                      </a:lnTo>
                      <a:lnTo>
                        <a:pt x="105139" y="325582"/>
                      </a:lnTo>
                      <a:lnTo>
                        <a:pt x="108962" y="319644"/>
                      </a:lnTo>
                      <a:lnTo>
                        <a:pt x="112178" y="313730"/>
                      </a:lnTo>
                      <a:lnTo>
                        <a:pt x="114742" y="307815"/>
                      </a:lnTo>
                      <a:lnTo>
                        <a:pt x="116676" y="301900"/>
                      </a:lnTo>
                      <a:lnTo>
                        <a:pt x="117980" y="295963"/>
                      </a:lnTo>
                      <a:lnTo>
                        <a:pt x="118700" y="290048"/>
                      </a:lnTo>
                      <a:lnTo>
                        <a:pt x="118902" y="284133"/>
                      </a:lnTo>
                      <a:lnTo>
                        <a:pt x="118633" y="278219"/>
                      </a:lnTo>
                      <a:lnTo>
                        <a:pt x="117935" y="272304"/>
                      </a:lnTo>
                      <a:lnTo>
                        <a:pt x="116901" y="266367"/>
                      </a:lnTo>
                      <a:lnTo>
                        <a:pt x="115551" y="260452"/>
                      </a:lnTo>
                      <a:lnTo>
                        <a:pt x="113977" y="254537"/>
                      </a:lnTo>
                      <a:lnTo>
                        <a:pt x="112201" y="248622"/>
                      </a:lnTo>
                      <a:lnTo>
                        <a:pt x="110266" y="242708"/>
                      </a:lnTo>
                      <a:lnTo>
                        <a:pt x="108242" y="236770"/>
                      </a:lnTo>
                      <a:lnTo>
                        <a:pt x="106083" y="230856"/>
                      </a:lnTo>
                      <a:lnTo>
                        <a:pt x="103857" y="224941"/>
                      </a:lnTo>
                      <a:lnTo>
                        <a:pt x="101518" y="219026"/>
                      </a:lnTo>
                      <a:lnTo>
                        <a:pt x="99044" y="213089"/>
                      </a:lnTo>
                      <a:lnTo>
                        <a:pt x="96435" y="207174"/>
                      </a:lnTo>
                      <a:lnTo>
                        <a:pt x="93647" y="201259"/>
                      </a:lnTo>
                      <a:lnTo>
                        <a:pt x="90633" y="195344"/>
                      </a:lnTo>
                      <a:lnTo>
                        <a:pt x="87349" y="189430"/>
                      </a:lnTo>
                      <a:lnTo>
                        <a:pt x="83819" y="183492"/>
                      </a:lnTo>
                      <a:lnTo>
                        <a:pt x="79973" y="177578"/>
                      </a:lnTo>
                      <a:lnTo>
                        <a:pt x="75835" y="171663"/>
                      </a:lnTo>
                      <a:lnTo>
                        <a:pt x="71404" y="165748"/>
                      </a:lnTo>
                      <a:lnTo>
                        <a:pt x="66726" y="159833"/>
                      </a:lnTo>
                      <a:lnTo>
                        <a:pt x="61824" y="153896"/>
                      </a:lnTo>
                      <a:lnTo>
                        <a:pt x="56809" y="147981"/>
                      </a:lnTo>
                      <a:lnTo>
                        <a:pt x="51681" y="142067"/>
                      </a:lnTo>
                      <a:lnTo>
                        <a:pt x="46576" y="136152"/>
                      </a:lnTo>
                      <a:lnTo>
                        <a:pt x="41538" y="130215"/>
                      </a:lnTo>
                      <a:lnTo>
                        <a:pt x="36658" y="124300"/>
                      </a:lnTo>
                      <a:lnTo>
                        <a:pt x="32003" y="118385"/>
                      </a:lnTo>
                      <a:lnTo>
                        <a:pt x="27617" y="112470"/>
                      </a:lnTo>
                      <a:lnTo>
                        <a:pt x="23569" y="106556"/>
                      </a:lnTo>
                      <a:lnTo>
                        <a:pt x="19858" y="100618"/>
                      </a:lnTo>
                      <a:lnTo>
                        <a:pt x="16552" y="94704"/>
                      </a:lnTo>
                      <a:lnTo>
                        <a:pt x="13629" y="88789"/>
                      </a:lnTo>
                      <a:lnTo>
                        <a:pt x="11087" y="82874"/>
                      </a:lnTo>
                      <a:lnTo>
                        <a:pt x="8906" y="76959"/>
                      </a:lnTo>
                      <a:lnTo>
                        <a:pt x="7062" y="71022"/>
                      </a:lnTo>
                      <a:lnTo>
                        <a:pt x="5532" y="65107"/>
                      </a:lnTo>
                      <a:lnTo>
                        <a:pt x="4295" y="59193"/>
                      </a:lnTo>
                      <a:lnTo>
                        <a:pt x="3283" y="53278"/>
                      </a:lnTo>
                      <a:lnTo>
                        <a:pt x="2474" y="47341"/>
                      </a:lnTo>
                      <a:lnTo>
                        <a:pt x="1844" y="41426"/>
                      </a:lnTo>
                      <a:lnTo>
                        <a:pt x="1349" y="35511"/>
                      </a:lnTo>
                      <a:lnTo>
                        <a:pt x="989" y="29596"/>
                      </a:lnTo>
                      <a:lnTo>
                        <a:pt x="697" y="23682"/>
                      </a:lnTo>
                      <a:lnTo>
                        <a:pt x="495" y="17744"/>
                      </a:lnTo>
                      <a:lnTo>
                        <a:pt x="360" y="11830"/>
                      </a:lnTo>
                      <a:lnTo>
                        <a:pt x="247" y="5915"/>
                      </a:lnTo>
                      <a:lnTo>
                        <a:pt x="157" y="0"/>
                      </a:lnTo>
                      <a:lnTo>
                        <a:pt x="0" y="0"/>
                      </a:lnTo>
                      <a:lnTo>
                        <a:pt x="0" y="5915"/>
                      </a:lnTo>
                      <a:lnTo>
                        <a:pt x="0" y="11830"/>
                      </a:lnTo>
                      <a:lnTo>
                        <a:pt x="0" y="17744"/>
                      </a:lnTo>
                      <a:lnTo>
                        <a:pt x="0" y="23682"/>
                      </a:lnTo>
                      <a:lnTo>
                        <a:pt x="0" y="29596"/>
                      </a:lnTo>
                      <a:lnTo>
                        <a:pt x="0" y="35511"/>
                      </a:lnTo>
                      <a:lnTo>
                        <a:pt x="0" y="41426"/>
                      </a:lnTo>
                      <a:lnTo>
                        <a:pt x="0" y="47341"/>
                      </a:lnTo>
                      <a:lnTo>
                        <a:pt x="0" y="53278"/>
                      </a:lnTo>
                      <a:lnTo>
                        <a:pt x="0" y="59193"/>
                      </a:lnTo>
                      <a:lnTo>
                        <a:pt x="0" y="65107"/>
                      </a:lnTo>
                      <a:lnTo>
                        <a:pt x="0" y="71022"/>
                      </a:lnTo>
                      <a:lnTo>
                        <a:pt x="0" y="76959"/>
                      </a:lnTo>
                      <a:lnTo>
                        <a:pt x="0" y="82874"/>
                      </a:lnTo>
                      <a:lnTo>
                        <a:pt x="0" y="88789"/>
                      </a:lnTo>
                      <a:lnTo>
                        <a:pt x="0" y="94704"/>
                      </a:lnTo>
                      <a:lnTo>
                        <a:pt x="0" y="100618"/>
                      </a:lnTo>
                      <a:lnTo>
                        <a:pt x="0" y="106556"/>
                      </a:lnTo>
                      <a:lnTo>
                        <a:pt x="0" y="112470"/>
                      </a:lnTo>
                      <a:lnTo>
                        <a:pt x="0" y="118385"/>
                      </a:lnTo>
                      <a:lnTo>
                        <a:pt x="0" y="124300"/>
                      </a:lnTo>
                      <a:lnTo>
                        <a:pt x="0" y="130215"/>
                      </a:lnTo>
                      <a:lnTo>
                        <a:pt x="0" y="136152"/>
                      </a:lnTo>
                      <a:lnTo>
                        <a:pt x="0" y="142067"/>
                      </a:lnTo>
                      <a:lnTo>
                        <a:pt x="0" y="147981"/>
                      </a:lnTo>
                      <a:lnTo>
                        <a:pt x="0" y="153896"/>
                      </a:lnTo>
                      <a:lnTo>
                        <a:pt x="0" y="159833"/>
                      </a:lnTo>
                      <a:lnTo>
                        <a:pt x="0" y="165748"/>
                      </a:lnTo>
                      <a:lnTo>
                        <a:pt x="0" y="171663"/>
                      </a:lnTo>
                      <a:lnTo>
                        <a:pt x="0" y="177578"/>
                      </a:lnTo>
                      <a:lnTo>
                        <a:pt x="0" y="183492"/>
                      </a:lnTo>
                      <a:lnTo>
                        <a:pt x="0" y="189430"/>
                      </a:lnTo>
                      <a:lnTo>
                        <a:pt x="0" y="195344"/>
                      </a:lnTo>
                      <a:lnTo>
                        <a:pt x="0" y="201259"/>
                      </a:lnTo>
                      <a:lnTo>
                        <a:pt x="0" y="207174"/>
                      </a:lnTo>
                      <a:lnTo>
                        <a:pt x="0" y="213089"/>
                      </a:lnTo>
                      <a:lnTo>
                        <a:pt x="0" y="219026"/>
                      </a:lnTo>
                      <a:lnTo>
                        <a:pt x="0" y="224941"/>
                      </a:lnTo>
                      <a:lnTo>
                        <a:pt x="0" y="230856"/>
                      </a:lnTo>
                      <a:lnTo>
                        <a:pt x="0" y="236770"/>
                      </a:lnTo>
                      <a:lnTo>
                        <a:pt x="0" y="242708"/>
                      </a:lnTo>
                      <a:lnTo>
                        <a:pt x="0" y="248622"/>
                      </a:lnTo>
                      <a:lnTo>
                        <a:pt x="0" y="254537"/>
                      </a:lnTo>
                      <a:lnTo>
                        <a:pt x="0" y="260452"/>
                      </a:lnTo>
                      <a:lnTo>
                        <a:pt x="0" y="266367"/>
                      </a:lnTo>
                      <a:lnTo>
                        <a:pt x="0" y="272304"/>
                      </a:lnTo>
                      <a:lnTo>
                        <a:pt x="0" y="278219"/>
                      </a:lnTo>
                      <a:lnTo>
                        <a:pt x="0" y="284133"/>
                      </a:lnTo>
                      <a:lnTo>
                        <a:pt x="0" y="290048"/>
                      </a:lnTo>
                      <a:lnTo>
                        <a:pt x="0" y="295963"/>
                      </a:lnTo>
                      <a:lnTo>
                        <a:pt x="0" y="301900"/>
                      </a:lnTo>
                      <a:lnTo>
                        <a:pt x="0" y="307815"/>
                      </a:lnTo>
                      <a:lnTo>
                        <a:pt x="0" y="313730"/>
                      </a:lnTo>
                      <a:lnTo>
                        <a:pt x="0" y="319644"/>
                      </a:lnTo>
                      <a:lnTo>
                        <a:pt x="0" y="325582"/>
                      </a:lnTo>
                      <a:lnTo>
                        <a:pt x="0" y="331496"/>
                      </a:lnTo>
                      <a:lnTo>
                        <a:pt x="0" y="337411"/>
                      </a:lnTo>
                      <a:lnTo>
                        <a:pt x="0" y="343326"/>
                      </a:lnTo>
                      <a:lnTo>
                        <a:pt x="0" y="349241"/>
                      </a:lnTo>
                      <a:lnTo>
                        <a:pt x="0" y="355178"/>
                      </a:lnTo>
                      <a:lnTo>
                        <a:pt x="0" y="361093"/>
                      </a:lnTo>
                      <a:lnTo>
                        <a:pt x="0" y="367007"/>
                      </a:lnTo>
                      <a:lnTo>
                        <a:pt x="0" y="372922"/>
                      </a:lnTo>
                      <a:lnTo>
                        <a:pt x="0" y="378837"/>
                      </a:lnTo>
                      <a:lnTo>
                        <a:pt x="0" y="384774"/>
                      </a:lnTo>
                      <a:lnTo>
                        <a:pt x="0" y="390689"/>
                      </a:lnTo>
                      <a:lnTo>
                        <a:pt x="0" y="396604"/>
                      </a:lnTo>
                      <a:lnTo>
                        <a:pt x="0" y="402519"/>
                      </a:lnTo>
                      <a:lnTo>
                        <a:pt x="0" y="408456"/>
                      </a:lnTo>
                      <a:lnTo>
                        <a:pt x="0" y="414371"/>
                      </a:lnTo>
                      <a:lnTo>
                        <a:pt x="0" y="420285"/>
                      </a:lnTo>
                      <a:lnTo>
                        <a:pt x="0" y="426200"/>
                      </a:lnTo>
                      <a:lnTo>
                        <a:pt x="0" y="432115"/>
                      </a:lnTo>
                      <a:lnTo>
                        <a:pt x="0" y="438052"/>
                      </a:lnTo>
                      <a:lnTo>
                        <a:pt x="0" y="443967"/>
                      </a:lnTo>
                      <a:lnTo>
                        <a:pt x="0" y="449882"/>
                      </a:lnTo>
                      <a:lnTo>
                        <a:pt x="0" y="455796"/>
                      </a:lnTo>
                      <a:lnTo>
                        <a:pt x="0" y="461734"/>
                      </a:lnTo>
                      <a:lnTo>
                        <a:pt x="0" y="467648"/>
                      </a:lnTo>
                      <a:lnTo>
                        <a:pt x="0" y="473563"/>
                      </a:lnTo>
                      <a:lnTo>
                        <a:pt x="0" y="479478"/>
                      </a:lnTo>
                      <a:lnTo>
                        <a:pt x="0" y="485393"/>
                      </a:lnTo>
                      <a:lnTo>
                        <a:pt x="0" y="491330"/>
                      </a:lnTo>
                      <a:lnTo>
                        <a:pt x="0" y="497245"/>
                      </a:lnTo>
                      <a:lnTo>
                        <a:pt x="0" y="502755"/>
                      </a:lnTo>
                      <a:lnTo>
                        <a:pt x="3126" y="502755"/>
                      </a:lnTo>
                      <a:lnTo>
                        <a:pt x="3396" y="502755"/>
                      </a:lnTo>
                      <a:lnTo>
                        <a:pt x="3981" y="497245"/>
                      </a:lnTo>
                      <a:lnTo>
                        <a:pt x="4655" y="491330"/>
                      </a:lnTo>
                      <a:lnTo>
                        <a:pt x="5398" y="485393"/>
                      </a:lnTo>
                      <a:close/>
                    </a:path>
                  </a:pathLst>
                </a:custGeom>
                <a:solidFill>
                  <a:srgbClr val="47BB89">
                    <a:alpha val="30000"/>
                  </a:srgbClr>
                </a:solidFill>
                <a:ln w="2249" cap="flat">
                  <a:noFill/>
                  <a:prstDash val="solid"/>
                  <a:miter/>
                </a:ln>
              </p:spPr>
              <p:txBody>
                <a:bodyPr rtlCol="0" anchor="ctr"/>
                <a:lstStyle/>
                <a:p>
                  <a:endParaRPr lang="en-US"/>
                </a:p>
              </p:txBody>
            </p:sp>
            <p:sp>
              <p:nvSpPr>
                <p:cNvPr id="3951" name="Freeform 3950">
                  <a:extLst>
                    <a:ext uri="{FF2B5EF4-FFF2-40B4-BE49-F238E27FC236}">
                      <a16:creationId xmlns:a16="http://schemas.microsoft.com/office/drawing/2014/main" id="{72AD3B6C-4C46-6489-831B-7B5C124AE499}"/>
                    </a:ext>
                  </a:extLst>
                </p:cNvPr>
                <p:cNvSpPr/>
                <p:nvPr/>
              </p:nvSpPr>
              <p:spPr>
                <a:xfrm>
                  <a:off x="4743317" y="5542982"/>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52" name="Freeform 3951">
                  <a:extLst>
                    <a:ext uri="{FF2B5EF4-FFF2-40B4-BE49-F238E27FC236}">
                      <a16:creationId xmlns:a16="http://schemas.microsoft.com/office/drawing/2014/main" id="{EAE1F753-54C7-D628-26D3-7EFE7BFC684B}"/>
                    </a:ext>
                  </a:extLst>
                </p:cNvPr>
                <p:cNvSpPr/>
                <p:nvPr/>
              </p:nvSpPr>
              <p:spPr>
                <a:xfrm>
                  <a:off x="4809746" y="5662037"/>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20"/>
                        <a:pt x="5960" y="11920"/>
                      </a:cubicBezTo>
                      <a:cubicBezTo>
                        <a:pt x="9243" y="11920"/>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53" name="Freeform 3952">
                  <a:extLst>
                    <a:ext uri="{FF2B5EF4-FFF2-40B4-BE49-F238E27FC236}">
                      <a16:creationId xmlns:a16="http://schemas.microsoft.com/office/drawing/2014/main" id="{75AB10EF-F2B8-604B-7FD5-FAE6EE52886B}"/>
                    </a:ext>
                  </a:extLst>
                </p:cNvPr>
                <p:cNvSpPr/>
                <p:nvPr/>
              </p:nvSpPr>
              <p:spPr>
                <a:xfrm>
                  <a:off x="4746095" y="5487669"/>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54" name="Freeform 3953">
                  <a:extLst>
                    <a:ext uri="{FF2B5EF4-FFF2-40B4-BE49-F238E27FC236}">
                      <a16:creationId xmlns:a16="http://schemas.microsoft.com/office/drawing/2014/main" id="{C0FF2E64-1B75-D4BF-0FFA-802C07ABDC31}"/>
                    </a:ext>
                  </a:extLst>
                </p:cNvPr>
                <p:cNvSpPr/>
                <p:nvPr/>
              </p:nvSpPr>
              <p:spPr>
                <a:xfrm>
                  <a:off x="4797961" y="5313214"/>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55" name="Freeform 3954">
                  <a:extLst>
                    <a:ext uri="{FF2B5EF4-FFF2-40B4-BE49-F238E27FC236}">
                      <a16:creationId xmlns:a16="http://schemas.microsoft.com/office/drawing/2014/main" id="{5D1312C2-7D18-F741-AE65-A260B2668A8A}"/>
                    </a:ext>
                  </a:extLst>
                </p:cNvPr>
                <p:cNvSpPr/>
                <p:nvPr/>
              </p:nvSpPr>
              <p:spPr>
                <a:xfrm>
                  <a:off x="4797538" y="4848123"/>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56" name="Freeform 3955">
                  <a:extLst>
                    <a:ext uri="{FF2B5EF4-FFF2-40B4-BE49-F238E27FC236}">
                      <a16:creationId xmlns:a16="http://schemas.microsoft.com/office/drawing/2014/main" id="{C342F780-A817-905B-A137-F25F9647F04D}"/>
                    </a:ext>
                  </a:extLst>
                </p:cNvPr>
                <p:cNvSpPr/>
                <p:nvPr/>
              </p:nvSpPr>
              <p:spPr>
                <a:xfrm>
                  <a:off x="4759902" y="5545760"/>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20"/>
                        <a:pt x="5960" y="11920"/>
                      </a:cubicBezTo>
                      <a:cubicBezTo>
                        <a:pt x="9243" y="11920"/>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57" name="Freeform 3956">
                  <a:extLst>
                    <a:ext uri="{FF2B5EF4-FFF2-40B4-BE49-F238E27FC236}">
                      <a16:creationId xmlns:a16="http://schemas.microsoft.com/office/drawing/2014/main" id="{F36DCCEE-4D9A-7E26-4D48-1E9B024D8436}"/>
                    </a:ext>
                  </a:extLst>
                </p:cNvPr>
                <p:cNvSpPr/>
                <p:nvPr/>
              </p:nvSpPr>
              <p:spPr>
                <a:xfrm>
                  <a:off x="4941679" y="5196941"/>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58" name="Freeform 3957">
                  <a:extLst>
                    <a:ext uri="{FF2B5EF4-FFF2-40B4-BE49-F238E27FC236}">
                      <a16:creationId xmlns:a16="http://schemas.microsoft.com/office/drawing/2014/main" id="{1ECE5600-472A-48AE-A169-DE96FBA88448}"/>
                    </a:ext>
                  </a:extLst>
                </p:cNvPr>
                <p:cNvSpPr/>
                <p:nvPr/>
              </p:nvSpPr>
              <p:spPr>
                <a:xfrm>
                  <a:off x="4836604" y="5245438"/>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59" name="Freeform 3958">
                  <a:extLst>
                    <a:ext uri="{FF2B5EF4-FFF2-40B4-BE49-F238E27FC236}">
                      <a16:creationId xmlns:a16="http://schemas.microsoft.com/office/drawing/2014/main" id="{258B7C79-5668-0FFA-B0AB-350AF676FE4D}"/>
                    </a:ext>
                  </a:extLst>
                </p:cNvPr>
                <p:cNvSpPr/>
                <p:nvPr/>
              </p:nvSpPr>
              <p:spPr>
                <a:xfrm rot="19696800">
                  <a:off x="4752504" y="5952131"/>
                  <a:ext cx="44622" cy="44622"/>
                </a:xfrm>
                <a:custGeom>
                  <a:avLst/>
                  <a:gdLst>
                    <a:gd name="connsiteX0" fmla="*/ 11919 w 11919"/>
                    <a:gd name="connsiteY0" fmla="*/ 5960 h 11919"/>
                    <a:gd name="connsiteX1" fmla="*/ 5960 w 11919"/>
                    <a:gd name="connsiteY1" fmla="*/ 11919 h 11919"/>
                    <a:gd name="connsiteX2" fmla="*/ 0 w 11919"/>
                    <a:gd name="connsiteY2" fmla="*/ 5960 h 11919"/>
                    <a:gd name="connsiteX3" fmla="*/ 5960 w 11919"/>
                    <a:gd name="connsiteY3" fmla="*/ 0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9251"/>
                        <a:pt x="9251" y="11919"/>
                        <a:pt x="5960" y="11919"/>
                      </a:cubicBezTo>
                      <a:cubicBezTo>
                        <a:pt x="2668" y="11919"/>
                        <a:pt x="0" y="9251"/>
                        <a:pt x="0" y="5960"/>
                      </a:cubicBezTo>
                      <a:cubicBezTo>
                        <a:pt x="0" y="2668"/>
                        <a:pt x="2668" y="0"/>
                        <a:pt x="5960" y="0"/>
                      </a:cubicBezTo>
                      <a:cubicBezTo>
                        <a:pt x="9251" y="0"/>
                        <a:pt x="11919" y="2668"/>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60" name="Freeform 3959">
                  <a:extLst>
                    <a:ext uri="{FF2B5EF4-FFF2-40B4-BE49-F238E27FC236}">
                      <a16:creationId xmlns:a16="http://schemas.microsoft.com/office/drawing/2014/main" id="{CBB3DD19-6DA1-4BBE-DA7D-3160FB92B018}"/>
                    </a:ext>
                  </a:extLst>
                </p:cNvPr>
                <p:cNvSpPr/>
                <p:nvPr/>
              </p:nvSpPr>
              <p:spPr>
                <a:xfrm>
                  <a:off x="4766132" y="5487669"/>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61" name="Freeform 3960">
                  <a:extLst>
                    <a:ext uri="{FF2B5EF4-FFF2-40B4-BE49-F238E27FC236}">
                      <a16:creationId xmlns:a16="http://schemas.microsoft.com/office/drawing/2014/main" id="{E1C378DA-D7E0-7F70-7924-6167E6A73E1F}"/>
                    </a:ext>
                  </a:extLst>
                </p:cNvPr>
                <p:cNvSpPr/>
                <p:nvPr/>
              </p:nvSpPr>
              <p:spPr>
                <a:xfrm>
                  <a:off x="4923327" y="5429487"/>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20"/>
                        <a:pt x="5960" y="11920"/>
                      </a:cubicBezTo>
                      <a:cubicBezTo>
                        <a:pt x="9243" y="11920"/>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62" name="Freeform 3961">
                  <a:extLst>
                    <a:ext uri="{FF2B5EF4-FFF2-40B4-BE49-F238E27FC236}">
                      <a16:creationId xmlns:a16="http://schemas.microsoft.com/office/drawing/2014/main" id="{DD26EDDF-0743-C87F-6F90-6BA042A1AFC4}"/>
                    </a:ext>
                  </a:extLst>
                </p:cNvPr>
                <p:cNvSpPr/>
                <p:nvPr/>
              </p:nvSpPr>
              <p:spPr>
                <a:xfrm>
                  <a:off x="4817073" y="5596364"/>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63" name="Freeform 3962">
                  <a:extLst>
                    <a:ext uri="{FF2B5EF4-FFF2-40B4-BE49-F238E27FC236}">
                      <a16:creationId xmlns:a16="http://schemas.microsoft.com/office/drawing/2014/main" id="{5612C1B2-3556-3636-225E-6F57A386B214}"/>
                    </a:ext>
                  </a:extLst>
                </p:cNvPr>
                <p:cNvSpPr/>
                <p:nvPr/>
              </p:nvSpPr>
              <p:spPr>
                <a:xfrm>
                  <a:off x="4946310" y="4970880"/>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20"/>
                        <a:pt x="5960" y="11920"/>
                      </a:cubicBezTo>
                      <a:cubicBezTo>
                        <a:pt x="9243" y="11920"/>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64" name="Freeform 3963">
                  <a:extLst>
                    <a:ext uri="{FF2B5EF4-FFF2-40B4-BE49-F238E27FC236}">
                      <a16:creationId xmlns:a16="http://schemas.microsoft.com/office/drawing/2014/main" id="{8E71D02A-2846-FC58-BC33-37E84B810B8B}"/>
                    </a:ext>
                  </a:extLst>
                </p:cNvPr>
                <p:cNvSpPr/>
                <p:nvPr/>
              </p:nvSpPr>
              <p:spPr>
                <a:xfrm>
                  <a:off x="4784487" y="5371396"/>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65" name="Freeform 3964">
                  <a:extLst>
                    <a:ext uri="{FF2B5EF4-FFF2-40B4-BE49-F238E27FC236}">
                      <a16:creationId xmlns:a16="http://schemas.microsoft.com/office/drawing/2014/main" id="{C6916695-0D46-5B19-DF9B-FBD5881DC7F0}"/>
                    </a:ext>
                  </a:extLst>
                </p:cNvPr>
                <p:cNvSpPr/>
                <p:nvPr/>
              </p:nvSpPr>
              <p:spPr>
                <a:xfrm>
                  <a:off x="4901183" y="5022573"/>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66" name="Freeform 3965">
                  <a:extLst>
                    <a:ext uri="{FF2B5EF4-FFF2-40B4-BE49-F238E27FC236}">
                      <a16:creationId xmlns:a16="http://schemas.microsoft.com/office/drawing/2014/main" id="{7EF604D5-C4A5-9434-784B-C9C413ED1415}"/>
                    </a:ext>
                  </a:extLst>
                </p:cNvPr>
                <p:cNvSpPr/>
                <p:nvPr/>
              </p:nvSpPr>
              <p:spPr>
                <a:xfrm>
                  <a:off x="4862787" y="5313214"/>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67" name="Freeform 3966">
                  <a:extLst>
                    <a:ext uri="{FF2B5EF4-FFF2-40B4-BE49-F238E27FC236}">
                      <a16:creationId xmlns:a16="http://schemas.microsoft.com/office/drawing/2014/main" id="{F7366415-1688-401D-0C25-B48CA84A3BF3}"/>
                    </a:ext>
                  </a:extLst>
                </p:cNvPr>
                <p:cNvSpPr/>
                <p:nvPr/>
              </p:nvSpPr>
              <p:spPr>
                <a:xfrm>
                  <a:off x="4794000" y="5545760"/>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20"/>
                        <a:pt x="5960" y="11920"/>
                      </a:cubicBezTo>
                      <a:cubicBezTo>
                        <a:pt x="9243" y="11920"/>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68" name="Freeform 3967">
                  <a:extLst>
                    <a:ext uri="{FF2B5EF4-FFF2-40B4-BE49-F238E27FC236}">
                      <a16:creationId xmlns:a16="http://schemas.microsoft.com/office/drawing/2014/main" id="{2512B2F7-BA8A-9A07-BD29-1972E478F486}"/>
                    </a:ext>
                  </a:extLst>
                </p:cNvPr>
                <p:cNvSpPr/>
                <p:nvPr/>
              </p:nvSpPr>
              <p:spPr>
                <a:xfrm>
                  <a:off x="4767648" y="4906300"/>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69" name="Freeform 3968">
                  <a:extLst>
                    <a:ext uri="{FF2B5EF4-FFF2-40B4-BE49-F238E27FC236}">
                      <a16:creationId xmlns:a16="http://schemas.microsoft.com/office/drawing/2014/main" id="{F19AF563-BB80-DC8A-4EEF-673E44F9B2B6}"/>
                    </a:ext>
                  </a:extLst>
                </p:cNvPr>
                <p:cNvSpPr/>
                <p:nvPr/>
              </p:nvSpPr>
              <p:spPr>
                <a:xfrm>
                  <a:off x="4867841" y="5487669"/>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70" name="Freeform 3969">
                  <a:extLst>
                    <a:ext uri="{FF2B5EF4-FFF2-40B4-BE49-F238E27FC236}">
                      <a16:creationId xmlns:a16="http://schemas.microsoft.com/office/drawing/2014/main" id="{81951A4F-D195-8415-ED45-1C0A210EFB88}"/>
                    </a:ext>
                  </a:extLst>
                </p:cNvPr>
                <p:cNvSpPr/>
                <p:nvPr/>
              </p:nvSpPr>
              <p:spPr>
                <a:xfrm>
                  <a:off x="4852181" y="5255119"/>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71" name="Freeform 3970">
                  <a:extLst>
                    <a:ext uri="{FF2B5EF4-FFF2-40B4-BE49-F238E27FC236}">
                      <a16:creationId xmlns:a16="http://schemas.microsoft.com/office/drawing/2014/main" id="{D61E34F3-1CE5-0F7A-A375-E782255590C2}"/>
                    </a:ext>
                  </a:extLst>
                </p:cNvPr>
                <p:cNvSpPr/>
                <p:nvPr/>
              </p:nvSpPr>
              <p:spPr>
                <a:xfrm>
                  <a:off x="4923747" y="5371396"/>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72" name="Freeform 3971">
                  <a:extLst>
                    <a:ext uri="{FF2B5EF4-FFF2-40B4-BE49-F238E27FC236}">
                      <a16:creationId xmlns:a16="http://schemas.microsoft.com/office/drawing/2014/main" id="{9A0366B4-370E-6DF4-4BD3-88655F7C4C9E}"/>
                    </a:ext>
                  </a:extLst>
                </p:cNvPr>
                <p:cNvSpPr/>
                <p:nvPr/>
              </p:nvSpPr>
              <p:spPr>
                <a:xfrm>
                  <a:off x="4793581" y="5255119"/>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73" name="Freeform 3972">
                  <a:extLst>
                    <a:ext uri="{FF2B5EF4-FFF2-40B4-BE49-F238E27FC236}">
                      <a16:creationId xmlns:a16="http://schemas.microsoft.com/office/drawing/2014/main" id="{9EFCE362-5C77-CC34-241C-E87371C1E21D}"/>
                    </a:ext>
                  </a:extLst>
                </p:cNvPr>
                <p:cNvSpPr/>
                <p:nvPr/>
              </p:nvSpPr>
              <p:spPr>
                <a:xfrm>
                  <a:off x="4940668" y="5196941"/>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74" name="Freeform 3973">
                  <a:extLst>
                    <a:ext uri="{FF2B5EF4-FFF2-40B4-BE49-F238E27FC236}">
                      <a16:creationId xmlns:a16="http://schemas.microsoft.com/office/drawing/2014/main" id="{06A28675-B834-C06A-05A0-1E42E08049B9}"/>
                    </a:ext>
                  </a:extLst>
                </p:cNvPr>
                <p:cNvSpPr/>
                <p:nvPr/>
              </p:nvSpPr>
              <p:spPr>
                <a:xfrm>
                  <a:off x="4827765" y="5024007"/>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20"/>
                        <a:pt x="5960" y="11920"/>
                      </a:cubicBezTo>
                      <a:cubicBezTo>
                        <a:pt x="9243" y="11920"/>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75" name="Freeform 3974">
                  <a:extLst>
                    <a:ext uri="{FF2B5EF4-FFF2-40B4-BE49-F238E27FC236}">
                      <a16:creationId xmlns:a16="http://schemas.microsoft.com/office/drawing/2014/main" id="{F75A4558-077F-D332-E0A0-FC7DDE80CD11}"/>
                    </a:ext>
                  </a:extLst>
                </p:cNvPr>
                <p:cNvSpPr/>
                <p:nvPr/>
              </p:nvSpPr>
              <p:spPr>
                <a:xfrm>
                  <a:off x="4906402" y="5487669"/>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76" name="Freeform 3975">
                  <a:extLst>
                    <a:ext uri="{FF2B5EF4-FFF2-40B4-BE49-F238E27FC236}">
                      <a16:creationId xmlns:a16="http://schemas.microsoft.com/office/drawing/2014/main" id="{E6E8C69D-EDB1-3AD7-AE9B-5CB5A15D05CE}"/>
                    </a:ext>
                  </a:extLst>
                </p:cNvPr>
                <p:cNvSpPr/>
                <p:nvPr/>
              </p:nvSpPr>
              <p:spPr>
                <a:xfrm>
                  <a:off x="4848307" y="5022573"/>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77" name="Freeform 3976">
                  <a:extLst>
                    <a:ext uri="{FF2B5EF4-FFF2-40B4-BE49-F238E27FC236}">
                      <a16:creationId xmlns:a16="http://schemas.microsoft.com/office/drawing/2014/main" id="{92528442-4E71-78A8-EF73-256C17B9FC0B}"/>
                    </a:ext>
                  </a:extLst>
                </p:cNvPr>
                <p:cNvSpPr/>
                <p:nvPr/>
              </p:nvSpPr>
              <p:spPr>
                <a:xfrm>
                  <a:off x="4923492" y="5255119"/>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78" name="Freeform 3977">
                  <a:extLst>
                    <a:ext uri="{FF2B5EF4-FFF2-40B4-BE49-F238E27FC236}">
                      <a16:creationId xmlns:a16="http://schemas.microsoft.com/office/drawing/2014/main" id="{8A9EFF14-B7FF-A6A6-E476-CA0E1658B6D4}"/>
                    </a:ext>
                  </a:extLst>
                </p:cNvPr>
                <p:cNvSpPr/>
                <p:nvPr/>
              </p:nvSpPr>
              <p:spPr>
                <a:xfrm>
                  <a:off x="4748117" y="5012892"/>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20"/>
                        <a:pt x="5960" y="11920"/>
                      </a:cubicBezTo>
                      <a:cubicBezTo>
                        <a:pt x="9243" y="11920"/>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79" name="Freeform 3978">
                  <a:extLst>
                    <a:ext uri="{FF2B5EF4-FFF2-40B4-BE49-F238E27FC236}">
                      <a16:creationId xmlns:a16="http://schemas.microsoft.com/office/drawing/2014/main" id="{26274437-A86A-C475-3F9E-0443D3B39440}"/>
                    </a:ext>
                  </a:extLst>
                </p:cNvPr>
                <p:cNvSpPr/>
                <p:nvPr/>
              </p:nvSpPr>
              <p:spPr>
                <a:xfrm>
                  <a:off x="4952457" y="5603942"/>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980" name="Freeform 3979">
                  <a:extLst>
                    <a:ext uri="{FF2B5EF4-FFF2-40B4-BE49-F238E27FC236}">
                      <a16:creationId xmlns:a16="http://schemas.microsoft.com/office/drawing/2014/main" id="{B73F9CC9-03F1-D966-EC96-2CDB3C3CB3B6}"/>
                    </a:ext>
                  </a:extLst>
                </p:cNvPr>
                <p:cNvSpPr/>
                <p:nvPr/>
              </p:nvSpPr>
              <p:spPr>
                <a:xfrm>
                  <a:off x="4880974" y="5022573"/>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4007" name="Freeform 4006">
                  <a:extLst>
                    <a:ext uri="{FF2B5EF4-FFF2-40B4-BE49-F238E27FC236}">
                      <a16:creationId xmlns:a16="http://schemas.microsoft.com/office/drawing/2014/main" id="{0DF1D6DF-1C2F-1AD9-0CBA-30ADE3481A98}"/>
                    </a:ext>
                  </a:extLst>
                </p:cNvPr>
                <p:cNvSpPr/>
                <p:nvPr/>
              </p:nvSpPr>
              <p:spPr>
                <a:xfrm>
                  <a:off x="5079509" y="5045223"/>
                  <a:ext cx="133532" cy="464669"/>
                </a:xfrm>
                <a:custGeom>
                  <a:avLst/>
                  <a:gdLst>
                    <a:gd name="connsiteX0" fmla="*/ 0 w 35668"/>
                    <a:gd name="connsiteY0" fmla="*/ 0 h 124119"/>
                    <a:gd name="connsiteX1" fmla="*/ 35668 w 35668"/>
                    <a:gd name="connsiteY1" fmla="*/ 0 h 124119"/>
                    <a:gd name="connsiteX2" fmla="*/ 35668 w 35668"/>
                    <a:gd name="connsiteY2" fmla="*/ 124120 h 124119"/>
                    <a:gd name="connsiteX3" fmla="*/ 0 w 35668"/>
                    <a:gd name="connsiteY3" fmla="*/ 124120 h 124119"/>
                  </a:gdLst>
                  <a:ahLst/>
                  <a:cxnLst>
                    <a:cxn ang="0">
                      <a:pos x="connsiteX0" y="connsiteY0"/>
                    </a:cxn>
                    <a:cxn ang="0">
                      <a:pos x="connsiteX1" y="connsiteY1"/>
                    </a:cxn>
                    <a:cxn ang="0">
                      <a:pos x="connsiteX2" y="connsiteY2"/>
                    </a:cxn>
                    <a:cxn ang="0">
                      <a:pos x="connsiteX3" y="connsiteY3"/>
                    </a:cxn>
                  </a:cxnLst>
                  <a:rect l="l" t="t" r="r" b="b"/>
                  <a:pathLst>
                    <a:path w="35668" h="124119">
                      <a:moveTo>
                        <a:pt x="0" y="0"/>
                      </a:moveTo>
                      <a:lnTo>
                        <a:pt x="35668" y="0"/>
                      </a:lnTo>
                      <a:lnTo>
                        <a:pt x="35668" y="124120"/>
                      </a:lnTo>
                      <a:lnTo>
                        <a:pt x="0" y="124120"/>
                      </a:lnTo>
                      <a:close/>
                    </a:path>
                  </a:pathLst>
                </a:custGeom>
                <a:solidFill>
                  <a:srgbClr val="47BB89">
                    <a:alpha val="45000"/>
                  </a:srgbClr>
                </a:solidFill>
                <a:ln w="2249" cap="flat">
                  <a:noFill/>
                  <a:prstDash val="solid"/>
                  <a:miter/>
                </a:ln>
              </p:spPr>
              <p:txBody>
                <a:bodyPr rtlCol="0" anchor="ctr"/>
                <a:lstStyle/>
                <a:p>
                  <a:endParaRPr lang="en-US"/>
                </a:p>
              </p:txBody>
            </p:sp>
          </p:grpSp>
        </p:grpSp>
        <p:grpSp>
          <p:nvGrpSpPr>
            <p:cNvPr id="4290" name="Group 4289">
              <a:extLst>
                <a:ext uri="{FF2B5EF4-FFF2-40B4-BE49-F238E27FC236}">
                  <a16:creationId xmlns:a16="http://schemas.microsoft.com/office/drawing/2014/main" id="{FBBA2CE5-ABD4-12C9-354B-992E5169316E}"/>
                </a:ext>
              </a:extLst>
            </p:cNvPr>
            <p:cNvGrpSpPr/>
            <p:nvPr/>
          </p:nvGrpSpPr>
          <p:grpSpPr>
            <a:xfrm>
              <a:off x="9378590" y="3702060"/>
              <a:ext cx="930861" cy="2451170"/>
              <a:chOff x="9378590" y="3702060"/>
              <a:chExt cx="930861" cy="2451170"/>
            </a:xfrm>
          </p:grpSpPr>
          <p:sp>
            <p:nvSpPr>
              <p:cNvPr id="4131" name="Freeform 4130">
                <a:extLst>
                  <a:ext uri="{FF2B5EF4-FFF2-40B4-BE49-F238E27FC236}">
                    <a16:creationId xmlns:a16="http://schemas.microsoft.com/office/drawing/2014/main" id="{D79F0EB5-14C2-BFD1-AE8F-6AE7E7A22445}"/>
                  </a:ext>
                </a:extLst>
              </p:cNvPr>
              <p:cNvSpPr/>
              <p:nvPr/>
            </p:nvSpPr>
            <p:spPr>
              <a:xfrm>
                <a:off x="9866586" y="3702060"/>
                <a:ext cx="442865" cy="2451170"/>
              </a:xfrm>
              <a:custGeom>
                <a:avLst/>
                <a:gdLst>
                  <a:gd name="connsiteX0" fmla="*/ 0 w 118295"/>
                  <a:gd name="connsiteY0" fmla="*/ 648127 h 654739"/>
                  <a:gd name="connsiteX1" fmla="*/ 0 w 118295"/>
                  <a:gd name="connsiteY1" fmla="*/ 654739 h 654739"/>
                  <a:gd name="connsiteX2" fmla="*/ 90 w 118295"/>
                  <a:gd name="connsiteY2" fmla="*/ 654739 h 654739"/>
                  <a:gd name="connsiteX3" fmla="*/ 135 w 118295"/>
                  <a:gd name="connsiteY3" fmla="*/ 648127 h 654739"/>
                  <a:gd name="connsiteX4" fmla="*/ 225 w 118295"/>
                  <a:gd name="connsiteY4" fmla="*/ 641515 h 654739"/>
                  <a:gd name="connsiteX5" fmla="*/ 315 w 118295"/>
                  <a:gd name="connsiteY5" fmla="*/ 634903 h 654739"/>
                  <a:gd name="connsiteX6" fmla="*/ 450 w 118295"/>
                  <a:gd name="connsiteY6" fmla="*/ 628291 h 654739"/>
                  <a:gd name="connsiteX7" fmla="*/ 630 w 118295"/>
                  <a:gd name="connsiteY7" fmla="*/ 621657 h 654739"/>
                  <a:gd name="connsiteX8" fmla="*/ 877 w 118295"/>
                  <a:gd name="connsiteY8" fmla="*/ 615045 h 654739"/>
                  <a:gd name="connsiteX9" fmla="*/ 1192 w 118295"/>
                  <a:gd name="connsiteY9" fmla="*/ 608433 h 654739"/>
                  <a:gd name="connsiteX10" fmla="*/ 1575 w 118295"/>
                  <a:gd name="connsiteY10" fmla="*/ 601821 h 654739"/>
                  <a:gd name="connsiteX11" fmla="*/ 2047 w 118295"/>
                  <a:gd name="connsiteY11" fmla="*/ 595209 h 654739"/>
                  <a:gd name="connsiteX12" fmla="*/ 2609 w 118295"/>
                  <a:gd name="connsiteY12" fmla="*/ 588597 h 654739"/>
                  <a:gd name="connsiteX13" fmla="*/ 3261 w 118295"/>
                  <a:gd name="connsiteY13" fmla="*/ 581985 h 654739"/>
                  <a:gd name="connsiteX14" fmla="*/ 4003 w 118295"/>
                  <a:gd name="connsiteY14" fmla="*/ 575373 h 654739"/>
                  <a:gd name="connsiteX15" fmla="*/ 4813 w 118295"/>
                  <a:gd name="connsiteY15" fmla="*/ 568762 h 654739"/>
                  <a:gd name="connsiteX16" fmla="*/ 5690 w 118295"/>
                  <a:gd name="connsiteY16" fmla="*/ 562150 h 654739"/>
                  <a:gd name="connsiteX17" fmla="*/ 6612 w 118295"/>
                  <a:gd name="connsiteY17" fmla="*/ 555538 h 654739"/>
                  <a:gd name="connsiteX18" fmla="*/ 7602 w 118295"/>
                  <a:gd name="connsiteY18" fmla="*/ 548926 h 654739"/>
                  <a:gd name="connsiteX19" fmla="*/ 8614 w 118295"/>
                  <a:gd name="connsiteY19" fmla="*/ 542314 h 654739"/>
                  <a:gd name="connsiteX20" fmla="*/ 9693 w 118295"/>
                  <a:gd name="connsiteY20" fmla="*/ 535702 h 654739"/>
                  <a:gd name="connsiteX21" fmla="*/ 10863 w 118295"/>
                  <a:gd name="connsiteY21" fmla="*/ 529090 h 654739"/>
                  <a:gd name="connsiteX22" fmla="*/ 12122 w 118295"/>
                  <a:gd name="connsiteY22" fmla="*/ 522455 h 654739"/>
                  <a:gd name="connsiteX23" fmla="*/ 13561 w 118295"/>
                  <a:gd name="connsiteY23" fmla="*/ 515844 h 654739"/>
                  <a:gd name="connsiteX24" fmla="*/ 15180 w 118295"/>
                  <a:gd name="connsiteY24" fmla="*/ 509232 h 654739"/>
                  <a:gd name="connsiteX25" fmla="*/ 17092 w 118295"/>
                  <a:gd name="connsiteY25" fmla="*/ 502620 h 654739"/>
                  <a:gd name="connsiteX26" fmla="*/ 19341 w 118295"/>
                  <a:gd name="connsiteY26" fmla="*/ 496008 h 654739"/>
                  <a:gd name="connsiteX27" fmla="*/ 21995 w 118295"/>
                  <a:gd name="connsiteY27" fmla="*/ 489396 h 654739"/>
                  <a:gd name="connsiteX28" fmla="*/ 25054 w 118295"/>
                  <a:gd name="connsiteY28" fmla="*/ 482784 h 654739"/>
                  <a:gd name="connsiteX29" fmla="*/ 28607 w 118295"/>
                  <a:gd name="connsiteY29" fmla="*/ 476172 h 654739"/>
                  <a:gd name="connsiteX30" fmla="*/ 32587 w 118295"/>
                  <a:gd name="connsiteY30" fmla="*/ 469560 h 654739"/>
                  <a:gd name="connsiteX31" fmla="*/ 37018 w 118295"/>
                  <a:gd name="connsiteY31" fmla="*/ 462948 h 654739"/>
                  <a:gd name="connsiteX32" fmla="*/ 41853 w 118295"/>
                  <a:gd name="connsiteY32" fmla="*/ 456336 h 654739"/>
                  <a:gd name="connsiteX33" fmla="*/ 46981 w 118295"/>
                  <a:gd name="connsiteY33" fmla="*/ 449724 h 654739"/>
                  <a:gd name="connsiteX34" fmla="*/ 52378 w 118295"/>
                  <a:gd name="connsiteY34" fmla="*/ 443112 h 654739"/>
                  <a:gd name="connsiteX35" fmla="*/ 57933 w 118295"/>
                  <a:gd name="connsiteY35" fmla="*/ 436500 h 654739"/>
                  <a:gd name="connsiteX36" fmla="*/ 63556 w 118295"/>
                  <a:gd name="connsiteY36" fmla="*/ 429866 h 654739"/>
                  <a:gd name="connsiteX37" fmla="*/ 69178 w 118295"/>
                  <a:gd name="connsiteY37" fmla="*/ 423254 h 654739"/>
                  <a:gd name="connsiteX38" fmla="*/ 74755 w 118295"/>
                  <a:gd name="connsiteY38" fmla="*/ 416642 h 654739"/>
                  <a:gd name="connsiteX39" fmla="*/ 80243 w 118295"/>
                  <a:gd name="connsiteY39" fmla="*/ 410030 h 654739"/>
                  <a:gd name="connsiteX40" fmla="*/ 85550 w 118295"/>
                  <a:gd name="connsiteY40" fmla="*/ 403418 h 654739"/>
                  <a:gd name="connsiteX41" fmla="*/ 90656 w 118295"/>
                  <a:gd name="connsiteY41" fmla="*/ 396806 h 654739"/>
                  <a:gd name="connsiteX42" fmla="*/ 95536 w 118295"/>
                  <a:gd name="connsiteY42" fmla="*/ 390194 h 654739"/>
                  <a:gd name="connsiteX43" fmla="*/ 100124 w 118295"/>
                  <a:gd name="connsiteY43" fmla="*/ 383582 h 654739"/>
                  <a:gd name="connsiteX44" fmla="*/ 104397 w 118295"/>
                  <a:gd name="connsiteY44" fmla="*/ 376970 h 654739"/>
                  <a:gd name="connsiteX45" fmla="*/ 108243 w 118295"/>
                  <a:gd name="connsiteY45" fmla="*/ 370358 h 654739"/>
                  <a:gd name="connsiteX46" fmla="*/ 111594 w 118295"/>
                  <a:gd name="connsiteY46" fmla="*/ 363746 h 654739"/>
                  <a:gd name="connsiteX47" fmla="*/ 114360 w 118295"/>
                  <a:gd name="connsiteY47" fmla="*/ 357135 h 654739"/>
                  <a:gd name="connsiteX48" fmla="*/ 116451 w 118295"/>
                  <a:gd name="connsiteY48" fmla="*/ 350523 h 654739"/>
                  <a:gd name="connsiteX49" fmla="*/ 117778 w 118295"/>
                  <a:gd name="connsiteY49" fmla="*/ 343911 h 654739"/>
                  <a:gd name="connsiteX50" fmla="*/ 118295 w 118295"/>
                  <a:gd name="connsiteY50" fmla="*/ 337299 h 654739"/>
                  <a:gd name="connsiteX51" fmla="*/ 117913 w 118295"/>
                  <a:gd name="connsiteY51" fmla="*/ 330664 h 654739"/>
                  <a:gd name="connsiteX52" fmla="*/ 116676 w 118295"/>
                  <a:gd name="connsiteY52" fmla="*/ 324052 h 654739"/>
                  <a:gd name="connsiteX53" fmla="*/ 114607 w 118295"/>
                  <a:gd name="connsiteY53" fmla="*/ 317440 h 654739"/>
                  <a:gd name="connsiteX54" fmla="*/ 111774 w 118295"/>
                  <a:gd name="connsiteY54" fmla="*/ 310829 h 654739"/>
                  <a:gd name="connsiteX55" fmla="*/ 108265 w 118295"/>
                  <a:gd name="connsiteY55" fmla="*/ 304217 h 654739"/>
                  <a:gd name="connsiteX56" fmla="*/ 104217 w 118295"/>
                  <a:gd name="connsiteY56" fmla="*/ 297605 h 654739"/>
                  <a:gd name="connsiteX57" fmla="*/ 99787 w 118295"/>
                  <a:gd name="connsiteY57" fmla="*/ 290993 h 654739"/>
                  <a:gd name="connsiteX58" fmla="*/ 95064 w 118295"/>
                  <a:gd name="connsiteY58" fmla="*/ 284381 h 654739"/>
                  <a:gd name="connsiteX59" fmla="*/ 90228 w 118295"/>
                  <a:gd name="connsiteY59" fmla="*/ 277769 h 654739"/>
                  <a:gd name="connsiteX60" fmla="*/ 85348 w 118295"/>
                  <a:gd name="connsiteY60" fmla="*/ 271157 h 654739"/>
                  <a:gd name="connsiteX61" fmla="*/ 80513 w 118295"/>
                  <a:gd name="connsiteY61" fmla="*/ 264545 h 654739"/>
                  <a:gd name="connsiteX62" fmla="*/ 75790 w 118295"/>
                  <a:gd name="connsiteY62" fmla="*/ 257933 h 654739"/>
                  <a:gd name="connsiteX63" fmla="*/ 71225 w 118295"/>
                  <a:gd name="connsiteY63" fmla="*/ 251321 h 654739"/>
                  <a:gd name="connsiteX64" fmla="*/ 66839 w 118295"/>
                  <a:gd name="connsiteY64" fmla="*/ 244709 h 654739"/>
                  <a:gd name="connsiteX65" fmla="*/ 62656 w 118295"/>
                  <a:gd name="connsiteY65" fmla="*/ 238075 h 654739"/>
                  <a:gd name="connsiteX66" fmla="*/ 58698 w 118295"/>
                  <a:gd name="connsiteY66" fmla="*/ 231463 h 654739"/>
                  <a:gd name="connsiteX67" fmla="*/ 54965 w 118295"/>
                  <a:gd name="connsiteY67" fmla="*/ 224851 h 654739"/>
                  <a:gd name="connsiteX68" fmla="*/ 51501 w 118295"/>
                  <a:gd name="connsiteY68" fmla="*/ 218239 h 654739"/>
                  <a:gd name="connsiteX69" fmla="*/ 48330 w 118295"/>
                  <a:gd name="connsiteY69" fmla="*/ 211627 h 654739"/>
                  <a:gd name="connsiteX70" fmla="*/ 45429 w 118295"/>
                  <a:gd name="connsiteY70" fmla="*/ 205015 h 654739"/>
                  <a:gd name="connsiteX71" fmla="*/ 42798 w 118295"/>
                  <a:gd name="connsiteY71" fmla="*/ 198403 h 654739"/>
                  <a:gd name="connsiteX72" fmla="*/ 40459 w 118295"/>
                  <a:gd name="connsiteY72" fmla="*/ 191791 h 654739"/>
                  <a:gd name="connsiteX73" fmla="*/ 38367 w 118295"/>
                  <a:gd name="connsiteY73" fmla="*/ 185179 h 654739"/>
                  <a:gd name="connsiteX74" fmla="*/ 36456 w 118295"/>
                  <a:gd name="connsiteY74" fmla="*/ 178567 h 654739"/>
                  <a:gd name="connsiteX75" fmla="*/ 34702 w 118295"/>
                  <a:gd name="connsiteY75" fmla="*/ 171955 h 654739"/>
                  <a:gd name="connsiteX76" fmla="*/ 33015 w 118295"/>
                  <a:gd name="connsiteY76" fmla="*/ 165343 h 654739"/>
                  <a:gd name="connsiteX77" fmla="*/ 31351 w 118295"/>
                  <a:gd name="connsiteY77" fmla="*/ 158731 h 654739"/>
                  <a:gd name="connsiteX78" fmla="*/ 29619 w 118295"/>
                  <a:gd name="connsiteY78" fmla="*/ 152120 h 654739"/>
                  <a:gd name="connsiteX79" fmla="*/ 27797 w 118295"/>
                  <a:gd name="connsiteY79" fmla="*/ 145508 h 654739"/>
                  <a:gd name="connsiteX80" fmla="*/ 25863 w 118295"/>
                  <a:gd name="connsiteY80" fmla="*/ 138873 h 654739"/>
                  <a:gd name="connsiteX81" fmla="*/ 23817 w 118295"/>
                  <a:gd name="connsiteY81" fmla="*/ 132261 h 654739"/>
                  <a:gd name="connsiteX82" fmla="*/ 21635 w 118295"/>
                  <a:gd name="connsiteY82" fmla="*/ 125649 h 654739"/>
                  <a:gd name="connsiteX83" fmla="*/ 19386 w 118295"/>
                  <a:gd name="connsiteY83" fmla="*/ 119037 h 654739"/>
                  <a:gd name="connsiteX84" fmla="*/ 17092 w 118295"/>
                  <a:gd name="connsiteY84" fmla="*/ 112425 h 654739"/>
                  <a:gd name="connsiteX85" fmla="*/ 14821 w 118295"/>
                  <a:gd name="connsiteY85" fmla="*/ 105813 h 654739"/>
                  <a:gd name="connsiteX86" fmla="*/ 12639 w 118295"/>
                  <a:gd name="connsiteY86" fmla="*/ 99202 h 654739"/>
                  <a:gd name="connsiteX87" fmla="*/ 10593 w 118295"/>
                  <a:gd name="connsiteY87" fmla="*/ 92590 h 654739"/>
                  <a:gd name="connsiteX88" fmla="*/ 8726 w 118295"/>
                  <a:gd name="connsiteY88" fmla="*/ 85978 h 654739"/>
                  <a:gd name="connsiteX89" fmla="*/ 7040 w 118295"/>
                  <a:gd name="connsiteY89" fmla="*/ 79366 h 654739"/>
                  <a:gd name="connsiteX90" fmla="*/ 5577 w 118295"/>
                  <a:gd name="connsiteY90" fmla="*/ 72754 h 654739"/>
                  <a:gd name="connsiteX91" fmla="*/ 4318 w 118295"/>
                  <a:gd name="connsiteY91" fmla="*/ 66142 h 654739"/>
                  <a:gd name="connsiteX92" fmla="*/ 3306 w 118295"/>
                  <a:gd name="connsiteY92" fmla="*/ 59530 h 654739"/>
                  <a:gd name="connsiteX93" fmla="*/ 2452 w 118295"/>
                  <a:gd name="connsiteY93" fmla="*/ 52918 h 654739"/>
                  <a:gd name="connsiteX94" fmla="*/ 1799 w 118295"/>
                  <a:gd name="connsiteY94" fmla="*/ 46306 h 654739"/>
                  <a:gd name="connsiteX95" fmla="*/ 1305 w 118295"/>
                  <a:gd name="connsiteY95" fmla="*/ 39672 h 654739"/>
                  <a:gd name="connsiteX96" fmla="*/ 922 w 118295"/>
                  <a:gd name="connsiteY96" fmla="*/ 33060 h 654739"/>
                  <a:gd name="connsiteX97" fmla="*/ 630 w 118295"/>
                  <a:gd name="connsiteY97" fmla="*/ 26448 h 654739"/>
                  <a:gd name="connsiteX98" fmla="*/ 428 w 118295"/>
                  <a:gd name="connsiteY98" fmla="*/ 19836 h 654739"/>
                  <a:gd name="connsiteX99" fmla="*/ 293 w 118295"/>
                  <a:gd name="connsiteY99" fmla="*/ 13224 h 654739"/>
                  <a:gd name="connsiteX100" fmla="*/ 180 w 118295"/>
                  <a:gd name="connsiteY100" fmla="*/ 6612 h 654739"/>
                  <a:gd name="connsiteX101" fmla="*/ 113 w 118295"/>
                  <a:gd name="connsiteY101" fmla="*/ 0 h 654739"/>
                  <a:gd name="connsiteX102" fmla="*/ 0 w 118295"/>
                  <a:gd name="connsiteY102" fmla="*/ 0 h 654739"/>
                  <a:gd name="connsiteX103" fmla="*/ 0 w 118295"/>
                  <a:gd name="connsiteY103" fmla="*/ 6612 h 654739"/>
                  <a:gd name="connsiteX104" fmla="*/ 0 w 118295"/>
                  <a:gd name="connsiteY104" fmla="*/ 13224 h 654739"/>
                  <a:gd name="connsiteX105" fmla="*/ 0 w 118295"/>
                  <a:gd name="connsiteY105" fmla="*/ 19836 h 654739"/>
                  <a:gd name="connsiteX106" fmla="*/ 0 w 118295"/>
                  <a:gd name="connsiteY106" fmla="*/ 26448 h 654739"/>
                  <a:gd name="connsiteX107" fmla="*/ 0 w 118295"/>
                  <a:gd name="connsiteY107" fmla="*/ 33060 h 654739"/>
                  <a:gd name="connsiteX108" fmla="*/ 0 w 118295"/>
                  <a:gd name="connsiteY108" fmla="*/ 39672 h 654739"/>
                  <a:gd name="connsiteX109" fmla="*/ 0 w 118295"/>
                  <a:gd name="connsiteY109" fmla="*/ 46306 h 654739"/>
                  <a:gd name="connsiteX110" fmla="*/ 0 w 118295"/>
                  <a:gd name="connsiteY110" fmla="*/ 52918 h 654739"/>
                  <a:gd name="connsiteX111" fmla="*/ 0 w 118295"/>
                  <a:gd name="connsiteY111" fmla="*/ 59530 h 654739"/>
                  <a:gd name="connsiteX112" fmla="*/ 0 w 118295"/>
                  <a:gd name="connsiteY112" fmla="*/ 66142 h 654739"/>
                  <a:gd name="connsiteX113" fmla="*/ 0 w 118295"/>
                  <a:gd name="connsiteY113" fmla="*/ 72754 h 654739"/>
                  <a:gd name="connsiteX114" fmla="*/ 0 w 118295"/>
                  <a:gd name="connsiteY114" fmla="*/ 79366 h 654739"/>
                  <a:gd name="connsiteX115" fmla="*/ 0 w 118295"/>
                  <a:gd name="connsiteY115" fmla="*/ 85978 h 654739"/>
                  <a:gd name="connsiteX116" fmla="*/ 0 w 118295"/>
                  <a:gd name="connsiteY116" fmla="*/ 92590 h 654739"/>
                  <a:gd name="connsiteX117" fmla="*/ 0 w 118295"/>
                  <a:gd name="connsiteY117" fmla="*/ 99202 h 654739"/>
                  <a:gd name="connsiteX118" fmla="*/ 0 w 118295"/>
                  <a:gd name="connsiteY118" fmla="*/ 105813 h 654739"/>
                  <a:gd name="connsiteX119" fmla="*/ 0 w 118295"/>
                  <a:gd name="connsiteY119" fmla="*/ 112425 h 654739"/>
                  <a:gd name="connsiteX120" fmla="*/ 0 w 118295"/>
                  <a:gd name="connsiteY120" fmla="*/ 119037 h 654739"/>
                  <a:gd name="connsiteX121" fmla="*/ 0 w 118295"/>
                  <a:gd name="connsiteY121" fmla="*/ 125649 h 654739"/>
                  <a:gd name="connsiteX122" fmla="*/ 0 w 118295"/>
                  <a:gd name="connsiteY122" fmla="*/ 132261 h 654739"/>
                  <a:gd name="connsiteX123" fmla="*/ 0 w 118295"/>
                  <a:gd name="connsiteY123" fmla="*/ 138873 h 654739"/>
                  <a:gd name="connsiteX124" fmla="*/ 0 w 118295"/>
                  <a:gd name="connsiteY124" fmla="*/ 145508 h 654739"/>
                  <a:gd name="connsiteX125" fmla="*/ 0 w 118295"/>
                  <a:gd name="connsiteY125" fmla="*/ 152120 h 654739"/>
                  <a:gd name="connsiteX126" fmla="*/ 0 w 118295"/>
                  <a:gd name="connsiteY126" fmla="*/ 158731 h 654739"/>
                  <a:gd name="connsiteX127" fmla="*/ 0 w 118295"/>
                  <a:gd name="connsiteY127" fmla="*/ 165343 h 654739"/>
                  <a:gd name="connsiteX128" fmla="*/ 0 w 118295"/>
                  <a:gd name="connsiteY128" fmla="*/ 171955 h 654739"/>
                  <a:gd name="connsiteX129" fmla="*/ 0 w 118295"/>
                  <a:gd name="connsiteY129" fmla="*/ 178567 h 654739"/>
                  <a:gd name="connsiteX130" fmla="*/ 0 w 118295"/>
                  <a:gd name="connsiteY130" fmla="*/ 185179 h 654739"/>
                  <a:gd name="connsiteX131" fmla="*/ 0 w 118295"/>
                  <a:gd name="connsiteY131" fmla="*/ 191791 h 654739"/>
                  <a:gd name="connsiteX132" fmla="*/ 0 w 118295"/>
                  <a:gd name="connsiteY132" fmla="*/ 198403 h 654739"/>
                  <a:gd name="connsiteX133" fmla="*/ 0 w 118295"/>
                  <a:gd name="connsiteY133" fmla="*/ 205015 h 654739"/>
                  <a:gd name="connsiteX134" fmla="*/ 0 w 118295"/>
                  <a:gd name="connsiteY134" fmla="*/ 211627 h 654739"/>
                  <a:gd name="connsiteX135" fmla="*/ 0 w 118295"/>
                  <a:gd name="connsiteY135" fmla="*/ 218239 h 654739"/>
                  <a:gd name="connsiteX136" fmla="*/ 0 w 118295"/>
                  <a:gd name="connsiteY136" fmla="*/ 224851 h 654739"/>
                  <a:gd name="connsiteX137" fmla="*/ 0 w 118295"/>
                  <a:gd name="connsiteY137" fmla="*/ 231463 h 654739"/>
                  <a:gd name="connsiteX138" fmla="*/ 0 w 118295"/>
                  <a:gd name="connsiteY138" fmla="*/ 238075 h 654739"/>
                  <a:gd name="connsiteX139" fmla="*/ 0 w 118295"/>
                  <a:gd name="connsiteY139" fmla="*/ 244709 h 654739"/>
                  <a:gd name="connsiteX140" fmla="*/ 0 w 118295"/>
                  <a:gd name="connsiteY140" fmla="*/ 251321 h 654739"/>
                  <a:gd name="connsiteX141" fmla="*/ 0 w 118295"/>
                  <a:gd name="connsiteY141" fmla="*/ 257933 h 654739"/>
                  <a:gd name="connsiteX142" fmla="*/ 0 w 118295"/>
                  <a:gd name="connsiteY142" fmla="*/ 264545 h 654739"/>
                  <a:gd name="connsiteX143" fmla="*/ 0 w 118295"/>
                  <a:gd name="connsiteY143" fmla="*/ 271157 h 654739"/>
                  <a:gd name="connsiteX144" fmla="*/ 0 w 118295"/>
                  <a:gd name="connsiteY144" fmla="*/ 277769 h 654739"/>
                  <a:gd name="connsiteX145" fmla="*/ 0 w 118295"/>
                  <a:gd name="connsiteY145" fmla="*/ 284381 h 654739"/>
                  <a:gd name="connsiteX146" fmla="*/ 0 w 118295"/>
                  <a:gd name="connsiteY146" fmla="*/ 290993 h 654739"/>
                  <a:gd name="connsiteX147" fmla="*/ 0 w 118295"/>
                  <a:gd name="connsiteY147" fmla="*/ 297605 h 654739"/>
                  <a:gd name="connsiteX148" fmla="*/ 0 w 118295"/>
                  <a:gd name="connsiteY148" fmla="*/ 304217 h 654739"/>
                  <a:gd name="connsiteX149" fmla="*/ 0 w 118295"/>
                  <a:gd name="connsiteY149" fmla="*/ 310829 h 654739"/>
                  <a:gd name="connsiteX150" fmla="*/ 0 w 118295"/>
                  <a:gd name="connsiteY150" fmla="*/ 317440 h 654739"/>
                  <a:gd name="connsiteX151" fmla="*/ 0 w 118295"/>
                  <a:gd name="connsiteY151" fmla="*/ 324052 h 654739"/>
                  <a:gd name="connsiteX152" fmla="*/ 0 w 118295"/>
                  <a:gd name="connsiteY152" fmla="*/ 330664 h 654739"/>
                  <a:gd name="connsiteX153" fmla="*/ 0 w 118295"/>
                  <a:gd name="connsiteY153" fmla="*/ 337299 h 654739"/>
                  <a:gd name="connsiteX154" fmla="*/ 0 w 118295"/>
                  <a:gd name="connsiteY154" fmla="*/ 343911 h 654739"/>
                  <a:gd name="connsiteX155" fmla="*/ 0 w 118295"/>
                  <a:gd name="connsiteY155" fmla="*/ 350523 h 654739"/>
                  <a:gd name="connsiteX156" fmla="*/ 0 w 118295"/>
                  <a:gd name="connsiteY156" fmla="*/ 357135 h 654739"/>
                  <a:gd name="connsiteX157" fmla="*/ 0 w 118295"/>
                  <a:gd name="connsiteY157" fmla="*/ 363746 h 654739"/>
                  <a:gd name="connsiteX158" fmla="*/ 0 w 118295"/>
                  <a:gd name="connsiteY158" fmla="*/ 370358 h 654739"/>
                  <a:gd name="connsiteX159" fmla="*/ 0 w 118295"/>
                  <a:gd name="connsiteY159" fmla="*/ 376970 h 654739"/>
                  <a:gd name="connsiteX160" fmla="*/ 0 w 118295"/>
                  <a:gd name="connsiteY160" fmla="*/ 383582 h 654739"/>
                  <a:gd name="connsiteX161" fmla="*/ 0 w 118295"/>
                  <a:gd name="connsiteY161" fmla="*/ 390194 h 654739"/>
                  <a:gd name="connsiteX162" fmla="*/ 0 w 118295"/>
                  <a:gd name="connsiteY162" fmla="*/ 396806 h 654739"/>
                  <a:gd name="connsiteX163" fmla="*/ 0 w 118295"/>
                  <a:gd name="connsiteY163" fmla="*/ 403418 h 654739"/>
                  <a:gd name="connsiteX164" fmla="*/ 0 w 118295"/>
                  <a:gd name="connsiteY164" fmla="*/ 410030 h 654739"/>
                  <a:gd name="connsiteX165" fmla="*/ 0 w 118295"/>
                  <a:gd name="connsiteY165" fmla="*/ 416642 h 654739"/>
                  <a:gd name="connsiteX166" fmla="*/ 0 w 118295"/>
                  <a:gd name="connsiteY166" fmla="*/ 423254 h 654739"/>
                  <a:gd name="connsiteX167" fmla="*/ 0 w 118295"/>
                  <a:gd name="connsiteY167" fmla="*/ 429866 h 654739"/>
                  <a:gd name="connsiteX168" fmla="*/ 0 w 118295"/>
                  <a:gd name="connsiteY168" fmla="*/ 436500 h 654739"/>
                  <a:gd name="connsiteX169" fmla="*/ 0 w 118295"/>
                  <a:gd name="connsiteY169" fmla="*/ 443112 h 654739"/>
                  <a:gd name="connsiteX170" fmla="*/ 0 w 118295"/>
                  <a:gd name="connsiteY170" fmla="*/ 449724 h 654739"/>
                  <a:gd name="connsiteX171" fmla="*/ 0 w 118295"/>
                  <a:gd name="connsiteY171" fmla="*/ 456336 h 654739"/>
                  <a:gd name="connsiteX172" fmla="*/ 0 w 118295"/>
                  <a:gd name="connsiteY172" fmla="*/ 462948 h 654739"/>
                  <a:gd name="connsiteX173" fmla="*/ 0 w 118295"/>
                  <a:gd name="connsiteY173" fmla="*/ 469560 h 654739"/>
                  <a:gd name="connsiteX174" fmla="*/ 0 w 118295"/>
                  <a:gd name="connsiteY174" fmla="*/ 476172 h 654739"/>
                  <a:gd name="connsiteX175" fmla="*/ 0 w 118295"/>
                  <a:gd name="connsiteY175" fmla="*/ 482784 h 654739"/>
                  <a:gd name="connsiteX176" fmla="*/ 0 w 118295"/>
                  <a:gd name="connsiteY176" fmla="*/ 489396 h 654739"/>
                  <a:gd name="connsiteX177" fmla="*/ 0 w 118295"/>
                  <a:gd name="connsiteY177" fmla="*/ 496008 h 654739"/>
                  <a:gd name="connsiteX178" fmla="*/ 0 w 118295"/>
                  <a:gd name="connsiteY178" fmla="*/ 502620 h 654739"/>
                  <a:gd name="connsiteX179" fmla="*/ 0 w 118295"/>
                  <a:gd name="connsiteY179" fmla="*/ 509232 h 654739"/>
                  <a:gd name="connsiteX180" fmla="*/ 0 w 118295"/>
                  <a:gd name="connsiteY180" fmla="*/ 515844 h 654739"/>
                  <a:gd name="connsiteX181" fmla="*/ 0 w 118295"/>
                  <a:gd name="connsiteY181" fmla="*/ 522455 h 654739"/>
                  <a:gd name="connsiteX182" fmla="*/ 0 w 118295"/>
                  <a:gd name="connsiteY182" fmla="*/ 529090 h 654739"/>
                  <a:gd name="connsiteX183" fmla="*/ 0 w 118295"/>
                  <a:gd name="connsiteY183" fmla="*/ 535702 h 654739"/>
                  <a:gd name="connsiteX184" fmla="*/ 0 w 118295"/>
                  <a:gd name="connsiteY184" fmla="*/ 542314 h 654739"/>
                  <a:gd name="connsiteX185" fmla="*/ 0 w 118295"/>
                  <a:gd name="connsiteY185" fmla="*/ 548926 h 654739"/>
                  <a:gd name="connsiteX186" fmla="*/ 0 w 118295"/>
                  <a:gd name="connsiteY186" fmla="*/ 555538 h 654739"/>
                  <a:gd name="connsiteX187" fmla="*/ 0 w 118295"/>
                  <a:gd name="connsiteY187" fmla="*/ 562150 h 654739"/>
                  <a:gd name="connsiteX188" fmla="*/ 0 w 118295"/>
                  <a:gd name="connsiteY188" fmla="*/ 568762 h 654739"/>
                  <a:gd name="connsiteX189" fmla="*/ 0 w 118295"/>
                  <a:gd name="connsiteY189" fmla="*/ 575373 h 654739"/>
                  <a:gd name="connsiteX190" fmla="*/ 0 w 118295"/>
                  <a:gd name="connsiteY190" fmla="*/ 581985 h 654739"/>
                  <a:gd name="connsiteX191" fmla="*/ 0 w 118295"/>
                  <a:gd name="connsiteY191" fmla="*/ 588597 h 654739"/>
                  <a:gd name="connsiteX192" fmla="*/ 0 w 118295"/>
                  <a:gd name="connsiteY192" fmla="*/ 595209 h 654739"/>
                  <a:gd name="connsiteX193" fmla="*/ 0 w 118295"/>
                  <a:gd name="connsiteY193" fmla="*/ 601821 h 654739"/>
                  <a:gd name="connsiteX194" fmla="*/ 0 w 118295"/>
                  <a:gd name="connsiteY194" fmla="*/ 608433 h 654739"/>
                  <a:gd name="connsiteX195" fmla="*/ 0 w 118295"/>
                  <a:gd name="connsiteY195" fmla="*/ 615045 h 654739"/>
                  <a:gd name="connsiteX196" fmla="*/ 0 w 118295"/>
                  <a:gd name="connsiteY196" fmla="*/ 621657 h 654739"/>
                  <a:gd name="connsiteX197" fmla="*/ 0 w 118295"/>
                  <a:gd name="connsiteY197" fmla="*/ 628291 h 654739"/>
                  <a:gd name="connsiteX198" fmla="*/ 0 w 118295"/>
                  <a:gd name="connsiteY198" fmla="*/ 634903 h 654739"/>
                  <a:gd name="connsiteX199" fmla="*/ 0 w 118295"/>
                  <a:gd name="connsiteY199" fmla="*/ 641515 h 654739"/>
                  <a:gd name="connsiteX200" fmla="*/ 0 w 118295"/>
                  <a:gd name="connsiteY200" fmla="*/ 648127 h 654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118295" h="654739">
                    <a:moveTo>
                      <a:pt x="0" y="648127"/>
                    </a:moveTo>
                    <a:lnTo>
                      <a:pt x="0" y="654739"/>
                    </a:lnTo>
                    <a:lnTo>
                      <a:pt x="90" y="654739"/>
                    </a:lnTo>
                    <a:lnTo>
                      <a:pt x="135" y="648127"/>
                    </a:lnTo>
                    <a:lnTo>
                      <a:pt x="225" y="641515"/>
                    </a:lnTo>
                    <a:lnTo>
                      <a:pt x="315" y="634903"/>
                    </a:lnTo>
                    <a:lnTo>
                      <a:pt x="450" y="628291"/>
                    </a:lnTo>
                    <a:lnTo>
                      <a:pt x="630" y="621657"/>
                    </a:lnTo>
                    <a:lnTo>
                      <a:pt x="877" y="615045"/>
                    </a:lnTo>
                    <a:lnTo>
                      <a:pt x="1192" y="608433"/>
                    </a:lnTo>
                    <a:lnTo>
                      <a:pt x="1575" y="601821"/>
                    </a:lnTo>
                    <a:lnTo>
                      <a:pt x="2047" y="595209"/>
                    </a:lnTo>
                    <a:lnTo>
                      <a:pt x="2609" y="588597"/>
                    </a:lnTo>
                    <a:lnTo>
                      <a:pt x="3261" y="581985"/>
                    </a:lnTo>
                    <a:lnTo>
                      <a:pt x="4003" y="575373"/>
                    </a:lnTo>
                    <a:lnTo>
                      <a:pt x="4813" y="568762"/>
                    </a:lnTo>
                    <a:lnTo>
                      <a:pt x="5690" y="562150"/>
                    </a:lnTo>
                    <a:lnTo>
                      <a:pt x="6612" y="555538"/>
                    </a:lnTo>
                    <a:lnTo>
                      <a:pt x="7602" y="548926"/>
                    </a:lnTo>
                    <a:lnTo>
                      <a:pt x="8614" y="542314"/>
                    </a:lnTo>
                    <a:lnTo>
                      <a:pt x="9693" y="535702"/>
                    </a:lnTo>
                    <a:lnTo>
                      <a:pt x="10863" y="529090"/>
                    </a:lnTo>
                    <a:lnTo>
                      <a:pt x="12122" y="522455"/>
                    </a:lnTo>
                    <a:lnTo>
                      <a:pt x="13561" y="515844"/>
                    </a:lnTo>
                    <a:lnTo>
                      <a:pt x="15180" y="509232"/>
                    </a:lnTo>
                    <a:lnTo>
                      <a:pt x="17092" y="502620"/>
                    </a:lnTo>
                    <a:lnTo>
                      <a:pt x="19341" y="496008"/>
                    </a:lnTo>
                    <a:lnTo>
                      <a:pt x="21995" y="489396"/>
                    </a:lnTo>
                    <a:lnTo>
                      <a:pt x="25054" y="482784"/>
                    </a:lnTo>
                    <a:lnTo>
                      <a:pt x="28607" y="476172"/>
                    </a:lnTo>
                    <a:lnTo>
                      <a:pt x="32587" y="469560"/>
                    </a:lnTo>
                    <a:lnTo>
                      <a:pt x="37018" y="462948"/>
                    </a:lnTo>
                    <a:lnTo>
                      <a:pt x="41853" y="456336"/>
                    </a:lnTo>
                    <a:lnTo>
                      <a:pt x="46981" y="449724"/>
                    </a:lnTo>
                    <a:lnTo>
                      <a:pt x="52378" y="443112"/>
                    </a:lnTo>
                    <a:lnTo>
                      <a:pt x="57933" y="436500"/>
                    </a:lnTo>
                    <a:lnTo>
                      <a:pt x="63556" y="429866"/>
                    </a:lnTo>
                    <a:lnTo>
                      <a:pt x="69178" y="423254"/>
                    </a:lnTo>
                    <a:lnTo>
                      <a:pt x="74755" y="416642"/>
                    </a:lnTo>
                    <a:lnTo>
                      <a:pt x="80243" y="410030"/>
                    </a:lnTo>
                    <a:lnTo>
                      <a:pt x="85550" y="403418"/>
                    </a:lnTo>
                    <a:lnTo>
                      <a:pt x="90656" y="396806"/>
                    </a:lnTo>
                    <a:lnTo>
                      <a:pt x="95536" y="390194"/>
                    </a:lnTo>
                    <a:lnTo>
                      <a:pt x="100124" y="383582"/>
                    </a:lnTo>
                    <a:lnTo>
                      <a:pt x="104397" y="376970"/>
                    </a:lnTo>
                    <a:lnTo>
                      <a:pt x="108243" y="370358"/>
                    </a:lnTo>
                    <a:lnTo>
                      <a:pt x="111594" y="363746"/>
                    </a:lnTo>
                    <a:lnTo>
                      <a:pt x="114360" y="357135"/>
                    </a:lnTo>
                    <a:lnTo>
                      <a:pt x="116451" y="350523"/>
                    </a:lnTo>
                    <a:lnTo>
                      <a:pt x="117778" y="343911"/>
                    </a:lnTo>
                    <a:lnTo>
                      <a:pt x="118295" y="337299"/>
                    </a:lnTo>
                    <a:lnTo>
                      <a:pt x="117913" y="330664"/>
                    </a:lnTo>
                    <a:lnTo>
                      <a:pt x="116676" y="324052"/>
                    </a:lnTo>
                    <a:lnTo>
                      <a:pt x="114607" y="317440"/>
                    </a:lnTo>
                    <a:lnTo>
                      <a:pt x="111774" y="310829"/>
                    </a:lnTo>
                    <a:lnTo>
                      <a:pt x="108265" y="304217"/>
                    </a:lnTo>
                    <a:lnTo>
                      <a:pt x="104217" y="297605"/>
                    </a:lnTo>
                    <a:lnTo>
                      <a:pt x="99787" y="290993"/>
                    </a:lnTo>
                    <a:lnTo>
                      <a:pt x="95064" y="284381"/>
                    </a:lnTo>
                    <a:lnTo>
                      <a:pt x="90228" y="277769"/>
                    </a:lnTo>
                    <a:lnTo>
                      <a:pt x="85348" y="271157"/>
                    </a:lnTo>
                    <a:lnTo>
                      <a:pt x="80513" y="264545"/>
                    </a:lnTo>
                    <a:lnTo>
                      <a:pt x="75790" y="257933"/>
                    </a:lnTo>
                    <a:lnTo>
                      <a:pt x="71225" y="251321"/>
                    </a:lnTo>
                    <a:lnTo>
                      <a:pt x="66839" y="244709"/>
                    </a:lnTo>
                    <a:lnTo>
                      <a:pt x="62656" y="238075"/>
                    </a:lnTo>
                    <a:lnTo>
                      <a:pt x="58698" y="231463"/>
                    </a:lnTo>
                    <a:lnTo>
                      <a:pt x="54965" y="224851"/>
                    </a:lnTo>
                    <a:lnTo>
                      <a:pt x="51501" y="218239"/>
                    </a:lnTo>
                    <a:lnTo>
                      <a:pt x="48330" y="211627"/>
                    </a:lnTo>
                    <a:lnTo>
                      <a:pt x="45429" y="205015"/>
                    </a:lnTo>
                    <a:lnTo>
                      <a:pt x="42798" y="198403"/>
                    </a:lnTo>
                    <a:lnTo>
                      <a:pt x="40459" y="191791"/>
                    </a:lnTo>
                    <a:lnTo>
                      <a:pt x="38367" y="185179"/>
                    </a:lnTo>
                    <a:lnTo>
                      <a:pt x="36456" y="178567"/>
                    </a:lnTo>
                    <a:lnTo>
                      <a:pt x="34702" y="171955"/>
                    </a:lnTo>
                    <a:lnTo>
                      <a:pt x="33015" y="165343"/>
                    </a:lnTo>
                    <a:lnTo>
                      <a:pt x="31351" y="158731"/>
                    </a:lnTo>
                    <a:lnTo>
                      <a:pt x="29619" y="152120"/>
                    </a:lnTo>
                    <a:lnTo>
                      <a:pt x="27797" y="145508"/>
                    </a:lnTo>
                    <a:lnTo>
                      <a:pt x="25863" y="138873"/>
                    </a:lnTo>
                    <a:lnTo>
                      <a:pt x="23817" y="132261"/>
                    </a:lnTo>
                    <a:lnTo>
                      <a:pt x="21635" y="125649"/>
                    </a:lnTo>
                    <a:lnTo>
                      <a:pt x="19386" y="119037"/>
                    </a:lnTo>
                    <a:lnTo>
                      <a:pt x="17092" y="112425"/>
                    </a:lnTo>
                    <a:lnTo>
                      <a:pt x="14821" y="105813"/>
                    </a:lnTo>
                    <a:lnTo>
                      <a:pt x="12639" y="99202"/>
                    </a:lnTo>
                    <a:lnTo>
                      <a:pt x="10593" y="92590"/>
                    </a:lnTo>
                    <a:lnTo>
                      <a:pt x="8726" y="85978"/>
                    </a:lnTo>
                    <a:lnTo>
                      <a:pt x="7040" y="79366"/>
                    </a:lnTo>
                    <a:lnTo>
                      <a:pt x="5577" y="72754"/>
                    </a:lnTo>
                    <a:lnTo>
                      <a:pt x="4318" y="66142"/>
                    </a:lnTo>
                    <a:lnTo>
                      <a:pt x="3306" y="59530"/>
                    </a:lnTo>
                    <a:lnTo>
                      <a:pt x="2452" y="52918"/>
                    </a:lnTo>
                    <a:lnTo>
                      <a:pt x="1799" y="46306"/>
                    </a:lnTo>
                    <a:lnTo>
                      <a:pt x="1305" y="39672"/>
                    </a:lnTo>
                    <a:lnTo>
                      <a:pt x="922" y="33060"/>
                    </a:lnTo>
                    <a:lnTo>
                      <a:pt x="630" y="26448"/>
                    </a:lnTo>
                    <a:lnTo>
                      <a:pt x="428" y="19836"/>
                    </a:lnTo>
                    <a:lnTo>
                      <a:pt x="293" y="13224"/>
                    </a:lnTo>
                    <a:lnTo>
                      <a:pt x="180" y="6612"/>
                    </a:lnTo>
                    <a:lnTo>
                      <a:pt x="113" y="0"/>
                    </a:lnTo>
                    <a:lnTo>
                      <a:pt x="0" y="0"/>
                    </a:lnTo>
                    <a:lnTo>
                      <a:pt x="0" y="6612"/>
                    </a:lnTo>
                    <a:lnTo>
                      <a:pt x="0" y="13224"/>
                    </a:lnTo>
                    <a:lnTo>
                      <a:pt x="0" y="19836"/>
                    </a:lnTo>
                    <a:lnTo>
                      <a:pt x="0" y="26448"/>
                    </a:lnTo>
                    <a:lnTo>
                      <a:pt x="0" y="33060"/>
                    </a:lnTo>
                    <a:lnTo>
                      <a:pt x="0" y="39672"/>
                    </a:lnTo>
                    <a:lnTo>
                      <a:pt x="0" y="46306"/>
                    </a:lnTo>
                    <a:lnTo>
                      <a:pt x="0" y="52918"/>
                    </a:lnTo>
                    <a:lnTo>
                      <a:pt x="0" y="59530"/>
                    </a:lnTo>
                    <a:lnTo>
                      <a:pt x="0" y="66142"/>
                    </a:lnTo>
                    <a:lnTo>
                      <a:pt x="0" y="72754"/>
                    </a:lnTo>
                    <a:lnTo>
                      <a:pt x="0" y="79366"/>
                    </a:lnTo>
                    <a:lnTo>
                      <a:pt x="0" y="85978"/>
                    </a:lnTo>
                    <a:lnTo>
                      <a:pt x="0" y="92590"/>
                    </a:lnTo>
                    <a:lnTo>
                      <a:pt x="0" y="99202"/>
                    </a:lnTo>
                    <a:lnTo>
                      <a:pt x="0" y="105813"/>
                    </a:lnTo>
                    <a:lnTo>
                      <a:pt x="0" y="112425"/>
                    </a:lnTo>
                    <a:lnTo>
                      <a:pt x="0" y="119037"/>
                    </a:lnTo>
                    <a:lnTo>
                      <a:pt x="0" y="125649"/>
                    </a:lnTo>
                    <a:lnTo>
                      <a:pt x="0" y="132261"/>
                    </a:lnTo>
                    <a:lnTo>
                      <a:pt x="0" y="138873"/>
                    </a:lnTo>
                    <a:lnTo>
                      <a:pt x="0" y="145508"/>
                    </a:lnTo>
                    <a:lnTo>
                      <a:pt x="0" y="152120"/>
                    </a:lnTo>
                    <a:lnTo>
                      <a:pt x="0" y="158731"/>
                    </a:lnTo>
                    <a:lnTo>
                      <a:pt x="0" y="165343"/>
                    </a:lnTo>
                    <a:lnTo>
                      <a:pt x="0" y="171955"/>
                    </a:lnTo>
                    <a:lnTo>
                      <a:pt x="0" y="178567"/>
                    </a:lnTo>
                    <a:lnTo>
                      <a:pt x="0" y="185179"/>
                    </a:lnTo>
                    <a:lnTo>
                      <a:pt x="0" y="191791"/>
                    </a:lnTo>
                    <a:lnTo>
                      <a:pt x="0" y="198403"/>
                    </a:lnTo>
                    <a:lnTo>
                      <a:pt x="0" y="205015"/>
                    </a:lnTo>
                    <a:lnTo>
                      <a:pt x="0" y="211627"/>
                    </a:lnTo>
                    <a:lnTo>
                      <a:pt x="0" y="218239"/>
                    </a:lnTo>
                    <a:lnTo>
                      <a:pt x="0" y="224851"/>
                    </a:lnTo>
                    <a:lnTo>
                      <a:pt x="0" y="231463"/>
                    </a:lnTo>
                    <a:lnTo>
                      <a:pt x="0" y="238075"/>
                    </a:lnTo>
                    <a:lnTo>
                      <a:pt x="0" y="244709"/>
                    </a:lnTo>
                    <a:lnTo>
                      <a:pt x="0" y="251321"/>
                    </a:lnTo>
                    <a:lnTo>
                      <a:pt x="0" y="257933"/>
                    </a:lnTo>
                    <a:lnTo>
                      <a:pt x="0" y="264545"/>
                    </a:lnTo>
                    <a:lnTo>
                      <a:pt x="0" y="271157"/>
                    </a:lnTo>
                    <a:lnTo>
                      <a:pt x="0" y="277769"/>
                    </a:lnTo>
                    <a:lnTo>
                      <a:pt x="0" y="284381"/>
                    </a:lnTo>
                    <a:lnTo>
                      <a:pt x="0" y="290993"/>
                    </a:lnTo>
                    <a:lnTo>
                      <a:pt x="0" y="297605"/>
                    </a:lnTo>
                    <a:lnTo>
                      <a:pt x="0" y="304217"/>
                    </a:lnTo>
                    <a:lnTo>
                      <a:pt x="0" y="310829"/>
                    </a:lnTo>
                    <a:lnTo>
                      <a:pt x="0" y="317440"/>
                    </a:lnTo>
                    <a:lnTo>
                      <a:pt x="0" y="324052"/>
                    </a:lnTo>
                    <a:lnTo>
                      <a:pt x="0" y="330664"/>
                    </a:lnTo>
                    <a:lnTo>
                      <a:pt x="0" y="337299"/>
                    </a:lnTo>
                    <a:lnTo>
                      <a:pt x="0" y="343911"/>
                    </a:lnTo>
                    <a:lnTo>
                      <a:pt x="0" y="350523"/>
                    </a:lnTo>
                    <a:lnTo>
                      <a:pt x="0" y="357135"/>
                    </a:lnTo>
                    <a:lnTo>
                      <a:pt x="0" y="363746"/>
                    </a:lnTo>
                    <a:lnTo>
                      <a:pt x="0" y="370358"/>
                    </a:lnTo>
                    <a:lnTo>
                      <a:pt x="0" y="376970"/>
                    </a:lnTo>
                    <a:lnTo>
                      <a:pt x="0" y="383582"/>
                    </a:lnTo>
                    <a:lnTo>
                      <a:pt x="0" y="390194"/>
                    </a:lnTo>
                    <a:lnTo>
                      <a:pt x="0" y="396806"/>
                    </a:lnTo>
                    <a:lnTo>
                      <a:pt x="0" y="403418"/>
                    </a:lnTo>
                    <a:lnTo>
                      <a:pt x="0" y="410030"/>
                    </a:lnTo>
                    <a:lnTo>
                      <a:pt x="0" y="416642"/>
                    </a:lnTo>
                    <a:lnTo>
                      <a:pt x="0" y="423254"/>
                    </a:lnTo>
                    <a:lnTo>
                      <a:pt x="0" y="429866"/>
                    </a:lnTo>
                    <a:lnTo>
                      <a:pt x="0" y="436500"/>
                    </a:lnTo>
                    <a:lnTo>
                      <a:pt x="0" y="443112"/>
                    </a:lnTo>
                    <a:lnTo>
                      <a:pt x="0" y="449724"/>
                    </a:lnTo>
                    <a:lnTo>
                      <a:pt x="0" y="456336"/>
                    </a:lnTo>
                    <a:lnTo>
                      <a:pt x="0" y="462948"/>
                    </a:lnTo>
                    <a:lnTo>
                      <a:pt x="0" y="469560"/>
                    </a:lnTo>
                    <a:lnTo>
                      <a:pt x="0" y="476172"/>
                    </a:lnTo>
                    <a:lnTo>
                      <a:pt x="0" y="482784"/>
                    </a:lnTo>
                    <a:lnTo>
                      <a:pt x="0" y="489396"/>
                    </a:lnTo>
                    <a:lnTo>
                      <a:pt x="0" y="496008"/>
                    </a:lnTo>
                    <a:lnTo>
                      <a:pt x="0" y="502620"/>
                    </a:lnTo>
                    <a:lnTo>
                      <a:pt x="0" y="509232"/>
                    </a:lnTo>
                    <a:lnTo>
                      <a:pt x="0" y="515844"/>
                    </a:lnTo>
                    <a:lnTo>
                      <a:pt x="0" y="522455"/>
                    </a:lnTo>
                    <a:lnTo>
                      <a:pt x="0" y="529090"/>
                    </a:lnTo>
                    <a:lnTo>
                      <a:pt x="0" y="535702"/>
                    </a:lnTo>
                    <a:lnTo>
                      <a:pt x="0" y="542314"/>
                    </a:lnTo>
                    <a:lnTo>
                      <a:pt x="0" y="548926"/>
                    </a:lnTo>
                    <a:lnTo>
                      <a:pt x="0" y="555538"/>
                    </a:lnTo>
                    <a:lnTo>
                      <a:pt x="0" y="562150"/>
                    </a:lnTo>
                    <a:lnTo>
                      <a:pt x="0" y="568762"/>
                    </a:lnTo>
                    <a:lnTo>
                      <a:pt x="0" y="575373"/>
                    </a:lnTo>
                    <a:lnTo>
                      <a:pt x="0" y="581985"/>
                    </a:lnTo>
                    <a:lnTo>
                      <a:pt x="0" y="588597"/>
                    </a:lnTo>
                    <a:lnTo>
                      <a:pt x="0" y="595209"/>
                    </a:lnTo>
                    <a:lnTo>
                      <a:pt x="0" y="601821"/>
                    </a:lnTo>
                    <a:lnTo>
                      <a:pt x="0" y="608433"/>
                    </a:lnTo>
                    <a:lnTo>
                      <a:pt x="0" y="615045"/>
                    </a:lnTo>
                    <a:lnTo>
                      <a:pt x="0" y="621657"/>
                    </a:lnTo>
                    <a:lnTo>
                      <a:pt x="0" y="628291"/>
                    </a:lnTo>
                    <a:lnTo>
                      <a:pt x="0" y="634903"/>
                    </a:lnTo>
                    <a:lnTo>
                      <a:pt x="0" y="641515"/>
                    </a:lnTo>
                    <a:lnTo>
                      <a:pt x="0" y="648127"/>
                    </a:lnTo>
                    <a:close/>
                  </a:path>
                </a:pathLst>
              </a:custGeom>
              <a:solidFill>
                <a:srgbClr val="47BB89">
                  <a:alpha val="30000"/>
                </a:srgbClr>
              </a:solidFill>
              <a:ln w="2249" cap="flat">
                <a:noFill/>
                <a:prstDash val="solid"/>
                <a:miter/>
              </a:ln>
            </p:spPr>
            <p:txBody>
              <a:bodyPr rtlCol="0" anchor="ctr"/>
              <a:lstStyle/>
              <a:p>
                <a:endParaRPr lang="en-US"/>
              </a:p>
            </p:txBody>
          </p:sp>
          <p:sp>
            <p:nvSpPr>
              <p:cNvPr id="4132" name="Freeform 4131">
                <a:extLst>
                  <a:ext uri="{FF2B5EF4-FFF2-40B4-BE49-F238E27FC236}">
                    <a16:creationId xmlns:a16="http://schemas.microsoft.com/office/drawing/2014/main" id="{B9D38A62-D385-8F1E-6B03-3A000872CF16}"/>
                  </a:ext>
                </a:extLst>
              </p:cNvPr>
              <p:cNvSpPr/>
              <p:nvPr/>
            </p:nvSpPr>
            <p:spPr>
              <a:xfrm>
                <a:off x="9560622" y="4623068"/>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5" y="0"/>
                      <a:pt x="5914" y="0"/>
                    </a:cubicBezTo>
                    <a:cubicBezTo>
                      <a:pt x="2654" y="0"/>
                      <a:pt x="0" y="2654"/>
                      <a:pt x="0" y="5915"/>
                    </a:cubicBezTo>
                    <a:cubicBezTo>
                      <a:pt x="0" y="9176"/>
                      <a:pt x="2654" y="11830"/>
                      <a:pt x="5914" y="11830"/>
                    </a:cubicBezTo>
                    <a:cubicBezTo>
                      <a:pt x="9175"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33" name="Freeform 4132">
                <a:extLst>
                  <a:ext uri="{FF2B5EF4-FFF2-40B4-BE49-F238E27FC236}">
                    <a16:creationId xmlns:a16="http://schemas.microsoft.com/office/drawing/2014/main" id="{06F9CCF2-703F-2C90-8C32-176296D0495F}"/>
                  </a:ext>
                </a:extLst>
              </p:cNvPr>
              <p:cNvSpPr/>
              <p:nvPr/>
            </p:nvSpPr>
            <p:spPr>
              <a:xfrm>
                <a:off x="9507158" y="4727555"/>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34" name="Freeform 4133">
                <a:extLst>
                  <a:ext uri="{FF2B5EF4-FFF2-40B4-BE49-F238E27FC236}">
                    <a16:creationId xmlns:a16="http://schemas.microsoft.com/office/drawing/2014/main" id="{7B378681-83D2-F97D-BDB7-23A719B2A4C0}"/>
                  </a:ext>
                </a:extLst>
              </p:cNvPr>
              <p:cNvSpPr/>
              <p:nvPr/>
            </p:nvSpPr>
            <p:spPr>
              <a:xfrm>
                <a:off x="9576701" y="4808128"/>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35" name="Freeform 4134">
                <a:extLst>
                  <a:ext uri="{FF2B5EF4-FFF2-40B4-BE49-F238E27FC236}">
                    <a16:creationId xmlns:a16="http://schemas.microsoft.com/office/drawing/2014/main" id="{0D323CE9-2126-AFD9-D183-5790A36900AD}"/>
                  </a:ext>
                </a:extLst>
              </p:cNvPr>
              <p:cNvSpPr/>
              <p:nvPr/>
            </p:nvSpPr>
            <p:spPr>
              <a:xfrm>
                <a:off x="9506064" y="4528179"/>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5" y="0"/>
                      <a:pt x="5914" y="0"/>
                    </a:cubicBezTo>
                    <a:cubicBezTo>
                      <a:pt x="2654" y="0"/>
                      <a:pt x="0" y="2654"/>
                      <a:pt x="0" y="5915"/>
                    </a:cubicBezTo>
                    <a:cubicBezTo>
                      <a:pt x="0" y="9176"/>
                      <a:pt x="2654" y="11830"/>
                      <a:pt x="5914" y="11830"/>
                    </a:cubicBezTo>
                    <a:cubicBezTo>
                      <a:pt x="9175"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36" name="Freeform 4135">
                <a:extLst>
                  <a:ext uri="{FF2B5EF4-FFF2-40B4-BE49-F238E27FC236}">
                    <a16:creationId xmlns:a16="http://schemas.microsoft.com/office/drawing/2014/main" id="{160F536F-1405-CE78-73FB-767358EFBF48}"/>
                  </a:ext>
                </a:extLst>
              </p:cNvPr>
              <p:cNvSpPr/>
              <p:nvPr/>
            </p:nvSpPr>
            <p:spPr>
              <a:xfrm>
                <a:off x="9574597" y="5081762"/>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37" name="Freeform 4136">
                <a:extLst>
                  <a:ext uri="{FF2B5EF4-FFF2-40B4-BE49-F238E27FC236}">
                    <a16:creationId xmlns:a16="http://schemas.microsoft.com/office/drawing/2014/main" id="{5B33C196-4412-1CD8-CA7A-5CD86741BF7B}"/>
                  </a:ext>
                </a:extLst>
              </p:cNvPr>
              <p:cNvSpPr/>
              <p:nvPr/>
            </p:nvSpPr>
            <p:spPr>
              <a:xfrm>
                <a:off x="9542603" y="4911268"/>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38" name="Freeform 4137">
                <a:extLst>
                  <a:ext uri="{FF2B5EF4-FFF2-40B4-BE49-F238E27FC236}">
                    <a16:creationId xmlns:a16="http://schemas.microsoft.com/office/drawing/2014/main" id="{A9310778-9A9F-EBF9-F794-757E1DDDBE36}"/>
                  </a:ext>
                </a:extLst>
              </p:cNvPr>
              <p:cNvSpPr/>
              <p:nvPr/>
            </p:nvSpPr>
            <p:spPr>
              <a:xfrm>
                <a:off x="9428183" y="4177256"/>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5" y="0"/>
                      <a:pt x="5914" y="0"/>
                    </a:cubicBezTo>
                    <a:cubicBezTo>
                      <a:pt x="2654" y="0"/>
                      <a:pt x="0" y="2654"/>
                      <a:pt x="0" y="5915"/>
                    </a:cubicBezTo>
                    <a:cubicBezTo>
                      <a:pt x="0" y="9176"/>
                      <a:pt x="2654" y="11830"/>
                      <a:pt x="5914" y="11830"/>
                    </a:cubicBezTo>
                    <a:cubicBezTo>
                      <a:pt x="9175"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39" name="Freeform 4138">
                <a:extLst>
                  <a:ext uri="{FF2B5EF4-FFF2-40B4-BE49-F238E27FC236}">
                    <a16:creationId xmlns:a16="http://schemas.microsoft.com/office/drawing/2014/main" id="{792B5D11-4EA9-9AA6-3EB4-E42AB17E2AE8}"/>
                  </a:ext>
                </a:extLst>
              </p:cNvPr>
              <p:cNvSpPr/>
              <p:nvPr/>
            </p:nvSpPr>
            <p:spPr>
              <a:xfrm>
                <a:off x="9441990" y="4612376"/>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40" name="Freeform 4139">
                <a:extLst>
                  <a:ext uri="{FF2B5EF4-FFF2-40B4-BE49-F238E27FC236}">
                    <a16:creationId xmlns:a16="http://schemas.microsoft.com/office/drawing/2014/main" id="{8106ADFF-B202-FDBB-AD03-A64102C3C242}"/>
                  </a:ext>
                </a:extLst>
              </p:cNvPr>
              <p:cNvSpPr/>
              <p:nvPr/>
            </p:nvSpPr>
            <p:spPr>
              <a:xfrm>
                <a:off x="9548582" y="4262546"/>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41" name="Freeform 4140">
                <a:extLst>
                  <a:ext uri="{FF2B5EF4-FFF2-40B4-BE49-F238E27FC236}">
                    <a16:creationId xmlns:a16="http://schemas.microsoft.com/office/drawing/2014/main" id="{AC3DCE24-9DC8-C262-D8B2-2F42E1500E52}"/>
                  </a:ext>
                </a:extLst>
              </p:cNvPr>
              <p:cNvSpPr/>
              <p:nvPr/>
            </p:nvSpPr>
            <p:spPr>
              <a:xfrm>
                <a:off x="9428685" y="493829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42" name="Freeform 4141">
                <a:extLst>
                  <a:ext uri="{FF2B5EF4-FFF2-40B4-BE49-F238E27FC236}">
                    <a16:creationId xmlns:a16="http://schemas.microsoft.com/office/drawing/2014/main" id="{D14E158F-F5B7-9EC5-169C-84B00755CEA2}"/>
                  </a:ext>
                </a:extLst>
              </p:cNvPr>
              <p:cNvSpPr/>
              <p:nvPr/>
            </p:nvSpPr>
            <p:spPr>
              <a:xfrm>
                <a:off x="9411677" y="5173030"/>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43" name="Freeform 4142">
                <a:extLst>
                  <a:ext uri="{FF2B5EF4-FFF2-40B4-BE49-F238E27FC236}">
                    <a16:creationId xmlns:a16="http://schemas.microsoft.com/office/drawing/2014/main" id="{1E7326B5-3FFA-B553-AC7A-963724405424}"/>
                  </a:ext>
                </a:extLst>
              </p:cNvPr>
              <p:cNvSpPr/>
              <p:nvPr/>
            </p:nvSpPr>
            <p:spPr>
              <a:xfrm>
                <a:off x="9440980" y="4620039"/>
                <a:ext cx="44281" cy="44285"/>
              </a:xfrm>
              <a:custGeom>
                <a:avLst/>
                <a:gdLst>
                  <a:gd name="connsiteX0" fmla="*/ 11829 w 11828"/>
                  <a:gd name="connsiteY0" fmla="*/ 5915 h 11829"/>
                  <a:gd name="connsiteX1" fmla="*/ 5914 w 11828"/>
                  <a:gd name="connsiteY1" fmla="*/ 0 h 11829"/>
                  <a:gd name="connsiteX2" fmla="*/ 0 w 11828"/>
                  <a:gd name="connsiteY2" fmla="*/ 5915 h 11829"/>
                  <a:gd name="connsiteX3" fmla="*/ 5914 w 11828"/>
                  <a:gd name="connsiteY3" fmla="*/ 11830 h 11829"/>
                  <a:gd name="connsiteX4" fmla="*/ 11829 w 11828"/>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8" h="11829">
                    <a:moveTo>
                      <a:pt x="11829" y="5915"/>
                    </a:moveTo>
                    <a:cubicBezTo>
                      <a:pt x="11829" y="2654"/>
                      <a:pt x="9175" y="0"/>
                      <a:pt x="5914" y="0"/>
                    </a:cubicBezTo>
                    <a:cubicBezTo>
                      <a:pt x="2654" y="0"/>
                      <a:pt x="0" y="2654"/>
                      <a:pt x="0" y="5915"/>
                    </a:cubicBezTo>
                    <a:cubicBezTo>
                      <a:pt x="0" y="9176"/>
                      <a:pt x="2654" y="11830"/>
                      <a:pt x="5914" y="11830"/>
                    </a:cubicBezTo>
                    <a:cubicBezTo>
                      <a:pt x="9175" y="11830"/>
                      <a:pt x="11829" y="9176"/>
                      <a:pt x="11829"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44" name="Freeform 4143">
                <a:extLst>
                  <a:ext uri="{FF2B5EF4-FFF2-40B4-BE49-F238E27FC236}">
                    <a16:creationId xmlns:a16="http://schemas.microsoft.com/office/drawing/2014/main" id="{068CC5B8-E3E4-7676-2C6A-0C3A110C187F}"/>
                  </a:ext>
                </a:extLst>
              </p:cNvPr>
              <p:cNvSpPr/>
              <p:nvPr/>
            </p:nvSpPr>
            <p:spPr>
              <a:xfrm>
                <a:off x="9524839" y="5246198"/>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5" y="0"/>
                      <a:pt x="5914" y="0"/>
                    </a:cubicBezTo>
                    <a:cubicBezTo>
                      <a:pt x="2654" y="0"/>
                      <a:pt x="0" y="2654"/>
                      <a:pt x="0" y="5915"/>
                    </a:cubicBezTo>
                    <a:cubicBezTo>
                      <a:pt x="0" y="9176"/>
                      <a:pt x="2654" y="11829"/>
                      <a:pt x="5914" y="11829"/>
                    </a:cubicBezTo>
                    <a:cubicBezTo>
                      <a:pt x="9175" y="11829"/>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45" name="Freeform 4144">
                <a:extLst>
                  <a:ext uri="{FF2B5EF4-FFF2-40B4-BE49-F238E27FC236}">
                    <a16:creationId xmlns:a16="http://schemas.microsoft.com/office/drawing/2014/main" id="{8AD86308-D402-411D-B4B5-6DF6636BF544}"/>
                  </a:ext>
                </a:extLst>
              </p:cNvPr>
              <p:cNvSpPr/>
              <p:nvPr/>
            </p:nvSpPr>
            <p:spPr>
              <a:xfrm>
                <a:off x="9407552" y="4801225"/>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46" name="Freeform 4145">
                <a:extLst>
                  <a:ext uri="{FF2B5EF4-FFF2-40B4-BE49-F238E27FC236}">
                    <a16:creationId xmlns:a16="http://schemas.microsoft.com/office/drawing/2014/main" id="{2E908790-146E-E58A-B566-7A8CB8C3E25D}"/>
                  </a:ext>
                </a:extLst>
              </p:cNvPr>
              <p:cNvSpPr/>
              <p:nvPr/>
            </p:nvSpPr>
            <p:spPr>
              <a:xfrm>
                <a:off x="9478196" y="5123354"/>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4" y="0"/>
                    </a:cubicBezTo>
                    <a:cubicBezTo>
                      <a:pt x="2654" y="0"/>
                      <a:pt x="0" y="2654"/>
                      <a:pt x="0" y="5915"/>
                    </a:cubicBezTo>
                    <a:cubicBezTo>
                      <a:pt x="0" y="9176"/>
                      <a:pt x="2654" y="11829"/>
                      <a:pt x="5914" y="11829"/>
                    </a:cubicBezTo>
                    <a:cubicBezTo>
                      <a:pt x="9176" y="11829"/>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47" name="Freeform 4146">
                <a:extLst>
                  <a:ext uri="{FF2B5EF4-FFF2-40B4-BE49-F238E27FC236}">
                    <a16:creationId xmlns:a16="http://schemas.microsoft.com/office/drawing/2014/main" id="{480F5DF1-973D-8276-47A8-F5D82D1EF5B7}"/>
                  </a:ext>
                </a:extLst>
              </p:cNvPr>
              <p:cNvSpPr/>
              <p:nvPr/>
            </p:nvSpPr>
            <p:spPr>
              <a:xfrm>
                <a:off x="9475837" y="5633745"/>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4" y="0"/>
                    </a:cubicBezTo>
                    <a:cubicBezTo>
                      <a:pt x="2654" y="0"/>
                      <a:pt x="0" y="2654"/>
                      <a:pt x="0" y="5915"/>
                    </a:cubicBezTo>
                    <a:cubicBezTo>
                      <a:pt x="0" y="9176"/>
                      <a:pt x="2654" y="11829"/>
                      <a:pt x="5914" y="11829"/>
                    </a:cubicBezTo>
                    <a:cubicBezTo>
                      <a:pt x="9176" y="11829"/>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48" name="Freeform 4147">
                <a:extLst>
                  <a:ext uri="{FF2B5EF4-FFF2-40B4-BE49-F238E27FC236}">
                    <a16:creationId xmlns:a16="http://schemas.microsoft.com/office/drawing/2014/main" id="{1A6D842B-E466-83FF-8F7A-21CB497CA528}"/>
                  </a:ext>
                </a:extLst>
              </p:cNvPr>
              <p:cNvSpPr/>
              <p:nvPr/>
            </p:nvSpPr>
            <p:spPr>
              <a:xfrm>
                <a:off x="9518355" y="4802153"/>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5" y="0"/>
                      <a:pt x="5914" y="0"/>
                    </a:cubicBezTo>
                    <a:cubicBezTo>
                      <a:pt x="2654" y="0"/>
                      <a:pt x="0" y="2654"/>
                      <a:pt x="0" y="5915"/>
                    </a:cubicBezTo>
                    <a:cubicBezTo>
                      <a:pt x="0" y="9176"/>
                      <a:pt x="2654" y="11830"/>
                      <a:pt x="5914" y="11830"/>
                    </a:cubicBezTo>
                    <a:cubicBezTo>
                      <a:pt x="9175"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49" name="Freeform 4148">
                <a:extLst>
                  <a:ext uri="{FF2B5EF4-FFF2-40B4-BE49-F238E27FC236}">
                    <a16:creationId xmlns:a16="http://schemas.microsoft.com/office/drawing/2014/main" id="{DEA214B5-18F6-4DA0-983B-654A33B630A7}"/>
                  </a:ext>
                </a:extLst>
              </p:cNvPr>
              <p:cNvSpPr/>
              <p:nvPr/>
            </p:nvSpPr>
            <p:spPr>
              <a:xfrm>
                <a:off x="9582594" y="529443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50" name="Freeform 4149">
                <a:extLst>
                  <a:ext uri="{FF2B5EF4-FFF2-40B4-BE49-F238E27FC236}">
                    <a16:creationId xmlns:a16="http://schemas.microsoft.com/office/drawing/2014/main" id="{A7B4ED6D-7300-62BD-6F8B-28510D1440A2}"/>
                  </a:ext>
                </a:extLst>
              </p:cNvPr>
              <p:cNvSpPr/>
              <p:nvPr/>
            </p:nvSpPr>
            <p:spPr>
              <a:xfrm>
                <a:off x="9510860" y="534428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51" name="Freeform 4150">
                <a:extLst>
                  <a:ext uri="{FF2B5EF4-FFF2-40B4-BE49-F238E27FC236}">
                    <a16:creationId xmlns:a16="http://schemas.microsoft.com/office/drawing/2014/main" id="{471133C0-38D4-3A6E-175C-341ABB65B7EF}"/>
                  </a:ext>
                </a:extLst>
              </p:cNvPr>
              <p:cNvSpPr/>
              <p:nvPr/>
            </p:nvSpPr>
            <p:spPr>
              <a:xfrm>
                <a:off x="9555485" y="485325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52" name="Freeform 4151">
                <a:extLst>
                  <a:ext uri="{FF2B5EF4-FFF2-40B4-BE49-F238E27FC236}">
                    <a16:creationId xmlns:a16="http://schemas.microsoft.com/office/drawing/2014/main" id="{B4EC239C-B14C-783E-4F8A-D7485C6A72AA}"/>
                  </a:ext>
                </a:extLst>
              </p:cNvPr>
              <p:cNvSpPr/>
              <p:nvPr/>
            </p:nvSpPr>
            <p:spPr>
              <a:xfrm>
                <a:off x="9534098" y="4487597"/>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53" name="Freeform 4152">
                <a:extLst>
                  <a:ext uri="{FF2B5EF4-FFF2-40B4-BE49-F238E27FC236}">
                    <a16:creationId xmlns:a16="http://schemas.microsoft.com/office/drawing/2014/main" id="{BCACCE49-2BF9-4E3B-57FF-548E115EEDBA}"/>
                  </a:ext>
                </a:extLst>
              </p:cNvPr>
              <p:cNvSpPr/>
              <p:nvPr/>
            </p:nvSpPr>
            <p:spPr>
              <a:xfrm>
                <a:off x="9436603" y="4972224"/>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5" y="0"/>
                      <a:pt x="5914" y="0"/>
                    </a:cubicBezTo>
                    <a:cubicBezTo>
                      <a:pt x="2654" y="0"/>
                      <a:pt x="0" y="2654"/>
                      <a:pt x="0" y="5915"/>
                    </a:cubicBezTo>
                    <a:cubicBezTo>
                      <a:pt x="0" y="9176"/>
                      <a:pt x="2654" y="11830"/>
                      <a:pt x="5914" y="11830"/>
                    </a:cubicBezTo>
                    <a:cubicBezTo>
                      <a:pt x="9175"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54" name="Freeform 4153">
                <a:extLst>
                  <a:ext uri="{FF2B5EF4-FFF2-40B4-BE49-F238E27FC236}">
                    <a16:creationId xmlns:a16="http://schemas.microsoft.com/office/drawing/2014/main" id="{BD7D33B9-676C-9164-65CA-72DCAE42E78A}"/>
                  </a:ext>
                </a:extLst>
              </p:cNvPr>
              <p:cNvSpPr/>
              <p:nvPr/>
            </p:nvSpPr>
            <p:spPr>
              <a:xfrm>
                <a:off x="9378590" y="5120408"/>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55" name="Freeform 4154">
                <a:extLst>
                  <a:ext uri="{FF2B5EF4-FFF2-40B4-BE49-F238E27FC236}">
                    <a16:creationId xmlns:a16="http://schemas.microsoft.com/office/drawing/2014/main" id="{199151D8-5026-1335-A4CE-763351302A8E}"/>
                  </a:ext>
                </a:extLst>
              </p:cNvPr>
              <p:cNvSpPr/>
              <p:nvPr/>
            </p:nvSpPr>
            <p:spPr>
              <a:xfrm>
                <a:off x="9532836" y="4967259"/>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4" y="0"/>
                    </a:cubicBezTo>
                    <a:cubicBezTo>
                      <a:pt x="2654" y="0"/>
                      <a:pt x="0" y="2654"/>
                      <a:pt x="0" y="5915"/>
                    </a:cubicBezTo>
                    <a:cubicBezTo>
                      <a:pt x="0" y="9176"/>
                      <a:pt x="2654" y="11830"/>
                      <a:pt x="5914"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56" name="Freeform 4155">
                <a:extLst>
                  <a:ext uri="{FF2B5EF4-FFF2-40B4-BE49-F238E27FC236}">
                    <a16:creationId xmlns:a16="http://schemas.microsoft.com/office/drawing/2014/main" id="{E0EB3326-8EF2-37AD-D932-C095998644F1}"/>
                  </a:ext>
                </a:extLst>
              </p:cNvPr>
              <p:cNvSpPr/>
              <p:nvPr/>
            </p:nvSpPr>
            <p:spPr>
              <a:xfrm>
                <a:off x="9581164" y="4963639"/>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4" y="0"/>
                    </a:cubicBezTo>
                    <a:cubicBezTo>
                      <a:pt x="2654" y="0"/>
                      <a:pt x="0" y="2654"/>
                      <a:pt x="0" y="5915"/>
                    </a:cubicBezTo>
                    <a:cubicBezTo>
                      <a:pt x="0" y="9176"/>
                      <a:pt x="2654" y="11829"/>
                      <a:pt x="5914" y="11829"/>
                    </a:cubicBezTo>
                    <a:cubicBezTo>
                      <a:pt x="9176" y="11829"/>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57" name="Freeform 4156">
                <a:extLst>
                  <a:ext uri="{FF2B5EF4-FFF2-40B4-BE49-F238E27FC236}">
                    <a16:creationId xmlns:a16="http://schemas.microsoft.com/office/drawing/2014/main" id="{1B44ECDC-2868-8864-6510-438855A10E1A}"/>
                  </a:ext>
                </a:extLst>
              </p:cNvPr>
              <p:cNvSpPr/>
              <p:nvPr/>
            </p:nvSpPr>
            <p:spPr>
              <a:xfrm>
                <a:off x="9554980" y="5273898"/>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58" name="Freeform 4157">
                <a:extLst>
                  <a:ext uri="{FF2B5EF4-FFF2-40B4-BE49-F238E27FC236}">
                    <a16:creationId xmlns:a16="http://schemas.microsoft.com/office/drawing/2014/main" id="{27F2F42A-785F-4BB6-4D8F-E62D9CAB2782}"/>
                  </a:ext>
                </a:extLst>
              </p:cNvPr>
              <p:cNvSpPr/>
              <p:nvPr/>
            </p:nvSpPr>
            <p:spPr>
              <a:xfrm>
                <a:off x="9545718" y="4894009"/>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5" y="0"/>
                      <a:pt x="5914" y="0"/>
                    </a:cubicBezTo>
                    <a:cubicBezTo>
                      <a:pt x="2654" y="0"/>
                      <a:pt x="0" y="2654"/>
                      <a:pt x="0" y="5915"/>
                    </a:cubicBezTo>
                    <a:cubicBezTo>
                      <a:pt x="0" y="9176"/>
                      <a:pt x="2654" y="11830"/>
                      <a:pt x="5914" y="11830"/>
                    </a:cubicBezTo>
                    <a:cubicBezTo>
                      <a:pt x="9175"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59" name="Freeform 4158">
                <a:extLst>
                  <a:ext uri="{FF2B5EF4-FFF2-40B4-BE49-F238E27FC236}">
                    <a16:creationId xmlns:a16="http://schemas.microsoft.com/office/drawing/2014/main" id="{758DB135-7D7A-122A-A27A-B04FBFB61ABC}"/>
                  </a:ext>
                </a:extLst>
              </p:cNvPr>
              <p:cNvSpPr/>
              <p:nvPr/>
            </p:nvSpPr>
            <p:spPr>
              <a:xfrm>
                <a:off x="9460851" y="497567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60" name="Freeform 4159">
                <a:extLst>
                  <a:ext uri="{FF2B5EF4-FFF2-40B4-BE49-F238E27FC236}">
                    <a16:creationId xmlns:a16="http://schemas.microsoft.com/office/drawing/2014/main" id="{63CE9387-81E5-3ED5-1B53-1C2685E48A16}"/>
                  </a:ext>
                </a:extLst>
              </p:cNvPr>
              <p:cNvSpPr/>
              <p:nvPr/>
            </p:nvSpPr>
            <p:spPr>
              <a:xfrm>
                <a:off x="9440474" y="4290160"/>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5" y="0"/>
                      <a:pt x="5914" y="0"/>
                    </a:cubicBezTo>
                    <a:cubicBezTo>
                      <a:pt x="2654" y="0"/>
                      <a:pt x="0" y="2654"/>
                      <a:pt x="0" y="5915"/>
                    </a:cubicBezTo>
                    <a:cubicBezTo>
                      <a:pt x="0" y="9176"/>
                      <a:pt x="2654" y="11830"/>
                      <a:pt x="5914" y="11830"/>
                    </a:cubicBezTo>
                    <a:cubicBezTo>
                      <a:pt x="9175"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61" name="Freeform 4160">
                <a:extLst>
                  <a:ext uri="{FF2B5EF4-FFF2-40B4-BE49-F238E27FC236}">
                    <a16:creationId xmlns:a16="http://schemas.microsoft.com/office/drawing/2014/main" id="{20D93C9B-2CD2-DDF6-9F20-151790C76E8C}"/>
                  </a:ext>
                </a:extLst>
              </p:cNvPr>
              <p:cNvSpPr/>
              <p:nvPr/>
            </p:nvSpPr>
            <p:spPr>
              <a:xfrm>
                <a:off x="9577461" y="4896364"/>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5" y="0"/>
                      <a:pt x="5914" y="0"/>
                    </a:cubicBezTo>
                    <a:cubicBezTo>
                      <a:pt x="2654" y="0"/>
                      <a:pt x="0" y="2654"/>
                      <a:pt x="0" y="5915"/>
                    </a:cubicBezTo>
                    <a:cubicBezTo>
                      <a:pt x="0" y="9176"/>
                      <a:pt x="2654" y="11830"/>
                      <a:pt x="5914" y="11830"/>
                    </a:cubicBezTo>
                    <a:cubicBezTo>
                      <a:pt x="9175"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62" name="Freeform 4161">
                <a:extLst>
                  <a:ext uri="{FF2B5EF4-FFF2-40B4-BE49-F238E27FC236}">
                    <a16:creationId xmlns:a16="http://schemas.microsoft.com/office/drawing/2014/main" id="{55ADC72C-37F9-D288-894A-2AE7D2533E58}"/>
                  </a:ext>
                </a:extLst>
              </p:cNvPr>
              <p:cNvSpPr/>
              <p:nvPr/>
            </p:nvSpPr>
            <p:spPr>
              <a:xfrm>
                <a:off x="9466744" y="5121082"/>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63" name="Freeform 4162">
                <a:extLst>
                  <a:ext uri="{FF2B5EF4-FFF2-40B4-BE49-F238E27FC236}">
                    <a16:creationId xmlns:a16="http://schemas.microsoft.com/office/drawing/2014/main" id="{E8E9967C-37E5-A849-82A6-010F3CD09ECD}"/>
                  </a:ext>
                </a:extLst>
              </p:cNvPr>
              <p:cNvSpPr/>
              <p:nvPr/>
            </p:nvSpPr>
            <p:spPr>
              <a:xfrm>
                <a:off x="9800157" y="4671396"/>
                <a:ext cx="132858" cy="471658"/>
              </a:xfrm>
              <a:custGeom>
                <a:avLst/>
                <a:gdLst>
                  <a:gd name="connsiteX0" fmla="*/ 0 w 35488"/>
                  <a:gd name="connsiteY0" fmla="*/ 0 h 125986"/>
                  <a:gd name="connsiteX1" fmla="*/ 35489 w 35488"/>
                  <a:gd name="connsiteY1" fmla="*/ 0 h 125986"/>
                  <a:gd name="connsiteX2" fmla="*/ 35489 w 35488"/>
                  <a:gd name="connsiteY2" fmla="*/ 125987 h 125986"/>
                  <a:gd name="connsiteX3" fmla="*/ 0 w 35488"/>
                  <a:gd name="connsiteY3" fmla="*/ 125987 h 125986"/>
                </a:gdLst>
                <a:ahLst/>
                <a:cxnLst>
                  <a:cxn ang="0">
                    <a:pos x="connsiteX0" y="connsiteY0"/>
                  </a:cxn>
                  <a:cxn ang="0">
                    <a:pos x="connsiteX1" y="connsiteY1"/>
                  </a:cxn>
                  <a:cxn ang="0">
                    <a:pos x="connsiteX2" y="connsiteY2"/>
                  </a:cxn>
                  <a:cxn ang="0">
                    <a:pos x="connsiteX3" y="connsiteY3"/>
                  </a:cxn>
                </a:cxnLst>
                <a:rect l="l" t="t" r="r" b="b"/>
                <a:pathLst>
                  <a:path w="35488" h="125986">
                    <a:moveTo>
                      <a:pt x="0" y="0"/>
                    </a:moveTo>
                    <a:lnTo>
                      <a:pt x="35489" y="0"/>
                    </a:lnTo>
                    <a:lnTo>
                      <a:pt x="35489" y="125987"/>
                    </a:lnTo>
                    <a:lnTo>
                      <a:pt x="0" y="125987"/>
                    </a:lnTo>
                    <a:close/>
                  </a:path>
                </a:pathLst>
              </a:custGeom>
              <a:solidFill>
                <a:srgbClr val="47BB89">
                  <a:alpha val="45000"/>
                </a:srgbClr>
              </a:solidFill>
              <a:ln w="2249" cap="flat">
                <a:noFill/>
                <a:prstDash val="solid"/>
                <a:miter/>
              </a:ln>
            </p:spPr>
            <p:txBody>
              <a:bodyPr rtlCol="0" anchor="ctr"/>
              <a:lstStyle/>
              <a:p>
                <a:endParaRPr lang="en-US"/>
              </a:p>
            </p:txBody>
          </p:sp>
          <p:sp>
            <p:nvSpPr>
              <p:cNvPr id="4164" name="Freeform 4163">
                <a:extLst>
                  <a:ext uri="{FF2B5EF4-FFF2-40B4-BE49-F238E27FC236}">
                    <a16:creationId xmlns:a16="http://schemas.microsoft.com/office/drawing/2014/main" id="{6749B376-3102-180D-FD49-82D6DE0B8E8E}"/>
                  </a:ext>
                </a:extLst>
              </p:cNvPr>
              <p:cNvSpPr/>
              <p:nvPr/>
            </p:nvSpPr>
            <p:spPr>
              <a:xfrm>
                <a:off x="9800157" y="4671396"/>
                <a:ext cx="132858" cy="471658"/>
              </a:xfrm>
              <a:custGeom>
                <a:avLst/>
                <a:gdLst>
                  <a:gd name="connsiteX0" fmla="*/ 0 w 35488"/>
                  <a:gd name="connsiteY0" fmla="*/ 0 h 125986"/>
                  <a:gd name="connsiteX1" fmla="*/ 35489 w 35488"/>
                  <a:gd name="connsiteY1" fmla="*/ 0 h 125986"/>
                  <a:gd name="connsiteX2" fmla="*/ 35489 w 35488"/>
                  <a:gd name="connsiteY2" fmla="*/ 125987 h 125986"/>
                  <a:gd name="connsiteX3" fmla="*/ 0 w 35488"/>
                  <a:gd name="connsiteY3" fmla="*/ 125987 h 125986"/>
                </a:gdLst>
                <a:ahLst/>
                <a:cxnLst>
                  <a:cxn ang="0">
                    <a:pos x="connsiteX0" y="connsiteY0"/>
                  </a:cxn>
                  <a:cxn ang="0">
                    <a:pos x="connsiteX1" y="connsiteY1"/>
                  </a:cxn>
                  <a:cxn ang="0">
                    <a:pos x="connsiteX2" y="connsiteY2"/>
                  </a:cxn>
                  <a:cxn ang="0">
                    <a:pos x="connsiteX3" y="connsiteY3"/>
                  </a:cxn>
                </a:cxnLst>
                <a:rect l="l" t="t" r="r" b="b"/>
                <a:pathLst>
                  <a:path w="35488" h="125986">
                    <a:moveTo>
                      <a:pt x="0" y="0"/>
                    </a:moveTo>
                    <a:lnTo>
                      <a:pt x="35489" y="0"/>
                    </a:lnTo>
                    <a:lnTo>
                      <a:pt x="35489" y="125987"/>
                    </a:lnTo>
                    <a:lnTo>
                      <a:pt x="0" y="125987"/>
                    </a:lnTo>
                    <a:close/>
                  </a:path>
                </a:pathLst>
              </a:custGeom>
              <a:noFill/>
              <a:ln w="4498" cap="flat">
                <a:solidFill>
                  <a:srgbClr val="000000"/>
                </a:solidFill>
                <a:prstDash val="solid"/>
                <a:miter/>
              </a:ln>
            </p:spPr>
            <p:txBody>
              <a:bodyPr rtlCol="0" anchor="ctr"/>
              <a:lstStyle/>
              <a:p>
                <a:endParaRPr lang="en-US"/>
              </a:p>
            </p:txBody>
          </p:sp>
          <p:sp>
            <p:nvSpPr>
              <p:cNvPr id="4165" name="Freeform 4164">
                <a:extLst>
                  <a:ext uri="{FF2B5EF4-FFF2-40B4-BE49-F238E27FC236}">
                    <a16:creationId xmlns:a16="http://schemas.microsoft.com/office/drawing/2014/main" id="{C35DFAEF-11C8-8CCB-2F77-0823C5A785E5}"/>
                  </a:ext>
                </a:extLst>
              </p:cNvPr>
              <p:cNvSpPr/>
              <p:nvPr/>
            </p:nvSpPr>
            <p:spPr>
              <a:xfrm>
                <a:off x="9800157" y="4933412"/>
                <a:ext cx="132858" cy="8416"/>
              </a:xfrm>
              <a:custGeom>
                <a:avLst/>
                <a:gdLst>
                  <a:gd name="connsiteX0" fmla="*/ 0 w 35488"/>
                  <a:gd name="connsiteY0" fmla="*/ 0 h 2248"/>
                  <a:gd name="connsiteX1" fmla="*/ 35489 w 35488"/>
                  <a:gd name="connsiteY1" fmla="*/ 0 h 2248"/>
                </a:gdLst>
                <a:ahLst/>
                <a:cxnLst>
                  <a:cxn ang="0">
                    <a:pos x="connsiteX0" y="connsiteY0"/>
                  </a:cxn>
                  <a:cxn ang="0">
                    <a:pos x="connsiteX1" y="connsiteY1"/>
                  </a:cxn>
                </a:cxnLst>
                <a:rect l="l" t="t" r="r" b="b"/>
                <a:pathLst>
                  <a:path w="35488" h="2248">
                    <a:moveTo>
                      <a:pt x="0" y="0"/>
                    </a:moveTo>
                    <a:lnTo>
                      <a:pt x="35489" y="0"/>
                    </a:lnTo>
                  </a:path>
                </a:pathLst>
              </a:custGeom>
              <a:ln w="4498" cap="flat">
                <a:solidFill>
                  <a:srgbClr val="000000"/>
                </a:solidFill>
                <a:prstDash val="solid"/>
                <a:round/>
              </a:ln>
            </p:spPr>
            <p:txBody>
              <a:bodyPr rtlCol="0" anchor="ctr"/>
              <a:lstStyle/>
              <a:p>
                <a:endParaRPr lang="en-US"/>
              </a:p>
            </p:txBody>
          </p:sp>
        </p:grpSp>
      </p:grpSp>
      <p:grpSp>
        <p:nvGrpSpPr>
          <p:cNvPr id="4300" name="Group 4299">
            <a:extLst>
              <a:ext uri="{FF2B5EF4-FFF2-40B4-BE49-F238E27FC236}">
                <a16:creationId xmlns:a16="http://schemas.microsoft.com/office/drawing/2014/main" id="{9914C1F7-D2A0-D804-87F7-32842BE00FDD}"/>
              </a:ext>
            </a:extLst>
          </p:cNvPr>
          <p:cNvGrpSpPr/>
          <p:nvPr/>
        </p:nvGrpSpPr>
        <p:grpSpPr>
          <a:xfrm>
            <a:off x="3648549" y="1319578"/>
            <a:ext cx="6209468" cy="2716470"/>
            <a:chOff x="3627059" y="3491486"/>
            <a:chExt cx="6209468" cy="2716470"/>
          </a:xfrm>
        </p:grpSpPr>
        <p:sp>
          <p:nvSpPr>
            <p:cNvPr id="3988" name="Freeform 3987">
              <a:extLst>
                <a:ext uri="{FF2B5EF4-FFF2-40B4-BE49-F238E27FC236}">
                  <a16:creationId xmlns:a16="http://schemas.microsoft.com/office/drawing/2014/main" id="{37C6AAC7-13F0-41F7-5EA9-36E1EDE4E168}"/>
                </a:ext>
              </a:extLst>
            </p:cNvPr>
            <p:cNvSpPr/>
            <p:nvPr/>
          </p:nvSpPr>
          <p:spPr>
            <a:xfrm>
              <a:off x="4033385" y="3609698"/>
              <a:ext cx="1112889" cy="55819"/>
            </a:xfrm>
            <a:custGeom>
              <a:avLst/>
              <a:gdLst>
                <a:gd name="connsiteX0" fmla="*/ 0 w 297267"/>
                <a:gd name="connsiteY0" fmla="*/ 14911 h 14910"/>
                <a:gd name="connsiteX1" fmla="*/ 0 w 297267"/>
                <a:gd name="connsiteY1" fmla="*/ 0 h 14910"/>
                <a:gd name="connsiteX2" fmla="*/ 297267 w 297267"/>
                <a:gd name="connsiteY2" fmla="*/ 0 h 14910"/>
                <a:gd name="connsiteX3" fmla="*/ 297267 w 297267"/>
                <a:gd name="connsiteY3" fmla="*/ 14911 h 14910"/>
              </a:gdLst>
              <a:ahLst/>
              <a:cxnLst>
                <a:cxn ang="0">
                  <a:pos x="connsiteX0" y="connsiteY0"/>
                </a:cxn>
                <a:cxn ang="0">
                  <a:pos x="connsiteX1" y="connsiteY1"/>
                </a:cxn>
                <a:cxn ang="0">
                  <a:pos x="connsiteX2" y="connsiteY2"/>
                </a:cxn>
                <a:cxn ang="0">
                  <a:pos x="connsiteX3" y="connsiteY3"/>
                </a:cxn>
              </a:cxnLst>
              <a:rect l="l" t="t" r="r" b="b"/>
              <a:pathLst>
                <a:path w="297267" h="14910">
                  <a:moveTo>
                    <a:pt x="0" y="14911"/>
                  </a:moveTo>
                  <a:lnTo>
                    <a:pt x="0" y="0"/>
                  </a:lnTo>
                  <a:lnTo>
                    <a:pt x="297267" y="0"/>
                  </a:lnTo>
                  <a:lnTo>
                    <a:pt x="297267" y="14911"/>
                  </a:lnTo>
                </a:path>
              </a:pathLst>
            </a:custGeom>
            <a:noFill/>
            <a:ln w="4498" cap="flat">
              <a:solidFill>
                <a:srgbClr val="000000"/>
              </a:solidFill>
              <a:prstDash val="solid"/>
              <a:round/>
            </a:ln>
          </p:spPr>
          <p:txBody>
            <a:bodyPr rtlCol="0" anchor="ctr"/>
            <a:lstStyle/>
            <a:p>
              <a:endParaRPr lang="en-US"/>
            </a:p>
          </p:txBody>
        </p:sp>
        <p:grpSp>
          <p:nvGrpSpPr>
            <p:cNvPr id="3989" name="Graphic 4479">
              <a:extLst>
                <a:ext uri="{FF2B5EF4-FFF2-40B4-BE49-F238E27FC236}">
                  <a16:creationId xmlns:a16="http://schemas.microsoft.com/office/drawing/2014/main" id="{96039AD7-7CF2-524E-D08A-0F4D317E7474}"/>
                </a:ext>
              </a:extLst>
            </p:cNvPr>
            <p:cNvGrpSpPr/>
            <p:nvPr/>
          </p:nvGrpSpPr>
          <p:grpSpPr>
            <a:xfrm>
              <a:off x="4458906" y="3510093"/>
              <a:ext cx="174031" cy="72239"/>
              <a:chOff x="4140779" y="2267660"/>
              <a:chExt cx="46486" cy="19296"/>
            </a:xfrm>
            <a:solidFill>
              <a:srgbClr val="231F20"/>
            </a:solidFill>
          </p:grpSpPr>
          <p:sp>
            <p:nvSpPr>
              <p:cNvPr id="3990" name="Freeform 3989">
                <a:extLst>
                  <a:ext uri="{FF2B5EF4-FFF2-40B4-BE49-F238E27FC236}">
                    <a16:creationId xmlns:a16="http://schemas.microsoft.com/office/drawing/2014/main" id="{34C3AE45-EB5D-3215-9D59-14ABB17174C1}"/>
                  </a:ext>
                </a:extLst>
              </p:cNvPr>
              <p:cNvSpPr/>
              <p:nvPr/>
            </p:nvSpPr>
            <p:spPr>
              <a:xfrm>
                <a:off x="4140779" y="2267660"/>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8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1 w 20240"/>
                  <a:gd name="connsiteY11" fmla="*/ 17339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8" y="5060"/>
                    </a:lnTo>
                    <a:lnTo>
                      <a:pt x="20241" y="8029"/>
                    </a:lnTo>
                    <a:lnTo>
                      <a:pt x="12549" y="10525"/>
                    </a:lnTo>
                    <a:lnTo>
                      <a:pt x="17609" y="17677"/>
                    </a:lnTo>
                    <a:lnTo>
                      <a:pt x="14978" y="19296"/>
                    </a:lnTo>
                    <a:lnTo>
                      <a:pt x="9985" y="12009"/>
                    </a:lnTo>
                    <a:lnTo>
                      <a:pt x="4723" y="19161"/>
                    </a:lnTo>
                    <a:lnTo>
                      <a:pt x="2361" y="17339"/>
                    </a:lnTo>
                    <a:lnTo>
                      <a:pt x="7556" y="10525"/>
                    </a:lnTo>
                    <a:lnTo>
                      <a:pt x="0" y="7826"/>
                    </a:lnTo>
                    <a:lnTo>
                      <a:pt x="1215" y="4993"/>
                    </a:lnTo>
                    <a:lnTo>
                      <a:pt x="8703" y="7894"/>
                    </a:lnTo>
                    <a:close/>
                  </a:path>
                </a:pathLst>
              </a:custGeom>
              <a:solidFill>
                <a:srgbClr val="231F20"/>
              </a:solidFill>
              <a:ln w="2249" cap="flat">
                <a:noFill/>
                <a:prstDash val="solid"/>
                <a:miter/>
              </a:ln>
            </p:spPr>
            <p:txBody>
              <a:bodyPr rtlCol="0" anchor="ctr"/>
              <a:lstStyle/>
              <a:p>
                <a:endParaRPr lang="en-US"/>
              </a:p>
            </p:txBody>
          </p:sp>
          <p:sp>
            <p:nvSpPr>
              <p:cNvPr id="3991" name="Freeform 3990">
                <a:extLst>
                  <a:ext uri="{FF2B5EF4-FFF2-40B4-BE49-F238E27FC236}">
                    <a16:creationId xmlns:a16="http://schemas.microsoft.com/office/drawing/2014/main" id="{C1E30FF4-4095-3A27-69E3-09BCAA0F0C9C}"/>
                  </a:ext>
                </a:extLst>
              </p:cNvPr>
              <p:cNvSpPr/>
              <p:nvPr/>
            </p:nvSpPr>
            <p:spPr>
              <a:xfrm>
                <a:off x="4167024" y="2267660"/>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8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1 w 20240"/>
                  <a:gd name="connsiteY11" fmla="*/ 17339 h 19296"/>
                  <a:gd name="connsiteX12" fmla="*/ 7556 w 20240"/>
                  <a:gd name="connsiteY12" fmla="*/ 10525 h 19296"/>
                  <a:gd name="connsiteX13" fmla="*/ 0 w 20240"/>
                  <a:gd name="connsiteY13" fmla="*/ 7826 h 19296"/>
                  <a:gd name="connsiteX14" fmla="*/ 1214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8" y="5060"/>
                    </a:lnTo>
                    <a:lnTo>
                      <a:pt x="20241" y="8029"/>
                    </a:lnTo>
                    <a:lnTo>
                      <a:pt x="12549" y="10525"/>
                    </a:lnTo>
                    <a:lnTo>
                      <a:pt x="17609" y="17677"/>
                    </a:lnTo>
                    <a:lnTo>
                      <a:pt x="14978" y="19296"/>
                    </a:lnTo>
                    <a:lnTo>
                      <a:pt x="9985" y="12009"/>
                    </a:lnTo>
                    <a:lnTo>
                      <a:pt x="4723" y="19161"/>
                    </a:lnTo>
                    <a:lnTo>
                      <a:pt x="2361" y="17339"/>
                    </a:lnTo>
                    <a:lnTo>
                      <a:pt x="7556" y="10525"/>
                    </a:lnTo>
                    <a:lnTo>
                      <a:pt x="0" y="7826"/>
                    </a:lnTo>
                    <a:lnTo>
                      <a:pt x="1214" y="4993"/>
                    </a:lnTo>
                    <a:lnTo>
                      <a:pt x="8703" y="7894"/>
                    </a:lnTo>
                    <a:close/>
                  </a:path>
                </a:pathLst>
              </a:custGeom>
              <a:solidFill>
                <a:srgbClr val="231F20"/>
              </a:solidFill>
              <a:ln w="2249" cap="flat">
                <a:noFill/>
                <a:prstDash val="solid"/>
                <a:miter/>
              </a:ln>
            </p:spPr>
            <p:txBody>
              <a:bodyPr rtlCol="0" anchor="ctr"/>
              <a:lstStyle/>
              <a:p>
                <a:endParaRPr lang="en-US"/>
              </a:p>
            </p:txBody>
          </p:sp>
        </p:grpSp>
        <p:grpSp>
          <p:nvGrpSpPr>
            <p:cNvPr id="4299" name="Group 4298">
              <a:extLst>
                <a:ext uri="{FF2B5EF4-FFF2-40B4-BE49-F238E27FC236}">
                  <a16:creationId xmlns:a16="http://schemas.microsoft.com/office/drawing/2014/main" id="{6294F0C7-9CAE-547F-1D29-9363CAD99465}"/>
                </a:ext>
              </a:extLst>
            </p:cNvPr>
            <p:cNvGrpSpPr/>
            <p:nvPr/>
          </p:nvGrpSpPr>
          <p:grpSpPr>
            <a:xfrm>
              <a:off x="3627059" y="4028484"/>
              <a:ext cx="851464" cy="2179472"/>
              <a:chOff x="3627059" y="4028484"/>
              <a:chExt cx="851464" cy="2179472"/>
            </a:xfrm>
          </p:grpSpPr>
          <p:sp>
            <p:nvSpPr>
              <p:cNvPr id="3931" name="Freeform 3930">
                <a:extLst>
                  <a:ext uri="{FF2B5EF4-FFF2-40B4-BE49-F238E27FC236}">
                    <a16:creationId xmlns:a16="http://schemas.microsoft.com/office/drawing/2014/main" id="{40E0161E-E39F-375D-FCD8-FDF4EA1999EB}"/>
                  </a:ext>
                </a:extLst>
              </p:cNvPr>
              <p:cNvSpPr/>
              <p:nvPr/>
            </p:nvSpPr>
            <p:spPr>
              <a:xfrm>
                <a:off x="3627059" y="5603942"/>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36" name="Freeform 3935">
                <a:extLst>
                  <a:ext uri="{FF2B5EF4-FFF2-40B4-BE49-F238E27FC236}">
                    <a16:creationId xmlns:a16="http://schemas.microsoft.com/office/drawing/2014/main" id="{CA7FF2CF-DABC-4DB9-928D-3BE816B2F032}"/>
                  </a:ext>
                </a:extLst>
              </p:cNvPr>
              <p:cNvSpPr/>
              <p:nvPr/>
            </p:nvSpPr>
            <p:spPr>
              <a:xfrm>
                <a:off x="3641371" y="5022573"/>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39" name="Freeform 3938">
                <a:extLst>
                  <a:ext uri="{FF2B5EF4-FFF2-40B4-BE49-F238E27FC236}">
                    <a16:creationId xmlns:a16="http://schemas.microsoft.com/office/drawing/2014/main" id="{7FE221E4-8251-9368-B1C4-F72A15342C45}"/>
                  </a:ext>
                </a:extLst>
              </p:cNvPr>
              <p:cNvSpPr/>
              <p:nvPr/>
            </p:nvSpPr>
            <p:spPr>
              <a:xfrm>
                <a:off x="3639436" y="4731850"/>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15" name="Freeform 3914">
                <a:extLst>
                  <a:ext uri="{FF2B5EF4-FFF2-40B4-BE49-F238E27FC236}">
                    <a16:creationId xmlns:a16="http://schemas.microsoft.com/office/drawing/2014/main" id="{29127717-DEF3-0469-A6B5-9E8034CA98A7}"/>
                  </a:ext>
                </a:extLst>
              </p:cNvPr>
              <p:cNvSpPr/>
              <p:nvPr/>
            </p:nvSpPr>
            <p:spPr>
              <a:xfrm>
                <a:off x="4033385" y="4028484"/>
                <a:ext cx="445138" cy="2179472"/>
              </a:xfrm>
              <a:custGeom>
                <a:avLst/>
                <a:gdLst>
                  <a:gd name="connsiteX0" fmla="*/ 34859 w 118902"/>
                  <a:gd name="connsiteY0" fmla="*/ 476442 h 582165"/>
                  <a:gd name="connsiteX1" fmla="*/ 38727 w 118902"/>
                  <a:gd name="connsiteY1" fmla="*/ 470167 h 582165"/>
                  <a:gd name="connsiteX2" fmla="*/ 42550 w 118902"/>
                  <a:gd name="connsiteY2" fmla="*/ 463893 h 582165"/>
                  <a:gd name="connsiteX3" fmla="*/ 46216 w 118902"/>
                  <a:gd name="connsiteY3" fmla="*/ 457618 h 582165"/>
                  <a:gd name="connsiteX4" fmla="*/ 49635 w 118902"/>
                  <a:gd name="connsiteY4" fmla="*/ 451366 h 582165"/>
                  <a:gd name="connsiteX5" fmla="*/ 52783 w 118902"/>
                  <a:gd name="connsiteY5" fmla="*/ 445091 h 582165"/>
                  <a:gd name="connsiteX6" fmla="*/ 55594 w 118902"/>
                  <a:gd name="connsiteY6" fmla="*/ 438817 h 582165"/>
                  <a:gd name="connsiteX7" fmla="*/ 58023 w 118902"/>
                  <a:gd name="connsiteY7" fmla="*/ 432542 h 582165"/>
                  <a:gd name="connsiteX8" fmla="*/ 60092 w 118902"/>
                  <a:gd name="connsiteY8" fmla="*/ 426290 h 582165"/>
                  <a:gd name="connsiteX9" fmla="*/ 61846 w 118902"/>
                  <a:gd name="connsiteY9" fmla="*/ 420015 h 582165"/>
                  <a:gd name="connsiteX10" fmla="*/ 63308 w 118902"/>
                  <a:gd name="connsiteY10" fmla="*/ 413741 h 582165"/>
                  <a:gd name="connsiteX11" fmla="*/ 64568 w 118902"/>
                  <a:gd name="connsiteY11" fmla="*/ 407466 h 582165"/>
                  <a:gd name="connsiteX12" fmla="*/ 65760 w 118902"/>
                  <a:gd name="connsiteY12" fmla="*/ 401214 h 582165"/>
                  <a:gd name="connsiteX13" fmla="*/ 66974 w 118902"/>
                  <a:gd name="connsiteY13" fmla="*/ 394939 h 582165"/>
                  <a:gd name="connsiteX14" fmla="*/ 68346 w 118902"/>
                  <a:gd name="connsiteY14" fmla="*/ 388665 h 582165"/>
                  <a:gd name="connsiteX15" fmla="*/ 69988 w 118902"/>
                  <a:gd name="connsiteY15" fmla="*/ 382390 h 582165"/>
                  <a:gd name="connsiteX16" fmla="*/ 71989 w 118902"/>
                  <a:gd name="connsiteY16" fmla="*/ 376138 h 582165"/>
                  <a:gd name="connsiteX17" fmla="*/ 74440 w 118902"/>
                  <a:gd name="connsiteY17" fmla="*/ 369864 h 582165"/>
                  <a:gd name="connsiteX18" fmla="*/ 77364 w 118902"/>
                  <a:gd name="connsiteY18" fmla="*/ 363589 h 582165"/>
                  <a:gd name="connsiteX19" fmla="*/ 80783 w 118902"/>
                  <a:gd name="connsiteY19" fmla="*/ 357314 h 582165"/>
                  <a:gd name="connsiteX20" fmla="*/ 84628 w 118902"/>
                  <a:gd name="connsiteY20" fmla="*/ 351062 h 582165"/>
                  <a:gd name="connsiteX21" fmla="*/ 88834 w 118902"/>
                  <a:gd name="connsiteY21" fmla="*/ 344788 h 582165"/>
                  <a:gd name="connsiteX22" fmla="*/ 93287 w 118902"/>
                  <a:gd name="connsiteY22" fmla="*/ 338513 h 582165"/>
                  <a:gd name="connsiteX23" fmla="*/ 97830 w 118902"/>
                  <a:gd name="connsiteY23" fmla="*/ 332261 h 582165"/>
                  <a:gd name="connsiteX24" fmla="*/ 102328 w 118902"/>
                  <a:gd name="connsiteY24" fmla="*/ 325987 h 582165"/>
                  <a:gd name="connsiteX25" fmla="*/ 106578 w 118902"/>
                  <a:gd name="connsiteY25" fmla="*/ 319712 h 582165"/>
                  <a:gd name="connsiteX26" fmla="*/ 110401 w 118902"/>
                  <a:gd name="connsiteY26" fmla="*/ 313437 h 582165"/>
                  <a:gd name="connsiteX27" fmla="*/ 113662 w 118902"/>
                  <a:gd name="connsiteY27" fmla="*/ 307185 h 582165"/>
                  <a:gd name="connsiteX28" fmla="*/ 116226 w 118902"/>
                  <a:gd name="connsiteY28" fmla="*/ 300911 h 582165"/>
                  <a:gd name="connsiteX29" fmla="*/ 117981 w 118902"/>
                  <a:gd name="connsiteY29" fmla="*/ 294636 h 582165"/>
                  <a:gd name="connsiteX30" fmla="*/ 118880 w 118902"/>
                  <a:gd name="connsiteY30" fmla="*/ 288361 h 582165"/>
                  <a:gd name="connsiteX31" fmla="*/ 118902 w 118902"/>
                  <a:gd name="connsiteY31" fmla="*/ 282109 h 582165"/>
                  <a:gd name="connsiteX32" fmla="*/ 118093 w 118902"/>
                  <a:gd name="connsiteY32" fmla="*/ 275835 h 582165"/>
                  <a:gd name="connsiteX33" fmla="*/ 116496 w 118902"/>
                  <a:gd name="connsiteY33" fmla="*/ 269560 h 582165"/>
                  <a:gd name="connsiteX34" fmla="*/ 114180 w 118902"/>
                  <a:gd name="connsiteY34" fmla="*/ 263286 h 582165"/>
                  <a:gd name="connsiteX35" fmla="*/ 111278 w 118902"/>
                  <a:gd name="connsiteY35" fmla="*/ 257033 h 582165"/>
                  <a:gd name="connsiteX36" fmla="*/ 107905 w 118902"/>
                  <a:gd name="connsiteY36" fmla="*/ 250759 h 582165"/>
                  <a:gd name="connsiteX37" fmla="*/ 104194 w 118902"/>
                  <a:gd name="connsiteY37" fmla="*/ 244484 h 582165"/>
                  <a:gd name="connsiteX38" fmla="*/ 100214 w 118902"/>
                  <a:gd name="connsiteY38" fmla="*/ 238210 h 582165"/>
                  <a:gd name="connsiteX39" fmla="*/ 96053 w 118902"/>
                  <a:gd name="connsiteY39" fmla="*/ 231957 h 582165"/>
                  <a:gd name="connsiteX40" fmla="*/ 91825 w 118902"/>
                  <a:gd name="connsiteY40" fmla="*/ 225683 h 582165"/>
                  <a:gd name="connsiteX41" fmla="*/ 87530 w 118902"/>
                  <a:gd name="connsiteY41" fmla="*/ 219408 h 582165"/>
                  <a:gd name="connsiteX42" fmla="*/ 83234 w 118902"/>
                  <a:gd name="connsiteY42" fmla="*/ 213134 h 582165"/>
                  <a:gd name="connsiteX43" fmla="*/ 78938 w 118902"/>
                  <a:gd name="connsiteY43" fmla="*/ 206882 h 582165"/>
                  <a:gd name="connsiteX44" fmla="*/ 74621 w 118902"/>
                  <a:gd name="connsiteY44" fmla="*/ 200607 h 582165"/>
                  <a:gd name="connsiteX45" fmla="*/ 70280 w 118902"/>
                  <a:gd name="connsiteY45" fmla="*/ 194332 h 582165"/>
                  <a:gd name="connsiteX46" fmla="*/ 65917 w 118902"/>
                  <a:gd name="connsiteY46" fmla="*/ 188080 h 582165"/>
                  <a:gd name="connsiteX47" fmla="*/ 61509 w 118902"/>
                  <a:gd name="connsiteY47" fmla="*/ 181806 h 582165"/>
                  <a:gd name="connsiteX48" fmla="*/ 57056 w 118902"/>
                  <a:gd name="connsiteY48" fmla="*/ 175531 h 582165"/>
                  <a:gd name="connsiteX49" fmla="*/ 52603 w 118902"/>
                  <a:gd name="connsiteY49" fmla="*/ 169257 h 582165"/>
                  <a:gd name="connsiteX50" fmla="*/ 48128 w 118902"/>
                  <a:gd name="connsiteY50" fmla="*/ 163004 h 582165"/>
                  <a:gd name="connsiteX51" fmla="*/ 43697 w 118902"/>
                  <a:gd name="connsiteY51" fmla="*/ 156730 h 582165"/>
                  <a:gd name="connsiteX52" fmla="*/ 39334 w 118902"/>
                  <a:gd name="connsiteY52" fmla="*/ 150455 h 582165"/>
                  <a:gd name="connsiteX53" fmla="*/ 35084 w 118902"/>
                  <a:gd name="connsiteY53" fmla="*/ 144181 h 582165"/>
                  <a:gd name="connsiteX54" fmla="*/ 30991 w 118902"/>
                  <a:gd name="connsiteY54" fmla="*/ 137929 h 582165"/>
                  <a:gd name="connsiteX55" fmla="*/ 27123 w 118902"/>
                  <a:gd name="connsiteY55" fmla="*/ 131654 h 582165"/>
                  <a:gd name="connsiteX56" fmla="*/ 23479 w 118902"/>
                  <a:gd name="connsiteY56" fmla="*/ 125379 h 582165"/>
                  <a:gd name="connsiteX57" fmla="*/ 20106 w 118902"/>
                  <a:gd name="connsiteY57" fmla="*/ 119105 h 582165"/>
                  <a:gd name="connsiteX58" fmla="*/ 17025 w 118902"/>
                  <a:gd name="connsiteY58" fmla="*/ 112853 h 582165"/>
                  <a:gd name="connsiteX59" fmla="*/ 14281 w 118902"/>
                  <a:gd name="connsiteY59" fmla="*/ 106578 h 582165"/>
                  <a:gd name="connsiteX60" fmla="*/ 11830 w 118902"/>
                  <a:gd name="connsiteY60" fmla="*/ 100304 h 582165"/>
                  <a:gd name="connsiteX61" fmla="*/ 9671 w 118902"/>
                  <a:gd name="connsiteY61" fmla="*/ 94029 h 582165"/>
                  <a:gd name="connsiteX62" fmla="*/ 7826 w 118902"/>
                  <a:gd name="connsiteY62" fmla="*/ 87777 h 582165"/>
                  <a:gd name="connsiteX63" fmla="*/ 6252 w 118902"/>
                  <a:gd name="connsiteY63" fmla="*/ 81502 h 582165"/>
                  <a:gd name="connsiteX64" fmla="*/ 4948 w 118902"/>
                  <a:gd name="connsiteY64" fmla="*/ 75228 h 582165"/>
                  <a:gd name="connsiteX65" fmla="*/ 3868 w 118902"/>
                  <a:gd name="connsiteY65" fmla="*/ 68953 h 582165"/>
                  <a:gd name="connsiteX66" fmla="*/ 2969 w 118902"/>
                  <a:gd name="connsiteY66" fmla="*/ 62701 h 582165"/>
                  <a:gd name="connsiteX67" fmla="*/ 2271 w 118902"/>
                  <a:gd name="connsiteY67" fmla="*/ 56426 h 582165"/>
                  <a:gd name="connsiteX68" fmla="*/ 1709 w 118902"/>
                  <a:gd name="connsiteY68" fmla="*/ 50152 h 582165"/>
                  <a:gd name="connsiteX69" fmla="*/ 1260 w 118902"/>
                  <a:gd name="connsiteY69" fmla="*/ 43877 h 582165"/>
                  <a:gd name="connsiteX70" fmla="*/ 922 w 118902"/>
                  <a:gd name="connsiteY70" fmla="*/ 37625 h 582165"/>
                  <a:gd name="connsiteX71" fmla="*/ 675 w 118902"/>
                  <a:gd name="connsiteY71" fmla="*/ 31350 h 582165"/>
                  <a:gd name="connsiteX72" fmla="*/ 472 w 118902"/>
                  <a:gd name="connsiteY72" fmla="*/ 25076 h 582165"/>
                  <a:gd name="connsiteX73" fmla="*/ 337 w 118902"/>
                  <a:gd name="connsiteY73" fmla="*/ 18824 h 582165"/>
                  <a:gd name="connsiteX74" fmla="*/ 225 w 118902"/>
                  <a:gd name="connsiteY74" fmla="*/ 12549 h 582165"/>
                  <a:gd name="connsiteX75" fmla="*/ 158 w 118902"/>
                  <a:gd name="connsiteY75" fmla="*/ 6275 h 582165"/>
                  <a:gd name="connsiteX76" fmla="*/ 113 w 118902"/>
                  <a:gd name="connsiteY76" fmla="*/ 0 h 582165"/>
                  <a:gd name="connsiteX77" fmla="*/ 0 w 118902"/>
                  <a:gd name="connsiteY77" fmla="*/ 0 h 582165"/>
                  <a:gd name="connsiteX78" fmla="*/ 0 w 118902"/>
                  <a:gd name="connsiteY78" fmla="*/ 6275 h 582165"/>
                  <a:gd name="connsiteX79" fmla="*/ 0 w 118902"/>
                  <a:gd name="connsiteY79" fmla="*/ 12549 h 582165"/>
                  <a:gd name="connsiteX80" fmla="*/ 0 w 118902"/>
                  <a:gd name="connsiteY80" fmla="*/ 18824 h 582165"/>
                  <a:gd name="connsiteX81" fmla="*/ 0 w 118902"/>
                  <a:gd name="connsiteY81" fmla="*/ 25076 h 582165"/>
                  <a:gd name="connsiteX82" fmla="*/ 0 w 118902"/>
                  <a:gd name="connsiteY82" fmla="*/ 31350 h 582165"/>
                  <a:gd name="connsiteX83" fmla="*/ 0 w 118902"/>
                  <a:gd name="connsiteY83" fmla="*/ 37625 h 582165"/>
                  <a:gd name="connsiteX84" fmla="*/ 0 w 118902"/>
                  <a:gd name="connsiteY84" fmla="*/ 43877 h 582165"/>
                  <a:gd name="connsiteX85" fmla="*/ 0 w 118902"/>
                  <a:gd name="connsiteY85" fmla="*/ 50152 h 582165"/>
                  <a:gd name="connsiteX86" fmla="*/ 0 w 118902"/>
                  <a:gd name="connsiteY86" fmla="*/ 56426 h 582165"/>
                  <a:gd name="connsiteX87" fmla="*/ 0 w 118902"/>
                  <a:gd name="connsiteY87" fmla="*/ 62701 h 582165"/>
                  <a:gd name="connsiteX88" fmla="*/ 0 w 118902"/>
                  <a:gd name="connsiteY88" fmla="*/ 68953 h 582165"/>
                  <a:gd name="connsiteX89" fmla="*/ 0 w 118902"/>
                  <a:gd name="connsiteY89" fmla="*/ 75228 h 582165"/>
                  <a:gd name="connsiteX90" fmla="*/ 0 w 118902"/>
                  <a:gd name="connsiteY90" fmla="*/ 81502 h 582165"/>
                  <a:gd name="connsiteX91" fmla="*/ 0 w 118902"/>
                  <a:gd name="connsiteY91" fmla="*/ 87777 h 582165"/>
                  <a:gd name="connsiteX92" fmla="*/ 0 w 118902"/>
                  <a:gd name="connsiteY92" fmla="*/ 94029 h 582165"/>
                  <a:gd name="connsiteX93" fmla="*/ 0 w 118902"/>
                  <a:gd name="connsiteY93" fmla="*/ 100304 h 582165"/>
                  <a:gd name="connsiteX94" fmla="*/ 0 w 118902"/>
                  <a:gd name="connsiteY94" fmla="*/ 106578 h 582165"/>
                  <a:gd name="connsiteX95" fmla="*/ 0 w 118902"/>
                  <a:gd name="connsiteY95" fmla="*/ 112853 h 582165"/>
                  <a:gd name="connsiteX96" fmla="*/ 0 w 118902"/>
                  <a:gd name="connsiteY96" fmla="*/ 119105 h 582165"/>
                  <a:gd name="connsiteX97" fmla="*/ 0 w 118902"/>
                  <a:gd name="connsiteY97" fmla="*/ 125379 h 582165"/>
                  <a:gd name="connsiteX98" fmla="*/ 0 w 118902"/>
                  <a:gd name="connsiteY98" fmla="*/ 131654 h 582165"/>
                  <a:gd name="connsiteX99" fmla="*/ 0 w 118902"/>
                  <a:gd name="connsiteY99" fmla="*/ 137929 h 582165"/>
                  <a:gd name="connsiteX100" fmla="*/ 0 w 118902"/>
                  <a:gd name="connsiteY100" fmla="*/ 144181 h 582165"/>
                  <a:gd name="connsiteX101" fmla="*/ 0 w 118902"/>
                  <a:gd name="connsiteY101" fmla="*/ 150455 h 582165"/>
                  <a:gd name="connsiteX102" fmla="*/ 0 w 118902"/>
                  <a:gd name="connsiteY102" fmla="*/ 156730 h 582165"/>
                  <a:gd name="connsiteX103" fmla="*/ 0 w 118902"/>
                  <a:gd name="connsiteY103" fmla="*/ 163004 h 582165"/>
                  <a:gd name="connsiteX104" fmla="*/ 0 w 118902"/>
                  <a:gd name="connsiteY104" fmla="*/ 169257 h 582165"/>
                  <a:gd name="connsiteX105" fmla="*/ 0 w 118902"/>
                  <a:gd name="connsiteY105" fmla="*/ 175531 h 582165"/>
                  <a:gd name="connsiteX106" fmla="*/ 0 w 118902"/>
                  <a:gd name="connsiteY106" fmla="*/ 181806 h 582165"/>
                  <a:gd name="connsiteX107" fmla="*/ 0 w 118902"/>
                  <a:gd name="connsiteY107" fmla="*/ 188080 h 582165"/>
                  <a:gd name="connsiteX108" fmla="*/ 0 w 118902"/>
                  <a:gd name="connsiteY108" fmla="*/ 194332 h 582165"/>
                  <a:gd name="connsiteX109" fmla="*/ 0 w 118902"/>
                  <a:gd name="connsiteY109" fmla="*/ 200607 h 582165"/>
                  <a:gd name="connsiteX110" fmla="*/ 0 w 118902"/>
                  <a:gd name="connsiteY110" fmla="*/ 206882 h 582165"/>
                  <a:gd name="connsiteX111" fmla="*/ 0 w 118902"/>
                  <a:gd name="connsiteY111" fmla="*/ 213134 h 582165"/>
                  <a:gd name="connsiteX112" fmla="*/ 0 w 118902"/>
                  <a:gd name="connsiteY112" fmla="*/ 219408 h 582165"/>
                  <a:gd name="connsiteX113" fmla="*/ 0 w 118902"/>
                  <a:gd name="connsiteY113" fmla="*/ 225683 h 582165"/>
                  <a:gd name="connsiteX114" fmla="*/ 0 w 118902"/>
                  <a:gd name="connsiteY114" fmla="*/ 231957 h 582165"/>
                  <a:gd name="connsiteX115" fmla="*/ 0 w 118902"/>
                  <a:gd name="connsiteY115" fmla="*/ 238210 h 582165"/>
                  <a:gd name="connsiteX116" fmla="*/ 0 w 118902"/>
                  <a:gd name="connsiteY116" fmla="*/ 244484 h 582165"/>
                  <a:gd name="connsiteX117" fmla="*/ 0 w 118902"/>
                  <a:gd name="connsiteY117" fmla="*/ 250759 h 582165"/>
                  <a:gd name="connsiteX118" fmla="*/ 0 w 118902"/>
                  <a:gd name="connsiteY118" fmla="*/ 257033 h 582165"/>
                  <a:gd name="connsiteX119" fmla="*/ 0 w 118902"/>
                  <a:gd name="connsiteY119" fmla="*/ 263286 h 582165"/>
                  <a:gd name="connsiteX120" fmla="*/ 0 w 118902"/>
                  <a:gd name="connsiteY120" fmla="*/ 269560 h 582165"/>
                  <a:gd name="connsiteX121" fmla="*/ 0 w 118902"/>
                  <a:gd name="connsiteY121" fmla="*/ 275835 h 582165"/>
                  <a:gd name="connsiteX122" fmla="*/ 0 w 118902"/>
                  <a:gd name="connsiteY122" fmla="*/ 282109 h 582165"/>
                  <a:gd name="connsiteX123" fmla="*/ 0 w 118902"/>
                  <a:gd name="connsiteY123" fmla="*/ 288361 h 582165"/>
                  <a:gd name="connsiteX124" fmla="*/ 0 w 118902"/>
                  <a:gd name="connsiteY124" fmla="*/ 294636 h 582165"/>
                  <a:gd name="connsiteX125" fmla="*/ 0 w 118902"/>
                  <a:gd name="connsiteY125" fmla="*/ 300911 h 582165"/>
                  <a:gd name="connsiteX126" fmla="*/ 0 w 118902"/>
                  <a:gd name="connsiteY126" fmla="*/ 307185 h 582165"/>
                  <a:gd name="connsiteX127" fmla="*/ 0 w 118902"/>
                  <a:gd name="connsiteY127" fmla="*/ 313437 h 582165"/>
                  <a:gd name="connsiteX128" fmla="*/ 0 w 118902"/>
                  <a:gd name="connsiteY128" fmla="*/ 319712 h 582165"/>
                  <a:gd name="connsiteX129" fmla="*/ 0 w 118902"/>
                  <a:gd name="connsiteY129" fmla="*/ 325987 h 582165"/>
                  <a:gd name="connsiteX130" fmla="*/ 0 w 118902"/>
                  <a:gd name="connsiteY130" fmla="*/ 332261 h 582165"/>
                  <a:gd name="connsiteX131" fmla="*/ 0 w 118902"/>
                  <a:gd name="connsiteY131" fmla="*/ 338513 h 582165"/>
                  <a:gd name="connsiteX132" fmla="*/ 0 w 118902"/>
                  <a:gd name="connsiteY132" fmla="*/ 344788 h 582165"/>
                  <a:gd name="connsiteX133" fmla="*/ 0 w 118902"/>
                  <a:gd name="connsiteY133" fmla="*/ 351062 h 582165"/>
                  <a:gd name="connsiteX134" fmla="*/ 0 w 118902"/>
                  <a:gd name="connsiteY134" fmla="*/ 357314 h 582165"/>
                  <a:gd name="connsiteX135" fmla="*/ 0 w 118902"/>
                  <a:gd name="connsiteY135" fmla="*/ 363589 h 582165"/>
                  <a:gd name="connsiteX136" fmla="*/ 0 w 118902"/>
                  <a:gd name="connsiteY136" fmla="*/ 369864 h 582165"/>
                  <a:gd name="connsiteX137" fmla="*/ 0 w 118902"/>
                  <a:gd name="connsiteY137" fmla="*/ 376138 h 582165"/>
                  <a:gd name="connsiteX138" fmla="*/ 0 w 118902"/>
                  <a:gd name="connsiteY138" fmla="*/ 382390 h 582165"/>
                  <a:gd name="connsiteX139" fmla="*/ 0 w 118902"/>
                  <a:gd name="connsiteY139" fmla="*/ 388665 h 582165"/>
                  <a:gd name="connsiteX140" fmla="*/ 0 w 118902"/>
                  <a:gd name="connsiteY140" fmla="*/ 394939 h 582165"/>
                  <a:gd name="connsiteX141" fmla="*/ 0 w 118902"/>
                  <a:gd name="connsiteY141" fmla="*/ 401214 h 582165"/>
                  <a:gd name="connsiteX142" fmla="*/ 0 w 118902"/>
                  <a:gd name="connsiteY142" fmla="*/ 407466 h 582165"/>
                  <a:gd name="connsiteX143" fmla="*/ 0 w 118902"/>
                  <a:gd name="connsiteY143" fmla="*/ 413741 h 582165"/>
                  <a:gd name="connsiteX144" fmla="*/ 0 w 118902"/>
                  <a:gd name="connsiteY144" fmla="*/ 420015 h 582165"/>
                  <a:gd name="connsiteX145" fmla="*/ 0 w 118902"/>
                  <a:gd name="connsiteY145" fmla="*/ 426290 h 582165"/>
                  <a:gd name="connsiteX146" fmla="*/ 0 w 118902"/>
                  <a:gd name="connsiteY146" fmla="*/ 432542 h 582165"/>
                  <a:gd name="connsiteX147" fmla="*/ 0 w 118902"/>
                  <a:gd name="connsiteY147" fmla="*/ 438817 h 582165"/>
                  <a:gd name="connsiteX148" fmla="*/ 0 w 118902"/>
                  <a:gd name="connsiteY148" fmla="*/ 445091 h 582165"/>
                  <a:gd name="connsiteX149" fmla="*/ 0 w 118902"/>
                  <a:gd name="connsiteY149" fmla="*/ 451366 h 582165"/>
                  <a:gd name="connsiteX150" fmla="*/ 0 w 118902"/>
                  <a:gd name="connsiteY150" fmla="*/ 457618 h 582165"/>
                  <a:gd name="connsiteX151" fmla="*/ 0 w 118902"/>
                  <a:gd name="connsiteY151" fmla="*/ 463893 h 582165"/>
                  <a:gd name="connsiteX152" fmla="*/ 0 w 118902"/>
                  <a:gd name="connsiteY152" fmla="*/ 470167 h 582165"/>
                  <a:gd name="connsiteX153" fmla="*/ 0 w 118902"/>
                  <a:gd name="connsiteY153" fmla="*/ 476442 h 582165"/>
                  <a:gd name="connsiteX154" fmla="*/ 0 w 118902"/>
                  <a:gd name="connsiteY154" fmla="*/ 482694 h 582165"/>
                  <a:gd name="connsiteX155" fmla="*/ 0 w 118902"/>
                  <a:gd name="connsiteY155" fmla="*/ 488968 h 582165"/>
                  <a:gd name="connsiteX156" fmla="*/ 0 w 118902"/>
                  <a:gd name="connsiteY156" fmla="*/ 495243 h 582165"/>
                  <a:gd name="connsiteX157" fmla="*/ 0 w 118902"/>
                  <a:gd name="connsiteY157" fmla="*/ 501495 h 582165"/>
                  <a:gd name="connsiteX158" fmla="*/ 0 w 118902"/>
                  <a:gd name="connsiteY158" fmla="*/ 507770 h 582165"/>
                  <a:gd name="connsiteX159" fmla="*/ 0 w 118902"/>
                  <a:gd name="connsiteY159" fmla="*/ 514044 h 582165"/>
                  <a:gd name="connsiteX160" fmla="*/ 0 w 118902"/>
                  <a:gd name="connsiteY160" fmla="*/ 520319 h 582165"/>
                  <a:gd name="connsiteX161" fmla="*/ 0 w 118902"/>
                  <a:gd name="connsiteY161" fmla="*/ 526571 h 582165"/>
                  <a:gd name="connsiteX162" fmla="*/ 0 w 118902"/>
                  <a:gd name="connsiteY162" fmla="*/ 532846 h 582165"/>
                  <a:gd name="connsiteX163" fmla="*/ 0 w 118902"/>
                  <a:gd name="connsiteY163" fmla="*/ 539120 h 582165"/>
                  <a:gd name="connsiteX164" fmla="*/ 0 w 118902"/>
                  <a:gd name="connsiteY164" fmla="*/ 545395 h 582165"/>
                  <a:gd name="connsiteX165" fmla="*/ 0 w 118902"/>
                  <a:gd name="connsiteY165" fmla="*/ 551647 h 582165"/>
                  <a:gd name="connsiteX166" fmla="*/ 0 w 118902"/>
                  <a:gd name="connsiteY166" fmla="*/ 557921 h 582165"/>
                  <a:gd name="connsiteX167" fmla="*/ 0 w 118902"/>
                  <a:gd name="connsiteY167" fmla="*/ 564196 h 582165"/>
                  <a:gd name="connsiteX168" fmla="*/ 0 w 118902"/>
                  <a:gd name="connsiteY168" fmla="*/ 570471 h 582165"/>
                  <a:gd name="connsiteX169" fmla="*/ 0 w 118902"/>
                  <a:gd name="connsiteY169" fmla="*/ 576723 h 582165"/>
                  <a:gd name="connsiteX170" fmla="*/ 0 w 118902"/>
                  <a:gd name="connsiteY170" fmla="*/ 582165 h 582165"/>
                  <a:gd name="connsiteX171" fmla="*/ 787 w 118902"/>
                  <a:gd name="connsiteY171" fmla="*/ 582165 h 582165"/>
                  <a:gd name="connsiteX172" fmla="*/ 967 w 118902"/>
                  <a:gd name="connsiteY172" fmla="*/ 582165 h 582165"/>
                  <a:gd name="connsiteX173" fmla="*/ 1237 w 118902"/>
                  <a:gd name="connsiteY173" fmla="*/ 576723 h 582165"/>
                  <a:gd name="connsiteX174" fmla="*/ 1687 w 118902"/>
                  <a:gd name="connsiteY174" fmla="*/ 570471 h 582165"/>
                  <a:gd name="connsiteX175" fmla="*/ 2249 w 118902"/>
                  <a:gd name="connsiteY175" fmla="*/ 564196 h 582165"/>
                  <a:gd name="connsiteX176" fmla="*/ 2969 w 118902"/>
                  <a:gd name="connsiteY176" fmla="*/ 557921 h 582165"/>
                  <a:gd name="connsiteX177" fmla="*/ 3846 w 118902"/>
                  <a:gd name="connsiteY177" fmla="*/ 551647 h 582165"/>
                  <a:gd name="connsiteX178" fmla="*/ 4948 w 118902"/>
                  <a:gd name="connsiteY178" fmla="*/ 545395 h 582165"/>
                  <a:gd name="connsiteX179" fmla="*/ 6275 w 118902"/>
                  <a:gd name="connsiteY179" fmla="*/ 539120 h 582165"/>
                  <a:gd name="connsiteX180" fmla="*/ 7871 w 118902"/>
                  <a:gd name="connsiteY180" fmla="*/ 532846 h 582165"/>
                  <a:gd name="connsiteX181" fmla="*/ 9760 w 118902"/>
                  <a:gd name="connsiteY181" fmla="*/ 526571 h 582165"/>
                  <a:gd name="connsiteX182" fmla="*/ 11942 w 118902"/>
                  <a:gd name="connsiteY182" fmla="*/ 520319 h 582165"/>
                  <a:gd name="connsiteX183" fmla="*/ 14416 w 118902"/>
                  <a:gd name="connsiteY183" fmla="*/ 514044 h 582165"/>
                  <a:gd name="connsiteX184" fmla="*/ 17227 w 118902"/>
                  <a:gd name="connsiteY184" fmla="*/ 507770 h 582165"/>
                  <a:gd name="connsiteX185" fmla="*/ 20308 w 118902"/>
                  <a:gd name="connsiteY185" fmla="*/ 501495 h 582165"/>
                  <a:gd name="connsiteX186" fmla="*/ 23682 w 118902"/>
                  <a:gd name="connsiteY186" fmla="*/ 495243 h 582165"/>
                  <a:gd name="connsiteX187" fmla="*/ 27257 w 118902"/>
                  <a:gd name="connsiteY187" fmla="*/ 488968 h 582165"/>
                  <a:gd name="connsiteX188" fmla="*/ 31013 w 118902"/>
                  <a:gd name="connsiteY188" fmla="*/ 482694 h 582165"/>
                  <a:gd name="connsiteX189" fmla="*/ 34859 w 118902"/>
                  <a:gd name="connsiteY189" fmla="*/ 476442 h 5821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18902" h="582165">
                    <a:moveTo>
                      <a:pt x="34859" y="476442"/>
                    </a:moveTo>
                    <a:lnTo>
                      <a:pt x="38727" y="470167"/>
                    </a:lnTo>
                    <a:lnTo>
                      <a:pt x="42550" y="463893"/>
                    </a:lnTo>
                    <a:lnTo>
                      <a:pt x="46216" y="457618"/>
                    </a:lnTo>
                    <a:lnTo>
                      <a:pt x="49635" y="451366"/>
                    </a:lnTo>
                    <a:lnTo>
                      <a:pt x="52783" y="445091"/>
                    </a:lnTo>
                    <a:lnTo>
                      <a:pt x="55594" y="438817"/>
                    </a:lnTo>
                    <a:lnTo>
                      <a:pt x="58023" y="432542"/>
                    </a:lnTo>
                    <a:lnTo>
                      <a:pt x="60092" y="426290"/>
                    </a:lnTo>
                    <a:lnTo>
                      <a:pt x="61846" y="420015"/>
                    </a:lnTo>
                    <a:lnTo>
                      <a:pt x="63308" y="413741"/>
                    </a:lnTo>
                    <a:lnTo>
                      <a:pt x="64568" y="407466"/>
                    </a:lnTo>
                    <a:lnTo>
                      <a:pt x="65760" y="401214"/>
                    </a:lnTo>
                    <a:lnTo>
                      <a:pt x="66974" y="394939"/>
                    </a:lnTo>
                    <a:lnTo>
                      <a:pt x="68346" y="388665"/>
                    </a:lnTo>
                    <a:lnTo>
                      <a:pt x="69988" y="382390"/>
                    </a:lnTo>
                    <a:lnTo>
                      <a:pt x="71989" y="376138"/>
                    </a:lnTo>
                    <a:lnTo>
                      <a:pt x="74440" y="369864"/>
                    </a:lnTo>
                    <a:lnTo>
                      <a:pt x="77364" y="363589"/>
                    </a:lnTo>
                    <a:lnTo>
                      <a:pt x="80783" y="357314"/>
                    </a:lnTo>
                    <a:lnTo>
                      <a:pt x="84628" y="351062"/>
                    </a:lnTo>
                    <a:lnTo>
                      <a:pt x="88834" y="344788"/>
                    </a:lnTo>
                    <a:lnTo>
                      <a:pt x="93287" y="338513"/>
                    </a:lnTo>
                    <a:lnTo>
                      <a:pt x="97830" y="332261"/>
                    </a:lnTo>
                    <a:lnTo>
                      <a:pt x="102328" y="325987"/>
                    </a:lnTo>
                    <a:lnTo>
                      <a:pt x="106578" y="319712"/>
                    </a:lnTo>
                    <a:lnTo>
                      <a:pt x="110401" y="313437"/>
                    </a:lnTo>
                    <a:lnTo>
                      <a:pt x="113662" y="307185"/>
                    </a:lnTo>
                    <a:lnTo>
                      <a:pt x="116226" y="300911"/>
                    </a:lnTo>
                    <a:lnTo>
                      <a:pt x="117981" y="294636"/>
                    </a:lnTo>
                    <a:lnTo>
                      <a:pt x="118880" y="288361"/>
                    </a:lnTo>
                    <a:lnTo>
                      <a:pt x="118902" y="282109"/>
                    </a:lnTo>
                    <a:lnTo>
                      <a:pt x="118093" y="275835"/>
                    </a:lnTo>
                    <a:lnTo>
                      <a:pt x="116496" y="269560"/>
                    </a:lnTo>
                    <a:lnTo>
                      <a:pt x="114180" y="263286"/>
                    </a:lnTo>
                    <a:lnTo>
                      <a:pt x="111278" y="257033"/>
                    </a:lnTo>
                    <a:lnTo>
                      <a:pt x="107905" y="250759"/>
                    </a:lnTo>
                    <a:lnTo>
                      <a:pt x="104194" y="244484"/>
                    </a:lnTo>
                    <a:lnTo>
                      <a:pt x="100214" y="238210"/>
                    </a:lnTo>
                    <a:lnTo>
                      <a:pt x="96053" y="231957"/>
                    </a:lnTo>
                    <a:lnTo>
                      <a:pt x="91825" y="225683"/>
                    </a:lnTo>
                    <a:lnTo>
                      <a:pt x="87530" y="219408"/>
                    </a:lnTo>
                    <a:lnTo>
                      <a:pt x="83234" y="213134"/>
                    </a:lnTo>
                    <a:lnTo>
                      <a:pt x="78938" y="206882"/>
                    </a:lnTo>
                    <a:lnTo>
                      <a:pt x="74621" y="200607"/>
                    </a:lnTo>
                    <a:lnTo>
                      <a:pt x="70280" y="194332"/>
                    </a:lnTo>
                    <a:lnTo>
                      <a:pt x="65917" y="188080"/>
                    </a:lnTo>
                    <a:lnTo>
                      <a:pt x="61509" y="181806"/>
                    </a:lnTo>
                    <a:lnTo>
                      <a:pt x="57056" y="175531"/>
                    </a:lnTo>
                    <a:lnTo>
                      <a:pt x="52603" y="169257"/>
                    </a:lnTo>
                    <a:lnTo>
                      <a:pt x="48128" y="163004"/>
                    </a:lnTo>
                    <a:lnTo>
                      <a:pt x="43697" y="156730"/>
                    </a:lnTo>
                    <a:lnTo>
                      <a:pt x="39334" y="150455"/>
                    </a:lnTo>
                    <a:lnTo>
                      <a:pt x="35084" y="144181"/>
                    </a:lnTo>
                    <a:lnTo>
                      <a:pt x="30991" y="137929"/>
                    </a:lnTo>
                    <a:lnTo>
                      <a:pt x="27123" y="131654"/>
                    </a:lnTo>
                    <a:lnTo>
                      <a:pt x="23479" y="125379"/>
                    </a:lnTo>
                    <a:lnTo>
                      <a:pt x="20106" y="119105"/>
                    </a:lnTo>
                    <a:lnTo>
                      <a:pt x="17025" y="112853"/>
                    </a:lnTo>
                    <a:lnTo>
                      <a:pt x="14281" y="106578"/>
                    </a:lnTo>
                    <a:lnTo>
                      <a:pt x="11830" y="100304"/>
                    </a:lnTo>
                    <a:lnTo>
                      <a:pt x="9671" y="94029"/>
                    </a:lnTo>
                    <a:lnTo>
                      <a:pt x="7826" y="87777"/>
                    </a:lnTo>
                    <a:lnTo>
                      <a:pt x="6252" y="81502"/>
                    </a:lnTo>
                    <a:lnTo>
                      <a:pt x="4948" y="75228"/>
                    </a:lnTo>
                    <a:lnTo>
                      <a:pt x="3868" y="68953"/>
                    </a:lnTo>
                    <a:lnTo>
                      <a:pt x="2969" y="62701"/>
                    </a:lnTo>
                    <a:lnTo>
                      <a:pt x="2271" y="56426"/>
                    </a:lnTo>
                    <a:lnTo>
                      <a:pt x="1709" y="50152"/>
                    </a:lnTo>
                    <a:lnTo>
                      <a:pt x="1260" y="43877"/>
                    </a:lnTo>
                    <a:lnTo>
                      <a:pt x="922" y="37625"/>
                    </a:lnTo>
                    <a:lnTo>
                      <a:pt x="675" y="31350"/>
                    </a:lnTo>
                    <a:lnTo>
                      <a:pt x="472" y="25076"/>
                    </a:lnTo>
                    <a:lnTo>
                      <a:pt x="337" y="18824"/>
                    </a:lnTo>
                    <a:lnTo>
                      <a:pt x="225" y="12549"/>
                    </a:lnTo>
                    <a:lnTo>
                      <a:pt x="158" y="6275"/>
                    </a:lnTo>
                    <a:lnTo>
                      <a:pt x="113" y="0"/>
                    </a:lnTo>
                    <a:lnTo>
                      <a:pt x="0" y="0"/>
                    </a:lnTo>
                    <a:lnTo>
                      <a:pt x="0" y="6275"/>
                    </a:lnTo>
                    <a:lnTo>
                      <a:pt x="0" y="12549"/>
                    </a:lnTo>
                    <a:lnTo>
                      <a:pt x="0" y="18824"/>
                    </a:lnTo>
                    <a:lnTo>
                      <a:pt x="0" y="25076"/>
                    </a:lnTo>
                    <a:lnTo>
                      <a:pt x="0" y="31350"/>
                    </a:lnTo>
                    <a:lnTo>
                      <a:pt x="0" y="37625"/>
                    </a:lnTo>
                    <a:lnTo>
                      <a:pt x="0" y="43877"/>
                    </a:lnTo>
                    <a:lnTo>
                      <a:pt x="0" y="50152"/>
                    </a:lnTo>
                    <a:lnTo>
                      <a:pt x="0" y="56426"/>
                    </a:lnTo>
                    <a:lnTo>
                      <a:pt x="0" y="62701"/>
                    </a:lnTo>
                    <a:lnTo>
                      <a:pt x="0" y="68953"/>
                    </a:lnTo>
                    <a:lnTo>
                      <a:pt x="0" y="75228"/>
                    </a:lnTo>
                    <a:lnTo>
                      <a:pt x="0" y="81502"/>
                    </a:lnTo>
                    <a:lnTo>
                      <a:pt x="0" y="87777"/>
                    </a:lnTo>
                    <a:lnTo>
                      <a:pt x="0" y="94029"/>
                    </a:lnTo>
                    <a:lnTo>
                      <a:pt x="0" y="100304"/>
                    </a:lnTo>
                    <a:lnTo>
                      <a:pt x="0" y="106578"/>
                    </a:lnTo>
                    <a:lnTo>
                      <a:pt x="0" y="112853"/>
                    </a:lnTo>
                    <a:lnTo>
                      <a:pt x="0" y="119105"/>
                    </a:lnTo>
                    <a:lnTo>
                      <a:pt x="0" y="125379"/>
                    </a:lnTo>
                    <a:lnTo>
                      <a:pt x="0" y="131654"/>
                    </a:lnTo>
                    <a:lnTo>
                      <a:pt x="0" y="137929"/>
                    </a:lnTo>
                    <a:lnTo>
                      <a:pt x="0" y="144181"/>
                    </a:lnTo>
                    <a:lnTo>
                      <a:pt x="0" y="150455"/>
                    </a:lnTo>
                    <a:lnTo>
                      <a:pt x="0" y="156730"/>
                    </a:lnTo>
                    <a:lnTo>
                      <a:pt x="0" y="163004"/>
                    </a:lnTo>
                    <a:lnTo>
                      <a:pt x="0" y="169257"/>
                    </a:lnTo>
                    <a:lnTo>
                      <a:pt x="0" y="175531"/>
                    </a:lnTo>
                    <a:lnTo>
                      <a:pt x="0" y="181806"/>
                    </a:lnTo>
                    <a:lnTo>
                      <a:pt x="0" y="188080"/>
                    </a:lnTo>
                    <a:lnTo>
                      <a:pt x="0" y="194332"/>
                    </a:lnTo>
                    <a:lnTo>
                      <a:pt x="0" y="200607"/>
                    </a:lnTo>
                    <a:lnTo>
                      <a:pt x="0" y="206882"/>
                    </a:lnTo>
                    <a:lnTo>
                      <a:pt x="0" y="213134"/>
                    </a:lnTo>
                    <a:lnTo>
                      <a:pt x="0" y="219408"/>
                    </a:lnTo>
                    <a:lnTo>
                      <a:pt x="0" y="225683"/>
                    </a:lnTo>
                    <a:lnTo>
                      <a:pt x="0" y="231957"/>
                    </a:lnTo>
                    <a:lnTo>
                      <a:pt x="0" y="238210"/>
                    </a:lnTo>
                    <a:lnTo>
                      <a:pt x="0" y="244484"/>
                    </a:lnTo>
                    <a:lnTo>
                      <a:pt x="0" y="250759"/>
                    </a:lnTo>
                    <a:lnTo>
                      <a:pt x="0" y="257033"/>
                    </a:lnTo>
                    <a:lnTo>
                      <a:pt x="0" y="263286"/>
                    </a:lnTo>
                    <a:lnTo>
                      <a:pt x="0" y="269560"/>
                    </a:lnTo>
                    <a:lnTo>
                      <a:pt x="0" y="275835"/>
                    </a:lnTo>
                    <a:lnTo>
                      <a:pt x="0" y="282109"/>
                    </a:lnTo>
                    <a:lnTo>
                      <a:pt x="0" y="288361"/>
                    </a:lnTo>
                    <a:lnTo>
                      <a:pt x="0" y="294636"/>
                    </a:lnTo>
                    <a:lnTo>
                      <a:pt x="0" y="300911"/>
                    </a:lnTo>
                    <a:lnTo>
                      <a:pt x="0" y="307185"/>
                    </a:lnTo>
                    <a:lnTo>
                      <a:pt x="0" y="313437"/>
                    </a:lnTo>
                    <a:lnTo>
                      <a:pt x="0" y="319712"/>
                    </a:lnTo>
                    <a:lnTo>
                      <a:pt x="0" y="325987"/>
                    </a:lnTo>
                    <a:lnTo>
                      <a:pt x="0" y="332261"/>
                    </a:lnTo>
                    <a:lnTo>
                      <a:pt x="0" y="338513"/>
                    </a:lnTo>
                    <a:lnTo>
                      <a:pt x="0" y="344788"/>
                    </a:lnTo>
                    <a:lnTo>
                      <a:pt x="0" y="351062"/>
                    </a:lnTo>
                    <a:lnTo>
                      <a:pt x="0" y="357314"/>
                    </a:lnTo>
                    <a:lnTo>
                      <a:pt x="0" y="363589"/>
                    </a:lnTo>
                    <a:lnTo>
                      <a:pt x="0" y="369864"/>
                    </a:lnTo>
                    <a:lnTo>
                      <a:pt x="0" y="376138"/>
                    </a:lnTo>
                    <a:lnTo>
                      <a:pt x="0" y="382390"/>
                    </a:lnTo>
                    <a:lnTo>
                      <a:pt x="0" y="388665"/>
                    </a:lnTo>
                    <a:lnTo>
                      <a:pt x="0" y="394939"/>
                    </a:lnTo>
                    <a:lnTo>
                      <a:pt x="0" y="401214"/>
                    </a:lnTo>
                    <a:lnTo>
                      <a:pt x="0" y="407466"/>
                    </a:lnTo>
                    <a:lnTo>
                      <a:pt x="0" y="413741"/>
                    </a:lnTo>
                    <a:lnTo>
                      <a:pt x="0" y="420015"/>
                    </a:lnTo>
                    <a:lnTo>
                      <a:pt x="0" y="426290"/>
                    </a:lnTo>
                    <a:lnTo>
                      <a:pt x="0" y="432542"/>
                    </a:lnTo>
                    <a:lnTo>
                      <a:pt x="0" y="438817"/>
                    </a:lnTo>
                    <a:lnTo>
                      <a:pt x="0" y="445091"/>
                    </a:lnTo>
                    <a:lnTo>
                      <a:pt x="0" y="451366"/>
                    </a:lnTo>
                    <a:lnTo>
                      <a:pt x="0" y="457618"/>
                    </a:lnTo>
                    <a:lnTo>
                      <a:pt x="0" y="463893"/>
                    </a:lnTo>
                    <a:lnTo>
                      <a:pt x="0" y="470167"/>
                    </a:lnTo>
                    <a:lnTo>
                      <a:pt x="0" y="476442"/>
                    </a:lnTo>
                    <a:lnTo>
                      <a:pt x="0" y="482694"/>
                    </a:lnTo>
                    <a:lnTo>
                      <a:pt x="0" y="488968"/>
                    </a:lnTo>
                    <a:lnTo>
                      <a:pt x="0" y="495243"/>
                    </a:lnTo>
                    <a:lnTo>
                      <a:pt x="0" y="501495"/>
                    </a:lnTo>
                    <a:lnTo>
                      <a:pt x="0" y="507770"/>
                    </a:lnTo>
                    <a:lnTo>
                      <a:pt x="0" y="514044"/>
                    </a:lnTo>
                    <a:lnTo>
                      <a:pt x="0" y="520319"/>
                    </a:lnTo>
                    <a:lnTo>
                      <a:pt x="0" y="526571"/>
                    </a:lnTo>
                    <a:lnTo>
                      <a:pt x="0" y="532846"/>
                    </a:lnTo>
                    <a:lnTo>
                      <a:pt x="0" y="539120"/>
                    </a:lnTo>
                    <a:lnTo>
                      <a:pt x="0" y="545395"/>
                    </a:lnTo>
                    <a:lnTo>
                      <a:pt x="0" y="551647"/>
                    </a:lnTo>
                    <a:lnTo>
                      <a:pt x="0" y="557921"/>
                    </a:lnTo>
                    <a:lnTo>
                      <a:pt x="0" y="564196"/>
                    </a:lnTo>
                    <a:lnTo>
                      <a:pt x="0" y="570471"/>
                    </a:lnTo>
                    <a:lnTo>
                      <a:pt x="0" y="576723"/>
                    </a:lnTo>
                    <a:lnTo>
                      <a:pt x="0" y="582165"/>
                    </a:lnTo>
                    <a:lnTo>
                      <a:pt x="787" y="582165"/>
                    </a:lnTo>
                    <a:lnTo>
                      <a:pt x="967" y="582165"/>
                    </a:lnTo>
                    <a:lnTo>
                      <a:pt x="1237" y="576723"/>
                    </a:lnTo>
                    <a:lnTo>
                      <a:pt x="1687" y="570471"/>
                    </a:lnTo>
                    <a:lnTo>
                      <a:pt x="2249" y="564196"/>
                    </a:lnTo>
                    <a:lnTo>
                      <a:pt x="2969" y="557921"/>
                    </a:lnTo>
                    <a:lnTo>
                      <a:pt x="3846" y="551647"/>
                    </a:lnTo>
                    <a:lnTo>
                      <a:pt x="4948" y="545395"/>
                    </a:lnTo>
                    <a:lnTo>
                      <a:pt x="6275" y="539120"/>
                    </a:lnTo>
                    <a:lnTo>
                      <a:pt x="7871" y="532846"/>
                    </a:lnTo>
                    <a:lnTo>
                      <a:pt x="9760" y="526571"/>
                    </a:lnTo>
                    <a:lnTo>
                      <a:pt x="11942" y="520319"/>
                    </a:lnTo>
                    <a:lnTo>
                      <a:pt x="14416" y="514044"/>
                    </a:lnTo>
                    <a:lnTo>
                      <a:pt x="17227" y="507770"/>
                    </a:lnTo>
                    <a:lnTo>
                      <a:pt x="20308" y="501495"/>
                    </a:lnTo>
                    <a:lnTo>
                      <a:pt x="23682" y="495243"/>
                    </a:lnTo>
                    <a:lnTo>
                      <a:pt x="27257" y="488968"/>
                    </a:lnTo>
                    <a:lnTo>
                      <a:pt x="31013" y="482694"/>
                    </a:lnTo>
                    <a:lnTo>
                      <a:pt x="34859" y="476442"/>
                    </a:lnTo>
                    <a:close/>
                  </a:path>
                </a:pathLst>
              </a:custGeom>
              <a:solidFill>
                <a:srgbClr val="B4E4FA">
                  <a:alpha val="50000"/>
                </a:srgbClr>
              </a:solidFill>
              <a:ln w="2249" cap="flat">
                <a:noFill/>
                <a:prstDash val="solid"/>
                <a:miter/>
              </a:ln>
            </p:spPr>
            <p:txBody>
              <a:bodyPr rtlCol="0" anchor="ctr"/>
              <a:lstStyle/>
              <a:p>
                <a:endParaRPr lang="en-US"/>
              </a:p>
            </p:txBody>
          </p:sp>
          <p:sp>
            <p:nvSpPr>
              <p:cNvPr id="3916" name="Freeform 3915">
                <a:extLst>
                  <a:ext uri="{FF2B5EF4-FFF2-40B4-BE49-F238E27FC236}">
                    <a16:creationId xmlns:a16="http://schemas.microsoft.com/office/drawing/2014/main" id="{B69801AB-626B-EBAC-3081-563F4FBB9BED}"/>
                  </a:ext>
                </a:extLst>
              </p:cNvPr>
              <p:cNvSpPr/>
              <p:nvPr/>
            </p:nvSpPr>
            <p:spPr>
              <a:xfrm>
                <a:off x="3686247" y="5429487"/>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20"/>
                      <a:pt x="5960" y="11920"/>
                    </a:cubicBezTo>
                    <a:cubicBezTo>
                      <a:pt x="9243" y="11920"/>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17" name="Freeform 3916">
                <a:extLst>
                  <a:ext uri="{FF2B5EF4-FFF2-40B4-BE49-F238E27FC236}">
                    <a16:creationId xmlns:a16="http://schemas.microsoft.com/office/drawing/2014/main" id="{60E8AE23-CFBF-E65C-4365-EB440863A329}"/>
                  </a:ext>
                </a:extLst>
              </p:cNvPr>
              <p:cNvSpPr/>
              <p:nvPr/>
            </p:nvSpPr>
            <p:spPr>
              <a:xfrm>
                <a:off x="3716220" y="5145248"/>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20"/>
                      <a:pt x="5960" y="11920"/>
                    </a:cubicBezTo>
                    <a:cubicBezTo>
                      <a:pt x="9243" y="11920"/>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18" name="Freeform 3917">
                <a:extLst>
                  <a:ext uri="{FF2B5EF4-FFF2-40B4-BE49-F238E27FC236}">
                    <a16:creationId xmlns:a16="http://schemas.microsoft.com/office/drawing/2014/main" id="{C67775BB-1BA1-FBAE-0134-F52C64E21EE7}"/>
                  </a:ext>
                </a:extLst>
              </p:cNvPr>
              <p:cNvSpPr/>
              <p:nvPr/>
            </p:nvSpPr>
            <p:spPr>
              <a:xfrm>
                <a:off x="3753773" y="5022573"/>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19" name="Freeform 3918">
                <a:extLst>
                  <a:ext uri="{FF2B5EF4-FFF2-40B4-BE49-F238E27FC236}">
                    <a16:creationId xmlns:a16="http://schemas.microsoft.com/office/drawing/2014/main" id="{57C2AAE7-A7E0-D4D9-0820-9ED61237FB07}"/>
                  </a:ext>
                </a:extLst>
              </p:cNvPr>
              <p:cNvSpPr/>
              <p:nvPr/>
            </p:nvSpPr>
            <p:spPr>
              <a:xfrm>
                <a:off x="3710495" y="5022573"/>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20" name="Freeform 3919">
                <a:extLst>
                  <a:ext uri="{FF2B5EF4-FFF2-40B4-BE49-F238E27FC236}">
                    <a16:creationId xmlns:a16="http://schemas.microsoft.com/office/drawing/2014/main" id="{86B0722B-53DC-5A84-DB42-122D7C1724F1}"/>
                  </a:ext>
                </a:extLst>
              </p:cNvPr>
              <p:cNvSpPr/>
              <p:nvPr/>
            </p:nvSpPr>
            <p:spPr>
              <a:xfrm>
                <a:off x="3777093" y="4848123"/>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21" name="Freeform 3920">
                <a:extLst>
                  <a:ext uri="{FF2B5EF4-FFF2-40B4-BE49-F238E27FC236}">
                    <a16:creationId xmlns:a16="http://schemas.microsoft.com/office/drawing/2014/main" id="{F015D965-C557-B125-3594-6670F65F18B1}"/>
                  </a:ext>
                </a:extLst>
              </p:cNvPr>
              <p:cNvSpPr/>
              <p:nvPr/>
            </p:nvSpPr>
            <p:spPr>
              <a:xfrm>
                <a:off x="3728933" y="5608655"/>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20"/>
                      <a:pt x="5960" y="11920"/>
                    </a:cubicBezTo>
                    <a:cubicBezTo>
                      <a:pt x="9243" y="11920"/>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22" name="Freeform 3921">
                <a:extLst>
                  <a:ext uri="{FF2B5EF4-FFF2-40B4-BE49-F238E27FC236}">
                    <a16:creationId xmlns:a16="http://schemas.microsoft.com/office/drawing/2014/main" id="{BD3626EC-5C6C-9ED7-2A5D-1CD4C5FCA711}"/>
                  </a:ext>
                </a:extLst>
              </p:cNvPr>
              <p:cNvSpPr/>
              <p:nvPr/>
            </p:nvSpPr>
            <p:spPr>
              <a:xfrm>
                <a:off x="3748637" y="5080668"/>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23" name="Freeform 3922">
                <a:extLst>
                  <a:ext uri="{FF2B5EF4-FFF2-40B4-BE49-F238E27FC236}">
                    <a16:creationId xmlns:a16="http://schemas.microsoft.com/office/drawing/2014/main" id="{23026D91-238A-DDF4-7DD6-EB35CEFD6B56}"/>
                  </a:ext>
                </a:extLst>
              </p:cNvPr>
              <p:cNvSpPr/>
              <p:nvPr/>
            </p:nvSpPr>
            <p:spPr>
              <a:xfrm>
                <a:off x="3761096" y="5628864"/>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20"/>
                      <a:pt x="5960" y="11920"/>
                    </a:cubicBezTo>
                    <a:cubicBezTo>
                      <a:pt x="9243" y="11920"/>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24" name="Freeform 3923">
                <a:extLst>
                  <a:ext uri="{FF2B5EF4-FFF2-40B4-BE49-F238E27FC236}">
                    <a16:creationId xmlns:a16="http://schemas.microsoft.com/office/drawing/2014/main" id="{E3753A84-9CE5-8C0D-1625-9F9CDD7947C9}"/>
                  </a:ext>
                </a:extLst>
              </p:cNvPr>
              <p:cNvSpPr/>
              <p:nvPr/>
            </p:nvSpPr>
            <p:spPr>
              <a:xfrm rot="20194800">
                <a:off x="3663912" y="5779092"/>
                <a:ext cx="44622" cy="44622"/>
              </a:xfrm>
              <a:custGeom>
                <a:avLst/>
                <a:gdLst>
                  <a:gd name="connsiteX0" fmla="*/ 11919 w 11919"/>
                  <a:gd name="connsiteY0" fmla="*/ 5960 h 11919"/>
                  <a:gd name="connsiteX1" fmla="*/ 5960 w 11919"/>
                  <a:gd name="connsiteY1" fmla="*/ 11920 h 11919"/>
                  <a:gd name="connsiteX2" fmla="*/ 0 w 11919"/>
                  <a:gd name="connsiteY2" fmla="*/ 5960 h 11919"/>
                  <a:gd name="connsiteX3" fmla="*/ 5960 w 11919"/>
                  <a:gd name="connsiteY3" fmla="*/ 0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9251"/>
                      <a:pt x="9251" y="11920"/>
                      <a:pt x="5960" y="11920"/>
                    </a:cubicBezTo>
                    <a:cubicBezTo>
                      <a:pt x="2668" y="11920"/>
                      <a:pt x="0" y="9251"/>
                      <a:pt x="0" y="5960"/>
                    </a:cubicBezTo>
                    <a:cubicBezTo>
                      <a:pt x="0" y="2668"/>
                      <a:pt x="2668" y="0"/>
                      <a:pt x="5960" y="0"/>
                    </a:cubicBezTo>
                    <a:cubicBezTo>
                      <a:pt x="9251" y="0"/>
                      <a:pt x="11919" y="2668"/>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25" name="Freeform 3924">
                <a:extLst>
                  <a:ext uri="{FF2B5EF4-FFF2-40B4-BE49-F238E27FC236}">
                    <a16:creationId xmlns:a16="http://schemas.microsoft.com/office/drawing/2014/main" id="{F61945DA-C356-2F5A-BEAB-A3A9A238D917}"/>
                  </a:ext>
                </a:extLst>
              </p:cNvPr>
              <p:cNvSpPr/>
              <p:nvPr/>
            </p:nvSpPr>
            <p:spPr>
              <a:xfrm>
                <a:off x="3714284" y="5608655"/>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20"/>
                      <a:pt x="5960" y="11920"/>
                    </a:cubicBezTo>
                    <a:cubicBezTo>
                      <a:pt x="9243" y="11920"/>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26" name="Freeform 3925">
                <a:extLst>
                  <a:ext uri="{FF2B5EF4-FFF2-40B4-BE49-F238E27FC236}">
                    <a16:creationId xmlns:a16="http://schemas.microsoft.com/office/drawing/2014/main" id="{36A866C3-7A50-72DD-242E-142256AFB13A}"/>
                  </a:ext>
                </a:extLst>
              </p:cNvPr>
              <p:cNvSpPr/>
              <p:nvPr/>
            </p:nvSpPr>
            <p:spPr>
              <a:xfrm>
                <a:off x="3745859" y="5255119"/>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27" name="Freeform 3926">
                <a:extLst>
                  <a:ext uri="{FF2B5EF4-FFF2-40B4-BE49-F238E27FC236}">
                    <a16:creationId xmlns:a16="http://schemas.microsoft.com/office/drawing/2014/main" id="{1BFCEE62-9DD9-496C-3BEB-3DBD87DD76D9}"/>
                  </a:ext>
                </a:extLst>
              </p:cNvPr>
              <p:cNvSpPr/>
              <p:nvPr/>
            </p:nvSpPr>
            <p:spPr>
              <a:xfrm>
                <a:off x="3776086" y="5497855"/>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20"/>
                      <a:pt x="5960" y="11920"/>
                    </a:cubicBezTo>
                    <a:cubicBezTo>
                      <a:pt x="9243" y="11920"/>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28" name="Freeform 3927">
                <a:extLst>
                  <a:ext uri="{FF2B5EF4-FFF2-40B4-BE49-F238E27FC236}">
                    <a16:creationId xmlns:a16="http://schemas.microsoft.com/office/drawing/2014/main" id="{3834E7CD-219A-4530-810B-4AF14846AC1D}"/>
                  </a:ext>
                </a:extLst>
              </p:cNvPr>
              <p:cNvSpPr/>
              <p:nvPr/>
            </p:nvSpPr>
            <p:spPr>
              <a:xfrm>
                <a:off x="3693742" y="4673754"/>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29" name="Freeform 3928">
                <a:extLst>
                  <a:ext uri="{FF2B5EF4-FFF2-40B4-BE49-F238E27FC236}">
                    <a16:creationId xmlns:a16="http://schemas.microsoft.com/office/drawing/2014/main" id="{851F23C8-981A-8870-FC9D-D27D5FBD9779}"/>
                  </a:ext>
                </a:extLst>
              </p:cNvPr>
              <p:cNvSpPr/>
              <p:nvPr/>
            </p:nvSpPr>
            <p:spPr>
              <a:xfrm>
                <a:off x="3793344" y="4906300"/>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30" name="Freeform 3929">
                <a:extLst>
                  <a:ext uri="{FF2B5EF4-FFF2-40B4-BE49-F238E27FC236}">
                    <a16:creationId xmlns:a16="http://schemas.microsoft.com/office/drawing/2014/main" id="{E989C0C7-C076-55BF-82CB-9310A5B0668F}"/>
                  </a:ext>
                </a:extLst>
              </p:cNvPr>
              <p:cNvSpPr/>
              <p:nvPr/>
            </p:nvSpPr>
            <p:spPr>
              <a:xfrm>
                <a:off x="3654927" y="5022573"/>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32" name="Freeform 3931">
                <a:extLst>
                  <a:ext uri="{FF2B5EF4-FFF2-40B4-BE49-F238E27FC236}">
                    <a16:creationId xmlns:a16="http://schemas.microsoft.com/office/drawing/2014/main" id="{DA8D6B58-8D63-D45F-EEF2-885D06B1F8B9}"/>
                  </a:ext>
                </a:extLst>
              </p:cNvPr>
              <p:cNvSpPr/>
              <p:nvPr/>
            </p:nvSpPr>
            <p:spPr>
              <a:xfrm>
                <a:off x="3707718" y="5138846"/>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33" name="Freeform 3932">
                <a:extLst>
                  <a:ext uri="{FF2B5EF4-FFF2-40B4-BE49-F238E27FC236}">
                    <a16:creationId xmlns:a16="http://schemas.microsoft.com/office/drawing/2014/main" id="{887057D8-1D45-ABA4-67B3-B9E9A673286D}"/>
                  </a:ext>
                </a:extLst>
              </p:cNvPr>
              <p:cNvSpPr/>
              <p:nvPr/>
            </p:nvSpPr>
            <p:spPr>
              <a:xfrm>
                <a:off x="3678415" y="4557481"/>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34" name="Freeform 3933">
                <a:extLst>
                  <a:ext uri="{FF2B5EF4-FFF2-40B4-BE49-F238E27FC236}">
                    <a16:creationId xmlns:a16="http://schemas.microsoft.com/office/drawing/2014/main" id="{3EA6E046-158E-8529-B754-599F125F7984}"/>
                  </a:ext>
                </a:extLst>
              </p:cNvPr>
              <p:cNvSpPr/>
              <p:nvPr/>
            </p:nvSpPr>
            <p:spPr>
              <a:xfrm>
                <a:off x="3672354" y="4790027"/>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35" name="Freeform 3934">
                <a:extLst>
                  <a:ext uri="{FF2B5EF4-FFF2-40B4-BE49-F238E27FC236}">
                    <a16:creationId xmlns:a16="http://schemas.microsoft.com/office/drawing/2014/main" id="{A2224C7F-57F9-05E1-A077-0A00D958B07C}"/>
                  </a:ext>
                </a:extLst>
              </p:cNvPr>
              <p:cNvSpPr/>
              <p:nvPr/>
            </p:nvSpPr>
            <p:spPr>
              <a:xfrm>
                <a:off x="3808413" y="5083783"/>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37" name="Freeform 3936">
                <a:extLst>
                  <a:ext uri="{FF2B5EF4-FFF2-40B4-BE49-F238E27FC236}">
                    <a16:creationId xmlns:a16="http://schemas.microsoft.com/office/drawing/2014/main" id="{0FBF77A8-9E12-C408-6CDA-BCD24689036D}"/>
                  </a:ext>
                </a:extLst>
              </p:cNvPr>
              <p:cNvSpPr/>
              <p:nvPr/>
            </p:nvSpPr>
            <p:spPr>
              <a:xfrm>
                <a:off x="3802520" y="5022573"/>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38" name="Freeform 3937">
                <a:extLst>
                  <a:ext uri="{FF2B5EF4-FFF2-40B4-BE49-F238E27FC236}">
                    <a16:creationId xmlns:a16="http://schemas.microsoft.com/office/drawing/2014/main" id="{20FA59A5-CE2A-D982-A5D7-413C3760BEE5}"/>
                  </a:ext>
                </a:extLst>
              </p:cNvPr>
              <p:cNvSpPr/>
              <p:nvPr/>
            </p:nvSpPr>
            <p:spPr>
              <a:xfrm>
                <a:off x="3787703" y="5151140"/>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40" name="Freeform 3939">
                <a:extLst>
                  <a:ext uri="{FF2B5EF4-FFF2-40B4-BE49-F238E27FC236}">
                    <a16:creationId xmlns:a16="http://schemas.microsoft.com/office/drawing/2014/main" id="{59629DAA-805C-A8A9-80A9-2C98AD1818E2}"/>
                  </a:ext>
                </a:extLst>
              </p:cNvPr>
              <p:cNvSpPr/>
              <p:nvPr/>
            </p:nvSpPr>
            <p:spPr>
              <a:xfrm>
                <a:off x="3644404" y="5603942"/>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41" name="Freeform 3940">
                <a:extLst>
                  <a:ext uri="{FF2B5EF4-FFF2-40B4-BE49-F238E27FC236}">
                    <a16:creationId xmlns:a16="http://schemas.microsoft.com/office/drawing/2014/main" id="{DF03E050-68BE-47FD-301B-F80F14F12363}"/>
                  </a:ext>
                </a:extLst>
              </p:cNvPr>
              <p:cNvSpPr/>
              <p:nvPr/>
            </p:nvSpPr>
            <p:spPr>
              <a:xfrm>
                <a:off x="3745436" y="4731850"/>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42" name="Freeform 3941">
                <a:extLst>
                  <a:ext uri="{FF2B5EF4-FFF2-40B4-BE49-F238E27FC236}">
                    <a16:creationId xmlns:a16="http://schemas.microsoft.com/office/drawing/2014/main" id="{9EDB05CD-56E1-4FFD-44D7-2FD6D0BA243E}"/>
                  </a:ext>
                </a:extLst>
              </p:cNvPr>
              <p:cNvSpPr/>
              <p:nvPr/>
            </p:nvSpPr>
            <p:spPr>
              <a:xfrm>
                <a:off x="3702330" y="5196941"/>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43" name="Freeform 3942">
                <a:extLst>
                  <a:ext uri="{FF2B5EF4-FFF2-40B4-BE49-F238E27FC236}">
                    <a16:creationId xmlns:a16="http://schemas.microsoft.com/office/drawing/2014/main" id="{D81CC8DA-49D2-E6AC-6562-A6FB2E289741}"/>
                  </a:ext>
                </a:extLst>
              </p:cNvPr>
              <p:cNvSpPr/>
              <p:nvPr/>
            </p:nvSpPr>
            <p:spPr>
              <a:xfrm>
                <a:off x="3723123" y="5138846"/>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44" name="Freeform 3943">
                <a:extLst>
                  <a:ext uri="{FF2B5EF4-FFF2-40B4-BE49-F238E27FC236}">
                    <a16:creationId xmlns:a16="http://schemas.microsoft.com/office/drawing/2014/main" id="{8753C38F-9D67-6185-DC8B-BAF2328A68A0}"/>
                  </a:ext>
                </a:extLst>
              </p:cNvPr>
              <p:cNvSpPr/>
              <p:nvPr/>
            </p:nvSpPr>
            <p:spPr>
              <a:xfrm>
                <a:off x="3724557" y="5304544"/>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45" name="Freeform 3944">
                <a:extLst>
                  <a:ext uri="{FF2B5EF4-FFF2-40B4-BE49-F238E27FC236}">
                    <a16:creationId xmlns:a16="http://schemas.microsoft.com/office/drawing/2014/main" id="{BF07F0B8-8D4E-145D-8CF3-034C029B5EA0}"/>
                  </a:ext>
                </a:extLst>
              </p:cNvPr>
              <p:cNvSpPr/>
              <p:nvPr/>
            </p:nvSpPr>
            <p:spPr>
              <a:xfrm>
                <a:off x="3777347" y="5138846"/>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46" name="Freeform 3945">
                <a:extLst>
                  <a:ext uri="{FF2B5EF4-FFF2-40B4-BE49-F238E27FC236}">
                    <a16:creationId xmlns:a16="http://schemas.microsoft.com/office/drawing/2014/main" id="{C15CF07E-1704-E623-D9E1-CDF78FE5E43C}"/>
                  </a:ext>
                </a:extLst>
              </p:cNvPr>
              <p:cNvSpPr/>
              <p:nvPr/>
            </p:nvSpPr>
            <p:spPr>
              <a:xfrm>
                <a:off x="3732808" y="4731850"/>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947" name="Freeform 3946">
                <a:extLst>
                  <a:ext uri="{FF2B5EF4-FFF2-40B4-BE49-F238E27FC236}">
                    <a16:creationId xmlns:a16="http://schemas.microsoft.com/office/drawing/2014/main" id="{BD22E649-1D0E-000F-9122-BF1E42A116EE}"/>
                  </a:ext>
                </a:extLst>
              </p:cNvPr>
              <p:cNvSpPr/>
              <p:nvPr/>
            </p:nvSpPr>
            <p:spPr>
              <a:xfrm>
                <a:off x="3966616" y="4957660"/>
                <a:ext cx="133532" cy="462902"/>
              </a:xfrm>
              <a:custGeom>
                <a:avLst/>
                <a:gdLst>
                  <a:gd name="connsiteX0" fmla="*/ 0 w 35668"/>
                  <a:gd name="connsiteY0" fmla="*/ 0 h 123647"/>
                  <a:gd name="connsiteX1" fmla="*/ 35669 w 35668"/>
                  <a:gd name="connsiteY1" fmla="*/ 0 h 123647"/>
                  <a:gd name="connsiteX2" fmla="*/ 35669 w 35668"/>
                  <a:gd name="connsiteY2" fmla="*/ 123648 h 123647"/>
                  <a:gd name="connsiteX3" fmla="*/ 0 w 35668"/>
                  <a:gd name="connsiteY3" fmla="*/ 123648 h 123647"/>
                </a:gdLst>
                <a:ahLst/>
                <a:cxnLst>
                  <a:cxn ang="0">
                    <a:pos x="connsiteX0" y="connsiteY0"/>
                  </a:cxn>
                  <a:cxn ang="0">
                    <a:pos x="connsiteX1" y="connsiteY1"/>
                  </a:cxn>
                  <a:cxn ang="0">
                    <a:pos x="connsiteX2" y="connsiteY2"/>
                  </a:cxn>
                  <a:cxn ang="0">
                    <a:pos x="connsiteX3" y="connsiteY3"/>
                  </a:cxn>
                </a:cxnLst>
                <a:rect l="l" t="t" r="r" b="b"/>
                <a:pathLst>
                  <a:path w="35668" h="123647">
                    <a:moveTo>
                      <a:pt x="0" y="0"/>
                    </a:moveTo>
                    <a:lnTo>
                      <a:pt x="35669" y="0"/>
                    </a:lnTo>
                    <a:lnTo>
                      <a:pt x="35669" y="123648"/>
                    </a:lnTo>
                    <a:lnTo>
                      <a:pt x="0" y="123648"/>
                    </a:lnTo>
                    <a:close/>
                  </a:path>
                </a:pathLst>
              </a:custGeom>
              <a:solidFill>
                <a:srgbClr val="B4E4FA"/>
              </a:solidFill>
              <a:ln w="2249" cap="flat">
                <a:noFill/>
                <a:prstDash val="solid"/>
                <a:miter/>
              </a:ln>
            </p:spPr>
            <p:txBody>
              <a:bodyPr rtlCol="0" anchor="ctr"/>
              <a:lstStyle/>
              <a:p>
                <a:endParaRPr lang="en-US"/>
              </a:p>
            </p:txBody>
          </p:sp>
          <p:sp>
            <p:nvSpPr>
              <p:cNvPr id="3948" name="Freeform 3947">
                <a:extLst>
                  <a:ext uri="{FF2B5EF4-FFF2-40B4-BE49-F238E27FC236}">
                    <a16:creationId xmlns:a16="http://schemas.microsoft.com/office/drawing/2014/main" id="{36AD5945-6D5A-5F31-685D-BAB9373FA49E}"/>
                  </a:ext>
                </a:extLst>
              </p:cNvPr>
              <p:cNvSpPr/>
              <p:nvPr/>
            </p:nvSpPr>
            <p:spPr>
              <a:xfrm>
                <a:off x="3966616" y="4957660"/>
                <a:ext cx="133532" cy="462902"/>
              </a:xfrm>
              <a:custGeom>
                <a:avLst/>
                <a:gdLst>
                  <a:gd name="connsiteX0" fmla="*/ 0 w 35668"/>
                  <a:gd name="connsiteY0" fmla="*/ 0 h 123647"/>
                  <a:gd name="connsiteX1" fmla="*/ 35669 w 35668"/>
                  <a:gd name="connsiteY1" fmla="*/ 0 h 123647"/>
                  <a:gd name="connsiteX2" fmla="*/ 35669 w 35668"/>
                  <a:gd name="connsiteY2" fmla="*/ 123648 h 123647"/>
                  <a:gd name="connsiteX3" fmla="*/ 0 w 35668"/>
                  <a:gd name="connsiteY3" fmla="*/ 123648 h 123647"/>
                </a:gdLst>
                <a:ahLst/>
                <a:cxnLst>
                  <a:cxn ang="0">
                    <a:pos x="connsiteX0" y="connsiteY0"/>
                  </a:cxn>
                  <a:cxn ang="0">
                    <a:pos x="connsiteX1" y="connsiteY1"/>
                  </a:cxn>
                  <a:cxn ang="0">
                    <a:pos x="connsiteX2" y="connsiteY2"/>
                  </a:cxn>
                  <a:cxn ang="0">
                    <a:pos x="connsiteX3" y="connsiteY3"/>
                  </a:cxn>
                </a:cxnLst>
                <a:rect l="l" t="t" r="r" b="b"/>
                <a:pathLst>
                  <a:path w="35668" h="123647">
                    <a:moveTo>
                      <a:pt x="0" y="0"/>
                    </a:moveTo>
                    <a:lnTo>
                      <a:pt x="35669" y="0"/>
                    </a:lnTo>
                    <a:lnTo>
                      <a:pt x="35669" y="123648"/>
                    </a:lnTo>
                    <a:lnTo>
                      <a:pt x="0" y="123648"/>
                    </a:lnTo>
                    <a:close/>
                  </a:path>
                </a:pathLst>
              </a:custGeom>
              <a:noFill/>
              <a:ln w="4498" cap="flat">
                <a:solidFill>
                  <a:srgbClr val="000000"/>
                </a:solidFill>
                <a:prstDash val="solid"/>
                <a:miter/>
              </a:ln>
            </p:spPr>
            <p:txBody>
              <a:bodyPr rtlCol="0" anchor="ctr"/>
              <a:lstStyle/>
              <a:p>
                <a:endParaRPr lang="en-US"/>
              </a:p>
            </p:txBody>
          </p:sp>
          <p:sp>
            <p:nvSpPr>
              <p:cNvPr id="3949" name="Freeform 3948">
                <a:extLst>
                  <a:ext uri="{FF2B5EF4-FFF2-40B4-BE49-F238E27FC236}">
                    <a16:creationId xmlns:a16="http://schemas.microsoft.com/office/drawing/2014/main" id="{28AE0755-450A-E4DE-7CAE-BDC289EE787C}"/>
                  </a:ext>
                </a:extLst>
              </p:cNvPr>
              <p:cNvSpPr/>
              <p:nvPr/>
            </p:nvSpPr>
            <p:spPr>
              <a:xfrm>
                <a:off x="3966616" y="5161159"/>
                <a:ext cx="133532" cy="8416"/>
              </a:xfrm>
              <a:custGeom>
                <a:avLst/>
                <a:gdLst>
                  <a:gd name="connsiteX0" fmla="*/ 0 w 35668"/>
                  <a:gd name="connsiteY0" fmla="*/ 0 h 2248"/>
                  <a:gd name="connsiteX1" fmla="*/ 35669 w 35668"/>
                  <a:gd name="connsiteY1" fmla="*/ 0 h 2248"/>
                </a:gdLst>
                <a:ahLst/>
                <a:cxnLst>
                  <a:cxn ang="0">
                    <a:pos x="connsiteX0" y="connsiteY0"/>
                  </a:cxn>
                  <a:cxn ang="0">
                    <a:pos x="connsiteX1" y="connsiteY1"/>
                  </a:cxn>
                </a:cxnLst>
                <a:rect l="l" t="t" r="r" b="b"/>
                <a:pathLst>
                  <a:path w="35668" h="2248">
                    <a:moveTo>
                      <a:pt x="0" y="0"/>
                    </a:moveTo>
                    <a:lnTo>
                      <a:pt x="35669" y="0"/>
                    </a:lnTo>
                  </a:path>
                </a:pathLst>
              </a:custGeom>
              <a:ln w="4498" cap="flat">
                <a:solidFill>
                  <a:srgbClr val="000000"/>
                </a:solidFill>
                <a:prstDash val="solid"/>
                <a:round/>
              </a:ln>
            </p:spPr>
            <p:txBody>
              <a:bodyPr rtlCol="0" anchor="ctr"/>
              <a:lstStyle/>
              <a:p>
                <a:endParaRPr lang="en-US"/>
              </a:p>
            </p:txBody>
          </p:sp>
        </p:grpSp>
        <p:grpSp>
          <p:nvGrpSpPr>
            <p:cNvPr id="4298" name="Group 4297">
              <a:extLst>
                <a:ext uri="{FF2B5EF4-FFF2-40B4-BE49-F238E27FC236}">
                  <a16:creationId xmlns:a16="http://schemas.microsoft.com/office/drawing/2014/main" id="{E8673797-2B23-4239-D466-380228F6B0CE}"/>
                </a:ext>
              </a:extLst>
            </p:cNvPr>
            <p:cNvGrpSpPr/>
            <p:nvPr/>
          </p:nvGrpSpPr>
          <p:grpSpPr>
            <a:xfrm>
              <a:off x="8268734" y="3852517"/>
              <a:ext cx="847416" cy="2220473"/>
              <a:chOff x="8268734" y="3852517"/>
              <a:chExt cx="847416" cy="2220473"/>
            </a:xfrm>
          </p:grpSpPr>
          <p:grpSp>
            <p:nvGrpSpPr>
              <p:cNvPr id="4297" name="Group 4296">
                <a:extLst>
                  <a:ext uri="{FF2B5EF4-FFF2-40B4-BE49-F238E27FC236}">
                    <a16:creationId xmlns:a16="http://schemas.microsoft.com/office/drawing/2014/main" id="{023FE109-56C0-011A-2C54-91A10A04AA61}"/>
                  </a:ext>
                </a:extLst>
              </p:cNvPr>
              <p:cNvGrpSpPr/>
              <p:nvPr/>
            </p:nvGrpSpPr>
            <p:grpSpPr>
              <a:xfrm>
                <a:off x="8268734" y="3852517"/>
                <a:ext cx="847416" cy="2220473"/>
                <a:chOff x="8268734" y="3852517"/>
                <a:chExt cx="847416" cy="2220473"/>
              </a:xfrm>
            </p:grpSpPr>
            <p:sp>
              <p:nvSpPr>
                <p:cNvPr id="4096" name="Freeform 4095">
                  <a:extLst>
                    <a:ext uri="{FF2B5EF4-FFF2-40B4-BE49-F238E27FC236}">
                      <a16:creationId xmlns:a16="http://schemas.microsoft.com/office/drawing/2014/main" id="{903AA9A4-7B1A-3876-0512-46D76716DB68}"/>
                    </a:ext>
                  </a:extLst>
                </p:cNvPr>
                <p:cNvSpPr/>
                <p:nvPr/>
              </p:nvSpPr>
              <p:spPr>
                <a:xfrm>
                  <a:off x="8673371" y="3852517"/>
                  <a:ext cx="442779" cy="2220473"/>
                </a:xfrm>
                <a:custGeom>
                  <a:avLst/>
                  <a:gdLst>
                    <a:gd name="connsiteX0" fmla="*/ 135 w 118272"/>
                    <a:gd name="connsiteY0" fmla="*/ 587113 h 593117"/>
                    <a:gd name="connsiteX1" fmla="*/ 203 w 118272"/>
                    <a:gd name="connsiteY1" fmla="*/ 581131 h 593117"/>
                    <a:gd name="connsiteX2" fmla="*/ 315 w 118272"/>
                    <a:gd name="connsiteY2" fmla="*/ 575149 h 593117"/>
                    <a:gd name="connsiteX3" fmla="*/ 450 w 118272"/>
                    <a:gd name="connsiteY3" fmla="*/ 569144 h 593117"/>
                    <a:gd name="connsiteX4" fmla="*/ 652 w 118272"/>
                    <a:gd name="connsiteY4" fmla="*/ 563162 h 593117"/>
                    <a:gd name="connsiteX5" fmla="*/ 922 w 118272"/>
                    <a:gd name="connsiteY5" fmla="*/ 557157 h 593117"/>
                    <a:gd name="connsiteX6" fmla="*/ 1260 w 118272"/>
                    <a:gd name="connsiteY6" fmla="*/ 551175 h 593117"/>
                    <a:gd name="connsiteX7" fmla="*/ 1709 w 118272"/>
                    <a:gd name="connsiteY7" fmla="*/ 545192 h 593117"/>
                    <a:gd name="connsiteX8" fmla="*/ 2271 w 118272"/>
                    <a:gd name="connsiteY8" fmla="*/ 539188 h 593117"/>
                    <a:gd name="connsiteX9" fmla="*/ 2946 w 118272"/>
                    <a:gd name="connsiteY9" fmla="*/ 533206 h 593117"/>
                    <a:gd name="connsiteX10" fmla="*/ 3778 w 118272"/>
                    <a:gd name="connsiteY10" fmla="*/ 527201 h 593117"/>
                    <a:gd name="connsiteX11" fmla="*/ 4746 w 118272"/>
                    <a:gd name="connsiteY11" fmla="*/ 521219 h 593117"/>
                    <a:gd name="connsiteX12" fmla="*/ 5892 w 118272"/>
                    <a:gd name="connsiteY12" fmla="*/ 515236 h 593117"/>
                    <a:gd name="connsiteX13" fmla="*/ 7197 w 118272"/>
                    <a:gd name="connsiteY13" fmla="*/ 509232 h 593117"/>
                    <a:gd name="connsiteX14" fmla="*/ 8703 w 118272"/>
                    <a:gd name="connsiteY14" fmla="*/ 503249 h 593117"/>
                    <a:gd name="connsiteX15" fmla="*/ 10390 w 118272"/>
                    <a:gd name="connsiteY15" fmla="*/ 497245 h 593117"/>
                    <a:gd name="connsiteX16" fmla="*/ 12302 w 118272"/>
                    <a:gd name="connsiteY16" fmla="*/ 491262 h 593117"/>
                    <a:gd name="connsiteX17" fmla="*/ 14483 w 118272"/>
                    <a:gd name="connsiteY17" fmla="*/ 485280 h 593117"/>
                    <a:gd name="connsiteX18" fmla="*/ 16935 w 118272"/>
                    <a:gd name="connsiteY18" fmla="*/ 479275 h 593117"/>
                    <a:gd name="connsiteX19" fmla="*/ 19701 w 118272"/>
                    <a:gd name="connsiteY19" fmla="*/ 473293 h 593117"/>
                    <a:gd name="connsiteX20" fmla="*/ 22872 w 118272"/>
                    <a:gd name="connsiteY20" fmla="*/ 467289 h 593117"/>
                    <a:gd name="connsiteX21" fmla="*/ 26470 w 118272"/>
                    <a:gd name="connsiteY21" fmla="*/ 461306 h 593117"/>
                    <a:gd name="connsiteX22" fmla="*/ 30541 w 118272"/>
                    <a:gd name="connsiteY22" fmla="*/ 455324 h 593117"/>
                    <a:gd name="connsiteX23" fmla="*/ 35151 w 118272"/>
                    <a:gd name="connsiteY23" fmla="*/ 449319 h 593117"/>
                    <a:gd name="connsiteX24" fmla="*/ 40301 w 118272"/>
                    <a:gd name="connsiteY24" fmla="*/ 443337 h 593117"/>
                    <a:gd name="connsiteX25" fmla="*/ 46014 w 118272"/>
                    <a:gd name="connsiteY25" fmla="*/ 437332 h 593117"/>
                    <a:gd name="connsiteX26" fmla="*/ 52266 w 118272"/>
                    <a:gd name="connsiteY26" fmla="*/ 431350 h 593117"/>
                    <a:gd name="connsiteX27" fmla="*/ 58945 w 118272"/>
                    <a:gd name="connsiteY27" fmla="*/ 425368 h 593117"/>
                    <a:gd name="connsiteX28" fmla="*/ 66007 w 118272"/>
                    <a:gd name="connsiteY28" fmla="*/ 419363 h 593117"/>
                    <a:gd name="connsiteX29" fmla="*/ 73271 w 118272"/>
                    <a:gd name="connsiteY29" fmla="*/ 413381 h 593117"/>
                    <a:gd name="connsiteX30" fmla="*/ 80558 w 118272"/>
                    <a:gd name="connsiteY30" fmla="*/ 407399 h 593117"/>
                    <a:gd name="connsiteX31" fmla="*/ 87709 w 118272"/>
                    <a:gd name="connsiteY31" fmla="*/ 401394 h 593117"/>
                    <a:gd name="connsiteX32" fmla="*/ 94501 w 118272"/>
                    <a:gd name="connsiteY32" fmla="*/ 395412 h 593117"/>
                    <a:gd name="connsiteX33" fmla="*/ 100708 w 118272"/>
                    <a:gd name="connsiteY33" fmla="*/ 389407 h 593117"/>
                    <a:gd name="connsiteX34" fmla="*/ 106174 w 118272"/>
                    <a:gd name="connsiteY34" fmla="*/ 383425 h 593117"/>
                    <a:gd name="connsiteX35" fmla="*/ 110716 w 118272"/>
                    <a:gd name="connsiteY35" fmla="*/ 377443 h 593117"/>
                    <a:gd name="connsiteX36" fmla="*/ 114247 w 118272"/>
                    <a:gd name="connsiteY36" fmla="*/ 371438 h 593117"/>
                    <a:gd name="connsiteX37" fmla="*/ 116698 w 118272"/>
                    <a:gd name="connsiteY37" fmla="*/ 365456 h 593117"/>
                    <a:gd name="connsiteX38" fmla="*/ 118026 w 118272"/>
                    <a:gd name="connsiteY38" fmla="*/ 359451 h 593117"/>
                    <a:gd name="connsiteX39" fmla="*/ 118273 w 118272"/>
                    <a:gd name="connsiteY39" fmla="*/ 353469 h 593117"/>
                    <a:gd name="connsiteX40" fmla="*/ 117531 w 118272"/>
                    <a:gd name="connsiteY40" fmla="*/ 347486 h 593117"/>
                    <a:gd name="connsiteX41" fmla="*/ 115889 w 118272"/>
                    <a:gd name="connsiteY41" fmla="*/ 341482 h 593117"/>
                    <a:gd name="connsiteX42" fmla="*/ 113505 w 118272"/>
                    <a:gd name="connsiteY42" fmla="*/ 335500 h 593117"/>
                    <a:gd name="connsiteX43" fmla="*/ 110514 w 118272"/>
                    <a:gd name="connsiteY43" fmla="*/ 329495 h 593117"/>
                    <a:gd name="connsiteX44" fmla="*/ 107095 w 118272"/>
                    <a:gd name="connsiteY44" fmla="*/ 323513 h 593117"/>
                    <a:gd name="connsiteX45" fmla="*/ 103385 w 118272"/>
                    <a:gd name="connsiteY45" fmla="*/ 317530 h 593117"/>
                    <a:gd name="connsiteX46" fmla="*/ 99561 w 118272"/>
                    <a:gd name="connsiteY46" fmla="*/ 311526 h 593117"/>
                    <a:gd name="connsiteX47" fmla="*/ 95716 w 118272"/>
                    <a:gd name="connsiteY47" fmla="*/ 305543 h 593117"/>
                    <a:gd name="connsiteX48" fmla="*/ 92005 w 118272"/>
                    <a:gd name="connsiteY48" fmla="*/ 299539 h 593117"/>
                    <a:gd name="connsiteX49" fmla="*/ 88452 w 118272"/>
                    <a:gd name="connsiteY49" fmla="*/ 293557 h 593117"/>
                    <a:gd name="connsiteX50" fmla="*/ 85146 w 118272"/>
                    <a:gd name="connsiteY50" fmla="*/ 287574 h 593117"/>
                    <a:gd name="connsiteX51" fmla="*/ 82064 w 118272"/>
                    <a:gd name="connsiteY51" fmla="*/ 281570 h 593117"/>
                    <a:gd name="connsiteX52" fmla="*/ 79186 w 118272"/>
                    <a:gd name="connsiteY52" fmla="*/ 275587 h 593117"/>
                    <a:gd name="connsiteX53" fmla="*/ 76465 w 118272"/>
                    <a:gd name="connsiteY53" fmla="*/ 269583 h 593117"/>
                    <a:gd name="connsiteX54" fmla="*/ 73833 w 118272"/>
                    <a:gd name="connsiteY54" fmla="*/ 263600 h 593117"/>
                    <a:gd name="connsiteX55" fmla="*/ 71225 w 118272"/>
                    <a:gd name="connsiteY55" fmla="*/ 257618 h 593117"/>
                    <a:gd name="connsiteX56" fmla="*/ 68548 w 118272"/>
                    <a:gd name="connsiteY56" fmla="*/ 251613 h 593117"/>
                    <a:gd name="connsiteX57" fmla="*/ 65737 w 118272"/>
                    <a:gd name="connsiteY57" fmla="*/ 245631 h 593117"/>
                    <a:gd name="connsiteX58" fmla="*/ 62723 w 118272"/>
                    <a:gd name="connsiteY58" fmla="*/ 239626 h 593117"/>
                    <a:gd name="connsiteX59" fmla="*/ 59508 w 118272"/>
                    <a:gd name="connsiteY59" fmla="*/ 233644 h 593117"/>
                    <a:gd name="connsiteX60" fmla="*/ 56089 w 118272"/>
                    <a:gd name="connsiteY60" fmla="*/ 227662 h 593117"/>
                    <a:gd name="connsiteX61" fmla="*/ 52491 w 118272"/>
                    <a:gd name="connsiteY61" fmla="*/ 221657 h 593117"/>
                    <a:gd name="connsiteX62" fmla="*/ 48780 w 118272"/>
                    <a:gd name="connsiteY62" fmla="*/ 215675 h 593117"/>
                    <a:gd name="connsiteX63" fmla="*/ 45047 w 118272"/>
                    <a:gd name="connsiteY63" fmla="*/ 209670 h 593117"/>
                    <a:gd name="connsiteX64" fmla="*/ 41358 w 118272"/>
                    <a:gd name="connsiteY64" fmla="*/ 203688 h 593117"/>
                    <a:gd name="connsiteX65" fmla="*/ 37828 w 118272"/>
                    <a:gd name="connsiteY65" fmla="*/ 197706 h 593117"/>
                    <a:gd name="connsiteX66" fmla="*/ 34522 w 118272"/>
                    <a:gd name="connsiteY66" fmla="*/ 191701 h 593117"/>
                    <a:gd name="connsiteX67" fmla="*/ 31508 w 118272"/>
                    <a:gd name="connsiteY67" fmla="*/ 185719 h 593117"/>
                    <a:gd name="connsiteX68" fmla="*/ 28832 w 118272"/>
                    <a:gd name="connsiteY68" fmla="*/ 179714 h 593117"/>
                    <a:gd name="connsiteX69" fmla="*/ 26515 w 118272"/>
                    <a:gd name="connsiteY69" fmla="*/ 173732 h 593117"/>
                    <a:gd name="connsiteX70" fmla="*/ 24559 w 118272"/>
                    <a:gd name="connsiteY70" fmla="*/ 167750 h 593117"/>
                    <a:gd name="connsiteX71" fmla="*/ 22895 w 118272"/>
                    <a:gd name="connsiteY71" fmla="*/ 161745 h 593117"/>
                    <a:gd name="connsiteX72" fmla="*/ 21478 w 118272"/>
                    <a:gd name="connsiteY72" fmla="*/ 155763 h 593117"/>
                    <a:gd name="connsiteX73" fmla="*/ 20263 w 118272"/>
                    <a:gd name="connsiteY73" fmla="*/ 149758 h 593117"/>
                    <a:gd name="connsiteX74" fmla="*/ 19184 w 118272"/>
                    <a:gd name="connsiteY74" fmla="*/ 143776 h 593117"/>
                    <a:gd name="connsiteX75" fmla="*/ 18172 w 118272"/>
                    <a:gd name="connsiteY75" fmla="*/ 137794 h 593117"/>
                    <a:gd name="connsiteX76" fmla="*/ 17137 w 118272"/>
                    <a:gd name="connsiteY76" fmla="*/ 131789 h 593117"/>
                    <a:gd name="connsiteX77" fmla="*/ 16080 w 118272"/>
                    <a:gd name="connsiteY77" fmla="*/ 125807 h 593117"/>
                    <a:gd name="connsiteX78" fmla="*/ 14956 w 118272"/>
                    <a:gd name="connsiteY78" fmla="*/ 119802 h 593117"/>
                    <a:gd name="connsiteX79" fmla="*/ 13764 w 118272"/>
                    <a:gd name="connsiteY79" fmla="*/ 113820 h 593117"/>
                    <a:gd name="connsiteX80" fmla="*/ 12482 w 118272"/>
                    <a:gd name="connsiteY80" fmla="*/ 107838 h 593117"/>
                    <a:gd name="connsiteX81" fmla="*/ 11178 w 118272"/>
                    <a:gd name="connsiteY81" fmla="*/ 101833 h 593117"/>
                    <a:gd name="connsiteX82" fmla="*/ 9850 w 118272"/>
                    <a:gd name="connsiteY82" fmla="*/ 95851 h 593117"/>
                    <a:gd name="connsiteX83" fmla="*/ 8524 w 118272"/>
                    <a:gd name="connsiteY83" fmla="*/ 89846 h 593117"/>
                    <a:gd name="connsiteX84" fmla="*/ 7242 w 118272"/>
                    <a:gd name="connsiteY84" fmla="*/ 83864 h 593117"/>
                    <a:gd name="connsiteX85" fmla="*/ 6050 w 118272"/>
                    <a:gd name="connsiteY85" fmla="*/ 77881 h 593117"/>
                    <a:gd name="connsiteX86" fmla="*/ 4948 w 118272"/>
                    <a:gd name="connsiteY86" fmla="*/ 71877 h 593117"/>
                    <a:gd name="connsiteX87" fmla="*/ 3981 w 118272"/>
                    <a:gd name="connsiteY87" fmla="*/ 65894 h 593117"/>
                    <a:gd name="connsiteX88" fmla="*/ 3149 w 118272"/>
                    <a:gd name="connsiteY88" fmla="*/ 59890 h 593117"/>
                    <a:gd name="connsiteX89" fmla="*/ 2429 w 118272"/>
                    <a:gd name="connsiteY89" fmla="*/ 53908 h 593117"/>
                    <a:gd name="connsiteX90" fmla="*/ 1822 w 118272"/>
                    <a:gd name="connsiteY90" fmla="*/ 47925 h 593117"/>
                    <a:gd name="connsiteX91" fmla="*/ 1350 w 118272"/>
                    <a:gd name="connsiteY91" fmla="*/ 41921 h 593117"/>
                    <a:gd name="connsiteX92" fmla="*/ 990 w 118272"/>
                    <a:gd name="connsiteY92" fmla="*/ 35938 h 593117"/>
                    <a:gd name="connsiteX93" fmla="*/ 697 w 118272"/>
                    <a:gd name="connsiteY93" fmla="*/ 29934 h 593117"/>
                    <a:gd name="connsiteX94" fmla="*/ 495 w 118272"/>
                    <a:gd name="connsiteY94" fmla="*/ 23951 h 593117"/>
                    <a:gd name="connsiteX95" fmla="*/ 337 w 118272"/>
                    <a:gd name="connsiteY95" fmla="*/ 17969 h 593117"/>
                    <a:gd name="connsiteX96" fmla="*/ 225 w 118272"/>
                    <a:gd name="connsiteY96" fmla="*/ 11964 h 593117"/>
                    <a:gd name="connsiteX97" fmla="*/ 135 w 118272"/>
                    <a:gd name="connsiteY97" fmla="*/ 5982 h 593117"/>
                    <a:gd name="connsiteX98" fmla="*/ 90 w 118272"/>
                    <a:gd name="connsiteY98" fmla="*/ 0 h 593117"/>
                    <a:gd name="connsiteX99" fmla="*/ 0 w 118272"/>
                    <a:gd name="connsiteY99" fmla="*/ 0 h 593117"/>
                    <a:gd name="connsiteX100" fmla="*/ 0 w 118272"/>
                    <a:gd name="connsiteY100" fmla="*/ 5982 h 593117"/>
                    <a:gd name="connsiteX101" fmla="*/ 0 w 118272"/>
                    <a:gd name="connsiteY101" fmla="*/ 11964 h 593117"/>
                    <a:gd name="connsiteX102" fmla="*/ 0 w 118272"/>
                    <a:gd name="connsiteY102" fmla="*/ 17969 h 593117"/>
                    <a:gd name="connsiteX103" fmla="*/ 0 w 118272"/>
                    <a:gd name="connsiteY103" fmla="*/ 23951 h 593117"/>
                    <a:gd name="connsiteX104" fmla="*/ 0 w 118272"/>
                    <a:gd name="connsiteY104" fmla="*/ 29934 h 593117"/>
                    <a:gd name="connsiteX105" fmla="*/ 0 w 118272"/>
                    <a:gd name="connsiteY105" fmla="*/ 35938 h 593117"/>
                    <a:gd name="connsiteX106" fmla="*/ 0 w 118272"/>
                    <a:gd name="connsiteY106" fmla="*/ 41921 h 593117"/>
                    <a:gd name="connsiteX107" fmla="*/ 0 w 118272"/>
                    <a:gd name="connsiteY107" fmla="*/ 47925 h 593117"/>
                    <a:gd name="connsiteX108" fmla="*/ 0 w 118272"/>
                    <a:gd name="connsiteY108" fmla="*/ 53908 h 593117"/>
                    <a:gd name="connsiteX109" fmla="*/ 0 w 118272"/>
                    <a:gd name="connsiteY109" fmla="*/ 59890 h 593117"/>
                    <a:gd name="connsiteX110" fmla="*/ 0 w 118272"/>
                    <a:gd name="connsiteY110" fmla="*/ 65894 h 593117"/>
                    <a:gd name="connsiteX111" fmla="*/ 0 w 118272"/>
                    <a:gd name="connsiteY111" fmla="*/ 71877 h 593117"/>
                    <a:gd name="connsiteX112" fmla="*/ 0 w 118272"/>
                    <a:gd name="connsiteY112" fmla="*/ 77881 h 593117"/>
                    <a:gd name="connsiteX113" fmla="*/ 0 w 118272"/>
                    <a:gd name="connsiteY113" fmla="*/ 83864 h 593117"/>
                    <a:gd name="connsiteX114" fmla="*/ 0 w 118272"/>
                    <a:gd name="connsiteY114" fmla="*/ 89846 h 593117"/>
                    <a:gd name="connsiteX115" fmla="*/ 0 w 118272"/>
                    <a:gd name="connsiteY115" fmla="*/ 95851 h 593117"/>
                    <a:gd name="connsiteX116" fmla="*/ 0 w 118272"/>
                    <a:gd name="connsiteY116" fmla="*/ 101833 h 593117"/>
                    <a:gd name="connsiteX117" fmla="*/ 0 w 118272"/>
                    <a:gd name="connsiteY117" fmla="*/ 107838 h 593117"/>
                    <a:gd name="connsiteX118" fmla="*/ 0 w 118272"/>
                    <a:gd name="connsiteY118" fmla="*/ 113820 h 593117"/>
                    <a:gd name="connsiteX119" fmla="*/ 0 w 118272"/>
                    <a:gd name="connsiteY119" fmla="*/ 119802 h 593117"/>
                    <a:gd name="connsiteX120" fmla="*/ 0 w 118272"/>
                    <a:gd name="connsiteY120" fmla="*/ 125807 h 593117"/>
                    <a:gd name="connsiteX121" fmla="*/ 0 w 118272"/>
                    <a:gd name="connsiteY121" fmla="*/ 131789 h 593117"/>
                    <a:gd name="connsiteX122" fmla="*/ 0 w 118272"/>
                    <a:gd name="connsiteY122" fmla="*/ 137794 h 593117"/>
                    <a:gd name="connsiteX123" fmla="*/ 0 w 118272"/>
                    <a:gd name="connsiteY123" fmla="*/ 143776 h 593117"/>
                    <a:gd name="connsiteX124" fmla="*/ 0 w 118272"/>
                    <a:gd name="connsiteY124" fmla="*/ 149758 h 593117"/>
                    <a:gd name="connsiteX125" fmla="*/ 0 w 118272"/>
                    <a:gd name="connsiteY125" fmla="*/ 155763 h 593117"/>
                    <a:gd name="connsiteX126" fmla="*/ 0 w 118272"/>
                    <a:gd name="connsiteY126" fmla="*/ 161745 h 593117"/>
                    <a:gd name="connsiteX127" fmla="*/ 0 w 118272"/>
                    <a:gd name="connsiteY127" fmla="*/ 167750 h 593117"/>
                    <a:gd name="connsiteX128" fmla="*/ 0 w 118272"/>
                    <a:gd name="connsiteY128" fmla="*/ 173732 h 593117"/>
                    <a:gd name="connsiteX129" fmla="*/ 0 w 118272"/>
                    <a:gd name="connsiteY129" fmla="*/ 179714 h 593117"/>
                    <a:gd name="connsiteX130" fmla="*/ 0 w 118272"/>
                    <a:gd name="connsiteY130" fmla="*/ 185719 h 593117"/>
                    <a:gd name="connsiteX131" fmla="*/ 0 w 118272"/>
                    <a:gd name="connsiteY131" fmla="*/ 191701 h 593117"/>
                    <a:gd name="connsiteX132" fmla="*/ 0 w 118272"/>
                    <a:gd name="connsiteY132" fmla="*/ 197706 h 593117"/>
                    <a:gd name="connsiteX133" fmla="*/ 0 w 118272"/>
                    <a:gd name="connsiteY133" fmla="*/ 203688 h 593117"/>
                    <a:gd name="connsiteX134" fmla="*/ 0 w 118272"/>
                    <a:gd name="connsiteY134" fmla="*/ 209670 h 593117"/>
                    <a:gd name="connsiteX135" fmla="*/ 0 w 118272"/>
                    <a:gd name="connsiteY135" fmla="*/ 215675 h 593117"/>
                    <a:gd name="connsiteX136" fmla="*/ 0 w 118272"/>
                    <a:gd name="connsiteY136" fmla="*/ 221657 h 593117"/>
                    <a:gd name="connsiteX137" fmla="*/ 0 w 118272"/>
                    <a:gd name="connsiteY137" fmla="*/ 227662 h 593117"/>
                    <a:gd name="connsiteX138" fmla="*/ 0 w 118272"/>
                    <a:gd name="connsiteY138" fmla="*/ 233644 h 593117"/>
                    <a:gd name="connsiteX139" fmla="*/ 0 w 118272"/>
                    <a:gd name="connsiteY139" fmla="*/ 239626 h 593117"/>
                    <a:gd name="connsiteX140" fmla="*/ 0 w 118272"/>
                    <a:gd name="connsiteY140" fmla="*/ 245631 h 593117"/>
                    <a:gd name="connsiteX141" fmla="*/ 0 w 118272"/>
                    <a:gd name="connsiteY141" fmla="*/ 251613 h 593117"/>
                    <a:gd name="connsiteX142" fmla="*/ 0 w 118272"/>
                    <a:gd name="connsiteY142" fmla="*/ 257618 h 593117"/>
                    <a:gd name="connsiteX143" fmla="*/ 0 w 118272"/>
                    <a:gd name="connsiteY143" fmla="*/ 263600 h 593117"/>
                    <a:gd name="connsiteX144" fmla="*/ 0 w 118272"/>
                    <a:gd name="connsiteY144" fmla="*/ 269583 h 593117"/>
                    <a:gd name="connsiteX145" fmla="*/ 0 w 118272"/>
                    <a:gd name="connsiteY145" fmla="*/ 275587 h 593117"/>
                    <a:gd name="connsiteX146" fmla="*/ 0 w 118272"/>
                    <a:gd name="connsiteY146" fmla="*/ 281570 h 593117"/>
                    <a:gd name="connsiteX147" fmla="*/ 0 w 118272"/>
                    <a:gd name="connsiteY147" fmla="*/ 287574 h 593117"/>
                    <a:gd name="connsiteX148" fmla="*/ 0 w 118272"/>
                    <a:gd name="connsiteY148" fmla="*/ 293557 h 593117"/>
                    <a:gd name="connsiteX149" fmla="*/ 0 w 118272"/>
                    <a:gd name="connsiteY149" fmla="*/ 299539 h 593117"/>
                    <a:gd name="connsiteX150" fmla="*/ 0 w 118272"/>
                    <a:gd name="connsiteY150" fmla="*/ 305543 h 593117"/>
                    <a:gd name="connsiteX151" fmla="*/ 0 w 118272"/>
                    <a:gd name="connsiteY151" fmla="*/ 311526 h 593117"/>
                    <a:gd name="connsiteX152" fmla="*/ 0 w 118272"/>
                    <a:gd name="connsiteY152" fmla="*/ 317530 h 593117"/>
                    <a:gd name="connsiteX153" fmla="*/ 0 w 118272"/>
                    <a:gd name="connsiteY153" fmla="*/ 323513 h 593117"/>
                    <a:gd name="connsiteX154" fmla="*/ 0 w 118272"/>
                    <a:gd name="connsiteY154" fmla="*/ 329495 h 593117"/>
                    <a:gd name="connsiteX155" fmla="*/ 0 w 118272"/>
                    <a:gd name="connsiteY155" fmla="*/ 335500 h 593117"/>
                    <a:gd name="connsiteX156" fmla="*/ 0 w 118272"/>
                    <a:gd name="connsiteY156" fmla="*/ 341482 h 593117"/>
                    <a:gd name="connsiteX157" fmla="*/ 0 w 118272"/>
                    <a:gd name="connsiteY157" fmla="*/ 347486 h 593117"/>
                    <a:gd name="connsiteX158" fmla="*/ 0 w 118272"/>
                    <a:gd name="connsiteY158" fmla="*/ 353469 h 593117"/>
                    <a:gd name="connsiteX159" fmla="*/ 0 w 118272"/>
                    <a:gd name="connsiteY159" fmla="*/ 359451 h 593117"/>
                    <a:gd name="connsiteX160" fmla="*/ 0 w 118272"/>
                    <a:gd name="connsiteY160" fmla="*/ 365456 h 593117"/>
                    <a:gd name="connsiteX161" fmla="*/ 0 w 118272"/>
                    <a:gd name="connsiteY161" fmla="*/ 371438 h 593117"/>
                    <a:gd name="connsiteX162" fmla="*/ 0 w 118272"/>
                    <a:gd name="connsiteY162" fmla="*/ 377443 h 593117"/>
                    <a:gd name="connsiteX163" fmla="*/ 0 w 118272"/>
                    <a:gd name="connsiteY163" fmla="*/ 383425 h 593117"/>
                    <a:gd name="connsiteX164" fmla="*/ 0 w 118272"/>
                    <a:gd name="connsiteY164" fmla="*/ 389407 h 593117"/>
                    <a:gd name="connsiteX165" fmla="*/ 0 w 118272"/>
                    <a:gd name="connsiteY165" fmla="*/ 395412 h 593117"/>
                    <a:gd name="connsiteX166" fmla="*/ 0 w 118272"/>
                    <a:gd name="connsiteY166" fmla="*/ 401394 h 593117"/>
                    <a:gd name="connsiteX167" fmla="*/ 0 w 118272"/>
                    <a:gd name="connsiteY167" fmla="*/ 407399 h 593117"/>
                    <a:gd name="connsiteX168" fmla="*/ 0 w 118272"/>
                    <a:gd name="connsiteY168" fmla="*/ 413381 h 593117"/>
                    <a:gd name="connsiteX169" fmla="*/ 0 w 118272"/>
                    <a:gd name="connsiteY169" fmla="*/ 419363 h 593117"/>
                    <a:gd name="connsiteX170" fmla="*/ 0 w 118272"/>
                    <a:gd name="connsiteY170" fmla="*/ 425368 h 593117"/>
                    <a:gd name="connsiteX171" fmla="*/ 0 w 118272"/>
                    <a:gd name="connsiteY171" fmla="*/ 431350 h 593117"/>
                    <a:gd name="connsiteX172" fmla="*/ 0 w 118272"/>
                    <a:gd name="connsiteY172" fmla="*/ 437332 h 593117"/>
                    <a:gd name="connsiteX173" fmla="*/ 0 w 118272"/>
                    <a:gd name="connsiteY173" fmla="*/ 443337 h 593117"/>
                    <a:gd name="connsiteX174" fmla="*/ 0 w 118272"/>
                    <a:gd name="connsiteY174" fmla="*/ 449319 h 593117"/>
                    <a:gd name="connsiteX175" fmla="*/ 0 w 118272"/>
                    <a:gd name="connsiteY175" fmla="*/ 455324 h 593117"/>
                    <a:gd name="connsiteX176" fmla="*/ 0 w 118272"/>
                    <a:gd name="connsiteY176" fmla="*/ 461306 h 593117"/>
                    <a:gd name="connsiteX177" fmla="*/ 0 w 118272"/>
                    <a:gd name="connsiteY177" fmla="*/ 467289 h 593117"/>
                    <a:gd name="connsiteX178" fmla="*/ 0 w 118272"/>
                    <a:gd name="connsiteY178" fmla="*/ 473293 h 593117"/>
                    <a:gd name="connsiteX179" fmla="*/ 0 w 118272"/>
                    <a:gd name="connsiteY179" fmla="*/ 479275 h 593117"/>
                    <a:gd name="connsiteX180" fmla="*/ 0 w 118272"/>
                    <a:gd name="connsiteY180" fmla="*/ 485280 h 593117"/>
                    <a:gd name="connsiteX181" fmla="*/ 0 w 118272"/>
                    <a:gd name="connsiteY181" fmla="*/ 491262 h 593117"/>
                    <a:gd name="connsiteX182" fmla="*/ 0 w 118272"/>
                    <a:gd name="connsiteY182" fmla="*/ 497245 h 593117"/>
                    <a:gd name="connsiteX183" fmla="*/ 0 w 118272"/>
                    <a:gd name="connsiteY183" fmla="*/ 503249 h 593117"/>
                    <a:gd name="connsiteX184" fmla="*/ 0 w 118272"/>
                    <a:gd name="connsiteY184" fmla="*/ 509232 h 593117"/>
                    <a:gd name="connsiteX185" fmla="*/ 0 w 118272"/>
                    <a:gd name="connsiteY185" fmla="*/ 515236 h 593117"/>
                    <a:gd name="connsiteX186" fmla="*/ 0 w 118272"/>
                    <a:gd name="connsiteY186" fmla="*/ 521219 h 593117"/>
                    <a:gd name="connsiteX187" fmla="*/ 0 w 118272"/>
                    <a:gd name="connsiteY187" fmla="*/ 527201 h 593117"/>
                    <a:gd name="connsiteX188" fmla="*/ 0 w 118272"/>
                    <a:gd name="connsiteY188" fmla="*/ 533206 h 593117"/>
                    <a:gd name="connsiteX189" fmla="*/ 0 w 118272"/>
                    <a:gd name="connsiteY189" fmla="*/ 539188 h 593117"/>
                    <a:gd name="connsiteX190" fmla="*/ 0 w 118272"/>
                    <a:gd name="connsiteY190" fmla="*/ 545192 h 593117"/>
                    <a:gd name="connsiteX191" fmla="*/ 0 w 118272"/>
                    <a:gd name="connsiteY191" fmla="*/ 551175 h 593117"/>
                    <a:gd name="connsiteX192" fmla="*/ 0 w 118272"/>
                    <a:gd name="connsiteY192" fmla="*/ 557157 h 593117"/>
                    <a:gd name="connsiteX193" fmla="*/ 0 w 118272"/>
                    <a:gd name="connsiteY193" fmla="*/ 563162 h 593117"/>
                    <a:gd name="connsiteX194" fmla="*/ 0 w 118272"/>
                    <a:gd name="connsiteY194" fmla="*/ 569144 h 593117"/>
                    <a:gd name="connsiteX195" fmla="*/ 0 w 118272"/>
                    <a:gd name="connsiteY195" fmla="*/ 575149 h 593117"/>
                    <a:gd name="connsiteX196" fmla="*/ 0 w 118272"/>
                    <a:gd name="connsiteY196" fmla="*/ 581131 h 593117"/>
                    <a:gd name="connsiteX197" fmla="*/ 0 w 118272"/>
                    <a:gd name="connsiteY197" fmla="*/ 587113 h 593117"/>
                    <a:gd name="connsiteX198" fmla="*/ 0 w 118272"/>
                    <a:gd name="connsiteY198" fmla="*/ 593118 h 593117"/>
                    <a:gd name="connsiteX199" fmla="*/ 90 w 118272"/>
                    <a:gd name="connsiteY199" fmla="*/ 593118 h 593117"/>
                    <a:gd name="connsiteX200" fmla="*/ 135 w 118272"/>
                    <a:gd name="connsiteY200" fmla="*/ 587113 h 593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118272" h="593117">
                      <a:moveTo>
                        <a:pt x="135" y="587113"/>
                      </a:moveTo>
                      <a:lnTo>
                        <a:pt x="203" y="581131"/>
                      </a:lnTo>
                      <a:lnTo>
                        <a:pt x="315" y="575149"/>
                      </a:lnTo>
                      <a:lnTo>
                        <a:pt x="450" y="569144"/>
                      </a:lnTo>
                      <a:lnTo>
                        <a:pt x="652" y="563162"/>
                      </a:lnTo>
                      <a:lnTo>
                        <a:pt x="922" y="557157"/>
                      </a:lnTo>
                      <a:lnTo>
                        <a:pt x="1260" y="551175"/>
                      </a:lnTo>
                      <a:lnTo>
                        <a:pt x="1709" y="545192"/>
                      </a:lnTo>
                      <a:lnTo>
                        <a:pt x="2271" y="539188"/>
                      </a:lnTo>
                      <a:lnTo>
                        <a:pt x="2946" y="533206"/>
                      </a:lnTo>
                      <a:lnTo>
                        <a:pt x="3778" y="527201"/>
                      </a:lnTo>
                      <a:lnTo>
                        <a:pt x="4746" y="521219"/>
                      </a:lnTo>
                      <a:lnTo>
                        <a:pt x="5892" y="515236"/>
                      </a:lnTo>
                      <a:lnTo>
                        <a:pt x="7197" y="509232"/>
                      </a:lnTo>
                      <a:lnTo>
                        <a:pt x="8703" y="503249"/>
                      </a:lnTo>
                      <a:lnTo>
                        <a:pt x="10390" y="497245"/>
                      </a:lnTo>
                      <a:lnTo>
                        <a:pt x="12302" y="491262"/>
                      </a:lnTo>
                      <a:lnTo>
                        <a:pt x="14483" y="485280"/>
                      </a:lnTo>
                      <a:lnTo>
                        <a:pt x="16935" y="479275"/>
                      </a:lnTo>
                      <a:lnTo>
                        <a:pt x="19701" y="473293"/>
                      </a:lnTo>
                      <a:lnTo>
                        <a:pt x="22872" y="467289"/>
                      </a:lnTo>
                      <a:lnTo>
                        <a:pt x="26470" y="461306"/>
                      </a:lnTo>
                      <a:lnTo>
                        <a:pt x="30541" y="455324"/>
                      </a:lnTo>
                      <a:lnTo>
                        <a:pt x="35151" y="449319"/>
                      </a:lnTo>
                      <a:lnTo>
                        <a:pt x="40301" y="443337"/>
                      </a:lnTo>
                      <a:lnTo>
                        <a:pt x="46014" y="437332"/>
                      </a:lnTo>
                      <a:lnTo>
                        <a:pt x="52266" y="431350"/>
                      </a:lnTo>
                      <a:lnTo>
                        <a:pt x="58945" y="425368"/>
                      </a:lnTo>
                      <a:lnTo>
                        <a:pt x="66007" y="419363"/>
                      </a:lnTo>
                      <a:lnTo>
                        <a:pt x="73271" y="413381"/>
                      </a:lnTo>
                      <a:lnTo>
                        <a:pt x="80558" y="407399"/>
                      </a:lnTo>
                      <a:lnTo>
                        <a:pt x="87709" y="401394"/>
                      </a:lnTo>
                      <a:lnTo>
                        <a:pt x="94501" y="395412"/>
                      </a:lnTo>
                      <a:lnTo>
                        <a:pt x="100708" y="389407"/>
                      </a:lnTo>
                      <a:lnTo>
                        <a:pt x="106174" y="383425"/>
                      </a:lnTo>
                      <a:lnTo>
                        <a:pt x="110716" y="377443"/>
                      </a:lnTo>
                      <a:lnTo>
                        <a:pt x="114247" y="371438"/>
                      </a:lnTo>
                      <a:lnTo>
                        <a:pt x="116698" y="365456"/>
                      </a:lnTo>
                      <a:lnTo>
                        <a:pt x="118026" y="359451"/>
                      </a:lnTo>
                      <a:lnTo>
                        <a:pt x="118273" y="353469"/>
                      </a:lnTo>
                      <a:lnTo>
                        <a:pt x="117531" y="347486"/>
                      </a:lnTo>
                      <a:lnTo>
                        <a:pt x="115889" y="341482"/>
                      </a:lnTo>
                      <a:lnTo>
                        <a:pt x="113505" y="335500"/>
                      </a:lnTo>
                      <a:lnTo>
                        <a:pt x="110514" y="329495"/>
                      </a:lnTo>
                      <a:lnTo>
                        <a:pt x="107095" y="323513"/>
                      </a:lnTo>
                      <a:lnTo>
                        <a:pt x="103385" y="317530"/>
                      </a:lnTo>
                      <a:lnTo>
                        <a:pt x="99561" y="311526"/>
                      </a:lnTo>
                      <a:lnTo>
                        <a:pt x="95716" y="305543"/>
                      </a:lnTo>
                      <a:lnTo>
                        <a:pt x="92005" y="299539"/>
                      </a:lnTo>
                      <a:lnTo>
                        <a:pt x="88452" y="293557"/>
                      </a:lnTo>
                      <a:lnTo>
                        <a:pt x="85146" y="287574"/>
                      </a:lnTo>
                      <a:lnTo>
                        <a:pt x="82064" y="281570"/>
                      </a:lnTo>
                      <a:lnTo>
                        <a:pt x="79186" y="275587"/>
                      </a:lnTo>
                      <a:lnTo>
                        <a:pt x="76465" y="269583"/>
                      </a:lnTo>
                      <a:lnTo>
                        <a:pt x="73833" y="263600"/>
                      </a:lnTo>
                      <a:lnTo>
                        <a:pt x="71225" y="257618"/>
                      </a:lnTo>
                      <a:lnTo>
                        <a:pt x="68548" y="251613"/>
                      </a:lnTo>
                      <a:lnTo>
                        <a:pt x="65737" y="245631"/>
                      </a:lnTo>
                      <a:lnTo>
                        <a:pt x="62723" y="239626"/>
                      </a:lnTo>
                      <a:lnTo>
                        <a:pt x="59508" y="233644"/>
                      </a:lnTo>
                      <a:lnTo>
                        <a:pt x="56089" y="227662"/>
                      </a:lnTo>
                      <a:lnTo>
                        <a:pt x="52491" y="221657"/>
                      </a:lnTo>
                      <a:lnTo>
                        <a:pt x="48780" y="215675"/>
                      </a:lnTo>
                      <a:lnTo>
                        <a:pt x="45047" y="209670"/>
                      </a:lnTo>
                      <a:lnTo>
                        <a:pt x="41358" y="203688"/>
                      </a:lnTo>
                      <a:lnTo>
                        <a:pt x="37828" y="197706"/>
                      </a:lnTo>
                      <a:lnTo>
                        <a:pt x="34522" y="191701"/>
                      </a:lnTo>
                      <a:lnTo>
                        <a:pt x="31508" y="185719"/>
                      </a:lnTo>
                      <a:lnTo>
                        <a:pt x="28832" y="179714"/>
                      </a:lnTo>
                      <a:lnTo>
                        <a:pt x="26515" y="173732"/>
                      </a:lnTo>
                      <a:lnTo>
                        <a:pt x="24559" y="167750"/>
                      </a:lnTo>
                      <a:lnTo>
                        <a:pt x="22895" y="161745"/>
                      </a:lnTo>
                      <a:lnTo>
                        <a:pt x="21478" y="155763"/>
                      </a:lnTo>
                      <a:lnTo>
                        <a:pt x="20263" y="149758"/>
                      </a:lnTo>
                      <a:lnTo>
                        <a:pt x="19184" y="143776"/>
                      </a:lnTo>
                      <a:lnTo>
                        <a:pt x="18172" y="137794"/>
                      </a:lnTo>
                      <a:lnTo>
                        <a:pt x="17137" y="131789"/>
                      </a:lnTo>
                      <a:lnTo>
                        <a:pt x="16080" y="125807"/>
                      </a:lnTo>
                      <a:lnTo>
                        <a:pt x="14956" y="119802"/>
                      </a:lnTo>
                      <a:lnTo>
                        <a:pt x="13764" y="113820"/>
                      </a:lnTo>
                      <a:lnTo>
                        <a:pt x="12482" y="107838"/>
                      </a:lnTo>
                      <a:lnTo>
                        <a:pt x="11178" y="101833"/>
                      </a:lnTo>
                      <a:lnTo>
                        <a:pt x="9850" y="95851"/>
                      </a:lnTo>
                      <a:lnTo>
                        <a:pt x="8524" y="89846"/>
                      </a:lnTo>
                      <a:lnTo>
                        <a:pt x="7242" y="83864"/>
                      </a:lnTo>
                      <a:lnTo>
                        <a:pt x="6050" y="77881"/>
                      </a:lnTo>
                      <a:lnTo>
                        <a:pt x="4948" y="71877"/>
                      </a:lnTo>
                      <a:lnTo>
                        <a:pt x="3981" y="65894"/>
                      </a:lnTo>
                      <a:lnTo>
                        <a:pt x="3149" y="59890"/>
                      </a:lnTo>
                      <a:lnTo>
                        <a:pt x="2429" y="53908"/>
                      </a:lnTo>
                      <a:lnTo>
                        <a:pt x="1822" y="47925"/>
                      </a:lnTo>
                      <a:lnTo>
                        <a:pt x="1350" y="41921"/>
                      </a:lnTo>
                      <a:lnTo>
                        <a:pt x="990" y="35938"/>
                      </a:lnTo>
                      <a:lnTo>
                        <a:pt x="697" y="29934"/>
                      </a:lnTo>
                      <a:lnTo>
                        <a:pt x="495" y="23951"/>
                      </a:lnTo>
                      <a:lnTo>
                        <a:pt x="337" y="17969"/>
                      </a:lnTo>
                      <a:lnTo>
                        <a:pt x="225" y="11964"/>
                      </a:lnTo>
                      <a:lnTo>
                        <a:pt x="135" y="5982"/>
                      </a:lnTo>
                      <a:lnTo>
                        <a:pt x="90" y="0"/>
                      </a:lnTo>
                      <a:lnTo>
                        <a:pt x="0" y="0"/>
                      </a:lnTo>
                      <a:lnTo>
                        <a:pt x="0" y="5982"/>
                      </a:lnTo>
                      <a:lnTo>
                        <a:pt x="0" y="11964"/>
                      </a:lnTo>
                      <a:lnTo>
                        <a:pt x="0" y="17969"/>
                      </a:lnTo>
                      <a:lnTo>
                        <a:pt x="0" y="23951"/>
                      </a:lnTo>
                      <a:lnTo>
                        <a:pt x="0" y="29934"/>
                      </a:lnTo>
                      <a:lnTo>
                        <a:pt x="0" y="35938"/>
                      </a:lnTo>
                      <a:lnTo>
                        <a:pt x="0" y="41921"/>
                      </a:lnTo>
                      <a:lnTo>
                        <a:pt x="0" y="47925"/>
                      </a:lnTo>
                      <a:lnTo>
                        <a:pt x="0" y="53908"/>
                      </a:lnTo>
                      <a:lnTo>
                        <a:pt x="0" y="59890"/>
                      </a:lnTo>
                      <a:lnTo>
                        <a:pt x="0" y="65894"/>
                      </a:lnTo>
                      <a:lnTo>
                        <a:pt x="0" y="71877"/>
                      </a:lnTo>
                      <a:lnTo>
                        <a:pt x="0" y="77881"/>
                      </a:lnTo>
                      <a:lnTo>
                        <a:pt x="0" y="83864"/>
                      </a:lnTo>
                      <a:lnTo>
                        <a:pt x="0" y="89846"/>
                      </a:lnTo>
                      <a:lnTo>
                        <a:pt x="0" y="95851"/>
                      </a:lnTo>
                      <a:lnTo>
                        <a:pt x="0" y="101833"/>
                      </a:lnTo>
                      <a:lnTo>
                        <a:pt x="0" y="107838"/>
                      </a:lnTo>
                      <a:lnTo>
                        <a:pt x="0" y="113820"/>
                      </a:lnTo>
                      <a:lnTo>
                        <a:pt x="0" y="119802"/>
                      </a:lnTo>
                      <a:lnTo>
                        <a:pt x="0" y="125807"/>
                      </a:lnTo>
                      <a:lnTo>
                        <a:pt x="0" y="131789"/>
                      </a:lnTo>
                      <a:lnTo>
                        <a:pt x="0" y="137794"/>
                      </a:lnTo>
                      <a:lnTo>
                        <a:pt x="0" y="143776"/>
                      </a:lnTo>
                      <a:lnTo>
                        <a:pt x="0" y="149758"/>
                      </a:lnTo>
                      <a:lnTo>
                        <a:pt x="0" y="155763"/>
                      </a:lnTo>
                      <a:lnTo>
                        <a:pt x="0" y="161745"/>
                      </a:lnTo>
                      <a:lnTo>
                        <a:pt x="0" y="167750"/>
                      </a:lnTo>
                      <a:lnTo>
                        <a:pt x="0" y="173732"/>
                      </a:lnTo>
                      <a:lnTo>
                        <a:pt x="0" y="179714"/>
                      </a:lnTo>
                      <a:lnTo>
                        <a:pt x="0" y="185719"/>
                      </a:lnTo>
                      <a:lnTo>
                        <a:pt x="0" y="191701"/>
                      </a:lnTo>
                      <a:lnTo>
                        <a:pt x="0" y="197706"/>
                      </a:lnTo>
                      <a:lnTo>
                        <a:pt x="0" y="203688"/>
                      </a:lnTo>
                      <a:lnTo>
                        <a:pt x="0" y="209670"/>
                      </a:lnTo>
                      <a:lnTo>
                        <a:pt x="0" y="215675"/>
                      </a:lnTo>
                      <a:lnTo>
                        <a:pt x="0" y="221657"/>
                      </a:lnTo>
                      <a:lnTo>
                        <a:pt x="0" y="227662"/>
                      </a:lnTo>
                      <a:lnTo>
                        <a:pt x="0" y="233644"/>
                      </a:lnTo>
                      <a:lnTo>
                        <a:pt x="0" y="239626"/>
                      </a:lnTo>
                      <a:lnTo>
                        <a:pt x="0" y="245631"/>
                      </a:lnTo>
                      <a:lnTo>
                        <a:pt x="0" y="251613"/>
                      </a:lnTo>
                      <a:lnTo>
                        <a:pt x="0" y="257618"/>
                      </a:lnTo>
                      <a:lnTo>
                        <a:pt x="0" y="263600"/>
                      </a:lnTo>
                      <a:lnTo>
                        <a:pt x="0" y="269583"/>
                      </a:lnTo>
                      <a:lnTo>
                        <a:pt x="0" y="275587"/>
                      </a:lnTo>
                      <a:lnTo>
                        <a:pt x="0" y="281570"/>
                      </a:lnTo>
                      <a:lnTo>
                        <a:pt x="0" y="287574"/>
                      </a:lnTo>
                      <a:lnTo>
                        <a:pt x="0" y="293557"/>
                      </a:lnTo>
                      <a:lnTo>
                        <a:pt x="0" y="299539"/>
                      </a:lnTo>
                      <a:lnTo>
                        <a:pt x="0" y="305543"/>
                      </a:lnTo>
                      <a:lnTo>
                        <a:pt x="0" y="311526"/>
                      </a:lnTo>
                      <a:lnTo>
                        <a:pt x="0" y="317530"/>
                      </a:lnTo>
                      <a:lnTo>
                        <a:pt x="0" y="323513"/>
                      </a:lnTo>
                      <a:lnTo>
                        <a:pt x="0" y="329495"/>
                      </a:lnTo>
                      <a:lnTo>
                        <a:pt x="0" y="335500"/>
                      </a:lnTo>
                      <a:lnTo>
                        <a:pt x="0" y="341482"/>
                      </a:lnTo>
                      <a:lnTo>
                        <a:pt x="0" y="347486"/>
                      </a:lnTo>
                      <a:lnTo>
                        <a:pt x="0" y="353469"/>
                      </a:lnTo>
                      <a:lnTo>
                        <a:pt x="0" y="359451"/>
                      </a:lnTo>
                      <a:lnTo>
                        <a:pt x="0" y="365456"/>
                      </a:lnTo>
                      <a:lnTo>
                        <a:pt x="0" y="371438"/>
                      </a:lnTo>
                      <a:lnTo>
                        <a:pt x="0" y="377443"/>
                      </a:lnTo>
                      <a:lnTo>
                        <a:pt x="0" y="383425"/>
                      </a:lnTo>
                      <a:lnTo>
                        <a:pt x="0" y="389407"/>
                      </a:lnTo>
                      <a:lnTo>
                        <a:pt x="0" y="395412"/>
                      </a:lnTo>
                      <a:lnTo>
                        <a:pt x="0" y="401394"/>
                      </a:lnTo>
                      <a:lnTo>
                        <a:pt x="0" y="407399"/>
                      </a:lnTo>
                      <a:lnTo>
                        <a:pt x="0" y="413381"/>
                      </a:lnTo>
                      <a:lnTo>
                        <a:pt x="0" y="419363"/>
                      </a:lnTo>
                      <a:lnTo>
                        <a:pt x="0" y="425368"/>
                      </a:lnTo>
                      <a:lnTo>
                        <a:pt x="0" y="431350"/>
                      </a:lnTo>
                      <a:lnTo>
                        <a:pt x="0" y="437332"/>
                      </a:lnTo>
                      <a:lnTo>
                        <a:pt x="0" y="443337"/>
                      </a:lnTo>
                      <a:lnTo>
                        <a:pt x="0" y="449319"/>
                      </a:lnTo>
                      <a:lnTo>
                        <a:pt x="0" y="455324"/>
                      </a:lnTo>
                      <a:lnTo>
                        <a:pt x="0" y="461306"/>
                      </a:lnTo>
                      <a:lnTo>
                        <a:pt x="0" y="467289"/>
                      </a:lnTo>
                      <a:lnTo>
                        <a:pt x="0" y="473293"/>
                      </a:lnTo>
                      <a:lnTo>
                        <a:pt x="0" y="479275"/>
                      </a:lnTo>
                      <a:lnTo>
                        <a:pt x="0" y="485280"/>
                      </a:lnTo>
                      <a:lnTo>
                        <a:pt x="0" y="491262"/>
                      </a:lnTo>
                      <a:lnTo>
                        <a:pt x="0" y="497245"/>
                      </a:lnTo>
                      <a:lnTo>
                        <a:pt x="0" y="503249"/>
                      </a:lnTo>
                      <a:lnTo>
                        <a:pt x="0" y="509232"/>
                      </a:lnTo>
                      <a:lnTo>
                        <a:pt x="0" y="515236"/>
                      </a:lnTo>
                      <a:lnTo>
                        <a:pt x="0" y="521219"/>
                      </a:lnTo>
                      <a:lnTo>
                        <a:pt x="0" y="527201"/>
                      </a:lnTo>
                      <a:lnTo>
                        <a:pt x="0" y="533206"/>
                      </a:lnTo>
                      <a:lnTo>
                        <a:pt x="0" y="539188"/>
                      </a:lnTo>
                      <a:lnTo>
                        <a:pt x="0" y="545192"/>
                      </a:lnTo>
                      <a:lnTo>
                        <a:pt x="0" y="551175"/>
                      </a:lnTo>
                      <a:lnTo>
                        <a:pt x="0" y="557157"/>
                      </a:lnTo>
                      <a:lnTo>
                        <a:pt x="0" y="563162"/>
                      </a:lnTo>
                      <a:lnTo>
                        <a:pt x="0" y="569144"/>
                      </a:lnTo>
                      <a:lnTo>
                        <a:pt x="0" y="575149"/>
                      </a:lnTo>
                      <a:lnTo>
                        <a:pt x="0" y="581131"/>
                      </a:lnTo>
                      <a:lnTo>
                        <a:pt x="0" y="587113"/>
                      </a:lnTo>
                      <a:lnTo>
                        <a:pt x="0" y="593118"/>
                      </a:lnTo>
                      <a:lnTo>
                        <a:pt x="90" y="593118"/>
                      </a:lnTo>
                      <a:lnTo>
                        <a:pt x="135" y="587113"/>
                      </a:lnTo>
                      <a:close/>
                    </a:path>
                  </a:pathLst>
                </a:custGeom>
                <a:solidFill>
                  <a:srgbClr val="B4E4FA">
                    <a:alpha val="50000"/>
                  </a:srgbClr>
                </a:solidFill>
                <a:ln w="2249" cap="flat">
                  <a:noFill/>
                  <a:prstDash val="solid"/>
                  <a:miter/>
                </a:ln>
              </p:spPr>
              <p:txBody>
                <a:bodyPr rtlCol="0" anchor="ctr"/>
                <a:lstStyle/>
                <a:p>
                  <a:endParaRPr lang="en-US"/>
                </a:p>
              </p:txBody>
            </p:sp>
            <p:sp>
              <p:nvSpPr>
                <p:cNvPr id="4097" name="Freeform 4096">
                  <a:extLst>
                    <a:ext uri="{FF2B5EF4-FFF2-40B4-BE49-F238E27FC236}">
                      <a16:creationId xmlns:a16="http://schemas.microsoft.com/office/drawing/2014/main" id="{3194A186-6011-934D-3C27-9F077842A897}"/>
                    </a:ext>
                  </a:extLst>
                </p:cNvPr>
                <p:cNvSpPr/>
                <p:nvPr/>
              </p:nvSpPr>
              <p:spPr>
                <a:xfrm>
                  <a:off x="8287508" y="4394228"/>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098" name="Freeform 4097">
                  <a:extLst>
                    <a:ext uri="{FF2B5EF4-FFF2-40B4-BE49-F238E27FC236}">
                      <a16:creationId xmlns:a16="http://schemas.microsoft.com/office/drawing/2014/main" id="{13ACCA1F-D4B1-BE6C-18C2-A2ED227DDFBD}"/>
                    </a:ext>
                  </a:extLst>
                </p:cNvPr>
                <p:cNvSpPr/>
                <p:nvPr/>
              </p:nvSpPr>
              <p:spPr>
                <a:xfrm>
                  <a:off x="8437797" y="5215971"/>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099" name="Freeform 4098">
                  <a:extLst>
                    <a:ext uri="{FF2B5EF4-FFF2-40B4-BE49-F238E27FC236}">
                      <a16:creationId xmlns:a16="http://schemas.microsoft.com/office/drawing/2014/main" id="{CB9EC4B9-4034-9C42-C646-CC98ECD92B2D}"/>
                    </a:ext>
                  </a:extLst>
                </p:cNvPr>
                <p:cNvSpPr/>
                <p:nvPr/>
              </p:nvSpPr>
              <p:spPr>
                <a:xfrm>
                  <a:off x="8411609" y="5126975"/>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00" name="Freeform 4099">
                  <a:extLst>
                    <a:ext uri="{FF2B5EF4-FFF2-40B4-BE49-F238E27FC236}">
                      <a16:creationId xmlns:a16="http://schemas.microsoft.com/office/drawing/2014/main" id="{7BF18F98-377A-767F-A7B6-0FDAF0A85EE4}"/>
                    </a:ext>
                  </a:extLst>
                </p:cNvPr>
                <p:cNvSpPr/>
                <p:nvPr/>
              </p:nvSpPr>
              <p:spPr>
                <a:xfrm>
                  <a:off x="8461540" y="476215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01" name="Freeform 4100">
                  <a:extLst>
                    <a:ext uri="{FF2B5EF4-FFF2-40B4-BE49-F238E27FC236}">
                      <a16:creationId xmlns:a16="http://schemas.microsoft.com/office/drawing/2014/main" id="{02634C46-8D56-3B7D-1AB0-3E0BE5D1162C}"/>
                    </a:ext>
                  </a:extLst>
                </p:cNvPr>
                <p:cNvSpPr/>
                <p:nvPr/>
              </p:nvSpPr>
              <p:spPr>
                <a:xfrm>
                  <a:off x="8397046" y="5089002"/>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02" name="Freeform 4101">
                  <a:extLst>
                    <a:ext uri="{FF2B5EF4-FFF2-40B4-BE49-F238E27FC236}">
                      <a16:creationId xmlns:a16="http://schemas.microsoft.com/office/drawing/2014/main" id="{78F7CB28-7C51-1339-FD92-50701F79671C}"/>
                    </a:ext>
                  </a:extLst>
                </p:cNvPr>
                <p:cNvSpPr/>
                <p:nvPr/>
              </p:nvSpPr>
              <p:spPr>
                <a:xfrm>
                  <a:off x="8432406" y="475104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03" name="Freeform 4102">
                  <a:extLst>
                    <a:ext uri="{FF2B5EF4-FFF2-40B4-BE49-F238E27FC236}">
                      <a16:creationId xmlns:a16="http://schemas.microsoft.com/office/drawing/2014/main" id="{55D554AC-1507-C9AD-239C-C190677FAA9E}"/>
                    </a:ext>
                  </a:extLst>
                </p:cNvPr>
                <p:cNvSpPr/>
                <p:nvPr/>
              </p:nvSpPr>
              <p:spPr>
                <a:xfrm>
                  <a:off x="8268734" y="463274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04" name="Freeform 4103">
                  <a:extLst>
                    <a:ext uri="{FF2B5EF4-FFF2-40B4-BE49-F238E27FC236}">
                      <a16:creationId xmlns:a16="http://schemas.microsoft.com/office/drawing/2014/main" id="{52522E6C-DF01-E424-E65C-99E26266950E}"/>
                    </a:ext>
                  </a:extLst>
                </p:cNvPr>
                <p:cNvSpPr/>
                <p:nvPr/>
              </p:nvSpPr>
              <p:spPr>
                <a:xfrm>
                  <a:off x="8322026" y="5080500"/>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05" name="Freeform 4104">
                  <a:extLst>
                    <a:ext uri="{FF2B5EF4-FFF2-40B4-BE49-F238E27FC236}">
                      <a16:creationId xmlns:a16="http://schemas.microsoft.com/office/drawing/2014/main" id="{15D73BC5-68FC-8678-9D01-AA6CE1AEC4F1}"/>
                    </a:ext>
                  </a:extLst>
                </p:cNvPr>
                <p:cNvSpPr/>
                <p:nvPr/>
              </p:nvSpPr>
              <p:spPr>
                <a:xfrm>
                  <a:off x="8350991" y="427879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06" name="Freeform 4105">
                  <a:extLst>
                    <a:ext uri="{FF2B5EF4-FFF2-40B4-BE49-F238E27FC236}">
                      <a16:creationId xmlns:a16="http://schemas.microsoft.com/office/drawing/2014/main" id="{767BD2B1-A772-C3C5-C9EC-44B7C5C9BBB3}"/>
                    </a:ext>
                  </a:extLst>
                </p:cNvPr>
                <p:cNvSpPr/>
                <p:nvPr/>
              </p:nvSpPr>
              <p:spPr>
                <a:xfrm>
                  <a:off x="8413800" y="475104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07" name="Freeform 4106">
                  <a:extLst>
                    <a:ext uri="{FF2B5EF4-FFF2-40B4-BE49-F238E27FC236}">
                      <a16:creationId xmlns:a16="http://schemas.microsoft.com/office/drawing/2014/main" id="{7AB344F7-5D92-3767-7CAA-BE6582C93BDD}"/>
                    </a:ext>
                  </a:extLst>
                </p:cNvPr>
                <p:cNvSpPr/>
                <p:nvPr/>
              </p:nvSpPr>
              <p:spPr>
                <a:xfrm>
                  <a:off x="8421040" y="528719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08" name="Freeform 4107">
                  <a:extLst>
                    <a:ext uri="{FF2B5EF4-FFF2-40B4-BE49-F238E27FC236}">
                      <a16:creationId xmlns:a16="http://schemas.microsoft.com/office/drawing/2014/main" id="{207DE330-2E33-04A7-83A2-703C6BD393BB}"/>
                    </a:ext>
                  </a:extLst>
                </p:cNvPr>
                <p:cNvSpPr/>
                <p:nvPr/>
              </p:nvSpPr>
              <p:spPr>
                <a:xfrm>
                  <a:off x="8373049" y="5219168"/>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09" name="Freeform 4108">
                  <a:extLst>
                    <a:ext uri="{FF2B5EF4-FFF2-40B4-BE49-F238E27FC236}">
                      <a16:creationId xmlns:a16="http://schemas.microsoft.com/office/drawing/2014/main" id="{A32FD10B-22AE-9D91-B14E-37F31AA845A1}"/>
                    </a:ext>
                  </a:extLst>
                </p:cNvPr>
                <p:cNvSpPr/>
                <p:nvPr/>
              </p:nvSpPr>
              <p:spPr>
                <a:xfrm>
                  <a:off x="8434091" y="5405831"/>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10" name="Freeform 4109">
                  <a:extLst>
                    <a:ext uri="{FF2B5EF4-FFF2-40B4-BE49-F238E27FC236}">
                      <a16:creationId xmlns:a16="http://schemas.microsoft.com/office/drawing/2014/main" id="{4CA5465A-E588-C5F2-95A0-AEAE15DA1F5C}"/>
                    </a:ext>
                  </a:extLst>
                </p:cNvPr>
                <p:cNvSpPr/>
                <p:nvPr/>
              </p:nvSpPr>
              <p:spPr>
                <a:xfrm>
                  <a:off x="8395949" y="5280127"/>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11" name="Freeform 4110">
                  <a:extLst>
                    <a:ext uri="{FF2B5EF4-FFF2-40B4-BE49-F238E27FC236}">
                      <a16:creationId xmlns:a16="http://schemas.microsoft.com/office/drawing/2014/main" id="{A941EA35-B7B7-E405-6DE3-36DE57B30C54}"/>
                    </a:ext>
                  </a:extLst>
                </p:cNvPr>
                <p:cNvSpPr/>
                <p:nvPr/>
              </p:nvSpPr>
              <p:spPr>
                <a:xfrm>
                  <a:off x="8295673" y="5274317"/>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12" name="Freeform 4111">
                  <a:extLst>
                    <a:ext uri="{FF2B5EF4-FFF2-40B4-BE49-F238E27FC236}">
                      <a16:creationId xmlns:a16="http://schemas.microsoft.com/office/drawing/2014/main" id="{2F90C958-6B26-E541-9C0B-BB9E73128EE2}"/>
                    </a:ext>
                  </a:extLst>
                </p:cNvPr>
                <p:cNvSpPr/>
                <p:nvPr/>
              </p:nvSpPr>
              <p:spPr>
                <a:xfrm>
                  <a:off x="8458758" y="525511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13" name="Freeform 4112">
                  <a:extLst>
                    <a:ext uri="{FF2B5EF4-FFF2-40B4-BE49-F238E27FC236}">
                      <a16:creationId xmlns:a16="http://schemas.microsoft.com/office/drawing/2014/main" id="{5AE2CC19-A947-E57E-6B13-6BE16D1E90E2}"/>
                    </a:ext>
                  </a:extLst>
                </p:cNvPr>
                <p:cNvSpPr/>
                <p:nvPr/>
              </p:nvSpPr>
              <p:spPr>
                <a:xfrm>
                  <a:off x="8312093" y="5427975"/>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14" name="Freeform 4113">
                  <a:extLst>
                    <a:ext uri="{FF2B5EF4-FFF2-40B4-BE49-F238E27FC236}">
                      <a16:creationId xmlns:a16="http://schemas.microsoft.com/office/drawing/2014/main" id="{61C93C6E-67D7-D87A-B28A-42D00B6D590C}"/>
                    </a:ext>
                  </a:extLst>
                </p:cNvPr>
                <p:cNvSpPr/>
                <p:nvPr/>
              </p:nvSpPr>
              <p:spPr>
                <a:xfrm>
                  <a:off x="8435101" y="560233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15" name="Freeform 4114">
                  <a:extLst>
                    <a:ext uri="{FF2B5EF4-FFF2-40B4-BE49-F238E27FC236}">
                      <a16:creationId xmlns:a16="http://schemas.microsoft.com/office/drawing/2014/main" id="{ADE9E283-8367-1A1A-F17B-30115F1B005A}"/>
                    </a:ext>
                  </a:extLst>
                </p:cNvPr>
                <p:cNvSpPr/>
                <p:nvPr/>
              </p:nvSpPr>
              <p:spPr>
                <a:xfrm>
                  <a:off x="8421377" y="5173536"/>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16" name="Freeform 4115">
                  <a:extLst>
                    <a:ext uri="{FF2B5EF4-FFF2-40B4-BE49-F238E27FC236}">
                      <a16:creationId xmlns:a16="http://schemas.microsoft.com/office/drawing/2014/main" id="{C25F2741-6AEE-F697-7FC3-907473E24143}"/>
                    </a:ext>
                  </a:extLst>
                </p:cNvPr>
                <p:cNvSpPr/>
                <p:nvPr/>
              </p:nvSpPr>
              <p:spPr>
                <a:xfrm>
                  <a:off x="8464149" y="5049011"/>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17" name="Freeform 4116">
                  <a:extLst>
                    <a:ext uri="{FF2B5EF4-FFF2-40B4-BE49-F238E27FC236}">
                      <a16:creationId xmlns:a16="http://schemas.microsoft.com/office/drawing/2014/main" id="{88144541-D507-0C53-7F68-D1763931031E}"/>
                    </a:ext>
                  </a:extLst>
                </p:cNvPr>
                <p:cNvSpPr/>
                <p:nvPr/>
              </p:nvSpPr>
              <p:spPr>
                <a:xfrm>
                  <a:off x="8407233" y="4856961"/>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18" name="Freeform 4117">
                  <a:extLst>
                    <a:ext uri="{FF2B5EF4-FFF2-40B4-BE49-F238E27FC236}">
                      <a16:creationId xmlns:a16="http://schemas.microsoft.com/office/drawing/2014/main" id="{ABA96865-A84C-4DBA-6BA9-AD190C75BD6F}"/>
                    </a:ext>
                  </a:extLst>
                </p:cNvPr>
                <p:cNvSpPr/>
                <p:nvPr/>
              </p:nvSpPr>
              <p:spPr>
                <a:xfrm>
                  <a:off x="8367999" y="4981572"/>
                  <a:ext cx="44285" cy="44285"/>
                </a:xfrm>
                <a:custGeom>
                  <a:avLst/>
                  <a:gdLst>
                    <a:gd name="connsiteX0" fmla="*/ 11829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29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29" y="5915"/>
                      </a:moveTo>
                      <a:cubicBezTo>
                        <a:pt x="11829" y="2654"/>
                        <a:pt x="9176" y="0"/>
                        <a:pt x="5915" y="0"/>
                      </a:cubicBezTo>
                      <a:cubicBezTo>
                        <a:pt x="2654" y="0"/>
                        <a:pt x="0" y="2654"/>
                        <a:pt x="0" y="5915"/>
                      </a:cubicBezTo>
                      <a:cubicBezTo>
                        <a:pt x="0" y="9176"/>
                        <a:pt x="2654" y="11829"/>
                        <a:pt x="5915" y="11829"/>
                      </a:cubicBezTo>
                      <a:cubicBezTo>
                        <a:pt x="9176" y="11829"/>
                        <a:pt x="11829" y="9176"/>
                        <a:pt x="11829"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19" name="Freeform 4118">
                  <a:extLst>
                    <a:ext uri="{FF2B5EF4-FFF2-40B4-BE49-F238E27FC236}">
                      <a16:creationId xmlns:a16="http://schemas.microsoft.com/office/drawing/2014/main" id="{C98504A9-4DC7-43BE-7C57-6A57579CEA54}"/>
                    </a:ext>
                  </a:extLst>
                </p:cNvPr>
                <p:cNvSpPr/>
                <p:nvPr/>
              </p:nvSpPr>
              <p:spPr>
                <a:xfrm>
                  <a:off x="8333732" y="5253775"/>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20" name="Freeform 4119">
                  <a:extLst>
                    <a:ext uri="{FF2B5EF4-FFF2-40B4-BE49-F238E27FC236}">
                      <a16:creationId xmlns:a16="http://schemas.microsoft.com/office/drawing/2014/main" id="{219E2A7C-9A6F-1588-F5A1-ED68D8016C45}"/>
                    </a:ext>
                  </a:extLst>
                </p:cNvPr>
                <p:cNvSpPr/>
                <p:nvPr/>
              </p:nvSpPr>
              <p:spPr>
                <a:xfrm>
                  <a:off x="8283465" y="489131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21" name="Freeform 4120">
                  <a:extLst>
                    <a:ext uri="{FF2B5EF4-FFF2-40B4-BE49-F238E27FC236}">
                      <a16:creationId xmlns:a16="http://schemas.microsoft.com/office/drawing/2014/main" id="{20B1F770-5ED1-673C-D3E4-F462A77218EB}"/>
                    </a:ext>
                  </a:extLst>
                </p:cNvPr>
                <p:cNvSpPr/>
                <p:nvPr/>
              </p:nvSpPr>
              <p:spPr>
                <a:xfrm>
                  <a:off x="8429209" y="4614397"/>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22" name="Freeform 4121">
                  <a:extLst>
                    <a:ext uri="{FF2B5EF4-FFF2-40B4-BE49-F238E27FC236}">
                      <a16:creationId xmlns:a16="http://schemas.microsoft.com/office/drawing/2014/main" id="{CAE1191E-C7B5-1963-20DF-2DF1F836C19B}"/>
                    </a:ext>
                  </a:extLst>
                </p:cNvPr>
                <p:cNvSpPr/>
                <p:nvPr/>
              </p:nvSpPr>
              <p:spPr>
                <a:xfrm>
                  <a:off x="8477200" y="5047158"/>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23" name="Freeform 4122">
                  <a:extLst>
                    <a:ext uri="{FF2B5EF4-FFF2-40B4-BE49-F238E27FC236}">
                      <a16:creationId xmlns:a16="http://schemas.microsoft.com/office/drawing/2014/main" id="{16FEB073-58FE-60FE-EC01-F79D85FAE896}"/>
                    </a:ext>
                  </a:extLst>
                </p:cNvPr>
                <p:cNvSpPr/>
                <p:nvPr/>
              </p:nvSpPr>
              <p:spPr>
                <a:xfrm>
                  <a:off x="8426768" y="4932570"/>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24" name="Freeform 4123">
                  <a:extLst>
                    <a:ext uri="{FF2B5EF4-FFF2-40B4-BE49-F238E27FC236}">
                      <a16:creationId xmlns:a16="http://schemas.microsoft.com/office/drawing/2014/main" id="{87A1A25F-6891-7BD2-4A9A-812F8909AEBF}"/>
                    </a:ext>
                  </a:extLst>
                </p:cNvPr>
                <p:cNvSpPr/>
                <p:nvPr/>
              </p:nvSpPr>
              <p:spPr>
                <a:xfrm>
                  <a:off x="8370440" y="5148531"/>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25" name="Freeform 4124">
                  <a:extLst>
                    <a:ext uri="{FF2B5EF4-FFF2-40B4-BE49-F238E27FC236}">
                      <a16:creationId xmlns:a16="http://schemas.microsoft.com/office/drawing/2014/main" id="{614A7BCE-D875-7169-B0A1-BE8D2012DEF5}"/>
                    </a:ext>
                  </a:extLst>
                </p:cNvPr>
                <p:cNvSpPr/>
                <p:nvPr/>
              </p:nvSpPr>
              <p:spPr>
                <a:xfrm>
                  <a:off x="8340130" y="501777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26" name="Freeform 4125">
                  <a:extLst>
                    <a:ext uri="{FF2B5EF4-FFF2-40B4-BE49-F238E27FC236}">
                      <a16:creationId xmlns:a16="http://schemas.microsoft.com/office/drawing/2014/main" id="{FFBA8F80-57EF-C517-6210-713C293E2FCF}"/>
                    </a:ext>
                  </a:extLst>
                </p:cNvPr>
                <p:cNvSpPr/>
                <p:nvPr/>
              </p:nvSpPr>
              <p:spPr>
                <a:xfrm>
                  <a:off x="8300304" y="4735721"/>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4127" name="Freeform 4126">
                  <a:extLst>
                    <a:ext uri="{FF2B5EF4-FFF2-40B4-BE49-F238E27FC236}">
                      <a16:creationId xmlns:a16="http://schemas.microsoft.com/office/drawing/2014/main" id="{73316B16-CA2F-52CD-CDBF-DC909251E776}"/>
                    </a:ext>
                  </a:extLst>
                </p:cNvPr>
                <p:cNvSpPr/>
                <p:nvPr/>
              </p:nvSpPr>
              <p:spPr>
                <a:xfrm>
                  <a:off x="8413717" y="5233315"/>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grpSp>
          <p:sp>
            <p:nvSpPr>
              <p:cNvPr id="4128" name="Freeform 4127">
                <a:extLst>
                  <a:ext uri="{FF2B5EF4-FFF2-40B4-BE49-F238E27FC236}">
                    <a16:creationId xmlns:a16="http://schemas.microsoft.com/office/drawing/2014/main" id="{DDFA16EE-4429-01D4-6AEB-C3EFEDFEE335}"/>
                  </a:ext>
                </a:extLst>
              </p:cNvPr>
              <p:cNvSpPr/>
              <p:nvPr/>
            </p:nvSpPr>
            <p:spPr>
              <a:xfrm>
                <a:off x="8606943" y="4808046"/>
                <a:ext cx="132858" cy="462819"/>
              </a:xfrm>
              <a:custGeom>
                <a:avLst/>
                <a:gdLst>
                  <a:gd name="connsiteX0" fmla="*/ 0 w 35488"/>
                  <a:gd name="connsiteY0" fmla="*/ 0 h 123625"/>
                  <a:gd name="connsiteX1" fmla="*/ 35489 w 35488"/>
                  <a:gd name="connsiteY1" fmla="*/ 0 h 123625"/>
                  <a:gd name="connsiteX2" fmla="*/ 35489 w 35488"/>
                  <a:gd name="connsiteY2" fmla="*/ 123625 h 123625"/>
                  <a:gd name="connsiteX3" fmla="*/ 0 w 35488"/>
                  <a:gd name="connsiteY3" fmla="*/ 123625 h 123625"/>
                </a:gdLst>
                <a:ahLst/>
                <a:cxnLst>
                  <a:cxn ang="0">
                    <a:pos x="connsiteX0" y="connsiteY0"/>
                  </a:cxn>
                  <a:cxn ang="0">
                    <a:pos x="connsiteX1" y="connsiteY1"/>
                  </a:cxn>
                  <a:cxn ang="0">
                    <a:pos x="connsiteX2" y="connsiteY2"/>
                  </a:cxn>
                  <a:cxn ang="0">
                    <a:pos x="connsiteX3" y="connsiteY3"/>
                  </a:cxn>
                </a:cxnLst>
                <a:rect l="l" t="t" r="r" b="b"/>
                <a:pathLst>
                  <a:path w="35488" h="123625">
                    <a:moveTo>
                      <a:pt x="0" y="0"/>
                    </a:moveTo>
                    <a:lnTo>
                      <a:pt x="35489" y="0"/>
                    </a:lnTo>
                    <a:lnTo>
                      <a:pt x="35489" y="123625"/>
                    </a:lnTo>
                    <a:lnTo>
                      <a:pt x="0" y="123625"/>
                    </a:lnTo>
                    <a:close/>
                  </a:path>
                </a:pathLst>
              </a:custGeom>
              <a:solidFill>
                <a:srgbClr val="B4E4FA"/>
              </a:solidFill>
              <a:ln w="2249" cap="flat">
                <a:noFill/>
                <a:prstDash val="solid"/>
                <a:miter/>
              </a:ln>
            </p:spPr>
            <p:txBody>
              <a:bodyPr rtlCol="0" anchor="ctr"/>
              <a:lstStyle/>
              <a:p>
                <a:endParaRPr lang="en-US"/>
              </a:p>
            </p:txBody>
          </p:sp>
          <p:sp>
            <p:nvSpPr>
              <p:cNvPr id="4129" name="Freeform 4128">
                <a:extLst>
                  <a:ext uri="{FF2B5EF4-FFF2-40B4-BE49-F238E27FC236}">
                    <a16:creationId xmlns:a16="http://schemas.microsoft.com/office/drawing/2014/main" id="{2E433B93-19D6-C774-9D25-88C12D8D2BE4}"/>
                  </a:ext>
                </a:extLst>
              </p:cNvPr>
              <p:cNvSpPr/>
              <p:nvPr/>
            </p:nvSpPr>
            <p:spPr>
              <a:xfrm>
                <a:off x="8606943" y="4808046"/>
                <a:ext cx="132858" cy="462819"/>
              </a:xfrm>
              <a:custGeom>
                <a:avLst/>
                <a:gdLst>
                  <a:gd name="connsiteX0" fmla="*/ 0 w 35488"/>
                  <a:gd name="connsiteY0" fmla="*/ 0 h 123625"/>
                  <a:gd name="connsiteX1" fmla="*/ 35489 w 35488"/>
                  <a:gd name="connsiteY1" fmla="*/ 0 h 123625"/>
                  <a:gd name="connsiteX2" fmla="*/ 35489 w 35488"/>
                  <a:gd name="connsiteY2" fmla="*/ 123625 h 123625"/>
                  <a:gd name="connsiteX3" fmla="*/ 0 w 35488"/>
                  <a:gd name="connsiteY3" fmla="*/ 123625 h 123625"/>
                </a:gdLst>
                <a:ahLst/>
                <a:cxnLst>
                  <a:cxn ang="0">
                    <a:pos x="connsiteX0" y="connsiteY0"/>
                  </a:cxn>
                  <a:cxn ang="0">
                    <a:pos x="connsiteX1" y="connsiteY1"/>
                  </a:cxn>
                  <a:cxn ang="0">
                    <a:pos x="connsiteX2" y="connsiteY2"/>
                  </a:cxn>
                  <a:cxn ang="0">
                    <a:pos x="connsiteX3" y="connsiteY3"/>
                  </a:cxn>
                </a:cxnLst>
                <a:rect l="l" t="t" r="r" b="b"/>
                <a:pathLst>
                  <a:path w="35488" h="123625">
                    <a:moveTo>
                      <a:pt x="0" y="0"/>
                    </a:moveTo>
                    <a:lnTo>
                      <a:pt x="35489" y="0"/>
                    </a:lnTo>
                    <a:lnTo>
                      <a:pt x="35489" y="123625"/>
                    </a:lnTo>
                    <a:lnTo>
                      <a:pt x="0" y="123625"/>
                    </a:lnTo>
                    <a:close/>
                  </a:path>
                </a:pathLst>
              </a:custGeom>
              <a:noFill/>
              <a:ln w="4498" cap="flat">
                <a:solidFill>
                  <a:srgbClr val="000000"/>
                </a:solidFill>
                <a:prstDash val="solid"/>
                <a:miter/>
              </a:ln>
            </p:spPr>
            <p:txBody>
              <a:bodyPr rtlCol="0" anchor="ctr"/>
              <a:lstStyle/>
              <a:p>
                <a:endParaRPr lang="en-US"/>
              </a:p>
            </p:txBody>
          </p:sp>
          <p:sp>
            <p:nvSpPr>
              <p:cNvPr id="4130" name="Freeform 4129">
                <a:extLst>
                  <a:ext uri="{FF2B5EF4-FFF2-40B4-BE49-F238E27FC236}">
                    <a16:creationId xmlns:a16="http://schemas.microsoft.com/office/drawing/2014/main" id="{21814ACF-E38C-B509-4749-BDDDC5B77698}"/>
                  </a:ext>
                </a:extLst>
              </p:cNvPr>
              <p:cNvSpPr/>
              <p:nvPr/>
            </p:nvSpPr>
            <p:spPr>
              <a:xfrm>
                <a:off x="8606943" y="5102644"/>
                <a:ext cx="132858" cy="8416"/>
              </a:xfrm>
              <a:custGeom>
                <a:avLst/>
                <a:gdLst>
                  <a:gd name="connsiteX0" fmla="*/ 0 w 35488"/>
                  <a:gd name="connsiteY0" fmla="*/ 0 h 2248"/>
                  <a:gd name="connsiteX1" fmla="*/ 35488 w 35488"/>
                  <a:gd name="connsiteY1" fmla="*/ 0 h 2248"/>
                </a:gdLst>
                <a:ahLst/>
                <a:cxnLst>
                  <a:cxn ang="0">
                    <a:pos x="connsiteX0" y="connsiteY0"/>
                  </a:cxn>
                  <a:cxn ang="0">
                    <a:pos x="connsiteX1" y="connsiteY1"/>
                  </a:cxn>
                </a:cxnLst>
                <a:rect l="l" t="t" r="r" b="b"/>
                <a:pathLst>
                  <a:path w="35488" h="2248">
                    <a:moveTo>
                      <a:pt x="0" y="0"/>
                    </a:moveTo>
                    <a:lnTo>
                      <a:pt x="35488" y="0"/>
                    </a:lnTo>
                  </a:path>
                </a:pathLst>
              </a:custGeom>
              <a:ln w="4498" cap="flat">
                <a:solidFill>
                  <a:srgbClr val="000000"/>
                </a:solidFill>
                <a:prstDash val="solid"/>
                <a:round/>
              </a:ln>
            </p:spPr>
            <p:txBody>
              <a:bodyPr rtlCol="0" anchor="ctr"/>
              <a:lstStyle/>
              <a:p>
                <a:endParaRPr lang="en-US"/>
              </a:p>
            </p:txBody>
          </p:sp>
        </p:grpSp>
        <p:sp>
          <p:nvSpPr>
            <p:cNvPr id="4171" name="Freeform 4170">
              <a:extLst>
                <a:ext uri="{FF2B5EF4-FFF2-40B4-BE49-F238E27FC236}">
                  <a16:creationId xmlns:a16="http://schemas.microsoft.com/office/drawing/2014/main" id="{0418BDBD-E22B-2B33-3179-31936507D790}"/>
                </a:ext>
              </a:extLst>
            </p:cNvPr>
            <p:cNvSpPr/>
            <p:nvPr/>
          </p:nvSpPr>
          <p:spPr>
            <a:xfrm>
              <a:off x="8729531" y="3617444"/>
              <a:ext cx="1106996" cy="55568"/>
            </a:xfrm>
            <a:custGeom>
              <a:avLst/>
              <a:gdLst>
                <a:gd name="connsiteX0" fmla="*/ 0 w 295693"/>
                <a:gd name="connsiteY0" fmla="*/ 14843 h 14843"/>
                <a:gd name="connsiteX1" fmla="*/ 0 w 295693"/>
                <a:gd name="connsiteY1" fmla="*/ 0 h 14843"/>
                <a:gd name="connsiteX2" fmla="*/ 295693 w 295693"/>
                <a:gd name="connsiteY2" fmla="*/ 0 h 14843"/>
                <a:gd name="connsiteX3" fmla="*/ 295693 w 295693"/>
                <a:gd name="connsiteY3" fmla="*/ 14843 h 14843"/>
              </a:gdLst>
              <a:ahLst/>
              <a:cxnLst>
                <a:cxn ang="0">
                  <a:pos x="connsiteX0" y="connsiteY0"/>
                </a:cxn>
                <a:cxn ang="0">
                  <a:pos x="connsiteX1" y="connsiteY1"/>
                </a:cxn>
                <a:cxn ang="0">
                  <a:pos x="connsiteX2" y="connsiteY2"/>
                </a:cxn>
                <a:cxn ang="0">
                  <a:pos x="connsiteX3" y="connsiteY3"/>
                </a:cxn>
              </a:cxnLst>
              <a:rect l="l" t="t" r="r" b="b"/>
              <a:pathLst>
                <a:path w="295693" h="14843">
                  <a:moveTo>
                    <a:pt x="0" y="14843"/>
                  </a:moveTo>
                  <a:lnTo>
                    <a:pt x="0" y="0"/>
                  </a:lnTo>
                  <a:lnTo>
                    <a:pt x="295693" y="0"/>
                  </a:lnTo>
                  <a:lnTo>
                    <a:pt x="295693" y="14843"/>
                  </a:lnTo>
                </a:path>
              </a:pathLst>
            </a:custGeom>
            <a:noFill/>
            <a:ln w="4498" cap="flat">
              <a:solidFill>
                <a:srgbClr val="000000"/>
              </a:solidFill>
              <a:prstDash val="solid"/>
              <a:round/>
            </a:ln>
          </p:spPr>
          <p:txBody>
            <a:bodyPr rtlCol="0" anchor="ctr"/>
            <a:lstStyle/>
            <a:p>
              <a:endParaRPr lang="en-US"/>
            </a:p>
          </p:txBody>
        </p:sp>
        <p:sp>
          <p:nvSpPr>
            <p:cNvPr id="4172" name="Freeform 4171">
              <a:extLst>
                <a:ext uri="{FF2B5EF4-FFF2-40B4-BE49-F238E27FC236}">
                  <a16:creationId xmlns:a16="http://schemas.microsoft.com/office/drawing/2014/main" id="{A7F94210-7269-94C3-7F8B-FA447E976BB0}"/>
                </a:ext>
              </a:extLst>
            </p:cNvPr>
            <p:cNvSpPr/>
            <p:nvPr/>
          </p:nvSpPr>
          <p:spPr>
            <a:xfrm>
              <a:off x="9249521" y="3491486"/>
              <a:ext cx="75773" cy="72239"/>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8 w 20240"/>
                <a:gd name="connsiteY4" fmla="*/ 5060 h 19296"/>
                <a:gd name="connsiteX5" fmla="*/ 20240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2 w 20240"/>
                <a:gd name="connsiteY11" fmla="*/ 17339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8" y="5060"/>
                  </a:lnTo>
                  <a:lnTo>
                    <a:pt x="20240" y="8029"/>
                  </a:lnTo>
                  <a:lnTo>
                    <a:pt x="12549" y="10525"/>
                  </a:lnTo>
                  <a:lnTo>
                    <a:pt x="17609" y="17677"/>
                  </a:lnTo>
                  <a:lnTo>
                    <a:pt x="14978" y="19296"/>
                  </a:lnTo>
                  <a:lnTo>
                    <a:pt x="9985" y="12009"/>
                  </a:lnTo>
                  <a:lnTo>
                    <a:pt x="4723" y="19161"/>
                  </a:lnTo>
                  <a:lnTo>
                    <a:pt x="2362" y="17339"/>
                  </a:lnTo>
                  <a:lnTo>
                    <a:pt x="7556" y="10525"/>
                  </a:lnTo>
                  <a:lnTo>
                    <a:pt x="0" y="7826"/>
                  </a:lnTo>
                  <a:lnTo>
                    <a:pt x="1215" y="4993"/>
                  </a:lnTo>
                  <a:lnTo>
                    <a:pt x="8703" y="7894"/>
                  </a:lnTo>
                  <a:close/>
                </a:path>
              </a:pathLst>
            </a:custGeom>
            <a:solidFill>
              <a:srgbClr val="000000"/>
            </a:solidFill>
            <a:ln w="2249" cap="flat">
              <a:noFill/>
              <a:prstDash val="solid"/>
              <a:miter/>
            </a:ln>
          </p:spPr>
          <p:txBody>
            <a:bodyPr rtlCol="0" anchor="ctr"/>
            <a:lstStyle/>
            <a:p>
              <a:endParaRPr lang="en-US"/>
            </a:p>
          </p:txBody>
        </p:sp>
      </p:grpSp>
      <p:grpSp>
        <p:nvGrpSpPr>
          <p:cNvPr id="4304" name="Group 4303">
            <a:extLst>
              <a:ext uri="{FF2B5EF4-FFF2-40B4-BE49-F238E27FC236}">
                <a16:creationId xmlns:a16="http://schemas.microsoft.com/office/drawing/2014/main" id="{2BBEDEDD-F695-353D-32D7-2AEE361AC1FF}"/>
              </a:ext>
            </a:extLst>
          </p:cNvPr>
          <p:cNvGrpSpPr/>
          <p:nvPr/>
        </p:nvGrpSpPr>
        <p:grpSpPr>
          <a:xfrm>
            <a:off x="2505174" y="1120879"/>
            <a:ext cx="7319497" cy="2889404"/>
            <a:chOff x="2517030" y="3292787"/>
            <a:chExt cx="7319497" cy="2889404"/>
          </a:xfrm>
        </p:grpSpPr>
        <p:grpSp>
          <p:nvGrpSpPr>
            <p:cNvPr id="4301" name="Group 4300">
              <a:extLst>
                <a:ext uri="{FF2B5EF4-FFF2-40B4-BE49-F238E27FC236}">
                  <a16:creationId xmlns:a16="http://schemas.microsoft.com/office/drawing/2014/main" id="{E68E1F8D-CF14-B507-4631-6853484239F3}"/>
                </a:ext>
              </a:extLst>
            </p:cNvPr>
            <p:cNvGrpSpPr/>
            <p:nvPr/>
          </p:nvGrpSpPr>
          <p:grpSpPr>
            <a:xfrm>
              <a:off x="2517030" y="3701218"/>
              <a:ext cx="848682" cy="2335653"/>
              <a:chOff x="2517030" y="3701218"/>
              <a:chExt cx="848682" cy="2335653"/>
            </a:xfrm>
          </p:grpSpPr>
          <p:sp>
            <p:nvSpPr>
              <p:cNvPr id="3880" name="Freeform 3879">
                <a:extLst>
                  <a:ext uri="{FF2B5EF4-FFF2-40B4-BE49-F238E27FC236}">
                    <a16:creationId xmlns:a16="http://schemas.microsoft.com/office/drawing/2014/main" id="{91ECF4D3-D90D-94A1-B95F-EF043CE81318}"/>
                  </a:ext>
                </a:extLst>
              </p:cNvPr>
              <p:cNvSpPr/>
              <p:nvPr/>
            </p:nvSpPr>
            <p:spPr>
              <a:xfrm>
                <a:off x="2920492" y="3701218"/>
                <a:ext cx="445220" cy="2335653"/>
              </a:xfrm>
              <a:custGeom>
                <a:avLst/>
                <a:gdLst>
                  <a:gd name="connsiteX0" fmla="*/ 180 w 118924"/>
                  <a:gd name="connsiteY0" fmla="*/ 617586 h 623883"/>
                  <a:gd name="connsiteX1" fmla="*/ 292 w 118924"/>
                  <a:gd name="connsiteY1" fmla="*/ 611289 h 623883"/>
                  <a:gd name="connsiteX2" fmla="*/ 450 w 118924"/>
                  <a:gd name="connsiteY2" fmla="*/ 604992 h 623883"/>
                  <a:gd name="connsiteX3" fmla="*/ 697 w 118924"/>
                  <a:gd name="connsiteY3" fmla="*/ 598673 h 623883"/>
                  <a:gd name="connsiteX4" fmla="*/ 1012 w 118924"/>
                  <a:gd name="connsiteY4" fmla="*/ 592376 h 623883"/>
                  <a:gd name="connsiteX5" fmla="*/ 1462 w 118924"/>
                  <a:gd name="connsiteY5" fmla="*/ 586079 h 623883"/>
                  <a:gd name="connsiteX6" fmla="*/ 2069 w 118924"/>
                  <a:gd name="connsiteY6" fmla="*/ 579781 h 623883"/>
                  <a:gd name="connsiteX7" fmla="*/ 2834 w 118924"/>
                  <a:gd name="connsiteY7" fmla="*/ 573484 h 623883"/>
                  <a:gd name="connsiteX8" fmla="*/ 3801 w 118924"/>
                  <a:gd name="connsiteY8" fmla="*/ 567165 h 623883"/>
                  <a:gd name="connsiteX9" fmla="*/ 4970 w 118924"/>
                  <a:gd name="connsiteY9" fmla="*/ 560868 h 623883"/>
                  <a:gd name="connsiteX10" fmla="*/ 6319 w 118924"/>
                  <a:gd name="connsiteY10" fmla="*/ 554571 h 623883"/>
                  <a:gd name="connsiteX11" fmla="*/ 7871 w 118924"/>
                  <a:gd name="connsiteY11" fmla="*/ 548273 h 623883"/>
                  <a:gd name="connsiteX12" fmla="*/ 9603 w 118924"/>
                  <a:gd name="connsiteY12" fmla="*/ 541976 h 623883"/>
                  <a:gd name="connsiteX13" fmla="*/ 11470 w 118924"/>
                  <a:gd name="connsiteY13" fmla="*/ 535657 h 623883"/>
                  <a:gd name="connsiteX14" fmla="*/ 13449 w 118924"/>
                  <a:gd name="connsiteY14" fmla="*/ 529360 h 623883"/>
                  <a:gd name="connsiteX15" fmla="*/ 15518 w 118924"/>
                  <a:gd name="connsiteY15" fmla="*/ 523063 h 623883"/>
                  <a:gd name="connsiteX16" fmla="*/ 17654 w 118924"/>
                  <a:gd name="connsiteY16" fmla="*/ 516766 h 623883"/>
                  <a:gd name="connsiteX17" fmla="*/ 19836 w 118924"/>
                  <a:gd name="connsiteY17" fmla="*/ 510446 h 623883"/>
                  <a:gd name="connsiteX18" fmla="*/ 22085 w 118924"/>
                  <a:gd name="connsiteY18" fmla="*/ 504149 h 623883"/>
                  <a:gd name="connsiteX19" fmla="*/ 24424 w 118924"/>
                  <a:gd name="connsiteY19" fmla="*/ 497852 h 623883"/>
                  <a:gd name="connsiteX20" fmla="*/ 26897 w 118924"/>
                  <a:gd name="connsiteY20" fmla="*/ 491555 h 623883"/>
                  <a:gd name="connsiteX21" fmla="*/ 29506 w 118924"/>
                  <a:gd name="connsiteY21" fmla="*/ 485258 h 623883"/>
                  <a:gd name="connsiteX22" fmla="*/ 32272 w 118924"/>
                  <a:gd name="connsiteY22" fmla="*/ 478938 h 623883"/>
                  <a:gd name="connsiteX23" fmla="*/ 35218 w 118924"/>
                  <a:gd name="connsiteY23" fmla="*/ 472641 h 623883"/>
                  <a:gd name="connsiteX24" fmla="*/ 38300 w 118924"/>
                  <a:gd name="connsiteY24" fmla="*/ 466344 h 623883"/>
                  <a:gd name="connsiteX25" fmla="*/ 41448 w 118924"/>
                  <a:gd name="connsiteY25" fmla="*/ 460047 h 623883"/>
                  <a:gd name="connsiteX26" fmla="*/ 44642 w 118924"/>
                  <a:gd name="connsiteY26" fmla="*/ 453750 h 623883"/>
                  <a:gd name="connsiteX27" fmla="*/ 47768 w 118924"/>
                  <a:gd name="connsiteY27" fmla="*/ 447430 h 623883"/>
                  <a:gd name="connsiteX28" fmla="*/ 50781 w 118924"/>
                  <a:gd name="connsiteY28" fmla="*/ 441133 h 623883"/>
                  <a:gd name="connsiteX29" fmla="*/ 53593 w 118924"/>
                  <a:gd name="connsiteY29" fmla="*/ 434836 h 623883"/>
                  <a:gd name="connsiteX30" fmla="*/ 56201 w 118924"/>
                  <a:gd name="connsiteY30" fmla="*/ 428539 h 623883"/>
                  <a:gd name="connsiteX31" fmla="*/ 58608 w 118924"/>
                  <a:gd name="connsiteY31" fmla="*/ 422219 h 623883"/>
                  <a:gd name="connsiteX32" fmla="*/ 60879 w 118924"/>
                  <a:gd name="connsiteY32" fmla="*/ 415922 h 623883"/>
                  <a:gd name="connsiteX33" fmla="*/ 63061 w 118924"/>
                  <a:gd name="connsiteY33" fmla="*/ 409625 h 623883"/>
                  <a:gd name="connsiteX34" fmla="*/ 65265 w 118924"/>
                  <a:gd name="connsiteY34" fmla="*/ 403328 h 623883"/>
                  <a:gd name="connsiteX35" fmla="*/ 67604 w 118924"/>
                  <a:gd name="connsiteY35" fmla="*/ 397031 h 623883"/>
                  <a:gd name="connsiteX36" fmla="*/ 70145 w 118924"/>
                  <a:gd name="connsiteY36" fmla="*/ 390711 h 623883"/>
                  <a:gd name="connsiteX37" fmla="*/ 72979 w 118924"/>
                  <a:gd name="connsiteY37" fmla="*/ 384414 h 623883"/>
                  <a:gd name="connsiteX38" fmla="*/ 76195 w 118924"/>
                  <a:gd name="connsiteY38" fmla="*/ 378117 h 623883"/>
                  <a:gd name="connsiteX39" fmla="*/ 79770 w 118924"/>
                  <a:gd name="connsiteY39" fmla="*/ 371820 h 623883"/>
                  <a:gd name="connsiteX40" fmla="*/ 83774 w 118924"/>
                  <a:gd name="connsiteY40" fmla="*/ 365523 h 623883"/>
                  <a:gd name="connsiteX41" fmla="*/ 88114 w 118924"/>
                  <a:gd name="connsiteY41" fmla="*/ 359204 h 623883"/>
                  <a:gd name="connsiteX42" fmla="*/ 92747 w 118924"/>
                  <a:gd name="connsiteY42" fmla="*/ 352906 h 623883"/>
                  <a:gd name="connsiteX43" fmla="*/ 97560 w 118924"/>
                  <a:gd name="connsiteY43" fmla="*/ 346609 h 623883"/>
                  <a:gd name="connsiteX44" fmla="*/ 102372 w 118924"/>
                  <a:gd name="connsiteY44" fmla="*/ 340312 h 623883"/>
                  <a:gd name="connsiteX45" fmla="*/ 106983 w 118924"/>
                  <a:gd name="connsiteY45" fmla="*/ 334015 h 623883"/>
                  <a:gd name="connsiteX46" fmla="*/ 111143 w 118924"/>
                  <a:gd name="connsiteY46" fmla="*/ 327696 h 623883"/>
                  <a:gd name="connsiteX47" fmla="*/ 114629 w 118924"/>
                  <a:gd name="connsiteY47" fmla="*/ 321399 h 623883"/>
                  <a:gd name="connsiteX48" fmla="*/ 117216 w 118924"/>
                  <a:gd name="connsiteY48" fmla="*/ 315102 h 623883"/>
                  <a:gd name="connsiteX49" fmla="*/ 118700 w 118924"/>
                  <a:gd name="connsiteY49" fmla="*/ 308804 h 623883"/>
                  <a:gd name="connsiteX50" fmla="*/ 118925 w 118924"/>
                  <a:gd name="connsiteY50" fmla="*/ 302485 h 623883"/>
                  <a:gd name="connsiteX51" fmla="*/ 117823 w 118924"/>
                  <a:gd name="connsiteY51" fmla="*/ 296188 h 623883"/>
                  <a:gd name="connsiteX52" fmla="*/ 115461 w 118924"/>
                  <a:gd name="connsiteY52" fmla="*/ 289891 h 623883"/>
                  <a:gd name="connsiteX53" fmla="*/ 111886 w 118924"/>
                  <a:gd name="connsiteY53" fmla="*/ 283594 h 623883"/>
                  <a:gd name="connsiteX54" fmla="*/ 107298 w 118924"/>
                  <a:gd name="connsiteY54" fmla="*/ 277297 h 623883"/>
                  <a:gd name="connsiteX55" fmla="*/ 101878 w 118924"/>
                  <a:gd name="connsiteY55" fmla="*/ 270977 h 623883"/>
                  <a:gd name="connsiteX56" fmla="*/ 95851 w 118924"/>
                  <a:gd name="connsiteY56" fmla="*/ 264680 h 623883"/>
                  <a:gd name="connsiteX57" fmla="*/ 89486 w 118924"/>
                  <a:gd name="connsiteY57" fmla="*/ 258383 h 623883"/>
                  <a:gd name="connsiteX58" fmla="*/ 82986 w 118924"/>
                  <a:gd name="connsiteY58" fmla="*/ 252086 h 623883"/>
                  <a:gd name="connsiteX59" fmla="*/ 76509 w 118924"/>
                  <a:gd name="connsiteY59" fmla="*/ 245789 h 623883"/>
                  <a:gd name="connsiteX60" fmla="*/ 70235 w 118924"/>
                  <a:gd name="connsiteY60" fmla="*/ 239469 h 623883"/>
                  <a:gd name="connsiteX61" fmla="*/ 64253 w 118924"/>
                  <a:gd name="connsiteY61" fmla="*/ 233172 h 623883"/>
                  <a:gd name="connsiteX62" fmla="*/ 58653 w 118924"/>
                  <a:gd name="connsiteY62" fmla="*/ 226875 h 623883"/>
                  <a:gd name="connsiteX63" fmla="*/ 53458 w 118924"/>
                  <a:gd name="connsiteY63" fmla="*/ 220578 h 623883"/>
                  <a:gd name="connsiteX64" fmla="*/ 48712 w 118924"/>
                  <a:gd name="connsiteY64" fmla="*/ 214258 h 623883"/>
                  <a:gd name="connsiteX65" fmla="*/ 44394 w 118924"/>
                  <a:gd name="connsiteY65" fmla="*/ 207961 h 623883"/>
                  <a:gd name="connsiteX66" fmla="*/ 40504 w 118924"/>
                  <a:gd name="connsiteY66" fmla="*/ 201664 h 623883"/>
                  <a:gd name="connsiteX67" fmla="*/ 36995 w 118924"/>
                  <a:gd name="connsiteY67" fmla="*/ 195367 h 623883"/>
                  <a:gd name="connsiteX68" fmla="*/ 33824 w 118924"/>
                  <a:gd name="connsiteY68" fmla="*/ 189070 h 623883"/>
                  <a:gd name="connsiteX69" fmla="*/ 30968 w 118924"/>
                  <a:gd name="connsiteY69" fmla="*/ 182750 h 623883"/>
                  <a:gd name="connsiteX70" fmla="*/ 28359 w 118924"/>
                  <a:gd name="connsiteY70" fmla="*/ 176453 h 623883"/>
                  <a:gd name="connsiteX71" fmla="*/ 25975 w 118924"/>
                  <a:gd name="connsiteY71" fmla="*/ 170156 h 623883"/>
                  <a:gd name="connsiteX72" fmla="*/ 23816 w 118924"/>
                  <a:gd name="connsiteY72" fmla="*/ 163859 h 623883"/>
                  <a:gd name="connsiteX73" fmla="*/ 21837 w 118924"/>
                  <a:gd name="connsiteY73" fmla="*/ 157562 h 623883"/>
                  <a:gd name="connsiteX74" fmla="*/ 20083 w 118924"/>
                  <a:gd name="connsiteY74" fmla="*/ 151242 h 623883"/>
                  <a:gd name="connsiteX75" fmla="*/ 18509 w 118924"/>
                  <a:gd name="connsiteY75" fmla="*/ 144945 h 623883"/>
                  <a:gd name="connsiteX76" fmla="*/ 17115 w 118924"/>
                  <a:gd name="connsiteY76" fmla="*/ 138648 h 623883"/>
                  <a:gd name="connsiteX77" fmla="*/ 15855 w 118924"/>
                  <a:gd name="connsiteY77" fmla="*/ 132351 h 623883"/>
                  <a:gd name="connsiteX78" fmla="*/ 14731 w 118924"/>
                  <a:gd name="connsiteY78" fmla="*/ 126054 h 623883"/>
                  <a:gd name="connsiteX79" fmla="*/ 13674 w 118924"/>
                  <a:gd name="connsiteY79" fmla="*/ 119735 h 623883"/>
                  <a:gd name="connsiteX80" fmla="*/ 12639 w 118924"/>
                  <a:gd name="connsiteY80" fmla="*/ 113437 h 623883"/>
                  <a:gd name="connsiteX81" fmla="*/ 11627 w 118924"/>
                  <a:gd name="connsiteY81" fmla="*/ 107140 h 623883"/>
                  <a:gd name="connsiteX82" fmla="*/ 10570 w 118924"/>
                  <a:gd name="connsiteY82" fmla="*/ 100843 h 623883"/>
                  <a:gd name="connsiteX83" fmla="*/ 9468 w 118924"/>
                  <a:gd name="connsiteY83" fmla="*/ 94524 h 623883"/>
                  <a:gd name="connsiteX84" fmla="*/ 8344 w 118924"/>
                  <a:gd name="connsiteY84" fmla="*/ 88227 h 623883"/>
                  <a:gd name="connsiteX85" fmla="*/ 7197 w 118924"/>
                  <a:gd name="connsiteY85" fmla="*/ 81930 h 623883"/>
                  <a:gd name="connsiteX86" fmla="*/ 6095 w 118924"/>
                  <a:gd name="connsiteY86" fmla="*/ 75632 h 623883"/>
                  <a:gd name="connsiteX87" fmla="*/ 5015 w 118924"/>
                  <a:gd name="connsiteY87" fmla="*/ 69335 h 623883"/>
                  <a:gd name="connsiteX88" fmla="*/ 4048 w 118924"/>
                  <a:gd name="connsiteY88" fmla="*/ 63016 h 623883"/>
                  <a:gd name="connsiteX89" fmla="*/ 3171 w 118924"/>
                  <a:gd name="connsiteY89" fmla="*/ 56719 h 623883"/>
                  <a:gd name="connsiteX90" fmla="*/ 2429 w 118924"/>
                  <a:gd name="connsiteY90" fmla="*/ 50422 h 623883"/>
                  <a:gd name="connsiteX91" fmla="*/ 1799 w 118924"/>
                  <a:gd name="connsiteY91" fmla="*/ 44125 h 623883"/>
                  <a:gd name="connsiteX92" fmla="*/ 1304 w 118924"/>
                  <a:gd name="connsiteY92" fmla="*/ 37827 h 623883"/>
                  <a:gd name="connsiteX93" fmla="*/ 922 w 118924"/>
                  <a:gd name="connsiteY93" fmla="*/ 31508 h 623883"/>
                  <a:gd name="connsiteX94" fmla="*/ 629 w 118924"/>
                  <a:gd name="connsiteY94" fmla="*/ 25211 h 623883"/>
                  <a:gd name="connsiteX95" fmla="*/ 405 w 118924"/>
                  <a:gd name="connsiteY95" fmla="*/ 18914 h 623883"/>
                  <a:gd name="connsiteX96" fmla="*/ 270 w 118924"/>
                  <a:gd name="connsiteY96" fmla="*/ 12617 h 623883"/>
                  <a:gd name="connsiteX97" fmla="*/ 180 w 118924"/>
                  <a:gd name="connsiteY97" fmla="*/ 6297 h 623883"/>
                  <a:gd name="connsiteX98" fmla="*/ 112 w 118924"/>
                  <a:gd name="connsiteY98" fmla="*/ 0 h 623883"/>
                  <a:gd name="connsiteX99" fmla="*/ 0 w 118924"/>
                  <a:gd name="connsiteY99" fmla="*/ 0 h 623883"/>
                  <a:gd name="connsiteX100" fmla="*/ 0 w 118924"/>
                  <a:gd name="connsiteY100" fmla="*/ 6297 h 623883"/>
                  <a:gd name="connsiteX101" fmla="*/ 0 w 118924"/>
                  <a:gd name="connsiteY101" fmla="*/ 12617 h 623883"/>
                  <a:gd name="connsiteX102" fmla="*/ 0 w 118924"/>
                  <a:gd name="connsiteY102" fmla="*/ 18914 h 623883"/>
                  <a:gd name="connsiteX103" fmla="*/ 0 w 118924"/>
                  <a:gd name="connsiteY103" fmla="*/ 25211 h 623883"/>
                  <a:gd name="connsiteX104" fmla="*/ 0 w 118924"/>
                  <a:gd name="connsiteY104" fmla="*/ 31508 h 623883"/>
                  <a:gd name="connsiteX105" fmla="*/ 0 w 118924"/>
                  <a:gd name="connsiteY105" fmla="*/ 37827 h 623883"/>
                  <a:gd name="connsiteX106" fmla="*/ 0 w 118924"/>
                  <a:gd name="connsiteY106" fmla="*/ 44125 h 623883"/>
                  <a:gd name="connsiteX107" fmla="*/ 0 w 118924"/>
                  <a:gd name="connsiteY107" fmla="*/ 50422 h 623883"/>
                  <a:gd name="connsiteX108" fmla="*/ 0 w 118924"/>
                  <a:gd name="connsiteY108" fmla="*/ 56719 h 623883"/>
                  <a:gd name="connsiteX109" fmla="*/ 0 w 118924"/>
                  <a:gd name="connsiteY109" fmla="*/ 63016 h 623883"/>
                  <a:gd name="connsiteX110" fmla="*/ 0 w 118924"/>
                  <a:gd name="connsiteY110" fmla="*/ 69335 h 623883"/>
                  <a:gd name="connsiteX111" fmla="*/ 0 w 118924"/>
                  <a:gd name="connsiteY111" fmla="*/ 75632 h 623883"/>
                  <a:gd name="connsiteX112" fmla="*/ 0 w 118924"/>
                  <a:gd name="connsiteY112" fmla="*/ 81930 h 623883"/>
                  <a:gd name="connsiteX113" fmla="*/ 0 w 118924"/>
                  <a:gd name="connsiteY113" fmla="*/ 88227 h 623883"/>
                  <a:gd name="connsiteX114" fmla="*/ 0 w 118924"/>
                  <a:gd name="connsiteY114" fmla="*/ 94524 h 623883"/>
                  <a:gd name="connsiteX115" fmla="*/ 0 w 118924"/>
                  <a:gd name="connsiteY115" fmla="*/ 100843 h 623883"/>
                  <a:gd name="connsiteX116" fmla="*/ 0 w 118924"/>
                  <a:gd name="connsiteY116" fmla="*/ 107140 h 623883"/>
                  <a:gd name="connsiteX117" fmla="*/ 0 w 118924"/>
                  <a:gd name="connsiteY117" fmla="*/ 113437 h 623883"/>
                  <a:gd name="connsiteX118" fmla="*/ 0 w 118924"/>
                  <a:gd name="connsiteY118" fmla="*/ 119735 h 623883"/>
                  <a:gd name="connsiteX119" fmla="*/ 0 w 118924"/>
                  <a:gd name="connsiteY119" fmla="*/ 126054 h 623883"/>
                  <a:gd name="connsiteX120" fmla="*/ 0 w 118924"/>
                  <a:gd name="connsiteY120" fmla="*/ 132351 h 623883"/>
                  <a:gd name="connsiteX121" fmla="*/ 0 w 118924"/>
                  <a:gd name="connsiteY121" fmla="*/ 138648 h 623883"/>
                  <a:gd name="connsiteX122" fmla="*/ 0 w 118924"/>
                  <a:gd name="connsiteY122" fmla="*/ 144945 h 623883"/>
                  <a:gd name="connsiteX123" fmla="*/ 0 w 118924"/>
                  <a:gd name="connsiteY123" fmla="*/ 151242 h 623883"/>
                  <a:gd name="connsiteX124" fmla="*/ 0 w 118924"/>
                  <a:gd name="connsiteY124" fmla="*/ 157562 h 623883"/>
                  <a:gd name="connsiteX125" fmla="*/ 0 w 118924"/>
                  <a:gd name="connsiteY125" fmla="*/ 163859 h 623883"/>
                  <a:gd name="connsiteX126" fmla="*/ 0 w 118924"/>
                  <a:gd name="connsiteY126" fmla="*/ 170156 h 623883"/>
                  <a:gd name="connsiteX127" fmla="*/ 0 w 118924"/>
                  <a:gd name="connsiteY127" fmla="*/ 176453 h 623883"/>
                  <a:gd name="connsiteX128" fmla="*/ 0 w 118924"/>
                  <a:gd name="connsiteY128" fmla="*/ 182750 h 623883"/>
                  <a:gd name="connsiteX129" fmla="*/ 0 w 118924"/>
                  <a:gd name="connsiteY129" fmla="*/ 189070 h 623883"/>
                  <a:gd name="connsiteX130" fmla="*/ 0 w 118924"/>
                  <a:gd name="connsiteY130" fmla="*/ 195367 h 623883"/>
                  <a:gd name="connsiteX131" fmla="*/ 0 w 118924"/>
                  <a:gd name="connsiteY131" fmla="*/ 201664 h 623883"/>
                  <a:gd name="connsiteX132" fmla="*/ 0 w 118924"/>
                  <a:gd name="connsiteY132" fmla="*/ 207961 h 623883"/>
                  <a:gd name="connsiteX133" fmla="*/ 0 w 118924"/>
                  <a:gd name="connsiteY133" fmla="*/ 214258 h 623883"/>
                  <a:gd name="connsiteX134" fmla="*/ 0 w 118924"/>
                  <a:gd name="connsiteY134" fmla="*/ 220578 h 623883"/>
                  <a:gd name="connsiteX135" fmla="*/ 0 w 118924"/>
                  <a:gd name="connsiteY135" fmla="*/ 226875 h 623883"/>
                  <a:gd name="connsiteX136" fmla="*/ 0 w 118924"/>
                  <a:gd name="connsiteY136" fmla="*/ 233172 h 623883"/>
                  <a:gd name="connsiteX137" fmla="*/ 0 w 118924"/>
                  <a:gd name="connsiteY137" fmla="*/ 239469 h 623883"/>
                  <a:gd name="connsiteX138" fmla="*/ 0 w 118924"/>
                  <a:gd name="connsiteY138" fmla="*/ 245789 h 623883"/>
                  <a:gd name="connsiteX139" fmla="*/ 0 w 118924"/>
                  <a:gd name="connsiteY139" fmla="*/ 252086 h 623883"/>
                  <a:gd name="connsiteX140" fmla="*/ 0 w 118924"/>
                  <a:gd name="connsiteY140" fmla="*/ 258383 h 623883"/>
                  <a:gd name="connsiteX141" fmla="*/ 0 w 118924"/>
                  <a:gd name="connsiteY141" fmla="*/ 264680 h 623883"/>
                  <a:gd name="connsiteX142" fmla="*/ 0 w 118924"/>
                  <a:gd name="connsiteY142" fmla="*/ 270977 h 623883"/>
                  <a:gd name="connsiteX143" fmla="*/ 0 w 118924"/>
                  <a:gd name="connsiteY143" fmla="*/ 277297 h 623883"/>
                  <a:gd name="connsiteX144" fmla="*/ 0 w 118924"/>
                  <a:gd name="connsiteY144" fmla="*/ 283594 h 623883"/>
                  <a:gd name="connsiteX145" fmla="*/ 0 w 118924"/>
                  <a:gd name="connsiteY145" fmla="*/ 289891 h 623883"/>
                  <a:gd name="connsiteX146" fmla="*/ 0 w 118924"/>
                  <a:gd name="connsiteY146" fmla="*/ 296188 h 623883"/>
                  <a:gd name="connsiteX147" fmla="*/ 0 w 118924"/>
                  <a:gd name="connsiteY147" fmla="*/ 302485 h 623883"/>
                  <a:gd name="connsiteX148" fmla="*/ 0 w 118924"/>
                  <a:gd name="connsiteY148" fmla="*/ 308804 h 623883"/>
                  <a:gd name="connsiteX149" fmla="*/ 0 w 118924"/>
                  <a:gd name="connsiteY149" fmla="*/ 315102 h 623883"/>
                  <a:gd name="connsiteX150" fmla="*/ 0 w 118924"/>
                  <a:gd name="connsiteY150" fmla="*/ 321399 h 623883"/>
                  <a:gd name="connsiteX151" fmla="*/ 0 w 118924"/>
                  <a:gd name="connsiteY151" fmla="*/ 327696 h 623883"/>
                  <a:gd name="connsiteX152" fmla="*/ 0 w 118924"/>
                  <a:gd name="connsiteY152" fmla="*/ 334015 h 623883"/>
                  <a:gd name="connsiteX153" fmla="*/ 0 w 118924"/>
                  <a:gd name="connsiteY153" fmla="*/ 340312 h 623883"/>
                  <a:gd name="connsiteX154" fmla="*/ 0 w 118924"/>
                  <a:gd name="connsiteY154" fmla="*/ 346609 h 623883"/>
                  <a:gd name="connsiteX155" fmla="*/ 0 w 118924"/>
                  <a:gd name="connsiteY155" fmla="*/ 352906 h 623883"/>
                  <a:gd name="connsiteX156" fmla="*/ 0 w 118924"/>
                  <a:gd name="connsiteY156" fmla="*/ 359204 h 623883"/>
                  <a:gd name="connsiteX157" fmla="*/ 0 w 118924"/>
                  <a:gd name="connsiteY157" fmla="*/ 365523 h 623883"/>
                  <a:gd name="connsiteX158" fmla="*/ 0 w 118924"/>
                  <a:gd name="connsiteY158" fmla="*/ 371820 h 623883"/>
                  <a:gd name="connsiteX159" fmla="*/ 0 w 118924"/>
                  <a:gd name="connsiteY159" fmla="*/ 378117 h 623883"/>
                  <a:gd name="connsiteX160" fmla="*/ 0 w 118924"/>
                  <a:gd name="connsiteY160" fmla="*/ 384414 h 623883"/>
                  <a:gd name="connsiteX161" fmla="*/ 0 w 118924"/>
                  <a:gd name="connsiteY161" fmla="*/ 390711 h 623883"/>
                  <a:gd name="connsiteX162" fmla="*/ 0 w 118924"/>
                  <a:gd name="connsiteY162" fmla="*/ 397031 h 623883"/>
                  <a:gd name="connsiteX163" fmla="*/ 0 w 118924"/>
                  <a:gd name="connsiteY163" fmla="*/ 403328 h 623883"/>
                  <a:gd name="connsiteX164" fmla="*/ 0 w 118924"/>
                  <a:gd name="connsiteY164" fmla="*/ 409625 h 623883"/>
                  <a:gd name="connsiteX165" fmla="*/ 0 w 118924"/>
                  <a:gd name="connsiteY165" fmla="*/ 415922 h 623883"/>
                  <a:gd name="connsiteX166" fmla="*/ 0 w 118924"/>
                  <a:gd name="connsiteY166" fmla="*/ 422219 h 623883"/>
                  <a:gd name="connsiteX167" fmla="*/ 0 w 118924"/>
                  <a:gd name="connsiteY167" fmla="*/ 428539 h 623883"/>
                  <a:gd name="connsiteX168" fmla="*/ 0 w 118924"/>
                  <a:gd name="connsiteY168" fmla="*/ 434836 h 623883"/>
                  <a:gd name="connsiteX169" fmla="*/ 0 w 118924"/>
                  <a:gd name="connsiteY169" fmla="*/ 441133 h 623883"/>
                  <a:gd name="connsiteX170" fmla="*/ 0 w 118924"/>
                  <a:gd name="connsiteY170" fmla="*/ 447430 h 623883"/>
                  <a:gd name="connsiteX171" fmla="*/ 0 w 118924"/>
                  <a:gd name="connsiteY171" fmla="*/ 453750 h 623883"/>
                  <a:gd name="connsiteX172" fmla="*/ 0 w 118924"/>
                  <a:gd name="connsiteY172" fmla="*/ 460047 h 623883"/>
                  <a:gd name="connsiteX173" fmla="*/ 0 w 118924"/>
                  <a:gd name="connsiteY173" fmla="*/ 466344 h 623883"/>
                  <a:gd name="connsiteX174" fmla="*/ 0 w 118924"/>
                  <a:gd name="connsiteY174" fmla="*/ 472641 h 623883"/>
                  <a:gd name="connsiteX175" fmla="*/ 0 w 118924"/>
                  <a:gd name="connsiteY175" fmla="*/ 478938 h 623883"/>
                  <a:gd name="connsiteX176" fmla="*/ 0 w 118924"/>
                  <a:gd name="connsiteY176" fmla="*/ 485258 h 623883"/>
                  <a:gd name="connsiteX177" fmla="*/ 0 w 118924"/>
                  <a:gd name="connsiteY177" fmla="*/ 491555 h 623883"/>
                  <a:gd name="connsiteX178" fmla="*/ 0 w 118924"/>
                  <a:gd name="connsiteY178" fmla="*/ 497852 h 623883"/>
                  <a:gd name="connsiteX179" fmla="*/ 0 w 118924"/>
                  <a:gd name="connsiteY179" fmla="*/ 504149 h 623883"/>
                  <a:gd name="connsiteX180" fmla="*/ 0 w 118924"/>
                  <a:gd name="connsiteY180" fmla="*/ 510446 h 623883"/>
                  <a:gd name="connsiteX181" fmla="*/ 0 w 118924"/>
                  <a:gd name="connsiteY181" fmla="*/ 516766 h 623883"/>
                  <a:gd name="connsiteX182" fmla="*/ 0 w 118924"/>
                  <a:gd name="connsiteY182" fmla="*/ 523063 h 623883"/>
                  <a:gd name="connsiteX183" fmla="*/ 0 w 118924"/>
                  <a:gd name="connsiteY183" fmla="*/ 529360 h 623883"/>
                  <a:gd name="connsiteX184" fmla="*/ 0 w 118924"/>
                  <a:gd name="connsiteY184" fmla="*/ 535657 h 623883"/>
                  <a:gd name="connsiteX185" fmla="*/ 0 w 118924"/>
                  <a:gd name="connsiteY185" fmla="*/ 541976 h 623883"/>
                  <a:gd name="connsiteX186" fmla="*/ 0 w 118924"/>
                  <a:gd name="connsiteY186" fmla="*/ 548273 h 623883"/>
                  <a:gd name="connsiteX187" fmla="*/ 0 w 118924"/>
                  <a:gd name="connsiteY187" fmla="*/ 554571 h 623883"/>
                  <a:gd name="connsiteX188" fmla="*/ 0 w 118924"/>
                  <a:gd name="connsiteY188" fmla="*/ 560868 h 623883"/>
                  <a:gd name="connsiteX189" fmla="*/ 0 w 118924"/>
                  <a:gd name="connsiteY189" fmla="*/ 567165 h 623883"/>
                  <a:gd name="connsiteX190" fmla="*/ 0 w 118924"/>
                  <a:gd name="connsiteY190" fmla="*/ 573484 h 623883"/>
                  <a:gd name="connsiteX191" fmla="*/ 0 w 118924"/>
                  <a:gd name="connsiteY191" fmla="*/ 579781 h 623883"/>
                  <a:gd name="connsiteX192" fmla="*/ 0 w 118924"/>
                  <a:gd name="connsiteY192" fmla="*/ 586079 h 623883"/>
                  <a:gd name="connsiteX193" fmla="*/ 0 w 118924"/>
                  <a:gd name="connsiteY193" fmla="*/ 592376 h 623883"/>
                  <a:gd name="connsiteX194" fmla="*/ 0 w 118924"/>
                  <a:gd name="connsiteY194" fmla="*/ 598673 h 623883"/>
                  <a:gd name="connsiteX195" fmla="*/ 0 w 118924"/>
                  <a:gd name="connsiteY195" fmla="*/ 604992 h 623883"/>
                  <a:gd name="connsiteX196" fmla="*/ 0 w 118924"/>
                  <a:gd name="connsiteY196" fmla="*/ 611289 h 623883"/>
                  <a:gd name="connsiteX197" fmla="*/ 0 w 118924"/>
                  <a:gd name="connsiteY197" fmla="*/ 617586 h 623883"/>
                  <a:gd name="connsiteX198" fmla="*/ 0 w 118924"/>
                  <a:gd name="connsiteY198" fmla="*/ 623883 h 623883"/>
                  <a:gd name="connsiteX199" fmla="*/ 112 w 118924"/>
                  <a:gd name="connsiteY199" fmla="*/ 623883 h 623883"/>
                  <a:gd name="connsiteX200" fmla="*/ 180 w 118924"/>
                  <a:gd name="connsiteY200" fmla="*/ 617586 h 6238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118924" h="623883">
                    <a:moveTo>
                      <a:pt x="180" y="617586"/>
                    </a:moveTo>
                    <a:lnTo>
                      <a:pt x="292" y="611289"/>
                    </a:lnTo>
                    <a:lnTo>
                      <a:pt x="450" y="604992"/>
                    </a:lnTo>
                    <a:lnTo>
                      <a:pt x="697" y="598673"/>
                    </a:lnTo>
                    <a:lnTo>
                      <a:pt x="1012" y="592376"/>
                    </a:lnTo>
                    <a:lnTo>
                      <a:pt x="1462" y="586079"/>
                    </a:lnTo>
                    <a:lnTo>
                      <a:pt x="2069" y="579781"/>
                    </a:lnTo>
                    <a:lnTo>
                      <a:pt x="2834" y="573484"/>
                    </a:lnTo>
                    <a:lnTo>
                      <a:pt x="3801" y="567165"/>
                    </a:lnTo>
                    <a:lnTo>
                      <a:pt x="4970" y="560868"/>
                    </a:lnTo>
                    <a:lnTo>
                      <a:pt x="6319" y="554571"/>
                    </a:lnTo>
                    <a:lnTo>
                      <a:pt x="7871" y="548273"/>
                    </a:lnTo>
                    <a:lnTo>
                      <a:pt x="9603" y="541976"/>
                    </a:lnTo>
                    <a:lnTo>
                      <a:pt x="11470" y="535657"/>
                    </a:lnTo>
                    <a:lnTo>
                      <a:pt x="13449" y="529360"/>
                    </a:lnTo>
                    <a:lnTo>
                      <a:pt x="15518" y="523063"/>
                    </a:lnTo>
                    <a:lnTo>
                      <a:pt x="17654" y="516766"/>
                    </a:lnTo>
                    <a:lnTo>
                      <a:pt x="19836" y="510446"/>
                    </a:lnTo>
                    <a:lnTo>
                      <a:pt x="22085" y="504149"/>
                    </a:lnTo>
                    <a:lnTo>
                      <a:pt x="24424" y="497852"/>
                    </a:lnTo>
                    <a:lnTo>
                      <a:pt x="26897" y="491555"/>
                    </a:lnTo>
                    <a:lnTo>
                      <a:pt x="29506" y="485258"/>
                    </a:lnTo>
                    <a:lnTo>
                      <a:pt x="32272" y="478938"/>
                    </a:lnTo>
                    <a:lnTo>
                      <a:pt x="35218" y="472641"/>
                    </a:lnTo>
                    <a:lnTo>
                      <a:pt x="38300" y="466344"/>
                    </a:lnTo>
                    <a:lnTo>
                      <a:pt x="41448" y="460047"/>
                    </a:lnTo>
                    <a:lnTo>
                      <a:pt x="44642" y="453750"/>
                    </a:lnTo>
                    <a:lnTo>
                      <a:pt x="47768" y="447430"/>
                    </a:lnTo>
                    <a:lnTo>
                      <a:pt x="50781" y="441133"/>
                    </a:lnTo>
                    <a:lnTo>
                      <a:pt x="53593" y="434836"/>
                    </a:lnTo>
                    <a:lnTo>
                      <a:pt x="56201" y="428539"/>
                    </a:lnTo>
                    <a:lnTo>
                      <a:pt x="58608" y="422219"/>
                    </a:lnTo>
                    <a:lnTo>
                      <a:pt x="60879" y="415922"/>
                    </a:lnTo>
                    <a:lnTo>
                      <a:pt x="63061" y="409625"/>
                    </a:lnTo>
                    <a:lnTo>
                      <a:pt x="65265" y="403328"/>
                    </a:lnTo>
                    <a:lnTo>
                      <a:pt x="67604" y="397031"/>
                    </a:lnTo>
                    <a:lnTo>
                      <a:pt x="70145" y="390711"/>
                    </a:lnTo>
                    <a:lnTo>
                      <a:pt x="72979" y="384414"/>
                    </a:lnTo>
                    <a:lnTo>
                      <a:pt x="76195" y="378117"/>
                    </a:lnTo>
                    <a:lnTo>
                      <a:pt x="79770" y="371820"/>
                    </a:lnTo>
                    <a:lnTo>
                      <a:pt x="83774" y="365523"/>
                    </a:lnTo>
                    <a:lnTo>
                      <a:pt x="88114" y="359204"/>
                    </a:lnTo>
                    <a:lnTo>
                      <a:pt x="92747" y="352906"/>
                    </a:lnTo>
                    <a:lnTo>
                      <a:pt x="97560" y="346609"/>
                    </a:lnTo>
                    <a:lnTo>
                      <a:pt x="102372" y="340312"/>
                    </a:lnTo>
                    <a:lnTo>
                      <a:pt x="106983" y="334015"/>
                    </a:lnTo>
                    <a:lnTo>
                      <a:pt x="111143" y="327696"/>
                    </a:lnTo>
                    <a:lnTo>
                      <a:pt x="114629" y="321399"/>
                    </a:lnTo>
                    <a:lnTo>
                      <a:pt x="117216" y="315102"/>
                    </a:lnTo>
                    <a:lnTo>
                      <a:pt x="118700" y="308804"/>
                    </a:lnTo>
                    <a:lnTo>
                      <a:pt x="118925" y="302485"/>
                    </a:lnTo>
                    <a:lnTo>
                      <a:pt x="117823" y="296188"/>
                    </a:lnTo>
                    <a:lnTo>
                      <a:pt x="115461" y="289891"/>
                    </a:lnTo>
                    <a:lnTo>
                      <a:pt x="111886" y="283594"/>
                    </a:lnTo>
                    <a:lnTo>
                      <a:pt x="107298" y="277297"/>
                    </a:lnTo>
                    <a:lnTo>
                      <a:pt x="101878" y="270977"/>
                    </a:lnTo>
                    <a:lnTo>
                      <a:pt x="95851" y="264680"/>
                    </a:lnTo>
                    <a:lnTo>
                      <a:pt x="89486" y="258383"/>
                    </a:lnTo>
                    <a:lnTo>
                      <a:pt x="82986" y="252086"/>
                    </a:lnTo>
                    <a:lnTo>
                      <a:pt x="76509" y="245789"/>
                    </a:lnTo>
                    <a:lnTo>
                      <a:pt x="70235" y="239469"/>
                    </a:lnTo>
                    <a:lnTo>
                      <a:pt x="64253" y="233172"/>
                    </a:lnTo>
                    <a:lnTo>
                      <a:pt x="58653" y="226875"/>
                    </a:lnTo>
                    <a:lnTo>
                      <a:pt x="53458" y="220578"/>
                    </a:lnTo>
                    <a:lnTo>
                      <a:pt x="48712" y="214258"/>
                    </a:lnTo>
                    <a:lnTo>
                      <a:pt x="44394" y="207961"/>
                    </a:lnTo>
                    <a:lnTo>
                      <a:pt x="40504" y="201664"/>
                    </a:lnTo>
                    <a:lnTo>
                      <a:pt x="36995" y="195367"/>
                    </a:lnTo>
                    <a:lnTo>
                      <a:pt x="33824" y="189070"/>
                    </a:lnTo>
                    <a:lnTo>
                      <a:pt x="30968" y="182750"/>
                    </a:lnTo>
                    <a:lnTo>
                      <a:pt x="28359" y="176453"/>
                    </a:lnTo>
                    <a:lnTo>
                      <a:pt x="25975" y="170156"/>
                    </a:lnTo>
                    <a:lnTo>
                      <a:pt x="23816" y="163859"/>
                    </a:lnTo>
                    <a:lnTo>
                      <a:pt x="21837" y="157562"/>
                    </a:lnTo>
                    <a:lnTo>
                      <a:pt x="20083" y="151242"/>
                    </a:lnTo>
                    <a:lnTo>
                      <a:pt x="18509" y="144945"/>
                    </a:lnTo>
                    <a:lnTo>
                      <a:pt x="17115" y="138648"/>
                    </a:lnTo>
                    <a:lnTo>
                      <a:pt x="15855" y="132351"/>
                    </a:lnTo>
                    <a:lnTo>
                      <a:pt x="14731" y="126054"/>
                    </a:lnTo>
                    <a:lnTo>
                      <a:pt x="13674" y="119735"/>
                    </a:lnTo>
                    <a:lnTo>
                      <a:pt x="12639" y="113437"/>
                    </a:lnTo>
                    <a:lnTo>
                      <a:pt x="11627" y="107140"/>
                    </a:lnTo>
                    <a:lnTo>
                      <a:pt x="10570" y="100843"/>
                    </a:lnTo>
                    <a:lnTo>
                      <a:pt x="9468" y="94524"/>
                    </a:lnTo>
                    <a:lnTo>
                      <a:pt x="8344" y="88227"/>
                    </a:lnTo>
                    <a:lnTo>
                      <a:pt x="7197" y="81930"/>
                    </a:lnTo>
                    <a:lnTo>
                      <a:pt x="6095" y="75632"/>
                    </a:lnTo>
                    <a:lnTo>
                      <a:pt x="5015" y="69335"/>
                    </a:lnTo>
                    <a:lnTo>
                      <a:pt x="4048" y="63016"/>
                    </a:lnTo>
                    <a:lnTo>
                      <a:pt x="3171" y="56719"/>
                    </a:lnTo>
                    <a:lnTo>
                      <a:pt x="2429" y="50422"/>
                    </a:lnTo>
                    <a:lnTo>
                      <a:pt x="1799" y="44125"/>
                    </a:lnTo>
                    <a:lnTo>
                      <a:pt x="1304" y="37827"/>
                    </a:lnTo>
                    <a:lnTo>
                      <a:pt x="922" y="31508"/>
                    </a:lnTo>
                    <a:lnTo>
                      <a:pt x="629" y="25211"/>
                    </a:lnTo>
                    <a:lnTo>
                      <a:pt x="405" y="18914"/>
                    </a:lnTo>
                    <a:lnTo>
                      <a:pt x="270" y="12617"/>
                    </a:lnTo>
                    <a:lnTo>
                      <a:pt x="180" y="6297"/>
                    </a:lnTo>
                    <a:lnTo>
                      <a:pt x="112" y="0"/>
                    </a:lnTo>
                    <a:lnTo>
                      <a:pt x="0" y="0"/>
                    </a:lnTo>
                    <a:lnTo>
                      <a:pt x="0" y="6297"/>
                    </a:lnTo>
                    <a:lnTo>
                      <a:pt x="0" y="12617"/>
                    </a:lnTo>
                    <a:lnTo>
                      <a:pt x="0" y="18914"/>
                    </a:lnTo>
                    <a:lnTo>
                      <a:pt x="0" y="25211"/>
                    </a:lnTo>
                    <a:lnTo>
                      <a:pt x="0" y="31508"/>
                    </a:lnTo>
                    <a:lnTo>
                      <a:pt x="0" y="37827"/>
                    </a:lnTo>
                    <a:lnTo>
                      <a:pt x="0" y="44125"/>
                    </a:lnTo>
                    <a:lnTo>
                      <a:pt x="0" y="50422"/>
                    </a:lnTo>
                    <a:lnTo>
                      <a:pt x="0" y="56719"/>
                    </a:lnTo>
                    <a:lnTo>
                      <a:pt x="0" y="63016"/>
                    </a:lnTo>
                    <a:lnTo>
                      <a:pt x="0" y="69335"/>
                    </a:lnTo>
                    <a:lnTo>
                      <a:pt x="0" y="75632"/>
                    </a:lnTo>
                    <a:lnTo>
                      <a:pt x="0" y="81930"/>
                    </a:lnTo>
                    <a:lnTo>
                      <a:pt x="0" y="88227"/>
                    </a:lnTo>
                    <a:lnTo>
                      <a:pt x="0" y="94524"/>
                    </a:lnTo>
                    <a:lnTo>
                      <a:pt x="0" y="100843"/>
                    </a:lnTo>
                    <a:lnTo>
                      <a:pt x="0" y="107140"/>
                    </a:lnTo>
                    <a:lnTo>
                      <a:pt x="0" y="113437"/>
                    </a:lnTo>
                    <a:lnTo>
                      <a:pt x="0" y="119735"/>
                    </a:lnTo>
                    <a:lnTo>
                      <a:pt x="0" y="126054"/>
                    </a:lnTo>
                    <a:lnTo>
                      <a:pt x="0" y="132351"/>
                    </a:lnTo>
                    <a:lnTo>
                      <a:pt x="0" y="138648"/>
                    </a:lnTo>
                    <a:lnTo>
                      <a:pt x="0" y="144945"/>
                    </a:lnTo>
                    <a:lnTo>
                      <a:pt x="0" y="151242"/>
                    </a:lnTo>
                    <a:lnTo>
                      <a:pt x="0" y="157562"/>
                    </a:lnTo>
                    <a:lnTo>
                      <a:pt x="0" y="163859"/>
                    </a:lnTo>
                    <a:lnTo>
                      <a:pt x="0" y="170156"/>
                    </a:lnTo>
                    <a:lnTo>
                      <a:pt x="0" y="176453"/>
                    </a:lnTo>
                    <a:lnTo>
                      <a:pt x="0" y="182750"/>
                    </a:lnTo>
                    <a:lnTo>
                      <a:pt x="0" y="189070"/>
                    </a:lnTo>
                    <a:lnTo>
                      <a:pt x="0" y="195367"/>
                    </a:lnTo>
                    <a:lnTo>
                      <a:pt x="0" y="201664"/>
                    </a:lnTo>
                    <a:lnTo>
                      <a:pt x="0" y="207961"/>
                    </a:lnTo>
                    <a:lnTo>
                      <a:pt x="0" y="214258"/>
                    </a:lnTo>
                    <a:lnTo>
                      <a:pt x="0" y="220578"/>
                    </a:lnTo>
                    <a:lnTo>
                      <a:pt x="0" y="226875"/>
                    </a:lnTo>
                    <a:lnTo>
                      <a:pt x="0" y="233172"/>
                    </a:lnTo>
                    <a:lnTo>
                      <a:pt x="0" y="239469"/>
                    </a:lnTo>
                    <a:lnTo>
                      <a:pt x="0" y="245789"/>
                    </a:lnTo>
                    <a:lnTo>
                      <a:pt x="0" y="252086"/>
                    </a:lnTo>
                    <a:lnTo>
                      <a:pt x="0" y="258383"/>
                    </a:lnTo>
                    <a:lnTo>
                      <a:pt x="0" y="264680"/>
                    </a:lnTo>
                    <a:lnTo>
                      <a:pt x="0" y="270977"/>
                    </a:lnTo>
                    <a:lnTo>
                      <a:pt x="0" y="277297"/>
                    </a:lnTo>
                    <a:lnTo>
                      <a:pt x="0" y="283594"/>
                    </a:lnTo>
                    <a:lnTo>
                      <a:pt x="0" y="289891"/>
                    </a:lnTo>
                    <a:lnTo>
                      <a:pt x="0" y="296188"/>
                    </a:lnTo>
                    <a:lnTo>
                      <a:pt x="0" y="302485"/>
                    </a:lnTo>
                    <a:lnTo>
                      <a:pt x="0" y="308804"/>
                    </a:lnTo>
                    <a:lnTo>
                      <a:pt x="0" y="315102"/>
                    </a:lnTo>
                    <a:lnTo>
                      <a:pt x="0" y="321399"/>
                    </a:lnTo>
                    <a:lnTo>
                      <a:pt x="0" y="327696"/>
                    </a:lnTo>
                    <a:lnTo>
                      <a:pt x="0" y="334015"/>
                    </a:lnTo>
                    <a:lnTo>
                      <a:pt x="0" y="340312"/>
                    </a:lnTo>
                    <a:lnTo>
                      <a:pt x="0" y="346609"/>
                    </a:lnTo>
                    <a:lnTo>
                      <a:pt x="0" y="352906"/>
                    </a:lnTo>
                    <a:lnTo>
                      <a:pt x="0" y="359204"/>
                    </a:lnTo>
                    <a:lnTo>
                      <a:pt x="0" y="365523"/>
                    </a:lnTo>
                    <a:lnTo>
                      <a:pt x="0" y="371820"/>
                    </a:lnTo>
                    <a:lnTo>
                      <a:pt x="0" y="378117"/>
                    </a:lnTo>
                    <a:lnTo>
                      <a:pt x="0" y="384414"/>
                    </a:lnTo>
                    <a:lnTo>
                      <a:pt x="0" y="390711"/>
                    </a:lnTo>
                    <a:lnTo>
                      <a:pt x="0" y="397031"/>
                    </a:lnTo>
                    <a:lnTo>
                      <a:pt x="0" y="403328"/>
                    </a:lnTo>
                    <a:lnTo>
                      <a:pt x="0" y="409625"/>
                    </a:lnTo>
                    <a:lnTo>
                      <a:pt x="0" y="415922"/>
                    </a:lnTo>
                    <a:lnTo>
                      <a:pt x="0" y="422219"/>
                    </a:lnTo>
                    <a:lnTo>
                      <a:pt x="0" y="428539"/>
                    </a:lnTo>
                    <a:lnTo>
                      <a:pt x="0" y="434836"/>
                    </a:lnTo>
                    <a:lnTo>
                      <a:pt x="0" y="441133"/>
                    </a:lnTo>
                    <a:lnTo>
                      <a:pt x="0" y="447430"/>
                    </a:lnTo>
                    <a:lnTo>
                      <a:pt x="0" y="453750"/>
                    </a:lnTo>
                    <a:lnTo>
                      <a:pt x="0" y="460047"/>
                    </a:lnTo>
                    <a:lnTo>
                      <a:pt x="0" y="466344"/>
                    </a:lnTo>
                    <a:lnTo>
                      <a:pt x="0" y="472641"/>
                    </a:lnTo>
                    <a:lnTo>
                      <a:pt x="0" y="478938"/>
                    </a:lnTo>
                    <a:lnTo>
                      <a:pt x="0" y="485258"/>
                    </a:lnTo>
                    <a:lnTo>
                      <a:pt x="0" y="491555"/>
                    </a:lnTo>
                    <a:lnTo>
                      <a:pt x="0" y="497852"/>
                    </a:lnTo>
                    <a:lnTo>
                      <a:pt x="0" y="504149"/>
                    </a:lnTo>
                    <a:lnTo>
                      <a:pt x="0" y="510446"/>
                    </a:lnTo>
                    <a:lnTo>
                      <a:pt x="0" y="516766"/>
                    </a:lnTo>
                    <a:lnTo>
                      <a:pt x="0" y="523063"/>
                    </a:lnTo>
                    <a:lnTo>
                      <a:pt x="0" y="529360"/>
                    </a:lnTo>
                    <a:lnTo>
                      <a:pt x="0" y="535657"/>
                    </a:lnTo>
                    <a:lnTo>
                      <a:pt x="0" y="541976"/>
                    </a:lnTo>
                    <a:lnTo>
                      <a:pt x="0" y="548273"/>
                    </a:lnTo>
                    <a:lnTo>
                      <a:pt x="0" y="554571"/>
                    </a:lnTo>
                    <a:lnTo>
                      <a:pt x="0" y="560868"/>
                    </a:lnTo>
                    <a:lnTo>
                      <a:pt x="0" y="567165"/>
                    </a:lnTo>
                    <a:lnTo>
                      <a:pt x="0" y="573484"/>
                    </a:lnTo>
                    <a:lnTo>
                      <a:pt x="0" y="579781"/>
                    </a:lnTo>
                    <a:lnTo>
                      <a:pt x="0" y="586079"/>
                    </a:lnTo>
                    <a:lnTo>
                      <a:pt x="0" y="592376"/>
                    </a:lnTo>
                    <a:lnTo>
                      <a:pt x="0" y="598673"/>
                    </a:lnTo>
                    <a:lnTo>
                      <a:pt x="0" y="604992"/>
                    </a:lnTo>
                    <a:lnTo>
                      <a:pt x="0" y="611289"/>
                    </a:lnTo>
                    <a:lnTo>
                      <a:pt x="0" y="617586"/>
                    </a:lnTo>
                    <a:lnTo>
                      <a:pt x="0" y="623883"/>
                    </a:lnTo>
                    <a:lnTo>
                      <a:pt x="112" y="623883"/>
                    </a:lnTo>
                    <a:lnTo>
                      <a:pt x="180" y="617586"/>
                    </a:lnTo>
                    <a:close/>
                  </a:path>
                </a:pathLst>
              </a:custGeom>
              <a:solidFill>
                <a:srgbClr val="B4AED3">
                  <a:alpha val="50000"/>
                </a:srgbClr>
              </a:solidFill>
              <a:ln w="2249" cap="flat">
                <a:noFill/>
                <a:prstDash val="solid"/>
                <a:miter/>
              </a:ln>
            </p:spPr>
            <p:txBody>
              <a:bodyPr rtlCol="0" anchor="ctr"/>
              <a:lstStyle/>
              <a:p>
                <a:endParaRPr lang="en-US"/>
              </a:p>
            </p:txBody>
          </p:sp>
          <p:sp>
            <p:nvSpPr>
              <p:cNvPr id="3881" name="Freeform 3880">
                <a:extLst>
                  <a:ext uri="{FF2B5EF4-FFF2-40B4-BE49-F238E27FC236}">
                    <a16:creationId xmlns:a16="http://schemas.microsoft.com/office/drawing/2014/main" id="{71613CF0-15D7-2F14-DA66-1DF2B8E1A5EE}"/>
                  </a:ext>
                </a:extLst>
              </p:cNvPr>
              <p:cNvSpPr/>
              <p:nvPr/>
            </p:nvSpPr>
            <p:spPr>
              <a:xfrm>
                <a:off x="2604678" y="5080668"/>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882" name="Freeform 3881">
                <a:extLst>
                  <a:ext uri="{FF2B5EF4-FFF2-40B4-BE49-F238E27FC236}">
                    <a16:creationId xmlns:a16="http://schemas.microsoft.com/office/drawing/2014/main" id="{FDA31F02-4805-5482-E9BA-1A347E03B42E}"/>
                  </a:ext>
                </a:extLst>
              </p:cNvPr>
              <p:cNvSpPr/>
              <p:nvPr/>
            </p:nvSpPr>
            <p:spPr>
              <a:xfrm>
                <a:off x="2632461" y="4848123"/>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883" name="Freeform 3882">
                <a:extLst>
                  <a:ext uri="{FF2B5EF4-FFF2-40B4-BE49-F238E27FC236}">
                    <a16:creationId xmlns:a16="http://schemas.microsoft.com/office/drawing/2014/main" id="{07727F93-D5EF-8162-C486-EB2ACB9D4B4D}"/>
                  </a:ext>
                </a:extLst>
              </p:cNvPr>
              <p:cNvSpPr/>
              <p:nvPr/>
            </p:nvSpPr>
            <p:spPr>
              <a:xfrm>
                <a:off x="2672706" y="4557481"/>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884" name="Freeform 3883">
                <a:extLst>
                  <a:ext uri="{FF2B5EF4-FFF2-40B4-BE49-F238E27FC236}">
                    <a16:creationId xmlns:a16="http://schemas.microsoft.com/office/drawing/2014/main" id="{87FD3A71-F488-9FC0-8105-7E89A08FAB18}"/>
                  </a:ext>
                </a:extLst>
              </p:cNvPr>
              <p:cNvSpPr/>
              <p:nvPr/>
            </p:nvSpPr>
            <p:spPr>
              <a:xfrm>
                <a:off x="2574788" y="4906300"/>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885" name="Freeform 3884">
                <a:extLst>
                  <a:ext uri="{FF2B5EF4-FFF2-40B4-BE49-F238E27FC236}">
                    <a16:creationId xmlns:a16="http://schemas.microsoft.com/office/drawing/2014/main" id="{0DE33610-FCA9-3EEC-C986-F92D682651F2}"/>
                  </a:ext>
                </a:extLst>
              </p:cNvPr>
              <p:cNvSpPr/>
              <p:nvPr/>
            </p:nvSpPr>
            <p:spPr>
              <a:xfrm>
                <a:off x="2653512" y="4556047"/>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886" name="Freeform 3885">
                <a:extLst>
                  <a:ext uri="{FF2B5EF4-FFF2-40B4-BE49-F238E27FC236}">
                    <a16:creationId xmlns:a16="http://schemas.microsoft.com/office/drawing/2014/main" id="{75E6F80A-777A-ED8F-B9B2-04AAFD6D5ECD}"/>
                  </a:ext>
                </a:extLst>
              </p:cNvPr>
              <p:cNvSpPr/>
              <p:nvPr/>
            </p:nvSpPr>
            <p:spPr>
              <a:xfrm>
                <a:off x="2598449" y="5313214"/>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887" name="Freeform 3886">
                <a:extLst>
                  <a:ext uri="{FF2B5EF4-FFF2-40B4-BE49-F238E27FC236}">
                    <a16:creationId xmlns:a16="http://schemas.microsoft.com/office/drawing/2014/main" id="{FC5CE68D-4C77-1BD8-1E9F-A0C6BC8E8B0C}"/>
                  </a:ext>
                </a:extLst>
              </p:cNvPr>
              <p:cNvSpPr/>
              <p:nvPr/>
            </p:nvSpPr>
            <p:spPr>
              <a:xfrm>
                <a:off x="2613603" y="5022573"/>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888" name="Freeform 3887">
                <a:extLst>
                  <a:ext uri="{FF2B5EF4-FFF2-40B4-BE49-F238E27FC236}">
                    <a16:creationId xmlns:a16="http://schemas.microsoft.com/office/drawing/2014/main" id="{52BDF25C-4AE5-D5A8-D1A2-22B6805160A2}"/>
                  </a:ext>
                </a:extLst>
              </p:cNvPr>
              <p:cNvSpPr/>
              <p:nvPr/>
            </p:nvSpPr>
            <p:spPr>
              <a:xfrm>
                <a:off x="2561738" y="4964395"/>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889" name="Freeform 3888">
                <a:extLst>
                  <a:ext uri="{FF2B5EF4-FFF2-40B4-BE49-F238E27FC236}">
                    <a16:creationId xmlns:a16="http://schemas.microsoft.com/office/drawing/2014/main" id="{B3398FBF-AFB3-CD23-CD7D-B8A57358C5B5}"/>
                  </a:ext>
                </a:extLst>
              </p:cNvPr>
              <p:cNvSpPr/>
              <p:nvPr/>
            </p:nvSpPr>
            <p:spPr>
              <a:xfrm>
                <a:off x="2541952" y="5487669"/>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890" name="Freeform 3889">
                <a:extLst>
                  <a:ext uri="{FF2B5EF4-FFF2-40B4-BE49-F238E27FC236}">
                    <a16:creationId xmlns:a16="http://schemas.microsoft.com/office/drawing/2014/main" id="{BE21EF94-A1F8-C84F-F208-FEB4705C4AE4}"/>
                  </a:ext>
                </a:extLst>
              </p:cNvPr>
              <p:cNvSpPr/>
              <p:nvPr/>
            </p:nvSpPr>
            <p:spPr>
              <a:xfrm>
                <a:off x="2517030" y="5313214"/>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891" name="Freeform 3890">
                <a:extLst>
                  <a:ext uri="{FF2B5EF4-FFF2-40B4-BE49-F238E27FC236}">
                    <a16:creationId xmlns:a16="http://schemas.microsoft.com/office/drawing/2014/main" id="{7344024B-40C8-9C64-7977-90BA674A8640}"/>
                  </a:ext>
                </a:extLst>
              </p:cNvPr>
              <p:cNvSpPr/>
              <p:nvPr/>
            </p:nvSpPr>
            <p:spPr>
              <a:xfrm>
                <a:off x="2556182" y="4731850"/>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892" name="Freeform 3891">
                <a:extLst>
                  <a:ext uri="{FF2B5EF4-FFF2-40B4-BE49-F238E27FC236}">
                    <a16:creationId xmlns:a16="http://schemas.microsoft.com/office/drawing/2014/main" id="{C17FA3AB-4001-DDD9-0BE5-AB9F31BE53E8}"/>
                  </a:ext>
                </a:extLst>
              </p:cNvPr>
              <p:cNvSpPr/>
              <p:nvPr/>
            </p:nvSpPr>
            <p:spPr>
              <a:xfrm>
                <a:off x="2670096" y="5138846"/>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893" name="Freeform 3892">
                <a:extLst>
                  <a:ext uri="{FF2B5EF4-FFF2-40B4-BE49-F238E27FC236}">
                    <a16:creationId xmlns:a16="http://schemas.microsoft.com/office/drawing/2014/main" id="{B2C3A26D-4864-A721-D7DC-045D20B8CE09}"/>
                  </a:ext>
                </a:extLst>
              </p:cNvPr>
              <p:cNvSpPr/>
              <p:nvPr/>
            </p:nvSpPr>
            <p:spPr>
              <a:xfrm>
                <a:off x="2531260" y="4092386"/>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894" name="Freeform 3893">
                <a:extLst>
                  <a:ext uri="{FF2B5EF4-FFF2-40B4-BE49-F238E27FC236}">
                    <a16:creationId xmlns:a16="http://schemas.microsoft.com/office/drawing/2014/main" id="{6D9A55EF-1FCC-A97A-1EB3-463B4AC0D67C}"/>
                  </a:ext>
                </a:extLst>
              </p:cNvPr>
              <p:cNvSpPr/>
              <p:nvPr/>
            </p:nvSpPr>
            <p:spPr>
              <a:xfrm>
                <a:off x="2663024" y="4790027"/>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895" name="Freeform 3894">
                <a:extLst>
                  <a:ext uri="{FF2B5EF4-FFF2-40B4-BE49-F238E27FC236}">
                    <a16:creationId xmlns:a16="http://schemas.microsoft.com/office/drawing/2014/main" id="{2194A9A4-FD64-56CE-B5F4-C5EE737EEC68}"/>
                  </a:ext>
                </a:extLst>
              </p:cNvPr>
              <p:cNvSpPr/>
              <p:nvPr/>
            </p:nvSpPr>
            <p:spPr>
              <a:xfrm>
                <a:off x="2541783" y="4798615"/>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896" name="Freeform 3895">
                <a:extLst>
                  <a:ext uri="{FF2B5EF4-FFF2-40B4-BE49-F238E27FC236}">
                    <a16:creationId xmlns:a16="http://schemas.microsoft.com/office/drawing/2014/main" id="{F807269B-1429-A95E-F6AE-C993B2456CF4}"/>
                  </a:ext>
                </a:extLst>
              </p:cNvPr>
              <p:cNvSpPr/>
              <p:nvPr/>
            </p:nvSpPr>
            <p:spPr>
              <a:xfrm>
                <a:off x="2551551" y="5601164"/>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897" name="Freeform 3896">
                <a:extLst>
                  <a:ext uri="{FF2B5EF4-FFF2-40B4-BE49-F238E27FC236}">
                    <a16:creationId xmlns:a16="http://schemas.microsoft.com/office/drawing/2014/main" id="{C71EB17D-028E-D6E5-1C76-622246F7D8CA}"/>
                  </a:ext>
                </a:extLst>
              </p:cNvPr>
              <p:cNvSpPr/>
              <p:nvPr/>
            </p:nvSpPr>
            <p:spPr>
              <a:xfrm>
                <a:off x="2621181" y="4790027"/>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898" name="Freeform 3897">
                <a:extLst>
                  <a:ext uri="{FF2B5EF4-FFF2-40B4-BE49-F238E27FC236}">
                    <a16:creationId xmlns:a16="http://schemas.microsoft.com/office/drawing/2014/main" id="{3BC28D1B-D1E5-9843-0164-32E2EE344329}"/>
                  </a:ext>
                </a:extLst>
              </p:cNvPr>
              <p:cNvSpPr/>
              <p:nvPr/>
            </p:nvSpPr>
            <p:spPr>
              <a:xfrm>
                <a:off x="2638694" y="4557481"/>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899" name="Freeform 3898">
                <a:extLst>
                  <a:ext uri="{FF2B5EF4-FFF2-40B4-BE49-F238E27FC236}">
                    <a16:creationId xmlns:a16="http://schemas.microsoft.com/office/drawing/2014/main" id="{825AA256-A21E-F972-36E9-269B9CB9B67E}"/>
                  </a:ext>
                </a:extLst>
              </p:cNvPr>
              <p:cNvSpPr/>
              <p:nvPr/>
            </p:nvSpPr>
            <p:spPr>
              <a:xfrm>
                <a:off x="2534962" y="4673754"/>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900" name="Freeform 3899">
                <a:extLst>
                  <a:ext uri="{FF2B5EF4-FFF2-40B4-BE49-F238E27FC236}">
                    <a16:creationId xmlns:a16="http://schemas.microsoft.com/office/drawing/2014/main" id="{D182864A-3D85-60A7-6DA0-5BB80F17DC75}"/>
                  </a:ext>
                </a:extLst>
              </p:cNvPr>
              <p:cNvSpPr/>
              <p:nvPr/>
            </p:nvSpPr>
            <p:spPr>
              <a:xfrm>
                <a:off x="2623371" y="5022573"/>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901" name="Freeform 3900">
                <a:extLst>
                  <a:ext uri="{FF2B5EF4-FFF2-40B4-BE49-F238E27FC236}">
                    <a16:creationId xmlns:a16="http://schemas.microsoft.com/office/drawing/2014/main" id="{9DD460F4-4FB9-AEAF-14F9-6C2A51FEF68B}"/>
                  </a:ext>
                </a:extLst>
              </p:cNvPr>
              <p:cNvSpPr/>
              <p:nvPr/>
            </p:nvSpPr>
            <p:spPr>
              <a:xfrm>
                <a:off x="2537239" y="4790027"/>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902" name="Freeform 3901">
                <a:extLst>
                  <a:ext uri="{FF2B5EF4-FFF2-40B4-BE49-F238E27FC236}">
                    <a16:creationId xmlns:a16="http://schemas.microsoft.com/office/drawing/2014/main" id="{3BAAB5C5-55EE-0BEA-FDB1-19ACC552738A}"/>
                  </a:ext>
                </a:extLst>
              </p:cNvPr>
              <p:cNvSpPr/>
              <p:nvPr/>
            </p:nvSpPr>
            <p:spPr>
              <a:xfrm>
                <a:off x="2703524" y="4854607"/>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903" name="Freeform 3902">
                <a:extLst>
                  <a:ext uri="{FF2B5EF4-FFF2-40B4-BE49-F238E27FC236}">
                    <a16:creationId xmlns:a16="http://schemas.microsoft.com/office/drawing/2014/main" id="{89CC3174-055F-E27C-06E7-35E28D3A85C5}"/>
                  </a:ext>
                </a:extLst>
              </p:cNvPr>
              <p:cNvSpPr/>
              <p:nvPr/>
            </p:nvSpPr>
            <p:spPr>
              <a:xfrm>
                <a:off x="2518883" y="4909333"/>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904" name="Freeform 3903">
                <a:extLst>
                  <a:ext uri="{FF2B5EF4-FFF2-40B4-BE49-F238E27FC236}">
                    <a16:creationId xmlns:a16="http://schemas.microsoft.com/office/drawing/2014/main" id="{279EBC91-57D6-27A1-97F9-1CC12DA3A5D7}"/>
                  </a:ext>
                </a:extLst>
              </p:cNvPr>
              <p:cNvSpPr/>
              <p:nvPr/>
            </p:nvSpPr>
            <p:spPr>
              <a:xfrm>
                <a:off x="2523259" y="4383027"/>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905" name="Freeform 3904">
                <a:extLst>
                  <a:ext uri="{FF2B5EF4-FFF2-40B4-BE49-F238E27FC236}">
                    <a16:creationId xmlns:a16="http://schemas.microsoft.com/office/drawing/2014/main" id="{59FE6A05-EB81-3BC6-43CB-6352EC9A3B49}"/>
                  </a:ext>
                </a:extLst>
              </p:cNvPr>
              <p:cNvSpPr/>
              <p:nvPr/>
            </p:nvSpPr>
            <p:spPr>
              <a:xfrm>
                <a:off x="2560139" y="5255119"/>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906" name="Freeform 3905">
                <a:extLst>
                  <a:ext uri="{FF2B5EF4-FFF2-40B4-BE49-F238E27FC236}">
                    <a16:creationId xmlns:a16="http://schemas.microsoft.com/office/drawing/2014/main" id="{8C4C2BDD-8903-16D9-9FE6-8BB77F77507C}"/>
                  </a:ext>
                </a:extLst>
              </p:cNvPr>
              <p:cNvSpPr/>
              <p:nvPr/>
            </p:nvSpPr>
            <p:spPr>
              <a:xfrm>
                <a:off x="2615621" y="4731850"/>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907" name="Freeform 3906">
                <a:extLst>
                  <a:ext uri="{FF2B5EF4-FFF2-40B4-BE49-F238E27FC236}">
                    <a16:creationId xmlns:a16="http://schemas.microsoft.com/office/drawing/2014/main" id="{713F59CB-5BB2-A1B9-FBC8-0C1D84C21AB1}"/>
                  </a:ext>
                </a:extLst>
              </p:cNvPr>
              <p:cNvSpPr/>
              <p:nvPr/>
            </p:nvSpPr>
            <p:spPr>
              <a:xfrm>
                <a:off x="2706807" y="5138846"/>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908" name="Freeform 3907">
                <a:extLst>
                  <a:ext uri="{FF2B5EF4-FFF2-40B4-BE49-F238E27FC236}">
                    <a16:creationId xmlns:a16="http://schemas.microsoft.com/office/drawing/2014/main" id="{A031EE7D-D019-B0F1-915D-48812A6B458C}"/>
                  </a:ext>
                </a:extLst>
              </p:cNvPr>
              <p:cNvSpPr/>
              <p:nvPr/>
            </p:nvSpPr>
            <p:spPr>
              <a:xfrm>
                <a:off x="2569064" y="4848123"/>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909" name="Freeform 3908">
                <a:extLst>
                  <a:ext uri="{FF2B5EF4-FFF2-40B4-BE49-F238E27FC236}">
                    <a16:creationId xmlns:a16="http://schemas.microsoft.com/office/drawing/2014/main" id="{B7512BC7-5637-605D-628E-F45E31872E84}"/>
                  </a:ext>
                </a:extLst>
              </p:cNvPr>
              <p:cNvSpPr/>
              <p:nvPr/>
            </p:nvSpPr>
            <p:spPr>
              <a:xfrm>
                <a:off x="2544056" y="5313214"/>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910" name="Freeform 3909">
                <a:extLst>
                  <a:ext uri="{FF2B5EF4-FFF2-40B4-BE49-F238E27FC236}">
                    <a16:creationId xmlns:a16="http://schemas.microsoft.com/office/drawing/2014/main" id="{E10AF9D7-FED2-8E8F-5A00-27314C996161}"/>
                  </a:ext>
                </a:extLst>
              </p:cNvPr>
              <p:cNvSpPr/>
              <p:nvPr/>
            </p:nvSpPr>
            <p:spPr>
              <a:xfrm>
                <a:off x="2636504" y="4324935"/>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911" name="Freeform 3910">
                <a:extLst>
                  <a:ext uri="{FF2B5EF4-FFF2-40B4-BE49-F238E27FC236}">
                    <a16:creationId xmlns:a16="http://schemas.microsoft.com/office/drawing/2014/main" id="{151F57CA-94F3-DF9F-568B-692470DA67D1}"/>
                  </a:ext>
                </a:extLst>
              </p:cNvPr>
              <p:cNvSpPr/>
              <p:nvPr/>
            </p:nvSpPr>
            <p:spPr>
              <a:xfrm>
                <a:off x="2544561" y="4673754"/>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912" name="Freeform 3911">
                <a:extLst>
                  <a:ext uri="{FF2B5EF4-FFF2-40B4-BE49-F238E27FC236}">
                    <a16:creationId xmlns:a16="http://schemas.microsoft.com/office/drawing/2014/main" id="{78704A79-C8D2-C0D7-181E-2F8FA5677F8E}"/>
                  </a:ext>
                </a:extLst>
              </p:cNvPr>
              <p:cNvSpPr/>
              <p:nvPr/>
            </p:nvSpPr>
            <p:spPr>
              <a:xfrm>
                <a:off x="2853727" y="4710548"/>
                <a:ext cx="133532" cy="436044"/>
              </a:xfrm>
              <a:custGeom>
                <a:avLst/>
                <a:gdLst>
                  <a:gd name="connsiteX0" fmla="*/ 0 w 35668"/>
                  <a:gd name="connsiteY0" fmla="*/ 0 h 116473"/>
                  <a:gd name="connsiteX1" fmla="*/ 35668 w 35668"/>
                  <a:gd name="connsiteY1" fmla="*/ 0 h 116473"/>
                  <a:gd name="connsiteX2" fmla="*/ 35668 w 35668"/>
                  <a:gd name="connsiteY2" fmla="*/ 116474 h 116473"/>
                  <a:gd name="connsiteX3" fmla="*/ 0 w 35668"/>
                  <a:gd name="connsiteY3" fmla="*/ 116474 h 116473"/>
                </a:gdLst>
                <a:ahLst/>
                <a:cxnLst>
                  <a:cxn ang="0">
                    <a:pos x="connsiteX0" y="connsiteY0"/>
                  </a:cxn>
                  <a:cxn ang="0">
                    <a:pos x="connsiteX1" y="connsiteY1"/>
                  </a:cxn>
                  <a:cxn ang="0">
                    <a:pos x="connsiteX2" y="connsiteY2"/>
                  </a:cxn>
                  <a:cxn ang="0">
                    <a:pos x="connsiteX3" y="connsiteY3"/>
                  </a:cxn>
                </a:cxnLst>
                <a:rect l="l" t="t" r="r" b="b"/>
                <a:pathLst>
                  <a:path w="35668" h="116473">
                    <a:moveTo>
                      <a:pt x="0" y="0"/>
                    </a:moveTo>
                    <a:lnTo>
                      <a:pt x="35668" y="0"/>
                    </a:lnTo>
                    <a:lnTo>
                      <a:pt x="35668" y="116474"/>
                    </a:lnTo>
                    <a:lnTo>
                      <a:pt x="0" y="116474"/>
                    </a:lnTo>
                    <a:close/>
                  </a:path>
                </a:pathLst>
              </a:custGeom>
              <a:solidFill>
                <a:srgbClr val="B4AED3"/>
              </a:solidFill>
              <a:ln w="2249" cap="flat">
                <a:noFill/>
                <a:prstDash val="solid"/>
                <a:miter/>
              </a:ln>
            </p:spPr>
            <p:txBody>
              <a:bodyPr rtlCol="0" anchor="ctr"/>
              <a:lstStyle/>
              <a:p>
                <a:endParaRPr lang="en-US"/>
              </a:p>
            </p:txBody>
          </p:sp>
          <p:sp>
            <p:nvSpPr>
              <p:cNvPr id="3913" name="Freeform 3912">
                <a:extLst>
                  <a:ext uri="{FF2B5EF4-FFF2-40B4-BE49-F238E27FC236}">
                    <a16:creationId xmlns:a16="http://schemas.microsoft.com/office/drawing/2014/main" id="{ACD5FC2D-10F0-84D6-9D23-EC012E9F10A2}"/>
                  </a:ext>
                </a:extLst>
              </p:cNvPr>
              <p:cNvSpPr/>
              <p:nvPr/>
            </p:nvSpPr>
            <p:spPr>
              <a:xfrm>
                <a:off x="2853727" y="4710548"/>
                <a:ext cx="133532" cy="436044"/>
              </a:xfrm>
              <a:custGeom>
                <a:avLst/>
                <a:gdLst>
                  <a:gd name="connsiteX0" fmla="*/ 0 w 35668"/>
                  <a:gd name="connsiteY0" fmla="*/ 0 h 116473"/>
                  <a:gd name="connsiteX1" fmla="*/ 35668 w 35668"/>
                  <a:gd name="connsiteY1" fmla="*/ 0 h 116473"/>
                  <a:gd name="connsiteX2" fmla="*/ 35668 w 35668"/>
                  <a:gd name="connsiteY2" fmla="*/ 116474 h 116473"/>
                  <a:gd name="connsiteX3" fmla="*/ 0 w 35668"/>
                  <a:gd name="connsiteY3" fmla="*/ 116474 h 116473"/>
                </a:gdLst>
                <a:ahLst/>
                <a:cxnLst>
                  <a:cxn ang="0">
                    <a:pos x="connsiteX0" y="connsiteY0"/>
                  </a:cxn>
                  <a:cxn ang="0">
                    <a:pos x="connsiteX1" y="connsiteY1"/>
                  </a:cxn>
                  <a:cxn ang="0">
                    <a:pos x="connsiteX2" y="connsiteY2"/>
                  </a:cxn>
                  <a:cxn ang="0">
                    <a:pos x="connsiteX3" y="connsiteY3"/>
                  </a:cxn>
                </a:cxnLst>
                <a:rect l="l" t="t" r="r" b="b"/>
                <a:pathLst>
                  <a:path w="35668" h="116473">
                    <a:moveTo>
                      <a:pt x="0" y="0"/>
                    </a:moveTo>
                    <a:lnTo>
                      <a:pt x="35668" y="0"/>
                    </a:lnTo>
                    <a:lnTo>
                      <a:pt x="35668" y="116474"/>
                    </a:lnTo>
                    <a:lnTo>
                      <a:pt x="0" y="116474"/>
                    </a:lnTo>
                    <a:close/>
                  </a:path>
                </a:pathLst>
              </a:custGeom>
              <a:noFill/>
              <a:ln w="4498" cap="flat">
                <a:solidFill>
                  <a:srgbClr val="000000"/>
                </a:solidFill>
                <a:prstDash val="solid"/>
                <a:miter/>
              </a:ln>
            </p:spPr>
            <p:txBody>
              <a:bodyPr rtlCol="0" anchor="ctr"/>
              <a:lstStyle/>
              <a:p>
                <a:endParaRPr lang="en-US"/>
              </a:p>
            </p:txBody>
          </p:sp>
          <p:sp>
            <p:nvSpPr>
              <p:cNvPr id="3914" name="Freeform 3913">
                <a:extLst>
                  <a:ext uri="{FF2B5EF4-FFF2-40B4-BE49-F238E27FC236}">
                    <a16:creationId xmlns:a16="http://schemas.microsoft.com/office/drawing/2014/main" id="{14DD5A67-D126-B4FB-B74B-5C88E6A0AAB9}"/>
                  </a:ext>
                </a:extLst>
              </p:cNvPr>
              <p:cNvSpPr/>
              <p:nvPr/>
            </p:nvSpPr>
            <p:spPr>
              <a:xfrm>
                <a:off x="2853727" y="4870435"/>
                <a:ext cx="133532" cy="8416"/>
              </a:xfrm>
              <a:custGeom>
                <a:avLst/>
                <a:gdLst>
                  <a:gd name="connsiteX0" fmla="*/ 0 w 35668"/>
                  <a:gd name="connsiteY0" fmla="*/ 0 h 2248"/>
                  <a:gd name="connsiteX1" fmla="*/ 35668 w 35668"/>
                  <a:gd name="connsiteY1" fmla="*/ 0 h 2248"/>
                </a:gdLst>
                <a:ahLst/>
                <a:cxnLst>
                  <a:cxn ang="0">
                    <a:pos x="connsiteX0" y="connsiteY0"/>
                  </a:cxn>
                  <a:cxn ang="0">
                    <a:pos x="connsiteX1" y="connsiteY1"/>
                  </a:cxn>
                </a:cxnLst>
                <a:rect l="l" t="t" r="r" b="b"/>
                <a:pathLst>
                  <a:path w="35668" h="2248">
                    <a:moveTo>
                      <a:pt x="0" y="0"/>
                    </a:moveTo>
                    <a:lnTo>
                      <a:pt x="35668" y="0"/>
                    </a:lnTo>
                  </a:path>
                </a:pathLst>
              </a:custGeom>
              <a:ln w="4498" cap="flat">
                <a:solidFill>
                  <a:srgbClr val="000000"/>
                </a:solidFill>
                <a:prstDash val="solid"/>
                <a:round/>
              </a:ln>
            </p:spPr>
            <p:txBody>
              <a:bodyPr rtlCol="0" anchor="ctr"/>
              <a:lstStyle/>
              <a:p>
                <a:endParaRPr lang="en-US"/>
              </a:p>
            </p:txBody>
          </p:sp>
        </p:grpSp>
        <p:grpSp>
          <p:nvGrpSpPr>
            <p:cNvPr id="4303" name="Group 4302">
              <a:extLst>
                <a:ext uri="{FF2B5EF4-FFF2-40B4-BE49-F238E27FC236}">
                  <a16:creationId xmlns:a16="http://schemas.microsoft.com/office/drawing/2014/main" id="{A9D90B29-4EE1-930E-FAA9-71624F8EDB1B}"/>
                </a:ext>
              </a:extLst>
            </p:cNvPr>
            <p:cNvGrpSpPr/>
            <p:nvPr/>
          </p:nvGrpSpPr>
          <p:grpSpPr>
            <a:xfrm>
              <a:off x="2920492" y="3292787"/>
              <a:ext cx="6916035" cy="2889404"/>
              <a:chOff x="2920492" y="3292787"/>
              <a:chExt cx="6916035" cy="2889404"/>
            </a:xfrm>
          </p:grpSpPr>
          <p:sp>
            <p:nvSpPr>
              <p:cNvPr id="3983" name="Freeform 3982">
                <a:extLst>
                  <a:ext uri="{FF2B5EF4-FFF2-40B4-BE49-F238E27FC236}">
                    <a16:creationId xmlns:a16="http://schemas.microsoft.com/office/drawing/2014/main" id="{031EAA8F-EE84-F74C-1E13-B3A705CD63CA}"/>
                  </a:ext>
                </a:extLst>
              </p:cNvPr>
              <p:cNvSpPr/>
              <p:nvPr/>
            </p:nvSpPr>
            <p:spPr>
              <a:xfrm>
                <a:off x="2920492" y="3795770"/>
                <a:ext cx="1112889" cy="55819"/>
              </a:xfrm>
              <a:custGeom>
                <a:avLst/>
                <a:gdLst>
                  <a:gd name="connsiteX0" fmla="*/ 0 w 297267"/>
                  <a:gd name="connsiteY0" fmla="*/ 14911 h 14910"/>
                  <a:gd name="connsiteX1" fmla="*/ 0 w 297267"/>
                  <a:gd name="connsiteY1" fmla="*/ 0 h 14910"/>
                  <a:gd name="connsiteX2" fmla="*/ 297267 w 297267"/>
                  <a:gd name="connsiteY2" fmla="*/ 0 h 14910"/>
                  <a:gd name="connsiteX3" fmla="*/ 297267 w 297267"/>
                  <a:gd name="connsiteY3" fmla="*/ 14911 h 14910"/>
                </a:gdLst>
                <a:ahLst/>
                <a:cxnLst>
                  <a:cxn ang="0">
                    <a:pos x="connsiteX0" y="connsiteY0"/>
                  </a:cxn>
                  <a:cxn ang="0">
                    <a:pos x="connsiteX1" y="connsiteY1"/>
                  </a:cxn>
                  <a:cxn ang="0">
                    <a:pos x="connsiteX2" y="connsiteY2"/>
                  </a:cxn>
                  <a:cxn ang="0">
                    <a:pos x="connsiteX3" y="connsiteY3"/>
                  </a:cxn>
                </a:cxnLst>
                <a:rect l="l" t="t" r="r" b="b"/>
                <a:pathLst>
                  <a:path w="297267" h="14910">
                    <a:moveTo>
                      <a:pt x="0" y="14911"/>
                    </a:moveTo>
                    <a:lnTo>
                      <a:pt x="0" y="0"/>
                    </a:lnTo>
                    <a:lnTo>
                      <a:pt x="297267" y="0"/>
                    </a:lnTo>
                    <a:lnTo>
                      <a:pt x="297267" y="14911"/>
                    </a:lnTo>
                  </a:path>
                </a:pathLst>
              </a:custGeom>
              <a:noFill/>
              <a:ln w="4498" cap="flat">
                <a:solidFill>
                  <a:srgbClr val="000000"/>
                </a:solidFill>
                <a:prstDash val="solid"/>
                <a:round/>
              </a:ln>
            </p:spPr>
            <p:txBody>
              <a:bodyPr rtlCol="0" anchor="ctr"/>
              <a:lstStyle/>
              <a:p>
                <a:endParaRPr lang="en-US"/>
              </a:p>
            </p:txBody>
          </p:sp>
          <p:grpSp>
            <p:nvGrpSpPr>
              <p:cNvPr id="3984" name="Graphic 4479">
                <a:extLst>
                  <a:ext uri="{FF2B5EF4-FFF2-40B4-BE49-F238E27FC236}">
                    <a16:creationId xmlns:a16="http://schemas.microsoft.com/office/drawing/2014/main" id="{14940963-0FEC-F94A-7FB3-1FDB04138C49}"/>
                  </a:ext>
                </a:extLst>
              </p:cNvPr>
              <p:cNvGrpSpPr/>
              <p:nvPr/>
            </p:nvGrpSpPr>
            <p:grpSpPr>
              <a:xfrm>
                <a:off x="3363530" y="3670066"/>
                <a:ext cx="272286" cy="72239"/>
                <a:chOff x="3848190" y="2310391"/>
                <a:chExt cx="72731" cy="19296"/>
              </a:xfrm>
              <a:solidFill>
                <a:srgbClr val="231F20"/>
              </a:solidFill>
            </p:grpSpPr>
            <p:sp>
              <p:nvSpPr>
                <p:cNvPr id="3985" name="Freeform 3984">
                  <a:extLst>
                    <a:ext uri="{FF2B5EF4-FFF2-40B4-BE49-F238E27FC236}">
                      <a16:creationId xmlns:a16="http://schemas.microsoft.com/office/drawing/2014/main" id="{FE0167A3-829C-506E-04D0-51BA408527DE}"/>
                    </a:ext>
                  </a:extLst>
                </p:cNvPr>
                <p:cNvSpPr/>
                <p:nvPr/>
              </p:nvSpPr>
              <p:spPr>
                <a:xfrm>
                  <a:off x="3848190" y="2310391"/>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8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1 w 20240"/>
                    <a:gd name="connsiteY11" fmla="*/ 17339 h 19296"/>
                    <a:gd name="connsiteX12" fmla="*/ 7556 w 20240"/>
                    <a:gd name="connsiteY12" fmla="*/ 10525 h 19296"/>
                    <a:gd name="connsiteX13" fmla="*/ 0 w 20240"/>
                    <a:gd name="connsiteY13" fmla="*/ 7826 h 19296"/>
                    <a:gd name="connsiteX14" fmla="*/ 1214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8" y="5060"/>
                      </a:lnTo>
                      <a:lnTo>
                        <a:pt x="20241" y="8029"/>
                      </a:lnTo>
                      <a:lnTo>
                        <a:pt x="12549" y="10525"/>
                      </a:lnTo>
                      <a:lnTo>
                        <a:pt x="17609" y="17677"/>
                      </a:lnTo>
                      <a:lnTo>
                        <a:pt x="14978" y="19296"/>
                      </a:lnTo>
                      <a:lnTo>
                        <a:pt x="9985" y="12009"/>
                      </a:lnTo>
                      <a:lnTo>
                        <a:pt x="4723" y="19161"/>
                      </a:lnTo>
                      <a:lnTo>
                        <a:pt x="2361" y="17339"/>
                      </a:lnTo>
                      <a:lnTo>
                        <a:pt x="7556" y="10525"/>
                      </a:lnTo>
                      <a:lnTo>
                        <a:pt x="0" y="7826"/>
                      </a:lnTo>
                      <a:lnTo>
                        <a:pt x="1214" y="4993"/>
                      </a:lnTo>
                      <a:lnTo>
                        <a:pt x="8703" y="7894"/>
                      </a:lnTo>
                      <a:close/>
                    </a:path>
                  </a:pathLst>
                </a:custGeom>
                <a:solidFill>
                  <a:srgbClr val="231F20"/>
                </a:solidFill>
                <a:ln w="2249" cap="flat">
                  <a:noFill/>
                  <a:prstDash val="solid"/>
                  <a:miter/>
                </a:ln>
              </p:spPr>
              <p:txBody>
                <a:bodyPr rtlCol="0" anchor="ctr"/>
                <a:lstStyle/>
                <a:p>
                  <a:endParaRPr lang="en-US"/>
                </a:p>
              </p:txBody>
            </p:sp>
            <p:sp>
              <p:nvSpPr>
                <p:cNvPr id="3986" name="Freeform 3985">
                  <a:extLst>
                    <a:ext uri="{FF2B5EF4-FFF2-40B4-BE49-F238E27FC236}">
                      <a16:creationId xmlns:a16="http://schemas.microsoft.com/office/drawing/2014/main" id="{598CD8F2-1188-3993-ABCF-37D3582003C4}"/>
                    </a:ext>
                  </a:extLst>
                </p:cNvPr>
                <p:cNvSpPr/>
                <p:nvPr/>
              </p:nvSpPr>
              <p:spPr>
                <a:xfrm>
                  <a:off x="3874435" y="2310391"/>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9 w 20240"/>
                    <a:gd name="connsiteY4" fmla="*/ 5060 h 19296"/>
                    <a:gd name="connsiteX5" fmla="*/ 20241 w 20240"/>
                    <a:gd name="connsiteY5" fmla="*/ 8029 h 19296"/>
                    <a:gd name="connsiteX6" fmla="*/ 12549 w 20240"/>
                    <a:gd name="connsiteY6" fmla="*/ 10525 h 19296"/>
                    <a:gd name="connsiteX7" fmla="*/ 17610 w 20240"/>
                    <a:gd name="connsiteY7" fmla="*/ 17677 h 19296"/>
                    <a:gd name="connsiteX8" fmla="*/ 14978 w 20240"/>
                    <a:gd name="connsiteY8" fmla="*/ 19296 h 19296"/>
                    <a:gd name="connsiteX9" fmla="*/ 9986 w 20240"/>
                    <a:gd name="connsiteY9" fmla="*/ 12009 h 19296"/>
                    <a:gd name="connsiteX10" fmla="*/ 4723 w 20240"/>
                    <a:gd name="connsiteY10" fmla="*/ 19161 h 19296"/>
                    <a:gd name="connsiteX11" fmla="*/ 2362 w 20240"/>
                    <a:gd name="connsiteY11" fmla="*/ 17339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9" y="5060"/>
                      </a:lnTo>
                      <a:lnTo>
                        <a:pt x="20241" y="8029"/>
                      </a:lnTo>
                      <a:lnTo>
                        <a:pt x="12549" y="10525"/>
                      </a:lnTo>
                      <a:lnTo>
                        <a:pt x="17610" y="17677"/>
                      </a:lnTo>
                      <a:lnTo>
                        <a:pt x="14978" y="19296"/>
                      </a:lnTo>
                      <a:lnTo>
                        <a:pt x="9986" y="12009"/>
                      </a:lnTo>
                      <a:lnTo>
                        <a:pt x="4723" y="19161"/>
                      </a:lnTo>
                      <a:lnTo>
                        <a:pt x="2362" y="17339"/>
                      </a:lnTo>
                      <a:lnTo>
                        <a:pt x="7556" y="10525"/>
                      </a:lnTo>
                      <a:lnTo>
                        <a:pt x="0" y="7826"/>
                      </a:lnTo>
                      <a:lnTo>
                        <a:pt x="1215" y="4993"/>
                      </a:lnTo>
                      <a:lnTo>
                        <a:pt x="8703" y="7894"/>
                      </a:lnTo>
                      <a:close/>
                    </a:path>
                  </a:pathLst>
                </a:custGeom>
                <a:solidFill>
                  <a:srgbClr val="231F20"/>
                </a:solidFill>
                <a:ln w="2249" cap="flat">
                  <a:noFill/>
                  <a:prstDash val="solid"/>
                  <a:miter/>
                </a:ln>
              </p:spPr>
              <p:txBody>
                <a:bodyPr rtlCol="0" anchor="ctr"/>
                <a:lstStyle/>
                <a:p>
                  <a:endParaRPr lang="en-US"/>
                </a:p>
              </p:txBody>
            </p:sp>
            <p:sp>
              <p:nvSpPr>
                <p:cNvPr id="3987" name="Freeform 3986">
                  <a:extLst>
                    <a:ext uri="{FF2B5EF4-FFF2-40B4-BE49-F238E27FC236}">
                      <a16:creationId xmlns:a16="http://schemas.microsoft.com/office/drawing/2014/main" id="{E6FE3985-63CC-8725-709B-F5C07124BC49}"/>
                    </a:ext>
                  </a:extLst>
                </p:cNvPr>
                <p:cNvSpPr/>
                <p:nvPr/>
              </p:nvSpPr>
              <p:spPr>
                <a:xfrm>
                  <a:off x="3900680" y="2310391"/>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9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2 w 20240"/>
                    <a:gd name="connsiteY11" fmla="*/ 17339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9" y="5060"/>
                      </a:lnTo>
                      <a:lnTo>
                        <a:pt x="20241" y="8029"/>
                      </a:lnTo>
                      <a:lnTo>
                        <a:pt x="12549" y="10525"/>
                      </a:lnTo>
                      <a:lnTo>
                        <a:pt x="17609" y="17677"/>
                      </a:lnTo>
                      <a:lnTo>
                        <a:pt x="14978" y="19296"/>
                      </a:lnTo>
                      <a:lnTo>
                        <a:pt x="9985" y="12009"/>
                      </a:lnTo>
                      <a:lnTo>
                        <a:pt x="4723" y="19161"/>
                      </a:lnTo>
                      <a:lnTo>
                        <a:pt x="2362" y="17339"/>
                      </a:lnTo>
                      <a:lnTo>
                        <a:pt x="7556" y="10525"/>
                      </a:lnTo>
                      <a:lnTo>
                        <a:pt x="0" y="7826"/>
                      </a:lnTo>
                      <a:lnTo>
                        <a:pt x="1215" y="4993"/>
                      </a:lnTo>
                      <a:lnTo>
                        <a:pt x="8703" y="7894"/>
                      </a:lnTo>
                      <a:close/>
                    </a:path>
                  </a:pathLst>
                </a:custGeom>
                <a:solidFill>
                  <a:srgbClr val="231F20"/>
                </a:solidFill>
                <a:ln w="2249" cap="flat">
                  <a:noFill/>
                  <a:prstDash val="solid"/>
                  <a:miter/>
                </a:ln>
              </p:spPr>
              <p:txBody>
                <a:bodyPr rtlCol="0" anchor="ctr"/>
                <a:lstStyle/>
                <a:p>
                  <a:endParaRPr lang="en-US"/>
                </a:p>
              </p:txBody>
            </p:sp>
          </p:grpSp>
          <p:sp>
            <p:nvSpPr>
              <p:cNvPr id="3992" name="Freeform 3991">
                <a:extLst>
                  <a:ext uri="{FF2B5EF4-FFF2-40B4-BE49-F238E27FC236}">
                    <a16:creationId xmlns:a16="http://schemas.microsoft.com/office/drawing/2014/main" id="{32DD0A20-275C-3252-17C5-E7520B5AA3F4}"/>
                  </a:ext>
                </a:extLst>
              </p:cNvPr>
              <p:cNvSpPr/>
              <p:nvPr/>
            </p:nvSpPr>
            <p:spPr>
              <a:xfrm>
                <a:off x="2920492" y="3421520"/>
                <a:ext cx="2225778" cy="55819"/>
              </a:xfrm>
              <a:custGeom>
                <a:avLst/>
                <a:gdLst>
                  <a:gd name="connsiteX0" fmla="*/ 0 w 594534"/>
                  <a:gd name="connsiteY0" fmla="*/ 14911 h 14910"/>
                  <a:gd name="connsiteX1" fmla="*/ 0 w 594534"/>
                  <a:gd name="connsiteY1" fmla="*/ 0 h 14910"/>
                  <a:gd name="connsiteX2" fmla="*/ 594535 w 594534"/>
                  <a:gd name="connsiteY2" fmla="*/ 0 h 14910"/>
                  <a:gd name="connsiteX3" fmla="*/ 594535 w 594534"/>
                  <a:gd name="connsiteY3" fmla="*/ 14911 h 14910"/>
                </a:gdLst>
                <a:ahLst/>
                <a:cxnLst>
                  <a:cxn ang="0">
                    <a:pos x="connsiteX0" y="connsiteY0"/>
                  </a:cxn>
                  <a:cxn ang="0">
                    <a:pos x="connsiteX1" y="connsiteY1"/>
                  </a:cxn>
                  <a:cxn ang="0">
                    <a:pos x="connsiteX2" y="connsiteY2"/>
                  </a:cxn>
                  <a:cxn ang="0">
                    <a:pos x="connsiteX3" y="connsiteY3"/>
                  </a:cxn>
                </a:cxnLst>
                <a:rect l="l" t="t" r="r" b="b"/>
                <a:pathLst>
                  <a:path w="594534" h="14910">
                    <a:moveTo>
                      <a:pt x="0" y="14911"/>
                    </a:moveTo>
                    <a:lnTo>
                      <a:pt x="0" y="0"/>
                    </a:lnTo>
                    <a:lnTo>
                      <a:pt x="594535" y="0"/>
                    </a:lnTo>
                    <a:lnTo>
                      <a:pt x="594535" y="14911"/>
                    </a:lnTo>
                  </a:path>
                </a:pathLst>
              </a:custGeom>
              <a:noFill/>
              <a:ln w="4498" cap="flat">
                <a:solidFill>
                  <a:srgbClr val="000000"/>
                </a:solidFill>
                <a:prstDash val="solid"/>
                <a:round/>
              </a:ln>
            </p:spPr>
            <p:txBody>
              <a:bodyPr rtlCol="0" anchor="ctr"/>
              <a:lstStyle/>
              <a:p>
                <a:endParaRPr lang="en-US"/>
              </a:p>
            </p:txBody>
          </p:sp>
          <p:grpSp>
            <p:nvGrpSpPr>
              <p:cNvPr id="3993" name="Graphic 4479">
                <a:extLst>
                  <a:ext uri="{FF2B5EF4-FFF2-40B4-BE49-F238E27FC236}">
                    <a16:creationId xmlns:a16="http://schemas.microsoft.com/office/drawing/2014/main" id="{39BE0D61-D314-AF89-0327-39F7DDAF30BA}"/>
                  </a:ext>
                </a:extLst>
              </p:cNvPr>
              <p:cNvGrpSpPr/>
              <p:nvPr/>
            </p:nvGrpSpPr>
            <p:grpSpPr>
              <a:xfrm>
                <a:off x="3876695" y="3292787"/>
                <a:ext cx="272286" cy="72239"/>
                <a:chOff x="3985263" y="2209615"/>
                <a:chExt cx="72731" cy="19296"/>
              </a:xfrm>
              <a:solidFill>
                <a:srgbClr val="231F20"/>
              </a:solidFill>
            </p:grpSpPr>
            <p:sp>
              <p:nvSpPr>
                <p:cNvPr id="3994" name="Freeform 3993">
                  <a:extLst>
                    <a:ext uri="{FF2B5EF4-FFF2-40B4-BE49-F238E27FC236}">
                      <a16:creationId xmlns:a16="http://schemas.microsoft.com/office/drawing/2014/main" id="{57C0419A-BAA1-DBE1-1FEC-B64FFB1D3094}"/>
                    </a:ext>
                  </a:extLst>
                </p:cNvPr>
                <p:cNvSpPr/>
                <p:nvPr/>
              </p:nvSpPr>
              <p:spPr>
                <a:xfrm>
                  <a:off x="3985263" y="2209615"/>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9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6 w 20240"/>
                    <a:gd name="connsiteY9" fmla="*/ 12009 h 19296"/>
                    <a:gd name="connsiteX10" fmla="*/ 4723 w 20240"/>
                    <a:gd name="connsiteY10" fmla="*/ 19161 h 19296"/>
                    <a:gd name="connsiteX11" fmla="*/ 2362 w 20240"/>
                    <a:gd name="connsiteY11" fmla="*/ 17339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9" y="5060"/>
                      </a:lnTo>
                      <a:lnTo>
                        <a:pt x="20241" y="8029"/>
                      </a:lnTo>
                      <a:lnTo>
                        <a:pt x="12549" y="10525"/>
                      </a:lnTo>
                      <a:lnTo>
                        <a:pt x="17609" y="17677"/>
                      </a:lnTo>
                      <a:lnTo>
                        <a:pt x="14978" y="19296"/>
                      </a:lnTo>
                      <a:lnTo>
                        <a:pt x="9986" y="12009"/>
                      </a:lnTo>
                      <a:lnTo>
                        <a:pt x="4723" y="19161"/>
                      </a:lnTo>
                      <a:lnTo>
                        <a:pt x="2362" y="17339"/>
                      </a:lnTo>
                      <a:lnTo>
                        <a:pt x="7556" y="10525"/>
                      </a:lnTo>
                      <a:lnTo>
                        <a:pt x="0" y="7826"/>
                      </a:lnTo>
                      <a:lnTo>
                        <a:pt x="1215" y="4993"/>
                      </a:lnTo>
                      <a:lnTo>
                        <a:pt x="8703" y="7894"/>
                      </a:lnTo>
                      <a:close/>
                    </a:path>
                  </a:pathLst>
                </a:custGeom>
                <a:solidFill>
                  <a:srgbClr val="231F20"/>
                </a:solidFill>
                <a:ln w="2249" cap="flat">
                  <a:noFill/>
                  <a:prstDash val="solid"/>
                  <a:miter/>
                </a:ln>
              </p:spPr>
              <p:txBody>
                <a:bodyPr rtlCol="0" anchor="ctr"/>
                <a:lstStyle/>
                <a:p>
                  <a:endParaRPr lang="en-US"/>
                </a:p>
              </p:txBody>
            </p:sp>
            <p:sp>
              <p:nvSpPr>
                <p:cNvPr id="3995" name="Freeform 3994">
                  <a:extLst>
                    <a:ext uri="{FF2B5EF4-FFF2-40B4-BE49-F238E27FC236}">
                      <a16:creationId xmlns:a16="http://schemas.microsoft.com/office/drawing/2014/main" id="{B6AF5896-2B8A-1896-C5D5-302A435007AE}"/>
                    </a:ext>
                  </a:extLst>
                </p:cNvPr>
                <p:cNvSpPr/>
                <p:nvPr/>
              </p:nvSpPr>
              <p:spPr>
                <a:xfrm>
                  <a:off x="4011509" y="2209615"/>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8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1 w 20240"/>
                    <a:gd name="connsiteY11" fmla="*/ 17339 h 19296"/>
                    <a:gd name="connsiteX12" fmla="*/ 7556 w 20240"/>
                    <a:gd name="connsiteY12" fmla="*/ 10525 h 19296"/>
                    <a:gd name="connsiteX13" fmla="*/ 0 w 20240"/>
                    <a:gd name="connsiteY13" fmla="*/ 7826 h 19296"/>
                    <a:gd name="connsiteX14" fmla="*/ 1214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8" y="5060"/>
                      </a:lnTo>
                      <a:lnTo>
                        <a:pt x="20241" y="8029"/>
                      </a:lnTo>
                      <a:lnTo>
                        <a:pt x="12549" y="10525"/>
                      </a:lnTo>
                      <a:lnTo>
                        <a:pt x="17609" y="17677"/>
                      </a:lnTo>
                      <a:lnTo>
                        <a:pt x="14978" y="19296"/>
                      </a:lnTo>
                      <a:lnTo>
                        <a:pt x="9985" y="12009"/>
                      </a:lnTo>
                      <a:lnTo>
                        <a:pt x="4723" y="19161"/>
                      </a:lnTo>
                      <a:lnTo>
                        <a:pt x="2361" y="17339"/>
                      </a:lnTo>
                      <a:lnTo>
                        <a:pt x="7556" y="10525"/>
                      </a:lnTo>
                      <a:lnTo>
                        <a:pt x="0" y="7826"/>
                      </a:lnTo>
                      <a:lnTo>
                        <a:pt x="1214" y="4993"/>
                      </a:lnTo>
                      <a:lnTo>
                        <a:pt x="8703" y="7894"/>
                      </a:lnTo>
                      <a:close/>
                    </a:path>
                  </a:pathLst>
                </a:custGeom>
                <a:solidFill>
                  <a:srgbClr val="231F20"/>
                </a:solidFill>
                <a:ln w="2249" cap="flat">
                  <a:noFill/>
                  <a:prstDash val="solid"/>
                  <a:miter/>
                </a:ln>
              </p:spPr>
              <p:txBody>
                <a:bodyPr rtlCol="0" anchor="ctr"/>
                <a:lstStyle/>
                <a:p>
                  <a:endParaRPr lang="en-US"/>
                </a:p>
              </p:txBody>
            </p:sp>
            <p:sp>
              <p:nvSpPr>
                <p:cNvPr id="3996" name="Freeform 3995">
                  <a:extLst>
                    <a:ext uri="{FF2B5EF4-FFF2-40B4-BE49-F238E27FC236}">
                      <a16:creationId xmlns:a16="http://schemas.microsoft.com/office/drawing/2014/main" id="{A841025C-3989-5CAD-430F-83727168BA42}"/>
                    </a:ext>
                  </a:extLst>
                </p:cNvPr>
                <p:cNvSpPr/>
                <p:nvPr/>
              </p:nvSpPr>
              <p:spPr>
                <a:xfrm>
                  <a:off x="4037754" y="2209615"/>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9 w 20240"/>
                    <a:gd name="connsiteY4" fmla="*/ 5060 h 19296"/>
                    <a:gd name="connsiteX5" fmla="*/ 20241 w 20240"/>
                    <a:gd name="connsiteY5" fmla="*/ 8029 h 19296"/>
                    <a:gd name="connsiteX6" fmla="*/ 12549 w 20240"/>
                    <a:gd name="connsiteY6" fmla="*/ 10525 h 19296"/>
                    <a:gd name="connsiteX7" fmla="*/ 17610 w 20240"/>
                    <a:gd name="connsiteY7" fmla="*/ 17677 h 19296"/>
                    <a:gd name="connsiteX8" fmla="*/ 14978 w 20240"/>
                    <a:gd name="connsiteY8" fmla="*/ 19296 h 19296"/>
                    <a:gd name="connsiteX9" fmla="*/ 9986 w 20240"/>
                    <a:gd name="connsiteY9" fmla="*/ 12009 h 19296"/>
                    <a:gd name="connsiteX10" fmla="*/ 4723 w 20240"/>
                    <a:gd name="connsiteY10" fmla="*/ 19161 h 19296"/>
                    <a:gd name="connsiteX11" fmla="*/ 2362 w 20240"/>
                    <a:gd name="connsiteY11" fmla="*/ 17339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9" y="5060"/>
                      </a:lnTo>
                      <a:lnTo>
                        <a:pt x="20241" y="8029"/>
                      </a:lnTo>
                      <a:lnTo>
                        <a:pt x="12549" y="10525"/>
                      </a:lnTo>
                      <a:lnTo>
                        <a:pt x="17610" y="17677"/>
                      </a:lnTo>
                      <a:lnTo>
                        <a:pt x="14978" y="19296"/>
                      </a:lnTo>
                      <a:lnTo>
                        <a:pt x="9986" y="12009"/>
                      </a:lnTo>
                      <a:lnTo>
                        <a:pt x="4723" y="19161"/>
                      </a:lnTo>
                      <a:lnTo>
                        <a:pt x="2362" y="17339"/>
                      </a:lnTo>
                      <a:lnTo>
                        <a:pt x="7556" y="10525"/>
                      </a:lnTo>
                      <a:lnTo>
                        <a:pt x="0" y="7826"/>
                      </a:lnTo>
                      <a:lnTo>
                        <a:pt x="1215" y="4993"/>
                      </a:lnTo>
                      <a:lnTo>
                        <a:pt x="8703" y="7894"/>
                      </a:lnTo>
                      <a:close/>
                    </a:path>
                  </a:pathLst>
                </a:custGeom>
                <a:solidFill>
                  <a:srgbClr val="231F20"/>
                </a:solidFill>
                <a:ln w="2249" cap="flat">
                  <a:noFill/>
                  <a:prstDash val="solid"/>
                  <a:miter/>
                </a:ln>
              </p:spPr>
              <p:txBody>
                <a:bodyPr rtlCol="0" anchor="ctr"/>
                <a:lstStyle/>
                <a:p>
                  <a:endParaRPr lang="en-US"/>
                </a:p>
              </p:txBody>
            </p:sp>
          </p:grpSp>
          <p:grpSp>
            <p:nvGrpSpPr>
              <p:cNvPr id="3997" name="Graphic 4479">
                <a:extLst>
                  <a:ext uri="{FF2B5EF4-FFF2-40B4-BE49-F238E27FC236}">
                    <a16:creationId xmlns:a16="http://schemas.microsoft.com/office/drawing/2014/main" id="{154A20DF-8D02-B630-1091-57CD1069C0DC}"/>
                  </a:ext>
                </a:extLst>
              </p:cNvPr>
              <p:cNvGrpSpPr/>
              <p:nvPr/>
            </p:nvGrpSpPr>
            <p:grpSpPr>
              <a:xfrm>
                <a:off x="3535708" y="3980493"/>
                <a:ext cx="913011" cy="214864"/>
                <a:chOff x="3894181" y="2393310"/>
                <a:chExt cx="243877" cy="57393"/>
              </a:xfrm>
              <a:solidFill>
                <a:srgbClr val="231F20"/>
              </a:solidFill>
            </p:grpSpPr>
            <p:sp>
              <p:nvSpPr>
                <p:cNvPr id="3998" name="Freeform 3997">
                  <a:extLst>
                    <a:ext uri="{FF2B5EF4-FFF2-40B4-BE49-F238E27FC236}">
                      <a16:creationId xmlns:a16="http://schemas.microsoft.com/office/drawing/2014/main" id="{23305B24-6A6B-C962-D398-7B6B17D5FCFD}"/>
                    </a:ext>
                  </a:extLst>
                </p:cNvPr>
                <p:cNvSpPr/>
                <p:nvPr/>
              </p:nvSpPr>
              <p:spPr>
                <a:xfrm>
                  <a:off x="3894181" y="2393310"/>
                  <a:ext cx="28561" cy="38861"/>
                </a:xfrm>
                <a:custGeom>
                  <a:avLst/>
                  <a:gdLst>
                    <a:gd name="connsiteX0" fmla="*/ 0 w 28561"/>
                    <a:gd name="connsiteY0" fmla="*/ 38862 h 38861"/>
                    <a:gd name="connsiteX1" fmla="*/ 0 w 28561"/>
                    <a:gd name="connsiteY1" fmla="*/ 0 h 38861"/>
                    <a:gd name="connsiteX2" fmla="*/ 14033 w 28561"/>
                    <a:gd name="connsiteY2" fmla="*/ 0 h 38861"/>
                    <a:gd name="connsiteX3" fmla="*/ 19858 w 28561"/>
                    <a:gd name="connsiteY3" fmla="*/ 697 h 38861"/>
                    <a:gd name="connsiteX4" fmla="*/ 23816 w 28561"/>
                    <a:gd name="connsiteY4" fmla="*/ 2699 h 38861"/>
                    <a:gd name="connsiteX5" fmla="*/ 26065 w 28561"/>
                    <a:gd name="connsiteY5" fmla="*/ 5802 h 38861"/>
                    <a:gd name="connsiteX6" fmla="*/ 26763 w 28561"/>
                    <a:gd name="connsiteY6" fmla="*/ 9760 h 38861"/>
                    <a:gd name="connsiteX7" fmla="*/ 26223 w 28561"/>
                    <a:gd name="connsiteY7" fmla="*/ 13291 h 38861"/>
                    <a:gd name="connsiteX8" fmla="*/ 24829 w 28561"/>
                    <a:gd name="connsiteY8" fmla="*/ 15765 h 38861"/>
                    <a:gd name="connsiteX9" fmla="*/ 22849 w 28561"/>
                    <a:gd name="connsiteY9" fmla="*/ 17339 h 38861"/>
                    <a:gd name="connsiteX10" fmla="*/ 20556 w 28561"/>
                    <a:gd name="connsiteY10" fmla="*/ 18127 h 38861"/>
                    <a:gd name="connsiteX11" fmla="*/ 20556 w 28561"/>
                    <a:gd name="connsiteY11" fmla="*/ 18239 h 38861"/>
                    <a:gd name="connsiteX12" fmla="*/ 26583 w 28561"/>
                    <a:gd name="connsiteY12" fmla="*/ 21433 h 38861"/>
                    <a:gd name="connsiteX13" fmla="*/ 28562 w 28561"/>
                    <a:gd name="connsiteY13" fmla="*/ 27910 h 38861"/>
                    <a:gd name="connsiteX14" fmla="*/ 27617 w 28561"/>
                    <a:gd name="connsiteY14" fmla="*/ 33037 h 38861"/>
                    <a:gd name="connsiteX15" fmla="*/ 25008 w 28561"/>
                    <a:gd name="connsiteY15" fmla="*/ 36433 h 38861"/>
                    <a:gd name="connsiteX16" fmla="*/ 20983 w 28561"/>
                    <a:gd name="connsiteY16" fmla="*/ 38300 h 38861"/>
                    <a:gd name="connsiteX17" fmla="*/ 15878 w 28561"/>
                    <a:gd name="connsiteY17" fmla="*/ 38862 h 38861"/>
                    <a:gd name="connsiteX18" fmla="*/ 0 w 28561"/>
                    <a:gd name="connsiteY18" fmla="*/ 38862 h 38861"/>
                    <a:gd name="connsiteX19" fmla="*/ 3666 w 28561"/>
                    <a:gd name="connsiteY19" fmla="*/ 17160 h 38861"/>
                    <a:gd name="connsiteX20" fmla="*/ 12954 w 28561"/>
                    <a:gd name="connsiteY20" fmla="*/ 17160 h 38861"/>
                    <a:gd name="connsiteX21" fmla="*/ 17767 w 28561"/>
                    <a:gd name="connsiteY21" fmla="*/ 16665 h 38861"/>
                    <a:gd name="connsiteX22" fmla="*/ 20893 w 28561"/>
                    <a:gd name="connsiteY22" fmla="*/ 15225 h 38861"/>
                    <a:gd name="connsiteX23" fmla="*/ 22602 w 28561"/>
                    <a:gd name="connsiteY23" fmla="*/ 12909 h 38861"/>
                    <a:gd name="connsiteX24" fmla="*/ 23119 w 28561"/>
                    <a:gd name="connsiteY24" fmla="*/ 9760 h 38861"/>
                    <a:gd name="connsiteX25" fmla="*/ 22535 w 28561"/>
                    <a:gd name="connsiteY25" fmla="*/ 6657 h 38861"/>
                    <a:gd name="connsiteX26" fmla="*/ 20646 w 28561"/>
                    <a:gd name="connsiteY26" fmla="*/ 4610 h 38861"/>
                    <a:gd name="connsiteX27" fmla="*/ 17272 w 28561"/>
                    <a:gd name="connsiteY27" fmla="*/ 3486 h 38861"/>
                    <a:gd name="connsiteX28" fmla="*/ 12167 w 28561"/>
                    <a:gd name="connsiteY28" fmla="*/ 3126 h 38861"/>
                    <a:gd name="connsiteX29" fmla="*/ 3688 w 28561"/>
                    <a:gd name="connsiteY29" fmla="*/ 3126 h 38861"/>
                    <a:gd name="connsiteX30" fmla="*/ 3688 w 28561"/>
                    <a:gd name="connsiteY30" fmla="*/ 17160 h 38861"/>
                    <a:gd name="connsiteX31" fmla="*/ 3666 w 28561"/>
                    <a:gd name="connsiteY31" fmla="*/ 35736 h 38861"/>
                    <a:gd name="connsiteX32" fmla="*/ 12999 w 28561"/>
                    <a:gd name="connsiteY32" fmla="*/ 35736 h 38861"/>
                    <a:gd name="connsiteX33" fmla="*/ 18262 w 28561"/>
                    <a:gd name="connsiteY33" fmla="*/ 35466 h 38861"/>
                    <a:gd name="connsiteX34" fmla="*/ 21950 w 28561"/>
                    <a:gd name="connsiteY34" fmla="*/ 34364 h 38861"/>
                    <a:gd name="connsiteX35" fmla="*/ 24131 w 28561"/>
                    <a:gd name="connsiteY35" fmla="*/ 31980 h 38861"/>
                    <a:gd name="connsiteX36" fmla="*/ 24851 w 28561"/>
                    <a:gd name="connsiteY36" fmla="*/ 27910 h 38861"/>
                    <a:gd name="connsiteX37" fmla="*/ 24042 w 28561"/>
                    <a:gd name="connsiteY37" fmla="*/ 23996 h 38861"/>
                    <a:gd name="connsiteX38" fmla="*/ 21725 w 28561"/>
                    <a:gd name="connsiteY38" fmla="*/ 21702 h 38861"/>
                    <a:gd name="connsiteX39" fmla="*/ 18104 w 28561"/>
                    <a:gd name="connsiteY39" fmla="*/ 20600 h 38861"/>
                    <a:gd name="connsiteX40" fmla="*/ 13404 w 28561"/>
                    <a:gd name="connsiteY40" fmla="*/ 20308 h 38861"/>
                    <a:gd name="connsiteX41" fmla="*/ 3643 w 28561"/>
                    <a:gd name="connsiteY41" fmla="*/ 20308 h 38861"/>
                    <a:gd name="connsiteX42" fmla="*/ 3643 w 28561"/>
                    <a:gd name="connsiteY42" fmla="*/ 35736 h 38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8561" h="38861">
                      <a:moveTo>
                        <a:pt x="0" y="38862"/>
                      </a:moveTo>
                      <a:lnTo>
                        <a:pt x="0" y="0"/>
                      </a:lnTo>
                      <a:lnTo>
                        <a:pt x="14033" y="0"/>
                      </a:lnTo>
                      <a:cubicBezTo>
                        <a:pt x="16305" y="0"/>
                        <a:pt x="18239" y="225"/>
                        <a:pt x="19858" y="697"/>
                      </a:cubicBezTo>
                      <a:cubicBezTo>
                        <a:pt x="21478" y="1169"/>
                        <a:pt x="22804" y="1822"/>
                        <a:pt x="23816" y="2699"/>
                      </a:cubicBezTo>
                      <a:cubicBezTo>
                        <a:pt x="24851" y="3553"/>
                        <a:pt x="25593" y="4588"/>
                        <a:pt x="26065" y="5802"/>
                      </a:cubicBezTo>
                      <a:cubicBezTo>
                        <a:pt x="26538" y="7017"/>
                        <a:pt x="26763" y="8321"/>
                        <a:pt x="26763" y="9760"/>
                      </a:cubicBezTo>
                      <a:cubicBezTo>
                        <a:pt x="26763" y="11200"/>
                        <a:pt x="26583" y="12302"/>
                        <a:pt x="26223" y="13291"/>
                      </a:cubicBezTo>
                      <a:cubicBezTo>
                        <a:pt x="25863" y="14281"/>
                        <a:pt x="25391" y="15113"/>
                        <a:pt x="24829" y="15765"/>
                      </a:cubicBezTo>
                      <a:cubicBezTo>
                        <a:pt x="24266" y="16417"/>
                        <a:pt x="23592" y="16957"/>
                        <a:pt x="22849" y="17339"/>
                      </a:cubicBezTo>
                      <a:cubicBezTo>
                        <a:pt x="22107" y="17722"/>
                        <a:pt x="21343" y="17969"/>
                        <a:pt x="20556" y="18127"/>
                      </a:cubicBezTo>
                      <a:lnTo>
                        <a:pt x="20556" y="18239"/>
                      </a:lnTo>
                      <a:cubicBezTo>
                        <a:pt x="23254" y="18644"/>
                        <a:pt x="25256" y="19701"/>
                        <a:pt x="26583" y="21433"/>
                      </a:cubicBezTo>
                      <a:cubicBezTo>
                        <a:pt x="27887" y="23164"/>
                        <a:pt x="28562" y="25323"/>
                        <a:pt x="28562" y="27910"/>
                      </a:cubicBezTo>
                      <a:cubicBezTo>
                        <a:pt x="28562" y="29934"/>
                        <a:pt x="28247" y="31643"/>
                        <a:pt x="27617" y="33037"/>
                      </a:cubicBezTo>
                      <a:cubicBezTo>
                        <a:pt x="26988" y="34432"/>
                        <a:pt x="26110" y="35578"/>
                        <a:pt x="25008" y="36433"/>
                      </a:cubicBezTo>
                      <a:cubicBezTo>
                        <a:pt x="23884" y="37288"/>
                        <a:pt x="22557" y="37917"/>
                        <a:pt x="20983" y="38300"/>
                      </a:cubicBezTo>
                      <a:cubicBezTo>
                        <a:pt x="19409" y="38682"/>
                        <a:pt x="17722" y="38862"/>
                        <a:pt x="15878" y="38862"/>
                      </a:cubicBezTo>
                      <a:lnTo>
                        <a:pt x="0" y="38862"/>
                      </a:lnTo>
                      <a:close/>
                      <a:moveTo>
                        <a:pt x="3666" y="17160"/>
                      </a:moveTo>
                      <a:lnTo>
                        <a:pt x="12954" y="17160"/>
                      </a:lnTo>
                      <a:cubicBezTo>
                        <a:pt x="14866" y="17160"/>
                        <a:pt x="16463" y="17002"/>
                        <a:pt x="17767" y="16665"/>
                      </a:cubicBezTo>
                      <a:cubicBezTo>
                        <a:pt x="19071" y="16350"/>
                        <a:pt x="20106" y="15855"/>
                        <a:pt x="20893" y="15225"/>
                      </a:cubicBezTo>
                      <a:cubicBezTo>
                        <a:pt x="21680" y="14596"/>
                        <a:pt x="22242" y="13831"/>
                        <a:pt x="22602" y="12909"/>
                      </a:cubicBezTo>
                      <a:cubicBezTo>
                        <a:pt x="22939" y="11987"/>
                        <a:pt x="23119" y="10930"/>
                        <a:pt x="23119" y="9760"/>
                      </a:cubicBezTo>
                      <a:cubicBezTo>
                        <a:pt x="23119" y="8591"/>
                        <a:pt x="22917" y="7512"/>
                        <a:pt x="22535" y="6657"/>
                      </a:cubicBezTo>
                      <a:cubicBezTo>
                        <a:pt x="22130" y="5802"/>
                        <a:pt x="21500" y="5128"/>
                        <a:pt x="20646" y="4610"/>
                      </a:cubicBezTo>
                      <a:cubicBezTo>
                        <a:pt x="19791" y="4093"/>
                        <a:pt x="18666" y="3711"/>
                        <a:pt x="17272" y="3486"/>
                      </a:cubicBezTo>
                      <a:cubicBezTo>
                        <a:pt x="15878" y="3261"/>
                        <a:pt x="14191" y="3126"/>
                        <a:pt x="12167" y="3126"/>
                      </a:cubicBezTo>
                      <a:lnTo>
                        <a:pt x="3688" y="3126"/>
                      </a:lnTo>
                      <a:lnTo>
                        <a:pt x="3688" y="17160"/>
                      </a:lnTo>
                      <a:close/>
                      <a:moveTo>
                        <a:pt x="3666" y="35736"/>
                      </a:moveTo>
                      <a:lnTo>
                        <a:pt x="12999" y="35736"/>
                      </a:lnTo>
                      <a:cubicBezTo>
                        <a:pt x="15023" y="35736"/>
                        <a:pt x="16777" y="35646"/>
                        <a:pt x="18262" y="35466"/>
                      </a:cubicBezTo>
                      <a:cubicBezTo>
                        <a:pt x="19746" y="35286"/>
                        <a:pt x="20983" y="34926"/>
                        <a:pt x="21950" y="34364"/>
                      </a:cubicBezTo>
                      <a:cubicBezTo>
                        <a:pt x="22917" y="33802"/>
                        <a:pt x="23659" y="33015"/>
                        <a:pt x="24131" y="31980"/>
                      </a:cubicBezTo>
                      <a:cubicBezTo>
                        <a:pt x="24626" y="30946"/>
                        <a:pt x="24851" y="29596"/>
                        <a:pt x="24851" y="27910"/>
                      </a:cubicBezTo>
                      <a:cubicBezTo>
                        <a:pt x="24851" y="26223"/>
                        <a:pt x="24581" y="24986"/>
                        <a:pt x="24042" y="23996"/>
                      </a:cubicBezTo>
                      <a:cubicBezTo>
                        <a:pt x="23502" y="23007"/>
                        <a:pt x="22737" y="22242"/>
                        <a:pt x="21725" y="21702"/>
                      </a:cubicBezTo>
                      <a:cubicBezTo>
                        <a:pt x="20713" y="21163"/>
                        <a:pt x="19521" y="20803"/>
                        <a:pt x="18104" y="20600"/>
                      </a:cubicBezTo>
                      <a:cubicBezTo>
                        <a:pt x="16710" y="20398"/>
                        <a:pt x="15135" y="20308"/>
                        <a:pt x="13404" y="20308"/>
                      </a:cubicBezTo>
                      <a:lnTo>
                        <a:pt x="3643" y="20308"/>
                      </a:lnTo>
                      <a:lnTo>
                        <a:pt x="3643" y="35736"/>
                      </a:lnTo>
                      <a:close/>
                    </a:path>
                  </a:pathLst>
                </a:custGeom>
                <a:solidFill>
                  <a:srgbClr val="231F20"/>
                </a:solidFill>
                <a:ln w="2249" cap="flat">
                  <a:noFill/>
                  <a:prstDash val="solid"/>
                  <a:miter/>
                </a:ln>
              </p:spPr>
              <p:txBody>
                <a:bodyPr rtlCol="0" anchor="ctr"/>
                <a:lstStyle/>
                <a:p>
                  <a:endParaRPr lang="en-US"/>
                </a:p>
              </p:txBody>
            </p:sp>
            <p:sp>
              <p:nvSpPr>
                <p:cNvPr id="3999" name="Freeform 3998">
                  <a:extLst>
                    <a:ext uri="{FF2B5EF4-FFF2-40B4-BE49-F238E27FC236}">
                      <a16:creationId xmlns:a16="http://schemas.microsoft.com/office/drawing/2014/main" id="{ADA09482-1981-EE88-22C5-714F99205EC0}"/>
                    </a:ext>
                  </a:extLst>
                </p:cNvPr>
                <p:cNvSpPr/>
                <p:nvPr/>
              </p:nvSpPr>
              <p:spPr>
                <a:xfrm>
                  <a:off x="3929804" y="2393310"/>
                  <a:ext cx="25053" cy="38861"/>
                </a:xfrm>
                <a:custGeom>
                  <a:avLst/>
                  <a:gdLst>
                    <a:gd name="connsiteX0" fmla="*/ 0 w 25053"/>
                    <a:gd name="connsiteY0" fmla="*/ 38862 h 38861"/>
                    <a:gd name="connsiteX1" fmla="*/ 0 w 25053"/>
                    <a:gd name="connsiteY1" fmla="*/ 0 h 38861"/>
                    <a:gd name="connsiteX2" fmla="*/ 25053 w 25053"/>
                    <a:gd name="connsiteY2" fmla="*/ 0 h 38861"/>
                    <a:gd name="connsiteX3" fmla="*/ 25053 w 25053"/>
                    <a:gd name="connsiteY3" fmla="*/ 3126 h 38861"/>
                    <a:gd name="connsiteX4" fmla="*/ 3688 w 25053"/>
                    <a:gd name="connsiteY4" fmla="*/ 3126 h 38861"/>
                    <a:gd name="connsiteX5" fmla="*/ 3688 w 25053"/>
                    <a:gd name="connsiteY5" fmla="*/ 17160 h 38861"/>
                    <a:gd name="connsiteX6" fmla="*/ 23119 w 25053"/>
                    <a:gd name="connsiteY6" fmla="*/ 17160 h 38861"/>
                    <a:gd name="connsiteX7" fmla="*/ 23119 w 25053"/>
                    <a:gd name="connsiteY7" fmla="*/ 20286 h 38861"/>
                    <a:gd name="connsiteX8" fmla="*/ 3688 w 25053"/>
                    <a:gd name="connsiteY8" fmla="*/ 20286 h 38861"/>
                    <a:gd name="connsiteX9" fmla="*/ 3688 w 25053"/>
                    <a:gd name="connsiteY9" fmla="*/ 38862 h 38861"/>
                    <a:gd name="connsiteX10" fmla="*/ 23 w 25053"/>
                    <a:gd name="connsiteY10" fmla="*/ 38862 h 38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5053" h="38861">
                      <a:moveTo>
                        <a:pt x="0" y="38862"/>
                      </a:moveTo>
                      <a:lnTo>
                        <a:pt x="0" y="0"/>
                      </a:lnTo>
                      <a:lnTo>
                        <a:pt x="25053" y="0"/>
                      </a:lnTo>
                      <a:lnTo>
                        <a:pt x="25053" y="3126"/>
                      </a:lnTo>
                      <a:lnTo>
                        <a:pt x="3688" y="3126"/>
                      </a:lnTo>
                      <a:lnTo>
                        <a:pt x="3688" y="17160"/>
                      </a:lnTo>
                      <a:lnTo>
                        <a:pt x="23119" y="17160"/>
                      </a:lnTo>
                      <a:lnTo>
                        <a:pt x="23119" y="20286"/>
                      </a:lnTo>
                      <a:lnTo>
                        <a:pt x="3688" y="20286"/>
                      </a:lnTo>
                      <a:lnTo>
                        <a:pt x="3688" y="38862"/>
                      </a:lnTo>
                      <a:lnTo>
                        <a:pt x="23" y="38862"/>
                      </a:lnTo>
                      <a:close/>
                    </a:path>
                  </a:pathLst>
                </a:custGeom>
                <a:solidFill>
                  <a:srgbClr val="231F20"/>
                </a:solidFill>
                <a:ln w="2249" cap="flat">
                  <a:noFill/>
                  <a:prstDash val="solid"/>
                  <a:miter/>
                </a:ln>
              </p:spPr>
              <p:txBody>
                <a:bodyPr rtlCol="0" anchor="ctr"/>
                <a:lstStyle/>
                <a:p>
                  <a:endParaRPr lang="en-US"/>
                </a:p>
              </p:txBody>
            </p:sp>
            <p:sp>
              <p:nvSpPr>
                <p:cNvPr id="4000" name="Freeform 3999">
                  <a:extLst>
                    <a:ext uri="{FF2B5EF4-FFF2-40B4-BE49-F238E27FC236}">
                      <a16:creationId xmlns:a16="http://schemas.microsoft.com/office/drawing/2014/main" id="{745696AC-B8E3-AF28-E802-4CF156B33C9A}"/>
                    </a:ext>
                  </a:extLst>
                </p:cNvPr>
                <p:cNvSpPr/>
                <p:nvPr/>
              </p:nvSpPr>
              <p:spPr>
                <a:xfrm>
                  <a:off x="3957984" y="2427854"/>
                  <a:ext cx="9737" cy="22287"/>
                </a:xfrm>
                <a:custGeom>
                  <a:avLst/>
                  <a:gdLst>
                    <a:gd name="connsiteX0" fmla="*/ 9738 w 9737"/>
                    <a:gd name="connsiteY0" fmla="*/ 22287 h 22287"/>
                    <a:gd name="connsiteX1" fmla="*/ 5240 w 9737"/>
                    <a:gd name="connsiteY1" fmla="*/ 22287 h 22287"/>
                    <a:gd name="connsiteX2" fmla="*/ 5240 w 9737"/>
                    <a:gd name="connsiteY2" fmla="*/ 6927 h 22287"/>
                    <a:gd name="connsiteX3" fmla="*/ 0 w 9737"/>
                    <a:gd name="connsiteY3" fmla="*/ 6927 h 22287"/>
                    <a:gd name="connsiteX4" fmla="*/ 0 w 9737"/>
                    <a:gd name="connsiteY4" fmla="*/ 3936 h 22287"/>
                    <a:gd name="connsiteX5" fmla="*/ 2901 w 9737"/>
                    <a:gd name="connsiteY5" fmla="*/ 3666 h 22287"/>
                    <a:gd name="connsiteX6" fmla="*/ 5060 w 9737"/>
                    <a:gd name="connsiteY6" fmla="*/ 2496 h 22287"/>
                    <a:gd name="connsiteX7" fmla="*/ 5915 w 9737"/>
                    <a:gd name="connsiteY7" fmla="*/ 900 h 22287"/>
                    <a:gd name="connsiteX8" fmla="*/ 6095 w 9737"/>
                    <a:gd name="connsiteY8" fmla="*/ 0 h 22287"/>
                    <a:gd name="connsiteX9" fmla="*/ 9738 w 9737"/>
                    <a:gd name="connsiteY9" fmla="*/ 0 h 22287"/>
                    <a:gd name="connsiteX10" fmla="*/ 9738 w 9737"/>
                    <a:gd name="connsiteY10" fmla="*/ 22287 h 222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737" h="22287">
                      <a:moveTo>
                        <a:pt x="9738" y="22287"/>
                      </a:moveTo>
                      <a:lnTo>
                        <a:pt x="5240" y="22287"/>
                      </a:lnTo>
                      <a:lnTo>
                        <a:pt x="5240" y="6927"/>
                      </a:lnTo>
                      <a:lnTo>
                        <a:pt x="0" y="6927"/>
                      </a:lnTo>
                      <a:lnTo>
                        <a:pt x="0" y="3936"/>
                      </a:lnTo>
                      <a:cubicBezTo>
                        <a:pt x="1372" y="3868"/>
                        <a:pt x="2362" y="3778"/>
                        <a:pt x="2901" y="3666"/>
                      </a:cubicBezTo>
                      <a:cubicBezTo>
                        <a:pt x="3778" y="3463"/>
                        <a:pt x="4498" y="3081"/>
                        <a:pt x="5060" y="2496"/>
                      </a:cubicBezTo>
                      <a:cubicBezTo>
                        <a:pt x="5443" y="2092"/>
                        <a:pt x="5735" y="1574"/>
                        <a:pt x="5915" y="900"/>
                      </a:cubicBezTo>
                      <a:cubicBezTo>
                        <a:pt x="6027" y="495"/>
                        <a:pt x="6095" y="202"/>
                        <a:pt x="6095" y="0"/>
                      </a:cubicBezTo>
                      <a:lnTo>
                        <a:pt x="9738" y="0"/>
                      </a:lnTo>
                      <a:lnTo>
                        <a:pt x="9738" y="22287"/>
                      </a:lnTo>
                      <a:close/>
                    </a:path>
                  </a:pathLst>
                </a:custGeom>
                <a:solidFill>
                  <a:srgbClr val="231F20"/>
                </a:solidFill>
                <a:ln w="2249" cap="flat">
                  <a:noFill/>
                  <a:prstDash val="solid"/>
                  <a:miter/>
                </a:ln>
              </p:spPr>
              <p:txBody>
                <a:bodyPr rtlCol="0" anchor="ctr"/>
                <a:lstStyle/>
                <a:p>
                  <a:endParaRPr lang="en-US"/>
                </a:p>
              </p:txBody>
            </p:sp>
            <p:sp>
              <p:nvSpPr>
                <p:cNvPr id="4001" name="Freeform 4000">
                  <a:extLst>
                    <a:ext uri="{FF2B5EF4-FFF2-40B4-BE49-F238E27FC236}">
                      <a16:creationId xmlns:a16="http://schemas.microsoft.com/office/drawing/2014/main" id="{91FE494B-83ED-EF27-7DBA-55FC6064440C}"/>
                    </a:ext>
                  </a:extLst>
                </p:cNvPr>
                <p:cNvSpPr/>
                <p:nvPr/>
              </p:nvSpPr>
              <p:spPr>
                <a:xfrm>
                  <a:off x="3974311" y="2427696"/>
                  <a:ext cx="15360" cy="23006"/>
                </a:xfrm>
                <a:custGeom>
                  <a:avLst/>
                  <a:gdLst>
                    <a:gd name="connsiteX0" fmla="*/ 7669 w 15360"/>
                    <a:gd name="connsiteY0" fmla="*/ 23007 h 23006"/>
                    <a:gd name="connsiteX1" fmla="*/ 1709 w 15360"/>
                    <a:gd name="connsiteY1" fmla="*/ 20016 h 23006"/>
                    <a:gd name="connsiteX2" fmla="*/ 0 w 15360"/>
                    <a:gd name="connsiteY2" fmla="*/ 11515 h 23006"/>
                    <a:gd name="connsiteX3" fmla="*/ 1709 w 15360"/>
                    <a:gd name="connsiteY3" fmla="*/ 2991 h 23006"/>
                    <a:gd name="connsiteX4" fmla="*/ 7669 w 15360"/>
                    <a:gd name="connsiteY4" fmla="*/ 0 h 23006"/>
                    <a:gd name="connsiteX5" fmla="*/ 13651 w 15360"/>
                    <a:gd name="connsiteY5" fmla="*/ 2991 h 23006"/>
                    <a:gd name="connsiteX6" fmla="*/ 15360 w 15360"/>
                    <a:gd name="connsiteY6" fmla="*/ 11515 h 23006"/>
                    <a:gd name="connsiteX7" fmla="*/ 13651 w 15360"/>
                    <a:gd name="connsiteY7" fmla="*/ 20016 h 23006"/>
                    <a:gd name="connsiteX8" fmla="*/ 7692 w 15360"/>
                    <a:gd name="connsiteY8" fmla="*/ 23007 h 23006"/>
                    <a:gd name="connsiteX9" fmla="*/ 10233 w 15360"/>
                    <a:gd name="connsiteY9" fmla="*/ 17384 h 23006"/>
                    <a:gd name="connsiteX10" fmla="*/ 10840 w 15360"/>
                    <a:gd name="connsiteY10" fmla="*/ 11515 h 23006"/>
                    <a:gd name="connsiteX11" fmla="*/ 10233 w 15360"/>
                    <a:gd name="connsiteY11" fmla="*/ 5555 h 23006"/>
                    <a:gd name="connsiteX12" fmla="*/ 7669 w 15360"/>
                    <a:gd name="connsiteY12" fmla="*/ 3621 h 23006"/>
                    <a:gd name="connsiteX13" fmla="*/ 5083 w 15360"/>
                    <a:gd name="connsiteY13" fmla="*/ 5555 h 23006"/>
                    <a:gd name="connsiteX14" fmla="*/ 4453 w 15360"/>
                    <a:gd name="connsiteY14" fmla="*/ 11515 h 23006"/>
                    <a:gd name="connsiteX15" fmla="*/ 5083 w 15360"/>
                    <a:gd name="connsiteY15" fmla="*/ 17384 h 23006"/>
                    <a:gd name="connsiteX16" fmla="*/ 7669 w 15360"/>
                    <a:gd name="connsiteY16" fmla="*/ 19431 h 23006"/>
                    <a:gd name="connsiteX17" fmla="*/ 10233 w 15360"/>
                    <a:gd name="connsiteY17" fmla="*/ 17384 h 23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5360" h="23006">
                      <a:moveTo>
                        <a:pt x="7669" y="23007"/>
                      </a:moveTo>
                      <a:cubicBezTo>
                        <a:pt x="4835" y="23007"/>
                        <a:pt x="2834" y="22017"/>
                        <a:pt x="1709" y="20016"/>
                      </a:cubicBezTo>
                      <a:cubicBezTo>
                        <a:pt x="562" y="18037"/>
                        <a:pt x="0" y="15203"/>
                        <a:pt x="0" y="11515"/>
                      </a:cubicBezTo>
                      <a:cubicBezTo>
                        <a:pt x="0" y="7826"/>
                        <a:pt x="562" y="4993"/>
                        <a:pt x="1709" y="2991"/>
                      </a:cubicBezTo>
                      <a:cubicBezTo>
                        <a:pt x="2856" y="990"/>
                        <a:pt x="4835" y="0"/>
                        <a:pt x="7669" y="0"/>
                      </a:cubicBezTo>
                      <a:cubicBezTo>
                        <a:pt x="10503" y="0"/>
                        <a:pt x="12504" y="990"/>
                        <a:pt x="13651" y="2991"/>
                      </a:cubicBezTo>
                      <a:cubicBezTo>
                        <a:pt x="14798" y="4993"/>
                        <a:pt x="15360" y="7826"/>
                        <a:pt x="15360" y="11515"/>
                      </a:cubicBezTo>
                      <a:cubicBezTo>
                        <a:pt x="15360" y="15203"/>
                        <a:pt x="14798" y="18014"/>
                        <a:pt x="13651" y="20016"/>
                      </a:cubicBezTo>
                      <a:cubicBezTo>
                        <a:pt x="12504" y="21995"/>
                        <a:pt x="10525" y="23007"/>
                        <a:pt x="7692" y="23007"/>
                      </a:cubicBezTo>
                      <a:close/>
                      <a:moveTo>
                        <a:pt x="10233" y="17384"/>
                      </a:moveTo>
                      <a:cubicBezTo>
                        <a:pt x="10638" y="16035"/>
                        <a:pt x="10840" y="14078"/>
                        <a:pt x="10840" y="11515"/>
                      </a:cubicBezTo>
                      <a:cubicBezTo>
                        <a:pt x="10840" y="8951"/>
                        <a:pt x="10638" y="6837"/>
                        <a:pt x="10233" y="5555"/>
                      </a:cubicBezTo>
                      <a:cubicBezTo>
                        <a:pt x="9828" y="4273"/>
                        <a:pt x="8973" y="3621"/>
                        <a:pt x="7669" y="3621"/>
                      </a:cubicBezTo>
                      <a:cubicBezTo>
                        <a:pt x="6364" y="3621"/>
                        <a:pt x="5510" y="4273"/>
                        <a:pt x="5083" y="5555"/>
                      </a:cubicBezTo>
                      <a:cubicBezTo>
                        <a:pt x="4655" y="6837"/>
                        <a:pt x="4453" y="8838"/>
                        <a:pt x="4453" y="11515"/>
                      </a:cubicBezTo>
                      <a:cubicBezTo>
                        <a:pt x="4453" y="14191"/>
                        <a:pt x="4655" y="16035"/>
                        <a:pt x="5083" y="17384"/>
                      </a:cubicBezTo>
                      <a:cubicBezTo>
                        <a:pt x="5510" y="18734"/>
                        <a:pt x="6364" y="19431"/>
                        <a:pt x="7669" y="19431"/>
                      </a:cubicBezTo>
                      <a:cubicBezTo>
                        <a:pt x="8973" y="19431"/>
                        <a:pt x="9828" y="18756"/>
                        <a:pt x="10233" y="17384"/>
                      </a:cubicBezTo>
                      <a:close/>
                    </a:path>
                  </a:pathLst>
                </a:custGeom>
                <a:solidFill>
                  <a:srgbClr val="231F20"/>
                </a:solidFill>
                <a:ln w="2249" cap="flat">
                  <a:noFill/>
                  <a:prstDash val="solid"/>
                  <a:miter/>
                </a:ln>
              </p:spPr>
              <p:txBody>
                <a:bodyPr rtlCol="0" anchor="ctr"/>
                <a:lstStyle/>
                <a:p>
                  <a:endParaRPr lang="en-US"/>
                </a:p>
              </p:txBody>
            </p:sp>
            <p:sp>
              <p:nvSpPr>
                <p:cNvPr id="4002" name="Freeform 4001">
                  <a:extLst>
                    <a:ext uri="{FF2B5EF4-FFF2-40B4-BE49-F238E27FC236}">
                      <a16:creationId xmlns:a16="http://schemas.microsoft.com/office/drawing/2014/main" id="{B27233D8-4824-F36C-EA0F-C2093E9EBC10}"/>
                    </a:ext>
                  </a:extLst>
                </p:cNvPr>
                <p:cNvSpPr/>
                <p:nvPr/>
              </p:nvSpPr>
              <p:spPr>
                <a:xfrm>
                  <a:off x="4003885" y="2404892"/>
                  <a:ext cx="26987" cy="27594"/>
                </a:xfrm>
                <a:custGeom>
                  <a:avLst/>
                  <a:gdLst>
                    <a:gd name="connsiteX0" fmla="*/ 26988 w 26987"/>
                    <a:gd name="connsiteY0" fmla="*/ 14911 h 27594"/>
                    <a:gd name="connsiteX1" fmla="*/ 0 w 26987"/>
                    <a:gd name="connsiteY1" fmla="*/ 27595 h 27594"/>
                    <a:gd name="connsiteX2" fmla="*/ 0 w 26987"/>
                    <a:gd name="connsiteY2" fmla="*/ 24131 h 27594"/>
                    <a:gd name="connsiteX3" fmla="*/ 22714 w 26987"/>
                    <a:gd name="connsiteY3" fmla="*/ 13494 h 27594"/>
                    <a:gd name="connsiteX4" fmla="*/ 0 w 26987"/>
                    <a:gd name="connsiteY4" fmla="*/ 3463 h 27594"/>
                    <a:gd name="connsiteX5" fmla="*/ 0 w 26987"/>
                    <a:gd name="connsiteY5" fmla="*/ 0 h 27594"/>
                    <a:gd name="connsiteX6" fmla="*/ 26988 w 26987"/>
                    <a:gd name="connsiteY6" fmla="*/ 12032 h 27594"/>
                    <a:gd name="connsiteX7" fmla="*/ 26988 w 26987"/>
                    <a:gd name="connsiteY7" fmla="*/ 14888 h 27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987" h="27594">
                      <a:moveTo>
                        <a:pt x="26988" y="14911"/>
                      </a:moveTo>
                      <a:lnTo>
                        <a:pt x="0" y="27595"/>
                      </a:lnTo>
                      <a:lnTo>
                        <a:pt x="0" y="24131"/>
                      </a:lnTo>
                      <a:lnTo>
                        <a:pt x="22714" y="13494"/>
                      </a:lnTo>
                      <a:lnTo>
                        <a:pt x="0" y="3463"/>
                      </a:lnTo>
                      <a:lnTo>
                        <a:pt x="0" y="0"/>
                      </a:lnTo>
                      <a:lnTo>
                        <a:pt x="26988" y="12032"/>
                      </a:lnTo>
                      <a:lnTo>
                        <a:pt x="26988" y="14888"/>
                      </a:lnTo>
                      <a:close/>
                    </a:path>
                  </a:pathLst>
                </a:custGeom>
                <a:solidFill>
                  <a:srgbClr val="231F20"/>
                </a:solidFill>
                <a:ln w="2249" cap="flat">
                  <a:noFill/>
                  <a:prstDash val="solid"/>
                  <a:miter/>
                </a:ln>
              </p:spPr>
              <p:txBody>
                <a:bodyPr rtlCol="0" anchor="ctr"/>
                <a:lstStyle/>
                <a:p>
                  <a:endParaRPr lang="en-US"/>
                </a:p>
              </p:txBody>
            </p:sp>
            <p:sp>
              <p:nvSpPr>
                <p:cNvPr id="4003" name="Freeform 4002">
                  <a:extLst>
                    <a:ext uri="{FF2B5EF4-FFF2-40B4-BE49-F238E27FC236}">
                      <a16:creationId xmlns:a16="http://schemas.microsoft.com/office/drawing/2014/main" id="{B82B4406-915F-CA03-6169-6C2475D73974}"/>
                    </a:ext>
                  </a:extLst>
                </p:cNvPr>
                <p:cNvSpPr/>
                <p:nvPr/>
              </p:nvSpPr>
              <p:spPr>
                <a:xfrm>
                  <a:off x="4056668" y="2394097"/>
                  <a:ext cx="13268" cy="38052"/>
                </a:xfrm>
                <a:custGeom>
                  <a:avLst/>
                  <a:gdLst>
                    <a:gd name="connsiteX0" fmla="*/ 9828 w 13268"/>
                    <a:gd name="connsiteY0" fmla="*/ 9783 h 38052"/>
                    <a:gd name="connsiteX1" fmla="*/ 0 w 13268"/>
                    <a:gd name="connsiteY1" fmla="*/ 9783 h 38052"/>
                    <a:gd name="connsiteX2" fmla="*/ 0 w 13268"/>
                    <a:gd name="connsiteY2" fmla="*/ 7512 h 38052"/>
                    <a:gd name="connsiteX3" fmla="*/ 3913 w 13268"/>
                    <a:gd name="connsiteY3" fmla="*/ 7084 h 38052"/>
                    <a:gd name="connsiteX4" fmla="*/ 6994 w 13268"/>
                    <a:gd name="connsiteY4" fmla="*/ 6050 h 38052"/>
                    <a:gd name="connsiteX5" fmla="*/ 9198 w 13268"/>
                    <a:gd name="connsiteY5" fmla="*/ 3868 h 38052"/>
                    <a:gd name="connsiteX6" fmla="*/ 10525 w 13268"/>
                    <a:gd name="connsiteY6" fmla="*/ 0 h 38052"/>
                    <a:gd name="connsiteX7" fmla="*/ 13269 w 13268"/>
                    <a:gd name="connsiteY7" fmla="*/ 0 h 38052"/>
                    <a:gd name="connsiteX8" fmla="*/ 13269 w 13268"/>
                    <a:gd name="connsiteY8" fmla="*/ 38052 h 38052"/>
                    <a:gd name="connsiteX9" fmla="*/ 9805 w 13268"/>
                    <a:gd name="connsiteY9" fmla="*/ 38052 h 38052"/>
                    <a:gd name="connsiteX10" fmla="*/ 9805 w 13268"/>
                    <a:gd name="connsiteY10" fmla="*/ 9760 h 380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268" h="38052">
                      <a:moveTo>
                        <a:pt x="9828" y="9783"/>
                      </a:moveTo>
                      <a:lnTo>
                        <a:pt x="0" y="9783"/>
                      </a:lnTo>
                      <a:lnTo>
                        <a:pt x="0" y="7512"/>
                      </a:lnTo>
                      <a:cubicBezTo>
                        <a:pt x="1439" y="7399"/>
                        <a:pt x="2744" y="7264"/>
                        <a:pt x="3913" y="7084"/>
                      </a:cubicBezTo>
                      <a:cubicBezTo>
                        <a:pt x="5083" y="6904"/>
                        <a:pt x="6117" y="6567"/>
                        <a:pt x="6994" y="6050"/>
                      </a:cubicBezTo>
                      <a:cubicBezTo>
                        <a:pt x="7871" y="5532"/>
                        <a:pt x="8613" y="4813"/>
                        <a:pt x="9198" y="3868"/>
                      </a:cubicBezTo>
                      <a:cubicBezTo>
                        <a:pt x="9783" y="2924"/>
                        <a:pt x="10233" y="1619"/>
                        <a:pt x="10525" y="0"/>
                      </a:cubicBezTo>
                      <a:lnTo>
                        <a:pt x="13269" y="0"/>
                      </a:lnTo>
                      <a:lnTo>
                        <a:pt x="13269" y="38052"/>
                      </a:lnTo>
                      <a:lnTo>
                        <a:pt x="9805" y="38052"/>
                      </a:lnTo>
                      <a:lnTo>
                        <a:pt x="9805" y="9760"/>
                      </a:lnTo>
                      <a:close/>
                    </a:path>
                  </a:pathLst>
                </a:custGeom>
                <a:solidFill>
                  <a:srgbClr val="231F20"/>
                </a:solidFill>
                <a:ln w="2249" cap="flat">
                  <a:noFill/>
                  <a:prstDash val="solid"/>
                  <a:miter/>
                </a:ln>
              </p:spPr>
              <p:txBody>
                <a:bodyPr rtlCol="0" anchor="ctr"/>
                <a:lstStyle/>
                <a:p>
                  <a:endParaRPr lang="en-US"/>
                </a:p>
              </p:txBody>
            </p:sp>
            <p:sp>
              <p:nvSpPr>
                <p:cNvPr id="4004" name="Freeform 4003">
                  <a:extLst>
                    <a:ext uri="{FF2B5EF4-FFF2-40B4-BE49-F238E27FC236}">
                      <a16:creationId xmlns:a16="http://schemas.microsoft.com/office/drawing/2014/main" id="{B5B63178-6F38-1D6E-B29A-2D29AC649048}"/>
                    </a:ext>
                  </a:extLst>
                </p:cNvPr>
                <p:cNvSpPr/>
                <p:nvPr/>
              </p:nvSpPr>
              <p:spPr>
                <a:xfrm>
                  <a:off x="4082284" y="2394119"/>
                  <a:ext cx="25772" cy="3881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6 w 25772"/>
                    <a:gd name="connsiteY5" fmla="*/ 15158 h 38817"/>
                    <a:gd name="connsiteX6" fmla="*/ 25773 w 25772"/>
                    <a:gd name="connsiteY6" fmla="*/ 19701 h 38817"/>
                    <a:gd name="connsiteX7" fmla="*/ 25233 w 25772"/>
                    <a:gd name="connsiteY7" fmla="*/ 26943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2 w 25772"/>
                    <a:gd name="connsiteY16" fmla="*/ 6095 h 38817"/>
                    <a:gd name="connsiteX17" fmla="*/ 6275 w 25772"/>
                    <a:gd name="connsiteY17" fmla="*/ 1687 h 38817"/>
                    <a:gd name="connsiteX18" fmla="*/ 12909 w 25772"/>
                    <a:gd name="connsiteY18" fmla="*/ 22 h 38817"/>
                    <a:gd name="connsiteX19" fmla="*/ 22310 w 25772"/>
                    <a:gd name="connsiteY19" fmla="*/ 19319 h 38817"/>
                    <a:gd name="connsiteX20" fmla="*/ 21950 w 25772"/>
                    <a:gd name="connsiteY20" fmla="*/ 13291 h 38817"/>
                    <a:gd name="connsiteX21" fmla="*/ 20578 w 25772"/>
                    <a:gd name="connsiteY21" fmla="*/ 8029 h 38817"/>
                    <a:gd name="connsiteX22" fmla="*/ 17699 w 25772"/>
                    <a:gd name="connsiteY22" fmla="*/ 4295 h 38817"/>
                    <a:gd name="connsiteX23" fmla="*/ 12819 w 25772"/>
                    <a:gd name="connsiteY23" fmla="*/ 2901 h 38817"/>
                    <a:gd name="connsiteX24" fmla="*/ 8141 w 25772"/>
                    <a:gd name="connsiteY24" fmla="*/ 4340 h 38817"/>
                    <a:gd name="connsiteX25" fmla="*/ 5308 w 25772"/>
                    <a:gd name="connsiteY25" fmla="*/ 8141 h 38817"/>
                    <a:gd name="connsiteX26" fmla="*/ 3868 w 25772"/>
                    <a:gd name="connsiteY26" fmla="*/ 13539 h 38817"/>
                    <a:gd name="connsiteX27" fmla="*/ 3463 w 25772"/>
                    <a:gd name="connsiteY27" fmla="*/ 19701 h 38817"/>
                    <a:gd name="connsiteX28" fmla="*/ 3913 w 25772"/>
                    <a:gd name="connsiteY28" fmla="*/ 26358 h 38817"/>
                    <a:gd name="connsiteX29" fmla="*/ 5443 w 25772"/>
                    <a:gd name="connsiteY29" fmla="*/ 31463 h 38817"/>
                    <a:gd name="connsiteX30" fmla="*/ 8321 w 25772"/>
                    <a:gd name="connsiteY30" fmla="*/ 34724 h 38817"/>
                    <a:gd name="connsiteX31" fmla="*/ 12886 w 25772"/>
                    <a:gd name="connsiteY31" fmla="*/ 35893 h 38817"/>
                    <a:gd name="connsiteX32" fmla="*/ 17834 w 25772"/>
                    <a:gd name="connsiteY32" fmla="*/ 34387 h 38817"/>
                    <a:gd name="connsiteX33" fmla="*/ 20668 w 25772"/>
                    <a:gd name="connsiteY33" fmla="*/ 30496 h 38817"/>
                    <a:gd name="connsiteX34" fmla="*/ 21972 w 25772"/>
                    <a:gd name="connsiteY34" fmla="*/ 25143 h 38817"/>
                    <a:gd name="connsiteX35" fmla="*/ 22287 w 25772"/>
                    <a:gd name="connsiteY35"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2" h="38817">
                      <a:moveTo>
                        <a:pt x="12932" y="0"/>
                      </a:moveTo>
                      <a:cubicBezTo>
                        <a:pt x="14798" y="0"/>
                        <a:pt x="16418" y="270"/>
                        <a:pt x="17789" y="832"/>
                      </a:cubicBezTo>
                      <a:cubicBezTo>
                        <a:pt x="19161" y="1394"/>
                        <a:pt x="20308" y="2159"/>
                        <a:pt x="21275" y="3126"/>
                      </a:cubicBezTo>
                      <a:cubicBezTo>
                        <a:pt x="22220" y="4093"/>
                        <a:pt x="23007" y="5240"/>
                        <a:pt x="23592" y="6522"/>
                      </a:cubicBezTo>
                      <a:cubicBezTo>
                        <a:pt x="24176" y="7826"/>
                        <a:pt x="24648" y="9198"/>
                        <a:pt x="24963" y="10660"/>
                      </a:cubicBezTo>
                      <a:cubicBezTo>
                        <a:pt x="25278" y="12122"/>
                        <a:pt x="25503" y="13629"/>
                        <a:pt x="25616" y="15158"/>
                      </a:cubicBezTo>
                      <a:cubicBezTo>
                        <a:pt x="25728" y="16687"/>
                        <a:pt x="25773" y="18217"/>
                        <a:pt x="25773" y="19701"/>
                      </a:cubicBezTo>
                      <a:cubicBezTo>
                        <a:pt x="25773" y="22220"/>
                        <a:pt x="25593" y="24626"/>
                        <a:pt x="25233" y="26943"/>
                      </a:cubicBezTo>
                      <a:cubicBezTo>
                        <a:pt x="24873" y="29236"/>
                        <a:pt x="24221" y="31283"/>
                        <a:pt x="23254" y="33037"/>
                      </a:cubicBezTo>
                      <a:cubicBezTo>
                        <a:pt x="22310"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900" y="29169"/>
                        <a:pt x="540" y="26808"/>
                      </a:cubicBezTo>
                      <a:cubicBezTo>
                        <a:pt x="180" y="24446"/>
                        <a:pt x="0" y="21950"/>
                        <a:pt x="0" y="19341"/>
                      </a:cubicBezTo>
                      <a:cubicBezTo>
                        <a:pt x="0" y="16935"/>
                        <a:pt x="157" y="14573"/>
                        <a:pt x="495" y="12279"/>
                      </a:cubicBezTo>
                      <a:cubicBezTo>
                        <a:pt x="810" y="9985"/>
                        <a:pt x="1439" y="7916"/>
                        <a:pt x="2362" y="6095"/>
                      </a:cubicBezTo>
                      <a:cubicBezTo>
                        <a:pt x="3283" y="4273"/>
                        <a:pt x="4588" y="2811"/>
                        <a:pt x="6275" y="1687"/>
                      </a:cubicBezTo>
                      <a:cubicBezTo>
                        <a:pt x="7961" y="562"/>
                        <a:pt x="10188" y="22"/>
                        <a:pt x="12909" y="22"/>
                      </a:cubicBezTo>
                      <a:close/>
                      <a:moveTo>
                        <a:pt x="22310" y="19319"/>
                      </a:moveTo>
                      <a:cubicBezTo>
                        <a:pt x="22310" y="17272"/>
                        <a:pt x="22197" y="15270"/>
                        <a:pt x="21950" y="13291"/>
                      </a:cubicBezTo>
                      <a:cubicBezTo>
                        <a:pt x="21703" y="11312"/>
                        <a:pt x="21253" y="9581"/>
                        <a:pt x="20578" y="8029"/>
                      </a:cubicBezTo>
                      <a:cubicBezTo>
                        <a:pt x="19903" y="6477"/>
                        <a:pt x="18936" y="5240"/>
                        <a:pt x="17699" y="4295"/>
                      </a:cubicBezTo>
                      <a:cubicBezTo>
                        <a:pt x="16462" y="3351"/>
                        <a:pt x="14821" y="2901"/>
                        <a:pt x="12819" y="2901"/>
                      </a:cubicBezTo>
                      <a:cubicBezTo>
                        <a:pt x="10907" y="2901"/>
                        <a:pt x="9356" y="3373"/>
                        <a:pt x="8141" y="4340"/>
                      </a:cubicBezTo>
                      <a:cubicBezTo>
                        <a:pt x="6927" y="5308"/>
                        <a:pt x="5982" y="6567"/>
                        <a:pt x="5308" y="8141"/>
                      </a:cubicBezTo>
                      <a:cubicBezTo>
                        <a:pt x="4633" y="9715"/>
                        <a:pt x="4138" y="11515"/>
                        <a:pt x="3868" y="13539"/>
                      </a:cubicBezTo>
                      <a:cubicBezTo>
                        <a:pt x="3598" y="15563"/>
                        <a:pt x="3463" y="17609"/>
                        <a:pt x="3463" y="19701"/>
                      </a:cubicBezTo>
                      <a:cubicBezTo>
                        <a:pt x="3463" y="22152"/>
                        <a:pt x="3621" y="24379"/>
                        <a:pt x="3913" y="26358"/>
                      </a:cubicBezTo>
                      <a:cubicBezTo>
                        <a:pt x="4228" y="28359"/>
                        <a:pt x="4723" y="30046"/>
                        <a:pt x="5443" y="31463"/>
                      </a:cubicBezTo>
                      <a:cubicBezTo>
                        <a:pt x="6162" y="32857"/>
                        <a:pt x="7129" y="33959"/>
                        <a:pt x="8321" y="34724"/>
                      </a:cubicBezTo>
                      <a:cubicBezTo>
                        <a:pt x="9536" y="35489"/>
                        <a:pt x="11042" y="35893"/>
                        <a:pt x="12886" y="35893"/>
                      </a:cubicBezTo>
                      <a:cubicBezTo>
                        <a:pt x="14933" y="35893"/>
                        <a:pt x="16575" y="35399"/>
                        <a:pt x="17834" y="34387"/>
                      </a:cubicBezTo>
                      <a:cubicBezTo>
                        <a:pt x="19071" y="33375"/>
                        <a:pt x="20016" y="32093"/>
                        <a:pt x="20668" y="30496"/>
                      </a:cubicBezTo>
                      <a:cubicBezTo>
                        <a:pt x="21320" y="28899"/>
                        <a:pt x="21748" y="27122"/>
                        <a:pt x="21972" y="25143"/>
                      </a:cubicBezTo>
                      <a:cubicBezTo>
                        <a:pt x="22197" y="23164"/>
                        <a:pt x="22287" y="21230"/>
                        <a:pt x="22287" y="19319"/>
                      </a:cubicBezTo>
                      <a:close/>
                    </a:path>
                  </a:pathLst>
                </a:custGeom>
                <a:solidFill>
                  <a:srgbClr val="231F20"/>
                </a:solidFill>
                <a:ln w="2249" cap="flat">
                  <a:noFill/>
                  <a:prstDash val="solid"/>
                  <a:miter/>
                </a:ln>
              </p:spPr>
              <p:txBody>
                <a:bodyPr rtlCol="0" anchor="ctr"/>
                <a:lstStyle/>
                <a:p>
                  <a:endParaRPr lang="en-US"/>
                </a:p>
              </p:txBody>
            </p:sp>
            <p:sp>
              <p:nvSpPr>
                <p:cNvPr id="4005" name="Freeform 4004">
                  <a:extLst>
                    <a:ext uri="{FF2B5EF4-FFF2-40B4-BE49-F238E27FC236}">
                      <a16:creationId xmlns:a16="http://schemas.microsoft.com/office/drawing/2014/main" id="{7E4D952E-59EA-9582-3698-FE58E2D9947F}"/>
                    </a:ext>
                  </a:extLst>
                </p:cNvPr>
                <p:cNvSpPr/>
                <p:nvPr/>
              </p:nvSpPr>
              <p:spPr>
                <a:xfrm>
                  <a:off x="4112285" y="2394119"/>
                  <a:ext cx="25773" cy="38817"/>
                </a:xfrm>
                <a:custGeom>
                  <a:avLst/>
                  <a:gdLst>
                    <a:gd name="connsiteX0" fmla="*/ 12932 w 25773"/>
                    <a:gd name="connsiteY0" fmla="*/ 0 h 38817"/>
                    <a:gd name="connsiteX1" fmla="*/ 17789 w 25773"/>
                    <a:gd name="connsiteY1" fmla="*/ 832 h 38817"/>
                    <a:gd name="connsiteX2" fmla="*/ 21275 w 25773"/>
                    <a:gd name="connsiteY2" fmla="*/ 3126 h 38817"/>
                    <a:gd name="connsiteX3" fmla="*/ 23592 w 25773"/>
                    <a:gd name="connsiteY3" fmla="*/ 6522 h 38817"/>
                    <a:gd name="connsiteX4" fmla="*/ 24963 w 25773"/>
                    <a:gd name="connsiteY4" fmla="*/ 10660 h 38817"/>
                    <a:gd name="connsiteX5" fmla="*/ 25616 w 25773"/>
                    <a:gd name="connsiteY5" fmla="*/ 15158 h 38817"/>
                    <a:gd name="connsiteX6" fmla="*/ 25773 w 25773"/>
                    <a:gd name="connsiteY6" fmla="*/ 19701 h 38817"/>
                    <a:gd name="connsiteX7" fmla="*/ 25233 w 25773"/>
                    <a:gd name="connsiteY7" fmla="*/ 26943 h 38817"/>
                    <a:gd name="connsiteX8" fmla="*/ 23254 w 25773"/>
                    <a:gd name="connsiteY8" fmla="*/ 33037 h 38817"/>
                    <a:gd name="connsiteX9" fmla="*/ 19341 w 25773"/>
                    <a:gd name="connsiteY9" fmla="*/ 37243 h 38817"/>
                    <a:gd name="connsiteX10" fmla="*/ 12909 w 25773"/>
                    <a:gd name="connsiteY10" fmla="*/ 38817 h 38817"/>
                    <a:gd name="connsiteX11" fmla="*/ 6454 w 25773"/>
                    <a:gd name="connsiteY11" fmla="*/ 37243 h 38817"/>
                    <a:gd name="connsiteX12" fmla="*/ 2519 w 25773"/>
                    <a:gd name="connsiteY12" fmla="*/ 33015 h 38817"/>
                    <a:gd name="connsiteX13" fmla="*/ 540 w 25773"/>
                    <a:gd name="connsiteY13" fmla="*/ 26808 h 38817"/>
                    <a:gd name="connsiteX14" fmla="*/ 0 w 25773"/>
                    <a:gd name="connsiteY14" fmla="*/ 19341 h 38817"/>
                    <a:gd name="connsiteX15" fmla="*/ 495 w 25773"/>
                    <a:gd name="connsiteY15" fmla="*/ 12279 h 38817"/>
                    <a:gd name="connsiteX16" fmla="*/ 2362 w 25773"/>
                    <a:gd name="connsiteY16" fmla="*/ 6095 h 38817"/>
                    <a:gd name="connsiteX17" fmla="*/ 6275 w 25773"/>
                    <a:gd name="connsiteY17" fmla="*/ 1687 h 38817"/>
                    <a:gd name="connsiteX18" fmla="*/ 12909 w 25773"/>
                    <a:gd name="connsiteY18" fmla="*/ 22 h 38817"/>
                    <a:gd name="connsiteX19" fmla="*/ 22332 w 25773"/>
                    <a:gd name="connsiteY19" fmla="*/ 19319 h 38817"/>
                    <a:gd name="connsiteX20" fmla="*/ 21972 w 25773"/>
                    <a:gd name="connsiteY20" fmla="*/ 13291 h 38817"/>
                    <a:gd name="connsiteX21" fmla="*/ 20601 w 25773"/>
                    <a:gd name="connsiteY21" fmla="*/ 8029 h 38817"/>
                    <a:gd name="connsiteX22" fmla="*/ 17722 w 25773"/>
                    <a:gd name="connsiteY22" fmla="*/ 4295 h 38817"/>
                    <a:gd name="connsiteX23" fmla="*/ 12842 w 25773"/>
                    <a:gd name="connsiteY23" fmla="*/ 2901 h 38817"/>
                    <a:gd name="connsiteX24" fmla="*/ 8164 w 25773"/>
                    <a:gd name="connsiteY24" fmla="*/ 4340 h 38817"/>
                    <a:gd name="connsiteX25" fmla="*/ 5330 w 25773"/>
                    <a:gd name="connsiteY25" fmla="*/ 8141 h 38817"/>
                    <a:gd name="connsiteX26" fmla="*/ 3891 w 25773"/>
                    <a:gd name="connsiteY26" fmla="*/ 13539 h 38817"/>
                    <a:gd name="connsiteX27" fmla="*/ 3486 w 25773"/>
                    <a:gd name="connsiteY27" fmla="*/ 19701 h 38817"/>
                    <a:gd name="connsiteX28" fmla="*/ 3936 w 25773"/>
                    <a:gd name="connsiteY28" fmla="*/ 26358 h 38817"/>
                    <a:gd name="connsiteX29" fmla="*/ 5465 w 25773"/>
                    <a:gd name="connsiteY29" fmla="*/ 31463 h 38817"/>
                    <a:gd name="connsiteX30" fmla="*/ 8344 w 25773"/>
                    <a:gd name="connsiteY30" fmla="*/ 34724 h 38817"/>
                    <a:gd name="connsiteX31" fmla="*/ 12909 w 25773"/>
                    <a:gd name="connsiteY31" fmla="*/ 35893 h 38817"/>
                    <a:gd name="connsiteX32" fmla="*/ 17857 w 25773"/>
                    <a:gd name="connsiteY32" fmla="*/ 34387 h 38817"/>
                    <a:gd name="connsiteX33" fmla="*/ 20691 w 25773"/>
                    <a:gd name="connsiteY33" fmla="*/ 30496 h 38817"/>
                    <a:gd name="connsiteX34" fmla="*/ 21995 w 25773"/>
                    <a:gd name="connsiteY34" fmla="*/ 25143 h 38817"/>
                    <a:gd name="connsiteX35" fmla="*/ 22310 w 25773"/>
                    <a:gd name="connsiteY35"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3" h="38817">
                      <a:moveTo>
                        <a:pt x="12932" y="0"/>
                      </a:moveTo>
                      <a:cubicBezTo>
                        <a:pt x="14798" y="0"/>
                        <a:pt x="16418" y="270"/>
                        <a:pt x="17789" y="832"/>
                      </a:cubicBezTo>
                      <a:cubicBezTo>
                        <a:pt x="19161" y="1394"/>
                        <a:pt x="20308" y="2159"/>
                        <a:pt x="21275" y="3126"/>
                      </a:cubicBezTo>
                      <a:cubicBezTo>
                        <a:pt x="22220" y="4093"/>
                        <a:pt x="23007" y="5240"/>
                        <a:pt x="23592" y="6522"/>
                      </a:cubicBezTo>
                      <a:cubicBezTo>
                        <a:pt x="24176" y="7826"/>
                        <a:pt x="24649" y="9198"/>
                        <a:pt x="24963" y="10660"/>
                      </a:cubicBezTo>
                      <a:cubicBezTo>
                        <a:pt x="25278" y="12122"/>
                        <a:pt x="25503" y="13629"/>
                        <a:pt x="25616" y="15158"/>
                      </a:cubicBezTo>
                      <a:cubicBezTo>
                        <a:pt x="25728" y="16687"/>
                        <a:pt x="25773" y="18217"/>
                        <a:pt x="25773" y="19701"/>
                      </a:cubicBezTo>
                      <a:cubicBezTo>
                        <a:pt x="25773" y="22220"/>
                        <a:pt x="25593" y="24626"/>
                        <a:pt x="25233" y="26943"/>
                      </a:cubicBezTo>
                      <a:cubicBezTo>
                        <a:pt x="24874" y="29236"/>
                        <a:pt x="24221" y="31283"/>
                        <a:pt x="23254" y="33037"/>
                      </a:cubicBezTo>
                      <a:cubicBezTo>
                        <a:pt x="22310"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900" y="29169"/>
                        <a:pt x="540" y="26808"/>
                      </a:cubicBezTo>
                      <a:cubicBezTo>
                        <a:pt x="180" y="24446"/>
                        <a:pt x="0" y="21950"/>
                        <a:pt x="0" y="19341"/>
                      </a:cubicBezTo>
                      <a:cubicBezTo>
                        <a:pt x="0" y="16935"/>
                        <a:pt x="158" y="14573"/>
                        <a:pt x="495" y="12279"/>
                      </a:cubicBezTo>
                      <a:cubicBezTo>
                        <a:pt x="810" y="9985"/>
                        <a:pt x="1439" y="7916"/>
                        <a:pt x="2362" y="6095"/>
                      </a:cubicBezTo>
                      <a:cubicBezTo>
                        <a:pt x="3284" y="4273"/>
                        <a:pt x="4588" y="2811"/>
                        <a:pt x="6275" y="1687"/>
                      </a:cubicBezTo>
                      <a:cubicBezTo>
                        <a:pt x="7961" y="562"/>
                        <a:pt x="10188" y="22"/>
                        <a:pt x="12909" y="22"/>
                      </a:cubicBezTo>
                      <a:close/>
                      <a:moveTo>
                        <a:pt x="22332" y="19319"/>
                      </a:moveTo>
                      <a:cubicBezTo>
                        <a:pt x="22332" y="17272"/>
                        <a:pt x="22220" y="15270"/>
                        <a:pt x="21972" y="13291"/>
                      </a:cubicBezTo>
                      <a:cubicBezTo>
                        <a:pt x="21725" y="11312"/>
                        <a:pt x="21275" y="9581"/>
                        <a:pt x="20601" y="8029"/>
                      </a:cubicBezTo>
                      <a:cubicBezTo>
                        <a:pt x="19926" y="6477"/>
                        <a:pt x="18959" y="5240"/>
                        <a:pt x="17722" y="4295"/>
                      </a:cubicBezTo>
                      <a:cubicBezTo>
                        <a:pt x="16485" y="3351"/>
                        <a:pt x="14843" y="2901"/>
                        <a:pt x="12842" y="2901"/>
                      </a:cubicBezTo>
                      <a:cubicBezTo>
                        <a:pt x="10930" y="2901"/>
                        <a:pt x="9378" y="3373"/>
                        <a:pt x="8164" y="4340"/>
                      </a:cubicBezTo>
                      <a:cubicBezTo>
                        <a:pt x="6949" y="5308"/>
                        <a:pt x="6005" y="6567"/>
                        <a:pt x="5330" y="8141"/>
                      </a:cubicBezTo>
                      <a:cubicBezTo>
                        <a:pt x="4655" y="9715"/>
                        <a:pt x="4161" y="11515"/>
                        <a:pt x="3891" y="13539"/>
                      </a:cubicBezTo>
                      <a:cubicBezTo>
                        <a:pt x="3621" y="15563"/>
                        <a:pt x="3486" y="17609"/>
                        <a:pt x="3486" y="19701"/>
                      </a:cubicBezTo>
                      <a:cubicBezTo>
                        <a:pt x="3486" y="22152"/>
                        <a:pt x="3643" y="24379"/>
                        <a:pt x="3936" y="26358"/>
                      </a:cubicBezTo>
                      <a:cubicBezTo>
                        <a:pt x="4251" y="28359"/>
                        <a:pt x="4745" y="30046"/>
                        <a:pt x="5465" y="31463"/>
                      </a:cubicBezTo>
                      <a:cubicBezTo>
                        <a:pt x="6185" y="32857"/>
                        <a:pt x="7152" y="33959"/>
                        <a:pt x="8344" y="34724"/>
                      </a:cubicBezTo>
                      <a:cubicBezTo>
                        <a:pt x="9558" y="35489"/>
                        <a:pt x="11065" y="35893"/>
                        <a:pt x="12909" y="35893"/>
                      </a:cubicBezTo>
                      <a:cubicBezTo>
                        <a:pt x="14956" y="35893"/>
                        <a:pt x="16597" y="35399"/>
                        <a:pt x="17857" y="34387"/>
                      </a:cubicBezTo>
                      <a:cubicBezTo>
                        <a:pt x="19094" y="33375"/>
                        <a:pt x="20038" y="32093"/>
                        <a:pt x="20691" y="30496"/>
                      </a:cubicBezTo>
                      <a:cubicBezTo>
                        <a:pt x="21343" y="28899"/>
                        <a:pt x="21770" y="27122"/>
                        <a:pt x="21995" y="25143"/>
                      </a:cubicBezTo>
                      <a:cubicBezTo>
                        <a:pt x="22220" y="23164"/>
                        <a:pt x="22310" y="21230"/>
                        <a:pt x="22310" y="19319"/>
                      </a:cubicBezTo>
                      <a:close/>
                    </a:path>
                  </a:pathLst>
                </a:custGeom>
                <a:solidFill>
                  <a:srgbClr val="231F20"/>
                </a:solidFill>
                <a:ln w="2249" cap="flat">
                  <a:noFill/>
                  <a:prstDash val="solid"/>
                  <a:miter/>
                </a:ln>
              </p:spPr>
              <p:txBody>
                <a:bodyPr rtlCol="0" anchor="ctr"/>
                <a:lstStyle/>
                <a:p>
                  <a:endParaRPr lang="en-US"/>
                </a:p>
              </p:txBody>
            </p:sp>
          </p:grpSp>
          <p:grpSp>
            <p:nvGrpSpPr>
              <p:cNvPr id="4302" name="Group 4301">
                <a:extLst>
                  <a:ext uri="{FF2B5EF4-FFF2-40B4-BE49-F238E27FC236}">
                    <a16:creationId xmlns:a16="http://schemas.microsoft.com/office/drawing/2014/main" id="{1B6C6A75-E31F-A867-8E13-DD5013DA98A4}"/>
                  </a:ext>
                </a:extLst>
              </p:cNvPr>
              <p:cNvGrpSpPr/>
              <p:nvPr/>
            </p:nvGrpSpPr>
            <p:grpSpPr>
              <a:xfrm>
                <a:off x="7159124" y="4061994"/>
                <a:ext cx="850034" cy="2120197"/>
                <a:chOff x="7159124" y="4061994"/>
                <a:chExt cx="850034" cy="2120197"/>
              </a:xfrm>
            </p:grpSpPr>
            <p:sp>
              <p:nvSpPr>
                <p:cNvPr id="4061" name="Freeform 4060">
                  <a:extLst>
                    <a:ext uri="{FF2B5EF4-FFF2-40B4-BE49-F238E27FC236}">
                      <a16:creationId xmlns:a16="http://schemas.microsoft.com/office/drawing/2014/main" id="{CEC54852-ADCC-BB1B-DCE3-6170BBE33F76}"/>
                    </a:ext>
                  </a:extLst>
                </p:cNvPr>
                <p:cNvSpPr/>
                <p:nvPr/>
              </p:nvSpPr>
              <p:spPr>
                <a:xfrm>
                  <a:off x="7566293" y="4061994"/>
                  <a:ext cx="442865" cy="2120197"/>
                </a:xfrm>
                <a:custGeom>
                  <a:avLst/>
                  <a:gdLst>
                    <a:gd name="connsiteX0" fmla="*/ 697 w 118295"/>
                    <a:gd name="connsiteY0" fmla="*/ 566333 h 566332"/>
                    <a:gd name="connsiteX1" fmla="*/ 1260 w 118295"/>
                    <a:gd name="connsiteY1" fmla="*/ 566333 h 566332"/>
                    <a:gd name="connsiteX2" fmla="*/ 1529 w 118295"/>
                    <a:gd name="connsiteY2" fmla="*/ 562554 h 566332"/>
                    <a:gd name="connsiteX3" fmla="*/ 2069 w 118295"/>
                    <a:gd name="connsiteY3" fmla="*/ 556505 h 566332"/>
                    <a:gd name="connsiteX4" fmla="*/ 2766 w 118295"/>
                    <a:gd name="connsiteY4" fmla="*/ 550455 h 566332"/>
                    <a:gd name="connsiteX5" fmla="*/ 3621 w 118295"/>
                    <a:gd name="connsiteY5" fmla="*/ 544405 h 566332"/>
                    <a:gd name="connsiteX6" fmla="*/ 4723 w 118295"/>
                    <a:gd name="connsiteY6" fmla="*/ 538356 h 566332"/>
                    <a:gd name="connsiteX7" fmla="*/ 6050 w 118295"/>
                    <a:gd name="connsiteY7" fmla="*/ 532306 h 566332"/>
                    <a:gd name="connsiteX8" fmla="*/ 7669 w 118295"/>
                    <a:gd name="connsiteY8" fmla="*/ 526256 h 566332"/>
                    <a:gd name="connsiteX9" fmla="*/ 9581 w 118295"/>
                    <a:gd name="connsiteY9" fmla="*/ 520207 h 566332"/>
                    <a:gd name="connsiteX10" fmla="*/ 11807 w 118295"/>
                    <a:gd name="connsiteY10" fmla="*/ 514157 h 566332"/>
                    <a:gd name="connsiteX11" fmla="*/ 14393 w 118295"/>
                    <a:gd name="connsiteY11" fmla="*/ 508107 h 566332"/>
                    <a:gd name="connsiteX12" fmla="*/ 17340 w 118295"/>
                    <a:gd name="connsiteY12" fmla="*/ 502057 h 566332"/>
                    <a:gd name="connsiteX13" fmla="*/ 20623 w 118295"/>
                    <a:gd name="connsiteY13" fmla="*/ 496008 h 566332"/>
                    <a:gd name="connsiteX14" fmla="*/ 24244 w 118295"/>
                    <a:gd name="connsiteY14" fmla="*/ 489958 h 566332"/>
                    <a:gd name="connsiteX15" fmla="*/ 28202 w 118295"/>
                    <a:gd name="connsiteY15" fmla="*/ 483908 h 566332"/>
                    <a:gd name="connsiteX16" fmla="*/ 32453 w 118295"/>
                    <a:gd name="connsiteY16" fmla="*/ 477859 h 566332"/>
                    <a:gd name="connsiteX17" fmla="*/ 36973 w 118295"/>
                    <a:gd name="connsiteY17" fmla="*/ 471809 h 566332"/>
                    <a:gd name="connsiteX18" fmla="*/ 41696 w 118295"/>
                    <a:gd name="connsiteY18" fmla="*/ 465759 h 566332"/>
                    <a:gd name="connsiteX19" fmla="*/ 46621 w 118295"/>
                    <a:gd name="connsiteY19" fmla="*/ 459709 h 566332"/>
                    <a:gd name="connsiteX20" fmla="*/ 51659 w 118295"/>
                    <a:gd name="connsiteY20" fmla="*/ 453660 h 566332"/>
                    <a:gd name="connsiteX21" fmla="*/ 56764 w 118295"/>
                    <a:gd name="connsiteY21" fmla="*/ 447610 h 566332"/>
                    <a:gd name="connsiteX22" fmla="*/ 61891 w 118295"/>
                    <a:gd name="connsiteY22" fmla="*/ 441560 h 566332"/>
                    <a:gd name="connsiteX23" fmla="*/ 66997 w 118295"/>
                    <a:gd name="connsiteY23" fmla="*/ 435533 h 566332"/>
                    <a:gd name="connsiteX24" fmla="*/ 72012 w 118295"/>
                    <a:gd name="connsiteY24" fmla="*/ 429484 h 566332"/>
                    <a:gd name="connsiteX25" fmla="*/ 76937 w 118295"/>
                    <a:gd name="connsiteY25" fmla="*/ 423434 h 566332"/>
                    <a:gd name="connsiteX26" fmla="*/ 81682 w 118295"/>
                    <a:gd name="connsiteY26" fmla="*/ 417384 h 566332"/>
                    <a:gd name="connsiteX27" fmla="*/ 86225 w 118295"/>
                    <a:gd name="connsiteY27" fmla="*/ 411334 h 566332"/>
                    <a:gd name="connsiteX28" fmla="*/ 90543 w 118295"/>
                    <a:gd name="connsiteY28" fmla="*/ 405285 h 566332"/>
                    <a:gd name="connsiteX29" fmla="*/ 94614 w 118295"/>
                    <a:gd name="connsiteY29" fmla="*/ 399235 h 566332"/>
                    <a:gd name="connsiteX30" fmla="*/ 98392 w 118295"/>
                    <a:gd name="connsiteY30" fmla="*/ 393185 h 566332"/>
                    <a:gd name="connsiteX31" fmla="*/ 101878 w 118295"/>
                    <a:gd name="connsiteY31" fmla="*/ 387136 h 566332"/>
                    <a:gd name="connsiteX32" fmla="*/ 105049 w 118295"/>
                    <a:gd name="connsiteY32" fmla="*/ 381086 h 566332"/>
                    <a:gd name="connsiteX33" fmla="*/ 107860 w 118295"/>
                    <a:gd name="connsiteY33" fmla="*/ 375036 h 566332"/>
                    <a:gd name="connsiteX34" fmla="*/ 110357 w 118295"/>
                    <a:gd name="connsiteY34" fmla="*/ 368987 h 566332"/>
                    <a:gd name="connsiteX35" fmla="*/ 112493 w 118295"/>
                    <a:gd name="connsiteY35" fmla="*/ 362937 h 566332"/>
                    <a:gd name="connsiteX36" fmla="*/ 114292 w 118295"/>
                    <a:gd name="connsiteY36" fmla="*/ 356887 h 566332"/>
                    <a:gd name="connsiteX37" fmla="*/ 115754 w 118295"/>
                    <a:gd name="connsiteY37" fmla="*/ 350837 h 566332"/>
                    <a:gd name="connsiteX38" fmla="*/ 116879 w 118295"/>
                    <a:gd name="connsiteY38" fmla="*/ 344788 h 566332"/>
                    <a:gd name="connsiteX39" fmla="*/ 117666 w 118295"/>
                    <a:gd name="connsiteY39" fmla="*/ 338738 h 566332"/>
                    <a:gd name="connsiteX40" fmla="*/ 118138 w 118295"/>
                    <a:gd name="connsiteY40" fmla="*/ 332688 h 566332"/>
                    <a:gd name="connsiteX41" fmla="*/ 118295 w 118295"/>
                    <a:gd name="connsiteY41" fmla="*/ 326639 h 566332"/>
                    <a:gd name="connsiteX42" fmla="*/ 118115 w 118295"/>
                    <a:gd name="connsiteY42" fmla="*/ 320589 h 566332"/>
                    <a:gd name="connsiteX43" fmla="*/ 117643 w 118295"/>
                    <a:gd name="connsiteY43" fmla="*/ 314539 h 566332"/>
                    <a:gd name="connsiteX44" fmla="*/ 116856 w 118295"/>
                    <a:gd name="connsiteY44" fmla="*/ 308490 h 566332"/>
                    <a:gd name="connsiteX45" fmla="*/ 115732 w 118295"/>
                    <a:gd name="connsiteY45" fmla="*/ 302440 h 566332"/>
                    <a:gd name="connsiteX46" fmla="*/ 114292 w 118295"/>
                    <a:gd name="connsiteY46" fmla="*/ 296390 h 566332"/>
                    <a:gd name="connsiteX47" fmla="*/ 112515 w 118295"/>
                    <a:gd name="connsiteY47" fmla="*/ 290340 h 566332"/>
                    <a:gd name="connsiteX48" fmla="*/ 110402 w 118295"/>
                    <a:gd name="connsiteY48" fmla="*/ 284291 h 566332"/>
                    <a:gd name="connsiteX49" fmla="*/ 107927 w 118295"/>
                    <a:gd name="connsiteY49" fmla="*/ 278241 h 566332"/>
                    <a:gd name="connsiteX50" fmla="*/ 105116 w 118295"/>
                    <a:gd name="connsiteY50" fmla="*/ 272214 h 566332"/>
                    <a:gd name="connsiteX51" fmla="*/ 101968 w 118295"/>
                    <a:gd name="connsiteY51" fmla="*/ 266164 h 566332"/>
                    <a:gd name="connsiteX52" fmla="*/ 98527 w 118295"/>
                    <a:gd name="connsiteY52" fmla="*/ 260114 h 566332"/>
                    <a:gd name="connsiteX53" fmla="*/ 94771 w 118295"/>
                    <a:gd name="connsiteY53" fmla="*/ 254065 h 566332"/>
                    <a:gd name="connsiteX54" fmla="*/ 90790 w 118295"/>
                    <a:gd name="connsiteY54" fmla="*/ 248015 h 566332"/>
                    <a:gd name="connsiteX55" fmla="*/ 86630 w 118295"/>
                    <a:gd name="connsiteY55" fmla="*/ 241965 h 566332"/>
                    <a:gd name="connsiteX56" fmla="*/ 82312 w 118295"/>
                    <a:gd name="connsiteY56" fmla="*/ 235916 h 566332"/>
                    <a:gd name="connsiteX57" fmla="*/ 77949 w 118295"/>
                    <a:gd name="connsiteY57" fmla="*/ 229866 h 566332"/>
                    <a:gd name="connsiteX58" fmla="*/ 73564 w 118295"/>
                    <a:gd name="connsiteY58" fmla="*/ 223816 h 566332"/>
                    <a:gd name="connsiteX59" fmla="*/ 69223 w 118295"/>
                    <a:gd name="connsiteY59" fmla="*/ 217767 h 566332"/>
                    <a:gd name="connsiteX60" fmla="*/ 64995 w 118295"/>
                    <a:gd name="connsiteY60" fmla="*/ 211717 h 566332"/>
                    <a:gd name="connsiteX61" fmla="*/ 60902 w 118295"/>
                    <a:gd name="connsiteY61" fmla="*/ 205667 h 566332"/>
                    <a:gd name="connsiteX62" fmla="*/ 56989 w 118295"/>
                    <a:gd name="connsiteY62" fmla="*/ 199618 h 566332"/>
                    <a:gd name="connsiteX63" fmla="*/ 53278 w 118295"/>
                    <a:gd name="connsiteY63" fmla="*/ 193568 h 566332"/>
                    <a:gd name="connsiteX64" fmla="*/ 49769 w 118295"/>
                    <a:gd name="connsiteY64" fmla="*/ 187518 h 566332"/>
                    <a:gd name="connsiteX65" fmla="*/ 46464 w 118295"/>
                    <a:gd name="connsiteY65" fmla="*/ 181468 h 566332"/>
                    <a:gd name="connsiteX66" fmla="*/ 43337 w 118295"/>
                    <a:gd name="connsiteY66" fmla="*/ 175419 h 566332"/>
                    <a:gd name="connsiteX67" fmla="*/ 40391 w 118295"/>
                    <a:gd name="connsiteY67" fmla="*/ 169369 h 566332"/>
                    <a:gd name="connsiteX68" fmla="*/ 37558 w 118295"/>
                    <a:gd name="connsiteY68" fmla="*/ 163319 h 566332"/>
                    <a:gd name="connsiteX69" fmla="*/ 34859 w 118295"/>
                    <a:gd name="connsiteY69" fmla="*/ 157270 h 566332"/>
                    <a:gd name="connsiteX70" fmla="*/ 32228 w 118295"/>
                    <a:gd name="connsiteY70" fmla="*/ 151220 h 566332"/>
                    <a:gd name="connsiteX71" fmla="*/ 29664 w 118295"/>
                    <a:gd name="connsiteY71" fmla="*/ 145170 h 566332"/>
                    <a:gd name="connsiteX72" fmla="*/ 27168 w 118295"/>
                    <a:gd name="connsiteY72" fmla="*/ 139121 h 566332"/>
                    <a:gd name="connsiteX73" fmla="*/ 24739 w 118295"/>
                    <a:gd name="connsiteY73" fmla="*/ 133071 h 566332"/>
                    <a:gd name="connsiteX74" fmla="*/ 22355 w 118295"/>
                    <a:gd name="connsiteY74" fmla="*/ 127021 h 566332"/>
                    <a:gd name="connsiteX75" fmla="*/ 20016 w 118295"/>
                    <a:gd name="connsiteY75" fmla="*/ 120971 h 566332"/>
                    <a:gd name="connsiteX76" fmla="*/ 17767 w 118295"/>
                    <a:gd name="connsiteY76" fmla="*/ 114944 h 566332"/>
                    <a:gd name="connsiteX77" fmla="*/ 15630 w 118295"/>
                    <a:gd name="connsiteY77" fmla="*/ 108895 h 566332"/>
                    <a:gd name="connsiteX78" fmla="*/ 13584 w 118295"/>
                    <a:gd name="connsiteY78" fmla="*/ 102845 h 566332"/>
                    <a:gd name="connsiteX79" fmla="*/ 11695 w 118295"/>
                    <a:gd name="connsiteY79" fmla="*/ 96795 h 566332"/>
                    <a:gd name="connsiteX80" fmla="*/ 9940 w 118295"/>
                    <a:gd name="connsiteY80" fmla="*/ 90745 h 566332"/>
                    <a:gd name="connsiteX81" fmla="*/ 8344 w 118295"/>
                    <a:gd name="connsiteY81" fmla="*/ 84696 h 566332"/>
                    <a:gd name="connsiteX82" fmla="*/ 6904 w 118295"/>
                    <a:gd name="connsiteY82" fmla="*/ 78646 h 566332"/>
                    <a:gd name="connsiteX83" fmla="*/ 5645 w 118295"/>
                    <a:gd name="connsiteY83" fmla="*/ 72596 h 566332"/>
                    <a:gd name="connsiteX84" fmla="*/ 4565 w 118295"/>
                    <a:gd name="connsiteY84" fmla="*/ 66547 h 566332"/>
                    <a:gd name="connsiteX85" fmla="*/ 3621 w 118295"/>
                    <a:gd name="connsiteY85" fmla="*/ 60497 h 566332"/>
                    <a:gd name="connsiteX86" fmla="*/ 2856 w 118295"/>
                    <a:gd name="connsiteY86" fmla="*/ 54447 h 566332"/>
                    <a:gd name="connsiteX87" fmla="*/ 2204 w 118295"/>
                    <a:gd name="connsiteY87" fmla="*/ 48398 h 566332"/>
                    <a:gd name="connsiteX88" fmla="*/ 1687 w 118295"/>
                    <a:gd name="connsiteY88" fmla="*/ 42348 h 566332"/>
                    <a:gd name="connsiteX89" fmla="*/ 1260 w 118295"/>
                    <a:gd name="connsiteY89" fmla="*/ 36298 h 566332"/>
                    <a:gd name="connsiteX90" fmla="*/ 945 w 118295"/>
                    <a:gd name="connsiteY90" fmla="*/ 30248 h 566332"/>
                    <a:gd name="connsiteX91" fmla="*/ 697 w 118295"/>
                    <a:gd name="connsiteY91" fmla="*/ 24199 h 566332"/>
                    <a:gd name="connsiteX92" fmla="*/ 495 w 118295"/>
                    <a:gd name="connsiteY92" fmla="*/ 18149 h 566332"/>
                    <a:gd name="connsiteX93" fmla="*/ 360 w 118295"/>
                    <a:gd name="connsiteY93" fmla="*/ 12099 h 566332"/>
                    <a:gd name="connsiteX94" fmla="*/ 247 w 118295"/>
                    <a:gd name="connsiteY94" fmla="*/ 6050 h 566332"/>
                    <a:gd name="connsiteX95" fmla="*/ 180 w 118295"/>
                    <a:gd name="connsiteY95" fmla="*/ 0 h 566332"/>
                    <a:gd name="connsiteX96" fmla="*/ 0 w 118295"/>
                    <a:gd name="connsiteY96" fmla="*/ 0 h 566332"/>
                    <a:gd name="connsiteX97" fmla="*/ 0 w 118295"/>
                    <a:gd name="connsiteY97" fmla="*/ 6050 h 566332"/>
                    <a:gd name="connsiteX98" fmla="*/ 0 w 118295"/>
                    <a:gd name="connsiteY98" fmla="*/ 12099 h 566332"/>
                    <a:gd name="connsiteX99" fmla="*/ 0 w 118295"/>
                    <a:gd name="connsiteY99" fmla="*/ 18149 h 566332"/>
                    <a:gd name="connsiteX100" fmla="*/ 0 w 118295"/>
                    <a:gd name="connsiteY100" fmla="*/ 24199 h 566332"/>
                    <a:gd name="connsiteX101" fmla="*/ 0 w 118295"/>
                    <a:gd name="connsiteY101" fmla="*/ 30248 h 566332"/>
                    <a:gd name="connsiteX102" fmla="*/ 0 w 118295"/>
                    <a:gd name="connsiteY102" fmla="*/ 36298 h 566332"/>
                    <a:gd name="connsiteX103" fmla="*/ 0 w 118295"/>
                    <a:gd name="connsiteY103" fmla="*/ 42348 h 566332"/>
                    <a:gd name="connsiteX104" fmla="*/ 0 w 118295"/>
                    <a:gd name="connsiteY104" fmla="*/ 48398 h 566332"/>
                    <a:gd name="connsiteX105" fmla="*/ 0 w 118295"/>
                    <a:gd name="connsiteY105" fmla="*/ 54447 h 566332"/>
                    <a:gd name="connsiteX106" fmla="*/ 0 w 118295"/>
                    <a:gd name="connsiteY106" fmla="*/ 60497 h 566332"/>
                    <a:gd name="connsiteX107" fmla="*/ 0 w 118295"/>
                    <a:gd name="connsiteY107" fmla="*/ 66547 h 566332"/>
                    <a:gd name="connsiteX108" fmla="*/ 0 w 118295"/>
                    <a:gd name="connsiteY108" fmla="*/ 72596 h 566332"/>
                    <a:gd name="connsiteX109" fmla="*/ 0 w 118295"/>
                    <a:gd name="connsiteY109" fmla="*/ 78646 h 566332"/>
                    <a:gd name="connsiteX110" fmla="*/ 0 w 118295"/>
                    <a:gd name="connsiteY110" fmla="*/ 84696 h 566332"/>
                    <a:gd name="connsiteX111" fmla="*/ 0 w 118295"/>
                    <a:gd name="connsiteY111" fmla="*/ 90745 h 566332"/>
                    <a:gd name="connsiteX112" fmla="*/ 0 w 118295"/>
                    <a:gd name="connsiteY112" fmla="*/ 96795 h 566332"/>
                    <a:gd name="connsiteX113" fmla="*/ 0 w 118295"/>
                    <a:gd name="connsiteY113" fmla="*/ 102845 h 566332"/>
                    <a:gd name="connsiteX114" fmla="*/ 0 w 118295"/>
                    <a:gd name="connsiteY114" fmla="*/ 108895 h 566332"/>
                    <a:gd name="connsiteX115" fmla="*/ 0 w 118295"/>
                    <a:gd name="connsiteY115" fmla="*/ 114944 h 566332"/>
                    <a:gd name="connsiteX116" fmla="*/ 0 w 118295"/>
                    <a:gd name="connsiteY116" fmla="*/ 120971 h 566332"/>
                    <a:gd name="connsiteX117" fmla="*/ 0 w 118295"/>
                    <a:gd name="connsiteY117" fmla="*/ 127021 h 566332"/>
                    <a:gd name="connsiteX118" fmla="*/ 0 w 118295"/>
                    <a:gd name="connsiteY118" fmla="*/ 133071 h 566332"/>
                    <a:gd name="connsiteX119" fmla="*/ 0 w 118295"/>
                    <a:gd name="connsiteY119" fmla="*/ 139121 h 566332"/>
                    <a:gd name="connsiteX120" fmla="*/ 0 w 118295"/>
                    <a:gd name="connsiteY120" fmla="*/ 145170 h 566332"/>
                    <a:gd name="connsiteX121" fmla="*/ 0 w 118295"/>
                    <a:gd name="connsiteY121" fmla="*/ 151220 h 566332"/>
                    <a:gd name="connsiteX122" fmla="*/ 0 w 118295"/>
                    <a:gd name="connsiteY122" fmla="*/ 157270 h 566332"/>
                    <a:gd name="connsiteX123" fmla="*/ 0 w 118295"/>
                    <a:gd name="connsiteY123" fmla="*/ 163319 h 566332"/>
                    <a:gd name="connsiteX124" fmla="*/ 0 w 118295"/>
                    <a:gd name="connsiteY124" fmla="*/ 169369 h 566332"/>
                    <a:gd name="connsiteX125" fmla="*/ 0 w 118295"/>
                    <a:gd name="connsiteY125" fmla="*/ 175419 h 566332"/>
                    <a:gd name="connsiteX126" fmla="*/ 0 w 118295"/>
                    <a:gd name="connsiteY126" fmla="*/ 181468 h 566332"/>
                    <a:gd name="connsiteX127" fmla="*/ 0 w 118295"/>
                    <a:gd name="connsiteY127" fmla="*/ 187518 h 566332"/>
                    <a:gd name="connsiteX128" fmla="*/ 0 w 118295"/>
                    <a:gd name="connsiteY128" fmla="*/ 193568 h 566332"/>
                    <a:gd name="connsiteX129" fmla="*/ 0 w 118295"/>
                    <a:gd name="connsiteY129" fmla="*/ 199618 h 566332"/>
                    <a:gd name="connsiteX130" fmla="*/ 0 w 118295"/>
                    <a:gd name="connsiteY130" fmla="*/ 205667 h 566332"/>
                    <a:gd name="connsiteX131" fmla="*/ 0 w 118295"/>
                    <a:gd name="connsiteY131" fmla="*/ 211717 h 566332"/>
                    <a:gd name="connsiteX132" fmla="*/ 0 w 118295"/>
                    <a:gd name="connsiteY132" fmla="*/ 217767 h 566332"/>
                    <a:gd name="connsiteX133" fmla="*/ 0 w 118295"/>
                    <a:gd name="connsiteY133" fmla="*/ 223816 h 566332"/>
                    <a:gd name="connsiteX134" fmla="*/ 0 w 118295"/>
                    <a:gd name="connsiteY134" fmla="*/ 229866 h 566332"/>
                    <a:gd name="connsiteX135" fmla="*/ 0 w 118295"/>
                    <a:gd name="connsiteY135" fmla="*/ 235916 h 566332"/>
                    <a:gd name="connsiteX136" fmla="*/ 0 w 118295"/>
                    <a:gd name="connsiteY136" fmla="*/ 241965 h 566332"/>
                    <a:gd name="connsiteX137" fmla="*/ 0 w 118295"/>
                    <a:gd name="connsiteY137" fmla="*/ 248015 h 566332"/>
                    <a:gd name="connsiteX138" fmla="*/ 0 w 118295"/>
                    <a:gd name="connsiteY138" fmla="*/ 254065 h 566332"/>
                    <a:gd name="connsiteX139" fmla="*/ 0 w 118295"/>
                    <a:gd name="connsiteY139" fmla="*/ 260114 h 566332"/>
                    <a:gd name="connsiteX140" fmla="*/ 0 w 118295"/>
                    <a:gd name="connsiteY140" fmla="*/ 266164 h 566332"/>
                    <a:gd name="connsiteX141" fmla="*/ 0 w 118295"/>
                    <a:gd name="connsiteY141" fmla="*/ 272214 h 566332"/>
                    <a:gd name="connsiteX142" fmla="*/ 0 w 118295"/>
                    <a:gd name="connsiteY142" fmla="*/ 278241 h 566332"/>
                    <a:gd name="connsiteX143" fmla="*/ 0 w 118295"/>
                    <a:gd name="connsiteY143" fmla="*/ 284291 h 566332"/>
                    <a:gd name="connsiteX144" fmla="*/ 0 w 118295"/>
                    <a:gd name="connsiteY144" fmla="*/ 290340 h 566332"/>
                    <a:gd name="connsiteX145" fmla="*/ 0 w 118295"/>
                    <a:gd name="connsiteY145" fmla="*/ 296390 h 566332"/>
                    <a:gd name="connsiteX146" fmla="*/ 0 w 118295"/>
                    <a:gd name="connsiteY146" fmla="*/ 302440 h 566332"/>
                    <a:gd name="connsiteX147" fmla="*/ 0 w 118295"/>
                    <a:gd name="connsiteY147" fmla="*/ 308490 h 566332"/>
                    <a:gd name="connsiteX148" fmla="*/ 0 w 118295"/>
                    <a:gd name="connsiteY148" fmla="*/ 314539 h 566332"/>
                    <a:gd name="connsiteX149" fmla="*/ 0 w 118295"/>
                    <a:gd name="connsiteY149" fmla="*/ 320589 h 566332"/>
                    <a:gd name="connsiteX150" fmla="*/ 0 w 118295"/>
                    <a:gd name="connsiteY150" fmla="*/ 326639 h 566332"/>
                    <a:gd name="connsiteX151" fmla="*/ 0 w 118295"/>
                    <a:gd name="connsiteY151" fmla="*/ 332688 h 566332"/>
                    <a:gd name="connsiteX152" fmla="*/ 0 w 118295"/>
                    <a:gd name="connsiteY152" fmla="*/ 338738 h 566332"/>
                    <a:gd name="connsiteX153" fmla="*/ 0 w 118295"/>
                    <a:gd name="connsiteY153" fmla="*/ 344788 h 566332"/>
                    <a:gd name="connsiteX154" fmla="*/ 0 w 118295"/>
                    <a:gd name="connsiteY154" fmla="*/ 350837 h 566332"/>
                    <a:gd name="connsiteX155" fmla="*/ 0 w 118295"/>
                    <a:gd name="connsiteY155" fmla="*/ 356887 h 566332"/>
                    <a:gd name="connsiteX156" fmla="*/ 0 w 118295"/>
                    <a:gd name="connsiteY156" fmla="*/ 362937 h 566332"/>
                    <a:gd name="connsiteX157" fmla="*/ 0 w 118295"/>
                    <a:gd name="connsiteY157" fmla="*/ 368987 h 566332"/>
                    <a:gd name="connsiteX158" fmla="*/ 0 w 118295"/>
                    <a:gd name="connsiteY158" fmla="*/ 375036 h 566332"/>
                    <a:gd name="connsiteX159" fmla="*/ 0 w 118295"/>
                    <a:gd name="connsiteY159" fmla="*/ 381086 h 566332"/>
                    <a:gd name="connsiteX160" fmla="*/ 0 w 118295"/>
                    <a:gd name="connsiteY160" fmla="*/ 387136 h 566332"/>
                    <a:gd name="connsiteX161" fmla="*/ 0 w 118295"/>
                    <a:gd name="connsiteY161" fmla="*/ 393185 h 566332"/>
                    <a:gd name="connsiteX162" fmla="*/ 0 w 118295"/>
                    <a:gd name="connsiteY162" fmla="*/ 399235 h 566332"/>
                    <a:gd name="connsiteX163" fmla="*/ 0 w 118295"/>
                    <a:gd name="connsiteY163" fmla="*/ 405285 h 566332"/>
                    <a:gd name="connsiteX164" fmla="*/ 0 w 118295"/>
                    <a:gd name="connsiteY164" fmla="*/ 411334 h 566332"/>
                    <a:gd name="connsiteX165" fmla="*/ 0 w 118295"/>
                    <a:gd name="connsiteY165" fmla="*/ 417384 h 566332"/>
                    <a:gd name="connsiteX166" fmla="*/ 0 w 118295"/>
                    <a:gd name="connsiteY166" fmla="*/ 423434 h 566332"/>
                    <a:gd name="connsiteX167" fmla="*/ 0 w 118295"/>
                    <a:gd name="connsiteY167" fmla="*/ 429484 h 566332"/>
                    <a:gd name="connsiteX168" fmla="*/ 0 w 118295"/>
                    <a:gd name="connsiteY168" fmla="*/ 435533 h 566332"/>
                    <a:gd name="connsiteX169" fmla="*/ 0 w 118295"/>
                    <a:gd name="connsiteY169" fmla="*/ 441560 h 566332"/>
                    <a:gd name="connsiteX170" fmla="*/ 0 w 118295"/>
                    <a:gd name="connsiteY170" fmla="*/ 447610 h 566332"/>
                    <a:gd name="connsiteX171" fmla="*/ 0 w 118295"/>
                    <a:gd name="connsiteY171" fmla="*/ 453660 h 566332"/>
                    <a:gd name="connsiteX172" fmla="*/ 0 w 118295"/>
                    <a:gd name="connsiteY172" fmla="*/ 459709 h 566332"/>
                    <a:gd name="connsiteX173" fmla="*/ 0 w 118295"/>
                    <a:gd name="connsiteY173" fmla="*/ 465759 h 566332"/>
                    <a:gd name="connsiteX174" fmla="*/ 0 w 118295"/>
                    <a:gd name="connsiteY174" fmla="*/ 471809 h 566332"/>
                    <a:gd name="connsiteX175" fmla="*/ 0 w 118295"/>
                    <a:gd name="connsiteY175" fmla="*/ 477859 h 566332"/>
                    <a:gd name="connsiteX176" fmla="*/ 0 w 118295"/>
                    <a:gd name="connsiteY176" fmla="*/ 483908 h 566332"/>
                    <a:gd name="connsiteX177" fmla="*/ 0 w 118295"/>
                    <a:gd name="connsiteY177" fmla="*/ 489958 h 566332"/>
                    <a:gd name="connsiteX178" fmla="*/ 0 w 118295"/>
                    <a:gd name="connsiteY178" fmla="*/ 496008 h 566332"/>
                    <a:gd name="connsiteX179" fmla="*/ 0 w 118295"/>
                    <a:gd name="connsiteY179" fmla="*/ 502057 h 566332"/>
                    <a:gd name="connsiteX180" fmla="*/ 0 w 118295"/>
                    <a:gd name="connsiteY180" fmla="*/ 508107 h 566332"/>
                    <a:gd name="connsiteX181" fmla="*/ 0 w 118295"/>
                    <a:gd name="connsiteY181" fmla="*/ 514157 h 566332"/>
                    <a:gd name="connsiteX182" fmla="*/ 0 w 118295"/>
                    <a:gd name="connsiteY182" fmla="*/ 520207 h 566332"/>
                    <a:gd name="connsiteX183" fmla="*/ 0 w 118295"/>
                    <a:gd name="connsiteY183" fmla="*/ 526256 h 566332"/>
                    <a:gd name="connsiteX184" fmla="*/ 0 w 118295"/>
                    <a:gd name="connsiteY184" fmla="*/ 532306 h 566332"/>
                    <a:gd name="connsiteX185" fmla="*/ 0 w 118295"/>
                    <a:gd name="connsiteY185" fmla="*/ 538356 h 566332"/>
                    <a:gd name="connsiteX186" fmla="*/ 0 w 118295"/>
                    <a:gd name="connsiteY186" fmla="*/ 544405 h 566332"/>
                    <a:gd name="connsiteX187" fmla="*/ 0 w 118295"/>
                    <a:gd name="connsiteY187" fmla="*/ 550455 h 566332"/>
                    <a:gd name="connsiteX188" fmla="*/ 0 w 118295"/>
                    <a:gd name="connsiteY188" fmla="*/ 556505 h 566332"/>
                    <a:gd name="connsiteX189" fmla="*/ 0 w 118295"/>
                    <a:gd name="connsiteY189" fmla="*/ 562554 h 566332"/>
                    <a:gd name="connsiteX190" fmla="*/ 0 w 118295"/>
                    <a:gd name="connsiteY190" fmla="*/ 566333 h 566332"/>
                    <a:gd name="connsiteX191" fmla="*/ 697 w 118295"/>
                    <a:gd name="connsiteY191" fmla="*/ 566333 h 566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Lst>
                  <a:rect l="l" t="t" r="r" b="b"/>
                  <a:pathLst>
                    <a:path w="118295" h="566332">
                      <a:moveTo>
                        <a:pt x="697" y="566333"/>
                      </a:moveTo>
                      <a:lnTo>
                        <a:pt x="1260" y="566333"/>
                      </a:lnTo>
                      <a:lnTo>
                        <a:pt x="1529" y="562554"/>
                      </a:lnTo>
                      <a:lnTo>
                        <a:pt x="2069" y="556505"/>
                      </a:lnTo>
                      <a:lnTo>
                        <a:pt x="2766" y="550455"/>
                      </a:lnTo>
                      <a:lnTo>
                        <a:pt x="3621" y="544405"/>
                      </a:lnTo>
                      <a:lnTo>
                        <a:pt x="4723" y="538356"/>
                      </a:lnTo>
                      <a:lnTo>
                        <a:pt x="6050" y="532306"/>
                      </a:lnTo>
                      <a:lnTo>
                        <a:pt x="7669" y="526256"/>
                      </a:lnTo>
                      <a:lnTo>
                        <a:pt x="9581" y="520207"/>
                      </a:lnTo>
                      <a:lnTo>
                        <a:pt x="11807" y="514157"/>
                      </a:lnTo>
                      <a:lnTo>
                        <a:pt x="14393" y="508107"/>
                      </a:lnTo>
                      <a:lnTo>
                        <a:pt x="17340" y="502057"/>
                      </a:lnTo>
                      <a:lnTo>
                        <a:pt x="20623" y="496008"/>
                      </a:lnTo>
                      <a:lnTo>
                        <a:pt x="24244" y="489958"/>
                      </a:lnTo>
                      <a:lnTo>
                        <a:pt x="28202" y="483908"/>
                      </a:lnTo>
                      <a:lnTo>
                        <a:pt x="32453" y="477859"/>
                      </a:lnTo>
                      <a:lnTo>
                        <a:pt x="36973" y="471809"/>
                      </a:lnTo>
                      <a:lnTo>
                        <a:pt x="41696" y="465759"/>
                      </a:lnTo>
                      <a:lnTo>
                        <a:pt x="46621" y="459709"/>
                      </a:lnTo>
                      <a:lnTo>
                        <a:pt x="51659" y="453660"/>
                      </a:lnTo>
                      <a:lnTo>
                        <a:pt x="56764" y="447610"/>
                      </a:lnTo>
                      <a:lnTo>
                        <a:pt x="61891" y="441560"/>
                      </a:lnTo>
                      <a:lnTo>
                        <a:pt x="66997" y="435533"/>
                      </a:lnTo>
                      <a:lnTo>
                        <a:pt x="72012" y="429484"/>
                      </a:lnTo>
                      <a:lnTo>
                        <a:pt x="76937" y="423434"/>
                      </a:lnTo>
                      <a:lnTo>
                        <a:pt x="81682" y="417384"/>
                      </a:lnTo>
                      <a:lnTo>
                        <a:pt x="86225" y="411334"/>
                      </a:lnTo>
                      <a:lnTo>
                        <a:pt x="90543" y="405285"/>
                      </a:lnTo>
                      <a:lnTo>
                        <a:pt x="94614" y="399235"/>
                      </a:lnTo>
                      <a:lnTo>
                        <a:pt x="98392" y="393185"/>
                      </a:lnTo>
                      <a:lnTo>
                        <a:pt x="101878" y="387136"/>
                      </a:lnTo>
                      <a:lnTo>
                        <a:pt x="105049" y="381086"/>
                      </a:lnTo>
                      <a:lnTo>
                        <a:pt x="107860" y="375036"/>
                      </a:lnTo>
                      <a:lnTo>
                        <a:pt x="110357" y="368987"/>
                      </a:lnTo>
                      <a:lnTo>
                        <a:pt x="112493" y="362937"/>
                      </a:lnTo>
                      <a:lnTo>
                        <a:pt x="114292" y="356887"/>
                      </a:lnTo>
                      <a:lnTo>
                        <a:pt x="115754" y="350837"/>
                      </a:lnTo>
                      <a:lnTo>
                        <a:pt x="116879" y="344788"/>
                      </a:lnTo>
                      <a:lnTo>
                        <a:pt x="117666" y="338738"/>
                      </a:lnTo>
                      <a:lnTo>
                        <a:pt x="118138" y="332688"/>
                      </a:lnTo>
                      <a:lnTo>
                        <a:pt x="118295" y="326639"/>
                      </a:lnTo>
                      <a:lnTo>
                        <a:pt x="118115" y="320589"/>
                      </a:lnTo>
                      <a:lnTo>
                        <a:pt x="117643" y="314539"/>
                      </a:lnTo>
                      <a:lnTo>
                        <a:pt x="116856" y="308490"/>
                      </a:lnTo>
                      <a:lnTo>
                        <a:pt x="115732" y="302440"/>
                      </a:lnTo>
                      <a:lnTo>
                        <a:pt x="114292" y="296390"/>
                      </a:lnTo>
                      <a:lnTo>
                        <a:pt x="112515" y="290340"/>
                      </a:lnTo>
                      <a:lnTo>
                        <a:pt x="110402" y="284291"/>
                      </a:lnTo>
                      <a:lnTo>
                        <a:pt x="107927" y="278241"/>
                      </a:lnTo>
                      <a:lnTo>
                        <a:pt x="105116" y="272214"/>
                      </a:lnTo>
                      <a:lnTo>
                        <a:pt x="101968" y="266164"/>
                      </a:lnTo>
                      <a:lnTo>
                        <a:pt x="98527" y="260114"/>
                      </a:lnTo>
                      <a:lnTo>
                        <a:pt x="94771" y="254065"/>
                      </a:lnTo>
                      <a:lnTo>
                        <a:pt x="90790" y="248015"/>
                      </a:lnTo>
                      <a:lnTo>
                        <a:pt x="86630" y="241965"/>
                      </a:lnTo>
                      <a:lnTo>
                        <a:pt x="82312" y="235916"/>
                      </a:lnTo>
                      <a:lnTo>
                        <a:pt x="77949" y="229866"/>
                      </a:lnTo>
                      <a:lnTo>
                        <a:pt x="73564" y="223816"/>
                      </a:lnTo>
                      <a:lnTo>
                        <a:pt x="69223" y="217767"/>
                      </a:lnTo>
                      <a:lnTo>
                        <a:pt x="64995" y="211717"/>
                      </a:lnTo>
                      <a:lnTo>
                        <a:pt x="60902" y="205667"/>
                      </a:lnTo>
                      <a:lnTo>
                        <a:pt x="56989" y="199618"/>
                      </a:lnTo>
                      <a:lnTo>
                        <a:pt x="53278" y="193568"/>
                      </a:lnTo>
                      <a:lnTo>
                        <a:pt x="49769" y="187518"/>
                      </a:lnTo>
                      <a:lnTo>
                        <a:pt x="46464" y="181468"/>
                      </a:lnTo>
                      <a:lnTo>
                        <a:pt x="43337" y="175419"/>
                      </a:lnTo>
                      <a:lnTo>
                        <a:pt x="40391" y="169369"/>
                      </a:lnTo>
                      <a:lnTo>
                        <a:pt x="37558" y="163319"/>
                      </a:lnTo>
                      <a:lnTo>
                        <a:pt x="34859" y="157270"/>
                      </a:lnTo>
                      <a:lnTo>
                        <a:pt x="32228" y="151220"/>
                      </a:lnTo>
                      <a:lnTo>
                        <a:pt x="29664" y="145170"/>
                      </a:lnTo>
                      <a:lnTo>
                        <a:pt x="27168" y="139121"/>
                      </a:lnTo>
                      <a:lnTo>
                        <a:pt x="24739" y="133071"/>
                      </a:lnTo>
                      <a:lnTo>
                        <a:pt x="22355" y="127021"/>
                      </a:lnTo>
                      <a:lnTo>
                        <a:pt x="20016" y="120971"/>
                      </a:lnTo>
                      <a:lnTo>
                        <a:pt x="17767" y="114944"/>
                      </a:lnTo>
                      <a:lnTo>
                        <a:pt x="15630" y="108895"/>
                      </a:lnTo>
                      <a:lnTo>
                        <a:pt x="13584" y="102845"/>
                      </a:lnTo>
                      <a:lnTo>
                        <a:pt x="11695" y="96795"/>
                      </a:lnTo>
                      <a:lnTo>
                        <a:pt x="9940" y="90745"/>
                      </a:lnTo>
                      <a:lnTo>
                        <a:pt x="8344" y="84696"/>
                      </a:lnTo>
                      <a:lnTo>
                        <a:pt x="6904" y="78646"/>
                      </a:lnTo>
                      <a:lnTo>
                        <a:pt x="5645" y="72596"/>
                      </a:lnTo>
                      <a:lnTo>
                        <a:pt x="4565" y="66547"/>
                      </a:lnTo>
                      <a:lnTo>
                        <a:pt x="3621" y="60497"/>
                      </a:lnTo>
                      <a:lnTo>
                        <a:pt x="2856" y="54447"/>
                      </a:lnTo>
                      <a:lnTo>
                        <a:pt x="2204" y="48398"/>
                      </a:lnTo>
                      <a:lnTo>
                        <a:pt x="1687" y="42348"/>
                      </a:lnTo>
                      <a:lnTo>
                        <a:pt x="1260" y="36298"/>
                      </a:lnTo>
                      <a:lnTo>
                        <a:pt x="945" y="30248"/>
                      </a:lnTo>
                      <a:lnTo>
                        <a:pt x="697" y="24199"/>
                      </a:lnTo>
                      <a:lnTo>
                        <a:pt x="495" y="18149"/>
                      </a:lnTo>
                      <a:lnTo>
                        <a:pt x="360" y="12099"/>
                      </a:lnTo>
                      <a:lnTo>
                        <a:pt x="247" y="6050"/>
                      </a:lnTo>
                      <a:lnTo>
                        <a:pt x="180" y="0"/>
                      </a:lnTo>
                      <a:lnTo>
                        <a:pt x="0" y="0"/>
                      </a:lnTo>
                      <a:lnTo>
                        <a:pt x="0" y="6050"/>
                      </a:lnTo>
                      <a:lnTo>
                        <a:pt x="0" y="12099"/>
                      </a:lnTo>
                      <a:lnTo>
                        <a:pt x="0" y="18149"/>
                      </a:lnTo>
                      <a:lnTo>
                        <a:pt x="0" y="24199"/>
                      </a:lnTo>
                      <a:lnTo>
                        <a:pt x="0" y="30248"/>
                      </a:lnTo>
                      <a:lnTo>
                        <a:pt x="0" y="36298"/>
                      </a:lnTo>
                      <a:lnTo>
                        <a:pt x="0" y="42348"/>
                      </a:lnTo>
                      <a:lnTo>
                        <a:pt x="0" y="48398"/>
                      </a:lnTo>
                      <a:lnTo>
                        <a:pt x="0" y="54447"/>
                      </a:lnTo>
                      <a:lnTo>
                        <a:pt x="0" y="60497"/>
                      </a:lnTo>
                      <a:lnTo>
                        <a:pt x="0" y="66547"/>
                      </a:lnTo>
                      <a:lnTo>
                        <a:pt x="0" y="72596"/>
                      </a:lnTo>
                      <a:lnTo>
                        <a:pt x="0" y="78646"/>
                      </a:lnTo>
                      <a:lnTo>
                        <a:pt x="0" y="84696"/>
                      </a:lnTo>
                      <a:lnTo>
                        <a:pt x="0" y="90745"/>
                      </a:lnTo>
                      <a:lnTo>
                        <a:pt x="0" y="96795"/>
                      </a:lnTo>
                      <a:lnTo>
                        <a:pt x="0" y="102845"/>
                      </a:lnTo>
                      <a:lnTo>
                        <a:pt x="0" y="108895"/>
                      </a:lnTo>
                      <a:lnTo>
                        <a:pt x="0" y="114944"/>
                      </a:lnTo>
                      <a:lnTo>
                        <a:pt x="0" y="120971"/>
                      </a:lnTo>
                      <a:lnTo>
                        <a:pt x="0" y="127021"/>
                      </a:lnTo>
                      <a:lnTo>
                        <a:pt x="0" y="133071"/>
                      </a:lnTo>
                      <a:lnTo>
                        <a:pt x="0" y="139121"/>
                      </a:lnTo>
                      <a:lnTo>
                        <a:pt x="0" y="145170"/>
                      </a:lnTo>
                      <a:lnTo>
                        <a:pt x="0" y="151220"/>
                      </a:lnTo>
                      <a:lnTo>
                        <a:pt x="0" y="157270"/>
                      </a:lnTo>
                      <a:lnTo>
                        <a:pt x="0" y="163319"/>
                      </a:lnTo>
                      <a:lnTo>
                        <a:pt x="0" y="169369"/>
                      </a:lnTo>
                      <a:lnTo>
                        <a:pt x="0" y="175419"/>
                      </a:lnTo>
                      <a:lnTo>
                        <a:pt x="0" y="181468"/>
                      </a:lnTo>
                      <a:lnTo>
                        <a:pt x="0" y="187518"/>
                      </a:lnTo>
                      <a:lnTo>
                        <a:pt x="0" y="193568"/>
                      </a:lnTo>
                      <a:lnTo>
                        <a:pt x="0" y="199618"/>
                      </a:lnTo>
                      <a:lnTo>
                        <a:pt x="0" y="205667"/>
                      </a:lnTo>
                      <a:lnTo>
                        <a:pt x="0" y="211717"/>
                      </a:lnTo>
                      <a:lnTo>
                        <a:pt x="0" y="217767"/>
                      </a:lnTo>
                      <a:lnTo>
                        <a:pt x="0" y="223816"/>
                      </a:lnTo>
                      <a:lnTo>
                        <a:pt x="0" y="229866"/>
                      </a:lnTo>
                      <a:lnTo>
                        <a:pt x="0" y="235916"/>
                      </a:lnTo>
                      <a:lnTo>
                        <a:pt x="0" y="241965"/>
                      </a:lnTo>
                      <a:lnTo>
                        <a:pt x="0" y="248015"/>
                      </a:lnTo>
                      <a:lnTo>
                        <a:pt x="0" y="254065"/>
                      </a:lnTo>
                      <a:lnTo>
                        <a:pt x="0" y="260114"/>
                      </a:lnTo>
                      <a:lnTo>
                        <a:pt x="0" y="266164"/>
                      </a:lnTo>
                      <a:lnTo>
                        <a:pt x="0" y="272214"/>
                      </a:lnTo>
                      <a:lnTo>
                        <a:pt x="0" y="278241"/>
                      </a:lnTo>
                      <a:lnTo>
                        <a:pt x="0" y="284291"/>
                      </a:lnTo>
                      <a:lnTo>
                        <a:pt x="0" y="290340"/>
                      </a:lnTo>
                      <a:lnTo>
                        <a:pt x="0" y="296390"/>
                      </a:lnTo>
                      <a:lnTo>
                        <a:pt x="0" y="302440"/>
                      </a:lnTo>
                      <a:lnTo>
                        <a:pt x="0" y="308490"/>
                      </a:lnTo>
                      <a:lnTo>
                        <a:pt x="0" y="314539"/>
                      </a:lnTo>
                      <a:lnTo>
                        <a:pt x="0" y="320589"/>
                      </a:lnTo>
                      <a:lnTo>
                        <a:pt x="0" y="326639"/>
                      </a:lnTo>
                      <a:lnTo>
                        <a:pt x="0" y="332688"/>
                      </a:lnTo>
                      <a:lnTo>
                        <a:pt x="0" y="338738"/>
                      </a:lnTo>
                      <a:lnTo>
                        <a:pt x="0" y="344788"/>
                      </a:lnTo>
                      <a:lnTo>
                        <a:pt x="0" y="350837"/>
                      </a:lnTo>
                      <a:lnTo>
                        <a:pt x="0" y="356887"/>
                      </a:lnTo>
                      <a:lnTo>
                        <a:pt x="0" y="362937"/>
                      </a:lnTo>
                      <a:lnTo>
                        <a:pt x="0" y="368987"/>
                      </a:lnTo>
                      <a:lnTo>
                        <a:pt x="0" y="375036"/>
                      </a:lnTo>
                      <a:lnTo>
                        <a:pt x="0" y="381086"/>
                      </a:lnTo>
                      <a:lnTo>
                        <a:pt x="0" y="387136"/>
                      </a:lnTo>
                      <a:lnTo>
                        <a:pt x="0" y="393185"/>
                      </a:lnTo>
                      <a:lnTo>
                        <a:pt x="0" y="399235"/>
                      </a:lnTo>
                      <a:lnTo>
                        <a:pt x="0" y="405285"/>
                      </a:lnTo>
                      <a:lnTo>
                        <a:pt x="0" y="411334"/>
                      </a:lnTo>
                      <a:lnTo>
                        <a:pt x="0" y="417384"/>
                      </a:lnTo>
                      <a:lnTo>
                        <a:pt x="0" y="423434"/>
                      </a:lnTo>
                      <a:lnTo>
                        <a:pt x="0" y="429484"/>
                      </a:lnTo>
                      <a:lnTo>
                        <a:pt x="0" y="435533"/>
                      </a:lnTo>
                      <a:lnTo>
                        <a:pt x="0" y="441560"/>
                      </a:lnTo>
                      <a:lnTo>
                        <a:pt x="0" y="447610"/>
                      </a:lnTo>
                      <a:lnTo>
                        <a:pt x="0" y="453660"/>
                      </a:lnTo>
                      <a:lnTo>
                        <a:pt x="0" y="459709"/>
                      </a:lnTo>
                      <a:lnTo>
                        <a:pt x="0" y="465759"/>
                      </a:lnTo>
                      <a:lnTo>
                        <a:pt x="0" y="471809"/>
                      </a:lnTo>
                      <a:lnTo>
                        <a:pt x="0" y="477859"/>
                      </a:lnTo>
                      <a:lnTo>
                        <a:pt x="0" y="483908"/>
                      </a:lnTo>
                      <a:lnTo>
                        <a:pt x="0" y="489958"/>
                      </a:lnTo>
                      <a:lnTo>
                        <a:pt x="0" y="496008"/>
                      </a:lnTo>
                      <a:lnTo>
                        <a:pt x="0" y="502057"/>
                      </a:lnTo>
                      <a:lnTo>
                        <a:pt x="0" y="508107"/>
                      </a:lnTo>
                      <a:lnTo>
                        <a:pt x="0" y="514157"/>
                      </a:lnTo>
                      <a:lnTo>
                        <a:pt x="0" y="520207"/>
                      </a:lnTo>
                      <a:lnTo>
                        <a:pt x="0" y="526256"/>
                      </a:lnTo>
                      <a:lnTo>
                        <a:pt x="0" y="532306"/>
                      </a:lnTo>
                      <a:lnTo>
                        <a:pt x="0" y="538356"/>
                      </a:lnTo>
                      <a:lnTo>
                        <a:pt x="0" y="544405"/>
                      </a:lnTo>
                      <a:lnTo>
                        <a:pt x="0" y="550455"/>
                      </a:lnTo>
                      <a:lnTo>
                        <a:pt x="0" y="556505"/>
                      </a:lnTo>
                      <a:lnTo>
                        <a:pt x="0" y="562554"/>
                      </a:lnTo>
                      <a:lnTo>
                        <a:pt x="0" y="566333"/>
                      </a:lnTo>
                      <a:lnTo>
                        <a:pt x="697" y="566333"/>
                      </a:lnTo>
                      <a:close/>
                    </a:path>
                  </a:pathLst>
                </a:custGeom>
                <a:solidFill>
                  <a:srgbClr val="B4AED3">
                    <a:alpha val="50000"/>
                  </a:srgbClr>
                </a:solidFill>
                <a:ln w="2249" cap="flat">
                  <a:noFill/>
                  <a:prstDash val="solid"/>
                  <a:miter/>
                </a:ln>
              </p:spPr>
              <p:txBody>
                <a:bodyPr rtlCol="0" anchor="ctr"/>
                <a:lstStyle/>
                <a:p>
                  <a:endParaRPr lang="en-US"/>
                </a:p>
              </p:txBody>
            </p:sp>
            <p:sp>
              <p:nvSpPr>
                <p:cNvPr id="4062" name="Freeform 4061">
                  <a:extLst>
                    <a:ext uri="{FF2B5EF4-FFF2-40B4-BE49-F238E27FC236}">
                      <a16:creationId xmlns:a16="http://schemas.microsoft.com/office/drawing/2014/main" id="{1E5E2039-E7E0-C059-A777-EFCB423B8D25}"/>
                    </a:ext>
                  </a:extLst>
                </p:cNvPr>
                <p:cNvSpPr/>
                <p:nvPr/>
              </p:nvSpPr>
              <p:spPr>
                <a:xfrm>
                  <a:off x="7341069" y="480770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63" name="Freeform 4062">
                  <a:extLst>
                    <a:ext uri="{FF2B5EF4-FFF2-40B4-BE49-F238E27FC236}">
                      <a16:creationId xmlns:a16="http://schemas.microsoft.com/office/drawing/2014/main" id="{3194D640-2FB8-0D2F-5D3D-D43A5E1CE539}"/>
                    </a:ext>
                  </a:extLst>
                </p:cNvPr>
                <p:cNvSpPr/>
                <p:nvPr/>
              </p:nvSpPr>
              <p:spPr>
                <a:xfrm>
                  <a:off x="7288365" y="545701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64" name="Freeform 4063">
                  <a:extLst>
                    <a:ext uri="{FF2B5EF4-FFF2-40B4-BE49-F238E27FC236}">
                      <a16:creationId xmlns:a16="http://schemas.microsoft.com/office/drawing/2014/main" id="{CDC86B22-CF69-6AE5-BCCF-B0DE78AA9F2E}"/>
                    </a:ext>
                  </a:extLst>
                </p:cNvPr>
                <p:cNvSpPr/>
                <p:nvPr/>
              </p:nvSpPr>
              <p:spPr>
                <a:xfrm>
                  <a:off x="7296530" y="5478912"/>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65" name="Freeform 4064">
                  <a:extLst>
                    <a:ext uri="{FF2B5EF4-FFF2-40B4-BE49-F238E27FC236}">
                      <a16:creationId xmlns:a16="http://schemas.microsoft.com/office/drawing/2014/main" id="{4F488174-C4BF-BD09-709E-406BAD5B2732}"/>
                    </a:ext>
                  </a:extLst>
                </p:cNvPr>
                <p:cNvSpPr/>
                <p:nvPr/>
              </p:nvSpPr>
              <p:spPr>
                <a:xfrm>
                  <a:off x="7281376" y="5190626"/>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66" name="Freeform 4065">
                  <a:extLst>
                    <a:ext uri="{FF2B5EF4-FFF2-40B4-BE49-F238E27FC236}">
                      <a16:creationId xmlns:a16="http://schemas.microsoft.com/office/drawing/2014/main" id="{CDDBEC2F-A649-2BD6-B5BF-0D0E1BE32165}"/>
                    </a:ext>
                  </a:extLst>
                </p:cNvPr>
                <p:cNvSpPr/>
                <p:nvPr/>
              </p:nvSpPr>
              <p:spPr>
                <a:xfrm>
                  <a:off x="7360604" y="525057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67" name="Freeform 4066">
                  <a:extLst>
                    <a:ext uri="{FF2B5EF4-FFF2-40B4-BE49-F238E27FC236}">
                      <a16:creationId xmlns:a16="http://schemas.microsoft.com/office/drawing/2014/main" id="{01A42C6E-E5B0-0875-2730-5B137D85950F}"/>
                    </a:ext>
                  </a:extLst>
                </p:cNvPr>
                <p:cNvSpPr/>
                <p:nvPr/>
              </p:nvSpPr>
              <p:spPr>
                <a:xfrm>
                  <a:off x="7339808" y="5481604"/>
                  <a:ext cx="44285" cy="44285"/>
                </a:xfrm>
                <a:custGeom>
                  <a:avLst/>
                  <a:gdLst>
                    <a:gd name="connsiteX0" fmla="*/ 11829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29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29" y="5915"/>
                      </a:moveTo>
                      <a:cubicBezTo>
                        <a:pt x="11829" y="2654"/>
                        <a:pt x="9176" y="0"/>
                        <a:pt x="5914" y="0"/>
                      </a:cubicBezTo>
                      <a:cubicBezTo>
                        <a:pt x="2654" y="0"/>
                        <a:pt x="0" y="2654"/>
                        <a:pt x="0" y="5915"/>
                      </a:cubicBezTo>
                      <a:cubicBezTo>
                        <a:pt x="0" y="9176"/>
                        <a:pt x="2654" y="11830"/>
                        <a:pt x="5914" y="11830"/>
                      </a:cubicBezTo>
                      <a:cubicBezTo>
                        <a:pt x="9176" y="11830"/>
                        <a:pt x="11829" y="9176"/>
                        <a:pt x="11829"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68" name="Freeform 4067">
                  <a:extLst>
                    <a:ext uri="{FF2B5EF4-FFF2-40B4-BE49-F238E27FC236}">
                      <a16:creationId xmlns:a16="http://schemas.microsoft.com/office/drawing/2014/main" id="{5F635579-3072-A5A5-94D1-FF0E4E0681E6}"/>
                    </a:ext>
                  </a:extLst>
                </p:cNvPr>
                <p:cNvSpPr/>
                <p:nvPr/>
              </p:nvSpPr>
              <p:spPr>
                <a:xfrm>
                  <a:off x="7291731" y="4746836"/>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69" name="Freeform 4068">
                  <a:extLst>
                    <a:ext uri="{FF2B5EF4-FFF2-40B4-BE49-F238E27FC236}">
                      <a16:creationId xmlns:a16="http://schemas.microsoft.com/office/drawing/2014/main" id="{F33DEE66-3A62-3228-9D86-3B7DCC0095B4}"/>
                    </a:ext>
                  </a:extLst>
                </p:cNvPr>
                <p:cNvSpPr/>
                <p:nvPr/>
              </p:nvSpPr>
              <p:spPr>
                <a:xfrm>
                  <a:off x="7164174" y="5004891"/>
                  <a:ext cx="44285" cy="44285"/>
                </a:xfrm>
                <a:custGeom>
                  <a:avLst/>
                  <a:gdLst>
                    <a:gd name="connsiteX0" fmla="*/ 11830 w 11829"/>
                    <a:gd name="connsiteY0" fmla="*/ 5870 h 11829"/>
                    <a:gd name="connsiteX1" fmla="*/ 5870 w 11829"/>
                    <a:gd name="connsiteY1" fmla="*/ 0 h 11829"/>
                    <a:gd name="connsiteX2" fmla="*/ 0 w 11829"/>
                    <a:gd name="connsiteY2" fmla="*/ 5960 h 11829"/>
                    <a:gd name="connsiteX3" fmla="*/ 5960 w 11829"/>
                    <a:gd name="connsiteY3" fmla="*/ 11830 h 11829"/>
                    <a:gd name="connsiteX4" fmla="*/ 11830 w 11829"/>
                    <a:gd name="connsiteY4" fmla="*/ 5870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870"/>
                      </a:moveTo>
                      <a:cubicBezTo>
                        <a:pt x="11807" y="2609"/>
                        <a:pt x="9131" y="-22"/>
                        <a:pt x="5870" y="0"/>
                      </a:cubicBezTo>
                      <a:cubicBezTo>
                        <a:pt x="2609" y="23"/>
                        <a:pt x="-22" y="2699"/>
                        <a:pt x="0" y="5960"/>
                      </a:cubicBezTo>
                      <a:cubicBezTo>
                        <a:pt x="23" y="9221"/>
                        <a:pt x="2699" y="11852"/>
                        <a:pt x="5960" y="11830"/>
                      </a:cubicBezTo>
                      <a:cubicBezTo>
                        <a:pt x="9221" y="11807"/>
                        <a:pt x="11852" y="9131"/>
                        <a:pt x="11830" y="5870"/>
                      </a:cubicBezTo>
                      <a:close/>
                    </a:path>
                  </a:pathLst>
                </a:custGeom>
                <a:solidFill>
                  <a:srgbClr val="B4AED3">
                    <a:alpha val="60000"/>
                  </a:srgbClr>
                </a:solidFill>
                <a:ln w="2249" cap="flat">
                  <a:noFill/>
                  <a:prstDash val="solid"/>
                  <a:miter/>
                </a:ln>
              </p:spPr>
              <p:txBody>
                <a:bodyPr rtlCol="0" anchor="ctr"/>
                <a:lstStyle/>
                <a:p>
                  <a:endParaRPr lang="en-US"/>
                </a:p>
              </p:txBody>
            </p:sp>
            <p:sp>
              <p:nvSpPr>
                <p:cNvPr id="4070" name="Freeform 4069">
                  <a:extLst>
                    <a:ext uri="{FF2B5EF4-FFF2-40B4-BE49-F238E27FC236}">
                      <a16:creationId xmlns:a16="http://schemas.microsoft.com/office/drawing/2014/main" id="{E7A6C9C3-ED47-02CA-474B-32D5A10A1828}"/>
                    </a:ext>
                  </a:extLst>
                </p:cNvPr>
                <p:cNvSpPr/>
                <p:nvPr/>
              </p:nvSpPr>
              <p:spPr>
                <a:xfrm>
                  <a:off x="7281039" y="4580970"/>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71" name="Freeform 4070">
                  <a:extLst>
                    <a:ext uri="{FF2B5EF4-FFF2-40B4-BE49-F238E27FC236}">
                      <a16:creationId xmlns:a16="http://schemas.microsoft.com/office/drawing/2014/main" id="{F9F61297-0372-F01A-41ED-7094665F56C9}"/>
                    </a:ext>
                  </a:extLst>
                </p:cNvPr>
                <p:cNvSpPr/>
                <p:nvPr/>
              </p:nvSpPr>
              <p:spPr>
                <a:xfrm>
                  <a:off x="7236836" y="5443803"/>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72" name="Freeform 4071">
                  <a:extLst>
                    <a:ext uri="{FF2B5EF4-FFF2-40B4-BE49-F238E27FC236}">
                      <a16:creationId xmlns:a16="http://schemas.microsoft.com/office/drawing/2014/main" id="{CF960B10-CC88-6D3B-E7B1-1ABB5C42C253}"/>
                    </a:ext>
                  </a:extLst>
                </p:cNvPr>
                <p:cNvSpPr/>
                <p:nvPr/>
              </p:nvSpPr>
              <p:spPr>
                <a:xfrm>
                  <a:off x="7254686" y="530117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73" name="Freeform 4072">
                  <a:extLst>
                    <a:ext uri="{FF2B5EF4-FFF2-40B4-BE49-F238E27FC236}">
                      <a16:creationId xmlns:a16="http://schemas.microsoft.com/office/drawing/2014/main" id="{76BA0F5C-4F46-387C-21B9-6A58475F0E1F}"/>
                    </a:ext>
                  </a:extLst>
                </p:cNvPr>
                <p:cNvSpPr/>
                <p:nvPr/>
              </p:nvSpPr>
              <p:spPr>
                <a:xfrm>
                  <a:off x="7356984" y="4960352"/>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74" name="Freeform 4073">
                  <a:extLst>
                    <a:ext uri="{FF2B5EF4-FFF2-40B4-BE49-F238E27FC236}">
                      <a16:creationId xmlns:a16="http://schemas.microsoft.com/office/drawing/2014/main" id="{41AF15F3-DDC9-906B-64B2-2344CEB40324}"/>
                    </a:ext>
                  </a:extLst>
                </p:cNvPr>
                <p:cNvSpPr/>
                <p:nvPr/>
              </p:nvSpPr>
              <p:spPr>
                <a:xfrm>
                  <a:off x="7159124" y="5563696"/>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75" name="Freeform 4074">
                  <a:extLst>
                    <a:ext uri="{FF2B5EF4-FFF2-40B4-BE49-F238E27FC236}">
                      <a16:creationId xmlns:a16="http://schemas.microsoft.com/office/drawing/2014/main" id="{7178C860-4363-BA71-8629-73E0B9F859B4}"/>
                    </a:ext>
                  </a:extLst>
                </p:cNvPr>
                <p:cNvSpPr/>
                <p:nvPr/>
              </p:nvSpPr>
              <p:spPr>
                <a:xfrm>
                  <a:off x="7312445" y="5693020"/>
                  <a:ext cx="44285" cy="44285"/>
                </a:xfrm>
                <a:custGeom>
                  <a:avLst/>
                  <a:gdLst>
                    <a:gd name="connsiteX0" fmla="*/ 11829 w 11829"/>
                    <a:gd name="connsiteY0" fmla="*/ 5915 h 11829"/>
                    <a:gd name="connsiteX1" fmla="*/ 5914 w 11829"/>
                    <a:gd name="connsiteY1" fmla="*/ 0 h 11829"/>
                    <a:gd name="connsiteX2" fmla="*/ 0 w 11829"/>
                    <a:gd name="connsiteY2" fmla="*/ 5915 h 11829"/>
                    <a:gd name="connsiteX3" fmla="*/ 5914 w 11829"/>
                    <a:gd name="connsiteY3" fmla="*/ 11829 h 11829"/>
                    <a:gd name="connsiteX4" fmla="*/ 11829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29" y="5915"/>
                      </a:moveTo>
                      <a:cubicBezTo>
                        <a:pt x="11829" y="2654"/>
                        <a:pt x="9176" y="0"/>
                        <a:pt x="5914" y="0"/>
                      </a:cubicBezTo>
                      <a:cubicBezTo>
                        <a:pt x="2654" y="0"/>
                        <a:pt x="0" y="2654"/>
                        <a:pt x="0" y="5915"/>
                      </a:cubicBezTo>
                      <a:cubicBezTo>
                        <a:pt x="0" y="9176"/>
                        <a:pt x="2654" y="11829"/>
                        <a:pt x="5914" y="11829"/>
                      </a:cubicBezTo>
                      <a:cubicBezTo>
                        <a:pt x="9176" y="11829"/>
                        <a:pt x="11829" y="9176"/>
                        <a:pt x="11829"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76" name="Freeform 4075">
                  <a:extLst>
                    <a:ext uri="{FF2B5EF4-FFF2-40B4-BE49-F238E27FC236}">
                      <a16:creationId xmlns:a16="http://schemas.microsoft.com/office/drawing/2014/main" id="{140223CE-5CF6-4698-4DC7-A3B8E21A6B5E}"/>
                    </a:ext>
                  </a:extLst>
                </p:cNvPr>
                <p:cNvSpPr/>
                <p:nvPr/>
              </p:nvSpPr>
              <p:spPr>
                <a:xfrm>
                  <a:off x="7167124" y="5035875"/>
                  <a:ext cx="44285" cy="44285"/>
                </a:xfrm>
                <a:custGeom>
                  <a:avLst/>
                  <a:gdLst>
                    <a:gd name="connsiteX0" fmla="*/ 11830 w 11829"/>
                    <a:gd name="connsiteY0" fmla="*/ 5870 h 11829"/>
                    <a:gd name="connsiteX1" fmla="*/ 5870 w 11829"/>
                    <a:gd name="connsiteY1" fmla="*/ 0 h 11829"/>
                    <a:gd name="connsiteX2" fmla="*/ 0 w 11829"/>
                    <a:gd name="connsiteY2" fmla="*/ 5960 h 11829"/>
                    <a:gd name="connsiteX3" fmla="*/ 5960 w 11829"/>
                    <a:gd name="connsiteY3" fmla="*/ 11830 h 11829"/>
                    <a:gd name="connsiteX4" fmla="*/ 11830 w 11829"/>
                    <a:gd name="connsiteY4" fmla="*/ 5870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870"/>
                      </a:moveTo>
                      <a:cubicBezTo>
                        <a:pt x="11807" y="2609"/>
                        <a:pt x="9131" y="-22"/>
                        <a:pt x="5870" y="0"/>
                      </a:cubicBezTo>
                      <a:cubicBezTo>
                        <a:pt x="2609" y="23"/>
                        <a:pt x="-22" y="2699"/>
                        <a:pt x="0" y="5960"/>
                      </a:cubicBezTo>
                      <a:cubicBezTo>
                        <a:pt x="23" y="9221"/>
                        <a:pt x="2699" y="11852"/>
                        <a:pt x="5960" y="11830"/>
                      </a:cubicBezTo>
                      <a:cubicBezTo>
                        <a:pt x="9221" y="11807"/>
                        <a:pt x="11852" y="9131"/>
                        <a:pt x="11830" y="5870"/>
                      </a:cubicBezTo>
                      <a:close/>
                    </a:path>
                  </a:pathLst>
                </a:custGeom>
                <a:solidFill>
                  <a:srgbClr val="B4AED3">
                    <a:alpha val="60000"/>
                  </a:srgbClr>
                </a:solidFill>
                <a:ln w="2249" cap="flat">
                  <a:noFill/>
                  <a:prstDash val="solid"/>
                  <a:miter/>
                </a:ln>
              </p:spPr>
              <p:txBody>
                <a:bodyPr rtlCol="0" anchor="ctr"/>
                <a:lstStyle/>
                <a:p>
                  <a:endParaRPr lang="en-US"/>
                </a:p>
              </p:txBody>
            </p:sp>
            <p:sp>
              <p:nvSpPr>
                <p:cNvPr id="4077" name="Freeform 4076">
                  <a:extLst>
                    <a:ext uri="{FF2B5EF4-FFF2-40B4-BE49-F238E27FC236}">
                      <a16:creationId xmlns:a16="http://schemas.microsoft.com/office/drawing/2014/main" id="{DAAC31EF-8182-F21A-576E-E18A6BA1D7E8}"/>
                    </a:ext>
                  </a:extLst>
                </p:cNvPr>
                <p:cNvSpPr/>
                <p:nvPr/>
              </p:nvSpPr>
              <p:spPr>
                <a:xfrm>
                  <a:off x="7373400" y="574067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78" name="Freeform 4077">
                  <a:extLst>
                    <a:ext uri="{FF2B5EF4-FFF2-40B4-BE49-F238E27FC236}">
                      <a16:creationId xmlns:a16="http://schemas.microsoft.com/office/drawing/2014/main" id="{9E503B31-EA38-E1E8-847E-67A9EE60F086}"/>
                    </a:ext>
                  </a:extLst>
                </p:cNvPr>
                <p:cNvSpPr/>
                <p:nvPr/>
              </p:nvSpPr>
              <p:spPr>
                <a:xfrm>
                  <a:off x="7371214" y="5693020"/>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79" name="Freeform 4078">
                  <a:extLst>
                    <a:ext uri="{FF2B5EF4-FFF2-40B4-BE49-F238E27FC236}">
                      <a16:creationId xmlns:a16="http://schemas.microsoft.com/office/drawing/2014/main" id="{BE7F1370-7659-B1EF-A691-E41B7CC6A207}"/>
                    </a:ext>
                  </a:extLst>
                </p:cNvPr>
                <p:cNvSpPr/>
                <p:nvPr/>
              </p:nvSpPr>
              <p:spPr>
                <a:xfrm>
                  <a:off x="7164178" y="5615813"/>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80" name="Freeform 4079">
                  <a:extLst>
                    <a:ext uri="{FF2B5EF4-FFF2-40B4-BE49-F238E27FC236}">
                      <a16:creationId xmlns:a16="http://schemas.microsoft.com/office/drawing/2014/main" id="{AC563FF1-A928-DBB7-EF08-7C6CB06782EE}"/>
                    </a:ext>
                  </a:extLst>
                </p:cNvPr>
                <p:cNvSpPr/>
                <p:nvPr/>
              </p:nvSpPr>
              <p:spPr>
                <a:xfrm>
                  <a:off x="7222947" y="5357840"/>
                  <a:ext cx="44285" cy="44285"/>
                </a:xfrm>
                <a:custGeom>
                  <a:avLst/>
                  <a:gdLst>
                    <a:gd name="connsiteX0" fmla="*/ 11829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29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29" y="5915"/>
                      </a:moveTo>
                      <a:cubicBezTo>
                        <a:pt x="11829" y="2654"/>
                        <a:pt x="9176" y="0"/>
                        <a:pt x="5915" y="0"/>
                      </a:cubicBezTo>
                      <a:cubicBezTo>
                        <a:pt x="2654" y="0"/>
                        <a:pt x="0" y="2654"/>
                        <a:pt x="0" y="5915"/>
                      </a:cubicBezTo>
                      <a:cubicBezTo>
                        <a:pt x="0" y="9176"/>
                        <a:pt x="2654" y="11830"/>
                        <a:pt x="5915" y="11830"/>
                      </a:cubicBezTo>
                      <a:cubicBezTo>
                        <a:pt x="9176" y="11830"/>
                        <a:pt x="11829" y="9176"/>
                        <a:pt x="11829"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81" name="Freeform 4080">
                  <a:extLst>
                    <a:ext uri="{FF2B5EF4-FFF2-40B4-BE49-F238E27FC236}">
                      <a16:creationId xmlns:a16="http://schemas.microsoft.com/office/drawing/2014/main" id="{91E683BA-0DC4-A379-EFE5-E5CC5CC3C2CD}"/>
                    </a:ext>
                  </a:extLst>
                </p:cNvPr>
                <p:cNvSpPr/>
                <p:nvPr/>
              </p:nvSpPr>
              <p:spPr>
                <a:xfrm>
                  <a:off x="7169228" y="521125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82" name="Freeform 4081">
                  <a:extLst>
                    <a:ext uri="{FF2B5EF4-FFF2-40B4-BE49-F238E27FC236}">
                      <a16:creationId xmlns:a16="http://schemas.microsoft.com/office/drawing/2014/main" id="{E2A16C5B-8962-DB64-315E-F9A21501BACD}"/>
                    </a:ext>
                  </a:extLst>
                </p:cNvPr>
                <p:cNvSpPr/>
                <p:nvPr/>
              </p:nvSpPr>
              <p:spPr>
                <a:xfrm>
                  <a:off x="7309667" y="5023838"/>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83" name="Freeform 4082">
                  <a:extLst>
                    <a:ext uri="{FF2B5EF4-FFF2-40B4-BE49-F238E27FC236}">
                      <a16:creationId xmlns:a16="http://schemas.microsoft.com/office/drawing/2014/main" id="{48304A62-4D2D-65D5-5098-1FEE259F5553}"/>
                    </a:ext>
                  </a:extLst>
                </p:cNvPr>
                <p:cNvSpPr/>
                <p:nvPr/>
              </p:nvSpPr>
              <p:spPr>
                <a:xfrm>
                  <a:off x="7365655" y="5500888"/>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84" name="Freeform 4083">
                  <a:extLst>
                    <a:ext uri="{FF2B5EF4-FFF2-40B4-BE49-F238E27FC236}">
                      <a16:creationId xmlns:a16="http://schemas.microsoft.com/office/drawing/2014/main" id="{11159D06-7BE0-F657-6299-757310F6892E}"/>
                    </a:ext>
                  </a:extLst>
                </p:cNvPr>
                <p:cNvSpPr/>
                <p:nvPr/>
              </p:nvSpPr>
              <p:spPr>
                <a:xfrm>
                  <a:off x="7191541" y="5277263"/>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85" name="Freeform 4084">
                  <a:extLst>
                    <a:ext uri="{FF2B5EF4-FFF2-40B4-BE49-F238E27FC236}">
                      <a16:creationId xmlns:a16="http://schemas.microsoft.com/office/drawing/2014/main" id="{7E9D9E9F-9CD4-55EA-57E4-BE57F98B892B}"/>
                    </a:ext>
                  </a:extLst>
                </p:cNvPr>
                <p:cNvSpPr/>
                <p:nvPr/>
              </p:nvSpPr>
              <p:spPr>
                <a:xfrm>
                  <a:off x="7279185" y="499638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86" name="Freeform 4085">
                  <a:extLst>
                    <a:ext uri="{FF2B5EF4-FFF2-40B4-BE49-F238E27FC236}">
                      <a16:creationId xmlns:a16="http://schemas.microsoft.com/office/drawing/2014/main" id="{C7582CF2-6D91-B5E3-8DBF-7862FC9A00A2}"/>
                    </a:ext>
                  </a:extLst>
                </p:cNvPr>
                <p:cNvSpPr/>
                <p:nvPr/>
              </p:nvSpPr>
              <p:spPr>
                <a:xfrm>
                  <a:off x="7306803" y="4594106"/>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87" name="Freeform 4086">
                  <a:extLst>
                    <a:ext uri="{FF2B5EF4-FFF2-40B4-BE49-F238E27FC236}">
                      <a16:creationId xmlns:a16="http://schemas.microsoft.com/office/drawing/2014/main" id="{8AAA5F0E-96E1-E891-A658-D380B0475A77}"/>
                    </a:ext>
                  </a:extLst>
                </p:cNvPr>
                <p:cNvSpPr/>
                <p:nvPr/>
              </p:nvSpPr>
              <p:spPr>
                <a:xfrm>
                  <a:off x="7178408" y="533998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88" name="Freeform 4087">
                  <a:extLst>
                    <a:ext uri="{FF2B5EF4-FFF2-40B4-BE49-F238E27FC236}">
                      <a16:creationId xmlns:a16="http://schemas.microsoft.com/office/drawing/2014/main" id="{29C059B6-6C70-EDED-2C9F-93A9C95A612A}"/>
                    </a:ext>
                  </a:extLst>
                </p:cNvPr>
                <p:cNvSpPr/>
                <p:nvPr/>
              </p:nvSpPr>
              <p:spPr>
                <a:xfrm>
                  <a:off x="7303943" y="513438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89" name="Freeform 4088">
                  <a:extLst>
                    <a:ext uri="{FF2B5EF4-FFF2-40B4-BE49-F238E27FC236}">
                      <a16:creationId xmlns:a16="http://schemas.microsoft.com/office/drawing/2014/main" id="{9EFFA6E2-A8BE-79E7-1F47-04F9DF4E4F88}"/>
                    </a:ext>
                  </a:extLst>
                </p:cNvPr>
                <p:cNvSpPr/>
                <p:nvPr/>
              </p:nvSpPr>
              <p:spPr>
                <a:xfrm>
                  <a:off x="7314549" y="5132029"/>
                  <a:ext cx="44285" cy="44285"/>
                </a:xfrm>
                <a:custGeom>
                  <a:avLst/>
                  <a:gdLst>
                    <a:gd name="connsiteX0" fmla="*/ 11829 w 11829"/>
                    <a:gd name="connsiteY0" fmla="*/ 5915 h 11829"/>
                    <a:gd name="connsiteX1" fmla="*/ 5914 w 11829"/>
                    <a:gd name="connsiteY1" fmla="*/ 0 h 11829"/>
                    <a:gd name="connsiteX2" fmla="*/ 0 w 11829"/>
                    <a:gd name="connsiteY2" fmla="*/ 5915 h 11829"/>
                    <a:gd name="connsiteX3" fmla="*/ 5914 w 11829"/>
                    <a:gd name="connsiteY3" fmla="*/ 11829 h 11829"/>
                    <a:gd name="connsiteX4" fmla="*/ 11829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29" y="5915"/>
                      </a:moveTo>
                      <a:cubicBezTo>
                        <a:pt x="11829" y="2654"/>
                        <a:pt x="9176" y="0"/>
                        <a:pt x="5914" y="0"/>
                      </a:cubicBezTo>
                      <a:cubicBezTo>
                        <a:pt x="2654" y="0"/>
                        <a:pt x="0" y="2654"/>
                        <a:pt x="0" y="5915"/>
                      </a:cubicBezTo>
                      <a:cubicBezTo>
                        <a:pt x="0" y="9176"/>
                        <a:pt x="2654" y="11829"/>
                        <a:pt x="5914" y="11829"/>
                      </a:cubicBezTo>
                      <a:cubicBezTo>
                        <a:pt x="9176" y="11829"/>
                        <a:pt x="11829" y="9176"/>
                        <a:pt x="11829"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90" name="Freeform 4089">
                  <a:extLst>
                    <a:ext uri="{FF2B5EF4-FFF2-40B4-BE49-F238E27FC236}">
                      <a16:creationId xmlns:a16="http://schemas.microsoft.com/office/drawing/2014/main" id="{B2EE9548-19FD-2A6C-1A0F-B9327B7691E6}"/>
                    </a:ext>
                  </a:extLst>
                </p:cNvPr>
                <p:cNvSpPr/>
                <p:nvPr/>
              </p:nvSpPr>
              <p:spPr>
                <a:xfrm>
                  <a:off x="7276576" y="4907816"/>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91" name="Freeform 4090">
                  <a:extLst>
                    <a:ext uri="{FF2B5EF4-FFF2-40B4-BE49-F238E27FC236}">
                      <a16:creationId xmlns:a16="http://schemas.microsoft.com/office/drawing/2014/main" id="{F1A52AB6-D674-A626-2A01-3FB6A44187D6}"/>
                    </a:ext>
                  </a:extLst>
                </p:cNvPr>
                <p:cNvSpPr/>
                <p:nvPr/>
              </p:nvSpPr>
              <p:spPr>
                <a:xfrm>
                  <a:off x="7181186" y="5072503"/>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92" name="Freeform 4091">
                  <a:extLst>
                    <a:ext uri="{FF2B5EF4-FFF2-40B4-BE49-F238E27FC236}">
                      <a16:creationId xmlns:a16="http://schemas.microsoft.com/office/drawing/2014/main" id="{FBF9BF29-11D1-9791-B868-4F1380D53447}"/>
                    </a:ext>
                  </a:extLst>
                </p:cNvPr>
                <p:cNvSpPr/>
                <p:nvPr/>
              </p:nvSpPr>
              <p:spPr>
                <a:xfrm>
                  <a:off x="7331894" y="531877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4093" name="Freeform 4092">
                  <a:extLst>
                    <a:ext uri="{FF2B5EF4-FFF2-40B4-BE49-F238E27FC236}">
                      <a16:creationId xmlns:a16="http://schemas.microsoft.com/office/drawing/2014/main" id="{7D5DDC34-1A2B-624A-FB3C-671DABD640B0}"/>
                    </a:ext>
                  </a:extLst>
                </p:cNvPr>
                <p:cNvSpPr/>
                <p:nvPr/>
              </p:nvSpPr>
              <p:spPr>
                <a:xfrm>
                  <a:off x="7499946" y="5032341"/>
                  <a:ext cx="132858" cy="463156"/>
                </a:xfrm>
                <a:custGeom>
                  <a:avLst/>
                  <a:gdLst>
                    <a:gd name="connsiteX0" fmla="*/ 0 w 35488"/>
                    <a:gd name="connsiteY0" fmla="*/ 0 h 123715"/>
                    <a:gd name="connsiteX1" fmla="*/ 35489 w 35488"/>
                    <a:gd name="connsiteY1" fmla="*/ 0 h 123715"/>
                    <a:gd name="connsiteX2" fmla="*/ 35489 w 35488"/>
                    <a:gd name="connsiteY2" fmla="*/ 123715 h 123715"/>
                    <a:gd name="connsiteX3" fmla="*/ 0 w 35488"/>
                    <a:gd name="connsiteY3" fmla="*/ 123715 h 123715"/>
                  </a:gdLst>
                  <a:ahLst/>
                  <a:cxnLst>
                    <a:cxn ang="0">
                      <a:pos x="connsiteX0" y="connsiteY0"/>
                    </a:cxn>
                    <a:cxn ang="0">
                      <a:pos x="connsiteX1" y="connsiteY1"/>
                    </a:cxn>
                    <a:cxn ang="0">
                      <a:pos x="connsiteX2" y="connsiteY2"/>
                    </a:cxn>
                    <a:cxn ang="0">
                      <a:pos x="connsiteX3" y="connsiteY3"/>
                    </a:cxn>
                  </a:cxnLst>
                  <a:rect l="l" t="t" r="r" b="b"/>
                  <a:pathLst>
                    <a:path w="35488" h="123715">
                      <a:moveTo>
                        <a:pt x="0" y="0"/>
                      </a:moveTo>
                      <a:lnTo>
                        <a:pt x="35489" y="0"/>
                      </a:lnTo>
                      <a:lnTo>
                        <a:pt x="35489" y="123715"/>
                      </a:lnTo>
                      <a:lnTo>
                        <a:pt x="0" y="123715"/>
                      </a:lnTo>
                      <a:close/>
                    </a:path>
                  </a:pathLst>
                </a:custGeom>
                <a:solidFill>
                  <a:srgbClr val="B4AED3"/>
                </a:solidFill>
                <a:ln w="2249" cap="flat">
                  <a:noFill/>
                  <a:prstDash val="solid"/>
                  <a:miter/>
                </a:ln>
              </p:spPr>
              <p:txBody>
                <a:bodyPr rtlCol="0" anchor="ctr"/>
                <a:lstStyle/>
                <a:p>
                  <a:endParaRPr lang="en-US"/>
                </a:p>
              </p:txBody>
            </p:sp>
            <p:sp>
              <p:nvSpPr>
                <p:cNvPr id="4094" name="Freeform 4093">
                  <a:extLst>
                    <a:ext uri="{FF2B5EF4-FFF2-40B4-BE49-F238E27FC236}">
                      <a16:creationId xmlns:a16="http://schemas.microsoft.com/office/drawing/2014/main" id="{0B6EF81F-3258-337E-3445-2ABBA226DFFB}"/>
                    </a:ext>
                  </a:extLst>
                </p:cNvPr>
                <p:cNvSpPr/>
                <p:nvPr/>
              </p:nvSpPr>
              <p:spPr>
                <a:xfrm>
                  <a:off x="7499946" y="5032341"/>
                  <a:ext cx="132858" cy="463156"/>
                </a:xfrm>
                <a:custGeom>
                  <a:avLst/>
                  <a:gdLst>
                    <a:gd name="connsiteX0" fmla="*/ 0 w 35488"/>
                    <a:gd name="connsiteY0" fmla="*/ 0 h 123715"/>
                    <a:gd name="connsiteX1" fmla="*/ 35489 w 35488"/>
                    <a:gd name="connsiteY1" fmla="*/ 0 h 123715"/>
                    <a:gd name="connsiteX2" fmla="*/ 35489 w 35488"/>
                    <a:gd name="connsiteY2" fmla="*/ 123715 h 123715"/>
                    <a:gd name="connsiteX3" fmla="*/ 0 w 35488"/>
                    <a:gd name="connsiteY3" fmla="*/ 123715 h 123715"/>
                  </a:gdLst>
                  <a:ahLst/>
                  <a:cxnLst>
                    <a:cxn ang="0">
                      <a:pos x="connsiteX0" y="connsiteY0"/>
                    </a:cxn>
                    <a:cxn ang="0">
                      <a:pos x="connsiteX1" y="connsiteY1"/>
                    </a:cxn>
                    <a:cxn ang="0">
                      <a:pos x="connsiteX2" y="connsiteY2"/>
                    </a:cxn>
                    <a:cxn ang="0">
                      <a:pos x="connsiteX3" y="connsiteY3"/>
                    </a:cxn>
                  </a:cxnLst>
                  <a:rect l="l" t="t" r="r" b="b"/>
                  <a:pathLst>
                    <a:path w="35488" h="123715">
                      <a:moveTo>
                        <a:pt x="0" y="0"/>
                      </a:moveTo>
                      <a:lnTo>
                        <a:pt x="35489" y="0"/>
                      </a:lnTo>
                      <a:lnTo>
                        <a:pt x="35489" y="123715"/>
                      </a:lnTo>
                      <a:lnTo>
                        <a:pt x="0" y="123715"/>
                      </a:lnTo>
                      <a:close/>
                    </a:path>
                  </a:pathLst>
                </a:custGeom>
                <a:noFill/>
                <a:ln w="4498" cap="flat">
                  <a:solidFill>
                    <a:srgbClr val="000000"/>
                  </a:solidFill>
                  <a:prstDash val="solid"/>
                  <a:miter/>
                </a:ln>
              </p:spPr>
              <p:txBody>
                <a:bodyPr rtlCol="0" anchor="ctr"/>
                <a:lstStyle/>
                <a:p>
                  <a:endParaRPr lang="en-US"/>
                </a:p>
              </p:txBody>
            </p:sp>
            <p:sp>
              <p:nvSpPr>
                <p:cNvPr id="4095" name="Freeform 4094">
                  <a:extLst>
                    <a:ext uri="{FF2B5EF4-FFF2-40B4-BE49-F238E27FC236}">
                      <a16:creationId xmlns:a16="http://schemas.microsoft.com/office/drawing/2014/main" id="{7079EEBB-A839-14E0-0C4D-3EF86C212C0F}"/>
                    </a:ext>
                  </a:extLst>
                </p:cNvPr>
                <p:cNvSpPr/>
                <p:nvPr/>
              </p:nvSpPr>
              <p:spPr>
                <a:xfrm>
                  <a:off x="7499946" y="5272718"/>
                  <a:ext cx="132775" cy="8416"/>
                </a:xfrm>
                <a:custGeom>
                  <a:avLst/>
                  <a:gdLst>
                    <a:gd name="connsiteX0" fmla="*/ 0 w 35466"/>
                    <a:gd name="connsiteY0" fmla="*/ 0 h 2248"/>
                    <a:gd name="connsiteX1" fmla="*/ 35466 w 35466"/>
                    <a:gd name="connsiteY1" fmla="*/ 0 h 2248"/>
                  </a:gdLst>
                  <a:ahLst/>
                  <a:cxnLst>
                    <a:cxn ang="0">
                      <a:pos x="connsiteX0" y="connsiteY0"/>
                    </a:cxn>
                    <a:cxn ang="0">
                      <a:pos x="connsiteX1" y="connsiteY1"/>
                    </a:cxn>
                  </a:cxnLst>
                  <a:rect l="l" t="t" r="r" b="b"/>
                  <a:pathLst>
                    <a:path w="35466" h="2248">
                      <a:moveTo>
                        <a:pt x="0" y="0"/>
                      </a:moveTo>
                      <a:lnTo>
                        <a:pt x="35466" y="0"/>
                      </a:lnTo>
                    </a:path>
                  </a:pathLst>
                </a:custGeom>
                <a:ln w="4498" cap="flat">
                  <a:solidFill>
                    <a:srgbClr val="000000"/>
                  </a:solidFill>
                  <a:prstDash val="solid"/>
                  <a:round/>
                </a:ln>
              </p:spPr>
              <p:txBody>
                <a:bodyPr rtlCol="0" anchor="ctr"/>
                <a:lstStyle/>
                <a:p>
                  <a:endParaRPr lang="en-US"/>
                </a:p>
              </p:txBody>
            </p:sp>
          </p:grpSp>
          <p:sp>
            <p:nvSpPr>
              <p:cNvPr id="4166" name="Freeform 4165">
                <a:extLst>
                  <a:ext uri="{FF2B5EF4-FFF2-40B4-BE49-F238E27FC236}">
                    <a16:creationId xmlns:a16="http://schemas.microsoft.com/office/drawing/2014/main" id="{05D52C1E-D38B-9BA5-6FF9-2AC7EA49D825}"/>
                  </a:ext>
                </a:extLst>
              </p:cNvPr>
              <p:cNvSpPr/>
              <p:nvPr/>
            </p:nvSpPr>
            <p:spPr>
              <a:xfrm>
                <a:off x="7622452" y="3802505"/>
                <a:ext cx="1107079" cy="55568"/>
              </a:xfrm>
              <a:custGeom>
                <a:avLst/>
                <a:gdLst>
                  <a:gd name="connsiteX0" fmla="*/ 0 w 295715"/>
                  <a:gd name="connsiteY0" fmla="*/ 14843 h 14843"/>
                  <a:gd name="connsiteX1" fmla="*/ 0 w 295715"/>
                  <a:gd name="connsiteY1" fmla="*/ 0 h 14843"/>
                  <a:gd name="connsiteX2" fmla="*/ 295716 w 295715"/>
                  <a:gd name="connsiteY2" fmla="*/ 0 h 14843"/>
                  <a:gd name="connsiteX3" fmla="*/ 295716 w 295715"/>
                  <a:gd name="connsiteY3" fmla="*/ 14843 h 14843"/>
                </a:gdLst>
                <a:ahLst/>
                <a:cxnLst>
                  <a:cxn ang="0">
                    <a:pos x="connsiteX0" y="connsiteY0"/>
                  </a:cxn>
                  <a:cxn ang="0">
                    <a:pos x="connsiteX1" y="connsiteY1"/>
                  </a:cxn>
                  <a:cxn ang="0">
                    <a:pos x="connsiteX2" y="connsiteY2"/>
                  </a:cxn>
                  <a:cxn ang="0">
                    <a:pos x="connsiteX3" y="connsiteY3"/>
                  </a:cxn>
                </a:cxnLst>
                <a:rect l="l" t="t" r="r" b="b"/>
                <a:pathLst>
                  <a:path w="295715" h="14843">
                    <a:moveTo>
                      <a:pt x="0" y="14843"/>
                    </a:moveTo>
                    <a:lnTo>
                      <a:pt x="0" y="0"/>
                    </a:lnTo>
                    <a:lnTo>
                      <a:pt x="295716" y="0"/>
                    </a:lnTo>
                    <a:lnTo>
                      <a:pt x="295716" y="14843"/>
                    </a:lnTo>
                  </a:path>
                </a:pathLst>
              </a:custGeom>
              <a:noFill/>
              <a:ln w="4498" cap="flat">
                <a:solidFill>
                  <a:srgbClr val="000000"/>
                </a:solidFill>
                <a:prstDash val="solid"/>
                <a:round/>
              </a:ln>
            </p:spPr>
            <p:txBody>
              <a:bodyPr rtlCol="0" anchor="ctr"/>
              <a:lstStyle/>
              <a:p>
                <a:endParaRPr lang="en-US"/>
              </a:p>
            </p:txBody>
          </p:sp>
          <p:grpSp>
            <p:nvGrpSpPr>
              <p:cNvPr id="4167" name="Graphic 4479">
                <a:extLst>
                  <a:ext uri="{FF2B5EF4-FFF2-40B4-BE49-F238E27FC236}">
                    <a16:creationId xmlns:a16="http://schemas.microsoft.com/office/drawing/2014/main" id="{2F8710C1-BF1F-ADD0-E443-4F1B19299DCE}"/>
                  </a:ext>
                </a:extLst>
              </p:cNvPr>
              <p:cNvGrpSpPr/>
              <p:nvPr/>
            </p:nvGrpSpPr>
            <p:grpSpPr>
              <a:xfrm>
                <a:off x="8063210" y="3676547"/>
                <a:ext cx="272286" cy="72239"/>
                <a:chOff x="5103535" y="2312122"/>
                <a:chExt cx="72731" cy="19296"/>
              </a:xfrm>
              <a:solidFill>
                <a:srgbClr val="000000"/>
              </a:solidFill>
            </p:grpSpPr>
            <p:sp>
              <p:nvSpPr>
                <p:cNvPr id="4168" name="Freeform 4167">
                  <a:extLst>
                    <a:ext uri="{FF2B5EF4-FFF2-40B4-BE49-F238E27FC236}">
                      <a16:creationId xmlns:a16="http://schemas.microsoft.com/office/drawing/2014/main" id="{C03C39EB-4D4A-4486-51AF-F29BCB334DFE}"/>
                    </a:ext>
                  </a:extLst>
                </p:cNvPr>
                <p:cNvSpPr/>
                <p:nvPr/>
              </p:nvSpPr>
              <p:spPr>
                <a:xfrm>
                  <a:off x="5103535" y="2312122"/>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9 w 20240"/>
                    <a:gd name="connsiteY4" fmla="*/ 5060 h 19296"/>
                    <a:gd name="connsiteX5" fmla="*/ 20241 w 20240"/>
                    <a:gd name="connsiteY5" fmla="*/ 8029 h 19296"/>
                    <a:gd name="connsiteX6" fmla="*/ 12549 w 20240"/>
                    <a:gd name="connsiteY6" fmla="*/ 10525 h 19296"/>
                    <a:gd name="connsiteX7" fmla="*/ 17610 w 20240"/>
                    <a:gd name="connsiteY7" fmla="*/ 17677 h 19296"/>
                    <a:gd name="connsiteX8" fmla="*/ 14978 w 20240"/>
                    <a:gd name="connsiteY8" fmla="*/ 19296 h 19296"/>
                    <a:gd name="connsiteX9" fmla="*/ 9986 w 20240"/>
                    <a:gd name="connsiteY9" fmla="*/ 12009 h 19296"/>
                    <a:gd name="connsiteX10" fmla="*/ 4723 w 20240"/>
                    <a:gd name="connsiteY10" fmla="*/ 19161 h 19296"/>
                    <a:gd name="connsiteX11" fmla="*/ 2362 w 20240"/>
                    <a:gd name="connsiteY11" fmla="*/ 17339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9" y="5060"/>
                      </a:lnTo>
                      <a:lnTo>
                        <a:pt x="20241" y="8029"/>
                      </a:lnTo>
                      <a:lnTo>
                        <a:pt x="12549" y="10525"/>
                      </a:lnTo>
                      <a:lnTo>
                        <a:pt x="17610" y="17677"/>
                      </a:lnTo>
                      <a:lnTo>
                        <a:pt x="14978" y="19296"/>
                      </a:lnTo>
                      <a:lnTo>
                        <a:pt x="9986" y="12009"/>
                      </a:lnTo>
                      <a:lnTo>
                        <a:pt x="4723" y="19161"/>
                      </a:lnTo>
                      <a:lnTo>
                        <a:pt x="2362" y="17339"/>
                      </a:lnTo>
                      <a:lnTo>
                        <a:pt x="7556" y="10525"/>
                      </a:lnTo>
                      <a:lnTo>
                        <a:pt x="0" y="7826"/>
                      </a:lnTo>
                      <a:lnTo>
                        <a:pt x="1215" y="4993"/>
                      </a:lnTo>
                      <a:lnTo>
                        <a:pt x="8703" y="7894"/>
                      </a:lnTo>
                      <a:close/>
                    </a:path>
                  </a:pathLst>
                </a:custGeom>
                <a:solidFill>
                  <a:srgbClr val="000000"/>
                </a:solidFill>
                <a:ln w="2249" cap="flat">
                  <a:noFill/>
                  <a:prstDash val="solid"/>
                  <a:miter/>
                </a:ln>
              </p:spPr>
              <p:txBody>
                <a:bodyPr rtlCol="0" anchor="ctr"/>
                <a:lstStyle/>
                <a:p>
                  <a:endParaRPr lang="en-US"/>
                </a:p>
              </p:txBody>
            </p:sp>
            <p:sp>
              <p:nvSpPr>
                <p:cNvPr id="4169" name="Freeform 4168">
                  <a:extLst>
                    <a:ext uri="{FF2B5EF4-FFF2-40B4-BE49-F238E27FC236}">
                      <a16:creationId xmlns:a16="http://schemas.microsoft.com/office/drawing/2014/main" id="{414A589F-9138-EB4D-BECB-C07B3536DA2C}"/>
                    </a:ext>
                  </a:extLst>
                </p:cNvPr>
                <p:cNvSpPr/>
                <p:nvPr/>
              </p:nvSpPr>
              <p:spPr>
                <a:xfrm>
                  <a:off x="5129781" y="2312122"/>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8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1 w 20240"/>
                    <a:gd name="connsiteY11" fmla="*/ 17339 h 19296"/>
                    <a:gd name="connsiteX12" fmla="*/ 7556 w 20240"/>
                    <a:gd name="connsiteY12" fmla="*/ 10525 h 19296"/>
                    <a:gd name="connsiteX13" fmla="*/ 0 w 20240"/>
                    <a:gd name="connsiteY13" fmla="*/ 7826 h 19296"/>
                    <a:gd name="connsiteX14" fmla="*/ 1214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8" y="5060"/>
                      </a:lnTo>
                      <a:lnTo>
                        <a:pt x="20241" y="8029"/>
                      </a:lnTo>
                      <a:lnTo>
                        <a:pt x="12549" y="10525"/>
                      </a:lnTo>
                      <a:lnTo>
                        <a:pt x="17609" y="17677"/>
                      </a:lnTo>
                      <a:lnTo>
                        <a:pt x="14978" y="19296"/>
                      </a:lnTo>
                      <a:lnTo>
                        <a:pt x="9985" y="12009"/>
                      </a:lnTo>
                      <a:lnTo>
                        <a:pt x="4723" y="19161"/>
                      </a:lnTo>
                      <a:lnTo>
                        <a:pt x="2361" y="17339"/>
                      </a:lnTo>
                      <a:lnTo>
                        <a:pt x="7556" y="10525"/>
                      </a:lnTo>
                      <a:lnTo>
                        <a:pt x="0" y="7826"/>
                      </a:lnTo>
                      <a:lnTo>
                        <a:pt x="1214" y="4993"/>
                      </a:lnTo>
                      <a:lnTo>
                        <a:pt x="8703" y="7894"/>
                      </a:lnTo>
                      <a:close/>
                    </a:path>
                  </a:pathLst>
                </a:custGeom>
                <a:solidFill>
                  <a:srgbClr val="000000"/>
                </a:solidFill>
                <a:ln w="2249" cap="flat">
                  <a:noFill/>
                  <a:prstDash val="solid"/>
                  <a:miter/>
                </a:ln>
              </p:spPr>
              <p:txBody>
                <a:bodyPr rtlCol="0" anchor="ctr"/>
                <a:lstStyle/>
                <a:p>
                  <a:endParaRPr lang="en-US"/>
                </a:p>
              </p:txBody>
            </p:sp>
            <p:sp>
              <p:nvSpPr>
                <p:cNvPr id="4170" name="Freeform 4169">
                  <a:extLst>
                    <a:ext uri="{FF2B5EF4-FFF2-40B4-BE49-F238E27FC236}">
                      <a16:creationId xmlns:a16="http://schemas.microsoft.com/office/drawing/2014/main" id="{5613FF2E-9D9D-C031-ADD3-C81634AB4C10}"/>
                    </a:ext>
                  </a:extLst>
                </p:cNvPr>
                <p:cNvSpPr/>
                <p:nvPr/>
              </p:nvSpPr>
              <p:spPr>
                <a:xfrm>
                  <a:off x="5156026" y="2312122"/>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9 w 20240"/>
                    <a:gd name="connsiteY4" fmla="*/ 5060 h 19296"/>
                    <a:gd name="connsiteX5" fmla="*/ 20241 w 20240"/>
                    <a:gd name="connsiteY5" fmla="*/ 8029 h 19296"/>
                    <a:gd name="connsiteX6" fmla="*/ 12549 w 20240"/>
                    <a:gd name="connsiteY6" fmla="*/ 10525 h 19296"/>
                    <a:gd name="connsiteX7" fmla="*/ 17610 w 20240"/>
                    <a:gd name="connsiteY7" fmla="*/ 17677 h 19296"/>
                    <a:gd name="connsiteX8" fmla="*/ 14978 w 20240"/>
                    <a:gd name="connsiteY8" fmla="*/ 19296 h 19296"/>
                    <a:gd name="connsiteX9" fmla="*/ 9986 w 20240"/>
                    <a:gd name="connsiteY9" fmla="*/ 12009 h 19296"/>
                    <a:gd name="connsiteX10" fmla="*/ 4723 w 20240"/>
                    <a:gd name="connsiteY10" fmla="*/ 19161 h 19296"/>
                    <a:gd name="connsiteX11" fmla="*/ 2362 w 20240"/>
                    <a:gd name="connsiteY11" fmla="*/ 17339 h 19296"/>
                    <a:gd name="connsiteX12" fmla="*/ 7557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9" y="5060"/>
                      </a:lnTo>
                      <a:lnTo>
                        <a:pt x="20241" y="8029"/>
                      </a:lnTo>
                      <a:lnTo>
                        <a:pt x="12549" y="10525"/>
                      </a:lnTo>
                      <a:lnTo>
                        <a:pt x="17610" y="17677"/>
                      </a:lnTo>
                      <a:lnTo>
                        <a:pt x="14978" y="19296"/>
                      </a:lnTo>
                      <a:lnTo>
                        <a:pt x="9986" y="12009"/>
                      </a:lnTo>
                      <a:lnTo>
                        <a:pt x="4723" y="19161"/>
                      </a:lnTo>
                      <a:lnTo>
                        <a:pt x="2362" y="17339"/>
                      </a:lnTo>
                      <a:lnTo>
                        <a:pt x="7557" y="10525"/>
                      </a:lnTo>
                      <a:lnTo>
                        <a:pt x="0" y="7826"/>
                      </a:lnTo>
                      <a:lnTo>
                        <a:pt x="1215" y="4993"/>
                      </a:lnTo>
                      <a:lnTo>
                        <a:pt x="8703" y="7894"/>
                      </a:lnTo>
                      <a:close/>
                    </a:path>
                  </a:pathLst>
                </a:custGeom>
                <a:solidFill>
                  <a:srgbClr val="000000"/>
                </a:solidFill>
                <a:ln w="2249" cap="flat">
                  <a:noFill/>
                  <a:prstDash val="solid"/>
                  <a:miter/>
                </a:ln>
              </p:spPr>
              <p:txBody>
                <a:bodyPr rtlCol="0" anchor="ctr"/>
                <a:lstStyle/>
                <a:p>
                  <a:endParaRPr lang="en-US"/>
                </a:p>
              </p:txBody>
            </p:sp>
          </p:grpSp>
          <p:sp>
            <p:nvSpPr>
              <p:cNvPr id="4173" name="Freeform 4172">
                <a:extLst>
                  <a:ext uri="{FF2B5EF4-FFF2-40B4-BE49-F238E27FC236}">
                    <a16:creationId xmlns:a16="http://schemas.microsoft.com/office/drawing/2014/main" id="{D4183DF4-BD06-0133-C8AE-5CB0D4CBF212}"/>
                  </a:ext>
                </a:extLst>
              </p:cNvPr>
              <p:cNvSpPr/>
              <p:nvPr/>
            </p:nvSpPr>
            <p:spPr>
              <a:xfrm>
                <a:off x="7622452" y="3390368"/>
                <a:ext cx="2214075" cy="55482"/>
              </a:xfrm>
              <a:custGeom>
                <a:avLst/>
                <a:gdLst>
                  <a:gd name="connsiteX0" fmla="*/ 0 w 591408"/>
                  <a:gd name="connsiteY0" fmla="*/ 14821 h 14820"/>
                  <a:gd name="connsiteX1" fmla="*/ 0 w 591408"/>
                  <a:gd name="connsiteY1" fmla="*/ 0 h 14820"/>
                  <a:gd name="connsiteX2" fmla="*/ 591409 w 591408"/>
                  <a:gd name="connsiteY2" fmla="*/ 0 h 14820"/>
                  <a:gd name="connsiteX3" fmla="*/ 591409 w 591408"/>
                  <a:gd name="connsiteY3" fmla="*/ 14821 h 14820"/>
                </a:gdLst>
                <a:ahLst/>
                <a:cxnLst>
                  <a:cxn ang="0">
                    <a:pos x="connsiteX0" y="connsiteY0"/>
                  </a:cxn>
                  <a:cxn ang="0">
                    <a:pos x="connsiteX1" y="connsiteY1"/>
                  </a:cxn>
                  <a:cxn ang="0">
                    <a:pos x="connsiteX2" y="connsiteY2"/>
                  </a:cxn>
                  <a:cxn ang="0">
                    <a:pos x="connsiteX3" y="connsiteY3"/>
                  </a:cxn>
                </a:cxnLst>
                <a:rect l="l" t="t" r="r" b="b"/>
                <a:pathLst>
                  <a:path w="591408" h="14820">
                    <a:moveTo>
                      <a:pt x="0" y="14821"/>
                    </a:moveTo>
                    <a:lnTo>
                      <a:pt x="0" y="0"/>
                    </a:lnTo>
                    <a:lnTo>
                      <a:pt x="591409" y="0"/>
                    </a:lnTo>
                    <a:lnTo>
                      <a:pt x="591409" y="14821"/>
                    </a:lnTo>
                  </a:path>
                </a:pathLst>
              </a:custGeom>
              <a:noFill/>
              <a:ln w="4498" cap="flat">
                <a:solidFill>
                  <a:srgbClr val="000000"/>
                </a:solidFill>
                <a:prstDash val="solid"/>
                <a:round/>
              </a:ln>
            </p:spPr>
            <p:txBody>
              <a:bodyPr rtlCol="0" anchor="ctr"/>
              <a:lstStyle/>
              <a:p>
                <a:endParaRPr lang="en-US"/>
              </a:p>
            </p:txBody>
          </p:sp>
          <p:grpSp>
            <p:nvGrpSpPr>
              <p:cNvPr id="4174" name="Graphic 4479">
                <a:extLst>
                  <a:ext uri="{FF2B5EF4-FFF2-40B4-BE49-F238E27FC236}">
                    <a16:creationId xmlns:a16="http://schemas.microsoft.com/office/drawing/2014/main" id="{7A2245F7-ED97-0F6A-C3A0-EF35B1767D81}"/>
                  </a:ext>
                </a:extLst>
              </p:cNvPr>
              <p:cNvGrpSpPr/>
              <p:nvPr/>
            </p:nvGrpSpPr>
            <p:grpSpPr>
              <a:xfrm>
                <a:off x="8616710" y="3306426"/>
                <a:ext cx="272286" cy="72239"/>
                <a:chOff x="5251382" y="2213258"/>
                <a:chExt cx="72731" cy="19296"/>
              </a:xfrm>
              <a:solidFill>
                <a:srgbClr val="000000"/>
              </a:solidFill>
            </p:grpSpPr>
            <p:sp>
              <p:nvSpPr>
                <p:cNvPr id="4175" name="Freeform 4174">
                  <a:extLst>
                    <a:ext uri="{FF2B5EF4-FFF2-40B4-BE49-F238E27FC236}">
                      <a16:creationId xmlns:a16="http://schemas.microsoft.com/office/drawing/2014/main" id="{83046D27-7530-F9F5-09BD-8C81CF780AA8}"/>
                    </a:ext>
                  </a:extLst>
                </p:cNvPr>
                <p:cNvSpPr/>
                <p:nvPr/>
              </p:nvSpPr>
              <p:spPr>
                <a:xfrm>
                  <a:off x="5251382" y="2213258"/>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9 w 20240"/>
                    <a:gd name="connsiteY4" fmla="*/ 5060 h 19296"/>
                    <a:gd name="connsiteX5" fmla="*/ 20241 w 20240"/>
                    <a:gd name="connsiteY5" fmla="*/ 8029 h 19296"/>
                    <a:gd name="connsiteX6" fmla="*/ 12549 w 20240"/>
                    <a:gd name="connsiteY6" fmla="*/ 10525 h 19296"/>
                    <a:gd name="connsiteX7" fmla="*/ 17610 w 20240"/>
                    <a:gd name="connsiteY7" fmla="*/ 17677 h 19296"/>
                    <a:gd name="connsiteX8" fmla="*/ 14978 w 20240"/>
                    <a:gd name="connsiteY8" fmla="*/ 19296 h 19296"/>
                    <a:gd name="connsiteX9" fmla="*/ 9986 w 20240"/>
                    <a:gd name="connsiteY9" fmla="*/ 12009 h 19296"/>
                    <a:gd name="connsiteX10" fmla="*/ 4723 w 20240"/>
                    <a:gd name="connsiteY10" fmla="*/ 19161 h 19296"/>
                    <a:gd name="connsiteX11" fmla="*/ 2362 w 20240"/>
                    <a:gd name="connsiteY11" fmla="*/ 17339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9" y="5060"/>
                      </a:lnTo>
                      <a:lnTo>
                        <a:pt x="20241" y="8029"/>
                      </a:lnTo>
                      <a:lnTo>
                        <a:pt x="12549" y="10525"/>
                      </a:lnTo>
                      <a:lnTo>
                        <a:pt x="17610" y="17677"/>
                      </a:lnTo>
                      <a:lnTo>
                        <a:pt x="14978" y="19296"/>
                      </a:lnTo>
                      <a:lnTo>
                        <a:pt x="9986" y="12009"/>
                      </a:lnTo>
                      <a:lnTo>
                        <a:pt x="4723" y="19161"/>
                      </a:lnTo>
                      <a:lnTo>
                        <a:pt x="2362" y="17339"/>
                      </a:lnTo>
                      <a:lnTo>
                        <a:pt x="7556" y="10525"/>
                      </a:lnTo>
                      <a:lnTo>
                        <a:pt x="0" y="7826"/>
                      </a:lnTo>
                      <a:lnTo>
                        <a:pt x="1215" y="4993"/>
                      </a:lnTo>
                      <a:lnTo>
                        <a:pt x="8703" y="7894"/>
                      </a:lnTo>
                      <a:close/>
                    </a:path>
                  </a:pathLst>
                </a:custGeom>
                <a:solidFill>
                  <a:srgbClr val="000000"/>
                </a:solidFill>
                <a:ln w="2249" cap="flat">
                  <a:noFill/>
                  <a:prstDash val="solid"/>
                  <a:miter/>
                </a:ln>
              </p:spPr>
              <p:txBody>
                <a:bodyPr rtlCol="0" anchor="ctr"/>
                <a:lstStyle/>
                <a:p>
                  <a:endParaRPr lang="en-US"/>
                </a:p>
              </p:txBody>
            </p:sp>
            <p:sp>
              <p:nvSpPr>
                <p:cNvPr id="4176" name="Freeform 4175">
                  <a:extLst>
                    <a:ext uri="{FF2B5EF4-FFF2-40B4-BE49-F238E27FC236}">
                      <a16:creationId xmlns:a16="http://schemas.microsoft.com/office/drawing/2014/main" id="{68E9B10E-1404-92E4-916E-BA14F9BF7FC2}"/>
                    </a:ext>
                  </a:extLst>
                </p:cNvPr>
                <p:cNvSpPr/>
                <p:nvPr/>
              </p:nvSpPr>
              <p:spPr>
                <a:xfrm>
                  <a:off x="5277627" y="2213258"/>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8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1 w 20240"/>
                    <a:gd name="connsiteY11" fmla="*/ 17339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8" y="5060"/>
                      </a:lnTo>
                      <a:lnTo>
                        <a:pt x="20241" y="8029"/>
                      </a:lnTo>
                      <a:lnTo>
                        <a:pt x="12549" y="10525"/>
                      </a:lnTo>
                      <a:lnTo>
                        <a:pt x="17609" y="17677"/>
                      </a:lnTo>
                      <a:lnTo>
                        <a:pt x="14978" y="19296"/>
                      </a:lnTo>
                      <a:lnTo>
                        <a:pt x="9985" y="12009"/>
                      </a:lnTo>
                      <a:lnTo>
                        <a:pt x="4723" y="19161"/>
                      </a:lnTo>
                      <a:lnTo>
                        <a:pt x="2361" y="17339"/>
                      </a:lnTo>
                      <a:lnTo>
                        <a:pt x="7556" y="10525"/>
                      </a:lnTo>
                      <a:lnTo>
                        <a:pt x="0" y="7826"/>
                      </a:lnTo>
                      <a:lnTo>
                        <a:pt x="1215" y="4993"/>
                      </a:lnTo>
                      <a:lnTo>
                        <a:pt x="8703" y="7894"/>
                      </a:lnTo>
                      <a:close/>
                    </a:path>
                  </a:pathLst>
                </a:custGeom>
                <a:solidFill>
                  <a:srgbClr val="000000"/>
                </a:solidFill>
                <a:ln w="2249" cap="flat">
                  <a:noFill/>
                  <a:prstDash val="solid"/>
                  <a:miter/>
                </a:ln>
              </p:spPr>
              <p:txBody>
                <a:bodyPr rtlCol="0" anchor="ctr"/>
                <a:lstStyle/>
                <a:p>
                  <a:endParaRPr lang="en-US"/>
                </a:p>
              </p:txBody>
            </p:sp>
            <p:sp>
              <p:nvSpPr>
                <p:cNvPr id="4177" name="Freeform 4176">
                  <a:extLst>
                    <a:ext uri="{FF2B5EF4-FFF2-40B4-BE49-F238E27FC236}">
                      <a16:creationId xmlns:a16="http://schemas.microsoft.com/office/drawing/2014/main" id="{D6EA4ACF-73C2-30C9-7FC1-55183F72BE1C}"/>
                    </a:ext>
                  </a:extLst>
                </p:cNvPr>
                <p:cNvSpPr/>
                <p:nvPr/>
              </p:nvSpPr>
              <p:spPr>
                <a:xfrm>
                  <a:off x="5303873" y="2213258"/>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8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1 w 20240"/>
                    <a:gd name="connsiteY11" fmla="*/ 17339 h 19296"/>
                    <a:gd name="connsiteX12" fmla="*/ 7556 w 20240"/>
                    <a:gd name="connsiteY12" fmla="*/ 10525 h 19296"/>
                    <a:gd name="connsiteX13" fmla="*/ 0 w 20240"/>
                    <a:gd name="connsiteY13" fmla="*/ 7826 h 19296"/>
                    <a:gd name="connsiteX14" fmla="*/ 1214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8" y="5060"/>
                      </a:lnTo>
                      <a:lnTo>
                        <a:pt x="20241" y="8029"/>
                      </a:lnTo>
                      <a:lnTo>
                        <a:pt x="12549" y="10525"/>
                      </a:lnTo>
                      <a:lnTo>
                        <a:pt x="17609" y="17677"/>
                      </a:lnTo>
                      <a:lnTo>
                        <a:pt x="14978" y="19296"/>
                      </a:lnTo>
                      <a:lnTo>
                        <a:pt x="9985" y="12009"/>
                      </a:lnTo>
                      <a:lnTo>
                        <a:pt x="4723" y="19161"/>
                      </a:lnTo>
                      <a:lnTo>
                        <a:pt x="2361" y="17339"/>
                      </a:lnTo>
                      <a:lnTo>
                        <a:pt x="7556" y="10525"/>
                      </a:lnTo>
                      <a:lnTo>
                        <a:pt x="0" y="7826"/>
                      </a:lnTo>
                      <a:lnTo>
                        <a:pt x="1214" y="4993"/>
                      </a:lnTo>
                      <a:lnTo>
                        <a:pt x="8703" y="7894"/>
                      </a:lnTo>
                      <a:close/>
                    </a:path>
                  </a:pathLst>
                </a:custGeom>
                <a:solidFill>
                  <a:srgbClr val="000000"/>
                </a:solidFill>
                <a:ln w="2249" cap="flat">
                  <a:noFill/>
                  <a:prstDash val="solid"/>
                  <a:miter/>
                </a:ln>
              </p:spPr>
              <p:txBody>
                <a:bodyPr rtlCol="0" anchor="ctr"/>
                <a:lstStyle/>
                <a:p>
                  <a:endParaRPr lang="en-US"/>
                </a:p>
              </p:txBody>
            </p:sp>
          </p:grpSp>
          <p:grpSp>
            <p:nvGrpSpPr>
              <p:cNvPr id="4178" name="Graphic 4479">
                <a:extLst>
                  <a:ext uri="{FF2B5EF4-FFF2-40B4-BE49-F238E27FC236}">
                    <a16:creationId xmlns:a16="http://schemas.microsoft.com/office/drawing/2014/main" id="{F4650162-5A04-246F-AC2A-9B8CF0F6BD44}"/>
                  </a:ext>
                </a:extLst>
              </p:cNvPr>
              <p:cNvGrpSpPr/>
              <p:nvPr/>
            </p:nvGrpSpPr>
            <p:grpSpPr>
              <a:xfrm>
                <a:off x="8183863" y="3935111"/>
                <a:ext cx="1080558" cy="214864"/>
                <a:chOff x="5135763" y="2381188"/>
                <a:chExt cx="288631" cy="57393"/>
              </a:xfrm>
              <a:solidFill>
                <a:srgbClr val="231F20"/>
              </a:solidFill>
            </p:grpSpPr>
            <p:sp>
              <p:nvSpPr>
                <p:cNvPr id="4179" name="Freeform 4178">
                  <a:extLst>
                    <a:ext uri="{FF2B5EF4-FFF2-40B4-BE49-F238E27FC236}">
                      <a16:creationId xmlns:a16="http://schemas.microsoft.com/office/drawing/2014/main" id="{F77BE9C2-3B54-52FE-BE4E-49C12F18D69E}"/>
                    </a:ext>
                  </a:extLst>
                </p:cNvPr>
                <p:cNvSpPr/>
                <p:nvPr/>
              </p:nvSpPr>
              <p:spPr>
                <a:xfrm>
                  <a:off x="5135763" y="2381188"/>
                  <a:ext cx="28561" cy="38861"/>
                </a:xfrm>
                <a:custGeom>
                  <a:avLst/>
                  <a:gdLst>
                    <a:gd name="connsiteX0" fmla="*/ 0 w 28561"/>
                    <a:gd name="connsiteY0" fmla="*/ 38862 h 38861"/>
                    <a:gd name="connsiteX1" fmla="*/ 0 w 28561"/>
                    <a:gd name="connsiteY1" fmla="*/ 0 h 38861"/>
                    <a:gd name="connsiteX2" fmla="*/ 14033 w 28561"/>
                    <a:gd name="connsiteY2" fmla="*/ 0 h 38861"/>
                    <a:gd name="connsiteX3" fmla="*/ 19858 w 28561"/>
                    <a:gd name="connsiteY3" fmla="*/ 697 h 38861"/>
                    <a:gd name="connsiteX4" fmla="*/ 23816 w 28561"/>
                    <a:gd name="connsiteY4" fmla="*/ 2699 h 38861"/>
                    <a:gd name="connsiteX5" fmla="*/ 26065 w 28561"/>
                    <a:gd name="connsiteY5" fmla="*/ 5802 h 38861"/>
                    <a:gd name="connsiteX6" fmla="*/ 26762 w 28561"/>
                    <a:gd name="connsiteY6" fmla="*/ 9760 h 38861"/>
                    <a:gd name="connsiteX7" fmla="*/ 26223 w 28561"/>
                    <a:gd name="connsiteY7" fmla="*/ 13291 h 38861"/>
                    <a:gd name="connsiteX8" fmla="*/ 24828 w 28561"/>
                    <a:gd name="connsiteY8" fmla="*/ 15765 h 38861"/>
                    <a:gd name="connsiteX9" fmla="*/ 22849 w 28561"/>
                    <a:gd name="connsiteY9" fmla="*/ 17339 h 38861"/>
                    <a:gd name="connsiteX10" fmla="*/ 20555 w 28561"/>
                    <a:gd name="connsiteY10" fmla="*/ 18127 h 38861"/>
                    <a:gd name="connsiteX11" fmla="*/ 20555 w 28561"/>
                    <a:gd name="connsiteY11" fmla="*/ 18239 h 38861"/>
                    <a:gd name="connsiteX12" fmla="*/ 26583 w 28561"/>
                    <a:gd name="connsiteY12" fmla="*/ 21433 h 38861"/>
                    <a:gd name="connsiteX13" fmla="*/ 28562 w 28561"/>
                    <a:gd name="connsiteY13" fmla="*/ 27910 h 38861"/>
                    <a:gd name="connsiteX14" fmla="*/ 27617 w 28561"/>
                    <a:gd name="connsiteY14" fmla="*/ 33037 h 38861"/>
                    <a:gd name="connsiteX15" fmla="*/ 25008 w 28561"/>
                    <a:gd name="connsiteY15" fmla="*/ 36433 h 38861"/>
                    <a:gd name="connsiteX16" fmla="*/ 20983 w 28561"/>
                    <a:gd name="connsiteY16" fmla="*/ 38300 h 38861"/>
                    <a:gd name="connsiteX17" fmla="*/ 15878 w 28561"/>
                    <a:gd name="connsiteY17" fmla="*/ 38862 h 38861"/>
                    <a:gd name="connsiteX18" fmla="*/ 0 w 28561"/>
                    <a:gd name="connsiteY18" fmla="*/ 38862 h 38861"/>
                    <a:gd name="connsiteX19" fmla="*/ 3666 w 28561"/>
                    <a:gd name="connsiteY19" fmla="*/ 17160 h 38861"/>
                    <a:gd name="connsiteX20" fmla="*/ 12954 w 28561"/>
                    <a:gd name="connsiteY20" fmla="*/ 17160 h 38861"/>
                    <a:gd name="connsiteX21" fmla="*/ 17767 w 28561"/>
                    <a:gd name="connsiteY21" fmla="*/ 16665 h 38861"/>
                    <a:gd name="connsiteX22" fmla="*/ 20893 w 28561"/>
                    <a:gd name="connsiteY22" fmla="*/ 15225 h 38861"/>
                    <a:gd name="connsiteX23" fmla="*/ 22602 w 28561"/>
                    <a:gd name="connsiteY23" fmla="*/ 12909 h 38861"/>
                    <a:gd name="connsiteX24" fmla="*/ 23119 w 28561"/>
                    <a:gd name="connsiteY24" fmla="*/ 9760 h 38861"/>
                    <a:gd name="connsiteX25" fmla="*/ 22534 w 28561"/>
                    <a:gd name="connsiteY25" fmla="*/ 6657 h 38861"/>
                    <a:gd name="connsiteX26" fmla="*/ 20645 w 28561"/>
                    <a:gd name="connsiteY26" fmla="*/ 4610 h 38861"/>
                    <a:gd name="connsiteX27" fmla="*/ 17272 w 28561"/>
                    <a:gd name="connsiteY27" fmla="*/ 3486 h 38861"/>
                    <a:gd name="connsiteX28" fmla="*/ 12167 w 28561"/>
                    <a:gd name="connsiteY28" fmla="*/ 3126 h 38861"/>
                    <a:gd name="connsiteX29" fmla="*/ 3688 w 28561"/>
                    <a:gd name="connsiteY29" fmla="*/ 3126 h 38861"/>
                    <a:gd name="connsiteX30" fmla="*/ 3688 w 28561"/>
                    <a:gd name="connsiteY30" fmla="*/ 17160 h 38861"/>
                    <a:gd name="connsiteX31" fmla="*/ 3666 w 28561"/>
                    <a:gd name="connsiteY31" fmla="*/ 35736 h 38861"/>
                    <a:gd name="connsiteX32" fmla="*/ 12999 w 28561"/>
                    <a:gd name="connsiteY32" fmla="*/ 35736 h 38861"/>
                    <a:gd name="connsiteX33" fmla="*/ 18262 w 28561"/>
                    <a:gd name="connsiteY33" fmla="*/ 35466 h 38861"/>
                    <a:gd name="connsiteX34" fmla="*/ 21950 w 28561"/>
                    <a:gd name="connsiteY34" fmla="*/ 34364 h 38861"/>
                    <a:gd name="connsiteX35" fmla="*/ 24131 w 28561"/>
                    <a:gd name="connsiteY35" fmla="*/ 31980 h 38861"/>
                    <a:gd name="connsiteX36" fmla="*/ 24851 w 28561"/>
                    <a:gd name="connsiteY36" fmla="*/ 27910 h 38861"/>
                    <a:gd name="connsiteX37" fmla="*/ 24041 w 28561"/>
                    <a:gd name="connsiteY37" fmla="*/ 23996 h 38861"/>
                    <a:gd name="connsiteX38" fmla="*/ 21725 w 28561"/>
                    <a:gd name="connsiteY38" fmla="*/ 21702 h 38861"/>
                    <a:gd name="connsiteX39" fmla="*/ 18104 w 28561"/>
                    <a:gd name="connsiteY39" fmla="*/ 20600 h 38861"/>
                    <a:gd name="connsiteX40" fmla="*/ 13404 w 28561"/>
                    <a:gd name="connsiteY40" fmla="*/ 20308 h 38861"/>
                    <a:gd name="connsiteX41" fmla="*/ 3643 w 28561"/>
                    <a:gd name="connsiteY41" fmla="*/ 20308 h 38861"/>
                    <a:gd name="connsiteX42" fmla="*/ 3643 w 28561"/>
                    <a:gd name="connsiteY42" fmla="*/ 35736 h 38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8561" h="38861">
                      <a:moveTo>
                        <a:pt x="0" y="38862"/>
                      </a:moveTo>
                      <a:lnTo>
                        <a:pt x="0" y="0"/>
                      </a:lnTo>
                      <a:lnTo>
                        <a:pt x="14033" y="0"/>
                      </a:lnTo>
                      <a:cubicBezTo>
                        <a:pt x="16305" y="0"/>
                        <a:pt x="18239" y="225"/>
                        <a:pt x="19858" y="697"/>
                      </a:cubicBezTo>
                      <a:cubicBezTo>
                        <a:pt x="21477" y="1169"/>
                        <a:pt x="22804" y="1822"/>
                        <a:pt x="23816" y="2699"/>
                      </a:cubicBezTo>
                      <a:cubicBezTo>
                        <a:pt x="24851" y="3553"/>
                        <a:pt x="25593" y="4588"/>
                        <a:pt x="26065" y="5802"/>
                      </a:cubicBezTo>
                      <a:cubicBezTo>
                        <a:pt x="26538" y="7017"/>
                        <a:pt x="26762" y="8321"/>
                        <a:pt x="26762" y="9760"/>
                      </a:cubicBezTo>
                      <a:cubicBezTo>
                        <a:pt x="26762" y="11200"/>
                        <a:pt x="26583" y="12302"/>
                        <a:pt x="26223" y="13291"/>
                      </a:cubicBezTo>
                      <a:cubicBezTo>
                        <a:pt x="25863" y="14281"/>
                        <a:pt x="25391" y="15113"/>
                        <a:pt x="24828" y="15765"/>
                      </a:cubicBezTo>
                      <a:cubicBezTo>
                        <a:pt x="24266" y="16417"/>
                        <a:pt x="23592" y="16957"/>
                        <a:pt x="22849" y="17339"/>
                      </a:cubicBezTo>
                      <a:cubicBezTo>
                        <a:pt x="22107" y="17722"/>
                        <a:pt x="21343" y="17969"/>
                        <a:pt x="20555" y="18127"/>
                      </a:cubicBezTo>
                      <a:lnTo>
                        <a:pt x="20555" y="18239"/>
                      </a:lnTo>
                      <a:cubicBezTo>
                        <a:pt x="23254" y="18644"/>
                        <a:pt x="25256" y="19701"/>
                        <a:pt x="26583" y="21433"/>
                      </a:cubicBezTo>
                      <a:cubicBezTo>
                        <a:pt x="27887" y="23164"/>
                        <a:pt x="28562" y="25323"/>
                        <a:pt x="28562" y="27910"/>
                      </a:cubicBezTo>
                      <a:cubicBezTo>
                        <a:pt x="28562" y="29934"/>
                        <a:pt x="28247" y="31643"/>
                        <a:pt x="27617" y="33037"/>
                      </a:cubicBezTo>
                      <a:cubicBezTo>
                        <a:pt x="26988" y="34432"/>
                        <a:pt x="26110" y="35578"/>
                        <a:pt x="25008" y="36433"/>
                      </a:cubicBezTo>
                      <a:cubicBezTo>
                        <a:pt x="23884" y="37288"/>
                        <a:pt x="22557" y="37917"/>
                        <a:pt x="20983" y="38300"/>
                      </a:cubicBezTo>
                      <a:cubicBezTo>
                        <a:pt x="19408" y="38682"/>
                        <a:pt x="17722" y="38862"/>
                        <a:pt x="15878" y="38862"/>
                      </a:cubicBezTo>
                      <a:lnTo>
                        <a:pt x="0" y="38862"/>
                      </a:lnTo>
                      <a:close/>
                      <a:moveTo>
                        <a:pt x="3666" y="17160"/>
                      </a:moveTo>
                      <a:lnTo>
                        <a:pt x="12954" y="17160"/>
                      </a:lnTo>
                      <a:cubicBezTo>
                        <a:pt x="14866" y="17160"/>
                        <a:pt x="16462" y="17002"/>
                        <a:pt x="17767" y="16665"/>
                      </a:cubicBezTo>
                      <a:cubicBezTo>
                        <a:pt x="19071" y="16350"/>
                        <a:pt x="20106" y="15855"/>
                        <a:pt x="20893" y="15225"/>
                      </a:cubicBezTo>
                      <a:cubicBezTo>
                        <a:pt x="21680" y="14596"/>
                        <a:pt x="22242" y="13831"/>
                        <a:pt x="22602" y="12909"/>
                      </a:cubicBezTo>
                      <a:cubicBezTo>
                        <a:pt x="22939" y="11987"/>
                        <a:pt x="23119" y="10930"/>
                        <a:pt x="23119" y="9760"/>
                      </a:cubicBezTo>
                      <a:cubicBezTo>
                        <a:pt x="23119" y="8591"/>
                        <a:pt x="22917" y="7512"/>
                        <a:pt x="22534" y="6657"/>
                      </a:cubicBezTo>
                      <a:cubicBezTo>
                        <a:pt x="22130" y="5802"/>
                        <a:pt x="21500" y="5128"/>
                        <a:pt x="20645" y="4610"/>
                      </a:cubicBezTo>
                      <a:cubicBezTo>
                        <a:pt x="19791" y="4093"/>
                        <a:pt x="18666" y="3711"/>
                        <a:pt x="17272" y="3486"/>
                      </a:cubicBezTo>
                      <a:cubicBezTo>
                        <a:pt x="15878" y="3261"/>
                        <a:pt x="14191" y="3126"/>
                        <a:pt x="12167" y="3126"/>
                      </a:cubicBezTo>
                      <a:lnTo>
                        <a:pt x="3688" y="3126"/>
                      </a:lnTo>
                      <a:lnTo>
                        <a:pt x="3688" y="17160"/>
                      </a:lnTo>
                      <a:close/>
                      <a:moveTo>
                        <a:pt x="3666" y="35736"/>
                      </a:moveTo>
                      <a:lnTo>
                        <a:pt x="12999" y="35736"/>
                      </a:lnTo>
                      <a:cubicBezTo>
                        <a:pt x="15023" y="35736"/>
                        <a:pt x="16777" y="35646"/>
                        <a:pt x="18262" y="35466"/>
                      </a:cubicBezTo>
                      <a:cubicBezTo>
                        <a:pt x="19746" y="35286"/>
                        <a:pt x="20983" y="34926"/>
                        <a:pt x="21950" y="34364"/>
                      </a:cubicBezTo>
                      <a:cubicBezTo>
                        <a:pt x="22917" y="33802"/>
                        <a:pt x="23659" y="33015"/>
                        <a:pt x="24131" y="31980"/>
                      </a:cubicBezTo>
                      <a:cubicBezTo>
                        <a:pt x="24626" y="30946"/>
                        <a:pt x="24851" y="29596"/>
                        <a:pt x="24851" y="27910"/>
                      </a:cubicBezTo>
                      <a:cubicBezTo>
                        <a:pt x="24851" y="26223"/>
                        <a:pt x="24581" y="24986"/>
                        <a:pt x="24041" y="23996"/>
                      </a:cubicBezTo>
                      <a:cubicBezTo>
                        <a:pt x="23502" y="23007"/>
                        <a:pt x="22737" y="22242"/>
                        <a:pt x="21725" y="21702"/>
                      </a:cubicBezTo>
                      <a:cubicBezTo>
                        <a:pt x="20713" y="21163"/>
                        <a:pt x="19521" y="20803"/>
                        <a:pt x="18104" y="20600"/>
                      </a:cubicBezTo>
                      <a:cubicBezTo>
                        <a:pt x="16710" y="20398"/>
                        <a:pt x="15135" y="20308"/>
                        <a:pt x="13404" y="20308"/>
                      </a:cubicBezTo>
                      <a:lnTo>
                        <a:pt x="3643" y="20308"/>
                      </a:lnTo>
                      <a:lnTo>
                        <a:pt x="3643" y="35736"/>
                      </a:lnTo>
                      <a:close/>
                    </a:path>
                  </a:pathLst>
                </a:custGeom>
                <a:solidFill>
                  <a:srgbClr val="231F20"/>
                </a:solidFill>
                <a:ln w="2249" cap="flat">
                  <a:noFill/>
                  <a:prstDash val="solid"/>
                  <a:miter/>
                </a:ln>
              </p:spPr>
              <p:txBody>
                <a:bodyPr rtlCol="0" anchor="ctr"/>
                <a:lstStyle/>
                <a:p>
                  <a:endParaRPr lang="en-US"/>
                </a:p>
              </p:txBody>
            </p:sp>
            <p:sp>
              <p:nvSpPr>
                <p:cNvPr id="4180" name="Freeform 4179">
                  <a:extLst>
                    <a:ext uri="{FF2B5EF4-FFF2-40B4-BE49-F238E27FC236}">
                      <a16:creationId xmlns:a16="http://schemas.microsoft.com/office/drawing/2014/main" id="{BF7A328B-76F6-F84D-8D74-4AD46745F043}"/>
                    </a:ext>
                  </a:extLst>
                </p:cNvPr>
                <p:cNvSpPr/>
                <p:nvPr/>
              </p:nvSpPr>
              <p:spPr>
                <a:xfrm>
                  <a:off x="5171387" y="2381188"/>
                  <a:ext cx="25053" cy="38861"/>
                </a:xfrm>
                <a:custGeom>
                  <a:avLst/>
                  <a:gdLst>
                    <a:gd name="connsiteX0" fmla="*/ 0 w 25053"/>
                    <a:gd name="connsiteY0" fmla="*/ 38862 h 38861"/>
                    <a:gd name="connsiteX1" fmla="*/ 0 w 25053"/>
                    <a:gd name="connsiteY1" fmla="*/ 0 h 38861"/>
                    <a:gd name="connsiteX2" fmla="*/ 25053 w 25053"/>
                    <a:gd name="connsiteY2" fmla="*/ 0 h 38861"/>
                    <a:gd name="connsiteX3" fmla="*/ 25053 w 25053"/>
                    <a:gd name="connsiteY3" fmla="*/ 3126 h 38861"/>
                    <a:gd name="connsiteX4" fmla="*/ 3688 w 25053"/>
                    <a:gd name="connsiteY4" fmla="*/ 3126 h 38861"/>
                    <a:gd name="connsiteX5" fmla="*/ 3688 w 25053"/>
                    <a:gd name="connsiteY5" fmla="*/ 17160 h 38861"/>
                    <a:gd name="connsiteX6" fmla="*/ 23119 w 25053"/>
                    <a:gd name="connsiteY6" fmla="*/ 17160 h 38861"/>
                    <a:gd name="connsiteX7" fmla="*/ 23119 w 25053"/>
                    <a:gd name="connsiteY7" fmla="*/ 20286 h 38861"/>
                    <a:gd name="connsiteX8" fmla="*/ 3688 w 25053"/>
                    <a:gd name="connsiteY8" fmla="*/ 20286 h 38861"/>
                    <a:gd name="connsiteX9" fmla="*/ 3688 w 25053"/>
                    <a:gd name="connsiteY9" fmla="*/ 38862 h 38861"/>
                    <a:gd name="connsiteX10" fmla="*/ 23 w 25053"/>
                    <a:gd name="connsiteY10" fmla="*/ 38862 h 38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5053" h="38861">
                      <a:moveTo>
                        <a:pt x="0" y="38862"/>
                      </a:moveTo>
                      <a:lnTo>
                        <a:pt x="0" y="0"/>
                      </a:lnTo>
                      <a:lnTo>
                        <a:pt x="25053" y="0"/>
                      </a:lnTo>
                      <a:lnTo>
                        <a:pt x="25053" y="3126"/>
                      </a:lnTo>
                      <a:lnTo>
                        <a:pt x="3688" y="3126"/>
                      </a:lnTo>
                      <a:lnTo>
                        <a:pt x="3688" y="17160"/>
                      </a:lnTo>
                      <a:lnTo>
                        <a:pt x="23119" y="17160"/>
                      </a:lnTo>
                      <a:lnTo>
                        <a:pt x="23119" y="20286"/>
                      </a:lnTo>
                      <a:lnTo>
                        <a:pt x="3688" y="20286"/>
                      </a:lnTo>
                      <a:lnTo>
                        <a:pt x="3688" y="38862"/>
                      </a:lnTo>
                      <a:lnTo>
                        <a:pt x="23" y="38862"/>
                      </a:lnTo>
                      <a:close/>
                    </a:path>
                  </a:pathLst>
                </a:custGeom>
                <a:solidFill>
                  <a:srgbClr val="231F20"/>
                </a:solidFill>
                <a:ln w="2249" cap="flat">
                  <a:noFill/>
                  <a:prstDash val="solid"/>
                  <a:miter/>
                </a:ln>
              </p:spPr>
              <p:txBody>
                <a:bodyPr rtlCol="0" anchor="ctr"/>
                <a:lstStyle/>
                <a:p>
                  <a:endParaRPr lang="en-US"/>
                </a:p>
              </p:txBody>
            </p:sp>
            <p:sp>
              <p:nvSpPr>
                <p:cNvPr id="4181" name="Freeform 4180">
                  <a:extLst>
                    <a:ext uri="{FF2B5EF4-FFF2-40B4-BE49-F238E27FC236}">
                      <a16:creationId xmlns:a16="http://schemas.microsoft.com/office/drawing/2014/main" id="{A6E8BBB1-657E-D1BE-DF3C-2E0CE1D44C54}"/>
                    </a:ext>
                  </a:extLst>
                </p:cNvPr>
                <p:cNvSpPr/>
                <p:nvPr/>
              </p:nvSpPr>
              <p:spPr>
                <a:xfrm>
                  <a:off x="5199566" y="2415732"/>
                  <a:ext cx="9737" cy="22287"/>
                </a:xfrm>
                <a:custGeom>
                  <a:avLst/>
                  <a:gdLst>
                    <a:gd name="connsiteX0" fmla="*/ 9738 w 9737"/>
                    <a:gd name="connsiteY0" fmla="*/ 22287 h 22287"/>
                    <a:gd name="connsiteX1" fmla="*/ 5240 w 9737"/>
                    <a:gd name="connsiteY1" fmla="*/ 22287 h 22287"/>
                    <a:gd name="connsiteX2" fmla="*/ 5240 w 9737"/>
                    <a:gd name="connsiteY2" fmla="*/ 6927 h 22287"/>
                    <a:gd name="connsiteX3" fmla="*/ 0 w 9737"/>
                    <a:gd name="connsiteY3" fmla="*/ 6927 h 22287"/>
                    <a:gd name="connsiteX4" fmla="*/ 0 w 9737"/>
                    <a:gd name="connsiteY4" fmla="*/ 3936 h 22287"/>
                    <a:gd name="connsiteX5" fmla="*/ 2901 w 9737"/>
                    <a:gd name="connsiteY5" fmla="*/ 3666 h 22287"/>
                    <a:gd name="connsiteX6" fmla="*/ 5060 w 9737"/>
                    <a:gd name="connsiteY6" fmla="*/ 2496 h 22287"/>
                    <a:gd name="connsiteX7" fmla="*/ 5915 w 9737"/>
                    <a:gd name="connsiteY7" fmla="*/ 900 h 22287"/>
                    <a:gd name="connsiteX8" fmla="*/ 6095 w 9737"/>
                    <a:gd name="connsiteY8" fmla="*/ 0 h 22287"/>
                    <a:gd name="connsiteX9" fmla="*/ 9738 w 9737"/>
                    <a:gd name="connsiteY9" fmla="*/ 0 h 22287"/>
                    <a:gd name="connsiteX10" fmla="*/ 9738 w 9737"/>
                    <a:gd name="connsiteY10" fmla="*/ 22287 h 222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737" h="22287">
                      <a:moveTo>
                        <a:pt x="9738" y="22287"/>
                      </a:moveTo>
                      <a:lnTo>
                        <a:pt x="5240" y="22287"/>
                      </a:lnTo>
                      <a:lnTo>
                        <a:pt x="5240" y="6927"/>
                      </a:lnTo>
                      <a:lnTo>
                        <a:pt x="0" y="6927"/>
                      </a:lnTo>
                      <a:lnTo>
                        <a:pt x="0" y="3936"/>
                      </a:lnTo>
                      <a:cubicBezTo>
                        <a:pt x="1372" y="3868"/>
                        <a:pt x="2361" y="3778"/>
                        <a:pt x="2901" y="3666"/>
                      </a:cubicBezTo>
                      <a:cubicBezTo>
                        <a:pt x="3778" y="3463"/>
                        <a:pt x="4498" y="3081"/>
                        <a:pt x="5060" y="2496"/>
                      </a:cubicBezTo>
                      <a:cubicBezTo>
                        <a:pt x="5442" y="2092"/>
                        <a:pt x="5735" y="1574"/>
                        <a:pt x="5915" y="900"/>
                      </a:cubicBezTo>
                      <a:cubicBezTo>
                        <a:pt x="6027" y="495"/>
                        <a:pt x="6095" y="202"/>
                        <a:pt x="6095" y="0"/>
                      </a:cubicBezTo>
                      <a:lnTo>
                        <a:pt x="9738" y="0"/>
                      </a:lnTo>
                      <a:lnTo>
                        <a:pt x="9738" y="22287"/>
                      </a:lnTo>
                      <a:close/>
                    </a:path>
                  </a:pathLst>
                </a:custGeom>
                <a:solidFill>
                  <a:srgbClr val="231F20"/>
                </a:solidFill>
                <a:ln w="2249" cap="flat">
                  <a:noFill/>
                  <a:prstDash val="solid"/>
                  <a:miter/>
                </a:ln>
              </p:spPr>
              <p:txBody>
                <a:bodyPr rtlCol="0" anchor="ctr"/>
                <a:lstStyle/>
                <a:p>
                  <a:endParaRPr lang="en-US"/>
                </a:p>
              </p:txBody>
            </p:sp>
            <p:sp>
              <p:nvSpPr>
                <p:cNvPr id="4182" name="Freeform 4181">
                  <a:extLst>
                    <a:ext uri="{FF2B5EF4-FFF2-40B4-BE49-F238E27FC236}">
                      <a16:creationId xmlns:a16="http://schemas.microsoft.com/office/drawing/2014/main" id="{1687E06D-1566-CF0C-56AC-613EA0CF9016}"/>
                    </a:ext>
                  </a:extLst>
                </p:cNvPr>
                <p:cNvSpPr/>
                <p:nvPr/>
              </p:nvSpPr>
              <p:spPr>
                <a:xfrm>
                  <a:off x="5215893" y="2415574"/>
                  <a:ext cx="15360" cy="23006"/>
                </a:xfrm>
                <a:custGeom>
                  <a:avLst/>
                  <a:gdLst>
                    <a:gd name="connsiteX0" fmla="*/ 7669 w 15360"/>
                    <a:gd name="connsiteY0" fmla="*/ 23007 h 23006"/>
                    <a:gd name="connsiteX1" fmla="*/ 1709 w 15360"/>
                    <a:gd name="connsiteY1" fmla="*/ 20016 h 23006"/>
                    <a:gd name="connsiteX2" fmla="*/ 0 w 15360"/>
                    <a:gd name="connsiteY2" fmla="*/ 11515 h 23006"/>
                    <a:gd name="connsiteX3" fmla="*/ 1709 w 15360"/>
                    <a:gd name="connsiteY3" fmla="*/ 2991 h 23006"/>
                    <a:gd name="connsiteX4" fmla="*/ 7669 w 15360"/>
                    <a:gd name="connsiteY4" fmla="*/ 0 h 23006"/>
                    <a:gd name="connsiteX5" fmla="*/ 13651 w 15360"/>
                    <a:gd name="connsiteY5" fmla="*/ 2991 h 23006"/>
                    <a:gd name="connsiteX6" fmla="*/ 15361 w 15360"/>
                    <a:gd name="connsiteY6" fmla="*/ 11515 h 23006"/>
                    <a:gd name="connsiteX7" fmla="*/ 13651 w 15360"/>
                    <a:gd name="connsiteY7" fmla="*/ 20016 h 23006"/>
                    <a:gd name="connsiteX8" fmla="*/ 7692 w 15360"/>
                    <a:gd name="connsiteY8" fmla="*/ 23007 h 23006"/>
                    <a:gd name="connsiteX9" fmla="*/ 10233 w 15360"/>
                    <a:gd name="connsiteY9" fmla="*/ 17384 h 23006"/>
                    <a:gd name="connsiteX10" fmla="*/ 10840 w 15360"/>
                    <a:gd name="connsiteY10" fmla="*/ 11515 h 23006"/>
                    <a:gd name="connsiteX11" fmla="*/ 10233 w 15360"/>
                    <a:gd name="connsiteY11" fmla="*/ 5555 h 23006"/>
                    <a:gd name="connsiteX12" fmla="*/ 7669 w 15360"/>
                    <a:gd name="connsiteY12" fmla="*/ 3621 h 23006"/>
                    <a:gd name="connsiteX13" fmla="*/ 5083 w 15360"/>
                    <a:gd name="connsiteY13" fmla="*/ 5555 h 23006"/>
                    <a:gd name="connsiteX14" fmla="*/ 4453 w 15360"/>
                    <a:gd name="connsiteY14" fmla="*/ 11515 h 23006"/>
                    <a:gd name="connsiteX15" fmla="*/ 5083 w 15360"/>
                    <a:gd name="connsiteY15" fmla="*/ 17384 h 23006"/>
                    <a:gd name="connsiteX16" fmla="*/ 7669 w 15360"/>
                    <a:gd name="connsiteY16" fmla="*/ 19431 h 23006"/>
                    <a:gd name="connsiteX17" fmla="*/ 10233 w 15360"/>
                    <a:gd name="connsiteY17" fmla="*/ 17384 h 23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5360" h="23006">
                      <a:moveTo>
                        <a:pt x="7669" y="23007"/>
                      </a:moveTo>
                      <a:cubicBezTo>
                        <a:pt x="4835" y="23007"/>
                        <a:pt x="2834" y="22017"/>
                        <a:pt x="1709" y="20016"/>
                      </a:cubicBezTo>
                      <a:cubicBezTo>
                        <a:pt x="562" y="18037"/>
                        <a:pt x="0" y="15203"/>
                        <a:pt x="0" y="11515"/>
                      </a:cubicBezTo>
                      <a:cubicBezTo>
                        <a:pt x="0" y="7826"/>
                        <a:pt x="562" y="4993"/>
                        <a:pt x="1709" y="2991"/>
                      </a:cubicBezTo>
                      <a:cubicBezTo>
                        <a:pt x="2856" y="990"/>
                        <a:pt x="4835" y="0"/>
                        <a:pt x="7669" y="0"/>
                      </a:cubicBezTo>
                      <a:cubicBezTo>
                        <a:pt x="10503" y="0"/>
                        <a:pt x="12504" y="990"/>
                        <a:pt x="13651" y="2991"/>
                      </a:cubicBezTo>
                      <a:cubicBezTo>
                        <a:pt x="14798" y="4993"/>
                        <a:pt x="15361" y="7826"/>
                        <a:pt x="15361" y="11515"/>
                      </a:cubicBezTo>
                      <a:cubicBezTo>
                        <a:pt x="15361" y="15203"/>
                        <a:pt x="14798" y="18014"/>
                        <a:pt x="13651" y="20016"/>
                      </a:cubicBezTo>
                      <a:cubicBezTo>
                        <a:pt x="12504" y="21995"/>
                        <a:pt x="10525" y="23007"/>
                        <a:pt x="7692" y="23007"/>
                      </a:cubicBezTo>
                      <a:close/>
                      <a:moveTo>
                        <a:pt x="10233" y="17384"/>
                      </a:moveTo>
                      <a:cubicBezTo>
                        <a:pt x="10638" y="16035"/>
                        <a:pt x="10840" y="14078"/>
                        <a:pt x="10840" y="11515"/>
                      </a:cubicBezTo>
                      <a:cubicBezTo>
                        <a:pt x="10840" y="8951"/>
                        <a:pt x="10638" y="6837"/>
                        <a:pt x="10233" y="5555"/>
                      </a:cubicBezTo>
                      <a:cubicBezTo>
                        <a:pt x="9828" y="4273"/>
                        <a:pt x="8974" y="3621"/>
                        <a:pt x="7669" y="3621"/>
                      </a:cubicBezTo>
                      <a:cubicBezTo>
                        <a:pt x="6365" y="3621"/>
                        <a:pt x="5510" y="4273"/>
                        <a:pt x="5083" y="5555"/>
                      </a:cubicBezTo>
                      <a:cubicBezTo>
                        <a:pt x="4655" y="6837"/>
                        <a:pt x="4453" y="8838"/>
                        <a:pt x="4453" y="11515"/>
                      </a:cubicBezTo>
                      <a:cubicBezTo>
                        <a:pt x="4453" y="14191"/>
                        <a:pt x="4655" y="16035"/>
                        <a:pt x="5083" y="17384"/>
                      </a:cubicBezTo>
                      <a:cubicBezTo>
                        <a:pt x="5510" y="18734"/>
                        <a:pt x="6365" y="19431"/>
                        <a:pt x="7669" y="19431"/>
                      </a:cubicBezTo>
                      <a:cubicBezTo>
                        <a:pt x="8974" y="19431"/>
                        <a:pt x="9828" y="18756"/>
                        <a:pt x="10233" y="17384"/>
                      </a:cubicBezTo>
                      <a:close/>
                    </a:path>
                  </a:pathLst>
                </a:custGeom>
                <a:solidFill>
                  <a:srgbClr val="231F20"/>
                </a:solidFill>
                <a:ln w="2249" cap="flat">
                  <a:noFill/>
                  <a:prstDash val="solid"/>
                  <a:miter/>
                </a:ln>
              </p:spPr>
              <p:txBody>
                <a:bodyPr rtlCol="0" anchor="ctr"/>
                <a:lstStyle/>
                <a:p>
                  <a:endParaRPr lang="en-US"/>
                </a:p>
              </p:txBody>
            </p:sp>
            <p:sp>
              <p:nvSpPr>
                <p:cNvPr id="4183" name="Freeform 4182">
                  <a:extLst>
                    <a:ext uri="{FF2B5EF4-FFF2-40B4-BE49-F238E27FC236}">
                      <a16:creationId xmlns:a16="http://schemas.microsoft.com/office/drawing/2014/main" id="{E621AD25-6AD5-D03B-7DD0-CE160A6DF738}"/>
                    </a:ext>
                  </a:extLst>
                </p:cNvPr>
                <p:cNvSpPr/>
                <p:nvPr/>
              </p:nvSpPr>
              <p:spPr>
                <a:xfrm>
                  <a:off x="5245467" y="2399652"/>
                  <a:ext cx="26987" cy="13696"/>
                </a:xfrm>
                <a:custGeom>
                  <a:avLst/>
                  <a:gdLst>
                    <a:gd name="connsiteX0" fmla="*/ 26988 w 26987"/>
                    <a:gd name="connsiteY0" fmla="*/ 3239 h 13696"/>
                    <a:gd name="connsiteX1" fmla="*/ 0 w 26987"/>
                    <a:gd name="connsiteY1" fmla="*/ 3239 h 13696"/>
                    <a:gd name="connsiteX2" fmla="*/ 0 w 26987"/>
                    <a:gd name="connsiteY2" fmla="*/ 0 h 13696"/>
                    <a:gd name="connsiteX3" fmla="*/ 26988 w 26987"/>
                    <a:gd name="connsiteY3" fmla="*/ 0 h 13696"/>
                    <a:gd name="connsiteX4" fmla="*/ 26988 w 26987"/>
                    <a:gd name="connsiteY4" fmla="*/ 3239 h 13696"/>
                    <a:gd name="connsiteX5" fmla="*/ 26988 w 26987"/>
                    <a:gd name="connsiteY5" fmla="*/ 13696 h 13696"/>
                    <a:gd name="connsiteX6" fmla="*/ 0 w 26987"/>
                    <a:gd name="connsiteY6" fmla="*/ 13696 h 13696"/>
                    <a:gd name="connsiteX7" fmla="*/ 0 w 26987"/>
                    <a:gd name="connsiteY7" fmla="*/ 10458 h 13696"/>
                    <a:gd name="connsiteX8" fmla="*/ 26988 w 26987"/>
                    <a:gd name="connsiteY8" fmla="*/ 10458 h 13696"/>
                    <a:gd name="connsiteX9" fmla="*/ 26988 w 26987"/>
                    <a:gd name="connsiteY9" fmla="*/ 13696 h 13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987" h="13696">
                      <a:moveTo>
                        <a:pt x="26988" y="3239"/>
                      </a:moveTo>
                      <a:lnTo>
                        <a:pt x="0" y="3239"/>
                      </a:lnTo>
                      <a:lnTo>
                        <a:pt x="0" y="0"/>
                      </a:lnTo>
                      <a:lnTo>
                        <a:pt x="26988" y="0"/>
                      </a:lnTo>
                      <a:lnTo>
                        <a:pt x="26988" y="3239"/>
                      </a:lnTo>
                      <a:close/>
                      <a:moveTo>
                        <a:pt x="26988" y="13696"/>
                      </a:moveTo>
                      <a:lnTo>
                        <a:pt x="0" y="13696"/>
                      </a:lnTo>
                      <a:lnTo>
                        <a:pt x="0" y="10458"/>
                      </a:lnTo>
                      <a:lnTo>
                        <a:pt x="26988" y="10458"/>
                      </a:lnTo>
                      <a:lnTo>
                        <a:pt x="26988" y="13696"/>
                      </a:lnTo>
                      <a:close/>
                    </a:path>
                  </a:pathLst>
                </a:custGeom>
                <a:solidFill>
                  <a:srgbClr val="231F20"/>
                </a:solidFill>
                <a:ln w="2249" cap="flat">
                  <a:noFill/>
                  <a:prstDash val="solid"/>
                  <a:miter/>
                </a:ln>
              </p:spPr>
              <p:txBody>
                <a:bodyPr rtlCol="0" anchor="ctr"/>
                <a:lstStyle/>
                <a:p>
                  <a:endParaRPr lang="en-US"/>
                </a:p>
              </p:txBody>
            </p:sp>
            <p:sp>
              <p:nvSpPr>
                <p:cNvPr id="4184" name="Freeform 4183">
                  <a:extLst>
                    <a:ext uri="{FF2B5EF4-FFF2-40B4-BE49-F238E27FC236}">
                      <a16:creationId xmlns:a16="http://schemas.microsoft.com/office/drawing/2014/main" id="{B0FA59D1-F284-588B-7120-9CE0776C78AF}"/>
                    </a:ext>
                  </a:extLst>
                </p:cNvPr>
                <p:cNvSpPr/>
                <p:nvPr/>
              </p:nvSpPr>
              <p:spPr>
                <a:xfrm>
                  <a:off x="5294922" y="2382357"/>
                  <a:ext cx="24266" cy="37692"/>
                </a:xfrm>
                <a:custGeom>
                  <a:avLst/>
                  <a:gdLst>
                    <a:gd name="connsiteX0" fmla="*/ 23 w 24266"/>
                    <a:gd name="connsiteY0" fmla="*/ 23 h 37692"/>
                    <a:gd name="connsiteX1" fmla="*/ 24266 w 24266"/>
                    <a:gd name="connsiteY1" fmla="*/ 23 h 37692"/>
                    <a:gd name="connsiteX2" fmla="*/ 24266 w 24266"/>
                    <a:gd name="connsiteY2" fmla="*/ 3261 h 37692"/>
                    <a:gd name="connsiteX3" fmla="*/ 17295 w 24266"/>
                    <a:gd name="connsiteY3" fmla="*/ 12797 h 37692"/>
                    <a:gd name="connsiteX4" fmla="*/ 12594 w 24266"/>
                    <a:gd name="connsiteY4" fmla="*/ 22287 h 37692"/>
                    <a:gd name="connsiteX5" fmla="*/ 9873 w 24266"/>
                    <a:gd name="connsiteY5" fmla="*/ 30901 h 37692"/>
                    <a:gd name="connsiteX6" fmla="*/ 8816 w 24266"/>
                    <a:gd name="connsiteY6" fmla="*/ 37693 h 37692"/>
                    <a:gd name="connsiteX7" fmla="*/ 5038 w 24266"/>
                    <a:gd name="connsiteY7" fmla="*/ 37693 h 37692"/>
                    <a:gd name="connsiteX8" fmla="*/ 6680 w 24266"/>
                    <a:gd name="connsiteY8" fmla="*/ 28967 h 37692"/>
                    <a:gd name="connsiteX9" fmla="*/ 10098 w 24266"/>
                    <a:gd name="connsiteY9" fmla="*/ 19813 h 37692"/>
                    <a:gd name="connsiteX10" fmla="*/ 14731 w 24266"/>
                    <a:gd name="connsiteY10" fmla="*/ 11042 h 37692"/>
                    <a:gd name="connsiteX11" fmla="*/ 20083 w 24266"/>
                    <a:gd name="connsiteY11" fmla="*/ 3463 h 37692"/>
                    <a:gd name="connsiteX12" fmla="*/ 0 w 24266"/>
                    <a:gd name="connsiteY12" fmla="*/ 3463 h 37692"/>
                    <a:gd name="connsiteX13" fmla="*/ 0 w 24266"/>
                    <a:gd name="connsiteY13" fmla="*/ 0 h 37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4266" h="37692">
                      <a:moveTo>
                        <a:pt x="23" y="23"/>
                      </a:moveTo>
                      <a:lnTo>
                        <a:pt x="24266" y="23"/>
                      </a:lnTo>
                      <a:lnTo>
                        <a:pt x="24266" y="3261"/>
                      </a:lnTo>
                      <a:cubicBezTo>
                        <a:pt x="21523" y="6365"/>
                        <a:pt x="19206" y="9536"/>
                        <a:pt x="17295" y="12797"/>
                      </a:cubicBezTo>
                      <a:cubicBezTo>
                        <a:pt x="15383" y="16058"/>
                        <a:pt x="13831" y="19229"/>
                        <a:pt x="12594" y="22287"/>
                      </a:cubicBezTo>
                      <a:cubicBezTo>
                        <a:pt x="11357" y="25346"/>
                        <a:pt x="10458" y="28224"/>
                        <a:pt x="9873" y="30901"/>
                      </a:cubicBezTo>
                      <a:cubicBezTo>
                        <a:pt x="9288" y="33554"/>
                        <a:pt x="8929" y="35826"/>
                        <a:pt x="8816" y="37693"/>
                      </a:cubicBezTo>
                      <a:lnTo>
                        <a:pt x="5038" y="37693"/>
                      </a:lnTo>
                      <a:cubicBezTo>
                        <a:pt x="5218" y="34949"/>
                        <a:pt x="5757" y="32048"/>
                        <a:pt x="6680" y="28967"/>
                      </a:cubicBezTo>
                      <a:cubicBezTo>
                        <a:pt x="7601" y="25886"/>
                        <a:pt x="8748" y="22849"/>
                        <a:pt x="10098" y="19813"/>
                      </a:cubicBezTo>
                      <a:cubicBezTo>
                        <a:pt x="11470" y="16800"/>
                        <a:pt x="13022" y="13876"/>
                        <a:pt x="14731" y="11042"/>
                      </a:cubicBezTo>
                      <a:cubicBezTo>
                        <a:pt x="16463" y="8209"/>
                        <a:pt x="18239" y="5690"/>
                        <a:pt x="20083" y="3463"/>
                      </a:cubicBezTo>
                      <a:lnTo>
                        <a:pt x="0" y="3463"/>
                      </a:lnTo>
                      <a:lnTo>
                        <a:pt x="0" y="0"/>
                      </a:lnTo>
                      <a:close/>
                    </a:path>
                  </a:pathLst>
                </a:custGeom>
                <a:solidFill>
                  <a:srgbClr val="231F20"/>
                </a:solidFill>
                <a:ln w="2249" cap="flat">
                  <a:noFill/>
                  <a:prstDash val="solid"/>
                  <a:miter/>
                </a:ln>
              </p:spPr>
              <p:txBody>
                <a:bodyPr rtlCol="0" anchor="ctr"/>
                <a:lstStyle/>
                <a:p>
                  <a:endParaRPr lang="en-US"/>
                </a:p>
              </p:txBody>
            </p:sp>
            <p:sp>
              <p:nvSpPr>
                <p:cNvPr id="4185" name="Freeform 4184">
                  <a:extLst>
                    <a:ext uri="{FF2B5EF4-FFF2-40B4-BE49-F238E27FC236}">
                      <a16:creationId xmlns:a16="http://schemas.microsoft.com/office/drawing/2014/main" id="{28E09D9E-6DCC-8A85-BFC6-81F43A9E2C9F}"/>
                    </a:ext>
                  </a:extLst>
                </p:cNvPr>
                <p:cNvSpPr/>
                <p:nvPr/>
              </p:nvSpPr>
              <p:spPr>
                <a:xfrm>
                  <a:off x="5323843" y="2381997"/>
                  <a:ext cx="25773" cy="38817"/>
                </a:xfrm>
                <a:custGeom>
                  <a:avLst/>
                  <a:gdLst>
                    <a:gd name="connsiteX0" fmla="*/ 12932 w 25773"/>
                    <a:gd name="connsiteY0" fmla="*/ 0 h 38817"/>
                    <a:gd name="connsiteX1" fmla="*/ 17789 w 25773"/>
                    <a:gd name="connsiteY1" fmla="*/ 832 h 38817"/>
                    <a:gd name="connsiteX2" fmla="*/ 21275 w 25773"/>
                    <a:gd name="connsiteY2" fmla="*/ 3126 h 38817"/>
                    <a:gd name="connsiteX3" fmla="*/ 23592 w 25773"/>
                    <a:gd name="connsiteY3" fmla="*/ 6522 h 38817"/>
                    <a:gd name="connsiteX4" fmla="*/ 24964 w 25773"/>
                    <a:gd name="connsiteY4" fmla="*/ 10660 h 38817"/>
                    <a:gd name="connsiteX5" fmla="*/ 25616 w 25773"/>
                    <a:gd name="connsiteY5" fmla="*/ 15158 h 38817"/>
                    <a:gd name="connsiteX6" fmla="*/ 25773 w 25773"/>
                    <a:gd name="connsiteY6" fmla="*/ 19701 h 38817"/>
                    <a:gd name="connsiteX7" fmla="*/ 25234 w 25773"/>
                    <a:gd name="connsiteY7" fmla="*/ 26943 h 38817"/>
                    <a:gd name="connsiteX8" fmla="*/ 23254 w 25773"/>
                    <a:gd name="connsiteY8" fmla="*/ 33037 h 38817"/>
                    <a:gd name="connsiteX9" fmla="*/ 19341 w 25773"/>
                    <a:gd name="connsiteY9" fmla="*/ 37243 h 38817"/>
                    <a:gd name="connsiteX10" fmla="*/ 12909 w 25773"/>
                    <a:gd name="connsiteY10" fmla="*/ 38817 h 38817"/>
                    <a:gd name="connsiteX11" fmla="*/ 6455 w 25773"/>
                    <a:gd name="connsiteY11" fmla="*/ 37243 h 38817"/>
                    <a:gd name="connsiteX12" fmla="*/ 2519 w 25773"/>
                    <a:gd name="connsiteY12" fmla="*/ 33015 h 38817"/>
                    <a:gd name="connsiteX13" fmla="*/ 540 w 25773"/>
                    <a:gd name="connsiteY13" fmla="*/ 26808 h 38817"/>
                    <a:gd name="connsiteX14" fmla="*/ 0 w 25773"/>
                    <a:gd name="connsiteY14" fmla="*/ 19341 h 38817"/>
                    <a:gd name="connsiteX15" fmla="*/ 495 w 25773"/>
                    <a:gd name="connsiteY15" fmla="*/ 12279 h 38817"/>
                    <a:gd name="connsiteX16" fmla="*/ 2362 w 25773"/>
                    <a:gd name="connsiteY16" fmla="*/ 6095 h 38817"/>
                    <a:gd name="connsiteX17" fmla="*/ 6275 w 25773"/>
                    <a:gd name="connsiteY17" fmla="*/ 1687 h 38817"/>
                    <a:gd name="connsiteX18" fmla="*/ 12909 w 25773"/>
                    <a:gd name="connsiteY18" fmla="*/ 22 h 38817"/>
                    <a:gd name="connsiteX19" fmla="*/ 22332 w 25773"/>
                    <a:gd name="connsiteY19" fmla="*/ 19319 h 38817"/>
                    <a:gd name="connsiteX20" fmla="*/ 21972 w 25773"/>
                    <a:gd name="connsiteY20" fmla="*/ 13291 h 38817"/>
                    <a:gd name="connsiteX21" fmla="*/ 20601 w 25773"/>
                    <a:gd name="connsiteY21" fmla="*/ 8029 h 38817"/>
                    <a:gd name="connsiteX22" fmla="*/ 17722 w 25773"/>
                    <a:gd name="connsiteY22" fmla="*/ 4295 h 38817"/>
                    <a:gd name="connsiteX23" fmla="*/ 12842 w 25773"/>
                    <a:gd name="connsiteY23" fmla="*/ 2901 h 38817"/>
                    <a:gd name="connsiteX24" fmla="*/ 8164 w 25773"/>
                    <a:gd name="connsiteY24" fmla="*/ 4340 h 38817"/>
                    <a:gd name="connsiteX25" fmla="*/ 5330 w 25773"/>
                    <a:gd name="connsiteY25" fmla="*/ 8141 h 38817"/>
                    <a:gd name="connsiteX26" fmla="*/ 3891 w 25773"/>
                    <a:gd name="connsiteY26" fmla="*/ 13539 h 38817"/>
                    <a:gd name="connsiteX27" fmla="*/ 3486 w 25773"/>
                    <a:gd name="connsiteY27" fmla="*/ 19701 h 38817"/>
                    <a:gd name="connsiteX28" fmla="*/ 3936 w 25773"/>
                    <a:gd name="connsiteY28" fmla="*/ 26358 h 38817"/>
                    <a:gd name="connsiteX29" fmla="*/ 5465 w 25773"/>
                    <a:gd name="connsiteY29" fmla="*/ 31463 h 38817"/>
                    <a:gd name="connsiteX30" fmla="*/ 8344 w 25773"/>
                    <a:gd name="connsiteY30" fmla="*/ 34724 h 38817"/>
                    <a:gd name="connsiteX31" fmla="*/ 12909 w 25773"/>
                    <a:gd name="connsiteY31" fmla="*/ 35893 h 38817"/>
                    <a:gd name="connsiteX32" fmla="*/ 17857 w 25773"/>
                    <a:gd name="connsiteY32" fmla="*/ 34387 h 38817"/>
                    <a:gd name="connsiteX33" fmla="*/ 20691 w 25773"/>
                    <a:gd name="connsiteY33" fmla="*/ 30496 h 38817"/>
                    <a:gd name="connsiteX34" fmla="*/ 21995 w 25773"/>
                    <a:gd name="connsiteY34" fmla="*/ 25143 h 38817"/>
                    <a:gd name="connsiteX35" fmla="*/ 22310 w 25773"/>
                    <a:gd name="connsiteY35"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3" h="38817">
                      <a:moveTo>
                        <a:pt x="12932" y="0"/>
                      </a:moveTo>
                      <a:cubicBezTo>
                        <a:pt x="14798" y="0"/>
                        <a:pt x="16418" y="270"/>
                        <a:pt x="17789" y="832"/>
                      </a:cubicBezTo>
                      <a:cubicBezTo>
                        <a:pt x="19161" y="1394"/>
                        <a:pt x="20308" y="2159"/>
                        <a:pt x="21275" y="3126"/>
                      </a:cubicBezTo>
                      <a:cubicBezTo>
                        <a:pt x="22220" y="4093"/>
                        <a:pt x="23007" y="5240"/>
                        <a:pt x="23592" y="6522"/>
                      </a:cubicBezTo>
                      <a:cubicBezTo>
                        <a:pt x="24176" y="7826"/>
                        <a:pt x="24649" y="9198"/>
                        <a:pt x="24964" y="10660"/>
                      </a:cubicBezTo>
                      <a:cubicBezTo>
                        <a:pt x="25279" y="12122"/>
                        <a:pt x="25503" y="13629"/>
                        <a:pt x="25616" y="15158"/>
                      </a:cubicBezTo>
                      <a:cubicBezTo>
                        <a:pt x="25728" y="16687"/>
                        <a:pt x="25773" y="18217"/>
                        <a:pt x="25773" y="19701"/>
                      </a:cubicBezTo>
                      <a:cubicBezTo>
                        <a:pt x="25773" y="22220"/>
                        <a:pt x="25593" y="24626"/>
                        <a:pt x="25234" y="26943"/>
                      </a:cubicBezTo>
                      <a:cubicBezTo>
                        <a:pt x="24874" y="29236"/>
                        <a:pt x="24221" y="31283"/>
                        <a:pt x="23254" y="33037"/>
                      </a:cubicBezTo>
                      <a:cubicBezTo>
                        <a:pt x="22310" y="34791"/>
                        <a:pt x="21005" y="36208"/>
                        <a:pt x="19341" y="37243"/>
                      </a:cubicBezTo>
                      <a:cubicBezTo>
                        <a:pt x="17677" y="38277"/>
                        <a:pt x="15540" y="38817"/>
                        <a:pt x="12909" y="38817"/>
                      </a:cubicBezTo>
                      <a:cubicBezTo>
                        <a:pt x="10278" y="38817"/>
                        <a:pt x="8141" y="38300"/>
                        <a:pt x="6455" y="37243"/>
                      </a:cubicBezTo>
                      <a:cubicBezTo>
                        <a:pt x="4790" y="36208"/>
                        <a:pt x="3463" y="34791"/>
                        <a:pt x="2519" y="33015"/>
                      </a:cubicBezTo>
                      <a:cubicBezTo>
                        <a:pt x="1574" y="31238"/>
                        <a:pt x="900" y="29169"/>
                        <a:pt x="540" y="26808"/>
                      </a:cubicBezTo>
                      <a:cubicBezTo>
                        <a:pt x="180" y="24446"/>
                        <a:pt x="0" y="21950"/>
                        <a:pt x="0" y="19341"/>
                      </a:cubicBezTo>
                      <a:cubicBezTo>
                        <a:pt x="0" y="16935"/>
                        <a:pt x="158" y="14573"/>
                        <a:pt x="495" y="12279"/>
                      </a:cubicBezTo>
                      <a:cubicBezTo>
                        <a:pt x="810" y="9985"/>
                        <a:pt x="1439" y="7916"/>
                        <a:pt x="2362" y="6095"/>
                      </a:cubicBezTo>
                      <a:cubicBezTo>
                        <a:pt x="3284" y="4273"/>
                        <a:pt x="4588" y="2811"/>
                        <a:pt x="6275" y="1687"/>
                      </a:cubicBezTo>
                      <a:cubicBezTo>
                        <a:pt x="7961" y="562"/>
                        <a:pt x="10188" y="22"/>
                        <a:pt x="12909" y="22"/>
                      </a:cubicBezTo>
                      <a:close/>
                      <a:moveTo>
                        <a:pt x="22332" y="19319"/>
                      </a:moveTo>
                      <a:cubicBezTo>
                        <a:pt x="22332" y="17272"/>
                        <a:pt x="22220" y="15270"/>
                        <a:pt x="21972" y="13291"/>
                      </a:cubicBezTo>
                      <a:cubicBezTo>
                        <a:pt x="21725" y="11312"/>
                        <a:pt x="21275" y="9581"/>
                        <a:pt x="20601" y="8029"/>
                      </a:cubicBezTo>
                      <a:cubicBezTo>
                        <a:pt x="19926" y="6477"/>
                        <a:pt x="18959" y="5240"/>
                        <a:pt x="17722" y="4295"/>
                      </a:cubicBezTo>
                      <a:cubicBezTo>
                        <a:pt x="16485" y="3351"/>
                        <a:pt x="14843" y="2901"/>
                        <a:pt x="12842" y="2901"/>
                      </a:cubicBezTo>
                      <a:cubicBezTo>
                        <a:pt x="10930" y="2901"/>
                        <a:pt x="9378" y="3373"/>
                        <a:pt x="8164" y="4340"/>
                      </a:cubicBezTo>
                      <a:cubicBezTo>
                        <a:pt x="6949" y="5308"/>
                        <a:pt x="6005" y="6567"/>
                        <a:pt x="5330" y="8141"/>
                      </a:cubicBezTo>
                      <a:cubicBezTo>
                        <a:pt x="4655" y="9715"/>
                        <a:pt x="4161" y="11515"/>
                        <a:pt x="3891" y="13539"/>
                      </a:cubicBezTo>
                      <a:cubicBezTo>
                        <a:pt x="3621" y="15563"/>
                        <a:pt x="3486" y="17609"/>
                        <a:pt x="3486" y="19701"/>
                      </a:cubicBezTo>
                      <a:cubicBezTo>
                        <a:pt x="3486" y="22152"/>
                        <a:pt x="3644" y="24379"/>
                        <a:pt x="3936" y="26358"/>
                      </a:cubicBezTo>
                      <a:cubicBezTo>
                        <a:pt x="4251" y="28359"/>
                        <a:pt x="4746" y="30046"/>
                        <a:pt x="5465" y="31463"/>
                      </a:cubicBezTo>
                      <a:cubicBezTo>
                        <a:pt x="6185" y="32857"/>
                        <a:pt x="7152" y="33959"/>
                        <a:pt x="8344" y="34724"/>
                      </a:cubicBezTo>
                      <a:cubicBezTo>
                        <a:pt x="9558" y="35489"/>
                        <a:pt x="11065" y="35893"/>
                        <a:pt x="12909" y="35893"/>
                      </a:cubicBezTo>
                      <a:cubicBezTo>
                        <a:pt x="14956" y="35893"/>
                        <a:pt x="16597" y="35399"/>
                        <a:pt x="17857" y="34387"/>
                      </a:cubicBezTo>
                      <a:cubicBezTo>
                        <a:pt x="19094" y="33375"/>
                        <a:pt x="20038" y="32093"/>
                        <a:pt x="20691" y="30496"/>
                      </a:cubicBezTo>
                      <a:cubicBezTo>
                        <a:pt x="21343" y="28899"/>
                        <a:pt x="21770" y="27122"/>
                        <a:pt x="21995" y="25143"/>
                      </a:cubicBezTo>
                      <a:cubicBezTo>
                        <a:pt x="22220" y="23164"/>
                        <a:pt x="22310" y="21230"/>
                        <a:pt x="22310" y="19319"/>
                      </a:cubicBezTo>
                      <a:close/>
                    </a:path>
                  </a:pathLst>
                </a:custGeom>
                <a:solidFill>
                  <a:srgbClr val="231F20"/>
                </a:solidFill>
                <a:ln w="2249" cap="flat">
                  <a:noFill/>
                  <a:prstDash val="solid"/>
                  <a:miter/>
                </a:ln>
              </p:spPr>
              <p:txBody>
                <a:bodyPr rtlCol="0" anchor="ctr"/>
                <a:lstStyle/>
                <a:p>
                  <a:endParaRPr lang="en-US"/>
                </a:p>
              </p:txBody>
            </p:sp>
            <p:sp>
              <p:nvSpPr>
                <p:cNvPr id="4186" name="Freeform 4185">
                  <a:extLst>
                    <a:ext uri="{FF2B5EF4-FFF2-40B4-BE49-F238E27FC236}">
                      <a16:creationId xmlns:a16="http://schemas.microsoft.com/office/drawing/2014/main" id="{0894C553-EF26-206C-D7EB-ADAD2A0A14D8}"/>
                    </a:ext>
                  </a:extLst>
                </p:cNvPr>
                <p:cNvSpPr/>
                <p:nvPr/>
              </p:nvSpPr>
              <p:spPr>
                <a:xfrm>
                  <a:off x="5357286" y="2415305"/>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231F20"/>
                </a:solidFill>
                <a:ln w="2249" cap="flat">
                  <a:noFill/>
                  <a:prstDash val="solid"/>
                  <a:miter/>
                </a:ln>
              </p:spPr>
              <p:txBody>
                <a:bodyPr rtlCol="0" anchor="ctr"/>
                <a:lstStyle/>
                <a:p>
                  <a:endParaRPr lang="en-US"/>
                </a:p>
              </p:txBody>
            </p:sp>
            <p:sp>
              <p:nvSpPr>
                <p:cNvPr id="4187" name="Freeform 4186">
                  <a:extLst>
                    <a:ext uri="{FF2B5EF4-FFF2-40B4-BE49-F238E27FC236}">
                      <a16:creationId xmlns:a16="http://schemas.microsoft.com/office/drawing/2014/main" id="{1D5982CD-FE12-8FB4-07CB-1AAF2E9DF045}"/>
                    </a:ext>
                  </a:extLst>
                </p:cNvPr>
                <p:cNvSpPr/>
                <p:nvPr/>
              </p:nvSpPr>
              <p:spPr>
                <a:xfrm>
                  <a:off x="5373276" y="2381975"/>
                  <a:ext cx="13268" cy="38052"/>
                </a:xfrm>
                <a:custGeom>
                  <a:avLst/>
                  <a:gdLst>
                    <a:gd name="connsiteX0" fmla="*/ 9828 w 13268"/>
                    <a:gd name="connsiteY0" fmla="*/ 9783 h 38052"/>
                    <a:gd name="connsiteX1" fmla="*/ 0 w 13268"/>
                    <a:gd name="connsiteY1" fmla="*/ 9783 h 38052"/>
                    <a:gd name="connsiteX2" fmla="*/ 0 w 13268"/>
                    <a:gd name="connsiteY2" fmla="*/ 7512 h 38052"/>
                    <a:gd name="connsiteX3" fmla="*/ 3913 w 13268"/>
                    <a:gd name="connsiteY3" fmla="*/ 7084 h 38052"/>
                    <a:gd name="connsiteX4" fmla="*/ 6994 w 13268"/>
                    <a:gd name="connsiteY4" fmla="*/ 6050 h 38052"/>
                    <a:gd name="connsiteX5" fmla="*/ 9198 w 13268"/>
                    <a:gd name="connsiteY5" fmla="*/ 3868 h 38052"/>
                    <a:gd name="connsiteX6" fmla="*/ 10525 w 13268"/>
                    <a:gd name="connsiteY6" fmla="*/ 0 h 38052"/>
                    <a:gd name="connsiteX7" fmla="*/ 13269 w 13268"/>
                    <a:gd name="connsiteY7" fmla="*/ 0 h 38052"/>
                    <a:gd name="connsiteX8" fmla="*/ 13269 w 13268"/>
                    <a:gd name="connsiteY8" fmla="*/ 38052 h 38052"/>
                    <a:gd name="connsiteX9" fmla="*/ 9805 w 13268"/>
                    <a:gd name="connsiteY9" fmla="*/ 38052 h 38052"/>
                    <a:gd name="connsiteX10" fmla="*/ 9805 w 13268"/>
                    <a:gd name="connsiteY10" fmla="*/ 9760 h 380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268" h="38052">
                      <a:moveTo>
                        <a:pt x="9828" y="9783"/>
                      </a:moveTo>
                      <a:lnTo>
                        <a:pt x="0" y="9783"/>
                      </a:lnTo>
                      <a:lnTo>
                        <a:pt x="0" y="7512"/>
                      </a:lnTo>
                      <a:cubicBezTo>
                        <a:pt x="1439" y="7399"/>
                        <a:pt x="2744" y="7264"/>
                        <a:pt x="3913" y="7084"/>
                      </a:cubicBezTo>
                      <a:cubicBezTo>
                        <a:pt x="5083" y="6904"/>
                        <a:pt x="6117" y="6567"/>
                        <a:pt x="6994" y="6050"/>
                      </a:cubicBezTo>
                      <a:cubicBezTo>
                        <a:pt x="7871" y="5532"/>
                        <a:pt x="8613" y="4813"/>
                        <a:pt x="9198" y="3868"/>
                      </a:cubicBezTo>
                      <a:cubicBezTo>
                        <a:pt x="9783" y="2924"/>
                        <a:pt x="10233" y="1619"/>
                        <a:pt x="10525" y="0"/>
                      </a:cubicBezTo>
                      <a:lnTo>
                        <a:pt x="13269" y="0"/>
                      </a:lnTo>
                      <a:lnTo>
                        <a:pt x="13269" y="38052"/>
                      </a:lnTo>
                      <a:lnTo>
                        <a:pt x="9805" y="38052"/>
                      </a:lnTo>
                      <a:lnTo>
                        <a:pt x="9805" y="9760"/>
                      </a:lnTo>
                      <a:close/>
                    </a:path>
                  </a:pathLst>
                </a:custGeom>
                <a:solidFill>
                  <a:srgbClr val="231F20"/>
                </a:solidFill>
                <a:ln w="2249" cap="flat">
                  <a:noFill/>
                  <a:prstDash val="solid"/>
                  <a:miter/>
                </a:ln>
              </p:spPr>
              <p:txBody>
                <a:bodyPr rtlCol="0" anchor="ctr"/>
                <a:lstStyle/>
                <a:p>
                  <a:endParaRPr lang="en-US"/>
                </a:p>
              </p:txBody>
            </p:sp>
            <p:sp>
              <p:nvSpPr>
                <p:cNvPr id="4188" name="Freeform 4187">
                  <a:extLst>
                    <a:ext uri="{FF2B5EF4-FFF2-40B4-BE49-F238E27FC236}">
                      <a16:creationId xmlns:a16="http://schemas.microsoft.com/office/drawing/2014/main" id="{A17FCFBA-2660-D567-7441-6602D00C5797}"/>
                    </a:ext>
                  </a:extLst>
                </p:cNvPr>
                <p:cNvSpPr/>
                <p:nvPr/>
              </p:nvSpPr>
              <p:spPr>
                <a:xfrm>
                  <a:off x="5399139" y="2381996"/>
                  <a:ext cx="25255" cy="38818"/>
                </a:xfrm>
                <a:custGeom>
                  <a:avLst/>
                  <a:gdLst>
                    <a:gd name="connsiteX0" fmla="*/ 6679 w 25255"/>
                    <a:gd name="connsiteY0" fmla="*/ 17589 h 38818"/>
                    <a:gd name="connsiteX1" fmla="*/ 4273 w 25255"/>
                    <a:gd name="connsiteY1" fmla="*/ 15947 h 38818"/>
                    <a:gd name="connsiteX2" fmla="*/ 2631 w 25255"/>
                    <a:gd name="connsiteY2" fmla="*/ 14238 h 38818"/>
                    <a:gd name="connsiteX3" fmla="*/ 1687 w 25255"/>
                    <a:gd name="connsiteY3" fmla="*/ 12169 h 38818"/>
                    <a:gd name="connsiteX4" fmla="*/ 1394 w 25255"/>
                    <a:gd name="connsiteY4" fmla="*/ 9290 h 38818"/>
                    <a:gd name="connsiteX5" fmla="*/ 2249 w 25255"/>
                    <a:gd name="connsiteY5" fmla="*/ 5624 h 38818"/>
                    <a:gd name="connsiteX6" fmla="*/ 4565 w 25255"/>
                    <a:gd name="connsiteY6" fmla="*/ 2633 h 38818"/>
                    <a:gd name="connsiteX7" fmla="*/ 7984 w 25255"/>
                    <a:gd name="connsiteY7" fmla="*/ 654 h 38818"/>
                    <a:gd name="connsiteX8" fmla="*/ 12212 w 25255"/>
                    <a:gd name="connsiteY8" fmla="*/ 2 h 38818"/>
                    <a:gd name="connsiteX9" fmla="*/ 16440 w 25255"/>
                    <a:gd name="connsiteY9" fmla="*/ 541 h 38818"/>
                    <a:gd name="connsiteX10" fmla="*/ 20128 w 25255"/>
                    <a:gd name="connsiteY10" fmla="*/ 2206 h 38818"/>
                    <a:gd name="connsiteX11" fmla="*/ 22714 w 25255"/>
                    <a:gd name="connsiteY11" fmla="*/ 5084 h 38818"/>
                    <a:gd name="connsiteX12" fmla="*/ 23681 w 25255"/>
                    <a:gd name="connsiteY12" fmla="*/ 9267 h 38818"/>
                    <a:gd name="connsiteX13" fmla="*/ 22467 w 25255"/>
                    <a:gd name="connsiteY13" fmla="*/ 14350 h 38818"/>
                    <a:gd name="connsiteX14" fmla="*/ 18509 w 25255"/>
                    <a:gd name="connsiteY14" fmla="*/ 17813 h 38818"/>
                    <a:gd name="connsiteX15" fmla="*/ 23456 w 25255"/>
                    <a:gd name="connsiteY15" fmla="*/ 21434 h 38818"/>
                    <a:gd name="connsiteX16" fmla="*/ 25256 w 25255"/>
                    <a:gd name="connsiteY16" fmla="*/ 27259 h 38818"/>
                    <a:gd name="connsiteX17" fmla="*/ 24311 w 25255"/>
                    <a:gd name="connsiteY17" fmla="*/ 32229 h 38818"/>
                    <a:gd name="connsiteX18" fmla="*/ 21612 w 25255"/>
                    <a:gd name="connsiteY18" fmla="*/ 35850 h 38818"/>
                    <a:gd name="connsiteX19" fmla="*/ 17384 w 25255"/>
                    <a:gd name="connsiteY19" fmla="*/ 38054 h 38818"/>
                    <a:gd name="connsiteX20" fmla="*/ 11874 w 25255"/>
                    <a:gd name="connsiteY20" fmla="*/ 38819 h 38818"/>
                    <a:gd name="connsiteX21" fmla="*/ 7691 w 25255"/>
                    <a:gd name="connsiteY21" fmla="*/ 38122 h 38818"/>
                    <a:gd name="connsiteX22" fmla="*/ 3868 w 25255"/>
                    <a:gd name="connsiteY22" fmla="*/ 36007 h 38818"/>
                    <a:gd name="connsiteX23" fmla="*/ 1079 w 25255"/>
                    <a:gd name="connsiteY23" fmla="*/ 32499 h 38818"/>
                    <a:gd name="connsiteX24" fmla="*/ 0 w 25255"/>
                    <a:gd name="connsiteY24" fmla="*/ 27596 h 38818"/>
                    <a:gd name="connsiteX25" fmla="*/ 1709 w 25255"/>
                    <a:gd name="connsiteY25" fmla="*/ 21524 h 38818"/>
                    <a:gd name="connsiteX26" fmla="*/ 6657 w 25255"/>
                    <a:gd name="connsiteY26" fmla="*/ 17611 h 38818"/>
                    <a:gd name="connsiteX27" fmla="*/ 12729 w 25255"/>
                    <a:gd name="connsiteY27" fmla="*/ 19433 h 38818"/>
                    <a:gd name="connsiteX28" fmla="*/ 9063 w 25255"/>
                    <a:gd name="connsiteY28" fmla="*/ 19927 h 38818"/>
                    <a:gd name="connsiteX29" fmla="*/ 6140 w 25255"/>
                    <a:gd name="connsiteY29" fmla="*/ 21412 h 38818"/>
                    <a:gd name="connsiteX30" fmla="*/ 4206 w 25255"/>
                    <a:gd name="connsiteY30" fmla="*/ 23953 h 38818"/>
                    <a:gd name="connsiteX31" fmla="*/ 3508 w 25255"/>
                    <a:gd name="connsiteY31" fmla="*/ 27596 h 38818"/>
                    <a:gd name="connsiteX32" fmla="*/ 4183 w 25255"/>
                    <a:gd name="connsiteY32" fmla="*/ 30880 h 38818"/>
                    <a:gd name="connsiteX33" fmla="*/ 6072 w 25255"/>
                    <a:gd name="connsiteY33" fmla="*/ 33489 h 38818"/>
                    <a:gd name="connsiteX34" fmla="*/ 9041 w 25255"/>
                    <a:gd name="connsiteY34" fmla="*/ 35243 h 38818"/>
                    <a:gd name="connsiteX35" fmla="*/ 12954 w 25255"/>
                    <a:gd name="connsiteY35" fmla="*/ 35895 h 38818"/>
                    <a:gd name="connsiteX36" fmla="*/ 16462 w 25255"/>
                    <a:gd name="connsiteY36" fmla="*/ 35265 h 38818"/>
                    <a:gd name="connsiteX37" fmla="*/ 19296 w 25255"/>
                    <a:gd name="connsiteY37" fmla="*/ 33511 h 38818"/>
                    <a:gd name="connsiteX38" fmla="*/ 21185 w 25255"/>
                    <a:gd name="connsiteY38" fmla="*/ 30812 h 38818"/>
                    <a:gd name="connsiteX39" fmla="*/ 21860 w 25255"/>
                    <a:gd name="connsiteY39" fmla="*/ 27349 h 38818"/>
                    <a:gd name="connsiteX40" fmla="*/ 21163 w 25255"/>
                    <a:gd name="connsiteY40" fmla="*/ 23863 h 38818"/>
                    <a:gd name="connsiteX41" fmla="*/ 19228 w 25255"/>
                    <a:gd name="connsiteY41" fmla="*/ 21389 h 38818"/>
                    <a:gd name="connsiteX42" fmla="*/ 16305 w 25255"/>
                    <a:gd name="connsiteY42" fmla="*/ 19905 h 38818"/>
                    <a:gd name="connsiteX43" fmla="*/ 12751 w 25255"/>
                    <a:gd name="connsiteY43" fmla="*/ 19410 h 38818"/>
                    <a:gd name="connsiteX44" fmla="*/ 12572 w 25255"/>
                    <a:gd name="connsiteY44" fmla="*/ 2925 h 38818"/>
                    <a:gd name="connsiteX45" fmla="*/ 9558 w 25255"/>
                    <a:gd name="connsiteY45" fmla="*/ 3353 h 38818"/>
                    <a:gd name="connsiteX46" fmla="*/ 7107 w 25255"/>
                    <a:gd name="connsiteY46" fmla="*/ 4657 h 38818"/>
                    <a:gd name="connsiteX47" fmla="*/ 5465 w 25255"/>
                    <a:gd name="connsiteY47" fmla="*/ 6816 h 38818"/>
                    <a:gd name="connsiteX48" fmla="*/ 4880 w 25255"/>
                    <a:gd name="connsiteY48" fmla="*/ 9785 h 38818"/>
                    <a:gd name="connsiteX49" fmla="*/ 5555 w 25255"/>
                    <a:gd name="connsiteY49" fmla="*/ 12843 h 38818"/>
                    <a:gd name="connsiteX50" fmla="*/ 7354 w 25255"/>
                    <a:gd name="connsiteY50" fmla="*/ 14912 h 38818"/>
                    <a:gd name="connsiteX51" fmla="*/ 9940 w 25255"/>
                    <a:gd name="connsiteY51" fmla="*/ 16127 h 38818"/>
                    <a:gd name="connsiteX52" fmla="*/ 12954 w 25255"/>
                    <a:gd name="connsiteY52" fmla="*/ 16532 h 38818"/>
                    <a:gd name="connsiteX53" fmla="*/ 15878 w 25255"/>
                    <a:gd name="connsiteY53" fmla="*/ 16127 h 38818"/>
                    <a:gd name="connsiteX54" fmla="*/ 18194 w 25255"/>
                    <a:gd name="connsiteY54" fmla="*/ 14800 h 38818"/>
                    <a:gd name="connsiteX55" fmla="*/ 19723 w 25255"/>
                    <a:gd name="connsiteY55" fmla="*/ 12483 h 38818"/>
                    <a:gd name="connsiteX56" fmla="*/ 20285 w 25255"/>
                    <a:gd name="connsiteY56" fmla="*/ 9020 h 38818"/>
                    <a:gd name="connsiteX57" fmla="*/ 18396 w 25255"/>
                    <a:gd name="connsiteY57" fmla="*/ 4522 h 38818"/>
                    <a:gd name="connsiteX58" fmla="*/ 12572 w 25255"/>
                    <a:gd name="connsiteY58" fmla="*/ 2925 h 388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25255" h="38818">
                      <a:moveTo>
                        <a:pt x="6679" y="17589"/>
                      </a:moveTo>
                      <a:cubicBezTo>
                        <a:pt x="5735" y="17004"/>
                        <a:pt x="4948" y="16464"/>
                        <a:pt x="4273" y="15947"/>
                      </a:cubicBezTo>
                      <a:cubicBezTo>
                        <a:pt x="3598" y="15430"/>
                        <a:pt x="3059" y="14867"/>
                        <a:pt x="2631" y="14238"/>
                      </a:cubicBezTo>
                      <a:cubicBezTo>
                        <a:pt x="2204" y="13630"/>
                        <a:pt x="1889" y="12933"/>
                        <a:pt x="1687" y="12169"/>
                      </a:cubicBezTo>
                      <a:cubicBezTo>
                        <a:pt x="1484" y="11404"/>
                        <a:pt x="1394" y="10437"/>
                        <a:pt x="1394" y="9290"/>
                      </a:cubicBezTo>
                      <a:cubicBezTo>
                        <a:pt x="1394" y="7985"/>
                        <a:pt x="1687" y="6771"/>
                        <a:pt x="2249" y="5624"/>
                      </a:cubicBezTo>
                      <a:cubicBezTo>
                        <a:pt x="2834" y="4477"/>
                        <a:pt x="3598" y="3465"/>
                        <a:pt x="4565" y="2633"/>
                      </a:cubicBezTo>
                      <a:cubicBezTo>
                        <a:pt x="5532" y="1778"/>
                        <a:pt x="6679" y="1126"/>
                        <a:pt x="7984" y="654"/>
                      </a:cubicBezTo>
                      <a:cubicBezTo>
                        <a:pt x="9288" y="182"/>
                        <a:pt x="10705" y="-21"/>
                        <a:pt x="12212" y="2"/>
                      </a:cubicBezTo>
                      <a:cubicBezTo>
                        <a:pt x="13651" y="2"/>
                        <a:pt x="15068" y="182"/>
                        <a:pt x="16440" y="541"/>
                      </a:cubicBezTo>
                      <a:cubicBezTo>
                        <a:pt x="17834" y="901"/>
                        <a:pt x="19049" y="1463"/>
                        <a:pt x="20128" y="2206"/>
                      </a:cubicBezTo>
                      <a:cubicBezTo>
                        <a:pt x="21208" y="2948"/>
                        <a:pt x="22062" y="3915"/>
                        <a:pt x="22714" y="5084"/>
                      </a:cubicBezTo>
                      <a:cubicBezTo>
                        <a:pt x="23367" y="6254"/>
                        <a:pt x="23681" y="7648"/>
                        <a:pt x="23681" y="9267"/>
                      </a:cubicBezTo>
                      <a:cubicBezTo>
                        <a:pt x="23681" y="11246"/>
                        <a:pt x="23277" y="12933"/>
                        <a:pt x="22467" y="14350"/>
                      </a:cubicBezTo>
                      <a:cubicBezTo>
                        <a:pt x="21657" y="15744"/>
                        <a:pt x="20330" y="16914"/>
                        <a:pt x="18509" y="17813"/>
                      </a:cubicBezTo>
                      <a:cubicBezTo>
                        <a:pt x="20600" y="18578"/>
                        <a:pt x="22242" y="19770"/>
                        <a:pt x="23456" y="21434"/>
                      </a:cubicBezTo>
                      <a:cubicBezTo>
                        <a:pt x="24671" y="23098"/>
                        <a:pt x="25256" y="25033"/>
                        <a:pt x="25256" y="27259"/>
                      </a:cubicBezTo>
                      <a:cubicBezTo>
                        <a:pt x="25256" y="29126"/>
                        <a:pt x="24941" y="30790"/>
                        <a:pt x="24311" y="32229"/>
                      </a:cubicBezTo>
                      <a:cubicBezTo>
                        <a:pt x="23681" y="33669"/>
                        <a:pt x="22782" y="34883"/>
                        <a:pt x="21612" y="35850"/>
                      </a:cubicBezTo>
                      <a:cubicBezTo>
                        <a:pt x="20443" y="36817"/>
                        <a:pt x="19026" y="37559"/>
                        <a:pt x="17384" y="38054"/>
                      </a:cubicBezTo>
                      <a:cubicBezTo>
                        <a:pt x="15720" y="38549"/>
                        <a:pt x="13898" y="38819"/>
                        <a:pt x="11874" y="38819"/>
                      </a:cubicBezTo>
                      <a:cubicBezTo>
                        <a:pt x="10502" y="38819"/>
                        <a:pt x="9108" y="38594"/>
                        <a:pt x="7691" y="38122"/>
                      </a:cubicBezTo>
                      <a:cubicBezTo>
                        <a:pt x="6274" y="37649"/>
                        <a:pt x="4993" y="36952"/>
                        <a:pt x="3868" y="36007"/>
                      </a:cubicBezTo>
                      <a:cubicBezTo>
                        <a:pt x="2744" y="35063"/>
                        <a:pt x="1799" y="33893"/>
                        <a:pt x="1079" y="32499"/>
                      </a:cubicBezTo>
                      <a:cubicBezTo>
                        <a:pt x="360" y="31105"/>
                        <a:pt x="0" y="29463"/>
                        <a:pt x="0" y="27596"/>
                      </a:cubicBezTo>
                      <a:cubicBezTo>
                        <a:pt x="0" y="25325"/>
                        <a:pt x="562" y="23301"/>
                        <a:pt x="1709" y="21524"/>
                      </a:cubicBezTo>
                      <a:cubicBezTo>
                        <a:pt x="2856" y="19748"/>
                        <a:pt x="4498" y="18443"/>
                        <a:pt x="6657" y="17611"/>
                      </a:cubicBezTo>
                      <a:close/>
                      <a:moveTo>
                        <a:pt x="12729" y="19433"/>
                      </a:moveTo>
                      <a:cubicBezTo>
                        <a:pt x="11402" y="19433"/>
                        <a:pt x="10165" y="19590"/>
                        <a:pt x="9063" y="19927"/>
                      </a:cubicBezTo>
                      <a:cubicBezTo>
                        <a:pt x="7939" y="20242"/>
                        <a:pt x="6972" y="20737"/>
                        <a:pt x="6140" y="21412"/>
                      </a:cubicBezTo>
                      <a:cubicBezTo>
                        <a:pt x="5308" y="22086"/>
                        <a:pt x="4655" y="22919"/>
                        <a:pt x="4206" y="23953"/>
                      </a:cubicBezTo>
                      <a:cubicBezTo>
                        <a:pt x="3756" y="24988"/>
                        <a:pt x="3508" y="26202"/>
                        <a:pt x="3508" y="27596"/>
                      </a:cubicBezTo>
                      <a:cubicBezTo>
                        <a:pt x="3508" y="28788"/>
                        <a:pt x="3733" y="29890"/>
                        <a:pt x="4183" y="30880"/>
                      </a:cubicBezTo>
                      <a:cubicBezTo>
                        <a:pt x="4633" y="31892"/>
                        <a:pt x="5262" y="32769"/>
                        <a:pt x="6072" y="33489"/>
                      </a:cubicBezTo>
                      <a:cubicBezTo>
                        <a:pt x="6882" y="34208"/>
                        <a:pt x="7871" y="34816"/>
                        <a:pt x="9041" y="35243"/>
                      </a:cubicBezTo>
                      <a:cubicBezTo>
                        <a:pt x="10210" y="35670"/>
                        <a:pt x="11515" y="35895"/>
                        <a:pt x="12954" y="35895"/>
                      </a:cubicBezTo>
                      <a:cubicBezTo>
                        <a:pt x="14213" y="35895"/>
                        <a:pt x="15383" y="35693"/>
                        <a:pt x="16462" y="35265"/>
                      </a:cubicBezTo>
                      <a:cubicBezTo>
                        <a:pt x="17542" y="34838"/>
                        <a:pt x="18486" y="34276"/>
                        <a:pt x="19296" y="33511"/>
                      </a:cubicBezTo>
                      <a:cubicBezTo>
                        <a:pt x="20106" y="32747"/>
                        <a:pt x="20735" y="31847"/>
                        <a:pt x="21185" y="30812"/>
                      </a:cubicBezTo>
                      <a:cubicBezTo>
                        <a:pt x="21635" y="29778"/>
                        <a:pt x="21860" y="28608"/>
                        <a:pt x="21860" y="27349"/>
                      </a:cubicBezTo>
                      <a:cubicBezTo>
                        <a:pt x="21860" y="26022"/>
                        <a:pt x="21635" y="24853"/>
                        <a:pt x="21163" y="23863"/>
                      </a:cubicBezTo>
                      <a:cubicBezTo>
                        <a:pt x="20690" y="22874"/>
                        <a:pt x="20038" y="22041"/>
                        <a:pt x="19228" y="21389"/>
                      </a:cubicBezTo>
                      <a:cubicBezTo>
                        <a:pt x="18396" y="20715"/>
                        <a:pt x="17429" y="20220"/>
                        <a:pt x="16305" y="19905"/>
                      </a:cubicBezTo>
                      <a:cubicBezTo>
                        <a:pt x="15180" y="19590"/>
                        <a:pt x="14011" y="19410"/>
                        <a:pt x="12751" y="19410"/>
                      </a:cubicBezTo>
                      <a:close/>
                      <a:moveTo>
                        <a:pt x="12572" y="2925"/>
                      </a:moveTo>
                      <a:cubicBezTo>
                        <a:pt x="11492" y="2925"/>
                        <a:pt x="10480" y="3060"/>
                        <a:pt x="9558" y="3353"/>
                      </a:cubicBezTo>
                      <a:cubicBezTo>
                        <a:pt x="8613" y="3645"/>
                        <a:pt x="7804" y="4072"/>
                        <a:pt x="7107" y="4657"/>
                      </a:cubicBezTo>
                      <a:cubicBezTo>
                        <a:pt x="6409" y="5242"/>
                        <a:pt x="5847" y="5961"/>
                        <a:pt x="5465" y="6816"/>
                      </a:cubicBezTo>
                      <a:cubicBezTo>
                        <a:pt x="5060" y="7671"/>
                        <a:pt x="4880" y="8660"/>
                        <a:pt x="4880" y="9785"/>
                      </a:cubicBezTo>
                      <a:cubicBezTo>
                        <a:pt x="4880" y="10977"/>
                        <a:pt x="5105" y="11989"/>
                        <a:pt x="5555" y="12843"/>
                      </a:cubicBezTo>
                      <a:cubicBezTo>
                        <a:pt x="6005" y="13698"/>
                        <a:pt x="6612" y="14373"/>
                        <a:pt x="7354" y="14912"/>
                      </a:cubicBezTo>
                      <a:cubicBezTo>
                        <a:pt x="8119" y="15452"/>
                        <a:pt x="8973" y="15857"/>
                        <a:pt x="9940" y="16127"/>
                      </a:cubicBezTo>
                      <a:cubicBezTo>
                        <a:pt x="10907" y="16397"/>
                        <a:pt x="11919" y="16532"/>
                        <a:pt x="12954" y="16532"/>
                      </a:cubicBezTo>
                      <a:cubicBezTo>
                        <a:pt x="13988" y="16532"/>
                        <a:pt x="14978" y="16397"/>
                        <a:pt x="15878" y="16127"/>
                      </a:cubicBezTo>
                      <a:cubicBezTo>
                        <a:pt x="16777" y="15857"/>
                        <a:pt x="17542" y="15407"/>
                        <a:pt x="18194" y="14800"/>
                      </a:cubicBezTo>
                      <a:cubicBezTo>
                        <a:pt x="18846" y="14193"/>
                        <a:pt x="19363" y="13405"/>
                        <a:pt x="19723" y="12483"/>
                      </a:cubicBezTo>
                      <a:cubicBezTo>
                        <a:pt x="20083" y="11561"/>
                        <a:pt x="20285" y="10392"/>
                        <a:pt x="20285" y="9020"/>
                      </a:cubicBezTo>
                      <a:cubicBezTo>
                        <a:pt x="20285" y="7086"/>
                        <a:pt x="19656" y="5579"/>
                        <a:pt x="18396" y="4522"/>
                      </a:cubicBezTo>
                      <a:cubicBezTo>
                        <a:pt x="17137" y="3465"/>
                        <a:pt x="15203" y="2925"/>
                        <a:pt x="12572" y="2925"/>
                      </a:cubicBezTo>
                      <a:close/>
                    </a:path>
                  </a:pathLst>
                </a:custGeom>
                <a:solidFill>
                  <a:srgbClr val="231F20"/>
                </a:solidFill>
                <a:ln w="2249" cap="flat">
                  <a:noFill/>
                  <a:prstDash val="solid"/>
                  <a:miter/>
                </a:ln>
              </p:spPr>
              <p:txBody>
                <a:bodyPr rtlCol="0" anchor="ctr"/>
                <a:lstStyle/>
                <a:p>
                  <a:endParaRPr lang="en-US"/>
                </a:p>
              </p:txBody>
            </p:sp>
          </p:grpSp>
        </p:grpSp>
      </p:grpSp>
      <p:grpSp>
        <p:nvGrpSpPr>
          <p:cNvPr id="4306" name="Group 4305">
            <a:extLst>
              <a:ext uri="{FF2B5EF4-FFF2-40B4-BE49-F238E27FC236}">
                <a16:creationId xmlns:a16="http://schemas.microsoft.com/office/drawing/2014/main" id="{FB527461-8446-0F98-2084-1B3BC92A3F0C}"/>
              </a:ext>
            </a:extLst>
          </p:cNvPr>
          <p:cNvGrpSpPr/>
          <p:nvPr/>
        </p:nvGrpSpPr>
        <p:grpSpPr>
          <a:xfrm>
            <a:off x="1190979" y="1099323"/>
            <a:ext cx="9144000" cy="3277798"/>
            <a:chOff x="1200811" y="3271231"/>
            <a:chExt cx="9144000" cy="3277798"/>
          </a:xfrm>
        </p:grpSpPr>
        <p:grpSp>
          <p:nvGrpSpPr>
            <p:cNvPr id="3519" name="Group 3518">
              <a:extLst>
                <a:ext uri="{FF2B5EF4-FFF2-40B4-BE49-F238E27FC236}">
                  <a16:creationId xmlns:a16="http://schemas.microsoft.com/office/drawing/2014/main" id="{D8475A65-4A9F-A348-4FB9-5378995E841F}"/>
                </a:ext>
              </a:extLst>
            </p:cNvPr>
            <p:cNvGrpSpPr/>
            <p:nvPr/>
          </p:nvGrpSpPr>
          <p:grpSpPr>
            <a:xfrm>
              <a:off x="1200811" y="3271231"/>
              <a:ext cx="9144000" cy="3277798"/>
              <a:chOff x="1200811" y="3271231"/>
              <a:chExt cx="9144000" cy="3277798"/>
            </a:xfrm>
          </p:grpSpPr>
          <p:sp>
            <p:nvSpPr>
              <p:cNvPr id="3795" name="Freeform 3794">
                <a:extLst>
                  <a:ext uri="{FF2B5EF4-FFF2-40B4-BE49-F238E27FC236}">
                    <a16:creationId xmlns:a16="http://schemas.microsoft.com/office/drawing/2014/main" id="{737D8C5B-7937-229E-434D-3BF169EDB543}"/>
                  </a:ext>
                </a:extLst>
              </p:cNvPr>
              <p:cNvSpPr/>
              <p:nvPr/>
            </p:nvSpPr>
            <p:spPr>
              <a:xfrm>
                <a:off x="2316560" y="6202906"/>
                <a:ext cx="3360729" cy="8416"/>
              </a:xfrm>
              <a:custGeom>
                <a:avLst/>
                <a:gdLst>
                  <a:gd name="connsiteX0" fmla="*/ 0 w 897694"/>
                  <a:gd name="connsiteY0" fmla="*/ 0 h 2248"/>
                  <a:gd name="connsiteX1" fmla="*/ 897694 w 897694"/>
                  <a:gd name="connsiteY1" fmla="*/ 0 h 2248"/>
                </a:gdLst>
                <a:ahLst/>
                <a:cxnLst>
                  <a:cxn ang="0">
                    <a:pos x="connsiteX0" y="connsiteY0"/>
                  </a:cxn>
                  <a:cxn ang="0">
                    <a:pos x="connsiteX1" y="connsiteY1"/>
                  </a:cxn>
                </a:cxnLst>
                <a:rect l="l" t="t" r="r" b="b"/>
                <a:pathLst>
                  <a:path w="897694" h="2248">
                    <a:moveTo>
                      <a:pt x="0" y="0"/>
                    </a:moveTo>
                    <a:lnTo>
                      <a:pt x="897694" y="0"/>
                    </a:lnTo>
                  </a:path>
                </a:pathLst>
              </a:custGeom>
              <a:ln w="4498" cap="sq">
                <a:solidFill>
                  <a:srgbClr val="262626"/>
                </a:solidFill>
                <a:prstDash val="solid"/>
                <a:round/>
              </a:ln>
            </p:spPr>
            <p:txBody>
              <a:bodyPr rtlCol="0" anchor="ctr"/>
              <a:lstStyle/>
              <a:p>
                <a:endParaRPr lang="en-US"/>
              </a:p>
            </p:txBody>
          </p:sp>
          <p:grpSp>
            <p:nvGrpSpPr>
              <p:cNvPr id="3796" name="Graphic 4479">
                <a:extLst>
                  <a:ext uri="{FF2B5EF4-FFF2-40B4-BE49-F238E27FC236}">
                    <a16:creationId xmlns:a16="http://schemas.microsoft.com/office/drawing/2014/main" id="{2A9BCD93-1BF0-6849-F46A-5C17EFB12BB5}"/>
                  </a:ext>
                </a:extLst>
              </p:cNvPr>
              <p:cNvGrpSpPr/>
              <p:nvPr/>
            </p:nvGrpSpPr>
            <p:grpSpPr>
              <a:xfrm>
                <a:off x="2392169" y="6362370"/>
                <a:ext cx="906441" cy="186659"/>
                <a:chOff x="3588727" y="3029540"/>
                <a:chExt cx="242122" cy="49859"/>
              </a:xfrm>
              <a:solidFill>
                <a:srgbClr val="010101"/>
              </a:solidFill>
            </p:grpSpPr>
            <p:sp>
              <p:nvSpPr>
                <p:cNvPr id="3797" name="Freeform 3796">
                  <a:extLst>
                    <a:ext uri="{FF2B5EF4-FFF2-40B4-BE49-F238E27FC236}">
                      <a16:creationId xmlns:a16="http://schemas.microsoft.com/office/drawing/2014/main" id="{536AE0DE-EE95-FD54-483B-40EE601344ED}"/>
                    </a:ext>
                  </a:extLst>
                </p:cNvPr>
                <p:cNvSpPr/>
                <p:nvPr/>
              </p:nvSpPr>
              <p:spPr>
                <a:xfrm>
                  <a:off x="3588727" y="3039683"/>
                  <a:ext cx="24895" cy="29461"/>
                </a:xfrm>
                <a:custGeom>
                  <a:avLst/>
                  <a:gdLst>
                    <a:gd name="connsiteX0" fmla="*/ 21163 w 24895"/>
                    <a:gd name="connsiteY0" fmla="*/ 9558 h 29461"/>
                    <a:gd name="connsiteX1" fmla="*/ 18194 w 24895"/>
                    <a:gd name="connsiteY1" fmla="*/ 4678 h 29461"/>
                    <a:gd name="connsiteX2" fmla="*/ 12841 w 24895"/>
                    <a:gd name="connsiteY2" fmla="*/ 2924 h 29461"/>
                    <a:gd name="connsiteX3" fmla="*/ 8568 w 24895"/>
                    <a:gd name="connsiteY3" fmla="*/ 3958 h 29461"/>
                    <a:gd name="connsiteX4" fmla="*/ 5645 w 24895"/>
                    <a:gd name="connsiteY4" fmla="*/ 6679 h 29461"/>
                    <a:gd name="connsiteX5" fmla="*/ 3980 w 24895"/>
                    <a:gd name="connsiteY5" fmla="*/ 10503 h 29461"/>
                    <a:gd name="connsiteX6" fmla="*/ 3441 w 24895"/>
                    <a:gd name="connsiteY6" fmla="*/ 14798 h 29461"/>
                    <a:gd name="connsiteX7" fmla="*/ 3958 w 24895"/>
                    <a:gd name="connsiteY7" fmla="*/ 19116 h 29461"/>
                    <a:gd name="connsiteX8" fmla="*/ 5600 w 24895"/>
                    <a:gd name="connsiteY8" fmla="*/ 22894 h 29461"/>
                    <a:gd name="connsiteX9" fmla="*/ 8523 w 24895"/>
                    <a:gd name="connsiteY9" fmla="*/ 25571 h 29461"/>
                    <a:gd name="connsiteX10" fmla="*/ 12841 w 24895"/>
                    <a:gd name="connsiteY10" fmla="*/ 26560 h 29461"/>
                    <a:gd name="connsiteX11" fmla="*/ 18644 w 24895"/>
                    <a:gd name="connsiteY11" fmla="*/ 24559 h 29461"/>
                    <a:gd name="connsiteX12" fmla="*/ 21432 w 24895"/>
                    <a:gd name="connsiteY12" fmla="*/ 19049 h 29461"/>
                    <a:gd name="connsiteX13" fmla="*/ 24896 w 24895"/>
                    <a:gd name="connsiteY13" fmla="*/ 19049 h 29461"/>
                    <a:gd name="connsiteX14" fmla="*/ 23524 w 24895"/>
                    <a:gd name="connsiteY14" fmla="*/ 23277 h 29461"/>
                    <a:gd name="connsiteX15" fmla="*/ 21095 w 24895"/>
                    <a:gd name="connsiteY15" fmla="*/ 26560 h 29461"/>
                    <a:gd name="connsiteX16" fmla="*/ 17564 w 24895"/>
                    <a:gd name="connsiteY16" fmla="*/ 28697 h 29461"/>
                    <a:gd name="connsiteX17" fmla="*/ 12864 w 24895"/>
                    <a:gd name="connsiteY17" fmla="*/ 29461 h 29461"/>
                    <a:gd name="connsiteX18" fmla="*/ 7084 w 24895"/>
                    <a:gd name="connsiteY18" fmla="*/ 28337 h 29461"/>
                    <a:gd name="connsiteX19" fmla="*/ 3081 w 24895"/>
                    <a:gd name="connsiteY19" fmla="*/ 25233 h 29461"/>
                    <a:gd name="connsiteX20" fmla="*/ 765 w 24895"/>
                    <a:gd name="connsiteY20" fmla="*/ 20556 h 29461"/>
                    <a:gd name="connsiteX21" fmla="*/ 0 w 24895"/>
                    <a:gd name="connsiteY21" fmla="*/ 14776 h 29461"/>
                    <a:gd name="connsiteX22" fmla="*/ 832 w 24895"/>
                    <a:gd name="connsiteY22" fmla="*/ 9198 h 29461"/>
                    <a:gd name="connsiteX23" fmla="*/ 3283 w 24895"/>
                    <a:gd name="connsiteY23" fmla="*/ 4475 h 29461"/>
                    <a:gd name="connsiteX24" fmla="*/ 7309 w 24895"/>
                    <a:gd name="connsiteY24" fmla="*/ 1214 h 29461"/>
                    <a:gd name="connsiteX25" fmla="*/ 12841 w 24895"/>
                    <a:gd name="connsiteY25" fmla="*/ 0 h 29461"/>
                    <a:gd name="connsiteX26" fmla="*/ 20690 w 24895"/>
                    <a:gd name="connsiteY26" fmla="*/ 2316 h 29461"/>
                    <a:gd name="connsiteX27" fmla="*/ 24446 w 24895"/>
                    <a:gd name="connsiteY27" fmla="*/ 9558 h 29461"/>
                    <a:gd name="connsiteX28" fmla="*/ 21163 w 24895"/>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5" h="29461">
                      <a:moveTo>
                        <a:pt x="21163" y="9558"/>
                      </a:moveTo>
                      <a:cubicBezTo>
                        <a:pt x="20578" y="7467"/>
                        <a:pt x="19588" y="5847"/>
                        <a:pt x="18194" y="4678"/>
                      </a:cubicBezTo>
                      <a:cubicBezTo>
                        <a:pt x="16800" y="3508"/>
                        <a:pt x="15000" y="2924"/>
                        <a:pt x="12841" y="2924"/>
                      </a:cubicBezTo>
                      <a:cubicBezTo>
                        <a:pt x="11177" y="2924"/>
                        <a:pt x="9760" y="3261"/>
                        <a:pt x="8568" y="3958"/>
                      </a:cubicBezTo>
                      <a:cubicBezTo>
                        <a:pt x="7376" y="4633"/>
                        <a:pt x="6409" y="5555"/>
                        <a:pt x="5645" y="6679"/>
                      </a:cubicBezTo>
                      <a:cubicBezTo>
                        <a:pt x="4880" y="7804"/>
                        <a:pt x="4340" y="9086"/>
                        <a:pt x="3980" y="10503"/>
                      </a:cubicBezTo>
                      <a:cubicBezTo>
                        <a:pt x="3621" y="11920"/>
                        <a:pt x="3441" y="13359"/>
                        <a:pt x="3441" y="14798"/>
                      </a:cubicBezTo>
                      <a:cubicBezTo>
                        <a:pt x="3441" y="16237"/>
                        <a:pt x="3621" y="17722"/>
                        <a:pt x="3958" y="19116"/>
                      </a:cubicBezTo>
                      <a:cubicBezTo>
                        <a:pt x="4295" y="20510"/>
                        <a:pt x="4858" y="21770"/>
                        <a:pt x="5600" y="22894"/>
                      </a:cubicBezTo>
                      <a:cubicBezTo>
                        <a:pt x="6342" y="24019"/>
                        <a:pt x="7332" y="24896"/>
                        <a:pt x="8523" y="25571"/>
                      </a:cubicBezTo>
                      <a:cubicBezTo>
                        <a:pt x="9715" y="26245"/>
                        <a:pt x="11155" y="26560"/>
                        <a:pt x="12841" y="26560"/>
                      </a:cubicBezTo>
                      <a:cubicBezTo>
                        <a:pt x="15248" y="26560"/>
                        <a:pt x="17182" y="25886"/>
                        <a:pt x="18644" y="24559"/>
                      </a:cubicBezTo>
                      <a:cubicBezTo>
                        <a:pt x="20106" y="23232"/>
                        <a:pt x="21028" y="21388"/>
                        <a:pt x="21432" y="19049"/>
                      </a:cubicBezTo>
                      <a:lnTo>
                        <a:pt x="24896" y="19049"/>
                      </a:lnTo>
                      <a:cubicBezTo>
                        <a:pt x="24603" y="20600"/>
                        <a:pt x="24154" y="22017"/>
                        <a:pt x="23524" y="23277"/>
                      </a:cubicBezTo>
                      <a:cubicBezTo>
                        <a:pt x="22894" y="24559"/>
                        <a:pt x="22085" y="25661"/>
                        <a:pt x="21095" y="26560"/>
                      </a:cubicBezTo>
                      <a:cubicBezTo>
                        <a:pt x="20106" y="27482"/>
                        <a:pt x="18936" y="28179"/>
                        <a:pt x="17564" y="28697"/>
                      </a:cubicBezTo>
                      <a:cubicBezTo>
                        <a:pt x="16192" y="29192"/>
                        <a:pt x="14641" y="29461"/>
                        <a:pt x="12864" y="29461"/>
                      </a:cubicBezTo>
                      <a:cubicBezTo>
                        <a:pt x="10638" y="29461"/>
                        <a:pt x="8703" y="29079"/>
                        <a:pt x="7084" y="28337"/>
                      </a:cubicBezTo>
                      <a:cubicBezTo>
                        <a:pt x="5465" y="27595"/>
                        <a:pt x="4138" y="26538"/>
                        <a:pt x="3081" y="25233"/>
                      </a:cubicBezTo>
                      <a:cubicBezTo>
                        <a:pt x="2046" y="23929"/>
                        <a:pt x="1259" y="22355"/>
                        <a:pt x="765" y="20556"/>
                      </a:cubicBezTo>
                      <a:cubicBezTo>
                        <a:pt x="270" y="18756"/>
                        <a:pt x="0" y="16822"/>
                        <a:pt x="0" y="14776"/>
                      </a:cubicBezTo>
                      <a:cubicBezTo>
                        <a:pt x="0" y="12842"/>
                        <a:pt x="270" y="10975"/>
                        <a:pt x="832" y="9198"/>
                      </a:cubicBezTo>
                      <a:cubicBezTo>
                        <a:pt x="1394" y="7422"/>
                        <a:pt x="2204" y="5847"/>
                        <a:pt x="3283" y="4475"/>
                      </a:cubicBezTo>
                      <a:cubicBezTo>
                        <a:pt x="4363" y="3104"/>
                        <a:pt x="5712" y="2024"/>
                        <a:pt x="7309" y="1214"/>
                      </a:cubicBezTo>
                      <a:cubicBezTo>
                        <a:pt x="8906" y="405"/>
                        <a:pt x="10750" y="0"/>
                        <a:pt x="12841" y="0"/>
                      </a:cubicBezTo>
                      <a:cubicBezTo>
                        <a:pt x="16080" y="0"/>
                        <a:pt x="18689" y="765"/>
                        <a:pt x="20690" y="2316"/>
                      </a:cubicBezTo>
                      <a:cubicBezTo>
                        <a:pt x="22692" y="3868"/>
                        <a:pt x="23929" y="6275"/>
                        <a:pt x="24446" y="9558"/>
                      </a:cubicBezTo>
                      <a:lnTo>
                        <a:pt x="21163" y="9558"/>
                      </a:lnTo>
                      <a:close/>
                    </a:path>
                  </a:pathLst>
                </a:custGeom>
                <a:solidFill>
                  <a:srgbClr val="010101"/>
                </a:solidFill>
                <a:ln w="2249" cap="flat">
                  <a:noFill/>
                  <a:prstDash val="solid"/>
                  <a:miter/>
                </a:ln>
              </p:spPr>
              <p:txBody>
                <a:bodyPr rtlCol="0" anchor="ctr"/>
                <a:lstStyle/>
                <a:p>
                  <a:endParaRPr lang="en-US"/>
                </a:p>
              </p:txBody>
            </p:sp>
            <p:sp>
              <p:nvSpPr>
                <p:cNvPr id="3798" name="Freeform 3797">
                  <a:extLst>
                    <a:ext uri="{FF2B5EF4-FFF2-40B4-BE49-F238E27FC236}">
                      <a16:creationId xmlns:a16="http://schemas.microsoft.com/office/drawing/2014/main" id="{07E6D76B-AE70-1202-B6A1-B8E04C036F1D}"/>
                    </a:ext>
                  </a:extLst>
                </p:cNvPr>
                <p:cNvSpPr/>
                <p:nvPr/>
              </p:nvSpPr>
              <p:spPr>
                <a:xfrm>
                  <a:off x="3618256" y="3039660"/>
                  <a:ext cx="25907" cy="29483"/>
                </a:xfrm>
                <a:custGeom>
                  <a:avLst/>
                  <a:gdLst>
                    <a:gd name="connsiteX0" fmla="*/ 12954 w 25907"/>
                    <a:gd name="connsiteY0" fmla="*/ 29484 h 29483"/>
                    <a:gd name="connsiteX1" fmla="*/ 7916 w 25907"/>
                    <a:gd name="connsiteY1" fmla="*/ 28517 h 29483"/>
                    <a:gd name="connsiteX2" fmla="*/ 3823 w 25907"/>
                    <a:gd name="connsiteY2" fmla="*/ 25773 h 29483"/>
                    <a:gd name="connsiteX3" fmla="*/ 1034 w 25907"/>
                    <a:gd name="connsiteY3" fmla="*/ 21185 h 29483"/>
                    <a:gd name="connsiteX4" fmla="*/ 0 w 25907"/>
                    <a:gd name="connsiteY4" fmla="*/ 14753 h 29483"/>
                    <a:gd name="connsiteX5" fmla="*/ 810 w 25907"/>
                    <a:gd name="connsiteY5" fmla="*/ 8996 h 29483"/>
                    <a:gd name="connsiteX6" fmla="*/ 3238 w 25907"/>
                    <a:gd name="connsiteY6" fmla="*/ 4318 h 29483"/>
                    <a:gd name="connsiteX7" fmla="*/ 7287 w 25907"/>
                    <a:gd name="connsiteY7" fmla="*/ 1169 h 29483"/>
                    <a:gd name="connsiteX8" fmla="*/ 12954 w 25907"/>
                    <a:gd name="connsiteY8" fmla="*/ 0 h 29483"/>
                    <a:gd name="connsiteX9" fmla="*/ 18666 w 25907"/>
                    <a:gd name="connsiteY9" fmla="*/ 1169 h 29483"/>
                    <a:gd name="connsiteX10" fmla="*/ 22714 w 25907"/>
                    <a:gd name="connsiteY10" fmla="*/ 4295 h 29483"/>
                    <a:gd name="connsiteX11" fmla="*/ 25121 w 25907"/>
                    <a:gd name="connsiteY11" fmla="*/ 8973 h 29483"/>
                    <a:gd name="connsiteX12" fmla="*/ 25908 w 25907"/>
                    <a:gd name="connsiteY12" fmla="*/ 14753 h 29483"/>
                    <a:gd name="connsiteX13" fmla="*/ 24986 w 25907"/>
                    <a:gd name="connsiteY13" fmla="*/ 20803 h 29483"/>
                    <a:gd name="connsiteX14" fmla="*/ 22377 w 25907"/>
                    <a:gd name="connsiteY14" fmla="*/ 25436 h 29483"/>
                    <a:gd name="connsiteX15" fmla="*/ 18284 w 25907"/>
                    <a:gd name="connsiteY15" fmla="*/ 28427 h 29483"/>
                    <a:gd name="connsiteX16" fmla="*/ 12976 w 25907"/>
                    <a:gd name="connsiteY16" fmla="*/ 29484 h 29483"/>
                    <a:gd name="connsiteX17" fmla="*/ 22445 w 25907"/>
                    <a:gd name="connsiteY17" fmla="*/ 14753 h 29483"/>
                    <a:gd name="connsiteX18" fmla="*/ 21905 w 25907"/>
                    <a:gd name="connsiteY18" fmla="*/ 10120 h 29483"/>
                    <a:gd name="connsiteX19" fmla="*/ 20241 w 25907"/>
                    <a:gd name="connsiteY19" fmla="*/ 6365 h 29483"/>
                    <a:gd name="connsiteX20" fmla="*/ 17317 w 25907"/>
                    <a:gd name="connsiteY20" fmla="*/ 3846 h 29483"/>
                    <a:gd name="connsiteX21" fmla="*/ 12954 w 25907"/>
                    <a:gd name="connsiteY21" fmla="*/ 2924 h 29483"/>
                    <a:gd name="connsiteX22" fmla="*/ 8613 w 25907"/>
                    <a:gd name="connsiteY22" fmla="*/ 3913 h 29483"/>
                    <a:gd name="connsiteX23" fmla="*/ 5667 w 25907"/>
                    <a:gd name="connsiteY23" fmla="*/ 6567 h 29483"/>
                    <a:gd name="connsiteX24" fmla="*/ 4003 w 25907"/>
                    <a:gd name="connsiteY24" fmla="*/ 10345 h 29483"/>
                    <a:gd name="connsiteX25" fmla="*/ 3463 w 25907"/>
                    <a:gd name="connsiteY25" fmla="*/ 14753 h 29483"/>
                    <a:gd name="connsiteX26" fmla="*/ 4093 w 25907"/>
                    <a:gd name="connsiteY26" fmla="*/ 19521 h 29483"/>
                    <a:gd name="connsiteX27" fmla="*/ 5892 w 25907"/>
                    <a:gd name="connsiteY27" fmla="*/ 23277 h 29483"/>
                    <a:gd name="connsiteX28" fmla="*/ 8861 w 25907"/>
                    <a:gd name="connsiteY28" fmla="*/ 25706 h 29483"/>
                    <a:gd name="connsiteX29" fmla="*/ 12954 w 25907"/>
                    <a:gd name="connsiteY29" fmla="*/ 26560 h 29483"/>
                    <a:gd name="connsiteX30" fmla="*/ 17294 w 25907"/>
                    <a:gd name="connsiteY30" fmla="*/ 25571 h 29483"/>
                    <a:gd name="connsiteX31" fmla="*/ 20241 w 25907"/>
                    <a:gd name="connsiteY31" fmla="*/ 22894 h 29483"/>
                    <a:gd name="connsiteX32" fmla="*/ 21905 w 25907"/>
                    <a:gd name="connsiteY32" fmla="*/ 19116 h 29483"/>
                    <a:gd name="connsiteX33" fmla="*/ 22445 w 25907"/>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7" h="29483">
                      <a:moveTo>
                        <a:pt x="12954" y="29484"/>
                      </a:moveTo>
                      <a:cubicBezTo>
                        <a:pt x="11155" y="29439"/>
                        <a:pt x="9468" y="29124"/>
                        <a:pt x="7916" y="28517"/>
                      </a:cubicBezTo>
                      <a:cubicBezTo>
                        <a:pt x="6342" y="27910"/>
                        <a:pt x="4993" y="26987"/>
                        <a:pt x="3823" y="25773"/>
                      </a:cubicBezTo>
                      <a:cubicBezTo>
                        <a:pt x="2654" y="24559"/>
                        <a:pt x="1731" y="23029"/>
                        <a:pt x="1034" y="21185"/>
                      </a:cubicBezTo>
                      <a:cubicBezTo>
                        <a:pt x="360" y="19341"/>
                        <a:pt x="0" y="17205"/>
                        <a:pt x="0" y="14753"/>
                      </a:cubicBezTo>
                      <a:cubicBezTo>
                        <a:pt x="0" y="12707"/>
                        <a:pt x="270" y="10795"/>
                        <a:pt x="810" y="8996"/>
                      </a:cubicBezTo>
                      <a:cubicBezTo>
                        <a:pt x="1349" y="7219"/>
                        <a:pt x="2159" y="5667"/>
                        <a:pt x="3238" y="4318"/>
                      </a:cubicBezTo>
                      <a:cubicBezTo>
                        <a:pt x="4318" y="2991"/>
                        <a:pt x="5667" y="1934"/>
                        <a:pt x="7287" y="1169"/>
                      </a:cubicBezTo>
                      <a:cubicBezTo>
                        <a:pt x="8906" y="405"/>
                        <a:pt x="10795" y="0"/>
                        <a:pt x="12954" y="0"/>
                      </a:cubicBezTo>
                      <a:cubicBezTo>
                        <a:pt x="15113" y="0"/>
                        <a:pt x="17047" y="382"/>
                        <a:pt x="18666" y="1169"/>
                      </a:cubicBezTo>
                      <a:cubicBezTo>
                        <a:pt x="20285" y="1934"/>
                        <a:pt x="21635" y="2991"/>
                        <a:pt x="22714" y="4295"/>
                      </a:cubicBezTo>
                      <a:cubicBezTo>
                        <a:pt x="23794" y="5600"/>
                        <a:pt x="24603" y="7174"/>
                        <a:pt x="25121" y="8973"/>
                      </a:cubicBezTo>
                      <a:cubicBezTo>
                        <a:pt x="25638" y="10772"/>
                        <a:pt x="25908" y="12707"/>
                        <a:pt x="25908" y="14753"/>
                      </a:cubicBezTo>
                      <a:cubicBezTo>
                        <a:pt x="25908" y="16980"/>
                        <a:pt x="25593" y="19004"/>
                        <a:pt x="24986" y="20803"/>
                      </a:cubicBezTo>
                      <a:cubicBezTo>
                        <a:pt x="24379" y="22602"/>
                        <a:pt x="23502" y="24154"/>
                        <a:pt x="22377" y="25436"/>
                      </a:cubicBezTo>
                      <a:cubicBezTo>
                        <a:pt x="21253" y="26740"/>
                        <a:pt x="19881" y="27730"/>
                        <a:pt x="18284" y="28427"/>
                      </a:cubicBezTo>
                      <a:cubicBezTo>
                        <a:pt x="16687" y="29124"/>
                        <a:pt x="14911" y="29484"/>
                        <a:pt x="12976" y="29484"/>
                      </a:cubicBezTo>
                      <a:close/>
                      <a:moveTo>
                        <a:pt x="22445" y="14753"/>
                      </a:moveTo>
                      <a:cubicBezTo>
                        <a:pt x="22445" y="13089"/>
                        <a:pt x="22264" y="11560"/>
                        <a:pt x="21905" y="10120"/>
                      </a:cubicBezTo>
                      <a:cubicBezTo>
                        <a:pt x="21545" y="8681"/>
                        <a:pt x="20983" y="7422"/>
                        <a:pt x="20241" y="6365"/>
                      </a:cubicBezTo>
                      <a:cubicBezTo>
                        <a:pt x="19476" y="5308"/>
                        <a:pt x="18509" y="4475"/>
                        <a:pt x="17317" y="3846"/>
                      </a:cubicBezTo>
                      <a:cubicBezTo>
                        <a:pt x="16125" y="3238"/>
                        <a:pt x="14663" y="2924"/>
                        <a:pt x="12954" y="2924"/>
                      </a:cubicBezTo>
                      <a:cubicBezTo>
                        <a:pt x="11245" y="2924"/>
                        <a:pt x="9805" y="3261"/>
                        <a:pt x="8613" y="3913"/>
                      </a:cubicBezTo>
                      <a:cubicBezTo>
                        <a:pt x="7399" y="4588"/>
                        <a:pt x="6432" y="5465"/>
                        <a:pt x="5667" y="6567"/>
                      </a:cubicBezTo>
                      <a:cubicBezTo>
                        <a:pt x="4903" y="7669"/>
                        <a:pt x="4363" y="8928"/>
                        <a:pt x="4003" y="10345"/>
                      </a:cubicBezTo>
                      <a:cubicBezTo>
                        <a:pt x="3643" y="11762"/>
                        <a:pt x="3463" y="13224"/>
                        <a:pt x="3463" y="14753"/>
                      </a:cubicBezTo>
                      <a:cubicBezTo>
                        <a:pt x="3463" y="16485"/>
                        <a:pt x="3666" y="18082"/>
                        <a:pt x="4093" y="19521"/>
                      </a:cubicBezTo>
                      <a:cubicBezTo>
                        <a:pt x="4498" y="20983"/>
                        <a:pt x="5105" y="22220"/>
                        <a:pt x="5892" y="23277"/>
                      </a:cubicBezTo>
                      <a:cubicBezTo>
                        <a:pt x="6679" y="24334"/>
                        <a:pt x="7669" y="25121"/>
                        <a:pt x="8861" y="25706"/>
                      </a:cubicBezTo>
                      <a:cubicBezTo>
                        <a:pt x="10053" y="26290"/>
                        <a:pt x="11425" y="26560"/>
                        <a:pt x="12954" y="26560"/>
                      </a:cubicBezTo>
                      <a:cubicBezTo>
                        <a:pt x="14641" y="26560"/>
                        <a:pt x="16102" y="26223"/>
                        <a:pt x="17294" y="25571"/>
                      </a:cubicBezTo>
                      <a:cubicBezTo>
                        <a:pt x="18509" y="24896"/>
                        <a:pt x="19476" y="24019"/>
                        <a:pt x="20241" y="22894"/>
                      </a:cubicBezTo>
                      <a:cubicBezTo>
                        <a:pt x="21005" y="21770"/>
                        <a:pt x="21545" y="20510"/>
                        <a:pt x="21905" y="19116"/>
                      </a:cubicBezTo>
                      <a:cubicBezTo>
                        <a:pt x="22264" y="17722"/>
                        <a:pt x="22445" y="16260"/>
                        <a:pt x="22445" y="14753"/>
                      </a:cubicBezTo>
                      <a:close/>
                    </a:path>
                  </a:pathLst>
                </a:custGeom>
                <a:solidFill>
                  <a:srgbClr val="010101"/>
                </a:solidFill>
                <a:ln w="2249" cap="flat">
                  <a:noFill/>
                  <a:prstDash val="solid"/>
                  <a:miter/>
                </a:ln>
              </p:spPr>
              <p:txBody>
                <a:bodyPr rtlCol="0" anchor="ctr"/>
                <a:lstStyle/>
                <a:p>
                  <a:endParaRPr lang="en-US"/>
                </a:p>
              </p:txBody>
            </p:sp>
            <p:sp>
              <p:nvSpPr>
                <p:cNvPr id="3799" name="Freeform 3798">
                  <a:extLst>
                    <a:ext uri="{FF2B5EF4-FFF2-40B4-BE49-F238E27FC236}">
                      <a16:creationId xmlns:a16="http://schemas.microsoft.com/office/drawing/2014/main" id="{B6A01168-8459-C77E-9F3C-792C99F070F7}"/>
                    </a:ext>
                  </a:extLst>
                </p:cNvPr>
                <p:cNvSpPr/>
                <p:nvPr/>
              </p:nvSpPr>
              <p:spPr>
                <a:xfrm>
                  <a:off x="3649674" y="3039705"/>
                  <a:ext cx="38007" cy="28764"/>
                </a:xfrm>
                <a:custGeom>
                  <a:avLst/>
                  <a:gdLst>
                    <a:gd name="connsiteX0" fmla="*/ 3238 w 38007"/>
                    <a:gd name="connsiteY0" fmla="*/ 28697 h 28764"/>
                    <a:gd name="connsiteX1" fmla="*/ 0 w 38007"/>
                    <a:gd name="connsiteY1" fmla="*/ 28697 h 28764"/>
                    <a:gd name="connsiteX2" fmla="*/ 0 w 38007"/>
                    <a:gd name="connsiteY2" fmla="*/ 742 h 28764"/>
                    <a:gd name="connsiteX3" fmla="*/ 3238 w 38007"/>
                    <a:gd name="connsiteY3" fmla="*/ 742 h 28764"/>
                    <a:gd name="connsiteX4" fmla="*/ 3238 w 38007"/>
                    <a:gd name="connsiteY4" fmla="*/ 4948 h 28764"/>
                    <a:gd name="connsiteX5" fmla="*/ 3351 w 38007"/>
                    <a:gd name="connsiteY5" fmla="*/ 4948 h 28764"/>
                    <a:gd name="connsiteX6" fmla="*/ 6904 w 38007"/>
                    <a:gd name="connsiteY6" fmla="*/ 1259 h 28764"/>
                    <a:gd name="connsiteX7" fmla="*/ 11987 w 38007"/>
                    <a:gd name="connsiteY7" fmla="*/ 0 h 28764"/>
                    <a:gd name="connsiteX8" fmla="*/ 15271 w 38007"/>
                    <a:gd name="connsiteY8" fmla="*/ 427 h 28764"/>
                    <a:gd name="connsiteX9" fmla="*/ 17564 w 38007"/>
                    <a:gd name="connsiteY9" fmla="*/ 1597 h 28764"/>
                    <a:gd name="connsiteX10" fmla="*/ 19139 w 38007"/>
                    <a:gd name="connsiteY10" fmla="*/ 3306 h 28764"/>
                    <a:gd name="connsiteX11" fmla="*/ 20196 w 38007"/>
                    <a:gd name="connsiteY11" fmla="*/ 5420 h 28764"/>
                    <a:gd name="connsiteX12" fmla="*/ 23951 w 38007"/>
                    <a:gd name="connsiteY12" fmla="*/ 1349 h 28764"/>
                    <a:gd name="connsiteX13" fmla="*/ 29327 w 38007"/>
                    <a:gd name="connsiteY13" fmla="*/ 23 h 28764"/>
                    <a:gd name="connsiteX14" fmla="*/ 33892 w 38007"/>
                    <a:gd name="connsiteY14" fmla="*/ 967 h 28764"/>
                    <a:gd name="connsiteX15" fmla="*/ 36501 w 38007"/>
                    <a:gd name="connsiteY15" fmla="*/ 3441 h 28764"/>
                    <a:gd name="connsiteX16" fmla="*/ 37715 w 38007"/>
                    <a:gd name="connsiteY16" fmla="*/ 6972 h 28764"/>
                    <a:gd name="connsiteX17" fmla="*/ 38007 w 38007"/>
                    <a:gd name="connsiteY17" fmla="*/ 11065 h 28764"/>
                    <a:gd name="connsiteX18" fmla="*/ 38007 w 38007"/>
                    <a:gd name="connsiteY18" fmla="*/ 28719 h 28764"/>
                    <a:gd name="connsiteX19" fmla="*/ 34769 w 38007"/>
                    <a:gd name="connsiteY19" fmla="*/ 28719 h 28764"/>
                    <a:gd name="connsiteX20" fmla="*/ 34769 w 38007"/>
                    <a:gd name="connsiteY20" fmla="*/ 9401 h 28764"/>
                    <a:gd name="connsiteX21" fmla="*/ 33510 w 38007"/>
                    <a:gd name="connsiteY21" fmla="*/ 4655 h 28764"/>
                    <a:gd name="connsiteX22" fmla="*/ 28787 w 38007"/>
                    <a:gd name="connsiteY22" fmla="*/ 2924 h 28764"/>
                    <a:gd name="connsiteX23" fmla="*/ 25368 w 38007"/>
                    <a:gd name="connsiteY23" fmla="*/ 3711 h 28764"/>
                    <a:gd name="connsiteX24" fmla="*/ 22490 w 38007"/>
                    <a:gd name="connsiteY24" fmla="*/ 6117 h 28764"/>
                    <a:gd name="connsiteX25" fmla="*/ 21590 w 38007"/>
                    <a:gd name="connsiteY25" fmla="*/ 7759 h 28764"/>
                    <a:gd name="connsiteX26" fmla="*/ 21028 w 38007"/>
                    <a:gd name="connsiteY26" fmla="*/ 9738 h 28764"/>
                    <a:gd name="connsiteX27" fmla="*/ 20735 w 38007"/>
                    <a:gd name="connsiteY27" fmla="*/ 11785 h 28764"/>
                    <a:gd name="connsiteX28" fmla="*/ 20645 w 38007"/>
                    <a:gd name="connsiteY28" fmla="*/ 13674 h 28764"/>
                    <a:gd name="connsiteX29" fmla="*/ 20645 w 38007"/>
                    <a:gd name="connsiteY29" fmla="*/ 28742 h 28764"/>
                    <a:gd name="connsiteX30" fmla="*/ 17407 w 38007"/>
                    <a:gd name="connsiteY30" fmla="*/ 28742 h 28764"/>
                    <a:gd name="connsiteX31" fmla="*/ 17407 w 38007"/>
                    <a:gd name="connsiteY31" fmla="*/ 9423 h 28764"/>
                    <a:gd name="connsiteX32" fmla="*/ 16147 w 38007"/>
                    <a:gd name="connsiteY32" fmla="*/ 4678 h 28764"/>
                    <a:gd name="connsiteX33" fmla="*/ 11425 w 38007"/>
                    <a:gd name="connsiteY33" fmla="*/ 2946 h 28764"/>
                    <a:gd name="connsiteX34" fmla="*/ 8006 w 38007"/>
                    <a:gd name="connsiteY34" fmla="*/ 3733 h 28764"/>
                    <a:gd name="connsiteX35" fmla="*/ 5128 w 38007"/>
                    <a:gd name="connsiteY35" fmla="*/ 6140 h 28764"/>
                    <a:gd name="connsiteX36" fmla="*/ 4228 w 38007"/>
                    <a:gd name="connsiteY36" fmla="*/ 7781 h 28764"/>
                    <a:gd name="connsiteX37" fmla="*/ 3666 w 38007"/>
                    <a:gd name="connsiteY37" fmla="*/ 9760 h 28764"/>
                    <a:gd name="connsiteX38" fmla="*/ 3373 w 38007"/>
                    <a:gd name="connsiteY38" fmla="*/ 11807 h 28764"/>
                    <a:gd name="connsiteX39" fmla="*/ 3283 w 38007"/>
                    <a:gd name="connsiteY39" fmla="*/ 13696 h 28764"/>
                    <a:gd name="connsiteX40" fmla="*/ 3283 w 38007"/>
                    <a:gd name="connsiteY40" fmla="*/ 28764 h 28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38007" h="28764">
                      <a:moveTo>
                        <a:pt x="3238" y="28697"/>
                      </a:moveTo>
                      <a:lnTo>
                        <a:pt x="0" y="28697"/>
                      </a:lnTo>
                      <a:lnTo>
                        <a:pt x="0" y="742"/>
                      </a:lnTo>
                      <a:lnTo>
                        <a:pt x="3238" y="742"/>
                      </a:lnTo>
                      <a:lnTo>
                        <a:pt x="3238" y="4948"/>
                      </a:lnTo>
                      <a:lnTo>
                        <a:pt x="3351" y="4948"/>
                      </a:lnTo>
                      <a:cubicBezTo>
                        <a:pt x="4183" y="3328"/>
                        <a:pt x="5375" y="2092"/>
                        <a:pt x="6904" y="1259"/>
                      </a:cubicBezTo>
                      <a:cubicBezTo>
                        <a:pt x="8456" y="405"/>
                        <a:pt x="10143" y="0"/>
                        <a:pt x="11987" y="0"/>
                      </a:cubicBezTo>
                      <a:cubicBezTo>
                        <a:pt x="13291" y="0"/>
                        <a:pt x="14371" y="135"/>
                        <a:pt x="15271" y="427"/>
                      </a:cubicBezTo>
                      <a:cubicBezTo>
                        <a:pt x="16170" y="720"/>
                        <a:pt x="16935" y="1102"/>
                        <a:pt x="17564" y="1597"/>
                      </a:cubicBezTo>
                      <a:cubicBezTo>
                        <a:pt x="18194" y="2092"/>
                        <a:pt x="18711" y="2654"/>
                        <a:pt x="19139" y="3306"/>
                      </a:cubicBezTo>
                      <a:cubicBezTo>
                        <a:pt x="19543" y="3958"/>
                        <a:pt x="19903" y="4655"/>
                        <a:pt x="20196" y="5420"/>
                      </a:cubicBezTo>
                      <a:cubicBezTo>
                        <a:pt x="21140" y="3576"/>
                        <a:pt x="22377" y="2226"/>
                        <a:pt x="23951" y="1349"/>
                      </a:cubicBezTo>
                      <a:cubicBezTo>
                        <a:pt x="25526" y="472"/>
                        <a:pt x="27302" y="23"/>
                        <a:pt x="29327" y="23"/>
                      </a:cubicBezTo>
                      <a:cubicBezTo>
                        <a:pt x="31238" y="23"/>
                        <a:pt x="32745" y="337"/>
                        <a:pt x="33892" y="967"/>
                      </a:cubicBezTo>
                      <a:cubicBezTo>
                        <a:pt x="35016" y="1597"/>
                        <a:pt x="35893" y="2429"/>
                        <a:pt x="36501" y="3441"/>
                      </a:cubicBezTo>
                      <a:cubicBezTo>
                        <a:pt x="37108" y="4453"/>
                        <a:pt x="37512" y="5645"/>
                        <a:pt x="37715" y="6972"/>
                      </a:cubicBezTo>
                      <a:cubicBezTo>
                        <a:pt x="37917" y="8299"/>
                        <a:pt x="38007" y="9670"/>
                        <a:pt x="38007" y="11065"/>
                      </a:cubicBezTo>
                      <a:lnTo>
                        <a:pt x="38007" y="28719"/>
                      </a:lnTo>
                      <a:lnTo>
                        <a:pt x="34769" y="28719"/>
                      </a:lnTo>
                      <a:lnTo>
                        <a:pt x="34769" y="9401"/>
                      </a:lnTo>
                      <a:cubicBezTo>
                        <a:pt x="34769" y="7377"/>
                        <a:pt x="34342" y="5802"/>
                        <a:pt x="33510" y="4655"/>
                      </a:cubicBezTo>
                      <a:cubicBezTo>
                        <a:pt x="32655" y="3508"/>
                        <a:pt x="31080" y="2924"/>
                        <a:pt x="28787" y="2924"/>
                      </a:cubicBezTo>
                      <a:cubicBezTo>
                        <a:pt x="27595" y="2924"/>
                        <a:pt x="26448" y="3193"/>
                        <a:pt x="25368" y="3711"/>
                      </a:cubicBezTo>
                      <a:cubicBezTo>
                        <a:pt x="24266" y="4228"/>
                        <a:pt x="23299" y="5038"/>
                        <a:pt x="22490" y="6117"/>
                      </a:cubicBezTo>
                      <a:cubicBezTo>
                        <a:pt x="22130" y="6589"/>
                        <a:pt x="21837" y="7129"/>
                        <a:pt x="21590" y="7759"/>
                      </a:cubicBezTo>
                      <a:cubicBezTo>
                        <a:pt x="21365" y="8389"/>
                        <a:pt x="21163" y="9041"/>
                        <a:pt x="21028" y="9738"/>
                      </a:cubicBezTo>
                      <a:cubicBezTo>
                        <a:pt x="20893" y="10413"/>
                        <a:pt x="20780" y="11110"/>
                        <a:pt x="20735" y="11785"/>
                      </a:cubicBezTo>
                      <a:cubicBezTo>
                        <a:pt x="20690" y="12459"/>
                        <a:pt x="20645" y="13089"/>
                        <a:pt x="20645" y="13674"/>
                      </a:cubicBezTo>
                      <a:lnTo>
                        <a:pt x="20645" y="28742"/>
                      </a:lnTo>
                      <a:lnTo>
                        <a:pt x="17407" y="28742"/>
                      </a:lnTo>
                      <a:lnTo>
                        <a:pt x="17407" y="9423"/>
                      </a:lnTo>
                      <a:cubicBezTo>
                        <a:pt x="17407" y="7399"/>
                        <a:pt x="16979" y="5825"/>
                        <a:pt x="16147" y="4678"/>
                      </a:cubicBezTo>
                      <a:cubicBezTo>
                        <a:pt x="15293" y="3531"/>
                        <a:pt x="13719" y="2946"/>
                        <a:pt x="11425" y="2946"/>
                      </a:cubicBezTo>
                      <a:cubicBezTo>
                        <a:pt x="10233" y="2946"/>
                        <a:pt x="9086" y="3216"/>
                        <a:pt x="8006" y="3733"/>
                      </a:cubicBezTo>
                      <a:cubicBezTo>
                        <a:pt x="6904" y="4250"/>
                        <a:pt x="5937" y="5060"/>
                        <a:pt x="5128" y="6140"/>
                      </a:cubicBezTo>
                      <a:cubicBezTo>
                        <a:pt x="4768" y="6612"/>
                        <a:pt x="4475" y="7152"/>
                        <a:pt x="4228" y="7781"/>
                      </a:cubicBezTo>
                      <a:cubicBezTo>
                        <a:pt x="4003" y="8411"/>
                        <a:pt x="3801" y="9063"/>
                        <a:pt x="3666" y="9760"/>
                      </a:cubicBezTo>
                      <a:cubicBezTo>
                        <a:pt x="3531" y="10435"/>
                        <a:pt x="3418" y="11132"/>
                        <a:pt x="3373" y="11807"/>
                      </a:cubicBezTo>
                      <a:cubicBezTo>
                        <a:pt x="3328" y="12482"/>
                        <a:pt x="3283" y="13111"/>
                        <a:pt x="3283" y="13696"/>
                      </a:cubicBezTo>
                      <a:lnTo>
                        <a:pt x="3283" y="28764"/>
                      </a:lnTo>
                      <a:close/>
                    </a:path>
                  </a:pathLst>
                </a:custGeom>
                <a:solidFill>
                  <a:srgbClr val="010101"/>
                </a:solidFill>
                <a:ln w="2249" cap="flat">
                  <a:noFill/>
                  <a:prstDash val="solid"/>
                  <a:miter/>
                </a:ln>
              </p:spPr>
              <p:txBody>
                <a:bodyPr rtlCol="0" anchor="ctr"/>
                <a:lstStyle/>
                <a:p>
                  <a:endParaRPr lang="en-US"/>
                </a:p>
              </p:txBody>
            </p:sp>
            <p:sp>
              <p:nvSpPr>
                <p:cNvPr id="3800" name="Freeform 3799">
                  <a:extLst>
                    <a:ext uri="{FF2B5EF4-FFF2-40B4-BE49-F238E27FC236}">
                      <a16:creationId xmlns:a16="http://schemas.microsoft.com/office/drawing/2014/main" id="{E52259D2-1815-8288-6129-6EE149FFBA28}"/>
                    </a:ext>
                  </a:extLst>
                </p:cNvPr>
                <p:cNvSpPr/>
                <p:nvPr/>
              </p:nvSpPr>
              <p:spPr>
                <a:xfrm>
                  <a:off x="3695440" y="3039660"/>
                  <a:ext cx="25683" cy="39739"/>
                </a:xfrm>
                <a:custGeom>
                  <a:avLst/>
                  <a:gdLst>
                    <a:gd name="connsiteX0" fmla="*/ 3239 w 25683"/>
                    <a:gd name="connsiteY0" fmla="*/ 39739 h 39739"/>
                    <a:gd name="connsiteX1" fmla="*/ 0 w 25683"/>
                    <a:gd name="connsiteY1" fmla="*/ 39739 h 39739"/>
                    <a:gd name="connsiteX2" fmla="*/ 0 w 25683"/>
                    <a:gd name="connsiteY2" fmla="*/ 765 h 39739"/>
                    <a:gd name="connsiteX3" fmla="*/ 3239 w 25683"/>
                    <a:gd name="connsiteY3" fmla="*/ 765 h 39739"/>
                    <a:gd name="connsiteX4" fmla="*/ 3239 w 25683"/>
                    <a:gd name="connsiteY4" fmla="*/ 5667 h 39739"/>
                    <a:gd name="connsiteX5" fmla="*/ 3351 w 25683"/>
                    <a:gd name="connsiteY5" fmla="*/ 5667 h 39739"/>
                    <a:gd name="connsiteX6" fmla="*/ 5150 w 25683"/>
                    <a:gd name="connsiteY6" fmla="*/ 3238 h 39739"/>
                    <a:gd name="connsiteX7" fmla="*/ 7579 w 25683"/>
                    <a:gd name="connsiteY7" fmla="*/ 1462 h 39739"/>
                    <a:gd name="connsiteX8" fmla="*/ 10300 w 25683"/>
                    <a:gd name="connsiteY8" fmla="*/ 382 h 39739"/>
                    <a:gd name="connsiteX9" fmla="*/ 13044 w 25683"/>
                    <a:gd name="connsiteY9" fmla="*/ 0 h 39739"/>
                    <a:gd name="connsiteX10" fmla="*/ 18824 w 25683"/>
                    <a:gd name="connsiteY10" fmla="*/ 1124 h 39739"/>
                    <a:gd name="connsiteX11" fmla="*/ 22737 w 25683"/>
                    <a:gd name="connsiteY11" fmla="*/ 4228 h 39739"/>
                    <a:gd name="connsiteX12" fmla="*/ 24986 w 25683"/>
                    <a:gd name="connsiteY12" fmla="*/ 8906 h 39739"/>
                    <a:gd name="connsiteX13" fmla="*/ 25683 w 25683"/>
                    <a:gd name="connsiteY13" fmla="*/ 14686 h 39739"/>
                    <a:gd name="connsiteX14" fmla="*/ 24918 w 25683"/>
                    <a:gd name="connsiteY14" fmla="*/ 20308 h 39739"/>
                    <a:gd name="connsiteX15" fmla="*/ 22625 w 25683"/>
                    <a:gd name="connsiteY15" fmla="*/ 25031 h 39739"/>
                    <a:gd name="connsiteX16" fmla="*/ 18734 w 25683"/>
                    <a:gd name="connsiteY16" fmla="*/ 28269 h 39739"/>
                    <a:gd name="connsiteX17" fmla="*/ 13201 w 25683"/>
                    <a:gd name="connsiteY17" fmla="*/ 29484 h 39739"/>
                    <a:gd name="connsiteX18" fmla="*/ 7511 w 25683"/>
                    <a:gd name="connsiteY18" fmla="*/ 28157 h 39739"/>
                    <a:gd name="connsiteX19" fmla="*/ 3216 w 25683"/>
                    <a:gd name="connsiteY19" fmla="*/ 24244 h 39739"/>
                    <a:gd name="connsiteX20" fmla="*/ 3216 w 25683"/>
                    <a:gd name="connsiteY20" fmla="*/ 39739 h 39739"/>
                    <a:gd name="connsiteX21" fmla="*/ 3239 w 25683"/>
                    <a:gd name="connsiteY21" fmla="*/ 14866 h 39739"/>
                    <a:gd name="connsiteX22" fmla="*/ 3891 w 25683"/>
                    <a:gd name="connsiteY22" fmla="*/ 19363 h 39739"/>
                    <a:gd name="connsiteX23" fmla="*/ 5757 w 25683"/>
                    <a:gd name="connsiteY23" fmla="*/ 23097 h 39739"/>
                    <a:gd name="connsiteX24" fmla="*/ 8726 w 25683"/>
                    <a:gd name="connsiteY24" fmla="*/ 25638 h 39739"/>
                    <a:gd name="connsiteX25" fmla="*/ 12684 w 25683"/>
                    <a:gd name="connsiteY25" fmla="*/ 26583 h 39739"/>
                    <a:gd name="connsiteX26" fmla="*/ 17024 w 25683"/>
                    <a:gd name="connsiteY26" fmla="*/ 25593 h 39739"/>
                    <a:gd name="connsiteX27" fmla="*/ 20083 w 25683"/>
                    <a:gd name="connsiteY27" fmla="*/ 22872 h 39739"/>
                    <a:gd name="connsiteX28" fmla="*/ 21815 w 25683"/>
                    <a:gd name="connsiteY28" fmla="*/ 18846 h 39739"/>
                    <a:gd name="connsiteX29" fmla="*/ 22242 w 25683"/>
                    <a:gd name="connsiteY29" fmla="*/ 13899 h 39739"/>
                    <a:gd name="connsiteX30" fmla="*/ 21522 w 25683"/>
                    <a:gd name="connsiteY30" fmla="*/ 9221 h 39739"/>
                    <a:gd name="connsiteX31" fmla="*/ 19499 w 25683"/>
                    <a:gd name="connsiteY31" fmla="*/ 5802 h 39739"/>
                    <a:gd name="connsiteX32" fmla="*/ 16485 w 25683"/>
                    <a:gd name="connsiteY32" fmla="*/ 3666 h 39739"/>
                    <a:gd name="connsiteX33" fmla="*/ 12707 w 25683"/>
                    <a:gd name="connsiteY33" fmla="*/ 2946 h 39739"/>
                    <a:gd name="connsiteX34" fmla="*/ 8658 w 25683"/>
                    <a:gd name="connsiteY34" fmla="*/ 3868 h 39739"/>
                    <a:gd name="connsiteX35" fmla="*/ 5690 w 25683"/>
                    <a:gd name="connsiteY35" fmla="*/ 6387 h 39739"/>
                    <a:gd name="connsiteX36" fmla="*/ 3891 w 25683"/>
                    <a:gd name="connsiteY36" fmla="*/ 10165 h 39739"/>
                    <a:gd name="connsiteX37" fmla="*/ 3261 w 25683"/>
                    <a:gd name="connsiteY37" fmla="*/ 14888 h 39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683" h="39739">
                      <a:moveTo>
                        <a:pt x="3239" y="39739"/>
                      </a:moveTo>
                      <a:lnTo>
                        <a:pt x="0" y="39739"/>
                      </a:lnTo>
                      <a:lnTo>
                        <a:pt x="0" y="765"/>
                      </a:lnTo>
                      <a:lnTo>
                        <a:pt x="3239" y="765"/>
                      </a:lnTo>
                      <a:lnTo>
                        <a:pt x="3239" y="5667"/>
                      </a:lnTo>
                      <a:lnTo>
                        <a:pt x="3351" y="5667"/>
                      </a:lnTo>
                      <a:cubicBezTo>
                        <a:pt x="3823" y="4768"/>
                        <a:pt x="4430" y="3958"/>
                        <a:pt x="5150" y="3238"/>
                      </a:cubicBezTo>
                      <a:cubicBezTo>
                        <a:pt x="5892" y="2519"/>
                        <a:pt x="6702" y="1934"/>
                        <a:pt x="7579" y="1462"/>
                      </a:cubicBezTo>
                      <a:cubicBezTo>
                        <a:pt x="8456" y="989"/>
                        <a:pt x="9378" y="630"/>
                        <a:pt x="10300" y="382"/>
                      </a:cubicBezTo>
                      <a:cubicBezTo>
                        <a:pt x="11245" y="135"/>
                        <a:pt x="12144" y="0"/>
                        <a:pt x="13044" y="0"/>
                      </a:cubicBezTo>
                      <a:cubicBezTo>
                        <a:pt x="15316" y="0"/>
                        <a:pt x="17227" y="382"/>
                        <a:pt x="18824" y="1124"/>
                      </a:cubicBezTo>
                      <a:cubicBezTo>
                        <a:pt x="20420" y="1867"/>
                        <a:pt x="21703" y="2924"/>
                        <a:pt x="22737" y="4228"/>
                      </a:cubicBezTo>
                      <a:cubicBezTo>
                        <a:pt x="23771" y="5532"/>
                        <a:pt x="24514" y="7107"/>
                        <a:pt x="24986" y="8906"/>
                      </a:cubicBezTo>
                      <a:cubicBezTo>
                        <a:pt x="25458" y="10705"/>
                        <a:pt x="25683" y="12639"/>
                        <a:pt x="25683" y="14686"/>
                      </a:cubicBezTo>
                      <a:cubicBezTo>
                        <a:pt x="25683" y="16620"/>
                        <a:pt x="25436" y="18509"/>
                        <a:pt x="24918" y="20308"/>
                      </a:cubicBezTo>
                      <a:cubicBezTo>
                        <a:pt x="24424" y="22107"/>
                        <a:pt x="23659" y="23682"/>
                        <a:pt x="22625" y="25031"/>
                      </a:cubicBezTo>
                      <a:cubicBezTo>
                        <a:pt x="21590" y="26380"/>
                        <a:pt x="20308" y="27460"/>
                        <a:pt x="18734" y="28269"/>
                      </a:cubicBezTo>
                      <a:cubicBezTo>
                        <a:pt x="17160" y="29079"/>
                        <a:pt x="15316" y="29484"/>
                        <a:pt x="13201" y="29484"/>
                      </a:cubicBezTo>
                      <a:cubicBezTo>
                        <a:pt x="11222" y="29484"/>
                        <a:pt x="9333" y="29034"/>
                        <a:pt x="7511" y="28157"/>
                      </a:cubicBezTo>
                      <a:cubicBezTo>
                        <a:pt x="5690" y="27280"/>
                        <a:pt x="4273" y="25975"/>
                        <a:pt x="3216" y="24244"/>
                      </a:cubicBezTo>
                      <a:lnTo>
                        <a:pt x="3216" y="39739"/>
                      </a:lnTo>
                      <a:close/>
                      <a:moveTo>
                        <a:pt x="3239" y="14866"/>
                      </a:moveTo>
                      <a:cubicBezTo>
                        <a:pt x="3239" y="16440"/>
                        <a:pt x="3463" y="17947"/>
                        <a:pt x="3891" y="19363"/>
                      </a:cubicBezTo>
                      <a:cubicBezTo>
                        <a:pt x="4318" y="20780"/>
                        <a:pt x="4948" y="22017"/>
                        <a:pt x="5757" y="23097"/>
                      </a:cubicBezTo>
                      <a:cubicBezTo>
                        <a:pt x="6567" y="24154"/>
                        <a:pt x="7556" y="25008"/>
                        <a:pt x="8726" y="25638"/>
                      </a:cubicBezTo>
                      <a:cubicBezTo>
                        <a:pt x="9895" y="26268"/>
                        <a:pt x="11222" y="26583"/>
                        <a:pt x="12684" y="26583"/>
                      </a:cubicBezTo>
                      <a:cubicBezTo>
                        <a:pt x="14348" y="26583"/>
                        <a:pt x="15788" y="26245"/>
                        <a:pt x="17024" y="25593"/>
                      </a:cubicBezTo>
                      <a:cubicBezTo>
                        <a:pt x="18262" y="24918"/>
                        <a:pt x="19273" y="24019"/>
                        <a:pt x="20083" y="22872"/>
                      </a:cubicBezTo>
                      <a:cubicBezTo>
                        <a:pt x="20870" y="21725"/>
                        <a:pt x="21455" y="20376"/>
                        <a:pt x="21815" y="18846"/>
                      </a:cubicBezTo>
                      <a:cubicBezTo>
                        <a:pt x="22175" y="17317"/>
                        <a:pt x="22310" y="15675"/>
                        <a:pt x="22242" y="13899"/>
                      </a:cubicBezTo>
                      <a:cubicBezTo>
                        <a:pt x="22242" y="12144"/>
                        <a:pt x="21995" y="10570"/>
                        <a:pt x="21522" y="9221"/>
                      </a:cubicBezTo>
                      <a:cubicBezTo>
                        <a:pt x="21028" y="7871"/>
                        <a:pt x="20353" y="6724"/>
                        <a:pt x="19499" y="5802"/>
                      </a:cubicBezTo>
                      <a:cubicBezTo>
                        <a:pt x="18644" y="4858"/>
                        <a:pt x="17632" y="4161"/>
                        <a:pt x="16485" y="3666"/>
                      </a:cubicBezTo>
                      <a:cubicBezTo>
                        <a:pt x="15338" y="3171"/>
                        <a:pt x="14079" y="2946"/>
                        <a:pt x="12707" y="2946"/>
                      </a:cubicBezTo>
                      <a:cubicBezTo>
                        <a:pt x="11200" y="2946"/>
                        <a:pt x="9850" y="3261"/>
                        <a:pt x="8658" y="3868"/>
                      </a:cubicBezTo>
                      <a:cubicBezTo>
                        <a:pt x="7466" y="4475"/>
                        <a:pt x="6477" y="5308"/>
                        <a:pt x="5690" y="6387"/>
                      </a:cubicBezTo>
                      <a:cubicBezTo>
                        <a:pt x="4903" y="7444"/>
                        <a:pt x="4296" y="8703"/>
                        <a:pt x="3891" y="10165"/>
                      </a:cubicBezTo>
                      <a:cubicBezTo>
                        <a:pt x="3486" y="11627"/>
                        <a:pt x="3261" y="13201"/>
                        <a:pt x="3261" y="14888"/>
                      </a:cubicBezTo>
                      <a:close/>
                    </a:path>
                  </a:pathLst>
                </a:custGeom>
                <a:solidFill>
                  <a:srgbClr val="010101"/>
                </a:solidFill>
                <a:ln w="2249" cap="flat">
                  <a:noFill/>
                  <a:prstDash val="solid"/>
                  <a:miter/>
                </a:ln>
              </p:spPr>
              <p:txBody>
                <a:bodyPr rtlCol="0" anchor="ctr"/>
                <a:lstStyle/>
                <a:p>
                  <a:endParaRPr lang="en-US"/>
                </a:p>
              </p:txBody>
            </p:sp>
            <p:sp>
              <p:nvSpPr>
                <p:cNvPr id="3801" name="Freeform 3800">
                  <a:extLst>
                    <a:ext uri="{FF2B5EF4-FFF2-40B4-BE49-F238E27FC236}">
                      <a16:creationId xmlns:a16="http://schemas.microsoft.com/office/drawing/2014/main" id="{4957A397-6A07-BE24-0814-88F11F746F81}"/>
                    </a:ext>
                  </a:extLst>
                </p:cNvPr>
                <p:cNvSpPr/>
                <p:nvPr/>
              </p:nvSpPr>
              <p:spPr>
                <a:xfrm>
                  <a:off x="3726543" y="3039728"/>
                  <a:ext cx="26358" cy="29483"/>
                </a:xfrm>
                <a:custGeom>
                  <a:avLst/>
                  <a:gdLst>
                    <a:gd name="connsiteX0" fmla="*/ 14326 w 26358"/>
                    <a:gd name="connsiteY0" fmla="*/ 12369 h 29483"/>
                    <a:gd name="connsiteX1" fmla="*/ 16508 w 26358"/>
                    <a:gd name="connsiteY1" fmla="*/ 12054 h 29483"/>
                    <a:gd name="connsiteX2" fmla="*/ 18576 w 26358"/>
                    <a:gd name="connsiteY2" fmla="*/ 11470 h 29483"/>
                    <a:gd name="connsiteX3" fmla="*/ 19566 w 26358"/>
                    <a:gd name="connsiteY3" fmla="*/ 10210 h 29483"/>
                    <a:gd name="connsiteX4" fmla="*/ 19746 w 26358"/>
                    <a:gd name="connsiteY4" fmla="*/ 8569 h 29483"/>
                    <a:gd name="connsiteX5" fmla="*/ 18149 w 26358"/>
                    <a:gd name="connsiteY5" fmla="*/ 4498 h 29483"/>
                    <a:gd name="connsiteX6" fmla="*/ 12774 w 26358"/>
                    <a:gd name="connsiteY6" fmla="*/ 2901 h 29483"/>
                    <a:gd name="connsiteX7" fmla="*/ 9693 w 26358"/>
                    <a:gd name="connsiteY7" fmla="*/ 3193 h 29483"/>
                    <a:gd name="connsiteX8" fmla="*/ 7242 w 26358"/>
                    <a:gd name="connsiteY8" fmla="*/ 4228 h 29483"/>
                    <a:gd name="connsiteX9" fmla="*/ 5510 w 26358"/>
                    <a:gd name="connsiteY9" fmla="*/ 6162 h 29483"/>
                    <a:gd name="connsiteX10" fmla="*/ 4610 w 26358"/>
                    <a:gd name="connsiteY10" fmla="*/ 9221 h 29483"/>
                    <a:gd name="connsiteX11" fmla="*/ 1327 w 26358"/>
                    <a:gd name="connsiteY11" fmla="*/ 9221 h 29483"/>
                    <a:gd name="connsiteX12" fmla="*/ 2452 w 26358"/>
                    <a:gd name="connsiteY12" fmla="*/ 4993 h 29483"/>
                    <a:gd name="connsiteX13" fmla="*/ 4970 w 26358"/>
                    <a:gd name="connsiteY13" fmla="*/ 2136 h 29483"/>
                    <a:gd name="connsiteX14" fmla="*/ 8524 w 26358"/>
                    <a:gd name="connsiteY14" fmla="*/ 517 h 29483"/>
                    <a:gd name="connsiteX15" fmla="*/ 12819 w 26358"/>
                    <a:gd name="connsiteY15" fmla="*/ 0 h 29483"/>
                    <a:gd name="connsiteX16" fmla="*/ 16777 w 26358"/>
                    <a:gd name="connsiteY16" fmla="*/ 450 h 29483"/>
                    <a:gd name="connsiteX17" fmla="*/ 20016 w 26358"/>
                    <a:gd name="connsiteY17" fmla="*/ 1912 h 29483"/>
                    <a:gd name="connsiteX18" fmla="*/ 22175 w 26358"/>
                    <a:gd name="connsiteY18" fmla="*/ 4588 h 29483"/>
                    <a:gd name="connsiteX19" fmla="*/ 22962 w 26358"/>
                    <a:gd name="connsiteY19" fmla="*/ 8681 h 29483"/>
                    <a:gd name="connsiteX20" fmla="*/ 22962 w 26358"/>
                    <a:gd name="connsiteY20" fmla="*/ 23906 h 29483"/>
                    <a:gd name="connsiteX21" fmla="*/ 23637 w 26358"/>
                    <a:gd name="connsiteY21" fmla="*/ 26313 h 29483"/>
                    <a:gd name="connsiteX22" fmla="*/ 26358 w 26358"/>
                    <a:gd name="connsiteY22" fmla="*/ 26065 h 29483"/>
                    <a:gd name="connsiteX23" fmla="*/ 26358 w 26358"/>
                    <a:gd name="connsiteY23" fmla="*/ 28607 h 29483"/>
                    <a:gd name="connsiteX24" fmla="*/ 25256 w 26358"/>
                    <a:gd name="connsiteY24" fmla="*/ 28922 h 29483"/>
                    <a:gd name="connsiteX25" fmla="*/ 23817 w 26358"/>
                    <a:gd name="connsiteY25" fmla="*/ 29146 h 29483"/>
                    <a:gd name="connsiteX26" fmla="*/ 22355 w 26358"/>
                    <a:gd name="connsiteY26" fmla="*/ 28989 h 29483"/>
                    <a:gd name="connsiteX27" fmla="*/ 21050 w 26358"/>
                    <a:gd name="connsiteY27" fmla="*/ 28472 h 29483"/>
                    <a:gd name="connsiteX28" fmla="*/ 20263 w 26358"/>
                    <a:gd name="connsiteY28" fmla="*/ 27505 h 29483"/>
                    <a:gd name="connsiteX29" fmla="*/ 19858 w 26358"/>
                    <a:gd name="connsiteY29" fmla="*/ 26268 h 29483"/>
                    <a:gd name="connsiteX30" fmla="*/ 19746 w 26358"/>
                    <a:gd name="connsiteY30" fmla="*/ 24828 h 29483"/>
                    <a:gd name="connsiteX31" fmla="*/ 15046 w 26358"/>
                    <a:gd name="connsiteY31" fmla="*/ 28292 h 29483"/>
                    <a:gd name="connsiteX32" fmla="*/ 9333 w 26358"/>
                    <a:gd name="connsiteY32" fmla="*/ 29484 h 29483"/>
                    <a:gd name="connsiteX33" fmla="*/ 5802 w 26358"/>
                    <a:gd name="connsiteY33" fmla="*/ 28989 h 29483"/>
                    <a:gd name="connsiteX34" fmla="*/ 2811 w 26358"/>
                    <a:gd name="connsiteY34" fmla="*/ 27482 h 29483"/>
                    <a:gd name="connsiteX35" fmla="*/ 765 w 26358"/>
                    <a:gd name="connsiteY35" fmla="*/ 24963 h 29483"/>
                    <a:gd name="connsiteX36" fmla="*/ 0 w 26358"/>
                    <a:gd name="connsiteY36" fmla="*/ 21433 h 29483"/>
                    <a:gd name="connsiteX37" fmla="*/ 9761 w 26358"/>
                    <a:gd name="connsiteY37" fmla="*/ 13021 h 29483"/>
                    <a:gd name="connsiteX38" fmla="*/ 14236 w 26358"/>
                    <a:gd name="connsiteY38" fmla="*/ 12437 h 29483"/>
                    <a:gd name="connsiteX39" fmla="*/ 19791 w 26358"/>
                    <a:gd name="connsiteY39" fmla="*/ 13989 h 29483"/>
                    <a:gd name="connsiteX40" fmla="*/ 15630 w 26358"/>
                    <a:gd name="connsiteY40" fmla="*/ 15113 h 29483"/>
                    <a:gd name="connsiteX41" fmla="*/ 11425 w 26358"/>
                    <a:gd name="connsiteY41" fmla="*/ 15540 h 29483"/>
                    <a:gd name="connsiteX42" fmla="*/ 5622 w 26358"/>
                    <a:gd name="connsiteY42" fmla="*/ 17205 h 29483"/>
                    <a:gd name="connsiteX43" fmla="*/ 3554 w 26358"/>
                    <a:gd name="connsiteY43" fmla="*/ 21478 h 29483"/>
                    <a:gd name="connsiteX44" fmla="*/ 4071 w 26358"/>
                    <a:gd name="connsiteY44" fmla="*/ 23726 h 29483"/>
                    <a:gd name="connsiteX45" fmla="*/ 5420 w 26358"/>
                    <a:gd name="connsiteY45" fmla="*/ 25301 h 29483"/>
                    <a:gd name="connsiteX46" fmla="*/ 7354 w 26358"/>
                    <a:gd name="connsiteY46" fmla="*/ 26223 h 29483"/>
                    <a:gd name="connsiteX47" fmla="*/ 9603 w 26358"/>
                    <a:gd name="connsiteY47" fmla="*/ 26515 h 29483"/>
                    <a:gd name="connsiteX48" fmla="*/ 13381 w 26358"/>
                    <a:gd name="connsiteY48" fmla="*/ 26020 h 29483"/>
                    <a:gd name="connsiteX49" fmla="*/ 16642 w 26358"/>
                    <a:gd name="connsiteY49" fmla="*/ 24536 h 29483"/>
                    <a:gd name="connsiteX50" fmla="*/ 18936 w 26358"/>
                    <a:gd name="connsiteY50" fmla="*/ 21995 h 29483"/>
                    <a:gd name="connsiteX51" fmla="*/ 19791 w 26358"/>
                    <a:gd name="connsiteY51" fmla="*/ 18351 h 29483"/>
                    <a:gd name="connsiteX52" fmla="*/ 19791 w 26358"/>
                    <a:gd name="connsiteY52" fmla="*/ 13989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6358" h="29483">
                      <a:moveTo>
                        <a:pt x="14326" y="12369"/>
                      </a:moveTo>
                      <a:cubicBezTo>
                        <a:pt x="14933" y="12302"/>
                        <a:pt x="15675" y="12189"/>
                        <a:pt x="16508" y="12054"/>
                      </a:cubicBezTo>
                      <a:cubicBezTo>
                        <a:pt x="17362" y="11919"/>
                        <a:pt x="18037" y="11717"/>
                        <a:pt x="18576" y="11470"/>
                      </a:cubicBezTo>
                      <a:cubicBezTo>
                        <a:pt x="19116" y="11222"/>
                        <a:pt x="19454" y="10795"/>
                        <a:pt x="19566" y="10210"/>
                      </a:cubicBezTo>
                      <a:cubicBezTo>
                        <a:pt x="19701" y="9626"/>
                        <a:pt x="19746" y="9063"/>
                        <a:pt x="19746" y="8569"/>
                      </a:cubicBezTo>
                      <a:cubicBezTo>
                        <a:pt x="19746" y="6904"/>
                        <a:pt x="19206" y="5555"/>
                        <a:pt x="18149" y="4498"/>
                      </a:cubicBezTo>
                      <a:cubicBezTo>
                        <a:pt x="17092" y="3441"/>
                        <a:pt x="15293" y="2901"/>
                        <a:pt x="12774" y="2901"/>
                      </a:cubicBezTo>
                      <a:cubicBezTo>
                        <a:pt x="11650" y="2901"/>
                        <a:pt x="10638" y="2991"/>
                        <a:pt x="9693" y="3193"/>
                      </a:cubicBezTo>
                      <a:cubicBezTo>
                        <a:pt x="8748" y="3396"/>
                        <a:pt x="7939" y="3733"/>
                        <a:pt x="7242" y="4228"/>
                      </a:cubicBezTo>
                      <a:cubicBezTo>
                        <a:pt x="6545" y="4723"/>
                        <a:pt x="5960" y="5352"/>
                        <a:pt x="5510" y="6162"/>
                      </a:cubicBezTo>
                      <a:cubicBezTo>
                        <a:pt x="5060" y="6972"/>
                        <a:pt x="4768" y="7984"/>
                        <a:pt x="4610" y="9221"/>
                      </a:cubicBezTo>
                      <a:lnTo>
                        <a:pt x="1327" y="9221"/>
                      </a:lnTo>
                      <a:cubicBezTo>
                        <a:pt x="1439" y="7556"/>
                        <a:pt x="1822" y="6162"/>
                        <a:pt x="2452" y="4993"/>
                      </a:cubicBezTo>
                      <a:cubicBezTo>
                        <a:pt x="3081" y="3823"/>
                        <a:pt x="3936" y="2879"/>
                        <a:pt x="4970" y="2136"/>
                      </a:cubicBezTo>
                      <a:cubicBezTo>
                        <a:pt x="6005" y="1394"/>
                        <a:pt x="7174" y="855"/>
                        <a:pt x="8524" y="517"/>
                      </a:cubicBezTo>
                      <a:cubicBezTo>
                        <a:pt x="9873" y="180"/>
                        <a:pt x="11312" y="0"/>
                        <a:pt x="12819" y="0"/>
                      </a:cubicBezTo>
                      <a:cubicBezTo>
                        <a:pt x="14214" y="0"/>
                        <a:pt x="15540" y="157"/>
                        <a:pt x="16777" y="450"/>
                      </a:cubicBezTo>
                      <a:cubicBezTo>
                        <a:pt x="18014" y="765"/>
                        <a:pt x="19094" y="1237"/>
                        <a:pt x="20016" y="1912"/>
                      </a:cubicBezTo>
                      <a:cubicBezTo>
                        <a:pt x="20938" y="2586"/>
                        <a:pt x="21657" y="3463"/>
                        <a:pt x="22175" y="4588"/>
                      </a:cubicBezTo>
                      <a:cubicBezTo>
                        <a:pt x="22692" y="5712"/>
                        <a:pt x="22962" y="7062"/>
                        <a:pt x="22962" y="8681"/>
                      </a:cubicBezTo>
                      <a:lnTo>
                        <a:pt x="22962" y="23906"/>
                      </a:lnTo>
                      <a:cubicBezTo>
                        <a:pt x="22962" y="25166"/>
                        <a:pt x="23187" y="25975"/>
                        <a:pt x="23637" y="26313"/>
                      </a:cubicBezTo>
                      <a:cubicBezTo>
                        <a:pt x="24087" y="26650"/>
                        <a:pt x="24986" y="26583"/>
                        <a:pt x="26358" y="26065"/>
                      </a:cubicBezTo>
                      <a:lnTo>
                        <a:pt x="26358" y="28607"/>
                      </a:lnTo>
                      <a:cubicBezTo>
                        <a:pt x="26111" y="28674"/>
                        <a:pt x="25728" y="28787"/>
                        <a:pt x="25256" y="28922"/>
                      </a:cubicBezTo>
                      <a:cubicBezTo>
                        <a:pt x="24761" y="29056"/>
                        <a:pt x="24289" y="29146"/>
                        <a:pt x="23817" y="29146"/>
                      </a:cubicBezTo>
                      <a:cubicBezTo>
                        <a:pt x="23322" y="29146"/>
                        <a:pt x="22827" y="29101"/>
                        <a:pt x="22355" y="28989"/>
                      </a:cubicBezTo>
                      <a:cubicBezTo>
                        <a:pt x="21815" y="28922"/>
                        <a:pt x="21388" y="28742"/>
                        <a:pt x="21050" y="28472"/>
                      </a:cubicBezTo>
                      <a:cubicBezTo>
                        <a:pt x="20713" y="28202"/>
                        <a:pt x="20466" y="27887"/>
                        <a:pt x="20263" y="27505"/>
                      </a:cubicBezTo>
                      <a:cubicBezTo>
                        <a:pt x="20061" y="27122"/>
                        <a:pt x="19926" y="26718"/>
                        <a:pt x="19858" y="26268"/>
                      </a:cubicBezTo>
                      <a:cubicBezTo>
                        <a:pt x="19791" y="25818"/>
                        <a:pt x="19746" y="25346"/>
                        <a:pt x="19746" y="24828"/>
                      </a:cubicBezTo>
                      <a:cubicBezTo>
                        <a:pt x="18374" y="26335"/>
                        <a:pt x="16822" y="27482"/>
                        <a:pt x="15046" y="28292"/>
                      </a:cubicBezTo>
                      <a:cubicBezTo>
                        <a:pt x="13291" y="29079"/>
                        <a:pt x="11380" y="29484"/>
                        <a:pt x="9333" y="29484"/>
                      </a:cubicBezTo>
                      <a:cubicBezTo>
                        <a:pt x="8119" y="29484"/>
                        <a:pt x="6927" y="29326"/>
                        <a:pt x="5802" y="28989"/>
                      </a:cubicBezTo>
                      <a:cubicBezTo>
                        <a:pt x="4678" y="28652"/>
                        <a:pt x="3666" y="28157"/>
                        <a:pt x="2811" y="27482"/>
                      </a:cubicBezTo>
                      <a:cubicBezTo>
                        <a:pt x="1957" y="26808"/>
                        <a:pt x="1260" y="25953"/>
                        <a:pt x="765" y="24963"/>
                      </a:cubicBezTo>
                      <a:cubicBezTo>
                        <a:pt x="270" y="23974"/>
                        <a:pt x="0" y="22804"/>
                        <a:pt x="0" y="21433"/>
                      </a:cubicBezTo>
                      <a:cubicBezTo>
                        <a:pt x="0" y="16687"/>
                        <a:pt x="3261" y="13876"/>
                        <a:pt x="9761" y="13021"/>
                      </a:cubicBezTo>
                      <a:lnTo>
                        <a:pt x="14236" y="12437"/>
                      </a:lnTo>
                      <a:close/>
                      <a:moveTo>
                        <a:pt x="19791" y="13989"/>
                      </a:moveTo>
                      <a:cubicBezTo>
                        <a:pt x="18419" y="14573"/>
                        <a:pt x="17047" y="14933"/>
                        <a:pt x="15630" y="15113"/>
                      </a:cubicBezTo>
                      <a:cubicBezTo>
                        <a:pt x="14214" y="15293"/>
                        <a:pt x="12819" y="15428"/>
                        <a:pt x="11425" y="15540"/>
                      </a:cubicBezTo>
                      <a:cubicBezTo>
                        <a:pt x="8951" y="15720"/>
                        <a:pt x="7017" y="16282"/>
                        <a:pt x="5622" y="17205"/>
                      </a:cubicBezTo>
                      <a:cubicBezTo>
                        <a:pt x="4228" y="18149"/>
                        <a:pt x="3554" y="19566"/>
                        <a:pt x="3554" y="21478"/>
                      </a:cubicBezTo>
                      <a:cubicBezTo>
                        <a:pt x="3554" y="22332"/>
                        <a:pt x="3733" y="23097"/>
                        <a:pt x="4071" y="23726"/>
                      </a:cubicBezTo>
                      <a:cubicBezTo>
                        <a:pt x="4408" y="24356"/>
                        <a:pt x="4858" y="24873"/>
                        <a:pt x="5420" y="25301"/>
                      </a:cubicBezTo>
                      <a:cubicBezTo>
                        <a:pt x="5982" y="25706"/>
                        <a:pt x="6635" y="26020"/>
                        <a:pt x="7354" y="26223"/>
                      </a:cubicBezTo>
                      <a:cubicBezTo>
                        <a:pt x="8096" y="26425"/>
                        <a:pt x="8839" y="26515"/>
                        <a:pt x="9603" y="26515"/>
                      </a:cubicBezTo>
                      <a:cubicBezTo>
                        <a:pt x="10908" y="26515"/>
                        <a:pt x="12167" y="26358"/>
                        <a:pt x="13381" y="26020"/>
                      </a:cubicBezTo>
                      <a:cubicBezTo>
                        <a:pt x="14596" y="25706"/>
                        <a:pt x="15698" y="25211"/>
                        <a:pt x="16642" y="24536"/>
                      </a:cubicBezTo>
                      <a:cubicBezTo>
                        <a:pt x="17587" y="23861"/>
                        <a:pt x="18352" y="23029"/>
                        <a:pt x="18936" y="21995"/>
                      </a:cubicBezTo>
                      <a:cubicBezTo>
                        <a:pt x="19521" y="20960"/>
                        <a:pt x="19791" y="19746"/>
                        <a:pt x="19791" y="18351"/>
                      </a:cubicBezTo>
                      <a:lnTo>
                        <a:pt x="19791" y="13989"/>
                      </a:lnTo>
                      <a:close/>
                    </a:path>
                  </a:pathLst>
                </a:custGeom>
                <a:solidFill>
                  <a:srgbClr val="010101"/>
                </a:solidFill>
                <a:ln w="2249" cap="flat">
                  <a:noFill/>
                  <a:prstDash val="solid"/>
                  <a:miter/>
                </a:ln>
              </p:spPr>
              <p:txBody>
                <a:bodyPr rtlCol="0" anchor="ctr"/>
                <a:lstStyle/>
                <a:p>
                  <a:endParaRPr lang="en-US"/>
                </a:p>
              </p:txBody>
            </p:sp>
            <p:sp>
              <p:nvSpPr>
                <p:cNvPr id="3802" name="Freeform 3801">
                  <a:extLst>
                    <a:ext uri="{FF2B5EF4-FFF2-40B4-BE49-F238E27FC236}">
                      <a16:creationId xmlns:a16="http://schemas.microsoft.com/office/drawing/2014/main" id="{AF163250-2EC5-91CD-BDE7-8E688D65A8B1}"/>
                    </a:ext>
                  </a:extLst>
                </p:cNvPr>
                <p:cNvSpPr/>
                <p:nvPr/>
              </p:nvSpPr>
              <p:spPr>
                <a:xfrm>
                  <a:off x="3758209" y="3039683"/>
                  <a:ext cx="12481" cy="28719"/>
                </a:xfrm>
                <a:custGeom>
                  <a:avLst/>
                  <a:gdLst>
                    <a:gd name="connsiteX0" fmla="*/ 3238 w 12481"/>
                    <a:gd name="connsiteY0" fmla="*/ 28719 h 28719"/>
                    <a:gd name="connsiteX1" fmla="*/ 0 w 12481"/>
                    <a:gd name="connsiteY1" fmla="*/ 28719 h 28719"/>
                    <a:gd name="connsiteX2" fmla="*/ 0 w 12481"/>
                    <a:gd name="connsiteY2" fmla="*/ 765 h 28719"/>
                    <a:gd name="connsiteX3" fmla="*/ 3238 w 12481"/>
                    <a:gd name="connsiteY3" fmla="*/ 765 h 28719"/>
                    <a:gd name="connsiteX4" fmla="*/ 3238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8 h 28719"/>
                    <a:gd name="connsiteX9" fmla="*/ 7939 w 12481"/>
                    <a:gd name="connsiteY9" fmla="*/ 4363 h 28719"/>
                    <a:gd name="connsiteX10" fmla="*/ 5105 w 12481"/>
                    <a:gd name="connsiteY10" fmla="*/ 6837 h 28719"/>
                    <a:gd name="connsiteX11" fmla="*/ 3643 w 12481"/>
                    <a:gd name="connsiteY11" fmla="*/ 10525 h 28719"/>
                    <a:gd name="connsiteX12" fmla="*/ 3238 w 12481"/>
                    <a:gd name="connsiteY12" fmla="*/ 14978 h 28719"/>
                    <a:gd name="connsiteX13" fmla="*/ 3238 w 12481"/>
                    <a:gd name="connsiteY13"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9">
                      <a:moveTo>
                        <a:pt x="3238" y="28719"/>
                      </a:moveTo>
                      <a:lnTo>
                        <a:pt x="0" y="28719"/>
                      </a:lnTo>
                      <a:lnTo>
                        <a:pt x="0" y="765"/>
                      </a:lnTo>
                      <a:lnTo>
                        <a:pt x="3238" y="765"/>
                      </a:lnTo>
                      <a:lnTo>
                        <a:pt x="3238" y="6005"/>
                      </a:lnTo>
                      <a:lnTo>
                        <a:pt x="3351" y="6005"/>
                      </a:lnTo>
                      <a:cubicBezTo>
                        <a:pt x="4251" y="3778"/>
                        <a:pt x="5420" y="2227"/>
                        <a:pt x="6837" y="1327"/>
                      </a:cubicBezTo>
                      <a:cubicBezTo>
                        <a:pt x="8254" y="450"/>
                        <a:pt x="10143" y="0"/>
                        <a:pt x="12482" y="0"/>
                      </a:cubicBezTo>
                      <a:lnTo>
                        <a:pt x="12482" y="3508"/>
                      </a:lnTo>
                      <a:cubicBezTo>
                        <a:pt x="10638" y="3463"/>
                        <a:pt x="9131" y="3756"/>
                        <a:pt x="7939" y="4363"/>
                      </a:cubicBezTo>
                      <a:cubicBezTo>
                        <a:pt x="6747" y="4970"/>
                        <a:pt x="5802" y="5802"/>
                        <a:pt x="5105" y="6837"/>
                      </a:cubicBezTo>
                      <a:cubicBezTo>
                        <a:pt x="4408" y="7871"/>
                        <a:pt x="3913" y="9108"/>
                        <a:pt x="3643" y="10525"/>
                      </a:cubicBezTo>
                      <a:cubicBezTo>
                        <a:pt x="3373" y="11942"/>
                        <a:pt x="3238" y="13426"/>
                        <a:pt x="3238" y="14978"/>
                      </a:cubicBezTo>
                      <a:lnTo>
                        <a:pt x="3238" y="28697"/>
                      </a:lnTo>
                      <a:close/>
                    </a:path>
                  </a:pathLst>
                </a:custGeom>
                <a:solidFill>
                  <a:srgbClr val="010101"/>
                </a:solidFill>
                <a:ln w="2249" cap="flat">
                  <a:noFill/>
                  <a:prstDash val="solid"/>
                  <a:miter/>
                </a:ln>
              </p:spPr>
              <p:txBody>
                <a:bodyPr rtlCol="0" anchor="ctr"/>
                <a:lstStyle/>
                <a:p>
                  <a:endParaRPr lang="en-US"/>
                </a:p>
              </p:txBody>
            </p:sp>
            <p:sp>
              <p:nvSpPr>
                <p:cNvPr id="3803" name="Freeform 3802">
                  <a:extLst>
                    <a:ext uri="{FF2B5EF4-FFF2-40B4-BE49-F238E27FC236}">
                      <a16:creationId xmlns:a16="http://schemas.microsoft.com/office/drawing/2014/main" id="{61702EAB-1311-4093-1DED-14088B386F24}"/>
                    </a:ext>
                  </a:extLst>
                </p:cNvPr>
                <p:cNvSpPr/>
                <p:nvPr/>
              </p:nvSpPr>
              <p:spPr>
                <a:xfrm>
                  <a:off x="3774514" y="3039705"/>
                  <a:ext cx="25167" cy="29483"/>
                </a:xfrm>
                <a:custGeom>
                  <a:avLst/>
                  <a:gdLst>
                    <a:gd name="connsiteX0" fmla="*/ 3508 w 25167"/>
                    <a:gd name="connsiteY0" fmla="*/ 15473 h 29483"/>
                    <a:gd name="connsiteX1" fmla="*/ 4093 w 25167"/>
                    <a:gd name="connsiteY1" fmla="*/ 19768 h 29483"/>
                    <a:gd name="connsiteX2" fmla="*/ 5847 w 25167"/>
                    <a:gd name="connsiteY2" fmla="*/ 23277 h 29483"/>
                    <a:gd name="connsiteX3" fmla="*/ 8793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3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6 w 25167"/>
                    <a:gd name="connsiteY18" fmla="*/ 1169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7 w 25167"/>
                    <a:gd name="connsiteY23" fmla="*/ 12774 h 29483"/>
                    <a:gd name="connsiteX24" fmla="*/ 21185 w 25167"/>
                    <a:gd name="connsiteY24" fmla="*/ 8906 h 29483"/>
                    <a:gd name="connsiteX25" fmla="*/ 19521 w 25167"/>
                    <a:gd name="connsiteY25" fmla="*/ 5780 h 29483"/>
                    <a:gd name="connsiteX26" fmla="*/ 16732 w 25167"/>
                    <a:gd name="connsiteY26" fmla="*/ 3666 h 29483"/>
                    <a:gd name="connsiteX27" fmla="*/ 12909 w 25167"/>
                    <a:gd name="connsiteY27" fmla="*/ 2879 h 29483"/>
                    <a:gd name="connsiteX28" fmla="*/ 9108 w 25167"/>
                    <a:gd name="connsiteY28" fmla="*/ 3688 h 29483"/>
                    <a:gd name="connsiteX29" fmla="*/ 6297 w 25167"/>
                    <a:gd name="connsiteY29" fmla="*/ 5847 h 29483"/>
                    <a:gd name="connsiteX30" fmla="*/ 4430 w 25167"/>
                    <a:gd name="connsiteY30" fmla="*/ 8973 h 29483"/>
                    <a:gd name="connsiteX31" fmla="*/ 3508 w 25167"/>
                    <a:gd name="connsiteY31" fmla="*/ 12752 h 29483"/>
                    <a:gd name="connsiteX32" fmla="*/ 21747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8" y="15473"/>
                      </a:moveTo>
                      <a:cubicBezTo>
                        <a:pt x="3508" y="16980"/>
                        <a:pt x="3711" y="18419"/>
                        <a:pt x="4093" y="19768"/>
                      </a:cubicBezTo>
                      <a:cubicBezTo>
                        <a:pt x="4498" y="21118"/>
                        <a:pt x="5083" y="22287"/>
                        <a:pt x="5847" y="23277"/>
                      </a:cubicBezTo>
                      <a:cubicBezTo>
                        <a:pt x="6612" y="24266"/>
                        <a:pt x="7601" y="25053"/>
                        <a:pt x="8793" y="25661"/>
                      </a:cubicBezTo>
                      <a:cubicBezTo>
                        <a:pt x="9985" y="26245"/>
                        <a:pt x="11357" y="26560"/>
                        <a:pt x="12886" y="26560"/>
                      </a:cubicBezTo>
                      <a:cubicBezTo>
                        <a:pt x="15000" y="26560"/>
                        <a:pt x="16822" y="25998"/>
                        <a:pt x="18329" y="24896"/>
                      </a:cubicBezTo>
                      <a:cubicBezTo>
                        <a:pt x="19836" y="23772"/>
                        <a:pt x="20848" y="22197"/>
                        <a:pt x="21343" y="20151"/>
                      </a:cubicBezTo>
                      <a:lnTo>
                        <a:pt x="24963" y="20151"/>
                      </a:lnTo>
                      <a:cubicBezTo>
                        <a:pt x="24558" y="21478"/>
                        <a:pt x="24041"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6" y="23951"/>
                        <a:pt x="1259" y="22400"/>
                        <a:pt x="765" y="20623"/>
                      </a:cubicBezTo>
                      <a:cubicBezTo>
                        <a:pt x="270" y="18846"/>
                        <a:pt x="0" y="16935"/>
                        <a:pt x="0" y="14866"/>
                      </a:cubicBezTo>
                      <a:cubicBezTo>
                        <a:pt x="0" y="12797"/>
                        <a:pt x="292" y="10885"/>
                        <a:pt x="900" y="9086"/>
                      </a:cubicBezTo>
                      <a:cubicBezTo>
                        <a:pt x="1484" y="7287"/>
                        <a:pt x="2339" y="5712"/>
                        <a:pt x="3441" y="4363"/>
                      </a:cubicBezTo>
                      <a:cubicBezTo>
                        <a:pt x="4543" y="3014"/>
                        <a:pt x="5870" y="1957"/>
                        <a:pt x="7466" y="1169"/>
                      </a:cubicBezTo>
                      <a:cubicBezTo>
                        <a:pt x="9041" y="405"/>
                        <a:pt x="10840" y="0"/>
                        <a:pt x="12864" y="0"/>
                      </a:cubicBezTo>
                      <a:cubicBezTo>
                        <a:pt x="16710" y="0"/>
                        <a:pt x="19746" y="1327"/>
                        <a:pt x="21927" y="3958"/>
                      </a:cubicBezTo>
                      <a:cubicBezTo>
                        <a:pt x="24131" y="6612"/>
                        <a:pt x="25211" y="10435"/>
                        <a:pt x="25166" y="15473"/>
                      </a:cubicBezTo>
                      <a:lnTo>
                        <a:pt x="3463" y="15473"/>
                      </a:lnTo>
                      <a:close/>
                      <a:moveTo>
                        <a:pt x="21747" y="12774"/>
                      </a:moveTo>
                      <a:cubicBezTo>
                        <a:pt x="21747" y="11402"/>
                        <a:pt x="21567" y="10120"/>
                        <a:pt x="21185" y="8906"/>
                      </a:cubicBezTo>
                      <a:cubicBezTo>
                        <a:pt x="20803" y="7691"/>
                        <a:pt x="20241" y="6657"/>
                        <a:pt x="19521" y="5780"/>
                      </a:cubicBezTo>
                      <a:cubicBezTo>
                        <a:pt x="18779" y="4903"/>
                        <a:pt x="17857" y="4206"/>
                        <a:pt x="16732" y="3666"/>
                      </a:cubicBezTo>
                      <a:cubicBezTo>
                        <a:pt x="15608" y="3149"/>
                        <a:pt x="14348" y="2879"/>
                        <a:pt x="12909" y="2879"/>
                      </a:cubicBezTo>
                      <a:cubicBezTo>
                        <a:pt x="11470" y="2879"/>
                        <a:pt x="10210" y="3149"/>
                        <a:pt x="9108" y="3688"/>
                      </a:cubicBezTo>
                      <a:cubicBezTo>
                        <a:pt x="8006" y="4228"/>
                        <a:pt x="7084" y="4948"/>
                        <a:pt x="6297" y="5847"/>
                      </a:cubicBezTo>
                      <a:cubicBezTo>
                        <a:pt x="5532" y="6747"/>
                        <a:pt x="4903" y="7781"/>
                        <a:pt x="4430" y="8973"/>
                      </a:cubicBezTo>
                      <a:cubicBezTo>
                        <a:pt x="3958" y="10165"/>
                        <a:pt x="3666" y="11425"/>
                        <a:pt x="3508" y="12752"/>
                      </a:cubicBezTo>
                      <a:lnTo>
                        <a:pt x="21747" y="12752"/>
                      </a:lnTo>
                      <a:close/>
                    </a:path>
                  </a:pathLst>
                </a:custGeom>
                <a:solidFill>
                  <a:srgbClr val="010101"/>
                </a:solidFill>
                <a:ln w="2249" cap="flat">
                  <a:noFill/>
                  <a:prstDash val="solid"/>
                  <a:miter/>
                </a:ln>
              </p:spPr>
              <p:txBody>
                <a:bodyPr rtlCol="0" anchor="ctr"/>
                <a:lstStyle/>
                <a:p>
                  <a:endParaRPr lang="en-US"/>
                </a:p>
              </p:txBody>
            </p:sp>
            <p:sp>
              <p:nvSpPr>
                <p:cNvPr id="3804" name="Freeform 3803">
                  <a:extLst>
                    <a:ext uri="{FF2B5EF4-FFF2-40B4-BE49-F238E27FC236}">
                      <a16:creationId xmlns:a16="http://schemas.microsoft.com/office/drawing/2014/main" id="{742A0CF1-D198-C045-91EE-C325BAA0B8E6}"/>
                    </a:ext>
                  </a:extLst>
                </p:cNvPr>
                <p:cNvSpPr/>
                <p:nvPr/>
              </p:nvSpPr>
              <p:spPr>
                <a:xfrm>
                  <a:off x="3805167" y="3029540"/>
                  <a:ext cx="25682" cy="39626"/>
                </a:xfrm>
                <a:custGeom>
                  <a:avLst/>
                  <a:gdLst>
                    <a:gd name="connsiteX0" fmla="*/ 22445 w 25682"/>
                    <a:gd name="connsiteY0" fmla="*/ 0 h 39626"/>
                    <a:gd name="connsiteX1" fmla="*/ 25683 w 25682"/>
                    <a:gd name="connsiteY1" fmla="*/ 0 h 39626"/>
                    <a:gd name="connsiteX2" fmla="*/ 25683 w 25682"/>
                    <a:gd name="connsiteY2" fmla="*/ 38862 h 39626"/>
                    <a:gd name="connsiteX3" fmla="*/ 22445 w 25682"/>
                    <a:gd name="connsiteY3" fmla="*/ 38862 h 39626"/>
                    <a:gd name="connsiteX4" fmla="*/ 22445 w 25682"/>
                    <a:gd name="connsiteY4" fmla="*/ 33959 h 39626"/>
                    <a:gd name="connsiteX5" fmla="*/ 22332 w 25682"/>
                    <a:gd name="connsiteY5" fmla="*/ 33959 h 39626"/>
                    <a:gd name="connsiteX6" fmla="*/ 20533 w 25682"/>
                    <a:gd name="connsiteY6" fmla="*/ 36411 h 39626"/>
                    <a:gd name="connsiteX7" fmla="*/ 18104 w 25682"/>
                    <a:gd name="connsiteY7" fmla="*/ 38165 h 39626"/>
                    <a:gd name="connsiteX8" fmla="*/ 15383 w 25682"/>
                    <a:gd name="connsiteY8" fmla="*/ 39244 h 39626"/>
                    <a:gd name="connsiteX9" fmla="*/ 12639 w 25682"/>
                    <a:gd name="connsiteY9" fmla="*/ 39627 h 39626"/>
                    <a:gd name="connsiteX10" fmla="*/ 6859 w 25682"/>
                    <a:gd name="connsiteY10" fmla="*/ 38502 h 39626"/>
                    <a:gd name="connsiteX11" fmla="*/ 2946 w 25682"/>
                    <a:gd name="connsiteY11" fmla="*/ 35399 h 39626"/>
                    <a:gd name="connsiteX12" fmla="*/ 697 w 25682"/>
                    <a:gd name="connsiteY12" fmla="*/ 30721 h 39626"/>
                    <a:gd name="connsiteX13" fmla="*/ 0 w 25682"/>
                    <a:gd name="connsiteY13" fmla="*/ 24941 h 39626"/>
                    <a:gd name="connsiteX14" fmla="*/ 765 w 25682"/>
                    <a:gd name="connsiteY14" fmla="*/ 19319 h 39626"/>
                    <a:gd name="connsiteX15" fmla="*/ 3059 w 25682"/>
                    <a:gd name="connsiteY15" fmla="*/ 14596 h 39626"/>
                    <a:gd name="connsiteX16" fmla="*/ 6949 w 25682"/>
                    <a:gd name="connsiteY16" fmla="*/ 11357 h 39626"/>
                    <a:gd name="connsiteX17" fmla="*/ 12482 w 25682"/>
                    <a:gd name="connsiteY17" fmla="*/ 10143 h 39626"/>
                    <a:gd name="connsiteX18" fmla="*/ 18171 w 25682"/>
                    <a:gd name="connsiteY18" fmla="*/ 11470 h 39626"/>
                    <a:gd name="connsiteX19" fmla="*/ 22467 w 25682"/>
                    <a:gd name="connsiteY19" fmla="*/ 15383 h 39626"/>
                    <a:gd name="connsiteX20" fmla="*/ 22467 w 25682"/>
                    <a:gd name="connsiteY20" fmla="*/ 0 h 39626"/>
                    <a:gd name="connsiteX21" fmla="*/ 22445 w 25682"/>
                    <a:gd name="connsiteY21" fmla="*/ 24761 h 39626"/>
                    <a:gd name="connsiteX22" fmla="*/ 21792 w 25682"/>
                    <a:gd name="connsiteY22" fmla="*/ 20263 h 39626"/>
                    <a:gd name="connsiteX23" fmla="*/ 19926 w 25682"/>
                    <a:gd name="connsiteY23" fmla="*/ 16530 h 39626"/>
                    <a:gd name="connsiteX24" fmla="*/ 16957 w 25682"/>
                    <a:gd name="connsiteY24" fmla="*/ 13988 h 39626"/>
                    <a:gd name="connsiteX25" fmla="*/ 12999 w 25682"/>
                    <a:gd name="connsiteY25" fmla="*/ 13044 h 39626"/>
                    <a:gd name="connsiteX26" fmla="*/ 8636 w 25682"/>
                    <a:gd name="connsiteY26" fmla="*/ 14033 h 39626"/>
                    <a:gd name="connsiteX27" fmla="*/ 5622 w 25682"/>
                    <a:gd name="connsiteY27" fmla="*/ 16755 h 39626"/>
                    <a:gd name="connsiteX28" fmla="*/ 3891 w 25682"/>
                    <a:gd name="connsiteY28" fmla="*/ 20780 h 39626"/>
                    <a:gd name="connsiteX29" fmla="*/ 3463 w 25682"/>
                    <a:gd name="connsiteY29" fmla="*/ 25728 h 39626"/>
                    <a:gd name="connsiteX30" fmla="*/ 4183 w 25682"/>
                    <a:gd name="connsiteY30" fmla="*/ 30406 h 39626"/>
                    <a:gd name="connsiteX31" fmla="*/ 6207 w 25682"/>
                    <a:gd name="connsiteY31" fmla="*/ 33824 h 39626"/>
                    <a:gd name="connsiteX32" fmla="*/ 9221 w 25682"/>
                    <a:gd name="connsiteY32" fmla="*/ 35961 h 39626"/>
                    <a:gd name="connsiteX33" fmla="*/ 12999 w 25682"/>
                    <a:gd name="connsiteY33" fmla="*/ 36681 h 39626"/>
                    <a:gd name="connsiteX34" fmla="*/ 17047 w 25682"/>
                    <a:gd name="connsiteY34" fmla="*/ 35758 h 39626"/>
                    <a:gd name="connsiteX35" fmla="*/ 20016 w 25682"/>
                    <a:gd name="connsiteY35" fmla="*/ 33240 h 39626"/>
                    <a:gd name="connsiteX36" fmla="*/ 21815 w 25682"/>
                    <a:gd name="connsiteY36" fmla="*/ 29461 h 39626"/>
                    <a:gd name="connsiteX37" fmla="*/ 22445 w 25682"/>
                    <a:gd name="connsiteY37" fmla="*/ 24739 h 3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682" h="39626">
                      <a:moveTo>
                        <a:pt x="22445" y="0"/>
                      </a:moveTo>
                      <a:lnTo>
                        <a:pt x="25683" y="0"/>
                      </a:lnTo>
                      <a:lnTo>
                        <a:pt x="25683" y="38862"/>
                      </a:lnTo>
                      <a:lnTo>
                        <a:pt x="22445" y="38862"/>
                      </a:lnTo>
                      <a:lnTo>
                        <a:pt x="22445" y="33959"/>
                      </a:lnTo>
                      <a:lnTo>
                        <a:pt x="22332" y="33959"/>
                      </a:lnTo>
                      <a:cubicBezTo>
                        <a:pt x="21860" y="34904"/>
                        <a:pt x="21253" y="35713"/>
                        <a:pt x="20533" y="36411"/>
                      </a:cubicBezTo>
                      <a:cubicBezTo>
                        <a:pt x="19791" y="37108"/>
                        <a:pt x="18981" y="37692"/>
                        <a:pt x="18104" y="38165"/>
                      </a:cubicBezTo>
                      <a:cubicBezTo>
                        <a:pt x="17227" y="38637"/>
                        <a:pt x="16305" y="38997"/>
                        <a:pt x="15383" y="39244"/>
                      </a:cubicBezTo>
                      <a:cubicBezTo>
                        <a:pt x="14438" y="39492"/>
                        <a:pt x="13539" y="39627"/>
                        <a:pt x="12639" y="39627"/>
                      </a:cubicBezTo>
                      <a:cubicBezTo>
                        <a:pt x="10368" y="39627"/>
                        <a:pt x="8456" y="39244"/>
                        <a:pt x="6859" y="38502"/>
                      </a:cubicBezTo>
                      <a:cubicBezTo>
                        <a:pt x="5285" y="37738"/>
                        <a:pt x="3981" y="36703"/>
                        <a:pt x="2946" y="35399"/>
                      </a:cubicBezTo>
                      <a:cubicBezTo>
                        <a:pt x="1912" y="34094"/>
                        <a:pt x="1170" y="32520"/>
                        <a:pt x="697" y="30721"/>
                      </a:cubicBezTo>
                      <a:cubicBezTo>
                        <a:pt x="225" y="28922"/>
                        <a:pt x="0" y="26987"/>
                        <a:pt x="0" y="24941"/>
                      </a:cubicBezTo>
                      <a:cubicBezTo>
                        <a:pt x="0" y="23007"/>
                        <a:pt x="247" y="21118"/>
                        <a:pt x="765" y="19319"/>
                      </a:cubicBezTo>
                      <a:cubicBezTo>
                        <a:pt x="1259" y="17519"/>
                        <a:pt x="2024" y="15945"/>
                        <a:pt x="3059" y="14596"/>
                      </a:cubicBezTo>
                      <a:cubicBezTo>
                        <a:pt x="4093" y="13246"/>
                        <a:pt x="5375" y="12167"/>
                        <a:pt x="6949" y="11357"/>
                      </a:cubicBezTo>
                      <a:cubicBezTo>
                        <a:pt x="8523" y="10548"/>
                        <a:pt x="10368" y="10143"/>
                        <a:pt x="12482" y="10143"/>
                      </a:cubicBezTo>
                      <a:cubicBezTo>
                        <a:pt x="14461" y="10143"/>
                        <a:pt x="16350" y="10593"/>
                        <a:pt x="18171" y="11470"/>
                      </a:cubicBezTo>
                      <a:cubicBezTo>
                        <a:pt x="19993" y="12347"/>
                        <a:pt x="21410" y="13651"/>
                        <a:pt x="22467" y="15383"/>
                      </a:cubicBezTo>
                      <a:lnTo>
                        <a:pt x="22467" y="0"/>
                      </a:lnTo>
                      <a:close/>
                      <a:moveTo>
                        <a:pt x="22445" y="24761"/>
                      </a:moveTo>
                      <a:cubicBezTo>
                        <a:pt x="22445" y="23187"/>
                        <a:pt x="22220" y="21680"/>
                        <a:pt x="21792" y="20263"/>
                      </a:cubicBezTo>
                      <a:cubicBezTo>
                        <a:pt x="21365" y="18846"/>
                        <a:pt x="20735" y="17609"/>
                        <a:pt x="19926" y="16530"/>
                      </a:cubicBezTo>
                      <a:cubicBezTo>
                        <a:pt x="19116" y="15473"/>
                        <a:pt x="18126" y="14618"/>
                        <a:pt x="16957" y="13988"/>
                      </a:cubicBezTo>
                      <a:cubicBezTo>
                        <a:pt x="15788" y="13359"/>
                        <a:pt x="14461" y="13044"/>
                        <a:pt x="12999" y="13044"/>
                      </a:cubicBezTo>
                      <a:cubicBezTo>
                        <a:pt x="11312" y="13044"/>
                        <a:pt x="9850" y="13381"/>
                        <a:pt x="8636" y="14033"/>
                      </a:cubicBezTo>
                      <a:cubicBezTo>
                        <a:pt x="7421" y="14708"/>
                        <a:pt x="6409" y="15608"/>
                        <a:pt x="5622" y="16755"/>
                      </a:cubicBezTo>
                      <a:cubicBezTo>
                        <a:pt x="4835" y="17902"/>
                        <a:pt x="4251" y="19251"/>
                        <a:pt x="3891" y="20780"/>
                      </a:cubicBezTo>
                      <a:cubicBezTo>
                        <a:pt x="3531" y="22310"/>
                        <a:pt x="3396" y="23951"/>
                        <a:pt x="3463" y="25728"/>
                      </a:cubicBezTo>
                      <a:cubicBezTo>
                        <a:pt x="3463" y="27482"/>
                        <a:pt x="3711" y="29056"/>
                        <a:pt x="4183" y="30406"/>
                      </a:cubicBezTo>
                      <a:cubicBezTo>
                        <a:pt x="4678" y="31755"/>
                        <a:pt x="5353" y="32902"/>
                        <a:pt x="6207" y="33824"/>
                      </a:cubicBezTo>
                      <a:cubicBezTo>
                        <a:pt x="7062" y="34746"/>
                        <a:pt x="8074" y="35466"/>
                        <a:pt x="9221" y="35961"/>
                      </a:cubicBezTo>
                      <a:cubicBezTo>
                        <a:pt x="10368" y="36456"/>
                        <a:pt x="11627" y="36681"/>
                        <a:pt x="12999" y="36681"/>
                      </a:cubicBezTo>
                      <a:cubicBezTo>
                        <a:pt x="14506" y="36681"/>
                        <a:pt x="15855" y="36366"/>
                        <a:pt x="17047" y="35758"/>
                      </a:cubicBezTo>
                      <a:cubicBezTo>
                        <a:pt x="18239" y="35151"/>
                        <a:pt x="19228" y="34319"/>
                        <a:pt x="20016" y="33240"/>
                      </a:cubicBezTo>
                      <a:cubicBezTo>
                        <a:pt x="20803" y="32183"/>
                        <a:pt x="21410" y="30923"/>
                        <a:pt x="21815" y="29461"/>
                      </a:cubicBezTo>
                      <a:cubicBezTo>
                        <a:pt x="22220" y="27999"/>
                        <a:pt x="22445" y="26425"/>
                        <a:pt x="22445" y="24739"/>
                      </a:cubicBezTo>
                      <a:close/>
                    </a:path>
                  </a:pathLst>
                </a:custGeom>
                <a:solidFill>
                  <a:srgbClr val="010101"/>
                </a:solidFill>
                <a:ln w="2249" cap="flat">
                  <a:noFill/>
                  <a:prstDash val="solid"/>
                  <a:miter/>
                </a:ln>
              </p:spPr>
              <p:txBody>
                <a:bodyPr rtlCol="0" anchor="ctr"/>
                <a:lstStyle/>
                <a:p>
                  <a:endParaRPr lang="en-US"/>
                </a:p>
              </p:txBody>
            </p:sp>
          </p:grpSp>
          <p:grpSp>
            <p:nvGrpSpPr>
              <p:cNvPr id="3805" name="Graphic 4479">
                <a:extLst>
                  <a:ext uri="{FF2B5EF4-FFF2-40B4-BE49-F238E27FC236}">
                    <a16:creationId xmlns:a16="http://schemas.microsoft.com/office/drawing/2014/main" id="{4EB414D7-DA0E-8D93-A3C4-A0BE184BB1B0}"/>
                  </a:ext>
                </a:extLst>
              </p:cNvPr>
              <p:cNvGrpSpPr/>
              <p:nvPr/>
            </p:nvGrpSpPr>
            <p:grpSpPr>
              <a:xfrm>
                <a:off x="3821887" y="6362284"/>
                <a:ext cx="675662" cy="148604"/>
                <a:chOff x="3970623" y="3029517"/>
                <a:chExt cx="180478" cy="39694"/>
              </a:xfrm>
              <a:solidFill>
                <a:srgbClr val="010101"/>
              </a:solidFill>
            </p:grpSpPr>
            <p:sp>
              <p:nvSpPr>
                <p:cNvPr id="3806" name="Freeform 3805">
                  <a:extLst>
                    <a:ext uri="{FF2B5EF4-FFF2-40B4-BE49-F238E27FC236}">
                      <a16:creationId xmlns:a16="http://schemas.microsoft.com/office/drawing/2014/main" id="{D3783873-233D-7424-390E-6DA97ECA20B2}"/>
                    </a:ext>
                  </a:extLst>
                </p:cNvPr>
                <p:cNvSpPr/>
                <p:nvPr/>
              </p:nvSpPr>
              <p:spPr>
                <a:xfrm>
                  <a:off x="3970623" y="3029517"/>
                  <a:ext cx="3553" cy="38884"/>
                </a:xfrm>
                <a:custGeom>
                  <a:avLst/>
                  <a:gdLst>
                    <a:gd name="connsiteX0" fmla="*/ 0 w 3553"/>
                    <a:gd name="connsiteY0" fmla="*/ 4813 h 38884"/>
                    <a:gd name="connsiteX1" fmla="*/ 0 w 3553"/>
                    <a:gd name="connsiteY1" fmla="*/ 0 h 38884"/>
                    <a:gd name="connsiteX2" fmla="*/ 3554 w 3553"/>
                    <a:gd name="connsiteY2" fmla="*/ 0 h 38884"/>
                    <a:gd name="connsiteX3" fmla="*/ 3554 w 3553"/>
                    <a:gd name="connsiteY3" fmla="*/ 4813 h 38884"/>
                    <a:gd name="connsiteX4" fmla="*/ 0 w 3553"/>
                    <a:gd name="connsiteY4" fmla="*/ 4813 h 38884"/>
                    <a:gd name="connsiteX5" fmla="*/ 158 w 3553"/>
                    <a:gd name="connsiteY5" fmla="*/ 38885 h 38884"/>
                    <a:gd name="connsiteX6" fmla="*/ 158 w 3553"/>
                    <a:gd name="connsiteY6" fmla="*/ 10930 h 38884"/>
                    <a:gd name="connsiteX7" fmla="*/ 3396 w 3553"/>
                    <a:gd name="connsiteY7" fmla="*/ 10930 h 38884"/>
                    <a:gd name="connsiteX8" fmla="*/ 3396 w 3553"/>
                    <a:gd name="connsiteY8" fmla="*/ 38885 h 38884"/>
                    <a:gd name="connsiteX9" fmla="*/ 158 w 3553"/>
                    <a:gd name="connsiteY9" fmla="*/ 38885 h 38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53" h="38884">
                      <a:moveTo>
                        <a:pt x="0" y="4813"/>
                      </a:moveTo>
                      <a:lnTo>
                        <a:pt x="0" y="0"/>
                      </a:lnTo>
                      <a:lnTo>
                        <a:pt x="3554" y="0"/>
                      </a:lnTo>
                      <a:lnTo>
                        <a:pt x="3554" y="4813"/>
                      </a:lnTo>
                      <a:lnTo>
                        <a:pt x="0" y="4813"/>
                      </a:lnTo>
                      <a:close/>
                      <a:moveTo>
                        <a:pt x="158" y="38885"/>
                      </a:moveTo>
                      <a:lnTo>
                        <a:pt x="158" y="10930"/>
                      </a:lnTo>
                      <a:lnTo>
                        <a:pt x="3396" y="10930"/>
                      </a:lnTo>
                      <a:lnTo>
                        <a:pt x="3396" y="38885"/>
                      </a:lnTo>
                      <a:lnTo>
                        <a:pt x="158" y="38885"/>
                      </a:lnTo>
                      <a:close/>
                    </a:path>
                  </a:pathLst>
                </a:custGeom>
                <a:solidFill>
                  <a:srgbClr val="010101"/>
                </a:solidFill>
                <a:ln w="2249" cap="flat">
                  <a:noFill/>
                  <a:prstDash val="solid"/>
                  <a:miter/>
                </a:ln>
              </p:spPr>
              <p:txBody>
                <a:bodyPr rtlCol="0" anchor="ctr"/>
                <a:lstStyle/>
                <a:p>
                  <a:endParaRPr lang="en-US"/>
                </a:p>
              </p:txBody>
            </p:sp>
            <p:sp>
              <p:nvSpPr>
                <p:cNvPr id="3807" name="Freeform 3806">
                  <a:extLst>
                    <a:ext uri="{FF2B5EF4-FFF2-40B4-BE49-F238E27FC236}">
                      <a16:creationId xmlns:a16="http://schemas.microsoft.com/office/drawing/2014/main" id="{FC3A3705-F928-0D8D-2B5D-2E27F1EEAEDB}"/>
                    </a:ext>
                  </a:extLst>
                </p:cNvPr>
                <p:cNvSpPr/>
                <p:nvPr/>
              </p:nvSpPr>
              <p:spPr>
                <a:xfrm>
                  <a:off x="3980856" y="3039660"/>
                  <a:ext cx="22039" cy="29438"/>
                </a:xfrm>
                <a:custGeom>
                  <a:avLst/>
                  <a:gdLst>
                    <a:gd name="connsiteX0" fmla="*/ 3306 w 22039"/>
                    <a:gd name="connsiteY0" fmla="*/ 19993 h 29438"/>
                    <a:gd name="connsiteX1" fmla="*/ 6027 w 22039"/>
                    <a:gd name="connsiteY1" fmla="*/ 25098 h 29438"/>
                    <a:gd name="connsiteX2" fmla="*/ 11672 w 22039"/>
                    <a:gd name="connsiteY2" fmla="*/ 26583 h 29438"/>
                    <a:gd name="connsiteX3" fmla="*/ 14753 w 22039"/>
                    <a:gd name="connsiteY3" fmla="*/ 26155 h 29438"/>
                    <a:gd name="connsiteX4" fmla="*/ 16890 w 22039"/>
                    <a:gd name="connsiteY4" fmla="*/ 24986 h 29438"/>
                    <a:gd name="connsiteX5" fmla="*/ 18149 w 22039"/>
                    <a:gd name="connsiteY5" fmla="*/ 23344 h 29438"/>
                    <a:gd name="connsiteX6" fmla="*/ 18576 w 22039"/>
                    <a:gd name="connsiteY6" fmla="*/ 21410 h 29438"/>
                    <a:gd name="connsiteX7" fmla="*/ 17249 w 22039"/>
                    <a:gd name="connsiteY7" fmla="*/ 18351 h 29438"/>
                    <a:gd name="connsiteX8" fmla="*/ 13921 w 22039"/>
                    <a:gd name="connsiteY8" fmla="*/ 16777 h 29438"/>
                    <a:gd name="connsiteX9" fmla="*/ 9603 w 22039"/>
                    <a:gd name="connsiteY9" fmla="*/ 15810 h 29438"/>
                    <a:gd name="connsiteX10" fmla="*/ 5285 w 22039"/>
                    <a:gd name="connsiteY10" fmla="*/ 14596 h 29438"/>
                    <a:gd name="connsiteX11" fmla="*/ 1957 w 22039"/>
                    <a:gd name="connsiteY11" fmla="*/ 12279 h 29438"/>
                    <a:gd name="connsiteX12" fmla="*/ 630 w 22039"/>
                    <a:gd name="connsiteY12" fmla="*/ 8006 h 29438"/>
                    <a:gd name="connsiteX13" fmla="*/ 3193 w 22039"/>
                    <a:gd name="connsiteY13" fmla="*/ 2249 h 29438"/>
                    <a:gd name="connsiteX14" fmla="*/ 10458 w 22039"/>
                    <a:gd name="connsiteY14" fmla="*/ 0 h 29438"/>
                    <a:gd name="connsiteX15" fmla="*/ 17834 w 22039"/>
                    <a:gd name="connsiteY15" fmla="*/ 2024 h 29438"/>
                    <a:gd name="connsiteX16" fmla="*/ 21253 w 22039"/>
                    <a:gd name="connsiteY16" fmla="*/ 8793 h 29438"/>
                    <a:gd name="connsiteX17" fmla="*/ 17969 w 22039"/>
                    <a:gd name="connsiteY17" fmla="*/ 8793 h 29438"/>
                    <a:gd name="connsiteX18" fmla="*/ 15518 w 22039"/>
                    <a:gd name="connsiteY18" fmla="*/ 4228 h 29438"/>
                    <a:gd name="connsiteX19" fmla="*/ 10413 w 22039"/>
                    <a:gd name="connsiteY19" fmla="*/ 2901 h 29438"/>
                    <a:gd name="connsiteX20" fmla="*/ 5712 w 22039"/>
                    <a:gd name="connsiteY20" fmla="*/ 4228 h 29438"/>
                    <a:gd name="connsiteX21" fmla="*/ 4093 w 22039"/>
                    <a:gd name="connsiteY21" fmla="*/ 7714 h 29438"/>
                    <a:gd name="connsiteX22" fmla="*/ 5420 w 22039"/>
                    <a:gd name="connsiteY22" fmla="*/ 10593 h 29438"/>
                    <a:gd name="connsiteX23" fmla="*/ 8748 w 22039"/>
                    <a:gd name="connsiteY23" fmla="*/ 12212 h 29438"/>
                    <a:gd name="connsiteX24" fmla="*/ 13066 w 22039"/>
                    <a:gd name="connsiteY24" fmla="*/ 13314 h 29438"/>
                    <a:gd name="connsiteX25" fmla="*/ 17384 w 22039"/>
                    <a:gd name="connsiteY25" fmla="*/ 14686 h 29438"/>
                    <a:gd name="connsiteX26" fmla="*/ 20713 w 22039"/>
                    <a:gd name="connsiteY26" fmla="*/ 17092 h 29438"/>
                    <a:gd name="connsiteX27" fmla="*/ 22040 w 22039"/>
                    <a:gd name="connsiteY27" fmla="*/ 21298 h 29438"/>
                    <a:gd name="connsiteX28" fmla="*/ 21185 w 22039"/>
                    <a:gd name="connsiteY28" fmla="*/ 24828 h 29438"/>
                    <a:gd name="connsiteX29" fmla="*/ 18801 w 22039"/>
                    <a:gd name="connsiteY29" fmla="*/ 27392 h 29438"/>
                    <a:gd name="connsiteX30" fmla="*/ 15203 w 22039"/>
                    <a:gd name="connsiteY30" fmla="*/ 28922 h 29438"/>
                    <a:gd name="connsiteX31" fmla="*/ 10638 w 22039"/>
                    <a:gd name="connsiteY31" fmla="*/ 29439 h 29438"/>
                    <a:gd name="connsiteX32" fmla="*/ 6230 w 22039"/>
                    <a:gd name="connsiteY32" fmla="*/ 28719 h 29438"/>
                    <a:gd name="connsiteX33" fmla="*/ 2969 w 22039"/>
                    <a:gd name="connsiteY33" fmla="*/ 26695 h 29438"/>
                    <a:gd name="connsiteX34" fmla="*/ 855 w 22039"/>
                    <a:gd name="connsiteY34" fmla="*/ 23682 h 29438"/>
                    <a:gd name="connsiteX35" fmla="*/ 0 w 22039"/>
                    <a:gd name="connsiteY35" fmla="*/ 19948 h 29438"/>
                    <a:gd name="connsiteX36" fmla="*/ 3283 w 22039"/>
                    <a:gd name="connsiteY36" fmla="*/ 19948 h 29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2039" h="29438">
                      <a:moveTo>
                        <a:pt x="3306" y="19993"/>
                      </a:moveTo>
                      <a:cubicBezTo>
                        <a:pt x="3801" y="22400"/>
                        <a:pt x="4723" y="24109"/>
                        <a:pt x="6027" y="25098"/>
                      </a:cubicBezTo>
                      <a:cubicBezTo>
                        <a:pt x="7332" y="26088"/>
                        <a:pt x="9221" y="26583"/>
                        <a:pt x="11672" y="26583"/>
                      </a:cubicBezTo>
                      <a:cubicBezTo>
                        <a:pt x="12864" y="26583"/>
                        <a:pt x="13876" y="26448"/>
                        <a:pt x="14753" y="26155"/>
                      </a:cubicBezTo>
                      <a:cubicBezTo>
                        <a:pt x="15608" y="25863"/>
                        <a:pt x="16327" y="25481"/>
                        <a:pt x="16890" y="24986"/>
                      </a:cubicBezTo>
                      <a:cubicBezTo>
                        <a:pt x="17452" y="24491"/>
                        <a:pt x="17879" y="23951"/>
                        <a:pt x="18149" y="23344"/>
                      </a:cubicBezTo>
                      <a:cubicBezTo>
                        <a:pt x="18441" y="22737"/>
                        <a:pt x="18576" y="22085"/>
                        <a:pt x="18576" y="21410"/>
                      </a:cubicBezTo>
                      <a:cubicBezTo>
                        <a:pt x="18576" y="20038"/>
                        <a:pt x="18126" y="19026"/>
                        <a:pt x="17249" y="18351"/>
                      </a:cubicBezTo>
                      <a:cubicBezTo>
                        <a:pt x="16372" y="17677"/>
                        <a:pt x="15270" y="17159"/>
                        <a:pt x="13921" y="16777"/>
                      </a:cubicBezTo>
                      <a:cubicBezTo>
                        <a:pt x="12572" y="16395"/>
                        <a:pt x="11155" y="16080"/>
                        <a:pt x="9603" y="15810"/>
                      </a:cubicBezTo>
                      <a:cubicBezTo>
                        <a:pt x="8051" y="15540"/>
                        <a:pt x="6612" y="15135"/>
                        <a:pt x="5285" y="14596"/>
                      </a:cubicBezTo>
                      <a:cubicBezTo>
                        <a:pt x="3958" y="14056"/>
                        <a:pt x="2856" y="13291"/>
                        <a:pt x="1957" y="12279"/>
                      </a:cubicBezTo>
                      <a:cubicBezTo>
                        <a:pt x="1057" y="11267"/>
                        <a:pt x="630" y="9850"/>
                        <a:pt x="630" y="8006"/>
                      </a:cubicBezTo>
                      <a:cubicBezTo>
                        <a:pt x="630" y="5667"/>
                        <a:pt x="1484" y="3756"/>
                        <a:pt x="3193" y="2249"/>
                      </a:cubicBezTo>
                      <a:cubicBezTo>
                        <a:pt x="4903" y="765"/>
                        <a:pt x="7332" y="0"/>
                        <a:pt x="10458" y="0"/>
                      </a:cubicBezTo>
                      <a:cubicBezTo>
                        <a:pt x="13584" y="0"/>
                        <a:pt x="15945" y="675"/>
                        <a:pt x="17834" y="2024"/>
                      </a:cubicBezTo>
                      <a:cubicBezTo>
                        <a:pt x="19723" y="3373"/>
                        <a:pt x="20870" y="5622"/>
                        <a:pt x="21253" y="8793"/>
                      </a:cubicBezTo>
                      <a:lnTo>
                        <a:pt x="17969" y="8793"/>
                      </a:lnTo>
                      <a:cubicBezTo>
                        <a:pt x="17677" y="6634"/>
                        <a:pt x="16867" y="5105"/>
                        <a:pt x="15518" y="4228"/>
                      </a:cubicBezTo>
                      <a:cubicBezTo>
                        <a:pt x="14168" y="3351"/>
                        <a:pt x="12459" y="2901"/>
                        <a:pt x="10413" y="2901"/>
                      </a:cubicBezTo>
                      <a:cubicBezTo>
                        <a:pt x="8366" y="2901"/>
                        <a:pt x="6792" y="3351"/>
                        <a:pt x="5712" y="4228"/>
                      </a:cubicBezTo>
                      <a:cubicBezTo>
                        <a:pt x="4633" y="5105"/>
                        <a:pt x="4093" y="6275"/>
                        <a:pt x="4093" y="7714"/>
                      </a:cubicBezTo>
                      <a:cubicBezTo>
                        <a:pt x="4093" y="8973"/>
                        <a:pt x="4543" y="9940"/>
                        <a:pt x="5420" y="10593"/>
                      </a:cubicBezTo>
                      <a:cubicBezTo>
                        <a:pt x="6297" y="11267"/>
                        <a:pt x="7399" y="11807"/>
                        <a:pt x="8748" y="12212"/>
                      </a:cubicBezTo>
                      <a:cubicBezTo>
                        <a:pt x="10075" y="12617"/>
                        <a:pt x="11515" y="12999"/>
                        <a:pt x="13066" y="13314"/>
                      </a:cubicBezTo>
                      <a:cubicBezTo>
                        <a:pt x="14618" y="13629"/>
                        <a:pt x="16058" y="14101"/>
                        <a:pt x="17384" y="14686"/>
                      </a:cubicBezTo>
                      <a:cubicBezTo>
                        <a:pt x="18711" y="15270"/>
                        <a:pt x="19813" y="16080"/>
                        <a:pt x="20713" y="17092"/>
                      </a:cubicBezTo>
                      <a:cubicBezTo>
                        <a:pt x="21590" y="18104"/>
                        <a:pt x="22040" y="19498"/>
                        <a:pt x="22040" y="21298"/>
                      </a:cubicBezTo>
                      <a:cubicBezTo>
                        <a:pt x="22040" y="22625"/>
                        <a:pt x="21747" y="23816"/>
                        <a:pt x="21185" y="24828"/>
                      </a:cubicBezTo>
                      <a:cubicBezTo>
                        <a:pt x="20600" y="25863"/>
                        <a:pt x="19813" y="26718"/>
                        <a:pt x="18801" y="27392"/>
                      </a:cubicBezTo>
                      <a:cubicBezTo>
                        <a:pt x="17789" y="28067"/>
                        <a:pt x="16597" y="28584"/>
                        <a:pt x="15203" y="28922"/>
                      </a:cubicBezTo>
                      <a:cubicBezTo>
                        <a:pt x="13809" y="29259"/>
                        <a:pt x="12302" y="29439"/>
                        <a:pt x="10638" y="29439"/>
                      </a:cubicBezTo>
                      <a:cubicBezTo>
                        <a:pt x="8973" y="29439"/>
                        <a:pt x="7511" y="29191"/>
                        <a:pt x="6230" y="28719"/>
                      </a:cubicBezTo>
                      <a:cubicBezTo>
                        <a:pt x="4948" y="28224"/>
                        <a:pt x="3868" y="27550"/>
                        <a:pt x="2969" y="26695"/>
                      </a:cubicBezTo>
                      <a:cubicBezTo>
                        <a:pt x="2069" y="25841"/>
                        <a:pt x="1372" y="24828"/>
                        <a:pt x="855" y="23682"/>
                      </a:cubicBezTo>
                      <a:cubicBezTo>
                        <a:pt x="360" y="22535"/>
                        <a:pt x="68" y="21298"/>
                        <a:pt x="0" y="19948"/>
                      </a:cubicBezTo>
                      <a:lnTo>
                        <a:pt x="3283" y="19948"/>
                      </a:lnTo>
                      <a:close/>
                    </a:path>
                  </a:pathLst>
                </a:custGeom>
                <a:solidFill>
                  <a:srgbClr val="010101"/>
                </a:solidFill>
                <a:ln w="2249" cap="flat">
                  <a:noFill/>
                  <a:prstDash val="solid"/>
                  <a:miter/>
                </a:ln>
              </p:spPr>
              <p:txBody>
                <a:bodyPr rtlCol="0" anchor="ctr"/>
                <a:lstStyle/>
                <a:p>
                  <a:endParaRPr lang="en-US"/>
                </a:p>
              </p:txBody>
            </p:sp>
            <p:sp>
              <p:nvSpPr>
                <p:cNvPr id="3808" name="Freeform 3807">
                  <a:extLst>
                    <a:ext uri="{FF2B5EF4-FFF2-40B4-BE49-F238E27FC236}">
                      <a16:creationId xmlns:a16="http://schemas.microsoft.com/office/drawing/2014/main" id="{F9766F7F-CACD-8A04-760A-CC05BEE228CF}"/>
                    </a:ext>
                  </a:extLst>
                </p:cNvPr>
                <p:cNvSpPr/>
                <p:nvPr/>
              </p:nvSpPr>
              <p:spPr>
                <a:xfrm>
                  <a:off x="4007438" y="3039660"/>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5 w 25908"/>
                    <a:gd name="connsiteY3" fmla="*/ 21185 h 29483"/>
                    <a:gd name="connsiteX4" fmla="*/ 0 w 25908"/>
                    <a:gd name="connsiteY4" fmla="*/ 14753 h 29483"/>
                    <a:gd name="connsiteX5" fmla="*/ 810 w 25908"/>
                    <a:gd name="connsiteY5" fmla="*/ 8996 h 29483"/>
                    <a:gd name="connsiteX6" fmla="*/ 3239 w 25908"/>
                    <a:gd name="connsiteY6" fmla="*/ 4318 h 29483"/>
                    <a:gd name="connsiteX7" fmla="*/ 7287 w 25908"/>
                    <a:gd name="connsiteY7" fmla="*/ 1169 h 29483"/>
                    <a:gd name="connsiteX8" fmla="*/ 12954 w 25908"/>
                    <a:gd name="connsiteY8" fmla="*/ 0 h 29483"/>
                    <a:gd name="connsiteX9" fmla="*/ 18666 w 25908"/>
                    <a:gd name="connsiteY9" fmla="*/ 1169 h 29483"/>
                    <a:gd name="connsiteX10" fmla="*/ 22714 w 25908"/>
                    <a:gd name="connsiteY10" fmla="*/ 4295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45 w 25908"/>
                    <a:gd name="connsiteY17" fmla="*/ 14753 h 29483"/>
                    <a:gd name="connsiteX18" fmla="*/ 21905 w 25908"/>
                    <a:gd name="connsiteY18" fmla="*/ 10120 h 29483"/>
                    <a:gd name="connsiteX19" fmla="*/ 20241 w 25908"/>
                    <a:gd name="connsiteY19" fmla="*/ 6365 h 29483"/>
                    <a:gd name="connsiteX20" fmla="*/ 17317 w 25908"/>
                    <a:gd name="connsiteY20" fmla="*/ 3846 h 29483"/>
                    <a:gd name="connsiteX21" fmla="*/ 12954 w 25908"/>
                    <a:gd name="connsiteY21" fmla="*/ 2924 h 29483"/>
                    <a:gd name="connsiteX22" fmla="*/ 8614 w 25908"/>
                    <a:gd name="connsiteY22" fmla="*/ 3913 h 29483"/>
                    <a:gd name="connsiteX23" fmla="*/ 5667 w 25908"/>
                    <a:gd name="connsiteY23" fmla="*/ 6567 h 29483"/>
                    <a:gd name="connsiteX24" fmla="*/ 4003 w 25908"/>
                    <a:gd name="connsiteY24" fmla="*/ 10345 h 29483"/>
                    <a:gd name="connsiteX25" fmla="*/ 3463 w 25908"/>
                    <a:gd name="connsiteY25" fmla="*/ 14753 h 29483"/>
                    <a:gd name="connsiteX26" fmla="*/ 4093 w 25908"/>
                    <a:gd name="connsiteY26" fmla="*/ 19521 h 29483"/>
                    <a:gd name="connsiteX27" fmla="*/ 5892 w 25908"/>
                    <a:gd name="connsiteY27" fmla="*/ 23277 h 29483"/>
                    <a:gd name="connsiteX28" fmla="*/ 8861 w 25908"/>
                    <a:gd name="connsiteY28" fmla="*/ 25706 h 29483"/>
                    <a:gd name="connsiteX29" fmla="*/ 12954 w 25908"/>
                    <a:gd name="connsiteY29" fmla="*/ 26560 h 29483"/>
                    <a:gd name="connsiteX30" fmla="*/ 17295 w 25908"/>
                    <a:gd name="connsiteY30" fmla="*/ 25571 h 29483"/>
                    <a:gd name="connsiteX31" fmla="*/ 20241 w 25908"/>
                    <a:gd name="connsiteY31" fmla="*/ 22894 h 29483"/>
                    <a:gd name="connsiteX32" fmla="*/ 21905 w 25908"/>
                    <a:gd name="connsiteY32" fmla="*/ 19116 h 29483"/>
                    <a:gd name="connsiteX33" fmla="*/ 22445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5" y="21185"/>
                      </a:cubicBezTo>
                      <a:cubicBezTo>
                        <a:pt x="360" y="19341"/>
                        <a:pt x="0" y="17205"/>
                        <a:pt x="0" y="14753"/>
                      </a:cubicBezTo>
                      <a:cubicBezTo>
                        <a:pt x="0" y="12707"/>
                        <a:pt x="270" y="10795"/>
                        <a:pt x="810" y="8996"/>
                      </a:cubicBezTo>
                      <a:cubicBezTo>
                        <a:pt x="1349" y="7219"/>
                        <a:pt x="2159" y="5667"/>
                        <a:pt x="3239" y="4318"/>
                      </a:cubicBezTo>
                      <a:cubicBezTo>
                        <a:pt x="4318" y="2991"/>
                        <a:pt x="5667" y="1934"/>
                        <a:pt x="7287" y="1169"/>
                      </a:cubicBezTo>
                      <a:cubicBezTo>
                        <a:pt x="8906" y="405"/>
                        <a:pt x="10795" y="0"/>
                        <a:pt x="12954" y="0"/>
                      </a:cubicBezTo>
                      <a:cubicBezTo>
                        <a:pt x="15113" y="0"/>
                        <a:pt x="17047" y="382"/>
                        <a:pt x="18666" y="1169"/>
                      </a:cubicBezTo>
                      <a:cubicBezTo>
                        <a:pt x="20286" y="1934"/>
                        <a:pt x="21635" y="2991"/>
                        <a:pt x="22714" y="4295"/>
                      </a:cubicBezTo>
                      <a:cubicBezTo>
                        <a:pt x="23794" y="5600"/>
                        <a:pt x="24604" y="7174"/>
                        <a:pt x="25121" y="8973"/>
                      </a:cubicBezTo>
                      <a:cubicBezTo>
                        <a:pt x="25638" y="10772"/>
                        <a:pt x="25908" y="12707"/>
                        <a:pt x="25908" y="14753"/>
                      </a:cubicBezTo>
                      <a:cubicBezTo>
                        <a:pt x="25908" y="16980"/>
                        <a:pt x="25593" y="19004"/>
                        <a:pt x="24986" y="20803"/>
                      </a:cubicBezTo>
                      <a:cubicBezTo>
                        <a:pt x="24379" y="22602"/>
                        <a:pt x="23502" y="24154"/>
                        <a:pt x="22377" y="25436"/>
                      </a:cubicBezTo>
                      <a:cubicBezTo>
                        <a:pt x="21253" y="26740"/>
                        <a:pt x="19881" y="27730"/>
                        <a:pt x="18284" y="28427"/>
                      </a:cubicBezTo>
                      <a:cubicBezTo>
                        <a:pt x="16687" y="29124"/>
                        <a:pt x="14911" y="29484"/>
                        <a:pt x="12977" y="29484"/>
                      </a:cubicBezTo>
                      <a:close/>
                      <a:moveTo>
                        <a:pt x="22445" y="14753"/>
                      </a:moveTo>
                      <a:cubicBezTo>
                        <a:pt x="22445" y="13089"/>
                        <a:pt x="22265" y="11560"/>
                        <a:pt x="21905" y="10120"/>
                      </a:cubicBezTo>
                      <a:cubicBezTo>
                        <a:pt x="21545" y="8681"/>
                        <a:pt x="20983" y="7422"/>
                        <a:pt x="20241" y="6365"/>
                      </a:cubicBezTo>
                      <a:cubicBezTo>
                        <a:pt x="19476" y="5308"/>
                        <a:pt x="18509" y="4475"/>
                        <a:pt x="17317" y="3846"/>
                      </a:cubicBezTo>
                      <a:cubicBezTo>
                        <a:pt x="16125" y="3238"/>
                        <a:pt x="14663" y="2924"/>
                        <a:pt x="12954" y="2924"/>
                      </a:cubicBezTo>
                      <a:cubicBezTo>
                        <a:pt x="11245" y="2924"/>
                        <a:pt x="9805" y="3261"/>
                        <a:pt x="8614" y="3913"/>
                      </a:cubicBezTo>
                      <a:cubicBezTo>
                        <a:pt x="7399" y="4588"/>
                        <a:pt x="6432" y="5465"/>
                        <a:pt x="5667" y="6567"/>
                      </a:cubicBezTo>
                      <a:cubicBezTo>
                        <a:pt x="4903" y="7669"/>
                        <a:pt x="4363" y="8928"/>
                        <a:pt x="4003" y="10345"/>
                      </a:cubicBezTo>
                      <a:cubicBezTo>
                        <a:pt x="3643" y="11762"/>
                        <a:pt x="3463" y="13224"/>
                        <a:pt x="3463" y="14753"/>
                      </a:cubicBezTo>
                      <a:cubicBezTo>
                        <a:pt x="3463" y="16485"/>
                        <a:pt x="3666" y="18082"/>
                        <a:pt x="4093" y="19521"/>
                      </a:cubicBezTo>
                      <a:cubicBezTo>
                        <a:pt x="4498" y="20983"/>
                        <a:pt x="5105" y="22220"/>
                        <a:pt x="5892" y="23277"/>
                      </a:cubicBezTo>
                      <a:cubicBezTo>
                        <a:pt x="6679" y="24334"/>
                        <a:pt x="7669" y="25121"/>
                        <a:pt x="8861" y="25706"/>
                      </a:cubicBezTo>
                      <a:cubicBezTo>
                        <a:pt x="10053" y="26290"/>
                        <a:pt x="11425" y="26560"/>
                        <a:pt x="12954" y="26560"/>
                      </a:cubicBezTo>
                      <a:cubicBezTo>
                        <a:pt x="14641" y="26560"/>
                        <a:pt x="16103" y="26223"/>
                        <a:pt x="17295" y="25571"/>
                      </a:cubicBezTo>
                      <a:cubicBezTo>
                        <a:pt x="18509" y="24896"/>
                        <a:pt x="19476" y="24019"/>
                        <a:pt x="20241" y="22894"/>
                      </a:cubicBezTo>
                      <a:cubicBezTo>
                        <a:pt x="21005" y="21770"/>
                        <a:pt x="21545" y="20510"/>
                        <a:pt x="21905" y="19116"/>
                      </a:cubicBezTo>
                      <a:cubicBezTo>
                        <a:pt x="22265" y="17722"/>
                        <a:pt x="22445" y="16260"/>
                        <a:pt x="22445" y="14753"/>
                      </a:cubicBezTo>
                      <a:close/>
                    </a:path>
                  </a:pathLst>
                </a:custGeom>
                <a:solidFill>
                  <a:srgbClr val="010101"/>
                </a:solidFill>
                <a:ln w="2249" cap="flat">
                  <a:noFill/>
                  <a:prstDash val="solid"/>
                  <a:miter/>
                </a:ln>
              </p:spPr>
              <p:txBody>
                <a:bodyPr rtlCol="0" anchor="ctr"/>
                <a:lstStyle/>
                <a:p>
                  <a:endParaRPr lang="en-US"/>
                </a:p>
              </p:txBody>
            </p:sp>
            <p:sp>
              <p:nvSpPr>
                <p:cNvPr id="3809" name="Freeform 3808">
                  <a:extLst>
                    <a:ext uri="{FF2B5EF4-FFF2-40B4-BE49-F238E27FC236}">
                      <a16:creationId xmlns:a16="http://schemas.microsoft.com/office/drawing/2014/main" id="{F5C5BA78-CBE5-8BDA-9150-3B6E1C280A0A}"/>
                    </a:ext>
                  </a:extLst>
                </p:cNvPr>
                <p:cNvSpPr/>
                <p:nvPr/>
              </p:nvSpPr>
              <p:spPr>
                <a:xfrm>
                  <a:off x="4039756" y="3029540"/>
                  <a:ext cx="3238" cy="38861"/>
                </a:xfrm>
                <a:custGeom>
                  <a:avLst/>
                  <a:gdLst>
                    <a:gd name="connsiteX0" fmla="*/ 0 w 3238"/>
                    <a:gd name="connsiteY0" fmla="*/ 38862 h 38861"/>
                    <a:gd name="connsiteX1" fmla="*/ 0 w 3238"/>
                    <a:gd name="connsiteY1" fmla="*/ 0 h 38861"/>
                    <a:gd name="connsiteX2" fmla="*/ 3239 w 3238"/>
                    <a:gd name="connsiteY2" fmla="*/ 0 h 38861"/>
                    <a:gd name="connsiteX3" fmla="*/ 3239 w 3238"/>
                    <a:gd name="connsiteY3" fmla="*/ 38862 h 38861"/>
                    <a:gd name="connsiteX4" fmla="*/ 0 w 3238"/>
                    <a:gd name="connsiteY4" fmla="*/ 38862 h 388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8" h="38861">
                      <a:moveTo>
                        <a:pt x="0" y="38862"/>
                      </a:moveTo>
                      <a:lnTo>
                        <a:pt x="0" y="0"/>
                      </a:lnTo>
                      <a:lnTo>
                        <a:pt x="3239" y="0"/>
                      </a:lnTo>
                      <a:lnTo>
                        <a:pt x="3239" y="38862"/>
                      </a:lnTo>
                      <a:lnTo>
                        <a:pt x="0" y="38862"/>
                      </a:lnTo>
                      <a:close/>
                    </a:path>
                  </a:pathLst>
                </a:custGeom>
                <a:solidFill>
                  <a:srgbClr val="010101"/>
                </a:solidFill>
                <a:ln w="2249" cap="flat">
                  <a:noFill/>
                  <a:prstDash val="solid"/>
                  <a:miter/>
                </a:ln>
              </p:spPr>
              <p:txBody>
                <a:bodyPr rtlCol="0" anchor="ctr"/>
                <a:lstStyle/>
                <a:p>
                  <a:endParaRPr lang="en-US"/>
                </a:p>
              </p:txBody>
            </p:sp>
            <p:sp>
              <p:nvSpPr>
                <p:cNvPr id="3810" name="Freeform 3809">
                  <a:extLst>
                    <a:ext uri="{FF2B5EF4-FFF2-40B4-BE49-F238E27FC236}">
                      <a16:creationId xmlns:a16="http://schemas.microsoft.com/office/drawing/2014/main" id="{85EA83D0-E850-FBDA-1DFC-0707E69DB945}"/>
                    </a:ext>
                  </a:extLst>
                </p:cNvPr>
                <p:cNvSpPr/>
                <p:nvPr/>
              </p:nvSpPr>
              <p:spPr>
                <a:xfrm>
                  <a:off x="4049786" y="3039728"/>
                  <a:ext cx="26357" cy="29483"/>
                </a:xfrm>
                <a:custGeom>
                  <a:avLst/>
                  <a:gdLst>
                    <a:gd name="connsiteX0" fmla="*/ 14326 w 26357"/>
                    <a:gd name="connsiteY0" fmla="*/ 12369 h 29483"/>
                    <a:gd name="connsiteX1" fmla="*/ 16507 w 26357"/>
                    <a:gd name="connsiteY1" fmla="*/ 12054 h 29483"/>
                    <a:gd name="connsiteX2" fmla="*/ 18576 w 26357"/>
                    <a:gd name="connsiteY2" fmla="*/ 11470 h 29483"/>
                    <a:gd name="connsiteX3" fmla="*/ 19566 w 26357"/>
                    <a:gd name="connsiteY3" fmla="*/ 10210 h 29483"/>
                    <a:gd name="connsiteX4" fmla="*/ 19746 w 26357"/>
                    <a:gd name="connsiteY4" fmla="*/ 8569 h 29483"/>
                    <a:gd name="connsiteX5" fmla="*/ 18149 w 26357"/>
                    <a:gd name="connsiteY5" fmla="*/ 4498 h 29483"/>
                    <a:gd name="connsiteX6" fmla="*/ 12774 w 26357"/>
                    <a:gd name="connsiteY6" fmla="*/ 2901 h 29483"/>
                    <a:gd name="connsiteX7" fmla="*/ 9693 w 26357"/>
                    <a:gd name="connsiteY7" fmla="*/ 3193 h 29483"/>
                    <a:gd name="connsiteX8" fmla="*/ 7242 w 26357"/>
                    <a:gd name="connsiteY8" fmla="*/ 4228 h 29483"/>
                    <a:gd name="connsiteX9" fmla="*/ 5510 w 26357"/>
                    <a:gd name="connsiteY9" fmla="*/ 6162 h 29483"/>
                    <a:gd name="connsiteX10" fmla="*/ 4610 w 26357"/>
                    <a:gd name="connsiteY10" fmla="*/ 9221 h 29483"/>
                    <a:gd name="connsiteX11" fmla="*/ 1327 w 26357"/>
                    <a:gd name="connsiteY11" fmla="*/ 9221 h 29483"/>
                    <a:gd name="connsiteX12" fmla="*/ 2451 w 26357"/>
                    <a:gd name="connsiteY12" fmla="*/ 4993 h 29483"/>
                    <a:gd name="connsiteX13" fmla="*/ 4970 w 26357"/>
                    <a:gd name="connsiteY13" fmla="*/ 2136 h 29483"/>
                    <a:gd name="connsiteX14" fmla="*/ 8523 w 26357"/>
                    <a:gd name="connsiteY14" fmla="*/ 517 h 29483"/>
                    <a:gd name="connsiteX15" fmla="*/ 12819 w 26357"/>
                    <a:gd name="connsiteY15" fmla="*/ 0 h 29483"/>
                    <a:gd name="connsiteX16" fmla="*/ 16777 w 26357"/>
                    <a:gd name="connsiteY16" fmla="*/ 450 h 29483"/>
                    <a:gd name="connsiteX17" fmla="*/ 20016 w 26357"/>
                    <a:gd name="connsiteY17" fmla="*/ 1912 h 29483"/>
                    <a:gd name="connsiteX18" fmla="*/ 22175 w 26357"/>
                    <a:gd name="connsiteY18" fmla="*/ 4588 h 29483"/>
                    <a:gd name="connsiteX19" fmla="*/ 22962 w 26357"/>
                    <a:gd name="connsiteY19" fmla="*/ 8681 h 29483"/>
                    <a:gd name="connsiteX20" fmla="*/ 22962 w 26357"/>
                    <a:gd name="connsiteY20" fmla="*/ 23906 h 29483"/>
                    <a:gd name="connsiteX21" fmla="*/ 23636 w 26357"/>
                    <a:gd name="connsiteY21" fmla="*/ 26313 h 29483"/>
                    <a:gd name="connsiteX22" fmla="*/ 26358 w 26357"/>
                    <a:gd name="connsiteY22" fmla="*/ 26065 h 29483"/>
                    <a:gd name="connsiteX23" fmla="*/ 26358 w 26357"/>
                    <a:gd name="connsiteY23" fmla="*/ 28607 h 29483"/>
                    <a:gd name="connsiteX24" fmla="*/ 25256 w 26357"/>
                    <a:gd name="connsiteY24" fmla="*/ 28922 h 29483"/>
                    <a:gd name="connsiteX25" fmla="*/ 23816 w 26357"/>
                    <a:gd name="connsiteY25" fmla="*/ 29146 h 29483"/>
                    <a:gd name="connsiteX26" fmla="*/ 22355 w 26357"/>
                    <a:gd name="connsiteY26" fmla="*/ 28989 h 29483"/>
                    <a:gd name="connsiteX27" fmla="*/ 21050 w 26357"/>
                    <a:gd name="connsiteY27" fmla="*/ 28472 h 29483"/>
                    <a:gd name="connsiteX28" fmla="*/ 20263 w 26357"/>
                    <a:gd name="connsiteY28" fmla="*/ 27505 h 29483"/>
                    <a:gd name="connsiteX29" fmla="*/ 19858 w 26357"/>
                    <a:gd name="connsiteY29" fmla="*/ 26268 h 29483"/>
                    <a:gd name="connsiteX30" fmla="*/ 19746 w 26357"/>
                    <a:gd name="connsiteY30" fmla="*/ 24828 h 29483"/>
                    <a:gd name="connsiteX31" fmla="*/ 15045 w 26357"/>
                    <a:gd name="connsiteY31" fmla="*/ 28292 h 29483"/>
                    <a:gd name="connsiteX32" fmla="*/ 9333 w 26357"/>
                    <a:gd name="connsiteY32" fmla="*/ 29484 h 29483"/>
                    <a:gd name="connsiteX33" fmla="*/ 5802 w 26357"/>
                    <a:gd name="connsiteY33" fmla="*/ 28989 h 29483"/>
                    <a:gd name="connsiteX34" fmla="*/ 2811 w 26357"/>
                    <a:gd name="connsiteY34" fmla="*/ 27482 h 29483"/>
                    <a:gd name="connsiteX35" fmla="*/ 765 w 26357"/>
                    <a:gd name="connsiteY35" fmla="*/ 24963 h 29483"/>
                    <a:gd name="connsiteX36" fmla="*/ 0 w 26357"/>
                    <a:gd name="connsiteY36" fmla="*/ 21433 h 29483"/>
                    <a:gd name="connsiteX37" fmla="*/ 9760 w 26357"/>
                    <a:gd name="connsiteY37" fmla="*/ 13021 h 29483"/>
                    <a:gd name="connsiteX38" fmla="*/ 14236 w 26357"/>
                    <a:gd name="connsiteY38" fmla="*/ 12437 h 29483"/>
                    <a:gd name="connsiteX39" fmla="*/ 19768 w 26357"/>
                    <a:gd name="connsiteY39" fmla="*/ 13989 h 29483"/>
                    <a:gd name="connsiteX40" fmla="*/ 15608 w 26357"/>
                    <a:gd name="connsiteY40" fmla="*/ 15113 h 29483"/>
                    <a:gd name="connsiteX41" fmla="*/ 11402 w 26357"/>
                    <a:gd name="connsiteY41" fmla="*/ 15540 h 29483"/>
                    <a:gd name="connsiteX42" fmla="*/ 5600 w 26357"/>
                    <a:gd name="connsiteY42" fmla="*/ 17205 h 29483"/>
                    <a:gd name="connsiteX43" fmla="*/ 3531 w 26357"/>
                    <a:gd name="connsiteY43" fmla="*/ 21478 h 29483"/>
                    <a:gd name="connsiteX44" fmla="*/ 4048 w 26357"/>
                    <a:gd name="connsiteY44" fmla="*/ 23726 h 29483"/>
                    <a:gd name="connsiteX45" fmla="*/ 5397 w 26357"/>
                    <a:gd name="connsiteY45" fmla="*/ 25301 h 29483"/>
                    <a:gd name="connsiteX46" fmla="*/ 7331 w 26357"/>
                    <a:gd name="connsiteY46" fmla="*/ 26223 h 29483"/>
                    <a:gd name="connsiteX47" fmla="*/ 9580 w 26357"/>
                    <a:gd name="connsiteY47" fmla="*/ 26515 h 29483"/>
                    <a:gd name="connsiteX48" fmla="*/ 13359 w 26357"/>
                    <a:gd name="connsiteY48" fmla="*/ 26020 h 29483"/>
                    <a:gd name="connsiteX49" fmla="*/ 16620 w 26357"/>
                    <a:gd name="connsiteY49" fmla="*/ 24536 h 29483"/>
                    <a:gd name="connsiteX50" fmla="*/ 18914 w 26357"/>
                    <a:gd name="connsiteY50" fmla="*/ 21995 h 29483"/>
                    <a:gd name="connsiteX51" fmla="*/ 19768 w 26357"/>
                    <a:gd name="connsiteY51" fmla="*/ 18351 h 29483"/>
                    <a:gd name="connsiteX52" fmla="*/ 19768 w 26357"/>
                    <a:gd name="connsiteY52" fmla="*/ 13989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6357" h="29483">
                      <a:moveTo>
                        <a:pt x="14326" y="12369"/>
                      </a:moveTo>
                      <a:cubicBezTo>
                        <a:pt x="14933" y="12302"/>
                        <a:pt x="15675" y="12189"/>
                        <a:pt x="16507" y="12054"/>
                      </a:cubicBezTo>
                      <a:cubicBezTo>
                        <a:pt x="17362" y="11919"/>
                        <a:pt x="18036" y="11717"/>
                        <a:pt x="18576" y="11470"/>
                      </a:cubicBezTo>
                      <a:cubicBezTo>
                        <a:pt x="19116" y="11222"/>
                        <a:pt x="19453" y="10795"/>
                        <a:pt x="19566" y="10210"/>
                      </a:cubicBezTo>
                      <a:cubicBezTo>
                        <a:pt x="19701" y="9626"/>
                        <a:pt x="19746" y="9063"/>
                        <a:pt x="19746" y="8569"/>
                      </a:cubicBezTo>
                      <a:cubicBezTo>
                        <a:pt x="19746" y="6904"/>
                        <a:pt x="19206" y="5555"/>
                        <a:pt x="18149" y="4498"/>
                      </a:cubicBezTo>
                      <a:cubicBezTo>
                        <a:pt x="17092" y="3441"/>
                        <a:pt x="15293" y="2901"/>
                        <a:pt x="12774" y="2901"/>
                      </a:cubicBezTo>
                      <a:cubicBezTo>
                        <a:pt x="11649" y="2901"/>
                        <a:pt x="10638" y="2991"/>
                        <a:pt x="9693" y="3193"/>
                      </a:cubicBezTo>
                      <a:cubicBezTo>
                        <a:pt x="8748" y="3396"/>
                        <a:pt x="7939" y="3733"/>
                        <a:pt x="7242" y="4228"/>
                      </a:cubicBezTo>
                      <a:cubicBezTo>
                        <a:pt x="6544" y="4723"/>
                        <a:pt x="5960" y="5352"/>
                        <a:pt x="5510" y="6162"/>
                      </a:cubicBezTo>
                      <a:cubicBezTo>
                        <a:pt x="5060" y="6972"/>
                        <a:pt x="4768" y="7984"/>
                        <a:pt x="4610" y="9221"/>
                      </a:cubicBezTo>
                      <a:lnTo>
                        <a:pt x="1327" y="9221"/>
                      </a:lnTo>
                      <a:cubicBezTo>
                        <a:pt x="1439" y="7556"/>
                        <a:pt x="1822" y="6162"/>
                        <a:pt x="2451" y="4993"/>
                      </a:cubicBezTo>
                      <a:cubicBezTo>
                        <a:pt x="3081" y="3823"/>
                        <a:pt x="3936" y="2879"/>
                        <a:pt x="4970" y="2136"/>
                      </a:cubicBezTo>
                      <a:cubicBezTo>
                        <a:pt x="6005" y="1394"/>
                        <a:pt x="7174" y="855"/>
                        <a:pt x="8523" y="517"/>
                      </a:cubicBezTo>
                      <a:cubicBezTo>
                        <a:pt x="9873" y="180"/>
                        <a:pt x="11312" y="0"/>
                        <a:pt x="12819" y="0"/>
                      </a:cubicBezTo>
                      <a:cubicBezTo>
                        <a:pt x="14213" y="0"/>
                        <a:pt x="15540" y="157"/>
                        <a:pt x="16777" y="450"/>
                      </a:cubicBezTo>
                      <a:cubicBezTo>
                        <a:pt x="18014" y="765"/>
                        <a:pt x="19094" y="1237"/>
                        <a:pt x="20016" y="1912"/>
                      </a:cubicBezTo>
                      <a:cubicBezTo>
                        <a:pt x="20938" y="2586"/>
                        <a:pt x="21657" y="3463"/>
                        <a:pt x="22175" y="4588"/>
                      </a:cubicBezTo>
                      <a:cubicBezTo>
                        <a:pt x="22692" y="5712"/>
                        <a:pt x="22962" y="7062"/>
                        <a:pt x="22962" y="8681"/>
                      </a:cubicBezTo>
                      <a:lnTo>
                        <a:pt x="22962" y="23906"/>
                      </a:lnTo>
                      <a:cubicBezTo>
                        <a:pt x="22962" y="25166"/>
                        <a:pt x="23187" y="25975"/>
                        <a:pt x="23636" y="26313"/>
                      </a:cubicBezTo>
                      <a:cubicBezTo>
                        <a:pt x="24086" y="26650"/>
                        <a:pt x="24986" y="26583"/>
                        <a:pt x="26358" y="26065"/>
                      </a:cubicBezTo>
                      <a:lnTo>
                        <a:pt x="26358" y="28607"/>
                      </a:lnTo>
                      <a:cubicBezTo>
                        <a:pt x="26110" y="28674"/>
                        <a:pt x="25728" y="28787"/>
                        <a:pt x="25256" y="28922"/>
                      </a:cubicBezTo>
                      <a:cubicBezTo>
                        <a:pt x="24761" y="29056"/>
                        <a:pt x="24289" y="29146"/>
                        <a:pt x="23816" y="29146"/>
                      </a:cubicBezTo>
                      <a:cubicBezTo>
                        <a:pt x="23322" y="29146"/>
                        <a:pt x="22827" y="29101"/>
                        <a:pt x="22355" y="28989"/>
                      </a:cubicBezTo>
                      <a:cubicBezTo>
                        <a:pt x="21815" y="28922"/>
                        <a:pt x="21387" y="28742"/>
                        <a:pt x="21050" y="28472"/>
                      </a:cubicBezTo>
                      <a:cubicBezTo>
                        <a:pt x="20713" y="28202"/>
                        <a:pt x="20465" y="27887"/>
                        <a:pt x="20263" y="27505"/>
                      </a:cubicBezTo>
                      <a:cubicBezTo>
                        <a:pt x="20061" y="27122"/>
                        <a:pt x="19926" y="26718"/>
                        <a:pt x="19858" y="26268"/>
                      </a:cubicBezTo>
                      <a:cubicBezTo>
                        <a:pt x="19791" y="25818"/>
                        <a:pt x="19746" y="25346"/>
                        <a:pt x="19746" y="24828"/>
                      </a:cubicBezTo>
                      <a:cubicBezTo>
                        <a:pt x="18374" y="26335"/>
                        <a:pt x="16822" y="27482"/>
                        <a:pt x="15045" y="28292"/>
                      </a:cubicBezTo>
                      <a:cubicBezTo>
                        <a:pt x="13291" y="29079"/>
                        <a:pt x="11380" y="29484"/>
                        <a:pt x="9333" y="29484"/>
                      </a:cubicBezTo>
                      <a:cubicBezTo>
                        <a:pt x="8119" y="29484"/>
                        <a:pt x="6927" y="29326"/>
                        <a:pt x="5802" y="28989"/>
                      </a:cubicBezTo>
                      <a:cubicBezTo>
                        <a:pt x="4678" y="28652"/>
                        <a:pt x="3666" y="28157"/>
                        <a:pt x="2811" y="27482"/>
                      </a:cubicBezTo>
                      <a:cubicBezTo>
                        <a:pt x="1957" y="26808"/>
                        <a:pt x="1259" y="25953"/>
                        <a:pt x="765" y="24963"/>
                      </a:cubicBezTo>
                      <a:cubicBezTo>
                        <a:pt x="270" y="23974"/>
                        <a:pt x="0" y="22804"/>
                        <a:pt x="0" y="21433"/>
                      </a:cubicBezTo>
                      <a:cubicBezTo>
                        <a:pt x="0" y="16687"/>
                        <a:pt x="3261" y="13876"/>
                        <a:pt x="9760" y="13021"/>
                      </a:cubicBezTo>
                      <a:lnTo>
                        <a:pt x="14236" y="12437"/>
                      </a:lnTo>
                      <a:close/>
                      <a:moveTo>
                        <a:pt x="19768" y="13989"/>
                      </a:moveTo>
                      <a:cubicBezTo>
                        <a:pt x="18396" y="14573"/>
                        <a:pt x="17024" y="14933"/>
                        <a:pt x="15608" y="15113"/>
                      </a:cubicBezTo>
                      <a:cubicBezTo>
                        <a:pt x="14191" y="15293"/>
                        <a:pt x="12796" y="15428"/>
                        <a:pt x="11402" y="15540"/>
                      </a:cubicBezTo>
                      <a:cubicBezTo>
                        <a:pt x="8928" y="15720"/>
                        <a:pt x="6994" y="16282"/>
                        <a:pt x="5600" y="17205"/>
                      </a:cubicBezTo>
                      <a:cubicBezTo>
                        <a:pt x="4206" y="18149"/>
                        <a:pt x="3531" y="19566"/>
                        <a:pt x="3531" y="21478"/>
                      </a:cubicBezTo>
                      <a:cubicBezTo>
                        <a:pt x="3531" y="22332"/>
                        <a:pt x="3711" y="23097"/>
                        <a:pt x="4048" y="23726"/>
                      </a:cubicBezTo>
                      <a:cubicBezTo>
                        <a:pt x="4385" y="24356"/>
                        <a:pt x="4835" y="24873"/>
                        <a:pt x="5397" y="25301"/>
                      </a:cubicBezTo>
                      <a:cubicBezTo>
                        <a:pt x="5960" y="25706"/>
                        <a:pt x="6612" y="26020"/>
                        <a:pt x="7331" y="26223"/>
                      </a:cubicBezTo>
                      <a:cubicBezTo>
                        <a:pt x="8074" y="26425"/>
                        <a:pt x="8816" y="26515"/>
                        <a:pt x="9580" y="26515"/>
                      </a:cubicBezTo>
                      <a:cubicBezTo>
                        <a:pt x="10885" y="26515"/>
                        <a:pt x="12144" y="26358"/>
                        <a:pt x="13359" y="26020"/>
                      </a:cubicBezTo>
                      <a:cubicBezTo>
                        <a:pt x="14573" y="25706"/>
                        <a:pt x="15675" y="25211"/>
                        <a:pt x="16620" y="24536"/>
                      </a:cubicBezTo>
                      <a:cubicBezTo>
                        <a:pt x="17564" y="23861"/>
                        <a:pt x="18329" y="23029"/>
                        <a:pt x="18914" y="21995"/>
                      </a:cubicBezTo>
                      <a:cubicBezTo>
                        <a:pt x="19498" y="20960"/>
                        <a:pt x="19768" y="19746"/>
                        <a:pt x="19768" y="18351"/>
                      </a:cubicBezTo>
                      <a:lnTo>
                        <a:pt x="19768" y="13989"/>
                      </a:lnTo>
                      <a:close/>
                    </a:path>
                  </a:pathLst>
                </a:custGeom>
                <a:solidFill>
                  <a:srgbClr val="010101"/>
                </a:solidFill>
                <a:ln w="2249" cap="flat">
                  <a:noFill/>
                  <a:prstDash val="solid"/>
                  <a:miter/>
                </a:ln>
              </p:spPr>
              <p:txBody>
                <a:bodyPr rtlCol="0" anchor="ctr"/>
                <a:lstStyle/>
                <a:p>
                  <a:endParaRPr lang="en-US"/>
                </a:p>
              </p:txBody>
            </p:sp>
            <p:sp>
              <p:nvSpPr>
                <p:cNvPr id="3811" name="Freeform 3810">
                  <a:extLst>
                    <a:ext uri="{FF2B5EF4-FFF2-40B4-BE49-F238E27FC236}">
                      <a16:creationId xmlns:a16="http://schemas.microsoft.com/office/drawing/2014/main" id="{98FF1291-7785-8E50-2D51-E8F5AF87FF11}"/>
                    </a:ext>
                  </a:extLst>
                </p:cNvPr>
                <p:cNvSpPr/>
                <p:nvPr/>
              </p:nvSpPr>
              <p:spPr>
                <a:xfrm>
                  <a:off x="4078483" y="3032666"/>
                  <a:ext cx="12616" cy="36500"/>
                </a:xfrm>
                <a:custGeom>
                  <a:avLst/>
                  <a:gdLst>
                    <a:gd name="connsiteX0" fmla="*/ 12617 w 12616"/>
                    <a:gd name="connsiteY0" fmla="*/ 35848 h 36500"/>
                    <a:gd name="connsiteX1" fmla="*/ 11042 w 12616"/>
                    <a:gd name="connsiteY1" fmla="*/ 36231 h 36500"/>
                    <a:gd name="connsiteX2" fmla="*/ 8884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1 h 36500"/>
                    <a:gd name="connsiteX8" fmla="*/ 3936 w 12616"/>
                    <a:gd name="connsiteY8" fmla="*/ 7781 h 36500"/>
                    <a:gd name="connsiteX9" fmla="*/ 3936 w 12616"/>
                    <a:gd name="connsiteY9" fmla="*/ 0 h 36500"/>
                    <a:gd name="connsiteX10" fmla="*/ 7174 w 12616"/>
                    <a:gd name="connsiteY10" fmla="*/ 0 h 36500"/>
                    <a:gd name="connsiteX11" fmla="*/ 7174 w 12616"/>
                    <a:gd name="connsiteY11" fmla="*/ 7781 h 36500"/>
                    <a:gd name="connsiteX12" fmla="*/ 12414 w 12616"/>
                    <a:gd name="connsiteY12" fmla="*/ 7781 h 36500"/>
                    <a:gd name="connsiteX13" fmla="*/ 12414 w 12616"/>
                    <a:gd name="connsiteY13" fmla="*/ 10480 h 36500"/>
                    <a:gd name="connsiteX14" fmla="*/ 7174 w 12616"/>
                    <a:gd name="connsiteY14" fmla="*/ 10480 h 36500"/>
                    <a:gd name="connsiteX15" fmla="*/ 7174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5 h 36500"/>
                    <a:gd name="connsiteX21" fmla="*/ 12617 w 12616"/>
                    <a:gd name="connsiteY21" fmla="*/ 33195 h 36500"/>
                    <a:gd name="connsiteX22" fmla="*/ 12617 w 12616"/>
                    <a:gd name="connsiteY22" fmla="*/ 35848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616" h="36500">
                      <a:moveTo>
                        <a:pt x="12617" y="35848"/>
                      </a:moveTo>
                      <a:cubicBezTo>
                        <a:pt x="12212" y="35916"/>
                        <a:pt x="11695" y="36051"/>
                        <a:pt x="11042" y="36231"/>
                      </a:cubicBezTo>
                      <a:cubicBezTo>
                        <a:pt x="10390" y="36411"/>
                        <a:pt x="9671" y="36501"/>
                        <a:pt x="8884" y="36501"/>
                      </a:cubicBezTo>
                      <a:cubicBezTo>
                        <a:pt x="7264" y="36501"/>
                        <a:pt x="6027" y="36096"/>
                        <a:pt x="5195" y="35286"/>
                      </a:cubicBezTo>
                      <a:cubicBezTo>
                        <a:pt x="4363" y="34476"/>
                        <a:pt x="3936" y="33037"/>
                        <a:pt x="3936" y="30946"/>
                      </a:cubicBezTo>
                      <a:lnTo>
                        <a:pt x="3936" y="10480"/>
                      </a:lnTo>
                      <a:lnTo>
                        <a:pt x="0" y="10480"/>
                      </a:lnTo>
                      <a:lnTo>
                        <a:pt x="0" y="7781"/>
                      </a:lnTo>
                      <a:lnTo>
                        <a:pt x="3936" y="7781"/>
                      </a:lnTo>
                      <a:lnTo>
                        <a:pt x="3936" y="0"/>
                      </a:lnTo>
                      <a:lnTo>
                        <a:pt x="7174" y="0"/>
                      </a:lnTo>
                      <a:lnTo>
                        <a:pt x="7174" y="7781"/>
                      </a:lnTo>
                      <a:lnTo>
                        <a:pt x="12414" y="7781"/>
                      </a:lnTo>
                      <a:lnTo>
                        <a:pt x="12414" y="10480"/>
                      </a:lnTo>
                      <a:lnTo>
                        <a:pt x="7174" y="10480"/>
                      </a:lnTo>
                      <a:lnTo>
                        <a:pt x="7174" y="29641"/>
                      </a:lnTo>
                      <a:cubicBezTo>
                        <a:pt x="7174" y="30316"/>
                        <a:pt x="7174" y="30923"/>
                        <a:pt x="7219" y="31418"/>
                      </a:cubicBezTo>
                      <a:cubicBezTo>
                        <a:pt x="7264" y="31913"/>
                        <a:pt x="7354" y="32340"/>
                        <a:pt x="7534" y="32655"/>
                      </a:cubicBezTo>
                      <a:cubicBezTo>
                        <a:pt x="7714" y="32970"/>
                        <a:pt x="7984" y="33217"/>
                        <a:pt x="8366" y="33352"/>
                      </a:cubicBezTo>
                      <a:cubicBezTo>
                        <a:pt x="8748" y="33487"/>
                        <a:pt x="9266" y="33577"/>
                        <a:pt x="9963" y="33577"/>
                      </a:cubicBezTo>
                      <a:cubicBezTo>
                        <a:pt x="10390" y="33577"/>
                        <a:pt x="10840" y="33532"/>
                        <a:pt x="11290" y="33465"/>
                      </a:cubicBezTo>
                      <a:cubicBezTo>
                        <a:pt x="11740" y="33397"/>
                        <a:pt x="12189" y="33307"/>
                        <a:pt x="12617" y="33195"/>
                      </a:cubicBezTo>
                      <a:lnTo>
                        <a:pt x="12617" y="35848"/>
                      </a:lnTo>
                      <a:close/>
                    </a:path>
                  </a:pathLst>
                </a:custGeom>
                <a:solidFill>
                  <a:srgbClr val="010101"/>
                </a:solidFill>
                <a:ln w="2249" cap="flat">
                  <a:noFill/>
                  <a:prstDash val="solid"/>
                  <a:miter/>
                </a:ln>
              </p:spPr>
              <p:txBody>
                <a:bodyPr rtlCol="0" anchor="ctr"/>
                <a:lstStyle/>
                <a:p>
                  <a:endParaRPr lang="en-US"/>
                </a:p>
              </p:txBody>
            </p:sp>
            <p:sp>
              <p:nvSpPr>
                <p:cNvPr id="3812" name="Freeform 3811">
                  <a:extLst>
                    <a:ext uri="{FF2B5EF4-FFF2-40B4-BE49-F238E27FC236}">
                      <a16:creationId xmlns:a16="http://schemas.microsoft.com/office/drawing/2014/main" id="{94368298-59AD-B6DA-D878-FCDF6CE32526}"/>
                    </a:ext>
                  </a:extLst>
                </p:cNvPr>
                <p:cNvSpPr/>
                <p:nvPr/>
              </p:nvSpPr>
              <p:spPr>
                <a:xfrm>
                  <a:off x="4094765" y="3039705"/>
                  <a:ext cx="25167" cy="29483"/>
                </a:xfrm>
                <a:custGeom>
                  <a:avLst/>
                  <a:gdLst>
                    <a:gd name="connsiteX0" fmla="*/ 3508 w 25167"/>
                    <a:gd name="connsiteY0" fmla="*/ 15473 h 29483"/>
                    <a:gd name="connsiteX1" fmla="*/ 4093 w 25167"/>
                    <a:gd name="connsiteY1" fmla="*/ 19768 h 29483"/>
                    <a:gd name="connsiteX2" fmla="*/ 5847 w 25167"/>
                    <a:gd name="connsiteY2" fmla="*/ 23277 h 29483"/>
                    <a:gd name="connsiteX3" fmla="*/ 8793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3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899 w 25167"/>
                    <a:gd name="connsiteY16" fmla="*/ 9086 h 29483"/>
                    <a:gd name="connsiteX17" fmla="*/ 3441 w 25167"/>
                    <a:gd name="connsiteY17" fmla="*/ 4363 h 29483"/>
                    <a:gd name="connsiteX18" fmla="*/ 7466 w 25167"/>
                    <a:gd name="connsiteY18" fmla="*/ 1169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7 w 25167"/>
                    <a:gd name="connsiteY23" fmla="*/ 12774 h 29483"/>
                    <a:gd name="connsiteX24" fmla="*/ 21185 w 25167"/>
                    <a:gd name="connsiteY24" fmla="*/ 8906 h 29483"/>
                    <a:gd name="connsiteX25" fmla="*/ 19521 w 25167"/>
                    <a:gd name="connsiteY25" fmla="*/ 5780 h 29483"/>
                    <a:gd name="connsiteX26" fmla="*/ 16732 w 25167"/>
                    <a:gd name="connsiteY26" fmla="*/ 3666 h 29483"/>
                    <a:gd name="connsiteX27" fmla="*/ 12909 w 25167"/>
                    <a:gd name="connsiteY27" fmla="*/ 2879 h 29483"/>
                    <a:gd name="connsiteX28" fmla="*/ 9108 w 25167"/>
                    <a:gd name="connsiteY28" fmla="*/ 3688 h 29483"/>
                    <a:gd name="connsiteX29" fmla="*/ 6297 w 25167"/>
                    <a:gd name="connsiteY29" fmla="*/ 5847 h 29483"/>
                    <a:gd name="connsiteX30" fmla="*/ 4430 w 25167"/>
                    <a:gd name="connsiteY30" fmla="*/ 8973 h 29483"/>
                    <a:gd name="connsiteX31" fmla="*/ 3508 w 25167"/>
                    <a:gd name="connsiteY31" fmla="*/ 12752 h 29483"/>
                    <a:gd name="connsiteX32" fmla="*/ 21747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8" y="15473"/>
                      </a:moveTo>
                      <a:cubicBezTo>
                        <a:pt x="3508" y="16980"/>
                        <a:pt x="3711" y="18419"/>
                        <a:pt x="4093" y="19768"/>
                      </a:cubicBezTo>
                      <a:cubicBezTo>
                        <a:pt x="4498" y="21118"/>
                        <a:pt x="5082" y="22287"/>
                        <a:pt x="5847" y="23277"/>
                      </a:cubicBezTo>
                      <a:cubicBezTo>
                        <a:pt x="6612" y="24266"/>
                        <a:pt x="7601" y="25053"/>
                        <a:pt x="8793" y="25661"/>
                      </a:cubicBezTo>
                      <a:cubicBezTo>
                        <a:pt x="9985" y="26245"/>
                        <a:pt x="11357" y="26560"/>
                        <a:pt x="12886" y="26560"/>
                      </a:cubicBezTo>
                      <a:cubicBezTo>
                        <a:pt x="15000" y="26560"/>
                        <a:pt x="16822" y="25998"/>
                        <a:pt x="18329" y="24896"/>
                      </a:cubicBezTo>
                      <a:cubicBezTo>
                        <a:pt x="19836" y="23772"/>
                        <a:pt x="20848" y="22197"/>
                        <a:pt x="21343" y="20151"/>
                      </a:cubicBezTo>
                      <a:lnTo>
                        <a:pt x="24963" y="20151"/>
                      </a:lnTo>
                      <a:cubicBezTo>
                        <a:pt x="24558" y="21478"/>
                        <a:pt x="24041"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6" y="23951"/>
                        <a:pt x="1259" y="22400"/>
                        <a:pt x="765" y="20623"/>
                      </a:cubicBezTo>
                      <a:cubicBezTo>
                        <a:pt x="270" y="18846"/>
                        <a:pt x="0" y="16935"/>
                        <a:pt x="0" y="14866"/>
                      </a:cubicBezTo>
                      <a:cubicBezTo>
                        <a:pt x="0" y="12797"/>
                        <a:pt x="292" y="10885"/>
                        <a:pt x="899" y="9086"/>
                      </a:cubicBezTo>
                      <a:cubicBezTo>
                        <a:pt x="1484" y="7287"/>
                        <a:pt x="2339" y="5712"/>
                        <a:pt x="3441" y="4363"/>
                      </a:cubicBezTo>
                      <a:cubicBezTo>
                        <a:pt x="4543" y="3014"/>
                        <a:pt x="5870" y="1957"/>
                        <a:pt x="7466" y="1169"/>
                      </a:cubicBezTo>
                      <a:cubicBezTo>
                        <a:pt x="9041" y="405"/>
                        <a:pt x="10840" y="0"/>
                        <a:pt x="12864" y="0"/>
                      </a:cubicBezTo>
                      <a:cubicBezTo>
                        <a:pt x="16710" y="0"/>
                        <a:pt x="19746" y="1327"/>
                        <a:pt x="21927" y="3958"/>
                      </a:cubicBezTo>
                      <a:cubicBezTo>
                        <a:pt x="24131" y="6612"/>
                        <a:pt x="25211" y="10435"/>
                        <a:pt x="25166" y="15473"/>
                      </a:cubicBezTo>
                      <a:lnTo>
                        <a:pt x="3463" y="15473"/>
                      </a:lnTo>
                      <a:close/>
                      <a:moveTo>
                        <a:pt x="21747" y="12774"/>
                      </a:moveTo>
                      <a:cubicBezTo>
                        <a:pt x="21747" y="11402"/>
                        <a:pt x="21567" y="10120"/>
                        <a:pt x="21185" y="8906"/>
                      </a:cubicBezTo>
                      <a:cubicBezTo>
                        <a:pt x="20803" y="7691"/>
                        <a:pt x="20241" y="6657"/>
                        <a:pt x="19521" y="5780"/>
                      </a:cubicBezTo>
                      <a:cubicBezTo>
                        <a:pt x="18779" y="4903"/>
                        <a:pt x="17857" y="4206"/>
                        <a:pt x="16732" y="3666"/>
                      </a:cubicBezTo>
                      <a:cubicBezTo>
                        <a:pt x="15608" y="3149"/>
                        <a:pt x="14348" y="2879"/>
                        <a:pt x="12909" y="2879"/>
                      </a:cubicBezTo>
                      <a:cubicBezTo>
                        <a:pt x="11470" y="2879"/>
                        <a:pt x="10210" y="3149"/>
                        <a:pt x="9108" y="3688"/>
                      </a:cubicBezTo>
                      <a:cubicBezTo>
                        <a:pt x="8006" y="4228"/>
                        <a:pt x="7084" y="4948"/>
                        <a:pt x="6297" y="5847"/>
                      </a:cubicBezTo>
                      <a:cubicBezTo>
                        <a:pt x="5532" y="6747"/>
                        <a:pt x="4903" y="7781"/>
                        <a:pt x="4430" y="8973"/>
                      </a:cubicBezTo>
                      <a:cubicBezTo>
                        <a:pt x="3958" y="10165"/>
                        <a:pt x="3666" y="11425"/>
                        <a:pt x="3508" y="12752"/>
                      </a:cubicBezTo>
                      <a:lnTo>
                        <a:pt x="21747" y="12752"/>
                      </a:lnTo>
                      <a:close/>
                    </a:path>
                  </a:pathLst>
                </a:custGeom>
                <a:solidFill>
                  <a:srgbClr val="010101"/>
                </a:solidFill>
                <a:ln w="2249" cap="flat">
                  <a:noFill/>
                  <a:prstDash val="solid"/>
                  <a:miter/>
                </a:ln>
              </p:spPr>
              <p:txBody>
                <a:bodyPr rtlCol="0" anchor="ctr"/>
                <a:lstStyle/>
                <a:p>
                  <a:endParaRPr lang="en-US"/>
                </a:p>
              </p:txBody>
            </p:sp>
            <p:sp>
              <p:nvSpPr>
                <p:cNvPr id="3813" name="Freeform 3812">
                  <a:extLst>
                    <a:ext uri="{FF2B5EF4-FFF2-40B4-BE49-F238E27FC236}">
                      <a16:creationId xmlns:a16="http://schemas.microsoft.com/office/drawing/2014/main" id="{D4B9850F-ABB7-EA5D-23E0-886B3B866936}"/>
                    </a:ext>
                  </a:extLst>
                </p:cNvPr>
                <p:cNvSpPr/>
                <p:nvPr/>
              </p:nvSpPr>
              <p:spPr>
                <a:xfrm>
                  <a:off x="4125419" y="3029540"/>
                  <a:ext cx="25682" cy="39626"/>
                </a:xfrm>
                <a:custGeom>
                  <a:avLst/>
                  <a:gdLst>
                    <a:gd name="connsiteX0" fmla="*/ 22445 w 25682"/>
                    <a:gd name="connsiteY0" fmla="*/ 0 h 39626"/>
                    <a:gd name="connsiteX1" fmla="*/ 25683 w 25682"/>
                    <a:gd name="connsiteY1" fmla="*/ 0 h 39626"/>
                    <a:gd name="connsiteX2" fmla="*/ 25683 w 25682"/>
                    <a:gd name="connsiteY2" fmla="*/ 38862 h 39626"/>
                    <a:gd name="connsiteX3" fmla="*/ 22445 w 25682"/>
                    <a:gd name="connsiteY3" fmla="*/ 38862 h 39626"/>
                    <a:gd name="connsiteX4" fmla="*/ 22445 w 25682"/>
                    <a:gd name="connsiteY4" fmla="*/ 33959 h 39626"/>
                    <a:gd name="connsiteX5" fmla="*/ 22332 w 25682"/>
                    <a:gd name="connsiteY5" fmla="*/ 33959 h 39626"/>
                    <a:gd name="connsiteX6" fmla="*/ 20533 w 25682"/>
                    <a:gd name="connsiteY6" fmla="*/ 36411 h 39626"/>
                    <a:gd name="connsiteX7" fmla="*/ 18104 w 25682"/>
                    <a:gd name="connsiteY7" fmla="*/ 38165 h 39626"/>
                    <a:gd name="connsiteX8" fmla="*/ 15383 w 25682"/>
                    <a:gd name="connsiteY8" fmla="*/ 39244 h 39626"/>
                    <a:gd name="connsiteX9" fmla="*/ 12639 w 25682"/>
                    <a:gd name="connsiteY9" fmla="*/ 39627 h 39626"/>
                    <a:gd name="connsiteX10" fmla="*/ 6859 w 25682"/>
                    <a:gd name="connsiteY10" fmla="*/ 38502 h 39626"/>
                    <a:gd name="connsiteX11" fmla="*/ 2946 w 25682"/>
                    <a:gd name="connsiteY11" fmla="*/ 35399 h 39626"/>
                    <a:gd name="connsiteX12" fmla="*/ 697 w 25682"/>
                    <a:gd name="connsiteY12" fmla="*/ 30721 h 39626"/>
                    <a:gd name="connsiteX13" fmla="*/ 0 w 25682"/>
                    <a:gd name="connsiteY13" fmla="*/ 24941 h 39626"/>
                    <a:gd name="connsiteX14" fmla="*/ 765 w 25682"/>
                    <a:gd name="connsiteY14" fmla="*/ 19319 h 39626"/>
                    <a:gd name="connsiteX15" fmla="*/ 3059 w 25682"/>
                    <a:gd name="connsiteY15" fmla="*/ 14596 h 39626"/>
                    <a:gd name="connsiteX16" fmla="*/ 6949 w 25682"/>
                    <a:gd name="connsiteY16" fmla="*/ 11357 h 39626"/>
                    <a:gd name="connsiteX17" fmla="*/ 12482 w 25682"/>
                    <a:gd name="connsiteY17" fmla="*/ 10143 h 39626"/>
                    <a:gd name="connsiteX18" fmla="*/ 18171 w 25682"/>
                    <a:gd name="connsiteY18" fmla="*/ 11470 h 39626"/>
                    <a:gd name="connsiteX19" fmla="*/ 22467 w 25682"/>
                    <a:gd name="connsiteY19" fmla="*/ 15383 h 39626"/>
                    <a:gd name="connsiteX20" fmla="*/ 22467 w 25682"/>
                    <a:gd name="connsiteY20" fmla="*/ 0 h 39626"/>
                    <a:gd name="connsiteX21" fmla="*/ 22445 w 25682"/>
                    <a:gd name="connsiteY21" fmla="*/ 24761 h 39626"/>
                    <a:gd name="connsiteX22" fmla="*/ 21792 w 25682"/>
                    <a:gd name="connsiteY22" fmla="*/ 20263 h 39626"/>
                    <a:gd name="connsiteX23" fmla="*/ 19926 w 25682"/>
                    <a:gd name="connsiteY23" fmla="*/ 16530 h 39626"/>
                    <a:gd name="connsiteX24" fmla="*/ 16957 w 25682"/>
                    <a:gd name="connsiteY24" fmla="*/ 13988 h 39626"/>
                    <a:gd name="connsiteX25" fmla="*/ 12999 w 25682"/>
                    <a:gd name="connsiteY25" fmla="*/ 13044 h 39626"/>
                    <a:gd name="connsiteX26" fmla="*/ 8636 w 25682"/>
                    <a:gd name="connsiteY26" fmla="*/ 14033 h 39626"/>
                    <a:gd name="connsiteX27" fmla="*/ 5622 w 25682"/>
                    <a:gd name="connsiteY27" fmla="*/ 16755 h 39626"/>
                    <a:gd name="connsiteX28" fmla="*/ 3891 w 25682"/>
                    <a:gd name="connsiteY28" fmla="*/ 20780 h 39626"/>
                    <a:gd name="connsiteX29" fmla="*/ 3463 w 25682"/>
                    <a:gd name="connsiteY29" fmla="*/ 25728 h 39626"/>
                    <a:gd name="connsiteX30" fmla="*/ 4183 w 25682"/>
                    <a:gd name="connsiteY30" fmla="*/ 30406 h 39626"/>
                    <a:gd name="connsiteX31" fmla="*/ 6207 w 25682"/>
                    <a:gd name="connsiteY31" fmla="*/ 33824 h 39626"/>
                    <a:gd name="connsiteX32" fmla="*/ 9221 w 25682"/>
                    <a:gd name="connsiteY32" fmla="*/ 35961 h 39626"/>
                    <a:gd name="connsiteX33" fmla="*/ 12999 w 25682"/>
                    <a:gd name="connsiteY33" fmla="*/ 36681 h 39626"/>
                    <a:gd name="connsiteX34" fmla="*/ 17047 w 25682"/>
                    <a:gd name="connsiteY34" fmla="*/ 35758 h 39626"/>
                    <a:gd name="connsiteX35" fmla="*/ 20016 w 25682"/>
                    <a:gd name="connsiteY35" fmla="*/ 33240 h 39626"/>
                    <a:gd name="connsiteX36" fmla="*/ 21815 w 25682"/>
                    <a:gd name="connsiteY36" fmla="*/ 29461 h 39626"/>
                    <a:gd name="connsiteX37" fmla="*/ 22445 w 25682"/>
                    <a:gd name="connsiteY37" fmla="*/ 24739 h 3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682" h="39626">
                      <a:moveTo>
                        <a:pt x="22445" y="0"/>
                      </a:moveTo>
                      <a:lnTo>
                        <a:pt x="25683" y="0"/>
                      </a:lnTo>
                      <a:lnTo>
                        <a:pt x="25683" y="38862"/>
                      </a:lnTo>
                      <a:lnTo>
                        <a:pt x="22445" y="38862"/>
                      </a:lnTo>
                      <a:lnTo>
                        <a:pt x="22445" y="33959"/>
                      </a:lnTo>
                      <a:lnTo>
                        <a:pt x="22332" y="33959"/>
                      </a:lnTo>
                      <a:cubicBezTo>
                        <a:pt x="21860" y="34904"/>
                        <a:pt x="21253" y="35713"/>
                        <a:pt x="20533" y="36411"/>
                      </a:cubicBezTo>
                      <a:cubicBezTo>
                        <a:pt x="19791" y="37108"/>
                        <a:pt x="18981" y="37692"/>
                        <a:pt x="18104" y="38165"/>
                      </a:cubicBezTo>
                      <a:cubicBezTo>
                        <a:pt x="17227" y="38637"/>
                        <a:pt x="16305" y="38997"/>
                        <a:pt x="15383" y="39244"/>
                      </a:cubicBezTo>
                      <a:cubicBezTo>
                        <a:pt x="14438" y="39492"/>
                        <a:pt x="13538" y="39627"/>
                        <a:pt x="12639" y="39627"/>
                      </a:cubicBezTo>
                      <a:cubicBezTo>
                        <a:pt x="10368" y="39627"/>
                        <a:pt x="8456" y="39244"/>
                        <a:pt x="6859" y="38502"/>
                      </a:cubicBezTo>
                      <a:cubicBezTo>
                        <a:pt x="5285" y="37738"/>
                        <a:pt x="3980" y="36703"/>
                        <a:pt x="2946" y="35399"/>
                      </a:cubicBezTo>
                      <a:cubicBezTo>
                        <a:pt x="1912" y="34094"/>
                        <a:pt x="1169" y="32520"/>
                        <a:pt x="697" y="30721"/>
                      </a:cubicBezTo>
                      <a:cubicBezTo>
                        <a:pt x="225" y="28922"/>
                        <a:pt x="0" y="26987"/>
                        <a:pt x="0" y="24941"/>
                      </a:cubicBezTo>
                      <a:cubicBezTo>
                        <a:pt x="0" y="23007"/>
                        <a:pt x="247" y="21118"/>
                        <a:pt x="765" y="19319"/>
                      </a:cubicBezTo>
                      <a:cubicBezTo>
                        <a:pt x="1259" y="17519"/>
                        <a:pt x="2024" y="15945"/>
                        <a:pt x="3059" y="14596"/>
                      </a:cubicBezTo>
                      <a:cubicBezTo>
                        <a:pt x="4093" y="13246"/>
                        <a:pt x="5375" y="12167"/>
                        <a:pt x="6949" y="11357"/>
                      </a:cubicBezTo>
                      <a:cubicBezTo>
                        <a:pt x="8523" y="10548"/>
                        <a:pt x="10368" y="10143"/>
                        <a:pt x="12482" y="10143"/>
                      </a:cubicBezTo>
                      <a:cubicBezTo>
                        <a:pt x="14461" y="10143"/>
                        <a:pt x="16350" y="10593"/>
                        <a:pt x="18171" y="11470"/>
                      </a:cubicBezTo>
                      <a:cubicBezTo>
                        <a:pt x="19993" y="12347"/>
                        <a:pt x="21410" y="13651"/>
                        <a:pt x="22467" y="15383"/>
                      </a:cubicBezTo>
                      <a:lnTo>
                        <a:pt x="22467" y="0"/>
                      </a:lnTo>
                      <a:close/>
                      <a:moveTo>
                        <a:pt x="22445" y="24761"/>
                      </a:moveTo>
                      <a:cubicBezTo>
                        <a:pt x="22445" y="23187"/>
                        <a:pt x="22219" y="21680"/>
                        <a:pt x="21792" y="20263"/>
                      </a:cubicBezTo>
                      <a:cubicBezTo>
                        <a:pt x="21365" y="18846"/>
                        <a:pt x="20735" y="17609"/>
                        <a:pt x="19926" y="16530"/>
                      </a:cubicBezTo>
                      <a:cubicBezTo>
                        <a:pt x="19116" y="15473"/>
                        <a:pt x="18126" y="14618"/>
                        <a:pt x="16957" y="13988"/>
                      </a:cubicBezTo>
                      <a:cubicBezTo>
                        <a:pt x="15787" y="13359"/>
                        <a:pt x="14461" y="13044"/>
                        <a:pt x="12999" y="13044"/>
                      </a:cubicBezTo>
                      <a:cubicBezTo>
                        <a:pt x="11312" y="13044"/>
                        <a:pt x="9850" y="13381"/>
                        <a:pt x="8636" y="14033"/>
                      </a:cubicBezTo>
                      <a:cubicBezTo>
                        <a:pt x="7421" y="14708"/>
                        <a:pt x="6409" y="15608"/>
                        <a:pt x="5622" y="16755"/>
                      </a:cubicBezTo>
                      <a:cubicBezTo>
                        <a:pt x="4835" y="17902"/>
                        <a:pt x="4250" y="19251"/>
                        <a:pt x="3891" y="20780"/>
                      </a:cubicBezTo>
                      <a:cubicBezTo>
                        <a:pt x="3531" y="22310"/>
                        <a:pt x="3396" y="23951"/>
                        <a:pt x="3463" y="25728"/>
                      </a:cubicBezTo>
                      <a:cubicBezTo>
                        <a:pt x="3463" y="27482"/>
                        <a:pt x="3711" y="29056"/>
                        <a:pt x="4183" y="30406"/>
                      </a:cubicBezTo>
                      <a:cubicBezTo>
                        <a:pt x="4678" y="31755"/>
                        <a:pt x="5352" y="32902"/>
                        <a:pt x="6207" y="33824"/>
                      </a:cubicBezTo>
                      <a:cubicBezTo>
                        <a:pt x="7061" y="34746"/>
                        <a:pt x="8074" y="35466"/>
                        <a:pt x="9221" y="35961"/>
                      </a:cubicBezTo>
                      <a:cubicBezTo>
                        <a:pt x="10368" y="36456"/>
                        <a:pt x="11627" y="36681"/>
                        <a:pt x="12999" y="36681"/>
                      </a:cubicBezTo>
                      <a:cubicBezTo>
                        <a:pt x="14506" y="36681"/>
                        <a:pt x="15855" y="36366"/>
                        <a:pt x="17047" y="35758"/>
                      </a:cubicBezTo>
                      <a:cubicBezTo>
                        <a:pt x="18239" y="35151"/>
                        <a:pt x="19228" y="34319"/>
                        <a:pt x="20016" y="33240"/>
                      </a:cubicBezTo>
                      <a:cubicBezTo>
                        <a:pt x="20803" y="32183"/>
                        <a:pt x="21410" y="30923"/>
                        <a:pt x="21815" y="29461"/>
                      </a:cubicBezTo>
                      <a:cubicBezTo>
                        <a:pt x="22219" y="27999"/>
                        <a:pt x="22445" y="26425"/>
                        <a:pt x="22445" y="24739"/>
                      </a:cubicBezTo>
                      <a:close/>
                    </a:path>
                  </a:pathLst>
                </a:custGeom>
                <a:solidFill>
                  <a:srgbClr val="010101"/>
                </a:solidFill>
                <a:ln w="2249" cap="flat">
                  <a:noFill/>
                  <a:prstDash val="solid"/>
                  <a:miter/>
                </a:ln>
              </p:spPr>
              <p:txBody>
                <a:bodyPr rtlCol="0" anchor="ctr"/>
                <a:lstStyle/>
                <a:p>
                  <a:endParaRPr lang="en-US"/>
                </a:p>
              </p:txBody>
            </p:sp>
          </p:grpSp>
          <p:grpSp>
            <p:nvGrpSpPr>
              <p:cNvPr id="3814" name="Graphic 4479">
                <a:extLst>
                  <a:ext uri="{FF2B5EF4-FFF2-40B4-BE49-F238E27FC236}">
                    <a16:creationId xmlns:a16="http://schemas.microsoft.com/office/drawing/2014/main" id="{ACED5A13-609D-ED51-B4E5-B17F2086CE43}"/>
                  </a:ext>
                </a:extLst>
              </p:cNvPr>
              <p:cNvGrpSpPr/>
              <p:nvPr/>
            </p:nvGrpSpPr>
            <p:grpSpPr>
              <a:xfrm>
                <a:off x="4975949" y="6362370"/>
                <a:ext cx="452041" cy="148435"/>
                <a:chOff x="4278888" y="3029540"/>
                <a:chExt cx="120746" cy="39649"/>
              </a:xfrm>
              <a:solidFill>
                <a:srgbClr val="010101"/>
              </a:solidFill>
            </p:grpSpPr>
            <p:sp>
              <p:nvSpPr>
                <p:cNvPr id="3815" name="Freeform 3814">
                  <a:extLst>
                    <a:ext uri="{FF2B5EF4-FFF2-40B4-BE49-F238E27FC236}">
                      <a16:creationId xmlns:a16="http://schemas.microsoft.com/office/drawing/2014/main" id="{89133044-68D0-5C2C-A39C-CD584A927554}"/>
                    </a:ext>
                  </a:extLst>
                </p:cNvPr>
                <p:cNvSpPr/>
                <p:nvPr/>
              </p:nvSpPr>
              <p:spPr>
                <a:xfrm>
                  <a:off x="4278888" y="3039683"/>
                  <a:ext cx="22197" cy="28741"/>
                </a:xfrm>
                <a:custGeom>
                  <a:avLst/>
                  <a:gdLst>
                    <a:gd name="connsiteX0" fmla="*/ 3238 w 22197"/>
                    <a:gd name="connsiteY0" fmla="*/ 28719 h 28741"/>
                    <a:gd name="connsiteX1" fmla="*/ 0 w 22197"/>
                    <a:gd name="connsiteY1" fmla="*/ 28719 h 28741"/>
                    <a:gd name="connsiteX2" fmla="*/ 0 w 22197"/>
                    <a:gd name="connsiteY2" fmla="*/ 765 h 28741"/>
                    <a:gd name="connsiteX3" fmla="*/ 3238 w 22197"/>
                    <a:gd name="connsiteY3" fmla="*/ 765 h 28741"/>
                    <a:gd name="connsiteX4" fmla="*/ 3238 w 22197"/>
                    <a:gd name="connsiteY4" fmla="*/ 4655 h 28741"/>
                    <a:gd name="connsiteX5" fmla="*/ 7264 w 22197"/>
                    <a:gd name="connsiteY5" fmla="*/ 1304 h 28741"/>
                    <a:gd name="connsiteX6" fmla="*/ 12257 w 22197"/>
                    <a:gd name="connsiteY6" fmla="*/ 0 h 28741"/>
                    <a:gd name="connsiteX7" fmla="*/ 17070 w 22197"/>
                    <a:gd name="connsiteY7" fmla="*/ 900 h 28741"/>
                    <a:gd name="connsiteX8" fmla="*/ 20803 w 22197"/>
                    <a:gd name="connsiteY8" fmla="*/ 4003 h 28741"/>
                    <a:gd name="connsiteX9" fmla="*/ 22017 w 22197"/>
                    <a:gd name="connsiteY9" fmla="*/ 7107 h 28741"/>
                    <a:gd name="connsiteX10" fmla="*/ 22197 w 22197"/>
                    <a:gd name="connsiteY10" fmla="*/ 10435 h 28741"/>
                    <a:gd name="connsiteX11" fmla="*/ 22197 w 22197"/>
                    <a:gd name="connsiteY11" fmla="*/ 28742 h 28741"/>
                    <a:gd name="connsiteX12" fmla="*/ 18959 w 22197"/>
                    <a:gd name="connsiteY12" fmla="*/ 28742 h 28741"/>
                    <a:gd name="connsiteX13" fmla="*/ 18959 w 22197"/>
                    <a:gd name="connsiteY13" fmla="*/ 10503 h 28741"/>
                    <a:gd name="connsiteX14" fmla="*/ 17294 w 22197"/>
                    <a:gd name="connsiteY14" fmla="*/ 4835 h 28741"/>
                    <a:gd name="connsiteX15" fmla="*/ 11739 w 22197"/>
                    <a:gd name="connsiteY15" fmla="*/ 2946 h 28741"/>
                    <a:gd name="connsiteX16" fmla="*/ 8996 w 22197"/>
                    <a:gd name="connsiteY16" fmla="*/ 3396 h 28741"/>
                    <a:gd name="connsiteX17" fmla="*/ 6747 w 22197"/>
                    <a:gd name="connsiteY17" fmla="*/ 4610 h 28741"/>
                    <a:gd name="connsiteX18" fmla="*/ 5038 w 22197"/>
                    <a:gd name="connsiteY18" fmla="*/ 6342 h 28741"/>
                    <a:gd name="connsiteX19" fmla="*/ 3958 w 22197"/>
                    <a:gd name="connsiteY19" fmla="*/ 8389 h 28741"/>
                    <a:gd name="connsiteX20" fmla="*/ 3373 w 22197"/>
                    <a:gd name="connsiteY20" fmla="*/ 10975 h 28741"/>
                    <a:gd name="connsiteX21" fmla="*/ 3261 w 22197"/>
                    <a:gd name="connsiteY21" fmla="*/ 13674 h 28741"/>
                    <a:gd name="connsiteX22" fmla="*/ 3261 w 22197"/>
                    <a:gd name="connsiteY22" fmla="*/ 28742 h 28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2197" h="28741">
                      <a:moveTo>
                        <a:pt x="3238" y="28719"/>
                      </a:moveTo>
                      <a:lnTo>
                        <a:pt x="0" y="28719"/>
                      </a:lnTo>
                      <a:lnTo>
                        <a:pt x="0" y="765"/>
                      </a:lnTo>
                      <a:lnTo>
                        <a:pt x="3238" y="765"/>
                      </a:lnTo>
                      <a:lnTo>
                        <a:pt x="3238" y="4655"/>
                      </a:lnTo>
                      <a:cubicBezTo>
                        <a:pt x="4543" y="3283"/>
                        <a:pt x="5870" y="2181"/>
                        <a:pt x="7264" y="1304"/>
                      </a:cubicBezTo>
                      <a:cubicBezTo>
                        <a:pt x="8658" y="450"/>
                        <a:pt x="10323" y="0"/>
                        <a:pt x="12257" y="0"/>
                      </a:cubicBezTo>
                      <a:cubicBezTo>
                        <a:pt x="13988" y="0"/>
                        <a:pt x="15585" y="292"/>
                        <a:pt x="17070" y="900"/>
                      </a:cubicBezTo>
                      <a:cubicBezTo>
                        <a:pt x="18554" y="1484"/>
                        <a:pt x="19791" y="2519"/>
                        <a:pt x="20803" y="4003"/>
                      </a:cubicBezTo>
                      <a:cubicBezTo>
                        <a:pt x="21477" y="5015"/>
                        <a:pt x="21882" y="6050"/>
                        <a:pt x="22017" y="7107"/>
                      </a:cubicBezTo>
                      <a:cubicBezTo>
                        <a:pt x="22152" y="8164"/>
                        <a:pt x="22197" y="9266"/>
                        <a:pt x="22197" y="10435"/>
                      </a:cubicBezTo>
                      <a:lnTo>
                        <a:pt x="22197" y="28742"/>
                      </a:lnTo>
                      <a:lnTo>
                        <a:pt x="18959" y="28742"/>
                      </a:lnTo>
                      <a:lnTo>
                        <a:pt x="18959" y="10503"/>
                      </a:lnTo>
                      <a:cubicBezTo>
                        <a:pt x="18959" y="7984"/>
                        <a:pt x="18396" y="6095"/>
                        <a:pt x="17294" y="4835"/>
                      </a:cubicBezTo>
                      <a:cubicBezTo>
                        <a:pt x="16170" y="3576"/>
                        <a:pt x="14326" y="2946"/>
                        <a:pt x="11739" y="2946"/>
                      </a:cubicBezTo>
                      <a:cubicBezTo>
                        <a:pt x="10727" y="2946"/>
                        <a:pt x="9805" y="3104"/>
                        <a:pt x="8996" y="3396"/>
                      </a:cubicBezTo>
                      <a:cubicBezTo>
                        <a:pt x="8164" y="3711"/>
                        <a:pt x="7421" y="4116"/>
                        <a:pt x="6747" y="4610"/>
                      </a:cubicBezTo>
                      <a:cubicBezTo>
                        <a:pt x="6072" y="5105"/>
                        <a:pt x="5510" y="5690"/>
                        <a:pt x="5038" y="6342"/>
                      </a:cubicBezTo>
                      <a:cubicBezTo>
                        <a:pt x="4565" y="6994"/>
                        <a:pt x="4206" y="7669"/>
                        <a:pt x="3958" y="8389"/>
                      </a:cubicBezTo>
                      <a:cubicBezTo>
                        <a:pt x="3643" y="9288"/>
                        <a:pt x="3441" y="10143"/>
                        <a:pt x="3373" y="10975"/>
                      </a:cubicBezTo>
                      <a:cubicBezTo>
                        <a:pt x="3306" y="11807"/>
                        <a:pt x="3261" y="12707"/>
                        <a:pt x="3261" y="13674"/>
                      </a:cubicBezTo>
                      <a:lnTo>
                        <a:pt x="3261" y="28742"/>
                      </a:lnTo>
                      <a:close/>
                    </a:path>
                  </a:pathLst>
                </a:custGeom>
                <a:solidFill>
                  <a:srgbClr val="010101"/>
                </a:solidFill>
                <a:ln w="2249" cap="flat">
                  <a:noFill/>
                  <a:prstDash val="solid"/>
                  <a:miter/>
                </a:ln>
              </p:spPr>
              <p:txBody>
                <a:bodyPr rtlCol="0" anchor="ctr"/>
                <a:lstStyle/>
                <a:p>
                  <a:endParaRPr lang="en-US"/>
                </a:p>
              </p:txBody>
            </p:sp>
            <p:sp>
              <p:nvSpPr>
                <p:cNvPr id="3816" name="Freeform 3815">
                  <a:extLst>
                    <a:ext uri="{FF2B5EF4-FFF2-40B4-BE49-F238E27FC236}">
                      <a16:creationId xmlns:a16="http://schemas.microsoft.com/office/drawing/2014/main" id="{FBAC6B08-611D-C909-FF08-B6CDBFD0A254}"/>
                    </a:ext>
                  </a:extLst>
                </p:cNvPr>
                <p:cNvSpPr/>
                <p:nvPr/>
              </p:nvSpPr>
              <p:spPr>
                <a:xfrm>
                  <a:off x="4307067" y="3039660"/>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5 w 25908"/>
                    <a:gd name="connsiteY3" fmla="*/ 21185 h 29483"/>
                    <a:gd name="connsiteX4" fmla="*/ 0 w 25908"/>
                    <a:gd name="connsiteY4" fmla="*/ 14753 h 29483"/>
                    <a:gd name="connsiteX5" fmla="*/ 810 w 25908"/>
                    <a:gd name="connsiteY5" fmla="*/ 8996 h 29483"/>
                    <a:gd name="connsiteX6" fmla="*/ 3239 w 25908"/>
                    <a:gd name="connsiteY6" fmla="*/ 4318 h 29483"/>
                    <a:gd name="connsiteX7" fmla="*/ 7287 w 25908"/>
                    <a:gd name="connsiteY7" fmla="*/ 1169 h 29483"/>
                    <a:gd name="connsiteX8" fmla="*/ 12954 w 25908"/>
                    <a:gd name="connsiteY8" fmla="*/ 0 h 29483"/>
                    <a:gd name="connsiteX9" fmla="*/ 18666 w 25908"/>
                    <a:gd name="connsiteY9" fmla="*/ 1169 h 29483"/>
                    <a:gd name="connsiteX10" fmla="*/ 22715 w 25908"/>
                    <a:gd name="connsiteY10" fmla="*/ 4295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45 w 25908"/>
                    <a:gd name="connsiteY17" fmla="*/ 14753 h 29483"/>
                    <a:gd name="connsiteX18" fmla="*/ 21905 w 25908"/>
                    <a:gd name="connsiteY18" fmla="*/ 10120 h 29483"/>
                    <a:gd name="connsiteX19" fmla="*/ 20241 w 25908"/>
                    <a:gd name="connsiteY19" fmla="*/ 6365 h 29483"/>
                    <a:gd name="connsiteX20" fmla="*/ 17317 w 25908"/>
                    <a:gd name="connsiteY20" fmla="*/ 3846 h 29483"/>
                    <a:gd name="connsiteX21" fmla="*/ 12954 w 25908"/>
                    <a:gd name="connsiteY21" fmla="*/ 2924 h 29483"/>
                    <a:gd name="connsiteX22" fmla="*/ 8614 w 25908"/>
                    <a:gd name="connsiteY22" fmla="*/ 3913 h 29483"/>
                    <a:gd name="connsiteX23" fmla="*/ 5667 w 25908"/>
                    <a:gd name="connsiteY23" fmla="*/ 6567 h 29483"/>
                    <a:gd name="connsiteX24" fmla="*/ 4003 w 25908"/>
                    <a:gd name="connsiteY24" fmla="*/ 10345 h 29483"/>
                    <a:gd name="connsiteX25" fmla="*/ 3463 w 25908"/>
                    <a:gd name="connsiteY25" fmla="*/ 14753 h 29483"/>
                    <a:gd name="connsiteX26" fmla="*/ 4093 w 25908"/>
                    <a:gd name="connsiteY26" fmla="*/ 19521 h 29483"/>
                    <a:gd name="connsiteX27" fmla="*/ 5892 w 25908"/>
                    <a:gd name="connsiteY27" fmla="*/ 23277 h 29483"/>
                    <a:gd name="connsiteX28" fmla="*/ 8861 w 25908"/>
                    <a:gd name="connsiteY28" fmla="*/ 25706 h 29483"/>
                    <a:gd name="connsiteX29" fmla="*/ 12954 w 25908"/>
                    <a:gd name="connsiteY29" fmla="*/ 26560 h 29483"/>
                    <a:gd name="connsiteX30" fmla="*/ 17295 w 25908"/>
                    <a:gd name="connsiteY30" fmla="*/ 25571 h 29483"/>
                    <a:gd name="connsiteX31" fmla="*/ 20241 w 25908"/>
                    <a:gd name="connsiteY31" fmla="*/ 22894 h 29483"/>
                    <a:gd name="connsiteX32" fmla="*/ 21905 w 25908"/>
                    <a:gd name="connsiteY32" fmla="*/ 19116 h 29483"/>
                    <a:gd name="connsiteX33" fmla="*/ 22445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5" y="21185"/>
                      </a:cubicBezTo>
                      <a:cubicBezTo>
                        <a:pt x="360" y="19341"/>
                        <a:pt x="0" y="17205"/>
                        <a:pt x="0" y="14753"/>
                      </a:cubicBezTo>
                      <a:cubicBezTo>
                        <a:pt x="0" y="12707"/>
                        <a:pt x="270" y="10795"/>
                        <a:pt x="810" y="8996"/>
                      </a:cubicBezTo>
                      <a:cubicBezTo>
                        <a:pt x="1350" y="7219"/>
                        <a:pt x="2159" y="5667"/>
                        <a:pt x="3239" y="4318"/>
                      </a:cubicBezTo>
                      <a:cubicBezTo>
                        <a:pt x="4318" y="2991"/>
                        <a:pt x="5667" y="1934"/>
                        <a:pt x="7287" y="1169"/>
                      </a:cubicBezTo>
                      <a:cubicBezTo>
                        <a:pt x="8906" y="405"/>
                        <a:pt x="10795" y="0"/>
                        <a:pt x="12954" y="0"/>
                      </a:cubicBezTo>
                      <a:cubicBezTo>
                        <a:pt x="15113" y="0"/>
                        <a:pt x="17047" y="382"/>
                        <a:pt x="18666" y="1169"/>
                      </a:cubicBezTo>
                      <a:cubicBezTo>
                        <a:pt x="20286" y="1934"/>
                        <a:pt x="21635" y="2991"/>
                        <a:pt x="22715" y="4295"/>
                      </a:cubicBezTo>
                      <a:cubicBezTo>
                        <a:pt x="23794" y="5600"/>
                        <a:pt x="24604" y="7174"/>
                        <a:pt x="25121" y="8973"/>
                      </a:cubicBezTo>
                      <a:cubicBezTo>
                        <a:pt x="25638" y="10772"/>
                        <a:pt x="25908" y="12707"/>
                        <a:pt x="25908" y="14753"/>
                      </a:cubicBezTo>
                      <a:cubicBezTo>
                        <a:pt x="25908" y="16980"/>
                        <a:pt x="25593" y="19004"/>
                        <a:pt x="24986" y="20803"/>
                      </a:cubicBezTo>
                      <a:cubicBezTo>
                        <a:pt x="24379" y="22602"/>
                        <a:pt x="23502" y="24154"/>
                        <a:pt x="22377" y="25436"/>
                      </a:cubicBezTo>
                      <a:cubicBezTo>
                        <a:pt x="21253" y="26740"/>
                        <a:pt x="19881" y="27730"/>
                        <a:pt x="18284" y="28427"/>
                      </a:cubicBezTo>
                      <a:cubicBezTo>
                        <a:pt x="16687" y="29124"/>
                        <a:pt x="14911" y="29484"/>
                        <a:pt x="12977" y="29484"/>
                      </a:cubicBezTo>
                      <a:close/>
                      <a:moveTo>
                        <a:pt x="22445" y="14753"/>
                      </a:moveTo>
                      <a:cubicBezTo>
                        <a:pt x="22445" y="13089"/>
                        <a:pt x="22265" y="11560"/>
                        <a:pt x="21905" y="10120"/>
                      </a:cubicBezTo>
                      <a:cubicBezTo>
                        <a:pt x="21545" y="8681"/>
                        <a:pt x="20983" y="7422"/>
                        <a:pt x="20241" y="6365"/>
                      </a:cubicBezTo>
                      <a:cubicBezTo>
                        <a:pt x="19476" y="5308"/>
                        <a:pt x="18509" y="4475"/>
                        <a:pt x="17317" y="3846"/>
                      </a:cubicBezTo>
                      <a:cubicBezTo>
                        <a:pt x="16125" y="3238"/>
                        <a:pt x="14663" y="2924"/>
                        <a:pt x="12954" y="2924"/>
                      </a:cubicBezTo>
                      <a:cubicBezTo>
                        <a:pt x="11245" y="2924"/>
                        <a:pt x="9805" y="3261"/>
                        <a:pt x="8614" y="3913"/>
                      </a:cubicBezTo>
                      <a:cubicBezTo>
                        <a:pt x="7399" y="4588"/>
                        <a:pt x="6432" y="5465"/>
                        <a:pt x="5667" y="6567"/>
                      </a:cubicBezTo>
                      <a:cubicBezTo>
                        <a:pt x="4903" y="7669"/>
                        <a:pt x="4363" y="8928"/>
                        <a:pt x="4003" y="10345"/>
                      </a:cubicBezTo>
                      <a:cubicBezTo>
                        <a:pt x="3643" y="11762"/>
                        <a:pt x="3463" y="13224"/>
                        <a:pt x="3463" y="14753"/>
                      </a:cubicBezTo>
                      <a:cubicBezTo>
                        <a:pt x="3463" y="16485"/>
                        <a:pt x="3666" y="18082"/>
                        <a:pt x="4093" y="19521"/>
                      </a:cubicBezTo>
                      <a:cubicBezTo>
                        <a:pt x="4498" y="20983"/>
                        <a:pt x="5105" y="22220"/>
                        <a:pt x="5892" y="23277"/>
                      </a:cubicBezTo>
                      <a:cubicBezTo>
                        <a:pt x="6680" y="24334"/>
                        <a:pt x="7669" y="25121"/>
                        <a:pt x="8861" y="25706"/>
                      </a:cubicBezTo>
                      <a:cubicBezTo>
                        <a:pt x="10053" y="26290"/>
                        <a:pt x="11425" y="26560"/>
                        <a:pt x="12954" y="26560"/>
                      </a:cubicBezTo>
                      <a:cubicBezTo>
                        <a:pt x="14641" y="26560"/>
                        <a:pt x="16103" y="26223"/>
                        <a:pt x="17295" y="25571"/>
                      </a:cubicBezTo>
                      <a:cubicBezTo>
                        <a:pt x="18509" y="24896"/>
                        <a:pt x="19476" y="24019"/>
                        <a:pt x="20241" y="22894"/>
                      </a:cubicBezTo>
                      <a:cubicBezTo>
                        <a:pt x="21005" y="21770"/>
                        <a:pt x="21545" y="20510"/>
                        <a:pt x="21905" y="19116"/>
                      </a:cubicBezTo>
                      <a:cubicBezTo>
                        <a:pt x="22265" y="17722"/>
                        <a:pt x="22445" y="16260"/>
                        <a:pt x="22445" y="14753"/>
                      </a:cubicBezTo>
                      <a:close/>
                    </a:path>
                  </a:pathLst>
                </a:custGeom>
                <a:solidFill>
                  <a:srgbClr val="010101"/>
                </a:solidFill>
                <a:ln w="2249" cap="flat">
                  <a:noFill/>
                  <a:prstDash val="solid"/>
                  <a:miter/>
                </a:ln>
              </p:spPr>
              <p:txBody>
                <a:bodyPr rtlCol="0" anchor="ctr"/>
                <a:lstStyle/>
                <a:p>
                  <a:endParaRPr lang="en-US"/>
                </a:p>
              </p:txBody>
            </p:sp>
            <p:sp>
              <p:nvSpPr>
                <p:cNvPr id="3817" name="Freeform 3816">
                  <a:extLst>
                    <a:ext uri="{FF2B5EF4-FFF2-40B4-BE49-F238E27FC236}">
                      <a16:creationId xmlns:a16="http://schemas.microsoft.com/office/drawing/2014/main" id="{07E16A92-D6A2-8133-F086-AF8D8027831C}"/>
                    </a:ext>
                  </a:extLst>
                </p:cNvPr>
                <p:cNvSpPr/>
                <p:nvPr/>
              </p:nvSpPr>
              <p:spPr>
                <a:xfrm>
                  <a:off x="4335944" y="3040447"/>
                  <a:ext cx="25143" cy="27954"/>
                </a:xfrm>
                <a:custGeom>
                  <a:avLst/>
                  <a:gdLst>
                    <a:gd name="connsiteX0" fmla="*/ 0 w 25143"/>
                    <a:gd name="connsiteY0" fmla="*/ 0 h 27954"/>
                    <a:gd name="connsiteX1" fmla="*/ 3508 w 25143"/>
                    <a:gd name="connsiteY1" fmla="*/ 0 h 27954"/>
                    <a:gd name="connsiteX2" fmla="*/ 12572 w 25143"/>
                    <a:gd name="connsiteY2" fmla="*/ 23974 h 27954"/>
                    <a:gd name="connsiteX3" fmla="*/ 21635 w 25143"/>
                    <a:gd name="connsiteY3" fmla="*/ 0 h 27954"/>
                    <a:gd name="connsiteX4" fmla="*/ 25143 w 25143"/>
                    <a:gd name="connsiteY4" fmla="*/ 0 h 27954"/>
                    <a:gd name="connsiteX5" fmla="*/ 14303 w 25143"/>
                    <a:gd name="connsiteY5" fmla="*/ 27955 h 27954"/>
                    <a:gd name="connsiteX6" fmla="*/ 10683 w 25143"/>
                    <a:gd name="connsiteY6" fmla="*/ 27955 h 27954"/>
                    <a:gd name="connsiteX7" fmla="*/ 0 w 25143"/>
                    <a:gd name="connsiteY7" fmla="*/ 0 h 279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143" h="27954">
                      <a:moveTo>
                        <a:pt x="0" y="0"/>
                      </a:moveTo>
                      <a:lnTo>
                        <a:pt x="3508" y="0"/>
                      </a:lnTo>
                      <a:lnTo>
                        <a:pt x="12572" y="23974"/>
                      </a:lnTo>
                      <a:lnTo>
                        <a:pt x="21635" y="0"/>
                      </a:lnTo>
                      <a:lnTo>
                        <a:pt x="25143" y="0"/>
                      </a:lnTo>
                      <a:lnTo>
                        <a:pt x="14303" y="27955"/>
                      </a:lnTo>
                      <a:lnTo>
                        <a:pt x="10683" y="27955"/>
                      </a:lnTo>
                      <a:lnTo>
                        <a:pt x="0" y="0"/>
                      </a:lnTo>
                      <a:close/>
                    </a:path>
                  </a:pathLst>
                </a:custGeom>
                <a:solidFill>
                  <a:srgbClr val="010101"/>
                </a:solidFill>
                <a:ln w="2249" cap="flat">
                  <a:noFill/>
                  <a:prstDash val="solid"/>
                  <a:miter/>
                </a:ln>
              </p:spPr>
              <p:txBody>
                <a:bodyPr rtlCol="0" anchor="ctr"/>
                <a:lstStyle/>
                <a:p>
                  <a:endParaRPr lang="en-US"/>
                </a:p>
              </p:txBody>
            </p:sp>
            <p:sp>
              <p:nvSpPr>
                <p:cNvPr id="3818" name="Freeform 3817">
                  <a:extLst>
                    <a:ext uri="{FF2B5EF4-FFF2-40B4-BE49-F238E27FC236}">
                      <a16:creationId xmlns:a16="http://schemas.microsoft.com/office/drawing/2014/main" id="{507908C2-CF22-8B0B-D55B-693D2E0CE405}"/>
                    </a:ext>
                  </a:extLst>
                </p:cNvPr>
                <p:cNvSpPr/>
                <p:nvPr/>
              </p:nvSpPr>
              <p:spPr>
                <a:xfrm>
                  <a:off x="4364393" y="3039705"/>
                  <a:ext cx="25167" cy="29483"/>
                </a:xfrm>
                <a:custGeom>
                  <a:avLst/>
                  <a:gdLst>
                    <a:gd name="connsiteX0" fmla="*/ 3509 w 25167"/>
                    <a:gd name="connsiteY0" fmla="*/ 15473 h 29483"/>
                    <a:gd name="connsiteX1" fmla="*/ 4093 w 25167"/>
                    <a:gd name="connsiteY1" fmla="*/ 19768 h 29483"/>
                    <a:gd name="connsiteX2" fmla="*/ 5848 w 25167"/>
                    <a:gd name="connsiteY2" fmla="*/ 23277 h 29483"/>
                    <a:gd name="connsiteX3" fmla="*/ 8794 w 25167"/>
                    <a:gd name="connsiteY3" fmla="*/ 25661 h 29483"/>
                    <a:gd name="connsiteX4" fmla="*/ 12887 w 25167"/>
                    <a:gd name="connsiteY4" fmla="*/ 26560 h 29483"/>
                    <a:gd name="connsiteX5" fmla="*/ 18329 w 25167"/>
                    <a:gd name="connsiteY5" fmla="*/ 24896 h 29483"/>
                    <a:gd name="connsiteX6" fmla="*/ 21343 w 25167"/>
                    <a:gd name="connsiteY6" fmla="*/ 20151 h 29483"/>
                    <a:gd name="connsiteX7" fmla="*/ 24964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7 w 25167"/>
                    <a:gd name="connsiteY18" fmla="*/ 1169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8 w 25167"/>
                    <a:gd name="connsiteY23" fmla="*/ 12774 h 29483"/>
                    <a:gd name="connsiteX24" fmla="*/ 21185 w 25167"/>
                    <a:gd name="connsiteY24" fmla="*/ 8906 h 29483"/>
                    <a:gd name="connsiteX25" fmla="*/ 19521 w 25167"/>
                    <a:gd name="connsiteY25" fmla="*/ 5780 h 29483"/>
                    <a:gd name="connsiteX26" fmla="*/ 16732 w 25167"/>
                    <a:gd name="connsiteY26" fmla="*/ 3666 h 29483"/>
                    <a:gd name="connsiteX27" fmla="*/ 12909 w 25167"/>
                    <a:gd name="connsiteY27" fmla="*/ 2879 h 29483"/>
                    <a:gd name="connsiteX28" fmla="*/ 9108 w 25167"/>
                    <a:gd name="connsiteY28" fmla="*/ 3688 h 29483"/>
                    <a:gd name="connsiteX29" fmla="*/ 6297 w 25167"/>
                    <a:gd name="connsiteY29" fmla="*/ 5847 h 29483"/>
                    <a:gd name="connsiteX30" fmla="*/ 4431 w 25167"/>
                    <a:gd name="connsiteY30" fmla="*/ 8973 h 29483"/>
                    <a:gd name="connsiteX31" fmla="*/ 3509 w 25167"/>
                    <a:gd name="connsiteY31" fmla="*/ 12752 h 29483"/>
                    <a:gd name="connsiteX32" fmla="*/ 21748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9" y="15473"/>
                      </a:moveTo>
                      <a:cubicBezTo>
                        <a:pt x="3509" y="16980"/>
                        <a:pt x="3711" y="18419"/>
                        <a:pt x="4093" y="19768"/>
                      </a:cubicBezTo>
                      <a:cubicBezTo>
                        <a:pt x="4498" y="21118"/>
                        <a:pt x="5083" y="22287"/>
                        <a:pt x="5848" y="23277"/>
                      </a:cubicBezTo>
                      <a:cubicBezTo>
                        <a:pt x="6612" y="24266"/>
                        <a:pt x="7601" y="25053"/>
                        <a:pt x="8794" y="25661"/>
                      </a:cubicBezTo>
                      <a:cubicBezTo>
                        <a:pt x="9986" y="26245"/>
                        <a:pt x="11357" y="26560"/>
                        <a:pt x="12887" y="26560"/>
                      </a:cubicBezTo>
                      <a:cubicBezTo>
                        <a:pt x="15001" y="26560"/>
                        <a:pt x="16822" y="25998"/>
                        <a:pt x="18329" y="24896"/>
                      </a:cubicBezTo>
                      <a:cubicBezTo>
                        <a:pt x="19836" y="23772"/>
                        <a:pt x="20848" y="22197"/>
                        <a:pt x="21343" y="20151"/>
                      </a:cubicBezTo>
                      <a:lnTo>
                        <a:pt x="24964" y="20151"/>
                      </a:lnTo>
                      <a:cubicBezTo>
                        <a:pt x="24559" y="21478"/>
                        <a:pt x="24042"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7" y="23951"/>
                        <a:pt x="1260" y="22400"/>
                        <a:pt x="765" y="20623"/>
                      </a:cubicBezTo>
                      <a:cubicBezTo>
                        <a:pt x="270" y="18846"/>
                        <a:pt x="0" y="16935"/>
                        <a:pt x="0" y="14866"/>
                      </a:cubicBezTo>
                      <a:cubicBezTo>
                        <a:pt x="0" y="12797"/>
                        <a:pt x="292" y="10885"/>
                        <a:pt x="900" y="9086"/>
                      </a:cubicBezTo>
                      <a:cubicBezTo>
                        <a:pt x="1484" y="7287"/>
                        <a:pt x="2339" y="5712"/>
                        <a:pt x="3441" y="4363"/>
                      </a:cubicBezTo>
                      <a:cubicBezTo>
                        <a:pt x="4543" y="3014"/>
                        <a:pt x="5870" y="1957"/>
                        <a:pt x="7467" y="1169"/>
                      </a:cubicBezTo>
                      <a:cubicBezTo>
                        <a:pt x="9041" y="405"/>
                        <a:pt x="10840" y="0"/>
                        <a:pt x="12864" y="0"/>
                      </a:cubicBezTo>
                      <a:cubicBezTo>
                        <a:pt x="16710" y="0"/>
                        <a:pt x="19746" y="1327"/>
                        <a:pt x="21927" y="3958"/>
                      </a:cubicBezTo>
                      <a:cubicBezTo>
                        <a:pt x="24132" y="6612"/>
                        <a:pt x="25211" y="10435"/>
                        <a:pt x="25166" y="15473"/>
                      </a:cubicBezTo>
                      <a:lnTo>
                        <a:pt x="3463" y="15473"/>
                      </a:lnTo>
                      <a:close/>
                      <a:moveTo>
                        <a:pt x="21748" y="12774"/>
                      </a:moveTo>
                      <a:cubicBezTo>
                        <a:pt x="21748" y="11402"/>
                        <a:pt x="21568" y="10120"/>
                        <a:pt x="21185" y="8906"/>
                      </a:cubicBezTo>
                      <a:cubicBezTo>
                        <a:pt x="20803" y="7691"/>
                        <a:pt x="20241" y="6657"/>
                        <a:pt x="19521" y="5780"/>
                      </a:cubicBezTo>
                      <a:cubicBezTo>
                        <a:pt x="18779" y="4903"/>
                        <a:pt x="17857" y="4206"/>
                        <a:pt x="16732" y="3666"/>
                      </a:cubicBezTo>
                      <a:cubicBezTo>
                        <a:pt x="15608" y="3149"/>
                        <a:pt x="14348" y="2879"/>
                        <a:pt x="12909" y="2879"/>
                      </a:cubicBezTo>
                      <a:cubicBezTo>
                        <a:pt x="11470" y="2879"/>
                        <a:pt x="10210" y="3149"/>
                        <a:pt x="9108" y="3688"/>
                      </a:cubicBezTo>
                      <a:cubicBezTo>
                        <a:pt x="8006" y="4228"/>
                        <a:pt x="7084" y="4948"/>
                        <a:pt x="6297" y="5847"/>
                      </a:cubicBezTo>
                      <a:cubicBezTo>
                        <a:pt x="5533" y="6747"/>
                        <a:pt x="4903" y="7781"/>
                        <a:pt x="4431" y="8973"/>
                      </a:cubicBezTo>
                      <a:cubicBezTo>
                        <a:pt x="3958" y="10165"/>
                        <a:pt x="3666" y="11425"/>
                        <a:pt x="3509" y="12752"/>
                      </a:cubicBezTo>
                      <a:lnTo>
                        <a:pt x="21748" y="12752"/>
                      </a:lnTo>
                      <a:close/>
                    </a:path>
                  </a:pathLst>
                </a:custGeom>
                <a:solidFill>
                  <a:srgbClr val="010101"/>
                </a:solidFill>
                <a:ln w="2249" cap="flat">
                  <a:noFill/>
                  <a:prstDash val="solid"/>
                  <a:miter/>
                </a:ln>
              </p:spPr>
              <p:txBody>
                <a:bodyPr rtlCol="0" anchor="ctr"/>
                <a:lstStyle/>
                <a:p>
                  <a:endParaRPr lang="en-US"/>
                </a:p>
              </p:txBody>
            </p:sp>
            <p:sp>
              <p:nvSpPr>
                <p:cNvPr id="3819" name="Freeform 3818">
                  <a:extLst>
                    <a:ext uri="{FF2B5EF4-FFF2-40B4-BE49-F238E27FC236}">
                      <a16:creationId xmlns:a16="http://schemas.microsoft.com/office/drawing/2014/main" id="{0F6F88D3-931D-E466-81B7-5E5B9A8BD197}"/>
                    </a:ext>
                  </a:extLst>
                </p:cNvPr>
                <p:cNvSpPr/>
                <p:nvPr/>
              </p:nvSpPr>
              <p:spPr>
                <a:xfrm>
                  <a:off x="4396396" y="3029540"/>
                  <a:ext cx="3238" cy="38861"/>
                </a:xfrm>
                <a:custGeom>
                  <a:avLst/>
                  <a:gdLst>
                    <a:gd name="connsiteX0" fmla="*/ 0 w 3238"/>
                    <a:gd name="connsiteY0" fmla="*/ 38862 h 38861"/>
                    <a:gd name="connsiteX1" fmla="*/ 0 w 3238"/>
                    <a:gd name="connsiteY1" fmla="*/ 0 h 38861"/>
                    <a:gd name="connsiteX2" fmla="*/ 3238 w 3238"/>
                    <a:gd name="connsiteY2" fmla="*/ 0 h 38861"/>
                    <a:gd name="connsiteX3" fmla="*/ 3238 w 3238"/>
                    <a:gd name="connsiteY3" fmla="*/ 38862 h 38861"/>
                    <a:gd name="connsiteX4" fmla="*/ 0 w 3238"/>
                    <a:gd name="connsiteY4" fmla="*/ 38862 h 388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8" h="38861">
                      <a:moveTo>
                        <a:pt x="0" y="38862"/>
                      </a:moveTo>
                      <a:lnTo>
                        <a:pt x="0" y="0"/>
                      </a:lnTo>
                      <a:lnTo>
                        <a:pt x="3238" y="0"/>
                      </a:lnTo>
                      <a:lnTo>
                        <a:pt x="3238" y="38862"/>
                      </a:lnTo>
                      <a:lnTo>
                        <a:pt x="0" y="38862"/>
                      </a:lnTo>
                      <a:close/>
                    </a:path>
                  </a:pathLst>
                </a:custGeom>
                <a:solidFill>
                  <a:srgbClr val="010101"/>
                </a:solidFill>
                <a:ln w="2249" cap="flat">
                  <a:noFill/>
                  <a:prstDash val="solid"/>
                  <a:miter/>
                </a:ln>
              </p:spPr>
              <p:txBody>
                <a:bodyPr rtlCol="0" anchor="ctr"/>
                <a:lstStyle/>
                <a:p>
                  <a:endParaRPr lang="en-US"/>
                </a:p>
              </p:txBody>
            </p:sp>
          </p:grpSp>
          <p:sp>
            <p:nvSpPr>
              <p:cNvPr id="3820" name="Freeform 3819">
                <a:extLst>
                  <a:ext uri="{FF2B5EF4-FFF2-40B4-BE49-F238E27FC236}">
                    <a16:creationId xmlns:a16="http://schemas.microsoft.com/office/drawing/2014/main" id="{C3C3B386-9236-FBBB-28ED-6E6C100E51EF}"/>
                  </a:ext>
                </a:extLst>
              </p:cNvPr>
              <p:cNvSpPr/>
              <p:nvPr/>
            </p:nvSpPr>
            <p:spPr>
              <a:xfrm>
                <a:off x="2312521" y="3300953"/>
                <a:ext cx="8416" cy="2909778"/>
              </a:xfrm>
              <a:custGeom>
                <a:avLst/>
                <a:gdLst>
                  <a:gd name="connsiteX0" fmla="*/ 0 w 2248"/>
                  <a:gd name="connsiteY0" fmla="*/ 777240 h 777239"/>
                  <a:gd name="connsiteX1" fmla="*/ 0 w 2248"/>
                  <a:gd name="connsiteY1" fmla="*/ 0 h 777239"/>
                </a:gdLst>
                <a:ahLst/>
                <a:cxnLst>
                  <a:cxn ang="0">
                    <a:pos x="connsiteX0" y="connsiteY0"/>
                  </a:cxn>
                  <a:cxn ang="0">
                    <a:pos x="connsiteX1" y="connsiteY1"/>
                  </a:cxn>
                </a:cxnLst>
                <a:rect l="l" t="t" r="r" b="b"/>
                <a:pathLst>
                  <a:path w="2248" h="777239">
                    <a:moveTo>
                      <a:pt x="0" y="777240"/>
                    </a:moveTo>
                    <a:lnTo>
                      <a:pt x="0" y="0"/>
                    </a:lnTo>
                  </a:path>
                </a:pathLst>
              </a:custGeom>
              <a:ln w="4498" cap="sq">
                <a:solidFill>
                  <a:srgbClr val="231F20"/>
                </a:solidFill>
                <a:prstDash val="solid"/>
                <a:round/>
              </a:ln>
            </p:spPr>
            <p:txBody>
              <a:bodyPr rtlCol="0" anchor="ctr"/>
              <a:lstStyle/>
              <a:p>
                <a:endParaRPr lang="en-US"/>
              </a:p>
            </p:txBody>
          </p:sp>
          <p:sp>
            <p:nvSpPr>
              <p:cNvPr id="3821" name="Freeform 3820">
                <a:extLst>
                  <a:ext uri="{FF2B5EF4-FFF2-40B4-BE49-F238E27FC236}">
                    <a16:creationId xmlns:a16="http://schemas.microsoft.com/office/drawing/2014/main" id="{E3FB8CA3-840B-BF09-F1C9-E504AAC5B039}"/>
                  </a:ext>
                </a:extLst>
              </p:cNvPr>
              <p:cNvSpPr/>
              <p:nvPr/>
            </p:nvSpPr>
            <p:spPr>
              <a:xfrm>
                <a:off x="2312521" y="5044886"/>
                <a:ext cx="40077" cy="8416"/>
              </a:xfrm>
              <a:custGeom>
                <a:avLst/>
                <a:gdLst>
                  <a:gd name="connsiteX0" fmla="*/ 0 w 10705"/>
                  <a:gd name="connsiteY0" fmla="*/ 0 h 2248"/>
                  <a:gd name="connsiteX1" fmla="*/ 10705 w 10705"/>
                  <a:gd name="connsiteY1" fmla="*/ 0 h 2248"/>
                </a:gdLst>
                <a:ahLst/>
                <a:cxnLst>
                  <a:cxn ang="0">
                    <a:pos x="connsiteX0" y="connsiteY0"/>
                  </a:cxn>
                  <a:cxn ang="0">
                    <a:pos x="connsiteX1" y="connsiteY1"/>
                  </a:cxn>
                </a:cxnLst>
                <a:rect l="l" t="t" r="r" b="b"/>
                <a:pathLst>
                  <a:path w="10705" h="2248">
                    <a:moveTo>
                      <a:pt x="0" y="0"/>
                    </a:moveTo>
                    <a:lnTo>
                      <a:pt x="10705" y="0"/>
                    </a:lnTo>
                  </a:path>
                </a:pathLst>
              </a:custGeom>
              <a:ln w="4498" cap="sq">
                <a:solidFill>
                  <a:srgbClr val="262626"/>
                </a:solidFill>
                <a:prstDash val="solid"/>
                <a:round/>
              </a:ln>
            </p:spPr>
            <p:txBody>
              <a:bodyPr rtlCol="0" anchor="ctr"/>
              <a:lstStyle/>
              <a:p>
                <a:endParaRPr lang="en-US"/>
              </a:p>
            </p:txBody>
          </p:sp>
          <p:sp>
            <p:nvSpPr>
              <p:cNvPr id="3822" name="Freeform 3821">
                <a:extLst>
                  <a:ext uri="{FF2B5EF4-FFF2-40B4-BE49-F238E27FC236}">
                    <a16:creationId xmlns:a16="http://schemas.microsoft.com/office/drawing/2014/main" id="{9DBD4ACA-FC3C-72C9-3D65-59A6D6A9628D}"/>
                  </a:ext>
                </a:extLst>
              </p:cNvPr>
              <p:cNvSpPr/>
              <p:nvPr/>
            </p:nvSpPr>
            <p:spPr>
              <a:xfrm>
                <a:off x="2312521" y="3882153"/>
                <a:ext cx="40077" cy="8416"/>
              </a:xfrm>
              <a:custGeom>
                <a:avLst/>
                <a:gdLst>
                  <a:gd name="connsiteX0" fmla="*/ 0 w 10705"/>
                  <a:gd name="connsiteY0" fmla="*/ 0 h 2248"/>
                  <a:gd name="connsiteX1" fmla="*/ 10705 w 10705"/>
                  <a:gd name="connsiteY1" fmla="*/ 0 h 2248"/>
                </a:gdLst>
                <a:ahLst/>
                <a:cxnLst>
                  <a:cxn ang="0">
                    <a:pos x="connsiteX0" y="connsiteY0"/>
                  </a:cxn>
                  <a:cxn ang="0">
                    <a:pos x="connsiteX1" y="connsiteY1"/>
                  </a:cxn>
                </a:cxnLst>
                <a:rect l="l" t="t" r="r" b="b"/>
                <a:pathLst>
                  <a:path w="10705" h="2248">
                    <a:moveTo>
                      <a:pt x="0" y="0"/>
                    </a:moveTo>
                    <a:lnTo>
                      <a:pt x="10705" y="0"/>
                    </a:lnTo>
                  </a:path>
                </a:pathLst>
              </a:custGeom>
              <a:ln w="4498" cap="sq">
                <a:solidFill>
                  <a:srgbClr val="262626"/>
                </a:solidFill>
                <a:prstDash val="solid"/>
                <a:round/>
              </a:ln>
            </p:spPr>
            <p:txBody>
              <a:bodyPr rtlCol="0" anchor="ctr"/>
              <a:lstStyle/>
              <a:p>
                <a:endParaRPr lang="en-US"/>
              </a:p>
            </p:txBody>
          </p:sp>
          <p:sp>
            <p:nvSpPr>
              <p:cNvPr id="3823" name="Freeform 3822">
                <a:extLst>
                  <a:ext uri="{FF2B5EF4-FFF2-40B4-BE49-F238E27FC236}">
                    <a16:creationId xmlns:a16="http://schemas.microsoft.com/office/drawing/2014/main" id="{58FCF440-E468-8506-DFA0-00444E5E3571}"/>
                  </a:ext>
                </a:extLst>
              </p:cNvPr>
              <p:cNvSpPr/>
              <p:nvPr/>
            </p:nvSpPr>
            <p:spPr>
              <a:xfrm>
                <a:off x="2133608" y="6092776"/>
                <a:ext cx="96487" cy="145321"/>
              </a:xfrm>
              <a:custGeom>
                <a:avLst/>
                <a:gdLst>
                  <a:gd name="connsiteX0" fmla="*/ 12932 w 25773"/>
                  <a:gd name="connsiteY0" fmla="*/ 0 h 38817"/>
                  <a:gd name="connsiteX1" fmla="*/ 17789 w 25773"/>
                  <a:gd name="connsiteY1" fmla="*/ 832 h 38817"/>
                  <a:gd name="connsiteX2" fmla="*/ 21275 w 25773"/>
                  <a:gd name="connsiteY2" fmla="*/ 3126 h 38817"/>
                  <a:gd name="connsiteX3" fmla="*/ 23592 w 25773"/>
                  <a:gd name="connsiteY3" fmla="*/ 6522 h 38817"/>
                  <a:gd name="connsiteX4" fmla="*/ 24964 w 25773"/>
                  <a:gd name="connsiteY4" fmla="*/ 10660 h 38817"/>
                  <a:gd name="connsiteX5" fmla="*/ 25616 w 25773"/>
                  <a:gd name="connsiteY5" fmla="*/ 15158 h 38817"/>
                  <a:gd name="connsiteX6" fmla="*/ 25773 w 25773"/>
                  <a:gd name="connsiteY6" fmla="*/ 19701 h 38817"/>
                  <a:gd name="connsiteX7" fmla="*/ 25234 w 25773"/>
                  <a:gd name="connsiteY7" fmla="*/ 26943 h 38817"/>
                  <a:gd name="connsiteX8" fmla="*/ 23254 w 25773"/>
                  <a:gd name="connsiteY8" fmla="*/ 33037 h 38817"/>
                  <a:gd name="connsiteX9" fmla="*/ 19341 w 25773"/>
                  <a:gd name="connsiteY9" fmla="*/ 37243 h 38817"/>
                  <a:gd name="connsiteX10" fmla="*/ 12909 w 25773"/>
                  <a:gd name="connsiteY10" fmla="*/ 38817 h 38817"/>
                  <a:gd name="connsiteX11" fmla="*/ 6454 w 25773"/>
                  <a:gd name="connsiteY11" fmla="*/ 37243 h 38817"/>
                  <a:gd name="connsiteX12" fmla="*/ 2519 w 25773"/>
                  <a:gd name="connsiteY12" fmla="*/ 33015 h 38817"/>
                  <a:gd name="connsiteX13" fmla="*/ 540 w 25773"/>
                  <a:gd name="connsiteY13" fmla="*/ 26808 h 38817"/>
                  <a:gd name="connsiteX14" fmla="*/ 0 w 25773"/>
                  <a:gd name="connsiteY14" fmla="*/ 19341 h 38817"/>
                  <a:gd name="connsiteX15" fmla="*/ 495 w 25773"/>
                  <a:gd name="connsiteY15" fmla="*/ 12279 h 38817"/>
                  <a:gd name="connsiteX16" fmla="*/ 2362 w 25773"/>
                  <a:gd name="connsiteY16" fmla="*/ 6095 h 38817"/>
                  <a:gd name="connsiteX17" fmla="*/ 6275 w 25773"/>
                  <a:gd name="connsiteY17" fmla="*/ 1687 h 38817"/>
                  <a:gd name="connsiteX18" fmla="*/ 12909 w 25773"/>
                  <a:gd name="connsiteY18" fmla="*/ 23 h 38817"/>
                  <a:gd name="connsiteX19" fmla="*/ 22310 w 25773"/>
                  <a:gd name="connsiteY19" fmla="*/ 19319 h 38817"/>
                  <a:gd name="connsiteX20" fmla="*/ 21950 w 25773"/>
                  <a:gd name="connsiteY20" fmla="*/ 13291 h 38817"/>
                  <a:gd name="connsiteX21" fmla="*/ 20578 w 25773"/>
                  <a:gd name="connsiteY21" fmla="*/ 8029 h 38817"/>
                  <a:gd name="connsiteX22" fmla="*/ 17699 w 25773"/>
                  <a:gd name="connsiteY22" fmla="*/ 4296 h 38817"/>
                  <a:gd name="connsiteX23" fmla="*/ 12819 w 25773"/>
                  <a:gd name="connsiteY23" fmla="*/ 2901 h 38817"/>
                  <a:gd name="connsiteX24" fmla="*/ 8141 w 25773"/>
                  <a:gd name="connsiteY24" fmla="*/ 4340 h 38817"/>
                  <a:gd name="connsiteX25" fmla="*/ 5308 w 25773"/>
                  <a:gd name="connsiteY25" fmla="*/ 8141 h 38817"/>
                  <a:gd name="connsiteX26" fmla="*/ 3868 w 25773"/>
                  <a:gd name="connsiteY26" fmla="*/ 13539 h 38817"/>
                  <a:gd name="connsiteX27" fmla="*/ 3463 w 25773"/>
                  <a:gd name="connsiteY27" fmla="*/ 19701 h 38817"/>
                  <a:gd name="connsiteX28" fmla="*/ 3913 w 25773"/>
                  <a:gd name="connsiteY28" fmla="*/ 26358 h 38817"/>
                  <a:gd name="connsiteX29" fmla="*/ 5443 w 25773"/>
                  <a:gd name="connsiteY29" fmla="*/ 31463 h 38817"/>
                  <a:gd name="connsiteX30" fmla="*/ 8321 w 25773"/>
                  <a:gd name="connsiteY30" fmla="*/ 34724 h 38817"/>
                  <a:gd name="connsiteX31" fmla="*/ 12886 w 25773"/>
                  <a:gd name="connsiteY31" fmla="*/ 35893 h 38817"/>
                  <a:gd name="connsiteX32" fmla="*/ 17834 w 25773"/>
                  <a:gd name="connsiteY32" fmla="*/ 34387 h 38817"/>
                  <a:gd name="connsiteX33" fmla="*/ 20668 w 25773"/>
                  <a:gd name="connsiteY33" fmla="*/ 30496 h 38817"/>
                  <a:gd name="connsiteX34" fmla="*/ 21972 w 25773"/>
                  <a:gd name="connsiteY34" fmla="*/ 25143 h 38817"/>
                  <a:gd name="connsiteX35" fmla="*/ 22287 w 25773"/>
                  <a:gd name="connsiteY35"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3" h="38817">
                    <a:moveTo>
                      <a:pt x="12932" y="0"/>
                    </a:moveTo>
                    <a:cubicBezTo>
                      <a:pt x="14798" y="0"/>
                      <a:pt x="16418" y="270"/>
                      <a:pt x="17789" y="832"/>
                    </a:cubicBezTo>
                    <a:cubicBezTo>
                      <a:pt x="19161" y="1394"/>
                      <a:pt x="20308" y="2159"/>
                      <a:pt x="21275" y="3126"/>
                    </a:cubicBezTo>
                    <a:cubicBezTo>
                      <a:pt x="22220" y="4093"/>
                      <a:pt x="23007" y="5240"/>
                      <a:pt x="23592" y="6522"/>
                    </a:cubicBezTo>
                    <a:cubicBezTo>
                      <a:pt x="24176" y="7826"/>
                      <a:pt x="24649" y="9198"/>
                      <a:pt x="24964" y="10660"/>
                    </a:cubicBezTo>
                    <a:cubicBezTo>
                      <a:pt x="25278" y="12122"/>
                      <a:pt x="25503" y="13629"/>
                      <a:pt x="25616" y="15158"/>
                    </a:cubicBezTo>
                    <a:cubicBezTo>
                      <a:pt x="25728" y="16687"/>
                      <a:pt x="25773" y="18217"/>
                      <a:pt x="25773" y="19701"/>
                    </a:cubicBezTo>
                    <a:cubicBezTo>
                      <a:pt x="25773" y="22220"/>
                      <a:pt x="25593" y="24626"/>
                      <a:pt x="25234" y="26943"/>
                    </a:cubicBezTo>
                    <a:cubicBezTo>
                      <a:pt x="24874" y="29236"/>
                      <a:pt x="24221" y="31283"/>
                      <a:pt x="23254" y="33037"/>
                    </a:cubicBezTo>
                    <a:cubicBezTo>
                      <a:pt x="22310"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900" y="29169"/>
                      <a:pt x="540" y="26808"/>
                    </a:cubicBezTo>
                    <a:cubicBezTo>
                      <a:pt x="180" y="24446"/>
                      <a:pt x="0" y="21950"/>
                      <a:pt x="0" y="19341"/>
                    </a:cubicBezTo>
                    <a:cubicBezTo>
                      <a:pt x="0" y="16935"/>
                      <a:pt x="158" y="14573"/>
                      <a:pt x="495" y="12279"/>
                    </a:cubicBezTo>
                    <a:cubicBezTo>
                      <a:pt x="810" y="9985"/>
                      <a:pt x="1439" y="7916"/>
                      <a:pt x="2362" y="6095"/>
                    </a:cubicBezTo>
                    <a:cubicBezTo>
                      <a:pt x="3284" y="4273"/>
                      <a:pt x="4588" y="2811"/>
                      <a:pt x="6275" y="1687"/>
                    </a:cubicBezTo>
                    <a:cubicBezTo>
                      <a:pt x="7961" y="562"/>
                      <a:pt x="10188" y="23"/>
                      <a:pt x="12909" y="23"/>
                    </a:cubicBezTo>
                    <a:close/>
                    <a:moveTo>
                      <a:pt x="22310" y="19319"/>
                    </a:moveTo>
                    <a:cubicBezTo>
                      <a:pt x="22310" y="17272"/>
                      <a:pt x="22197" y="15270"/>
                      <a:pt x="21950" y="13291"/>
                    </a:cubicBezTo>
                    <a:cubicBezTo>
                      <a:pt x="21703" y="11312"/>
                      <a:pt x="21253" y="9581"/>
                      <a:pt x="20578" y="8029"/>
                    </a:cubicBezTo>
                    <a:cubicBezTo>
                      <a:pt x="19904" y="6477"/>
                      <a:pt x="18936" y="5240"/>
                      <a:pt x="17699" y="4296"/>
                    </a:cubicBezTo>
                    <a:cubicBezTo>
                      <a:pt x="16463" y="3351"/>
                      <a:pt x="14821" y="2901"/>
                      <a:pt x="12819" y="2901"/>
                    </a:cubicBezTo>
                    <a:cubicBezTo>
                      <a:pt x="10908" y="2901"/>
                      <a:pt x="9356" y="3373"/>
                      <a:pt x="8141" y="4340"/>
                    </a:cubicBezTo>
                    <a:cubicBezTo>
                      <a:pt x="6927" y="5308"/>
                      <a:pt x="5982" y="6567"/>
                      <a:pt x="5308" y="8141"/>
                    </a:cubicBezTo>
                    <a:cubicBezTo>
                      <a:pt x="4633" y="9716"/>
                      <a:pt x="4138" y="11515"/>
                      <a:pt x="3868" y="13539"/>
                    </a:cubicBezTo>
                    <a:cubicBezTo>
                      <a:pt x="3599" y="15563"/>
                      <a:pt x="3463" y="17609"/>
                      <a:pt x="3463" y="19701"/>
                    </a:cubicBezTo>
                    <a:cubicBezTo>
                      <a:pt x="3463" y="22152"/>
                      <a:pt x="3621" y="24379"/>
                      <a:pt x="3913" y="26358"/>
                    </a:cubicBezTo>
                    <a:cubicBezTo>
                      <a:pt x="4228" y="28359"/>
                      <a:pt x="4723" y="30046"/>
                      <a:pt x="5443" y="31463"/>
                    </a:cubicBezTo>
                    <a:cubicBezTo>
                      <a:pt x="6162" y="32857"/>
                      <a:pt x="7129" y="33959"/>
                      <a:pt x="8321" y="34724"/>
                    </a:cubicBezTo>
                    <a:cubicBezTo>
                      <a:pt x="9536" y="35489"/>
                      <a:pt x="11042" y="35893"/>
                      <a:pt x="12886" y="35893"/>
                    </a:cubicBezTo>
                    <a:cubicBezTo>
                      <a:pt x="14933" y="35893"/>
                      <a:pt x="16575" y="35399"/>
                      <a:pt x="17834" y="34387"/>
                    </a:cubicBezTo>
                    <a:cubicBezTo>
                      <a:pt x="19071" y="33375"/>
                      <a:pt x="20016" y="32093"/>
                      <a:pt x="20668" y="30496"/>
                    </a:cubicBezTo>
                    <a:cubicBezTo>
                      <a:pt x="21320" y="28899"/>
                      <a:pt x="21748" y="27122"/>
                      <a:pt x="21972" y="25143"/>
                    </a:cubicBezTo>
                    <a:cubicBezTo>
                      <a:pt x="22197" y="23164"/>
                      <a:pt x="22287" y="21230"/>
                      <a:pt x="22287" y="19319"/>
                    </a:cubicBezTo>
                    <a:close/>
                  </a:path>
                </a:pathLst>
              </a:custGeom>
              <a:solidFill>
                <a:srgbClr val="231F20"/>
              </a:solidFill>
              <a:ln w="2249" cap="flat">
                <a:noFill/>
                <a:prstDash val="solid"/>
                <a:miter/>
              </a:ln>
            </p:spPr>
            <p:txBody>
              <a:bodyPr rtlCol="0" anchor="ctr"/>
              <a:lstStyle/>
              <a:p>
                <a:endParaRPr lang="en-US"/>
              </a:p>
            </p:txBody>
          </p:sp>
          <p:grpSp>
            <p:nvGrpSpPr>
              <p:cNvPr id="3824" name="Graphic 4479">
                <a:extLst>
                  <a:ext uri="{FF2B5EF4-FFF2-40B4-BE49-F238E27FC236}">
                    <a16:creationId xmlns:a16="http://schemas.microsoft.com/office/drawing/2014/main" id="{C6C02039-7D3F-99CC-F948-2B6D6AD70FB3}"/>
                  </a:ext>
                </a:extLst>
              </p:cNvPr>
              <p:cNvGrpSpPr/>
              <p:nvPr/>
            </p:nvGrpSpPr>
            <p:grpSpPr>
              <a:xfrm>
                <a:off x="1931622" y="4992683"/>
                <a:ext cx="263024" cy="145321"/>
                <a:chOff x="3465709" y="2663679"/>
                <a:chExt cx="70257" cy="38817"/>
              </a:xfrm>
              <a:solidFill>
                <a:srgbClr val="231F20"/>
              </a:solidFill>
            </p:grpSpPr>
            <p:sp>
              <p:nvSpPr>
                <p:cNvPr id="3825" name="Freeform 3824">
                  <a:extLst>
                    <a:ext uri="{FF2B5EF4-FFF2-40B4-BE49-F238E27FC236}">
                      <a16:creationId xmlns:a16="http://schemas.microsoft.com/office/drawing/2014/main" id="{3B25948D-5C0D-725C-D907-309E87B313B3}"/>
                    </a:ext>
                  </a:extLst>
                </p:cNvPr>
                <p:cNvSpPr/>
                <p:nvPr/>
              </p:nvSpPr>
              <p:spPr>
                <a:xfrm>
                  <a:off x="3465709" y="2663679"/>
                  <a:ext cx="25773" cy="38817"/>
                </a:xfrm>
                <a:custGeom>
                  <a:avLst/>
                  <a:gdLst>
                    <a:gd name="connsiteX0" fmla="*/ 12932 w 25773"/>
                    <a:gd name="connsiteY0" fmla="*/ 0 h 38817"/>
                    <a:gd name="connsiteX1" fmla="*/ 17789 w 25773"/>
                    <a:gd name="connsiteY1" fmla="*/ 832 h 38817"/>
                    <a:gd name="connsiteX2" fmla="*/ 21275 w 25773"/>
                    <a:gd name="connsiteY2" fmla="*/ 3126 h 38817"/>
                    <a:gd name="connsiteX3" fmla="*/ 23592 w 25773"/>
                    <a:gd name="connsiteY3" fmla="*/ 6522 h 38817"/>
                    <a:gd name="connsiteX4" fmla="*/ 24963 w 25773"/>
                    <a:gd name="connsiteY4" fmla="*/ 10660 h 38817"/>
                    <a:gd name="connsiteX5" fmla="*/ 25616 w 25773"/>
                    <a:gd name="connsiteY5" fmla="*/ 15158 h 38817"/>
                    <a:gd name="connsiteX6" fmla="*/ 25773 w 25773"/>
                    <a:gd name="connsiteY6" fmla="*/ 19701 h 38817"/>
                    <a:gd name="connsiteX7" fmla="*/ 25233 w 25773"/>
                    <a:gd name="connsiteY7" fmla="*/ 26943 h 38817"/>
                    <a:gd name="connsiteX8" fmla="*/ 23254 w 25773"/>
                    <a:gd name="connsiteY8" fmla="*/ 33037 h 38817"/>
                    <a:gd name="connsiteX9" fmla="*/ 19341 w 25773"/>
                    <a:gd name="connsiteY9" fmla="*/ 37243 h 38817"/>
                    <a:gd name="connsiteX10" fmla="*/ 12909 w 25773"/>
                    <a:gd name="connsiteY10" fmla="*/ 38817 h 38817"/>
                    <a:gd name="connsiteX11" fmla="*/ 6454 w 25773"/>
                    <a:gd name="connsiteY11" fmla="*/ 37243 h 38817"/>
                    <a:gd name="connsiteX12" fmla="*/ 2519 w 25773"/>
                    <a:gd name="connsiteY12" fmla="*/ 33015 h 38817"/>
                    <a:gd name="connsiteX13" fmla="*/ 540 w 25773"/>
                    <a:gd name="connsiteY13" fmla="*/ 26808 h 38817"/>
                    <a:gd name="connsiteX14" fmla="*/ 0 w 25773"/>
                    <a:gd name="connsiteY14" fmla="*/ 19341 h 38817"/>
                    <a:gd name="connsiteX15" fmla="*/ 495 w 25773"/>
                    <a:gd name="connsiteY15" fmla="*/ 12279 h 38817"/>
                    <a:gd name="connsiteX16" fmla="*/ 2362 w 25773"/>
                    <a:gd name="connsiteY16" fmla="*/ 6095 h 38817"/>
                    <a:gd name="connsiteX17" fmla="*/ 6275 w 25773"/>
                    <a:gd name="connsiteY17" fmla="*/ 1687 h 38817"/>
                    <a:gd name="connsiteX18" fmla="*/ 12909 w 25773"/>
                    <a:gd name="connsiteY18" fmla="*/ 23 h 38817"/>
                    <a:gd name="connsiteX19" fmla="*/ 22332 w 25773"/>
                    <a:gd name="connsiteY19" fmla="*/ 19319 h 38817"/>
                    <a:gd name="connsiteX20" fmla="*/ 21972 w 25773"/>
                    <a:gd name="connsiteY20" fmla="*/ 13291 h 38817"/>
                    <a:gd name="connsiteX21" fmla="*/ 20601 w 25773"/>
                    <a:gd name="connsiteY21" fmla="*/ 8029 h 38817"/>
                    <a:gd name="connsiteX22" fmla="*/ 17722 w 25773"/>
                    <a:gd name="connsiteY22" fmla="*/ 4296 h 38817"/>
                    <a:gd name="connsiteX23" fmla="*/ 12842 w 25773"/>
                    <a:gd name="connsiteY23" fmla="*/ 2901 h 38817"/>
                    <a:gd name="connsiteX24" fmla="*/ 8164 w 25773"/>
                    <a:gd name="connsiteY24" fmla="*/ 4341 h 38817"/>
                    <a:gd name="connsiteX25" fmla="*/ 5330 w 25773"/>
                    <a:gd name="connsiteY25" fmla="*/ 8141 h 38817"/>
                    <a:gd name="connsiteX26" fmla="*/ 3891 w 25773"/>
                    <a:gd name="connsiteY26" fmla="*/ 13539 h 38817"/>
                    <a:gd name="connsiteX27" fmla="*/ 3486 w 25773"/>
                    <a:gd name="connsiteY27" fmla="*/ 19701 h 38817"/>
                    <a:gd name="connsiteX28" fmla="*/ 3936 w 25773"/>
                    <a:gd name="connsiteY28" fmla="*/ 26358 h 38817"/>
                    <a:gd name="connsiteX29" fmla="*/ 5465 w 25773"/>
                    <a:gd name="connsiteY29" fmla="*/ 31463 h 38817"/>
                    <a:gd name="connsiteX30" fmla="*/ 8344 w 25773"/>
                    <a:gd name="connsiteY30" fmla="*/ 34724 h 38817"/>
                    <a:gd name="connsiteX31" fmla="*/ 12909 w 25773"/>
                    <a:gd name="connsiteY31" fmla="*/ 35893 h 38817"/>
                    <a:gd name="connsiteX32" fmla="*/ 17857 w 25773"/>
                    <a:gd name="connsiteY32" fmla="*/ 34387 h 38817"/>
                    <a:gd name="connsiteX33" fmla="*/ 20691 w 25773"/>
                    <a:gd name="connsiteY33" fmla="*/ 30496 h 38817"/>
                    <a:gd name="connsiteX34" fmla="*/ 21995 w 25773"/>
                    <a:gd name="connsiteY34" fmla="*/ 25143 h 38817"/>
                    <a:gd name="connsiteX35" fmla="*/ 22310 w 25773"/>
                    <a:gd name="connsiteY35"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3" h="38817">
                      <a:moveTo>
                        <a:pt x="12932" y="0"/>
                      </a:moveTo>
                      <a:cubicBezTo>
                        <a:pt x="14798" y="0"/>
                        <a:pt x="16418" y="270"/>
                        <a:pt x="17789" y="832"/>
                      </a:cubicBezTo>
                      <a:cubicBezTo>
                        <a:pt x="19161" y="1394"/>
                        <a:pt x="20308" y="2159"/>
                        <a:pt x="21275" y="3126"/>
                      </a:cubicBezTo>
                      <a:cubicBezTo>
                        <a:pt x="22220" y="4093"/>
                        <a:pt x="23007" y="5240"/>
                        <a:pt x="23592" y="6522"/>
                      </a:cubicBezTo>
                      <a:cubicBezTo>
                        <a:pt x="24176" y="7826"/>
                        <a:pt x="24649" y="9198"/>
                        <a:pt x="24963" y="10660"/>
                      </a:cubicBezTo>
                      <a:cubicBezTo>
                        <a:pt x="25278" y="12122"/>
                        <a:pt x="25503" y="13629"/>
                        <a:pt x="25616" y="15158"/>
                      </a:cubicBezTo>
                      <a:cubicBezTo>
                        <a:pt x="25728" y="16687"/>
                        <a:pt x="25773" y="18217"/>
                        <a:pt x="25773" y="19701"/>
                      </a:cubicBezTo>
                      <a:cubicBezTo>
                        <a:pt x="25773" y="22220"/>
                        <a:pt x="25593" y="24626"/>
                        <a:pt x="25233" y="26943"/>
                      </a:cubicBezTo>
                      <a:cubicBezTo>
                        <a:pt x="24874" y="29236"/>
                        <a:pt x="24221" y="31283"/>
                        <a:pt x="23254" y="33037"/>
                      </a:cubicBezTo>
                      <a:cubicBezTo>
                        <a:pt x="22310"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900" y="29169"/>
                        <a:pt x="540" y="26808"/>
                      </a:cubicBezTo>
                      <a:cubicBezTo>
                        <a:pt x="180" y="24446"/>
                        <a:pt x="0" y="21950"/>
                        <a:pt x="0" y="19341"/>
                      </a:cubicBezTo>
                      <a:cubicBezTo>
                        <a:pt x="0" y="16935"/>
                        <a:pt x="158" y="14573"/>
                        <a:pt x="495" y="12279"/>
                      </a:cubicBezTo>
                      <a:cubicBezTo>
                        <a:pt x="810" y="9985"/>
                        <a:pt x="1439" y="7916"/>
                        <a:pt x="2362" y="6095"/>
                      </a:cubicBezTo>
                      <a:cubicBezTo>
                        <a:pt x="3284" y="4273"/>
                        <a:pt x="4588" y="2811"/>
                        <a:pt x="6275" y="1687"/>
                      </a:cubicBezTo>
                      <a:cubicBezTo>
                        <a:pt x="7961" y="562"/>
                        <a:pt x="10188" y="23"/>
                        <a:pt x="12909" y="23"/>
                      </a:cubicBezTo>
                      <a:close/>
                      <a:moveTo>
                        <a:pt x="22332" y="19319"/>
                      </a:moveTo>
                      <a:cubicBezTo>
                        <a:pt x="22332" y="17272"/>
                        <a:pt x="22220" y="15270"/>
                        <a:pt x="21972" y="13291"/>
                      </a:cubicBezTo>
                      <a:cubicBezTo>
                        <a:pt x="21725" y="11312"/>
                        <a:pt x="21275" y="9581"/>
                        <a:pt x="20601" y="8029"/>
                      </a:cubicBezTo>
                      <a:cubicBezTo>
                        <a:pt x="19926" y="6477"/>
                        <a:pt x="18959" y="5240"/>
                        <a:pt x="17722" y="4296"/>
                      </a:cubicBezTo>
                      <a:cubicBezTo>
                        <a:pt x="16485" y="3351"/>
                        <a:pt x="14843" y="2901"/>
                        <a:pt x="12842" y="2901"/>
                      </a:cubicBezTo>
                      <a:cubicBezTo>
                        <a:pt x="10930" y="2901"/>
                        <a:pt x="9378" y="3373"/>
                        <a:pt x="8164" y="4341"/>
                      </a:cubicBezTo>
                      <a:cubicBezTo>
                        <a:pt x="6949" y="5308"/>
                        <a:pt x="6005" y="6567"/>
                        <a:pt x="5330" y="8141"/>
                      </a:cubicBezTo>
                      <a:cubicBezTo>
                        <a:pt x="4655" y="9716"/>
                        <a:pt x="4161" y="11515"/>
                        <a:pt x="3891" y="13539"/>
                      </a:cubicBezTo>
                      <a:cubicBezTo>
                        <a:pt x="3621" y="15563"/>
                        <a:pt x="3486" y="17609"/>
                        <a:pt x="3486" y="19701"/>
                      </a:cubicBezTo>
                      <a:cubicBezTo>
                        <a:pt x="3486" y="22152"/>
                        <a:pt x="3643" y="24379"/>
                        <a:pt x="3936" y="26358"/>
                      </a:cubicBezTo>
                      <a:cubicBezTo>
                        <a:pt x="4251" y="28359"/>
                        <a:pt x="4745" y="30046"/>
                        <a:pt x="5465" y="31463"/>
                      </a:cubicBezTo>
                      <a:cubicBezTo>
                        <a:pt x="6185" y="32857"/>
                        <a:pt x="7152" y="33959"/>
                        <a:pt x="8344" y="34724"/>
                      </a:cubicBezTo>
                      <a:cubicBezTo>
                        <a:pt x="9558" y="35489"/>
                        <a:pt x="11065" y="35893"/>
                        <a:pt x="12909" y="35893"/>
                      </a:cubicBezTo>
                      <a:cubicBezTo>
                        <a:pt x="14956" y="35893"/>
                        <a:pt x="16597" y="35399"/>
                        <a:pt x="17857" y="34387"/>
                      </a:cubicBezTo>
                      <a:cubicBezTo>
                        <a:pt x="19094" y="33375"/>
                        <a:pt x="20038" y="32093"/>
                        <a:pt x="20691" y="30496"/>
                      </a:cubicBezTo>
                      <a:cubicBezTo>
                        <a:pt x="21343" y="28899"/>
                        <a:pt x="21770" y="27122"/>
                        <a:pt x="21995" y="25143"/>
                      </a:cubicBezTo>
                      <a:cubicBezTo>
                        <a:pt x="22220" y="23164"/>
                        <a:pt x="22310" y="21230"/>
                        <a:pt x="22310" y="19319"/>
                      </a:cubicBezTo>
                      <a:close/>
                    </a:path>
                  </a:pathLst>
                </a:custGeom>
                <a:solidFill>
                  <a:srgbClr val="231F20"/>
                </a:solidFill>
                <a:ln w="2249" cap="flat">
                  <a:noFill/>
                  <a:prstDash val="solid"/>
                  <a:miter/>
                </a:ln>
              </p:spPr>
              <p:txBody>
                <a:bodyPr rtlCol="0" anchor="ctr"/>
                <a:lstStyle/>
                <a:p>
                  <a:endParaRPr lang="en-US"/>
                </a:p>
              </p:txBody>
            </p:sp>
            <p:sp>
              <p:nvSpPr>
                <p:cNvPr id="3826" name="Freeform 3825">
                  <a:extLst>
                    <a:ext uri="{FF2B5EF4-FFF2-40B4-BE49-F238E27FC236}">
                      <a16:creationId xmlns:a16="http://schemas.microsoft.com/office/drawing/2014/main" id="{7534473A-CF69-8CCD-0242-28944F047F92}"/>
                    </a:ext>
                  </a:extLst>
                </p:cNvPr>
                <p:cNvSpPr/>
                <p:nvPr/>
              </p:nvSpPr>
              <p:spPr>
                <a:xfrm>
                  <a:off x="3499151" y="2696986"/>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231F20"/>
                </a:solidFill>
                <a:ln w="2249" cap="flat">
                  <a:noFill/>
                  <a:prstDash val="solid"/>
                  <a:miter/>
                </a:ln>
              </p:spPr>
              <p:txBody>
                <a:bodyPr rtlCol="0" anchor="ctr"/>
                <a:lstStyle/>
                <a:p>
                  <a:endParaRPr lang="en-US"/>
                </a:p>
              </p:txBody>
            </p:sp>
            <p:sp>
              <p:nvSpPr>
                <p:cNvPr id="3827" name="Freeform 3826">
                  <a:extLst>
                    <a:ext uri="{FF2B5EF4-FFF2-40B4-BE49-F238E27FC236}">
                      <a16:creationId xmlns:a16="http://schemas.microsoft.com/office/drawing/2014/main" id="{CC179EA3-DC8A-04A2-8B6D-E445457F6C88}"/>
                    </a:ext>
                  </a:extLst>
                </p:cNvPr>
                <p:cNvSpPr/>
                <p:nvPr/>
              </p:nvSpPr>
              <p:spPr>
                <a:xfrm>
                  <a:off x="3510553" y="2664039"/>
                  <a:ext cx="25413" cy="38389"/>
                </a:xfrm>
                <a:custGeom>
                  <a:avLst/>
                  <a:gdLst>
                    <a:gd name="connsiteX0" fmla="*/ 3441 w 25413"/>
                    <a:gd name="connsiteY0" fmla="*/ 27820 h 38389"/>
                    <a:gd name="connsiteX1" fmla="*/ 6544 w 25413"/>
                    <a:gd name="connsiteY1" fmla="*/ 33622 h 38389"/>
                    <a:gd name="connsiteX2" fmla="*/ 12841 w 25413"/>
                    <a:gd name="connsiteY2" fmla="*/ 35534 h 38389"/>
                    <a:gd name="connsiteX3" fmla="*/ 16642 w 25413"/>
                    <a:gd name="connsiteY3" fmla="*/ 34769 h 38389"/>
                    <a:gd name="connsiteX4" fmla="*/ 19521 w 25413"/>
                    <a:gd name="connsiteY4" fmla="*/ 32700 h 38389"/>
                    <a:gd name="connsiteX5" fmla="*/ 21320 w 25413"/>
                    <a:gd name="connsiteY5" fmla="*/ 29619 h 38389"/>
                    <a:gd name="connsiteX6" fmla="*/ 21950 w 25413"/>
                    <a:gd name="connsiteY6" fmla="*/ 25818 h 38389"/>
                    <a:gd name="connsiteX7" fmla="*/ 21275 w 25413"/>
                    <a:gd name="connsiteY7" fmla="*/ 21927 h 38389"/>
                    <a:gd name="connsiteX8" fmla="*/ 19386 w 25413"/>
                    <a:gd name="connsiteY8" fmla="*/ 18846 h 38389"/>
                    <a:gd name="connsiteX9" fmla="*/ 16417 w 25413"/>
                    <a:gd name="connsiteY9" fmla="*/ 16845 h 38389"/>
                    <a:gd name="connsiteX10" fmla="*/ 12504 w 25413"/>
                    <a:gd name="connsiteY10" fmla="*/ 16148 h 38389"/>
                    <a:gd name="connsiteX11" fmla="*/ 7871 w 25413"/>
                    <a:gd name="connsiteY11" fmla="*/ 17092 h 38389"/>
                    <a:gd name="connsiteX12" fmla="*/ 4251 w 25413"/>
                    <a:gd name="connsiteY12" fmla="*/ 20083 h 38389"/>
                    <a:gd name="connsiteX13" fmla="*/ 1394 w 25413"/>
                    <a:gd name="connsiteY13" fmla="*/ 19701 h 38389"/>
                    <a:gd name="connsiteX14" fmla="*/ 4475 w 25413"/>
                    <a:gd name="connsiteY14" fmla="*/ 0 h 38389"/>
                    <a:gd name="connsiteX15" fmla="*/ 23367 w 25413"/>
                    <a:gd name="connsiteY15" fmla="*/ 0 h 38389"/>
                    <a:gd name="connsiteX16" fmla="*/ 23367 w 25413"/>
                    <a:gd name="connsiteY16" fmla="*/ 2924 h 38389"/>
                    <a:gd name="connsiteX17" fmla="*/ 7399 w 25413"/>
                    <a:gd name="connsiteY17" fmla="*/ 2924 h 38389"/>
                    <a:gd name="connsiteX18" fmla="*/ 5015 w 25413"/>
                    <a:gd name="connsiteY18" fmla="*/ 15720 h 38389"/>
                    <a:gd name="connsiteX19" fmla="*/ 7084 w 25413"/>
                    <a:gd name="connsiteY19" fmla="*/ 14528 h 38389"/>
                    <a:gd name="connsiteX20" fmla="*/ 8996 w 25413"/>
                    <a:gd name="connsiteY20" fmla="*/ 13741 h 38389"/>
                    <a:gd name="connsiteX21" fmla="*/ 11020 w 25413"/>
                    <a:gd name="connsiteY21" fmla="*/ 13336 h 38389"/>
                    <a:gd name="connsiteX22" fmla="*/ 13359 w 25413"/>
                    <a:gd name="connsiteY22" fmla="*/ 13224 h 38389"/>
                    <a:gd name="connsiteX23" fmla="*/ 18171 w 25413"/>
                    <a:gd name="connsiteY23" fmla="*/ 14078 h 38389"/>
                    <a:gd name="connsiteX24" fmla="*/ 21995 w 25413"/>
                    <a:gd name="connsiteY24" fmla="*/ 16552 h 38389"/>
                    <a:gd name="connsiteX25" fmla="*/ 24514 w 25413"/>
                    <a:gd name="connsiteY25" fmla="*/ 20510 h 38389"/>
                    <a:gd name="connsiteX26" fmla="*/ 25413 w 25413"/>
                    <a:gd name="connsiteY26" fmla="*/ 25773 h 38389"/>
                    <a:gd name="connsiteX27" fmla="*/ 24424 w 25413"/>
                    <a:gd name="connsiteY27" fmla="*/ 31148 h 38389"/>
                    <a:gd name="connsiteX28" fmla="*/ 21747 w 25413"/>
                    <a:gd name="connsiteY28" fmla="*/ 35106 h 38389"/>
                    <a:gd name="connsiteX29" fmla="*/ 17879 w 25413"/>
                    <a:gd name="connsiteY29" fmla="*/ 37558 h 38389"/>
                    <a:gd name="connsiteX30" fmla="*/ 13381 w 25413"/>
                    <a:gd name="connsiteY30" fmla="*/ 38390 h 38389"/>
                    <a:gd name="connsiteX31" fmla="*/ 8344 w 25413"/>
                    <a:gd name="connsiteY31" fmla="*/ 37850 h 38389"/>
                    <a:gd name="connsiteX32" fmla="*/ 4206 w 25413"/>
                    <a:gd name="connsiteY32" fmla="*/ 36051 h 38389"/>
                    <a:gd name="connsiteX33" fmla="*/ 1327 w 25413"/>
                    <a:gd name="connsiteY33" fmla="*/ 32767 h 38389"/>
                    <a:gd name="connsiteX34" fmla="*/ 0 w 25413"/>
                    <a:gd name="connsiteY34" fmla="*/ 27775 h 38389"/>
                    <a:gd name="connsiteX35" fmla="*/ 3463 w 25413"/>
                    <a:gd name="connsiteY35" fmla="*/ 27775 h 38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413" h="38389">
                      <a:moveTo>
                        <a:pt x="3441" y="27820"/>
                      </a:moveTo>
                      <a:cubicBezTo>
                        <a:pt x="3801" y="30406"/>
                        <a:pt x="4835" y="32340"/>
                        <a:pt x="6544" y="33622"/>
                      </a:cubicBezTo>
                      <a:cubicBezTo>
                        <a:pt x="8254" y="34904"/>
                        <a:pt x="10345" y="35534"/>
                        <a:pt x="12841" y="35534"/>
                      </a:cubicBezTo>
                      <a:cubicBezTo>
                        <a:pt x="14236" y="35534"/>
                        <a:pt x="15518" y="35286"/>
                        <a:pt x="16642" y="34769"/>
                      </a:cubicBezTo>
                      <a:cubicBezTo>
                        <a:pt x="17767" y="34252"/>
                        <a:pt x="18734" y="33577"/>
                        <a:pt x="19521" y="32700"/>
                      </a:cubicBezTo>
                      <a:cubicBezTo>
                        <a:pt x="20308" y="31823"/>
                        <a:pt x="20915" y="30788"/>
                        <a:pt x="21320" y="29619"/>
                      </a:cubicBezTo>
                      <a:cubicBezTo>
                        <a:pt x="21725" y="28449"/>
                        <a:pt x="21950" y="27190"/>
                        <a:pt x="21950" y="25818"/>
                      </a:cubicBezTo>
                      <a:cubicBezTo>
                        <a:pt x="21950" y="24446"/>
                        <a:pt x="21725" y="23119"/>
                        <a:pt x="21275" y="21927"/>
                      </a:cubicBezTo>
                      <a:cubicBezTo>
                        <a:pt x="20825" y="20735"/>
                        <a:pt x="20196" y="19723"/>
                        <a:pt x="19386" y="18846"/>
                      </a:cubicBezTo>
                      <a:cubicBezTo>
                        <a:pt x="18576" y="17992"/>
                        <a:pt x="17587" y="17317"/>
                        <a:pt x="16417" y="16845"/>
                      </a:cubicBezTo>
                      <a:cubicBezTo>
                        <a:pt x="15248" y="16372"/>
                        <a:pt x="13943" y="16148"/>
                        <a:pt x="12504" y="16148"/>
                      </a:cubicBezTo>
                      <a:cubicBezTo>
                        <a:pt x="10772" y="16148"/>
                        <a:pt x="9221" y="16462"/>
                        <a:pt x="7871" y="17092"/>
                      </a:cubicBezTo>
                      <a:cubicBezTo>
                        <a:pt x="6500" y="17722"/>
                        <a:pt x="5308" y="18711"/>
                        <a:pt x="4251" y="20083"/>
                      </a:cubicBezTo>
                      <a:lnTo>
                        <a:pt x="1394" y="19701"/>
                      </a:lnTo>
                      <a:lnTo>
                        <a:pt x="4475" y="0"/>
                      </a:lnTo>
                      <a:lnTo>
                        <a:pt x="23367" y="0"/>
                      </a:lnTo>
                      <a:lnTo>
                        <a:pt x="23367" y="2924"/>
                      </a:lnTo>
                      <a:lnTo>
                        <a:pt x="7399" y="2924"/>
                      </a:lnTo>
                      <a:lnTo>
                        <a:pt x="5015" y="15720"/>
                      </a:lnTo>
                      <a:cubicBezTo>
                        <a:pt x="5780" y="15248"/>
                        <a:pt x="6454" y="14866"/>
                        <a:pt x="7084" y="14528"/>
                      </a:cubicBezTo>
                      <a:cubicBezTo>
                        <a:pt x="7714" y="14213"/>
                        <a:pt x="8344" y="13944"/>
                        <a:pt x="8996" y="13741"/>
                      </a:cubicBezTo>
                      <a:cubicBezTo>
                        <a:pt x="9648" y="13539"/>
                        <a:pt x="10323" y="13404"/>
                        <a:pt x="11020" y="13336"/>
                      </a:cubicBezTo>
                      <a:cubicBezTo>
                        <a:pt x="11717" y="13269"/>
                        <a:pt x="12504" y="13224"/>
                        <a:pt x="13359" y="13224"/>
                      </a:cubicBezTo>
                      <a:cubicBezTo>
                        <a:pt x="15090" y="13224"/>
                        <a:pt x="16687" y="13516"/>
                        <a:pt x="18171" y="14078"/>
                      </a:cubicBezTo>
                      <a:cubicBezTo>
                        <a:pt x="19656" y="14663"/>
                        <a:pt x="20915" y="15473"/>
                        <a:pt x="21995" y="16552"/>
                      </a:cubicBezTo>
                      <a:cubicBezTo>
                        <a:pt x="23074" y="17632"/>
                        <a:pt x="23906" y="18959"/>
                        <a:pt x="24514" y="20510"/>
                      </a:cubicBezTo>
                      <a:cubicBezTo>
                        <a:pt x="25098" y="22085"/>
                        <a:pt x="25413" y="23839"/>
                        <a:pt x="25413" y="25773"/>
                      </a:cubicBezTo>
                      <a:cubicBezTo>
                        <a:pt x="25413" y="27707"/>
                        <a:pt x="25076" y="29574"/>
                        <a:pt x="24424" y="31148"/>
                      </a:cubicBezTo>
                      <a:cubicBezTo>
                        <a:pt x="23749" y="32722"/>
                        <a:pt x="22872" y="34027"/>
                        <a:pt x="21747" y="35106"/>
                      </a:cubicBezTo>
                      <a:cubicBezTo>
                        <a:pt x="20623" y="36186"/>
                        <a:pt x="19341" y="36995"/>
                        <a:pt x="17879" y="37558"/>
                      </a:cubicBezTo>
                      <a:cubicBezTo>
                        <a:pt x="16417" y="38120"/>
                        <a:pt x="14911" y="38390"/>
                        <a:pt x="13381" y="38390"/>
                      </a:cubicBezTo>
                      <a:cubicBezTo>
                        <a:pt x="11582" y="38390"/>
                        <a:pt x="9895" y="38210"/>
                        <a:pt x="8344" y="37850"/>
                      </a:cubicBezTo>
                      <a:cubicBezTo>
                        <a:pt x="6769" y="37490"/>
                        <a:pt x="5398" y="36883"/>
                        <a:pt x="4206" y="36051"/>
                      </a:cubicBezTo>
                      <a:cubicBezTo>
                        <a:pt x="3014" y="35196"/>
                        <a:pt x="2046" y="34117"/>
                        <a:pt x="1327" y="32767"/>
                      </a:cubicBezTo>
                      <a:cubicBezTo>
                        <a:pt x="585" y="31418"/>
                        <a:pt x="157" y="29754"/>
                        <a:pt x="0" y="27775"/>
                      </a:cubicBezTo>
                      <a:lnTo>
                        <a:pt x="3463" y="27775"/>
                      </a:lnTo>
                      <a:close/>
                    </a:path>
                  </a:pathLst>
                </a:custGeom>
                <a:solidFill>
                  <a:srgbClr val="231F20"/>
                </a:solidFill>
                <a:ln w="2249" cap="flat">
                  <a:noFill/>
                  <a:prstDash val="solid"/>
                  <a:miter/>
                </a:ln>
              </p:spPr>
              <p:txBody>
                <a:bodyPr rtlCol="0" anchor="ctr"/>
                <a:lstStyle/>
                <a:p>
                  <a:endParaRPr lang="en-US"/>
                </a:p>
              </p:txBody>
            </p:sp>
          </p:grpSp>
          <p:sp>
            <p:nvSpPr>
              <p:cNvPr id="3828" name="Freeform 3827">
                <a:extLst>
                  <a:ext uri="{FF2B5EF4-FFF2-40B4-BE49-F238E27FC236}">
                    <a16:creationId xmlns:a16="http://schemas.microsoft.com/office/drawing/2014/main" id="{EB930AB7-0296-D17B-6342-45110E8ED10A}"/>
                  </a:ext>
                </a:extLst>
              </p:cNvPr>
              <p:cNvSpPr/>
              <p:nvPr/>
            </p:nvSpPr>
            <p:spPr>
              <a:xfrm>
                <a:off x="2150024" y="3824731"/>
                <a:ext cx="49672" cy="142457"/>
              </a:xfrm>
              <a:custGeom>
                <a:avLst/>
                <a:gdLst>
                  <a:gd name="connsiteX0" fmla="*/ 9828 w 13268"/>
                  <a:gd name="connsiteY0" fmla="*/ 9783 h 38052"/>
                  <a:gd name="connsiteX1" fmla="*/ 0 w 13268"/>
                  <a:gd name="connsiteY1" fmla="*/ 9783 h 38052"/>
                  <a:gd name="connsiteX2" fmla="*/ 0 w 13268"/>
                  <a:gd name="connsiteY2" fmla="*/ 7512 h 38052"/>
                  <a:gd name="connsiteX3" fmla="*/ 3913 w 13268"/>
                  <a:gd name="connsiteY3" fmla="*/ 7084 h 38052"/>
                  <a:gd name="connsiteX4" fmla="*/ 6994 w 13268"/>
                  <a:gd name="connsiteY4" fmla="*/ 6050 h 38052"/>
                  <a:gd name="connsiteX5" fmla="*/ 9198 w 13268"/>
                  <a:gd name="connsiteY5" fmla="*/ 3868 h 38052"/>
                  <a:gd name="connsiteX6" fmla="*/ 10525 w 13268"/>
                  <a:gd name="connsiteY6" fmla="*/ 0 h 38052"/>
                  <a:gd name="connsiteX7" fmla="*/ 13269 w 13268"/>
                  <a:gd name="connsiteY7" fmla="*/ 0 h 38052"/>
                  <a:gd name="connsiteX8" fmla="*/ 13269 w 13268"/>
                  <a:gd name="connsiteY8" fmla="*/ 38052 h 38052"/>
                  <a:gd name="connsiteX9" fmla="*/ 9805 w 13268"/>
                  <a:gd name="connsiteY9" fmla="*/ 38052 h 38052"/>
                  <a:gd name="connsiteX10" fmla="*/ 9805 w 13268"/>
                  <a:gd name="connsiteY10" fmla="*/ 9760 h 380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268" h="38052">
                    <a:moveTo>
                      <a:pt x="9828" y="9783"/>
                    </a:moveTo>
                    <a:lnTo>
                      <a:pt x="0" y="9783"/>
                    </a:lnTo>
                    <a:lnTo>
                      <a:pt x="0" y="7512"/>
                    </a:lnTo>
                    <a:cubicBezTo>
                      <a:pt x="1439" y="7399"/>
                      <a:pt x="2744" y="7264"/>
                      <a:pt x="3913" y="7084"/>
                    </a:cubicBezTo>
                    <a:cubicBezTo>
                      <a:pt x="5083" y="6904"/>
                      <a:pt x="6117" y="6567"/>
                      <a:pt x="6994" y="6050"/>
                    </a:cubicBezTo>
                    <a:cubicBezTo>
                      <a:pt x="7871" y="5532"/>
                      <a:pt x="8613" y="4813"/>
                      <a:pt x="9198" y="3868"/>
                    </a:cubicBezTo>
                    <a:cubicBezTo>
                      <a:pt x="9783" y="2924"/>
                      <a:pt x="10233" y="1619"/>
                      <a:pt x="10525" y="0"/>
                    </a:cubicBezTo>
                    <a:lnTo>
                      <a:pt x="13269" y="0"/>
                    </a:lnTo>
                    <a:lnTo>
                      <a:pt x="13269" y="38052"/>
                    </a:lnTo>
                    <a:lnTo>
                      <a:pt x="9805" y="38052"/>
                    </a:lnTo>
                    <a:lnTo>
                      <a:pt x="9805" y="9760"/>
                    </a:lnTo>
                    <a:close/>
                  </a:path>
                </a:pathLst>
              </a:custGeom>
              <a:solidFill>
                <a:srgbClr val="231F20"/>
              </a:solidFill>
              <a:ln w="2249" cap="flat">
                <a:noFill/>
                <a:prstDash val="solid"/>
                <a:miter/>
              </a:ln>
            </p:spPr>
            <p:txBody>
              <a:bodyPr rtlCol="0" anchor="ctr"/>
              <a:lstStyle/>
              <a:p>
                <a:endParaRPr lang="en-US"/>
              </a:p>
            </p:txBody>
          </p:sp>
          <p:grpSp>
            <p:nvGrpSpPr>
              <p:cNvPr id="3829" name="Graphic 4479">
                <a:extLst>
                  <a:ext uri="{FF2B5EF4-FFF2-40B4-BE49-F238E27FC236}">
                    <a16:creationId xmlns:a16="http://schemas.microsoft.com/office/drawing/2014/main" id="{F2DAC8B3-3524-4B92-E988-82D17F02873B}"/>
                  </a:ext>
                </a:extLst>
              </p:cNvPr>
              <p:cNvGrpSpPr/>
              <p:nvPr/>
            </p:nvGrpSpPr>
            <p:grpSpPr>
              <a:xfrm>
                <a:off x="1669272" y="4103501"/>
                <a:ext cx="148518" cy="1821305"/>
                <a:chOff x="3395632" y="2426167"/>
                <a:chExt cx="39671" cy="486494"/>
              </a:xfrm>
              <a:solidFill>
                <a:srgbClr val="231F20"/>
              </a:solidFill>
            </p:grpSpPr>
            <p:sp>
              <p:nvSpPr>
                <p:cNvPr id="3830" name="Freeform 3829">
                  <a:extLst>
                    <a:ext uri="{FF2B5EF4-FFF2-40B4-BE49-F238E27FC236}">
                      <a16:creationId xmlns:a16="http://schemas.microsoft.com/office/drawing/2014/main" id="{75FA9C5D-7259-7BE5-CDEB-FB0C1F2AF76D}"/>
                    </a:ext>
                  </a:extLst>
                </p:cNvPr>
                <p:cNvSpPr/>
                <p:nvPr/>
              </p:nvSpPr>
              <p:spPr>
                <a:xfrm>
                  <a:off x="3395632" y="2880884"/>
                  <a:ext cx="38884" cy="31777"/>
                </a:xfrm>
                <a:custGeom>
                  <a:avLst/>
                  <a:gdLst>
                    <a:gd name="connsiteX0" fmla="*/ 38862 w 38884"/>
                    <a:gd name="connsiteY0" fmla="*/ 31778 h 31777"/>
                    <a:gd name="connsiteX1" fmla="*/ 0 w 38884"/>
                    <a:gd name="connsiteY1" fmla="*/ 31778 h 31777"/>
                    <a:gd name="connsiteX2" fmla="*/ 0 w 38884"/>
                    <a:gd name="connsiteY2" fmla="*/ 18509 h 31777"/>
                    <a:gd name="connsiteX3" fmla="*/ 90 w 38884"/>
                    <a:gd name="connsiteY3" fmla="*/ 15315 h 31777"/>
                    <a:gd name="connsiteX4" fmla="*/ 472 w 38884"/>
                    <a:gd name="connsiteY4" fmla="*/ 12234 h 31777"/>
                    <a:gd name="connsiteX5" fmla="*/ 1372 w 38884"/>
                    <a:gd name="connsiteY5" fmla="*/ 9288 h 31777"/>
                    <a:gd name="connsiteX6" fmla="*/ 2946 w 38884"/>
                    <a:gd name="connsiteY6" fmla="*/ 6499 h 31777"/>
                    <a:gd name="connsiteX7" fmla="*/ 6364 w 38884"/>
                    <a:gd name="connsiteY7" fmla="*/ 3306 h 31777"/>
                    <a:gd name="connsiteX8" fmla="*/ 10638 w 38884"/>
                    <a:gd name="connsiteY8" fmla="*/ 1327 h 31777"/>
                    <a:gd name="connsiteX9" fmla="*/ 15180 w 38884"/>
                    <a:gd name="connsiteY9" fmla="*/ 292 h 31777"/>
                    <a:gd name="connsiteX10" fmla="*/ 19408 w 38884"/>
                    <a:gd name="connsiteY10" fmla="*/ 0 h 31777"/>
                    <a:gd name="connsiteX11" fmla="*/ 23344 w 38884"/>
                    <a:gd name="connsiteY11" fmla="*/ 247 h 31777"/>
                    <a:gd name="connsiteX12" fmla="*/ 27257 w 38884"/>
                    <a:gd name="connsiteY12" fmla="*/ 1035 h 31777"/>
                    <a:gd name="connsiteX13" fmla="*/ 30923 w 38884"/>
                    <a:gd name="connsiteY13" fmla="*/ 2474 h 31777"/>
                    <a:gd name="connsiteX14" fmla="*/ 34139 w 38884"/>
                    <a:gd name="connsiteY14" fmla="*/ 4723 h 31777"/>
                    <a:gd name="connsiteX15" fmla="*/ 36568 w 38884"/>
                    <a:gd name="connsiteY15" fmla="*/ 7669 h 31777"/>
                    <a:gd name="connsiteX16" fmla="*/ 38007 w 38884"/>
                    <a:gd name="connsiteY16" fmla="*/ 11020 h 31777"/>
                    <a:gd name="connsiteX17" fmla="*/ 38704 w 38884"/>
                    <a:gd name="connsiteY17" fmla="*/ 14663 h 31777"/>
                    <a:gd name="connsiteX18" fmla="*/ 38884 w 38884"/>
                    <a:gd name="connsiteY18" fmla="*/ 18486 h 31777"/>
                    <a:gd name="connsiteX19" fmla="*/ 38884 w 38884"/>
                    <a:gd name="connsiteY19" fmla="*/ 31755 h 31777"/>
                    <a:gd name="connsiteX20" fmla="*/ 35736 w 38884"/>
                    <a:gd name="connsiteY20" fmla="*/ 28112 h 31777"/>
                    <a:gd name="connsiteX21" fmla="*/ 35736 w 38884"/>
                    <a:gd name="connsiteY21" fmla="*/ 19319 h 31777"/>
                    <a:gd name="connsiteX22" fmla="*/ 35443 w 38884"/>
                    <a:gd name="connsiteY22" fmla="*/ 14641 h 31777"/>
                    <a:gd name="connsiteX23" fmla="*/ 33959 w 38884"/>
                    <a:gd name="connsiteY23" fmla="*/ 10188 h 31777"/>
                    <a:gd name="connsiteX24" fmla="*/ 31305 w 38884"/>
                    <a:gd name="connsiteY24" fmla="*/ 6994 h 31777"/>
                    <a:gd name="connsiteX25" fmla="*/ 27662 w 38884"/>
                    <a:gd name="connsiteY25" fmla="*/ 5015 h 31777"/>
                    <a:gd name="connsiteX26" fmla="*/ 23524 w 38884"/>
                    <a:gd name="connsiteY26" fmla="*/ 3981 h 31777"/>
                    <a:gd name="connsiteX27" fmla="*/ 19363 w 38884"/>
                    <a:gd name="connsiteY27" fmla="*/ 3688 h 31777"/>
                    <a:gd name="connsiteX28" fmla="*/ 15068 w 38884"/>
                    <a:gd name="connsiteY28" fmla="*/ 3958 h 31777"/>
                    <a:gd name="connsiteX29" fmla="*/ 10907 w 38884"/>
                    <a:gd name="connsiteY29" fmla="*/ 4993 h 31777"/>
                    <a:gd name="connsiteX30" fmla="*/ 7287 w 38884"/>
                    <a:gd name="connsiteY30" fmla="*/ 7039 h 31777"/>
                    <a:gd name="connsiteX31" fmla="*/ 4565 w 38884"/>
                    <a:gd name="connsiteY31" fmla="*/ 10390 h 31777"/>
                    <a:gd name="connsiteX32" fmla="*/ 3373 w 38884"/>
                    <a:gd name="connsiteY32" fmla="*/ 14483 h 31777"/>
                    <a:gd name="connsiteX33" fmla="*/ 3103 w 38884"/>
                    <a:gd name="connsiteY33" fmla="*/ 19296 h 31777"/>
                    <a:gd name="connsiteX34" fmla="*/ 3103 w 38884"/>
                    <a:gd name="connsiteY34" fmla="*/ 28089 h 31777"/>
                    <a:gd name="connsiteX35" fmla="*/ 35713 w 38884"/>
                    <a:gd name="connsiteY35" fmla="*/ 28089 h 3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38884" h="31777">
                      <a:moveTo>
                        <a:pt x="38862" y="31778"/>
                      </a:moveTo>
                      <a:lnTo>
                        <a:pt x="0" y="31778"/>
                      </a:lnTo>
                      <a:lnTo>
                        <a:pt x="0" y="18509"/>
                      </a:lnTo>
                      <a:cubicBezTo>
                        <a:pt x="0" y="17429"/>
                        <a:pt x="22" y="16372"/>
                        <a:pt x="90" y="15315"/>
                      </a:cubicBezTo>
                      <a:cubicBezTo>
                        <a:pt x="135" y="14281"/>
                        <a:pt x="270" y="13246"/>
                        <a:pt x="472" y="12234"/>
                      </a:cubicBezTo>
                      <a:cubicBezTo>
                        <a:pt x="675" y="11222"/>
                        <a:pt x="967" y="10255"/>
                        <a:pt x="1372" y="9288"/>
                      </a:cubicBezTo>
                      <a:cubicBezTo>
                        <a:pt x="1776" y="8344"/>
                        <a:pt x="2294" y="7399"/>
                        <a:pt x="2946" y="6499"/>
                      </a:cubicBezTo>
                      <a:cubicBezTo>
                        <a:pt x="3891" y="5195"/>
                        <a:pt x="5015" y="4138"/>
                        <a:pt x="6364" y="3306"/>
                      </a:cubicBezTo>
                      <a:cubicBezTo>
                        <a:pt x="7714" y="2474"/>
                        <a:pt x="9131" y="1822"/>
                        <a:pt x="10638" y="1327"/>
                      </a:cubicBezTo>
                      <a:cubicBezTo>
                        <a:pt x="12122" y="832"/>
                        <a:pt x="13651" y="495"/>
                        <a:pt x="15180" y="292"/>
                      </a:cubicBezTo>
                      <a:cubicBezTo>
                        <a:pt x="16710" y="90"/>
                        <a:pt x="18126" y="0"/>
                        <a:pt x="19408" y="0"/>
                      </a:cubicBezTo>
                      <a:cubicBezTo>
                        <a:pt x="20690" y="0"/>
                        <a:pt x="22017" y="90"/>
                        <a:pt x="23344" y="247"/>
                      </a:cubicBezTo>
                      <a:cubicBezTo>
                        <a:pt x="24671" y="405"/>
                        <a:pt x="25975" y="675"/>
                        <a:pt x="27257" y="1035"/>
                      </a:cubicBezTo>
                      <a:cubicBezTo>
                        <a:pt x="28539" y="1394"/>
                        <a:pt x="29754" y="1867"/>
                        <a:pt x="30923" y="2474"/>
                      </a:cubicBezTo>
                      <a:cubicBezTo>
                        <a:pt x="32092" y="3059"/>
                        <a:pt x="33172" y="3823"/>
                        <a:pt x="34139" y="4723"/>
                      </a:cubicBezTo>
                      <a:cubicBezTo>
                        <a:pt x="35151" y="5622"/>
                        <a:pt x="35961" y="6612"/>
                        <a:pt x="36568" y="7669"/>
                      </a:cubicBezTo>
                      <a:cubicBezTo>
                        <a:pt x="37175" y="8726"/>
                        <a:pt x="37648" y="9850"/>
                        <a:pt x="38007" y="11020"/>
                      </a:cubicBezTo>
                      <a:cubicBezTo>
                        <a:pt x="38345" y="12189"/>
                        <a:pt x="38592" y="13404"/>
                        <a:pt x="38704" y="14663"/>
                      </a:cubicBezTo>
                      <a:cubicBezTo>
                        <a:pt x="38839" y="15923"/>
                        <a:pt x="38884" y="17205"/>
                        <a:pt x="38884" y="18486"/>
                      </a:cubicBezTo>
                      <a:lnTo>
                        <a:pt x="38884" y="31755"/>
                      </a:lnTo>
                      <a:close/>
                      <a:moveTo>
                        <a:pt x="35736" y="28112"/>
                      </a:moveTo>
                      <a:lnTo>
                        <a:pt x="35736" y="19319"/>
                      </a:lnTo>
                      <a:cubicBezTo>
                        <a:pt x="35736" y="17654"/>
                        <a:pt x="35646" y="16103"/>
                        <a:pt x="35443" y="14641"/>
                      </a:cubicBezTo>
                      <a:cubicBezTo>
                        <a:pt x="35241" y="13179"/>
                        <a:pt x="34746" y="11695"/>
                        <a:pt x="33959" y="10188"/>
                      </a:cubicBezTo>
                      <a:cubicBezTo>
                        <a:pt x="33307" y="8883"/>
                        <a:pt x="32430" y="7826"/>
                        <a:pt x="31305" y="6994"/>
                      </a:cubicBezTo>
                      <a:cubicBezTo>
                        <a:pt x="30181" y="6162"/>
                        <a:pt x="28966" y="5510"/>
                        <a:pt x="27662" y="5015"/>
                      </a:cubicBezTo>
                      <a:cubicBezTo>
                        <a:pt x="26358" y="4520"/>
                        <a:pt x="24963" y="4183"/>
                        <a:pt x="23524" y="3981"/>
                      </a:cubicBezTo>
                      <a:cubicBezTo>
                        <a:pt x="22085" y="3778"/>
                        <a:pt x="20690" y="3688"/>
                        <a:pt x="19363" y="3688"/>
                      </a:cubicBezTo>
                      <a:cubicBezTo>
                        <a:pt x="17969" y="3688"/>
                        <a:pt x="16530" y="3778"/>
                        <a:pt x="15068" y="3958"/>
                      </a:cubicBezTo>
                      <a:cubicBezTo>
                        <a:pt x="13606" y="4138"/>
                        <a:pt x="12234" y="4475"/>
                        <a:pt x="10907" y="4993"/>
                      </a:cubicBezTo>
                      <a:cubicBezTo>
                        <a:pt x="9603" y="5487"/>
                        <a:pt x="8389" y="6185"/>
                        <a:pt x="7287" y="7039"/>
                      </a:cubicBezTo>
                      <a:cubicBezTo>
                        <a:pt x="6185" y="7894"/>
                        <a:pt x="5285" y="9018"/>
                        <a:pt x="4565" y="10390"/>
                      </a:cubicBezTo>
                      <a:cubicBezTo>
                        <a:pt x="3958" y="11537"/>
                        <a:pt x="3553" y="12909"/>
                        <a:pt x="3373" y="14483"/>
                      </a:cubicBezTo>
                      <a:cubicBezTo>
                        <a:pt x="3193" y="16058"/>
                        <a:pt x="3103" y="17677"/>
                        <a:pt x="3103" y="19296"/>
                      </a:cubicBezTo>
                      <a:lnTo>
                        <a:pt x="3103" y="28089"/>
                      </a:lnTo>
                      <a:lnTo>
                        <a:pt x="35713" y="28089"/>
                      </a:lnTo>
                      <a:close/>
                    </a:path>
                  </a:pathLst>
                </a:custGeom>
                <a:solidFill>
                  <a:srgbClr val="231F20"/>
                </a:solidFill>
                <a:ln w="2249" cap="flat">
                  <a:noFill/>
                  <a:prstDash val="solid"/>
                  <a:miter/>
                </a:ln>
              </p:spPr>
              <p:txBody>
                <a:bodyPr rtlCol="0" anchor="ctr"/>
                <a:lstStyle/>
                <a:p>
                  <a:endParaRPr lang="en-US"/>
                </a:p>
              </p:txBody>
            </p:sp>
            <p:sp>
              <p:nvSpPr>
                <p:cNvPr id="3831" name="Freeform 3830">
                  <a:extLst>
                    <a:ext uri="{FF2B5EF4-FFF2-40B4-BE49-F238E27FC236}">
                      <a16:creationId xmlns:a16="http://schemas.microsoft.com/office/drawing/2014/main" id="{674EDC30-1E57-CFC4-1B6B-D4E274AF9B61}"/>
                    </a:ext>
                  </a:extLst>
                </p:cNvPr>
                <p:cNvSpPr/>
                <p:nvPr/>
              </p:nvSpPr>
              <p:spPr>
                <a:xfrm>
                  <a:off x="3395632" y="2870291"/>
                  <a:ext cx="38861" cy="3553"/>
                </a:xfrm>
                <a:custGeom>
                  <a:avLst/>
                  <a:gdLst>
                    <a:gd name="connsiteX0" fmla="*/ 4813 w 38861"/>
                    <a:gd name="connsiteY0" fmla="*/ 3553 h 3553"/>
                    <a:gd name="connsiteX1" fmla="*/ 0 w 38861"/>
                    <a:gd name="connsiteY1" fmla="*/ 3553 h 3553"/>
                    <a:gd name="connsiteX2" fmla="*/ 0 w 38861"/>
                    <a:gd name="connsiteY2" fmla="*/ 0 h 3553"/>
                    <a:gd name="connsiteX3" fmla="*/ 4813 w 38861"/>
                    <a:gd name="connsiteY3" fmla="*/ 0 h 3553"/>
                    <a:gd name="connsiteX4" fmla="*/ 4813 w 38861"/>
                    <a:gd name="connsiteY4" fmla="*/ 3553 h 3553"/>
                    <a:gd name="connsiteX5" fmla="*/ 38862 w 38861"/>
                    <a:gd name="connsiteY5" fmla="*/ 3396 h 3553"/>
                    <a:gd name="connsiteX6" fmla="*/ 10907 w 38861"/>
                    <a:gd name="connsiteY6" fmla="*/ 3396 h 3553"/>
                    <a:gd name="connsiteX7" fmla="*/ 10907 w 38861"/>
                    <a:gd name="connsiteY7" fmla="*/ 157 h 3553"/>
                    <a:gd name="connsiteX8" fmla="*/ 38862 w 38861"/>
                    <a:gd name="connsiteY8" fmla="*/ 157 h 3553"/>
                    <a:gd name="connsiteX9" fmla="*/ 38862 w 38861"/>
                    <a:gd name="connsiteY9" fmla="*/ 3396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61" h="3553">
                      <a:moveTo>
                        <a:pt x="4813" y="3553"/>
                      </a:moveTo>
                      <a:lnTo>
                        <a:pt x="0" y="3553"/>
                      </a:lnTo>
                      <a:lnTo>
                        <a:pt x="0" y="0"/>
                      </a:lnTo>
                      <a:lnTo>
                        <a:pt x="4813" y="0"/>
                      </a:lnTo>
                      <a:lnTo>
                        <a:pt x="4813" y="3553"/>
                      </a:lnTo>
                      <a:close/>
                      <a:moveTo>
                        <a:pt x="38862" y="3396"/>
                      </a:moveTo>
                      <a:lnTo>
                        <a:pt x="10907" y="3396"/>
                      </a:lnTo>
                      <a:lnTo>
                        <a:pt x="10907" y="157"/>
                      </a:lnTo>
                      <a:lnTo>
                        <a:pt x="38862" y="157"/>
                      </a:lnTo>
                      <a:lnTo>
                        <a:pt x="38862" y="3396"/>
                      </a:lnTo>
                      <a:close/>
                    </a:path>
                  </a:pathLst>
                </a:custGeom>
                <a:solidFill>
                  <a:srgbClr val="231F20"/>
                </a:solidFill>
                <a:ln w="2249" cap="flat">
                  <a:noFill/>
                  <a:prstDash val="solid"/>
                  <a:miter/>
                </a:ln>
              </p:spPr>
              <p:txBody>
                <a:bodyPr rtlCol="0" anchor="ctr"/>
                <a:lstStyle/>
                <a:p>
                  <a:endParaRPr lang="en-US"/>
                </a:p>
              </p:txBody>
            </p:sp>
            <p:sp>
              <p:nvSpPr>
                <p:cNvPr id="3832" name="Freeform 3831">
                  <a:extLst>
                    <a:ext uri="{FF2B5EF4-FFF2-40B4-BE49-F238E27FC236}">
                      <a16:creationId xmlns:a16="http://schemas.microsoft.com/office/drawing/2014/main" id="{42AA89D5-79A7-79ED-66CE-D987231203FD}"/>
                    </a:ext>
                  </a:extLst>
                </p:cNvPr>
                <p:cNvSpPr/>
                <p:nvPr/>
              </p:nvSpPr>
              <p:spPr>
                <a:xfrm>
                  <a:off x="3405752" y="2841572"/>
                  <a:ext cx="29438" cy="22039"/>
                </a:xfrm>
                <a:custGeom>
                  <a:avLst/>
                  <a:gdLst>
                    <a:gd name="connsiteX0" fmla="*/ 19993 w 29438"/>
                    <a:gd name="connsiteY0" fmla="*/ 18734 h 22039"/>
                    <a:gd name="connsiteX1" fmla="*/ 25098 w 29438"/>
                    <a:gd name="connsiteY1" fmla="*/ 16013 h 22039"/>
                    <a:gd name="connsiteX2" fmla="*/ 26583 w 29438"/>
                    <a:gd name="connsiteY2" fmla="*/ 10368 h 22039"/>
                    <a:gd name="connsiteX3" fmla="*/ 26155 w 29438"/>
                    <a:gd name="connsiteY3" fmla="*/ 7287 h 22039"/>
                    <a:gd name="connsiteX4" fmla="*/ 24986 w 29438"/>
                    <a:gd name="connsiteY4" fmla="*/ 5150 h 22039"/>
                    <a:gd name="connsiteX5" fmla="*/ 23344 w 29438"/>
                    <a:gd name="connsiteY5" fmla="*/ 3891 h 22039"/>
                    <a:gd name="connsiteX6" fmla="*/ 21410 w 29438"/>
                    <a:gd name="connsiteY6" fmla="*/ 3463 h 22039"/>
                    <a:gd name="connsiteX7" fmla="*/ 18351 w 29438"/>
                    <a:gd name="connsiteY7" fmla="*/ 4790 h 22039"/>
                    <a:gd name="connsiteX8" fmla="*/ 16777 w 29438"/>
                    <a:gd name="connsiteY8" fmla="*/ 8119 h 22039"/>
                    <a:gd name="connsiteX9" fmla="*/ 15810 w 29438"/>
                    <a:gd name="connsiteY9" fmla="*/ 12437 h 22039"/>
                    <a:gd name="connsiteX10" fmla="*/ 14596 w 29438"/>
                    <a:gd name="connsiteY10" fmla="*/ 16755 h 22039"/>
                    <a:gd name="connsiteX11" fmla="*/ 12279 w 29438"/>
                    <a:gd name="connsiteY11" fmla="*/ 20083 h 22039"/>
                    <a:gd name="connsiteX12" fmla="*/ 8006 w 29438"/>
                    <a:gd name="connsiteY12" fmla="*/ 21410 h 22039"/>
                    <a:gd name="connsiteX13" fmla="*/ 2249 w 29438"/>
                    <a:gd name="connsiteY13" fmla="*/ 18846 h 22039"/>
                    <a:gd name="connsiteX14" fmla="*/ 0 w 29438"/>
                    <a:gd name="connsiteY14" fmla="*/ 11582 h 22039"/>
                    <a:gd name="connsiteX15" fmla="*/ 2024 w 29438"/>
                    <a:gd name="connsiteY15" fmla="*/ 4206 h 22039"/>
                    <a:gd name="connsiteX16" fmla="*/ 8793 w 29438"/>
                    <a:gd name="connsiteY16" fmla="*/ 787 h 22039"/>
                    <a:gd name="connsiteX17" fmla="*/ 8793 w 29438"/>
                    <a:gd name="connsiteY17" fmla="*/ 4071 h 22039"/>
                    <a:gd name="connsiteX18" fmla="*/ 4228 w 29438"/>
                    <a:gd name="connsiteY18" fmla="*/ 6522 h 22039"/>
                    <a:gd name="connsiteX19" fmla="*/ 2901 w 29438"/>
                    <a:gd name="connsiteY19" fmla="*/ 11627 h 22039"/>
                    <a:gd name="connsiteX20" fmla="*/ 4228 w 29438"/>
                    <a:gd name="connsiteY20" fmla="*/ 16327 h 22039"/>
                    <a:gd name="connsiteX21" fmla="*/ 7714 w 29438"/>
                    <a:gd name="connsiteY21" fmla="*/ 17947 h 22039"/>
                    <a:gd name="connsiteX22" fmla="*/ 10593 w 29438"/>
                    <a:gd name="connsiteY22" fmla="*/ 16620 h 22039"/>
                    <a:gd name="connsiteX23" fmla="*/ 12212 w 29438"/>
                    <a:gd name="connsiteY23" fmla="*/ 13291 h 22039"/>
                    <a:gd name="connsiteX24" fmla="*/ 13314 w 29438"/>
                    <a:gd name="connsiteY24" fmla="*/ 8973 h 22039"/>
                    <a:gd name="connsiteX25" fmla="*/ 14685 w 29438"/>
                    <a:gd name="connsiteY25" fmla="*/ 4655 h 22039"/>
                    <a:gd name="connsiteX26" fmla="*/ 17092 w 29438"/>
                    <a:gd name="connsiteY26" fmla="*/ 1327 h 22039"/>
                    <a:gd name="connsiteX27" fmla="*/ 21298 w 29438"/>
                    <a:gd name="connsiteY27" fmla="*/ 0 h 22039"/>
                    <a:gd name="connsiteX28" fmla="*/ 24828 w 29438"/>
                    <a:gd name="connsiteY28" fmla="*/ 855 h 22039"/>
                    <a:gd name="connsiteX29" fmla="*/ 27392 w 29438"/>
                    <a:gd name="connsiteY29" fmla="*/ 3239 h 22039"/>
                    <a:gd name="connsiteX30" fmla="*/ 28922 w 29438"/>
                    <a:gd name="connsiteY30" fmla="*/ 6837 h 22039"/>
                    <a:gd name="connsiteX31" fmla="*/ 29439 w 29438"/>
                    <a:gd name="connsiteY31" fmla="*/ 11402 h 22039"/>
                    <a:gd name="connsiteX32" fmla="*/ 28719 w 29438"/>
                    <a:gd name="connsiteY32" fmla="*/ 15810 h 22039"/>
                    <a:gd name="connsiteX33" fmla="*/ 26695 w 29438"/>
                    <a:gd name="connsiteY33" fmla="*/ 19071 h 22039"/>
                    <a:gd name="connsiteX34" fmla="*/ 23681 w 29438"/>
                    <a:gd name="connsiteY34" fmla="*/ 21185 h 22039"/>
                    <a:gd name="connsiteX35" fmla="*/ 19948 w 29438"/>
                    <a:gd name="connsiteY35" fmla="*/ 22040 h 22039"/>
                    <a:gd name="connsiteX36" fmla="*/ 19948 w 29438"/>
                    <a:gd name="connsiteY36" fmla="*/ 18756 h 22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9438" h="22039">
                      <a:moveTo>
                        <a:pt x="19993" y="18734"/>
                      </a:moveTo>
                      <a:cubicBezTo>
                        <a:pt x="22400" y="18239"/>
                        <a:pt x="24109" y="17317"/>
                        <a:pt x="25098" y="16013"/>
                      </a:cubicBezTo>
                      <a:cubicBezTo>
                        <a:pt x="26088" y="14708"/>
                        <a:pt x="26583" y="12819"/>
                        <a:pt x="26583" y="10368"/>
                      </a:cubicBezTo>
                      <a:cubicBezTo>
                        <a:pt x="26583" y="9176"/>
                        <a:pt x="26447" y="8164"/>
                        <a:pt x="26155" y="7287"/>
                      </a:cubicBezTo>
                      <a:cubicBezTo>
                        <a:pt x="25863" y="6432"/>
                        <a:pt x="25481" y="5712"/>
                        <a:pt x="24986" y="5150"/>
                      </a:cubicBezTo>
                      <a:cubicBezTo>
                        <a:pt x="24491" y="4588"/>
                        <a:pt x="23951" y="4161"/>
                        <a:pt x="23344" y="3891"/>
                      </a:cubicBezTo>
                      <a:cubicBezTo>
                        <a:pt x="22737" y="3598"/>
                        <a:pt x="22085" y="3463"/>
                        <a:pt x="21410" y="3463"/>
                      </a:cubicBezTo>
                      <a:cubicBezTo>
                        <a:pt x="20038" y="3463"/>
                        <a:pt x="19026" y="3913"/>
                        <a:pt x="18351" y="4790"/>
                      </a:cubicBezTo>
                      <a:cubicBezTo>
                        <a:pt x="17677" y="5667"/>
                        <a:pt x="17159" y="6769"/>
                        <a:pt x="16777" y="8119"/>
                      </a:cubicBezTo>
                      <a:cubicBezTo>
                        <a:pt x="16395" y="9468"/>
                        <a:pt x="16080" y="10885"/>
                        <a:pt x="15810" y="12437"/>
                      </a:cubicBezTo>
                      <a:cubicBezTo>
                        <a:pt x="15540" y="13989"/>
                        <a:pt x="15135" y="15428"/>
                        <a:pt x="14596" y="16755"/>
                      </a:cubicBezTo>
                      <a:cubicBezTo>
                        <a:pt x="14056" y="18082"/>
                        <a:pt x="13291" y="19184"/>
                        <a:pt x="12279" y="20083"/>
                      </a:cubicBezTo>
                      <a:cubicBezTo>
                        <a:pt x="11267" y="20983"/>
                        <a:pt x="9850" y="21410"/>
                        <a:pt x="8006" y="21410"/>
                      </a:cubicBezTo>
                      <a:cubicBezTo>
                        <a:pt x="5667" y="21410"/>
                        <a:pt x="3756" y="20556"/>
                        <a:pt x="2249" y="18846"/>
                      </a:cubicBezTo>
                      <a:cubicBezTo>
                        <a:pt x="765" y="17137"/>
                        <a:pt x="0" y="14708"/>
                        <a:pt x="0" y="11582"/>
                      </a:cubicBezTo>
                      <a:cubicBezTo>
                        <a:pt x="0" y="8456"/>
                        <a:pt x="675" y="6095"/>
                        <a:pt x="2024" y="4206"/>
                      </a:cubicBezTo>
                      <a:cubicBezTo>
                        <a:pt x="3373" y="2316"/>
                        <a:pt x="5622" y="1169"/>
                        <a:pt x="8793" y="787"/>
                      </a:cubicBezTo>
                      <a:lnTo>
                        <a:pt x="8793" y="4071"/>
                      </a:lnTo>
                      <a:cubicBezTo>
                        <a:pt x="6634" y="4363"/>
                        <a:pt x="5105" y="5173"/>
                        <a:pt x="4228" y="6522"/>
                      </a:cubicBezTo>
                      <a:cubicBezTo>
                        <a:pt x="3351" y="7871"/>
                        <a:pt x="2901" y="9581"/>
                        <a:pt x="2901" y="11627"/>
                      </a:cubicBezTo>
                      <a:cubicBezTo>
                        <a:pt x="2901" y="13674"/>
                        <a:pt x="3351" y="15248"/>
                        <a:pt x="4228" y="16327"/>
                      </a:cubicBezTo>
                      <a:cubicBezTo>
                        <a:pt x="5105" y="17407"/>
                        <a:pt x="6274" y="17947"/>
                        <a:pt x="7714" y="17947"/>
                      </a:cubicBezTo>
                      <a:cubicBezTo>
                        <a:pt x="8973" y="17947"/>
                        <a:pt x="9940" y="17497"/>
                        <a:pt x="10593" y="16620"/>
                      </a:cubicBezTo>
                      <a:cubicBezTo>
                        <a:pt x="11267" y="15743"/>
                        <a:pt x="11807" y="14641"/>
                        <a:pt x="12212" y="13291"/>
                      </a:cubicBezTo>
                      <a:cubicBezTo>
                        <a:pt x="12617" y="11964"/>
                        <a:pt x="12999" y="10525"/>
                        <a:pt x="13314" y="8973"/>
                      </a:cubicBezTo>
                      <a:cubicBezTo>
                        <a:pt x="13629" y="7422"/>
                        <a:pt x="14101" y="5982"/>
                        <a:pt x="14685" y="4655"/>
                      </a:cubicBezTo>
                      <a:cubicBezTo>
                        <a:pt x="15270" y="3328"/>
                        <a:pt x="16080" y="2226"/>
                        <a:pt x="17092" y="1327"/>
                      </a:cubicBezTo>
                      <a:cubicBezTo>
                        <a:pt x="18104" y="450"/>
                        <a:pt x="19498" y="0"/>
                        <a:pt x="21298" y="0"/>
                      </a:cubicBezTo>
                      <a:cubicBezTo>
                        <a:pt x="22624" y="0"/>
                        <a:pt x="23816" y="292"/>
                        <a:pt x="24828" y="855"/>
                      </a:cubicBezTo>
                      <a:cubicBezTo>
                        <a:pt x="25863" y="1439"/>
                        <a:pt x="26717" y="2226"/>
                        <a:pt x="27392" y="3239"/>
                      </a:cubicBezTo>
                      <a:cubicBezTo>
                        <a:pt x="28067" y="4251"/>
                        <a:pt x="28584" y="5443"/>
                        <a:pt x="28922" y="6837"/>
                      </a:cubicBezTo>
                      <a:cubicBezTo>
                        <a:pt x="29259" y="8231"/>
                        <a:pt x="29439" y="9738"/>
                        <a:pt x="29439" y="11402"/>
                      </a:cubicBezTo>
                      <a:cubicBezTo>
                        <a:pt x="29439" y="13066"/>
                        <a:pt x="29191" y="14528"/>
                        <a:pt x="28719" y="15810"/>
                      </a:cubicBezTo>
                      <a:cubicBezTo>
                        <a:pt x="28224" y="17092"/>
                        <a:pt x="27550" y="18172"/>
                        <a:pt x="26695" y="19071"/>
                      </a:cubicBezTo>
                      <a:cubicBezTo>
                        <a:pt x="25841" y="19971"/>
                        <a:pt x="24828" y="20668"/>
                        <a:pt x="23681" y="21185"/>
                      </a:cubicBezTo>
                      <a:cubicBezTo>
                        <a:pt x="22534" y="21680"/>
                        <a:pt x="21298" y="21972"/>
                        <a:pt x="19948" y="22040"/>
                      </a:cubicBezTo>
                      <a:lnTo>
                        <a:pt x="19948" y="18756"/>
                      </a:lnTo>
                      <a:close/>
                    </a:path>
                  </a:pathLst>
                </a:custGeom>
                <a:solidFill>
                  <a:srgbClr val="231F20"/>
                </a:solidFill>
                <a:ln w="2249" cap="flat">
                  <a:noFill/>
                  <a:prstDash val="solid"/>
                  <a:miter/>
                </a:ln>
              </p:spPr>
              <p:txBody>
                <a:bodyPr rtlCol="0" anchor="ctr"/>
                <a:lstStyle/>
                <a:p>
                  <a:endParaRPr lang="en-US"/>
                </a:p>
              </p:txBody>
            </p:sp>
            <p:sp>
              <p:nvSpPr>
                <p:cNvPr id="3833" name="Freeform 3832">
                  <a:extLst>
                    <a:ext uri="{FF2B5EF4-FFF2-40B4-BE49-F238E27FC236}">
                      <a16:creationId xmlns:a16="http://schemas.microsoft.com/office/drawing/2014/main" id="{245EE022-DA64-66E2-8DFB-810E655FB063}"/>
                    </a:ext>
                  </a:extLst>
                </p:cNvPr>
                <p:cNvSpPr/>
                <p:nvPr/>
              </p:nvSpPr>
              <p:spPr>
                <a:xfrm>
                  <a:off x="3405774" y="2811661"/>
                  <a:ext cx="29461" cy="24895"/>
                </a:xfrm>
                <a:custGeom>
                  <a:avLst/>
                  <a:gdLst>
                    <a:gd name="connsiteX0" fmla="*/ 9558 w 29461"/>
                    <a:gd name="connsiteY0" fmla="*/ 3733 h 24895"/>
                    <a:gd name="connsiteX1" fmla="*/ 4678 w 29461"/>
                    <a:gd name="connsiteY1" fmla="*/ 6702 h 24895"/>
                    <a:gd name="connsiteX2" fmla="*/ 2924 w 29461"/>
                    <a:gd name="connsiteY2" fmla="*/ 12054 h 24895"/>
                    <a:gd name="connsiteX3" fmla="*/ 3958 w 29461"/>
                    <a:gd name="connsiteY3" fmla="*/ 16327 h 24895"/>
                    <a:gd name="connsiteX4" fmla="*/ 6680 w 29461"/>
                    <a:gd name="connsiteY4" fmla="*/ 19251 h 24895"/>
                    <a:gd name="connsiteX5" fmla="*/ 10503 w 29461"/>
                    <a:gd name="connsiteY5" fmla="*/ 20915 h 24895"/>
                    <a:gd name="connsiteX6" fmla="*/ 14798 w 29461"/>
                    <a:gd name="connsiteY6" fmla="*/ 21455 h 24895"/>
                    <a:gd name="connsiteX7" fmla="*/ 19116 w 29461"/>
                    <a:gd name="connsiteY7" fmla="*/ 20938 h 24895"/>
                    <a:gd name="connsiteX8" fmla="*/ 22895 w 29461"/>
                    <a:gd name="connsiteY8" fmla="*/ 19296 h 24895"/>
                    <a:gd name="connsiteX9" fmla="*/ 25571 w 29461"/>
                    <a:gd name="connsiteY9" fmla="*/ 16372 h 24895"/>
                    <a:gd name="connsiteX10" fmla="*/ 26560 w 29461"/>
                    <a:gd name="connsiteY10" fmla="*/ 12054 h 24895"/>
                    <a:gd name="connsiteX11" fmla="*/ 24559 w 29461"/>
                    <a:gd name="connsiteY11" fmla="*/ 6252 h 24895"/>
                    <a:gd name="connsiteX12" fmla="*/ 19049 w 29461"/>
                    <a:gd name="connsiteY12" fmla="*/ 3463 h 24895"/>
                    <a:gd name="connsiteX13" fmla="*/ 19049 w 29461"/>
                    <a:gd name="connsiteY13" fmla="*/ 0 h 24895"/>
                    <a:gd name="connsiteX14" fmla="*/ 23277 w 29461"/>
                    <a:gd name="connsiteY14" fmla="*/ 1372 h 24895"/>
                    <a:gd name="connsiteX15" fmla="*/ 26560 w 29461"/>
                    <a:gd name="connsiteY15" fmla="*/ 3801 h 24895"/>
                    <a:gd name="connsiteX16" fmla="*/ 28697 w 29461"/>
                    <a:gd name="connsiteY16" fmla="*/ 7332 h 24895"/>
                    <a:gd name="connsiteX17" fmla="*/ 29462 w 29461"/>
                    <a:gd name="connsiteY17" fmla="*/ 12032 h 24895"/>
                    <a:gd name="connsiteX18" fmla="*/ 28337 w 29461"/>
                    <a:gd name="connsiteY18" fmla="*/ 17812 h 24895"/>
                    <a:gd name="connsiteX19" fmla="*/ 25234 w 29461"/>
                    <a:gd name="connsiteY19" fmla="*/ 21815 h 24895"/>
                    <a:gd name="connsiteX20" fmla="*/ 20556 w 29461"/>
                    <a:gd name="connsiteY20" fmla="*/ 24131 h 24895"/>
                    <a:gd name="connsiteX21" fmla="*/ 14776 w 29461"/>
                    <a:gd name="connsiteY21" fmla="*/ 24896 h 24895"/>
                    <a:gd name="connsiteX22" fmla="*/ 9198 w 29461"/>
                    <a:gd name="connsiteY22" fmla="*/ 24064 h 24895"/>
                    <a:gd name="connsiteX23" fmla="*/ 4476 w 29461"/>
                    <a:gd name="connsiteY23" fmla="*/ 21612 h 24895"/>
                    <a:gd name="connsiteX24" fmla="*/ 1215 w 29461"/>
                    <a:gd name="connsiteY24" fmla="*/ 17587 h 24895"/>
                    <a:gd name="connsiteX25" fmla="*/ 0 w 29461"/>
                    <a:gd name="connsiteY25" fmla="*/ 12054 h 24895"/>
                    <a:gd name="connsiteX26" fmla="*/ 2316 w 29461"/>
                    <a:gd name="connsiteY26" fmla="*/ 4206 h 24895"/>
                    <a:gd name="connsiteX27" fmla="*/ 9558 w 29461"/>
                    <a:gd name="connsiteY27" fmla="*/ 450 h 24895"/>
                    <a:gd name="connsiteX28" fmla="*/ 9558 w 29461"/>
                    <a:gd name="connsiteY28" fmla="*/ 3733 h 24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9461" h="24895">
                      <a:moveTo>
                        <a:pt x="9558" y="3733"/>
                      </a:moveTo>
                      <a:cubicBezTo>
                        <a:pt x="7467" y="4318"/>
                        <a:pt x="5848" y="5308"/>
                        <a:pt x="4678" y="6702"/>
                      </a:cubicBezTo>
                      <a:cubicBezTo>
                        <a:pt x="3509" y="8096"/>
                        <a:pt x="2924" y="9895"/>
                        <a:pt x="2924" y="12054"/>
                      </a:cubicBezTo>
                      <a:cubicBezTo>
                        <a:pt x="2924" y="13719"/>
                        <a:pt x="3261" y="15135"/>
                        <a:pt x="3958" y="16327"/>
                      </a:cubicBezTo>
                      <a:cubicBezTo>
                        <a:pt x="4633" y="17519"/>
                        <a:pt x="5555" y="18486"/>
                        <a:pt x="6680" y="19251"/>
                      </a:cubicBezTo>
                      <a:cubicBezTo>
                        <a:pt x="7804" y="20016"/>
                        <a:pt x="9086" y="20555"/>
                        <a:pt x="10503" y="20915"/>
                      </a:cubicBezTo>
                      <a:cubicBezTo>
                        <a:pt x="11920" y="21275"/>
                        <a:pt x="13359" y="21455"/>
                        <a:pt x="14798" y="21455"/>
                      </a:cubicBezTo>
                      <a:cubicBezTo>
                        <a:pt x="16238" y="21455"/>
                        <a:pt x="17722" y="21275"/>
                        <a:pt x="19116" y="20938"/>
                      </a:cubicBezTo>
                      <a:cubicBezTo>
                        <a:pt x="20510" y="20600"/>
                        <a:pt x="21770" y="20038"/>
                        <a:pt x="22895" y="19296"/>
                      </a:cubicBezTo>
                      <a:cubicBezTo>
                        <a:pt x="24019" y="18554"/>
                        <a:pt x="24896" y="17564"/>
                        <a:pt x="25571" y="16372"/>
                      </a:cubicBezTo>
                      <a:cubicBezTo>
                        <a:pt x="26245" y="15180"/>
                        <a:pt x="26560" y="13741"/>
                        <a:pt x="26560" y="12054"/>
                      </a:cubicBezTo>
                      <a:cubicBezTo>
                        <a:pt x="26560" y="9648"/>
                        <a:pt x="25886" y="7714"/>
                        <a:pt x="24559" y="6252"/>
                      </a:cubicBezTo>
                      <a:cubicBezTo>
                        <a:pt x="23232" y="4790"/>
                        <a:pt x="21388" y="3868"/>
                        <a:pt x="19049" y="3463"/>
                      </a:cubicBezTo>
                      <a:lnTo>
                        <a:pt x="19049" y="0"/>
                      </a:lnTo>
                      <a:cubicBezTo>
                        <a:pt x="20601" y="292"/>
                        <a:pt x="22017" y="742"/>
                        <a:pt x="23277" y="1372"/>
                      </a:cubicBezTo>
                      <a:cubicBezTo>
                        <a:pt x="24559" y="2002"/>
                        <a:pt x="25661" y="2811"/>
                        <a:pt x="26560" y="3801"/>
                      </a:cubicBezTo>
                      <a:cubicBezTo>
                        <a:pt x="27482" y="4790"/>
                        <a:pt x="28180" y="5960"/>
                        <a:pt x="28697" y="7332"/>
                      </a:cubicBezTo>
                      <a:cubicBezTo>
                        <a:pt x="29192" y="8703"/>
                        <a:pt x="29462" y="10255"/>
                        <a:pt x="29462" y="12032"/>
                      </a:cubicBezTo>
                      <a:cubicBezTo>
                        <a:pt x="29462" y="14258"/>
                        <a:pt x="29079" y="16192"/>
                        <a:pt x="28337" y="17812"/>
                      </a:cubicBezTo>
                      <a:cubicBezTo>
                        <a:pt x="27595" y="19431"/>
                        <a:pt x="26538" y="20758"/>
                        <a:pt x="25234" y="21815"/>
                      </a:cubicBezTo>
                      <a:cubicBezTo>
                        <a:pt x="23929" y="22849"/>
                        <a:pt x="22355" y="23637"/>
                        <a:pt x="20556" y="24131"/>
                      </a:cubicBezTo>
                      <a:cubicBezTo>
                        <a:pt x="18757" y="24626"/>
                        <a:pt x="16822" y="24896"/>
                        <a:pt x="14776" y="24896"/>
                      </a:cubicBezTo>
                      <a:cubicBezTo>
                        <a:pt x="12842" y="24896"/>
                        <a:pt x="10975" y="24626"/>
                        <a:pt x="9198" y="24064"/>
                      </a:cubicBezTo>
                      <a:cubicBezTo>
                        <a:pt x="7422" y="23502"/>
                        <a:pt x="5848" y="22692"/>
                        <a:pt x="4476" y="21612"/>
                      </a:cubicBezTo>
                      <a:cubicBezTo>
                        <a:pt x="3104" y="20533"/>
                        <a:pt x="2024" y="19184"/>
                        <a:pt x="1215" y="17587"/>
                      </a:cubicBezTo>
                      <a:cubicBezTo>
                        <a:pt x="405" y="15990"/>
                        <a:pt x="0" y="14146"/>
                        <a:pt x="0" y="12054"/>
                      </a:cubicBezTo>
                      <a:cubicBezTo>
                        <a:pt x="0" y="8816"/>
                        <a:pt x="765" y="6207"/>
                        <a:pt x="2316" y="4206"/>
                      </a:cubicBezTo>
                      <a:cubicBezTo>
                        <a:pt x="3868" y="2204"/>
                        <a:pt x="6275" y="967"/>
                        <a:pt x="9558" y="450"/>
                      </a:cubicBezTo>
                      <a:lnTo>
                        <a:pt x="9558" y="3733"/>
                      </a:lnTo>
                      <a:close/>
                    </a:path>
                  </a:pathLst>
                </a:custGeom>
                <a:solidFill>
                  <a:srgbClr val="231F20"/>
                </a:solidFill>
                <a:ln w="2249" cap="flat">
                  <a:noFill/>
                  <a:prstDash val="solid"/>
                  <a:miter/>
                </a:ln>
              </p:spPr>
              <p:txBody>
                <a:bodyPr rtlCol="0" anchor="ctr"/>
                <a:lstStyle/>
                <a:p>
                  <a:endParaRPr lang="en-US"/>
                </a:p>
              </p:txBody>
            </p:sp>
            <p:sp>
              <p:nvSpPr>
                <p:cNvPr id="3834" name="Freeform 3833">
                  <a:extLst>
                    <a:ext uri="{FF2B5EF4-FFF2-40B4-BE49-F238E27FC236}">
                      <a16:creationId xmlns:a16="http://schemas.microsoft.com/office/drawing/2014/main" id="{DD637DD4-B73A-99B6-4A25-E09E4F9E7851}"/>
                    </a:ext>
                  </a:extLst>
                </p:cNvPr>
                <p:cNvSpPr/>
                <p:nvPr/>
              </p:nvSpPr>
              <p:spPr>
                <a:xfrm>
                  <a:off x="3405774" y="2792545"/>
                  <a:ext cx="28719" cy="12481"/>
                </a:xfrm>
                <a:custGeom>
                  <a:avLst/>
                  <a:gdLst>
                    <a:gd name="connsiteX0" fmla="*/ 28719 w 28719"/>
                    <a:gd name="connsiteY0" fmla="*/ 9243 h 12481"/>
                    <a:gd name="connsiteX1" fmla="*/ 28719 w 28719"/>
                    <a:gd name="connsiteY1" fmla="*/ 12482 h 12481"/>
                    <a:gd name="connsiteX2" fmla="*/ 765 w 28719"/>
                    <a:gd name="connsiteY2" fmla="*/ 12482 h 12481"/>
                    <a:gd name="connsiteX3" fmla="*/ 765 w 28719"/>
                    <a:gd name="connsiteY3" fmla="*/ 9243 h 12481"/>
                    <a:gd name="connsiteX4" fmla="*/ 6005 w 28719"/>
                    <a:gd name="connsiteY4" fmla="*/ 9243 h 12481"/>
                    <a:gd name="connsiteX5" fmla="*/ 6005 w 28719"/>
                    <a:gd name="connsiteY5" fmla="*/ 9131 h 12481"/>
                    <a:gd name="connsiteX6" fmla="*/ 1327 w 28719"/>
                    <a:gd name="connsiteY6" fmla="*/ 5645 h 12481"/>
                    <a:gd name="connsiteX7" fmla="*/ 0 w 28719"/>
                    <a:gd name="connsiteY7" fmla="*/ 0 h 12481"/>
                    <a:gd name="connsiteX8" fmla="*/ 3509 w 28719"/>
                    <a:gd name="connsiteY8" fmla="*/ 0 h 12481"/>
                    <a:gd name="connsiteX9" fmla="*/ 4363 w 28719"/>
                    <a:gd name="connsiteY9" fmla="*/ 4543 h 12481"/>
                    <a:gd name="connsiteX10" fmla="*/ 6837 w 28719"/>
                    <a:gd name="connsiteY10" fmla="*/ 7377 h 12481"/>
                    <a:gd name="connsiteX11" fmla="*/ 10525 w 28719"/>
                    <a:gd name="connsiteY11" fmla="*/ 8838 h 12481"/>
                    <a:gd name="connsiteX12" fmla="*/ 14978 w 28719"/>
                    <a:gd name="connsiteY12" fmla="*/ 9243 h 12481"/>
                    <a:gd name="connsiteX13" fmla="*/ 28697 w 28719"/>
                    <a:gd name="connsiteY13" fmla="*/ 9243 h 1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719" h="12481">
                      <a:moveTo>
                        <a:pt x="28719" y="9243"/>
                      </a:moveTo>
                      <a:lnTo>
                        <a:pt x="28719" y="12482"/>
                      </a:lnTo>
                      <a:lnTo>
                        <a:pt x="765" y="12482"/>
                      </a:lnTo>
                      <a:lnTo>
                        <a:pt x="765" y="9243"/>
                      </a:lnTo>
                      <a:lnTo>
                        <a:pt x="6005" y="9243"/>
                      </a:lnTo>
                      <a:lnTo>
                        <a:pt x="6005" y="9131"/>
                      </a:lnTo>
                      <a:cubicBezTo>
                        <a:pt x="3778" y="8231"/>
                        <a:pt x="2227" y="7062"/>
                        <a:pt x="1327" y="5645"/>
                      </a:cubicBezTo>
                      <a:cubicBezTo>
                        <a:pt x="450" y="4228"/>
                        <a:pt x="0" y="2339"/>
                        <a:pt x="0" y="0"/>
                      </a:cubicBezTo>
                      <a:lnTo>
                        <a:pt x="3509" y="0"/>
                      </a:lnTo>
                      <a:cubicBezTo>
                        <a:pt x="3463" y="1844"/>
                        <a:pt x="3756" y="3351"/>
                        <a:pt x="4363" y="4543"/>
                      </a:cubicBezTo>
                      <a:cubicBezTo>
                        <a:pt x="4970" y="5735"/>
                        <a:pt x="5802" y="6679"/>
                        <a:pt x="6837" y="7377"/>
                      </a:cubicBezTo>
                      <a:cubicBezTo>
                        <a:pt x="7871" y="8074"/>
                        <a:pt x="9108" y="8569"/>
                        <a:pt x="10525" y="8838"/>
                      </a:cubicBezTo>
                      <a:cubicBezTo>
                        <a:pt x="11942" y="9108"/>
                        <a:pt x="13426" y="9243"/>
                        <a:pt x="14978" y="9243"/>
                      </a:cubicBezTo>
                      <a:lnTo>
                        <a:pt x="28697" y="9243"/>
                      </a:lnTo>
                      <a:close/>
                    </a:path>
                  </a:pathLst>
                </a:custGeom>
                <a:solidFill>
                  <a:srgbClr val="231F20"/>
                </a:solidFill>
                <a:ln w="2249" cap="flat">
                  <a:noFill/>
                  <a:prstDash val="solid"/>
                  <a:miter/>
                </a:ln>
              </p:spPr>
              <p:txBody>
                <a:bodyPr rtlCol="0" anchor="ctr"/>
                <a:lstStyle/>
                <a:p>
                  <a:endParaRPr lang="en-US"/>
                </a:p>
              </p:txBody>
            </p:sp>
            <p:sp>
              <p:nvSpPr>
                <p:cNvPr id="3835" name="Freeform 3834">
                  <a:extLst>
                    <a:ext uri="{FF2B5EF4-FFF2-40B4-BE49-F238E27FC236}">
                      <a16:creationId xmlns:a16="http://schemas.microsoft.com/office/drawing/2014/main" id="{59C3FA6C-D38A-C302-682E-82E9CDD28151}"/>
                    </a:ext>
                  </a:extLst>
                </p:cNvPr>
                <p:cNvSpPr/>
                <p:nvPr/>
              </p:nvSpPr>
              <p:spPr>
                <a:xfrm>
                  <a:off x="3395632" y="2783347"/>
                  <a:ext cx="38861" cy="3553"/>
                </a:xfrm>
                <a:custGeom>
                  <a:avLst/>
                  <a:gdLst>
                    <a:gd name="connsiteX0" fmla="*/ 4813 w 38861"/>
                    <a:gd name="connsiteY0" fmla="*/ 3553 h 3553"/>
                    <a:gd name="connsiteX1" fmla="*/ 0 w 38861"/>
                    <a:gd name="connsiteY1" fmla="*/ 3553 h 3553"/>
                    <a:gd name="connsiteX2" fmla="*/ 0 w 38861"/>
                    <a:gd name="connsiteY2" fmla="*/ 0 h 3553"/>
                    <a:gd name="connsiteX3" fmla="*/ 4813 w 38861"/>
                    <a:gd name="connsiteY3" fmla="*/ 0 h 3553"/>
                    <a:gd name="connsiteX4" fmla="*/ 4813 w 38861"/>
                    <a:gd name="connsiteY4" fmla="*/ 3553 h 3553"/>
                    <a:gd name="connsiteX5" fmla="*/ 38862 w 38861"/>
                    <a:gd name="connsiteY5" fmla="*/ 3396 h 3553"/>
                    <a:gd name="connsiteX6" fmla="*/ 10907 w 38861"/>
                    <a:gd name="connsiteY6" fmla="*/ 3396 h 3553"/>
                    <a:gd name="connsiteX7" fmla="*/ 10907 w 38861"/>
                    <a:gd name="connsiteY7" fmla="*/ 157 h 3553"/>
                    <a:gd name="connsiteX8" fmla="*/ 38862 w 38861"/>
                    <a:gd name="connsiteY8" fmla="*/ 157 h 3553"/>
                    <a:gd name="connsiteX9" fmla="*/ 38862 w 38861"/>
                    <a:gd name="connsiteY9" fmla="*/ 3396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61" h="3553">
                      <a:moveTo>
                        <a:pt x="4813" y="3553"/>
                      </a:moveTo>
                      <a:lnTo>
                        <a:pt x="0" y="3553"/>
                      </a:lnTo>
                      <a:lnTo>
                        <a:pt x="0" y="0"/>
                      </a:lnTo>
                      <a:lnTo>
                        <a:pt x="4813" y="0"/>
                      </a:lnTo>
                      <a:lnTo>
                        <a:pt x="4813" y="3553"/>
                      </a:lnTo>
                      <a:close/>
                      <a:moveTo>
                        <a:pt x="38862" y="3396"/>
                      </a:moveTo>
                      <a:lnTo>
                        <a:pt x="10907" y="3396"/>
                      </a:lnTo>
                      <a:lnTo>
                        <a:pt x="10907" y="157"/>
                      </a:lnTo>
                      <a:lnTo>
                        <a:pt x="38862" y="157"/>
                      </a:lnTo>
                      <a:lnTo>
                        <a:pt x="38862" y="3396"/>
                      </a:lnTo>
                      <a:close/>
                    </a:path>
                  </a:pathLst>
                </a:custGeom>
                <a:solidFill>
                  <a:srgbClr val="231F20"/>
                </a:solidFill>
                <a:ln w="2249" cap="flat">
                  <a:noFill/>
                  <a:prstDash val="solid"/>
                  <a:miter/>
                </a:ln>
              </p:spPr>
              <p:txBody>
                <a:bodyPr rtlCol="0" anchor="ctr"/>
                <a:lstStyle/>
                <a:p>
                  <a:endParaRPr lang="en-US"/>
                </a:p>
              </p:txBody>
            </p:sp>
            <p:sp>
              <p:nvSpPr>
                <p:cNvPr id="3836" name="Freeform 3835">
                  <a:extLst>
                    <a:ext uri="{FF2B5EF4-FFF2-40B4-BE49-F238E27FC236}">
                      <a16:creationId xmlns:a16="http://schemas.microsoft.com/office/drawing/2014/main" id="{9030ABC5-713C-90EA-6231-A7C93696B672}"/>
                    </a:ext>
                  </a:extLst>
                </p:cNvPr>
                <p:cNvSpPr/>
                <p:nvPr/>
              </p:nvSpPr>
              <p:spPr>
                <a:xfrm>
                  <a:off x="3405797" y="2737670"/>
                  <a:ext cx="28764" cy="38007"/>
                </a:xfrm>
                <a:custGeom>
                  <a:avLst/>
                  <a:gdLst>
                    <a:gd name="connsiteX0" fmla="*/ 28697 w 28764"/>
                    <a:gd name="connsiteY0" fmla="*/ 34769 h 38007"/>
                    <a:gd name="connsiteX1" fmla="*/ 28697 w 28764"/>
                    <a:gd name="connsiteY1" fmla="*/ 38007 h 38007"/>
                    <a:gd name="connsiteX2" fmla="*/ 742 w 28764"/>
                    <a:gd name="connsiteY2" fmla="*/ 38007 h 38007"/>
                    <a:gd name="connsiteX3" fmla="*/ 742 w 28764"/>
                    <a:gd name="connsiteY3" fmla="*/ 34769 h 38007"/>
                    <a:gd name="connsiteX4" fmla="*/ 4948 w 28764"/>
                    <a:gd name="connsiteY4" fmla="*/ 34769 h 38007"/>
                    <a:gd name="connsiteX5" fmla="*/ 4948 w 28764"/>
                    <a:gd name="connsiteY5" fmla="*/ 34656 h 38007"/>
                    <a:gd name="connsiteX6" fmla="*/ 1260 w 28764"/>
                    <a:gd name="connsiteY6" fmla="*/ 31103 h 38007"/>
                    <a:gd name="connsiteX7" fmla="*/ 0 w 28764"/>
                    <a:gd name="connsiteY7" fmla="*/ 26020 h 38007"/>
                    <a:gd name="connsiteX8" fmla="*/ 427 w 28764"/>
                    <a:gd name="connsiteY8" fmla="*/ 22737 h 38007"/>
                    <a:gd name="connsiteX9" fmla="*/ 1597 w 28764"/>
                    <a:gd name="connsiteY9" fmla="*/ 20443 h 38007"/>
                    <a:gd name="connsiteX10" fmla="*/ 3306 w 28764"/>
                    <a:gd name="connsiteY10" fmla="*/ 18869 h 38007"/>
                    <a:gd name="connsiteX11" fmla="*/ 5420 w 28764"/>
                    <a:gd name="connsiteY11" fmla="*/ 17812 h 38007"/>
                    <a:gd name="connsiteX12" fmla="*/ 1350 w 28764"/>
                    <a:gd name="connsiteY12" fmla="*/ 14056 h 38007"/>
                    <a:gd name="connsiteX13" fmla="*/ 23 w 28764"/>
                    <a:gd name="connsiteY13" fmla="*/ 8681 h 38007"/>
                    <a:gd name="connsiteX14" fmla="*/ 967 w 28764"/>
                    <a:gd name="connsiteY14" fmla="*/ 4116 h 38007"/>
                    <a:gd name="connsiteX15" fmla="*/ 3441 w 28764"/>
                    <a:gd name="connsiteY15" fmla="*/ 1507 h 38007"/>
                    <a:gd name="connsiteX16" fmla="*/ 6972 w 28764"/>
                    <a:gd name="connsiteY16" fmla="*/ 292 h 38007"/>
                    <a:gd name="connsiteX17" fmla="*/ 11065 w 28764"/>
                    <a:gd name="connsiteY17" fmla="*/ 0 h 38007"/>
                    <a:gd name="connsiteX18" fmla="*/ 28719 w 28764"/>
                    <a:gd name="connsiteY18" fmla="*/ 0 h 38007"/>
                    <a:gd name="connsiteX19" fmla="*/ 28719 w 28764"/>
                    <a:gd name="connsiteY19" fmla="*/ 3239 h 38007"/>
                    <a:gd name="connsiteX20" fmla="*/ 9401 w 28764"/>
                    <a:gd name="connsiteY20" fmla="*/ 3239 h 38007"/>
                    <a:gd name="connsiteX21" fmla="*/ 4655 w 28764"/>
                    <a:gd name="connsiteY21" fmla="*/ 4498 h 38007"/>
                    <a:gd name="connsiteX22" fmla="*/ 2924 w 28764"/>
                    <a:gd name="connsiteY22" fmla="*/ 9221 h 38007"/>
                    <a:gd name="connsiteX23" fmla="*/ 3711 w 28764"/>
                    <a:gd name="connsiteY23" fmla="*/ 12639 h 38007"/>
                    <a:gd name="connsiteX24" fmla="*/ 6117 w 28764"/>
                    <a:gd name="connsiteY24" fmla="*/ 15518 h 38007"/>
                    <a:gd name="connsiteX25" fmla="*/ 7759 w 28764"/>
                    <a:gd name="connsiteY25" fmla="*/ 16417 h 38007"/>
                    <a:gd name="connsiteX26" fmla="*/ 9738 w 28764"/>
                    <a:gd name="connsiteY26" fmla="*/ 16980 h 38007"/>
                    <a:gd name="connsiteX27" fmla="*/ 11785 w 28764"/>
                    <a:gd name="connsiteY27" fmla="*/ 17272 h 38007"/>
                    <a:gd name="connsiteX28" fmla="*/ 13674 w 28764"/>
                    <a:gd name="connsiteY28" fmla="*/ 17362 h 38007"/>
                    <a:gd name="connsiteX29" fmla="*/ 28742 w 28764"/>
                    <a:gd name="connsiteY29" fmla="*/ 17362 h 38007"/>
                    <a:gd name="connsiteX30" fmla="*/ 28742 w 28764"/>
                    <a:gd name="connsiteY30" fmla="*/ 20600 h 38007"/>
                    <a:gd name="connsiteX31" fmla="*/ 9423 w 28764"/>
                    <a:gd name="connsiteY31" fmla="*/ 20600 h 38007"/>
                    <a:gd name="connsiteX32" fmla="*/ 4678 w 28764"/>
                    <a:gd name="connsiteY32" fmla="*/ 21860 h 38007"/>
                    <a:gd name="connsiteX33" fmla="*/ 2946 w 28764"/>
                    <a:gd name="connsiteY33" fmla="*/ 26583 h 38007"/>
                    <a:gd name="connsiteX34" fmla="*/ 3733 w 28764"/>
                    <a:gd name="connsiteY34" fmla="*/ 30001 h 38007"/>
                    <a:gd name="connsiteX35" fmla="*/ 6140 w 28764"/>
                    <a:gd name="connsiteY35" fmla="*/ 32880 h 38007"/>
                    <a:gd name="connsiteX36" fmla="*/ 7782 w 28764"/>
                    <a:gd name="connsiteY36" fmla="*/ 33779 h 38007"/>
                    <a:gd name="connsiteX37" fmla="*/ 9761 w 28764"/>
                    <a:gd name="connsiteY37" fmla="*/ 34342 h 38007"/>
                    <a:gd name="connsiteX38" fmla="*/ 11807 w 28764"/>
                    <a:gd name="connsiteY38" fmla="*/ 34634 h 38007"/>
                    <a:gd name="connsiteX39" fmla="*/ 13696 w 28764"/>
                    <a:gd name="connsiteY39" fmla="*/ 34724 h 38007"/>
                    <a:gd name="connsiteX40" fmla="*/ 28764 w 28764"/>
                    <a:gd name="connsiteY40" fmla="*/ 34724 h 380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8764" h="38007">
                      <a:moveTo>
                        <a:pt x="28697" y="34769"/>
                      </a:moveTo>
                      <a:lnTo>
                        <a:pt x="28697" y="38007"/>
                      </a:lnTo>
                      <a:lnTo>
                        <a:pt x="742" y="38007"/>
                      </a:lnTo>
                      <a:lnTo>
                        <a:pt x="742" y="34769"/>
                      </a:lnTo>
                      <a:lnTo>
                        <a:pt x="4948" y="34769"/>
                      </a:lnTo>
                      <a:lnTo>
                        <a:pt x="4948" y="34656"/>
                      </a:lnTo>
                      <a:cubicBezTo>
                        <a:pt x="3329" y="33824"/>
                        <a:pt x="2092" y="32632"/>
                        <a:pt x="1260" y="31103"/>
                      </a:cubicBezTo>
                      <a:cubicBezTo>
                        <a:pt x="405" y="29551"/>
                        <a:pt x="0" y="27865"/>
                        <a:pt x="0" y="26020"/>
                      </a:cubicBezTo>
                      <a:cubicBezTo>
                        <a:pt x="0" y="24716"/>
                        <a:pt x="135" y="23637"/>
                        <a:pt x="427" y="22737"/>
                      </a:cubicBezTo>
                      <a:cubicBezTo>
                        <a:pt x="720" y="21837"/>
                        <a:pt x="1102" y="21073"/>
                        <a:pt x="1597" y="20443"/>
                      </a:cubicBezTo>
                      <a:cubicBezTo>
                        <a:pt x="2092" y="19813"/>
                        <a:pt x="2654" y="19296"/>
                        <a:pt x="3306" y="18869"/>
                      </a:cubicBezTo>
                      <a:cubicBezTo>
                        <a:pt x="3958" y="18464"/>
                        <a:pt x="4655" y="18104"/>
                        <a:pt x="5420" y="17812"/>
                      </a:cubicBezTo>
                      <a:cubicBezTo>
                        <a:pt x="3576" y="16867"/>
                        <a:pt x="2226" y="15630"/>
                        <a:pt x="1350" y="14056"/>
                      </a:cubicBezTo>
                      <a:cubicBezTo>
                        <a:pt x="472" y="12482"/>
                        <a:pt x="23" y="10705"/>
                        <a:pt x="23" y="8681"/>
                      </a:cubicBezTo>
                      <a:cubicBezTo>
                        <a:pt x="23" y="6769"/>
                        <a:pt x="337" y="5263"/>
                        <a:pt x="967" y="4116"/>
                      </a:cubicBezTo>
                      <a:cubicBezTo>
                        <a:pt x="1597" y="2991"/>
                        <a:pt x="2429" y="2114"/>
                        <a:pt x="3441" y="1507"/>
                      </a:cubicBezTo>
                      <a:cubicBezTo>
                        <a:pt x="4453" y="900"/>
                        <a:pt x="5645" y="495"/>
                        <a:pt x="6972" y="292"/>
                      </a:cubicBezTo>
                      <a:cubicBezTo>
                        <a:pt x="8299" y="90"/>
                        <a:pt x="9671" y="0"/>
                        <a:pt x="11065" y="0"/>
                      </a:cubicBezTo>
                      <a:lnTo>
                        <a:pt x="28719" y="0"/>
                      </a:lnTo>
                      <a:lnTo>
                        <a:pt x="28719" y="3239"/>
                      </a:lnTo>
                      <a:lnTo>
                        <a:pt x="9401" y="3239"/>
                      </a:lnTo>
                      <a:cubicBezTo>
                        <a:pt x="7377" y="3239"/>
                        <a:pt x="5802" y="3666"/>
                        <a:pt x="4655" y="4498"/>
                      </a:cubicBezTo>
                      <a:cubicBezTo>
                        <a:pt x="3509" y="5353"/>
                        <a:pt x="2924" y="6927"/>
                        <a:pt x="2924" y="9221"/>
                      </a:cubicBezTo>
                      <a:cubicBezTo>
                        <a:pt x="2924" y="10413"/>
                        <a:pt x="3194" y="11560"/>
                        <a:pt x="3711" y="12639"/>
                      </a:cubicBezTo>
                      <a:cubicBezTo>
                        <a:pt x="4228" y="13741"/>
                        <a:pt x="5038" y="14708"/>
                        <a:pt x="6117" y="15518"/>
                      </a:cubicBezTo>
                      <a:cubicBezTo>
                        <a:pt x="6590" y="15878"/>
                        <a:pt x="7129" y="16170"/>
                        <a:pt x="7759" y="16417"/>
                      </a:cubicBezTo>
                      <a:cubicBezTo>
                        <a:pt x="8389" y="16642"/>
                        <a:pt x="9041" y="16845"/>
                        <a:pt x="9738" y="16980"/>
                      </a:cubicBezTo>
                      <a:cubicBezTo>
                        <a:pt x="10413" y="17115"/>
                        <a:pt x="11110" y="17227"/>
                        <a:pt x="11785" y="17272"/>
                      </a:cubicBezTo>
                      <a:cubicBezTo>
                        <a:pt x="12459" y="17317"/>
                        <a:pt x="13089" y="17362"/>
                        <a:pt x="13674" y="17362"/>
                      </a:cubicBezTo>
                      <a:lnTo>
                        <a:pt x="28742" y="17362"/>
                      </a:lnTo>
                      <a:lnTo>
                        <a:pt x="28742" y="20600"/>
                      </a:lnTo>
                      <a:lnTo>
                        <a:pt x="9423" y="20600"/>
                      </a:lnTo>
                      <a:cubicBezTo>
                        <a:pt x="7399" y="20600"/>
                        <a:pt x="5825" y="21028"/>
                        <a:pt x="4678" y="21860"/>
                      </a:cubicBezTo>
                      <a:cubicBezTo>
                        <a:pt x="3531" y="22714"/>
                        <a:pt x="2946" y="24289"/>
                        <a:pt x="2946" y="26583"/>
                      </a:cubicBezTo>
                      <a:cubicBezTo>
                        <a:pt x="2946" y="27775"/>
                        <a:pt x="3216" y="28922"/>
                        <a:pt x="3733" y="30001"/>
                      </a:cubicBezTo>
                      <a:cubicBezTo>
                        <a:pt x="4251" y="31103"/>
                        <a:pt x="5060" y="32070"/>
                        <a:pt x="6140" y="32880"/>
                      </a:cubicBezTo>
                      <a:cubicBezTo>
                        <a:pt x="6612" y="33240"/>
                        <a:pt x="7152" y="33532"/>
                        <a:pt x="7782" y="33779"/>
                      </a:cubicBezTo>
                      <a:cubicBezTo>
                        <a:pt x="8411" y="34004"/>
                        <a:pt x="9063" y="34207"/>
                        <a:pt x="9761" y="34342"/>
                      </a:cubicBezTo>
                      <a:cubicBezTo>
                        <a:pt x="10435" y="34477"/>
                        <a:pt x="11133" y="34589"/>
                        <a:pt x="11807" y="34634"/>
                      </a:cubicBezTo>
                      <a:cubicBezTo>
                        <a:pt x="12482" y="34679"/>
                        <a:pt x="13112" y="34724"/>
                        <a:pt x="13696" y="34724"/>
                      </a:cubicBezTo>
                      <a:lnTo>
                        <a:pt x="28764" y="34724"/>
                      </a:lnTo>
                      <a:close/>
                    </a:path>
                  </a:pathLst>
                </a:custGeom>
                <a:solidFill>
                  <a:srgbClr val="231F20"/>
                </a:solidFill>
                <a:ln w="2249" cap="flat">
                  <a:noFill/>
                  <a:prstDash val="solid"/>
                  <a:miter/>
                </a:ln>
              </p:spPr>
              <p:txBody>
                <a:bodyPr rtlCol="0" anchor="ctr"/>
                <a:lstStyle/>
                <a:p>
                  <a:endParaRPr lang="en-US"/>
                </a:p>
              </p:txBody>
            </p:sp>
            <p:sp>
              <p:nvSpPr>
                <p:cNvPr id="3837" name="Freeform 3836">
                  <a:extLst>
                    <a:ext uri="{FF2B5EF4-FFF2-40B4-BE49-F238E27FC236}">
                      <a16:creationId xmlns:a16="http://schemas.microsoft.com/office/drawing/2014/main" id="{A78ECE60-43F6-ABF0-4A2F-DF8119545BE0}"/>
                    </a:ext>
                  </a:extLst>
                </p:cNvPr>
                <p:cNvSpPr/>
                <p:nvPr/>
              </p:nvSpPr>
              <p:spPr>
                <a:xfrm>
                  <a:off x="3395632" y="2726403"/>
                  <a:ext cx="38861" cy="3553"/>
                </a:xfrm>
                <a:custGeom>
                  <a:avLst/>
                  <a:gdLst>
                    <a:gd name="connsiteX0" fmla="*/ 4813 w 38861"/>
                    <a:gd name="connsiteY0" fmla="*/ 3553 h 3553"/>
                    <a:gd name="connsiteX1" fmla="*/ 0 w 38861"/>
                    <a:gd name="connsiteY1" fmla="*/ 3553 h 3553"/>
                    <a:gd name="connsiteX2" fmla="*/ 0 w 38861"/>
                    <a:gd name="connsiteY2" fmla="*/ 0 h 3553"/>
                    <a:gd name="connsiteX3" fmla="*/ 4813 w 38861"/>
                    <a:gd name="connsiteY3" fmla="*/ 0 h 3553"/>
                    <a:gd name="connsiteX4" fmla="*/ 4813 w 38861"/>
                    <a:gd name="connsiteY4" fmla="*/ 3553 h 3553"/>
                    <a:gd name="connsiteX5" fmla="*/ 38862 w 38861"/>
                    <a:gd name="connsiteY5" fmla="*/ 3396 h 3553"/>
                    <a:gd name="connsiteX6" fmla="*/ 10907 w 38861"/>
                    <a:gd name="connsiteY6" fmla="*/ 3396 h 3553"/>
                    <a:gd name="connsiteX7" fmla="*/ 10907 w 38861"/>
                    <a:gd name="connsiteY7" fmla="*/ 157 h 3553"/>
                    <a:gd name="connsiteX8" fmla="*/ 38862 w 38861"/>
                    <a:gd name="connsiteY8" fmla="*/ 157 h 3553"/>
                    <a:gd name="connsiteX9" fmla="*/ 38862 w 38861"/>
                    <a:gd name="connsiteY9" fmla="*/ 3396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61" h="3553">
                      <a:moveTo>
                        <a:pt x="4813" y="3553"/>
                      </a:moveTo>
                      <a:lnTo>
                        <a:pt x="0" y="3553"/>
                      </a:lnTo>
                      <a:lnTo>
                        <a:pt x="0" y="0"/>
                      </a:lnTo>
                      <a:lnTo>
                        <a:pt x="4813" y="0"/>
                      </a:lnTo>
                      <a:lnTo>
                        <a:pt x="4813" y="3553"/>
                      </a:lnTo>
                      <a:close/>
                      <a:moveTo>
                        <a:pt x="38862" y="3396"/>
                      </a:moveTo>
                      <a:lnTo>
                        <a:pt x="10907" y="3396"/>
                      </a:lnTo>
                      <a:lnTo>
                        <a:pt x="10907" y="157"/>
                      </a:lnTo>
                      <a:lnTo>
                        <a:pt x="38862" y="157"/>
                      </a:lnTo>
                      <a:lnTo>
                        <a:pt x="38862" y="3396"/>
                      </a:lnTo>
                      <a:close/>
                    </a:path>
                  </a:pathLst>
                </a:custGeom>
                <a:solidFill>
                  <a:srgbClr val="231F20"/>
                </a:solidFill>
                <a:ln w="2249" cap="flat">
                  <a:noFill/>
                  <a:prstDash val="solid"/>
                  <a:miter/>
                </a:ln>
              </p:spPr>
              <p:txBody>
                <a:bodyPr rtlCol="0" anchor="ctr"/>
                <a:lstStyle/>
                <a:p>
                  <a:endParaRPr lang="en-US"/>
                </a:p>
              </p:txBody>
            </p:sp>
            <p:sp>
              <p:nvSpPr>
                <p:cNvPr id="3838" name="Freeform 3837">
                  <a:extLst>
                    <a:ext uri="{FF2B5EF4-FFF2-40B4-BE49-F238E27FC236}">
                      <a16:creationId xmlns:a16="http://schemas.microsoft.com/office/drawing/2014/main" id="{55135464-F235-15AC-88EA-50A4A35146FF}"/>
                    </a:ext>
                  </a:extLst>
                </p:cNvPr>
                <p:cNvSpPr/>
                <p:nvPr/>
              </p:nvSpPr>
              <p:spPr>
                <a:xfrm>
                  <a:off x="3405774" y="2696109"/>
                  <a:ext cx="28741" cy="22197"/>
                </a:xfrm>
                <a:custGeom>
                  <a:avLst/>
                  <a:gdLst>
                    <a:gd name="connsiteX0" fmla="*/ 28719 w 28741"/>
                    <a:gd name="connsiteY0" fmla="*/ 18959 h 22197"/>
                    <a:gd name="connsiteX1" fmla="*/ 28719 w 28741"/>
                    <a:gd name="connsiteY1" fmla="*/ 22197 h 22197"/>
                    <a:gd name="connsiteX2" fmla="*/ 765 w 28741"/>
                    <a:gd name="connsiteY2" fmla="*/ 22197 h 22197"/>
                    <a:gd name="connsiteX3" fmla="*/ 765 w 28741"/>
                    <a:gd name="connsiteY3" fmla="*/ 18959 h 22197"/>
                    <a:gd name="connsiteX4" fmla="*/ 4655 w 28741"/>
                    <a:gd name="connsiteY4" fmla="*/ 18959 h 22197"/>
                    <a:gd name="connsiteX5" fmla="*/ 1305 w 28741"/>
                    <a:gd name="connsiteY5" fmla="*/ 14933 h 22197"/>
                    <a:gd name="connsiteX6" fmla="*/ 0 w 28741"/>
                    <a:gd name="connsiteY6" fmla="*/ 9940 h 22197"/>
                    <a:gd name="connsiteX7" fmla="*/ 900 w 28741"/>
                    <a:gd name="connsiteY7" fmla="*/ 5128 h 22197"/>
                    <a:gd name="connsiteX8" fmla="*/ 4003 w 28741"/>
                    <a:gd name="connsiteY8" fmla="*/ 1394 h 22197"/>
                    <a:gd name="connsiteX9" fmla="*/ 7107 w 28741"/>
                    <a:gd name="connsiteY9" fmla="*/ 180 h 22197"/>
                    <a:gd name="connsiteX10" fmla="*/ 10435 w 28741"/>
                    <a:gd name="connsiteY10" fmla="*/ 0 h 22197"/>
                    <a:gd name="connsiteX11" fmla="*/ 28742 w 28741"/>
                    <a:gd name="connsiteY11" fmla="*/ 0 h 22197"/>
                    <a:gd name="connsiteX12" fmla="*/ 28742 w 28741"/>
                    <a:gd name="connsiteY12" fmla="*/ 3239 h 22197"/>
                    <a:gd name="connsiteX13" fmla="*/ 10503 w 28741"/>
                    <a:gd name="connsiteY13" fmla="*/ 3239 h 22197"/>
                    <a:gd name="connsiteX14" fmla="*/ 4835 w 28741"/>
                    <a:gd name="connsiteY14" fmla="*/ 4903 h 22197"/>
                    <a:gd name="connsiteX15" fmla="*/ 2946 w 28741"/>
                    <a:gd name="connsiteY15" fmla="*/ 10458 h 22197"/>
                    <a:gd name="connsiteX16" fmla="*/ 3396 w 28741"/>
                    <a:gd name="connsiteY16" fmla="*/ 13201 h 22197"/>
                    <a:gd name="connsiteX17" fmla="*/ 4610 w 28741"/>
                    <a:gd name="connsiteY17" fmla="*/ 15450 h 22197"/>
                    <a:gd name="connsiteX18" fmla="*/ 6342 w 28741"/>
                    <a:gd name="connsiteY18" fmla="*/ 17160 h 22197"/>
                    <a:gd name="connsiteX19" fmla="*/ 8389 w 28741"/>
                    <a:gd name="connsiteY19" fmla="*/ 18239 h 22197"/>
                    <a:gd name="connsiteX20" fmla="*/ 10975 w 28741"/>
                    <a:gd name="connsiteY20" fmla="*/ 18824 h 22197"/>
                    <a:gd name="connsiteX21" fmla="*/ 13674 w 28741"/>
                    <a:gd name="connsiteY21" fmla="*/ 18936 h 22197"/>
                    <a:gd name="connsiteX22" fmla="*/ 28742 w 28741"/>
                    <a:gd name="connsiteY22" fmla="*/ 18936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8741" h="22197">
                      <a:moveTo>
                        <a:pt x="28719" y="18959"/>
                      </a:moveTo>
                      <a:lnTo>
                        <a:pt x="28719" y="22197"/>
                      </a:lnTo>
                      <a:lnTo>
                        <a:pt x="765" y="22197"/>
                      </a:lnTo>
                      <a:lnTo>
                        <a:pt x="765" y="18959"/>
                      </a:lnTo>
                      <a:lnTo>
                        <a:pt x="4655" y="18959"/>
                      </a:lnTo>
                      <a:cubicBezTo>
                        <a:pt x="3284" y="17654"/>
                        <a:pt x="2182" y="16327"/>
                        <a:pt x="1305" y="14933"/>
                      </a:cubicBezTo>
                      <a:cubicBezTo>
                        <a:pt x="450" y="13539"/>
                        <a:pt x="0" y="11874"/>
                        <a:pt x="0" y="9940"/>
                      </a:cubicBezTo>
                      <a:cubicBezTo>
                        <a:pt x="0" y="8209"/>
                        <a:pt x="292" y="6612"/>
                        <a:pt x="900" y="5128"/>
                      </a:cubicBezTo>
                      <a:cubicBezTo>
                        <a:pt x="1484" y="3643"/>
                        <a:pt x="2519" y="2406"/>
                        <a:pt x="4003" y="1394"/>
                      </a:cubicBezTo>
                      <a:cubicBezTo>
                        <a:pt x="5015" y="720"/>
                        <a:pt x="6050" y="315"/>
                        <a:pt x="7107" y="180"/>
                      </a:cubicBezTo>
                      <a:cubicBezTo>
                        <a:pt x="8164" y="45"/>
                        <a:pt x="9266" y="0"/>
                        <a:pt x="10435" y="0"/>
                      </a:cubicBezTo>
                      <a:lnTo>
                        <a:pt x="28742" y="0"/>
                      </a:lnTo>
                      <a:lnTo>
                        <a:pt x="28742" y="3239"/>
                      </a:lnTo>
                      <a:lnTo>
                        <a:pt x="10503" y="3239"/>
                      </a:lnTo>
                      <a:cubicBezTo>
                        <a:pt x="7984" y="3239"/>
                        <a:pt x="6095" y="3801"/>
                        <a:pt x="4835" y="4903"/>
                      </a:cubicBezTo>
                      <a:cubicBezTo>
                        <a:pt x="3576" y="6027"/>
                        <a:pt x="2946" y="7871"/>
                        <a:pt x="2946" y="10458"/>
                      </a:cubicBezTo>
                      <a:cubicBezTo>
                        <a:pt x="2946" y="11470"/>
                        <a:pt x="3104" y="12392"/>
                        <a:pt x="3396" y="13201"/>
                      </a:cubicBezTo>
                      <a:cubicBezTo>
                        <a:pt x="3711" y="14033"/>
                        <a:pt x="4116" y="14776"/>
                        <a:pt x="4610" y="15450"/>
                      </a:cubicBezTo>
                      <a:cubicBezTo>
                        <a:pt x="5105" y="16125"/>
                        <a:pt x="5690" y="16687"/>
                        <a:pt x="6342" y="17160"/>
                      </a:cubicBezTo>
                      <a:cubicBezTo>
                        <a:pt x="6995" y="17632"/>
                        <a:pt x="7669" y="17992"/>
                        <a:pt x="8389" y="18239"/>
                      </a:cubicBezTo>
                      <a:cubicBezTo>
                        <a:pt x="9288" y="18554"/>
                        <a:pt x="10143" y="18756"/>
                        <a:pt x="10975" y="18824"/>
                      </a:cubicBezTo>
                      <a:cubicBezTo>
                        <a:pt x="11807" y="18891"/>
                        <a:pt x="12707" y="18936"/>
                        <a:pt x="13674" y="18936"/>
                      </a:cubicBezTo>
                      <a:lnTo>
                        <a:pt x="28742" y="18936"/>
                      </a:lnTo>
                      <a:close/>
                    </a:path>
                  </a:pathLst>
                </a:custGeom>
                <a:solidFill>
                  <a:srgbClr val="231F20"/>
                </a:solidFill>
                <a:ln w="2249" cap="flat">
                  <a:noFill/>
                  <a:prstDash val="solid"/>
                  <a:miter/>
                </a:ln>
              </p:spPr>
              <p:txBody>
                <a:bodyPr rtlCol="0" anchor="ctr"/>
                <a:lstStyle/>
                <a:p>
                  <a:endParaRPr lang="en-US"/>
                </a:p>
              </p:txBody>
            </p:sp>
            <p:sp>
              <p:nvSpPr>
                <p:cNvPr id="3839" name="Freeform 3838">
                  <a:extLst>
                    <a:ext uri="{FF2B5EF4-FFF2-40B4-BE49-F238E27FC236}">
                      <a16:creationId xmlns:a16="http://schemas.microsoft.com/office/drawing/2014/main" id="{4A48E8AE-0EC8-2040-BFBC-3177665FCECC}"/>
                    </a:ext>
                  </a:extLst>
                </p:cNvPr>
                <p:cNvSpPr/>
                <p:nvPr/>
              </p:nvSpPr>
              <p:spPr>
                <a:xfrm>
                  <a:off x="3405819" y="2663410"/>
                  <a:ext cx="29483" cy="26357"/>
                </a:xfrm>
                <a:custGeom>
                  <a:avLst/>
                  <a:gdLst>
                    <a:gd name="connsiteX0" fmla="*/ 12369 w 29483"/>
                    <a:gd name="connsiteY0" fmla="*/ 12032 h 26357"/>
                    <a:gd name="connsiteX1" fmla="*/ 12054 w 29483"/>
                    <a:gd name="connsiteY1" fmla="*/ 9850 h 26357"/>
                    <a:gd name="connsiteX2" fmla="*/ 11470 w 29483"/>
                    <a:gd name="connsiteY2" fmla="*/ 7781 h 26357"/>
                    <a:gd name="connsiteX3" fmla="*/ 10210 w 29483"/>
                    <a:gd name="connsiteY3" fmla="*/ 6792 h 26357"/>
                    <a:gd name="connsiteX4" fmla="*/ 8569 w 29483"/>
                    <a:gd name="connsiteY4" fmla="*/ 6612 h 26357"/>
                    <a:gd name="connsiteX5" fmla="*/ 4498 w 29483"/>
                    <a:gd name="connsiteY5" fmla="*/ 8209 h 26357"/>
                    <a:gd name="connsiteX6" fmla="*/ 2901 w 29483"/>
                    <a:gd name="connsiteY6" fmla="*/ 13584 h 26357"/>
                    <a:gd name="connsiteX7" fmla="*/ 3194 w 29483"/>
                    <a:gd name="connsiteY7" fmla="*/ 16665 h 26357"/>
                    <a:gd name="connsiteX8" fmla="*/ 4228 w 29483"/>
                    <a:gd name="connsiteY8" fmla="*/ 19116 h 26357"/>
                    <a:gd name="connsiteX9" fmla="*/ 6162 w 29483"/>
                    <a:gd name="connsiteY9" fmla="*/ 20848 h 26357"/>
                    <a:gd name="connsiteX10" fmla="*/ 9221 w 29483"/>
                    <a:gd name="connsiteY10" fmla="*/ 21747 h 26357"/>
                    <a:gd name="connsiteX11" fmla="*/ 9221 w 29483"/>
                    <a:gd name="connsiteY11" fmla="*/ 25031 h 26357"/>
                    <a:gd name="connsiteX12" fmla="*/ 4993 w 29483"/>
                    <a:gd name="connsiteY12" fmla="*/ 23906 h 26357"/>
                    <a:gd name="connsiteX13" fmla="*/ 2137 w 29483"/>
                    <a:gd name="connsiteY13" fmla="*/ 21388 h 26357"/>
                    <a:gd name="connsiteX14" fmla="*/ 517 w 29483"/>
                    <a:gd name="connsiteY14" fmla="*/ 17834 h 26357"/>
                    <a:gd name="connsiteX15" fmla="*/ 0 w 29483"/>
                    <a:gd name="connsiteY15" fmla="*/ 13539 h 26357"/>
                    <a:gd name="connsiteX16" fmla="*/ 450 w 29483"/>
                    <a:gd name="connsiteY16" fmla="*/ 9581 h 26357"/>
                    <a:gd name="connsiteX17" fmla="*/ 1912 w 29483"/>
                    <a:gd name="connsiteY17" fmla="*/ 6342 h 26357"/>
                    <a:gd name="connsiteX18" fmla="*/ 4588 w 29483"/>
                    <a:gd name="connsiteY18" fmla="*/ 4183 h 26357"/>
                    <a:gd name="connsiteX19" fmla="*/ 8681 w 29483"/>
                    <a:gd name="connsiteY19" fmla="*/ 3396 h 26357"/>
                    <a:gd name="connsiteX20" fmla="*/ 23906 w 29483"/>
                    <a:gd name="connsiteY20" fmla="*/ 3396 h 26357"/>
                    <a:gd name="connsiteX21" fmla="*/ 26313 w 29483"/>
                    <a:gd name="connsiteY21" fmla="*/ 2721 h 26357"/>
                    <a:gd name="connsiteX22" fmla="*/ 26066 w 29483"/>
                    <a:gd name="connsiteY22" fmla="*/ 0 h 26357"/>
                    <a:gd name="connsiteX23" fmla="*/ 28607 w 29483"/>
                    <a:gd name="connsiteY23" fmla="*/ 0 h 26357"/>
                    <a:gd name="connsiteX24" fmla="*/ 28922 w 29483"/>
                    <a:gd name="connsiteY24" fmla="*/ 1102 h 26357"/>
                    <a:gd name="connsiteX25" fmla="*/ 29147 w 29483"/>
                    <a:gd name="connsiteY25" fmla="*/ 2541 h 26357"/>
                    <a:gd name="connsiteX26" fmla="*/ 28989 w 29483"/>
                    <a:gd name="connsiteY26" fmla="*/ 4003 h 26357"/>
                    <a:gd name="connsiteX27" fmla="*/ 28472 w 29483"/>
                    <a:gd name="connsiteY27" fmla="*/ 5308 h 26357"/>
                    <a:gd name="connsiteX28" fmla="*/ 27505 w 29483"/>
                    <a:gd name="connsiteY28" fmla="*/ 6095 h 26357"/>
                    <a:gd name="connsiteX29" fmla="*/ 26268 w 29483"/>
                    <a:gd name="connsiteY29" fmla="*/ 6500 h 26357"/>
                    <a:gd name="connsiteX30" fmla="*/ 24829 w 29483"/>
                    <a:gd name="connsiteY30" fmla="*/ 6612 h 26357"/>
                    <a:gd name="connsiteX31" fmla="*/ 28292 w 29483"/>
                    <a:gd name="connsiteY31" fmla="*/ 11312 h 26357"/>
                    <a:gd name="connsiteX32" fmla="*/ 29484 w 29483"/>
                    <a:gd name="connsiteY32" fmla="*/ 17025 h 26357"/>
                    <a:gd name="connsiteX33" fmla="*/ 28989 w 29483"/>
                    <a:gd name="connsiteY33" fmla="*/ 20556 h 26357"/>
                    <a:gd name="connsiteX34" fmla="*/ 27482 w 29483"/>
                    <a:gd name="connsiteY34" fmla="*/ 23547 h 26357"/>
                    <a:gd name="connsiteX35" fmla="*/ 24963 w 29483"/>
                    <a:gd name="connsiteY35" fmla="*/ 25593 h 26357"/>
                    <a:gd name="connsiteX36" fmla="*/ 21433 w 29483"/>
                    <a:gd name="connsiteY36" fmla="*/ 26358 h 26357"/>
                    <a:gd name="connsiteX37" fmla="*/ 13022 w 29483"/>
                    <a:gd name="connsiteY37" fmla="*/ 16597 h 26357"/>
                    <a:gd name="connsiteX38" fmla="*/ 12437 w 29483"/>
                    <a:gd name="connsiteY38" fmla="*/ 12122 h 26357"/>
                    <a:gd name="connsiteX39" fmla="*/ 14011 w 29483"/>
                    <a:gd name="connsiteY39" fmla="*/ 6589 h 26357"/>
                    <a:gd name="connsiteX40" fmla="*/ 15135 w 29483"/>
                    <a:gd name="connsiteY40" fmla="*/ 10750 h 26357"/>
                    <a:gd name="connsiteX41" fmla="*/ 15563 w 29483"/>
                    <a:gd name="connsiteY41" fmla="*/ 14956 h 26357"/>
                    <a:gd name="connsiteX42" fmla="*/ 17227 w 29483"/>
                    <a:gd name="connsiteY42" fmla="*/ 20758 h 26357"/>
                    <a:gd name="connsiteX43" fmla="*/ 21500 w 29483"/>
                    <a:gd name="connsiteY43" fmla="*/ 22827 h 26357"/>
                    <a:gd name="connsiteX44" fmla="*/ 23749 w 29483"/>
                    <a:gd name="connsiteY44" fmla="*/ 22310 h 26357"/>
                    <a:gd name="connsiteX45" fmla="*/ 25323 w 29483"/>
                    <a:gd name="connsiteY45" fmla="*/ 20960 h 26357"/>
                    <a:gd name="connsiteX46" fmla="*/ 26245 w 29483"/>
                    <a:gd name="connsiteY46" fmla="*/ 19026 h 26357"/>
                    <a:gd name="connsiteX47" fmla="*/ 26538 w 29483"/>
                    <a:gd name="connsiteY47" fmla="*/ 16777 h 26357"/>
                    <a:gd name="connsiteX48" fmla="*/ 26043 w 29483"/>
                    <a:gd name="connsiteY48" fmla="*/ 12999 h 26357"/>
                    <a:gd name="connsiteX49" fmla="*/ 24559 w 29483"/>
                    <a:gd name="connsiteY49" fmla="*/ 9738 h 26357"/>
                    <a:gd name="connsiteX50" fmla="*/ 22017 w 29483"/>
                    <a:gd name="connsiteY50" fmla="*/ 7444 h 26357"/>
                    <a:gd name="connsiteX51" fmla="*/ 18374 w 29483"/>
                    <a:gd name="connsiteY51" fmla="*/ 6589 h 26357"/>
                    <a:gd name="connsiteX52" fmla="*/ 14011 w 29483"/>
                    <a:gd name="connsiteY52" fmla="*/ 6589 h 26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9483" h="26357">
                      <a:moveTo>
                        <a:pt x="12369" y="12032"/>
                      </a:moveTo>
                      <a:cubicBezTo>
                        <a:pt x="12302" y="11425"/>
                        <a:pt x="12189" y="10683"/>
                        <a:pt x="12054" y="9850"/>
                      </a:cubicBezTo>
                      <a:cubicBezTo>
                        <a:pt x="11920" y="8996"/>
                        <a:pt x="11717" y="8321"/>
                        <a:pt x="11470" y="7781"/>
                      </a:cubicBezTo>
                      <a:cubicBezTo>
                        <a:pt x="11222" y="7242"/>
                        <a:pt x="10795" y="6904"/>
                        <a:pt x="10210" y="6792"/>
                      </a:cubicBezTo>
                      <a:cubicBezTo>
                        <a:pt x="9626" y="6657"/>
                        <a:pt x="9063" y="6612"/>
                        <a:pt x="8569" y="6612"/>
                      </a:cubicBezTo>
                      <a:cubicBezTo>
                        <a:pt x="6904" y="6612"/>
                        <a:pt x="5555" y="7152"/>
                        <a:pt x="4498" y="8209"/>
                      </a:cubicBezTo>
                      <a:cubicBezTo>
                        <a:pt x="3441" y="9266"/>
                        <a:pt x="2901" y="11065"/>
                        <a:pt x="2901" y="13584"/>
                      </a:cubicBezTo>
                      <a:cubicBezTo>
                        <a:pt x="2901" y="14708"/>
                        <a:pt x="2991" y="15720"/>
                        <a:pt x="3194" y="16665"/>
                      </a:cubicBezTo>
                      <a:cubicBezTo>
                        <a:pt x="3396" y="17609"/>
                        <a:pt x="3733" y="18419"/>
                        <a:pt x="4228" y="19116"/>
                      </a:cubicBezTo>
                      <a:cubicBezTo>
                        <a:pt x="4723" y="19813"/>
                        <a:pt x="5353" y="20398"/>
                        <a:pt x="6162" y="20848"/>
                      </a:cubicBezTo>
                      <a:cubicBezTo>
                        <a:pt x="6972" y="21298"/>
                        <a:pt x="7984" y="21590"/>
                        <a:pt x="9221" y="21747"/>
                      </a:cubicBezTo>
                      <a:lnTo>
                        <a:pt x="9221" y="25031"/>
                      </a:lnTo>
                      <a:cubicBezTo>
                        <a:pt x="7556" y="24918"/>
                        <a:pt x="6162" y="24536"/>
                        <a:pt x="4993" y="23906"/>
                      </a:cubicBezTo>
                      <a:cubicBezTo>
                        <a:pt x="3823" y="23277"/>
                        <a:pt x="2879" y="22422"/>
                        <a:pt x="2137" y="21388"/>
                      </a:cubicBezTo>
                      <a:cubicBezTo>
                        <a:pt x="1394" y="20353"/>
                        <a:pt x="855" y="19184"/>
                        <a:pt x="517" y="17834"/>
                      </a:cubicBezTo>
                      <a:cubicBezTo>
                        <a:pt x="180" y="16485"/>
                        <a:pt x="0" y="15046"/>
                        <a:pt x="0" y="13539"/>
                      </a:cubicBezTo>
                      <a:cubicBezTo>
                        <a:pt x="0" y="12144"/>
                        <a:pt x="158" y="10817"/>
                        <a:pt x="450" y="9581"/>
                      </a:cubicBezTo>
                      <a:cubicBezTo>
                        <a:pt x="765" y="8344"/>
                        <a:pt x="1237" y="7264"/>
                        <a:pt x="1912" y="6342"/>
                      </a:cubicBezTo>
                      <a:cubicBezTo>
                        <a:pt x="2586" y="5420"/>
                        <a:pt x="3463" y="4700"/>
                        <a:pt x="4588" y="4183"/>
                      </a:cubicBezTo>
                      <a:cubicBezTo>
                        <a:pt x="5712" y="3666"/>
                        <a:pt x="7062" y="3396"/>
                        <a:pt x="8681" y="3396"/>
                      </a:cubicBezTo>
                      <a:lnTo>
                        <a:pt x="23906" y="3396"/>
                      </a:lnTo>
                      <a:cubicBezTo>
                        <a:pt x="25166" y="3396"/>
                        <a:pt x="25976" y="3171"/>
                        <a:pt x="26313" y="2721"/>
                      </a:cubicBezTo>
                      <a:cubicBezTo>
                        <a:pt x="26650" y="2271"/>
                        <a:pt x="26583" y="1372"/>
                        <a:pt x="26066" y="0"/>
                      </a:cubicBezTo>
                      <a:lnTo>
                        <a:pt x="28607" y="0"/>
                      </a:lnTo>
                      <a:cubicBezTo>
                        <a:pt x="28674" y="247"/>
                        <a:pt x="28787" y="630"/>
                        <a:pt x="28922" y="1102"/>
                      </a:cubicBezTo>
                      <a:cubicBezTo>
                        <a:pt x="29057" y="1597"/>
                        <a:pt x="29147" y="2069"/>
                        <a:pt x="29147" y="2541"/>
                      </a:cubicBezTo>
                      <a:cubicBezTo>
                        <a:pt x="29147" y="3036"/>
                        <a:pt x="29102" y="3531"/>
                        <a:pt x="28989" y="4003"/>
                      </a:cubicBezTo>
                      <a:cubicBezTo>
                        <a:pt x="28922" y="4543"/>
                        <a:pt x="28742" y="4970"/>
                        <a:pt x="28472" y="5308"/>
                      </a:cubicBezTo>
                      <a:cubicBezTo>
                        <a:pt x="28202" y="5645"/>
                        <a:pt x="27887" y="5892"/>
                        <a:pt x="27505" y="6095"/>
                      </a:cubicBezTo>
                      <a:cubicBezTo>
                        <a:pt x="27123" y="6297"/>
                        <a:pt x="26718" y="6432"/>
                        <a:pt x="26268" y="6500"/>
                      </a:cubicBezTo>
                      <a:cubicBezTo>
                        <a:pt x="25818" y="6567"/>
                        <a:pt x="25346" y="6612"/>
                        <a:pt x="24829" y="6612"/>
                      </a:cubicBezTo>
                      <a:cubicBezTo>
                        <a:pt x="26335" y="7984"/>
                        <a:pt x="27482" y="9536"/>
                        <a:pt x="28292" y="11312"/>
                      </a:cubicBezTo>
                      <a:cubicBezTo>
                        <a:pt x="29079" y="13066"/>
                        <a:pt x="29484" y="14978"/>
                        <a:pt x="29484" y="17025"/>
                      </a:cubicBezTo>
                      <a:cubicBezTo>
                        <a:pt x="29484" y="18239"/>
                        <a:pt x="29327" y="19431"/>
                        <a:pt x="28989" y="20556"/>
                      </a:cubicBezTo>
                      <a:cubicBezTo>
                        <a:pt x="28652" y="21680"/>
                        <a:pt x="28157" y="22692"/>
                        <a:pt x="27482" y="23547"/>
                      </a:cubicBezTo>
                      <a:cubicBezTo>
                        <a:pt x="26808" y="24401"/>
                        <a:pt x="25953" y="25098"/>
                        <a:pt x="24963" y="25593"/>
                      </a:cubicBezTo>
                      <a:cubicBezTo>
                        <a:pt x="23974" y="26088"/>
                        <a:pt x="22804" y="26358"/>
                        <a:pt x="21433" y="26358"/>
                      </a:cubicBezTo>
                      <a:cubicBezTo>
                        <a:pt x="16687" y="26358"/>
                        <a:pt x="13876" y="23097"/>
                        <a:pt x="13022" y="16597"/>
                      </a:cubicBezTo>
                      <a:lnTo>
                        <a:pt x="12437" y="12122"/>
                      </a:lnTo>
                      <a:close/>
                      <a:moveTo>
                        <a:pt x="14011" y="6589"/>
                      </a:moveTo>
                      <a:cubicBezTo>
                        <a:pt x="14596" y="7961"/>
                        <a:pt x="14956" y="9333"/>
                        <a:pt x="15135" y="10750"/>
                      </a:cubicBezTo>
                      <a:cubicBezTo>
                        <a:pt x="15316" y="12167"/>
                        <a:pt x="15450" y="13561"/>
                        <a:pt x="15563" y="14956"/>
                      </a:cubicBezTo>
                      <a:cubicBezTo>
                        <a:pt x="15743" y="17429"/>
                        <a:pt x="16305" y="19364"/>
                        <a:pt x="17227" y="20758"/>
                      </a:cubicBezTo>
                      <a:cubicBezTo>
                        <a:pt x="18172" y="22152"/>
                        <a:pt x="19589" y="22827"/>
                        <a:pt x="21500" y="22827"/>
                      </a:cubicBezTo>
                      <a:cubicBezTo>
                        <a:pt x="22355" y="22827"/>
                        <a:pt x="23119" y="22647"/>
                        <a:pt x="23749" y="22310"/>
                      </a:cubicBezTo>
                      <a:cubicBezTo>
                        <a:pt x="24379" y="21972"/>
                        <a:pt x="24896" y="21523"/>
                        <a:pt x="25323" y="20960"/>
                      </a:cubicBezTo>
                      <a:cubicBezTo>
                        <a:pt x="25728" y="20398"/>
                        <a:pt x="26043" y="19746"/>
                        <a:pt x="26245" y="19026"/>
                      </a:cubicBezTo>
                      <a:cubicBezTo>
                        <a:pt x="26448" y="18284"/>
                        <a:pt x="26538" y="17542"/>
                        <a:pt x="26538" y="16777"/>
                      </a:cubicBezTo>
                      <a:cubicBezTo>
                        <a:pt x="26538" y="15473"/>
                        <a:pt x="26380" y="14213"/>
                        <a:pt x="26043" y="12999"/>
                      </a:cubicBezTo>
                      <a:cubicBezTo>
                        <a:pt x="25728" y="11785"/>
                        <a:pt x="25234" y="10683"/>
                        <a:pt x="24559" y="9738"/>
                      </a:cubicBezTo>
                      <a:cubicBezTo>
                        <a:pt x="23884" y="8793"/>
                        <a:pt x="23052" y="8029"/>
                        <a:pt x="22017" y="7444"/>
                      </a:cubicBezTo>
                      <a:cubicBezTo>
                        <a:pt x="20983" y="6859"/>
                        <a:pt x="19768" y="6589"/>
                        <a:pt x="18374" y="6589"/>
                      </a:cubicBezTo>
                      <a:lnTo>
                        <a:pt x="14011" y="6589"/>
                      </a:lnTo>
                      <a:close/>
                    </a:path>
                  </a:pathLst>
                </a:custGeom>
                <a:solidFill>
                  <a:srgbClr val="231F20"/>
                </a:solidFill>
                <a:ln w="2249" cap="flat">
                  <a:noFill/>
                  <a:prstDash val="solid"/>
                  <a:miter/>
                </a:ln>
              </p:spPr>
              <p:txBody>
                <a:bodyPr rtlCol="0" anchor="ctr"/>
                <a:lstStyle/>
                <a:p>
                  <a:endParaRPr lang="en-US"/>
                </a:p>
              </p:txBody>
            </p:sp>
            <p:sp>
              <p:nvSpPr>
                <p:cNvPr id="3840" name="Freeform 3839">
                  <a:extLst>
                    <a:ext uri="{FF2B5EF4-FFF2-40B4-BE49-F238E27FC236}">
                      <a16:creationId xmlns:a16="http://schemas.microsoft.com/office/drawing/2014/main" id="{0666B681-22E1-E4F7-F6C8-D9AB49EC92D1}"/>
                    </a:ext>
                  </a:extLst>
                </p:cNvPr>
                <p:cNvSpPr/>
                <p:nvPr/>
              </p:nvSpPr>
              <p:spPr>
                <a:xfrm>
                  <a:off x="3398758" y="2648454"/>
                  <a:ext cx="36500" cy="12616"/>
                </a:xfrm>
                <a:custGeom>
                  <a:avLst/>
                  <a:gdLst>
                    <a:gd name="connsiteX0" fmla="*/ 35849 w 36500"/>
                    <a:gd name="connsiteY0" fmla="*/ 0 h 12616"/>
                    <a:gd name="connsiteX1" fmla="*/ 36231 w 36500"/>
                    <a:gd name="connsiteY1" fmla="*/ 1574 h 12616"/>
                    <a:gd name="connsiteX2" fmla="*/ 36501 w 36500"/>
                    <a:gd name="connsiteY2" fmla="*/ 3733 h 12616"/>
                    <a:gd name="connsiteX3" fmla="*/ 35286 w 36500"/>
                    <a:gd name="connsiteY3" fmla="*/ 7422 h 12616"/>
                    <a:gd name="connsiteX4" fmla="*/ 30946 w 36500"/>
                    <a:gd name="connsiteY4" fmla="*/ 8681 h 12616"/>
                    <a:gd name="connsiteX5" fmla="*/ 10480 w 36500"/>
                    <a:gd name="connsiteY5" fmla="*/ 8681 h 12616"/>
                    <a:gd name="connsiteX6" fmla="*/ 10480 w 36500"/>
                    <a:gd name="connsiteY6" fmla="*/ 12617 h 12616"/>
                    <a:gd name="connsiteX7" fmla="*/ 7782 w 36500"/>
                    <a:gd name="connsiteY7" fmla="*/ 12617 h 12616"/>
                    <a:gd name="connsiteX8" fmla="*/ 7782 w 36500"/>
                    <a:gd name="connsiteY8" fmla="*/ 8681 h 12616"/>
                    <a:gd name="connsiteX9" fmla="*/ 0 w 36500"/>
                    <a:gd name="connsiteY9" fmla="*/ 8681 h 12616"/>
                    <a:gd name="connsiteX10" fmla="*/ 0 w 36500"/>
                    <a:gd name="connsiteY10" fmla="*/ 5442 h 12616"/>
                    <a:gd name="connsiteX11" fmla="*/ 7782 w 36500"/>
                    <a:gd name="connsiteY11" fmla="*/ 5442 h 12616"/>
                    <a:gd name="connsiteX12" fmla="*/ 7782 w 36500"/>
                    <a:gd name="connsiteY12" fmla="*/ 202 h 12616"/>
                    <a:gd name="connsiteX13" fmla="*/ 10480 w 36500"/>
                    <a:gd name="connsiteY13" fmla="*/ 202 h 12616"/>
                    <a:gd name="connsiteX14" fmla="*/ 10480 w 36500"/>
                    <a:gd name="connsiteY14" fmla="*/ 5442 h 12616"/>
                    <a:gd name="connsiteX15" fmla="*/ 29641 w 36500"/>
                    <a:gd name="connsiteY15" fmla="*/ 5442 h 12616"/>
                    <a:gd name="connsiteX16" fmla="*/ 31418 w 36500"/>
                    <a:gd name="connsiteY16" fmla="*/ 5397 h 12616"/>
                    <a:gd name="connsiteX17" fmla="*/ 32655 w 36500"/>
                    <a:gd name="connsiteY17" fmla="*/ 5083 h 12616"/>
                    <a:gd name="connsiteX18" fmla="*/ 33352 w 36500"/>
                    <a:gd name="connsiteY18" fmla="*/ 4250 h 12616"/>
                    <a:gd name="connsiteX19" fmla="*/ 33577 w 36500"/>
                    <a:gd name="connsiteY19" fmla="*/ 2654 h 12616"/>
                    <a:gd name="connsiteX20" fmla="*/ 33465 w 36500"/>
                    <a:gd name="connsiteY20" fmla="*/ 1327 h 12616"/>
                    <a:gd name="connsiteX21" fmla="*/ 33195 w 36500"/>
                    <a:gd name="connsiteY21" fmla="*/ 0 h 12616"/>
                    <a:gd name="connsiteX22" fmla="*/ 35849 w 36500"/>
                    <a:gd name="connsiteY22" fmla="*/ 0 h 126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500" h="12616">
                      <a:moveTo>
                        <a:pt x="35849" y="0"/>
                      </a:moveTo>
                      <a:cubicBezTo>
                        <a:pt x="35916" y="405"/>
                        <a:pt x="36051" y="922"/>
                        <a:pt x="36231" y="1574"/>
                      </a:cubicBezTo>
                      <a:cubicBezTo>
                        <a:pt x="36411" y="2226"/>
                        <a:pt x="36501" y="2946"/>
                        <a:pt x="36501" y="3733"/>
                      </a:cubicBezTo>
                      <a:cubicBezTo>
                        <a:pt x="36501" y="5353"/>
                        <a:pt x="36096" y="6589"/>
                        <a:pt x="35286" y="7422"/>
                      </a:cubicBezTo>
                      <a:cubicBezTo>
                        <a:pt x="34477" y="8254"/>
                        <a:pt x="33037" y="8681"/>
                        <a:pt x="30946" y="8681"/>
                      </a:cubicBezTo>
                      <a:lnTo>
                        <a:pt x="10480" y="8681"/>
                      </a:lnTo>
                      <a:lnTo>
                        <a:pt x="10480" y="12617"/>
                      </a:lnTo>
                      <a:lnTo>
                        <a:pt x="7782" y="12617"/>
                      </a:lnTo>
                      <a:lnTo>
                        <a:pt x="7782" y="8681"/>
                      </a:lnTo>
                      <a:lnTo>
                        <a:pt x="0" y="8681"/>
                      </a:lnTo>
                      <a:lnTo>
                        <a:pt x="0" y="5442"/>
                      </a:lnTo>
                      <a:lnTo>
                        <a:pt x="7782" y="5442"/>
                      </a:lnTo>
                      <a:lnTo>
                        <a:pt x="7782" y="202"/>
                      </a:lnTo>
                      <a:lnTo>
                        <a:pt x="10480" y="202"/>
                      </a:lnTo>
                      <a:lnTo>
                        <a:pt x="10480" y="5442"/>
                      </a:lnTo>
                      <a:lnTo>
                        <a:pt x="29641" y="5442"/>
                      </a:lnTo>
                      <a:cubicBezTo>
                        <a:pt x="30316" y="5442"/>
                        <a:pt x="30923" y="5442"/>
                        <a:pt x="31418" y="5397"/>
                      </a:cubicBezTo>
                      <a:cubicBezTo>
                        <a:pt x="31913" y="5353"/>
                        <a:pt x="32340" y="5263"/>
                        <a:pt x="32655" y="5083"/>
                      </a:cubicBezTo>
                      <a:cubicBezTo>
                        <a:pt x="32970" y="4903"/>
                        <a:pt x="33217" y="4633"/>
                        <a:pt x="33352" y="4250"/>
                      </a:cubicBezTo>
                      <a:cubicBezTo>
                        <a:pt x="33487" y="3868"/>
                        <a:pt x="33577" y="3351"/>
                        <a:pt x="33577" y="2654"/>
                      </a:cubicBezTo>
                      <a:cubicBezTo>
                        <a:pt x="33577" y="2226"/>
                        <a:pt x="33532" y="1777"/>
                        <a:pt x="33465" y="1327"/>
                      </a:cubicBezTo>
                      <a:cubicBezTo>
                        <a:pt x="33397" y="877"/>
                        <a:pt x="33307" y="427"/>
                        <a:pt x="33195" y="0"/>
                      </a:cubicBezTo>
                      <a:lnTo>
                        <a:pt x="35849" y="0"/>
                      </a:lnTo>
                      <a:close/>
                    </a:path>
                  </a:pathLst>
                </a:custGeom>
                <a:solidFill>
                  <a:srgbClr val="231F20"/>
                </a:solidFill>
                <a:ln w="2249" cap="flat">
                  <a:noFill/>
                  <a:prstDash val="solid"/>
                  <a:miter/>
                </a:ln>
              </p:spPr>
              <p:txBody>
                <a:bodyPr rtlCol="0" anchor="ctr"/>
                <a:lstStyle/>
                <a:p>
                  <a:endParaRPr lang="en-US"/>
                </a:p>
              </p:txBody>
            </p:sp>
            <p:sp>
              <p:nvSpPr>
                <p:cNvPr id="3841" name="Freeform 3840">
                  <a:extLst>
                    <a:ext uri="{FF2B5EF4-FFF2-40B4-BE49-F238E27FC236}">
                      <a16:creationId xmlns:a16="http://schemas.microsoft.com/office/drawing/2014/main" id="{672F1B75-6696-1FAD-0A57-8B073F65236B}"/>
                    </a:ext>
                  </a:extLst>
                </p:cNvPr>
                <p:cNvSpPr/>
                <p:nvPr/>
              </p:nvSpPr>
              <p:spPr>
                <a:xfrm>
                  <a:off x="3395632" y="2639391"/>
                  <a:ext cx="38861" cy="3553"/>
                </a:xfrm>
                <a:custGeom>
                  <a:avLst/>
                  <a:gdLst>
                    <a:gd name="connsiteX0" fmla="*/ 4813 w 38861"/>
                    <a:gd name="connsiteY0" fmla="*/ 3553 h 3553"/>
                    <a:gd name="connsiteX1" fmla="*/ 0 w 38861"/>
                    <a:gd name="connsiteY1" fmla="*/ 3553 h 3553"/>
                    <a:gd name="connsiteX2" fmla="*/ 0 w 38861"/>
                    <a:gd name="connsiteY2" fmla="*/ 0 h 3553"/>
                    <a:gd name="connsiteX3" fmla="*/ 4813 w 38861"/>
                    <a:gd name="connsiteY3" fmla="*/ 0 h 3553"/>
                    <a:gd name="connsiteX4" fmla="*/ 4813 w 38861"/>
                    <a:gd name="connsiteY4" fmla="*/ 3553 h 3553"/>
                    <a:gd name="connsiteX5" fmla="*/ 38862 w 38861"/>
                    <a:gd name="connsiteY5" fmla="*/ 3396 h 3553"/>
                    <a:gd name="connsiteX6" fmla="*/ 10907 w 38861"/>
                    <a:gd name="connsiteY6" fmla="*/ 3396 h 3553"/>
                    <a:gd name="connsiteX7" fmla="*/ 10907 w 38861"/>
                    <a:gd name="connsiteY7" fmla="*/ 157 h 3553"/>
                    <a:gd name="connsiteX8" fmla="*/ 38862 w 38861"/>
                    <a:gd name="connsiteY8" fmla="*/ 157 h 3553"/>
                    <a:gd name="connsiteX9" fmla="*/ 38862 w 38861"/>
                    <a:gd name="connsiteY9" fmla="*/ 3396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61" h="3553">
                      <a:moveTo>
                        <a:pt x="4813" y="3553"/>
                      </a:moveTo>
                      <a:lnTo>
                        <a:pt x="0" y="3553"/>
                      </a:lnTo>
                      <a:lnTo>
                        <a:pt x="0" y="0"/>
                      </a:lnTo>
                      <a:lnTo>
                        <a:pt x="4813" y="0"/>
                      </a:lnTo>
                      <a:lnTo>
                        <a:pt x="4813" y="3553"/>
                      </a:lnTo>
                      <a:close/>
                      <a:moveTo>
                        <a:pt x="38862" y="3396"/>
                      </a:moveTo>
                      <a:lnTo>
                        <a:pt x="10907" y="3396"/>
                      </a:lnTo>
                      <a:lnTo>
                        <a:pt x="10907" y="157"/>
                      </a:lnTo>
                      <a:lnTo>
                        <a:pt x="38862" y="157"/>
                      </a:lnTo>
                      <a:lnTo>
                        <a:pt x="38862" y="3396"/>
                      </a:lnTo>
                      <a:close/>
                    </a:path>
                  </a:pathLst>
                </a:custGeom>
                <a:solidFill>
                  <a:srgbClr val="231F20"/>
                </a:solidFill>
                <a:ln w="2249" cap="flat">
                  <a:noFill/>
                  <a:prstDash val="solid"/>
                  <a:miter/>
                </a:ln>
              </p:spPr>
              <p:txBody>
                <a:bodyPr rtlCol="0" anchor="ctr"/>
                <a:lstStyle/>
                <a:p>
                  <a:endParaRPr lang="en-US"/>
                </a:p>
              </p:txBody>
            </p:sp>
            <p:sp>
              <p:nvSpPr>
                <p:cNvPr id="3842" name="Freeform 3841">
                  <a:extLst>
                    <a:ext uri="{FF2B5EF4-FFF2-40B4-BE49-F238E27FC236}">
                      <a16:creationId xmlns:a16="http://schemas.microsoft.com/office/drawing/2014/main" id="{41370997-0D21-42ED-9D8D-C521B4E35B11}"/>
                    </a:ext>
                  </a:extLst>
                </p:cNvPr>
                <p:cNvSpPr/>
                <p:nvPr/>
              </p:nvSpPr>
              <p:spPr>
                <a:xfrm>
                  <a:off x="3405774" y="2607231"/>
                  <a:ext cx="29484" cy="25908"/>
                </a:xfrm>
                <a:custGeom>
                  <a:avLst/>
                  <a:gdLst>
                    <a:gd name="connsiteX0" fmla="*/ 29484 w 29484"/>
                    <a:gd name="connsiteY0" fmla="*/ 12954 h 25908"/>
                    <a:gd name="connsiteX1" fmla="*/ 28517 w 29484"/>
                    <a:gd name="connsiteY1" fmla="*/ 17992 h 25908"/>
                    <a:gd name="connsiteX2" fmla="*/ 25773 w 29484"/>
                    <a:gd name="connsiteY2" fmla="*/ 22085 h 25908"/>
                    <a:gd name="connsiteX3" fmla="*/ 21185 w 29484"/>
                    <a:gd name="connsiteY3" fmla="*/ 24874 h 25908"/>
                    <a:gd name="connsiteX4" fmla="*/ 14753 w 29484"/>
                    <a:gd name="connsiteY4" fmla="*/ 25908 h 25908"/>
                    <a:gd name="connsiteX5" fmla="*/ 8996 w 29484"/>
                    <a:gd name="connsiteY5" fmla="*/ 25098 h 25908"/>
                    <a:gd name="connsiteX6" fmla="*/ 4318 w 29484"/>
                    <a:gd name="connsiteY6" fmla="*/ 22670 h 25908"/>
                    <a:gd name="connsiteX7" fmla="*/ 1170 w 29484"/>
                    <a:gd name="connsiteY7" fmla="*/ 18621 h 25908"/>
                    <a:gd name="connsiteX8" fmla="*/ 0 w 29484"/>
                    <a:gd name="connsiteY8" fmla="*/ 12954 h 25908"/>
                    <a:gd name="connsiteX9" fmla="*/ 1170 w 29484"/>
                    <a:gd name="connsiteY9" fmla="*/ 7242 h 25908"/>
                    <a:gd name="connsiteX10" fmla="*/ 4296 w 29484"/>
                    <a:gd name="connsiteY10" fmla="*/ 3194 h 25908"/>
                    <a:gd name="connsiteX11" fmla="*/ 8974 w 29484"/>
                    <a:gd name="connsiteY11" fmla="*/ 787 h 25908"/>
                    <a:gd name="connsiteX12" fmla="*/ 14753 w 29484"/>
                    <a:gd name="connsiteY12" fmla="*/ 0 h 25908"/>
                    <a:gd name="connsiteX13" fmla="*/ 20803 w 29484"/>
                    <a:gd name="connsiteY13" fmla="*/ 922 h 25908"/>
                    <a:gd name="connsiteX14" fmla="*/ 25436 w 29484"/>
                    <a:gd name="connsiteY14" fmla="*/ 3531 h 25908"/>
                    <a:gd name="connsiteX15" fmla="*/ 28427 w 29484"/>
                    <a:gd name="connsiteY15" fmla="*/ 7624 h 25908"/>
                    <a:gd name="connsiteX16" fmla="*/ 29484 w 29484"/>
                    <a:gd name="connsiteY16" fmla="*/ 12932 h 25908"/>
                    <a:gd name="connsiteX17" fmla="*/ 14753 w 29484"/>
                    <a:gd name="connsiteY17" fmla="*/ 3441 h 25908"/>
                    <a:gd name="connsiteX18" fmla="*/ 10120 w 29484"/>
                    <a:gd name="connsiteY18" fmla="*/ 3981 h 25908"/>
                    <a:gd name="connsiteX19" fmla="*/ 6365 w 29484"/>
                    <a:gd name="connsiteY19" fmla="*/ 5645 h 25908"/>
                    <a:gd name="connsiteX20" fmla="*/ 3846 w 29484"/>
                    <a:gd name="connsiteY20" fmla="*/ 8569 h 25908"/>
                    <a:gd name="connsiteX21" fmla="*/ 2924 w 29484"/>
                    <a:gd name="connsiteY21" fmla="*/ 12932 h 25908"/>
                    <a:gd name="connsiteX22" fmla="*/ 3913 w 29484"/>
                    <a:gd name="connsiteY22" fmla="*/ 17272 h 25908"/>
                    <a:gd name="connsiteX23" fmla="*/ 6567 w 29484"/>
                    <a:gd name="connsiteY23" fmla="*/ 20218 h 25908"/>
                    <a:gd name="connsiteX24" fmla="*/ 10345 w 29484"/>
                    <a:gd name="connsiteY24" fmla="*/ 21882 h 25908"/>
                    <a:gd name="connsiteX25" fmla="*/ 14753 w 29484"/>
                    <a:gd name="connsiteY25" fmla="*/ 22422 h 25908"/>
                    <a:gd name="connsiteX26" fmla="*/ 19521 w 29484"/>
                    <a:gd name="connsiteY26" fmla="*/ 21792 h 25908"/>
                    <a:gd name="connsiteX27" fmla="*/ 23277 w 29484"/>
                    <a:gd name="connsiteY27" fmla="*/ 19993 h 25908"/>
                    <a:gd name="connsiteX28" fmla="*/ 25706 w 29484"/>
                    <a:gd name="connsiteY28" fmla="*/ 17025 h 25908"/>
                    <a:gd name="connsiteX29" fmla="*/ 26560 w 29484"/>
                    <a:gd name="connsiteY29" fmla="*/ 12932 h 25908"/>
                    <a:gd name="connsiteX30" fmla="*/ 25571 w 29484"/>
                    <a:gd name="connsiteY30" fmla="*/ 8591 h 25908"/>
                    <a:gd name="connsiteX31" fmla="*/ 22895 w 29484"/>
                    <a:gd name="connsiteY31" fmla="*/ 5645 h 25908"/>
                    <a:gd name="connsiteX32" fmla="*/ 19116 w 29484"/>
                    <a:gd name="connsiteY32" fmla="*/ 3981 h 25908"/>
                    <a:gd name="connsiteX33" fmla="*/ 14753 w 29484"/>
                    <a:gd name="connsiteY33" fmla="*/ 3441 h 25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9484" h="25908">
                      <a:moveTo>
                        <a:pt x="29484" y="12954"/>
                      </a:moveTo>
                      <a:cubicBezTo>
                        <a:pt x="29439" y="14753"/>
                        <a:pt x="29124" y="16440"/>
                        <a:pt x="28517" y="17992"/>
                      </a:cubicBezTo>
                      <a:cubicBezTo>
                        <a:pt x="27910" y="19566"/>
                        <a:pt x="26988" y="20915"/>
                        <a:pt x="25773" y="22085"/>
                      </a:cubicBezTo>
                      <a:cubicBezTo>
                        <a:pt x="24559" y="23254"/>
                        <a:pt x="23030" y="24176"/>
                        <a:pt x="21185" y="24874"/>
                      </a:cubicBezTo>
                      <a:cubicBezTo>
                        <a:pt x="19341" y="25548"/>
                        <a:pt x="17205" y="25908"/>
                        <a:pt x="14753" y="25908"/>
                      </a:cubicBezTo>
                      <a:cubicBezTo>
                        <a:pt x="12707" y="25908"/>
                        <a:pt x="10795" y="25638"/>
                        <a:pt x="8996" y="25098"/>
                      </a:cubicBezTo>
                      <a:cubicBezTo>
                        <a:pt x="7219" y="24559"/>
                        <a:pt x="5667" y="23749"/>
                        <a:pt x="4318" y="22670"/>
                      </a:cubicBezTo>
                      <a:cubicBezTo>
                        <a:pt x="2991" y="21590"/>
                        <a:pt x="1934" y="20241"/>
                        <a:pt x="1170" y="18621"/>
                      </a:cubicBezTo>
                      <a:cubicBezTo>
                        <a:pt x="405" y="17002"/>
                        <a:pt x="0" y="15113"/>
                        <a:pt x="0" y="12954"/>
                      </a:cubicBezTo>
                      <a:cubicBezTo>
                        <a:pt x="0" y="10795"/>
                        <a:pt x="382" y="8861"/>
                        <a:pt x="1170" y="7242"/>
                      </a:cubicBezTo>
                      <a:cubicBezTo>
                        <a:pt x="1934" y="5622"/>
                        <a:pt x="2991" y="4273"/>
                        <a:pt x="4296" y="3194"/>
                      </a:cubicBezTo>
                      <a:cubicBezTo>
                        <a:pt x="5600" y="2114"/>
                        <a:pt x="7174" y="1304"/>
                        <a:pt x="8974" y="787"/>
                      </a:cubicBezTo>
                      <a:cubicBezTo>
                        <a:pt x="10773" y="270"/>
                        <a:pt x="12707" y="0"/>
                        <a:pt x="14753" y="0"/>
                      </a:cubicBezTo>
                      <a:cubicBezTo>
                        <a:pt x="16980" y="0"/>
                        <a:pt x="19004" y="315"/>
                        <a:pt x="20803" y="922"/>
                      </a:cubicBezTo>
                      <a:cubicBezTo>
                        <a:pt x="22602" y="1529"/>
                        <a:pt x="24154" y="2406"/>
                        <a:pt x="25436" y="3531"/>
                      </a:cubicBezTo>
                      <a:cubicBezTo>
                        <a:pt x="26740" y="4655"/>
                        <a:pt x="27730" y="6027"/>
                        <a:pt x="28427" y="7624"/>
                      </a:cubicBezTo>
                      <a:cubicBezTo>
                        <a:pt x="29124" y="9221"/>
                        <a:pt x="29484" y="10997"/>
                        <a:pt x="29484" y="12932"/>
                      </a:cubicBezTo>
                      <a:close/>
                      <a:moveTo>
                        <a:pt x="14753" y="3441"/>
                      </a:moveTo>
                      <a:cubicBezTo>
                        <a:pt x="13089" y="3441"/>
                        <a:pt x="11560" y="3621"/>
                        <a:pt x="10120" y="3981"/>
                      </a:cubicBezTo>
                      <a:cubicBezTo>
                        <a:pt x="8681" y="4340"/>
                        <a:pt x="7422" y="4903"/>
                        <a:pt x="6365" y="5645"/>
                      </a:cubicBezTo>
                      <a:cubicBezTo>
                        <a:pt x="5308" y="6410"/>
                        <a:pt x="4476" y="7377"/>
                        <a:pt x="3846" y="8569"/>
                      </a:cubicBezTo>
                      <a:cubicBezTo>
                        <a:pt x="3239" y="9760"/>
                        <a:pt x="2924" y="11222"/>
                        <a:pt x="2924" y="12932"/>
                      </a:cubicBezTo>
                      <a:cubicBezTo>
                        <a:pt x="2924" y="14641"/>
                        <a:pt x="3261" y="16080"/>
                        <a:pt x="3913" y="17272"/>
                      </a:cubicBezTo>
                      <a:cubicBezTo>
                        <a:pt x="4588" y="18486"/>
                        <a:pt x="5465" y="19453"/>
                        <a:pt x="6567" y="20218"/>
                      </a:cubicBezTo>
                      <a:cubicBezTo>
                        <a:pt x="7669" y="20983"/>
                        <a:pt x="8929" y="21523"/>
                        <a:pt x="10345" y="21882"/>
                      </a:cubicBezTo>
                      <a:cubicBezTo>
                        <a:pt x="11762" y="22242"/>
                        <a:pt x="13224" y="22422"/>
                        <a:pt x="14753" y="22422"/>
                      </a:cubicBezTo>
                      <a:cubicBezTo>
                        <a:pt x="16485" y="22422"/>
                        <a:pt x="18082" y="22220"/>
                        <a:pt x="19521" y="21792"/>
                      </a:cubicBezTo>
                      <a:cubicBezTo>
                        <a:pt x="20983" y="21388"/>
                        <a:pt x="22220" y="20780"/>
                        <a:pt x="23277" y="19993"/>
                      </a:cubicBezTo>
                      <a:cubicBezTo>
                        <a:pt x="24334" y="19206"/>
                        <a:pt x="25121" y="18217"/>
                        <a:pt x="25706" y="17025"/>
                      </a:cubicBezTo>
                      <a:cubicBezTo>
                        <a:pt x="26290" y="15833"/>
                        <a:pt x="26560" y="14461"/>
                        <a:pt x="26560" y="12932"/>
                      </a:cubicBezTo>
                      <a:cubicBezTo>
                        <a:pt x="26560" y="11245"/>
                        <a:pt x="26223" y="9783"/>
                        <a:pt x="25571" y="8591"/>
                      </a:cubicBezTo>
                      <a:cubicBezTo>
                        <a:pt x="24896" y="7377"/>
                        <a:pt x="24019" y="6410"/>
                        <a:pt x="22895" y="5645"/>
                      </a:cubicBezTo>
                      <a:cubicBezTo>
                        <a:pt x="21770" y="4880"/>
                        <a:pt x="20510" y="4340"/>
                        <a:pt x="19116" y="3981"/>
                      </a:cubicBezTo>
                      <a:cubicBezTo>
                        <a:pt x="17722" y="3621"/>
                        <a:pt x="16260" y="3441"/>
                        <a:pt x="14753" y="3441"/>
                      </a:cubicBezTo>
                      <a:close/>
                    </a:path>
                  </a:pathLst>
                </a:custGeom>
                <a:solidFill>
                  <a:srgbClr val="231F20"/>
                </a:solidFill>
                <a:ln w="2249" cap="flat">
                  <a:noFill/>
                  <a:prstDash val="solid"/>
                  <a:miter/>
                </a:ln>
              </p:spPr>
              <p:txBody>
                <a:bodyPr rtlCol="0" anchor="ctr"/>
                <a:lstStyle/>
                <a:p>
                  <a:endParaRPr lang="en-US"/>
                </a:p>
              </p:txBody>
            </p:sp>
            <p:sp>
              <p:nvSpPr>
                <p:cNvPr id="3843" name="Freeform 3842">
                  <a:extLst>
                    <a:ext uri="{FF2B5EF4-FFF2-40B4-BE49-F238E27FC236}">
                      <a16:creationId xmlns:a16="http://schemas.microsoft.com/office/drawing/2014/main" id="{85EDB3BE-89C2-8B06-73AE-3F90868B8310}"/>
                    </a:ext>
                  </a:extLst>
                </p:cNvPr>
                <p:cNvSpPr/>
                <p:nvPr/>
              </p:nvSpPr>
              <p:spPr>
                <a:xfrm>
                  <a:off x="3405774" y="2579096"/>
                  <a:ext cx="28741" cy="22197"/>
                </a:xfrm>
                <a:custGeom>
                  <a:avLst/>
                  <a:gdLst>
                    <a:gd name="connsiteX0" fmla="*/ 28719 w 28741"/>
                    <a:gd name="connsiteY0" fmla="*/ 18959 h 22197"/>
                    <a:gd name="connsiteX1" fmla="*/ 28719 w 28741"/>
                    <a:gd name="connsiteY1" fmla="*/ 22197 h 22197"/>
                    <a:gd name="connsiteX2" fmla="*/ 765 w 28741"/>
                    <a:gd name="connsiteY2" fmla="*/ 22197 h 22197"/>
                    <a:gd name="connsiteX3" fmla="*/ 765 w 28741"/>
                    <a:gd name="connsiteY3" fmla="*/ 18959 h 22197"/>
                    <a:gd name="connsiteX4" fmla="*/ 4655 w 28741"/>
                    <a:gd name="connsiteY4" fmla="*/ 18959 h 22197"/>
                    <a:gd name="connsiteX5" fmla="*/ 1305 w 28741"/>
                    <a:gd name="connsiteY5" fmla="*/ 14933 h 22197"/>
                    <a:gd name="connsiteX6" fmla="*/ 0 w 28741"/>
                    <a:gd name="connsiteY6" fmla="*/ 9940 h 22197"/>
                    <a:gd name="connsiteX7" fmla="*/ 900 w 28741"/>
                    <a:gd name="connsiteY7" fmla="*/ 5128 h 22197"/>
                    <a:gd name="connsiteX8" fmla="*/ 4003 w 28741"/>
                    <a:gd name="connsiteY8" fmla="*/ 1394 h 22197"/>
                    <a:gd name="connsiteX9" fmla="*/ 7107 w 28741"/>
                    <a:gd name="connsiteY9" fmla="*/ 180 h 22197"/>
                    <a:gd name="connsiteX10" fmla="*/ 10435 w 28741"/>
                    <a:gd name="connsiteY10" fmla="*/ 0 h 22197"/>
                    <a:gd name="connsiteX11" fmla="*/ 28742 w 28741"/>
                    <a:gd name="connsiteY11" fmla="*/ 0 h 22197"/>
                    <a:gd name="connsiteX12" fmla="*/ 28742 w 28741"/>
                    <a:gd name="connsiteY12" fmla="*/ 3238 h 22197"/>
                    <a:gd name="connsiteX13" fmla="*/ 10503 w 28741"/>
                    <a:gd name="connsiteY13" fmla="*/ 3238 h 22197"/>
                    <a:gd name="connsiteX14" fmla="*/ 4835 w 28741"/>
                    <a:gd name="connsiteY14" fmla="*/ 4903 h 22197"/>
                    <a:gd name="connsiteX15" fmla="*/ 2946 w 28741"/>
                    <a:gd name="connsiteY15" fmla="*/ 10458 h 22197"/>
                    <a:gd name="connsiteX16" fmla="*/ 3396 w 28741"/>
                    <a:gd name="connsiteY16" fmla="*/ 13201 h 22197"/>
                    <a:gd name="connsiteX17" fmla="*/ 4610 w 28741"/>
                    <a:gd name="connsiteY17" fmla="*/ 15450 h 22197"/>
                    <a:gd name="connsiteX18" fmla="*/ 6342 w 28741"/>
                    <a:gd name="connsiteY18" fmla="*/ 17160 h 22197"/>
                    <a:gd name="connsiteX19" fmla="*/ 8389 w 28741"/>
                    <a:gd name="connsiteY19" fmla="*/ 18239 h 22197"/>
                    <a:gd name="connsiteX20" fmla="*/ 10975 w 28741"/>
                    <a:gd name="connsiteY20" fmla="*/ 18824 h 22197"/>
                    <a:gd name="connsiteX21" fmla="*/ 13674 w 28741"/>
                    <a:gd name="connsiteY21" fmla="*/ 18936 h 22197"/>
                    <a:gd name="connsiteX22" fmla="*/ 28742 w 28741"/>
                    <a:gd name="connsiteY22" fmla="*/ 18936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8741" h="22197">
                      <a:moveTo>
                        <a:pt x="28719" y="18959"/>
                      </a:moveTo>
                      <a:lnTo>
                        <a:pt x="28719" y="22197"/>
                      </a:lnTo>
                      <a:lnTo>
                        <a:pt x="765" y="22197"/>
                      </a:lnTo>
                      <a:lnTo>
                        <a:pt x="765" y="18959"/>
                      </a:lnTo>
                      <a:lnTo>
                        <a:pt x="4655" y="18959"/>
                      </a:lnTo>
                      <a:cubicBezTo>
                        <a:pt x="3284" y="17654"/>
                        <a:pt x="2182" y="16327"/>
                        <a:pt x="1305" y="14933"/>
                      </a:cubicBezTo>
                      <a:cubicBezTo>
                        <a:pt x="450" y="13539"/>
                        <a:pt x="0" y="11874"/>
                        <a:pt x="0" y="9940"/>
                      </a:cubicBezTo>
                      <a:cubicBezTo>
                        <a:pt x="0" y="8209"/>
                        <a:pt x="292" y="6612"/>
                        <a:pt x="900" y="5128"/>
                      </a:cubicBezTo>
                      <a:cubicBezTo>
                        <a:pt x="1484" y="3643"/>
                        <a:pt x="2519" y="2406"/>
                        <a:pt x="4003" y="1394"/>
                      </a:cubicBezTo>
                      <a:cubicBezTo>
                        <a:pt x="5015" y="720"/>
                        <a:pt x="6050" y="315"/>
                        <a:pt x="7107" y="180"/>
                      </a:cubicBezTo>
                      <a:cubicBezTo>
                        <a:pt x="8164" y="45"/>
                        <a:pt x="9266" y="0"/>
                        <a:pt x="10435" y="0"/>
                      </a:cubicBezTo>
                      <a:lnTo>
                        <a:pt x="28742" y="0"/>
                      </a:lnTo>
                      <a:lnTo>
                        <a:pt x="28742" y="3238"/>
                      </a:lnTo>
                      <a:lnTo>
                        <a:pt x="10503" y="3238"/>
                      </a:lnTo>
                      <a:cubicBezTo>
                        <a:pt x="7984" y="3238"/>
                        <a:pt x="6095" y="3801"/>
                        <a:pt x="4835" y="4903"/>
                      </a:cubicBezTo>
                      <a:cubicBezTo>
                        <a:pt x="3576" y="6027"/>
                        <a:pt x="2946" y="7871"/>
                        <a:pt x="2946" y="10458"/>
                      </a:cubicBezTo>
                      <a:cubicBezTo>
                        <a:pt x="2946" y="11470"/>
                        <a:pt x="3104" y="12392"/>
                        <a:pt x="3396" y="13201"/>
                      </a:cubicBezTo>
                      <a:cubicBezTo>
                        <a:pt x="3711" y="14033"/>
                        <a:pt x="4116" y="14776"/>
                        <a:pt x="4610" y="15450"/>
                      </a:cubicBezTo>
                      <a:cubicBezTo>
                        <a:pt x="5105" y="16125"/>
                        <a:pt x="5690" y="16687"/>
                        <a:pt x="6342" y="17160"/>
                      </a:cubicBezTo>
                      <a:cubicBezTo>
                        <a:pt x="6995" y="17632"/>
                        <a:pt x="7669" y="17992"/>
                        <a:pt x="8389" y="18239"/>
                      </a:cubicBezTo>
                      <a:cubicBezTo>
                        <a:pt x="9288" y="18554"/>
                        <a:pt x="10143" y="18756"/>
                        <a:pt x="10975" y="18824"/>
                      </a:cubicBezTo>
                      <a:cubicBezTo>
                        <a:pt x="11807" y="18891"/>
                        <a:pt x="12707" y="18936"/>
                        <a:pt x="13674" y="18936"/>
                      </a:cubicBezTo>
                      <a:lnTo>
                        <a:pt x="28742" y="18936"/>
                      </a:lnTo>
                      <a:close/>
                    </a:path>
                  </a:pathLst>
                </a:custGeom>
                <a:solidFill>
                  <a:srgbClr val="231F20"/>
                </a:solidFill>
                <a:ln w="2249" cap="flat">
                  <a:noFill/>
                  <a:prstDash val="solid"/>
                  <a:miter/>
                </a:ln>
              </p:spPr>
              <p:txBody>
                <a:bodyPr rtlCol="0" anchor="ctr"/>
                <a:lstStyle/>
                <a:p>
                  <a:endParaRPr lang="en-US"/>
                </a:p>
              </p:txBody>
            </p:sp>
            <p:sp>
              <p:nvSpPr>
                <p:cNvPr id="3844" name="Freeform 3843">
                  <a:extLst>
                    <a:ext uri="{FF2B5EF4-FFF2-40B4-BE49-F238E27FC236}">
                      <a16:creationId xmlns:a16="http://schemas.microsoft.com/office/drawing/2014/main" id="{827EA4A9-3866-1955-3F87-A12B65160467}"/>
                    </a:ext>
                  </a:extLst>
                </p:cNvPr>
                <p:cNvSpPr/>
                <p:nvPr/>
              </p:nvSpPr>
              <p:spPr>
                <a:xfrm>
                  <a:off x="3395632" y="2550827"/>
                  <a:ext cx="38861" cy="3665"/>
                </a:xfrm>
                <a:custGeom>
                  <a:avLst/>
                  <a:gdLst>
                    <a:gd name="connsiteX0" fmla="*/ 38862 w 38861"/>
                    <a:gd name="connsiteY0" fmla="*/ 3666 h 3665"/>
                    <a:gd name="connsiteX1" fmla="*/ 0 w 38861"/>
                    <a:gd name="connsiteY1" fmla="*/ 3666 h 3665"/>
                    <a:gd name="connsiteX2" fmla="*/ 0 w 38861"/>
                    <a:gd name="connsiteY2" fmla="*/ 0 h 3665"/>
                    <a:gd name="connsiteX3" fmla="*/ 38862 w 38861"/>
                    <a:gd name="connsiteY3" fmla="*/ 0 h 3665"/>
                    <a:gd name="connsiteX4" fmla="*/ 38862 w 38861"/>
                    <a:gd name="connsiteY4" fmla="*/ 3666 h 36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861" h="3665">
                      <a:moveTo>
                        <a:pt x="38862" y="3666"/>
                      </a:moveTo>
                      <a:lnTo>
                        <a:pt x="0" y="3666"/>
                      </a:lnTo>
                      <a:lnTo>
                        <a:pt x="0" y="0"/>
                      </a:lnTo>
                      <a:lnTo>
                        <a:pt x="38862" y="0"/>
                      </a:lnTo>
                      <a:lnTo>
                        <a:pt x="38862" y="3666"/>
                      </a:lnTo>
                      <a:close/>
                    </a:path>
                  </a:pathLst>
                </a:custGeom>
                <a:solidFill>
                  <a:srgbClr val="231F20"/>
                </a:solidFill>
                <a:ln w="2249" cap="flat">
                  <a:noFill/>
                  <a:prstDash val="solid"/>
                  <a:miter/>
                </a:ln>
              </p:spPr>
              <p:txBody>
                <a:bodyPr rtlCol="0" anchor="ctr"/>
                <a:lstStyle/>
                <a:p>
                  <a:endParaRPr lang="en-US"/>
                </a:p>
              </p:txBody>
            </p:sp>
            <p:sp>
              <p:nvSpPr>
                <p:cNvPr id="3845" name="Freeform 3844">
                  <a:extLst>
                    <a:ext uri="{FF2B5EF4-FFF2-40B4-BE49-F238E27FC236}">
                      <a16:creationId xmlns:a16="http://schemas.microsoft.com/office/drawing/2014/main" id="{A359CAB3-141F-DE91-C8E1-2E3CC6E09661}"/>
                    </a:ext>
                  </a:extLst>
                </p:cNvPr>
                <p:cNvSpPr/>
                <p:nvPr/>
              </p:nvSpPr>
              <p:spPr>
                <a:xfrm>
                  <a:off x="3405774" y="2519071"/>
                  <a:ext cx="28741" cy="22197"/>
                </a:xfrm>
                <a:custGeom>
                  <a:avLst/>
                  <a:gdLst>
                    <a:gd name="connsiteX0" fmla="*/ 28719 w 28741"/>
                    <a:gd name="connsiteY0" fmla="*/ 18959 h 22197"/>
                    <a:gd name="connsiteX1" fmla="*/ 28719 w 28741"/>
                    <a:gd name="connsiteY1" fmla="*/ 22197 h 22197"/>
                    <a:gd name="connsiteX2" fmla="*/ 765 w 28741"/>
                    <a:gd name="connsiteY2" fmla="*/ 22197 h 22197"/>
                    <a:gd name="connsiteX3" fmla="*/ 765 w 28741"/>
                    <a:gd name="connsiteY3" fmla="*/ 18959 h 22197"/>
                    <a:gd name="connsiteX4" fmla="*/ 4655 w 28741"/>
                    <a:gd name="connsiteY4" fmla="*/ 18959 h 22197"/>
                    <a:gd name="connsiteX5" fmla="*/ 1305 w 28741"/>
                    <a:gd name="connsiteY5" fmla="*/ 14933 h 22197"/>
                    <a:gd name="connsiteX6" fmla="*/ 0 w 28741"/>
                    <a:gd name="connsiteY6" fmla="*/ 9940 h 22197"/>
                    <a:gd name="connsiteX7" fmla="*/ 900 w 28741"/>
                    <a:gd name="connsiteY7" fmla="*/ 5128 h 22197"/>
                    <a:gd name="connsiteX8" fmla="*/ 4003 w 28741"/>
                    <a:gd name="connsiteY8" fmla="*/ 1394 h 22197"/>
                    <a:gd name="connsiteX9" fmla="*/ 7107 w 28741"/>
                    <a:gd name="connsiteY9" fmla="*/ 180 h 22197"/>
                    <a:gd name="connsiteX10" fmla="*/ 10435 w 28741"/>
                    <a:gd name="connsiteY10" fmla="*/ 0 h 22197"/>
                    <a:gd name="connsiteX11" fmla="*/ 28742 w 28741"/>
                    <a:gd name="connsiteY11" fmla="*/ 0 h 22197"/>
                    <a:gd name="connsiteX12" fmla="*/ 28742 w 28741"/>
                    <a:gd name="connsiteY12" fmla="*/ 3239 h 22197"/>
                    <a:gd name="connsiteX13" fmla="*/ 10503 w 28741"/>
                    <a:gd name="connsiteY13" fmla="*/ 3239 h 22197"/>
                    <a:gd name="connsiteX14" fmla="*/ 4835 w 28741"/>
                    <a:gd name="connsiteY14" fmla="*/ 4903 h 22197"/>
                    <a:gd name="connsiteX15" fmla="*/ 2946 w 28741"/>
                    <a:gd name="connsiteY15" fmla="*/ 10458 h 22197"/>
                    <a:gd name="connsiteX16" fmla="*/ 3396 w 28741"/>
                    <a:gd name="connsiteY16" fmla="*/ 13201 h 22197"/>
                    <a:gd name="connsiteX17" fmla="*/ 4610 w 28741"/>
                    <a:gd name="connsiteY17" fmla="*/ 15450 h 22197"/>
                    <a:gd name="connsiteX18" fmla="*/ 6342 w 28741"/>
                    <a:gd name="connsiteY18" fmla="*/ 17160 h 22197"/>
                    <a:gd name="connsiteX19" fmla="*/ 8389 w 28741"/>
                    <a:gd name="connsiteY19" fmla="*/ 18239 h 22197"/>
                    <a:gd name="connsiteX20" fmla="*/ 10975 w 28741"/>
                    <a:gd name="connsiteY20" fmla="*/ 18824 h 22197"/>
                    <a:gd name="connsiteX21" fmla="*/ 13674 w 28741"/>
                    <a:gd name="connsiteY21" fmla="*/ 18936 h 22197"/>
                    <a:gd name="connsiteX22" fmla="*/ 28742 w 28741"/>
                    <a:gd name="connsiteY22" fmla="*/ 18936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8741" h="22197">
                      <a:moveTo>
                        <a:pt x="28719" y="18959"/>
                      </a:moveTo>
                      <a:lnTo>
                        <a:pt x="28719" y="22197"/>
                      </a:lnTo>
                      <a:lnTo>
                        <a:pt x="765" y="22197"/>
                      </a:lnTo>
                      <a:lnTo>
                        <a:pt x="765" y="18959"/>
                      </a:lnTo>
                      <a:lnTo>
                        <a:pt x="4655" y="18959"/>
                      </a:lnTo>
                      <a:cubicBezTo>
                        <a:pt x="3284" y="17654"/>
                        <a:pt x="2182" y="16327"/>
                        <a:pt x="1305" y="14933"/>
                      </a:cubicBezTo>
                      <a:cubicBezTo>
                        <a:pt x="450" y="13539"/>
                        <a:pt x="0" y="11874"/>
                        <a:pt x="0" y="9940"/>
                      </a:cubicBezTo>
                      <a:cubicBezTo>
                        <a:pt x="0" y="8209"/>
                        <a:pt x="292" y="6612"/>
                        <a:pt x="900" y="5128"/>
                      </a:cubicBezTo>
                      <a:cubicBezTo>
                        <a:pt x="1484" y="3643"/>
                        <a:pt x="2519" y="2406"/>
                        <a:pt x="4003" y="1394"/>
                      </a:cubicBezTo>
                      <a:cubicBezTo>
                        <a:pt x="5015" y="720"/>
                        <a:pt x="6050" y="315"/>
                        <a:pt x="7107" y="180"/>
                      </a:cubicBezTo>
                      <a:cubicBezTo>
                        <a:pt x="8164" y="45"/>
                        <a:pt x="9266" y="0"/>
                        <a:pt x="10435" y="0"/>
                      </a:cubicBezTo>
                      <a:lnTo>
                        <a:pt x="28742" y="0"/>
                      </a:lnTo>
                      <a:lnTo>
                        <a:pt x="28742" y="3239"/>
                      </a:lnTo>
                      <a:lnTo>
                        <a:pt x="10503" y="3239"/>
                      </a:lnTo>
                      <a:cubicBezTo>
                        <a:pt x="7984" y="3239"/>
                        <a:pt x="6095" y="3801"/>
                        <a:pt x="4835" y="4903"/>
                      </a:cubicBezTo>
                      <a:cubicBezTo>
                        <a:pt x="3576" y="6027"/>
                        <a:pt x="2946" y="7871"/>
                        <a:pt x="2946" y="10458"/>
                      </a:cubicBezTo>
                      <a:cubicBezTo>
                        <a:pt x="2946" y="11470"/>
                        <a:pt x="3104" y="12392"/>
                        <a:pt x="3396" y="13201"/>
                      </a:cubicBezTo>
                      <a:cubicBezTo>
                        <a:pt x="3711" y="14033"/>
                        <a:pt x="4116" y="14776"/>
                        <a:pt x="4610" y="15450"/>
                      </a:cubicBezTo>
                      <a:cubicBezTo>
                        <a:pt x="5105" y="16125"/>
                        <a:pt x="5690" y="16687"/>
                        <a:pt x="6342" y="17160"/>
                      </a:cubicBezTo>
                      <a:cubicBezTo>
                        <a:pt x="6995" y="17632"/>
                        <a:pt x="7669" y="17992"/>
                        <a:pt x="8389" y="18239"/>
                      </a:cubicBezTo>
                      <a:cubicBezTo>
                        <a:pt x="9288" y="18554"/>
                        <a:pt x="10143" y="18756"/>
                        <a:pt x="10975" y="18824"/>
                      </a:cubicBezTo>
                      <a:cubicBezTo>
                        <a:pt x="11807" y="18891"/>
                        <a:pt x="12707" y="18936"/>
                        <a:pt x="13674" y="18936"/>
                      </a:cubicBezTo>
                      <a:lnTo>
                        <a:pt x="28742" y="18936"/>
                      </a:lnTo>
                      <a:close/>
                    </a:path>
                  </a:pathLst>
                </a:custGeom>
                <a:solidFill>
                  <a:srgbClr val="231F20"/>
                </a:solidFill>
                <a:ln w="2249" cap="flat">
                  <a:noFill/>
                  <a:prstDash val="solid"/>
                  <a:miter/>
                </a:ln>
              </p:spPr>
              <p:txBody>
                <a:bodyPr rtlCol="0" anchor="ctr"/>
                <a:lstStyle/>
                <a:p>
                  <a:endParaRPr lang="en-US"/>
                </a:p>
              </p:txBody>
            </p:sp>
            <p:sp>
              <p:nvSpPr>
                <p:cNvPr id="3846" name="Freeform 3845">
                  <a:extLst>
                    <a:ext uri="{FF2B5EF4-FFF2-40B4-BE49-F238E27FC236}">
                      <a16:creationId xmlns:a16="http://schemas.microsoft.com/office/drawing/2014/main" id="{3D38C6C2-6BA1-9E60-5C9F-F26D909F74A1}"/>
                    </a:ext>
                  </a:extLst>
                </p:cNvPr>
                <p:cNvSpPr/>
                <p:nvPr/>
              </p:nvSpPr>
              <p:spPr>
                <a:xfrm>
                  <a:off x="3395632" y="2486417"/>
                  <a:ext cx="39626" cy="25683"/>
                </a:xfrm>
                <a:custGeom>
                  <a:avLst/>
                  <a:gdLst>
                    <a:gd name="connsiteX0" fmla="*/ 0 w 39626"/>
                    <a:gd name="connsiteY0" fmla="*/ 3239 h 25683"/>
                    <a:gd name="connsiteX1" fmla="*/ 0 w 39626"/>
                    <a:gd name="connsiteY1" fmla="*/ 0 h 25683"/>
                    <a:gd name="connsiteX2" fmla="*/ 38862 w 39626"/>
                    <a:gd name="connsiteY2" fmla="*/ 0 h 25683"/>
                    <a:gd name="connsiteX3" fmla="*/ 38862 w 39626"/>
                    <a:gd name="connsiteY3" fmla="*/ 3239 h 25683"/>
                    <a:gd name="connsiteX4" fmla="*/ 33959 w 39626"/>
                    <a:gd name="connsiteY4" fmla="*/ 3239 h 25683"/>
                    <a:gd name="connsiteX5" fmla="*/ 33959 w 39626"/>
                    <a:gd name="connsiteY5" fmla="*/ 3351 h 25683"/>
                    <a:gd name="connsiteX6" fmla="*/ 36411 w 39626"/>
                    <a:gd name="connsiteY6" fmla="*/ 5150 h 25683"/>
                    <a:gd name="connsiteX7" fmla="*/ 38165 w 39626"/>
                    <a:gd name="connsiteY7" fmla="*/ 7579 h 25683"/>
                    <a:gd name="connsiteX8" fmla="*/ 39244 w 39626"/>
                    <a:gd name="connsiteY8" fmla="*/ 10300 h 25683"/>
                    <a:gd name="connsiteX9" fmla="*/ 39627 w 39626"/>
                    <a:gd name="connsiteY9" fmla="*/ 13044 h 25683"/>
                    <a:gd name="connsiteX10" fmla="*/ 38502 w 39626"/>
                    <a:gd name="connsiteY10" fmla="*/ 18824 h 25683"/>
                    <a:gd name="connsiteX11" fmla="*/ 35399 w 39626"/>
                    <a:gd name="connsiteY11" fmla="*/ 22737 h 25683"/>
                    <a:gd name="connsiteX12" fmla="*/ 30721 w 39626"/>
                    <a:gd name="connsiteY12" fmla="*/ 24986 h 25683"/>
                    <a:gd name="connsiteX13" fmla="*/ 24941 w 39626"/>
                    <a:gd name="connsiteY13" fmla="*/ 25683 h 25683"/>
                    <a:gd name="connsiteX14" fmla="*/ 19318 w 39626"/>
                    <a:gd name="connsiteY14" fmla="*/ 24918 h 25683"/>
                    <a:gd name="connsiteX15" fmla="*/ 14596 w 39626"/>
                    <a:gd name="connsiteY15" fmla="*/ 22625 h 25683"/>
                    <a:gd name="connsiteX16" fmla="*/ 11357 w 39626"/>
                    <a:gd name="connsiteY16" fmla="*/ 18734 h 25683"/>
                    <a:gd name="connsiteX17" fmla="*/ 10143 w 39626"/>
                    <a:gd name="connsiteY17" fmla="*/ 13201 h 25683"/>
                    <a:gd name="connsiteX18" fmla="*/ 11470 w 39626"/>
                    <a:gd name="connsiteY18" fmla="*/ 7512 h 25683"/>
                    <a:gd name="connsiteX19" fmla="*/ 15383 w 39626"/>
                    <a:gd name="connsiteY19" fmla="*/ 3216 h 25683"/>
                    <a:gd name="connsiteX20" fmla="*/ 0 w 39626"/>
                    <a:gd name="connsiteY20" fmla="*/ 3216 h 25683"/>
                    <a:gd name="connsiteX21" fmla="*/ 24783 w 39626"/>
                    <a:gd name="connsiteY21" fmla="*/ 3239 h 25683"/>
                    <a:gd name="connsiteX22" fmla="*/ 20285 w 39626"/>
                    <a:gd name="connsiteY22" fmla="*/ 3891 h 25683"/>
                    <a:gd name="connsiteX23" fmla="*/ 16552 w 39626"/>
                    <a:gd name="connsiteY23" fmla="*/ 5757 h 25683"/>
                    <a:gd name="connsiteX24" fmla="*/ 14011 w 39626"/>
                    <a:gd name="connsiteY24" fmla="*/ 8726 h 25683"/>
                    <a:gd name="connsiteX25" fmla="*/ 13066 w 39626"/>
                    <a:gd name="connsiteY25" fmla="*/ 12684 h 25683"/>
                    <a:gd name="connsiteX26" fmla="*/ 14056 w 39626"/>
                    <a:gd name="connsiteY26" fmla="*/ 17047 h 25683"/>
                    <a:gd name="connsiteX27" fmla="*/ 16777 w 39626"/>
                    <a:gd name="connsiteY27" fmla="*/ 20061 h 25683"/>
                    <a:gd name="connsiteX28" fmla="*/ 20803 w 39626"/>
                    <a:gd name="connsiteY28" fmla="*/ 21792 h 25683"/>
                    <a:gd name="connsiteX29" fmla="*/ 25750 w 39626"/>
                    <a:gd name="connsiteY29" fmla="*/ 22220 h 25683"/>
                    <a:gd name="connsiteX30" fmla="*/ 30428 w 39626"/>
                    <a:gd name="connsiteY30" fmla="*/ 21500 h 25683"/>
                    <a:gd name="connsiteX31" fmla="*/ 33847 w 39626"/>
                    <a:gd name="connsiteY31" fmla="*/ 19476 h 25683"/>
                    <a:gd name="connsiteX32" fmla="*/ 35983 w 39626"/>
                    <a:gd name="connsiteY32" fmla="*/ 16462 h 25683"/>
                    <a:gd name="connsiteX33" fmla="*/ 36703 w 39626"/>
                    <a:gd name="connsiteY33" fmla="*/ 12684 h 25683"/>
                    <a:gd name="connsiteX34" fmla="*/ 35781 w 39626"/>
                    <a:gd name="connsiteY34" fmla="*/ 8636 h 25683"/>
                    <a:gd name="connsiteX35" fmla="*/ 33262 w 39626"/>
                    <a:gd name="connsiteY35" fmla="*/ 5667 h 25683"/>
                    <a:gd name="connsiteX36" fmla="*/ 29484 w 39626"/>
                    <a:gd name="connsiteY36" fmla="*/ 3868 h 25683"/>
                    <a:gd name="connsiteX37" fmla="*/ 24761 w 39626"/>
                    <a:gd name="connsiteY37" fmla="*/ 3239 h 25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9626" h="25683">
                      <a:moveTo>
                        <a:pt x="0" y="3239"/>
                      </a:moveTo>
                      <a:lnTo>
                        <a:pt x="0" y="0"/>
                      </a:lnTo>
                      <a:lnTo>
                        <a:pt x="38862" y="0"/>
                      </a:lnTo>
                      <a:lnTo>
                        <a:pt x="38862" y="3239"/>
                      </a:lnTo>
                      <a:lnTo>
                        <a:pt x="33959" y="3239"/>
                      </a:lnTo>
                      <a:lnTo>
                        <a:pt x="33959" y="3351"/>
                      </a:lnTo>
                      <a:cubicBezTo>
                        <a:pt x="34904" y="3823"/>
                        <a:pt x="35713" y="4430"/>
                        <a:pt x="36411" y="5150"/>
                      </a:cubicBezTo>
                      <a:cubicBezTo>
                        <a:pt x="37108" y="5892"/>
                        <a:pt x="37692" y="6702"/>
                        <a:pt x="38165" y="7579"/>
                      </a:cubicBezTo>
                      <a:cubicBezTo>
                        <a:pt x="38637" y="8456"/>
                        <a:pt x="38997" y="9378"/>
                        <a:pt x="39244" y="10300"/>
                      </a:cubicBezTo>
                      <a:cubicBezTo>
                        <a:pt x="39492" y="11245"/>
                        <a:pt x="39627" y="12144"/>
                        <a:pt x="39627" y="13044"/>
                      </a:cubicBezTo>
                      <a:cubicBezTo>
                        <a:pt x="39627" y="15315"/>
                        <a:pt x="39244" y="17227"/>
                        <a:pt x="38502" y="18824"/>
                      </a:cubicBezTo>
                      <a:cubicBezTo>
                        <a:pt x="37737" y="20398"/>
                        <a:pt x="36703" y="21702"/>
                        <a:pt x="35399" y="22737"/>
                      </a:cubicBezTo>
                      <a:cubicBezTo>
                        <a:pt x="34094" y="23772"/>
                        <a:pt x="32520" y="24514"/>
                        <a:pt x="30721" y="24986"/>
                      </a:cubicBezTo>
                      <a:cubicBezTo>
                        <a:pt x="28922" y="25458"/>
                        <a:pt x="26988" y="25683"/>
                        <a:pt x="24941" y="25683"/>
                      </a:cubicBezTo>
                      <a:cubicBezTo>
                        <a:pt x="23007" y="25683"/>
                        <a:pt x="21117" y="25436"/>
                        <a:pt x="19318" y="24918"/>
                      </a:cubicBezTo>
                      <a:cubicBezTo>
                        <a:pt x="17519" y="24424"/>
                        <a:pt x="15945" y="23659"/>
                        <a:pt x="14596" y="22625"/>
                      </a:cubicBezTo>
                      <a:cubicBezTo>
                        <a:pt x="13246" y="21590"/>
                        <a:pt x="12167" y="20308"/>
                        <a:pt x="11357" y="18734"/>
                      </a:cubicBezTo>
                      <a:cubicBezTo>
                        <a:pt x="10547" y="17160"/>
                        <a:pt x="10143" y="15315"/>
                        <a:pt x="10143" y="13201"/>
                      </a:cubicBezTo>
                      <a:cubicBezTo>
                        <a:pt x="10143" y="11222"/>
                        <a:pt x="10593" y="9333"/>
                        <a:pt x="11470" y="7512"/>
                      </a:cubicBezTo>
                      <a:cubicBezTo>
                        <a:pt x="12347" y="5690"/>
                        <a:pt x="13651" y="4273"/>
                        <a:pt x="15383" y="3216"/>
                      </a:cubicBezTo>
                      <a:lnTo>
                        <a:pt x="0" y="3216"/>
                      </a:lnTo>
                      <a:close/>
                      <a:moveTo>
                        <a:pt x="24783" y="3239"/>
                      </a:moveTo>
                      <a:cubicBezTo>
                        <a:pt x="23209" y="3239"/>
                        <a:pt x="21702" y="3463"/>
                        <a:pt x="20285" y="3891"/>
                      </a:cubicBezTo>
                      <a:cubicBezTo>
                        <a:pt x="18869" y="4318"/>
                        <a:pt x="17632" y="4948"/>
                        <a:pt x="16552" y="5757"/>
                      </a:cubicBezTo>
                      <a:cubicBezTo>
                        <a:pt x="15495" y="6567"/>
                        <a:pt x="14640" y="7557"/>
                        <a:pt x="14011" y="8726"/>
                      </a:cubicBezTo>
                      <a:cubicBezTo>
                        <a:pt x="13381" y="9895"/>
                        <a:pt x="13066" y="11222"/>
                        <a:pt x="13066" y="12684"/>
                      </a:cubicBezTo>
                      <a:cubicBezTo>
                        <a:pt x="13066" y="14371"/>
                        <a:pt x="13404" y="15833"/>
                        <a:pt x="14056" y="17047"/>
                      </a:cubicBezTo>
                      <a:cubicBezTo>
                        <a:pt x="14731" y="18262"/>
                        <a:pt x="15630" y="19274"/>
                        <a:pt x="16777" y="20061"/>
                      </a:cubicBezTo>
                      <a:cubicBezTo>
                        <a:pt x="17924" y="20848"/>
                        <a:pt x="19273" y="21433"/>
                        <a:pt x="20803" y="21792"/>
                      </a:cubicBezTo>
                      <a:cubicBezTo>
                        <a:pt x="22332" y="22152"/>
                        <a:pt x="23974" y="22287"/>
                        <a:pt x="25750" y="22220"/>
                      </a:cubicBezTo>
                      <a:cubicBezTo>
                        <a:pt x="27505" y="22220"/>
                        <a:pt x="29079" y="21972"/>
                        <a:pt x="30428" y="21500"/>
                      </a:cubicBezTo>
                      <a:cubicBezTo>
                        <a:pt x="31778" y="21005"/>
                        <a:pt x="32925" y="20331"/>
                        <a:pt x="33847" y="19476"/>
                      </a:cubicBezTo>
                      <a:cubicBezTo>
                        <a:pt x="34769" y="18621"/>
                        <a:pt x="35488" y="17609"/>
                        <a:pt x="35983" y="16462"/>
                      </a:cubicBezTo>
                      <a:cubicBezTo>
                        <a:pt x="36478" y="15315"/>
                        <a:pt x="36703" y="14056"/>
                        <a:pt x="36703" y="12684"/>
                      </a:cubicBezTo>
                      <a:cubicBezTo>
                        <a:pt x="36703" y="11177"/>
                        <a:pt x="36388" y="9828"/>
                        <a:pt x="35781" y="8636"/>
                      </a:cubicBezTo>
                      <a:cubicBezTo>
                        <a:pt x="35173" y="7444"/>
                        <a:pt x="34341" y="6454"/>
                        <a:pt x="33262" y="5667"/>
                      </a:cubicBezTo>
                      <a:cubicBezTo>
                        <a:pt x="32205" y="4880"/>
                        <a:pt x="30945" y="4273"/>
                        <a:pt x="29484" y="3868"/>
                      </a:cubicBezTo>
                      <a:cubicBezTo>
                        <a:pt x="28022" y="3463"/>
                        <a:pt x="26447" y="3239"/>
                        <a:pt x="24761" y="3239"/>
                      </a:cubicBezTo>
                      <a:close/>
                    </a:path>
                  </a:pathLst>
                </a:custGeom>
                <a:solidFill>
                  <a:srgbClr val="231F20"/>
                </a:solidFill>
                <a:ln w="2249" cap="flat">
                  <a:noFill/>
                  <a:prstDash val="solid"/>
                  <a:miter/>
                </a:ln>
              </p:spPr>
              <p:txBody>
                <a:bodyPr rtlCol="0" anchor="ctr"/>
                <a:lstStyle/>
                <a:p>
                  <a:endParaRPr lang="en-US"/>
                </a:p>
              </p:txBody>
            </p:sp>
            <p:sp>
              <p:nvSpPr>
                <p:cNvPr id="3847" name="Freeform 3846">
                  <a:extLst>
                    <a:ext uri="{FF2B5EF4-FFF2-40B4-BE49-F238E27FC236}">
                      <a16:creationId xmlns:a16="http://schemas.microsoft.com/office/drawing/2014/main" id="{3C50DA63-FB70-2B91-EB5D-443F6D19EE7D}"/>
                    </a:ext>
                  </a:extLst>
                </p:cNvPr>
                <p:cNvSpPr/>
                <p:nvPr/>
              </p:nvSpPr>
              <p:spPr>
                <a:xfrm>
                  <a:off x="3405797" y="2454615"/>
                  <a:ext cx="29483" cy="25167"/>
                </a:xfrm>
                <a:custGeom>
                  <a:avLst/>
                  <a:gdLst>
                    <a:gd name="connsiteX0" fmla="*/ 15473 w 29483"/>
                    <a:gd name="connsiteY0" fmla="*/ 21659 h 25167"/>
                    <a:gd name="connsiteX1" fmla="*/ 19768 w 29483"/>
                    <a:gd name="connsiteY1" fmla="*/ 21074 h 25167"/>
                    <a:gd name="connsiteX2" fmla="*/ 23277 w 29483"/>
                    <a:gd name="connsiteY2" fmla="*/ 19320 h 25167"/>
                    <a:gd name="connsiteX3" fmla="*/ 25661 w 29483"/>
                    <a:gd name="connsiteY3" fmla="*/ 16374 h 25167"/>
                    <a:gd name="connsiteX4" fmla="*/ 26560 w 29483"/>
                    <a:gd name="connsiteY4" fmla="*/ 12281 h 25167"/>
                    <a:gd name="connsiteX5" fmla="*/ 24896 w 29483"/>
                    <a:gd name="connsiteY5" fmla="*/ 6838 h 25167"/>
                    <a:gd name="connsiteX6" fmla="*/ 20151 w 29483"/>
                    <a:gd name="connsiteY6" fmla="*/ 3825 h 25167"/>
                    <a:gd name="connsiteX7" fmla="*/ 20151 w 29483"/>
                    <a:gd name="connsiteY7" fmla="*/ 204 h 25167"/>
                    <a:gd name="connsiteX8" fmla="*/ 23839 w 29483"/>
                    <a:gd name="connsiteY8" fmla="*/ 1778 h 25167"/>
                    <a:gd name="connsiteX9" fmla="*/ 26808 w 29483"/>
                    <a:gd name="connsiteY9" fmla="*/ 4207 h 25167"/>
                    <a:gd name="connsiteX10" fmla="*/ 28787 w 29483"/>
                    <a:gd name="connsiteY10" fmla="*/ 7670 h 25167"/>
                    <a:gd name="connsiteX11" fmla="*/ 29484 w 29483"/>
                    <a:gd name="connsiteY11" fmla="*/ 12303 h 25167"/>
                    <a:gd name="connsiteX12" fmla="*/ 28359 w 29483"/>
                    <a:gd name="connsiteY12" fmla="*/ 18083 h 25167"/>
                    <a:gd name="connsiteX13" fmla="*/ 25256 w 29483"/>
                    <a:gd name="connsiteY13" fmla="*/ 22086 h 25167"/>
                    <a:gd name="connsiteX14" fmla="*/ 20623 w 29483"/>
                    <a:gd name="connsiteY14" fmla="*/ 24403 h 25167"/>
                    <a:gd name="connsiteX15" fmla="*/ 14866 w 29483"/>
                    <a:gd name="connsiteY15" fmla="*/ 25167 h 25167"/>
                    <a:gd name="connsiteX16" fmla="*/ 9086 w 29483"/>
                    <a:gd name="connsiteY16" fmla="*/ 24268 h 25167"/>
                    <a:gd name="connsiteX17" fmla="*/ 4363 w 29483"/>
                    <a:gd name="connsiteY17" fmla="*/ 21726 h 25167"/>
                    <a:gd name="connsiteX18" fmla="*/ 1170 w 29483"/>
                    <a:gd name="connsiteY18" fmla="*/ 17701 h 25167"/>
                    <a:gd name="connsiteX19" fmla="*/ 0 w 29483"/>
                    <a:gd name="connsiteY19" fmla="*/ 12303 h 25167"/>
                    <a:gd name="connsiteX20" fmla="*/ 3958 w 29483"/>
                    <a:gd name="connsiteY20" fmla="*/ 3240 h 25167"/>
                    <a:gd name="connsiteX21" fmla="*/ 15473 w 29483"/>
                    <a:gd name="connsiteY21" fmla="*/ 1 h 25167"/>
                    <a:gd name="connsiteX22" fmla="*/ 15473 w 29483"/>
                    <a:gd name="connsiteY22" fmla="*/ 21704 h 25167"/>
                    <a:gd name="connsiteX23" fmla="*/ 12774 w 29483"/>
                    <a:gd name="connsiteY23" fmla="*/ 3420 h 25167"/>
                    <a:gd name="connsiteX24" fmla="*/ 8906 w 29483"/>
                    <a:gd name="connsiteY24" fmla="*/ 3982 h 25167"/>
                    <a:gd name="connsiteX25" fmla="*/ 5780 w 29483"/>
                    <a:gd name="connsiteY25" fmla="*/ 5646 h 25167"/>
                    <a:gd name="connsiteX26" fmla="*/ 3666 w 29483"/>
                    <a:gd name="connsiteY26" fmla="*/ 8435 h 25167"/>
                    <a:gd name="connsiteX27" fmla="*/ 2879 w 29483"/>
                    <a:gd name="connsiteY27" fmla="*/ 12258 h 25167"/>
                    <a:gd name="connsiteX28" fmla="*/ 3688 w 29483"/>
                    <a:gd name="connsiteY28" fmla="*/ 16059 h 25167"/>
                    <a:gd name="connsiteX29" fmla="*/ 5848 w 29483"/>
                    <a:gd name="connsiteY29" fmla="*/ 18870 h 25167"/>
                    <a:gd name="connsiteX30" fmla="*/ 8973 w 29483"/>
                    <a:gd name="connsiteY30" fmla="*/ 20737 h 25167"/>
                    <a:gd name="connsiteX31" fmla="*/ 12752 w 29483"/>
                    <a:gd name="connsiteY31" fmla="*/ 21659 h 25167"/>
                    <a:gd name="connsiteX32" fmla="*/ 12752 w 29483"/>
                    <a:gd name="connsiteY32"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3" h="25167">
                      <a:moveTo>
                        <a:pt x="15473" y="21659"/>
                      </a:moveTo>
                      <a:cubicBezTo>
                        <a:pt x="16980" y="21659"/>
                        <a:pt x="18419" y="21456"/>
                        <a:pt x="19768" y="21074"/>
                      </a:cubicBezTo>
                      <a:cubicBezTo>
                        <a:pt x="21118" y="20669"/>
                        <a:pt x="22287" y="20085"/>
                        <a:pt x="23277" y="19320"/>
                      </a:cubicBezTo>
                      <a:cubicBezTo>
                        <a:pt x="24266" y="18555"/>
                        <a:pt x="25053" y="17566"/>
                        <a:pt x="25661" y="16374"/>
                      </a:cubicBezTo>
                      <a:cubicBezTo>
                        <a:pt x="26245" y="15182"/>
                        <a:pt x="26560" y="13810"/>
                        <a:pt x="26560" y="12281"/>
                      </a:cubicBezTo>
                      <a:cubicBezTo>
                        <a:pt x="26560" y="10167"/>
                        <a:pt x="25998" y="8345"/>
                        <a:pt x="24896" y="6838"/>
                      </a:cubicBezTo>
                      <a:cubicBezTo>
                        <a:pt x="23772" y="5331"/>
                        <a:pt x="22197" y="4319"/>
                        <a:pt x="20151" y="3825"/>
                      </a:cubicBezTo>
                      <a:lnTo>
                        <a:pt x="20151" y="204"/>
                      </a:lnTo>
                      <a:cubicBezTo>
                        <a:pt x="21478" y="609"/>
                        <a:pt x="22715" y="1126"/>
                        <a:pt x="23839" y="1778"/>
                      </a:cubicBezTo>
                      <a:cubicBezTo>
                        <a:pt x="24964" y="2430"/>
                        <a:pt x="25953" y="3240"/>
                        <a:pt x="26808" y="4207"/>
                      </a:cubicBezTo>
                      <a:cubicBezTo>
                        <a:pt x="27662" y="5174"/>
                        <a:pt x="28315" y="6321"/>
                        <a:pt x="28787" y="7670"/>
                      </a:cubicBezTo>
                      <a:cubicBezTo>
                        <a:pt x="29259" y="8997"/>
                        <a:pt x="29484" y="10549"/>
                        <a:pt x="29484" y="12303"/>
                      </a:cubicBezTo>
                      <a:cubicBezTo>
                        <a:pt x="29484" y="14530"/>
                        <a:pt x="29102" y="16464"/>
                        <a:pt x="28359" y="18083"/>
                      </a:cubicBezTo>
                      <a:cubicBezTo>
                        <a:pt x="27595" y="19702"/>
                        <a:pt x="26560" y="21029"/>
                        <a:pt x="25256" y="22086"/>
                      </a:cubicBezTo>
                      <a:cubicBezTo>
                        <a:pt x="23951" y="23121"/>
                        <a:pt x="22400" y="23908"/>
                        <a:pt x="20623" y="24403"/>
                      </a:cubicBezTo>
                      <a:cubicBezTo>
                        <a:pt x="18846" y="24897"/>
                        <a:pt x="16935" y="25167"/>
                        <a:pt x="14866" y="25167"/>
                      </a:cubicBezTo>
                      <a:cubicBezTo>
                        <a:pt x="12797" y="25167"/>
                        <a:pt x="10885" y="24875"/>
                        <a:pt x="9086" y="24268"/>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close/>
                      <a:moveTo>
                        <a:pt x="12774" y="3420"/>
                      </a:moveTo>
                      <a:cubicBezTo>
                        <a:pt x="11402" y="3420"/>
                        <a:pt x="10120" y="3600"/>
                        <a:pt x="8906" y="3982"/>
                      </a:cubicBezTo>
                      <a:cubicBezTo>
                        <a:pt x="7692" y="4364"/>
                        <a:pt x="6657" y="4927"/>
                        <a:pt x="5780" y="5646"/>
                      </a:cubicBezTo>
                      <a:cubicBezTo>
                        <a:pt x="4903" y="6388"/>
                        <a:pt x="4206" y="7310"/>
                        <a:pt x="3666" y="8435"/>
                      </a:cubicBezTo>
                      <a:cubicBezTo>
                        <a:pt x="3149" y="9559"/>
                        <a:pt x="2879" y="10819"/>
                        <a:pt x="2879" y="12258"/>
                      </a:cubicBezTo>
                      <a:cubicBezTo>
                        <a:pt x="2879" y="13697"/>
                        <a:pt x="3149" y="14957"/>
                        <a:pt x="3688" y="16059"/>
                      </a:cubicBezTo>
                      <a:cubicBezTo>
                        <a:pt x="4228" y="17161"/>
                        <a:pt x="4948" y="18083"/>
                        <a:pt x="5848" y="18870"/>
                      </a:cubicBezTo>
                      <a:cubicBezTo>
                        <a:pt x="6747" y="19635"/>
                        <a:pt x="7782" y="20264"/>
                        <a:pt x="8973" y="20737"/>
                      </a:cubicBezTo>
                      <a:cubicBezTo>
                        <a:pt x="10165" y="21209"/>
                        <a:pt x="11425" y="21501"/>
                        <a:pt x="12752" y="21659"/>
                      </a:cubicBezTo>
                      <a:lnTo>
                        <a:pt x="12752" y="3420"/>
                      </a:lnTo>
                      <a:close/>
                    </a:path>
                  </a:pathLst>
                </a:custGeom>
                <a:solidFill>
                  <a:srgbClr val="231F20"/>
                </a:solidFill>
                <a:ln w="2249" cap="flat">
                  <a:noFill/>
                  <a:prstDash val="solid"/>
                  <a:miter/>
                </a:ln>
              </p:spPr>
              <p:txBody>
                <a:bodyPr rtlCol="0" anchor="ctr"/>
                <a:lstStyle/>
                <a:p>
                  <a:endParaRPr lang="en-US"/>
                </a:p>
              </p:txBody>
            </p:sp>
            <p:sp>
              <p:nvSpPr>
                <p:cNvPr id="3848" name="Freeform 3847">
                  <a:extLst>
                    <a:ext uri="{FF2B5EF4-FFF2-40B4-BE49-F238E27FC236}">
                      <a16:creationId xmlns:a16="http://schemas.microsoft.com/office/drawing/2014/main" id="{6F2FEF48-BB8D-26A7-243B-D155A26BE5E5}"/>
                    </a:ext>
                  </a:extLst>
                </p:cNvPr>
                <p:cNvSpPr/>
                <p:nvPr/>
              </p:nvSpPr>
              <p:spPr>
                <a:xfrm>
                  <a:off x="3406562" y="2426167"/>
                  <a:ext cx="27954" cy="25008"/>
                </a:xfrm>
                <a:custGeom>
                  <a:avLst/>
                  <a:gdLst>
                    <a:gd name="connsiteX0" fmla="*/ 15855 w 27954"/>
                    <a:gd name="connsiteY0" fmla="*/ 12392 h 25008"/>
                    <a:gd name="connsiteX1" fmla="*/ 27954 w 27954"/>
                    <a:gd name="connsiteY1" fmla="*/ 21073 h 25008"/>
                    <a:gd name="connsiteX2" fmla="*/ 27954 w 27954"/>
                    <a:gd name="connsiteY2" fmla="*/ 25008 h 25008"/>
                    <a:gd name="connsiteX3" fmla="*/ 13494 w 27954"/>
                    <a:gd name="connsiteY3" fmla="*/ 14258 h 25008"/>
                    <a:gd name="connsiteX4" fmla="*/ 0 w 27954"/>
                    <a:gd name="connsiteY4" fmla="*/ 24131 h 25008"/>
                    <a:gd name="connsiteX5" fmla="*/ 0 w 27954"/>
                    <a:gd name="connsiteY5" fmla="*/ 20128 h 25008"/>
                    <a:gd name="connsiteX6" fmla="*/ 11110 w 27954"/>
                    <a:gd name="connsiteY6" fmla="*/ 12414 h 25008"/>
                    <a:gd name="connsiteX7" fmla="*/ 0 w 27954"/>
                    <a:gd name="connsiteY7" fmla="*/ 4475 h 25008"/>
                    <a:gd name="connsiteX8" fmla="*/ 0 w 27954"/>
                    <a:gd name="connsiteY8" fmla="*/ 382 h 25008"/>
                    <a:gd name="connsiteX9" fmla="*/ 13494 w 27954"/>
                    <a:gd name="connsiteY9" fmla="*/ 10480 h 25008"/>
                    <a:gd name="connsiteX10" fmla="*/ 27954 w 27954"/>
                    <a:gd name="connsiteY10" fmla="*/ 0 h 25008"/>
                    <a:gd name="connsiteX11" fmla="*/ 27954 w 27954"/>
                    <a:gd name="connsiteY11" fmla="*/ 3891 h 25008"/>
                    <a:gd name="connsiteX12" fmla="*/ 15855 w 27954"/>
                    <a:gd name="connsiteY12" fmla="*/ 12369 h 250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954" h="25008">
                      <a:moveTo>
                        <a:pt x="15855" y="12392"/>
                      </a:moveTo>
                      <a:lnTo>
                        <a:pt x="27954" y="21073"/>
                      </a:lnTo>
                      <a:lnTo>
                        <a:pt x="27954" y="25008"/>
                      </a:lnTo>
                      <a:lnTo>
                        <a:pt x="13494" y="14258"/>
                      </a:lnTo>
                      <a:lnTo>
                        <a:pt x="0" y="24131"/>
                      </a:lnTo>
                      <a:lnTo>
                        <a:pt x="0" y="20128"/>
                      </a:lnTo>
                      <a:lnTo>
                        <a:pt x="11110" y="12414"/>
                      </a:lnTo>
                      <a:lnTo>
                        <a:pt x="0" y="4475"/>
                      </a:lnTo>
                      <a:lnTo>
                        <a:pt x="0" y="382"/>
                      </a:lnTo>
                      <a:lnTo>
                        <a:pt x="13494" y="10480"/>
                      </a:lnTo>
                      <a:lnTo>
                        <a:pt x="27954" y="0"/>
                      </a:lnTo>
                      <a:lnTo>
                        <a:pt x="27954" y="3891"/>
                      </a:lnTo>
                      <a:lnTo>
                        <a:pt x="15855" y="12369"/>
                      </a:lnTo>
                      <a:close/>
                    </a:path>
                  </a:pathLst>
                </a:custGeom>
                <a:solidFill>
                  <a:srgbClr val="231F20"/>
                </a:solidFill>
                <a:ln w="2249" cap="flat">
                  <a:noFill/>
                  <a:prstDash val="solid"/>
                  <a:miter/>
                </a:ln>
              </p:spPr>
              <p:txBody>
                <a:bodyPr rtlCol="0" anchor="ctr"/>
                <a:lstStyle/>
                <a:p>
                  <a:endParaRPr lang="en-US"/>
                </a:p>
              </p:txBody>
            </p:sp>
          </p:grpSp>
          <p:sp>
            <p:nvSpPr>
              <p:cNvPr id="4008" name="Freeform 4007">
                <a:extLst>
                  <a:ext uri="{FF2B5EF4-FFF2-40B4-BE49-F238E27FC236}">
                    <a16:creationId xmlns:a16="http://schemas.microsoft.com/office/drawing/2014/main" id="{8B8A3362-A75A-867C-24E0-807BBA48E0BA}"/>
                  </a:ext>
                </a:extLst>
              </p:cNvPr>
              <p:cNvSpPr/>
              <p:nvPr/>
            </p:nvSpPr>
            <p:spPr>
              <a:xfrm>
                <a:off x="7001850" y="6181772"/>
                <a:ext cx="3342961" cy="8416"/>
              </a:xfrm>
              <a:custGeom>
                <a:avLst/>
                <a:gdLst>
                  <a:gd name="connsiteX0" fmla="*/ 0 w 892948"/>
                  <a:gd name="connsiteY0" fmla="*/ 0 h 2248"/>
                  <a:gd name="connsiteX1" fmla="*/ 892949 w 892948"/>
                  <a:gd name="connsiteY1" fmla="*/ 0 h 2248"/>
                </a:gdLst>
                <a:ahLst/>
                <a:cxnLst>
                  <a:cxn ang="0">
                    <a:pos x="connsiteX0" y="connsiteY0"/>
                  </a:cxn>
                  <a:cxn ang="0">
                    <a:pos x="connsiteX1" y="connsiteY1"/>
                  </a:cxn>
                </a:cxnLst>
                <a:rect l="l" t="t" r="r" b="b"/>
                <a:pathLst>
                  <a:path w="892948" h="2248">
                    <a:moveTo>
                      <a:pt x="0" y="0"/>
                    </a:moveTo>
                    <a:lnTo>
                      <a:pt x="892949" y="0"/>
                    </a:lnTo>
                  </a:path>
                </a:pathLst>
              </a:custGeom>
              <a:ln w="4498" cap="sq">
                <a:solidFill>
                  <a:srgbClr val="231F20"/>
                </a:solidFill>
                <a:prstDash val="solid"/>
                <a:round/>
              </a:ln>
            </p:spPr>
            <p:txBody>
              <a:bodyPr rtlCol="0" anchor="ctr"/>
              <a:lstStyle/>
              <a:p>
                <a:endParaRPr lang="en-US"/>
              </a:p>
            </p:txBody>
          </p:sp>
          <p:sp>
            <p:nvSpPr>
              <p:cNvPr id="4009" name="Freeform 4008">
                <a:extLst>
                  <a:ext uri="{FF2B5EF4-FFF2-40B4-BE49-F238E27FC236}">
                    <a16:creationId xmlns:a16="http://schemas.microsoft.com/office/drawing/2014/main" id="{535EC59C-F765-AF2E-4E0B-83666DFF6AE1}"/>
                  </a:ext>
                </a:extLst>
              </p:cNvPr>
              <p:cNvSpPr/>
              <p:nvPr/>
            </p:nvSpPr>
            <p:spPr>
              <a:xfrm>
                <a:off x="6977010" y="3271231"/>
                <a:ext cx="25173" cy="2909778"/>
              </a:xfrm>
              <a:custGeom>
                <a:avLst/>
                <a:gdLst>
                  <a:gd name="connsiteX0" fmla="*/ 6724 w 6724"/>
                  <a:gd name="connsiteY0" fmla="*/ 777240 h 777239"/>
                  <a:gd name="connsiteX1" fmla="*/ 0 w 6724"/>
                  <a:gd name="connsiteY1" fmla="*/ 0 h 777239"/>
                </a:gdLst>
                <a:ahLst/>
                <a:cxnLst>
                  <a:cxn ang="0">
                    <a:pos x="connsiteX0" y="connsiteY0"/>
                  </a:cxn>
                  <a:cxn ang="0">
                    <a:pos x="connsiteX1" y="connsiteY1"/>
                  </a:cxn>
                </a:cxnLst>
                <a:rect l="l" t="t" r="r" b="b"/>
                <a:pathLst>
                  <a:path w="6724" h="777239">
                    <a:moveTo>
                      <a:pt x="6724" y="777240"/>
                    </a:moveTo>
                    <a:lnTo>
                      <a:pt x="0" y="0"/>
                    </a:lnTo>
                  </a:path>
                </a:pathLst>
              </a:custGeom>
              <a:ln w="4498" cap="sq">
                <a:solidFill>
                  <a:srgbClr val="231F20"/>
                </a:solidFill>
                <a:prstDash val="solid"/>
                <a:round/>
              </a:ln>
            </p:spPr>
            <p:txBody>
              <a:bodyPr rtlCol="0" anchor="ctr"/>
              <a:lstStyle/>
              <a:p>
                <a:endParaRPr lang="en-US"/>
              </a:p>
            </p:txBody>
          </p:sp>
          <p:sp>
            <p:nvSpPr>
              <p:cNvPr id="4010" name="Freeform 4009">
                <a:extLst>
                  <a:ext uri="{FF2B5EF4-FFF2-40B4-BE49-F238E27FC236}">
                    <a16:creationId xmlns:a16="http://schemas.microsoft.com/office/drawing/2014/main" id="{4FBF7F1E-E895-0DB0-EA65-23CACF75773E}"/>
                  </a:ext>
                </a:extLst>
              </p:cNvPr>
              <p:cNvSpPr/>
              <p:nvPr/>
            </p:nvSpPr>
            <p:spPr>
              <a:xfrm>
                <a:off x="6993430" y="5025774"/>
                <a:ext cx="39822" cy="333"/>
              </a:xfrm>
              <a:custGeom>
                <a:avLst/>
                <a:gdLst>
                  <a:gd name="connsiteX0" fmla="*/ 0 w 10637"/>
                  <a:gd name="connsiteY0" fmla="*/ 90 h 89"/>
                  <a:gd name="connsiteX1" fmla="*/ 10638 w 10637"/>
                  <a:gd name="connsiteY1" fmla="*/ 0 h 89"/>
                </a:gdLst>
                <a:ahLst/>
                <a:cxnLst>
                  <a:cxn ang="0">
                    <a:pos x="connsiteX0" y="connsiteY0"/>
                  </a:cxn>
                  <a:cxn ang="0">
                    <a:pos x="connsiteX1" y="connsiteY1"/>
                  </a:cxn>
                </a:cxnLst>
                <a:rect l="l" t="t" r="r" b="b"/>
                <a:pathLst>
                  <a:path w="10637" h="89">
                    <a:moveTo>
                      <a:pt x="0" y="90"/>
                    </a:moveTo>
                    <a:lnTo>
                      <a:pt x="10638" y="0"/>
                    </a:lnTo>
                  </a:path>
                </a:pathLst>
              </a:custGeom>
              <a:ln w="4498" cap="sq">
                <a:solidFill>
                  <a:srgbClr val="262626"/>
                </a:solidFill>
                <a:prstDash val="solid"/>
                <a:round/>
              </a:ln>
            </p:spPr>
            <p:txBody>
              <a:bodyPr rtlCol="0" anchor="ctr"/>
              <a:lstStyle/>
              <a:p>
                <a:endParaRPr lang="en-US"/>
              </a:p>
            </p:txBody>
          </p:sp>
          <p:sp>
            <p:nvSpPr>
              <p:cNvPr id="4011" name="Freeform 4010">
                <a:extLst>
                  <a:ext uri="{FF2B5EF4-FFF2-40B4-BE49-F238E27FC236}">
                    <a16:creationId xmlns:a16="http://schemas.microsoft.com/office/drawing/2014/main" id="{F61F7CB0-5EE5-DC75-BF45-87D1C7D321D9}"/>
                  </a:ext>
                </a:extLst>
              </p:cNvPr>
              <p:cNvSpPr/>
              <p:nvPr/>
            </p:nvSpPr>
            <p:spPr>
              <a:xfrm>
                <a:off x="6984756" y="3869270"/>
                <a:ext cx="39822" cy="251"/>
              </a:xfrm>
              <a:custGeom>
                <a:avLst/>
                <a:gdLst>
                  <a:gd name="connsiteX0" fmla="*/ 0 w 10637"/>
                  <a:gd name="connsiteY0" fmla="*/ 67 h 67"/>
                  <a:gd name="connsiteX1" fmla="*/ 10638 w 10637"/>
                  <a:gd name="connsiteY1" fmla="*/ 0 h 67"/>
                </a:gdLst>
                <a:ahLst/>
                <a:cxnLst>
                  <a:cxn ang="0">
                    <a:pos x="connsiteX0" y="connsiteY0"/>
                  </a:cxn>
                  <a:cxn ang="0">
                    <a:pos x="connsiteX1" y="connsiteY1"/>
                  </a:cxn>
                </a:cxnLst>
                <a:rect l="l" t="t" r="r" b="b"/>
                <a:pathLst>
                  <a:path w="10637" h="67">
                    <a:moveTo>
                      <a:pt x="0" y="67"/>
                    </a:moveTo>
                    <a:lnTo>
                      <a:pt x="10638" y="0"/>
                    </a:lnTo>
                  </a:path>
                </a:pathLst>
              </a:custGeom>
              <a:ln w="4498" cap="sq">
                <a:solidFill>
                  <a:srgbClr val="262626"/>
                </a:solidFill>
                <a:prstDash val="solid"/>
                <a:round/>
              </a:ln>
            </p:spPr>
            <p:txBody>
              <a:bodyPr rtlCol="0" anchor="ctr"/>
              <a:lstStyle/>
              <a:p>
                <a:endParaRPr lang="en-US"/>
              </a:p>
            </p:txBody>
          </p:sp>
          <p:grpSp>
            <p:nvGrpSpPr>
              <p:cNvPr id="4012" name="Graphic 4479">
                <a:extLst>
                  <a:ext uri="{FF2B5EF4-FFF2-40B4-BE49-F238E27FC236}">
                    <a16:creationId xmlns:a16="http://schemas.microsoft.com/office/drawing/2014/main" id="{A4F3B135-757E-436E-6852-62A615A4A853}"/>
                  </a:ext>
                </a:extLst>
              </p:cNvPr>
              <p:cNvGrpSpPr/>
              <p:nvPr/>
            </p:nvGrpSpPr>
            <p:grpSpPr>
              <a:xfrm>
                <a:off x="6555533" y="6158198"/>
                <a:ext cx="263024" cy="145317"/>
                <a:chOff x="4700815" y="2975003"/>
                <a:chExt cx="70257" cy="38816"/>
              </a:xfrm>
              <a:solidFill>
                <a:srgbClr val="231F20"/>
              </a:solidFill>
            </p:grpSpPr>
            <p:sp>
              <p:nvSpPr>
                <p:cNvPr id="4013" name="Freeform 4012">
                  <a:extLst>
                    <a:ext uri="{FF2B5EF4-FFF2-40B4-BE49-F238E27FC236}">
                      <a16:creationId xmlns:a16="http://schemas.microsoft.com/office/drawing/2014/main" id="{32A68D49-0C4E-8F98-8BBE-2A94C56B4809}"/>
                    </a:ext>
                  </a:extLst>
                </p:cNvPr>
                <p:cNvSpPr/>
                <p:nvPr/>
              </p:nvSpPr>
              <p:spPr>
                <a:xfrm>
                  <a:off x="4700815" y="2975003"/>
                  <a:ext cx="25772" cy="38816"/>
                </a:xfrm>
                <a:custGeom>
                  <a:avLst/>
                  <a:gdLst>
                    <a:gd name="connsiteX0" fmla="*/ 12932 w 25772"/>
                    <a:gd name="connsiteY0" fmla="*/ 0 h 38816"/>
                    <a:gd name="connsiteX1" fmla="*/ 17789 w 25772"/>
                    <a:gd name="connsiteY1" fmla="*/ 832 h 38816"/>
                    <a:gd name="connsiteX2" fmla="*/ 21275 w 25772"/>
                    <a:gd name="connsiteY2" fmla="*/ 3126 h 38816"/>
                    <a:gd name="connsiteX3" fmla="*/ 23592 w 25772"/>
                    <a:gd name="connsiteY3" fmla="*/ 6522 h 38816"/>
                    <a:gd name="connsiteX4" fmla="*/ 24963 w 25772"/>
                    <a:gd name="connsiteY4" fmla="*/ 10660 h 38816"/>
                    <a:gd name="connsiteX5" fmla="*/ 25616 w 25772"/>
                    <a:gd name="connsiteY5" fmla="*/ 15158 h 38816"/>
                    <a:gd name="connsiteX6" fmla="*/ 25773 w 25772"/>
                    <a:gd name="connsiteY6" fmla="*/ 19701 h 38816"/>
                    <a:gd name="connsiteX7" fmla="*/ 25233 w 25772"/>
                    <a:gd name="connsiteY7" fmla="*/ 26942 h 38816"/>
                    <a:gd name="connsiteX8" fmla="*/ 23254 w 25772"/>
                    <a:gd name="connsiteY8" fmla="*/ 33037 h 38816"/>
                    <a:gd name="connsiteX9" fmla="*/ 19341 w 25772"/>
                    <a:gd name="connsiteY9" fmla="*/ 37243 h 38816"/>
                    <a:gd name="connsiteX10" fmla="*/ 12909 w 25772"/>
                    <a:gd name="connsiteY10" fmla="*/ 38817 h 38816"/>
                    <a:gd name="connsiteX11" fmla="*/ 6454 w 25772"/>
                    <a:gd name="connsiteY11" fmla="*/ 37243 h 38816"/>
                    <a:gd name="connsiteX12" fmla="*/ 2519 w 25772"/>
                    <a:gd name="connsiteY12" fmla="*/ 33015 h 38816"/>
                    <a:gd name="connsiteX13" fmla="*/ 540 w 25772"/>
                    <a:gd name="connsiteY13" fmla="*/ 26808 h 38816"/>
                    <a:gd name="connsiteX14" fmla="*/ 0 w 25772"/>
                    <a:gd name="connsiteY14" fmla="*/ 19341 h 38816"/>
                    <a:gd name="connsiteX15" fmla="*/ 495 w 25772"/>
                    <a:gd name="connsiteY15" fmla="*/ 12279 h 38816"/>
                    <a:gd name="connsiteX16" fmla="*/ 2361 w 25772"/>
                    <a:gd name="connsiteY16" fmla="*/ 6095 h 38816"/>
                    <a:gd name="connsiteX17" fmla="*/ 6274 w 25772"/>
                    <a:gd name="connsiteY17" fmla="*/ 1687 h 38816"/>
                    <a:gd name="connsiteX18" fmla="*/ 12909 w 25772"/>
                    <a:gd name="connsiteY18" fmla="*/ 22 h 38816"/>
                    <a:gd name="connsiteX19" fmla="*/ 22332 w 25772"/>
                    <a:gd name="connsiteY19" fmla="*/ 19319 h 38816"/>
                    <a:gd name="connsiteX20" fmla="*/ 21972 w 25772"/>
                    <a:gd name="connsiteY20" fmla="*/ 13291 h 38816"/>
                    <a:gd name="connsiteX21" fmla="*/ 20600 w 25772"/>
                    <a:gd name="connsiteY21" fmla="*/ 8029 h 38816"/>
                    <a:gd name="connsiteX22" fmla="*/ 17722 w 25772"/>
                    <a:gd name="connsiteY22" fmla="*/ 4295 h 38816"/>
                    <a:gd name="connsiteX23" fmla="*/ 12841 w 25772"/>
                    <a:gd name="connsiteY23" fmla="*/ 2901 h 38816"/>
                    <a:gd name="connsiteX24" fmla="*/ 8164 w 25772"/>
                    <a:gd name="connsiteY24" fmla="*/ 4340 h 38816"/>
                    <a:gd name="connsiteX25" fmla="*/ 5330 w 25772"/>
                    <a:gd name="connsiteY25" fmla="*/ 8141 h 38816"/>
                    <a:gd name="connsiteX26" fmla="*/ 3891 w 25772"/>
                    <a:gd name="connsiteY26" fmla="*/ 13539 h 38816"/>
                    <a:gd name="connsiteX27" fmla="*/ 3486 w 25772"/>
                    <a:gd name="connsiteY27" fmla="*/ 19701 h 38816"/>
                    <a:gd name="connsiteX28" fmla="*/ 3936 w 25772"/>
                    <a:gd name="connsiteY28" fmla="*/ 26358 h 38816"/>
                    <a:gd name="connsiteX29" fmla="*/ 5465 w 25772"/>
                    <a:gd name="connsiteY29" fmla="*/ 31463 h 38816"/>
                    <a:gd name="connsiteX30" fmla="*/ 8344 w 25772"/>
                    <a:gd name="connsiteY30" fmla="*/ 34724 h 38816"/>
                    <a:gd name="connsiteX31" fmla="*/ 12909 w 25772"/>
                    <a:gd name="connsiteY31" fmla="*/ 35893 h 38816"/>
                    <a:gd name="connsiteX32" fmla="*/ 17857 w 25772"/>
                    <a:gd name="connsiteY32" fmla="*/ 34387 h 38816"/>
                    <a:gd name="connsiteX33" fmla="*/ 20690 w 25772"/>
                    <a:gd name="connsiteY33" fmla="*/ 30496 h 38816"/>
                    <a:gd name="connsiteX34" fmla="*/ 21995 w 25772"/>
                    <a:gd name="connsiteY34" fmla="*/ 25143 h 38816"/>
                    <a:gd name="connsiteX35" fmla="*/ 22309 w 25772"/>
                    <a:gd name="connsiteY35" fmla="*/ 19319 h 38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2" h="38816">
                      <a:moveTo>
                        <a:pt x="12932" y="0"/>
                      </a:moveTo>
                      <a:cubicBezTo>
                        <a:pt x="14798" y="0"/>
                        <a:pt x="16417" y="270"/>
                        <a:pt x="17789" y="832"/>
                      </a:cubicBezTo>
                      <a:cubicBezTo>
                        <a:pt x="19161" y="1394"/>
                        <a:pt x="20308" y="2159"/>
                        <a:pt x="21275" y="3126"/>
                      </a:cubicBezTo>
                      <a:cubicBezTo>
                        <a:pt x="22220" y="4093"/>
                        <a:pt x="23007" y="5240"/>
                        <a:pt x="23592" y="6522"/>
                      </a:cubicBezTo>
                      <a:cubicBezTo>
                        <a:pt x="24176" y="7826"/>
                        <a:pt x="24648" y="9198"/>
                        <a:pt x="24963" y="10660"/>
                      </a:cubicBezTo>
                      <a:cubicBezTo>
                        <a:pt x="25278" y="12122"/>
                        <a:pt x="25503" y="13629"/>
                        <a:pt x="25616" y="15158"/>
                      </a:cubicBezTo>
                      <a:cubicBezTo>
                        <a:pt x="25728" y="16687"/>
                        <a:pt x="25773" y="18217"/>
                        <a:pt x="25773" y="19701"/>
                      </a:cubicBezTo>
                      <a:cubicBezTo>
                        <a:pt x="25773" y="22220"/>
                        <a:pt x="25593" y="24626"/>
                        <a:pt x="25233" y="26942"/>
                      </a:cubicBezTo>
                      <a:cubicBezTo>
                        <a:pt x="24873" y="29236"/>
                        <a:pt x="24221" y="31283"/>
                        <a:pt x="23254" y="33037"/>
                      </a:cubicBezTo>
                      <a:cubicBezTo>
                        <a:pt x="22309"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900" y="29169"/>
                        <a:pt x="540" y="26808"/>
                      </a:cubicBezTo>
                      <a:cubicBezTo>
                        <a:pt x="180" y="24446"/>
                        <a:pt x="0" y="21950"/>
                        <a:pt x="0" y="19341"/>
                      </a:cubicBezTo>
                      <a:cubicBezTo>
                        <a:pt x="0" y="16935"/>
                        <a:pt x="157" y="14573"/>
                        <a:pt x="495" y="12279"/>
                      </a:cubicBezTo>
                      <a:cubicBezTo>
                        <a:pt x="810" y="9985"/>
                        <a:pt x="1439" y="7916"/>
                        <a:pt x="2361" y="6095"/>
                      </a:cubicBezTo>
                      <a:cubicBezTo>
                        <a:pt x="3283" y="4273"/>
                        <a:pt x="4588" y="2811"/>
                        <a:pt x="6274" y="1687"/>
                      </a:cubicBezTo>
                      <a:cubicBezTo>
                        <a:pt x="7961" y="562"/>
                        <a:pt x="10188" y="22"/>
                        <a:pt x="12909" y="22"/>
                      </a:cubicBezTo>
                      <a:close/>
                      <a:moveTo>
                        <a:pt x="22332" y="19319"/>
                      </a:moveTo>
                      <a:cubicBezTo>
                        <a:pt x="22332" y="17272"/>
                        <a:pt x="22220" y="15270"/>
                        <a:pt x="21972" y="13291"/>
                      </a:cubicBezTo>
                      <a:cubicBezTo>
                        <a:pt x="21725" y="11312"/>
                        <a:pt x="21275" y="9581"/>
                        <a:pt x="20600" y="8029"/>
                      </a:cubicBezTo>
                      <a:cubicBezTo>
                        <a:pt x="19926" y="6477"/>
                        <a:pt x="18959" y="5240"/>
                        <a:pt x="17722" y="4295"/>
                      </a:cubicBezTo>
                      <a:cubicBezTo>
                        <a:pt x="16485" y="3351"/>
                        <a:pt x="14843" y="2901"/>
                        <a:pt x="12841" y="2901"/>
                      </a:cubicBezTo>
                      <a:cubicBezTo>
                        <a:pt x="10930" y="2901"/>
                        <a:pt x="9378" y="3373"/>
                        <a:pt x="8164" y="4340"/>
                      </a:cubicBezTo>
                      <a:cubicBezTo>
                        <a:pt x="6949" y="5308"/>
                        <a:pt x="6005" y="6567"/>
                        <a:pt x="5330" y="8141"/>
                      </a:cubicBezTo>
                      <a:cubicBezTo>
                        <a:pt x="4655" y="9715"/>
                        <a:pt x="4161" y="11515"/>
                        <a:pt x="3891" y="13539"/>
                      </a:cubicBezTo>
                      <a:cubicBezTo>
                        <a:pt x="3621" y="15563"/>
                        <a:pt x="3486" y="17609"/>
                        <a:pt x="3486" y="19701"/>
                      </a:cubicBezTo>
                      <a:cubicBezTo>
                        <a:pt x="3486" y="22152"/>
                        <a:pt x="3643" y="24379"/>
                        <a:pt x="3936" y="26358"/>
                      </a:cubicBezTo>
                      <a:cubicBezTo>
                        <a:pt x="4251" y="28359"/>
                        <a:pt x="4745" y="30046"/>
                        <a:pt x="5465" y="31463"/>
                      </a:cubicBezTo>
                      <a:cubicBezTo>
                        <a:pt x="6185" y="32857"/>
                        <a:pt x="7152" y="33959"/>
                        <a:pt x="8344" y="34724"/>
                      </a:cubicBezTo>
                      <a:cubicBezTo>
                        <a:pt x="9558" y="35489"/>
                        <a:pt x="11065" y="35893"/>
                        <a:pt x="12909" y="35893"/>
                      </a:cubicBezTo>
                      <a:cubicBezTo>
                        <a:pt x="14956" y="35893"/>
                        <a:pt x="16597" y="35399"/>
                        <a:pt x="17857" y="34387"/>
                      </a:cubicBezTo>
                      <a:cubicBezTo>
                        <a:pt x="19094" y="33375"/>
                        <a:pt x="20038" y="32093"/>
                        <a:pt x="20690" y="30496"/>
                      </a:cubicBezTo>
                      <a:cubicBezTo>
                        <a:pt x="21343" y="28899"/>
                        <a:pt x="21770" y="27122"/>
                        <a:pt x="21995" y="25143"/>
                      </a:cubicBezTo>
                      <a:cubicBezTo>
                        <a:pt x="22220" y="23164"/>
                        <a:pt x="22309" y="21230"/>
                        <a:pt x="22309" y="19319"/>
                      </a:cubicBezTo>
                      <a:close/>
                    </a:path>
                  </a:pathLst>
                </a:custGeom>
                <a:solidFill>
                  <a:srgbClr val="231F20"/>
                </a:solidFill>
                <a:ln w="2249" cap="flat">
                  <a:noFill/>
                  <a:prstDash val="solid"/>
                  <a:miter/>
                </a:ln>
              </p:spPr>
              <p:txBody>
                <a:bodyPr rtlCol="0" anchor="ctr"/>
                <a:lstStyle/>
                <a:p>
                  <a:endParaRPr lang="en-US"/>
                </a:p>
              </p:txBody>
            </p:sp>
            <p:sp>
              <p:nvSpPr>
                <p:cNvPr id="4014" name="Freeform 4013">
                  <a:extLst>
                    <a:ext uri="{FF2B5EF4-FFF2-40B4-BE49-F238E27FC236}">
                      <a16:creationId xmlns:a16="http://schemas.microsoft.com/office/drawing/2014/main" id="{F22519B4-2AB9-213A-1738-9E5E955798F6}"/>
                    </a:ext>
                  </a:extLst>
                </p:cNvPr>
                <p:cNvSpPr/>
                <p:nvPr/>
              </p:nvSpPr>
              <p:spPr>
                <a:xfrm>
                  <a:off x="4734257" y="3008310"/>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231F20"/>
                </a:solidFill>
                <a:ln w="2249" cap="flat">
                  <a:noFill/>
                  <a:prstDash val="solid"/>
                  <a:miter/>
                </a:ln>
              </p:spPr>
              <p:txBody>
                <a:bodyPr rtlCol="0" anchor="ctr"/>
                <a:lstStyle/>
                <a:p>
                  <a:endParaRPr lang="en-US"/>
                </a:p>
              </p:txBody>
            </p:sp>
            <p:sp>
              <p:nvSpPr>
                <p:cNvPr id="4015" name="Freeform 4014">
                  <a:extLst>
                    <a:ext uri="{FF2B5EF4-FFF2-40B4-BE49-F238E27FC236}">
                      <a16:creationId xmlns:a16="http://schemas.microsoft.com/office/drawing/2014/main" id="{29D5C592-1E52-9CD0-5619-EAD9454F7B34}"/>
                    </a:ext>
                  </a:extLst>
                </p:cNvPr>
                <p:cNvSpPr/>
                <p:nvPr/>
              </p:nvSpPr>
              <p:spPr>
                <a:xfrm>
                  <a:off x="4745659" y="2975362"/>
                  <a:ext cx="25413" cy="38389"/>
                </a:xfrm>
                <a:custGeom>
                  <a:avLst/>
                  <a:gdLst>
                    <a:gd name="connsiteX0" fmla="*/ 3441 w 25413"/>
                    <a:gd name="connsiteY0" fmla="*/ 27820 h 38389"/>
                    <a:gd name="connsiteX1" fmla="*/ 6545 w 25413"/>
                    <a:gd name="connsiteY1" fmla="*/ 33622 h 38389"/>
                    <a:gd name="connsiteX2" fmla="*/ 12842 w 25413"/>
                    <a:gd name="connsiteY2" fmla="*/ 35534 h 38389"/>
                    <a:gd name="connsiteX3" fmla="*/ 16642 w 25413"/>
                    <a:gd name="connsiteY3" fmla="*/ 34769 h 38389"/>
                    <a:gd name="connsiteX4" fmla="*/ 19521 w 25413"/>
                    <a:gd name="connsiteY4" fmla="*/ 32700 h 38389"/>
                    <a:gd name="connsiteX5" fmla="*/ 21320 w 25413"/>
                    <a:gd name="connsiteY5" fmla="*/ 29619 h 38389"/>
                    <a:gd name="connsiteX6" fmla="*/ 21950 w 25413"/>
                    <a:gd name="connsiteY6" fmla="*/ 25818 h 38389"/>
                    <a:gd name="connsiteX7" fmla="*/ 21275 w 25413"/>
                    <a:gd name="connsiteY7" fmla="*/ 21927 h 38389"/>
                    <a:gd name="connsiteX8" fmla="*/ 19386 w 25413"/>
                    <a:gd name="connsiteY8" fmla="*/ 18846 h 38389"/>
                    <a:gd name="connsiteX9" fmla="*/ 16418 w 25413"/>
                    <a:gd name="connsiteY9" fmla="*/ 16845 h 38389"/>
                    <a:gd name="connsiteX10" fmla="*/ 12504 w 25413"/>
                    <a:gd name="connsiteY10" fmla="*/ 16148 h 38389"/>
                    <a:gd name="connsiteX11" fmla="*/ 7871 w 25413"/>
                    <a:gd name="connsiteY11" fmla="*/ 17092 h 38389"/>
                    <a:gd name="connsiteX12" fmla="*/ 4251 w 25413"/>
                    <a:gd name="connsiteY12" fmla="*/ 20083 h 38389"/>
                    <a:gd name="connsiteX13" fmla="*/ 1394 w 25413"/>
                    <a:gd name="connsiteY13" fmla="*/ 19701 h 38389"/>
                    <a:gd name="connsiteX14" fmla="*/ 4475 w 25413"/>
                    <a:gd name="connsiteY14" fmla="*/ 0 h 38389"/>
                    <a:gd name="connsiteX15" fmla="*/ 23367 w 25413"/>
                    <a:gd name="connsiteY15" fmla="*/ 0 h 38389"/>
                    <a:gd name="connsiteX16" fmla="*/ 23367 w 25413"/>
                    <a:gd name="connsiteY16" fmla="*/ 2924 h 38389"/>
                    <a:gd name="connsiteX17" fmla="*/ 7399 w 25413"/>
                    <a:gd name="connsiteY17" fmla="*/ 2924 h 38389"/>
                    <a:gd name="connsiteX18" fmla="*/ 5015 w 25413"/>
                    <a:gd name="connsiteY18" fmla="*/ 15720 h 38389"/>
                    <a:gd name="connsiteX19" fmla="*/ 7084 w 25413"/>
                    <a:gd name="connsiteY19" fmla="*/ 14528 h 38389"/>
                    <a:gd name="connsiteX20" fmla="*/ 8996 w 25413"/>
                    <a:gd name="connsiteY20" fmla="*/ 13741 h 38389"/>
                    <a:gd name="connsiteX21" fmla="*/ 11020 w 25413"/>
                    <a:gd name="connsiteY21" fmla="*/ 13336 h 38389"/>
                    <a:gd name="connsiteX22" fmla="*/ 13359 w 25413"/>
                    <a:gd name="connsiteY22" fmla="*/ 13224 h 38389"/>
                    <a:gd name="connsiteX23" fmla="*/ 18172 w 25413"/>
                    <a:gd name="connsiteY23" fmla="*/ 14078 h 38389"/>
                    <a:gd name="connsiteX24" fmla="*/ 21995 w 25413"/>
                    <a:gd name="connsiteY24" fmla="*/ 16552 h 38389"/>
                    <a:gd name="connsiteX25" fmla="*/ 24514 w 25413"/>
                    <a:gd name="connsiteY25" fmla="*/ 20511 h 38389"/>
                    <a:gd name="connsiteX26" fmla="*/ 25413 w 25413"/>
                    <a:gd name="connsiteY26" fmla="*/ 25773 h 38389"/>
                    <a:gd name="connsiteX27" fmla="*/ 24424 w 25413"/>
                    <a:gd name="connsiteY27" fmla="*/ 31148 h 38389"/>
                    <a:gd name="connsiteX28" fmla="*/ 21748 w 25413"/>
                    <a:gd name="connsiteY28" fmla="*/ 35106 h 38389"/>
                    <a:gd name="connsiteX29" fmla="*/ 17879 w 25413"/>
                    <a:gd name="connsiteY29" fmla="*/ 37558 h 38389"/>
                    <a:gd name="connsiteX30" fmla="*/ 13381 w 25413"/>
                    <a:gd name="connsiteY30" fmla="*/ 38390 h 38389"/>
                    <a:gd name="connsiteX31" fmla="*/ 8344 w 25413"/>
                    <a:gd name="connsiteY31" fmla="*/ 37850 h 38389"/>
                    <a:gd name="connsiteX32" fmla="*/ 4206 w 25413"/>
                    <a:gd name="connsiteY32" fmla="*/ 36051 h 38389"/>
                    <a:gd name="connsiteX33" fmla="*/ 1327 w 25413"/>
                    <a:gd name="connsiteY33" fmla="*/ 32767 h 38389"/>
                    <a:gd name="connsiteX34" fmla="*/ 0 w 25413"/>
                    <a:gd name="connsiteY34" fmla="*/ 27775 h 38389"/>
                    <a:gd name="connsiteX35" fmla="*/ 3463 w 25413"/>
                    <a:gd name="connsiteY35" fmla="*/ 27775 h 38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413" h="38389">
                      <a:moveTo>
                        <a:pt x="3441" y="27820"/>
                      </a:moveTo>
                      <a:cubicBezTo>
                        <a:pt x="3801" y="30406"/>
                        <a:pt x="4835" y="32340"/>
                        <a:pt x="6545" y="33622"/>
                      </a:cubicBezTo>
                      <a:cubicBezTo>
                        <a:pt x="8254" y="34904"/>
                        <a:pt x="10345" y="35534"/>
                        <a:pt x="12842" y="35534"/>
                      </a:cubicBezTo>
                      <a:cubicBezTo>
                        <a:pt x="14236" y="35534"/>
                        <a:pt x="15518" y="35286"/>
                        <a:pt x="16642" y="34769"/>
                      </a:cubicBezTo>
                      <a:cubicBezTo>
                        <a:pt x="17767" y="34252"/>
                        <a:pt x="18734" y="33577"/>
                        <a:pt x="19521" y="32700"/>
                      </a:cubicBezTo>
                      <a:cubicBezTo>
                        <a:pt x="20308" y="31823"/>
                        <a:pt x="20915" y="30788"/>
                        <a:pt x="21320" y="29619"/>
                      </a:cubicBezTo>
                      <a:cubicBezTo>
                        <a:pt x="21725" y="28449"/>
                        <a:pt x="21950" y="27190"/>
                        <a:pt x="21950" y="25818"/>
                      </a:cubicBezTo>
                      <a:cubicBezTo>
                        <a:pt x="21950" y="24446"/>
                        <a:pt x="21725" y="23119"/>
                        <a:pt x="21275" y="21927"/>
                      </a:cubicBezTo>
                      <a:cubicBezTo>
                        <a:pt x="20825" y="20735"/>
                        <a:pt x="20196" y="19723"/>
                        <a:pt x="19386" y="18846"/>
                      </a:cubicBezTo>
                      <a:cubicBezTo>
                        <a:pt x="18576" y="17992"/>
                        <a:pt x="17587" y="17317"/>
                        <a:pt x="16418" y="16845"/>
                      </a:cubicBezTo>
                      <a:cubicBezTo>
                        <a:pt x="15248" y="16372"/>
                        <a:pt x="13944" y="16148"/>
                        <a:pt x="12504" y="16148"/>
                      </a:cubicBezTo>
                      <a:cubicBezTo>
                        <a:pt x="10773" y="16148"/>
                        <a:pt x="9221" y="16462"/>
                        <a:pt x="7871" y="17092"/>
                      </a:cubicBezTo>
                      <a:cubicBezTo>
                        <a:pt x="6500" y="17722"/>
                        <a:pt x="5308" y="18711"/>
                        <a:pt x="4251" y="20083"/>
                      </a:cubicBezTo>
                      <a:lnTo>
                        <a:pt x="1394" y="19701"/>
                      </a:lnTo>
                      <a:lnTo>
                        <a:pt x="4475" y="0"/>
                      </a:lnTo>
                      <a:lnTo>
                        <a:pt x="23367" y="0"/>
                      </a:lnTo>
                      <a:lnTo>
                        <a:pt x="23367" y="2924"/>
                      </a:lnTo>
                      <a:lnTo>
                        <a:pt x="7399" y="2924"/>
                      </a:lnTo>
                      <a:lnTo>
                        <a:pt x="5015" y="15720"/>
                      </a:lnTo>
                      <a:cubicBezTo>
                        <a:pt x="5780" y="15248"/>
                        <a:pt x="6454" y="14866"/>
                        <a:pt x="7084" y="14528"/>
                      </a:cubicBezTo>
                      <a:cubicBezTo>
                        <a:pt x="7714" y="14213"/>
                        <a:pt x="8344" y="13944"/>
                        <a:pt x="8996" y="13741"/>
                      </a:cubicBezTo>
                      <a:cubicBezTo>
                        <a:pt x="9648" y="13539"/>
                        <a:pt x="10323" y="13404"/>
                        <a:pt x="11020" y="13336"/>
                      </a:cubicBezTo>
                      <a:cubicBezTo>
                        <a:pt x="11717" y="13269"/>
                        <a:pt x="12504" y="13224"/>
                        <a:pt x="13359" y="13224"/>
                      </a:cubicBezTo>
                      <a:cubicBezTo>
                        <a:pt x="15091" y="13224"/>
                        <a:pt x="16687" y="13516"/>
                        <a:pt x="18172" y="14078"/>
                      </a:cubicBezTo>
                      <a:cubicBezTo>
                        <a:pt x="19656" y="14663"/>
                        <a:pt x="20915" y="15473"/>
                        <a:pt x="21995" y="16552"/>
                      </a:cubicBezTo>
                      <a:cubicBezTo>
                        <a:pt x="23074" y="17632"/>
                        <a:pt x="23906" y="18959"/>
                        <a:pt x="24514" y="20511"/>
                      </a:cubicBezTo>
                      <a:cubicBezTo>
                        <a:pt x="25098" y="22085"/>
                        <a:pt x="25413" y="23839"/>
                        <a:pt x="25413" y="25773"/>
                      </a:cubicBezTo>
                      <a:cubicBezTo>
                        <a:pt x="25413" y="27707"/>
                        <a:pt x="25076" y="29574"/>
                        <a:pt x="24424" y="31148"/>
                      </a:cubicBezTo>
                      <a:cubicBezTo>
                        <a:pt x="23749" y="32722"/>
                        <a:pt x="22872" y="34027"/>
                        <a:pt x="21748" y="35106"/>
                      </a:cubicBezTo>
                      <a:cubicBezTo>
                        <a:pt x="20623" y="36186"/>
                        <a:pt x="19341" y="36995"/>
                        <a:pt x="17879" y="37558"/>
                      </a:cubicBezTo>
                      <a:cubicBezTo>
                        <a:pt x="16418" y="38120"/>
                        <a:pt x="14911" y="38390"/>
                        <a:pt x="13381" y="38390"/>
                      </a:cubicBezTo>
                      <a:cubicBezTo>
                        <a:pt x="11582" y="38390"/>
                        <a:pt x="9895" y="38210"/>
                        <a:pt x="8344" y="37850"/>
                      </a:cubicBezTo>
                      <a:cubicBezTo>
                        <a:pt x="6769" y="37490"/>
                        <a:pt x="5398" y="36883"/>
                        <a:pt x="4206" y="36051"/>
                      </a:cubicBezTo>
                      <a:cubicBezTo>
                        <a:pt x="3014" y="35196"/>
                        <a:pt x="2047" y="34117"/>
                        <a:pt x="1327" y="32767"/>
                      </a:cubicBezTo>
                      <a:cubicBezTo>
                        <a:pt x="585" y="31418"/>
                        <a:pt x="158" y="29754"/>
                        <a:pt x="0" y="27775"/>
                      </a:cubicBezTo>
                      <a:lnTo>
                        <a:pt x="3463" y="27775"/>
                      </a:lnTo>
                      <a:close/>
                    </a:path>
                  </a:pathLst>
                </a:custGeom>
                <a:solidFill>
                  <a:srgbClr val="231F20"/>
                </a:solidFill>
                <a:ln w="2249" cap="flat">
                  <a:noFill/>
                  <a:prstDash val="solid"/>
                  <a:miter/>
                </a:ln>
              </p:spPr>
              <p:txBody>
                <a:bodyPr rtlCol="0" anchor="ctr"/>
                <a:lstStyle/>
                <a:p>
                  <a:endParaRPr lang="en-US"/>
                </a:p>
              </p:txBody>
            </p:sp>
          </p:grpSp>
          <p:grpSp>
            <p:nvGrpSpPr>
              <p:cNvPr id="4016" name="Graphic 4479">
                <a:extLst>
                  <a:ext uri="{FF2B5EF4-FFF2-40B4-BE49-F238E27FC236}">
                    <a16:creationId xmlns:a16="http://schemas.microsoft.com/office/drawing/2014/main" id="{51D99494-F356-93CF-00C8-BDD1A67D977C}"/>
                  </a:ext>
                </a:extLst>
              </p:cNvPr>
              <p:cNvGrpSpPr/>
              <p:nvPr/>
            </p:nvGrpSpPr>
            <p:grpSpPr>
              <a:xfrm>
                <a:off x="6555533" y="4945452"/>
                <a:ext cx="264791" cy="145317"/>
                <a:chOff x="4700815" y="2651063"/>
                <a:chExt cx="70729" cy="38816"/>
              </a:xfrm>
              <a:solidFill>
                <a:srgbClr val="231F20"/>
              </a:solidFill>
            </p:grpSpPr>
            <p:sp>
              <p:nvSpPr>
                <p:cNvPr id="4017" name="Freeform 4016">
                  <a:extLst>
                    <a:ext uri="{FF2B5EF4-FFF2-40B4-BE49-F238E27FC236}">
                      <a16:creationId xmlns:a16="http://schemas.microsoft.com/office/drawing/2014/main" id="{A53B7020-2D14-CAD8-A04F-F1F941DEA24A}"/>
                    </a:ext>
                  </a:extLst>
                </p:cNvPr>
                <p:cNvSpPr/>
                <p:nvPr/>
              </p:nvSpPr>
              <p:spPr>
                <a:xfrm>
                  <a:off x="4700815" y="2651063"/>
                  <a:ext cx="25772" cy="38816"/>
                </a:xfrm>
                <a:custGeom>
                  <a:avLst/>
                  <a:gdLst>
                    <a:gd name="connsiteX0" fmla="*/ 12932 w 25772"/>
                    <a:gd name="connsiteY0" fmla="*/ 0 h 38816"/>
                    <a:gd name="connsiteX1" fmla="*/ 17789 w 25772"/>
                    <a:gd name="connsiteY1" fmla="*/ 832 h 38816"/>
                    <a:gd name="connsiteX2" fmla="*/ 21275 w 25772"/>
                    <a:gd name="connsiteY2" fmla="*/ 3126 h 38816"/>
                    <a:gd name="connsiteX3" fmla="*/ 23592 w 25772"/>
                    <a:gd name="connsiteY3" fmla="*/ 6522 h 38816"/>
                    <a:gd name="connsiteX4" fmla="*/ 24963 w 25772"/>
                    <a:gd name="connsiteY4" fmla="*/ 10660 h 38816"/>
                    <a:gd name="connsiteX5" fmla="*/ 25616 w 25772"/>
                    <a:gd name="connsiteY5" fmla="*/ 15158 h 38816"/>
                    <a:gd name="connsiteX6" fmla="*/ 25773 w 25772"/>
                    <a:gd name="connsiteY6" fmla="*/ 19701 h 38816"/>
                    <a:gd name="connsiteX7" fmla="*/ 25233 w 25772"/>
                    <a:gd name="connsiteY7" fmla="*/ 26942 h 38816"/>
                    <a:gd name="connsiteX8" fmla="*/ 23254 w 25772"/>
                    <a:gd name="connsiteY8" fmla="*/ 33037 h 38816"/>
                    <a:gd name="connsiteX9" fmla="*/ 19341 w 25772"/>
                    <a:gd name="connsiteY9" fmla="*/ 37243 h 38816"/>
                    <a:gd name="connsiteX10" fmla="*/ 12909 w 25772"/>
                    <a:gd name="connsiteY10" fmla="*/ 38817 h 38816"/>
                    <a:gd name="connsiteX11" fmla="*/ 6454 w 25772"/>
                    <a:gd name="connsiteY11" fmla="*/ 37243 h 38816"/>
                    <a:gd name="connsiteX12" fmla="*/ 2519 w 25772"/>
                    <a:gd name="connsiteY12" fmla="*/ 33015 h 38816"/>
                    <a:gd name="connsiteX13" fmla="*/ 540 w 25772"/>
                    <a:gd name="connsiteY13" fmla="*/ 26808 h 38816"/>
                    <a:gd name="connsiteX14" fmla="*/ 0 w 25772"/>
                    <a:gd name="connsiteY14" fmla="*/ 19341 h 38816"/>
                    <a:gd name="connsiteX15" fmla="*/ 495 w 25772"/>
                    <a:gd name="connsiteY15" fmla="*/ 12279 h 38816"/>
                    <a:gd name="connsiteX16" fmla="*/ 2361 w 25772"/>
                    <a:gd name="connsiteY16" fmla="*/ 6095 h 38816"/>
                    <a:gd name="connsiteX17" fmla="*/ 6274 w 25772"/>
                    <a:gd name="connsiteY17" fmla="*/ 1687 h 38816"/>
                    <a:gd name="connsiteX18" fmla="*/ 12909 w 25772"/>
                    <a:gd name="connsiteY18" fmla="*/ 22 h 38816"/>
                    <a:gd name="connsiteX19" fmla="*/ 22332 w 25772"/>
                    <a:gd name="connsiteY19" fmla="*/ 19319 h 38816"/>
                    <a:gd name="connsiteX20" fmla="*/ 21972 w 25772"/>
                    <a:gd name="connsiteY20" fmla="*/ 13291 h 38816"/>
                    <a:gd name="connsiteX21" fmla="*/ 20600 w 25772"/>
                    <a:gd name="connsiteY21" fmla="*/ 8029 h 38816"/>
                    <a:gd name="connsiteX22" fmla="*/ 17722 w 25772"/>
                    <a:gd name="connsiteY22" fmla="*/ 4296 h 38816"/>
                    <a:gd name="connsiteX23" fmla="*/ 12841 w 25772"/>
                    <a:gd name="connsiteY23" fmla="*/ 2901 h 38816"/>
                    <a:gd name="connsiteX24" fmla="*/ 8164 w 25772"/>
                    <a:gd name="connsiteY24" fmla="*/ 4340 h 38816"/>
                    <a:gd name="connsiteX25" fmla="*/ 5330 w 25772"/>
                    <a:gd name="connsiteY25" fmla="*/ 8141 h 38816"/>
                    <a:gd name="connsiteX26" fmla="*/ 3891 w 25772"/>
                    <a:gd name="connsiteY26" fmla="*/ 13539 h 38816"/>
                    <a:gd name="connsiteX27" fmla="*/ 3486 w 25772"/>
                    <a:gd name="connsiteY27" fmla="*/ 19701 h 38816"/>
                    <a:gd name="connsiteX28" fmla="*/ 3936 w 25772"/>
                    <a:gd name="connsiteY28" fmla="*/ 26358 h 38816"/>
                    <a:gd name="connsiteX29" fmla="*/ 5465 w 25772"/>
                    <a:gd name="connsiteY29" fmla="*/ 31463 h 38816"/>
                    <a:gd name="connsiteX30" fmla="*/ 8344 w 25772"/>
                    <a:gd name="connsiteY30" fmla="*/ 34724 h 38816"/>
                    <a:gd name="connsiteX31" fmla="*/ 12909 w 25772"/>
                    <a:gd name="connsiteY31" fmla="*/ 35893 h 38816"/>
                    <a:gd name="connsiteX32" fmla="*/ 17857 w 25772"/>
                    <a:gd name="connsiteY32" fmla="*/ 34387 h 38816"/>
                    <a:gd name="connsiteX33" fmla="*/ 20690 w 25772"/>
                    <a:gd name="connsiteY33" fmla="*/ 30496 h 38816"/>
                    <a:gd name="connsiteX34" fmla="*/ 21995 w 25772"/>
                    <a:gd name="connsiteY34" fmla="*/ 25143 h 38816"/>
                    <a:gd name="connsiteX35" fmla="*/ 22309 w 25772"/>
                    <a:gd name="connsiteY35" fmla="*/ 19319 h 38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2" h="38816">
                      <a:moveTo>
                        <a:pt x="12932" y="0"/>
                      </a:moveTo>
                      <a:cubicBezTo>
                        <a:pt x="14798" y="0"/>
                        <a:pt x="16417" y="270"/>
                        <a:pt x="17789" y="832"/>
                      </a:cubicBezTo>
                      <a:cubicBezTo>
                        <a:pt x="19161" y="1394"/>
                        <a:pt x="20308" y="2159"/>
                        <a:pt x="21275" y="3126"/>
                      </a:cubicBezTo>
                      <a:cubicBezTo>
                        <a:pt x="22220" y="4093"/>
                        <a:pt x="23007" y="5240"/>
                        <a:pt x="23592" y="6522"/>
                      </a:cubicBezTo>
                      <a:cubicBezTo>
                        <a:pt x="24176" y="7826"/>
                        <a:pt x="24648" y="9198"/>
                        <a:pt x="24963" y="10660"/>
                      </a:cubicBezTo>
                      <a:cubicBezTo>
                        <a:pt x="25278" y="12122"/>
                        <a:pt x="25503" y="13629"/>
                        <a:pt x="25616" y="15158"/>
                      </a:cubicBezTo>
                      <a:cubicBezTo>
                        <a:pt x="25728" y="16687"/>
                        <a:pt x="25773" y="18217"/>
                        <a:pt x="25773" y="19701"/>
                      </a:cubicBezTo>
                      <a:cubicBezTo>
                        <a:pt x="25773" y="22220"/>
                        <a:pt x="25593" y="24626"/>
                        <a:pt x="25233" y="26942"/>
                      </a:cubicBezTo>
                      <a:cubicBezTo>
                        <a:pt x="24873" y="29236"/>
                        <a:pt x="24221" y="31283"/>
                        <a:pt x="23254" y="33037"/>
                      </a:cubicBezTo>
                      <a:cubicBezTo>
                        <a:pt x="22309"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900" y="29169"/>
                        <a:pt x="540" y="26808"/>
                      </a:cubicBezTo>
                      <a:cubicBezTo>
                        <a:pt x="180" y="24446"/>
                        <a:pt x="0" y="21950"/>
                        <a:pt x="0" y="19341"/>
                      </a:cubicBezTo>
                      <a:cubicBezTo>
                        <a:pt x="0" y="16935"/>
                        <a:pt x="157" y="14573"/>
                        <a:pt x="495" y="12279"/>
                      </a:cubicBezTo>
                      <a:cubicBezTo>
                        <a:pt x="810" y="9985"/>
                        <a:pt x="1439" y="7916"/>
                        <a:pt x="2361" y="6095"/>
                      </a:cubicBezTo>
                      <a:cubicBezTo>
                        <a:pt x="3283" y="4273"/>
                        <a:pt x="4588" y="2811"/>
                        <a:pt x="6274" y="1687"/>
                      </a:cubicBezTo>
                      <a:cubicBezTo>
                        <a:pt x="7961" y="562"/>
                        <a:pt x="10188" y="22"/>
                        <a:pt x="12909" y="22"/>
                      </a:cubicBezTo>
                      <a:close/>
                      <a:moveTo>
                        <a:pt x="22332" y="19319"/>
                      </a:moveTo>
                      <a:cubicBezTo>
                        <a:pt x="22332" y="17272"/>
                        <a:pt x="22220" y="15270"/>
                        <a:pt x="21972" y="13291"/>
                      </a:cubicBezTo>
                      <a:cubicBezTo>
                        <a:pt x="21725" y="11312"/>
                        <a:pt x="21275" y="9581"/>
                        <a:pt x="20600" y="8029"/>
                      </a:cubicBezTo>
                      <a:cubicBezTo>
                        <a:pt x="19926" y="6477"/>
                        <a:pt x="18959" y="5240"/>
                        <a:pt x="17722" y="4296"/>
                      </a:cubicBezTo>
                      <a:cubicBezTo>
                        <a:pt x="16485" y="3351"/>
                        <a:pt x="14843" y="2901"/>
                        <a:pt x="12841" y="2901"/>
                      </a:cubicBezTo>
                      <a:cubicBezTo>
                        <a:pt x="10930" y="2901"/>
                        <a:pt x="9378" y="3373"/>
                        <a:pt x="8164" y="4340"/>
                      </a:cubicBezTo>
                      <a:cubicBezTo>
                        <a:pt x="6949" y="5308"/>
                        <a:pt x="6005" y="6567"/>
                        <a:pt x="5330" y="8141"/>
                      </a:cubicBezTo>
                      <a:cubicBezTo>
                        <a:pt x="4655" y="9716"/>
                        <a:pt x="4161" y="11515"/>
                        <a:pt x="3891" y="13539"/>
                      </a:cubicBezTo>
                      <a:cubicBezTo>
                        <a:pt x="3621" y="15563"/>
                        <a:pt x="3486" y="17609"/>
                        <a:pt x="3486" y="19701"/>
                      </a:cubicBezTo>
                      <a:cubicBezTo>
                        <a:pt x="3486" y="22152"/>
                        <a:pt x="3643" y="24379"/>
                        <a:pt x="3936" y="26358"/>
                      </a:cubicBezTo>
                      <a:cubicBezTo>
                        <a:pt x="4251" y="28359"/>
                        <a:pt x="4745" y="30046"/>
                        <a:pt x="5465" y="31463"/>
                      </a:cubicBezTo>
                      <a:cubicBezTo>
                        <a:pt x="6185" y="32857"/>
                        <a:pt x="7152" y="33959"/>
                        <a:pt x="8344" y="34724"/>
                      </a:cubicBezTo>
                      <a:cubicBezTo>
                        <a:pt x="9558" y="35489"/>
                        <a:pt x="11065" y="35893"/>
                        <a:pt x="12909" y="35893"/>
                      </a:cubicBezTo>
                      <a:cubicBezTo>
                        <a:pt x="14956" y="35893"/>
                        <a:pt x="16597" y="35399"/>
                        <a:pt x="17857" y="34387"/>
                      </a:cubicBezTo>
                      <a:cubicBezTo>
                        <a:pt x="19094" y="33375"/>
                        <a:pt x="20038" y="32093"/>
                        <a:pt x="20690" y="30496"/>
                      </a:cubicBezTo>
                      <a:cubicBezTo>
                        <a:pt x="21343" y="28899"/>
                        <a:pt x="21770" y="27122"/>
                        <a:pt x="21995" y="25143"/>
                      </a:cubicBezTo>
                      <a:cubicBezTo>
                        <a:pt x="22220" y="23164"/>
                        <a:pt x="22309" y="21230"/>
                        <a:pt x="22309" y="19319"/>
                      </a:cubicBezTo>
                      <a:close/>
                    </a:path>
                  </a:pathLst>
                </a:custGeom>
                <a:solidFill>
                  <a:srgbClr val="231F20"/>
                </a:solidFill>
                <a:ln w="2249" cap="flat">
                  <a:noFill/>
                  <a:prstDash val="solid"/>
                  <a:miter/>
                </a:ln>
              </p:spPr>
              <p:txBody>
                <a:bodyPr rtlCol="0" anchor="ctr"/>
                <a:lstStyle/>
                <a:p>
                  <a:endParaRPr lang="en-US"/>
                </a:p>
              </p:txBody>
            </p:sp>
            <p:sp>
              <p:nvSpPr>
                <p:cNvPr id="4018" name="Freeform 4017">
                  <a:extLst>
                    <a:ext uri="{FF2B5EF4-FFF2-40B4-BE49-F238E27FC236}">
                      <a16:creationId xmlns:a16="http://schemas.microsoft.com/office/drawing/2014/main" id="{A9EA0F6C-D350-F2B7-3CD3-EC8B7C8BAB8A}"/>
                    </a:ext>
                  </a:extLst>
                </p:cNvPr>
                <p:cNvSpPr/>
                <p:nvPr/>
              </p:nvSpPr>
              <p:spPr>
                <a:xfrm>
                  <a:off x="4734257" y="2684370"/>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231F20"/>
                </a:solidFill>
                <a:ln w="2249" cap="flat">
                  <a:noFill/>
                  <a:prstDash val="solid"/>
                  <a:miter/>
                </a:ln>
              </p:spPr>
              <p:txBody>
                <a:bodyPr rtlCol="0" anchor="ctr"/>
                <a:lstStyle/>
                <a:p>
                  <a:endParaRPr lang="en-US"/>
                </a:p>
              </p:txBody>
            </p:sp>
            <p:sp>
              <p:nvSpPr>
                <p:cNvPr id="4019" name="Freeform 4018">
                  <a:extLst>
                    <a:ext uri="{FF2B5EF4-FFF2-40B4-BE49-F238E27FC236}">
                      <a16:creationId xmlns:a16="http://schemas.microsoft.com/office/drawing/2014/main" id="{2F2566C9-5274-9776-CADF-0406E12F799A}"/>
                    </a:ext>
                  </a:extLst>
                </p:cNvPr>
                <p:cNvSpPr/>
                <p:nvPr/>
              </p:nvSpPr>
              <p:spPr>
                <a:xfrm>
                  <a:off x="4745974" y="2651063"/>
                  <a:ext cx="25570" cy="38794"/>
                </a:xfrm>
                <a:custGeom>
                  <a:avLst/>
                  <a:gdLst>
                    <a:gd name="connsiteX0" fmla="*/ 4161 w 25570"/>
                    <a:gd name="connsiteY0" fmla="*/ 29686 h 38794"/>
                    <a:gd name="connsiteX1" fmla="*/ 6567 w 25570"/>
                    <a:gd name="connsiteY1" fmla="*/ 34319 h 38794"/>
                    <a:gd name="connsiteX2" fmla="*/ 11560 w 25570"/>
                    <a:gd name="connsiteY2" fmla="*/ 35893 h 38794"/>
                    <a:gd name="connsiteX3" fmla="*/ 16980 w 25570"/>
                    <a:gd name="connsiteY3" fmla="*/ 34229 h 38794"/>
                    <a:gd name="connsiteX4" fmla="*/ 20106 w 25570"/>
                    <a:gd name="connsiteY4" fmla="*/ 30024 h 38794"/>
                    <a:gd name="connsiteX5" fmla="*/ 21612 w 25570"/>
                    <a:gd name="connsiteY5" fmla="*/ 24536 h 38794"/>
                    <a:gd name="connsiteX6" fmla="*/ 22130 w 25570"/>
                    <a:gd name="connsiteY6" fmla="*/ 19004 h 38794"/>
                    <a:gd name="connsiteX7" fmla="*/ 22017 w 25570"/>
                    <a:gd name="connsiteY7" fmla="*/ 18891 h 38794"/>
                    <a:gd name="connsiteX8" fmla="*/ 17722 w 25570"/>
                    <a:gd name="connsiteY8" fmla="*/ 23322 h 38794"/>
                    <a:gd name="connsiteX9" fmla="*/ 11762 w 25570"/>
                    <a:gd name="connsiteY9" fmla="*/ 24829 h 38794"/>
                    <a:gd name="connsiteX10" fmla="*/ 6904 w 25570"/>
                    <a:gd name="connsiteY10" fmla="*/ 23974 h 38794"/>
                    <a:gd name="connsiteX11" fmla="*/ 3216 w 25570"/>
                    <a:gd name="connsiteY11" fmla="*/ 21500 h 38794"/>
                    <a:gd name="connsiteX12" fmla="*/ 832 w 25570"/>
                    <a:gd name="connsiteY12" fmla="*/ 17609 h 38794"/>
                    <a:gd name="connsiteX13" fmla="*/ 0 w 25570"/>
                    <a:gd name="connsiteY13" fmla="*/ 12594 h 38794"/>
                    <a:gd name="connsiteX14" fmla="*/ 765 w 25570"/>
                    <a:gd name="connsiteY14" fmla="*/ 7601 h 38794"/>
                    <a:gd name="connsiteX15" fmla="*/ 3036 w 25570"/>
                    <a:gd name="connsiteY15" fmla="*/ 3598 h 38794"/>
                    <a:gd name="connsiteX16" fmla="*/ 6837 w 25570"/>
                    <a:gd name="connsiteY16" fmla="*/ 945 h 38794"/>
                    <a:gd name="connsiteX17" fmla="*/ 12257 w 25570"/>
                    <a:gd name="connsiteY17" fmla="*/ 0 h 38794"/>
                    <a:gd name="connsiteX18" fmla="*/ 18644 w 25570"/>
                    <a:gd name="connsiteY18" fmla="*/ 1507 h 38794"/>
                    <a:gd name="connsiteX19" fmla="*/ 22737 w 25570"/>
                    <a:gd name="connsiteY19" fmla="*/ 5600 h 38794"/>
                    <a:gd name="connsiteX20" fmla="*/ 24918 w 25570"/>
                    <a:gd name="connsiteY20" fmla="*/ 11695 h 38794"/>
                    <a:gd name="connsiteX21" fmla="*/ 25571 w 25570"/>
                    <a:gd name="connsiteY21" fmla="*/ 19206 h 38794"/>
                    <a:gd name="connsiteX22" fmla="*/ 24536 w 25570"/>
                    <a:gd name="connsiteY22" fmla="*/ 27707 h 38794"/>
                    <a:gd name="connsiteX23" fmla="*/ 21657 w 25570"/>
                    <a:gd name="connsiteY23" fmla="*/ 33824 h 38794"/>
                    <a:gd name="connsiteX24" fmla="*/ 17250 w 25570"/>
                    <a:gd name="connsiteY24" fmla="*/ 37558 h 38794"/>
                    <a:gd name="connsiteX25" fmla="*/ 11694 w 25570"/>
                    <a:gd name="connsiteY25" fmla="*/ 38795 h 38794"/>
                    <a:gd name="connsiteX26" fmla="*/ 7534 w 25570"/>
                    <a:gd name="connsiteY26" fmla="*/ 38255 h 38794"/>
                    <a:gd name="connsiteX27" fmla="*/ 4138 w 25570"/>
                    <a:gd name="connsiteY27" fmla="*/ 36591 h 38794"/>
                    <a:gd name="connsiteX28" fmla="*/ 1754 w 25570"/>
                    <a:gd name="connsiteY28" fmla="*/ 33734 h 38794"/>
                    <a:gd name="connsiteX29" fmla="*/ 630 w 25570"/>
                    <a:gd name="connsiteY29" fmla="*/ 29686 h 38794"/>
                    <a:gd name="connsiteX30" fmla="*/ 4138 w 25570"/>
                    <a:gd name="connsiteY30" fmla="*/ 29686 h 38794"/>
                    <a:gd name="connsiteX31" fmla="*/ 12257 w 25570"/>
                    <a:gd name="connsiteY31" fmla="*/ 2901 h 38794"/>
                    <a:gd name="connsiteX32" fmla="*/ 5667 w 25570"/>
                    <a:gd name="connsiteY32" fmla="*/ 5600 h 38794"/>
                    <a:gd name="connsiteX33" fmla="*/ 3463 w 25570"/>
                    <a:gd name="connsiteY33" fmla="*/ 12662 h 38794"/>
                    <a:gd name="connsiteX34" fmla="*/ 5757 w 25570"/>
                    <a:gd name="connsiteY34" fmla="*/ 19453 h 38794"/>
                    <a:gd name="connsiteX35" fmla="*/ 12257 w 25570"/>
                    <a:gd name="connsiteY35" fmla="*/ 21882 h 38794"/>
                    <a:gd name="connsiteX36" fmla="*/ 15855 w 25570"/>
                    <a:gd name="connsiteY36" fmla="*/ 21118 h 38794"/>
                    <a:gd name="connsiteX37" fmla="*/ 18554 w 25570"/>
                    <a:gd name="connsiteY37" fmla="*/ 19071 h 38794"/>
                    <a:gd name="connsiteX38" fmla="*/ 20218 w 25570"/>
                    <a:gd name="connsiteY38" fmla="*/ 16080 h 38794"/>
                    <a:gd name="connsiteX39" fmla="*/ 20780 w 25570"/>
                    <a:gd name="connsiteY39" fmla="*/ 12437 h 38794"/>
                    <a:gd name="connsiteX40" fmla="*/ 18509 w 25570"/>
                    <a:gd name="connsiteY40" fmla="*/ 5600 h 38794"/>
                    <a:gd name="connsiteX41" fmla="*/ 12257 w 25570"/>
                    <a:gd name="connsiteY41" fmla="*/ 2879 h 387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25570" h="38794">
                      <a:moveTo>
                        <a:pt x="4161" y="29686"/>
                      </a:moveTo>
                      <a:cubicBezTo>
                        <a:pt x="4565" y="31733"/>
                        <a:pt x="5353" y="33285"/>
                        <a:pt x="6567" y="34319"/>
                      </a:cubicBezTo>
                      <a:cubicBezTo>
                        <a:pt x="7781" y="35354"/>
                        <a:pt x="9446" y="35893"/>
                        <a:pt x="11560" y="35893"/>
                      </a:cubicBezTo>
                      <a:cubicBezTo>
                        <a:pt x="13831" y="35893"/>
                        <a:pt x="15630" y="35331"/>
                        <a:pt x="16980" y="34229"/>
                      </a:cubicBezTo>
                      <a:cubicBezTo>
                        <a:pt x="18329" y="33105"/>
                        <a:pt x="19363" y="31710"/>
                        <a:pt x="20106" y="30024"/>
                      </a:cubicBezTo>
                      <a:cubicBezTo>
                        <a:pt x="20848" y="28337"/>
                        <a:pt x="21343" y="26515"/>
                        <a:pt x="21612" y="24536"/>
                      </a:cubicBezTo>
                      <a:cubicBezTo>
                        <a:pt x="21882" y="22580"/>
                        <a:pt x="22062" y="20735"/>
                        <a:pt x="22130" y="19004"/>
                      </a:cubicBezTo>
                      <a:lnTo>
                        <a:pt x="22017" y="18891"/>
                      </a:lnTo>
                      <a:cubicBezTo>
                        <a:pt x="20870" y="20825"/>
                        <a:pt x="19431" y="22310"/>
                        <a:pt x="17722" y="23322"/>
                      </a:cubicBezTo>
                      <a:cubicBezTo>
                        <a:pt x="16013" y="24334"/>
                        <a:pt x="14033" y="24829"/>
                        <a:pt x="11762" y="24829"/>
                      </a:cubicBezTo>
                      <a:cubicBezTo>
                        <a:pt x="9963" y="24829"/>
                        <a:pt x="8344" y="24536"/>
                        <a:pt x="6904" y="23974"/>
                      </a:cubicBezTo>
                      <a:cubicBezTo>
                        <a:pt x="5465" y="23389"/>
                        <a:pt x="4228" y="22580"/>
                        <a:pt x="3216" y="21500"/>
                      </a:cubicBezTo>
                      <a:cubicBezTo>
                        <a:pt x="2204" y="20421"/>
                        <a:pt x="1394" y="19116"/>
                        <a:pt x="832" y="17609"/>
                      </a:cubicBezTo>
                      <a:cubicBezTo>
                        <a:pt x="270" y="16103"/>
                        <a:pt x="0" y="14416"/>
                        <a:pt x="0" y="12594"/>
                      </a:cubicBezTo>
                      <a:cubicBezTo>
                        <a:pt x="0" y="10773"/>
                        <a:pt x="247" y="9131"/>
                        <a:pt x="765" y="7601"/>
                      </a:cubicBezTo>
                      <a:cubicBezTo>
                        <a:pt x="1282" y="6072"/>
                        <a:pt x="2024" y="4745"/>
                        <a:pt x="3036" y="3598"/>
                      </a:cubicBezTo>
                      <a:cubicBezTo>
                        <a:pt x="4048" y="2474"/>
                        <a:pt x="5308" y="1574"/>
                        <a:pt x="6837" y="945"/>
                      </a:cubicBezTo>
                      <a:cubicBezTo>
                        <a:pt x="8366" y="315"/>
                        <a:pt x="10165" y="0"/>
                        <a:pt x="12257" y="0"/>
                      </a:cubicBezTo>
                      <a:cubicBezTo>
                        <a:pt x="14821" y="0"/>
                        <a:pt x="16935" y="495"/>
                        <a:pt x="18644" y="1507"/>
                      </a:cubicBezTo>
                      <a:cubicBezTo>
                        <a:pt x="20353" y="2519"/>
                        <a:pt x="21725" y="3891"/>
                        <a:pt x="22737" y="5600"/>
                      </a:cubicBezTo>
                      <a:cubicBezTo>
                        <a:pt x="23749" y="7309"/>
                        <a:pt x="24491" y="9356"/>
                        <a:pt x="24918" y="11695"/>
                      </a:cubicBezTo>
                      <a:cubicBezTo>
                        <a:pt x="25346" y="14033"/>
                        <a:pt x="25571" y="16530"/>
                        <a:pt x="25571" y="19206"/>
                      </a:cubicBezTo>
                      <a:cubicBezTo>
                        <a:pt x="25571" y="22445"/>
                        <a:pt x="25233" y="25278"/>
                        <a:pt x="24536" y="27707"/>
                      </a:cubicBezTo>
                      <a:cubicBezTo>
                        <a:pt x="23861" y="30136"/>
                        <a:pt x="22895" y="32183"/>
                        <a:pt x="21657" y="33824"/>
                      </a:cubicBezTo>
                      <a:cubicBezTo>
                        <a:pt x="20420" y="35489"/>
                        <a:pt x="18959" y="36725"/>
                        <a:pt x="17250" y="37558"/>
                      </a:cubicBezTo>
                      <a:cubicBezTo>
                        <a:pt x="15563" y="38390"/>
                        <a:pt x="13696" y="38795"/>
                        <a:pt x="11694" y="38795"/>
                      </a:cubicBezTo>
                      <a:cubicBezTo>
                        <a:pt x="10210" y="38795"/>
                        <a:pt x="8839" y="38615"/>
                        <a:pt x="7534" y="38255"/>
                      </a:cubicBezTo>
                      <a:cubicBezTo>
                        <a:pt x="6230" y="37895"/>
                        <a:pt x="5105" y="37333"/>
                        <a:pt x="4138" y="36591"/>
                      </a:cubicBezTo>
                      <a:cubicBezTo>
                        <a:pt x="3171" y="35848"/>
                        <a:pt x="2384" y="34881"/>
                        <a:pt x="1754" y="33734"/>
                      </a:cubicBezTo>
                      <a:cubicBezTo>
                        <a:pt x="1147" y="32587"/>
                        <a:pt x="765" y="31238"/>
                        <a:pt x="630" y="29686"/>
                      </a:cubicBezTo>
                      <a:lnTo>
                        <a:pt x="4138" y="29686"/>
                      </a:lnTo>
                      <a:close/>
                      <a:moveTo>
                        <a:pt x="12257" y="2901"/>
                      </a:moveTo>
                      <a:cubicBezTo>
                        <a:pt x="9333" y="2969"/>
                        <a:pt x="7152" y="3868"/>
                        <a:pt x="5667" y="5600"/>
                      </a:cubicBezTo>
                      <a:cubicBezTo>
                        <a:pt x="4183" y="7332"/>
                        <a:pt x="3463" y="9693"/>
                        <a:pt x="3463" y="12662"/>
                      </a:cubicBezTo>
                      <a:cubicBezTo>
                        <a:pt x="3463" y="15630"/>
                        <a:pt x="4228" y="17834"/>
                        <a:pt x="5757" y="19453"/>
                      </a:cubicBezTo>
                      <a:cubicBezTo>
                        <a:pt x="7287" y="21073"/>
                        <a:pt x="9446" y="21882"/>
                        <a:pt x="12257" y="21882"/>
                      </a:cubicBezTo>
                      <a:cubicBezTo>
                        <a:pt x="13584" y="21882"/>
                        <a:pt x="14776" y="21635"/>
                        <a:pt x="15855" y="21118"/>
                      </a:cubicBezTo>
                      <a:cubicBezTo>
                        <a:pt x="16912" y="20623"/>
                        <a:pt x="17812" y="19926"/>
                        <a:pt x="18554" y="19071"/>
                      </a:cubicBezTo>
                      <a:cubicBezTo>
                        <a:pt x="19296" y="18217"/>
                        <a:pt x="19858" y="17205"/>
                        <a:pt x="20218" y="16080"/>
                      </a:cubicBezTo>
                      <a:cubicBezTo>
                        <a:pt x="20578" y="14956"/>
                        <a:pt x="20780" y="13741"/>
                        <a:pt x="20780" y="12437"/>
                      </a:cubicBezTo>
                      <a:cubicBezTo>
                        <a:pt x="20780" y="9626"/>
                        <a:pt x="20016" y="7354"/>
                        <a:pt x="18509" y="5600"/>
                      </a:cubicBezTo>
                      <a:cubicBezTo>
                        <a:pt x="17002" y="3846"/>
                        <a:pt x="14911" y="2946"/>
                        <a:pt x="12257" y="2879"/>
                      </a:cubicBezTo>
                      <a:close/>
                    </a:path>
                  </a:pathLst>
                </a:custGeom>
                <a:solidFill>
                  <a:srgbClr val="231F20"/>
                </a:solidFill>
                <a:ln w="2249" cap="flat">
                  <a:noFill/>
                  <a:prstDash val="solid"/>
                  <a:miter/>
                </a:ln>
              </p:spPr>
              <p:txBody>
                <a:bodyPr rtlCol="0" anchor="ctr"/>
                <a:lstStyle/>
                <a:p>
                  <a:endParaRPr lang="en-US"/>
                </a:p>
              </p:txBody>
            </p:sp>
          </p:grpSp>
          <p:grpSp>
            <p:nvGrpSpPr>
              <p:cNvPr id="4020" name="Graphic 4479">
                <a:extLst>
                  <a:ext uri="{FF2B5EF4-FFF2-40B4-BE49-F238E27FC236}">
                    <a16:creationId xmlns:a16="http://schemas.microsoft.com/office/drawing/2014/main" id="{8CFCFC89-ADBD-5902-AF97-C5BAE30C39C3}"/>
                  </a:ext>
                </a:extLst>
              </p:cNvPr>
              <p:cNvGrpSpPr/>
              <p:nvPr/>
            </p:nvGrpSpPr>
            <p:grpSpPr>
              <a:xfrm>
                <a:off x="6572031" y="3788780"/>
                <a:ext cx="247701" cy="145403"/>
                <a:chOff x="4705222" y="2342101"/>
                <a:chExt cx="66164" cy="38839"/>
              </a:xfrm>
              <a:solidFill>
                <a:srgbClr val="231F20"/>
              </a:solidFill>
            </p:grpSpPr>
            <p:sp>
              <p:nvSpPr>
                <p:cNvPr id="4021" name="Freeform 4020">
                  <a:extLst>
                    <a:ext uri="{FF2B5EF4-FFF2-40B4-BE49-F238E27FC236}">
                      <a16:creationId xmlns:a16="http://schemas.microsoft.com/office/drawing/2014/main" id="{D368E981-AEDF-652C-4478-76493E81566F}"/>
                    </a:ext>
                  </a:extLst>
                </p:cNvPr>
                <p:cNvSpPr/>
                <p:nvPr/>
              </p:nvSpPr>
              <p:spPr>
                <a:xfrm>
                  <a:off x="4705222" y="2342101"/>
                  <a:ext cx="13268" cy="38052"/>
                </a:xfrm>
                <a:custGeom>
                  <a:avLst/>
                  <a:gdLst>
                    <a:gd name="connsiteX0" fmla="*/ 9828 w 13268"/>
                    <a:gd name="connsiteY0" fmla="*/ 9783 h 38052"/>
                    <a:gd name="connsiteX1" fmla="*/ 0 w 13268"/>
                    <a:gd name="connsiteY1" fmla="*/ 9783 h 38052"/>
                    <a:gd name="connsiteX2" fmla="*/ 0 w 13268"/>
                    <a:gd name="connsiteY2" fmla="*/ 7512 h 38052"/>
                    <a:gd name="connsiteX3" fmla="*/ 3913 w 13268"/>
                    <a:gd name="connsiteY3" fmla="*/ 7084 h 38052"/>
                    <a:gd name="connsiteX4" fmla="*/ 6994 w 13268"/>
                    <a:gd name="connsiteY4" fmla="*/ 6050 h 38052"/>
                    <a:gd name="connsiteX5" fmla="*/ 9198 w 13268"/>
                    <a:gd name="connsiteY5" fmla="*/ 3868 h 38052"/>
                    <a:gd name="connsiteX6" fmla="*/ 10525 w 13268"/>
                    <a:gd name="connsiteY6" fmla="*/ 0 h 38052"/>
                    <a:gd name="connsiteX7" fmla="*/ 13269 w 13268"/>
                    <a:gd name="connsiteY7" fmla="*/ 0 h 38052"/>
                    <a:gd name="connsiteX8" fmla="*/ 13269 w 13268"/>
                    <a:gd name="connsiteY8" fmla="*/ 38052 h 38052"/>
                    <a:gd name="connsiteX9" fmla="*/ 9805 w 13268"/>
                    <a:gd name="connsiteY9" fmla="*/ 38052 h 38052"/>
                    <a:gd name="connsiteX10" fmla="*/ 9805 w 13268"/>
                    <a:gd name="connsiteY10" fmla="*/ 9760 h 380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268" h="38052">
                      <a:moveTo>
                        <a:pt x="9828" y="9783"/>
                      </a:moveTo>
                      <a:lnTo>
                        <a:pt x="0" y="9783"/>
                      </a:lnTo>
                      <a:lnTo>
                        <a:pt x="0" y="7512"/>
                      </a:lnTo>
                      <a:cubicBezTo>
                        <a:pt x="1439" y="7399"/>
                        <a:pt x="2744" y="7264"/>
                        <a:pt x="3913" y="7084"/>
                      </a:cubicBezTo>
                      <a:cubicBezTo>
                        <a:pt x="5083" y="6904"/>
                        <a:pt x="6117" y="6567"/>
                        <a:pt x="6994" y="6050"/>
                      </a:cubicBezTo>
                      <a:cubicBezTo>
                        <a:pt x="7871" y="5532"/>
                        <a:pt x="8613" y="4813"/>
                        <a:pt x="9198" y="3868"/>
                      </a:cubicBezTo>
                      <a:cubicBezTo>
                        <a:pt x="9783" y="2924"/>
                        <a:pt x="10233" y="1619"/>
                        <a:pt x="10525" y="0"/>
                      </a:cubicBezTo>
                      <a:lnTo>
                        <a:pt x="13269" y="0"/>
                      </a:lnTo>
                      <a:lnTo>
                        <a:pt x="13269" y="38052"/>
                      </a:lnTo>
                      <a:lnTo>
                        <a:pt x="9805" y="38052"/>
                      </a:lnTo>
                      <a:lnTo>
                        <a:pt x="9805" y="9760"/>
                      </a:lnTo>
                      <a:close/>
                    </a:path>
                  </a:pathLst>
                </a:custGeom>
                <a:solidFill>
                  <a:srgbClr val="231F20"/>
                </a:solidFill>
                <a:ln w="2249" cap="flat">
                  <a:noFill/>
                  <a:prstDash val="solid"/>
                  <a:miter/>
                </a:ln>
              </p:spPr>
              <p:txBody>
                <a:bodyPr rtlCol="0" anchor="ctr"/>
                <a:lstStyle/>
                <a:p>
                  <a:endParaRPr lang="en-US"/>
                </a:p>
              </p:txBody>
            </p:sp>
            <p:sp>
              <p:nvSpPr>
                <p:cNvPr id="4022" name="Freeform 4021">
                  <a:extLst>
                    <a:ext uri="{FF2B5EF4-FFF2-40B4-BE49-F238E27FC236}">
                      <a16:creationId xmlns:a16="http://schemas.microsoft.com/office/drawing/2014/main" id="{573051D6-166D-9024-678D-7055A1A96A4D}"/>
                    </a:ext>
                  </a:extLst>
                </p:cNvPr>
                <p:cNvSpPr/>
                <p:nvPr/>
              </p:nvSpPr>
              <p:spPr>
                <a:xfrm>
                  <a:off x="4734257" y="2375430"/>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231F20"/>
                </a:solidFill>
                <a:ln w="2249" cap="flat">
                  <a:noFill/>
                  <a:prstDash val="solid"/>
                  <a:miter/>
                </a:ln>
              </p:spPr>
              <p:txBody>
                <a:bodyPr rtlCol="0" anchor="ctr"/>
                <a:lstStyle/>
                <a:p>
                  <a:endParaRPr lang="en-US"/>
                </a:p>
              </p:txBody>
            </p:sp>
            <p:sp>
              <p:nvSpPr>
                <p:cNvPr id="4023" name="Freeform 4022">
                  <a:extLst>
                    <a:ext uri="{FF2B5EF4-FFF2-40B4-BE49-F238E27FC236}">
                      <a16:creationId xmlns:a16="http://schemas.microsoft.com/office/drawing/2014/main" id="{3CAEC57C-2640-45CF-6583-C72051129424}"/>
                    </a:ext>
                  </a:extLst>
                </p:cNvPr>
                <p:cNvSpPr/>
                <p:nvPr/>
              </p:nvSpPr>
              <p:spPr>
                <a:xfrm>
                  <a:off x="4745569" y="2342101"/>
                  <a:ext cx="25817" cy="38839"/>
                </a:xfrm>
                <a:custGeom>
                  <a:avLst/>
                  <a:gdLst>
                    <a:gd name="connsiteX0" fmla="*/ 10120 w 25817"/>
                    <a:gd name="connsiteY0" fmla="*/ 16912 h 38839"/>
                    <a:gd name="connsiteX1" fmla="*/ 14551 w 25817"/>
                    <a:gd name="connsiteY1" fmla="*/ 16620 h 38839"/>
                    <a:gd name="connsiteX2" fmla="*/ 17969 w 25817"/>
                    <a:gd name="connsiteY2" fmla="*/ 15495 h 38839"/>
                    <a:gd name="connsiteX3" fmla="*/ 20218 w 25817"/>
                    <a:gd name="connsiteY3" fmla="*/ 13246 h 38839"/>
                    <a:gd name="connsiteX4" fmla="*/ 21028 w 25817"/>
                    <a:gd name="connsiteY4" fmla="*/ 9626 h 38839"/>
                    <a:gd name="connsiteX5" fmla="*/ 20375 w 25817"/>
                    <a:gd name="connsiteY5" fmla="*/ 6567 h 38839"/>
                    <a:gd name="connsiteX6" fmla="*/ 18621 w 25817"/>
                    <a:gd name="connsiteY6" fmla="*/ 4498 h 38839"/>
                    <a:gd name="connsiteX7" fmla="*/ 16035 w 25817"/>
                    <a:gd name="connsiteY7" fmla="*/ 3306 h 38839"/>
                    <a:gd name="connsiteX8" fmla="*/ 12932 w 25817"/>
                    <a:gd name="connsiteY8" fmla="*/ 2924 h 38839"/>
                    <a:gd name="connsiteX9" fmla="*/ 9603 w 25817"/>
                    <a:gd name="connsiteY9" fmla="*/ 3508 h 38839"/>
                    <a:gd name="connsiteX10" fmla="*/ 7039 w 25817"/>
                    <a:gd name="connsiteY10" fmla="*/ 5218 h 38839"/>
                    <a:gd name="connsiteX11" fmla="*/ 5375 w 25817"/>
                    <a:gd name="connsiteY11" fmla="*/ 7804 h 38839"/>
                    <a:gd name="connsiteX12" fmla="*/ 4790 w 25817"/>
                    <a:gd name="connsiteY12" fmla="*/ 11065 h 38839"/>
                    <a:gd name="connsiteX13" fmla="*/ 1327 w 25817"/>
                    <a:gd name="connsiteY13" fmla="*/ 11065 h 38839"/>
                    <a:gd name="connsiteX14" fmla="*/ 2226 w 25817"/>
                    <a:gd name="connsiteY14" fmla="*/ 6387 h 38839"/>
                    <a:gd name="connsiteX15" fmla="*/ 5015 w 25817"/>
                    <a:gd name="connsiteY15" fmla="*/ 2519 h 38839"/>
                    <a:gd name="connsiteX16" fmla="*/ 9041 w 25817"/>
                    <a:gd name="connsiteY16" fmla="*/ 450 h 38839"/>
                    <a:gd name="connsiteX17" fmla="*/ 13651 w 25817"/>
                    <a:gd name="connsiteY17" fmla="*/ 0 h 38839"/>
                    <a:gd name="connsiteX18" fmla="*/ 17879 w 25817"/>
                    <a:gd name="connsiteY18" fmla="*/ 562 h 38839"/>
                    <a:gd name="connsiteX19" fmla="*/ 21298 w 25817"/>
                    <a:gd name="connsiteY19" fmla="*/ 2294 h 38839"/>
                    <a:gd name="connsiteX20" fmla="*/ 23614 w 25817"/>
                    <a:gd name="connsiteY20" fmla="*/ 5240 h 38839"/>
                    <a:gd name="connsiteX21" fmla="*/ 24468 w 25817"/>
                    <a:gd name="connsiteY21" fmla="*/ 9401 h 38839"/>
                    <a:gd name="connsiteX22" fmla="*/ 23142 w 25817"/>
                    <a:gd name="connsiteY22" fmla="*/ 14528 h 38839"/>
                    <a:gd name="connsiteX23" fmla="*/ 19071 w 25817"/>
                    <a:gd name="connsiteY23" fmla="*/ 17879 h 38839"/>
                    <a:gd name="connsiteX24" fmla="*/ 22445 w 25817"/>
                    <a:gd name="connsiteY24" fmla="*/ 19588 h 38839"/>
                    <a:gd name="connsiteX25" fmla="*/ 24513 w 25817"/>
                    <a:gd name="connsiteY25" fmla="*/ 21905 h 38839"/>
                    <a:gd name="connsiteX26" fmla="*/ 25548 w 25817"/>
                    <a:gd name="connsiteY26" fmla="*/ 24581 h 38839"/>
                    <a:gd name="connsiteX27" fmla="*/ 25818 w 25817"/>
                    <a:gd name="connsiteY27" fmla="*/ 27280 h 38839"/>
                    <a:gd name="connsiteX28" fmla="*/ 25008 w 25817"/>
                    <a:gd name="connsiteY28" fmla="*/ 31710 h 38839"/>
                    <a:gd name="connsiteX29" fmla="*/ 22624 w 25817"/>
                    <a:gd name="connsiteY29" fmla="*/ 35331 h 38839"/>
                    <a:gd name="connsiteX30" fmla="*/ 18756 w 25817"/>
                    <a:gd name="connsiteY30" fmla="*/ 37850 h 38839"/>
                    <a:gd name="connsiteX31" fmla="*/ 13538 w 25817"/>
                    <a:gd name="connsiteY31" fmla="*/ 38840 h 38839"/>
                    <a:gd name="connsiteX32" fmla="*/ 7826 w 25817"/>
                    <a:gd name="connsiteY32" fmla="*/ 38255 h 38839"/>
                    <a:gd name="connsiteX33" fmla="*/ 3778 w 25817"/>
                    <a:gd name="connsiteY33" fmla="*/ 36276 h 38839"/>
                    <a:gd name="connsiteX34" fmla="*/ 1237 w 25817"/>
                    <a:gd name="connsiteY34" fmla="*/ 32655 h 38839"/>
                    <a:gd name="connsiteX35" fmla="*/ 0 w 25817"/>
                    <a:gd name="connsiteY35" fmla="*/ 27077 h 38839"/>
                    <a:gd name="connsiteX36" fmla="*/ 3463 w 25817"/>
                    <a:gd name="connsiteY36" fmla="*/ 27077 h 38839"/>
                    <a:gd name="connsiteX37" fmla="*/ 6072 w 25817"/>
                    <a:gd name="connsiteY37" fmla="*/ 33689 h 38839"/>
                    <a:gd name="connsiteX38" fmla="*/ 12909 w 25817"/>
                    <a:gd name="connsiteY38" fmla="*/ 35938 h 38839"/>
                    <a:gd name="connsiteX39" fmla="*/ 16732 w 25817"/>
                    <a:gd name="connsiteY39" fmla="*/ 35241 h 38839"/>
                    <a:gd name="connsiteX40" fmla="*/ 19791 w 25817"/>
                    <a:gd name="connsiteY40" fmla="*/ 33352 h 38839"/>
                    <a:gd name="connsiteX41" fmla="*/ 21725 w 25817"/>
                    <a:gd name="connsiteY41" fmla="*/ 30608 h 38839"/>
                    <a:gd name="connsiteX42" fmla="*/ 22355 w 25817"/>
                    <a:gd name="connsiteY42" fmla="*/ 27370 h 38839"/>
                    <a:gd name="connsiteX43" fmla="*/ 21275 w 25817"/>
                    <a:gd name="connsiteY43" fmla="*/ 23502 h 38839"/>
                    <a:gd name="connsiteX44" fmla="*/ 18666 w 25817"/>
                    <a:gd name="connsiteY44" fmla="*/ 21073 h 38839"/>
                    <a:gd name="connsiteX45" fmla="*/ 14798 w 25817"/>
                    <a:gd name="connsiteY45" fmla="*/ 19881 h 38839"/>
                    <a:gd name="connsiteX46" fmla="*/ 10098 w 25817"/>
                    <a:gd name="connsiteY46" fmla="*/ 19746 h 38839"/>
                    <a:gd name="connsiteX47" fmla="*/ 10098 w 25817"/>
                    <a:gd name="connsiteY47" fmla="*/ 16935 h 3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25817" h="38839">
                      <a:moveTo>
                        <a:pt x="10120" y="16912"/>
                      </a:moveTo>
                      <a:cubicBezTo>
                        <a:pt x="11739" y="16912"/>
                        <a:pt x="13224" y="16822"/>
                        <a:pt x="14551" y="16620"/>
                      </a:cubicBezTo>
                      <a:cubicBezTo>
                        <a:pt x="15878" y="16417"/>
                        <a:pt x="17024" y="16035"/>
                        <a:pt x="17969" y="15495"/>
                      </a:cubicBezTo>
                      <a:cubicBezTo>
                        <a:pt x="18914" y="14956"/>
                        <a:pt x="19678" y="14191"/>
                        <a:pt x="20218" y="13246"/>
                      </a:cubicBezTo>
                      <a:cubicBezTo>
                        <a:pt x="20758" y="12302"/>
                        <a:pt x="21028" y="11110"/>
                        <a:pt x="21028" y="9626"/>
                      </a:cubicBezTo>
                      <a:cubicBezTo>
                        <a:pt x="21028" y="8434"/>
                        <a:pt x="20803" y="7422"/>
                        <a:pt x="20375" y="6567"/>
                      </a:cubicBezTo>
                      <a:cubicBezTo>
                        <a:pt x="19948" y="5712"/>
                        <a:pt x="19363" y="5038"/>
                        <a:pt x="18621" y="4498"/>
                      </a:cubicBezTo>
                      <a:cubicBezTo>
                        <a:pt x="17879" y="3958"/>
                        <a:pt x="17024" y="3553"/>
                        <a:pt x="16035" y="3306"/>
                      </a:cubicBezTo>
                      <a:cubicBezTo>
                        <a:pt x="15045" y="3059"/>
                        <a:pt x="14011" y="2924"/>
                        <a:pt x="12932" y="2924"/>
                      </a:cubicBezTo>
                      <a:cubicBezTo>
                        <a:pt x="11717" y="2924"/>
                        <a:pt x="10593" y="3126"/>
                        <a:pt x="9603" y="3508"/>
                      </a:cubicBezTo>
                      <a:cubicBezTo>
                        <a:pt x="8613" y="3913"/>
                        <a:pt x="7759" y="4475"/>
                        <a:pt x="7039" y="5218"/>
                      </a:cubicBezTo>
                      <a:cubicBezTo>
                        <a:pt x="6319" y="5960"/>
                        <a:pt x="5757" y="6814"/>
                        <a:pt x="5375" y="7804"/>
                      </a:cubicBezTo>
                      <a:cubicBezTo>
                        <a:pt x="4970" y="8793"/>
                        <a:pt x="4790" y="9873"/>
                        <a:pt x="4790" y="11065"/>
                      </a:cubicBezTo>
                      <a:lnTo>
                        <a:pt x="1327" y="11065"/>
                      </a:lnTo>
                      <a:cubicBezTo>
                        <a:pt x="1327" y="9333"/>
                        <a:pt x="1619" y="7781"/>
                        <a:pt x="2226" y="6387"/>
                      </a:cubicBezTo>
                      <a:cubicBezTo>
                        <a:pt x="2811" y="4993"/>
                        <a:pt x="3756" y="3711"/>
                        <a:pt x="5015" y="2519"/>
                      </a:cubicBezTo>
                      <a:cubicBezTo>
                        <a:pt x="6207" y="1439"/>
                        <a:pt x="7534" y="742"/>
                        <a:pt x="9041" y="450"/>
                      </a:cubicBezTo>
                      <a:cubicBezTo>
                        <a:pt x="10525" y="135"/>
                        <a:pt x="12077" y="0"/>
                        <a:pt x="13651" y="0"/>
                      </a:cubicBezTo>
                      <a:cubicBezTo>
                        <a:pt x="15225" y="0"/>
                        <a:pt x="16575" y="180"/>
                        <a:pt x="17879" y="562"/>
                      </a:cubicBezTo>
                      <a:cubicBezTo>
                        <a:pt x="19183" y="945"/>
                        <a:pt x="20330" y="1507"/>
                        <a:pt x="21298" y="2294"/>
                      </a:cubicBezTo>
                      <a:cubicBezTo>
                        <a:pt x="22264" y="3059"/>
                        <a:pt x="23052" y="4048"/>
                        <a:pt x="23614" y="5240"/>
                      </a:cubicBezTo>
                      <a:cubicBezTo>
                        <a:pt x="24199" y="6432"/>
                        <a:pt x="24468" y="7804"/>
                        <a:pt x="24468" y="9401"/>
                      </a:cubicBezTo>
                      <a:cubicBezTo>
                        <a:pt x="24468" y="11380"/>
                        <a:pt x="24019" y="13089"/>
                        <a:pt x="23142" y="14528"/>
                      </a:cubicBezTo>
                      <a:cubicBezTo>
                        <a:pt x="22264" y="15968"/>
                        <a:pt x="20893" y="17092"/>
                        <a:pt x="19071" y="17879"/>
                      </a:cubicBezTo>
                      <a:cubicBezTo>
                        <a:pt x="20443" y="18307"/>
                        <a:pt x="21567" y="18869"/>
                        <a:pt x="22445" y="19588"/>
                      </a:cubicBezTo>
                      <a:cubicBezTo>
                        <a:pt x="23322" y="20286"/>
                        <a:pt x="24019" y="21073"/>
                        <a:pt x="24513" y="21905"/>
                      </a:cubicBezTo>
                      <a:cubicBezTo>
                        <a:pt x="25008" y="22737"/>
                        <a:pt x="25368" y="23637"/>
                        <a:pt x="25548" y="24581"/>
                      </a:cubicBezTo>
                      <a:cubicBezTo>
                        <a:pt x="25728" y="25526"/>
                        <a:pt x="25818" y="26425"/>
                        <a:pt x="25818" y="27280"/>
                      </a:cubicBezTo>
                      <a:cubicBezTo>
                        <a:pt x="25818" y="28854"/>
                        <a:pt x="25548" y="30338"/>
                        <a:pt x="25008" y="31710"/>
                      </a:cubicBezTo>
                      <a:cubicBezTo>
                        <a:pt x="24468" y="33082"/>
                        <a:pt x="23681" y="34274"/>
                        <a:pt x="22624" y="35331"/>
                      </a:cubicBezTo>
                      <a:cubicBezTo>
                        <a:pt x="21567" y="36388"/>
                        <a:pt x="20285" y="37220"/>
                        <a:pt x="18756" y="37850"/>
                      </a:cubicBezTo>
                      <a:cubicBezTo>
                        <a:pt x="17227" y="38480"/>
                        <a:pt x="15495" y="38817"/>
                        <a:pt x="13538" y="38840"/>
                      </a:cubicBezTo>
                      <a:cubicBezTo>
                        <a:pt x="11335" y="38840"/>
                        <a:pt x="9446" y="38637"/>
                        <a:pt x="7826" y="38255"/>
                      </a:cubicBezTo>
                      <a:cubicBezTo>
                        <a:pt x="6207" y="37850"/>
                        <a:pt x="4858" y="37198"/>
                        <a:pt x="3778" y="36276"/>
                      </a:cubicBezTo>
                      <a:cubicBezTo>
                        <a:pt x="2699" y="35354"/>
                        <a:pt x="1844" y="34162"/>
                        <a:pt x="1237" y="32655"/>
                      </a:cubicBezTo>
                      <a:cubicBezTo>
                        <a:pt x="629" y="31171"/>
                        <a:pt x="202" y="29304"/>
                        <a:pt x="0" y="27077"/>
                      </a:cubicBezTo>
                      <a:lnTo>
                        <a:pt x="3463" y="27077"/>
                      </a:lnTo>
                      <a:cubicBezTo>
                        <a:pt x="3463" y="30001"/>
                        <a:pt x="4340" y="32205"/>
                        <a:pt x="6072" y="33689"/>
                      </a:cubicBezTo>
                      <a:cubicBezTo>
                        <a:pt x="7826" y="35174"/>
                        <a:pt x="10098" y="35938"/>
                        <a:pt x="12909" y="35938"/>
                      </a:cubicBezTo>
                      <a:cubicBezTo>
                        <a:pt x="14281" y="35938"/>
                        <a:pt x="15563" y="35713"/>
                        <a:pt x="16732" y="35241"/>
                      </a:cubicBezTo>
                      <a:cubicBezTo>
                        <a:pt x="17924" y="34769"/>
                        <a:pt x="18936" y="34139"/>
                        <a:pt x="19791" y="33352"/>
                      </a:cubicBezTo>
                      <a:cubicBezTo>
                        <a:pt x="20645" y="32565"/>
                        <a:pt x="21275" y="31643"/>
                        <a:pt x="21725" y="30608"/>
                      </a:cubicBezTo>
                      <a:cubicBezTo>
                        <a:pt x="22175" y="29574"/>
                        <a:pt x="22377" y="28494"/>
                        <a:pt x="22355" y="27370"/>
                      </a:cubicBezTo>
                      <a:cubicBezTo>
                        <a:pt x="22287" y="25818"/>
                        <a:pt x="21927" y="24536"/>
                        <a:pt x="21275" y="23502"/>
                      </a:cubicBezTo>
                      <a:cubicBezTo>
                        <a:pt x="20623" y="22467"/>
                        <a:pt x="19746" y="21657"/>
                        <a:pt x="18666" y="21073"/>
                      </a:cubicBezTo>
                      <a:cubicBezTo>
                        <a:pt x="17564" y="20488"/>
                        <a:pt x="16282" y="20083"/>
                        <a:pt x="14798" y="19881"/>
                      </a:cubicBezTo>
                      <a:cubicBezTo>
                        <a:pt x="13314" y="19678"/>
                        <a:pt x="11762" y="19633"/>
                        <a:pt x="10098" y="19746"/>
                      </a:cubicBezTo>
                      <a:lnTo>
                        <a:pt x="10098" y="16935"/>
                      </a:lnTo>
                      <a:close/>
                    </a:path>
                  </a:pathLst>
                </a:custGeom>
                <a:solidFill>
                  <a:srgbClr val="231F20"/>
                </a:solidFill>
                <a:ln w="2249" cap="flat">
                  <a:noFill/>
                  <a:prstDash val="solid"/>
                  <a:miter/>
                </a:ln>
              </p:spPr>
              <p:txBody>
                <a:bodyPr rtlCol="0" anchor="ctr"/>
                <a:lstStyle/>
                <a:p>
                  <a:endParaRPr lang="en-US"/>
                </a:p>
              </p:txBody>
            </p:sp>
          </p:grpSp>
          <p:grpSp>
            <p:nvGrpSpPr>
              <p:cNvPr id="4024" name="Graphic 4479">
                <a:extLst>
                  <a:ext uri="{FF2B5EF4-FFF2-40B4-BE49-F238E27FC236}">
                    <a16:creationId xmlns:a16="http://schemas.microsoft.com/office/drawing/2014/main" id="{07DBC4FB-29BE-51B4-EB5F-6985EBD4173F}"/>
                  </a:ext>
                </a:extLst>
              </p:cNvPr>
              <p:cNvGrpSpPr/>
              <p:nvPr/>
            </p:nvGrpSpPr>
            <p:grpSpPr>
              <a:xfrm>
                <a:off x="6267752" y="4821433"/>
                <a:ext cx="188089" cy="511398"/>
                <a:chOff x="4623945" y="2617936"/>
                <a:chExt cx="50241" cy="136601"/>
              </a:xfrm>
              <a:solidFill>
                <a:srgbClr val="231F20"/>
              </a:solidFill>
            </p:grpSpPr>
            <p:sp>
              <p:nvSpPr>
                <p:cNvPr id="4025" name="Freeform 4024">
                  <a:extLst>
                    <a:ext uri="{FF2B5EF4-FFF2-40B4-BE49-F238E27FC236}">
                      <a16:creationId xmlns:a16="http://schemas.microsoft.com/office/drawing/2014/main" id="{5A5A9615-3915-B488-5C84-175BEFA9CEF2}"/>
                    </a:ext>
                  </a:extLst>
                </p:cNvPr>
                <p:cNvSpPr/>
                <p:nvPr/>
              </p:nvSpPr>
              <p:spPr>
                <a:xfrm>
                  <a:off x="4625002" y="2725841"/>
                  <a:ext cx="38862" cy="28696"/>
                </a:xfrm>
                <a:custGeom>
                  <a:avLst/>
                  <a:gdLst>
                    <a:gd name="connsiteX0" fmla="*/ 21208 w 38862"/>
                    <a:gd name="connsiteY0" fmla="*/ 25031 h 28696"/>
                    <a:gd name="connsiteX1" fmla="*/ 38862 w 38862"/>
                    <a:gd name="connsiteY1" fmla="*/ 25031 h 28696"/>
                    <a:gd name="connsiteX2" fmla="*/ 38817 w 38862"/>
                    <a:gd name="connsiteY2" fmla="*/ 28697 h 28696"/>
                    <a:gd name="connsiteX3" fmla="*/ 0 w 38862"/>
                    <a:gd name="connsiteY3" fmla="*/ 28697 h 28696"/>
                    <a:gd name="connsiteX4" fmla="*/ 0 w 38862"/>
                    <a:gd name="connsiteY4" fmla="*/ 13471 h 28696"/>
                    <a:gd name="connsiteX5" fmla="*/ 2407 w 38862"/>
                    <a:gd name="connsiteY5" fmla="*/ 3643 h 28696"/>
                    <a:gd name="connsiteX6" fmla="*/ 10210 w 38862"/>
                    <a:gd name="connsiteY6" fmla="*/ 247 h 28696"/>
                    <a:gd name="connsiteX7" fmla="*/ 16035 w 38862"/>
                    <a:gd name="connsiteY7" fmla="*/ 1732 h 28696"/>
                    <a:gd name="connsiteX8" fmla="*/ 19701 w 38862"/>
                    <a:gd name="connsiteY8" fmla="*/ 6567 h 28696"/>
                    <a:gd name="connsiteX9" fmla="*/ 21433 w 38862"/>
                    <a:gd name="connsiteY9" fmla="*/ 3868 h 28696"/>
                    <a:gd name="connsiteX10" fmla="*/ 24019 w 38862"/>
                    <a:gd name="connsiteY10" fmla="*/ 2406 h 28696"/>
                    <a:gd name="connsiteX11" fmla="*/ 27100 w 38862"/>
                    <a:gd name="connsiteY11" fmla="*/ 1777 h 28696"/>
                    <a:gd name="connsiteX12" fmla="*/ 30226 w 38862"/>
                    <a:gd name="connsiteY12" fmla="*/ 1597 h 28696"/>
                    <a:gd name="connsiteX13" fmla="*/ 33892 w 38862"/>
                    <a:gd name="connsiteY13" fmla="*/ 1417 h 28696"/>
                    <a:gd name="connsiteX14" fmla="*/ 36276 w 38862"/>
                    <a:gd name="connsiteY14" fmla="*/ 1102 h 28696"/>
                    <a:gd name="connsiteX15" fmla="*/ 37715 w 38862"/>
                    <a:gd name="connsiteY15" fmla="*/ 652 h 28696"/>
                    <a:gd name="connsiteX16" fmla="*/ 38502 w 38862"/>
                    <a:gd name="connsiteY16" fmla="*/ 0 h 28696"/>
                    <a:gd name="connsiteX17" fmla="*/ 38817 w 38862"/>
                    <a:gd name="connsiteY17" fmla="*/ 0 h 28696"/>
                    <a:gd name="connsiteX18" fmla="*/ 38862 w 38862"/>
                    <a:gd name="connsiteY18" fmla="*/ 4048 h 28696"/>
                    <a:gd name="connsiteX19" fmla="*/ 36163 w 38862"/>
                    <a:gd name="connsiteY19" fmla="*/ 4880 h 28696"/>
                    <a:gd name="connsiteX20" fmla="*/ 32543 w 38862"/>
                    <a:gd name="connsiteY20" fmla="*/ 5263 h 28696"/>
                    <a:gd name="connsiteX21" fmla="*/ 28877 w 38862"/>
                    <a:gd name="connsiteY21" fmla="*/ 5487 h 28696"/>
                    <a:gd name="connsiteX22" fmla="*/ 25953 w 38862"/>
                    <a:gd name="connsiteY22" fmla="*/ 5780 h 28696"/>
                    <a:gd name="connsiteX23" fmla="*/ 23434 w 38862"/>
                    <a:gd name="connsiteY23" fmla="*/ 6837 h 28696"/>
                    <a:gd name="connsiteX24" fmla="*/ 21995 w 38862"/>
                    <a:gd name="connsiteY24" fmla="*/ 8591 h 28696"/>
                    <a:gd name="connsiteX25" fmla="*/ 21343 w 38862"/>
                    <a:gd name="connsiteY25" fmla="*/ 10885 h 28696"/>
                    <a:gd name="connsiteX26" fmla="*/ 21185 w 38862"/>
                    <a:gd name="connsiteY26" fmla="*/ 13494 h 28696"/>
                    <a:gd name="connsiteX27" fmla="*/ 21185 w 38862"/>
                    <a:gd name="connsiteY27" fmla="*/ 25053 h 28696"/>
                    <a:gd name="connsiteX28" fmla="*/ 18059 w 38862"/>
                    <a:gd name="connsiteY28" fmla="*/ 13584 h 28696"/>
                    <a:gd name="connsiteX29" fmla="*/ 17632 w 38862"/>
                    <a:gd name="connsiteY29" fmla="*/ 9783 h 28696"/>
                    <a:gd name="connsiteX30" fmla="*/ 16260 w 38862"/>
                    <a:gd name="connsiteY30" fmla="*/ 6724 h 28696"/>
                    <a:gd name="connsiteX31" fmla="*/ 13854 w 38862"/>
                    <a:gd name="connsiteY31" fmla="*/ 4678 h 28696"/>
                    <a:gd name="connsiteX32" fmla="*/ 10345 w 38862"/>
                    <a:gd name="connsiteY32" fmla="*/ 3913 h 28696"/>
                    <a:gd name="connsiteX33" fmla="*/ 6792 w 38862"/>
                    <a:gd name="connsiteY33" fmla="*/ 4700 h 28696"/>
                    <a:gd name="connsiteX34" fmla="*/ 4588 w 38862"/>
                    <a:gd name="connsiteY34" fmla="*/ 6814 h 28696"/>
                    <a:gd name="connsiteX35" fmla="*/ 3463 w 38862"/>
                    <a:gd name="connsiteY35" fmla="*/ 9828 h 28696"/>
                    <a:gd name="connsiteX36" fmla="*/ 3149 w 38862"/>
                    <a:gd name="connsiteY36" fmla="*/ 13359 h 28696"/>
                    <a:gd name="connsiteX37" fmla="*/ 3149 w 38862"/>
                    <a:gd name="connsiteY37" fmla="*/ 25008 h 28696"/>
                    <a:gd name="connsiteX38" fmla="*/ 18104 w 38862"/>
                    <a:gd name="connsiteY38" fmla="*/ 25008 h 28696"/>
                    <a:gd name="connsiteX39" fmla="*/ 18104 w 38862"/>
                    <a:gd name="connsiteY39" fmla="*/ 13561 h 28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862" h="28696">
                      <a:moveTo>
                        <a:pt x="21208" y="25031"/>
                      </a:moveTo>
                      <a:lnTo>
                        <a:pt x="38862" y="25031"/>
                      </a:lnTo>
                      <a:lnTo>
                        <a:pt x="38817" y="28697"/>
                      </a:lnTo>
                      <a:lnTo>
                        <a:pt x="0" y="28697"/>
                      </a:lnTo>
                      <a:lnTo>
                        <a:pt x="0" y="13471"/>
                      </a:lnTo>
                      <a:cubicBezTo>
                        <a:pt x="0" y="9198"/>
                        <a:pt x="810" y="5915"/>
                        <a:pt x="2407" y="3643"/>
                      </a:cubicBezTo>
                      <a:cubicBezTo>
                        <a:pt x="4003" y="1372"/>
                        <a:pt x="6612" y="247"/>
                        <a:pt x="10210" y="247"/>
                      </a:cubicBezTo>
                      <a:cubicBezTo>
                        <a:pt x="12662" y="247"/>
                        <a:pt x="14596" y="742"/>
                        <a:pt x="16035" y="1732"/>
                      </a:cubicBezTo>
                      <a:cubicBezTo>
                        <a:pt x="17474" y="2721"/>
                        <a:pt x="18689" y="4340"/>
                        <a:pt x="19701" y="6567"/>
                      </a:cubicBezTo>
                      <a:cubicBezTo>
                        <a:pt x="20106" y="5420"/>
                        <a:pt x="20668" y="4520"/>
                        <a:pt x="21433" y="3868"/>
                      </a:cubicBezTo>
                      <a:cubicBezTo>
                        <a:pt x="22197" y="3216"/>
                        <a:pt x="23052" y="2744"/>
                        <a:pt x="24019" y="2406"/>
                      </a:cubicBezTo>
                      <a:cubicBezTo>
                        <a:pt x="24986" y="2069"/>
                        <a:pt x="26021" y="1867"/>
                        <a:pt x="27100" y="1777"/>
                      </a:cubicBezTo>
                      <a:cubicBezTo>
                        <a:pt x="28180" y="1687"/>
                        <a:pt x="29214" y="1619"/>
                        <a:pt x="30226" y="1597"/>
                      </a:cubicBezTo>
                      <a:cubicBezTo>
                        <a:pt x="31711" y="1552"/>
                        <a:pt x="32925" y="1507"/>
                        <a:pt x="33892" y="1417"/>
                      </a:cubicBezTo>
                      <a:cubicBezTo>
                        <a:pt x="34859" y="1327"/>
                        <a:pt x="35646" y="1214"/>
                        <a:pt x="36276" y="1102"/>
                      </a:cubicBezTo>
                      <a:cubicBezTo>
                        <a:pt x="36905" y="990"/>
                        <a:pt x="37355" y="832"/>
                        <a:pt x="37715" y="652"/>
                      </a:cubicBezTo>
                      <a:cubicBezTo>
                        <a:pt x="38052" y="472"/>
                        <a:pt x="38322" y="247"/>
                        <a:pt x="38502" y="0"/>
                      </a:cubicBezTo>
                      <a:lnTo>
                        <a:pt x="38817" y="0"/>
                      </a:lnTo>
                      <a:lnTo>
                        <a:pt x="38862" y="4048"/>
                      </a:lnTo>
                      <a:cubicBezTo>
                        <a:pt x="38210" y="4453"/>
                        <a:pt x="37310" y="4723"/>
                        <a:pt x="36163" y="4880"/>
                      </a:cubicBezTo>
                      <a:cubicBezTo>
                        <a:pt x="35016" y="5038"/>
                        <a:pt x="33802" y="5173"/>
                        <a:pt x="32543" y="5263"/>
                      </a:cubicBezTo>
                      <a:cubicBezTo>
                        <a:pt x="31283" y="5353"/>
                        <a:pt x="30069" y="5420"/>
                        <a:pt x="28877" y="5487"/>
                      </a:cubicBezTo>
                      <a:cubicBezTo>
                        <a:pt x="27685" y="5555"/>
                        <a:pt x="26718" y="5645"/>
                        <a:pt x="25953" y="5780"/>
                      </a:cubicBezTo>
                      <a:cubicBezTo>
                        <a:pt x="24919" y="6005"/>
                        <a:pt x="24064" y="6342"/>
                        <a:pt x="23434" y="6837"/>
                      </a:cubicBezTo>
                      <a:cubicBezTo>
                        <a:pt x="22804" y="7332"/>
                        <a:pt x="22332" y="7916"/>
                        <a:pt x="21995" y="8591"/>
                      </a:cubicBezTo>
                      <a:cubicBezTo>
                        <a:pt x="21680" y="9266"/>
                        <a:pt x="21455" y="10030"/>
                        <a:pt x="21343" y="10885"/>
                      </a:cubicBezTo>
                      <a:cubicBezTo>
                        <a:pt x="21230" y="11740"/>
                        <a:pt x="21185" y="12594"/>
                        <a:pt x="21185" y="13494"/>
                      </a:cubicBezTo>
                      <a:lnTo>
                        <a:pt x="21185" y="25053"/>
                      </a:lnTo>
                      <a:close/>
                      <a:moveTo>
                        <a:pt x="18059" y="13584"/>
                      </a:moveTo>
                      <a:cubicBezTo>
                        <a:pt x="18059" y="12212"/>
                        <a:pt x="17924" y="10952"/>
                        <a:pt x="17632" y="9783"/>
                      </a:cubicBezTo>
                      <a:cubicBezTo>
                        <a:pt x="17340" y="8613"/>
                        <a:pt x="16890" y="7601"/>
                        <a:pt x="16260" y="6724"/>
                      </a:cubicBezTo>
                      <a:cubicBezTo>
                        <a:pt x="15630" y="5870"/>
                        <a:pt x="14821" y="5173"/>
                        <a:pt x="13854" y="4678"/>
                      </a:cubicBezTo>
                      <a:cubicBezTo>
                        <a:pt x="12887" y="4183"/>
                        <a:pt x="11717" y="3913"/>
                        <a:pt x="10345" y="3913"/>
                      </a:cubicBezTo>
                      <a:cubicBezTo>
                        <a:pt x="8906" y="3913"/>
                        <a:pt x="7714" y="4183"/>
                        <a:pt x="6792" y="4700"/>
                      </a:cubicBezTo>
                      <a:cubicBezTo>
                        <a:pt x="5870" y="5218"/>
                        <a:pt x="5128" y="5915"/>
                        <a:pt x="4588" y="6814"/>
                      </a:cubicBezTo>
                      <a:cubicBezTo>
                        <a:pt x="4048" y="7691"/>
                        <a:pt x="3666" y="8703"/>
                        <a:pt x="3463" y="9828"/>
                      </a:cubicBezTo>
                      <a:cubicBezTo>
                        <a:pt x="3239" y="10952"/>
                        <a:pt x="3149" y="12144"/>
                        <a:pt x="3149" y="13359"/>
                      </a:cubicBezTo>
                      <a:lnTo>
                        <a:pt x="3149" y="25008"/>
                      </a:lnTo>
                      <a:lnTo>
                        <a:pt x="18104" y="25008"/>
                      </a:lnTo>
                      <a:lnTo>
                        <a:pt x="18104" y="13561"/>
                      </a:lnTo>
                      <a:close/>
                    </a:path>
                  </a:pathLst>
                </a:custGeom>
                <a:solidFill>
                  <a:srgbClr val="231F20"/>
                </a:solidFill>
                <a:ln w="2249" cap="flat">
                  <a:noFill/>
                  <a:prstDash val="solid"/>
                  <a:miter/>
                </a:ln>
              </p:spPr>
              <p:txBody>
                <a:bodyPr rtlCol="0" anchor="ctr"/>
                <a:lstStyle/>
                <a:p>
                  <a:endParaRPr lang="en-US"/>
                </a:p>
              </p:txBody>
            </p:sp>
            <p:sp>
              <p:nvSpPr>
                <p:cNvPr id="4026" name="Freeform 4025">
                  <a:extLst>
                    <a:ext uri="{FF2B5EF4-FFF2-40B4-BE49-F238E27FC236}">
                      <a16:creationId xmlns:a16="http://schemas.microsoft.com/office/drawing/2014/main" id="{FC4E691D-A92C-1081-DB34-FE8681CA20B4}"/>
                    </a:ext>
                  </a:extLst>
                </p:cNvPr>
                <p:cNvSpPr/>
                <p:nvPr/>
              </p:nvSpPr>
              <p:spPr>
                <a:xfrm>
                  <a:off x="4625002" y="2693703"/>
                  <a:ext cx="38862" cy="28291"/>
                </a:xfrm>
                <a:custGeom>
                  <a:avLst/>
                  <a:gdLst>
                    <a:gd name="connsiteX0" fmla="*/ 0 w 38862"/>
                    <a:gd name="connsiteY0" fmla="*/ 28292 h 28291"/>
                    <a:gd name="connsiteX1" fmla="*/ 0 w 38862"/>
                    <a:gd name="connsiteY1" fmla="*/ 0 h 28291"/>
                    <a:gd name="connsiteX2" fmla="*/ 3126 w 38862"/>
                    <a:gd name="connsiteY2" fmla="*/ 0 h 28291"/>
                    <a:gd name="connsiteX3" fmla="*/ 3126 w 38862"/>
                    <a:gd name="connsiteY3" fmla="*/ 12302 h 28291"/>
                    <a:gd name="connsiteX4" fmla="*/ 38862 w 38862"/>
                    <a:gd name="connsiteY4" fmla="*/ 12302 h 28291"/>
                    <a:gd name="connsiteX5" fmla="*/ 38862 w 38862"/>
                    <a:gd name="connsiteY5" fmla="*/ 15968 h 28291"/>
                    <a:gd name="connsiteX6" fmla="*/ 3126 w 38862"/>
                    <a:gd name="connsiteY6" fmla="*/ 15968 h 28291"/>
                    <a:gd name="connsiteX7" fmla="*/ 3126 w 38862"/>
                    <a:gd name="connsiteY7" fmla="*/ 28269 h 28291"/>
                    <a:gd name="connsiteX8" fmla="*/ 0 w 38862"/>
                    <a:gd name="connsiteY8" fmla="*/ 28269 h 28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862" h="28291">
                      <a:moveTo>
                        <a:pt x="0" y="28292"/>
                      </a:moveTo>
                      <a:lnTo>
                        <a:pt x="0" y="0"/>
                      </a:lnTo>
                      <a:lnTo>
                        <a:pt x="3126" y="0"/>
                      </a:lnTo>
                      <a:lnTo>
                        <a:pt x="3126" y="12302"/>
                      </a:lnTo>
                      <a:lnTo>
                        <a:pt x="38862" y="12302"/>
                      </a:lnTo>
                      <a:lnTo>
                        <a:pt x="38862" y="15968"/>
                      </a:lnTo>
                      <a:lnTo>
                        <a:pt x="3126" y="15968"/>
                      </a:lnTo>
                      <a:lnTo>
                        <a:pt x="3126" y="28269"/>
                      </a:lnTo>
                      <a:lnTo>
                        <a:pt x="0" y="28269"/>
                      </a:lnTo>
                      <a:close/>
                    </a:path>
                  </a:pathLst>
                </a:custGeom>
                <a:solidFill>
                  <a:srgbClr val="231F20"/>
                </a:solidFill>
                <a:ln w="2249" cap="flat">
                  <a:noFill/>
                  <a:prstDash val="solid"/>
                  <a:miter/>
                </a:ln>
              </p:spPr>
              <p:txBody>
                <a:bodyPr rtlCol="0" anchor="ctr"/>
                <a:lstStyle/>
                <a:p>
                  <a:endParaRPr lang="en-US"/>
                </a:p>
              </p:txBody>
            </p:sp>
            <p:sp>
              <p:nvSpPr>
                <p:cNvPr id="4027" name="Freeform 4026">
                  <a:extLst>
                    <a:ext uri="{FF2B5EF4-FFF2-40B4-BE49-F238E27FC236}">
                      <a16:creationId xmlns:a16="http://schemas.microsoft.com/office/drawing/2014/main" id="{F8D6DBCE-F9AF-23EC-BB4C-A1E9794FCE35}"/>
                    </a:ext>
                  </a:extLst>
                </p:cNvPr>
                <p:cNvSpPr/>
                <p:nvPr/>
              </p:nvSpPr>
              <p:spPr>
                <a:xfrm>
                  <a:off x="4623945" y="2662937"/>
                  <a:ext cx="50219" cy="11919"/>
                </a:xfrm>
                <a:custGeom>
                  <a:avLst/>
                  <a:gdLst>
                    <a:gd name="connsiteX0" fmla="*/ 23 w 50219"/>
                    <a:gd name="connsiteY0" fmla="*/ 0 h 11919"/>
                    <a:gd name="connsiteX1" fmla="*/ 12032 w 50219"/>
                    <a:gd name="connsiteY1" fmla="*/ 6072 h 11919"/>
                    <a:gd name="connsiteX2" fmla="*/ 25278 w 50219"/>
                    <a:gd name="connsiteY2" fmla="*/ 8254 h 11919"/>
                    <a:gd name="connsiteX3" fmla="*/ 38345 w 50219"/>
                    <a:gd name="connsiteY3" fmla="*/ 5982 h 11919"/>
                    <a:gd name="connsiteX4" fmla="*/ 50219 w 50219"/>
                    <a:gd name="connsiteY4" fmla="*/ 0 h 11919"/>
                    <a:gd name="connsiteX5" fmla="*/ 50219 w 50219"/>
                    <a:gd name="connsiteY5" fmla="*/ 2744 h 11919"/>
                    <a:gd name="connsiteX6" fmla="*/ 44260 w 50219"/>
                    <a:gd name="connsiteY6" fmla="*/ 6679 h 11919"/>
                    <a:gd name="connsiteX7" fmla="*/ 38367 w 50219"/>
                    <a:gd name="connsiteY7" fmla="*/ 9581 h 11919"/>
                    <a:gd name="connsiteX8" fmla="*/ 32115 w 50219"/>
                    <a:gd name="connsiteY8" fmla="*/ 11335 h 11919"/>
                    <a:gd name="connsiteX9" fmla="*/ 25008 w 50219"/>
                    <a:gd name="connsiteY9" fmla="*/ 11919 h 11919"/>
                    <a:gd name="connsiteX10" fmla="*/ 18014 w 50219"/>
                    <a:gd name="connsiteY10" fmla="*/ 11312 h 11919"/>
                    <a:gd name="connsiteX11" fmla="*/ 11717 w 50219"/>
                    <a:gd name="connsiteY11" fmla="*/ 9536 h 11919"/>
                    <a:gd name="connsiteX12" fmla="*/ 5802 w 50219"/>
                    <a:gd name="connsiteY12" fmla="*/ 6657 h 11919"/>
                    <a:gd name="connsiteX13" fmla="*/ 0 w 50219"/>
                    <a:gd name="connsiteY13" fmla="*/ 2744 h 11919"/>
                    <a:gd name="connsiteX14" fmla="*/ 0 w 50219"/>
                    <a:gd name="connsiteY14" fmla="*/ 0 h 11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0219" h="11919">
                      <a:moveTo>
                        <a:pt x="23" y="0"/>
                      </a:moveTo>
                      <a:cubicBezTo>
                        <a:pt x="3756" y="2586"/>
                        <a:pt x="7759" y="4610"/>
                        <a:pt x="12032" y="6072"/>
                      </a:cubicBezTo>
                      <a:cubicBezTo>
                        <a:pt x="16305" y="7534"/>
                        <a:pt x="20713" y="8254"/>
                        <a:pt x="25278" y="8254"/>
                      </a:cubicBezTo>
                      <a:cubicBezTo>
                        <a:pt x="29844" y="8254"/>
                        <a:pt x="34139" y="7489"/>
                        <a:pt x="38345" y="5982"/>
                      </a:cubicBezTo>
                      <a:cubicBezTo>
                        <a:pt x="42550" y="4475"/>
                        <a:pt x="46509" y="2474"/>
                        <a:pt x="50219" y="0"/>
                      </a:cubicBezTo>
                      <a:lnTo>
                        <a:pt x="50219" y="2744"/>
                      </a:lnTo>
                      <a:cubicBezTo>
                        <a:pt x="48173" y="4228"/>
                        <a:pt x="46171" y="5532"/>
                        <a:pt x="44260" y="6679"/>
                      </a:cubicBezTo>
                      <a:cubicBezTo>
                        <a:pt x="42326" y="7826"/>
                        <a:pt x="40369" y="8793"/>
                        <a:pt x="38367" y="9581"/>
                      </a:cubicBezTo>
                      <a:cubicBezTo>
                        <a:pt x="36366" y="10368"/>
                        <a:pt x="34274" y="10952"/>
                        <a:pt x="32115" y="11335"/>
                      </a:cubicBezTo>
                      <a:cubicBezTo>
                        <a:pt x="29956" y="11717"/>
                        <a:pt x="27572" y="11919"/>
                        <a:pt x="25008" y="11919"/>
                      </a:cubicBezTo>
                      <a:cubicBezTo>
                        <a:pt x="22445" y="11919"/>
                        <a:pt x="20196" y="11717"/>
                        <a:pt x="18014" y="11312"/>
                      </a:cubicBezTo>
                      <a:cubicBezTo>
                        <a:pt x="15833" y="10907"/>
                        <a:pt x="13741" y="10300"/>
                        <a:pt x="11717" y="9536"/>
                      </a:cubicBezTo>
                      <a:cubicBezTo>
                        <a:pt x="9693" y="8771"/>
                        <a:pt x="7737" y="7804"/>
                        <a:pt x="5802" y="6657"/>
                      </a:cubicBezTo>
                      <a:cubicBezTo>
                        <a:pt x="3868" y="5510"/>
                        <a:pt x="1934" y="4228"/>
                        <a:pt x="0" y="2744"/>
                      </a:cubicBezTo>
                      <a:lnTo>
                        <a:pt x="0" y="0"/>
                      </a:lnTo>
                      <a:close/>
                    </a:path>
                  </a:pathLst>
                </a:custGeom>
                <a:solidFill>
                  <a:srgbClr val="231F20"/>
                </a:solidFill>
                <a:ln w="2249" cap="flat">
                  <a:noFill/>
                  <a:prstDash val="solid"/>
                  <a:miter/>
                </a:ln>
              </p:spPr>
              <p:txBody>
                <a:bodyPr rtlCol="0" anchor="ctr"/>
                <a:lstStyle/>
                <a:p>
                  <a:endParaRPr lang="en-US"/>
                </a:p>
              </p:txBody>
            </p:sp>
            <p:sp>
              <p:nvSpPr>
                <p:cNvPr id="4028" name="Freeform 4027">
                  <a:extLst>
                    <a:ext uri="{FF2B5EF4-FFF2-40B4-BE49-F238E27FC236}">
                      <a16:creationId xmlns:a16="http://schemas.microsoft.com/office/drawing/2014/main" id="{CA9304DB-F2C6-9FB9-A9E9-CB5E052D55E9}"/>
                    </a:ext>
                  </a:extLst>
                </p:cNvPr>
                <p:cNvSpPr/>
                <p:nvPr/>
              </p:nvSpPr>
              <p:spPr>
                <a:xfrm>
                  <a:off x="4635122" y="2635365"/>
                  <a:ext cx="29439" cy="22039"/>
                </a:xfrm>
                <a:custGeom>
                  <a:avLst/>
                  <a:gdLst>
                    <a:gd name="connsiteX0" fmla="*/ 19993 w 29439"/>
                    <a:gd name="connsiteY0" fmla="*/ 18734 h 22039"/>
                    <a:gd name="connsiteX1" fmla="*/ 25098 w 29439"/>
                    <a:gd name="connsiteY1" fmla="*/ 16013 h 22039"/>
                    <a:gd name="connsiteX2" fmla="*/ 26583 w 29439"/>
                    <a:gd name="connsiteY2" fmla="*/ 10368 h 22039"/>
                    <a:gd name="connsiteX3" fmla="*/ 26155 w 29439"/>
                    <a:gd name="connsiteY3" fmla="*/ 7287 h 22039"/>
                    <a:gd name="connsiteX4" fmla="*/ 24986 w 29439"/>
                    <a:gd name="connsiteY4" fmla="*/ 5150 h 22039"/>
                    <a:gd name="connsiteX5" fmla="*/ 23344 w 29439"/>
                    <a:gd name="connsiteY5" fmla="*/ 3891 h 22039"/>
                    <a:gd name="connsiteX6" fmla="*/ 21410 w 29439"/>
                    <a:gd name="connsiteY6" fmla="*/ 3463 h 22039"/>
                    <a:gd name="connsiteX7" fmla="*/ 18352 w 29439"/>
                    <a:gd name="connsiteY7" fmla="*/ 4790 h 22039"/>
                    <a:gd name="connsiteX8" fmla="*/ 16777 w 29439"/>
                    <a:gd name="connsiteY8" fmla="*/ 8119 h 22039"/>
                    <a:gd name="connsiteX9" fmla="*/ 15810 w 29439"/>
                    <a:gd name="connsiteY9" fmla="*/ 12437 h 22039"/>
                    <a:gd name="connsiteX10" fmla="*/ 14596 w 29439"/>
                    <a:gd name="connsiteY10" fmla="*/ 16755 h 22039"/>
                    <a:gd name="connsiteX11" fmla="*/ 12279 w 29439"/>
                    <a:gd name="connsiteY11" fmla="*/ 20083 h 22039"/>
                    <a:gd name="connsiteX12" fmla="*/ 8006 w 29439"/>
                    <a:gd name="connsiteY12" fmla="*/ 21410 h 22039"/>
                    <a:gd name="connsiteX13" fmla="*/ 2249 w 29439"/>
                    <a:gd name="connsiteY13" fmla="*/ 18846 h 22039"/>
                    <a:gd name="connsiteX14" fmla="*/ 0 w 29439"/>
                    <a:gd name="connsiteY14" fmla="*/ 11582 h 22039"/>
                    <a:gd name="connsiteX15" fmla="*/ 2024 w 29439"/>
                    <a:gd name="connsiteY15" fmla="*/ 4206 h 22039"/>
                    <a:gd name="connsiteX16" fmla="*/ 8794 w 29439"/>
                    <a:gd name="connsiteY16" fmla="*/ 787 h 22039"/>
                    <a:gd name="connsiteX17" fmla="*/ 8794 w 29439"/>
                    <a:gd name="connsiteY17" fmla="*/ 4071 h 22039"/>
                    <a:gd name="connsiteX18" fmla="*/ 4228 w 29439"/>
                    <a:gd name="connsiteY18" fmla="*/ 6522 h 22039"/>
                    <a:gd name="connsiteX19" fmla="*/ 2901 w 29439"/>
                    <a:gd name="connsiteY19" fmla="*/ 11627 h 22039"/>
                    <a:gd name="connsiteX20" fmla="*/ 4228 w 29439"/>
                    <a:gd name="connsiteY20" fmla="*/ 16327 h 22039"/>
                    <a:gd name="connsiteX21" fmla="*/ 7714 w 29439"/>
                    <a:gd name="connsiteY21" fmla="*/ 17947 h 22039"/>
                    <a:gd name="connsiteX22" fmla="*/ 10593 w 29439"/>
                    <a:gd name="connsiteY22" fmla="*/ 16620 h 22039"/>
                    <a:gd name="connsiteX23" fmla="*/ 12212 w 29439"/>
                    <a:gd name="connsiteY23" fmla="*/ 13291 h 22039"/>
                    <a:gd name="connsiteX24" fmla="*/ 13314 w 29439"/>
                    <a:gd name="connsiteY24" fmla="*/ 8973 h 22039"/>
                    <a:gd name="connsiteX25" fmla="*/ 14686 w 29439"/>
                    <a:gd name="connsiteY25" fmla="*/ 4655 h 22039"/>
                    <a:gd name="connsiteX26" fmla="*/ 17092 w 29439"/>
                    <a:gd name="connsiteY26" fmla="*/ 1327 h 22039"/>
                    <a:gd name="connsiteX27" fmla="*/ 21298 w 29439"/>
                    <a:gd name="connsiteY27" fmla="*/ 0 h 22039"/>
                    <a:gd name="connsiteX28" fmla="*/ 24829 w 29439"/>
                    <a:gd name="connsiteY28" fmla="*/ 855 h 22039"/>
                    <a:gd name="connsiteX29" fmla="*/ 27392 w 29439"/>
                    <a:gd name="connsiteY29" fmla="*/ 3239 h 22039"/>
                    <a:gd name="connsiteX30" fmla="*/ 28922 w 29439"/>
                    <a:gd name="connsiteY30" fmla="*/ 6837 h 22039"/>
                    <a:gd name="connsiteX31" fmla="*/ 29439 w 29439"/>
                    <a:gd name="connsiteY31" fmla="*/ 11402 h 22039"/>
                    <a:gd name="connsiteX32" fmla="*/ 28719 w 29439"/>
                    <a:gd name="connsiteY32" fmla="*/ 15810 h 22039"/>
                    <a:gd name="connsiteX33" fmla="*/ 26695 w 29439"/>
                    <a:gd name="connsiteY33" fmla="*/ 19071 h 22039"/>
                    <a:gd name="connsiteX34" fmla="*/ 23682 w 29439"/>
                    <a:gd name="connsiteY34" fmla="*/ 21185 h 22039"/>
                    <a:gd name="connsiteX35" fmla="*/ 19948 w 29439"/>
                    <a:gd name="connsiteY35" fmla="*/ 22040 h 22039"/>
                    <a:gd name="connsiteX36" fmla="*/ 19948 w 29439"/>
                    <a:gd name="connsiteY36" fmla="*/ 18756 h 22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9439" h="22039">
                      <a:moveTo>
                        <a:pt x="19993" y="18734"/>
                      </a:moveTo>
                      <a:cubicBezTo>
                        <a:pt x="22400" y="18239"/>
                        <a:pt x="24109" y="17317"/>
                        <a:pt x="25098" y="16013"/>
                      </a:cubicBezTo>
                      <a:cubicBezTo>
                        <a:pt x="26088" y="14708"/>
                        <a:pt x="26583" y="12819"/>
                        <a:pt x="26583" y="10368"/>
                      </a:cubicBezTo>
                      <a:cubicBezTo>
                        <a:pt x="26583" y="9176"/>
                        <a:pt x="26448" y="8164"/>
                        <a:pt x="26155" y="7287"/>
                      </a:cubicBezTo>
                      <a:cubicBezTo>
                        <a:pt x="25863" y="6432"/>
                        <a:pt x="25481" y="5712"/>
                        <a:pt x="24986" y="5150"/>
                      </a:cubicBezTo>
                      <a:cubicBezTo>
                        <a:pt x="24491" y="4588"/>
                        <a:pt x="23951" y="4161"/>
                        <a:pt x="23344" y="3891"/>
                      </a:cubicBezTo>
                      <a:cubicBezTo>
                        <a:pt x="22737" y="3598"/>
                        <a:pt x="22085" y="3463"/>
                        <a:pt x="21410" y="3463"/>
                      </a:cubicBezTo>
                      <a:cubicBezTo>
                        <a:pt x="20038" y="3463"/>
                        <a:pt x="19026" y="3913"/>
                        <a:pt x="18352" y="4790"/>
                      </a:cubicBezTo>
                      <a:cubicBezTo>
                        <a:pt x="17677" y="5667"/>
                        <a:pt x="17160" y="6769"/>
                        <a:pt x="16777" y="8119"/>
                      </a:cubicBezTo>
                      <a:cubicBezTo>
                        <a:pt x="16395" y="9468"/>
                        <a:pt x="16080" y="10885"/>
                        <a:pt x="15810" y="12437"/>
                      </a:cubicBezTo>
                      <a:cubicBezTo>
                        <a:pt x="15540" y="13989"/>
                        <a:pt x="15136" y="15428"/>
                        <a:pt x="14596" y="16755"/>
                      </a:cubicBezTo>
                      <a:cubicBezTo>
                        <a:pt x="14056" y="18082"/>
                        <a:pt x="13291" y="19184"/>
                        <a:pt x="12279" y="20083"/>
                      </a:cubicBezTo>
                      <a:cubicBezTo>
                        <a:pt x="11267" y="20983"/>
                        <a:pt x="9850" y="21410"/>
                        <a:pt x="8006" y="21410"/>
                      </a:cubicBezTo>
                      <a:cubicBezTo>
                        <a:pt x="5667" y="21410"/>
                        <a:pt x="3756" y="20556"/>
                        <a:pt x="2249" y="18846"/>
                      </a:cubicBezTo>
                      <a:cubicBezTo>
                        <a:pt x="765" y="17137"/>
                        <a:pt x="0" y="14708"/>
                        <a:pt x="0" y="11582"/>
                      </a:cubicBezTo>
                      <a:cubicBezTo>
                        <a:pt x="0" y="8456"/>
                        <a:pt x="675" y="6095"/>
                        <a:pt x="2024" y="4206"/>
                      </a:cubicBezTo>
                      <a:cubicBezTo>
                        <a:pt x="3373" y="2316"/>
                        <a:pt x="5622" y="1170"/>
                        <a:pt x="8794" y="787"/>
                      </a:cubicBezTo>
                      <a:lnTo>
                        <a:pt x="8794" y="4071"/>
                      </a:lnTo>
                      <a:cubicBezTo>
                        <a:pt x="6635" y="4363"/>
                        <a:pt x="5105" y="5173"/>
                        <a:pt x="4228" y="6522"/>
                      </a:cubicBezTo>
                      <a:cubicBezTo>
                        <a:pt x="3351" y="7871"/>
                        <a:pt x="2901" y="9581"/>
                        <a:pt x="2901" y="11627"/>
                      </a:cubicBezTo>
                      <a:cubicBezTo>
                        <a:pt x="2901" y="13674"/>
                        <a:pt x="3351" y="15248"/>
                        <a:pt x="4228" y="16327"/>
                      </a:cubicBezTo>
                      <a:cubicBezTo>
                        <a:pt x="5105" y="17407"/>
                        <a:pt x="6275" y="17947"/>
                        <a:pt x="7714" y="17947"/>
                      </a:cubicBezTo>
                      <a:cubicBezTo>
                        <a:pt x="8973" y="17947"/>
                        <a:pt x="9940" y="17497"/>
                        <a:pt x="10593" y="16620"/>
                      </a:cubicBezTo>
                      <a:cubicBezTo>
                        <a:pt x="11267" y="15743"/>
                        <a:pt x="11807" y="14641"/>
                        <a:pt x="12212" y="13291"/>
                      </a:cubicBezTo>
                      <a:cubicBezTo>
                        <a:pt x="12617" y="11964"/>
                        <a:pt x="12999" y="10525"/>
                        <a:pt x="13314" y="8973"/>
                      </a:cubicBezTo>
                      <a:cubicBezTo>
                        <a:pt x="13629" y="7422"/>
                        <a:pt x="14101" y="5982"/>
                        <a:pt x="14686" y="4655"/>
                      </a:cubicBezTo>
                      <a:cubicBezTo>
                        <a:pt x="15271" y="3328"/>
                        <a:pt x="16080" y="2226"/>
                        <a:pt x="17092" y="1327"/>
                      </a:cubicBezTo>
                      <a:cubicBezTo>
                        <a:pt x="18104" y="450"/>
                        <a:pt x="19499" y="0"/>
                        <a:pt x="21298" y="0"/>
                      </a:cubicBezTo>
                      <a:cubicBezTo>
                        <a:pt x="22625" y="0"/>
                        <a:pt x="23817" y="292"/>
                        <a:pt x="24829" y="855"/>
                      </a:cubicBezTo>
                      <a:cubicBezTo>
                        <a:pt x="25863" y="1439"/>
                        <a:pt x="26718" y="2226"/>
                        <a:pt x="27392" y="3239"/>
                      </a:cubicBezTo>
                      <a:cubicBezTo>
                        <a:pt x="28067" y="4251"/>
                        <a:pt x="28584" y="5443"/>
                        <a:pt x="28922" y="6837"/>
                      </a:cubicBezTo>
                      <a:cubicBezTo>
                        <a:pt x="29259" y="8231"/>
                        <a:pt x="29439" y="9738"/>
                        <a:pt x="29439" y="11402"/>
                      </a:cubicBezTo>
                      <a:cubicBezTo>
                        <a:pt x="29439" y="13066"/>
                        <a:pt x="29192" y="14528"/>
                        <a:pt x="28719" y="15810"/>
                      </a:cubicBezTo>
                      <a:cubicBezTo>
                        <a:pt x="28225" y="17092"/>
                        <a:pt x="27550" y="18172"/>
                        <a:pt x="26695" y="19071"/>
                      </a:cubicBezTo>
                      <a:cubicBezTo>
                        <a:pt x="25841" y="19971"/>
                        <a:pt x="24829" y="20668"/>
                        <a:pt x="23682" y="21185"/>
                      </a:cubicBezTo>
                      <a:cubicBezTo>
                        <a:pt x="22535" y="21680"/>
                        <a:pt x="21298" y="21972"/>
                        <a:pt x="19948" y="22040"/>
                      </a:cubicBezTo>
                      <a:lnTo>
                        <a:pt x="19948" y="18756"/>
                      </a:lnTo>
                      <a:close/>
                    </a:path>
                  </a:pathLst>
                </a:custGeom>
                <a:solidFill>
                  <a:srgbClr val="231F20"/>
                </a:solidFill>
                <a:ln w="2249" cap="flat">
                  <a:noFill/>
                  <a:prstDash val="solid"/>
                  <a:miter/>
                </a:ln>
              </p:spPr>
              <p:txBody>
                <a:bodyPr rtlCol="0" anchor="ctr"/>
                <a:lstStyle/>
                <a:p>
                  <a:endParaRPr lang="en-US"/>
                </a:p>
              </p:txBody>
            </p:sp>
            <p:sp>
              <p:nvSpPr>
                <p:cNvPr id="4029" name="Freeform 4028">
                  <a:extLst>
                    <a:ext uri="{FF2B5EF4-FFF2-40B4-BE49-F238E27FC236}">
                      <a16:creationId xmlns:a16="http://schemas.microsoft.com/office/drawing/2014/main" id="{7D3D0E8B-17F0-43A5-1DF2-2508ECEA34A8}"/>
                    </a:ext>
                  </a:extLst>
                </p:cNvPr>
                <p:cNvSpPr/>
                <p:nvPr/>
              </p:nvSpPr>
              <p:spPr>
                <a:xfrm>
                  <a:off x="4623968" y="2617936"/>
                  <a:ext cx="50219" cy="11919"/>
                </a:xfrm>
                <a:custGeom>
                  <a:avLst/>
                  <a:gdLst>
                    <a:gd name="connsiteX0" fmla="*/ 50197 w 50219"/>
                    <a:gd name="connsiteY0" fmla="*/ 11919 h 11919"/>
                    <a:gd name="connsiteX1" fmla="*/ 38187 w 50219"/>
                    <a:gd name="connsiteY1" fmla="*/ 5847 h 11919"/>
                    <a:gd name="connsiteX2" fmla="*/ 24941 w 50219"/>
                    <a:gd name="connsiteY2" fmla="*/ 3666 h 11919"/>
                    <a:gd name="connsiteX3" fmla="*/ 11875 w 50219"/>
                    <a:gd name="connsiteY3" fmla="*/ 5937 h 11919"/>
                    <a:gd name="connsiteX4" fmla="*/ 0 w 50219"/>
                    <a:gd name="connsiteY4" fmla="*/ 11919 h 11919"/>
                    <a:gd name="connsiteX5" fmla="*/ 0 w 50219"/>
                    <a:gd name="connsiteY5" fmla="*/ 9176 h 11919"/>
                    <a:gd name="connsiteX6" fmla="*/ 5960 w 50219"/>
                    <a:gd name="connsiteY6" fmla="*/ 5240 h 11919"/>
                    <a:gd name="connsiteX7" fmla="*/ 11852 w 50219"/>
                    <a:gd name="connsiteY7" fmla="*/ 2361 h 11919"/>
                    <a:gd name="connsiteX8" fmla="*/ 18104 w 50219"/>
                    <a:gd name="connsiteY8" fmla="*/ 607 h 11919"/>
                    <a:gd name="connsiteX9" fmla="*/ 25211 w 50219"/>
                    <a:gd name="connsiteY9" fmla="*/ 0 h 11919"/>
                    <a:gd name="connsiteX10" fmla="*/ 32205 w 50219"/>
                    <a:gd name="connsiteY10" fmla="*/ 607 h 11919"/>
                    <a:gd name="connsiteX11" fmla="*/ 38502 w 50219"/>
                    <a:gd name="connsiteY11" fmla="*/ 2384 h 11919"/>
                    <a:gd name="connsiteX12" fmla="*/ 44417 w 50219"/>
                    <a:gd name="connsiteY12" fmla="*/ 5285 h 11919"/>
                    <a:gd name="connsiteX13" fmla="*/ 50219 w 50219"/>
                    <a:gd name="connsiteY13" fmla="*/ 9176 h 11919"/>
                    <a:gd name="connsiteX14" fmla="*/ 50219 w 50219"/>
                    <a:gd name="connsiteY14" fmla="*/ 11919 h 11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0219" h="11919">
                      <a:moveTo>
                        <a:pt x="50197" y="11919"/>
                      </a:moveTo>
                      <a:cubicBezTo>
                        <a:pt x="46464" y="9333"/>
                        <a:pt x="42460" y="7309"/>
                        <a:pt x="38187" y="5847"/>
                      </a:cubicBezTo>
                      <a:cubicBezTo>
                        <a:pt x="33914" y="4385"/>
                        <a:pt x="29506" y="3666"/>
                        <a:pt x="24941" y="3666"/>
                      </a:cubicBezTo>
                      <a:cubicBezTo>
                        <a:pt x="20376" y="3666"/>
                        <a:pt x="16080" y="4430"/>
                        <a:pt x="11875" y="5937"/>
                      </a:cubicBezTo>
                      <a:cubicBezTo>
                        <a:pt x="7669" y="7444"/>
                        <a:pt x="3711" y="9446"/>
                        <a:pt x="0" y="11919"/>
                      </a:cubicBezTo>
                      <a:lnTo>
                        <a:pt x="0" y="9176"/>
                      </a:lnTo>
                      <a:cubicBezTo>
                        <a:pt x="2047" y="7691"/>
                        <a:pt x="4048" y="6387"/>
                        <a:pt x="5960" y="5240"/>
                      </a:cubicBezTo>
                      <a:cubicBezTo>
                        <a:pt x="7894" y="4093"/>
                        <a:pt x="9850" y="3126"/>
                        <a:pt x="11852" y="2361"/>
                      </a:cubicBezTo>
                      <a:cubicBezTo>
                        <a:pt x="13854" y="1597"/>
                        <a:pt x="15945" y="1012"/>
                        <a:pt x="18104" y="607"/>
                      </a:cubicBezTo>
                      <a:cubicBezTo>
                        <a:pt x="20286" y="202"/>
                        <a:pt x="22647" y="0"/>
                        <a:pt x="25211" y="0"/>
                      </a:cubicBezTo>
                      <a:cubicBezTo>
                        <a:pt x="27775" y="0"/>
                        <a:pt x="30024" y="202"/>
                        <a:pt x="32205" y="607"/>
                      </a:cubicBezTo>
                      <a:cubicBezTo>
                        <a:pt x="34387" y="1012"/>
                        <a:pt x="36478" y="1619"/>
                        <a:pt x="38502" y="2384"/>
                      </a:cubicBezTo>
                      <a:cubicBezTo>
                        <a:pt x="40526" y="3171"/>
                        <a:pt x="42483" y="4138"/>
                        <a:pt x="44417" y="5285"/>
                      </a:cubicBezTo>
                      <a:cubicBezTo>
                        <a:pt x="46351" y="6432"/>
                        <a:pt x="48285" y="7736"/>
                        <a:pt x="50219" y="9176"/>
                      </a:cubicBezTo>
                      <a:lnTo>
                        <a:pt x="50219" y="11919"/>
                      </a:lnTo>
                      <a:close/>
                    </a:path>
                  </a:pathLst>
                </a:custGeom>
                <a:solidFill>
                  <a:srgbClr val="231F20"/>
                </a:solidFill>
                <a:ln w="2249" cap="flat">
                  <a:noFill/>
                  <a:prstDash val="solid"/>
                  <a:miter/>
                </a:ln>
              </p:spPr>
              <p:txBody>
                <a:bodyPr rtlCol="0" anchor="ctr"/>
                <a:lstStyle/>
                <a:p>
                  <a:endParaRPr lang="en-US"/>
                </a:p>
              </p:txBody>
            </p:sp>
          </p:grpSp>
          <p:grpSp>
            <p:nvGrpSpPr>
              <p:cNvPr id="4189" name="Graphic 4479">
                <a:extLst>
                  <a:ext uri="{FF2B5EF4-FFF2-40B4-BE49-F238E27FC236}">
                    <a16:creationId xmlns:a16="http://schemas.microsoft.com/office/drawing/2014/main" id="{C2C58DE9-45A8-290F-104C-2534E9C0DDDC}"/>
                  </a:ext>
                </a:extLst>
              </p:cNvPr>
              <p:cNvGrpSpPr/>
              <p:nvPr/>
            </p:nvGrpSpPr>
            <p:grpSpPr>
              <a:xfrm>
                <a:off x="7120144" y="6349907"/>
                <a:ext cx="906527" cy="186659"/>
                <a:chOff x="4851630" y="3026211"/>
                <a:chExt cx="242145" cy="49859"/>
              </a:xfrm>
              <a:solidFill>
                <a:srgbClr val="010101"/>
              </a:solidFill>
            </p:grpSpPr>
            <p:sp>
              <p:nvSpPr>
                <p:cNvPr id="4190" name="Freeform 4189">
                  <a:extLst>
                    <a:ext uri="{FF2B5EF4-FFF2-40B4-BE49-F238E27FC236}">
                      <a16:creationId xmlns:a16="http://schemas.microsoft.com/office/drawing/2014/main" id="{5DBC2F32-867D-AA61-C3F7-013D77D1233F}"/>
                    </a:ext>
                  </a:extLst>
                </p:cNvPr>
                <p:cNvSpPr/>
                <p:nvPr/>
              </p:nvSpPr>
              <p:spPr>
                <a:xfrm>
                  <a:off x="4851630" y="3036354"/>
                  <a:ext cx="24896" cy="29461"/>
                </a:xfrm>
                <a:custGeom>
                  <a:avLst/>
                  <a:gdLst>
                    <a:gd name="connsiteX0" fmla="*/ 21163 w 24896"/>
                    <a:gd name="connsiteY0" fmla="*/ 9558 h 29461"/>
                    <a:gd name="connsiteX1" fmla="*/ 18194 w 24896"/>
                    <a:gd name="connsiteY1" fmla="*/ 4678 h 29461"/>
                    <a:gd name="connsiteX2" fmla="*/ 12842 w 24896"/>
                    <a:gd name="connsiteY2" fmla="*/ 2924 h 29461"/>
                    <a:gd name="connsiteX3" fmla="*/ 8569 w 24896"/>
                    <a:gd name="connsiteY3" fmla="*/ 3958 h 29461"/>
                    <a:gd name="connsiteX4" fmla="*/ 5645 w 24896"/>
                    <a:gd name="connsiteY4" fmla="*/ 6679 h 29461"/>
                    <a:gd name="connsiteX5" fmla="*/ 3981 w 24896"/>
                    <a:gd name="connsiteY5" fmla="*/ 10503 h 29461"/>
                    <a:gd name="connsiteX6" fmla="*/ 3441 w 24896"/>
                    <a:gd name="connsiteY6" fmla="*/ 14798 h 29461"/>
                    <a:gd name="connsiteX7" fmla="*/ 3958 w 24896"/>
                    <a:gd name="connsiteY7" fmla="*/ 19116 h 29461"/>
                    <a:gd name="connsiteX8" fmla="*/ 5600 w 24896"/>
                    <a:gd name="connsiteY8" fmla="*/ 22894 h 29461"/>
                    <a:gd name="connsiteX9" fmla="*/ 8524 w 24896"/>
                    <a:gd name="connsiteY9" fmla="*/ 25571 h 29461"/>
                    <a:gd name="connsiteX10" fmla="*/ 12842 w 24896"/>
                    <a:gd name="connsiteY10" fmla="*/ 26560 h 29461"/>
                    <a:gd name="connsiteX11" fmla="*/ 18644 w 24896"/>
                    <a:gd name="connsiteY11" fmla="*/ 24559 h 29461"/>
                    <a:gd name="connsiteX12" fmla="*/ 21433 w 24896"/>
                    <a:gd name="connsiteY12" fmla="*/ 19049 h 29461"/>
                    <a:gd name="connsiteX13" fmla="*/ 24896 w 24896"/>
                    <a:gd name="connsiteY13" fmla="*/ 19049 h 29461"/>
                    <a:gd name="connsiteX14" fmla="*/ 23524 w 24896"/>
                    <a:gd name="connsiteY14" fmla="*/ 23277 h 29461"/>
                    <a:gd name="connsiteX15" fmla="*/ 21095 w 24896"/>
                    <a:gd name="connsiteY15" fmla="*/ 26560 h 29461"/>
                    <a:gd name="connsiteX16" fmla="*/ 17564 w 24896"/>
                    <a:gd name="connsiteY16" fmla="*/ 28697 h 29461"/>
                    <a:gd name="connsiteX17" fmla="*/ 12864 w 24896"/>
                    <a:gd name="connsiteY17" fmla="*/ 29461 h 29461"/>
                    <a:gd name="connsiteX18" fmla="*/ 7084 w 24896"/>
                    <a:gd name="connsiteY18" fmla="*/ 28337 h 29461"/>
                    <a:gd name="connsiteX19" fmla="*/ 3081 w 24896"/>
                    <a:gd name="connsiteY19" fmla="*/ 25233 h 29461"/>
                    <a:gd name="connsiteX20" fmla="*/ 765 w 24896"/>
                    <a:gd name="connsiteY20" fmla="*/ 20555 h 29461"/>
                    <a:gd name="connsiteX21" fmla="*/ 0 w 24896"/>
                    <a:gd name="connsiteY21" fmla="*/ 14776 h 29461"/>
                    <a:gd name="connsiteX22" fmla="*/ 832 w 24896"/>
                    <a:gd name="connsiteY22" fmla="*/ 9198 h 29461"/>
                    <a:gd name="connsiteX23" fmla="*/ 3284 w 24896"/>
                    <a:gd name="connsiteY23" fmla="*/ 4475 h 29461"/>
                    <a:gd name="connsiteX24" fmla="*/ 7309 w 24896"/>
                    <a:gd name="connsiteY24" fmla="*/ 1214 h 29461"/>
                    <a:gd name="connsiteX25" fmla="*/ 12842 w 24896"/>
                    <a:gd name="connsiteY25" fmla="*/ 0 h 29461"/>
                    <a:gd name="connsiteX26" fmla="*/ 20691 w 24896"/>
                    <a:gd name="connsiteY26" fmla="*/ 2316 h 29461"/>
                    <a:gd name="connsiteX27" fmla="*/ 24446 w 24896"/>
                    <a:gd name="connsiteY27" fmla="*/ 9558 h 29461"/>
                    <a:gd name="connsiteX28" fmla="*/ 21163 w 24896"/>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6" h="29461">
                      <a:moveTo>
                        <a:pt x="21163" y="9558"/>
                      </a:moveTo>
                      <a:cubicBezTo>
                        <a:pt x="20578" y="7466"/>
                        <a:pt x="19589" y="5847"/>
                        <a:pt x="18194" y="4678"/>
                      </a:cubicBezTo>
                      <a:cubicBezTo>
                        <a:pt x="16800" y="3508"/>
                        <a:pt x="15001" y="2924"/>
                        <a:pt x="12842" y="2924"/>
                      </a:cubicBezTo>
                      <a:cubicBezTo>
                        <a:pt x="11177" y="2924"/>
                        <a:pt x="9761" y="3261"/>
                        <a:pt x="8569" y="3958"/>
                      </a:cubicBezTo>
                      <a:cubicBezTo>
                        <a:pt x="7377" y="4633"/>
                        <a:pt x="6409" y="5555"/>
                        <a:pt x="5645" y="6679"/>
                      </a:cubicBezTo>
                      <a:cubicBezTo>
                        <a:pt x="4880" y="7804"/>
                        <a:pt x="4341" y="9086"/>
                        <a:pt x="3981" y="10503"/>
                      </a:cubicBezTo>
                      <a:cubicBezTo>
                        <a:pt x="3621" y="11919"/>
                        <a:pt x="3441" y="13359"/>
                        <a:pt x="3441" y="14798"/>
                      </a:cubicBezTo>
                      <a:cubicBezTo>
                        <a:pt x="3441" y="16237"/>
                        <a:pt x="3621" y="17722"/>
                        <a:pt x="3958" y="19116"/>
                      </a:cubicBezTo>
                      <a:cubicBezTo>
                        <a:pt x="4296" y="20510"/>
                        <a:pt x="4858" y="21770"/>
                        <a:pt x="5600" y="22894"/>
                      </a:cubicBezTo>
                      <a:cubicBezTo>
                        <a:pt x="6342" y="24019"/>
                        <a:pt x="7332" y="24896"/>
                        <a:pt x="8524" y="25571"/>
                      </a:cubicBezTo>
                      <a:cubicBezTo>
                        <a:pt x="9716" y="26245"/>
                        <a:pt x="11155" y="26560"/>
                        <a:pt x="12842" y="26560"/>
                      </a:cubicBezTo>
                      <a:cubicBezTo>
                        <a:pt x="15248" y="26560"/>
                        <a:pt x="17182" y="25885"/>
                        <a:pt x="18644" y="24559"/>
                      </a:cubicBezTo>
                      <a:cubicBezTo>
                        <a:pt x="20106" y="23232"/>
                        <a:pt x="21028" y="21388"/>
                        <a:pt x="21433" y="19049"/>
                      </a:cubicBezTo>
                      <a:lnTo>
                        <a:pt x="24896" y="19049"/>
                      </a:lnTo>
                      <a:cubicBezTo>
                        <a:pt x="24604" y="20600"/>
                        <a:pt x="24154" y="22017"/>
                        <a:pt x="23524" y="23277"/>
                      </a:cubicBezTo>
                      <a:cubicBezTo>
                        <a:pt x="22895" y="24559"/>
                        <a:pt x="22085" y="25661"/>
                        <a:pt x="21095" y="26560"/>
                      </a:cubicBezTo>
                      <a:cubicBezTo>
                        <a:pt x="20106" y="27482"/>
                        <a:pt x="18936" y="28179"/>
                        <a:pt x="17564" y="28697"/>
                      </a:cubicBezTo>
                      <a:cubicBezTo>
                        <a:pt x="16193" y="29191"/>
                        <a:pt x="14641" y="29461"/>
                        <a:pt x="12864" y="29461"/>
                      </a:cubicBezTo>
                      <a:cubicBezTo>
                        <a:pt x="10638" y="29461"/>
                        <a:pt x="8703" y="29079"/>
                        <a:pt x="7084" y="28337"/>
                      </a:cubicBezTo>
                      <a:cubicBezTo>
                        <a:pt x="5465" y="27595"/>
                        <a:pt x="4138" y="26538"/>
                        <a:pt x="3081" y="25233"/>
                      </a:cubicBezTo>
                      <a:cubicBezTo>
                        <a:pt x="2047" y="23929"/>
                        <a:pt x="1260" y="22355"/>
                        <a:pt x="765" y="20555"/>
                      </a:cubicBezTo>
                      <a:cubicBezTo>
                        <a:pt x="270" y="18756"/>
                        <a:pt x="0" y="16822"/>
                        <a:pt x="0" y="14776"/>
                      </a:cubicBezTo>
                      <a:cubicBezTo>
                        <a:pt x="0" y="12842"/>
                        <a:pt x="270" y="10975"/>
                        <a:pt x="832" y="9198"/>
                      </a:cubicBezTo>
                      <a:cubicBezTo>
                        <a:pt x="1394" y="7422"/>
                        <a:pt x="2204" y="5847"/>
                        <a:pt x="3284" y="4475"/>
                      </a:cubicBezTo>
                      <a:cubicBezTo>
                        <a:pt x="4363" y="3104"/>
                        <a:pt x="5712" y="2024"/>
                        <a:pt x="7309" y="1214"/>
                      </a:cubicBezTo>
                      <a:cubicBezTo>
                        <a:pt x="8906" y="405"/>
                        <a:pt x="10750" y="0"/>
                        <a:pt x="12842" y="0"/>
                      </a:cubicBezTo>
                      <a:cubicBezTo>
                        <a:pt x="16080" y="0"/>
                        <a:pt x="18689" y="765"/>
                        <a:pt x="20691" y="2316"/>
                      </a:cubicBezTo>
                      <a:cubicBezTo>
                        <a:pt x="22692" y="3868"/>
                        <a:pt x="23929" y="6275"/>
                        <a:pt x="24446" y="9558"/>
                      </a:cubicBezTo>
                      <a:lnTo>
                        <a:pt x="21163" y="9558"/>
                      </a:lnTo>
                      <a:close/>
                    </a:path>
                  </a:pathLst>
                </a:custGeom>
                <a:solidFill>
                  <a:srgbClr val="010101"/>
                </a:solidFill>
                <a:ln w="2249" cap="flat">
                  <a:noFill/>
                  <a:prstDash val="solid"/>
                  <a:miter/>
                </a:ln>
              </p:spPr>
              <p:txBody>
                <a:bodyPr rtlCol="0" anchor="ctr"/>
                <a:lstStyle/>
                <a:p>
                  <a:endParaRPr lang="en-US"/>
                </a:p>
              </p:txBody>
            </p:sp>
            <p:sp>
              <p:nvSpPr>
                <p:cNvPr id="4191" name="Freeform 4190">
                  <a:extLst>
                    <a:ext uri="{FF2B5EF4-FFF2-40B4-BE49-F238E27FC236}">
                      <a16:creationId xmlns:a16="http://schemas.microsoft.com/office/drawing/2014/main" id="{9E715D5C-94B0-BDD2-5591-5018709597F3}"/>
                    </a:ext>
                  </a:extLst>
                </p:cNvPr>
                <p:cNvSpPr/>
                <p:nvPr/>
              </p:nvSpPr>
              <p:spPr>
                <a:xfrm>
                  <a:off x="4881158" y="3036332"/>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5 w 25908"/>
                    <a:gd name="connsiteY3" fmla="*/ 21185 h 29483"/>
                    <a:gd name="connsiteX4" fmla="*/ 0 w 25908"/>
                    <a:gd name="connsiteY4" fmla="*/ 14753 h 29483"/>
                    <a:gd name="connsiteX5" fmla="*/ 810 w 25908"/>
                    <a:gd name="connsiteY5" fmla="*/ 8996 h 29483"/>
                    <a:gd name="connsiteX6" fmla="*/ 3239 w 25908"/>
                    <a:gd name="connsiteY6" fmla="*/ 4318 h 29483"/>
                    <a:gd name="connsiteX7" fmla="*/ 7287 w 25908"/>
                    <a:gd name="connsiteY7" fmla="*/ 1169 h 29483"/>
                    <a:gd name="connsiteX8" fmla="*/ 12954 w 25908"/>
                    <a:gd name="connsiteY8" fmla="*/ 0 h 29483"/>
                    <a:gd name="connsiteX9" fmla="*/ 18666 w 25908"/>
                    <a:gd name="connsiteY9" fmla="*/ 1169 h 29483"/>
                    <a:gd name="connsiteX10" fmla="*/ 22714 w 25908"/>
                    <a:gd name="connsiteY10" fmla="*/ 4296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67 w 25908"/>
                    <a:gd name="connsiteY17" fmla="*/ 14753 h 29483"/>
                    <a:gd name="connsiteX18" fmla="*/ 21927 w 25908"/>
                    <a:gd name="connsiteY18" fmla="*/ 10120 h 29483"/>
                    <a:gd name="connsiteX19" fmla="*/ 20263 w 25908"/>
                    <a:gd name="connsiteY19" fmla="*/ 6365 h 29483"/>
                    <a:gd name="connsiteX20" fmla="*/ 17340 w 25908"/>
                    <a:gd name="connsiteY20" fmla="*/ 3846 h 29483"/>
                    <a:gd name="connsiteX21" fmla="*/ 12977 w 25908"/>
                    <a:gd name="connsiteY21" fmla="*/ 2924 h 29483"/>
                    <a:gd name="connsiteX22" fmla="*/ 8636 w 25908"/>
                    <a:gd name="connsiteY22" fmla="*/ 3913 h 29483"/>
                    <a:gd name="connsiteX23" fmla="*/ 5690 w 25908"/>
                    <a:gd name="connsiteY23" fmla="*/ 6567 h 29483"/>
                    <a:gd name="connsiteX24" fmla="*/ 4026 w 25908"/>
                    <a:gd name="connsiteY24" fmla="*/ 10345 h 29483"/>
                    <a:gd name="connsiteX25" fmla="*/ 3486 w 25908"/>
                    <a:gd name="connsiteY25" fmla="*/ 14753 h 29483"/>
                    <a:gd name="connsiteX26" fmla="*/ 4116 w 25908"/>
                    <a:gd name="connsiteY26" fmla="*/ 19521 h 29483"/>
                    <a:gd name="connsiteX27" fmla="*/ 5915 w 25908"/>
                    <a:gd name="connsiteY27" fmla="*/ 23277 h 29483"/>
                    <a:gd name="connsiteX28" fmla="*/ 8884 w 25908"/>
                    <a:gd name="connsiteY28" fmla="*/ 25706 h 29483"/>
                    <a:gd name="connsiteX29" fmla="*/ 12977 w 25908"/>
                    <a:gd name="connsiteY29" fmla="*/ 26560 h 29483"/>
                    <a:gd name="connsiteX30" fmla="*/ 17317 w 25908"/>
                    <a:gd name="connsiteY30" fmla="*/ 25571 h 29483"/>
                    <a:gd name="connsiteX31" fmla="*/ 20263 w 25908"/>
                    <a:gd name="connsiteY31" fmla="*/ 22894 h 29483"/>
                    <a:gd name="connsiteX32" fmla="*/ 21927 w 25908"/>
                    <a:gd name="connsiteY32" fmla="*/ 19116 h 29483"/>
                    <a:gd name="connsiteX33" fmla="*/ 22467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5" y="21185"/>
                      </a:cubicBezTo>
                      <a:cubicBezTo>
                        <a:pt x="360" y="19341"/>
                        <a:pt x="0" y="17205"/>
                        <a:pt x="0" y="14753"/>
                      </a:cubicBezTo>
                      <a:cubicBezTo>
                        <a:pt x="0" y="12707"/>
                        <a:pt x="270" y="10795"/>
                        <a:pt x="810" y="8996"/>
                      </a:cubicBezTo>
                      <a:cubicBezTo>
                        <a:pt x="1349" y="7219"/>
                        <a:pt x="2159" y="5667"/>
                        <a:pt x="3239" y="4318"/>
                      </a:cubicBezTo>
                      <a:cubicBezTo>
                        <a:pt x="4318" y="2991"/>
                        <a:pt x="5667" y="1934"/>
                        <a:pt x="7287" y="1169"/>
                      </a:cubicBezTo>
                      <a:cubicBezTo>
                        <a:pt x="8906" y="405"/>
                        <a:pt x="10795" y="0"/>
                        <a:pt x="12954" y="0"/>
                      </a:cubicBezTo>
                      <a:cubicBezTo>
                        <a:pt x="15113" y="0"/>
                        <a:pt x="17047" y="382"/>
                        <a:pt x="18666" y="1169"/>
                      </a:cubicBezTo>
                      <a:cubicBezTo>
                        <a:pt x="20286" y="1934"/>
                        <a:pt x="21635" y="2991"/>
                        <a:pt x="22714" y="4296"/>
                      </a:cubicBezTo>
                      <a:cubicBezTo>
                        <a:pt x="23794" y="5600"/>
                        <a:pt x="24604" y="7174"/>
                        <a:pt x="25121" y="8973"/>
                      </a:cubicBezTo>
                      <a:cubicBezTo>
                        <a:pt x="25638" y="10773"/>
                        <a:pt x="25908" y="12707"/>
                        <a:pt x="25908" y="14753"/>
                      </a:cubicBezTo>
                      <a:cubicBezTo>
                        <a:pt x="25908" y="16980"/>
                        <a:pt x="25593" y="19004"/>
                        <a:pt x="24986" y="20803"/>
                      </a:cubicBezTo>
                      <a:cubicBezTo>
                        <a:pt x="24379" y="22602"/>
                        <a:pt x="23502" y="24154"/>
                        <a:pt x="22377" y="25436"/>
                      </a:cubicBezTo>
                      <a:cubicBezTo>
                        <a:pt x="21253" y="26740"/>
                        <a:pt x="19881" y="27730"/>
                        <a:pt x="18284" y="28427"/>
                      </a:cubicBezTo>
                      <a:cubicBezTo>
                        <a:pt x="16687" y="29124"/>
                        <a:pt x="14911" y="29484"/>
                        <a:pt x="12977" y="29484"/>
                      </a:cubicBezTo>
                      <a:close/>
                      <a:moveTo>
                        <a:pt x="22467" y="14753"/>
                      </a:moveTo>
                      <a:cubicBezTo>
                        <a:pt x="22467" y="13089"/>
                        <a:pt x="22287" y="11560"/>
                        <a:pt x="21927" y="10120"/>
                      </a:cubicBezTo>
                      <a:cubicBezTo>
                        <a:pt x="21567" y="8681"/>
                        <a:pt x="21005" y="7422"/>
                        <a:pt x="20263" y="6365"/>
                      </a:cubicBezTo>
                      <a:cubicBezTo>
                        <a:pt x="19499" y="5308"/>
                        <a:pt x="18531" y="4475"/>
                        <a:pt x="17340" y="3846"/>
                      </a:cubicBezTo>
                      <a:cubicBezTo>
                        <a:pt x="16148" y="3239"/>
                        <a:pt x="14686" y="2924"/>
                        <a:pt x="12977" y="2924"/>
                      </a:cubicBezTo>
                      <a:cubicBezTo>
                        <a:pt x="11267" y="2924"/>
                        <a:pt x="9828" y="3261"/>
                        <a:pt x="8636" y="3913"/>
                      </a:cubicBezTo>
                      <a:cubicBezTo>
                        <a:pt x="7422" y="4588"/>
                        <a:pt x="6454" y="5465"/>
                        <a:pt x="5690" y="6567"/>
                      </a:cubicBezTo>
                      <a:cubicBezTo>
                        <a:pt x="4925" y="7669"/>
                        <a:pt x="4386" y="8928"/>
                        <a:pt x="4026" y="10345"/>
                      </a:cubicBezTo>
                      <a:cubicBezTo>
                        <a:pt x="3666" y="11762"/>
                        <a:pt x="3486" y="13224"/>
                        <a:pt x="3486" y="14753"/>
                      </a:cubicBezTo>
                      <a:cubicBezTo>
                        <a:pt x="3486" y="16485"/>
                        <a:pt x="3688" y="18082"/>
                        <a:pt x="4116" y="19521"/>
                      </a:cubicBezTo>
                      <a:cubicBezTo>
                        <a:pt x="4520" y="20983"/>
                        <a:pt x="5128" y="22220"/>
                        <a:pt x="5915" y="23277"/>
                      </a:cubicBezTo>
                      <a:cubicBezTo>
                        <a:pt x="6702" y="24334"/>
                        <a:pt x="7692" y="25121"/>
                        <a:pt x="8884" y="25706"/>
                      </a:cubicBezTo>
                      <a:cubicBezTo>
                        <a:pt x="10075" y="26290"/>
                        <a:pt x="11447" y="26560"/>
                        <a:pt x="12977" y="26560"/>
                      </a:cubicBezTo>
                      <a:cubicBezTo>
                        <a:pt x="14663" y="26560"/>
                        <a:pt x="16125" y="26223"/>
                        <a:pt x="17317" y="25571"/>
                      </a:cubicBezTo>
                      <a:cubicBezTo>
                        <a:pt x="18531" y="24896"/>
                        <a:pt x="19499" y="24019"/>
                        <a:pt x="20263" y="22894"/>
                      </a:cubicBezTo>
                      <a:cubicBezTo>
                        <a:pt x="21028" y="21770"/>
                        <a:pt x="21567" y="20510"/>
                        <a:pt x="21927" y="19116"/>
                      </a:cubicBezTo>
                      <a:cubicBezTo>
                        <a:pt x="22287" y="17722"/>
                        <a:pt x="22467" y="16260"/>
                        <a:pt x="22467" y="14753"/>
                      </a:cubicBezTo>
                      <a:close/>
                    </a:path>
                  </a:pathLst>
                </a:custGeom>
                <a:solidFill>
                  <a:srgbClr val="010101"/>
                </a:solidFill>
                <a:ln w="2249" cap="flat">
                  <a:noFill/>
                  <a:prstDash val="solid"/>
                  <a:miter/>
                </a:ln>
              </p:spPr>
              <p:txBody>
                <a:bodyPr rtlCol="0" anchor="ctr"/>
                <a:lstStyle/>
                <a:p>
                  <a:endParaRPr lang="en-US"/>
                </a:p>
              </p:txBody>
            </p:sp>
            <p:sp>
              <p:nvSpPr>
                <p:cNvPr id="4192" name="Freeform 4191">
                  <a:extLst>
                    <a:ext uri="{FF2B5EF4-FFF2-40B4-BE49-F238E27FC236}">
                      <a16:creationId xmlns:a16="http://schemas.microsoft.com/office/drawing/2014/main" id="{14D767B8-C5C8-07B1-9E8A-FE69F15A1E4A}"/>
                    </a:ext>
                  </a:extLst>
                </p:cNvPr>
                <p:cNvSpPr/>
                <p:nvPr/>
              </p:nvSpPr>
              <p:spPr>
                <a:xfrm>
                  <a:off x="4912576" y="3036377"/>
                  <a:ext cx="38007" cy="28764"/>
                </a:xfrm>
                <a:custGeom>
                  <a:avLst/>
                  <a:gdLst>
                    <a:gd name="connsiteX0" fmla="*/ 3239 w 38007"/>
                    <a:gd name="connsiteY0" fmla="*/ 28697 h 28764"/>
                    <a:gd name="connsiteX1" fmla="*/ 0 w 38007"/>
                    <a:gd name="connsiteY1" fmla="*/ 28697 h 28764"/>
                    <a:gd name="connsiteX2" fmla="*/ 0 w 38007"/>
                    <a:gd name="connsiteY2" fmla="*/ 742 h 28764"/>
                    <a:gd name="connsiteX3" fmla="*/ 3239 w 38007"/>
                    <a:gd name="connsiteY3" fmla="*/ 742 h 28764"/>
                    <a:gd name="connsiteX4" fmla="*/ 3239 w 38007"/>
                    <a:gd name="connsiteY4" fmla="*/ 4948 h 28764"/>
                    <a:gd name="connsiteX5" fmla="*/ 3351 w 38007"/>
                    <a:gd name="connsiteY5" fmla="*/ 4948 h 28764"/>
                    <a:gd name="connsiteX6" fmla="*/ 6904 w 38007"/>
                    <a:gd name="connsiteY6" fmla="*/ 1259 h 28764"/>
                    <a:gd name="connsiteX7" fmla="*/ 11987 w 38007"/>
                    <a:gd name="connsiteY7" fmla="*/ 0 h 28764"/>
                    <a:gd name="connsiteX8" fmla="*/ 15271 w 38007"/>
                    <a:gd name="connsiteY8" fmla="*/ 427 h 28764"/>
                    <a:gd name="connsiteX9" fmla="*/ 17564 w 38007"/>
                    <a:gd name="connsiteY9" fmla="*/ 1597 h 28764"/>
                    <a:gd name="connsiteX10" fmla="*/ 19139 w 38007"/>
                    <a:gd name="connsiteY10" fmla="*/ 3306 h 28764"/>
                    <a:gd name="connsiteX11" fmla="*/ 20196 w 38007"/>
                    <a:gd name="connsiteY11" fmla="*/ 5420 h 28764"/>
                    <a:gd name="connsiteX12" fmla="*/ 23951 w 38007"/>
                    <a:gd name="connsiteY12" fmla="*/ 1349 h 28764"/>
                    <a:gd name="connsiteX13" fmla="*/ 29327 w 38007"/>
                    <a:gd name="connsiteY13" fmla="*/ 23 h 28764"/>
                    <a:gd name="connsiteX14" fmla="*/ 33892 w 38007"/>
                    <a:gd name="connsiteY14" fmla="*/ 967 h 28764"/>
                    <a:gd name="connsiteX15" fmla="*/ 36501 w 38007"/>
                    <a:gd name="connsiteY15" fmla="*/ 3441 h 28764"/>
                    <a:gd name="connsiteX16" fmla="*/ 37715 w 38007"/>
                    <a:gd name="connsiteY16" fmla="*/ 6972 h 28764"/>
                    <a:gd name="connsiteX17" fmla="*/ 38007 w 38007"/>
                    <a:gd name="connsiteY17" fmla="*/ 11065 h 28764"/>
                    <a:gd name="connsiteX18" fmla="*/ 38007 w 38007"/>
                    <a:gd name="connsiteY18" fmla="*/ 28719 h 28764"/>
                    <a:gd name="connsiteX19" fmla="*/ 34769 w 38007"/>
                    <a:gd name="connsiteY19" fmla="*/ 28719 h 28764"/>
                    <a:gd name="connsiteX20" fmla="*/ 34769 w 38007"/>
                    <a:gd name="connsiteY20" fmla="*/ 9401 h 28764"/>
                    <a:gd name="connsiteX21" fmla="*/ 33510 w 38007"/>
                    <a:gd name="connsiteY21" fmla="*/ 4655 h 28764"/>
                    <a:gd name="connsiteX22" fmla="*/ 28787 w 38007"/>
                    <a:gd name="connsiteY22" fmla="*/ 2924 h 28764"/>
                    <a:gd name="connsiteX23" fmla="*/ 25368 w 38007"/>
                    <a:gd name="connsiteY23" fmla="*/ 3711 h 28764"/>
                    <a:gd name="connsiteX24" fmla="*/ 22490 w 38007"/>
                    <a:gd name="connsiteY24" fmla="*/ 6117 h 28764"/>
                    <a:gd name="connsiteX25" fmla="*/ 21590 w 38007"/>
                    <a:gd name="connsiteY25" fmla="*/ 7759 h 28764"/>
                    <a:gd name="connsiteX26" fmla="*/ 21028 w 38007"/>
                    <a:gd name="connsiteY26" fmla="*/ 9738 h 28764"/>
                    <a:gd name="connsiteX27" fmla="*/ 20736 w 38007"/>
                    <a:gd name="connsiteY27" fmla="*/ 11785 h 28764"/>
                    <a:gd name="connsiteX28" fmla="*/ 20646 w 38007"/>
                    <a:gd name="connsiteY28" fmla="*/ 13674 h 28764"/>
                    <a:gd name="connsiteX29" fmla="*/ 20646 w 38007"/>
                    <a:gd name="connsiteY29" fmla="*/ 28742 h 28764"/>
                    <a:gd name="connsiteX30" fmla="*/ 17407 w 38007"/>
                    <a:gd name="connsiteY30" fmla="*/ 28742 h 28764"/>
                    <a:gd name="connsiteX31" fmla="*/ 17407 w 38007"/>
                    <a:gd name="connsiteY31" fmla="*/ 9423 h 28764"/>
                    <a:gd name="connsiteX32" fmla="*/ 16148 w 38007"/>
                    <a:gd name="connsiteY32" fmla="*/ 4678 h 28764"/>
                    <a:gd name="connsiteX33" fmla="*/ 11425 w 38007"/>
                    <a:gd name="connsiteY33" fmla="*/ 2946 h 28764"/>
                    <a:gd name="connsiteX34" fmla="*/ 8006 w 38007"/>
                    <a:gd name="connsiteY34" fmla="*/ 3733 h 28764"/>
                    <a:gd name="connsiteX35" fmla="*/ 5128 w 38007"/>
                    <a:gd name="connsiteY35" fmla="*/ 6140 h 28764"/>
                    <a:gd name="connsiteX36" fmla="*/ 4228 w 38007"/>
                    <a:gd name="connsiteY36" fmla="*/ 7781 h 28764"/>
                    <a:gd name="connsiteX37" fmla="*/ 3666 w 38007"/>
                    <a:gd name="connsiteY37" fmla="*/ 9760 h 28764"/>
                    <a:gd name="connsiteX38" fmla="*/ 3373 w 38007"/>
                    <a:gd name="connsiteY38" fmla="*/ 11807 h 28764"/>
                    <a:gd name="connsiteX39" fmla="*/ 3284 w 38007"/>
                    <a:gd name="connsiteY39" fmla="*/ 13696 h 28764"/>
                    <a:gd name="connsiteX40" fmla="*/ 3284 w 38007"/>
                    <a:gd name="connsiteY40" fmla="*/ 28764 h 28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38007" h="28764">
                      <a:moveTo>
                        <a:pt x="3239" y="28697"/>
                      </a:moveTo>
                      <a:lnTo>
                        <a:pt x="0" y="28697"/>
                      </a:lnTo>
                      <a:lnTo>
                        <a:pt x="0" y="742"/>
                      </a:lnTo>
                      <a:lnTo>
                        <a:pt x="3239" y="742"/>
                      </a:lnTo>
                      <a:lnTo>
                        <a:pt x="3239" y="4948"/>
                      </a:lnTo>
                      <a:lnTo>
                        <a:pt x="3351" y="4948"/>
                      </a:lnTo>
                      <a:cubicBezTo>
                        <a:pt x="4183" y="3328"/>
                        <a:pt x="5375" y="2092"/>
                        <a:pt x="6904" y="1259"/>
                      </a:cubicBezTo>
                      <a:cubicBezTo>
                        <a:pt x="8456" y="405"/>
                        <a:pt x="10143" y="0"/>
                        <a:pt x="11987" y="0"/>
                      </a:cubicBezTo>
                      <a:cubicBezTo>
                        <a:pt x="13291" y="0"/>
                        <a:pt x="14371" y="135"/>
                        <a:pt x="15271" y="427"/>
                      </a:cubicBezTo>
                      <a:cubicBezTo>
                        <a:pt x="16170" y="720"/>
                        <a:pt x="16935" y="1102"/>
                        <a:pt x="17564" y="1597"/>
                      </a:cubicBezTo>
                      <a:cubicBezTo>
                        <a:pt x="18194" y="2092"/>
                        <a:pt x="18711" y="2654"/>
                        <a:pt x="19139" y="3306"/>
                      </a:cubicBezTo>
                      <a:cubicBezTo>
                        <a:pt x="19544" y="3958"/>
                        <a:pt x="19904" y="4655"/>
                        <a:pt x="20196" y="5420"/>
                      </a:cubicBezTo>
                      <a:cubicBezTo>
                        <a:pt x="21140" y="3576"/>
                        <a:pt x="22377" y="2227"/>
                        <a:pt x="23951" y="1349"/>
                      </a:cubicBezTo>
                      <a:cubicBezTo>
                        <a:pt x="25526" y="472"/>
                        <a:pt x="27302" y="23"/>
                        <a:pt x="29327" y="23"/>
                      </a:cubicBezTo>
                      <a:cubicBezTo>
                        <a:pt x="31238" y="23"/>
                        <a:pt x="32745" y="337"/>
                        <a:pt x="33892" y="967"/>
                      </a:cubicBezTo>
                      <a:cubicBezTo>
                        <a:pt x="35016" y="1597"/>
                        <a:pt x="35894" y="2429"/>
                        <a:pt x="36501" y="3441"/>
                      </a:cubicBezTo>
                      <a:cubicBezTo>
                        <a:pt x="37108" y="4453"/>
                        <a:pt x="37513" y="5645"/>
                        <a:pt x="37715" y="6972"/>
                      </a:cubicBezTo>
                      <a:cubicBezTo>
                        <a:pt x="37918" y="8299"/>
                        <a:pt x="38007" y="9671"/>
                        <a:pt x="38007" y="11065"/>
                      </a:cubicBezTo>
                      <a:lnTo>
                        <a:pt x="38007" y="28719"/>
                      </a:lnTo>
                      <a:lnTo>
                        <a:pt x="34769" y="28719"/>
                      </a:lnTo>
                      <a:lnTo>
                        <a:pt x="34769" y="9401"/>
                      </a:lnTo>
                      <a:cubicBezTo>
                        <a:pt x="34769" y="7377"/>
                        <a:pt x="34342" y="5802"/>
                        <a:pt x="33510" y="4655"/>
                      </a:cubicBezTo>
                      <a:cubicBezTo>
                        <a:pt x="32655" y="3508"/>
                        <a:pt x="31081" y="2924"/>
                        <a:pt x="28787" y="2924"/>
                      </a:cubicBezTo>
                      <a:cubicBezTo>
                        <a:pt x="27595" y="2924"/>
                        <a:pt x="26448" y="3194"/>
                        <a:pt x="25368" y="3711"/>
                      </a:cubicBezTo>
                      <a:cubicBezTo>
                        <a:pt x="24266" y="4228"/>
                        <a:pt x="23299" y="5038"/>
                        <a:pt x="22490" y="6117"/>
                      </a:cubicBezTo>
                      <a:cubicBezTo>
                        <a:pt x="22130" y="6589"/>
                        <a:pt x="21838" y="7129"/>
                        <a:pt x="21590" y="7759"/>
                      </a:cubicBezTo>
                      <a:cubicBezTo>
                        <a:pt x="21365" y="8389"/>
                        <a:pt x="21163" y="9041"/>
                        <a:pt x="21028" y="9738"/>
                      </a:cubicBezTo>
                      <a:cubicBezTo>
                        <a:pt x="20893" y="10413"/>
                        <a:pt x="20781" y="11110"/>
                        <a:pt x="20736" y="11785"/>
                      </a:cubicBezTo>
                      <a:cubicBezTo>
                        <a:pt x="20691" y="12459"/>
                        <a:pt x="20646" y="13089"/>
                        <a:pt x="20646" y="13674"/>
                      </a:cubicBezTo>
                      <a:lnTo>
                        <a:pt x="20646" y="28742"/>
                      </a:lnTo>
                      <a:lnTo>
                        <a:pt x="17407" y="28742"/>
                      </a:lnTo>
                      <a:lnTo>
                        <a:pt x="17407" y="9423"/>
                      </a:lnTo>
                      <a:cubicBezTo>
                        <a:pt x="17407" y="7399"/>
                        <a:pt x="16980" y="5825"/>
                        <a:pt x="16148" y="4678"/>
                      </a:cubicBezTo>
                      <a:cubicBezTo>
                        <a:pt x="15293" y="3531"/>
                        <a:pt x="13719" y="2946"/>
                        <a:pt x="11425" y="2946"/>
                      </a:cubicBezTo>
                      <a:cubicBezTo>
                        <a:pt x="10233" y="2946"/>
                        <a:pt x="9086" y="3216"/>
                        <a:pt x="8006" y="3733"/>
                      </a:cubicBezTo>
                      <a:cubicBezTo>
                        <a:pt x="6904" y="4251"/>
                        <a:pt x="5937" y="5060"/>
                        <a:pt x="5128" y="6140"/>
                      </a:cubicBezTo>
                      <a:cubicBezTo>
                        <a:pt x="4768" y="6612"/>
                        <a:pt x="4476" y="7152"/>
                        <a:pt x="4228" y="7781"/>
                      </a:cubicBezTo>
                      <a:cubicBezTo>
                        <a:pt x="4003" y="8411"/>
                        <a:pt x="3801" y="9063"/>
                        <a:pt x="3666" y="9760"/>
                      </a:cubicBezTo>
                      <a:cubicBezTo>
                        <a:pt x="3531" y="10435"/>
                        <a:pt x="3418" y="11132"/>
                        <a:pt x="3373" y="11807"/>
                      </a:cubicBezTo>
                      <a:cubicBezTo>
                        <a:pt x="3329" y="12482"/>
                        <a:pt x="3284" y="13111"/>
                        <a:pt x="3284" y="13696"/>
                      </a:cubicBezTo>
                      <a:lnTo>
                        <a:pt x="3284" y="28764"/>
                      </a:lnTo>
                      <a:close/>
                    </a:path>
                  </a:pathLst>
                </a:custGeom>
                <a:solidFill>
                  <a:srgbClr val="010101"/>
                </a:solidFill>
                <a:ln w="2249" cap="flat">
                  <a:noFill/>
                  <a:prstDash val="solid"/>
                  <a:miter/>
                </a:ln>
              </p:spPr>
              <p:txBody>
                <a:bodyPr rtlCol="0" anchor="ctr"/>
                <a:lstStyle/>
                <a:p>
                  <a:endParaRPr lang="en-US"/>
                </a:p>
              </p:txBody>
            </p:sp>
            <p:sp>
              <p:nvSpPr>
                <p:cNvPr id="4193" name="Freeform 4192">
                  <a:extLst>
                    <a:ext uri="{FF2B5EF4-FFF2-40B4-BE49-F238E27FC236}">
                      <a16:creationId xmlns:a16="http://schemas.microsoft.com/office/drawing/2014/main" id="{64C24B36-7AC2-0F5C-632F-BEC3953B0FBE}"/>
                    </a:ext>
                  </a:extLst>
                </p:cNvPr>
                <p:cNvSpPr/>
                <p:nvPr/>
              </p:nvSpPr>
              <p:spPr>
                <a:xfrm>
                  <a:off x="4958343" y="3036332"/>
                  <a:ext cx="25682" cy="39739"/>
                </a:xfrm>
                <a:custGeom>
                  <a:avLst/>
                  <a:gdLst>
                    <a:gd name="connsiteX0" fmla="*/ 3238 w 25682"/>
                    <a:gd name="connsiteY0" fmla="*/ 39739 h 39739"/>
                    <a:gd name="connsiteX1" fmla="*/ 0 w 25682"/>
                    <a:gd name="connsiteY1" fmla="*/ 39739 h 39739"/>
                    <a:gd name="connsiteX2" fmla="*/ 0 w 25682"/>
                    <a:gd name="connsiteY2" fmla="*/ 765 h 39739"/>
                    <a:gd name="connsiteX3" fmla="*/ 3238 w 25682"/>
                    <a:gd name="connsiteY3" fmla="*/ 765 h 39739"/>
                    <a:gd name="connsiteX4" fmla="*/ 3238 w 25682"/>
                    <a:gd name="connsiteY4" fmla="*/ 5667 h 39739"/>
                    <a:gd name="connsiteX5" fmla="*/ 3351 w 25682"/>
                    <a:gd name="connsiteY5" fmla="*/ 5667 h 39739"/>
                    <a:gd name="connsiteX6" fmla="*/ 5150 w 25682"/>
                    <a:gd name="connsiteY6" fmla="*/ 3239 h 39739"/>
                    <a:gd name="connsiteX7" fmla="*/ 7579 w 25682"/>
                    <a:gd name="connsiteY7" fmla="*/ 1462 h 39739"/>
                    <a:gd name="connsiteX8" fmla="*/ 10300 w 25682"/>
                    <a:gd name="connsiteY8" fmla="*/ 382 h 39739"/>
                    <a:gd name="connsiteX9" fmla="*/ 13044 w 25682"/>
                    <a:gd name="connsiteY9" fmla="*/ 0 h 39739"/>
                    <a:gd name="connsiteX10" fmla="*/ 18824 w 25682"/>
                    <a:gd name="connsiteY10" fmla="*/ 1124 h 39739"/>
                    <a:gd name="connsiteX11" fmla="*/ 22737 w 25682"/>
                    <a:gd name="connsiteY11" fmla="*/ 4228 h 39739"/>
                    <a:gd name="connsiteX12" fmla="*/ 24986 w 25682"/>
                    <a:gd name="connsiteY12" fmla="*/ 8906 h 39739"/>
                    <a:gd name="connsiteX13" fmla="*/ 25683 w 25682"/>
                    <a:gd name="connsiteY13" fmla="*/ 14686 h 39739"/>
                    <a:gd name="connsiteX14" fmla="*/ 24918 w 25682"/>
                    <a:gd name="connsiteY14" fmla="*/ 20308 h 39739"/>
                    <a:gd name="connsiteX15" fmla="*/ 22624 w 25682"/>
                    <a:gd name="connsiteY15" fmla="*/ 25031 h 39739"/>
                    <a:gd name="connsiteX16" fmla="*/ 18734 w 25682"/>
                    <a:gd name="connsiteY16" fmla="*/ 28269 h 39739"/>
                    <a:gd name="connsiteX17" fmla="*/ 13201 w 25682"/>
                    <a:gd name="connsiteY17" fmla="*/ 29484 h 39739"/>
                    <a:gd name="connsiteX18" fmla="*/ 7511 w 25682"/>
                    <a:gd name="connsiteY18" fmla="*/ 28157 h 39739"/>
                    <a:gd name="connsiteX19" fmla="*/ 3216 w 25682"/>
                    <a:gd name="connsiteY19" fmla="*/ 24244 h 39739"/>
                    <a:gd name="connsiteX20" fmla="*/ 3216 w 25682"/>
                    <a:gd name="connsiteY20" fmla="*/ 39739 h 39739"/>
                    <a:gd name="connsiteX21" fmla="*/ 3238 w 25682"/>
                    <a:gd name="connsiteY21" fmla="*/ 14866 h 39739"/>
                    <a:gd name="connsiteX22" fmla="*/ 3891 w 25682"/>
                    <a:gd name="connsiteY22" fmla="*/ 19363 h 39739"/>
                    <a:gd name="connsiteX23" fmla="*/ 5757 w 25682"/>
                    <a:gd name="connsiteY23" fmla="*/ 23097 h 39739"/>
                    <a:gd name="connsiteX24" fmla="*/ 8726 w 25682"/>
                    <a:gd name="connsiteY24" fmla="*/ 25638 h 39739"/>
                    <a:gd name="connsiteX25" fmla="*/ 12684 w 25682"/>
                    <a:gd name="connsiteY25" fmla="*/ 26583 h 39739"/>
                    <a:gd name="connsiteX26" fmla="*/ 17024 w 25682"/>
                    <a:gd name="connsiteY26" fmla="*/ 25593 h 39739"/>
                    <a:gd name="connsiteX27" fmla="*/ 20083 w 25682"/>
                    <a:gd name="connsiteY27" fmla="*/ 22872 h 39739"/>
                    <a:gd name="connsiteX28" fmla="*/ 21815 w 25682"/>
                    <a:gd name="connsiteY28" fmla="*/ 18846 h 39739"/>
                    <a:gd name="connsiteX29" fmla="*/ 22242 w 25682"/>
                    <a:gd name="connsiteY29" fmla="*/ 13899 h 39739"/>
                    <a:gd name="connsiteX30" fmla="*/ 21522 w 25682"/>
                    <a:gd name="connsiteY30" fmla="*/ 9221 h 39739"/>
                    <a:gd name="connsiteX31" fmla="*/ 19498 w 25682"/>
                    <a:gd name="connsiteY31" fmla="*/ 5802 h 39739"/>
                    <a:gd name="connsiteX32" fmla="*/ 16485 w 25682"/>
                    <a:gd name="connsiteY32" fmla="*/ 3666 h 39739"/>
                    <a:gd name="connsiteX33" fmla="*/ 12706 w 25682"/>
                    <a:gd name="connsiteY33" fmla="*/ 2946 h 39739"/>
                    <a:gd name="connsiteX34" fmla="*/ 8658 w 25682"/>
                    <a:gd name="connsiteY34" fmla="*/ 3868 h 39739"/>
                    <a:gd name="connsiteX35" fmla="*/ 5690 w 25682"/>
                    <a:gd name="connsiteY35" fmla="*/ 6387 h 39739"/>
                    <a:gd name="connsiteX36" fmla="*/ 3891 w 25682"/>
                    <a:gd name="connsiteY36" fmla="*/ 10165 h 39739"/>
                    <a:gd name="connsiteX37" fmla="*/ 3261 w 25682"/>
                    <a:gd name="connsiteY37" fmla="*/ 14888 h 39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682" h="39739">
                      <a:moveTo>
                        <a:pt x="3238" y="39739"/>
                      </a:moveTo>
                      <a:lnTo>
                        <a:pt x="0" y="39739"/>
                      </a:lnTo>
                      <a:lnTo>
                        <a:pt x="0" y="765"/>
                      </a:lnTo>
                      <a:lnTo>
                        <a:pt x="3238" y="765"/>
                      </a:lnTo>
                      <a:lnTo>
                        <a:pt x="3238" y="5667"/>
                      </a:lnTo>
                      <a:lnTo>
                        <a:pt x="3351" y="5667"/>
                      </a:lnTo>
                      <a:cubicBezTo>
                        <a:pt x="3823" y="4768"/>
                        <a:pt x="4430" y="3958"/>
                        <a:pt x="5150" y="3239"/>
                      </a:cubicBezTo>
                      <a:cubicBezTo>
                        <a:pt x="5892" y="2519"/>
                        <a:pt x="6702" y="1934"/>
                        <a:pt x="7579" y="1462"/>
                      </a:cubicBezTo>
                      <a:cubicBezTo>
                        <a:pt x="8456" y="990"/>
                        <a:pt x="9378" y="630"/>
                        <a:pt x="10300" y="382"/>
                      </a:cubicBezTo>
                      <a:cubicBezTo>
                        <a:pt x="11245" y="135"/>
                        <a:pt x="12144" y="0"/>
                        <a:pt x="13044" y="0"/>
                      </a:cubicBezTo>
                      <a:cubicBezTo>
                        <a:pt x="15315" y="0"/>
                        <a:pt x="17227" y="382"/>
                        <a:pt x="18824" y="1124"/>
                      </a:cubicBezTo>
                      <a:cubicBezTo>
                        <a:pt x="20420" y="1867"/>
                        <a:pt x="21702" y="2924"/>
                        <a:pt x="22737" y="4228"/>
                      </a:cubicBezTo>
                      <a:cubicBezTo>
                        <a:pt x="23771" y="5532"/>
                        <a:pt x="24513" y="7107"/>
                        <a:pt x="24986" y="8906"/>
                      </a:cubicBezTo>
                      <a:cubicBezTo>
                        <a:pt x="25458" y="10705"/>
                        <a:pt x="25683" y="12639"/>
                        <a:pt x="25683" y="14686"/>
                      </a:cubicBezTo>
                      <a:cubicBezTo>
                        <a:pt x="25683" y="16620"/>
                        <a:pt x="25436" y="18509"/>
                        <a:pt x="24918" y="20308"/>
                      </a:cubicBezTo>
                      <a:cubicBezTo>
                        <a:pt x="24424" y="22107"/>
                        <a:pt x="23659" y="23682"/>
                        <a:pt x="22624" y="25031"/>
                      </a:cubicBezTo>
                      <a:cubicBezTo>
                        <a:pt x="21590" y="26380"/>
                        <a:pt x="20308" y="27460"/>
                        <a:pt x="18734" y="28269"/>
                      </a:cubicBezTo>
                      <a:cubicBezTo>
                        <a:pt x="17160" y="29079"/>
                        <a:pt x="15315" y="29484"/>
                        <a:pt x="13201" y="29484"/>
                      </a:cubicBezTo>
                      <a:cubicBezTo>
                        <a:pt x="11222" y="29484"/>
                        <a:pt x="9333" y="29034"/>
                        <a:pt x="7511" y="28157"/>
                      </a:cubicBezTo>
                      <a:cubicBezTo>
                        <a:pt x="5690" y="27280"/>
                        <a:pt x="4273" y="25975"/>
                        <a:pt x="3216" y="24244"/>
                      </a:cubicBezTo>
                      <a:lnTo>
                        <a:pt x="3216" y="39739"/>
                      </a:lnTo>
                      <a:close/>
                      <a:moveTo>
                        <a:pt x="3238" y="14866"/>
                      </a:moveTo>
                      <a:cubicBezTo>
                        <a:pt x="3238" y="16440"/>
                        <a:pt x="3463" y="17947"/>
                        <a:pt x="3891" y="19363"/>
                      </a:cubicBezTo>
                      <a:cubicBezTo>
                        <a:pt x="4318" y="20780"/>
                        <a:pt x="4948" y="22017"/>
                        <a:pt x="5757" y="23097"/>
                      </a:cubicBezTo>
                      <a:cubicBezTo>
                        <a:pt x="6567" y="24154"/>
                        <a:pt x="7556" y="25008"/>
                        <a:pt x="8726" y="25638"/>
                      </a:cubicBezTo>
                      <a:cubicBezTo>
                        <a:pt x="9895" y="26268"/>
                        <a:pt x="11222" y="26583"/>
                        <a:pt x="12684" y="26583"/>
                      </a:cubicBezTo>
                      <a:cubicBezTo>
                        <a:pt x="14348" y="26583"/>
                        <a:pt x="15787" y="26245"/>
                        <a:pt x="17024" y="25593"/>
                      </a:cubicBezTo>
                      <a:cubicBezTo>
                        <a:pt x="18262" y="24918"/>
                        <a:pt x="19273" y="24019"/>
                        <a:pt x="20083" y="22872"/>
                      </a:cubicBezTo>
                      <a:cubicBezTo>
                        <a:pt x="20870" y="21725"/>
                        <a:pt x="21455" y="20376"/>
                        <a:pt x="21815" y="18846"/>
                      </a:cubicBezTo>
                      <a:cubicBezTo>
                        <a:pt x="22175" y="17317"/>
                        <a:pt x="22309" y="15675"/>
                        <a:pt x="22242" y="13899"/>
                      </a:cubicBezTo>
                      <a:cubicBezTo>
                        <a:pt x="22242" y="12144"/>
                        <a:pt x="21995" y="10570"/>
                        <a:pt x="21522" y="9221"/>
                      </a:cubicBezTo>
                      <a:cubicBezTo>
                        <a:pt x="21028" y="7871"/>
                        <a:pt x="20353" y="6724"/>
                        <a:pt x="19498" y="5802"/>
                      </a:cubicBezTo>
                      <a:cubicBezTo>
                        <a:pt x="18644" y="4858"/>
                        <a:pt x="17632" y="4161"/>
                        <a:pt x="16485" y="3666"/>
                      </a:cubicBezTo>
                      <a:cubicBezTo>
                        <a:pt x="15338" y="3171"/>
                        <a:pt x="14079" y="2946"/>
                        <a:pt x="12706" y="2946"/>
                      </a:cubicBezTo>
                      <a:cubicBezTo>
                        <a:pt x="11200" y="2946"/>
                        <a:pt x="9850" y="3261"/>
                        <a:pt x="8658" y="3868"/>
                      </a:cubicBezTo>
                      <a:cubicBezTo>
                        <a:pt x="7466" y="4475"/>
                        <a:pt x="6477" y="5308"/>
                        <a:pt x="5690" y="6387"/>
                      </a:cubicBezTo>
                      <a:cubicBezTo>
                        <a:pt x="4903" y="7444"/>
                        <a:pt x="4295" y="8703"/>
                        <a:pt x="3891" y="10165"/>
                      </a:cubicBezTo>
                      <a:cubicBezTo>
                        <a:pt x="3486" y="11627"/>
                        <a:pt x="3261" y="13201"/>
                        <a:pt x="3261" y="14888"/>
                      </a:cubicBezTo>
                      <a:close/>
                    </a:path>
                  </a:pathLst>
                </a:custGeom>
                <a:solidFill>
                  <a:srgbClr val="010101"/>
                </a:solidFill>
                <a:ln w="2249" cap="flat">
                  <a:noFill/>
                  <a:prstDash val="solid"/>
                  <a:miter/>
                </a:ln>
              </p:spPr>
              <p:txBody>
                <a:bodyPr rtlCol="0" anchor="ctr"/>
                <a:lstStyle/>
                <a:p>
                  <a:endParaRPr lang="en-US"/>
                </a:p>
              </p:txBody>
            </p:sp>
            <p:sp>
              <p:nvSpPr>
                <p:cNvPr id="4194" name="Freeform 4193">
                  <a:extLst>
                    <a:ext uri="{FF2B5EF4-FFF2-40B4-BE49-F238E27FC236}">
                      <a16:creationId xmlns:a16="http://schemas.microsoft.com/office/drawing/2014/main" id="{C8AA2C3D-4519-054D-CEAF-F81803AFE0F7}"/>
                    </a:ext>
                  </a:extLst>
                </p:cNvPr>
                <p:cNvSpPr/>
                <p:nvPr/>
              </p:nvSpPr>
              <p:spPr>
                <a:xfrm>
                  <a:off x="4989468" y="3036399"/>
                  <a:ext cx="26357" cy="29483"/>
                </a:xfrm>
                <a:custGeom>
                  <a:avLst/>
                  <a:gdLst>
                    <a:gd name="connsiteX0" fmla="*/ 14326 w 26357"/>
                    <a:gd name="connsiteY0" fmla="*/ 12369 h 29483"/>
                    <a:gd name="connsiteX1" fmla="*/ 16507 w 26357"/>
                    <a:gd name="connsiteY1" fmla="*/ 12054 h 29483"/>
                    <a:gd name="connsiteX2" fmla="*/ 18576 w 26357"/>
                    <a:gd name="connsiteY2" fmla="*/ 11470 h 29483"/>
                    <a:gd name="connsiteX3" fmla="*/ 19566 w 26357"/>
                    <a:gd name="connsiteY3" fmla="*/ 10210 h 29483"/>
                    <a:gd name="connsiteX4" fmla="*/ 19746 w 26357"/>
                    <a:gd name="connsiteY4" fmla="*/ 8569 h 29483"/>
                    <a:gd name="connsiteX5" fmla="*/ 18149 w 26357"/>
                    <a:gd name="connsiteY5" fmla="*/ 4498 h 29483"/>
                    <a:gd name="connsiteX6" fmla="*/ 12774 w 26357"/>
                    <a:gd name="connsiteY6" fmla="*/ 2901 h 29483"/>
                    <a:gd name="connsiteX7" fmla="*/ 9693 w 26357"/>
                    <a:gd name="connsiteY7" fmla="*/ 3193 h 29483"/>
                    <a:gd name="connsiteX8" fmla="*/ 7242 w 26357"/>
                    <a:gd name="connsiteY8" fmla="*/ 4228 h 29483"/>
                    <a:gd name="connsiteX9" fmla="*/ 5510 w 26357"/>
                    <a:gd name="connsiteY9" fmla="*/ 6162 h 29483"/>
                    <a:gd name="connsiteX10" fmla="*/ 4610 w 26357"/>
                    <a:gd name="connsiteY10" fmla="*/ 9221 h 29483"/>
                    <a:gd name="connsiteX11" fmla="*/ 1327 w 26357"/>
                    <a:gd name="connsiteY11" fmla="*/ 9221 h 29483"/>
                    <a:gd name="connsiteX12" fmla="*/ 2451 w 26357"/>
                    <a:gd name="connsiteY12" fmla="*/ 4993 h 29483"/>
                    <a:gd name="connsiteX13" fmla="*/ 4970 w 26357"/>
                    <a:gd name="connsiteY13" fmla="*/ 2137 h 29483"/>
                    <a:gd name="connsiteX14" fmla="*/ 8524 w 26357"/>
                    <a:gd name="connsiteY14" fmla="*/ 517 h 29483"/>
                    <a:gd name="connsiteX15" fmla="*/ 12819 w 26357"/>
                    <a:gd name="connsiteY15" fmla="*/ 0 h 29483"/>
                    <a:gd name="connsiteX16" fmla="*/ 16777 w 26357"/>
                    <a:gd name="connsiteY16" fmla="*/ 450 h 29483"/>
                    <a:gd name="connsiteX17" fmla="*/ 20016 w 26357"/>
                    <a:gd name="connsiteY17" fmla="*/ 1912 h 29483"/>
                    <a:gd name="connsiteX18" fmla="*/ 22175 w 26357"/>
                    <a:gd name="connsiteY18" fmla="*/ 4588 h 29483"/>
                    <a:gd name="connsiteX19" fmla="*/ 22962 w 26357"/>
                    <a:gd name="connsiteY19" fmla="*/ 8681 h 29483"/>
                    <a:gd name="connsiteX20" fmla="*/ 22962 w 26357"/>
                    <a:gd name="connsiteY20" fmla="*/ 23906 h 29483"/>
                    <a:gd name="connsiteX21" fmla="*/ 23637 w 26357"/>
                    <a:gd name="connsiteY21" fmla="*/ 26313 h 29483"/>
                    <a:gd name="connsiteX22" fmla="*/ 26358 w 26357"/>
                    <a:gd name="connsiteY22" fmla="*/ 26065 h 29483"/>
                    <a:gd name="connsiteX23" fmla="*/ 26358 w 26357"/>
                    <a:gd name="connsiteY23" fmla="*/ 28607 h 29483"/>
                    <a:gd name="connsiteX24" fmla="*/ 25256 w 26357"/>
                    <a:gd name="connsiteY24" fmla="*/ 28922 h 29483"/>
                    <a:gd name="connsiteX25" fmla="*/ 23816 w 26357"/>
                    <a:gd name="connsiteY25" fmla="*/ 29146 h 29483"/>
                    <a:gd name="connsiteX26" fmla="*/ 22355 w 26357"/>
                    <a:gd name="connsiteY26" fmla="*/ 28989 h 29483"/>
                    <a:gd name="connsiteX27" fmla="*/ 21050 w 26357"/>
                    <a:gd name="connsiteY27" fmla="*/ 28472 h 29483"/>
                    <a:gd name="connsiteX28" fmla="*/ 20263 w 26357"/>
                    <a:gd name="connsiteY28" fmla="*/ 27505 h 29483"/>
                    <a:gd name="connsiteX29" fmla="*/ 19858 w 26357"/>
                    <a:gd name="connsiteY29" fmla="*/ 26268 h 29483"/>
                    <a:gd name="connsiteX30" fmla="*/ 19746 w 26357"/>
                    <a:gd name="connsiteY30" fmla="*/ 24829 h 29483"/>
                    <a:gd name="connsiteX31" fmla="*/ 15045 w 26357"/>
                    <a:gd name="connsiteY31" fmla="*/ 28292 h 29483"/>
                    <a:gd name="connsiteX32" fmla="*/ 9333 w 26357"/>
                    <a:gd name="connsiteY32" fmla="*/ 29484 h 29483"/>
                    <a:gd name="connsiteX33" fmla="*/ 5802 w 26357"/>
                    <a:gd name="connsiteY33" fmla="*/ 28989 h 29483"/>
                    <a:gd name="connsiteX34" fmla="*/ 2811 w 26357"/>
                    <a:gd name="connsiteY34" fmla="*/ 27482 h 29483"/>
                    <a:gd name="connsiteX35" fmla="*/ 765 w 26357"/>
                    <a:gd name="connsiteY35" fmla="*/ 24963 h 29483"/>
                    <a:gd name="connsiteX36" fmla="*/ 0 w 26357"/>
                    <a:gd name="connsiteY36" fmla="*/ 21433 h 29483"/>
                    <a:gd name="connsiteX37" fmla="*/ 9760 w 26357"/>
                    <a:gd name="connsiteY37" fmla="*/ 13021 h 29483"/>
                    <a:gd name="connsiteX38" fmla="*/ 14236 w 26357"/>
                    <a:gd name="connsiteY38" fmla="*/ 12437 h 29483"/>
                    <a:gd name="connsiteX39" fmla="*/ 19768 w 26357"/>
                    <a:gd name="connsiteY39" fmla="*/ 13989 h 29483"/>
                    <a:gd name="connsiteX40" fmla="*/ 15608 w 26357"/>
                    <a:gd name="connsiteY40" fmla="*/ 15113 h 29483"/>
                    <a:gd name="connsiteX41" fmla="*/ 11402 w 26357"/>
                    <a:gd name="connsiteY41" fmla="*/ 15540 h 29483"/>
                    <a:gd name="connsiteX42" fmla="*/ 5600 w 26357"/>
                    <a:gd name="connsiteY42" fmla="*/ 17205 h 29483"/>
                    <a:gd name="connsiteX43" fmla="*/ 3531 w 26357"/>
                    <a:gd name="connsiteY43" fmla="*/ 21478 h 29483"/>
                    <a:gd name="connsiteX44" fmla="*/ 4048 w 26357"/>
                    <a:gd name="connsiteY44" fmla="*/ 23726 h 29483"/>
                    <a:gd name="connsiteX45" fmla="*/ 5398 w 26357"/>
                    <a:gd name="connsiteY45" fmla="*/ 25301 h 29483"/>
                    <a:gd name="connsiteX46" fmla="*/ 7332 w 26357"/>
                    <a:gd name="connsiteY46" fmla="*/ 26223 h 29483"/>
                    <a:gd name="connsiteX47" fmla="*/ 9581 w 26357"/>
                    <a:gd name="connsiteY47" fmla="*/ 26515 h 29483"/>
                    <a:gd name="connsiteX48" fmla="*/ 13359 w 26357"/>
                    <a:gd name="connsiteY48" fmla="*/ 26020 h 29483"/>
                    <a:gd name="connsiteX49" fmla="*/ 16620 w 26357"/>
                    <a:gd name="connsiteY49" fmla="*/ 24536 h 29483"/>
                    <a:gd name="connsiteX50" fmla="*/ 18914 w 26357"/>
                    <a:gd name="connsiteY50" fmla="*/ 21995 h 29483"/>
                    <a:gd name="connsiteX51" fmla="*/ 19768 w 26357"/>
                    <a:gd name="connsiteY51" fmla="*/ 18352 h 29483"/>
                    <a:gd name="connsiteX52" fmla="*/ 19768 w 26357"/>
                    <a:gd name="connsiteY52" fmla="*/ 13989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6357" h="29483">
                      <a:moveTo>
                        <a:pt x="14326" y="12369"/>
                      </a:moveTo>
                      <a:cubicBezTo>
                        <a:pt x="14933" y="12302"/>
                        <a:pt x="15675" y="12189"/>
                        <a:pt x="16507" y="12054"/>
                      </a:cubicBezTo>
                      <a:cubicBezTo>
                        <a:pt x="17362" y="11919"/>
                        <a:pt x="18037" y="11717"/>
                        <a:pt x="18576" y="11470"/>
                      </a:cubicBezTo>
                      <a:cubicBezTo>
                        <a:pt x="19116" y="11222"/>
                        <a:pt x="19454" y="10795"/>
                        <a:pt x="19566" y="10210"/>
                      </a:cubicBezTo>
                      <a:cubicBezTo>
                        <a:pt x="19701" y="9626"/>
                        <a:pt x="19746" y="9063"/>
                        <a:pt x="19746" y="8569"/>
                      </a:cubicBezTo>
                      <a:cubicBezTo>
                        <a:pt x="19746" y="6904"/>
                        <a:pt x="19206" y="5555"/>
                        <a:pt x="18149" y="4498"/>
                      </a:cubicBezTo>
                      <a:cubicBezTo>
                        <a:pt x="17092" y="3441"/>
                        <a:pt x="15293" y="2901"/>
                        <a:pt x="12774" y="2901"/>
                      </a:cubicBezTo>
                      <a:cubicBezTo>
                        <a:pt x="11649" y="2901"/>
                        <a:pt x="10638" y="2991"/>
                        <a:pt x="9693" y="3193"/>
                      </a:cubicBezTo>
                      <a:cubicBezTo>
                        <a:pt x="8748" y="3396"/>
                        <a:pt x="7939" y="3733"/>
                        <a:pt x="7242" y="4228"/>
                      </a:cubicBezTo>
                      <a:cubicBezTo>
                        <a:pt x="6545" y="4723"/>
                        <a:pt x="5960" y="5353"/>
                        <a:pt x="5510" y="6162"/>
                      </a:cubicBezTo>
                      <a:cubicBezTo>
                        <a:pt x="5060" y="6972"/>
                        <a:pt x="4768" y="7984"/>
                        <a:pt x="4610" y="9221"/>
                      </a:cubicBezTo>
                      <a:lnTo>
                        <a:pt x="1327" y="9221"/>
                      </a:lnTo>
                      <a:cubicBezTo>
                        <a:pt x="1439" y="7556"/>
                        <a:pt x="1822" y="6162"/>
                        <a:pt x="2451" y="4993"/>
                      </a:cubicBezTo>
                      <a:cubicBezTo>
                        <a:pt x="3081" y="3823"/>
                        <a:pt x="3936" y="2879"/>
                        <a:pt x="4970" y="2137"/>
                      </a:cubicBezTo>
                      <a:cubicBezTo>
                        <a:pt x="6005" y="1394"/>
                        <a:pt x="7174" y="855"/>
                        <a:pt x="8524" y="517"/>
                      </a:cubicBezTo>
                      <a:cubicBezTo>
                        <a:pt x="9873" y="180"/>
                        <a:pt x="11312" y="0"/>
                        <a:pt x="12819" y="0"/>
                      </a:cubicBezTo>
                      <a:cubicBezTo>
                        <a:pt x="14213" y="0"/>
                        <a:pt x="15540" y="157"/>
                        <a:pt x="16777" y="450"/>
                      </a:cubicBezTo>
                      <a:cubicBezTo>
                        <a:pt x="18014" y="765"/>
                        <a:pt x="19094" y="1237"/>
                        <a:pt x="20016" y="1912"/>
                      </a:cubicBezTo>
                      <a:cubicBezTo>
                        <a:pt x="20938" y="2586"/>
                        <a:pt x="21657" y="3463"/>
                        <a:pt x="22175" y="4588"/>
                      </a:cubicBezTo>
                      <a:cubicBezTo>
                        <a:pt x="22692" y="5712"/>
                        <a:pt x="22962" y="7062"/>
                        <a:pt x="22962" y="8681"/>
                      </a:cubicBezTo>
                      <a:lnTo>
                        <a:pt x="22962" y="23906"/>
                      </a:lnTo>
                      <a:cubicBezTo>
                        <a:pt x="22962" y="25166"/>
                        <a:pt x="23187" y="25975"/>
                        <a:pt x="23637" y="26313"/>
                      </a:cubicBezTo>
                      <a:cubicBezTo>
                        <a:pt x="24086" y="26650"/>
                        <a:pt x="24986" y="26583"/>
                        <a:pt x="26358" y="26065"/>
                      </a:cubicBezTo>
                      <a:lnTo>
                        <a:pt x="26358" y="28607"/>
                      </a:lnTo>
                      <a:cubicBezTo>
                        <a:pt x="26110" y="28674"/>
                        <a:pt x="25728" y="28787"/>
                        <a:pt x="25256" y="28922"/>
                      </a:cubicBezTo>
                      <a:cubicBezTo>
                        <a:pt x="24761" y="29056"/>
                        <a:pt x="24289" y="29146"/>
                        <a:pt x="23816" y="29146"/>
                      </a:cubicBezTo>
                      <a:cubicBezTo>
                        <a:pt x="23322" y="29146"/>
                        <a:pt x="22827" y="29102"/>
                        <a:pt x="22355" y="28989"/>
                      </a:cubicBezTo>
                      <a:cubicBezTo>
                        <a:pt x="21815" y="28922"/>
                        <a:pt x="21388" y="28742"/>
                        <a:pt x="21050" y="28472"/>
                      </a:cubicBezTo>
                      <a:cubicBezTo>
                        <a:pt x="20713" y="28202"/>
                        <a:pt x="20465" y="27887"/>
                        <a:pt x="20263" y="27505"/>
                      </a:cubicBezTo>
                      <a:cubicBezTo>
                        <a:pt x="20061" y="27122"/>
                        <a:pt x="19926" y="26718"/>
                        <a:pt x="19858" y="26268"/>
                      </a:cubicBezTo>
                      <a:cubicBezTo>
                        <a:pt x="19791" y="25818"/>
                        <a:pt x="19746" y="25346"/>
                        <a:pt x="19746" y="24829"/>
                      </a:cubicBezTo>
                      <a:cubicBezTo>
                        <a:pt x="18374" y="26335"/>
                        <a:pt x="16822" y="27482"/>
                        <a:pt x="15045" y="28292"/>
                      </a:cubicBezTo>
                      <a:cubicBezTo>
                        <a:pt x="13291" y="29079"/>
                        <a:pt x="11380" y="29484"/>
                        <a:pt x="9333" y="29484"/>
                      </a:cubicBezTo>
                      <a:cubicBezTo>
                        <a:pt x="8119" y="29484"/>
                        <a:pt x="6927" y="29326"/>
                        <a:pt x="5802" y="28989"/>
                      </a:cubicBezTo>
                      <a:cubicBezTo>
                        <a:pt x="4678" y="28652"/>
                        <a:pt x="3666" y="28157"/>
                        <a:pt x="2811" y="27482"/>
                      </a:cubicBezTo>
                      <a:cubicBezTo>
                        <a:pt x="1957" y="26808"/>
                        <a:pt x="1259" y="25953"/>
                        <a:pt x="765" y="24963"/>
                      </a:cubicBezTo>
                      <a:cubicBezTo>
                        <a:pt x="270" y="23974"/>
                        <a:pt x="0" y="22804"/>
                        <a:pt x="0" y="21433"/>
                      </a:cubicBezTo>
                      <a:cubicBezTo>
                        <a:pt x="0" y="16687"/>
                        <a:pt x="3261" y="13876"/>
                        <a:pt x="9760" y="13021"/>
                      </a:cubicBezTo>
                      <a:lnTo>
                        <a:pt x="14236" y="12437"/>
                      </a:lnTo>
                      <a:close/>
                      <a:moveTo>
                        <a:pt x="19768" y="13989"/>
                      </a:moveTo>
                      <a:cubicBezTo>
                        <a:pt x="18396" y="14573"/>
                        <a:pt x="17024" y="14933"/>
                        <a:pt x="15608" y="15113"/>
                      </a:cubicBezTo>
                      <a:cubicBezTo>
                        <a:pt x="14191" y="15293"/>
                        <a:pt x="12796" y="15428"/>
                        <a:pt x="11402" y="15540"/>
                      </a:cubicBezTo>
                      <a:cubicBezTo>
                        <a:pt x="8928" y="15720"/>
                        <a:pt x="6994" y="16282"/>
                        <a:pt x="5600" y="17205"/>
                      </a:cubicBezTo>
                      <a:cubicBezTo>
                        <a:pt x="4206" y="18149"/>
                        <a:pt x="3531" y="19566"/>
                        <a:pt x="3531" y="21478"/>
                      </a:cubicBezTo>
                      <a:cubicBezTo>
                        <a:pt x="3531" y="22332"/>
                        <a:pt x="3711" y="23097"/>
                        <a:pt x="4048" y="23726"/>
                      </a:cubicBezTo>
                      <a:cubicBezTo>
                        <a:pt x="4385" y="24356"/>
                        <a:pt x="4835" y="24873"/>
                        <a:pt x="5398" y="25301"/>
                      </a:cubicBezTo>
                      <a:cubicBezTo>
                        <a:pt x="5960" y="25706"/>
                        <a:pt x="6612" y="26020"/>
                        <a:pt x="7332" y="26223"/>
                      </a:cubicBezTo>
                      <a:cubicBezTo>
                        <a:pt x="8074" y="26425"/>
                        <a:pt x="8816" y="26515"/>
                        <a:pt x="9581" y="26515"/>
                      </a:cubicBezTo>
                      <a:cubicBezTo>
                        <a:pt x="10885" y="26515"/>
                        <a:pt x="12144" y="26358"/>
                        <a:pt x="13359" y="26020"/>
                      </a:cubicBezTo>
                      <a:cubicBezTo>
                        <a:pt x="14573" y="25706"/>
                        <a:pt x="15675" y="25211"/>
                        <a:pt x="16620" y="24536"/>
                      </a:cubicBezTo>
                      <a:cubicBezTo>
                        <a:pt x="17564" y="23861"/>
                        <a:pt x="18329" y="23029"/>
                        <a:pt x="18914" y="21995"/>
                      </a:cubicBezTo>
                      <a:cubicBezTo>
                        <a:pt x="19499" y="20960"/>
                        <a:pt x="19768" y="19746"/>
                        <a:pt x="19768" y="18352"/>
                      </a:cubicBezTo>
                      <a:lnTo>
                        <a:pt x="19768" y="13989"/>
                      </a:lnTo>
                      <a:close/>
                    </a:path>
                  </a:pathLst>
                </a:custGeom>
                <a:solidFill>
                  <a:srgbClr val="010101"/>
                </a:solidFill>
                <a:ln w="2249" cap="flat">
                  <a:noFill/>
                  <a:prstDash val="solid"/>
                  <a:miter/>
                </a:ln>
              </p:spPr>
              <p:txBody>
                <a:bodyPr rtlCol="0" anchor="ctr"/>
                <a:lstStyle/>
                <a:p>
                  <a:endParaRPr lang="en-US"/>
                </a:p>
              </p:txBody>
            </p:sp>
            <p:sp>
              <p:nvSpPr>
                <p:cNvPr id="4195" name="Freeform 4194">
                  <a:extLst>
                    <a:ext uri="{FF2B5EF4-FFF2-40B4-BE49-F238E27FC236}">
                      <a16:creationId xmlns:a16="http://schemas.microsoft.com/office/drawing/2014/main" id="{B944EE2F-2B89-E073-E22A-45E10A15DC4A}"/>
                    </a:ext>
                  </a:extLst>
                </p:cNvPr>
                <p:cNvSpPr/>
                <p:nvPr/>
              </p:nvSpPr>
              <p:spPr>
                <a:xfrm>
                  <a:off x="5021111" y="3036354"/>
                  <a:ext cx="12481" cy="28719"/>
                </a:xfrm>
                <a:custGeom>
                  <a:avLst/>
                  <a:gdLst>
                    <a:gd name="connsiteX0" fmla="*/ 3239 w 12481"/>
                    <a:gd name="connsiteY0" fmla="*/ 28719 h 28719"/>
                    <a:gd name="connsiteX1" fmla="*/ 0 w 12481"/>
                    <a:gd name="connsiteY1" fmla="*/ 28719 h 28719"/>
                    <a:gd name="connsiteX2" fmla="*/ 0 w 12481"/>
                    <a:gd name="connsiteY2" fmla="*/ 765 h 28719"/>
                    <a:gd name="connsiteX3" fmla="*/ 3239 w 12481"/>
                    <a:gd name="connsiteY3" fmla="*/ 765 h 28719"/>
                    <a:gd name="connsiteX4" fmla="*/ 3239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8 h 28719"/>
                    <a:gd name="connsiteX9" fmla="*/ 7939 w 12481"/>
                    <a:gd name="connsiteY9" fmla="*/ 4363 h 28719"/>
                    <a:gd name="connsiteX10" fmla="*/ 5105 w 12481"/>
                    <a:gd name="connsiteY10" fmla="*/ 6837 h 28719"/>
                    <a:gd name="connsiteX11" fmla="*/ 3643 w 12481"/>
                    <a:gd name="connsiteY11" fmla="*/ 10525 h 28719"/>
                    <a:gd name="connsiteX12" fmla="*/ 3239 w 12481"/>
                    <a:gd name="connsiteY12" fmla="*/ 14978 h 28719"/>
                    <a:gd name="connsiteX13" fmla="*/ 3239 w 12481"/>
                    <a:gd name="connsiteY13"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9">
                      <a:moveTo>
                        <a:pt x="3239" y="28719"/>
                      </a:moveTo>
                      <a:lnTo>
                        <a:pt x="0" y="28719"/>
                      </a:lnTo>
                      <a:lnTo>
                        <a:pt x="0" y="765"/>
                      </a:lnTo>
                      <a:lnTo>
                        <a:pt x="3239" y="765"/>
                      </a:lnTo>
                      <a:lnTo>
                        <a:pt x="3239" y="6005"/>
                      </a:lnTo>
                      <a:lnTo>
                        <a:pt x="3351" y="6005"/>
                      </a:lnTo>
                      <a:cubicBezTo>
                        <a:pt x="4251" y="3778"/>
                        <a:pt x="5420" y="2226"/>
                        <a:pt x="6837" y="1327"/>
                      </a:cubicBezTo>
                      <a:cubicBezTo>
                        <a:pt x="8254" y="450"/>
                        <a:pt x="10143" y="0"/>
                        <a:pt x="12482" y="0"/>
                      </a:cubicBezTo>
                      <a:lnTo>
                        <a:pt x="12482" y="3508"/>
                      </a:lnTo>
                      <a:cubicBezTo>
                        <a:pt x="10638" y="3463"/>
                        <a:pt x="9131" y="3756"/>
                        <a:pt x="7939" y="4363"/>
                      </a:cubicBezTo>
                      <a:cubicBezTo>
                        <a:pt x="6747" y="4970"/>
                        <a:pt x="5802" y="5802"/>
                        <a:pt x="5105" y="6837"/>
                      </a:cubicBezTo>
                      <a:cubicBezTo>
                        <a:pt x="4408" y="7871"/>
                        <a:pt x="3913" y="9108"/>
                        <a:pt x="3643" y="10525"/>
                      </a:cubicBezTo>
                      <a:cubicBezTo>
                        <a:pt x="3373" y="11942"/>
                        <a:pt x="3239" y="13426"/>
                        <a:pt x="3239" y="14978"/>
                      </a:cubicBezTo>
                      <a:lnTo>
                        <a:pt x="3239" y="28697"/>
                      </a:lnTo>
                      <a:close/>
                    </a:path>
                  </a:pathLst>
                </a:custGeom>
                <a:solidFill>
                  <a:srgbClr val="010101"/>
                </a:solidFill>
                <a:ln w="2249" cap="flat">
                  <a:noFill/>
                  <a:prstDash val="solid"/>
                  <a:miter/>
                </a:ln>
              </p:spPr>
              <p:txBody>
                <a:bodyPr rtlCol="0" anchor="ctr"/>
                <a:lstStyle/>
                <a:p>
                  <a:endParaRPr lang="en-US"/>
                </a:p>
              </p:txBody>
            </p:sp>
            <p:sp>
              <p:nvSpPr>
                <p:cNvPr id="4196" name="Freeform 4195">
                  <a:extLst>
                    <a:ext uri="{FF2B5EF4-FFF2-40B4-BE49-F238E27FC236}">
                      <a16:creationId xmlns:a16="http://schemas.microsoft.com/office/drawing/2014/main" id="{36D8EDB9-3B0D-D060-6CEF-8A5B7558584F}"/>
                    </a:ext>
                  </a:extLst>
                </p:cNvPr>
                <p:cNvSpPr/>
                <p:nvPr/>
              </p:nvSpPr>
              <p:spPr>
                <a:xfrm>
                  <a:off x="5037416" y="3036377"/>
                  <a:ext cx="25167" cy="29483"/>
                </a:xfrm>
                <a:custGeom>
                  <a:avLst/>
                  <a:gdLst>
                    <a:gd name="connsiteX0" fmla="*/ 3509 w 25167"/>
                    <a:gd name="connsiteY0" fmla="*/ 15473 h 29483"/>
                    <a:gd name="connsiteX1" fmla="*/ 4093 w 25167"/>
                    <a:gd name="connsiteY1" fmla="*/ 19768 h 29483"/>
                    <a:gd name="connsiteX2" fmla="*/ 5848 w 25167"/>
                    <a:gd name="connsiteY2" fmla="*/ 23277 h 29483"/>
                    <a:gd name="connsiteX3" fmla="*/ 8794 w 25167"/>
                    <a:gd name="connsiteY3" fmla="*/ 25661 h 29483"/>
                    <a:gd name="connsiteX4" fmla="*/ 12887 w 25167"/>
                    <a:gd name="connsiteY4" fmla="*/ 26560 h 29483"/>
                    <a:gd name="connsiteX5" fmla="*/ 18329 w 25167"/>
                    <a:gd name="connsiteY5" fmla="*/ 24896 h 29483"/>
                    <a:gd name="connsiteX6" fmla="*/ 21343 w 25167"/>
                    <a:gd name="connsiteY6" fmla="*/ 20151 h 29483"/>
                    <a:gd name="connsiteX7" fmla="*/ 24964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7 w 25167"/>
                    <a:gd name="connsiteY18" fmla="*/ 1170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8 w 25167"/>
                    <a:gd name="connsiteY23" fmla="*/ 12774 h 29483"/>
                    <a:gd name="connsiteX24" fmla="*/ 21185 w 25167"/>
                    <a:gd name="connsiteY24" fmla="*/ 8906 h 29483"/>
                    <a:gd name="connsiteX25" fmla="*/ 19521 w 25167"/>
                    <a:gd name="connsiteY25" fmla="*/ 5780 h 29483"/>
                    <a:gd name="connsiteX26" fmla="*/ 16732 w 25167"/>
                    <a:gd name="connsiteY26" fmla="*/ 3666 h 29483"/>
                    <a:gd name="connsiteX27" fmla="*/ 12909 w 25167"/>
                    <a:gd name="connsiteY27" fmla="*/ 2879 h 29483"/>
                    <a:gd name="connsiteX28" fmla="*/ 9108 w 25167"/>
                    <a:gd name="connsiteY28" fmla="*/ 3688 h 29483"/>
                    <a:gd name="connsiteX29" fmla="*/ 6297 w 25167"/>
                    <a:gd name="connsiteY29" fmla="*/ 5847 h 29483"/>
                    <a:gd name="connsiteX30" fmla="*/ 4431 w 25167"/>
                    <a:gd name="connsiteY30" fmla="*/ 8973 h 29483"/>
                    <a:gd name="connsiteX31" fmla="*/ 3509 w 25167"/>
                    <a:gd name="connsiteY31" fmla="*/ 12752 h 29483"/>
                    <a:gd name="connsiteX32" fmla="*/ 21748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9" y="15473"/>
                      </a:moveTo>
                      <a:cubicBezTo>
                        <a:pt x="3509" y="16980"/>
                        <a:pt x="3711" y="18419"/>
                        <a:pt x="4093" y="19768"/>
                      </a:cubicBezTo>
                      <a:cubicBezTo>
                        <a:pt x="4498" y="21118"/>
                        <a:pt x="5083" y="22287"/>
                        <a:pt x="5848" y="23277"/>
                      </a:cubicBezTo>
                      <a:cubicBezTo>
                        <a:pt x="6612" y="24266"/>
                        <a:pt x="7601" y="25053"/>
                        <a:pt x="8794" y="25661"/>
                      </a:cubicBezTo>
                      <a:cubicBezTo>
                        <a:pt x="9986" y="26245"/>
                        <a:pt x="11357" y="26560"/>
                        <a:pt x="12887" y="26560"/>
                      </a:cubicBezTo>
                      <a:cubicBezTo>
                        <a:pt x="15001" y="26560"/>
                        <a:pt x="16822" y="25998"/>
                        <a:pt x="18329" y="24896"/>
                      </a:cubicBezTo>
                      <a:cubicBezTo>
                        <a:pt x="19836" y="23772"/>
                        <a:pt x="20848" y="22197"/>
                        <a:pt x="21343" y="20151"/>
                      </a:cubicBezTo>
                      <a:lnTo>
                        <a:pt x="24964" y="20151"/>
                      </a:lnTo>
                      <a:cubicBezTo>
                        <a:pt x="24559" y="21478"/>
                        <a:pt x="24042"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7" y="23951"/>
                        <a:pt x="1260" y="22400"/>
                        <a:pt x="765" y="20623"/>
                      </a:cubicBezTo>
                      <a:cubicBezTo>
                        <a:pt x="270" y="18846"/>
                        <a:pt x="0" y="16935"/>
                        <a:pt x="0" y="14866"/>
                      </a:cubicBezTo>
                      <a:cubicBezTo>
                        <a:pt x="0" y="12797"/>
                        <a:pt x="292" y="10885"/>
                        <a:pt x="900" y="9086"/>
                      </a:cubicBezTo>
                      <a:cubicBezTo>
                        <a:pt x="1484" y="7287"/>
                        <a:pt x="2339" y="5712"/>
                        <a:pt x="3441" y="4363"/>
                      </a:cubicBezTo>
                      <a:cubicBezTo>
                        <a:pt x="4543" y="3014"/>
                        <a:pt x="5870" y="1957"/>
                        <a:pt x="7467" y="1170"/>
                      </a:cubicBezTo>
                      <a:cubicBezTo>
                        <a:pt x="9041" y="405"/>
                        <a:pt x="10840" y="0"/>
                        <a:pt x="12864" y="0"/>
                      </a:cubicBezTo>
                      <a:cubicBezTo>
                        <a:pt x="16710" y="0"/>
                        <a:pt x="19746" y="1327"/>
                        <a:pt x="21927" y="3958"/>
                      </a:cubicBezTo>
                      <a:cubicBezTo>
                        <a:pt x="24132" y="6612"/>
                        <a:pt x="25211" y="10435"/>
                        <a:pt x="25166" y="15473"/>
                      </a:cubicBezTo>
                      <a:lnTo>
                        <a:pt x="3463" y="15473"/>
                      </a:lnTo>
                      <a:close/>
                      <a:moveTo>
                        <a:pt x="21748" y="12774"/>
                      </a:moveTo>
                      <a:cubicBezTo>
                        <a:pt x="21748" y="11402"/>
                        <a:pt x="21568" y="10120"/>
                        <a:pt x="21185" y="8906"/>
                      </a:cubicBezTo>
                      <a:cubicBezTo>
                        <a:pt x="20803" y="7691"/>
                        <a:pt x="20241" y="6657"/>
                        <a:pt x="19521" y="5780"/>
                      </a:cubicBezTo>
                      <a:cubicBezTo>
                        <a:pt x="18779" y="4903"/>
                        <a:pt x="17857" y="4206"/>
                        <a:pt x="16732" y="3666"/>
                      </a:cubicBezTo>
                      <a:cubicBezTo>
                        <a:pt x="15608" y="3149"/>
                        <a:pt x="14348" y="2879"/>
                        <a:pt x="12909" y="2879"/>
                      </a:cubicBezTo>
                      <a:cubicBezTo>
                        <a:pt x="11470" y="2879"/>
                        <a:pt x="10210" y="3149"/>
                        <a:pt x="9108" y="3688"/>
                      </a:cubicBezTo>
                      <a:cubicBezTo>
                        <a:pt x="8006" y="4228"/>
                        <a:pt x="7084" y="4948"/>
                        <a:pt x="6297" y="5847"/>
                      </a:cubicBezTo>
                      <a:cubicBezTo>
                        <a:pt x="5533" y="6747"/>
                        <a:pt x="4903" y="7781"/>
                        <a:pt x="4431" y="8973"/>
                      </a:cubicBezTo>
                      <a:cubicBezTo>
                        <a:pt x="3958" y="10165"/>
                        <a:pt x="3666" y="11425"/>
                        <a:pt x="3509" y="12752"/>
                      </a:cubicBezTo>
                      <a:lnTo>
                        <a:pt x="21748" y="12752"/>
                      </a:lnTo>
                      <a:close/>
                    </a:path>
                  </a:pathLst>
                </a:custGeom>
                <a:solidFill>
                  <a:srgbClr val="010101"/>
                </a:solidFill>
                <a:ln w="2249" cap="flat">
                  <a:noFill/>
                  <a:prstDash val="solid"/>
                  <a:miter/>
                </a:ln>
              </p:spPr>
              <p:txBody>
                <a:bodyPr rtlCol="0" anchor="ctr"/>
                <a:lstStyle/>
                <a:p>
                  <a:endParaRPr lang="en-US"/>
                </a:p>
              </p:txBody>
            </p:sp>
            <p:sp>
              <p:nvSpPr>
                <p:cNvPr id="4197" name="Freeform 4196">
                  <a:extLst>
                    <a:ext uri="{FF2B5EF4-FFF2-40B4-BE49-F238E27FC236}">
                      <a16:creationId xmlns:a16="http://schemas.microsoft.com/office/drawing/2014/main" id="{ABFF115B-AAF8-18AD-FFEE-BE19B5B0EBC8}"/>
                    </a:ext>
                  </a:extLst>
                </p:cNvPr>
                <p:cNvSpPr/>
                <p:nvPr/>
              </p:nvSpPr>
              <p:spPr>
                <a:xfrm>
                  <a:off x="5068092" y="3026211"/>
                  <a:ext cx="25683" cy="39626"/>
                </a:xfrm>
                <a:custGeom>
                  <a:avLst/>
                  <a:gdLst>
                    <a:gd name="connsiteX0" fmla="*/ 22445 w 25683"/>
                    <a:gd name="connsiteY0" fmla="*/ 0 h 39626"/>
                    <a:gd name="connsiteX1" fmla="*/ 25683 w 25683"/>
                    <a:gd name="connsiteY1" fmla="*/ 0 h 39626"/>
                    <a:gd name="connsiteX2" fmla="*/ 25683 w 25683"/>
                    <a:gd name="connsiteY2" fmla="*/ 38862 h 39626"/>
                    <a:gd name="connsiteX3" fmla="*/ 22445 w 25683"/>
                    <a:gd name="connsiteY3" fmla="*/ 38862 h 39626"/>
                    <a:gd name="connsiteX4" fmla="*/ 22445 w 25683"/>
                    <a:gd name="connsiteY4" fmla="*/ 33959 h 39626"/>
                    <a:gd name="connsiteX5" fmla="*/ 22332 w 25683"/>
                    <a:gd name="connsiteY5" fmla="*/ 33959 h 39626"/>
                    <a:gd name="connsiteX6" fmla="*/ 20533 w 25683"/>
                    <a:gd name="connsiteY6" fmla="*/ 36411 h 39626"/>
                    <a:gd name="connsiteX7" fmla="*/ 18104 w 25683"/>
                    <a:gd name="connsiteY7" fmla="*/ 38165 h 39626"/>
                    <a:gd name="connsiteX8" fmla="*/ 15383 w 25683"/>
                    <a:gd name="connsiteY8" fmla="*/ 39244 h 39626"/>
                    <a:gd name="connsiteX9" fmla="*/ 12639 w 25683"/>
                    <a:gd name="connsiteY9" fmla="*/ 39627 h 39626"/>
                    <a:gd name="connsiteX10" fmla="*/ 6859 w 25683"/>
                    <a:gd name="connsiteY10" fmla="*/ 38502 h 39626"/>
                    <a:gd name="connsiteX11" fmla="*/ 2946 w 25683"/>
                    <a:gd name="connsiteY11" fmla="*/ 35399 h 39626"/>
                    <a:gd name="connsiteX12" fmla="*/ 697 w 25683"/>
                    <a:gd name="connsiteY12" fmla="*/ 30721 h 39626"/>
                    <a:gd name="connsiteX13" fmla="*/ 0 w 25683"/>
                    <a:gd name="connsiteY13" fmla="*/ 24941 h 39626"/>
                    <a:gd name="connsiteX14" fmla="*/ 765 w 25683"/>
                    <a:gd name="connsiteY14" fmla="*/ 19319 h 39626"/>
                    <a:gd name="connsiteX15" fmla="*/ 3059 w 25683"/>
                    <a:gd name="connsiteY15" fmla="*/ 14596 h 39626"/>
                    <a:gd name="connsiteX16" fmla="*/ 6949 w 25683"/>
                    <a:gd name="connsiteY16" fmla="*/ 11357 h 39626"/>
                    <a:gd name="connsiteX17" fmla="*/ 12482 w 25683"/>
                    <a:gd name="connsiteY17" fmla="*/ 10143 h 39626"/>
                    <a:gd name="connsiteX18" fmla="*/ 18172 w 25683"/>
                    <a:gd name="connsiteY18" fmla="*/ 11470 h 39626"/>
                    <a:gd name="connsiteX19" fmla="*/ 22467 w 25683"/>
                    <a:gd name="connsiteY19" fmla="*/ 15383 h 39626"/>
                    <a:gd name="connsiteX20" fmla="*/ 22467 w 25683"/>
                    <a:gd name="connsiteY20" fmla="*/ 0 h 39626"/>
                    <a:gd name="connsiteX21" fmla="*/ 22445 w 25683"/>
                    <a:gd name="connsiteY21" fmla="*/ 24761 h 39626"/>
                    <a:gd name="connsiteX22" fmla="*/ 21793 w 25683"/>
                    <a:gd name="connsiteY22" fmla="*/ 20263 h 39626"/>
                    <a:gd name="connsiteX23" fmla="*/ 19926 w 25683"/>
                    <a:gd name="connsiteY23" fmla="*/ 16530 h 39626"/>
                    <a:gd name="connsiteX24" fmla="*/ 16957 w 25683"/>
                    <a:gd name="connsiteY24" fmla="*/ 13989 h 39626"/>
                    <a:gd name="connsiteX25" fmla="*/ 12999 w 25683"/>
                    <a:gd name="connsiteY25" fmla="*/ 13044 h 39626"/>
                    <a:gd name="connsiteX26" fmla="*/ 8636 w 25683"/>
                    <a:gd name="connsiteY26" fmla="*/ 14033 h 39626"/>
                    <a:gd name="connsiteX27" fmla="*/ 5622 w 25683"/>
                    <a:gd name="connsiteY27" fmla="*/ 16755 h 39626"/>
                    <a:gd name="connsiteX28" fmla="*/ 3891 w 25683"/>
                    <a:gd name="connsiteY28" fmla="*/ 20780 h 39626"/>
                    <a:gd name="connsiteX29" fmla="*/ 3463 w 25683"/>
                    <a:gd name="connsiteY29" fmla="*/ 25728 h 39626"/>
                    <a:gd name="connsiteX30" fmla="*/ 4183 w 25683"/>
                    <a:gd name="connsiteY30" fmla="*/ 30406 h 39626"/>
                    <a:gd name="connsiteX31" fmla="*/ 6207 w 25683"/>
                    <a:gd name="connsiteY31" fmla="*/ 33824 h 39626"/>
                    <a:gd name="connsiteX32" fmla="*/ 9221 w 25683"/>
                    <a:gd name="connsiteY32" fmla="*/ 35961 h 39626"/>
                    <a:gd name="connsiteX33" fmla="*/ 12999 w 25683"/>
                    <a:gd name="connsiteY33" fmla="*/ 36681 h 39626"/>
                    <a:gd name="connsiteX34" fmla="*/ 17047 w 25683"/>
                    <a:gd name="connsiteY34" fmla="*/ 35758 h 39626"/>
                    <a:gd name="connsiteX35" fmla="*/ 20016 w 25683"/>
                    <a:gd name="connsiteY35" fmla="*/ 33240 h 39626"/>
                    <a:gd name="connsiteX36" fmla="*/ 21815 w 25683"/>
                    <a:gd name="connsiteY36" fmla="*/ 29461 h 39626"/>
                    <a:gd name="connsiteX37" fmla="*/ 22445 w 25683"/>
                    <a:gd name="connsiteY37" fmla="*/ 24739 h 3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683" h="39626">
                      <a:moveTo>
                        <a:pt x="22445" y="0"/>
                      </a:moveTo>
                      <a:lnTo>
                        <a:pt x="25683" y="0"/>
                      </a:lnTo>
                      <a:lnTo>
                        <a:pt x="25683" y="38862"/>
                      </a:lnTo>
                      <a:lnTo>
                        <a:pt x="22445" y="38862"/>
                      </a:lnTo>
                      <a:lnTo>
                        <a:pt x="22445" y="33959"/>
                      </a:lnTo>
                      <a:lnTo>
                        <a:pt x="22332" y="33959"/>
                      </a:lnTo>
                      <a:cubicBezTo>
                        <a:pt x="21860" y="34904"/>
                        <a:pt x="21253" y="35713"/>
                        <a:pt x="20533" y="36411"/>
                      </a:cubicBezTo>
                      <a:cubicBezTo>
                        <a:pt x="19791" y="37108"/>
                        <a:pt x="18981" y="37693"/>
                        <a:pt x="18104" y="38165"/>
                      </a:cubicBezTo>
                      <a:cubicBezTo>
                        <a:pt x="17227" y="38637"/>
                        <a:pt x="16305" y="38997"/>
                        <a:pt x="15383" y="39244"/>
                      </a:cubicBezTo>
                      <a:cubicBezTo>
                        <a:pt x="14438" y="39492"/>
                        <a:pt x="13539" y="39627"/>
                        <a:pt x="12639" y="39627"/>
                      </a:cubicBezTo>
                      <a:cubicBezTo>
                        <a:pt x="10368" y="39627"/>
                        <a:pt x="8456" y="39244"/>
                        <a:pt x="6859" y="38502"/>
                      </a:cubicBezTo>
                      <a:cubicBezTo>
                        <a:pt x="5285" y="37738"/>
                        <a:pt x="3981" y="36703"/>
                        <a:pt x="2946" y="35399"/>
                      </a:cubicBezTo>
                      <a:cubicBezTo>
                        <a:pt x="1912" y="34094"/>
                        <a:pt x="1170" y="32520"/>
                        <a:pt x="697" y="30721"/>
                      </a:cubicBezTo>
                      <a:cubicBezTo>
                        <a:pt x="225" y="28922"/>
                        <a:pt x="0" y="26987"/>
                        <a:pt x="0" y="24941"/>
                      </a:cubicBezTo>
                      <a:cubicBezTo>
                        <a:pt x="0" y="23007"/>
                        <a:pt x="247" y="21118"/>
                        <a:pt x="765" y="19319"/>
                      </a:cubicBezTo>
                      <a:cubicBezTo>
                        <a:pt x="1260" y="17519"/>
                        <a:pt x="2024" y="15945"/>
                        <a:pt x="3059" y="14596"/>
                      </a:cubicBezTo>
                      <a:cubicBezTo>
                        <a:pt x="4093" y="13246"/>
                        <a:pt x="5375" y="12167"/>
                        <a:pt x="6949" y="11357"/>
                      </a:cubicBezTo>
                      <a:cubicBezTo>
                        <a:pt x="8524" y="10548"/>
                        <a:pt x="10368" y="10143"/>
                        <a:pt x="12482" y="10143"/>
                      </a:cubicBezTo>
                      <a:cubicBezTo>
                        <a:pt x="14461" y="10143"/>
                        <a:pt x="16350" y="10593"/>
                        <a:pt x="18172" y="11470"/>
                      </a:cubicBezTo>
                      <a:cubicBezTo>
                        <a:pt x="19993" y="12347"/>
                        <a:pt x="21410" y="13651"/>
                        <a:pt x="22467" y="15383"/>
                      </a:cubicBezTo>
                      <a:lnTo>
                        <a:pt x="22467" y="0"/>
                      </a:lnTo>
                      <a:close/>
                      <a:moveTo>
                        <a:pt x="22445" y="24761"/>
                      </a:moveTo>
                      <a:cubicBezTo>
                        <a:pt x="22445" y="23187"/>
                        <a:pt x="22220" y="21680"/>
                        <a:pt x="21793" y="20263"/>
                      </a:cubicBezTo>
                      <a:cubicBezTo>
                        <a:pt x="21365" y="18846"/>
                        <a:pt x="20735" y="17609"/>
                        <a:pt x="19926" y="16530"/>
                      </a:cubicBezTo>
                      <a:cubicBezTo>
                        <a:pt x="19116" y="15473"/>
                        <a:pt x="18127" y="14618"/>
                        <a:pt x="16957" y="13989"/>
                      </a:cubicBezTo>
                      <a:cubicBezTo>
                        <a:pt x="15788" y="13359"/>
                        <a:pt x="14461" y="13044"/>
                        <a:pt x="12999" y="13044"/>
                      </a:cubicBezTo>
                      <a:cubicBezTo>
                        <a:pt x="11312" y="13044"/>
                        <a:pt x="9850" y="13381"/>
                        <a:pt x="8636" y="14033"/>
                      </a:cubicBezTo>
                      <a:cubicBezTo>
                        <a:pt x="7422" y="14708"/>
                        <a:pt x="6409" y="15608"/>
                        <a:pt x="5622" y="16755"/>
                      </a:cubicBezTo>
                      <a:cubicBezTo>
                        <a:pt x="4835" y="17902"/>
                        <a:pt x="4251" y="19251"/>
                        <a:pt x="3891" y="20780"/>
                      </a:cubicBezTo>
                      <a:cubicBezTo>
                        <a:pt x="3531" y="22310"/>
                        <a:pt x="3396" y="23951"/>
                        <a:pt x="3463" y="25728"/>
                      </a:cubicBezTo>
                      <a:cubicBezTo>
                        <a:pt x="3463" y="27482"/>
                        <a:pt x="3711" y="29056"/>
                        <a:pt x="4183" y="30406"/>
                      </a:cubicBezTo>
                      <a:cubicBezTo>
                        <a:pt x="4678" y="31755"/>
                        <a:pt x="5353" y="32902"/>
                        <a:pt x="6207" y="33824"/>
                      </a:cubicBezTo>
                      <a:cubicBezTo>
                        <a:pt x="7062" y="34746"/>
                        <a:pt x="8074" y="35466"/>
                        <a:pt x="9221" y="35961"/>
                      </a:cubicBezTo>
                      <a:cubicBezTo>
                        <a:pt x="10368" y="36456"/>
                        <a:pt x="11627" y="36681"/>
                        <a:pt x="12999" y="36681"/>
                      </a:cubicBezTo>
                      <a:cubicBezTo>
                        <a:pt x="14506" y="36681"/>
                        <a:pt x="15855" y="36366"/>
                        <a:pt x="17047" y="35758"/>
                      </a:cubicBezTo>
                      <a:cubicBezTo>
                        <a:pt x="18239" y="35151"/>
                        <a:pt x="19229" y="34319"/>
                        <a:pt x="20016" y="33240"/>
                      </a:cubicBezTo>
                      <a:cubicBezTo>
                        <a:pt x="20803" y="32183"/>
                        <a:pt x="21410" y="30923"/>
                        <a:pt x="21815" y="29461"/>
                      </a:cubicBezTo>
                      <a:cubicBezTo>
                        <a:pt x="22220" y="27999"/>
                        <a:pt x="22445" y="26425"/>
                        <a:pt x="22445" y="24739"/>
                      </a:cubicBezTo>
                      <a:close/>
                    </a:path>
                  </a:pathLst>
                </a:custGeom>
                <a:solidFill>
                  <a:srgbClr val="010101"/>
                </a:solidFill>
                <a:ln w="2249" cap="flat">
                  <a:noFill/>
                  <a:prstDash val="solid"/>
                  <a:miter/>
                </a:ln>
              </p:spPr>
              <p:txBody>
                <a:bodyPr rtlCol="0" anchor="ctr"/>
                <a:lstStyle/>
                <a:p>
                  <a:endParaRPr lang="en-US"/>
                </a:p>
              </p:txBody>
            </p:sp>
          </p:grpSp>
          <p:grpSp>
            <p:nvGrpSpPr>
              <p:cNvPr id="4198" name="Graphic 4479">
                <a:extLst>
                  <a:ext uri="{FF2B5EF4-FFF2-40B4-BE49-F238E27FC236}">
                    <a16:creationId xmlns:a16="http://schemas.microsoft.com/office/drawing/2014/main" id="{7D0C305D-90AF-2436-7AF0-F3DAD23D2981}"/>
                  </a:ext>
                </a:extLst>
              </p:cNvPr>
              <p:cNvGrpSpPr/>
              <p:nvPr/>
            </p:nvGrpSpPr>
            <p:grpSpPr>
              <a:xfrm>
                <a:off x="8542367" y="6349825"/>
                <a:ext cx="675748" cy="148604"/>
                <a:chOff x="5231524" y="3026189"/>
                <a:chExt cx="180501" cy="39694"/>
              </a:xfrm>
              <a:solidFill>
                <a:srgbClr val="010101"/>
              </a:solidFill>
            </p:grpSpPr>
            <p:sp>
              <p:nvSpPr>
                <p:cNvPr id="4199" name="Freeform 4198">
                  <a:extLst>
                    <a:ext uri="{FF2B5EF4-FFF2-40B4-BE49-F238E27FC236}">
                      <a16:creationId xmlns:a16="http://schemas.microsoft.com/office/drawing/2014/main" id="{91473731-5399-7065-ED5F-CE5443EC68F6}"/>
                    </a:ext>
                  </a:extLst>
                </p:cNvPr>
                <p:cNvSpPr/>
                <p:nvPr/>
              </p:nvSpPr>
              <p:spPr>
                <a:xfrm>
                  <a:off x="5231524" y="3026189"/>
                  <a:ext cx="3553" cy="38884"/>
                </a:xfrm>
                <a:custGeom>
                  <a:avLst/>
                  <a:gdLst>
                    <a:gd name="connsiteX0" fmla="*/ 0 w 3553"/>
                    <a:gd name="connsiteY0" fmla="*/ 4813 h 38884"/>
                    <a:gd name="connsiteX1" fmla="*/ 0 w 3553"/>
                    <a:gd name="connsiteY1" fmla="*/ 0 h 38884"/>
                    <a:gd name="connsiteX2" fmla="*/ 3553 w 3553"/>
                    <a:gd name="connsiteY2" fmla="*/ 0 h 38884"/>
                    <a:gd name="connsiteX3" fmla="*/ 3553 w 3553"/>
                    <a:gd name="connsiteY3" fmla="*/ 4813 h 38884"/>
                    <a:gd name="connsiteX4" fmla="*/ 0 w 3553"/>
                    <a:gd name="connsiteY4" fmla="*/ 4813 h 38884"/>
                    <a:gd name="connsiteX5" fmla="*/ 180 w 3553"/>
                    <a:gd name="connsiteY5" fmla="*/ 38885 h 38884"/>
                    <a:gd name="connsiteX6" fmla="*/ 180 w 3553"/>
                    <a:gd name="connsiteY6" fmla="*/ 10930 h 38884"/>
                    <a:gd name="connsiteX7" fmla="*/ 3418 w 3553"/>
                    <a:gd name="connsiteY7" fmla="*/ 10930 h 38884"/>
                    <a:gd name="connsiteX8" fmla="*/ 3418 w 3553"/>
                    <a:gd name="connsiteY8" fmla="*/ 38885 h 38884"/>
                    <a:gd name="connsiteX9" fmla="*/ 180 w 3553"/>
                    <a:gd name="connsiteY9" fmla="*/ 38885 h 38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53" h="38884">
                      <a:moveTo>
                        <a:pt x="0" y="4813"/>
                      </a:moveTo>
                      <a:lnTo>
                        <a:pt x="0" y="0"/>
                      </a:lnTo>
                      <a:lnTo>
                        <a:pt x="3553" y="0"/>
                      </a:lnTo>
                      <a:lnTo>
                        <a:pt x="3553" y="4813"/>
                      </a:lnTo>
                      <a:lnTo>
                        <a:pt x="0" y="4813"/>
                      </a:lnTo>
                      <a:close/>
                      <a:moveTo>
                        <a:pt x="180" y="38885"/>
                      </a:moveTo>
                      <a:lnTo>
                        <a:pt x="180" y="10930"/>
                      </a:lnTo>
                      <a:lnTo>
                        <a:pt x="3418" y="10930"/>
                      </a:lnTo>
                      <a:lnTo>
                        <a:pt x="3418" y="38885"/>
                      </a:lnTo>
                      <a:lnTo>
                        <a:pt x="180" y="38885"/>
                      </a:lnTo>
                      <a:close/>
                    </a:path>
                  </a:pathLst>
                </a:custGeom>
                <a:solidFill>
                  <a:srgbClr val="010101"/>
                </a:solidFill>
                <a:ln w="2249" cap="flat">
                  <a:noFill/>
                  <a:prstDash val="solid"/>
                  <a:miter/>
                </a:ln>
              </p:spPr>
              <p:txBody>
                <a:bodyPr rtlCol="0" anchor="ctr"/>
                <a:lstStyle/>
                <a:p>
                  <a:endParaRPr lang="en-US"/>
                </a:p>
              </p:txBody>
            </p:sp>
            <p:sp>
              <p:nvSpPr>
                <p:cNvPr id="4200" name="Freeform 4199">
                  <a:extLst>
                    <a:ext uri="{FF2B5EF4-FFF2-40B4-BE49-F238E27FC236}">
                      <a16:creationId xmlns:a16="http://schemas.microsoft.com/office/drawing/2014/main" id="{A6AB7A8E-00C9-86C3-CFC7-A9743A1C1C61}"/>
                    </a:ext>
                  </a:extLst>
                </p:cNvPr>
                <p:cNvSpPr/>
                <p:nvPr/>
              </p:nvSpPr>
              <p:spPr>
                <a:xfrm>
                  <a:off x="5241779" y="3036332"/>
                  <a:ext cx="22039" cy="29438"/>
                </a:xfrm>
                <a:custGeom>
                  <a:avLst/>
                  <a:gdLst>
                    <a:gd name="connsiteX0" fmla="*/ 3306 w 22039"/>
                    <a:gd name="connsiteY0" fmla="*/ 19993 h 29438"/>
                    <a:gd name="connsiteX1" fmla="*/ 6027 w 22039"/>
                    <a:gd name="connsiteY1" fmla="*/ 25098 h 29438"/>
                    <a:gd name="connsiteX2" fmla="*/ 11672 w 22039"/>
                    <a:gd name="connsiteY2" fmla="*/ 26583 h 29438"/>
                    <a:gd name="connsiteX3" fmla="*/ 14753 w 22039"/>
                    <a:gd name="connsiteY3" fmla="*/ 26155 h 29438"/>
                    <a:gd name="connsiteX4" fmla="*/ 16890 w 22039"/>
                    <a:gd name="connsiteY4" fmla="*/ 24986 h 29438"/>
                    <a:gd name="connsiteX5" fmla="*/ 18149 w 22039"/>
                    <a:gd name="connsiteY5" fmla="*/ 23344 h 29438"/>
                    <a:gd name="connsiteX6" fmla="*/ 18576 w 22039"/>
                    <a:gd name="connsiteY6" fmla="*/ 21410 h 29438"/>
                    <a:gd name="connsiteX7" fmla="*/ 17250 w 22039"/>
                    <a:gd name="connsiteY7" fmla="*/ 18352 h 29438"/>
                    <a:gd name="connsiteX8" fmla="*/ 13921 w 22039"/>
                    <a:gd name="connsiteY8" fmla="*/ 16777 h 29438"/>
                    <a:gd name="connsiteX9" fmla="*/ 9603 w 22039"/>
                    <a:gd name="connsiteY9" fmla="*/ 15810 h 29438"/>
                    <a:gd name="connsiteX10" fmla="*/ 5285 w 22039"/>
                    <a:gd name="connsiteY10" fmla="*/ 14596 h 29438"/>
                    <a:gd name="connsiteX11" fmla="*/ 1957 w 22039"/>
                    <a:gd name="connsiteY11" fmla="*/ 12279 h 29438"/>
                    <a:gd name="connsiteX12" fmla="*/ 630 w 22039"/>
                    <a:gd name="connsiteY12" fmla="*/ 8006 h 29438"/>
                    <a:gd name="connsiteX13" fmla="*/ 3194 w 22039"/>
                    <a:gd name="connsiteY13" fmla="*/ 2249 h 29438"/>
                    <a:gd name="connsiteX14" fmla="*/ 10458 w 22039"/>
                    <a:gd name="connsiteY14" fmla="*/ 0 h 29438"/>
                    <a:gd name="connsiteX15" fmla="*/ 17834 w 22039"/>
                    <a:gd name="connsiteY15" fmla="*/ 2024 h 29438"/>
                    <a:gd name="connsiteX16" fmla="*/ 21253 w 22039"/>
                    <a:gd name="connsiteY16" fmla="*/ 8793 h 29438"/>
                    <a:gd name="connsiteX17" fmla="*/ 17969 w 22039"/>
                    <a:gd name="connsiteY17" fmla="*/ 8793 h 29438"/>
                    <a:gd name="connsiteX18" fmla="*/ 15518 w 22039"/>
                    <a:gd name="connsiteY18" fmla="*/ 4228 h 29438"/>
                    <a:gd name="connsiteX19" fmla="*/ 10413 w 22039"/>
                    <a:gd name="connsiteY19" fmla="*/ 2901 h 29438"/>
                    <a:gd name="connsiteX20" fmla="*/ 5712 w 22039"/>
                    <a:gd name="connsiteY20" fmla="*/ 4228 h 29438"/>
                    <a:gd name="connsiteX21" fmla="*/ 4093 w 22039"/>
                    <a:gd name="connsiteY21" fmla="*/ 7714 h 29438"/>
                    <a:gd name="connsiteX22" fmla="*/ 5420 w 22039"/>
                    <a:gd name="connsiteY22" fmla="*/ 10593 h 29438"/>
                    <a:gd name="connsiteX23" fmla="*/ 8748 w 22039"/>
                    <a:gd name="connsiteY23" fmla="*/ 12212 h 29438"/>
                    <a:gd name="connsiteX24" fmla="*/ 13067 w 22039"/>
                    <a:gd name="connsiteY24" fmla="*/ 13314 h 29438"/>
                    <a:gd name="connsiteX25" fmla="*/ 17385 w 22039"/>
                    <a:gd name="connsiteY25" fmla="*/ 14686 h 29438"/>
                    <a:gd name="connsiteX26" fmla="*/ 20713 w 22039"/>
                    <a:gd name="connsiteY26" fmla="*/ 17092 h 29438"/>
                    <a:gd name="connsiteX27" fmla="*/ 22040 w 22039"/>
                    <a:gd name="connsiteY27" fmla="*/ 21298 h 29438"/>
                    <a:gd name="connsiteX28" fmla="*/ 21185 w 22039"/>
                    <a:gd name="connsiteY28" fmla="*/ 24829 h 29438"/>
                    <a:gd name="connsiteX29" fmla="*/ 18802 w 22039"/>
                    <a:gd name="connsiteY29" fmla="*/ 27392 h 29438"/>
                    <a:gd name="connsiteX30" fmla="*/ 15203 w 22039"/>
                    <a:gd name="connsiteY30" fmla="*/ 28922 h 29438"/>
                    <a:gd name="connsiteX31" fmla="*/ 10638 w 22039"/>
                    <a:gd name="connsiteY31" fmla="*/ 29439 h 29438"/>
                    <a:gd name="connsiteX32" fmla="*/ 6230 w 22039"/>
                    <a:gd name="connsiteY32" fmla="*/ 28719 h 29438"/>
                    <a:gd name="connsiteX33" fmla="*/ 2969 w 22039"/>
                    <a:gd name="connsiteY33" fmla="*/ 26695 h 29438"/>
                    <a:gd name="connsiteX34" fmla="*/ 855 w 22039"/>
                    <a:gd name="connsiteY34" fmla="*/ 23682 h 29438"/>
                    <a:gd name="connsiteX35" fmla="*/ 0 w 22039"/>
                    <a:gd name="connsiteY35" fmla="*/ 19948 h 29438"/>
                    <a:gd name="connsiteX36" fmla="*/ 3284 w 22039"/>
                    <a:gd name="connsiteY36" fmla="*/ 19948 h 29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2039" h="29438">
                      <a:moveTo>
                        <a:pt x="3306" y="19993"/>
                      </a:moveTo>
                      <a:cubicBezTo>
                        <a:pt x="3801" y="22400"/>
                        <a:pt x="4723" y="24109"/>
                        <a:pt x="6027" y="25098"/>
                      </a:cubicBezTo>
                      <a:cubicBezTo>
                        <a:pt x="7332" y="26088"/>
                        <a:pt x="9221" y="26583"/>
                        <a:pt x="11672" y="26583"/>
                      </a:cubicBezTo>
                      <a:cubicBezTo>
                        <a:pt x="12864" y="26583"/>
                        <a:pt x="13876" y="26448"/>
                        <a:pt x="14753" y="26155"/>
                      </a:cubicBezTo>
                      <a:cubicBezTo>
                        <a:pt x="15608" y="25863"/>
                        <a:pt x="16327" y="25481"/>
                        <a:pt x="16890" y="24986"/>
                      </a:cubicBezTo>
                      <a:cubicBezTo>
                        <a:pt x="17452" y="24491"/>
                        <a:pt x="17879" y="23951"/>
                        <a:pt x="18149" y="23344"/>
                      </a:cubicBezTo>
                      <a:cubicBezTo>
                        <a:pt x="18442" y="22737"/>
                        <a:pt x="18576" y="22085"/>
                        <a:pt x="18576" y="21410"/>
                      </a:cubicBezTo>
                      <a:cubicBezTo>
                        <a:pt x="18576" y="20038"/>
                        <a:pt x="18127" y="19026"/>
                        <a:pt x="17250" y="18352"/>
                      </a:cubicBezTo>
                      <a:cubicBezTo>
                        <a:pt x="16372" y="17677"/>
                        <a:pt x="15271" y="17160"/>
                        <a:pt x="13921" y="16777"/>
                      </a:cubicBezTo>
                      <a:cubicBezTo>
                        <a:pt x="12572" y="16395"/>
                        <a:pt x="11155" y="16080"/>
                        <a:pt x="9603" y="15810"/>
                      </a:cubicBezTo>
                      <a:cubicBezTo>
                        <a:pt x="8051" y="15540"/>
                        <a:pt x="6612" y="15136"/>
                        <a:pt x="5285" y="14596"/>
                      </a:cubicBezTo>
                      <a:cubicBezTo>
                        <a:pt x="3958" y="14056"/>
                        <a:pt x="2856" y="13291"/>
                        <a:pt x="1957" y="12279"/>
                      </a:cubicBezTo>
                      <a:cubicBezTo>
                        <a:pt x="1057" y="11267"/>
                        <a:pt x="630" y="9850"/>
                        <a:pt x="630" y="8006"/>
                      </a:cubicBezTo>
                      <a:cubicBezTo>
                        <a:pt x="630" y="5667"/>
                        <a:pt x="1484" y="3756"/>
                        <a:pt x="3194" y="2249"/>
                      </a:cubicBezTo>
                      <a:cubicBezTo>
                        <a:pt x="4903" y="765"/>
                        <a:pt x="7332" y="0"/>
                        <a:pt x="10458" y="0"/>
                      </a:cubicBezTo>
                      <a:cubicBezTo>
                        <a:pt x="13584" y="0"/>
                        <a:pt x="15945" y="675"/>
                        <a:pt x="17834" y="2024"/>
                      </a:cubicBezTo>
                      <a:cubicBezTo>
                        <a:pt x="19723" y="3373"/>
                        <a:pt x="20870" y="5622"/>
                        <a:pt x="21253" y="8793"/>
                      </a:cubicBezTo>
                      <a:lnTo>
                        <a:pt x="17969" y="8793"/>
                      </a:lnTo>
                      <a:cubicBezTo>
                        <a:pt x="17677" y="6634"/>
                        <a:pt x="16867" y="5105"/>
                        <a:pt x="15518" y="4228"/>
                      </a:cubicBezTo>
                      <a:cubicBezTo>
                        <a:pt x="14169" y="3351"/>
                        <a:pt x="12459" y="2901"/>
                        <a:pt x="10413" y="2901"/>
                      </a:cubicBezTo>
                      <a:cubicBezTo>
                        <a:pt x="8366" y="2901"/>
                        <a:pt x="6792" y="3351"/>
                        <a:pt x="5712" y="4228"/>
                      </a:cubicBezTo>
                      <a:cubicBezTo>
                        <a:pt x="4633" y="5105"/>
                        <a:pt x="4093" y="6275"/>
                        <a:pt x="4093" y="7714"/>
                      </a:cubicBezTo>
                      <a:cubicBezTo>
                        <a:pt x="4093" y="8973"/>
                        <a:pt x="4543" y="9940"/>
                        <a:pt x="5420" y="10593"/>
                      </a:cubicBezTo>
                      <a:cubicBezTo>
                        <a:pt x="6297" y="11267"/>
                        <a:pt x="7399" y="11807"/>
                        <a:pt x="8748" y="12212"/>
                      </a:cubicBezTo>
                      <a:cubicBezTo>
                        <a:pt x="10076" y="12617"/>
                        <a:pt x="11515" y="12999"/>
                        <a:pt x="13067" y="13314"/>
                      </a:cubicBezTo>
                      <a:cubicBezTo>
                        <a:pt x="14618" y="13629"/>
                        <a:pt x="16058" y="14101"/>
                        <a:pt x="17385" y="14686"/>
                      </a:cubicBezTo>
                      <a:cubicBezTo>
                        <a:pt x="18711" y="15270"/>
                        <a:pt x="19813" y="16080"/>
                        <a:pt x="20713" y="17092"/>
                      </a:cubicBezTo>
                      <a:cubicBezTo>
                        <a:pt x="21590" y="18104"/>
                        <a:pt x="22040" y="19498"/>
                        <a:pt x="22040" y="21298"/>
                      </a:cubicBezTo>
                      <a:cubicBezTo>
                        <a:pt x="22040" y="22625"/>
                        <a:pt x="21748" y="23816"/>
                        <a:pt x="21185" y="24829"/>
                      </a:cubicBezTo>
                      <a:cubicBezTo>
                        <a:pt x="20601" y="25863"/>
                        <a:pt x="19813" y="26718"/>
                        <a:pt x="18802" y="27392"/>
                      </a:cubicBezTo>
                      <a:cubicBezTo>
                        <a:pt x="17789" y="28067"/>
                        <a:pt x="16597" y="28584"/>
                        <a:pt x="15203" y="28922"/>
                      </a:cubicBezTo>
                      <a:cubicBezTo>
                        <a:pt x="13809" y="29259"/>
                        <a:pt x="12302" y="29439"/>
                        <a:pt x="10638" y="29439"/>
                      </a:cubicBezTo>
                      <a:cubicBezTo>
                        <a:pt x="8973" y="29439"/>
                        <a:pt x="7512" y="29192"/>
                        <a:pt x="6230" y="28719"/>
                      </a:cubicBezTo>
                      <a:cubicBezTo>
                        <a:pt x="4948" y="28224"/>
                        <a:pt x="3868" y="27550"/>
                        <a:pt x="2969" y="26695"/>
                      </a:cubicBezTo>
                      <a:cubicBezTo>
                        <a:pt x="2069" y="25841"/>
                        <a:pt x="1372" y="24829"/>
                        <a:pt x="855" y="23682"/>
                      </a:cubicBezTo>
                      <a:cubicBezTo>
                        <a:pt x="360" y="22535"/>
                        <a:pt x="68" y="21298"/>
                        <a:pt x="0" y="19948"/>
                      </a:cubicBezTo>
                      <a:lnTo>
                        <a:pt x="3284" y="19948"/>
                      </a:lnTo>
                      <a:close/>
                    </a:path>
                  </a:pathLst>
                </a:custGeom>
                <a:solidFill>
                  <a:srgbClr val="010101"/>
                </a:solidFill>
                <a:ln w="2249" cap="flat">
                  <a:noFill/>
                  <a:prstDash val="solid"/>
                  <a:miter/>
                </a:ln>
              </p:spPr>
              <p:txBody>
                <a:bodyPr rtlCol="0" anchor="ctr"/>
                <a:lstStyle/>
                <a:p>
                  <a:endParaRPr lang="en-US"/>
                </a:p>
              </p:txBody>
            </p:sp>
            <p:sp>
              <p:nvSpPr>
                <p:cNvPr id="4201" name="Freeform 4200">
                  <a:extLst>
                    <a:ext uri="{FF2B5EF4-FFF2-40B4-BE49-F238E27FC236}">
                      <a16:creationId xmlns:a16="http://schemas.microsoft.com/office/drawing/2014/main" id="{C5D2F055-6D4E-601F-F7EE-CA78C09D9ED2}"/>
                    </a:ext>
                  </a:extLst>
                </p:cNvPr>
                <p:cNvSpPr/>
                <p:nvPr/>
              </p:nvSpPr>
              <p:spPr>
                <a:xfrm>
                  <a:off x="5268339" y="3036332"/>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4 w 25908"/>
                    <a:gd name="connsiteY3" fmla="*/ 21185 h 29483"/>
                    <a:gd name="connsiteX4" fmla="*/ 0 w 25908"/>
                    <a:gd name="connsiteY4" fmla="*/ 14753 h 29483"/>
                    <a:gd name="connsiteX5" fmla="*/ 810 w 25908"/>
                    <a:gd name="connsiteY5" fmla="*/ 8996 h 29483"/>
                    <a:gd name="connsiteX6" fmla="*/ 3238 w 25908"/>
                    <a:gd name="connsiteY6" fmla="*/ 4318 h 29483"/>
                    <a:gd name="connsiteX7" fmla="*/ 7287 w 25908"/>
                    <a:gd name="connsiteY7" fmla="*/ 1169 h 29483"/>
                    <a:gd name="connsiteX8" fmla="*/ 12954 w 25908"/>
                    <a:gd name="connsiteY8" fmla="*/ 0 h 29483"/>
                    <a:gd name="connsiteX9" fmla="*/ 18666 w 25908"/>
                    <a:gd name="connsiteY9" fmla="*/ 1169 h 29483"/>
                    <a:gd name="connsiteX10" fmla="*/ 22714 w 25908"/>
                    <a:gd name="connsiteY10" fmla="*/ 4296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67 w 25908"/>
                    <a:gd name="connsiteY17" fmla="*/ 14753 h 29483"/>
                    <a:gd name="connsiteX18" fmla="*/ 21927 w 25908"/>
                    <a:gd name="connsiteY18" fmla="*/ 10120 h 29483"/>
                    <a:gd name="connsiteX19" fmla="*/ 20263 w 25908"/>
                    <a:gd name="connsiteY19" fmla="*/ 6365 h 29483"/>
                    <a:gd name="connsiteX20" fmla="*/ 17339 w 25908"/>
                    <a:gd name="connsiteY20" fmla="*/ 3846 h 29483"/>
                    <a:gd name="connsiteX21" fmla="*/ 12977 w 25908"/>
                    <a:gd name="connsiteY21" fmla="*/ 2924 h 29483"/>
                    <a:gd name="connsiteX22" fmla="*/ 8636 w 25908"/>
                    <a:gd name="connsiteY22" fmla="*/ 3913 h 29483"/>
                    <a:gd name="connsiteX23" fmla="*/ 5690 w 25908"/>
                    <a:gd name="connsiteY23" fmla="*/ 6567 h 29483"/>
                    <a:gd name="connsiteX24" fmla="*/ 4026 w 25908"/>
                    <a:gd name="connsiteY24" fmla="*/ 10345 h 29483"/>
                    <a:gd name="connsiteX25" fmla="*/ 3486 w 25908"/>
                    <a:gd name="connsiteY25" fmla="*/ 14753 h 29483"/>
                    <a:gd name="connsiteX26" fmla="*/ 4115 w 25908"/>
                    <a:gd name="connsiteY26" fmla="*/ 19521 h 29483"/>
                    <a:gd name="connsiteX27" fmla="*/ 5915 w 25908"/>
                    <a:gd name="connsiteY27" fmla="*/ 23277 h 29483"/>
                    <a:gd name="connsiteX28" fmla="*/ 8883 w 25908"/>
                    <a:gd name="connsiteY28" fmla="*/ 25706 h 29483"/>
                    <a:gd name="connsiteX29" fmla="*/ 12977 w 25908"/>
                    <a:gd name="connsiteY29" fmla="*/ 26560 h 29483"/>
                    <a:gd name="connsiteX30" fmla="*/ 17317 w 25908"/>
                    <a:gd name="connsiteY30" fmla="*/ 25571 h 29483"/>
                    <a:gd name="connsiteX31" fmla="*/ 20263 w 25908"/>
                    <a:gd name="connsiteY31" fmla="*/ 22894 h 29483"/>
                    <a:gd name="connsiteX32" fmla="*/ 21927 w 25908"/>
                    <a:gd name="connsiteY32" fmla="*/ 19116 h 29483"/>
                    <a:gd name="connsiteX33" fmla="*/ 22467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4" y="21185"/>
                      </a:cubicBezTo>
                      <a:cubicBezTo>
                        <a:pt x="360" y="19341"/>
                        <a:pt x="0" y="17205"/>
                        <a:pt x="0" y="14753"/>
                      </a:cubicBezTo>
                      <a:cubicBezTo>
                        <a:pt x="0" y="12707"/>
                        <a:pt x="270" y="10795"/>
                        <a:pt x="810" y="8996"/>
                      </a:cubicBezTo>
                      <a:cubicBezTo>
                        <a:pt x="1349" y="7219"/>
                        <a:pt x="2159" y="5667"/>
                        <a:pt x="3238" y="4318"/>
                      </a:cubicBezTo>
                      <a:cubicBezTo>
                        <a:pt x="4318" y="2991"/>
                        <a:pt x="5667" y="1934"/>
                        <a:pt x="7287" y="1169"/>
                      </a:cubicBezTo>
                      <a:cubicBezTo>
                        <a:pt x="8906" y="405"/>
                        <a:pt x="10795" y="0"/>
                        <a:pt x="12954" y="0"/>
                      </a:cubicBezTo>
                      <a:cubicBezTo>
                        <a:pt x="15113" y="0"/>
                        <a:pt x="17047" y="382"/>
                        <a:pt x="18666" y="1169"/>
                      </a:cubicBezTo>
                      <a:cubicBezTo>
                        <a:pt x="20286" y="1934"/>
                        <a:pt x="21635" y="2991"/>
                        <a:pt x="22714" y="4296"/>
                      </a:cubicBezTo>
                      <a:cubicBezTo>
                        <a:pt x="23794" y="5600"/>
                        <a:pt x="24603" y="7174"/>
                        <a:pt x="25121" y="8973"/>
                      </a:cubicBezTo>
                      <a:cubicBezTo>
                        <a:pt x="25638" y="10773"/>
                        <a:pt x="25908" y="12707"/>
                        <a:pt x="25908" y="14753"/>
                      </a:cubicBezTo>
                      <a:cubicBezTo>
                        <a:pt x="25908" y="16980"/>
                        <a:pt x="25593" y="19004"/>
                        <a:pt x="24986" y="20803"/>
                      </a:cubicBezTo>
                      <a:cubicBezTo>
                        <a:pt x="24379" y="22602"/>
                        <a:pt x="23502" y="24154"/>
                        <a:pt x="22377" y="25436"/>
                      </a:cubicBezTo>
                      <a:cubicBezTo>
                        <a:pt x="21253" y="26740"/>
                        <a:pt x="19881" y="27730"/>
                        <a:pt x="18284" y="28427"/>
                      </a:cubicBezTo>
                      <a:cubicBezTo>
                        <a:pt x="16687" y="29124"/>
                        <a:pt x="14911" y="29484"/>
                        <a:pt x="12977" y="29484"/>
                      </a:cubicBezTo>
                      <a:close/>
                      <a:moveTo>
                        <a:pt x="22467" y="14753"/>
                      </a:moveTo>
                      <a:cubicBezTo>
                        <a:pt x="22467" y="13089"/>
                        <a:pt x="22287" y="11560"/>
                        <a:pt x="21927" y="10120"/>
                      </a:cubicBezTo>
                      <a:cubicBezTo>
                        <a:pt x="21567" y="8681"/>
                        <a:pt x="21005" y="7422"/>
                        <a:pt x="20263" y="6365"/>
                      </a:cubicBezTo>
                      <a:cubicBezTo>
                        <a:pt x="19499" y="5308"/>
                        <a:pt x="18531" y="4475"/>
                        <a:pt x="17339" y="3846"/>
                      </a:cubicBezTo>
                      <a:cubicBezTo>
                        <a:pt x="16147" y="3239"/>
                        <a:pt x="14686" y="2924"/>
                        <a:pt x="12977" y="2924"/>
                      </a:cubicBezTo>
                      <a:cubicBezTo>
                        <a:pt x="11267" y="2924"/>
                        <a:pt x="9828" y="3261"/>
                        <a:pt x="8636" y="3913"/>
                      </a:cubicBezTo>
                      <a:cubicBezTo>
                        <a:pt x="7422" y="4588"/>
                        <a:pt x="6454" y="5465"/>
                        <a:pt x="5690" y="6567"/>
                      </a:cubicBezTo>
                      <a:cubicBezTo>
                        <a:pt x="4925" y="7669"/>
                        <a:pt x="4385" y="8928"/>
                        <a:pt x="4026" y="10345"/>
                      </a:cubicBezTo>
                      <a:cubicBezTo>
                        <a:pt x="3666" y="11762"/>
                        <a:pt x="3486" y="13224"/>
                        <a:pt x="3486" y="14753"/>
                      </a:cubicBezTo>
                      <a:cubicBezTo>
                        <a:pt x="3486" y="16485"/>
                        <a:pt x="3688" y="18082"/>
                        <a:pt x="4115" y="19521"/>
                      </a:cubicBezTo>
                      <a:cubicBezTo>
                        <a:pt x="4520" y="20983"/>
                        <a:pt x="5128" y="22220"/>
                        <a:pt x="5915" y="23277"/>
                      </a:cubicBezTo>
                      <a:cubicBezTo>
                        <a:pt x="6702" y="24334"/>
                        <a:pt x="7692" y="25121"/>
                        <a:pt x="8883" y="25706"/>
                      </a:cubicBezTo>
                      <a:cubicBezTo>
                        <a:pt x="10075" y="26290"/>
                        <a:pt x="11447" y="26560"/>
                        <a:pt x="12977" y="26560"/>
                      </a:cubicBezTo>
                      <a:cubicBezTo>
                        <a:pt x="14663" y="26560"/>
                        <a:pt x="16125" y="26223"/>
                        <a:pt x="17317" y="25571"/>
                      </a:cubicBezTo>
                      <a:cubicBezTo>
                        <a:pt x="18531" y="24896"/>
                        <a:pt x="19499" y="24019"/>
                        <a:pt x="20263" y="22894"/>
                      </a:cubicBezTo>
                      <a:cubicBezTo>
                        <a:pt x="21028" y="21770"/>
                        <a:pt x="21567" y="20510"/>
                        <a:pt x="21927" y="19116"/>
                      </a:cubicBezTo>
                      <a:cubicBezTo>
                        <a:pt x="22287" y="17722"/>
                        <a:pt x="22467" y="16260"/>
                        <a:pt x="22467" y="14753"/>
                      </a:cubicBezTo>
                      <a:close/>
                    </a:path>
                  </a:pathLst>
                </a:custGeom>
                <a:solidFill>
                  <a:srgbClr val="010101"/>
                </a:solidFill>
                <a:ln w="2249" cap="flat">
                  <a:noFill/>
                  <a:prstDash val="solid"/>
                  <a:miter/>
                </a:ln>
              </p:spPr>
              <p:txBody>
                <a:bodyPr rtlCol="0" anchor="ctr"/>
                <a:lstStyle/>
                <a:p>
                  <a:endParaRPr lang="en-US"/>
                </a:p>
              </p:txBody>
            </p:sp>
            <p:sp>
              <p:nvSpPr>
                <p:cNvPr id="4202" name="Freeform 4201">
                  <a:extLst>
                    <a:ext uri="{FF2B5EF4-FFF2-40B4-BE49-F238E27FC236}">
                      <a16:creationId xmlns:a16="http://schemas.microsoft.com/office/drawing/2014/main" id="{F6158EC9-EE8D-4811-7937-4190E610006C}"/>
                    </a:ext>
                  </a:extLst>
                </p:cNvPr>
                <p:cNvSpPr/>
                <p:nvPr/>
              </p:nvSpPr>
              <p:spPr>
                <a:xfrm>
                  <a:off x="5300679" y="3026211"/>
                  <a:ext cx="3238" cy="38861"/>
                </a:xfrm>
                <a:custGeom>
                  <a:avLst/>
                  <a:gdLst>
                    <a:gd name="connsiteX0" fmla="*/ 0 w 3238"/>
                    <a:gd name="connsiteY0" fmla="*/ 38862 h 38861"/>
                    <a:gd name="connsiteX1" fmla="*/ 0 w 3238"/>
                    <a:gd name="connsiteY1" fmla="*/ 0 h 38861"/>
                    <a:gd name="connsiteX2" fmla="*/ 3238 w 3238"/>
                    <a:gd name="connsiteY2" fmla="*/ 0 h 38861"/>
                    <a:gd name="connsiteX3" fmla="*/ 3238 w 3238"/>
                    <a:gd name="connsiteY3" fmla="*/ 38862 h 38861"/>
                    <a:gd name="connsiteX4" fmla="*/ 0 w 3238"/>
                    <a:gd name="connsiteY4" fmla="*/ 38862 h 388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8" h="38861">
                      <a:moveTo>
                        <a:pt x="0" y="38862"/>
                      </a:moveTo>
                      <a:lnTo>
                        <a:pt x="0" y="0"/>
                      </a:lnTo>
                      <a:lnTo>
                        <a:pt x="3238" y="0"/>
                      </a:lnTo>
                      <a:lnTo>
                        <a:pt x="3238" y="38862"/>
                      </a:lnTo>
                      <a:lnTo>
                        <a:pt x="0" y="38862"/>
                      </a:lnTo>
                      <a:close/>
                    </a:path>
                  </a:pathLst>
                </a:custGeom>
                <a:solidFill>
                  <a:srgbClr val="010101"/>
                </a:solidFill>
                <a:ln w="2249" cap="flat">
                  <a:noFill/>
                  <a:prstDash val="solid"/>
                  <a:miter/>
                </a:ln>
              </p:spPr>
              <p:txBody>
                <a:bodyPr rtlCol="0" anchor="ctr"/>
                <a:lstStyle/>
                <a:p>
                  <a:endParaRPr lang="en-US"/>
                </a:p>
              </p:txBody>
            </p:sp>
            <p:sp>
              <p:nvSpPr>
                <p:cNvPr id="4203" name="Freeform 4202">
                  <a:extLst>
                    <a:ext uri="{FF2B5EF4-FFF2-40B4-BE49-F238E27FC236}">
                      <a16:creationId xmlns:a16="http://schemas.microsoft.com/office/drawing/2014/main" id="{C9D1013A-57E1-3EED-333A-187213D19D15}"/>
                    </a:ext>
                  </a:extLst>
                </p:cNvPr>
                <p:cNvSpPr/>
                <p:nvPr/>
              </p:nvSpPr>
              <p:spPr>
                <a:xfrm>
                  <a:off x="5310687" y="3036399"/>
                  <a:ext cx="26358" cy="29483"/>
                </a:xfrm>
                <a:custGeom>
                  <a:avLst/>
                  <a:gdLst>
                    <a:gd name="connsiteX0" fmla="*/ 14326 w 26358"/>
                    <a:gd name="connsiteY0" fmla="*/ 12369 h 29483"/>
                    <a:gd name="connsiteX1" fmla="*/ 16508 w 26358"/>
                    <a:gd name="connsiteY1" fmla="*/ 12054 h 29483"/>
                    <a:gd name="connsiteX2" fmla="*/ 18576 w 26358"/>
                    <a:gd name="connsiteY2" fmla="*/ 11470 h 29483"/>
                    <a:gd name="connsiteX3" fmla="*/ 19566 w 26358"/>
                    <a:gd name="connsiteY3" fmla="*/ 10210 h 29483"/>
                    <a:gd name="connsiteX4" fmla="*/ 19746 w 26358"/>
                    <a:gd name="connsiteY4" fmla="*/ 8569 h 29483"/>
                    <a:gd name="connsiteX5" fmla="*/ 18149 w 26358"/>
                    <a:gd name="connsiteY5" fmla="*/ 4498 h 29483"/>
                    <a:gd name="connsiteX6" fmla="*/ 12774 w 26358"/>
                    <a:gd name="connsiteY6" fmla="*/ 2901 h 29483"/>
                    <a:gd name="connsiteX7" fmla="*/ 9693 w 26358"/>
                    <a:gd name="connsiteY7" fmla="*/ 3193 h 29483"/>
                    <a:gd name="connsiteX8" fmla="*/ 7242 w 26358"/>
                    <a:gd name="connsiteY8" fmla="*/ 4228 h 29483"/>
                    <a:gd name="connsiteX9" fmla="*/ 5510 w 26358"/>
                    <a:gd name="connsiteY9" fmla="*/ 6162 h 29483"/>
                    <a:gd name="connsiteX10" fmla="*/ 4610 w 26358"/>
                    <a:gd name="connsiteY10" fmla="*/ 9221 h 29483"/>
                    <a:gd name="connsiteX11" fmla="*/ 1327 w 26358"/>
                    <a:gd name="connsiteY11" fmla="*/ 9221 h 29483"/>
                    <a:gd name="connsiteX12" fmla="*/ 2452 w 26358"/>
                    <a:gd name="connsiteY12" fmla="*/ 4993 h 29483"/>
                    <a:gd name="connsiteX13" fmla="*/ 4970 w 26358"/>
                    <a:gd name="connsiteY13" fmla="*/ 2137 h 29483"/>
                    <a:gd name="connsiteX14" fmla="*/ 8524 w 26358"/>
                    <a:gd name="connsiteY14" fmla="*/ 517 h 29483"/>
                    <a:gd name="connsiteX15" fmla="*/ 12819 w 26358"/>
                    <a:gd name="connsiteY15" fmla="*/ 0 h 29483"/>
                    <a:gd name="connsiteX16" fmla="*/ 16777 w 26358"/>
                    <a:gd name="connsiteY16" fmla="*/ 450 h 29483"/>
                    <a:gd name="connsiteX17" fmla="*/ 20016 w 26358"/>
                    <a:gd name="connsiteY17" fmla="*/ 1912 h 29483"/>
                    <a:gd name="connsiteX18" fmla="*/ 22175 w 26358"/>
                    <a:gd name="connsiteY18" fmla="*/ 4588 h 29483"/>
                    <a:gd name="connsiteX19" fmla="*/ 22962 w 26358"/>
                    <a:gd name="connsiteY19" fmla="*/ 8681 h 29483"/>
                    <a:gd name="connsiteX20" fmla="*/ 22962 w 26358"/>
                    <a:gd name="connsiteY20" fmla="*/ 23906 h 29483"/>
                    <a:gd name="connsiteX21" fmla="*/ 23637 w 26358"/>
                    <a:gd name="connsiteY21" fmla="*/ 26313 h 29483"/>
                    <a:gd name="connsiteX22" fmla="*/ 26358 w 26358"/>
                    <a:gd name="connsiteY22" fmla="*/ 26065 h 29483"/>
                    <a:gd name="connsiteX23" fmla="*/ 26358 w 26358"/>
                    <a:gd name="connsiteY23" fmla="*/ 28607 h 29483"/>
                    <a:gd name="connsiteX24" fmla="*/ 25256 w 26358"/>
                    <a:gd name="connsiteY24" fmla="*/ 28922 h 29483"/>
                    <a:gd name="connsiteX25" fmla="*/ 23817 w 26358"/>
                    <a:gd name="connsiteY25" fmla="*/ 29146 h 29483"/>
                    <a:gd name="connsiteX26" fmla="*/ 22355 w 26358"/>
                    <a:gd name="connsiteY26" fmla="*/ 28989 h 29483"/>
                    <a:gd name="connsiteX27" fmla="*/ 21050 w 26358"/>
                    <a:gd name="connsiteY27" fmla="*/ 28472 h 29483"/>
                    <a:gd name="connsiteX28" fmla="*/ 20263 w 26358"/>
                    <a:gd name="connsiteY28" fmla="*/ 27505 h 29483"/>
                    <a:gd name="connsiteX29" fmla="*/ 19858 w 26358"/>
                    <a:gd name="connsiteY29" fmla="*/ 26268 h 29483"/>
                    <a:gd name="connsiteX30" fmla="*/ 19746 w 26358"/>
                    <a:gd name="connsiteY30" fmla="*/ 24829 h 29483"/>
                    <a:gd name="connsiteX31" fmla="*/ 15046 w 26358"/>
                    <a:gd name="connsiteY31" fmla="*/ 28292 h 29483"/>
                    <a:gd name="connsiteX32" fmla="*/ 9333 w 26358"/>
                    <a:gd name="connsiteY32" fmla="*/ 29484 h 29483"/>
                    <a:gd name="connsiteX33" fmla="*/ 5802 w 26358"/>
                    <a:gd name="connsiteY33" fmla="*/ 28989 h 29483"/>
                    <a:gd name="connsiteX34" fmla="*/ 2811 w 26358"/>
                    <a:gd name="connsiteY34" fmla="*/ 27482 h 29483"/>
                    <a:gd name="connsiteX35" fmla="*/ 765 w 26358"/>
                    <a:gd name="connsiteY35" fmla="*/ 24963 h 29483"/>
                    <a:gd name="connsiteX36" fmla="*/ 0 w 26358"/>
                    <a:gd name="connsiteY36" fmla="*/ 21433 h 29483"/>
                    <a:gd name="connsiteX37" fmla="*/ 9761 w 26358"/>
                    <a:gd name="connsiteY37" fmla="*/ 13021 h 29483"/>
                    <a:gd name="connsiteX38" fmla="*/ 14236 w 26358"/>
                    <a:gd name="connsiteY38" fmla="*/ 12437 h 29483"/>
                    <a:gd name="connsiteX39" fmla="*/ 19791 w 26358"/>
                    <a:gd name="connsiteY39" fmla="*/ 13989 h 29483"/>
                    <a:gd name="connsiteX40" fmla="*/ 15630 w 26358"/>
                    <a:gd name="connsiteY40" fmla="*/ 15113 h 29483"/>
                    <a:gd name="connsiteX41" fmla="*/ 11425 w 26358"/>
                    <a:gd name="connsiteY41" fmla="*/ 15540 h 29483"/>
                    <a:gd name="connsiteX42" fmla="*/ 5622 w 26358"/>
                    <a:gd name="connsiteY42" fmla="*/ 17205 h 29483"/>
                    <a:gd name="connsiteX43" fmla="*/ 3554 w 26358"/>
                    <a:gd name="connsiteY43" fmla="*/ 21478 h 29483"/>
                    <a:gd name="connsiteX44" fmla="*/ 4071 w 26358"/>
                    <a:gd name="connsiteY44" fmla="*/ 23726 h 29483"/>
                    <a:gd name="connsiteX45" fmla="*/ 5420 w 26358"/>
                    <a:gd name="connsiteY45" fmla="*/ 25301 h 29483"/>
                    <a:gd name="connsiteX46" fmla="*/ 7354 w 26358"/>
                    <a:gd name="connsiteY46" fmla="*/ 26223 h 29483"/>
                    <a:gd name="connsiteX47" fmla="*/ 9603 w 26358"/>
                    <a:gd name="connsiteY47" fmla="*/ 26515 h 29483"/>
                    <a:gd name="connsiteX48" fmla="*/ 13381 w 26358"/>
                    <a:gd name="connsiteY48" fmla="*/ 26020 h 29483"/>
                    <a:gd name="connsiteX49" fmla="*/ 16642 w 26358"/>
                    <a:gd name="connsiteY49" fmla="*/ 24536 h 29483"/>
                    <a:gd name="connsiteX50" fmla="*/ 18936 w 26358"/>
                    <a:gd name="connsiteY50" fmla="*/ 21995 h 29483"/>
                    <a:gd name="connsiteX51" fmla="*/ 19791 w 26358"/>
                    <a:gd name="connsiteY51" fmla="*/ 18352 h 29483"/>
                    <a:gd name="connsiteX52" fmla="*/ 19791 w 26358"/>
                    <a:gd name="connsiteY52" fmla="*/ 13989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6358" h="29483">
                      <a:moveTo>
                        <a:pt x="14326" y="12369"/>
                      </a:moveTo>
                      <a:cubicBezTo>
                        <a:pt x="14933" y="12302"/>
                        <a:pt x="15675" y="12189"/>
                        <a:pt x="16508" y="12054"/>
                      </a:cubicBezTo>
                      <a:cubicBezTo>
                        <a:pt x="17362" y="11919"/>
                        <a:pt x="18037" y="11717"/>
                        <a:pt x="18576" y="11470"/>
                      </a:cubicBezTo>
                      <a:cubicBezTo>
                        <a:pt x="19116" y="11222"/>
                        <a:pt x="19454" y="10795"/>
                        <a:pt x="19566" y="10210"/>
                      </a:cubicBezTo>
                      <a:cubicBezTo>
                        <a:pt x="19701" y="9626"/>
                        <a:pt x="19746" y="9063"/>
                        <a:pt x="19746" y="8569"/>
                      </a:cubicBezTo>
                      <a:cubicBezTo>
                        <a:pt x="19746" y="6904"/>
                        <a:pt x="19206" y="5555"/>
                        <a:pt x="18149" y="4498"/>
                      </a:cubicBezTo>
                      <a:cubicBezTo>
                        <a:pt x="17092" y="3441"/>
                        <a:pt x="15293" y="2901"/>
                        <a:pt x="12774" y="2901"/>
                      </a:cubicBezTo>
                      <a:cubicBezTo>
                        <a:pt x="11650" y="2901"/>
                        <a:pt x="10638" y="2991"/>
                        <a:pt x="9693" y="3193"/>
                      </a:cubicBezTo>
                      <a:cubicBezTo>
                        <a:pt x="8748" y="3396"/>
                        <a:pt x="7939" y="3733"/>
                        <a:pt x="7242" y="4228"/>
                      </a:cubicBezTo>
                      <a:cubicBezTo>
                        <a:pt x="6545" y="4723"/>
                        <a:pt x="5960" y="5353"/>
                        <a:pt x="5510" y="6162"/>
                      </a:cubicBezTo>
                      <a:cubicBezTo>
                        <a:pt x="5060" y="6972"/>
                        <a:pt x="4768" y="7984"/>
                        <a:pt x="4610" y="9221"/>
                      </a:cubicBezTo>
                      <a:lnTo>
                        <a:pt x="1327" y="9221"/>
                      </a:lnTo>
                      <a:cubicBezTo>
                        <a:pt x="1439" y="7556"/>
                        <a:pt x="1822" y="6162"/>
                        <a:pt x="2452" y="4993"/>
                      </a:cubicBezTo>
                      <a:cubicBezTo>
                        <a:pt x="3081" y="3823"/>
                        <a:pt x="3936" y="2879"/>
                        <a:pt x="4970" y="2137"/>
                      </a:cubicBezTo>
                      <a:cubicBezTo>
                        <a:pt x="6005" y="1394"/>
                        <a:pt x="7174" y="855"/>
                        <a:pt x="8524" y="517"/>
                      </a:cubicBezTo>
                      <a:cubicBezTo>
                        <a:pt x="9873" y="180"/>
                        <a:pt x="11312" y="0"/>
                        <a:pt x="12819" y="0"/>
                      </a:cubicBezTo>
                      <a:cubicBezTo>
                        <a:pt x="14214" y="0"/>
                        <a:pt x="15540" y="157"/>
                        <a:pt x="16777" y="450"/>
                      </a:cubicBezTo>
                      <a:cubicBezTo>
                        <a:pt x="18014" y="765"/>
                        <a:pt x="19094" y="1237"/>
                        <a:pt x="20016" y="1912"/>
                      </a:cubicBezTo>
                      <a:cubicBezTo>
                        <a:pt x="20938" y="2586"/>
                        <a:pt x="21657" y="3463"/>
                        <a:pt x="22175" y="4588"/>
                      </a:cubicBezTo>
                      <a:cubicBezTo>
                        <a:pt x="22692" y="5712"/>
                        <a:pt x="22962" y="7062"/>
                        <a:pt x="22962" y="8681"/>
                      </a:cubicBezTo>
                      <a:lnTo>
                        <a:pt x="22962" y="23906"/>
                      </a:lnTo>
                      <a:cubicBezTo>
                        <a:pt x="22962" y="25166"/>
                        <a:pt x="23187" y="25975"/>
                        <a:pt x="23637" y="26313"/>
                      </a:cubicBezTo>
                      <a:cubicBezTo>
                        <a:pt x="24087" y="26650"/>
                        <a:pt x="24986" y="26583"/>
                        <a:pt x="26358" y="26065"/>
                      </a:cubicBezTo>
                      <a:lnTo>
                        <a:pt x="26358" y="28607"/>
                      </a:lnTo>
                      <a:cubicBezTo>
                        <a:pt x="26110" y="28674"/>
                        <a:pt x="25728" y="28787"/>
                        <a:pt x="25256" y="28922"/>
                      </a:cubicBezTo>
                      <a:cubicBezTo>
                        <a:pt x="24761" y="29056"/>
                        <a:pt x="24289" y="29146"/>
                        <a:pt x="23817" y="29146"/>
                      </a:cubicBezTo>
                      <a:cubicBezTo>
                        <a:pt x="23322" y="29146"/>
                        <a:pt x="22827" y="29102"/>
                        <a:pt x="22355" y="28989"/>
                      </a:cubicBezTo>
                      <a:cubicBezTo>
                        <a:pt x="21815" y="28922"/>
                        <a:pt x="21388" y="28742"/>
                        <a:pt x="21050" y="28472"/>
                      </a:cubicBezTo>
                      <a:cubicBezTo>
                        <a:pt x="20713" y="28202"/>
                        <a:pt x="20465" y="27887"/>
                        <a:pt x="20263" y="27505"/>
                      </a:cubicBezTo>
                      <a:cubicBezTo>
                        <a:pt x="20061" y="27122"/>
                        <a:pt x="19926" y="26718"/>
                        <a:pt x="19858" y="26268"/>
                      </a:cubicBezTo>
                      <a:cubicBezTo>
                        <a:pt x="19791" y="25818"/>
                        <a:pt x="19746" y="25346"/>
                        <a:pt x="19746" y="24829"/>
                      </a:cubicBezTo>
                      <a:cubicBezTo>
                        <a:pt x="18374" y="26335"/>
                        <a:pt x="16822" y="27482"/>
                        <a:pt x="15046" y="28292"/>
                      </a:cubicBezTo>
                      <a:cubicBezTo>
                        <a:pt x="13291" y="29079"/>
                        <a:pt x="11380" y="29484"/>
                        <a:pt x="9333" y="29484"/>
                      </a:cubicBezTo>
                      <a:cubicBezTo>
                        <a:pt x="8119" y="29484"/>
                        <a:pt x="6927" y="29326"/>
                        <a:pt x="5802" y="28989"/>
                      </a:cubicBezTo>
                      <a:cubicBezTo>
                        <a:pt x="4678" y="28652"/>
                        <a:pt x="3666" y="28157"/>
                        <a:pt x="2811" y="27482"/>
                      </a:cubicBezTo>
                      <a:cubicBezTo>
                        <a:pt x="1957" y="26808"/>
                        <a:pt x="1260" y="25953"/>
                        <a:pt x="765" y="24963"/>
                      </a:cubicBezTo>
                      <a:cubicBezTo>
                        <a:pt x="270" y="23974"/>
                        <a:pt x="0" y="22804"/>
                        <a:pt x="0" y="21433"/>
                      </a:cubicBezTo>
                      <a:cubicBezTo>
                        <a:pt x="0" y="16687"/>
                        <a:pt x="3261" y="13876"/>
                        <a:pt x="9761" y="13021"/>
                      </a:cubicBezTo>
                      <a:lnTo>
                        <a:pt x="14236" y="12437"/>
                      </a:lnTo>
                      <a:close/>
                      <a:moveTo>
                        <a:pt x="19791" y="13989"/>
                      </a:moveTo>
                      <a:cubicBezTo>
                        <a:pt x="18419" y="14573"/>
                        <a:pt x="17047" y="14933"/>
                        <a:pt x="15630" y="15113"/>
                      </a:cubicBezTo>
                      <a:cubicBezTo>
                        <a:pt x="14214" y="15293"/>
                        <a:pt x="12819" y="15428"/>
                        <a:pt x="11425" y="15540"/>
                      </a:cubicBezTo>
                      <a:cubicBezTo>
                        <a:pt x="8951" y="15720"/>
                        <a:pt x="7017" y="16282"/>
                        <a:pt x="5622" y="17205"/>
                      </a:cubicBezTo>
                      <a:cubicBezTo>
                        <a:pt x="4228" y="18149"/>
                        <a:pt x="3554" y="19566"/>
                        <a:pt x="3554" y="21478"/>
                      </a:cubicBezTo>
                      <a:cubicBezTo>
                        <a:pt x="3554" y="22332"/>
                        <a:pt x="3733" y="23097"/>
                        <a:pt x="4071" y="23726"/>
                      </a:cubicBezTo>
                      <a:cubicBezTo>
                        <a:pt x="4408" y="24356"/>
                        <a:pt x="4858" y="24873"/>
                        <a:pt x="5420" y="25301"/>
                      </a:cubicBezTo>
                      <a:cubicBezTo>
                        <a:pt x="5982" y="25706"/>
                        <a:pt x="6635" y="26020"/>
                        <a:pt x="7354" y="26223"/>
                      </a:cubicBezTo>
                      <a:cubicBezTo>
                        <a:pt x="8096" y="26425"/>
                        <a:pt x="8839" y="26515"/>
                        <a:pt x="9603" y="26515"/>
                      </a:cubicBezTo>
                      <a:cubicBezTo>
                        <a:pt x="10907" y="26515"/>
                        <a:pt x="12167" y="26358"/>
                        <a:pt x="13381" y="26020"/>
                      </a:cubicBezTo>
                      <a:cubicBezTo>
                        <a:pt x="14596" y="25706"/>
                        <a:pt x="15698" y="25211"/>
                        <a:pt x="16642" y="24536"/>
                      </a:cubicBezTo>
                      <a:cubicBezTo>
                        <a:pt x="17587" y="23861"/>
                        <a:pt x="18352" y="23029"/>
                        <a:pt x="18936" y="21995"/>
                      </a:cubicBezTo>
                      <a:cubicBezTo>
                        <a:pt x="19521" y="20960"/>
                        <a:pt x="19791" y="19746"/>
                        <a:pt x="19791" y="18352"/>
                      </a:cubicBezTo>
                      <a:lnTo>
                        <a:pt x="19791" y="13989"/>
                      </a:lnTo>
                      <a:close/>
                    </a:path>
                  </a:pathLst>
                </a:custGeom>
                <a:solidFill>
                  <a:srgbClr val="010101"/>
                </a:solidFill>
                <a:ln w="2249" cap="flat">
                  <a:noFill/>
                  <a:prstDash val="solid"/>
                  <a:miter/>
                </a:ln>
              </p:spPr>
              <p:txBody>
                <a:bodyPr rtlCol="0" anchor="ctr"/>
                <a:lstStyle/>
                <a:p>
                  <a:endParaRPr lang="en-US"/>
                </a:p>
              </p:txBody>
            </p:sp>
            <p:sp>
              <p:nvSpPr>
                <p:cNvPr id="4204" name="Freeform 4203">
                  <a:extLst>
                    <a:ext uri="{FF2B5EF4-FFF2-40B4-BE49-F238E27FC236}">
                      <a16:creationId xmlns:a16="http://schemas.microsoft.com/office/drawing/2014/main" id="{1D3FF840-03A1-A478-CD32-78469FEB614E}"/>
                    </a:ext>
                  </a:extLst>
                </p:cNvPr>
                <p:cNvSpPr/>
                <p:nvPr/>
              </p:nvSpPr>
              <p:spPr>
                <a:xfrm>
                  <a:off x="5339384" y="3029315"/>
                  <a:ext cx="12616" cy="36500"/>
                </a:xfrm>
                <a:custGeom>
                  <a:avLst/>
                  <a:gdLst>
                    <a:gd name="connsiteX0" fmla="*/ 12617 w 12616"/>
                    <a:gd name="connsiteY0" fmla="*/ 35848 h 36500"/>
                    <a:gd name="connsiteX1" fmla="*/ 11042 w 12616"/>
                    <a:gd name="connsiteY1" fmla="*/ 36231 h 36500"/>
                    <a:gd name="connsiteX2" fmla="*/ 8884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1 h 36500"/>
                    <a:gd name="connsiteX8" fmla="*/ 3936 w 12616"/>
                    <a:gd name="connsiteY8" fmla="*/ 7781 h 36500"/>
                    <a:gd name="connsiteX9" fmla="*/ 3936 w 12616"/>
                    <a:gd name="connsiteY9" fmla="*/ 0 h 36500"/>
                    <a:gd name="connsiteX10" fmla="*/ 7174 w 12616"/>
                    <a:gd name="connsiteY10" fmla="*/ 0 h 36500"/>
                    <a:gd name="connsiteX11" fmla="*/ 7174 w 12616"/>
                    <a:gd name="connsiteY11" fmla="*/ 7781 h 36500"/>
                    <a:gd name="connsiteX12" fmla="*/ 12414 w 12616"/>
                    <a:gd name="connsiteY12" fmla="*/ 7781 h 36500"/>
                    <a:gd name="connsiteX13" fmla="*/ 12414 w 12616"/>
                    <a:gd name="connsiteY13" fmla="*/ 10480 h 36500"/>
                    <a:gd name="connsiteX14" fmla="*/ 7174 w 12616"/>
                    <a:gd name="connsiteY14" fmla="*/ 10480 h 36500"/>
                    <a:gd name="connsiteX15" fmla="*/ 7174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5 h 36500"/>
                    <a:gd name="connsiteX21" fmla="*/ 12617 w 12616"/>
                    <a:gd name="connsiteY21" fmla="*/ 33195 h 36500"/>
                    <a:gd name="connsiteX22" fmla="*/ 12617 w 12616"/>
                    <a:gd name="connsiteY22" fmla="*/ 35848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616" h="36500">
                      <a:moveTo>
                        <a:pt x="12617" y="35848"/>
                      </a:moveTo>
                      <a:cubicBezTo>
                        <a:pt x="12212" y="35916"/>
                        <a:pt x="11695" y="36051"/>
                        <a:pt x="11042" y="36231"/>
                      </a:cubicBezTo>
                      <a:cubicBezTo>
                        <a:pt x="10390" y="36411"/>
                        <a:pt x="9671" y="36501"/>
                        <a:pt x="8884" y="36501"/>
                      </a:cubicBezTo>
                      <a:cubicBezTo>
                        <a:pt x="7264" y="36501"/>
                        <a:pt x="6027" y="36096"/>
                        <a:pt x="5195" y="35286"/>
                      </a:cubicBezTo>
                      <a:cubicBezTo>
                        <a:pt x="4363" y="34476"/>
                        <a:pt x="3936" y="33037"/>
                        <a:pt x="3936" y="30946"/>
                      </a:cubicBezTo>
                      <a:lnTo>
                        <a:pt x="3936" y="10480"/>
                      </a:lnTo>
                      <a:lnTo>
                        <a:pt x="0" y="10480"/>
                      </a:lnTo>
                      <a:lnTo>
                        <a:pt x="0" y="7781"/>
                      </a:lnTo>
                      <a:lnTo>
                        <a:pt x="3936" y="7781"/>
                      </a:lnTo>
                      <a:lnTo>
                        <a:pt x="3936" y="0"/>
                      </a:lnTo>
                      <a:lnTo>
                        <a:pt x="7174" y="0"/>
                      </a:lnTo>
                      <a:lnTo>
                        <a:pt x="7174" y="7781"/>
                      </a:lnTo>
                      <a:lnTo>
                        <a:pt x="12414" y="7781"/>
                      </a:lnTo>
                      <a:lnTo>
                        <a:pt x="12414" y="10480"/>
                      </a:lnTo>
                      <a:lnTo>
                        <a:pt x="7174" y="10480"/>
                      </a:lnTo>
                      <a:lnTo>
                        <a:pt x="7174" y="29641"/>
                      </a:lnTo>
                      <a:cubicBezTo>
                        <a:pt x="7174" y="30316"/>
                        <a:pt x="7174" y="30923"/>
                        <a:pt x="7219" y="31418"/>
                      </a:cubicBezTo>
                      <a:cubicBezTo>
                        <a:pt x="7264" y="31913"/>
                        <a:pt x="7354" y="32340"/>
                        <a:pt x="7534" y="32655"/>
                      </a:cubicBezTo>
                      <a:cubicBezTo>
                        <a:pt x="7714" y="32970"/>
                        <a:pt x="7984" y="33217"/>
                        <a:pt x="8366" y="33352"/>
                      </a:cubicBezTo>
                      <a:cubicBezTo>
                        <a:pt x="8748" y="33487"/>
                        <a:pt x="9266" y="33577"/>
                        <a:pt x="9963" y="33577"/>
                      </a:cubicBezTo>
                      <a:cubicBezTo>
                        <a:pt x="10390" y="33577"/>
                        <a:pt x="10840" y="33532"/>
                        <a:pt x="11290" y="33465"/>
                      </a:cubicBezTo>
                      <a:cubicBezTo>
                        <a:pt x="11739" y="33397"/>
                        <a:pt x="12189" y="33307"/>
                        <a:pt x="12617" y="33195"/>
                      </a:cubicBezTo>
                      <a:lnTo>
                        <a:pt x="12617" y="35848"/>
                      </a:lnTo>
                      <a:close/>
                    </a:path>
                  </a:pathLst>
                </a:custGeom>
                <a:solidFill>
                  <a:srgbClr val="010101"/>
                </a:solidFill>
                <a:ln w="2249" cap="flat">
                  <a:noFill/>
                  <a:prstDash val="solid"/>
                  <a:miter/>
                </a:ln>
              </p:spPr>
              <p:txBody>
                <a:bodyPr rtlCol="0" anchor="ctr"/>
                <a:lstStyle/>
                <a:p>
                  <a:endParaRPr lang="en-US"/>
                </a:p>
              </p:txBody>
            </p:sp>
            <p:sp>
              <p:nvSpPr>
                <p:cNvPr id="4205" name="Freeform 4204">
                  <a:extLst>
                    <a:ext uri="{FF2B5EF4-FFF2-40B4-BE49-F238E27FC236}">
                      <a16:creationId xmlns:a16="http://schemas.microsoft.com/office/drawing/2014/main" id="{4595340F-C56C-45CF-DFC4-387C32D467DA}"/>
                    </a:ext>
                  </a:extLst>
                </p:cNvPr>
                <p:cNvSpPr/>
                <p:nvPr/>
              </p:nvSpPr>
              <p:spPr>
                <a:xfrm>
                  <a:off x="5355666" y="3036377"/>
                  <a:ext cx="25167" cy="29483"/>
                </a:xfrm>
                <a:custGeom>
                  <a:avLst/>
                  <a:gdLst>
                    <a:gd name="connsiteX0" fmla="*/ 3509 w 25167"/>
                    <a:gd name="connsiteY0" fmla="*/ 15473 h 29483"/>
                    <a:gd name="connsiteX1" fmla="*/ 4093 w 25167"/>
                    <a:gd name="connsiteY1" fmla="*/ 19768 h 29483"/>
                    <a:gd name="connsiteX2" fmla="*/ 5847 w 25167"/>
                    <a:gd name="connsiteY2" fmla="*/ 23277 h 29483"/>
                    <a:gd name="connsiteX3" fmla="*/ 8794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3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7 w 25167"/>
                    <a:gd name="connsiteY18" fmla="*/ 1170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8 w 25167"/>
                    <a:gd name="connsiteY23" fmla="*/ 12774 h 29483"/>
                    <a:gd name="connsiteX24" fmla="*/ 21185 w 25167"/>
                    <a:gd name="connsiteY24" fmla="*/ 8906 h 29483"/>
                    <a:gd name="connsiteX25" fmla="*/ 19521 w 25167"/>
                    <a:gd name="connsiteY25" fmla="*/ 5780 h 29483"/>
                    <a:gd name="connsiteX26" fmla="*/ 16732 w 25167"/>
                    <a:gd name="connsiteY26" fmla="*/ 3666 h 29483"/>
                    <a:gd name="connsiteX27" fmla="*/ 12909 w 25167"/>
                    <a:gd name="connsiteY27" fmla="*/ 2879 h 29483"/>
                    <a:gd name="connsiteX28" fmla="*/ 9108 w 25167"/>
                    <a:gd name="connsiteY28" fmla="*/ 3688 h 29483"/>
                    <a:gd name="connsiteX29" fmla="*/ 6297 w 25167"/>
                    <a:gd name="connsiteY29" fmla="*/ 5847 h 29483"/>
                    <a:gd name="connsiteX30" fmla="*/ 4431 w 25167"/>
                    <a:gd name="connsiteY30" fmla="*/ 8973 h 29483"/>
                    <a:gd name="connsiteX31" fmla="*/ 3509 w 25167"/>
                    <a:gd name="connsiteY31" fmla="*/ 12752 h 29483"/>
                    <a:gd name="connsiteX32" fmla="*/ 21748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9" y="15473"/>
                      </a:moveTo>
                      <a:cubicBezTo>
                        <a:pt x="3509" y="16980"/>
                        <a:pt x="3711" y="18419"/>
                        <a:pt x="4093" y="19768"/>
                      </a:cubicBezTo>
                      <a:cubicBezTo>
                        <a:pt x="4498" y="21118"/>
                        <a:pt x="5083" y="22287"/>
                        <a:pt x="5847" y="23277"/>
                      </a:cubicBezTo>
                      <a:cubicBezTo>
                        <a:pt x="6612" y="24266"/>
                        <a:pt x="7601" y="25053"/>
                        <a:pt x="8794" y="25661"/>
                      </a:cubicBezTo>
                      <a:cubicBezTo>
                        <a:pt x="9986" y="26245"/>
                        <a:pt x="11357" y="26560"/>
                        <a:pt x="12886" y="26560"/>
                      </a:cubicBezTo>
                      <a:cubicBezTo>
                        <a:pt x="15001" y="26560"/>
                        <a:pt x="16822" y="25998"/>
                        <a:pt x="18329" y="24896"/>
                      </a:cubicBezTo>
                      <a:cubicBezTo>
                        <a:pt x="19836" y="23772"/>
                        <a:pt x="20848" y="22197"/>
                        <a:pt x="21343" y="20151"/>
                      </a:cubicBezTo>
                      <a:lnTo>
                        <a:pt x="24963" y="20151"/>
                      </a:lnTo>
                      <a:cubicBezTo>
                        <a:pt x="24559" y="21478"/>
                        <a:pt x="24042"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7" y="23951"/>
                        <a:pt x="1260" y="22400"/>
                        <a:pt x="765" y="20623"/>
                      </a:cubicBezTo>
                      <a:cubicBezTo>
                        <a:pt x="270" y="18846"/>
                        <a:pt x="0" y="16935"/>
                        <a:pt x="0" y="14866"/>
                      </a:cubicBezTo>
                      <a:cubicBezTo>
                        <a:pt x="0" y="12797"/>
                        <a:pt x="292" y="10885"/>
                        <a:pt x="900" y="9086"/>
                      </a:cubicBezTo>
                      <a:cubicBezTo>
                        <a:pt x="1484" y="7287"/>
                        <a:pt x="2339" y="5712"/>
                        <a:pt x="3441" y="4363"/>
                      </a:cubicBezTo>
                      <a:cubicBezTo>
                        <a:pt x="4543" y="3014"/>
                        <a:pt x="5870" y="1957"/>
                        <a:pt x="7467" y="1170"/>
                      </a:cubicBezTo>
                      <a:cubicBezTo>
                        <a:pt x="9041" y="405"/>
                        <a:pt x="10840" y="0"/>
                        <a:pt x="12864" y="0"/>
                      </a:cubicBezTo>
                      <a:cubicBezTo>
                        <a:pt x="16710" y="0"/>
                        <a:pt x="19746" y="1327"/>
                        <a:pt x="21927" y="3958"/>
                      </a:cubicBezTo>
                      <a:cubicBezTo>
                        <a:pt x="24131" y="6612"/>
                        <a:pt x="25211" y="10435"/>
                        <a:pt x="25166" y="15473"/>
                      </a:cubicBezTo>
                      <a:lnTo>
                        <a:pt x="3463" y="15473"/>
                      </a:lnTo>
                      <a:close/>
                      <a:moveTo>
                        <a:pt x="21748" y="12774"/>
                      </a:moveTo>
                      <a:cubicBezTo>
                        <a:pt x="21748" y="11402"/>
                        <a:pt x="21568" y="10120"/>
                        <a:pt x="21185" y="8906"/>
                      </a:cubicBezTo>
                      <a:cubicBezTo>
                        <a:pt x="20803" y="7691"/>
                        <a:pt x="20241" y="6657"/>
                        <a:pt x="19521" y="5780"/>
                      </a:cubicBezTo>
                      <a:cubicBezTo>
                        <a:pt x="18779" y="4903"/>
                        <a:pt x="17857" y="4206"/>
                        <a:pt x="16732" y="3666"/>
                      </a:cubicBezTo>
                      <a:cubicBezTo>
                        <a:pt x="15608" y="3149"/>
                        <a:pt x="14348" y="2879"/>
                        <a:pt x="12909" y="2879"/>
                      </a:cubicBezTo>
                      <a:cubicBezTo>
                        <a:pt x="11470" y="2879"/>
                        <a:pt x="10210" y="3149"/>
                        <a:pt x="9108" y="3688"/>
                      </a:cubicBezTo>
                      <a:cubicBezTo>
                        <a:pt x="8006" y="4228"/>
                        <a:pt x="7084" y="4948"/>
                        <a:pt x="6297" y="5847"/>
                      </a:cubicBezTo>
                      <a:cubicBezTo>
                        <a:pt x="5533" y="6747"/>
                        <a:pt x="4903" y="7781"/>
                        <a:pt x="4431" y="8973"/>
                      </a:cubicBezTo>
                      <a:cubicBezTo>
                        <a:pt x="3958" y="10165"/>
                        <a:pt x="3666" y="11425"/>
                        <a:pt x="3509" y="12752"/>
                      </a:cubicBezTo>
                      <a:lnTo>
                        <a:pt x="21748" y="12752"/>
                      </a:lnTo>
                      <a:close/>
                    </a:path>
                  </a:pathLst>
                </a:custGeom>
                <a:solidFill>
                  <a:srgbClr val="010101"/>
                </a:solidFill>
                <a:ln w="2249" cap="flat">
                  <a:noFill/>
                  <a:prstDash val="solid"/>
                  <a:miter/>
                </a:ln>
              </p:spPr>
              <p:txBody>
                <a:bodyPr rtlCol="0" anchor="ctr"/>
                <a:lstStyle/>
                <a:p>
                  <a:endParaRPr lang="en-US"/>
                </a:p>
              </p:txBody>
            </p:sp>
            <p:sp>
              <p:nvSpPr>
                <p:cNvPr id="4206" name="Freeform 4205">
                  <a:extLst>
                    <a:ext uri="{FF2B5EF4-FFF2-40B4-BE49-F238E27FC236}">
                      <a16:creationId xmlns:a16="http://schemas.microsoft.com/office/drawing/2014/main" id="{6207CAE7-5864-7002-174D-F1E94D1C597F}"/>
                    </a:ext>
                  </a:extLst>
                </p:cNvPr>
                <p:cNvSpPr/>
                <p:nvPr/>
              </p:nvSpPr>
              <p:spPr>
                <a:xfrm>
                  <a:off x="5386342" y="3026211"/>
                  <a:ext cx="25683" cy="39626"/>
                </a:xfrm>
                <a:custGeom>
                  <a:avLst/>
                  <a:gdLst>
                    <a:gd name="connsiteX0" fmla="*/ 22445 w 25683"/>
                    <a:gd name="connsiteY0" fmla="*/ 0 h 39626"/>
                    <a:gd name="connsiteX1" fmla="*/ 25683 w 25683"/>
                    <a:gd name="connsiteY1" fmla="*/ 0 h 39626"/>
                    <a:gd name="connsiteX2" fmla="*/ 25683 w 25683"/>
                    <a:gd name="connsiteY2" fmla="*/ 38862 h 39626"/>
                    <a:gd name="connsiteX3" fmla="*/ 22445 w 25683"/>
                    <a:gd name="connsiteY3" fmla="*/ 38862 h 39626"/>
                    <a:gd name="connsiteX4" fmla="*/ 22445 w 25683"/>
                    <a:gd name="connsiteY4" fmla="*/ 33959 h 39626"/>
                    <a:gd name="connsiteX5" fmla="*/ 22332 w 25683"/>
                    <a:gd name="connsiteY5" fmla="*/ 33959 h 39626"/>
                    <a:gd name="connsiteX6" fmla="*/ 20533 w 25683"/>
                    <a:gd name="connsiteY6" fmla="*/ 36411 h 39626"/>
                    <a:gd name="connsiteX7" fmla="*/ 18104 w 25683"/>
                    <a:gd name="connsiteY7" fmla="*/ 38165 h 39626"/>
                    <a:gd name="connsiteX8" fmla="*/ 15383 w 25683"/>
                    <a:gd name="connsiteY8" fmla="*/ 39244 h 39626"/>
                    <a:gd name="connsiteX9" fmla="*/ 12639 w 25683"/>
                    <a:gd name="connsiteY9" fmla="*/ 39627 h 39626"/>
                    <a:gd name="connsiteX10" fmla="*/ 6859 w 25683"/>
                    <a:gd name="connsiteY10" fmla="*/ 38502 h 39626"/>
                    <a:gd name="connsiteX11" fmla="*/ 2946 w 25683"/>
                    <a:gd name="connsiteY11" fmla="*/ 35399 h 39626"/>
                    <a:gd name="connsiteX12" fmla="*/ 697 w 25683"/>
                    <a:gd name="connsiteY12" fmla="*/ 30721 h 39626"/>
                    <a:gd name="connsiteX13" fmla="*/ 0 w 25683"/>
                    <a:gd name="connsiteY13" fmla="*/ 24941 h 39626"/>
                    <a:gd name="connsiteX14" fmla="*/ 765 w 25683"/>
                    <a:gd name="connsiteY14" fmla="*/ 19319 h 39626"/>
                    <a:gd name="connsiteX15" fmla="*/ 3059 w 25683"/>
                    <a:gd name="connsiteY15" fmla="*/ 14596 h 39626"/>
                    <a:gd name="connsiteX16" fmla="*/ 6949 w 25683"/>
                    <a:gd name="connsiteY16" fmla="*/ 11357 h 39626"/>
                    <a:gd name="connsiteX17" fmla="*/ 12482 w 25683"/>
                    <a:gd name="connsiteY17" fmla="*/ 10143 h 39626"/>
                    <a:gd name="connsiteX18" fmla="*/ 18172 w 25683"/>
                    <a:gd name="connsiteY18" fmla="*/ 11470 h 39626"/>
                    <a:gd name="connsiteX19" fmla="*/ 22467 w 25683"/>
                    <a:gd name="connsiteY19" fmla="*/ 15383 h 39626"/>
                    <a:gd name="connsiteX20" fmla="*/ 22467 w 25683"/>
                    <a:gd name="connsiteY20" fmla="*/ 0 h 39626"/>
                    <a:gd name="connsiteX21" fmla="*/ 22445 w 25683"/>
                    <a:gd name="connsiteY21" fmla="*/ 24761 h 39626"/>
                    <a:gd name="connsiteX22" fmla="*/ 21793 w 25683"/>
                    <a:gd name="connsiteY22" fmla="*/ 20263 h 39626"/>
                    <a:gd name="connsiteX23" fmla="*/ 19926 w 25683"/>
                    <a:gd name="connsiteY23" fmla="*/ 16530 h 39626"/>
                    <a:gd name="connsiteX24" fmla="*/ 16957 w 25683"/>
                    <a:gd name="connsiteY24" fmla="*/ 13989 h 39626"/>
                    <a:gd name="connsiteX25" fmla="*/ 12999 w 25683"/>
                    <a:gd name="connsiteY25" fmla="*/ 13044 h 39626"/>
                    <a:gd name="connsiteX26" fmla="*/ 8636 w 25683"/>
                    <a:gd name="connsiteY26" fmla="*/ 14033 h 39626"/>
                    <a:gd name="connsiteX27" fmla="*/ 5622 w 25683"/>
                    <a:gd name="connsiteY27" fmla="*/ 16755 h 39626"/>
                    <a:gd name="connsiteX28" fmla="*/ 3891 w 25683"/>
                    <a:gd name="connsiteY28" fmla="*/ 20780 h 39626"/>
                    <a:gd name="connsiteX29" fmla="*/ 3463 w 25683"/>
                    <a:gd name="connsiteY29" fmla="*/ 25728 h 39626"/>
                    <a:gd name="connsiteX30" fmla="*/ 4183 w 25683"/>
                    <a:gd name="connsiteY30" fmla="*/ 30406 h 39626"/>
                    <a:gd name="connsiteX31" fmla="*/ 6207 w 25683"/>
                    <a:gd name="connsiteY31" fmla="*/ 33824 h 39626"/>
                    <a:gd name="connsiteX32" fmla="*/ 9221 w 25683"/>
                    <a:gd name="connsiteY32" fmla="*/ 35961 h 39626"/>
                    <a:gd name="connsiteX33" fmla="*/ 12999 w 25683"/>
                    <a:gd name="connsiteY33" fmla="*/ 36681 h 39626"/>
                    <a:gd name="connsiteX34" fmla="*/ 17047 w 25683"/>
                    <a:gd name="connsiteY34" fmla="*/ 35758 h 39626"/>
                    <a:gd name="connsiteX35" fmla="*/ 20016 w 25683"/>
                    <a:gd name="connsiteY35" fmla="*/ 33240 h 39626"/>
                    <a:gd name="connsiteX36" fmla="*/ 21815 w 25683"/>
                    <a:gd name="connsiteY36" fmla="*/ 29461 h 39626"/>
                    <a:gd name="connsiteX37" fmla="*/ 22445 w 25683"/>
                    <a:gd name="connsiteY37" fmla="*/ 24739 h 3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683" h="39626">
                      <a:moveTo>
                        <a:pt x="22445" y="0"/>
                      </a:moveTo>
                      <a:lnTo>
                        <a:pt x="25683" y="0"/>
                      </a:lnTo>
                      <a:lnTo>
                        <a:pt x="25683" y="38862"/>
                      </a:lnTo>
                      <a:lnTo>
                        <a:pt x="22445" y="38862"/>
                      </a:lnTo>
                      <a:lnTo>
                        <a:pt x="22445" y="33959"/>
                      </a:lnTo>
                      <a:lnTo>
                        <a:pt x="22332" y="33959"/>
                      </a:lnTo>
                      <a:cubicBezTo>
                        <a:pt x="21860" y="34904"/>
                        <a:pt x="21253" y="35713"/>
                        <a:pt x="20533" y="36411"/>
                      </a:cubicBezTo>
                      <a:cubicBezTo>
                        <a:pt x="19791" y="37108"/>
                        <a:pt x="18981" y="37693"/>
                        <a:pt x="18104" y="38165"/>
                      </a:cubicBezTo>
                      <a:cubicBezTo>
                        <a:pt x="17227" y="38637"/>
                        <a:pt x="16305" y="38997"/>
                        <a:pt x="15383" y="39244"/>
                      </a:cubicBezTo>
                      <a:cubicBezTo>
                        <a:pt x="14438" y="39492"/>
                        <a:pt x="13539" y="39627"/>
                        <a:pt x="12639" y="39627"/>
                      </a:cubicBezTo>
                      <a:cubicBezTo>
                        <a:pt x="10368" y="39627"/>
                        <a:pt x="8456" y="39244"/>
                        <a:pt x="6859" y="38502"/>
                      </a:cubicBezTo>
                      <a:cubicBezTo>
                        <a:pt x="5285" y="37738"/>
                        <a:pt x="3981" y="36703"/>
                        <a:pt x="2946" y="35399"/>
                      </a:cubicBezTo>
                      <a:cubicBezTo>
                        <a:pt x="1912" y="34094"/>
                        <a:pt x="1170" y="32520"/>
                        <a:pt x="697" y="30721"/>
                      </a:cubicBezTo>
                      <a:cubicBezTo>
                        <a:pt x="225" y="28922"/>
                        <a:pt x="0" y="26987"/>
                        <a:pt x="0" y="24941"/>
                      </a:cubicBezTo>
                      <a:cubicBezTo>
                        <a:pt x="0" y="23007"/>
                        <a:pt x="247" y="21118"/>
                        <a:pt x="765" y="19319"/>
                      </a:cubicBezTo>
                      <a:cubicBezTo>
                        <a:pt x="1260" y="17519"/>
                        <a:pt x="2024" y="15945"/>
                        <a:pt x="3059" y="14596"/>
                      </a:cubicBezTo>
                      <a:cubicBezTo>
                        <a:pt x="4093" y="13246"/>
                        <a:pt x="5375" y="12167"/>
                        <a:pt x="6949" y="11357"/>
                      </a:cubicBezTo>
                      <a:cubicBezTo>
                        <a:pt x="8524" y="10548"/>
                        <a:pt x="10368" y="10143"/>
                        <a:pt x="12482" y="10143"/>
                      </a:cubicBezTo>
                      <a:cubicBezTo>
                        <a:pt x="14461" y="10143"/>
                        <a:pt x="16350" y="10593"/>
                        <a:pt x="18172" y="11470"/>
                      </a:cubicBezTo>
                      <a:cubicBezTo>
                        <a:pt x="19993" y="12347"/>
                        <a:pt x="21410" y="13651"/>
                        <a:pt x="22467" y="15383"/>
                      </a:cubicBezTo>
                      <a:lnTo>
                        <a:pt x="22467" y="0"/>
                      </a:lnTo>
                      <a:close/>
                      <a:moveTo>
                        <a:pt x="22445" y="24761"/>
                      </a:moveTo>
                      <a:cubicBezTo>
                        <a:pt x="22445" y="23187"/>
                        <a:pt x="22220" y="21680"/>
                        <a:pt x="21793" y="20263"/>
                      </a:cubicBezTo>
                      <a:cubicBezTo>
                        <a:pt x="21365" y="18846"/>
                        <a:pt x="20735" y="17609"/>
                        <a:pt x="19926" y="16530"/>
                      </a:cubicBezTo>
                      <a:cubicBezTo>
                        <a:pt x="19116" y="15473"/>
                        <a:pt x="18127" y="14618"/>
                        <a:pt x="16957" y="13989"/>
                      </a:cubicBezTo>
                      <a:cubicBezTo>
                        <a:pt x="15788" y="13359"/>
                        <a:pt x="14461" y="13044"/>
                        <a:pt x="12999" y="13044"/>
                      </a:cubicBezTo>
                      <a:cubicBezTo>
                        <a:pt x="11312" y="13044"/>
                        <a:pt x="9850" y="13381"/>
                        <a:pt x="8636" y="14033"/>
                      </a:cubicBezTo>
                      <a:cubicBezTo>
                        <a:pt x="7422" y="14708"/>
                        <a:pt x="6409" y="15608"/>
                        <a:pt x="5622" y="16755"/>
                      </a:cubicBezTo>
                      <a:cubicBezTo>
                        <a:pt x="4835" y="17902"/>
                        <a:pt x="4251" y="19251"/>
                        <a:pt x="3891" y="20780"/>
                      </a:cubicBezTo>
                      <a:cubicBezTo>
                        <a:pt x="3531" y="22310"/>
                        <a:pt x="3396" y="23951"/>
                        <a:pt x="3463" y="25728"/>
                      </a:cubicBezTo>
                      <a:cubicBezTo>
                        <a:pt x="3463" y="27482"/>
                        <a:pt x="3711" y="29056"/>
                        <a:pt x="4183" y="30406"/>
                      </a:cubicBezTo>
                      <a:cubicBezTo>
                        <a:pt x="4678" y="31755"/>
                        <a:pt x="5353" y="32902"/>
                        <a:pt x="6207" y="33824"/>
                      </a:cubicBezTo>
                      <a:cubicBezTo>
                        <a:pt x="7062" y="34746"/>
                        <a:pt x="8074" y="35466"/>
                        <a:pt x="9221" y="35961"/>
                      </a:cubicBezTo>
                      <a:cubicBezTo>
                        <a:pt x="10368" y="36456"/>
                        <a:pt x="11627" y="36681"/>
                        <a:pt x="12999" y="36681"/>
                      </a:cubicBezTo>
                      <a:cubicBezTo>
                        <a:pt x="14506" y="36681"/>
                        <a:pt x="15855" y="36366"/>
                        <a:pt x="17047" y="35758"/>
                      </a:cubicBezTo>
                      <a:cubicBezTo>
                        <a:pt x="18239" y="35151"/>
                        <a:pt x="19229" y="34319"/>
                        <a:pt x="20016" y="33240"/>
                      </a:cubicBezTo>
                      <a:cubicBezTo>
                        <a:pt x="20803" y="32183"/>
                        <a:pt x="21410" y="30923"/>
                        <a:pt x="21815" y="29461"/>
                      </a:cubicBezTo>
                      <a:cubicBezTo>
                        <a:pt x="22220" y="27999"/>
                        <a:pt x="22445" y="26425"/>
                        <a:pt x="22445" y="24739"/>
                      </a:cubicBezTo>
                      <a:close/>
                    </a:path>
                  </a:pathLst>
                </a:custGeom>
                <a:solidFill>
                  <a:srgbClr val="010101"/>
                </a:solidFill>
                <a:ln w="2249" cap="flat">
                  <a:noFill/>
                  <a:prstDash val="solid"/>
                  <a:miter/>
                </a:ln>
              </p:spPr>
              <p:txBody>
                <a:bodyPr rtlCol="0" anchor="ctr"/>
                <a:lstStyle/>
                <a:p>
                  <a:endParaRPr lang="en-US"/>
                </a:p>
              </p:txBody>
            </p:sp>
          </p:grpSp>
          <p:grpSp>
            <p:nvGrpSpPr>
              <p:cNvPr id="4207" name="Graphic 4479">
                <a:extLst>
                  <a:ext uri="{FF2B5EF4-FFF2-40B4-BE49-F238E27FC236}">
                    <a16:creationId xmlns:a16="http://schemas.microsoft.com/office/drawing/2014/main" id="{DADBB3A5-EF50-24B6-06B1-AB9CBE897AD6}"/>
                  </a:ext>
                </a:extLst>
              </p:cNvPr>
              <p:cNvGrpSpPr/>
              <p:nvPr/>
            </p:nvGrpSpPr>
            <p:grpSpPr>
              <a:xfrm>
                <a:off x="9690365" y="6349907"/>
                <a:ext cx="452041" cy="148435"/>
                <a:chOff x="5538169" y="3026211"/>
                <a:chExt cx="120746" cy="39649"/>
              </a:xfrm>
              <a:solidFill>
                <a:srgbClr val="010101"/>
              </a:solidFill>
            </p:grpSpPr>
            <p:sp>
              <p:nvSpPr>
                <p:cNvPr id="4208" name="Freeform 4207">
                  <a:extLst>
                    <a:ext uri="{FF2B5EF4-FFF2-40B4-BE49-F238E27FC236}">
                      <a16:creationId xmlns:a16="http://schemas.microsoft.com/office/drawing/2014/main" id="{A22849C1-829E-BABA-C5D6-12395BC6BE4A}"/>
                    </a:ext>
                  </a:extLst>
                </p:cNvPr>
                <p:cNvSpPr/>
                <p:nvPr/>
              </p:nvSpPr>
              <p:spPr>
                <a:xfrm>
                  <a:off x="5538169" y="3036354"/>
                  <a:ext cx="22197" cy="28741"/>
                </a:xfrm>
                <a:custGeom>
                  <a:avLst/>
                  <a:gdLst>
                    <a:gd name="connsiteX0" fmla="*/ 3238 w 22197"/>
                    <a:gd name="connsiteY0" fmla="*/ 28719 h 28741"/>
                    <a:gd name="connsiteX1" fmla="*/ 0 w 22197"/>
                    <a:gd name="connsiteY1" fmla="*/ 28719 h 28741"/>
                    <a:gd name="connsiteX2" fmla="*/ 0 w 22197"/>
                    <a:gd name="connsiteY2" fmla="*/ 765 h 28741"/>
                    <a:gd name="connsiteX3" fmla="*/ 3238 w 22197"/>
                    <a:gd name="connsiteY3" fmla="*/ 765 h 28741"/>
                    <a:gd name="connsiteX4" fmla="*/ 3238 w 22197"/>
                    <a:gd name="connsiteY4" fmla="*/ 4655 h 28741"/>
                    <a:gd name="connsiteX5" fmla="*/ 7264 w 22197"/>
                    <a:gd name="connsiteY5" fmla="*/ 1304 h 28741"/>
                    <a:gd name="connsiteX6" fmla="*/ 12257 w 22197"/>
                    <a:gd name="connsiteY6" fmla="*/ 0 h 28741"/>
                    <a:gd name="connsiteX7" fmla="*/ 17070 w 22197"/>
                    <a:gd name="connsiteY7" fmla="*/ 900 h 28741"/>
                    <a:gd name="connsiteX8" fmla="*/ 20803 w 22197"/>
                    <a:gd name="connsiteY8" fmla="*/ 4003 h 28741"/>
                    <a:gd name="connsiteX9" fmla="*/ 22017 w 22197"/>
                    <a:gd name="connsiteY9" fmla="*/ 7107 h 28741"/>
                    <a:gd name="connsiteX10" fmla="*/ 22197 w 22197"/>
                    <a:gd name="connsiteY10" fmla="*/ 10435 h 28741"/>
                    <a:gd name="connsiteX11" fmla="*/ 22197 w 22197"/>
                    <a:gd name="connsiteY11" fmla="*/ 28742 h 28741"/>
                    <a:gd name="connsiteX12" fmla="*/ 18959 w 22197"/>
                    <a:gd name="connsiteY12" fmla="*/ 28742 h 28741"/>
                    <a:gd name="connsiteX13" fmla="*/ 18959 w 22197"/>
                    <a:gd name="connsiteY13" fmla="*/ 10503 h 28741"/>
                    <a:gd name="connsiteX14" fmla="*/ 17294 w 22197"/>
                    <a:gd name="connsiteY14" fmla="*/ 4835 h 28741"/>
                    <a:gd name="connsiteX15" fmla="*/ 11739 w 22197"/>
                    <a:gd name="connsiteY15" fmla="*/ 2946 h 28741"/>
                    <a:gd name="connsiteX16" fmla="*/ 8996 w 22197"/>
                    <a:gd name="connsiteY16" fmla="*/ 3396 h 28741"/>
                    <a:gd name="connsiteX17" fmla="*/ 6747 w 22197"/>
                    <a:gd name="connsiteY17" fmla="*/ 4610 h 28741"/>
                    <a:gd name="connsiteX18" fmla="*/ 5038 w 22197"/>
                    <a:gd name="connsiteY18" fmla="*/ 6342 h 28741"/>
                    <a:gd name="connsiteX19" fmla="*/ 3958 w 22197"/>
                    <a:gd name="connsiteY19" fmla="*/ 8389 h 28741"/>
                    <a:gd name="connsiteX20" fmla="*/ 3373 w 22197"/>
                    <a:gd name="connsiteY20" fmla="*/ 10975 h 28741"/>
                    <a:gd name="connsiteX21" fmla="*/ 3261 w 22197"/>
                    <a:gd name="connsiteY21" fmla="*/ 13674 h 28741"/>
                    <a:gd name="connsiteX22" fmla="*/ 3261 w 22197"/>
                    <a:gd name="connsiteY22" fmla="*/ 28742 h 28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2197" h="28741">
                      <a:moveTo>
                        <a:pt x="3238" y="28719"/>
                      </a:moveTo>
                      <a:lnTo>
                        <a:pt x="0" y="28719"/>
                      </a:lnTo>
                      <a:lnTo>
                        <a:pt x="0" y="765"/>
                      </a:lnTo>
                      <a:lnTo>
                        <a:pt x="3238" y="765"/>
                      </a:lnTo>
                      <a:lnTo>
                        <a:pt x="3238" y="4655"/>
                      </a:lnTo>
                      <a:cubicBezTo>
                        <a:pt x="4543" y="3283"/>
                        <a:pt x="5870" y="2181"/>
                        <a:pt x="7264" y="1304"/>
                      </a:cubicBezTo>
                      <a:cubicBezTo>
                        <a:pt x="8659" y="450"/>
                        <a:pt x="10323" y="0"/>
                        <a:pt x="12257" y="0"/>
                      </a:cubicBezTo>
                      <a:cubicBezTo>
                        <a:pt x="13988" y="0"/>
                        <a:pt x="15585" y="292"/>
                        <a:pt x="17070" y="900"/>
                      </a:cubicBezTo>
                      <a:cubicBezTo>
                        <a:pt x="18554" y="1484"/>
                        <a:pt x="19791" y="2519"/>
                        <a:pt x="20803" y="4003"/>
                      </a:cubicBezTo>
                      <a:cubicBezTo>
                        <a:pt x="21478" y="5015"/>
                        <a:pt x="21882" y="6050"/>
                        <a:pt x="22017" y="7107"/>
                      </a:cubicBezTo>
                      <a:cubicBezTo>
                        <a:pt x="22152" y="8164"/>
                        <a:pt x="22197" y="9266"/>
                        <a:pt x="22197" y="10435"/>
                      </a:cubicBezTo>
                      <a:lnTo>
                        <a:pt x="22197" y="28742"/>
                      </a:lnTo>
                      <a:lnTo>
                        <a:pt x="18959" y="28742"/>
                      </a:lnTo>
                      <a:lnTo>
                        <a:pt x="18959" y="10503"/>
                      </a:lnTo>
                      <a:cubicBezTo>
                        <a:pt x="18959" y="7984"/>
                        <a:pt x="18396" y="6095"/>
                        <a:pt x="17294" y="4835"/>
                      </a:cubicBezTo>
                      <a:cubicBezTo>
                        <a:pt x="16170" y="3576"/>
                        <a:pt x="14326" y="2946"/>
                        <a:pt x="11739" y="2946"/>
                      </a:cubicBezTo>
                      <a:cubicBezTo>
                        <a:pt x="10728" y="2946"/>
                        <a:pt x="9806" y="3104"/>
                        <a:pt x="8996" y="3396"/>
                      </a:cubicBezTo>
                      <a:cubicBezTo>
                        <a:pt x="8164" y="3711"/>
                        <a:pt x="7422" y="4116"/>
                        <a:pt x="6747" y="4610"/>
                      </a:cubicBezTo>
                      <a:cubicBezTo>
                        <a:pt x="6072" y="5105"/>
                        <a:pt x="5510" y="5690"/>
                        <a:pt x="5038" y="6342"/>
                      </a:cubicBezTo>
                      <a:cubicBezTo>
                        <a:pt x="4565" y="6994"/>
                        <a:pt x="4206" y="7669"/>
                        <a:pt x="3958" y="8389"/>
                      </a:cubicBezTo>
                      <a:cubicBezTo>
                        <a:pt x="3644" y="9288"/>
                        <a:pt x="3441" y="10143"/>
                        <a:pt x="3373" y="10975"/>
                      </a:cubicBezTo>
                      <a:cubicBezTo>
                        <a:pt x="3306" y="11807"/>
                        <a:pt x="3261" y="12707"/>
                        <a:pt x="3261" y="13674"/>
                      </a:cubicBezTo>
                      <a:lnTo>
                        <a:pt x="3261" y="28742"/>
                      </a:lnTo>
                      <a:close/>
                    </a:path>
                  </a:pathLst>
                </a:custGeom>
                <a:solidFill>
                  <a:srgbClr val="010101"/>
                </a:solidFill>
                <a:ln w="2249" cap="flat">
                  <a:noFill/>
                  <a:prstDash val="solid"/>
                  <a:miter/>
                </a:ln>
              </p:spPr>
              <p:txBody>
                <a:bodyPr rtlCol="0" anchor="ctr"/>
                <a:lstStyle/>
                <a:p>
                  <a:endParaRPr lang="en-US"/>
                </a:p>
              </p:txBody>
            </p:sp>
            <p:sp>
              <p:nvSpPr>
                <p:cNvPr id="4209" name="Freeform 4208">
                  <a:extLst>
                    <a:ext uri="{FF2B5EF4-FFF2-40B4-BE49-F238E27FC236}">
                      <a16:creationId xmlns:a16="http://schemas.microsoft.com/office/drawing/2014/main" id="{D22ED976-EFCB-77E5-6BA2-D80FC7B94692}"/>
                    </a:ext>
                  </a:extLst>
                </p:cNvPr>
                <p:cNvSpPr/>
                <p:nvPr/>
              </p:nvSpPr>
              <p:spPr>
                <a:xfrm>
                  <a:off x="5566349" y="3036332"/>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4 w 25908"/>
                    <a:gd name="connsiteY3" fmla="*/ 21185 h 29483"/>
                    <a:gd name="connsiteX4" fmla="*/ 0 w 25908"/>
                    <a:gd name="connsiteY4" fmla="*/ 14753 h 29483"/>
                    <a:gd name="connsiteX5" fmla="*/ 809 w 25908"/>
                    <a:gd name="connsiteY5" fmla="*/ 8996 h 29483"/>
                    <a:gd name="connsiteX6" fmla="*/ 3238 w 25908"/>
                    <a:gd name="connsiteY6" fmla="*/ 4318 h 29483"/>
                    <a:gd name="connsiteX7" fmla="*/ 7287 w 25908"/>
                    <a:gd name="connsiteY7" fmla="*/ 1169 h 29483"/>
                    <a:gd name="connsiteX8" fmla="*/ 12954 w 25908"/>
                    <a:gd name="connsiteY8" fmla="*/ 0 h 29483"/>
                    <a:gd name="connsiteX9" fmla="*/ 18666 w 25908"/>
                    <a:gd name="connsiteY9" fmla="*/ 1169 h 29483"/>
                    <a:gd name="connsiteX10" fmla="*/ 22715 w 25908"/>
                    <a:gd name="connsiteY10" fmla="*/ 4296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67 w 25908"/>
                    <a:gd name="connsiteY17" fmla="*/ 14753 h 29483"/>
                    <a:gd name="connsiteX18" fmla="*/ 21927 w 25908"/>
                    <a:gd name="connsiteY18" fmla="*/ 10120 h 29483"/>
                    <a:gd name="connsiteX19" fmla="*/ 20263 w 25908"/>
                    <a:gd name="connsiteY19" fmla="*/ 6365 h 29483"/>
                    <a:gd name="connsiteX20" fmla="*/ 17339 w 25908"/>
                    <a:gd name="connsiteY20" fmla="*/ 3846 h 29483"/>
                    <a:gd name="connsiteX21" fmla="*/ 12977 w 25908"/>
                    <a:gd name="connsiteY21" fmla="*/ 2924 h 29483"/>
                    <a:gd name="connsiteX22" fmla="*/ 8636 w 25908"/>
                    <a:gd name="connsiteY22" fmla="*/ 3913 h 29483"/>
                    <a:gd name="connsiteX23" fmla="*/ 5690 w 25908"/>
                    <a:gd name="connsiteY23" fmla="*/ 6567 h 29483"/>
                    <a:gd name="connsiteX24" fmla="*/ 4026 w 25908"/>
                    <a:gd name="connsiteY24" fmla="*/ 10345 h 29483"/>
                    <a:gd name="connsiteX25" fmla="*/ 3486 w 25908"/>
                    <a:gd name="connsiteY25" fmla="*/ 14753 h 29483"/>
                    <a:gd name="connsiteX26" fmla="*/ 4116 w 25908"/>
                    <a:gd name="connsiteY26" fmla="*/ 19521 h 29483"/>
                    <a:gd name="connsiteX27" fmla="*/ 5914 w 25908"/>
                    <a:gd name="connsiteY27" fmla="*/ 23277 h 29483"/>
                    <a:gd name="connsiteX28" fmla="*/ 8883 w 25908"/>
                    <a:gd name="connsiteY28" fmla="*/ 25706 h 29483"/>
                    <a:gd name="connsiteX29" fmla="*/ 12977 w 25908"/>
                    <a:gd name="connsiteY29" fmla="*/ 26560 h 29483"/>
                    <a:gd name="connsiteX30" fmla="*/ 17317 w 25908"/>
                    <a:gd name="connsiteY30" fmla="*/ 25571 h 29483"/>
                    <a:gd name="connsiteX31" fmla="*/ 20263 w 25908"/>
                    <a:gd name="connsiteY31" fmla="*/ 22894 h 29483"/>
                    <a:gd name="connsiteX32" fmla="*/ 21927 w 25908"/>
                    <a:gd name="connsiteY32" fmla="*/ 19116 h 29483"/>
                    <a:gd name="connsiteX33" fmla="*/ 22467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4" y="21185"/>
                      </a:cubicBezTo>
                      <a:cubicBezTo>
                        <a:pt x="360" y="19341"/>
                        <a:pt x="0" y="17205"/>
                        <a:pt x="0" y="14753"/>
                      </a:cubicBezTo>
                      <a:cubicBezTo>
                        <a:pt x="0" y="12707"/>
                        <a:pt x="270" y="10795"/>
                        <a:pt x="809" y="8996"/>
                      </a:cubicBezTo>
                      <a:cubicBezTo>
                        <a:pt x="1350" y="7219"/>
                        <a:pt x="2159" y="5667"/>
                        <a:pt x="3238" y="4318"/>
                      </a:cubicBezTo>
                      <a:cubicBezTo>
                        <a:pt x="4318" y="2991"/>
                        <a:pt x="5667" y="1934"/>
                        <a:pt x="7287" y="1169"/>
                      </a:cubicBezTo>
                      <a:cubicBezTo>
                        <a:pt x="8906" y="405"/>
                        <a:pt x="10795" y="0"/>
                        <a:pt x="12954" y="0"/>
                      </a:cubicBezTo>
                      <a:cubicBezTo>
                        <a:pt x="15113" y="0"/>
                        <a:pt x="17047" y="382"/>
                        <a:pt x="18666" y="1169"/>
                      </a:cubicBezTo>
                      <a:cubicBezTo>
                        <a:pt x="20286" y="1934"/>
                        <a:pt x="21635" y="2991"/>
                        <a:pt x="22715" y="4296"/>
                      </a:cubicBezTo>
                      <a:cubicBezTo>
                        <a:pt x="23794" y="5600"/>
                        <a:pt x="24603" y="7174"/>
                        <a:pt x="25121" y="8973"/>
                      </a:cubicBezTo>
                      <a:cubicBezTo>
                        <a:pt x="25638" y="10773"/>
                        <a:pt x="25908" y="12707"/>
                        <a:pt x="25908" y="14753"/>
                      </a:cubicBezTo>
                      <a:cubicBezTo>
                        <a:pt x="25908" y="16980"/>
                        <a:pt x="25593" y="19004"/>
                        <a:pt x="24986" y="20803"/>
                      </a:cubicBezTo>
                      <a:cubicBezTo>
                        <a:pt x="24379" y="22602"/>
                        <a:pt x="23502" y="24154"/>
                        <a:pt x="22377" y="25436"/>
                      </a:cubicBezTo>
                      <a:cubicBezTo>
                        <a:pt x="21253" y="26740"/>
                        <a:pt x="19881" y="27730"/>
                        <a:pt x="18284" y="28427"/>
                      </a:cubicBezTo>
                      <a:cubicBezTo>
                        <a:pt x="16687" y="29124"/>
                        <a:pt x="14910" y="29484"/>
                        <a:pt x="12977" y="29484"/>
                      </a:cubicBezTo>
                      <a:close/>
                      <a:moveTo>
                        <a:pt x="22467" y="14753"/>
                      </a:moveTo>
                      <a:cubicBezTo>
                        <a:pt x="22467" y="13089"/>
                        <a:pt x="22287" y="11560"/>
                        <a:pt x="21927" y="10120"/>
                      </a:cubicBezTo>
                      <a:cubicBezTo>
                        <a:pt x="21568" y="8681"/>
                        <a:pt x="21005" y="7422"/>
                        <a:pt x="20263" y="6365"/>
                      </a:cubicBezTo>
                      <a:cubicBezTo>
                        <a:pt x="19498" y="5308"/>
                        <a:pt x="18531" y="4475"/>
                        <a:pt x="17339" y="3846"/>
                      </a:cubicBezTo>
                      <a:cubicBezTo>
                        <a:pt x="16147" y="3239"/>
                        <a:pt x="14686" y="2924"/>
                        <a:pt x="12977" y="2924"/>
                      </a:cubicBezTo>
                      <a:cubicBezTo>
                        <a:pt x="11267" y="2924"/>
                        <a:pt x="9828" y="3261"/>
                        <a:pt x="8636" y="3913"/>
                      </a:cubicBezTo>
                      <a:cubicBezTo>
                        <a:pt x="7422" y="4588"/>
                        <a:pt x="6454" y="5465"/>
                        <a:pt x="5690" y="6567"/>
                      </a:cubicBezTo>
                      <a:cubicBezTo>
                        <a:pt x="4925" y="7669"/>
                        <a:pt x="4385" y="8928"/>
                        <a:pt x="4026" y="10345"/>
                      </a:cubicBezTo>
                      <a:cubicBezTo>
                        <a:pt x="3666" y="11762"/>
                        <a:pt x="3486" y="13224"/>
                        <a:pt x="3486" y="14753"/>
                      </a:cubicBezTo>
                      <a:cubicBezTo>
                        <a:pt x="3486" y="16485"/>
                        <a:pt x="3688" y="18082"/>
                        <a:pt x="4116" y="19521"/>
                      </a:cubicBezTo>
                      <a:cubicBezTo>
                        <a:pt x="4520" y="20983"/>
                        <a:pt x="5128" y="22220"/>
                        <a:pt x="5914" y="23277"/>
                      </a:cubicBezTo>
                      <a:cubicBezTo>
                        <a:pt x="6702" y="24334"/>
                        <a:pt x="7691" y="25121"/>
                        <a:pt x="8883" y="25706"/>
                      </a:cubicBezTo>
                      <a:cubicBezTo>
                        <a:pt x="10075" y="26290"/>
                        <a:pt x="11447" y="26560"/>
                        <a:pt x="12977" y="26560"/>
                      </a:cubicBezTo>
                      <a:cubicBezTo>
                        <a:pt x="14663" y="26560"/>
                        <a:pt x="16125" y="26223"/>
                        <a:pt x="17317" y="25571"/>
                      </a:cubicBezTo>
                      <a:cubicBezTo>
                        <a:pt x="18531" y="24896"/>
                        <a:pt x="19498" y="24019"/>
                        <a:pt x="20263" y="22894"/>
                      </a:cubicBezTo>
                      <a:cubicBezTo>
                        <a:pt x="21028" y="21770"/>
                        <a:pt x="21568" y="20510"/>
                        <a:pt x="21927" y="19116"/>
                      </a:cubicBezTo>
                      <a:cubicBezTo>
                        <a:pt x="22287" y="17722"/>
                        <a:pt x="22467" y="16260"/>
                        <a:pt x="22467" y="14753"/>
                      </a:cubicBezTo>
                      <a:close/>
                    </a:path>
                  </a:pathLst>
                </a:custGeom>
                <a:solidFill>
                  <a:srgbClr val="010101"/>
                </a:solidFill>
                <a:ln w="2249" cap="flat">
                  <a:noFill/>
                  <a:prstDash val="solid"/>
                  <a:miter/>
                </a:ln>
              </p:spPr>
              <p:txBody>
                <a:bodyPr rtlCol="0" anchor="ctr"/>
                <a:lstStyle/>
                <a:p>
                  <a:endParaRPr lang="en-US"/>
                </a:p>
              </p:txBody>
            </p:sp>
            <p:sp>
              <p:nvSpPr>
                <p:cNvPr id="4210" name="Freeform 4209">
                  <a:extLst>
                    <a:ext uri="{FF2B5EF4-FFF2-40B4-BE49-F238E27FC236}">
                      <a16:creationId xmlns:a16="http://schemas.microsoft.com/office/drawing/2014/main" id="{68A9A51F-BCF9-828B-7B09-C91D2480888A}"/>
                    </a:ext>
                  </a:extLst>
                </p:cNvPr>
                <p:cNvSpPr/>
                <p:nvPr/>
              </p:nvSpPr>
              <p:spPr>
                <a:xfrm>
                  <a:off x="5595226" y="3037096"/>
                  <a:ext cx="25143" cy="27954"/>
                </a:xfrm>
                <a:custGeom>
                  <a:avLst/>
                  <a:gdLst>
                    <a:gd name="connsiteX0" fmla="*/ 0 w 25143"/>
                    <a:gd name="connsiteY0" fmla="*/ 0 h 27954"/>
                    <a:gd name="connsiteX1" fmla="*/ 3508 w 25143"/>
                    <a:gd name="connsiteY1" fmla="*/ 0 h 27954"/>
                    <a:gd name="connsiteX2" fmla="*/ 12571 w 25143"/>
                    <a:gd name="connsiteY2" fmla="*/ 23974 h 27954"/>
                    <a:gd name="connsiteX3" fmla="*/ 21635 w 25143"/>
                    <a:gd name="connsiteY3" fmla="*/ 0 h 27954"/>
                    <a:gd name="connsiteX4" fmla="*/ 25143 w 25143"/>
                    <a:gd name="connsiteY4" fmla="*/ 0 h 27954"/>
                    <a:gd name="connsiteX5" fmla="*/ 14303 w 25143"/>
                    <a:gd name="connsiteY5" fmla="*/ 27955 h 27954"/>
                    <a:gd name="connsiteX6" fmla="*/ 10683 w 25143"/>
                    <a:gd name="connsiteY6" fmla="*/ 27955 h 27954"/>
                    <a:gd name="connsiteX7" fmla="*/ 0 w 25143"/>
                    <a:gd name="connsiteY7" fmla="*/ 0 h 279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143" h="27954">
                      <a:moveTo>
                        <a:pt x="0" y="0"/>
                      </a:moveTo>
                      <a:lnTo>
                        <a:pt x="3508" y="0"/>
                      </a:lnTo>
                      <a:lnTo>
                        <a:pt x="12571" y="23974"/>
                      </a:lnTo>
                      <a:lnTo>
                        <a:pt x="21635" y="0"/>
                      </a:lnTo>
                      <a:lnTo>
                        <a:pt x="25143" y="0"/>
                      </a:lnTo>
                      <a:lnTo>
                        <a:pt x="14303" y="27955"/>
                      </a:lnTo>
                      <a:lnTo>
                        <a:pt x="10683" y="27955"/>
                      </a:lnTo>
                      <a:lnTo>
                        <a:pt x="0" y="0"/>
                      </a:lnTo>
                      <a:close/>
                    </a:path>
                  </a:pathLst>
                </a:custGeom>
                <a:solidFill>
                  <a:srgbClr val="010101"/>
                </a:solidFill>
                <a:ln w="2249" cap="flat">
                  <a:noFill/>
                  <a:prstDash val="solid"/>
                  <a:miter/>
                </a:ln>
              </p:spPr>
              <p:txBody>
                <a:bodyPr rtlCol="0" anchor="ctr"/>
                <a:lstStyle/>
                <a:p>
                  <a:endParaRPr lang="en-US"/>
                </a:p>
              </p:txBody>
            </p:sp>
            <p:sp>
              <p:nvSpPr>
                <p:cNvPr id="4211" name="Freeform 4210">
                  <a:extLst>
                    <a:ext uri="{FF2B5EF4-FFF2-40B4-BE49-F238E27FC236}">
                      <a16:creationId xmlns:a16="http://schemas.microsoft.com/office/drawing/2014/main" id="{1D942FA8-2DB2-5D3D-5F8E-7FE234E1D59F}"/>
                    </a:ext>
                  </a:extLst>
                </p:cNvPr>
                <p:cNvSpPr/>
                <p:nvPr/>
              </p:nvSpPr>
              <p:spPr>
                <a:xfrm>
                  <a:off x="5623675" y="3036377"/>
                  <a:ext cx="25167" cy="29483"/>
                </a:xfrm>
                <a:custGeom>
                  <a:avLst/>
                  <a:gdLst>
                    <a:gd name="connsiteX0" fmla="*/ 3509 w 25167"/>
                    <a:gd name="connsiteY0" fmla="*/ 15473 h 29483"/>
                    <a:gd name="connsiteX1" fmla="*/ 4093 w 25167"/>
                    <a:gd name="connsiteY1" fmla="*/ 19768 h 29483"/>
                    <a:gd name="connsiteX2" fmla="*/ 5848 w 25167"/>
                    <a:gd name="connsiteY2" fmla="*/ 23277 h 29483"/>
                    <a:gd name="connsiteX3" fmla="*/ 8793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4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899 w 25167"/>
                    <a:gd name="connsiteY16" fmla="*/ 9086 h 29483"/>
                    <a:gd name="connsiteX17" fmla="*/ 3441 w 25167"/>
                    <a:gd name="connsiteY17" fmla="*/ 4363 h 29483"/>
                    <a:gd name="connsiteX18" fmla="*/ 7467 w 25167"/>
                    <a:gd name="connsiteY18" fmla="*/ 1170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7 w 25167"/>
                    <a:gd name="connsiteY23" fmla="*/ 12774 h 29483"/>
                    <a:gd name="connsiteX24" fmla="*/ 21185 w 25167"/>
                    <a:gd name="connsiteY24" fmla="*/ 8906 h 29483"/>
                    <a:gd name="connsiteX25" fmla="*/ 19521 w 25167"/>
                    <a:gd name="connsiteY25" fmla="*/ 5780 h 29483"/>
                    <a:gd name="connsiteX26" fmla="*/ 16732 w 25167"/>
                    <a:gd name="connsiteY26" fmla="*/ 3666 h 29483"/>
                    <a:gd name="connsiteX27" fmla="*/ 12909 w 25167"/>
                    <a:gd name="connsiteY27" fmla="*/ 2879 h 29483"/>
                    <a:gd name="connsiteX28" fmla="*/ 9108 w 25167"/>
                    <a:gd name="connsiteY28" fmla="*/ 3688 h 29483"/>
                    <a:gd name="connsiteX29" fmla="*/ 6297 w 25167"/>
                    <a:gd name="connsiteY29" fmla="*/ 5847 h 29483"/>
                    <a:gd name="connsiteX30" fmla="*/ 4430 w 25167"/>
                    <a:gd name="connsiteY30" fmla="*/ 8973 h 29483"/>
                    <a:gd name="connsiteX31" fmla="*/ 3509 w 25167"/>
                    <a:gd name="connsiteY31" fmla="*/ 12752 h 29483"/>
                    <a:gd name="connsiteX32" fmla="*/ 21747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9" y="15473"/>
                      </a:moveTo>
                      <a:cubicBezTo>
                        <a:pt x="3509" y="16980"/>
                        <a:pt x="3711" y="18419"/>
                        <a:pt x="4093" y="19768"/>
                      </a:cubicBezTo>
                      <a:cubicBezTo>
                        <a:pt x="4498" y="21118"/>
                        <a:pt x="5083" y="22287"/>
                        <a:pt x="5848" y="23277"/>
                      </a:cubicBezTo>
                      <a:cubicBezTo>
                        <a:pt x="6612" y="24266"/>
                        <a:pt x="7601" y="25053"/>
                        <a:pt x="8793" y="25661"/>
                      </a:cubicBezTo>
                      <a:cubicBezTo>
                        <a:pt x="9985" y="26245"/>
                        <a:pt x="11357" y="26560"/>
                        <a:pt x="12886" y="26560"/>
                      </a:cubicBezTo>
                      <a:cubicBezTo>
                        <a:pt x="15000" y="26560"/>
                        <a:pt x="16822" y="25998"/>
                        <a:pt x="18329" y="24896"/>
                      </a:cubicBezTo>
                      <a:cubicBezTo>
                        <a:pt x="19836" y="23772"/>
                        <a:pt x="20848" y="22197"/>
                        <a:pt x="21343" y="20151"/>
                      </a:cubicBezTo>
                      <a:lnTo>
                        <a:pt x="24964" y="20151"/>
                      </a:lnTo>
                      <a:cubicBezTo>
                        <a:pt x="24558" y="21478"/>
                        <a:pt x="24041"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6" y="23951"/>
                        <a:pt x="1260" y="22400"/>
                        <a:pt x="765" y="20623"/>
                      </a:cubicBezTo>
                      <a:cubicBezTo>
                        <a:pt x="270" y="18846"/>
                        <a:pt x="0" y="16935"/>
                        <a:pt x="0" y="14866"/>
                      </a:cubicBezTo>
                      <a:cubicBezTo>
                        <a:pt x="0" y="12797"/>
                        <a:pt x="292" y="10885"/>
                        <a:pt x="899" y="9086"/>
                      </a:cubicBezTo>
                      <a:cubicBezTo>
                        <a:pt x="1484" y="7287"/>
                        <a:pt x="2339" y="5712"/>
                        <a:pt x="3441" y="4363"/>
                      </a:cubicBezTo>
                      <a:cubicBezTo>
                        <a:pt x="4543" y="3014"/>
                        <a:pt x="5870" y="1957"/>
                        <a:pt x="7467" y="1170"/>
                      </a:cubicBezTo>
                      <a:cubicBezTo>
                        <a:pt x="9041" y="405"/>
                        <a:pt x="10840" y="0"/>
                        <a:pt x="12864" y="0"/>
                      </a:cubicBezTo>
                      <a:cubicBezTo>
                        <a:pt x="16710" y="0"/>
                        <a:pt x="19746" y="1327"/>
                        <a:pt x="21927" y="3958"/>
                      </a:cubicBezTo>
                      <a:cubicBezTo>
                        <a:pt x="24131" y="6612"/>
                        <a:pt x="25211" y="10435"/>
                        <a:pt x="25166" y="15473"/>
                      </a:cubicBezTo>
                      <a:lnTo>
                        <a:pt x="3463" y="15473"/>
                      </a:lnTo>
                      <a:close/>
                      <a:moveTo>
                        <a:pt x="21747" y="12774"/>
                      </a:moveTo>
                      <a:cubicBezTo>
                        <a:pt x="21747" y="11402"/>
                        <a:pt x="21568" y="10120"/>
                        <a:pt x="21185" y="8906"/>
                      </a:cubicBezTo>
                      <a:cubicBezTo>
                        <a:pt x="20803" y="7691"/>
                        <a:pt x="20241" y="6657"/>
                        <a:pt x="19521" y="5780"/>
                      </a:cubicBezTo>
                      <a:cubicBezTo>
                        <a:pt x="18779" y="4903"/>
                        <a:pt x="17857" y="4206"/>
                        <a:pt x="16732" y="3666"/>
                      </a:cubicBezTo>
                      <a:cubicBezTo>
                        <a:pt x="15608" y="3149"/>
                        <a:pt x="14348" y="2879"/>
                        <a:pt x="12909" y="2879"/>
                      </a:cubicBezTo>
                      <a:cubicBezTo>
                        <a:pt x="11470" y="2879"/>
                        <a:pt x="10210" y="3149"/>
                        <a:pt x="9108" y="3688"/>
                      </a:cubicBezTo>
                      <a:cubicBezTo>
                        <a:pt x="8006" y="4228"/>
                        <a:pt x="7084" y="4948"/>
                        <a:pt x="6297" y="5847"/>
                      </a:cubicBezTo>
                      <a:cubicBezTo>
                        <a:pt x="5532" y="6747"/>
                        <a:pt x="4903" y="7781"/>
                        <a:pt x="4430" y="8973"/>
                      </a:cubicBezTo>
                      <a:cubicBezTo>
                        <a:pt x="3958" y="10165"/>
                        <a:pt x="3666" y="11425"/>
                        <a:pt x="3509" y="12752"/>
                      </a:cubicBezTo>
                      <a:lnTo>
                        <a:pt x="21747" y="12752"/>
                      </a:lnTo>
                      <a:close/>
                    </a:path>
                  </a:pathLst>
                </a:custGeom>
                <a:solidFill>
                  <a:srgbClr val="010101"/>
                </a:solidFill>
                <a:ln w="2249" cap="flat">
                  <a:noFill/>
                  <a:prstDash val="solid"/>
                  <a:miter/>
                </a:ln>
              </p:spPr>
              <p:txBody>
                <a:bodyPr rtlCol="0" anchor="ctr"/>
                <a:lstStyle/>
                <a:p>
                  <a:endParaRPr lang="en-US"/>
                </a:p>
              </p:txBody>
            </p:sp>
            <p:sp>
              <p:nvSpPr>
                <p:cNvPr id="4212" name="Freeform 4211">
                  <a:extLst>
                    <a:ext uri="{FF2B5EF4-FFF2-40B4-BE49-F238E27FC236}">
                      <a16:creationId xmlns:a16="http://schemas.microsoft.com/office/drawing/2014/main" id="{E3139382-1AF8-9F91-890E-441D757FF4B5}"/>
                    </a:ext>
                  </a:extLst>
                </p:cNvPr>
                <p:cNvSpPr/>
                <p:nvPr/>
              </p:nvSpPr>
              <p:spPr>
                <a:xfrm>
                  <a:off x="5655677" y="3026211"/>
                  <a:ext cx="3238" cy="38861"/>
                </a:xfrm>
                <a:custGeom>
                  <a:avLst/>
                  <a:gdLst>
                    <a:gd name="connsiteX0" fmla="*/ 0 w 3238"/>
                    <a:gd name="connsiteY0" fmla="*/ 38862 h 38861"/>
                    <a:gd name="connsiteX1" fmla="*/ 0 w 3238"/>
                    <a:gd name="connsiteY1" fmla="*/ 0 h 38861"/>
                    <a:gd name="connsiteX2" fmla="*/ 3238 w 3238"/>
                    <a:gd name="connsiteY2" fmla="*/ 0 h 38861"/>
                    <a:gd name="connsiteX3" fmla="*/ 3238 w 3238"/>
                    <a:gd name="connsiteY3" fmla="*/ 38862 h 38861"/>
                    <a:gd name="connsiteX4" fmla="*/ 0 w 3238"/>
                    <a:gd name="connsiteY4" fmla="*/ 38862 h 388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8" h="38861">
                      <a:moveTo>
                        <a:pt x="0" y="38862"/>
                      </a:moveTo>
                      <a:lnTo>
                        <a:pt x="0" y="0"/>
                      </a:lnTo>
                      <a:lnTo>
                        <a:pt x="3238" y="0"/>
                      </a:lnTo>
                      <a:lnTo>
                        <a:pt x="3238" y="38862"/>
                      </a:lnTo>
                      <a:lnTo>
                        <a:pt x="0" y="38862"/>
                      </a:lnTo>
                      <a:close/>
                    </a:path>
                  </a:pathLst>
                </a:custGeom>
                <a:solidFill>
                  <a:srgbClr val="010101"/>
                </a:solidFill>
                <a:ln w="2249" cap="flat">
                  <a:noFill/>
                  <a:prstDash val="solid"/>
                  <a:miter/>
                </a:ln>
              </p:spPr>
              <p:txBody>
                <a:bodyPr rtlCol="0" anchor="ctr"/>
                <a:lstStyle/>
                <a:p>
                  <a:endParaRPr lang="en-US"/>
                </a:p>
              </p:txBody>
            </p:sp>
          </p:grpSp>
          <p:grpSp>
            <p:nvGrpSpPr>
              <p:cNvPr id="4213" name="Graphic 4479">
                <a:extLst>
                  <a:ext uri="{FF2B5EF4-FFF2-40B4-BE49-F238E27FC236}">
                    <a16:creationId xmlns:a16="http://schemas.microsoft.com/office/drawing/2014/main" id="{2C81FE56-25D2-795D-7CC3-4704C0AE9804}"/>
                  </a:ext>
                </a:extLst>
              </p:cNvPr>
              <p:cNvGrpSpPr/>
              <p:nvPr/>
            </p:nvGrpSpPr>
            <p:grpSpPr>
              <a:xfrm>
                <a:off x="1432092" y="3884174"/>
                <a:ext cx="136901" cy="2157916"/>
                <a:chOff x="3332278" y="2367582"/>
                <a:chExt cx="36568" cy="576407"/>
              </a:xfrm>
              <a:solidFill>
                <a:srgbClr val="231F20"/>
              </a:solidFill>
            </p:grpSpPr>
            <p:sp>
              <p:nvSpPr>
                <p:cNvPr id="4214" name="Freeform 4213">
                  <a:extLst>
                    <a:ext uri="{FF2B5EF4-FFF2-40B4-BE49-F238E27FC236}">
                      <a16:creationId xmlns:a16="http://schemas.microsoft.com/office/drawing/2014/main" id="{CFA14304-6935-7309-82BA-A3D9FF8F1F9F}"/>
                    </a:ext>
                  </a:extLst>
                </p:cNvPr>
                <p:cNvSpPr/>
                <p:nvPr/>
              </p:nvSpPr>
              <p:spPr>
                <a:xfrm>
                  <a:off x="3350562" y="2399359"/>
                  <a:ext cx="2248" cy="512874"/>
                </a:xfrm>
                <a:custGeom>
                  <a:avLst/>
                  <a:gdLst>
                    <a:gd name="connsiteX0" fmla="*/ 0 w 2248"/>
                    <a:gd name="connsiteY0" fmla="*/ 0 h 512874"/>
                    <a:gd name="connsiteX1" fmla="*/ 0 w 2248"/>
                    <a:gd name="connsiteY1" fmla="*/ 512875 h 512874"/>
                  </a:gdLst>
                  <a:ahLst/>
                  <a:cxnLst>
                    <a:cxn ang="0">
                      <a:pos x="connsiteX0" y="connsiteY0"/>
                    </a:cxn>
                    <a:cxn ang="0">
                      <a:pos x="connsiteX1" y="connsiteY1"/>
                    </a:cxn>
                  </a:cxnLst>
                  <a:rect l="l" t="t" r="r" b="b"/>
                  <a:pathLst>
                    <a:path w="2248" h="512874">
                      <a:moveTo>
                        <a:pt x="0" y="0"/>
                      </a:moveTo>
                      <a:lnTo>
                        <a:pt x="0" y="512875"/>
                      </a:lnTo>
                    </a:path>
                  </a:pathLst>
                </a:custGeom>
                <a:ln w="4498" cap="flat">
                  <a:solidFill>
                    <a:srgbClr val="231F20"/>
                  </a:solidFill>
                  <a:prstDash val="solid"/>
                  <a:miter/>
                </a:ln>
              </p:spPr>
              <p:txBody>
                <a:bodyPr rtlCol="0" anchor="ctr"/>
                <a:lstStyle/>
                <a:p>
                  <a:endParaRPr lang="en-US"/>
                </a:p>
              </p:txBody>
            </p:sp>
            <p:sp>
              <p:nvSpPr>
                <p:cNvPr id="4215" name="Freeform 4214">
                  <a:extLst>
                    <a:ext uri="{FF2B5EF4-FFF2-40B4-BE49-F238E27FC236}">
                      <a16:creationId xmlns:a16="http://schemas.microsoft.com/office/drawing/2014/main" id="{436CEF62-EA88-0816-95C0-52D4AD2A9EC0}"/>
                    </a:ext>
                  </a:extLst>
                </p:cNvPr>
                <p:cNvSpPr/>
                <p:nvPr/>
              </p:nvSpPr>
              <p:spPr>
                <a:xfrm>
                  <a:off x="3332278" y="2367582"/>
                  <a:ext cx="36568" cy="44754"/>
                </a:xfrm>
                <a:custGeom>
                  <a:avLst/>
                  <a:gdLst>
                    <a:gd name="connsiteX0" fmla="*/ 18284 w 36568"/>
                    <a:gd name="connsiteY0" fmla="*/ 0 h 44754"/>
                    <a:gd name="connsiteX1" fmla="*/ 0 w 36568"/>
                    <a:gd name="connsiteY1" fmla="*/ 44754 h 44754"/>
                    <a:gd name="connsiteX2" fmla="*/ 18284 w 36568"/>
                    <a:gd name="connsiteY2" fmla="*/ 34139 h 44754"/>
                    <a:gd name="connsiteX3" fmla="*/ 36568 w 36568"/>
                    <a:gd name="connsiteY3" fmla="*/ 44754 h 44754"/>
                    <a:gd name="connsiteX4" fmla="*/ 18284 w 36568"/>
                    <a:gd name="connsiteY4" fmla="*/ 0 h 447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568" h="44754">
                      <a:moveTo>
                        <a:pt x="18284" y="0"/>
                      </a:moveTo>
                      <a:lnTo>
                        <a:pt x="0" y="44754"/>
                      </a:lnTo>
                      <a:lnTo>
                        <a:pt x="18284" y="34139"/>
                      </a:lnTo>
                      <a:lnTo>
                        <a:pt x="36568" y="44754"/>
                      </a:lnTo>
                      <a:lnTo>
                        <a:pt x="18284" y="0"/>
                      </a:lnTo>
                      <a:close/>
                    </a:path>
                  </a:pathLst>
                </a:custGeom>
                <a:solidFill>
                  <a:srgbClr val="231F20"/>
                </a:solidFill>
                <a:ln w="2249" cap="flat">
                  <a:noFill/>
                  <a:prstDash val="solid"/>
                  <a:miter/>
                </a:ln>
              </p:spPr>
              <p:txBody>
                <a:bodyPr rtlCol="0" anchor="ctr"/>
                <a:lstStyle/>
                <a:p>
                  <a:endParaRPr lang="en-US"/>
                </a:p>
              </p:txBody>
            </p:sp>
            <p:sp>
              <p:nvSpPr>
                <p:cNvPr id="4216" name="Freeform 4215">
                  <a:extLst>
                    <a:ext uri="{FF2B5EF4-FFF2-40B4-BE49-F238E27FC236}">
                      <a16:creationId xmlns:a16="http://schemas.microsoft.com/office/drawing/2014/main" id="{96545E89-26D9-37E3-B493-606F2C1E25D6}"/>
                    </a:ext>
                  </a:extLst>
                </p:cNvPr>
                <p:cNvSpPr/>
                <p:nvPr/>
              </p:nvSpPr>
              <p:spPr>
                <a:xfrm>
                  <a:off x="3332278" y="2899235"/>
                  <a:ext cx="36568" cy="44754"/>
                </a:xfrm>
                <a:custGeom>
                  <a:avLst/>
                  <a:gdLst>
                    <a:gd name="connsiteX0" fmla="*/ 18284 w 36568"/>
                    <a:gd name="connsiteY0" fmla="*/ 44754 h 44754"/>
                    <a:gd name="connsiteX1" fmla="*/ 0 w 36568"/>
                    <a:gd name="connsiteY1" fmla="*/ 0 h 44754"/>
                    <a:gd name="connsiteX2" fmla="*/ 18284 w 36568"/>
                    <a:gd name="connsiteY2" fmla="*/ 10638 h 44754"/>
                    <a:gd name="connsiteX3" fmla="*/ 36568 w 36568"/>
                    <a:gd name="connsiteY3" fmla="*/ 0 h 44754"/>
                    <a:gd name="connsiteX4" fmla="*/ 18284 w 36568"/>
                    <a:gd name="connsiteY4" fmla="*/ 44754 h 447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568" h="44754">
                      <a:moveTo>
                        <a:pt x="18284" y="44754"/>
                      </a:moveTo>
                      <a:lnTo>
                        <a:pt x="0" y="0"/>
                      </a:lnTo>
                      <a:lnTo>
                        <a:pt x="18284" y="10638"/>
                      </a:lnTo>
                      <a:lnTo>
                        <a:pt x="36568" y="0"/>
                      </a:lnTo>
                      <a:lnTo>
                        <a:pt x="18284" y="44754"/>
                      </a:lnTo>
                      <a:close/>
                    </a:path>
                  </a:pathLst>
                </a:custGeom>
                <a:solidFill>
                  <a:srgbClr val="231F20"/>
                </a:solidFill>
                <a:ln w="2249" cap="flat">
                  <a:noFill/>
                  <a:prstDash val="solid"/>
                  <a:miter/>
                </a:ln>
              </p:spPr>
              <p:txBody>
                <a:bodyPr rtlCol="0" anchor="ctr"/>
                <a:lstStyle/>
                <a:p>
                  <a:endParaRPr lang="en-US"/>
                </a:p>
              </p:txBody>
            </p:sp>
          </p:grpSp>
          <p:grpSp>
            <p:nvGrpSpPr>
              <p:cNvPr id="4217" name="Graphic 4479">
                <a:extLst>
                  <a:ext uri="{FF2B5EF4-FFF2-40B4-BE49-F238E27FC236}">
                    <a16:creationId xmlns:a16="http://schemas.microsoft.com/office/drawing/2014/main" id="{CF66C46C-2BA1-B5EC-BD57-C3D1242A4F70}"/>
                  </a:ext>
                </a:extLst>
              </p:cNvPr>
              <p:cNvGrpSpPr/>
              <p:nvPr/>
            </p:nvGrpSpPr>
            <p:grpSpPr>
              <a:xfrm>
                <a:off x="1200811" y="3903117"/>
                <a:ext cx="148435" cy="506430"/>
                <a:chOff x="3270500" y="2372642"/>
                <a:chExt cx="39649" cy="135274"/>
              </a:xfrm>
              <a:solidFill>
                <a:srgbClr val="231F20"/>
              </a:solidFill>
            </p:grpSpPr>
            <p:sp>
              <p:nvSpPr>
                <p:cNvPr id="4218" name="Freeform 4217">
                  <a:extLst>
                    <a:ext uri="{FF2B5EF4-FFF2-40B4-BE49-F238E27FC236}">
                      <a16:creationId xmlns:a16="http://schemas.microsoft.com/office/drawing/2014/main" id="{B3EB85AE-0EF0-5A16-889B-881648F68A65}"/>
                    </a:ext>
                  </a:extLst>
                </p:cNvPr>
                <p:cNvSpPr/>
                <p:nvPr/>
              </p:nvSpPr>
              <p:spPr>
                <a:xfrm>
                  <a:off x="3270500" y="2482211"/>
                  <a:ext cx="39626" cy="25705"/>
                </a:xfrm>
                <a:custGeom>
                  <a:avLst/>
                  <a:gdLst>
                    <a:gd name="connsiteX0" fmla="*/ 38862 w 39626"/>
                    <a:gd name="connsiteY0" fmla="*/ 22467 h 25705"/>
                    <a:gd name="connsiteX1" fmla="*/ 38862 w 39626"/>
                    <a:gd name="connsiteY1" fmla="*/ 25706 h 25705"/>
                    <a:gd name="connsiteX2" fmla="*/ 0 w 39626"/>
                    <a:gd name="connsiteY2" fmla="*/ 25706 h 25705"/>
                    <a:gd name="connsiteX3" fmla="*/ 0 w 39626"/>
                    <a:gd name="connsiteY3" fmla="*/ 22467 h 25705"/>
                    <a:gd name="connsiteX4" fmla="*/ 15383 w 39626"/>
                    <a:gd name="connsiteY4" fmla="*/ 22467 h 25705"/>
                    <a:gd name="connsiteX5" fmla="*/ 11470 w 39626"/>
                    <a:gd name="connsiteY5" fmla="*/ 18172 h 25705"/>
                    <a:gd name="connsiteX6" fmla="*/ 10143 w 39626"/>
                    <a:gd name="connsiteY6" fmla="*/ 12482 h 25705"/>
                    <a:gd name="connsiteX7" fmla="*/ 11357 w 39626"/>
                    <a:gd name="connsiteY7" fmla="*/ 6949 h 25705"/>
                    <a:gd name="connsiteX8" fmla="*/ 14596 w 39626"/>
                    <a:gd name="connsiteY8" fmla="*/ 3059 h 25705"/>
                    <a:gd name="connsiteX9" fmla="*/ 19318 w 39626"/>
                    <a:gd name="connsiteY9" fmla="*/ 765 h 25705"/>
                    <a:gd name="connsiteX10" fmla="*/ 24941 w 39626"/>
                    <a:gd name="connsiteY10" fmla="*/ 0 h 25705"/>
                    <a:gd name="connsiteX11" fmla="*/ 30721 w 39626"/>
                    <a:gd name="connsiteY11" fmla="*/ 697 h 25705"/>
                    <a:gd name="connsiteX12" fmla="*/ 35399 w 39626"/>
                    <a:gd name="connsiteY12" fmla="*/ 2946 h 25705"/>
                    <a:gd name="connsiteX13" fmla="*/ 38502 w 39626"/>
                    <a:gd name="connsiteY13" fmla="*/ 6859 h 25705"/>
                    <a:gd name="connsiteX14" fmla="*/ 39627 w 39626"/>
                    <a:gd name="connsiteY14" fmla="*/ 12639 h 25705"/>
                    <a:gd name="connsiteX15" fmla="*/ 39244 w 39626"/>
                    <a:gd name="connsiteY15" fmla="*/ 15383 h 25705"/>
                    <a:gd name="connsiteX16" fmla="*/ 38165 w 39626"/>
                    <a:gd name="connsiteY16" fmla="*/ 18104 h 25705"/>
                    <a:gd name="connsiteX17" fmla="*/ 36411 w 39626"/>
                    <a:gd name="connsiteY17" fmla="*/ 20533 h 25705"/>
                    <a:gd name="connsiteX18" fmla="*/ 33959 w 39626"/>
                    <a:gd name="connsiteY18" fmla="*/ 22332 h 25705"/>
                    <a:gd name="connsiteX19" fmla="*/ 33959 w 39626"/>
                    <a:gd name="connsiteY19" fmla="*/ 22445 h 25705"/>
                    <a:gd name="connsiteX20" fmla="*/ 38862 w 39626"/>
                    <a:gd name="connsiteY20" fmla="*/ 22445 h 25705"/>
                    <a:gd name="connsiteX21" fmla="*/ 24783 w 39626"/>
                    <a:gd name="connsiteY21" fmla="*/ 22467 h 25705"/>
                    <a:gd name="connsiteX22" fmla="*/ 29506 w 39626"/>
                    <a:gd name="connsiteY22" fmla="*/ 21837 h 25705"/>
                    <a:gd name="connsiteX23" fmla="*/ 33284 w 39626"/>
                    <a:gd name="connsiteY23" fmla="*/ 20038 h 25705"/>
                    <a:gd name="connsiteX24" fmla="*/ 35803 w 39626"/>
                    <a:gd name="connsiteY24" fmla="*/ 17070 h 25705"/>
                    <a:gd name="connsiteX25" fmla="*/ 36725 w 39626"/>
                    <a:gd name="connsiteY25" fmla="*/ 13021 h 25705"/>
                    <a:gd name="connsiteX26" fmla="*/ 36006 w 39626"/>
                    <a:gd name="connsiteY26" fmla="*/ 9243 h 25705"/>
                    <a:gd name="connsiteX27" fmla="*/ 33869 w 39626"/>
                    <a:gd name="connsiteY27" fmla="*/ 6230 h 25705"/>
                    <a:gd name="connsiteX28" fmla="*/ 30451 w 39626"/>
                    <a:gd name="connsiteY28" fmla="*/ 4206 h 25705"/>
                    <a:gd name="connsiteX29" fmla="*/ 25773 w 39626"/>
                    <a:gd name="connsiteY29" fmla="*/ 3486 h 25705"/>
                    <a:gd name="connsiteX30" fmla="*/ 20825 w 39626"/>
                    <a:gd name="connsiteY30" fmla="*/ 3913 h 25705"/>
                    <a:gd name="connsiteX31" fmla="*/ 16800 w 39626"/>
                    <a:gd name="connsiteY31" fmla="*/ 5645 h 25705"/>
                    <a:gd name="connsiteX32" fmla="*/ 14079 w 39626"/>
                    <a:gd name="connsiteY32" fmla="*/ 8703 h 25705"/>
                    <a:gd name="connsiteX33" fmla="*/ 13089 w 39626"/>
                    <a:gd name="connsiteY33" fmla="*/ 13044 h 25705"/>
                    <a:gd name="connsiteX34" fmla="*/ 14033 w 39626"/>
                    <a:gd name="connsiteY34" fmla="*/ 17002 h 25705"/>
                    <a:gd name="connsiteX35" fmla="*/ 16575 w 39626"/>
                    <a:gd name="connsiteY35" fmla="*/ 19971 h 25705"/>
                    <a:gd name="connsiteX36" fmla="*/ 20308 w 39626"/>
                    <a:gd name="connsiteY36" fmla="*/ 21837 h 25705"/>
                    <a:gd name="connsiteX37" fmla="*/ 24806 w 39626"/>
                    <a:gd name="connsiteY37" fmla="*/ 22490 h 257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9626" h="25705">
                      <a:moveTo>
                        <a:pt x="38862" y="22467"/>
                      </a:moveTo>
                      <a:lnTo>
                        <a:pt x="38862" y="25706"/>
                      </a:lnTo>
                      <a:lnTo>
                        <a:pt x="0" y="25706"/>
                      </a:lnTo>
                      <a:lnTo>
                        <a:pt x="0" y="22467"/>
                      </a:lnTo>
                      <a:lnTo>
                        <a:pt x="15383" y="22467"/>
                      </a:lnTo>
                      <a:cubicBezTo>
                        <a:pt x="13651" y="21433"/>
                        <a:pt x="12347" y="19993"/>
                        <a:pt x="11470" y="18172"/>
                      </a:cubicBezTo>
                      <a:cubicBezTo>
                        <a:pt x="10593" y="16350"/>
                        <a:pt x="10143" y="14461"/>
                        <a:pt x="10143" y="12482"/>
                      </a:cubicBezTo>
                      <a:cubicBezTo>
                        <a:pt x="10143" y="10368"/>
                        <a:pt x="10547" y="8524"/>
                        <a:pt x="11357" y="6949"/>
                      </a:cubicBezTo>
                      <a:cubicBezTo>
                        <a:pt x="12167" y="5375"/>
                        <a:pt x="13246" y="4093"/>
                        <a:pt x="14596" y="3059"/>
                      </a:cubicBezTo>
                      <a:cubicBezTo>
                        <a:pt x="15945" y="2024"/>
                        <a:pt x="17519" y="1259"/>
                        <a:pt x="19318" y="765"/>
                      </a:cubicBezTo>
                      <a:cubicBezTo>
                        <a:pt x="21118" y="270"/>
                        <a:pt x="22984" y="0"/>
                        <a:pt x="24941" y="0"/>
                      </a:cubicBezTo>
                      <a:cubicBezTo>
                        <a:pt x="26988" y="0"/>
                        <a:pt x="28922" y="225"/>
                        <a:pt x="30721" y="697"/>
                      </a:cubicBezTo>
                      <a:cubicBezTo>
                        <a:pt x="32520" y="1169"/>
                        <a:pt x="34072" y="1912"/>
                        <a:pt x="35399" y="2946"/>
                      </a:cubicBezTo>
                      <a:cubicBezTo>
                        <a:pt x="36703" y="3981"/>
                        <a:pt x="37737" y="5285"/>
                        <a:pt x="38502" y="6859"/>
                      </a:cubicBezTo>
                      <a:cubicBezTo>
                        <a:pt x="39267" y="8434"/>
                        <a:pt x="39627" y="10368"/>
                        <a:pt x="39627" y="12639"/>
                      </a:cubicBezTo>
                      <a:cubicBezTo>
                        <a:pt x="39627" y="13539"/>
                        <a:pt x="39492" y="14461"/>
                        <a:pt x="39244" y="15383"/>
                      </a:cubicBezTo>
                      <a:cubicBezTo>
                        <a:pt x="38997" y="16327"/>
                        <a:pt x="38637" y="17227"/>
                        <a:pt x="38165" y="18104"/>
                      </a:cubicBezTo>
                      <a:cubicBezTo>
                        <a:pt x="37693" y="18981"/>
                        <a:pt x="37108" y="19791"/>
                        <a:pt x="36411" y="20533"/>
                      </a:cubicBezTo>
                      <a:cubicBezTo>
                        <a:pt x="35713" y="21275"/>
                        <a:pt x="34881" y="21882"/>
                        <a:pt x="33959" y="22332"/>
                      </a:cubicBezTo>
                      <a:lnTo>
                        <a:pt x="33959" y="22445"/>
                      </a:lnTo>
                      <a:lnTo>
                        <a:pt x="38862" y="22445"/>
                      </a:lnTo>
                      <a:close/>
                      <a:moveTo>
                        <a:pt x="24783" y="22467"/>
                      </a:moveTo>
                      <a:cubicBezTo>
                        <a:pt x="26470" y="22467"/>
                        <a:pt x="28044" y="22265"/>
                        <a:pt x="29506" y="21837"/>
                      </a:cubicBezTo>
                      <a:cubicBezTo>
                        <a:pt x="30968" y="21410"/>
                        <a:pt x="32227" y="20825"/>
                        <a:pt x="33284" y="20038"/>
                      </a:cubicBezTo>
                      <a:cubicBezTo>
                        <a:pt x="34341" y="19251"/>
                        <a:pt x="35174" y="18262"/>
                        <a:pt x="35803" y="17070"/>
                      </a:cubicBezTo>
                      <a:cubicBezTo>
                        <a:pt x="36411" y="15878"/>
                        <a:pt x="36725" y="14528"/>
                        <a:pt x="36725" y="13021"/>
                      </a:cubicBezTo>
                      <a:cubicBezTo>
                        <a:pt x="36725" y="11650"/>
                        <a:pt x="36478" y="10390"/>
                        <a:pt x="36006" y="9243"/>
                      </a:cubicBezTo>
                      <a:cubicBezTo>
                        <a:pt x="35511" y="8096"/>
                        <a:pt x="34814" y="7084"/>
                        <a:pt x="33869" y="6230"/>
                      </a:cubicBezTo>
                      <a:cubicBezTo>
                        <a:pt x="32925" y="5375"/>
                        <a:pt x="31800" y="4700"/>
                        <a:pt x="30451" y="4206"/>
                      </a:cubicBezTo>
                      <a:cubicBezTo>
                        <a:pt x="29101" y="3711"/>
                        <a:pt x="27550" y="3486"/>
                        <a:pt x="25773" y="3486"/>
                      </a:cubicBezTo>
                      <a:cubicBezTo>
                        <a:pt x="24019" y="3418"/>
                        <a:pt x="22355" y="3553"/>
                        <a:pt x="20825" y="3913"/>
                      </a:cubicBezTo>
                      <a:cubicBezTo>
                        <a:pt x="19296" y="4273"/>
                        <a:pt x="17947" y="4858"/>
                        <a:pt x="16800" y="5645"/>
                      </a:cubicBezTo>
                      <a:cubicBezTo>
                        <a:pt x="15653" y="6432"/>
                        <a:pt x="14731" y="7444"/>
                        <a:pt x="14079" y="8703"/>
                      </a:cubicBezTo>
                      <a:cubicBezTo>
                        <a:pt x="13404" y="9940"/>
                        <a:pt x="13089" y="11402"/>
                        <a:pt x="13089" y="13044"/>
                      </a:cubicBezTo>
                      <a:cubicBezTo>
                        <a:pt x="13089" y="14528"/>
                        <a:pt x="13404" y="15833"/>
                        <a:pt x="14033" y="17002"/>
                      </a:cubicBezTo>
                      <a:cubicBezTo>
                        <a:pt x="14663" y="18172"/>
                        <a:pt x="15518" y="19161"/>
                        <a:pt x="16575" y="19971"/>
                      </a:cubicBezTo>
                      <a:cubicBezTo>
                        <a:pt x="17632" y="20780"/>
                        <a:pt x="18869" y="21410"/>
                        <a:pt x="20308" y="21837"/>
                      </a:cubicBezTo>
                      <a:cubicBezTo>
                        <a:pt x="21725" y="22265"/>
                        <a:pt x="23232" y="22490"/>
                        <a:pt x="24806" y="22490"/>
                      </a:cubicBezTo>
                      <a:close/>
                    </a:path>
                  </a:pathLst>
                </a:custGeom>
                <a:solidFill>
                  <a:srgbClr val="231F20"/>
                </a:solidFill>
                <a:ln w="2249" cap="flat">
                  <a:noFill/>
                  <a:prstDash val="solid"/>
                  <a:miter/>
                </a:ln>
              </p:spPr>
              <p:txBody>
                <a:bodyPr rtlCol="0" anchor="ctr"/>
                <a:lstStyle/>
                <a:p>
                  <a:endParaRPr lang="en-US"/>
                </a:p>
              </p:txBody>
            </p:sp>
            <p:sp>
              <p:nvSpPr>
                <p:cNvPr id="4219" name="Freeform 4218">
                  <a:extLst>
                    <a:ext uri="{FF2B5EF4-FFF2-40B4-BE49-F238E27FC236}">
                      <a16:creationId xmlns:a16="http://schemas.microsoft.com/office/drawing/2014/main" id="{CD5F9C50-62CA-D476-EC9E-51F3B47A0D71}"/>
                    </a:ext>
                  </a:extLst>
                </p:cNvPr>
                <p:cNvSpPr/>
                <p:nvPr/>
              </p:nvSpPr>
              <p:spPr>
                <a:xfrm>
                  <a:off x="3280665" y="2451669"/>
                  <a:ext cx="29484" cy="25167"/>
                </a:xfrm>
                <a:custGeom>
                  <a:avLst/>
                  <a:gdLst>
                    <a:gd name="connsiteX0" fmla="*/ 15473 w 29484"/>
                    <a:gd name="connsiteY0" fmla="*/ 21659 h 25167"/>
                    <a:gd name="connsiteX1" fmla="*/ 19768 w 29484"/>
                    <a:gd name="connsiteY1" fmla="*/ 21074 h 25167"/>
                    <a:gd name="connsiteX2" fmla="*/ 23277 w 29484"/>
                    <a:gd name="connsiteY2" fmla="*/ 19320 h 25167"/>
                    <a:gd name="connsiteX3" fmla="*/ 25661 w 29484"/>
                    <a:gd name="connsiteY3" fmla="*/ 16374 h 25167"/>
                    <a:gd name="connsiteX4" fmla="*/ 26560 w 29484"/>
                    <a:gd name="connsiteY4" fmla="*/ 12281 h 25167"/>
                    <a:gd name="connsiteX5" fmla="*/ 24896 w 29484"/>
                    <a:gd name="connsiteY5" fmla="*/ 6838 h 25167"/>
                    <a:gd name="connsiteX6" fmla="*/ 20151 w 29484"/>
                    <a:gd name="connsiteY6" fmla="*/ 3825 h 25167"/>
                    <a:gd name="connsiteX7" fmla="*/ 20151 w 29484"/>
                    <a:gd name="connsiteY7" fmla="*/ 204 h 25167"/>
                    <a:gd name="connsiteX8" fmla="*/ 23839 w 29484"/>
                    <a:gd name="connsiteY8" fmla="*/ 1778 h 25167"/>
                    <a:gd name="connsiteX9" fmla="*/ 26808 w 29484"/>
                    <a:gd name="connsiteY9" fmla="*/ 4207 h 25167"/>
                    <a:gd name="connsiteX10" fmla="*/ 28787 w 29484"/>
                    <a:gd name="connsiteY10" fmla="*/ 7670 h 25167"/>
                    <a:gd name="connsiteX11" fmla="*/ 29484 w 29484"/>
                    <a:gd name="connsiteY11" fmla="*/ 12303 h 25167"/>
                    <a:gd name="connsiteX12" fmla="*/ 28360 w 29484"/>
                    <a:gd name="connsiteY12" fmla="*/ 18083 h 25167"/>
                    <a:gd name="connsiteX13" fmla="*/ 25256 w 29484"/>
                    <a:gd name="connsiteY13" fmla="*/ 22086 h 25167"/>
                    <a:gd name="connsiteX14" fmla="*/ 20623 w 29484"/>
                    <a:gd name="connsiteY14" fmla="*/ 24403 h 25167"/>
                    <a:gd name="connsiteX15" fmla="*/ 14866 w 29484"/>
                    <a:gd name="connsiteY15" fmla="*/ 25167 h 25167"/>
                    <a:gd name="connsiteX16" fmla="*/ 9086 w 29484"/>
                    <a:gd name="connsiteY16" fmla="*/ 24268 h 25167"/>
                    <a:gd name="connsiteX17" fmla="*/ 4363 w 29484"/>
                    <a:gd name="connsiteY17" fmla="*/ 21726 h 25167"/>
                    <a:gd name="connsiteX18" fmla="*/ 1170 w 29484"/>
                    <a:gd name="connsiteY18" fmla="*/ 17701 h 25167"/>
                    <a:gd name="connsiteX19" fmla="*/ 0 w 29484"/>
                    <a:gd name="connsiteY19" fmla="*/ 12303 h 25167"/>
                    <a:gd name="connsiteX20" fmla="*/ 3958 w 29484"/>
                    <a:gd name="connsiteY20" fmla="*/ 3240 h 25167"/>
                    <a:gd name="connsiteX21" fmla="*/ 15473 w 29484"/>
                    <a:gd name="connsiteY21" fmla="*/ 1 h 25167"/>
                    <a:gd name="connsiteX22" fmla="*/ 15473 w 29484"/>
                    <a:gd name="connsiteY22" fmla="*/ 21704 h 25167"/>
                    <a:gd name="connsiteX23" fmla="*/ 12774 w 29484"/>
                    <a:gd name="connsiteY23" fmla="*/ 3420 h 25167"/>
                    <a:gd name="connsiteX24" fmla="*/ 8906 w 29484"/>
                    <a:gd name="connsiteY24" fmla="*/ 3982 h 25167"/>
                    <a:gd name="connsiteX25" fmla="*/ 5780 w 29484"/>
                    <a:gd name="connsiteY25" fmla="*/ 5646 h 25167"/>
                    <a:gd name="connsiteX26" fmla="*/ 3666 w 29484"/>
                    <a:gd name="connsiteY26" fmla="*/ 8435 h 25167"/>
                    <a:gd name="connsiteX27" fmla="*/ 2879 w 29484"/>
                    <a:gd name="connsiteY27" fmla="*/ 12258 h 25167"/>
                    <a:gd name="connsiteX28" fmla="*/ 3688 w 29484"/>
                    <a:gd name="connsiteY28" fmla="*/ 16059 h 25167"/>
                    <a:gd name="connsiteX29" fmla="*/ 5848 w 29484"/>
                    <a:gd name="connsiteY29" fmla="*/ 18870 h 25167"/>
                    <a:gd name="connsiteX30" fmla="*/ 8974 w 29484"/>
                    <a:gd name="connsiteY30" fmla="*/ 20737 h 25167"/>
                    <a:gd name="connsiteX31" fmla="*/ 12752 w 29484"/>
                    <a:gd name="connsiteY31" fmla="*/ 21659 h 25167"/>
                    <a:gd name="connsiteX32" fmla="*/ 12752 w 29484"/>
                    <a:gd name="connsiteY32"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4" h="25167">
                      <a:moveTo>
                        <a:pt x="15473" y="21659"/>
                      </a:moveTo>
                      <a:cubicBezTo>
                        <a:pt x="16980" y="21659"/>
                        <a:pt x="18419" y="21456"/>
                        <a:pt x="19768" y="21074"/>
                      </a:cubicBezTo>
                      <a:cubicBezTo>
                        <a:pt x="21118" y="20669"/>
                        <a:pt x="22287" y="20085"/>
                        <a:pt x="23277" y="19320"/>
                      </a:cubicBezTo>
                      <a:cubicBezTo>
                        <a:pt x="24266" y="18555"/>
                        <a:pt x="25053" y="17566"/>
                        <a:pt x="25661" y="16374"/>
                      </a:cubicBezTo>
                      <a:cubicBezTo>
                        <a:pt x="26245" y="15182"/>
                        <a:pt x="26560" y="13810"/>
                        <a:pt x="26560" y="12281"/>
                      </a:cubicBezTo>
                      <a:cubicBezTo>
                        <a:pt x="26560" y="10167"/>
                        <a:pt x="25998" y="8345"/>
                        <a:pt x="24896" y="6838"/>
                      </a:cubicBezTo>
                      <a:cubicBezTo>
                        <a:pt x="23772" y="5331"/>
                        <a:pt x="22197" y="4319"/>
                        <a:pt x="20151" y="3825"/>
                      </a:cubicBezTo>
                      <a:lnTo>
                        <a:pt x="20151" y="204"/>
                      </a:lnTo>
                      <a:cubicBezTo>
                        <a:pt x="21478" y="609"/>
                        <a:pt x="22715" y="1126"/>
                        <a:pt x="23839" y="1778"/>
                      </a:cubicBezTo>
                      <a:cubicBezTo>
                        <a:pt x="24964" y="2430"/>
                        <a:pt x="25953" y="3240"/>
                        <a:pt x="26808" y="4207"/>
                      </a:cubicBezTo>
                      <a:cubicBezTo>
                        <a:pt x="27662" y="5174"/>
                        <a:pt x="28315" y="6321"/>
                        <a:pt x="28787" y="7670"/>
                      </a:cubicBezTo>
                      <a:cubicBezTo>
                        <a:pt x="29259" y="8997"/>
                        <a:pt x="29484" y="10549"/>
                        <a:pt x="29484" y="12303"/>
                      </a:cubicBezTo>
                      <a:cubicBezTo>
                        <a:pt x="29484" y="14530"/>
                        <a:pt x="29102" y="16464"/>
                        <a:pt x="28360" y="18083"/>
                      </a:cubicBezTo>
                      <a:cubicBezTo>
                        <a:pt x="27595" y="19702"/>
                        <a:pt x="26560" y="21029"/>
                        <a:pt x="25256" y="22086"/>
                      </a:cubicBezTo>
                      <a:cubicBezTo>
                        <a:pt x="23951" y="23121"/>
                        <a:pt x="22400" y="23908"/>
                        <a:pt x="20623" y="24403"/>
                      </a:cubicBezTo>
                      <a:cubicBezTo>
                        <a:pt x="18846" y="24897"/>
                        <a:pt x="16935" y="25167"/>
                        <a:pt x="14866" y="25167"/>
                      </a:cubicBezTo>
                      <a:cubicBezTo>
                        <a:pt x="12797" y="25167"/>
                        <a:pt x="10885" y="24875"/>
                        <a:pt x="9086" y="24268"/>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close/>
                      <a:moveTo>
                        <a:pt x="12774" y="3420"/>
                      </a:moveTo>
                      <a:cubicBezTo>
                        <a:pt x="11402" y="3420"/>
                        <a:pt x="10120" y="3600"/>
                        <a:pt x="8906" y="3982"/>
                      </a:cubicBezTo>
                      <a:cubicBezTo>
                        <a:pt x="7692" y="4364"/>
                        <a:pt x="6657" y="4927"/>
                        <a:pt x="5780" y="5646"/>
                      </a:cubicBezTo>
                      <a:cubicBezTo>
                        <a:pt x="4903" y="6388"/>
                        <a:pt x="4206" y="7310"/>
                        <a:pt x="3666" y="8435"/>
                      </a:cubicBezTo>
                      <a:cubicBezTo>
                        <a:pt x="3149" y="9559"/>
                        <a:pt x="2879" y="10819"/>
                        <a:pt x="2879" y="12258"/>
                      </a:cubicBezTo>
                      <a:cubicBezTo>
                        <a:pt x="2879" y="13697"/>
                        <a:pt x="3149" y="14957"/>
                        <a:pt x="3688" y="16059"/>
                      </a:cubicBezTo>
                      <a:cubicBezTo>
                        <a:pt x="4228" y="17161"/>
                        <a:pt x="4948" y="18083"/>
                        <a:pt x="5848" y="18870"/>
                      </a:cubicBezTo>
                      <a:cubicBezTo>
                        <a:pt x="6747" y="19635"/>
                        <a:pt x="7782" y="20264"/>
                        <a:pt x="8974" y="20737"/>
                      </a:cubicBezTo>
                      <a:cubicBezTo>
                        <a:pt x="10165" y="21209"/>
                        <a:pt x="11425" y="21501"/>
                        <a:pt x="12752" y="21659"/>
                      </a:cubicBezTo>
                      <a:lnTo>
                        <a:pt x="12752" y="3420"/>
                      </a:lnTo>
                      <a:close/>
                    </a:path>
                  </a:pathLst>
                </a:custGeom>
                <a:solidFill>
                  <a:srgbClr val="231F20"/>
                </a:solidFill>
                <a:ln w="2249" cap="flat">
                  <a:noFill/>
                  <a:prstDash val="solid"/>
                  <a:miter/>
                </a:ln>
              </p:spPr>
              <p:txBody>
                <a:bodyPr rtlCol="0" anchor="ctr"/>
                <a:lstStyle/>
                <a:p>
                  <a:endParaRPr lang="en-US"/>
                </a:p>
              </p:txBody>
            </p:sp>
            <p:sp>
              <p:nvSpPr>
                <p:cNvPr id="4220" name="Freeform 4219">
                  <a:extLst>
                    <a:ext uri="{FF2B5EF4-FFF2-40B4-BE49-F238E27FC236}">
                      <a16:creationId xmlns:a16="http://schemas.microsoft.com/office/drawing/2014/main" id="{4EA3E756-D6F2-4C6B-6ACF-D9752E07BDEA}"/>
                    </a:ext>
                  </a:extLst>
                </p:cNvPr>
                <p:cNvSpPr/>
                <p:nvPr/>
              </p:nvSpPr>
              <p:spPr>
                <a:xfrm>
                  <a:off x="3273626" y="2435478"/>
                  <a:ext cx="36500" cy="12616"/>
                </a:xfrm>
                <a:custGeom>
                  <a:avLst/>
                  <a:gdLst>
                    <a:gd name="connsiteX0" fmla="*/ 35848 w 36500"/>
                    <a:gd name="connsiteY0" fmla="*/ 0 h 12616"/>
                    <a:gd name="connsiteX1" fmla="*/ 36231 w 36500"/>
                    <a:gd name="connsiteY1" fmla="*/ 1574 h 12616"/>
                    <a:gd name="connsiteX2" fmla="*/ 36501 w 36500"/>
                    <a:gd name="connsiteY2" fmla="*/ 3733 h 12616"/>
                    <a:gd name="connsiteX3" fmla="*/ 35286 w 36500"/>
                    <a:gd name="connsiteY3" fmla="*/ 7422 h 12616"/>
                    <a:gd name="connsiteX4" fmla="*/ 30945 w 36500"/>
                    <a:gd name="connsiteY4" fmla="*/ 8681 h 12616"/>
                    <a:gd name="connsiteX5" fmla="*/ 10480 w 36500"/>
                    <a:gd name="connsiteY5" fmla="*/ 8681 h 12616"/>
                    <a:gd name="connsiteX6" fmla="*/ 10480 w 36500"/>
                    <a:gd name="connsiteY6" fmla="*/ 12617 h 12616"/>
                    <a:gd name="connsiteX7" fmla="*/ 7781 w 36500"/>
                    <a:gd name="connsiteY7" fmla="*/ 12617 h 12616"/>
                    <a:gd name="connsiteX8" fmla="*/ 7781 w 36500"/>
                    <a:gd name="connsiteY8" fmla="*/ 8681 h 12616"/>
                    <a:gd name="connsiteX9" fmla="*/ 0 w 36500"/>
                    <a:gd name="connsiteY9" fmla="*/ 8681 h 12616"/>
                    <a:gd name="connsiteX10" fmla="*/ 0 w 36500"/>
                    <a:gd name="connsiteY10" fmla="*/ 5442 h 12616"/>
                    <a:gd name="connsiteX11" fmla="*/ 7781 w 36500"/>
                    <a:gd name="connsiteY11" fmla="*/ 5442 h 12616"/>
                    <a:gd name="connsiteX12" fmla="*/ 7781 w 36500"/>
                    <a:gd name="connsiteY12" fmla="*/ 202 h 12616"/>
                    <a:gd name="connsiteX13" fmla="*/ 10480 w 36500"/>
                    <a:gd name="connsiteY13" fmla="*/ 202 h 12616"/>
                    <a:gd name="connsiteX14" fmla="*/ 10480 w 36500"/>
                    <a:gd name="connsiteY14" fmla="*/ 5442 h 12616"/>
                    <a:gd name="connsiteX15" fmla="*/ 29641 w 36500"/>
                    <a:gd name="connsiteY15" fmla="*/ 5442 h 12616"/>
                    <a:gd name="connsiteX16" fmla="*/ 31418 w 36500"/>
                    <a:gd name="connsiteY16" fmla="*/ 5397 h 12616"/>
                    <a:gd name="connsiteX17" fmla="*/ 32655 w 36500"/>
                    <a:gd name="connsiteY17" fmla="*/ 5083 h 12616"/>
                    <a:gd name="connsiteX18" fmla="*/ 33352 w 36500"/>
                    <a:gd name="connsiteY18" fmla="*/ 4251 h 12616"/>
                    <a:gd name="connsiteX19" fmla="*/ 33577 w 36500"/>
                    <a:gd name="connsiteY19" fmla="*/ 2654 h 12616"/>
                    <a:gd name="connsiteX20" fmla="*/ 33464 w 36500"/>
                    <a:gd name="connsiteY20" fmla="*/ 1327 h 12616"/>
                    <a:gd name="connsiteX21" fmla="*/ 33194 w 36500"/>
                    <a:gd name="connsiteY21" fmla="*/ 0 h 12616"/>
                    <a:gd name="connsiteX22" fmla="*/ 35848 w 36500"/>
                    <a:gd name="connsiteY22" fmla="*/ 0 h 126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500" h="12616">
                      <a:moveTo>
                        <a:pt x="35848" y="0"/>
                      </a:moveTo>
                      <a:cubicBezTo>
                        <a:pt x="35916" y="405"/>
                        <a:pt x="36051" y="922"/>
                        <a:pt x="36231" y="1574"/>
                      </a:cubicBezTo>
                      <a:cubicBezTo>
                        <a:pt x="36411" y="2226"/>
                        <a:pt x="36501" y="2946"/>
                        <a:pt x="36501" y="3733"/>
                      </a:cubicBezTo>
                      <a:cubicBezTo>
                        <a:pt x="36501" y="5352"/>
                        <a:pt x="36096" y="6589"/>
                        <a:pt x="35286" y="7422"/>
                      </a:cubicBezTo>
                      <a:cubicBezTo>
                        <a:pt x="34476" y="8254"/>
                        <a:pt x="33037" y="8681"/>
                        <a:pt x="30945" y="8681"/>
                      </a:cubicBezTo>
                      <a:lnTo>
                        <a:pt x="10480" y="8681"/>
                      </a:lnTo>
                      <a:lnTo>
                        <a:pt x="10480" y="12617"/>
                      </a:lnTo>
                      <a:lnTo>
                        <a:pt x="7781" y="12617"/>
                      </a:lnTo>
                      <a:lnTo>
                        <a:pt x="7781" y="8681"/>
                      </a:lnTo>
                      <a:lnTo>
                        <a:pt x="0" y="8681"/>
                      </a:lnTo>
                      <a:lnTo>
                        <a:pt x="0" y="5442"/>
                      </a:lnTo>
                      <a:lnTo>
                        <a:pt x="7781" y="5442"/>
                      </a:lnTo>
                      <a:lnTo>
                        <a:pt x="7781" y="202"/>
                      </a:lnTo>
                      <a:lnTo>
                        <a:pt x="10480" y="202"/>
                      </a:lnTo>
                      <a:lnTo>
                        <a:pt x="10480" y="5442"/>
                      </a:lnTo>
                      <a:lnTo>
                        <a:pt x="29641" y="5442"/>
                      </a:lnTo>
                      <a:cubicBezTo>
                        <a:pt x="30316" y="5442"/>
                        <a:pt x="30923" y="5442"/>
                        <a:pt x="31418" y="5397"/>
                      </a:cubicBezTo>
                      <a:cubicBezTo>
                        <a:pt x="31913" y="5352"/>
                        <a:pt x="32340" y="5263"/>
                        <a:pt x="32655" y="5083"/>
                      </a:cubicBezTo>
                      <a:cubicBezTo>
                        <a:pt x="32970" y="4903"/>
                        <a:pt x="33217" y="4633"/>
                        <a:pt x="33352" y="4251"/>
                      </a:cubicBezTo>
                      <a:cubicBezTo>
                        <a:pt x="33487" y="3868"/>
                        <a:pt x="33577" y="3351"/>
                        <a:pt x="33577" y="2654"/>
                      </a:cubicBezTo>
                      <a:cubicBezTo>
                        <a:pt x="33577" y="2226"/>
                        <a:pt x="33532" y="1777"/>
                        <a:pt x="33464" y="1327"/>
                      </a:cubicBezTo>
                      <a:cubicBezTo>
                        <a:pt x="33397" y="877"/>
                        <a:pt x="33307" y="427"/>
                        <a:pt x="33194" y="0"/>
                      </a:cubicBezTo>
                      <a:lnTo>
                        <a:pt x="35848" y="0"/>
                      </a:lnTo>
                      <a:close/>
                    </a:path>
                  </a:pathLst>
                </a:custGeom>
                <a:solidFill>
                  <a:srgbClr val="231F20"/>
                </a:solidFill>
                <a:ln w="2249" cap="flat">
                  <a:noFill/>
                  <a:prstDash val="solid"/>
                  <a:miter/>
                </a:ln>
              </p:spPr>
              <p:txBody>
                <a:bodyPr rtlCol="0" anchor="ctr"/>
                <a:lstStyle/>
                <a:p>
                  <a:endParaRPr lang="en-US"/>
                </a:p>
              </p:txBody>
            </p:sp>
            <p:sp>
              <p:nvSpPr>
                <p:cNvPr id="4221" name="Freeform 4220">
                  <a:extLst>
                    <a:ext uri="{FF2B5EF4-FFF2-40B4-BE49-F238E27FC236}">
                      <a16:creationId xmlns:a16="http://schemas.microsoft.com/office/drawing/2014/main" id="{2BA69924-DE15-E837-4064-C8E998DBD8FD}"/>
                    </a:ext>
                  </a:extLst>
                </p:cNvPr>
                <p:cNvSpPr/>
                <p:nvPr/>
              </p:nvSpPr>
              <p:spPr>
                <a:xfrm>
                  <a:off x="3273626" y="2420477"/>
                  <a:ext cx="36500" cy="12616"/>
                </a:xfrm>
                <a:custGeom>
                  <a:avLst/>
                  <a:gdLst>
                    <a:gd name="connsiteX0" fmla="*/ 35848 w 36500"/>
                    <a:gd name="connsiteY0" fmla="*/ 0 h 12616"/>
                    <a:gd name="connsiteX1" fmla="*/ 36231 w 36500"/>
                    <a:gd name="connsiteY1" fmla="*/ 1574 h 12616"/>
                    <a:gd name="connsiteX2" fmla="*/ 36501 w 36500"/>
                    <a:gd name="connsiteY2" fmla="*/ 3733 h 12616"/>
                    <a:gd name="connsiteX3" fmla="*/ 35286 w 36500"/>
                    <a:gd name="connsiteY3" fmla="*/ 7422 h 12616"/>
                    <a:gd name="connsiteX4" fmla="*/ 30945 w 36500"/>
                    <a:gd name="connsiteY4" fmla="*/ 8681 h 12616"/>
                    <a:gd name="connsiteX5" fmla="*/ 10480 w 36500"/>
                    <a:gd name="connsiteY5" fmla="*/ 8681 h 12616"/>
                    <a:gd name="connsiteX6" fmla="*/ 10480 w 36500"/>
                    <a:gd name="connsiteY6" fmla="*/ 12617 h 12616"/>
                    <a:gd name="connsiteX7" fmla="*/ 7781 w 36500"/>
                    <a:gd name="connsiteY7" fmla="*/ 12617 h 12616"/>
                    <a:gd name="connsiteX8" fmla="*/ 7781 w 36500"/>
                    <a:gd name="connsiteY8" fmla="*/ 8681 h 12616"/>
                    <a:gd name="connsiteX9" fmla="*/ 0 w 36500"/>
                    <a:gd name="connsiteY9" fmla="*/ 8681 h 12616"/>
                    <a:gd name="connsiteX10" fmla="*/ 0 w 36500"/>
                    <a:gd name="connsiteY10" fmla="*/ 5442 h 12616"/>
                    <a:gd name="connsiteX11" fmla="*/ 7781 w 36500"/>
                    <a:gd name="connsiteY11" fmla="*/ 5442 h 12616"/>
                    <a:gd name="connsiteX12" fmla="*/ 7781 w 36500"/>
                    <a:gd name="connsiteY12" fmla="*/ 202 h 12616"/>
                    <a:gd name="connsiteX13" fmla="*/ 10480 w 36500"/>
                    <a:gd name="connsiteY13" fmla="*/ 202 h 12616"/>
                    <a:gd name="connsiteX14" fmla="*/ 10480 w 36500"/>
                    <a:gd name="connsiteY14" fmla="*/ 5442 h 12616"/>
                    <a:gd name="connsiteX15" fmla="*/ 29641 w 36500"/>
                    <a:gd name="connsiteY15" fmla="*/ 5442 h 12616"/>
                    <a:gd name="connsiteX16" fmla="*/ 31418 w 36500"/>
                    <a:gd name="connsiteY16" fmla="*/ 5397 h 12616"/>
                    <a:gd name="connsiteX17" fmla="*/ 32655 w 36500"/>
                    <a:gd name="connsiteY17" fmla="*/ 5083 h 12616"/>
                    <a:gd name="connsiteX18" fmla="*/ 33352 w 36500"/>
                    <a:gd name="connsiteY18" fmla="*/ 4251 h 12616"/>
                    <a:gd name="connsiteX19" fmla="*/ 33577 w 36500"/>
                    <a:gd name="connsiteY19" fmla="*/ 2654 h 12616"/>
                    <a:gd name="connsiteX20" fmla="*/ 33464 w 36500"/>
                    <a:gd name="connsiteY20" fmla="*/ 1327 h 12616"/>
                    <a:gd name="connsiteX21" fmla="*/ 33194 w 36500"/>
                    <a:gd name="connsiteY21" fmla="*/ 0 h 12616"/>
                    <a:gd name="connsiteX22" fmla="*/ 35848 w 36500"/>
                    <a:gd name="connsiteY22" fmla="*/ 0 h 126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500" h="12616">
                      <a:moveTo>
                        <a:pt x="35848" y="0"/>
                      </a:moveTo>
                      <a:cubicBezTo>
                        <a:pt x="35916" y="405"/>
                        <a:pt x="36051" y="922"/>
                        <a:pt x="36231" y="1574"/>
                      </a:cubicBezTo>
                      <a:cubicBezTo>
                        <a:pt x="36411" y="2226"/>
                        <a:pt x="36501" y="2946"/>
                        <a:pt x="36501" y="3733"/>
                      </a:cubicBezTo>
                      <a:cubicBezTo>
                        <a:pt x="36501" y="5352"/>
                        <a:pt x="36096" y="6589"/>
                        <a:pt x="35286" y="7422"/>
                      </a:cubicBezTo>
                      <a:cubicBezTo>
                        <a:pt x="34476" y="8254"/>
                        <a:pt x="33037" y="8681"/>
                        <a:pt x="30945" y="8681"/>
                      </a:cubicBezTo>
                      <a:lnTo>
                        <a:pt x="10480" y="8681"/>
                      </a:lnTo>
                      <a:lnTo>
                        <a:pt x="10480" y="12617"/>
                      </a:lnTo>
                      <a:lnTo>
                        <a:pt x="7781" y="12617"/>
                      </a:lnTo>
                      <a:lnTo>
                        <a:pt x="7781" y="8681"/>
                      </a:lnTo>
                      <a:lnTo>
                        <a:pt x="0" y="8681"/>
                      </a:lnTo>
                      <a:lnTo>
                        <a:pt x="0" y="5442"/>
                      </a:lnTo>
                      <a:lnTo>
                        <a:pt x="7781" y="5442"/>
                      </a:lnTo>
                      <a:lnTo>
                        <a:pt x="7781" y="202"/>
                      </a:lnTo>
                      <a:lnTo>
                        <a:pt x="10480" y="202"/>
                      </a:lnTo>
                      <a:lnTo>
                        <a:pt x="10480" y="5442"/>
                      </a:lnTo>
                      <a:lnTo>
                        <a:pt x="29641" y="5442"/>
                      </a:lnTo>
                      <a:cubicBezTo>
                        <a:pt x="30316" y="5442"/>
                        <a:pt x="30923" y="5442"/>
                        <a:pt x="31418" y="5397"/>
                      </a:cubicBezTo>
                      <a:cubicBezTo>
                        <a:pt x="31913" y="5352"/>
                        <a:pt x="32340" y="5263"/>
                        <a:pt x="32655" y="5083"/>
                      </a:cubicBezTo>
                      <a:cubicBezTo>
                        <a:pt x="32970" y="4903"/>
                        <a:pt x="33217" y="4633"/>
                        <a:pt x="33352" y="4251"/>
                      </a:cubicBezTo>
                      <a:cubicBezTo>
                        <a:pt x="33487" y="3868"/>
                        <a:pt x="33577" y="3351"/>
                        <a:pt x="33577" y="2654"/>
                      </a:cubicBezTo>
                      <a:cubicBezTo>
                        <a:pt x="33577" y="2226"/>
                        <a:pt x="33532" y="1777"/>
                        <a:pt x="33464" y="1327"/>
                      </a:cubicBezTo>
                      <a:cubicBezTo>
                        <a:pt x="33397" y="877"/>
                        <a:pt x="33307" y="427"/>
                        <a:pt x="33194" y="0"/>
                      </a:cubicBezTo>
                      <a:lnTo>
                        <a:pt x="35848" y="0"/>
                      </a:lnTo>
                      <a:close/>
                    </a:path>
                  </a:pathLst>
                </a:custGeom>
                <a:solidFill>
                  <a:srgbClr val="231F20"/>
                </a:solidFill>
                <a:ln w="2249" cap="flat">
                  <a:noFill/>
                  <a:prstDash val="solid"/>
                  <a:miter/>
                </a:ln>
              </p:spPr>
              <p:txBody>
                <a:bodyPr rtlCol="0" anchor="ctr"/>
                <a:lstStyle/>
                <a:p>
                  <a:endParaRPr lang="en-US"/>
                </a:p>
              </p:txBody>
            </p:sp>
            <p:sp>
              <p:nvSpPr>
                <p:cNvPr id="4222" name="Freeform 4221">
                  <a:extLst>
                    <a:ext uri="{FF2B5EF4-FFF2-40B4-BE49-F238E27FC236}">
                      <a16:creationId xmlns:a16="http://schemas.microsoft.com/office/drawing/2014/main" id="{32393427-C36D-2F3E-6A1E-24BA65902502}"/>
                    </a:ext>
                  </a:extLst>
                </p:cNvPr>
                <p:cNvSpPr/>
                <p:nvPr/>
              </p:nvSpPr>
              <p:spPr>
                <a:xfrm>
                  <a:off x="3280665" y="2391644"/>
                  <a:ext cx="29484" cy="25167"/>
                </a:xfrm>
                <a:custGeom>
                  <a:avLst/>
                  <a:gdLst>
                    <a:gd name="connsiteX0" fmla="*/ 15473 w 29484"/>
                    <a:gd name="connsiteY0" fmla="*/ 21659 h 25167"/>
                    <a:gd name="connsiteX1" fmla="*/ 19768 w 29484"/>
                    <a:gd name="connsiteY1" fmla="*/ 21074 h 25167"/>
                    <a:gd name="connsiteX2" fmla="*/ 23277 w 29484"/>
                    <a:gd name="connsiteY2" fmla="*/ 19320 h 25167"/>
                    <a:gd name="connsiteX3" fmla="*/ 25661 w 29484"/>
                    <a:gd name="connsiteY3" fmla="*/ 16374 h 25167"/>
                    <a:gd name="connsiteX4" fmla="*/ 26560 w 29484"/>
                    <a:gd name="connsiteY4" fmla="*/ 12281 h 25167"/>
                    <a:gd name="connsiteX5" fmla="*/ 24896 w 29484"/>
                    <a:gd name="connsiteY5" fmla="*/ 6838 h 25167"/>
                    <a:gd name="connsiteX6" fmla="*/ 20151 w 29484"/>
                    <a:gd name="connsiteY6" fmla="*/ 3825 h 25167"/>
                    <a:gd name="connsiteX7" fmla="*/ 20151 w 29484"/>
                    <a:gd name="connsiteY7" fmla="*/ 204 h 25167"/>
                    <a:gd name="connsiteX8" fmla="*/ 23839 w 29484"/>
                    <a:gd name="connsiteY8" fmla="*/ 1778 h 25167"/>
                    <a:gd name="connsiteX9" fmla="*/ 26808 w 29484"/>
                    <a:gd name="connsiteY9" fmla="*/ 4207 h 25167"/>
                    <a:gd name="connsiteX10" fmla="*/ 28787 w 29484"/>
                    <a:gd name="connsiteY10" fmla="*/ 7670 h 25167"/>
                    <a:gd name="connsiteX11" fmla="*/ 29484 w 29484"/>
                    <a:gd name="connsiteY11" fmla="*/ 12303 h 25167"/>
                    <a:gd name="connsiteX12" fmla="*/ 28360 w 29484"/>
                    <a:gd name="connsiteY12" fmla="*/ 18083 h 25167"/>
                    <a:gd name="connsiteX13" fmla="*/ 25256 w 29484"/>
                    <a:gd name="connsiteY13" fmla="*/ 22086 h 25167"/>
                    <a:gd name="connsiteX14" fmla="*/ 20623 w 29484"/>
                    <a:gd name="connsiteY14" fmla="*/ 24403 h 25167"/>
                    <a:gd name="connsiteX15" fmla="*/ 14866 w 29484"/>
                    <a:gd name="connsiteY15" fmla="*/ 25167 h 25167"/>
                    <a:gd name="connsiteX16" fmla="*/ 9086 w 29484"/>
                    <a:gd name="connsiteY16" fmla="*/ 24268 h 25167"/>
                    <a:gd name="connsiteX17" fmla="*/ 4363 w 29484"/>
                    <a:gd name="connsiteY17" fmla="*/ 21726 h 25167"/>
                    <a:gd name="connsiteX18" fmla="*/ 1170 w 29484"/>
                    <a:gd name="connsiteY18" fmla="*/ 17701 h 25167"/>
                    <a:gd name="connsiteX19" fmla="*/ 0 w 29484"/>
                    <a:gd name="connsiteY19" fmla="*/ 12303 h 25167"/>
                    <a:gd name="connsiteX20" fmla="*/ 3958 w 29484"/>
                    <a:gd name="connsiteY20" fmla="*/ 3240 h 25167"/>
                    <a:gd name="connsiteX21" fmla="*/ 15473 w 29484"/>
                    <a:gd name="connsiteY21" fmla="*/ 1 h 25167"/>
                    <a:gd name="connsiteX22" fmla="*/ 15473 w 29484"/>
                    <a:gd name="connsiteY22" fmla="*/ 21704 h 25167"/>
                    <a:gd name="connsiteX23" fmla="*/ 12774 w 29484"/>
                    <a:gd name="connsiteY23" fmla="*/ 3420 h 25167"/>
                    <a:gd name="connsiteX24" fmla="*/ 8906 w 29484"/>
                    <a:gd name="connsiteY24" fmla="*/ 3982 h 25167"/>
                    <a:gd name="connsiteX25" fmla="*/ 5780 w 29484"/>
                    <a:gd name="connsiteY25" fmla="*/ 5646 h 25167"/>
                    <a:gd name="connsiteX26" fmla="*/ 3666 w 29484"/>
                    <a:gd name="connsiteY26" fmla="*/ 8435 h 25167"/>
                    <a:gd name="connsiteX27" fmla="*/ 2879 w 29484"/>
                    <a:gd name="connsiteY27" fmla="*/ 12258 h 25167"/>
                    <a:gd name="connsiteX28" fmla="*/ 3688 w 29484"/>
                    <a:gd name="connsiteY28" fmla="*/ 16059 h 25167"/>
                    <a:gd name="connsiteX29" fmla="*/ 5848 w 29484"/>
                    <a:gd name="connsiteY29" fmla="*/ 18870 h 25167"/>
                    <a:gd name="connsiteX30" fmla="*/ 8974 w 29484"/>
                    <a:gd name="connsiteY30" fmla="*/ 20737 h 25167"/>
                    <a:gd name="connsiteX31" fmla="*/ 12752 w 29484"/>
                    <a:gd name="connsiteY31" fmla="*/ 21659 h 25167"/>
                    <a:gd name="connsiteX32" fmla="*/ 12752 w 29484"/>
                    <a:gd name="connsiteY32"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4" h="25167">
                      <a:moveTo>
                        <a:pt x="15473" y="21659"/>
                      </a:moveTo>
                      <a:cubicBezTo>
                        <a:pt x="16980" y="21659"/>
                        <a:pt x="18419" y="21456"/>
                        <a:pt x="19768" y="21074"/>
                      </a:cubicBezTo>
                      <a:cubicBezTo>
                        <a:pt x="21118" y="20669"/>
                        <a:pt x="22287" y="20085"/>
                        <a:pt x="23277" y="19320"/>
                      </a:cubicBezTo>
                      <a:cubicBezTo>
                        <a:pt x="24266" y="18555"/>
                        <a:pt x="25053" y="17566"/>
                        <a:pt x="25661" y="16374"/>
                      </a:cubicBezTo>
                      <a:cubicBezTo>
                        <a:pt x="26245" y="15182"/>
                        <a:pt x="26560" y="13810"/>
                        <a:pt x="26560" y="12281"/>
                      </a:cubicBezTo>
                      <a:cubicBezTo>
                        <a:pt x="26560" y="10167"/>
                        <a:pt x="25998" y="8345"/>
                        <a:pt x="24896" y="6838"/>
                      </a:cubicBezTo>
                      <a:cubicBezTo>
                        <a:pt x="23772" y="5331"/>
                        <a:pt x="22197" y="4319"/>
                        <a:pt x="20151" y="3825"/>
                      </a:cubicBezTo>
                      <a:lnTo>
                        <a:pt x="20151" y="204"/>
                      </a:lnTo>
                      <a:cubicBezTo>
                        <a:pt x="21478" y="609"/>
                        <a:pt x="22715" y="1126"/>
                        <a:pt x="23839" y="1778"/>
                      </a:cubicBezTo>
                      <a:cubicBezTo>
                        <a:pt x="24964" y="2430"/>
                        <a:pt x="25953" y="3240"/>
                        <a:pt x="26808" y="4207"/>
                      </a:cubicBezTo>
                      <a:cubicBezTo>
                        <a:pt x="27662" y="5174"/>
                        <a:pt x="28315" y="6321"/>
                        <a:pt x="28787" y="7670"/>
                      </a:cubicBezTo>
                      <a:cubicBezTo>
                        <a:pt x="29259" y="8997"/>
                        <a:pt x="29484" y="10549"/>
                        <a:pt x="29484" y="12303"/>
                      </a:cubicBezTo>
                      <a:cubicBezTo>
                        <a:pt x="29484" y="14530"/>
                        <a:pt x="29102" y="16464"/>
                        <a:pt x="28360" y="18083"/>
                      </a:cubicBezTo>
                      <a:cubicBezTo>
                        <a:pt x="27595" y="19702"/>
                        <a:pt x="26560" y="21029"/>
                        <a:pt x="25256" y="22086"/>
                      </a:cubicBezTo>
                      <a:cubicBezTo>
                        <a:pt x="23951" y="23121"/>
                        <a:pt x="22400" y="23908"/>
                        <a:pt x="20623" y="24403"/>
                      </a:cubicBezTo>
                      <a:cubicBezTo>
                        <a:pt x="18846" y="24897"/>
                        <a:pt x="16935" y="25167"/>
                        <a:pt x="14866" y="25167"/>
                      </a:cubicBezTo>
                      <a:cubicBezTo>
                        <a:pt x="12797" y="25167"/>
                        <a:pt x="10885" y="24875"/>
                        <a:pt x="9086" y="24268"/>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close/>
                      <a:moveTo>
                        <a:pt x="12774" y="3420"/>
                      </a:moveTo>
                      <a:cubicBezTo>
                        <a:pt x="11402" y="3420"/>
                        <a:pt x="10120" y="3600"/>
                        <a:pt x="8906" y="3982"/>
                      </a:cubicBezTo>
                      <a:cubicBezTo>
                        <a:pt x="7692" y="4364"/>
                        <a:pt x="6657" y="4927"/>
                        <a:pt x="5780" y="5646"/>
                      </a:cubicBezTo>
                      <a:cubicBezTo>
                        <a:pt x="4903" y="6388"/>
                        <a:pt x="4206" y="7310"/>
                        <a:pt x="3666" y="8435"/>
                      </a:cubicBezTo>
                      <a:cubicBezTo>
                        <a:pt x="3149" y="9559"/>
                        <a:pt x="2879" y="10819"/>
                        <a:pt x="2879" y="12258"/>
                      </a:cubicBezTo>
                      <a:cubicBezTo>
                        <a:pt x="2879" y="13697"/>
                        <a:pt x="3149" y="14957"/>
                        <a:pt x="3688" y="16059"/>
                      </a:cubicBezTo>
                      <a:cubicBezTo>
                        <a:pt x="4228" y="17161"/>
                        <a:pt x="4948" y="18083"/>
                        <a:pt x="5848" y="18870"/>
                      </a:cubicBezTo>
                      <a:cubicBezTo>
                        <a:pt x="6747" y="19635"/>
                        <a:pt x="7782" y="20264"/>
                        <a:pt x="8974" y="20737"/>
                      </a:cubicBezTo>
                      <a:cubicBezTo>
                        <a:pt x="10165" y="21209"/>
                        <a:pt x="11425" y="21501"/>
                        <a:pt x="12752" y="21659"/>
                      </a:cubicBezTo>
                      <a:lnTo>
                        <a:pt x="12752" y="3420"/>
                      </a:lnTo>
                      <a:close/>
                    </a:path>
                  </a:pathLst>
                </a:custGeom>
                <a:solidFill>
                  <a:srgbClr val="231F20"/>
                </a:solidFill>
                <a:ln w="2249" cap="flat">
                  <a:noFill/>
                  <a:prstDash val="solid"/>
                  <a:miter/>
                </a:ln>
              </p:spPr>
              <p:txBody>
                <a:bodyPr rtlCol="0" anchor="ctr"/>
                <a:lstStyle/>
                <a:p>
                  <a:endParaRPr lang="en-US"/>
                </a:p>
              </p:txBody>
            </p:sp>
            <p:sp>
              <p:nvSpPr>
                <p:cNvPr id="4223" name="Freeform 4222">
                  <a:extLst>
                    <a:ext uri="{FF2B5EF4-FFF2-40B4-BE49-F238E27FC236}">
                      <a16:creationId xmlns:a16="http://schemas.microsoft.com/office/drawing/2014/main" id="{A41D288C-432A-7E41-C838-979DBA252CAD}"/>
                    </a:ext>
                  </a:extLst>
                </p:cNvPr>
                <p:cNvSpPr/>
                <p:nvPr/>
              </p:nvSpPr>
              <p:spPr>
                <a:xfrm>
                  <a:off x="3280642" y="2372642"/>
                  <a:ext cx="28718" cy="12481"/>
                </a:xfrm>
                <a:custGeom>
                  <a:avLst/>
                  <a:gdLst>
                    <a:gd name="connsiteX0" fmla="*/ 28719 w 28718"/>
                    <a:gd name="connsiteY0" fmla="*/ 9243 h 12481"/>
                    <a:gd name="connsiteX1" fmla="*/ 28719 w 28718"/>
                    <a:gd name="connsiteY1" fmla="*/ 12482 h 12481"/>
                    <a:gd name="connsiteX2" fmla="*/ 765 w 28718"/>
                    <a:gd name="connsiteY2" fmla="*/ 12482 h 12481"/>
                    <a:gd name="connsiteX3" fmla="*/ 765 w 28718"/>
                    <a:gd name="connsiteY3" fmla="*/ 9243 h 12481"/>
                    <a:gd name="connsiteX4" fmla="*/ 6005 w 28718"/>
                    <a:gd name="connsiteY4" fmla="*/ 9243 h 12481"/>
                    <a:gd name="connsiteX5" fmla="*/ 6005 w 28718"/>
                    <a:gd name="connsiteY5" fmla="*/ 9131 h 12481"/>
                    <a:gd name="connsiteX6" fmla="*/ 1327 w 28718"/>
                    <a:gd name="connsiteY6" fmla="*/ 5645 h 12481"/>
                    <a:gd name="connsiteX7" fmla="*/ 0 w 28718"/>
                    <a:gd name="connsiteY7" fmla="*/ 0 h 12481"/>
                    <a:gd name="connsiteX8" fmla="*/ 3508 w 28718"/>
                    <a:gd name="connsiteY8" fmla="*/ 0 h 12481"/>
                    <a:gd name="connsiteX9" fmla="*/ 4363 w 28718"/>
                    <a:gd name="connsiteY9" fmla="*/ 4543 h 12481"/>
                    <a:gd name="connsiteX10" fmla="*/ 6837 w 28718"/>
                    <a:gd name="connsiteY10" fmla="*/ 7377 h 12481"/>
                    <a:gd name="connsiteX11" fmla="*/ 10525 w 28718"/>
                    <a:gd name="connsiteY11" fmla="*/ 8838 h 12481"/>
                    <a:gd name="connsiteX12" fmla="*/ 14978 w 28718"/>
                    <a:gd name="connsiteY12" fmla="*/ 9243 h 12481"/>
                    <a:gd name="connsiteX13" fmla="*/ 28696 w 28718"/>
                    <a:gd name="connsiteY13" fmla="*/ 9243 h 1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718" h="12481">
                      <a:moveTo>
                        <a:pt x="28719" y="9243"/>
                      </a:moveTo>
                      <a:lnTo>
                        <a:pt x="28719" y="12482"/>
                      </a:lnTo>
                      <a:lnTo>
                        <a:pt x="765" y="12482"/>
                      </a:lnTo>
                      <a:lnTo>
                        <a:pt x="765" y="9243"/>
                      </a:lnTo>
                      <a:lnTo>
                        <a:pt x="6005" y="9243"/>
                      </a:lnTo>
                      <a:lnTo>
                        <a:pt x="6005" y="9131"/>
                      </a:lnTo>
                      <a:cubicBezTo>
                        <a:pt x="3778" y="8231"/>
                        <a:pt x="2226" y="7062"/>
                        <a:pt x="1327" y="5645"/>
                      </a:cubicBezTo>
                      <a:cubicBezTo>
                        <a:pt x="450" y="4228"/>
                        <a:pt x="0" y="2339"/>
                        <a:pt x="0" y="0"/>
                      </a:cubicBezTo>
                      <a:lnTo>
                        <a:pt x="3508" y="0"/>
                      </a:lnTo>
                      <a:cubicBezTo>
                        <a:pt x="3463" y="1844"/>
                        <a:pt x="3756" y="3351"/>
                        <a:pt x="4363" y="4543"/>
                      </a:cubicBezTo>
                      <a:cubicBezTo>
                        <a:pt x="4970" y="5735"/>
                        <a:pt x="5802" y="6679"/>
                        <a:pt x="6837" y="7377"/>
                      </a:cubicBezTo>
                      <a:cubicBezTo>
                        <a:pt x="7871" y="8074"/>
                        <a:pt x="9108" y="8569"/>
                        <a:pt x="10525" y="8838"/>
                      </a:cubicBezTo>
                      <a:cubicBezTo>
                        <a:pt x="11942" y="9108"/>
                        <a:pt x="13426" y="9243"/>
                        <a:pt x="14978" y="9243"/>
                      </a:cubicBezTo>
                      <a:lnTo>
                        <a:pt x="28696" y="9243"/>
                      </a:lnTo>
                      <a:close/>
                    </a:path>
                  </a:pathLst>
                </a:custGeom>
                <a:solidFill>
                  <a:srgbClr val="231F20"/>
                </a:solidFill>
                <a:ln w="2249" cap="flat">
                  <a:noFill/>
                  <a:prstDash val="solid"/>
                  <a:miter/>
                </a:ln>
              </p:spPr>
              <p:txBody>
                <a:bodyPr rtlCol="0" anchor="ctr"/>
                <a:lstStyle/>
                <a:p>
                  <a:endParaRPr lang="en-US"/>
                </a:p>
              </p:txBody>
            </p:sp>
          </p:grpSp>
          <p:grpSp>
            <p:nvGrpSpPr>
              <p:cNvPr id="4224" name="Graphic 4479">
                <a:extLst>
                  <a:ext uri="{FF2B5EF4-FFF2-40B4-BE49-F238E27FC236}">
                    <a16:creationId xmlns:a16="http://schemas.microsoft.com/office/drawing/2014/main" id="{B043E243-5275-D799-6419-BDCDD5644154}"/>
                  </a:ext>
                </a:extLst>
              </p:cNvPr>
              <p:cNvGrpSpPr/>
              <p:nvPr/>
            </p:nvGrpSpPr>
            <p:grpSpPr>
              <a:xfrm>
                <a:off x="1263365" y="5401697"/>
                <a:ext cx="110463" cy="526729"/>
                <a:chOff x="3287209" y="2772932"/>
                <a:chExt cx="29506" cy="140696"/>
              </a:xfrm>
              <a:solidFill>
                <a:srgbClr val="231F20"/>
              </a:solidFill>
            </p:grpSpPr>
            <p:sp>
              <p:nvSpPr>
                <p:cNvPr id="4225" name="Freeform 4224">
                  <a:extLst>
                    <a:ext uri="{FF2B5EF4-FFF2-40B4-BE49-F238E27FC236}">
                      <a16:creationId xmlns:a16="http://schemas.microsoft.com/office/drawing/2014/main" id="{F0BF99E6-FD50-95FD-4FCF-DDFCFE89E9A8}"/>
                    </a:ext>
                  </a:extLst>
                </p:cNvPr>
                <p:cNvSpPr/>
                <p:nvPr/>
              </p:nvSpPr>
              <p:spPr>
                <a:xfrm>
                  <a:off x="3287974" y="2876273"/>
                  <a:ext cx="27954" cy="37355"/>
                </a:xfrm>
                <a:custGeom>
                  <a:avLst/>
                  <a:gdLst>
                    <a:gd name="connsiteX0" fmla="*/ 23637 w 27954"/>
                    <a:gd name="connsiteY0" fmla="*/ 10615 h 37355"/>
                    <a:gd name="connsiteX1" fmla="*/ 0 w 27954"/>
                    <a:gd name="connsiteY1" fmla="*/ 3284 h 37355"/>
                    <a:gd name="connsiteX2" fmla="*/ 0 w 27954"/>
                    <a:gd name="connsiteY2" fmla="*/ 0 h 37355"/>
                    <a:gd name="connsiteX3" fmla="*/ 27955 w 27954"/>
                    <a:gd name="connsiteY3" fmla="*/ 9063 h 37355"/>
                    <a:gd name="connsiteX4" fmla="*/ 27955 w 27954"/>
                    <a:gd name="connsiteY4" fmla="*/ 12527 h 37355"/>
                    <a:gd name="connsiteX5" fmla="*/ 4476 w 27954"/>
                    <a:gd name="connsiteY5" fmla="*/ 18621 h 37355"/>
                    <a:gd name="connsiteX6" fmla="*/ 4476 w 27954"/>
                    <a:gd name="connsiteY6" fmla="*/ 18734 h 37355"/>
                    <a:gd name="connsiteX7" fmla="*/ 27955 w 27954"/>
                    <a:gd name="connsiteY7" fmla="*/ 24941 h 37355"/>
                    <a:gd name="connsiteX8" fmla="*/ 27955 w 27954"/>
                    <a:gd name="connsiteY8" fmla="*/ 28832 h 37355"/>
                    <a:gd name="connsiteX9" fmla="*/ 0 w 27954"/>
                    <a:gd name="connsiteY9" fmla="*/ 37355 h 37355"/>
                    <a:gd name="connsiteX10" fmla="*/ 0 w 27954"/>
                    <a:gd name="connsiteY10" fmla="*/ 34117 h 37355"/>
                    <a:gd name="connsiteX11" fmla="*/ 23862 w 27954"/>
                    <a:gd name="connsiteY11" fmla="*/ 26875 h 37355"/>
                    <a:gd name="connsiteX12" fmla="*/ 0 w 27954"/>
                    <a:gd name="connsiteY12" fmla="*/ 20398 h 37355"/>
                    <a:gd name="connsiteX13" fmla="*/ 0 w 27954"/>
                    <a:gd name="connsiteY13" fmla="*/ 16777 h 37355"/>
                    <a:gd name="connsiteX14" fmla="*/ 23637 w 27954"/>
                    <a:gd name="connsiteY14" fmla="*/ 10615 h 37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7954" h="37355">
                      <a:moveTo>
                        <a:pt x="23637" y="10615"/>
                      </a:moveTo>
                      <a:lnTo>
                        <a:pt x="0" y="3284"/>
                      </a:lnTo>
                      <a:lnTo>
                        <a:pt x="0" y="0"/>
                      </a:lnTo>
                      <a:lnTo>
                        <a:pt x="27955" y="9063"/>
                      </a:lnTo>
                      <a:lnTo>
                        <a:pt x="27955" y="12527"/>
                      </a:lnTo>
                      <a:lnTo>
                        <a:pt x="4476" y="18621"/>
                      </a:lnTo>
                      <a:lnTo>
                        <a:pt x="4476" y="18734"/>
                      </a:lnTo>
                      <a:lnTo>
                        <a:pt x="27955" y="24941"/>
                      </a:lnTo>
                      <a:lnTo>
                        <a:pt x="27955" y="28832"/>
                      </a:lnTo>
                      <a:lnTo>
                        <a:pt x="0" y="37355"/>
                      </a:lnTo>
                      <a:lnTo>
                        <a:pt x="0" y="34117"/>
                      </a:lnTo>
                      <a:lnTo>
                        <a:pt x="23862" y="26875"/>
                      </a:lnTo>
                      <a:lnTo>
                        <a:pt x="0" y="20398"/>
                      </a:lnTo>
                      <a:lnTo>
                        <a:pt x="0" y="16777"/>
                      </a:lnTo>
                      <a:lnTo>
                        <a:pt x="23637" y="10615"/>
                      </a:lnTo>
                      <a:close/>
                    </a:path>
                  </a:pathLst>
                </a:custGeom>
                <a:solidFill>
                  <a:srgbClr val="231F20"/>
                </a:solidFill>
                <a:ln w="2249" cap="flat">
                  <a:noFill/>
                  <a:prstDash val="solid"/>
                  <a:miter/>
                </a:ln>
              </p:spPr>
              <p:txBody>
                <a:bodyPr rtlCol="0" anchor="ctr"/>
                <a:lstStyle/>
                <a:p>
                  <a:endParaRPr lang="en-US"/>
                </a:p>
              </p:txBody>
            </p:sp>
            <p:sp>
              <p:nvSpPr>
                <p:cNvPr id="4226" name="Freeform 4225">
                  <a:extLst>
                    <a:ext uri="{FF2B5EF4-FFF2-40B4-BE49-F238E27FC236}">
                      <a16:creationId xmlns:a16="http://schemas.microsoft.com/office/drawing/2014/main" id="{419CAC21-5E88-81CF-AEF8-CB301B082314}"/>
                    </a:ext>
                  </a:extLst>
                </p:cNvPr>
                <p:cNvSpPr/>
                <p:nvPr/>
              </p:nvSpPr>
              <p:spPr>
                <a:xfrm>
                  <a:off x="3287209" y="2847487"/>
                  <a:ext cx="29483" cy="25907"/>
                </a:xfrm>
                <a:custGeom>
                  <a:avLst/>
                  <a:gdLst>
                    <a:gd name="connsiteX0" fmla="*/ 29484 w 29483"/>
                    <a:gd name="connsiteY0" fmla="*/ 12954 h 25907"/>
                    <a:gd name="connsiteX1" fmla="*/ 28517 w 29483"/>
                    <a:gd name="connsiteY1" fmla="*/ 17992 h 25907"/>
                    <a:gd name="connsiteX2" fmla="*/ 25773 w 29483"/>
                    <a:gd name="connsiteY2" fmla="*/ 22085 h 25907"/>
                    <a:gd name="connsiteX3" fmla="*/ 21185 w 29483"/>
                    <a:gd name="connsiteY3" fmla="*/ 24873 h 25907"/>
                    <a:gd name="connsiteX4" fmla="*/ 14753 w 29483"/>
                    <a:gd name="connsiteY4" fmla="*/ 25908 h 25907"/>
                    <a:gd name="connsiteX5" fmla="*/ 8996 w 29483"/>
                    <a:gd name="connsiteY5" fmla="*/ 25098 h 25907"/>
                    <a:gd name="connsiteX6" fmla="*/ 4318 w 29483"/>
                    <a:gd name="connsiteY6" fmla="*/ 22669 h 25907"/>
                    <a:gd name="connsiteX7" fmla="*/ 1170 w 29483"/>
                    <a:gd name="connsiteY7" fmla="*/ 18621 h 25907"/>
                    <a:gd name="connsiteX8" fmla="*/ 0 w 29483"/>
                    <a:gd name="connsiteY8" fmla="*/ 12954 h 25907"/>
                    <a:gd name="connsiteX9" fmla="*/ 1170 w 29483"/>
                    <a:gd name="connsiteY9" fmla="*/ 7242 h 25907"/>
                    <a:gd name="connsiteX10" fmla="*/ 4296 w 29483"/>
                    <a:gd name="connsiteY10" fmla="*/ 3193 h 25907"/>
                    <a:gd name="connsiteX11" fmla="*/ 8973 w 29483"/>
                    <a:gd name="connsiteY11" fmla="*/ 787 h 25907"/>
                    <a:gd name="connsiteX12" fmla="*/ 14753 w 29483"/>
                    <a:gd name="connsiteY12" fmla="*/ 0 h 25907"/>
                    <a:gd name="connsiteX13" fmla="*/ 20803 w 29483"/>
                    <a:gd name="connsiteY13" fmla="*/ 922 h 25907"/>
                    <a:gd name="connsiteX14" fmla="*/ 25436 w 29483"/>
                    <a:gd name="connsiteY14" fmla="*/ 3531 h 25907"/>
                    <a:gd name="connsiteX15" fmla="*/ 28427 w 29483"/>
                    <a:gd name="connsiteY15" fmla="*/ 7624 h 25907"/>
                    <a:gd name="connsiteX16" fmla="*/ 29484 w 29483"/>
                    <a:gd name="connsiteY16" fmla="*/ 12932 h 25907"/>
                    <a:gd name="connsiteX17" fmla="*/ 14753 w 29483"/>
                    <a:gd name="connsiteY17" fmla="*/ 3441 h 25907"/>
                    <a:gd name="connsiteX18" fmla="*/ 10120 w 29483"/>
                    <a:gd name="connsiteY18" fmla="*/ 3981 h 25907"/>
                    <a:gd name="connsiteX19" fmla="*/ 6365 w 29483"/>
                    <a:gd name="connsiteY19" fmla="*/ 5645 h 25907"/>
                    <a:gd name="connsiteX20" fmla="*/ 3846 w 29483"/>
                    <a:gd name="connsiteY20" fmla="*/ 8569 h 25907"/>
                    <a:gd name="connsiteX21" fmla="*/ 2924 w 29483"/>
                    <a:gd name="connsiteY21" fmla="*/ 12932 h 25907"/>
                    <a:gd name="connsiteX22" fmla="*/ 3913 w 29483"/>
                    <a:gd name="connsiteY22" fmla="*/ 17272 h 25907"/>
                    <a:gd name="connsiteX23" fmla="*/ 6567 w 29483"/>
                    <a:gd name="connsiteY23" fmla="*/ 20218 h 25907"/>
                    <a:gd name="connsiteX24" fmla="*/ 10345 w 29483"/>
                    <a:gd name="connsiteY24" fmla="*/ 21882 h 25907"/>
                    <a:gd name="connsiteX25" fmla="*/ 14753 w 29483"/>
                    <a:gd name="connsiteY25" fmla="*/ 22422 h 25907"/>
                    <a:gd name="connsiteX26" fmla="*/ 19521 w 29483"/>
                    <a:gd name="connsiteY26" fmla="*/ 21792 h 25907"/>
                    <a:gd name="connsiteX27" fmla="*/ 23277 w 29483"/>
                    <a:gd name="connsiteY27" fmla="*/ 19993 h 25907"/>
                    <a:gd name="connsiteX28" fmla="*/ 25706 w 29483"/>
                    <a:gd name="connsiteY28" fmla="*/ 17025 h 25907"/>
                    <a:gd name="connsiteX29" fmla="*/ 26560 w 29483"/>
                    <a:gd name="connsiteY29" fmla="*/ 12932 h 25907"/>
                    <a:gd name="connsiteX30" fmla="*/ 25571 w 29483"/>
                    <a:gd name="connsiteY30" fmla="*/ 8591 h 25907"/>
                    <a:gd name="connsiteX31" fmla="*/ 22895 w 29483"/>
                    <a:gd name="connsiteY31" fmla="*/ 5645 h 25907"/>
                    <a:gd name="connsiteX32" fmla="*/ 19116 w 29483"/>
                    <a:gd name="connsiteY32" fmla="*/ 3981 h 25907"/>
                    <a:gd name="connsiteX33" fmla="*/ 14753 w 29483"/>
                    <a:gd name="connsiteY33" fmla="*/ 3441 h 259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9483" h="25907">
                      <a:moveTo>
                        <a:pt x="29484" y="12954"/>
                      </a:moveTo>
                      <a:cubicBezTo>
                        <a:pt x="29439" y="14753"/>
                        <a:pt x="29124" y="16440"/>
                        <a:pt x="28517" y="17992"/>
                      </a:cubicBezTo>
                      <a:cubicBezTo>
                        <a:pt x="27910" y="19566"/>
                        <a:pt x="26988" y="20915"/>
                        <a:pt x="25773" y="22085"/>
                      </a:cubicBezTo>
                      <a:cubicBezTo>
                        <a:pt x="24559" y="23254"/>
                        <a:pt x="23029" y="24176"/>
                        <a:pt x="21185" y="24873"/>
                      </a:cubicBezTo>
                      <a:cubicBezTo>
                        <a:pt x="19341" y="25548"/>
                        <a:pt x="17205" y="25908"/>
                        <a:pt x="14753" y="25908"/>
                      </a:cubicBezTo>
                      <a:cubicBezTo>
                        <a:pt x="12707" y="25908"/>
                        <a:pt x="10795" y="25638"/>
                        <a:pt x="8996" y="25098"/>
                      </a:cubicBezTo>
                      <a:cubicBezTo>
                        <a:pt x="7219" y="24559"/>
                        <a:pt x="5667" y="23749"/>
                        <a:pt x="4318" y="22669"/>
                      </a:cubicBezTo>
                      <a:cubicBezTo>
                        <a:pt x="2991" y="21590"/>
                        <a:pt x="1934" y="20241"/>
                        <a:pt x="1170" y="18621"/>
                      </a:cubicBezTo>
                      <a:cubicBezTo>
                        <a:pt x="405" y="17002"/>
                        <a:pt x="0" y="15113"/>
                        <a:pt x="0" y="12954"/>
                      </a:cubicBezTo>
                      <a:cubicBezTo>
                        <a:pt x="0" y="10795"/>
                        <a:pt x="382" y="8861"/>
                        <a:pt x="1170" y="7242"/>
                      </a:cubicBezTo>
                      <a:cubicBezTo>
                        <a:pt x="1934" y="5622"/>
                        <a:pt x="2991" y="4273"/>
                        <a:pt x="4296" y="3193"/>
                      </a:cubicBezTo>
                      <a:cubicBezTo>
                        <a:pt x="5600" y="2114"/>
                        <a:pt x="7174" y="1304"/>
                        <a:pt x="8973" y="787"/>
                      </a:cubicBezTo>
                      <a:cubicBezTo>
                        <a:pt x="10773" y="270"/>
                        <a:pt x="12707" y="0"/>
                        <a:pt x="14753" y="0"/>
                      </a:cubicBezTo>
                      <a:cubicBezTo>
                        <a:pt x="16980" y="0"/>
                        <a:pt x="19004" y="315"/>
                        <a:pt x="20803" y="922"/>
                      </a:cubicBezTo>
                      <a:cubicBezTo>
                        <a:pt x="22602" y="1529"/>
                        <a:pt x="24154" y="2406"/>
                        <a:pt x="25436" y="3531"/>
                      </a:cubicBezTo>
                      <a:cubicBezTo>
                        <a:pt x="26740" y="4655"/>
                        <a:pt x="27730" y="6027"/>
                        <a:pt x="28427" y="7624"/>
                      </a:cubicBezTo>
                      <a:cubicBezTo>
                        <a:pt x="29124" y="9221"/>
                        <a:pt x="29484" y="10997"/>
                        <a:pt x="29484" y="12932"/>
                      </a:cubicBezTo>
                      <a:close/>
                      <a:moveTo>
                        <a:pt x="14753" y="3441"/>
                      </a:moveTo>
                      <a:cubicBezTo>
                        <a:pt x="13089" y="3441"/>
                        <a:pt x="11560" y="3621"/>
                        <a:pt x="10120" y="3981"/>
                      </a:cubicBezTo>
                      <a:cubicBezTo>
                        <a:pt x="8681" y="4340"/>
                        <a:pt x="7422" y="4903"/>
                        <a:pt x="6365" y="5645"/>
                      </a:cubicBezTo>
                      <a:cubicBezTo>
                        <a:pt x="5308" y="6410"/>
                        <a:pt x="4475" y="7377"/>
                        <a:pt x="3846" y="8569"/>
                      </a:cubicBezTo>
                      <a:cubicBezTo>
                        <a:pt x="3239" y="9760"/>
                        <a:pt x="2924" y="11222"/>
                        <a:pt x="2924" y="12932"/>
                      </a:cubicBezTo>
                      <a:cubicBezTo>
                        <a:pt x="2924" y="14641"/>
                        <a:pt x="3261" y="16080"/>
                        <a:pt x="3913" y="17272"/>
                      </a:cubicBezTo>
                      <a:cubicBezTo>
                        <a:pt x="4588" y="18486"/>
                        <a:pt x="5465" y="19453"/>
                        <a:pt x="6567" y="20218"/>
                      </a:cubicBezTo>
                      <a:cubicBezTo>
                        <a:pt x="7669" y="20983"/>
                        <a:pt x="8928" y="21523"/>
                        <a:pt x="10345" y="21882"/>
                      </a:cubicBezTo>
                      <a:cubicBezTo>
                        <a:pt x="11762" y="22242"/>
                        <a:pt x="13224" y="22422"/>
                        <a:pt x="14753" y="22422"/>
                      </a:cubicBezTo>
                      <a:cubicBezTo>
                        <a:pt x="16485" y="22422"/>
                        <a:pt x="18082" y="22220"/>
                        <a:pt x="19521" y="21792"/>
                      </a:cubicBezTo>
                      <a:cubicBezTo>
                        <a:pt x="20983" y="21388"/>
                        <a:pt x="22220" y="20780"/>
                        <a:pt x="23277" y="19993"/>
                      </a:cubicBezTo>
                      <a:cubicBezTo>
                        <a:pt x="24334" y="19206"/>
                        <a:pt x="25121" y="18217"/>
                        <a:pt x="25706" y="17025"/>
                      </a:cubicBezTo>
                      <a:cubicBezTo>
                        <a:pt x="26290" y="15833"/>
                        <a:pt x="26560" y="14461"/>
                        <a:pt x="26560" y="12932"/>
                      </a:cubicBezTo>
                      <a:cubicBezTo>
                        <a:pt x="26560" y="11245"/>
                        <a:pt x="26223" y="9783"/>
                        <a:pt x="25571" y="8591"/>
                      </a:cubicBezTo>
                      <a:cubicBezTo>
                        <a:pt x="24896" y="7377"/>
                        <a:pt x="24019" y="6410"/>
                        <a:pt x="22895" y="5645"/>
                      </a:cubicBezTo>
                      <a:cubicBezTo>
                        <a:pt x="21770" y="4880"/>
                        <a:pt x="20510" y="4340"/>
                        <a:pt x="19116" y="3981"/>
                      </a:cubicBezTo>
                      <a:cubicBezTo>
                        <a:pt x="17722" y="3621"/>
                        <a:pt x="16260" y="3441"/>
                        <a:pt x="14753" y="3441"/>
                      </a:cubicBezTo>
                      <a:close/>
                    </a:path>
                  </a:pathLst>
                </a:custGeom>
                <a:solidFill>
                  <a:srgbClr val="231F20"/>
                </a:solidFill>
                <a:ln w="2249" cap="flat">
                  <a:noFill/>
                  <a:prstDash val="solid"/>
                  <a:miter/>
                </a:ln>
              </p:spPr>
              <p:txBody>
                <a:bodyPr rtlCol="0" anchor="ctr"/>
                <a:lstStyle/>
                <a:p>
                  <a:endParaRPr lang="en-US"/>
                </a:p>
              </p:txBody>
            </p:sp>
            <p:sp>
              <p:nvSpPr>
                <p:cNvPr id="4227" name="Freeform 4226">
                  <a:extLst>
                    <a:ext uri="{FF2B5EF4-FFF2-40B4-BE49-F238E27FC236}">
                      <a16:creationId xmlns:a16="http://schemas.microsoft.com/office/drawing/2014/main" id="{84B6669B-FE50-5C13-A753-9B806E0B9F64}"/>
                    </a:ext>
                  </a:extLst>
                </p:cNvPr>
                <p:cNvSpPr/>
                <p:nvPr/>
              </p:nvSpPr>
              <p:spPr>
                <a:xfrm>
                  <a:off x="3287209" y="2828910"/>
                  <a:ext cx="28719" cy="12481"/>
                </a:xfrm>
                <a:custGeom>
                  <a:avLst/>
                  <a:gdLst>
                    <a:gd name="connsiteX0" fmla="*/ 28719 w 28719"/>
                    <a:gd name="connsiteY0" fmla="*/ 9243 h 12481"/>
                    <a:gd name="connsiteX1" fmla="*/ 28719 w 28719"/>
                    <a:gd name="connsiteY1" fmla="*/ 12482 h 12481"/>
                    <a:gd name="connsiteX2" fmla="*/ 765 w 28719"/>
                    <a:gd name="connsiteY2" fmla="*/ 12482 h 12481"/>
                    <a:gd name="connsiteX3" fmla="*/ 765 w 28719"/>
                    <a:gd name="connsiteY3" fmla="*/ 9243 h 12481"/>
                    <a:gd name="connsiteX4" fmla="*/ 6005 w 28719"/>
                    <a:gd name="connsiteY4" fmla="*/ 9243 h 12481"/>
                    <a:gd name="connsiteX5" fmla="*/ 6005 w 28719"/>
                    <a:gd name="connsiteY5" fmla="*/ 9131 h 12481"/>
                    <a:gd name="connsiteX6" fmla="*/ 1327 w 28719"/>
                    <a:gd name="connsiteY6" fmla="*/ 5645 h 12481"/>
                    <a:gd name="connsiteX7" fmla="*/ 0 w 28719"/>
                    <a:gd name="connsiteY7" fmla="*/ 0 h 12481"/>
                    <a:gd name="connsiteX8" fmla="*/ 3509 w 28719"/>
                    <a:gd name="connsiteY8" fmla="*/ 0 h 12481"/>
                    <a:gd name="connsiteX9" fmla="*/ 4363 w 28719"/>
                    <a:gd name="connsiteY9" fmla="*/ 4543 h 12481"/>
                    <a:gd name="connsiteX10" fmla="*/ 6837 w 28719"/>
                    <a:gd name="connsiteY10" fmla="*/ 7377 h 12481"/>
                    <a:gd name="connsiteX11" fmla="*/ 10525 w 28719"/>
                    <a:gd name="connsiteY11" fmla="*/ 8838 h 12481"/>
                    <a:gd name="connsiteX12" fmla="*/ 14978 w 28719"/>
                    <a:gd name="connsiteY12" fmla="*/ 9243 h 12481"/>
                    <a:gd name="connsiteX13" fmla="*/ 28697 w 28719"/>
                    <a:gd name="connsiteY13" fmla="*/ 9243 h 1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719" h="12481">
                      <a:moveTo>
                        <a:pt x="28719" y="9243"/>
                      </a:moveTo>
                      <a:lnTo>
                        <a:pt x="28719" y="12482"/>
                      </a:lnTo>
                      <a:lnTo>
                        <a:pt x="765" y="12482"/>
                      </a:lnTo>
                      <a:lnTo>
                        <a:pt x="765" y="9243"/>
                      </a:lnTo>
                      <a:lnTo>
                        <a:pt x="6005" y="9243"/>
                      </a:lnTo>
                      <a:lnTo>
                        <a:pt x="6005" y="9131"/>
                      </a:lnTo>
                      <a:cubicBezTo>
                        <a:pt x="3778" y="8231"/>
                        <a:pt x="2226" y="7062"/>
                        <a:pt x="1327" y="5645"/>
                      </a:cubicBezTo>
                      <a:cubicBezTo>
                        <a:pt x="450" y="4228"/>
                        <a:pt x="0" y="2339"/>
                        <a:pt x="0" y="0"/>
                      </a:cubicBezTo>
                      <a:lnTo>
                        <a:pt x="3509" y="0"/>
                      </a:lnTo>
                      <a:cubicBezTo>
                        <a:pt x="3463" y="1844"/>
                        <a:pt x="3756" y="3351"/>
                        <a:pt x="4363" y="4543"/>
                      </a:cubicBezTo>
                      <a:cubicBezTo>
                        <a:pt x="4970" y="5735"/>
                        <a:pt x="5802" y="6679"/>
                        <a:pt x="6837" y="7377"/>
                      </a:cubicBezTo>
                      <a:cubicBezTo>
                        <a:pt x="7871" y="8074"/>
                        <a:pt x="9108" y="8569"/>
                        <a:pt x="10525" y="8838"/>
                      </a:cubicBezTo>
                      <a:cubicBezTo>
                        <a:pt x="11942" y="9108"/>
                        <a:pt x="13426" y="9243"/>
                        <a:pt x="14978" y="9243"/>
                      </a:cubicBezTo>
                      <a:lnTo>
                        <a:pt x="28697" y="9243"/>
                      </a:lnTo>
                      <a:close/>
                    </a:path>
                  </a:pathLst>
                </a:custGeom>
                <a:solidFill>
                  <a:srgbClr val="231F20"/>
                </a:solidFill>
                <a:ln w="2249" cap="flat">
                  <a:noFill/>
                  <a:prstDash val="solid"/>
                  <a:miter/>
                </a:ln>
              </p:spPr>
              <p:txBody>
                <a:bodyPr rtlCol="0" anchor="ctr"/>
                <a:lstStyle/>
                <a:p>
                  <a:endParaRPr lang="en-US"/>
                </a:p>
              </p:txBody>
            </p:sp>
            <p:sp>
              <p:nvSpPr>
                <p:cNvPr id="4228" name="Freeform 4227">
                  <a:extLst>
                    <a:ext uri="{FF2B5EF4-FFF2-40B4-BE49-F238E27FC236}">
                      <a16:creationId xmlns:a16="http://schemas.microsoft.com/office/drawing/2014/main" id="{F5B007A5-4484-0621-57EE-5F79A0A73FD7}"/>
                    </a:ext>
                  </a:extLst>
                </p:cNvPr>
                <p:cNvSpPr/>
                <p:nvPr/>
              </p:nvSpPr>
              <p:spPr>
                <a:xfrm>
                  <a:off x="3287209" y="2802957"/>
                  <a:ext cx="29438" cy="22039"/>
                </a:xfrm>
                <a:custGeom>
                  <a:avLst/>
                  <a:gdLst>
                    <a:gd name="connsiteX0" fmla="*/ 19993 w 29438"/>
                    <a:gd name="connsiteY0" fmla="*/ 18734 h 22039"/>
                    <a:gd name="connsiteX1" fmla="*/ 25098 w 29438"/>
                    <a:gd name="connsiteY1" fmla="*/ 16013 h 22039"/>
                    <a:gd name="connsiteX2" fmla="*/ 26583 w 29438"/>
                    <a:gd name="connsiteY2" fmla="*/ 10368 h 22039"/>
                    <a:gd name="connsiteX3" fmla="*/ 26155 w 29438"/>
                    <a:gd name="connsiteY3" fmla="*/ 7287 h 22039"/>
                    <a:gd name="connsiteX4" fmla="*/ 24986 w 29438"/>
                    <a:gd name="connsiteY4" fmla="*/ 5150 h 22039"/>
                    <a:gd name="connsiteX5" fmla="*/ 23344 w 29438"/>
                    <a:gd name="connsiteY5" fmla="*/ 3891 h 22039"/>
                    <a:gd name="connsiteX6" fmla="*/ 21410 w 29438"/>
                    <a:gd name="connsiteY6" fmla="*/ 3463 h 22039"/>
                    <a:gd name="connsiteX7" fmla="*/ 18352 w 29438"/>
                    <a:gd name="connsiteY7" fmla="*/ 4790 h 22039"/>
                    <a:gd name="connsiteX8" fmla="*/ 16777 w 29438"/>
                    <a:gd name="connsiteY8" fmla="*/ 8119 h 22039"/>
                    <a:gd name="connsiteX9" fmla="*/ 15810 w 29438"/>
                    <a:gd name="connsiteY9" fmla="*/ 12437 h 22039"/>
                    <a:gd name="connsiteX10" fmla="*/ 14596 w 29438"/>
                    <a:gd name="connsiteY10" fmla="*/ 16755 h 22039"/>
                    <a:gd name="connsiteX11" fmla="*/ 12279 w 29438"/>
                    <a:gd name="connsiteY11" fmla="*/ 20083 h 22039"/>
                    <a:gd name="connsiteX12" fmla="*/ 8006 w 29438"/>
                    <a:gd name="connsiteY12" fmla="*/ 21410 h 22039"/>
                    <a:gd name="connsiteX13" fmla="*/ 2249 w 29438"/>
                    <a:gd name="connsiteY13" fmla="*/ 18846 h 22039"/>
                    <a:gd name="connsiteX14" fmla="*/ 0 w 29438"/>
                    <a:gd name="connsiteY14" fmla="*/ 11582 h 22039"/>
                    <a:gd name="connsiteX15" fmla="*/ 2024 w 29438"/>
                    <a:gd name="connsiteY15" fmla="*/ 4206 h 22039"/>
                    <a:gd name="connsiteX16" fmla="*/ 8794 w 29438"/>
                    <a:gd name="connsiteY16" fmla="*/ 787 h 22039"/>
                    <a:gd name="connsiteX17" fmla="*/ 8794 w 29438"/>
                    <a:gd name="connsiteY17" fmla="*/ 4071 h 22039"/>
                    <a:gd name="connsiteX18" fmla="*/ 4228 w 29438"/>
                    <a:gd name="connsiteY18" fmla="*/ 6522 h 22039"/>
                    <a:gd name="connsiteX19" fmla="*/ 2901 w 29438"/>
                    <a:gd name="connsiteY19" fmla="*/ 11627 h 22039"/>
                    <a:gd name="connsiteX20" fmla="*/ 4228 w 29438"/>
                    <a:gd name="connsiteY20" fmla="*/ 16327 h 22039"/>
                    <a:gd name="connsiteX21" fmla="*/ 7714 w 29438"/>
                    <a:gd name="connsiteY21" fmla="*/ 17947 h 22039"/>
                    <a:gd name="connsiteX22" fmla="*/ 10593 w 29438"/>
                    <a:gd name="connsiteY22" fmla="*/ 16620 h 22039"/>
                    <a:gd name="connsiteX23" fmla="*/ 12212 w 29438"/>
                    <a:gd name="connsiteY23" fmla="*/ 13291 h 22039"/>
                    <a:gd name="connsiteX24" fmla="*/ 13314 w 29438"/>
                    <a:gd name="connsiteY24" fmla="*/ 8973 h 22039"/>
                    <a:gd name="connsiteX25" fmla="*/ 14686 w 29438"/>
                    <a:gd name="connsiteY25" fmla="*/ 4655 h 22039"/>
                    <a:gd name="connsiteX26" fmla="*/ 17092 w 29438"/>
                    <a:gd name="connsiteY26" fmla="*/ 1327 h 22039"/>
                    <a:gd name="connsiteX27" fmla="*/ 21298 w 29438"/>
                    <a:gd name="connsiteY27" fmla="*/ 0 h 22039"/>
                    <a:gd name="connsiteX28" fmla="*/ 24829 w 29438"/>
                    <a:gd name="connsiteY28" fmla="*/ 855 h 22039"/>
                    <a:gd name="connsiteX29" fmla="*/ 27392 w 29438"/>
                    <a:gd name="connsiteY29" fmla="*/ 3238 h 22039"/>
                    <a:gd name="connsiteX30" fmla="*/ 28922 w 29438"/>
                    <a:gd name="connsiteY30" fmla="*/ 6837 h 22039"/>
                    <a:gd name="connsiteX31" fmla="*/ 29439 w 29438"/>
                    <a:gd name="connsiteY31" fmla="*/ 11402 h 22039"/>
                    <a:gd name="connsiteX32" fmla="*/ 28719 w 29438"/>
                    <a:gd name="connsiteY32" fmla="*/ 15810 h 22039"/>
                    <a:gd name="connsiteX33" fmla="*/ 26695 w 29438"/>
                    <a:gd name="connsiteY33" fmla="*/ 19071 h 22039"/>
                    <a:gd name="connsiteX34" fmla="*/ 23682 w 29438"/>
                    <a:gd name="connsiteY34" fmla="*/ 21185 h 22039"/>
                    <a:gd name="connsiteX35" fmla="*/ 19948 w 29438"/>
                    <a:gd name="connsiteY35" fmla="*/ 22040 h 22039"/>
                    <a:gd name="connsiteX36" fmla="*/ 19948 w 29438"/>
                    <a:gd name="connsiteY36" fmla="*/ 18756 h 22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9438" h="22039">
                      <a:moveTo>
                        <a:pt x="19993" y="18734"/>
                      </a:moveTo>
                      <a:cubicBezTo>
                        <a:pt x="22400" y="18239"/>
                        <a:pt x="24109" y="17317"/>
                        <a:pt x="25098" y="16013"/>
                      </a:cubicBezTo>
                      <a:cubicBezTo>
                        <a:pt x="26088" y="14708"/>
                        <a:pt x="26583" y="12819"/>
                        <a:pt x="26583" y="10368"/>
                      </a:cubicBezTo>
                      <a:cubicBezTo>
                        <a:pt x="26583" y="9176"/>
                        <a:pt x="26448" y="8164"/>
                        <a:pt x="26155" y="7287"/>
                      </a:cubicBezTo>
                      <a:cubicBezTo>
                        <a:pt x="25863" y="6432"/>
                        <a:pt x="25481" y="5712"/>
                        <a:pt x="24986" y="5150"/>
                      </a:cubicBezTo>
                      <a:cubicBezTo>
                        <a:pt x="24491" y="4588"/>
                        <a:pt x="23951" y="4161"/>
                        <a:pt x="23344" y="3891"/>
                      </a:cubicBezTo>
                      <a:cubicBezTo>
                        <a:pt x="22737" y="3598"/>
                        <a:pt x="22085" y="3463"/>
                        <a:pt x="21410" y="3463"/>
                      </a:cubicBezTo>
                      <a:cubicBezTo>
                        <a:pt x="20038" y="3463"/>
                        <a:pt x="19026" y="3913"/>
                        <a:pt x="18352" y="4790"/>
                      </a:cubicBezTo>
                      <a:cubicBezTo>
                        <a:pt x="17677" y="5667"/>
                        <a:pt x="17160" y="6769"/>
                        <a:pt x="16777" y="8119"/>
                      </a:cubicBezTo>
                      <a:cubicBezTo>
                        <a:pt x="16395" y="9468"/>
                        <a:pt x="16080" y="10885"/>
                        <a:pt x="15810" y="12437"/>
                      </a:cubicBezTo>
                      <a:cubicBezTo>
                        <a:pt x="15540" y="13988"/>
                        <a:pt x="15135" y="15428"/>
                        <a:pt x="14596" y="16755"/>
                      </a:cubicBezTo>
                      <a:cubicBezTo>
                        <a:pt x="14056" y="18082"/>
                        <a:pt x="13291" y="19184"/>
                        <a:pt x="12279" y="20083"/>
                      </a:cubicBezTo>
                      <a:cubicBezTo>
                        <a:pt x="11267" y="20983"/>
                        <a:pt x="9850" y="21410"/>
                        <a:pt x="8006" y="21410"/>
                      </a:cubicBezTo>
                      <a:cubicBezTo>
                        <a:pt x="5667" y="21410"/>
                        <a:pt x="3756" y="20555"/>
                        <a:pt x="2249" y="18846"/>
                      </a:cubicBezTo>
                      <a:cubicBezTo>
                        <a:pt x="765" y="17137"/>
                        <a:pt x="0" y="14708"/>
                        <a:pt x="0" y="11582"/>
                      </a:cubicBezTo>
                      <a:cubicBezTo>
                        <a:pt x="0" y="8456"/>
                        <a:pt x="675" y="6095"/>
                        <a:pt x="2024" y="4206"/>
                      </a:cubicBezTo>
                      <a:cubicBezTo>
                        <a:pt x="3373" y="2316"/>
                        <a:pt x="5622" y="1169"/>
                        <a:pt x="8794" y="787"/>
                      </a:cubicBezTo>
                      <a:lnTo>
                        <a:pt x="8794" y="4071"/>
                      </a:lnTo>
                      <a:cubicBezTo>
                        <a:pt x="6635" y="4363"/>
                        <a:pt x="5105" y="5173"/>
                        <a:pt x="4228" y="6522"/>
                      </a:cubicBezTo>
                      <a:cubicBezTo>
                        <a:pt x="3351" y="7871"/>
                        <a:pt x="2901" y="9581"/>
                        <a:pt x="2901" y="11627"/>
                      </a:cubicBezTo>
                      <a:cubicBezTo>
                        <a:pt x="2901" y="13674"/>
                        <a:pt x="3351" y="15248"/>
                        <a:pt x="4228" y="16327"/>
                      </a:cubicBezTo>
                      <a:cubicBezTo>
                        <a:pt x="5105" y="17407"/>
                        <a:pt x="6275" y="17947"/>
                        <a:pt x="7714" y="17947"/>
                      </a:cubicBezTo>
                      <a:cubicBezTo>
                        <a:pt x="8973" y="17947"/>
                        <a:pt x="9940" y="17497"/>
                        <a:pt x="10593" y="16620"/>
                      </a:cubicBezTo>
                      <a:cubicBezTo>
                        <a:pt x="11267" y="15743"/>
                        <a:pt x="11807" y="14641"/>
                        <a:pt x="12212" y="13291"/>
                      </a:cubicBezTo>
                      <a:cubicBezTo>
                        <a:pt x="12617" y="11964"/>
                        <a:pt x="12999" y="10525"/>
                        <a:pt x="13314" y="8973"/>
                      </a:cubicBezTo>
                      <a:cubicBezTo>
                        <a:pt x="13629" y="7422"/>
                        <a:pt x="14101" y="5982"/>
                        <a:pt x="14686" y="4655"/>
                      </a:cubicBezTo>
                      <a:cubicBezTo>
                        <a:pt x="15271" y="3328"/>
                        <a:pt x="16080" y="2226"/>
                        <a:pt x="17092" y="1327"/>
                      </a:cubicBezTo>
                      <a:cubicBezTo>
                        <a:pt x="18104" y="450"/>
                        <a:pt x="19499" y="0"/>
                        <a:pt x="21298" y="0"/>
                      </a:cubicBezTo>
                      <a:cubicBezTo>
                        <a:pt x="22625" y="0"/>
                        <a:pt x="23816" y="292"/>
                        <a:pt x="24829" y="855"/>
                      </a:cubicBezTo>
                      <a:cubicBezTo>
                        <a:pt x="25863" y="1439"/>
                        <a:pt x="26718" y="2226"/>
                        <a:pt x="27392" y="3238"/>
                      </a:cubicBezTo>
                      <a:cubicBezTo>
                        <a:pt x="28067" y="4250"/>
                        <a:pt x="28584" y="5442"/>
                        <a:pt x="28922" y="6837"/>
                      </a:cubicBezTo>
                      <a:cubicBezTo>
                        <a:pt x="29259" y="8231"/>
                        <a:pt x="29439" y="9738"/>
                        <a:pt x="29439" y="11402"/>
                      </a:cubicBezTo>
                      <a:cubicBezTo>
                        <a:pt x="29439" y="13066"/>
                        <a:pt x="29191" y="14528"/>
                        <a:pt x="28719" y="15810"/>
                      </a:cubicBezTo>
                      <a:cubicBezTo>
                        <a:pt x="28225" y="17092"/>
                        <a:pt x="27550" y="18172"/>
                        <a:pt x="26695" y="19071"/>
                      </a:cubicBezTo>
                      <a:cubicBezTo>
                        <a:pt x="25841" y="19971"/>
                        <a:pt x="24829" y="20668"/>
                        <a:pt x="23682" y="21185"/>
                      </a:cubicBezTo>
                      <a:cubicBezTo>
                        <a:pt x="22535" y="21680"/>
                        <a:pt x="21298" y="21972"/>
                        <a:pt x="19948" y="22040"/>
                      </a:cubicBezTo>
                      <a:lnTo>
                        <a:pt x="19948" y="18756"/>
                      </a:lnTo>
                      <a:close/>
                    </a:path>
                  </a:pathLst>
                </a:custGeom>
                <a:solidFill>
                  <a:srgbClr val="231F20"/>
                </a:solidFill>
                <a:ln w="2249" cap="flat">
                  <a:noFill/>
                  <a:prstDash val="solid"/>
                  <a:miter/>
                </a:ln>
              </p:spPr>
              <p:txBody>
                <a:bodyPr rtlCol="0" anchor="ctr"/>
                <a:lstStyle/>
                <a:p>
                  <a:endParaRPr lang="en-US"/>
                </a:p>
              </p:txBody>
            </p:sp>
            <p:sp>
              <p:nvSpPr>
                <p:cNvPr id="4229" name="Freeform 4228">
                  <a:extLst>
                    <a:ext uri="{FF2B5EF4-FFF2-40B4-BE49-F238E27FC236}">
                      <a16:creationId xmlns:a16="http://schemas.microsoft.com/office/drawing/2014/main" id="{6F8799E7-288B-0078-2EE1-FD348328A7D6}"/>
                    </a:ext>
                  </a:extLst>
                </p:cNvPr>
                <p:cNvSpPr/>
                <p:nvPr/>
              </p:nvSpPr>
              <p:spPr>
                <a:xfrm>
                  <a:off x="3287232" y="2772932"/>
                  <a:ext cx="29483" cy="25167"/>
                </a:xfrm>
                <a:custGeom>
                  <a:avLst/>
                  <a:gdLst>
                    <a:gd name="connsiteX0" fmla="*/ 15473 w 29483"/>
                    <a:gd name="connsiteY0" fmla="*/ 21659 h 25167"/>
                    <a:gd name="connsiteX1" fmla="*/ 19768 w 29483"/>
                    <a:gd name="connsiteY1" fmla="*/ 21074 h 25167"/>
                    <a:gd name="connsiteX2" fmla="*/ 23277 w 29483"/>
                    <a:gd name="connsiteY2" fmla="*/ 19320 h 25167"/>
                    <a:gd name="connsiteX3" fmla="*/ 25661 w 29483"/>
                    <a:gd name="connsiteY3" fmla="*/ 16374 h 25167"/>
                    <a:gd name="connsiteX4" fmla="*/ 26560 w 29483"/>
                    <a:gd name="connsiteY4" fmla="*/ 12281 h 25167"/>
                    <a:gd name="connsiteX5" fmla="*/ 24896 w 29483"/>
                    <a:gd name="connsiteY5" fmla="*/ 6838 h 25167"/>
                    <a:gd name="connsiteX6" fmla="*/ 20151 w 29483"/>
                    <a:gd name="connsiteY6" fmla="*/ 3825 h 25167"/>
                    <a:gd name="connsiteX7" fmla="*/ 20151 w 29483"/>
                    <a:gd name="connsiteY7" fmla="*/ 204 h 25167"/>
                    <a:gd name="connsiteX8" fmla="*/ 23839 w 29483"/>
                    <a:gd name="connsiteY8" fmla="*/ 1778 h 25167"/>
                    <a:gd name="connsiteX9" fmla="*/ 26808 w 29483"/>
                    <a:gd name="connsiteY9" fmla="*/ 4207 h 25167"/>
                    <a:gd name="connsiteX10" fmla="*/ 28787 w 29483"/>
                    <a:gd name="connsiteY10" fmla="*/ 7670 h 25167"/>
                    <a:gd name="connsiteX11" fmla="*/ 29484 w 29483"/>
                    <a:gd name="connsiteY11" fmla="*/ 12303 h 25167"/>
                    <a:gd name="connsiteX12" fmla="*/ 28359 w 29483"/>
                    <a:gd name="connsiteY12" fmla="*/ 18083 h 25167"/>
                    <a:gd name="connsiteX13" fmla="*/ 25256 w 29483"/>
                    <a:gd name="connsiteY13" fmla="*/ 22086 h 25167"/>
                    <a:gd name="connsiteX14" fmla="*/ 20623 w 29483"/>
                    <a:gd name="connsiteY14" fmla="*/ 24403 h 25167"/>
                    <a:gd name="connsiteX15" fmla="*/ 14866 w 29483"/>
                    <a:gd name="connsiteY15" fmla="*/ 25167 h 25167"/>
                    <a:gd name="connsiteX16" fmla="*/ 9086 w 29483"/>
                    <a:gd name="connsiteY16" fmla="*/ 24268 h 25167"/>
                    <a:gd name="connsiteX17" fmla="*/ 4363 w 29483"/>
                    <a:gd name="connsiteY17" fmla="*/ 21726 h 25167"/>
                    <a:gd name="connsiteX18" fmla="*/ 1170 w 29483"/>
                    <a:gd name="connsiteY18" fmla="*/ 17701 h 25167"/>
                    <a:gd name="connsiteX19" fmla="*/ 0 w 29483"/>
                    <a:gd name="connsiteY19" fmla="*/ 12303 h 25167"/>
                    <a:gd name="connsiteX20" fmla="*/ 3958 w 29483"/>
                    <a:gd name="connsiteY20" fmla="*/ 3240 h 25167"/>
                    <a:gd name="connsiteX21" fmla="*/ 15473 w 29483"/>
                    <a:gd name="connsiteY21" fmla="*/ 1 h 25167"/>
                    <a:gd name="connsiteX22" fmla="*/ 15473 w 29483"/>
                    <a:gd name="connsiteY22" fmla="*/ 21704 h 25167"/>
                    <a:gd name="connsiteX23" fmla="*/ 12774 w 29483"/>
                    <a:gd name="connsiteY23" fmla="*/ 3420 h 25167"/>
                    <a:gd name="connsiteX24" fmla="*/ 8906 w 29483"/>
                    <a:gd name="connsiteY24" fmla="*/ 3982 h 25167"/>
                    <a:gd name="connsiteX25" fmla="*/ 5780 w 29483"/>
                    <a:gd name="connsiteY25" fmla="*/ 5646 h 25167"/>
                    <a:gd name="connsiteX26" fmla="*/ 3666 w 29483"/>
                    <a:gd name="connsiteY26" fmla="*/ 8435 h 25167"/>
                    <a:gd name="connsiteX27" fmla="*/ 2879 w 29483"/>
                    <a:gd name="connsiteY27" fmla="*/ 12258 h 25167"/>
                    <a:gd name="connsiteX28" fmla="*/ 3688 w 29483"/>
                    <a:gd name="connsiteY28" fmla="*/ 16059 h 25167"/>
                    <a:gd name="connsiteX29" fmla="*/ 5847 w 29483"/>
                    <a:gd name="connsiteY29" fmla="*/ 18870 h 25167"/>
                    <a:gd name="connsiteX30" fmla="*/ 8973 w 29483"/>
                    <a:gd name="connsiteY30" fmla="*/ 20737 h 25167"/>
                    <a:gd name="connsiteX31" fmla="*/ 12752 w 29483"/>
                    <a:gd name="connsiteY31" fmla="*/ 21659 h 25167"/>
                    <a:gd name="connsiteX32" fmla="*/ 12752 w 29483"/>
                    <a:gd name="connsiteY32"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3" h="25167">
                      <a:moveTo>
                        <a:pt x="15473" y="21659"/>
                      </a:moveTo>
                      <a:cubicBezTo>
                        <a:pt x="16980" y="21659"/>
                        <a:pt x="18419" y="21456"/>
                        <a:pt x="19768" y="21074"/>
                      </a:cubicBezTo>
                      <a:cubicBezTo>
                        <a:pt x="21118" y="20669"/>
                        <a:pt x="22287" y="20085"/>
                        <a:pt x="23277" y="19320"/>
                      </a:cubicBezTo>
                      <a:cubicBezTo>
                        <a:pt x="24266" y="18555"/>
                        <a:pt x="25053" y="17566"/>
                        <a:pt x="25661" y="16374"/>
                      </a:cubicBezTo>
                      <a:cubicBezTo>
                        <a:pt x="26245" y="15182"/>
                        <a:pt x="26560" y="13810"/>
                        <a:pt x="26560" y="12281"/>
                      </a:cubicBezTo>
                      <a:cubicBezTo>
                        <a:pt x="26560" y="10167"/>
                        <a:pt x="25998" y="8345"/>
                        <a:pt x="24896" y="6838"/>
                      </a:cubicBezTo>
                      <a:cubicBezTo>
                        <a:pt x="23772" y="5331"/>
                        <a:pt x="22197" y="4319"/>
                        <a:pt x="20151" y="3825"/>
                      </a:cubicBezTo>
                      <a:lnTo>
                        <a:pt x="20151" y="204"/>
                      </a:lnTo>
                      <a:cubicBezTo>
                        <a:pt x="21478" y="609"/>
                        <a:pt x="22714" y="1126"/>
                        <a:pt x="23839" y="1778"/>
                      </a:cubicBezTo>
                      <a:cubicBezTo>
                        <a:pt x="24963" y="2430"/>
                        <a:pt x="25953" y="3240"/>
                        <a:pt x="26808" y="4207"/>
                      </a:cubicBezTo>
                      <a:cubicBezTo>
                        <a:pt x="27662" y="5174"/>
                        <a:pt x="28314" y="6321"/>
                        <a:pt x="28787" y="7670"/>
                      </a:cubicBezTo>
                      <a:cubicBezTo>
                        <a:pt x="29259" y="8997"/>
                        <a:pt x="29484" y="10549"/>
                        <a:pt x="29484" y="12303"/>
                      </a:cubicBezTo>
                      <a:cubicBezTo>
                        <a:pt x="29484" y="14530"/>
                        <a:pt x="29102" y="16464"/>
                        <a:pt x="28359" y="18083"/>
                      </a:cubicBezTo>
                      <a:cubicBezTo>
                        <a:pt x="27595" y="19702"/>
                        <a:pt x="26560" y="21029"/>
                        <a:pt x="25256" y="22086"/>
                      </a:cubicBezTo>
                      <a:cubicBezTo>
                        <a:pt x="23951" y="23121"/>
                        <a:pt x="22400" y="23908"/>
                        <a:pt x="20623" y="24403"/>
                      </a:cubicBezTo>
                      <a:cubicBezTo>
                        <a:pt x="18846" y="24897"/>
                        <a:pt x="16935" y="25167"/>
                        <a:pt x="14866" y="25167"/>
                      </a:cubicBezTo>
                      <a:cubicBezTo>
                        <a:pt x="12797" y="25167"/>
                        <a:pt x="10885" y="24875"/>
                        <a:pt x="9086" y="24268"/>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close/>
                      <a:moveTo>
                        <a:pt x="12774" y="3420"/>
                      </a:moveTo>
                      <a:cubicBezTo>
                        <a:pt x="11402" y="3420"/>
                        <a:pt x="10120" y="3600"/>
                        <a:pt x="8906" y="3982"/>
                      </a:cubicBezTo>
                      <a:cubicBezTo>
                        <a:pt x="7692" y="4364"/>
                        <a:pt x="6657" y="4927"/>
                        <a:pt x="5780" y="5646"/>
                      </a:cubicBezTo>
                      <a:cubicBezTo>
                        <a:pt x="4903" y="6388"/>
                        <a:pt x="4206" y="7310"/>
                        <a:pt x="3666" y="8435"/>
                      </a:cubicBezTo>
                      <a:cubicBezTo>
                        <a:pt x="3149" y="9559"/>
                        <a:pt x="2879" y="10819"/>
                        <a:pt x="2879" y="12258"/>
                      </a:cubicBezTo>
                      <a:cubicBezTo>
                        <a:pt x="2879" y="13697"/>
                        <a:pt x="3149" y="14957"/>
                        <a:pt x="3688" y="16059"/>
                      </a:cubicBezTo>
                      <a:cubicBezTo>
                        <a:pt x="4228" y="17161"/>
                        <a:pt x="4948" y="18083"/>
                        <a:pt x="5847" y="18870"/>
                      </a:cubicBezTo>
                      <a:cubicBezTo>
                        <a:pt x="6747" y="19635"/>
                        <a:pt x="7781" y="20264"/>
                        <a:pt x="8973" y="20737"/>
                      </a:cubicBezTo>
                      <a:cubicBezTo>
                        <a:pt x="10165" y="21209"/>
                        <a:pt x="11425" y="21501"/>
                        <a:pt x="12752" y="21659"/>
                      </a:cubicBezTo>
                      <a:lnTo>
                        <a:pt x="12752" y="3420"/>
                      </a:lnTo>
                      <a:close/>
                    </a:path>
                  </a:pathLst>
                </a:custGeom>
                <a:solidFill>
                  <a:srgbClr val="231F20"/>
                </a:solidFill>
                <a:ln w="2249" cap="flat">
                  <a:noFill/>
                  <a:prstDash val="solid"/>
                  <a:miter/>
                </a:ln>
              </p:spPr>
              <p:txBody>
                <a:bodyPr rtlCol="0" anchor="ctr"/>
                <a:lstStyle/>
                <a:p>
                  <a:endParaRPr lang="en-US"/>
                </a:p>
              </p:txBody>
            </p:sp>
          </p:grpSp>
          <p:grpSp>
            <p:nvGrpSpPr>
              <p:cNvPr id="4230" name="Graphic 4479">
                <a:extLst>
                  <a:ext uri="{FF2B5EF4-FFF2-40B4-BE49-F238E27FC236}">
                    <a16:creationId xmlns:a16="http://schemas.microsoft.com/office/drawing/2014/main" id="{7BE44B46-7F81-6ED7-F543-C02193869DC7}"/>
                  </a:ext>
                </a:extLst>
              </p:cNvPr>
              <p:cNvGrpSpPr/>
              <p:nvPr/>
            </p:nvGrpSpPr>
            <p:grpSpPr>
              <a:xfrm>
                <a:off x="6070483" y="3929556"/>
                <a:ext cx="136901" cy="2157916"/>
                <a:chOff x="4571252" y="2379704"/>
                <a:chExt cx="36568" cy="576407"/>
              </a:xfrm>
              <a:solidFill>
                <a:srgbClr val="231F20"/>
              </a:solidFill>
            </p:grpSpPr>
            <p:sp>
              <p:nvSpPr>
                <p:cNvPr id="4231" name="Freeform 4230">
                  <a:extLst>
                    <a:ext uri="{FF2B5EF4-FFF2-40B4-BE49-F238E27FC236}">
                      <a16:creationId xmlns:a16="http://schemas.microsoft.com/office/drawing/2014/main" id="{6385D1DC-72EC-895E-CC8B-50BCB2F9E7D4}"/>
                    </a:ext>
                  </a:extLst>
                </p:cNvPr>
                <p:cNvSpPr/>
                <p:nvPr/>
              </p:nvSpPr>
              <p:spPr>
                <a:xfrm>
                  <a:off x="4589536" y="2411459"/>
                  <a:ext cx="2248" cy="512897"/>
                </a:xfrm>
                <a:custGeom>
                  <a:avLst/>
                  <a:gdLst>
                    <a:gd name="connsiteX0" fmla="*/ 0 w 2248"/>
                    <a:gd name="connsiteY0" fmla="*/ 0 h 512897"/>
                    <a:gd name="connsiteX1" fmla="*/ 0 w 2248"/>
                    <a:gd name="connsiteY1" fmla="*/ 512897 h 512897"/>
                  </a:gdLst>
                  <a:ahLst/>
                  <a:cxnLst>
                    <a:cxn ang="0">
                      <a:pos x="connsiteX0" y="connsiteY0"/>
                    </a:cxn>
                    <a:cxn ang="0">
                      <a:pos x="connsiteX1" y="connsiteY1"/>
                    </a:cxn>
                  </a:cxnLst>
                  <a:rect l="l" t="t" r="r" b="b"/>
                  <a:pathLst>
                    <a:path w="2248" h="512897">
                      <a:moveTo>
                        <a:pt x="0" y="0"/>
                      </a:moveTo>
                      <a:lnTo>
                        <a:pt x="0" y="512897"/>
                      </a:lnTo>
                    </a:path>
                  </a:pathLst>
                </a:custGeom>
                <a:ln w="4498" cap="flat">
                  <a:solidFill>
                    <a:srgbClr val="231F20"/>
                  </a:solidFill>
                  <a:prstDash val="solid"/>
                  <a:miter/>
                </a:ln>
              </p:spPr>
              <p:txBody>
                <a:bodyPr rtlCol="0" anchor="ctr"/>
                <a:lstStyle/>
                <a:p>
                  <a:endParaRPr lang="en-US"/>
                </a:p>
              </p:txBody>
            </p:sp>
            <p:sp>
              <p:nvSpPr>
                <p:cNvPr id="4232" name="Freeform 4231">
                  <a:extLst>
                    <a:ext uri="{FF2B5EF4-FFF2-40B4-BE49-F238E27FC236}">
                      <a16:creationId xmlns:a16="http://schemas.microsoft.com/office/drawing/2014/main" id="{513E34B8-E5ED-E2C2-EFBD-956E9EF83CEE}"/>
                    </a:ext>
                  </a:extLst>
                </p:cNvPr>
                <p:cNvSpPr/>
                <p:nvPr/>
              </p:nvSpPr>
              <p:spPr>
                <a:xfrm>
                  <a:off x="4571252" y="2379704"/>
                  <a:ext cx="36568" cy="44754"/>
                </a:xfrm>
                <a:custGeom>
                  <a:avLst/>
                  <a:gdLst>
                    <a:gd name="connsiteX0" fmla="*/ 18284 w 36568"/>
                    <a:gd name="connsiteY0" fmla="*/ 0 h 44754"/>
                    <a:gd name="connsiteX1" fmla="*/ 0 w 36568"/>
                    <a:gd name="connsiteY1" fmla="*/ 44754 h 44754"/>
                    <a:gd name="connsiteX2" fmla="*/ 18284 w 36568"/>
                    <a:gd name="connsiteY2" fmla="*/ 34139 h 44754"/>
                    <a:gd name="connsiteX3" fmla="*/ 36568 w 36568"/>
                    <a:gd name="connsiteY3" fmla="*/ 44754 h 44754"/>
                    <a:gd name="connsiteX4" fmla="*/ 18284 w 36568"/>
                    <a:gd name="connsiteY4" fmla="*/ 0 h 447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568" h="44754">
                      <a:moveTo>
                        <a:pt x="18284" y="0"/>
                      </a:moveTo>
                      <a:lnTo>
                        <a:pt x="0" y="44754"/>
                      </a:lnTo>
                      <a:lnTo>
                        <a:pt x="18284" y="34139"/>
                      </a:lnTo>
                      <a:lnTo>
                        <a:pt x="36568" y="44754"/>
                      </a:lnTo>
                      <a:lnTo>
                        <a:pt x="18284" y="0"/>
                      </a:lnTo>
                      <a:close/>
                    </a:path>
                  </a:pathLst>
                </a:custGeom>
                <a:solidFill>
                  <a:srgbClr val="231F20"/>
                </a:solidFill>
                <a:ln w="2249" cap="flat">
                  <a:noFill/>
                  <a:prstDash val="solid"/>
                  <a:miter/>
                </a:ln>
              </p:spPr>
              <p:txBody>
                <a:bodyPr rtlCol="0" anchor="ctr"/>
                <a:lstStyle/>
                <a:p>
                  <a:endParaRPr lang="en-US"/>
                </a:p>
              </p:txBody>
            </p:sp>
            <p:sp>
              <p:nvSpPr>
                <p:cNvPr id="4233" name="Freeform 4232">
                  <a:extLst>
                    <a:ext uri="{FF2B5EF4-FFF2-40B4-BE49-F238E27FC236}">
                      <a16:creationId xmlns:a16="http://schemas.microsoft.com/office/drawing/2014/main" id="{6F3319EA-3AAD-371D-58B5-0273406D9187}"/>
                    </a:ext>
                  </a:extLst>
                </p:cNvPr>
                <p:cNvSpPr/>
                <p:nvPr/>
              </p:nvSpPr>
              <p:spPr>
                <a:xfrm>
                  <a:off x="4571252" y="2911357"/>
                  <a:ext cx="36568" cy="44754"/>
                </a:xfrm>
                <a:custGeom>
                  <a:avLst/>
                  <a:gdLst>
                    <a:gd name="connsiteX0" fmla="*/ 18284 w 36568"/>
                    <a:gd name="connsiteY0" fmla="*/ 44754 h 44754"/>
                    <a:gd name="connsiteX1" fmla="*/ 0 w 36568"/>
                    <a:gd name="connsiteY1" fmla="*/ 0 h 44754"/>
                    <a:gd name="connsiteX2" fmla="*/ 18284 w 36568"/>
                    <a:gd name="connsiteY2" fmla="*/ 10615 h 44754"/>
                    <a:gd name="connsiteX3" fmla="*/ 36568 w 36568"/>
                    <a:gd name="connsiteY3" fmla="*/ 0 h 44754"/>
                    <a:gd name="connsiteX4" fmla="*/ 18284 w 36568"/>
                    <a:gd name="connsiteY4" fmla="*/ 44754 h 447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568" h="44754">
                      <a:moveTo>
                        <a:pt x="18284" y="44754"/>
                      </a:moveTo>
                      <a:lnTo>
                        <a:pt x="0" y="0"/>
                      </a:lnTo>
                      <a:lnTo>
                        <a:pt x="18284" y="10615"/>
                      </a:lnTo>
                      <a:lnTo>
                        <a:pt x="36568" y="0"/>
                      </a:lnTo>
                      <a:lnTo>
                        <a:pt x="18284" y="44754"/>
                      </a:lnTo>
                      <a:close/>
                    </a:path>
                  </a:pathLst>
                </a:custGeom>
                <a:solidFill>
                  <a:srgbClr val="231F20"/>
                </a:solidFill>
                <a:ln w="2249" cap="flat">
                  <a:noFill/>
                  <a:prstDash val="solid"/>
                  <a:miter/>
                </a:ln>
              </p:spPr>
              <p:txBody>
                <a:bodyPr rtlCol="0" anchor="ctr"/>
                <a:lstStyle/>
                <a:p>
                  <a:endParaRPr lang="en-US"/>
                </a:p>
              </p:txBody>
            </p:sp>
          </p:grpSp>
        </p:grpSp>
        <p:grpSp>
          <p:nvGrpSpPr>
            <p:cNvPr id="4234" name="Graphic 4479">
              <a:extLst>
                <a:ext uri="{FF2B5EF4-FFF2-40B4-BE49-F238E27FC236}">
                  <a16:creationId xmlns:a16="http://schemas.microsoft.com/office/drawing/2014/main" id="{421E32E5-C176-B110-EFFF-68C2E50F2395}"/>
                </a:ext>
              </a:extLst>
            </p:cNvPr>
            <p:cNvGrpSpPr/>
            <p:nvPr/>
          </p:nvGrpSpPr>
          <p:grpSpPr>
            <a:xfrm>
              <a:off x="5836421" y="3970894"/>
              <a:ext cx="151296" cy="495906"/>
              <a:chOff x="4508731" y="2390746"/>
              <a:chExt cx="40413" cy="132463"/>
            </a:xfrm>
            <a:solidFill>
              <a:srgbClr val="231F20"/>
            </a:solidFill>
          </p:grpSpPr>
          <p:sp>
            <p:nvSpPr>
              <p:cNvPr id="4235" name="Freeform 4234">
                <a:extLst>
                  <a:ext uri="{FF2B5EF4-FFF2-40B4-BE49-F238E27FC236}">
                    <a16:creationId xmlns:a16="http://schemas.microsoft.com/office/drawing/2014/main" id="{A3868ABB-84BF-5DAA-FE03-F7BD2E82DA3B}"/>
                  </a:ext>
                </a:extLst>
              </p:cNvPr>
              <p:cNvSpPr/>
              <p:nvPr/>
            </p:nvSpPr>
            <p:spPr>
              <a:xfrm>
                <a:off x="4508731" y="2510413"/>
                <a:ext cx="39604" cy="12796"/>
              </a:xfrm>
              <a:custGeom>
                <a:avLst/>
                <a:gdLst>
                  <a:gd name="connsiteX0" fmla="*/ 14348 w 39604"/>
                  <a:gd name="connsiteY0" fmla="*/ 12797 h 12796"/>
                  <a:gd name="connsiteX1" fmla="*/ 11650 w 39604"/>
                  <a:gd name="connsiteY1" fmla="*/ 12797 h 12796"/>
                  <a:gd name="connsiteX2" fmla="*/ 11650 w 39604"/>
                  <a:gd name="connsiteY2" fmla="*/ 8636 h 12796"/>
                  <a:gd name="connsiteX3" fmla="*/ 7219 w 39604"/>
                  <a:gd name="connsiteY3" fmla="*/ 8636 h 12796"/>
                  <a:gd name="connsiteX4" fmla="*/ 1934 w 39604"/>
                  <a:gd name="connsiteY4" fmla="*/ 7287 h 12796"/>
                  <a:gd name="connsiteX5" fmla="*/ 0 w 39604"/>
                  <a:gd name="connsiteY5" fmla="*/ 2699 h 12796"/>
                  <a:gd name="connsiteX6" fmla="*/ 45 w 39604"/>
                  <a:gd name="connsiteY6" fmla="*/ 1304 h 12796"/>
                  <a:gd name="connsiteX7" fmla="*/ 202 w 39604"/>
                  <a:gd name="connsiteY7" fmla="*/ 0 h 12796"/>
                  <a:gd name="connsiteX8" fmla="*/ 3171 w 39604"/>
                  <a:gd name="connsiteY8" fmla="*/ 0 h 12796"/>
                  <a:gd name="connsiteX9" fmla="*/ 2901 w 39604"/>
                  <a:gd name="connsiteY9" fmla="*/ 1934 h 12796"/>
                  <a:gd name="connsiteX10" fmla="*/ 3351 w 39604"/>
                  <a:gd name="connsiteY10" fmla="*/ 3868 h 12796"/>
                  <a:gd name="connsiteX11" fmla="*/ 4565 w 39604"/>
                  <a:gd name="connsiteY11" fmla="*/ 4903 h 12796"/>
                  <a:gd name="connsiteX12" fmla="*/ 6275 w 39604"/>
                  <a:gd name="connsiteY12" fmla="*/ 5308 h 12796"/>
                  <a:gd name="connsiteX13" fmla="*/ 8186 w 39604"/>
                  <a:gd name="connsiteY13" fmla="*/ 5398 h 12796"/>
                  <a:gd name="connsiteX14" fmla="*/ 11650 w 39604"/>
                  <a:gd name="connsiteY14" fmla="*/ 5398 h 12796"/>
                  <a:gd name="connsiteX15" fmla="*/ 11650 w 39604"/>
                  <a:gd name="connsiteY15" fmla="*/ 0 h 12796"/>
                  <a:gd name="connsiteX16" fmla="*/ 14348 w 39604"/>
                  <a:gd name="connsiteY16" fmla="*/ 0 h 12796"/>
                  <a:gd name="connsiteX17" fmla="*/ 14348 w 39604"/>
                  <a:gd name="connsiteY17" fmla="*/ 5398 h 12796"/>
                  <a:gd name="connsiteX18" fmla="*/ 39604 w 39604"/>
                  <a:gd name="connsiteY18" fmla="*/ 5398 h 12796"/>
                  <a:gd name="connsiteX19" fmla="*/ 39604 w 39604"/>
                  <a:gd name="connsiteY19" fmla="*/ 8636 h 12796"/>
                  <a:gd name="connsiteX20" fmla="*/ 14348 w 39604"/>
                  <a:gd name="connsiteY20" fmla="*/ 8636 h 12796"/>
                  <a:gd name="connsiteX21" fmla="*/ 14348 w 39604"/>
                  <a:gd name="connsiteY21" fmla="*/ 12797 h 12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9604" h="12796">
                    <a:moveTo>
                      <a:pt x="14348" y="12797"/>
                    </a:moveTo>
                    <a:lnTo>
                      <a:pt x="11650" y="12797"/>
                    </a:lnTo>
                    <a:lnTo>
                      <a:pt x="11650" y="8636"/>
                    </a:lnTo>
                    <a:lnTo>
                      <a:pt x="7219" y="8636"/>
                    </a:lnTo>
                    <a:cubicBezTo>
                      <a:pt x="4993" y="8636"/>
                      <a:pt x="3216" y="8186"/>
                      <a:pt x="1934" y="7287"/>
                    </a:cubicBezTo>
                    <a:cubicBezTo>
                      <a:pt x="630" y="6387"/>
                      <a:pt x="0" y="4858"/>
                      <a:pt x="0" y="2699"/>
                    </a:cubicBezTo>
                    <a:cubicBezTo>
                      <a:pt x="0" y="2204"/>
                      <a:pt x="0" y="1732"/>
                      <a:pt x="45" y="1304"/>
                    </a:cubicBezTo>
                    <a:cubicBezTo>
                      <a:pt x="90" y="877"/>
                      <a:pt x="135" y="450"/>
                      <a:pt x="202" y="0"/>
                    </a:cubicBezTo>
                    <a:lnTo>
                      <a:pt x="3171" y="0"/>
                    </a:lnTo>
                    <a:cubicBezTo>
                      <a:pt x="2991" y="720"/>
                      <a:pt x="2901" y="1372"/>
                      <a:pt x="2901" y="1934"/>
                    </a:cubicBezTo>
                    <a:cubicBezTo>
                      <a:pt x="2901" y="2766"/>
                      <a:pt x="3059" y="3418"/>
                      <a:pt x="3351" y="3868"/>
                    </a:cubicBezTo>
                    <a:cubicBezTo>
                      <a:pt x="3666" y="4341"/>
                      <a:pt x="4071" y="4678"/>
                      <a:pt x="4565" y="4903"/>
                    </a:cubicBezTo>
                    <a:cubicBezTo>
                      <a:pt x="5060" y="5128"/>
                      <a:pt x="5645" y="5263"/>
                      <a:pt x="6275" y="5308"/>
                    </a:cubicBezTo>
                    <a:cubicBezTo>
                      <a:pt x="6904" y="5353"/>
                      <a:pt x="7534" y="5398"/>
                      <a:pt x="8186" y="5398"/>
                    </a:cubicBezTo>
                    <a:lnTo>
                      <a:pt x="11650" y="5398"/>
                    </a:lnTo>
                    <a:lnTo>
                      <a:pt x="11650" y="0"/>
                    </a:lnTo>
                    <a:lnTo>
                      <a:pt x="14348" y="0"/>
                    </a:lnTo>
                    <a:lnTo>
                      <a:pt x="14348" y="5398"/>
                    </a:lnTo>
                    <a:lnTo>
                      <a:pt x="39604" y="5398"/>
                    </a:lnTo>
                    <a:lnTo>
                      <a:pt x="39604" y="8636"/>
                    </a:lnTo>
                    <a:lnTo>
                      <a:pt x="14348" y="8636"/>
                    </a:lnTo>
                    <a:lnTo>
                      <a:pt x="14348" y="12797"/>
                    </a:lnTo>
                    <a:close/>
                  </a:path>
                </a:pathLst>
              </a:custGeom>
              <a:solidFill>
                <a:srgbClr val="231F20"/>
              </a:solidFill>
              <a:ln w="2249" cap="flat">
                <a:noFill/>
                <a:prstDash val="solid"/>
                <a:miter/>
              </a:ln>
            </p:spPr>
            <p:txBody>
              <a:bodyPr rtlCol="0" anchor="ctr"/>
              <a:lstStyle/>
              <a:p>
                <a:endParaRPr lang="en-US"/>
              </a:p>
            </p:txBody>
          </p:sp>
          <p:sp>
            <p:nvSpPr>
              <p:cNvPr id="4236" name="Freeform 4235">
                <a:extLst>
                  <a:ext uri="{FF2B5EF4-FFF2-40B4-BE49-F238E27FC236}">
                    <a16:creationId xmlns:a16="http://schemas.microsoft.com/office/drawing/2014/main" id="{A8D43495-0929-1D0F-F553-B05D82757E64}"/>
                  </a:ext>
                </a:extLst>
              </p:cNvPr>
              <p:cNvSpPr/>
              <p:nvPr/>
            </p:nvSpPr>
            <p:spPr>
              <a:xfrm>
                <a:off x="4519661" y="2480524"/>
                <a:ext cx="29483" cy="26357"/>
              </a:xfrm>
              <a:custGeom>
                <a:avLst/>
                <a:gdLst>
                  <a:gd name="connsiteX0" fmla="*/ 12369 w 29483"/>
                  <a:gd name="connsiteY0" fmla="*/ 12032 h 26357"/>
                  <a:gd name="connsiteX1" fmla="*/ 12054 w 29483"/>
                  <a:gd name="connsiteY1" fmla="*/ 9850 h 26357"/>
                  <a:gd name="connsiteX2" fmla="*/ 11470 w 29483"/>
                  <a:gd name="connsiteY2" fmla="*/ 7781 h 26357"/>
                  <a:gd name="connsiteX3" fmla="*/ 10210 w 29483"/>
                  <a:gd name="connsiteY3" fmla="*/ 6792 h 26357"/>
                  <a:gd name="connsiteX4" fmla="*/ 8569 w 29483"/>
                  <a:gd name="connsiteY4" fmla="*/ 6612 h 26357"/>
                  <a:gd name="connsiteX5" fmla="*/ 4498 w 29483"/>
                  <a:gd name="connsiteY5" fmla="*/ 8209 h 26357"/>
                  <a:gd name="connsiteX6" fmla="*/ 2901 w 29483"/>
                  <a:gd name="connsiteY6" fmla="*/ 13584 h 26357"/>
                  <a:gd name="connsiteX7" fmla="*/ 3194 w 29483"/>
                  <a:gd name="connsiteY7" fmla="*/ 16665 h 26357"/>
                  <a:gd name="connsiteX8" fmla="*/ 4228 w 29483"/>
                  <a:gd name="connsiteY8" fmla="*/ 19116 h 26357"/>
                  <a:gd name="connsiteX9" fmla="*/ 6162 w 29483"/>
                  <a:gd name="connsiteY9" fmla="*/ 20848 h 26357"/>
                  <a:gd name="connsiteX10" fmla="*/ 9221 w 29483"/>
                  <a:gd name="connsiteY10" fmla="*/ 21747 h 26357"/>
                  <a:gd name="connsiteX11" fmla="*/ 9221 w 29483"/>
                  <a:gd name="connsiteY11" fmla="*/ 25031 h 26357"/>
                  <a:gd name="connsiteX12" fmla="*/ 4993 w 29483"/>
                  <a:gd name="connsiteY12" fmla="*/ 23906 h 26357"/>
                  <a:gd name="connsiteX13" fmla="*/ 2137 w 29483"/>
                  <a:gd name="connsiteY13" fmla="*/ 21388 h 26357"/>
                  <a:gd name="connsiteX14" fmla="*/ 517 w 29483"/>
                  <a:gd name="connsiteY14" fmla="*/ 17834 h 26357"/>
                  <a:gd name="connsiteX15" fmla="*/ 0 w 29483"/>
                  <a:gd name="connsiteY15" fmla="*/ 13539 h 26357"/>
                  <a:gd name="connsiteX16" fmla="*/ 450 w 29483"/>
                  <a:gd name="connsiteY16" fmla="*/ 9581 h 26357"/>
                  <a:gd name="connsiteX17" fmla="*/ 1912 w 29483"/>
                  <a:gd name="connsiteY17" fmla="*/ 6342 h 26357"/>
                  <a:gd name="connsiteX18" fmla="*/ 4588 w 29483"/>
                  <a:gd name="connsiteY18" fmla="*/ 4183 h 26357"/>
                  <a:gd name="connsiteX19" fmla="*/ 8681 w 29483"/>
                  <a:gd name="connsiteY19" fmla="*/ 3396 h 26357"/>
                  <a:gd name="connsiteX20" fmla="*/ 23906 w 29483"/>
                  <a:gd name="connsiteY20" fmla="*/ 3396 h 26357"/>
                  <a:gd name="connsiteX21" fmla="*/ 26313 w 29483"/>
                  <a:gd name="connsiteY21" fmla="*/ 2721 h 26357"/>
                  <a:gd name="connsiteX22" fmla="*/ 26065 w 29483"/>
                  <a:gd name="connsiteY22" fmla="*/ 0 h 26357"/>
                  <a:gd name="connsiteX23" fmla="*/ 28607 w 29483"/>
                  <a:gd name="connsiteY23" fmla="*/ 0 h 26357"/>
                  <a:gd name="connsiteX24" fmla="*/ 28922 w 29483"/>
                  <a:gd name="connsiteY24" fmla="*/ 1102 h 26357"/>
                  <a:gd name="connsiteX25" fmla="*/ 29146 w 29483"/>
                  <a:gd name="connsiteY25" fmla="*/ 2541 h 26357"/>
                  <a:gd name="connsiteX26" fmla="*/ 28989 w 29483"/>
                  <a:gd name="connsiteY26" fmla="*/ 4003 h 26357"/>
                  <a:gd name="connsiteX27" fmla="*/ 28472 w 29483"/>
                  <a:gd name="connsiteY27" fmla="*/ 5308 h 26357"/>
                  <a:gd name="connsiteX28" fmla="*/ 27505 w 29483"/>
                  <a:gd name="connsiteY28" fmla="*/ 6095 h 26357"/>
                  <a:gd name="connsiteX29" fmla="*/ 26268 w 29483"/>
                  <a:gd name="connsiteY29" fmla="*/ 6499 h 26357"/>
                  <a:gd name="connsiteX30" fmla="*/ 24829 w 29483"/>
                  <a:gd name="connsiteY30" fmla="*/ 6612 h 26357"/>
                  <a:gd name="connsiteX31" fmla="*/ 28292 w 29483"/>
                  <a:gd name="connsiteY31" fmla="*/ 11312 h 26357"/>
                  <a:gd name="connsiteX32" fmla="*/ 29484 w 29483"/>
                  <a:gd name="connsiteY32" fmla="*/ 17025 h 26357"/>
                  <a:gd name="connsiteX33" fmla="*/ 28989 w 29483"/>
                  <a:gd name="connsiteY33" fmla="*/ 20555 h 26357"/>
                  <a:gd name="connsiteX34" fmla="*/ 27482 w 29483"/>
                  <a:gd name="connsiteY34" fmla="*/ 23547 h 26357"/>
                  <a:gd name="connsiteX35" fmla="*/ 24963 w 29483"/>
                  <a:gd name="connsiteY35" fmla="*/ 25593 h 26357"/>
                  <a:gd name="connsiteX36" fmla="*/ 21433 w 29483"/>
                  <a:gd name="connsiteY36" fmla="*/ 26358 h 26357"/>
                  <a:gd name="connsiteX37" fmla="*/ 13022 w 29483"/>
                  <a:gd name="connsiteY37" fmla="*/ 16597 h 26357"/>
                  <a:gd name="connsiteX38" fmla="*/ 12437 w 29483"/>
                  <a:gd name="connsiteY38" fmla="*/ 12122 h 26357"/>
                  <a:gd name="connsiteX39" fmla="*/ 13988 w 29483"/>
                  <a:gd name="connsiteY39" fmla="*/ 6589 h 26357"/>
                  <a:gd name="connsiteX40" fmla="*/ 15113 w 29483"/>
                  <a:gd name="connsiteY40" fmla="*/ 10750 h 26357"/>
                  <a:gd name="connsiteX41" fmla="*/ 15540 w 29483"/>
                  <a:gd name="connsiteY41" fmla="*/ 14956 h 26357"/>
                  <a:gd name="connsiteX42" fmla="*/ 17205 w 29483"/>
                  <a:gd name="connsiteY42" fmla="*/ 20758 h 26357"/>
                  <a:gd name="connsiteX43" fmla="*/ 21478 w 29483"/>
                  <a:gd name="connsiteY43" fmla="*/ 22827 h 26357"/>
                  <a:gd name="connsiteX44" fmla="*/ 23727 w 29483"/>
                  <a:gd name="connsiteY44" fmla="*/ 22310 h 26357"/>
                  <a:gd name="connsiteX45" fmla="*/ 25301 w 29483"/>
                  <a:gd name="connsiteY45" fmla="*/ 20960 h 26357"/>
                  <a:gd name="connsiteX46" fmla="*/ 26223 w 29483"/>
                  <a:gd name="connsiteY46" fmla="*/ 19026 h 26357"/>
                  <a:gd name="connsiteX47" fmla="*/ 26515 w 29483"/>
                  <a:gd name="connsiteY47" fmla="*/ 16777 h 26357"/>
                  <a:gd name="connsiteX48" fmla="*/ 26021 w 29483"/>
                  <a:gd name="connsiteY48" fmla="*/ 12999 h 26357"/>
                  <a:gd name="connsiteX49" fmla="*/ 24536 w 29483"/>
                  <a:gd name="connsiteY49" fmla="*/ 9738 h 26357"/>
                  <a:gd name="connsiteX50" fmla="*/ 21995 w 29483"/>
                  <a:gd name="connsiteY50" fmla="*/ 7444 h 26357"/>
                  <a:gd name="connsiteX51" fmla="*/ 18352 w 29483"/>
                  <a:gd name="connsiteY51" fmla="*/ 6589 h 26357"/>
                  <a:gd name="connsiteX52" fmla="*/ 13988 w 29483"/>
                  <a:gd name="connsiteY52" fmla="*/ 6589 h 26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9483" h="26357">
                    <a:moveTo>
                      <a:pt x="12369" y="12032"/>
                    </a:moveTo>
                    <a:cubicBezTo>
                      <a:pt x="12302" y="11425"/>
                      <a:pt x="12189" y="10683"/>
                      <a:pt x="12054" y="9850"/>
                    </a:cubicBezTo>
                    <a:cubicBezTo>
                      <a:pt x="11920" y="8996"/>
                      <a:pt x="11717" y="8321"/>
                      <a:pt x="11470" y="7781"/>
                    </a:cubicBezTo>
                    <a:cubicBezTo>
                      <a:pt x="11222" y="7242"/>
                      <a:pt x="10795" y="6904"/>
                      <a:pt x="10210" y="6792"/>
                    </a:cubicBezTo>
                    <a:cubicBezTo>
                      <a:pt x="9626" y="6657"/>
                      <a:pt x="9063" y="6612"/>
                      <a:pt x="8569" y="6612"/>
                    </a:cubicBezTo>
                    <a:cubicBezTo>
                      <a:pt x="6904" y="6612"/>
                      <a:pt x="5555" y="7152"/>
                      <a:pt x="4498" y="8209"/>
                    </a:cubicBezTo>
                    <a:cubicBezTo>
                      <a:pt x="3441" y="9266"/>
                      <a:pt x="2901" y="11065"/>
                      <a:pt x="2901" y="13584"/>
                    </a:cubicBezTo>
                    <a:cubicBezTo>
                      <a:pt x="2901" y="14708"/>
                      <a:pt x="2991" y="15720"/>
                      <a:pt x="3194" y="16665"/>
                    </a:cubicBezTo>
                    <a:cubicBezTo>
                      <a:pt x="3396" y="17609"/>
                      <a:pt x="3733" y="18419"/>
                      <a:pt x="4228" y="19116"/>
                    </a:cubicBezTo>
                    <a:cubicBezTo>
                      <a:pt x="4723" y="19813"/>
                      <a:pt x="5353" y="20398"/>
                      <a:pt x="6162" y="20848"/>
                    </a:cubicBezTo>
                    <a:cubicBezTo>
                      <a:pt x="6972" y="21298"/>
                      <a:pt x="7984" y="21590"/>
                      <a:pt x="9221" y="21747"/>
                    </a:cubicBezTo>
                    <a:lnTo>
                      <a:pt x="9221" y="25031"/>
                    </a:lnTo>
                    <a:cubicBezTo>
                      <a:pt x="7556" y="24918"/>
                      <a:pt x="6162" y="24536"/>
                      <a:pt x="4993" y="23906"/>
                    </a:cubicBezTo>
                    <a:cubicBezTo>
                      <a:pt x="3823" y="23277"/>
                      <a:pt x="2879" y="22422"/>
                      <a:pt x="2137" y="21388"/>
                    </a:cubicBezTo>
                    <a:cubicBezTo>
                      <a:pt x="1394" y="20353"/>
                      <a:pt x="855" y="19184"/>
                      <a:pt x="517" y="17834"/>
                    </a:cubicBezTo>
                    <a:cubicBezTo>
                      <a:pt x="180" y="16485"/>
                      <a:pt x="0" y="15046"/>
                      <a:pt x="0" y="13539"/>
                    </a:cubicBezTo>
                    <a:cubicBezTo>
                      <a:pt x="0" y="12144"/>
                      <a:pt x="158" y="10817"/>
                      <a:pt x="450" y="9581"/>
                    </a:cubicBezTo>
                    <a:cubicBezTo>
                      <a:pt x="765" y="8344"/>
                      <a:pt x="1237" y="7264"/>
                      <a:pt x="1912" y="6342"/>
                    </a:cubicBezTo>
                    <a:cubicBezTo>
                      <a:pt x="2586" y="5420"/>
                      <a:pt x="3463" y="4700"/>
                      <a:pt x="4588" y="4183"/>
                    </a:cubicBezTo>
                    <a:cubicBezTo>
                      <a:pt x="5712" y="3666"/>
                      <a:pt x="7062" y="3396"/>
                      <a:pt x="8681" y="3396"/>
                    </a:cubicBezTo>
                    <a:lnTo>
                      <a:pt x="23906" y="3396"/>
                    </a:lnTo>
                    <a:cubicBezTo>
                      <a:pt x="25166" y="3396"/>
                      <a:pt x="25976" y="3171"/>
                      <a:pt x="26313" y="2721"/>
                    </a:cubicBezTo>
                    <a:cubicBezTo>
                      <a:pt x="26650" y="2271"/>
                      <a:pt x="26583" y="1372"/>
                      <a:pt x="26065" y="0"/>
                    </a:cubicBezTo>
                    <a:lnTo>
                      <a:pt x="28607" y="0"/>
                    </a:lnTo>
                    <a:cubicBezTo>
                      <a:pt x="28674" y="247"/>
                      <a:pt x="28787" y="630"/>
                      <a:pt x="28922" y="1102"/>
                    </a:cubicBezTo>
                    <a:cubicBezTo>
                      <a:pt x="29057" y="1597"/>
                      <a:pt x="29146" y="2069"/>
                      <a:pt x="29146" y="2541"/>
                    </a:cubicBezTo>
                    <a:cubicBezTo>
                      <a:pt x="29146" y="3036"/>
                      <a:pt x="29102" y="3531"/>
                      <a:pt x="28989" y="4003"/>
                    </a:cubicBezTo>
                    <a:cubicBezTo>
                      <a:pt x="28922" y="4543"/>
                      <a:pt x="28742" y="4970"/>
                      <a:pt x="28472" y="5308"/>
                    </a:cubicBezTo>
                    <a:cubicBezTo>
                      <a:pt x="28202" y="5645"/>
                      <a:pt x="27887" y="5892"/>
                      <a:pt x="27505" y="6095"/>
                    </a:cubicBezTo>
                    <a:cubicBezTo>
                      <a:pt x="27123" y="6297"/>
                      <a:pt x="26718" y="6432"/>
                      <a:pt x="26268" y="6499"/>
                    </a:cubicBezTo>
                    <a:cubicBezTo>
                      <a:pt x="25818" y="6567"/>
                      <a:pt x="25346" y="6612"/>
                      <a:pt x="24829" y="6612"/>
                    </a:cubicBezTo>
                    <a:cubicBezTo>
                      <a:pt x="26335" y="7984"/>
                      <a:pt x="27482" y="9536"/>
                      <a:pt x="28292" y="11312"/>
                    </a:cubicBezTo>
                    <a:cubicBezTo>
                      <a:pt x="29079" y="13066"/>
                      <a:pt x="29484" y="14978"/>
                      <a:pt x="29484" y="17025"/>
                    </a:cubicBezTo>
                    <a:cubicBezTo>
                      <a:pt x="29484" y="18239"/>
                      <a:pt x="29327" y="19431"/>
                      <a:pt x="28989" y="20555"/>
                    </a:cubicBezTo>
                    <a:cubicBezTo>
                      <a:pt x="28652" y="21680"/>
                      <a:pt x="28157" y="22692"/>
                      <a:pt x="27482" y="23547"/>
                    </a:cubicBezTo>
                    <a:cubicBezTo>
                      <a:pt x="26808" y="24401"/>
                      <a:pt x="25953" y="25098"/>
                      <a:pt x="24963" y="25593"/>
                    </a:cubicBezTo>
                    <a:cubicBezTo>
                      <a:pt x="23974" y="26088"/>
                      <a:pt x="22804" y="26358"/>
                      <a:pt x="21433" y="26358"/>
                    </a:cubicBezTo>
                    <a:cubicBezTo>
                      <a:pt x="16687" y="26358"/>
                      <a:pt x="13876" y="23097"/>
                      <a:pt x="13022" y="16597"/>
                    </a:cubicBezTo>
                    <a:lnTo>
                      <a:pt x="12437" y="12122"/>
                    </a:lnTo>
                    <a:close/>
                    <a:moveTo>
                      <a:pt x="13988" y="6589"/>
                    </a:moveTo>
                    <a:cubicBezTo>
                      <a:pt x="14573" y="7961"/>
                      <a:pt x="14933" y="9333"/>
                      <a:pt x="15113" y="10750"/>
                    </a:cubicBezTo>
                    <a:cubicBezTo>
                      <a:pt x="15293" y="12167"/>
                      <a:pt x="15428" y="13561"/>
                      <a:pt x="15540" y="14956"/>
                    </a:cubicBezTo>
                    <a:cubicBezTo>
                      <a:pt x="15720" y="17429"/>
                      <a:pt x="16282" y="19364"/>
                      <a:pt x="17205" y="20758"/>
                    </a:cubicBezTo>
                    <a:cubicBezTo>
                      <a:pt x="18149" y="22152"/>
                      <a:pt x="19566" y="22827"/>
                      <a:pt x="21478" y="22827"/>
                    </a:cubicBezTo>
                    <a:cubicBezTo>
                      <a:pt x="22332" y="22827"/>
                      <a:pt x="23097" y="22647"/>
                      <a:pt x="23727" y="22310"/>
                    </a:cubicBezTo>
                    <a:cubicBezTo>
                      <a:pt x="24356" y="21972"/>
                      <a:pt x="24874" y="21523"/>
                      <a:pt x="25301" y="20960"/>
                    </a:cubicBezTo>
                    <a:cubicBezTo>
                      <a:pt x="25706" y="20398"/>
                      <a:pt x="26021" y="19746"/>
                      <a:pt x="26223" y="19026"/>
                    </a:cubicBezTo>
                    <a:cubicBezTo>
                      <a:pt x="26425" y="18284"/>
                      <a:pt x="26515" y="17542"/>
                      <a:pt x="26515" y="16777"/>
                    </a:cubicBezTo>
                    <a:cubicBezTo>
                      <a:pt x="26515" y="15473"/>
                      <a:pt x="26358" y="14213"/>
                      <a:pt x="26021" y="12999"/>
                    </a:cubicBezTo>
                    <a:cubicBezTo>
                      <a:pt x="25706" y="11785"/>
                      <a:pt x="25211" y="10683"/>
                      <a:pt x="24536" y="9738"/>
                    </a:cubicBezTo>
                    <a:cubicBezTo>
                      <a:pt x="23861" y="8793"/>
                      <a:pt x="23029" y="8029"/>
                      <a:pt x="21995" y="7444"/>
                    </a:cubicBezTo>
                    <a:cubicBezTo>
                      <a:pt x="20960" y="6859"/>
                      <a:pt x="19746" y="6589"/>
                      <a:pt x="18352" y="6589"/>
                    </a:cubicBezTo>
                    <a:lnTo>
                      <a:pt x="13988" y="6589"/>
                    </a:lnTo>
                    <a:close/>
                  </a:path>
                </a:pathLst>
              </a:custGeom>
              <a:solidFill>
                <a:srgbClr val="231F20"/>
              </a:solidFill>
              <a:ln w="2249" cap="flat">
                <a:noFill/>
                <a:prstDash val="solid"/>
                <a:miter/>
              </a:ln>
            </p:spPr>
            <p:txBody>
              <a:bodyPr rtlCol="0" anchor="ctr"/>
              <a:lstStyle/>
              <a:p>
                <a:endParaRPr lang="en-US"/>
              </a:p>
            </p:txBody>
          </p:sp>
          <p:sp>
            <p:nvSpPr>
              <p:cNvPr id="4237" name="Freeform 4236">
                <a:extLst>
                  <a:ext uri="{FF2B5EF4-FFF2-40B4-BE49-F238E27FC236}">
                    <a16:creationId xmlns:a16="http://schemas.microsoft.com/office/drawing/2014/main" id="{19F7AFCA-9BB2-1FAE-9E9B-BA14A99FA83E}"/>
                  </a:ext>
                </a:extLst>
              </p:cNvPr>
              <p:cNvSpPr/>
              <p:nvPr/>
            </p:nvSpPr>
            <p:spPr>
              <a:xfrm>
                <a:off x="4519593" y="2454774"/>
                <a:ext cx="29439" cy="22039"/>
              </a:xfrm>
              <a:custGeom>
                <a:avLst/>
                <a:gdLst>
                  <a:gd name="connsiteX0" fmla="*/ 19993 w 29439"/>
                  <a:gd name="connsiteY0" fmla="*/ 18734 h 22039"/>
                  <a:gd name="connsiteX1" fmla="*/ 25098 w 29439"/>
                  <a:gd name="connsiteY1" fmla="*/ 16013 h 22039"/>
                  <a:gd name="connsiteX2" fmla="*/ 26583 w 29439"/>
                  <a:gd name="connsiteY2" fmla="*/ 10368 h 22039"/>
                  <a:gd name="connsiteX3" fmla="*/ 26155 w 29439"/>
                  <a:gd name="connsiteY3" fmla="*/ 7287 h 22039"/>
                  <a:gd name="connsiteX4" fmla="*/ 24986 w 29439"/>
                  <a:gd name="connsiteY4" fmla="*/ 5150 h 22039"/>
                  <a:gd name="connsiteX5" fmla="*/ 23344 w 29439"/>
                  <a:gd name="connsiteY5" fmla="*/ 3891 h 22039"/>
                  <a:gd name="connsiteX6" fmla="*/ 21410 w 29439"/>
                  <a:gd name="connsiteY6" fmla="*/ 3463 h 22039"/>
                  <a:gd name="connsiteX7" fmla="*/ 18352 w 29439"/>
                  <a:gd name="connsiteY7" fmla="*/ 4790 h 22039"/>
                  <a:gd name="connsiteX8" fmla="*/ 16777 w 29439"/>
                  <a:gd name="connsiteY8" fmla="*/ 8119 h 22039"/>
                  <a:gd name="connsiteX9" fmla="*/ 15810 w 29439"/>
                  <a:gd name="connsiteY9" fmla="*/ 12437 h 22039"/>
                  <a:gd name="connsiteX10" fmla="*/ 14596 w 29439"/>
                  <a:gd name="connsiteY10" fmla="*/ 16755 h 22039"/>
                  <a:gd name="connsiteX11" fmla="*/ 12279 w 29439"/>
                  <a:gd name="connsiteY11" fmla="*/ 20083 h 22039"/>
                  <a:gd name="connsiteX12" fmla="*/ 8006 w 29439"/>
                  <a:gd name="connsiteY12" fmla="*/ 21410 h 22039"/>
                  <a:gd name="connsiteX13" fmla="*/ 2249 w 29439"/>
                  <a:gd name="connsiteY13" fmla="*/ 18846 h 22039"/>
                  <a:gd name="connsiteX14" fmla="*/ 0 w 29439"/>
                  <a:gd name="connsiteY14" fmla="*/ 11582 h 22039"/>
                  <a:gd name="connsiteX15" fmla="*/ 2024 w 29439"/>
                  <a:gd name="connsiteY15" fmla="*/ 4206 h 22039"/>
                  <a:gd name="connsiteX16" fmla="*/ 8794 w 29439"/>
                  <a:gd name="connsiteY16" fmla="*/ 787 h 22039"/>
                  <a:gd name="connsiteX17" fmla="*/ 8794 w 29439"/>
                  <a:gd name="connsiteY17" fmla="*/ 4071 h 22039"/>
                  <a:gd name="connsiteX18" fmla="*/ 4228 w 29439"/>
                  <a:gd name="connsiteY18" fmla="*/ 6522 h 22039"/>
                  <a:gd name="connsiteX19" fmla="*/ 2901 w 29439"/>
                  <a:gd name="connsiteY19" fmla="*/ 11627 h 22039"/>
                  <a:gd name="connsiteX20" fmla="*/ 4228 w 29439"/>
                  <a:gd name="connsiteY20" fmla="*/ 16327 h 22039"/>
                  <a:gd name="connsiteX21" fmla="*/ 7714 w 29439"/>
                  <a:gd name="connsiteY21" fmla="*/ 17947 h 22039"/>
                  <a:gd name="connsiteX22" fmla="*/ 10593 w 29439"/>
                  <a:gd name="connsiteY22" fmla="*/ 16620 h 22039"/>
                  <a:gd name="connsiteX23" fmla="*/ 12212 w 29439"/>
                  <a:gd name="connsiteY23" fmla="*/ 13291 h 22039"/>
                  <a:gd name="connsiteX24" fmla="*/ 13314 w 29439"/>
                  <a:gd name="connsiteY24" fmla="*/ 8973 h 22039"/>
                  <a:gd name="connsiteX25" fmla="*/ 14686 w 29439"/>
                  <a:gd name="connsiteY25" fmla="*/ 4655 h 22039"/>
                  <a:gd name="connsiteX26" fmla="*/ 17092 w 29439"/>
                  <a:gd name="connsiteY26" fmla="*/ 1327 h 22039"/>
                  <a:gd name="connsiteX27" fmla="*/ 21298 w 29439"/>
                  <a:gd name="connsiteY27" fmla="*/ 0 h 22039"/>
                  <a:gd name="connsiteX28" fmla="*/ 24829 w 29439"/>
                  <a:gd name="connsiteY28" fmla="*/ 855 h 22039"/>
                  <a:gd name="connsiteX29" fmla="*/ 27392 w 29439"/>
                  <a:gd name="connsiteY29" fmla="*/ 3238 h 22039"/>
                  <a:gd name="connsiteX30" fmla="*/ 28922 w 29439"/>
                  <a:gd name="connsiteY30" fmla="*/ 6837 h 22039"/>
                  <a:gd name="connsiteX31" fmla="*/ 29439 w 29439"/>
                  <a:gd name="connsiteY31" fmla="*/ 11402 h 22039"/>
                  <a:gd name="connsiteX32" fmla="*/ 28719 w 29439"/>
                  <a:gd name="connsiteY32" fmla="*/ 15810 h 22039"/>
                  <a:gd name="connsiteX33" fmla="*/ 26695 w 29439"/>
                  <a:gd name="connsiteY33" fmla="*/ 19071 h 22039"/>
                  <a:gd name="connsiteX34" fmla="*/ 23682 w 29439"/>
                  <a:gd name="connsiteY34" fmla="*/ 21185 h 22039"/>
                  <a:gd name="connsiteX35" fmla="*/ 19948 w 29439"/>
                  <a:gd name="connsiteY35" fmla="*/ 22040 h 22039"/>
                  <a:gd name="connsiteX36" fmla="*/ 19948 w 29439"/>
                  <a:gd name="connsiteY36" fmla="*/ 18756 h 22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9439" h="22039">
                    <a:moveTo>
                      <a:pt x="19993" y="18734"/>
                    </a:moveTo>
                    <a:cubicBezTo>
                      <a:pt x="22400" y="18239"/>
                      <a:pt x="24109" y="17317"/>
                      <a:pt x="25098" y="16013"/>
                    </a:cubicBezTo>
                    <a:cubicBezTo>
                      <a:pt x="26088" y="14708"/>
                      <a:pt x="26583" y="12819"/>
                      <a:pt x="26583" y="10368"/>
                    </a:cubicBezTo>
                    <a:cubicBezTo>
                      <a:pt x="26583" y="9176"/>
                      <a:pt x="26448" y="8164"/>
                      <a:pt x="26155" y="7287"/>
                    </a:cubicBezTo>
                    <a:cubicBezTo>
                      <a:pt x="25863" y="6432"/>
                      <a:pt x="25481" y="5712"/>
                      <a:pt x="24986" y="5150"/>
                    </a:cubicBezTo>
                    <a:cubicBezTo>
                      <a:pt x="24491" y="4588"/>
                      <a:pt x="23951" y="4161"/>
                      <a:pt x="23344" y="3891"/>
                    </a:cubicBezTo>
                    <a:cubicBezTo>
                      <a:pt x="22737" y="3598"/>
                      <a:pt x="22085" y="3463"/>
                      <a:pt x="21410" y="3463"/>
                    </a:cubicBezTo>
                    <a:cubicBezTo>
                      <a:pt x="20038" y="3463"/>
                      <a:pt x="19026" y="3913"/>
                      <a:pt x="18352" y="4790"/>
                    </a:cubicBezTo>
                    <a:cubicBezTo>
                      <a:pt x="17677" y="5667"/>
                      <a:pt x="17160" y="6769"/>
                      <a:pt x="16777" y="8119"/>
                    </a:cubicBezTo>
                    <a:cubicBezTo>
                      <a:pt x="16395" y="9468"/>
                      <a:pt x="16080" y="10885"/>
                      <a:pt x="15810" y="12437"/>
                    </a:cubicBezTo>
                    <a:cubicBezTo>
                      <a:pt x="15540" y="13988"/>
                      <a:pt x="15136" y="15428"/>
                      <a:pt x="14596" y="16755"/>
                    </a:cubicBezTo>
                    <a:cubicBezTo>
                      <a:pt x="14056" y="18082"/>
                      <a:pt x="13291" y="19184"/>
                      <a:pt x="12279" y="20083"/>
                    </a:cubicBezTo>
                    <a:cubicBezTo>
                      <a:pt x="11267" y="20983"/>
                      <a:pt x="9850" y="21410"/>
                      <a:pt x="8006" y="21410"/>
                    </a:cubicBezTo>
                    <a:cubicBezTo>
                      <a:pt x="5667" y="21410"/>
                      <a:pt x="3756" y="20555"/>
                      <a:pt x="2249" y="18846"/>
                    </a:cubicBezTo>
                    <a:cubicBezTo>
                      <a:pt x="765" y="17137"/>
                      <a:pt x="0" y="14708"/>
                      <a:pt x="0" y="11582"/>
                    </a:cubicBezTo>
                    <a:cubicBezTo>
                      <a:pt x="0" y="8456"/>
                      <a:pt x="675" y="6095"/>
                      <a:pt x="2024" y="4206"/>
                    </a:cubicBezTo>
                    <a:cubicBezTo>
                      <a:pt x="3373" y="2316"/>
                      <a:pt x="5622" y="1169"/>
                      <a:pt x="8794" y="787"/>
                    </a:cubicBezTo>
                    <a:lnTo>
                      <a:pt x="8794" y="4071"/>
                    </a:lnTo>
                    <a:cubicBezTo>
                      <a:pt x="6635" y="4363"/>
                      <a:pt x="5105" y="5173"/>
                      <a:pt x="4228" y="6522"/>
                    </a:cubicBezTo>
                    <a:cubicBezTo>
                      <a:pt x="3351" y="7871"/>
                      <a:pt x="2901" y="9581"/>
                      <a:pt x="2901" y="11627"/>
                    </a:cubicBezTo>
                    <a:cubicBezTo>
                      <a:pt x="2901" y="13674"/>
                      <a:pt x="3351" y="15248"/>
                      <a:pt x="4228" y="16327"/>
                    </a:cubicBezTo>
                    <a:cubicBezTo>
                      <a:pt x="5105" y="17407"/>
                      <a:pt x="6275" y="17947"/>
                      <a:pt x="7714" y="17947"/>
                    </a:cubicBezTo>
                    <a:cubicBezTo>
                      <a:pt x="8973" y="17947"/>
                      <a:pt x="9940" y="17497"/>
                      <a:pt x="10593" y="16620"/>
                    </a:cubicBezTo>
                    <a:cubicBezTo>
                      <a:pt x="11267" y="15743"/>
                      <a:pt x="11807" y="14641"/>
                      <a:pt x="12212" y="13291"/>
                    </a:cubicBezTo>
                    <a:cubicBezTo>
                      <a:pt x="12617" y="11964"/>
                      <a:pt x="12999" y="10525"/>
                      <a:pt x="13314" y="8973"/>
                    </a:cubicBezTo>
                    <a:cubicBezTo>
                      <a:pt x="13629" y="7422"/>
                      <a:pt x="14101" y="5982"/>
                      <a:pt x="14686" y="4655"/>
                    </a:cubicBezTo>
                    <a:cubicBezTo>
                      <a:pt x="15271" y="3328"/>
                      <a:pt x="16080" y="2226"/>
                      <a:pt x="17092" y="1327"/>
                    </a:cubicBezTo>
                    <a:cubicBezTo>
                      <a:pt x="18104" y="450"/>
                      <a:pt x="19499" y="0"/>
                      <a:pt x="21298" y="0"/>
                    </a:cubicBezTo>
                    <a:cubicBezTo>
                      <a:pt x="22625" y="0"/>
                      <a:pt x="23817" y="292"/>
                      <a:pt x="24829" y="855"/>
                    </a:cubicBezTo>
                    <a:cubicBezTo>
                      <a:pt x="25863" y="1439"/>
                      <a:pt x="26718" y="2226"/>
                      <a:pt x="27392" y="3238"/>
                    </a:cubicBezTo>
                    <a:cubicBezTo>
                      <a:pt x="28067" y="4251"/>
                      <a:pt x="28584" y="5442"/>
                      <a:pt x="28922" y="6837"/>
                    </a:cubicBezTo>
                    <a:cubicBezTo>
                      <a:pt x="29259" y="8231"/>
                      <a:pt x="29439" y="9738"/>
                      <a:pt x="29439" y="11402"/>
                    </a:cubicBezTo>
                    <a:cubicBezTo>
                      <a:pt x="29439" y="13066"/>
                      <a:pt x="29192" y="14528"/>
                      <a:pt x="28719" y="15810"/>
                    </a:cubicBezTo>
                    <a:cubicBezTo>
                      <a:pt x="28225" y="17092"/>
                      <a:pt x="27550" y="18172"/>
                      <a:pt x="26695" y="19071"/>
                    </a:cubicBezTo>
                    <a:cubicBezTo>
                      <a:pt x="25841" y="19971"/>
                      <a:pt x="24829" y="20668"/>
                      <a:pt x="23682" y="21185"/>
                    </a:cubicBezTo>
                    <a:cubicBezTo>
                      <a:pt x="22535" y="21680"/>
                      <a:pt x="21298" y="21972"/>
                      <a:pt x="19948" y="22040"/>
                    </a:cubicBezTo>
                    <a:lnTo>
                      <a:pt x="19948" y="18756"/>
                    </a:lnTo>
                    <a:close/>
                  </a:path>
                </a:pathLst>
              </a:custGeom>
              <a:solidFill>
                <a:srgbClr val="231F20"/>
              </a:solidFill>
              <a:ln w="2249" cap="flat">
                <a:noFill/>
                <a:prstDash val="solid"/>
                <a:miter/>
              </a:ln>
            </p:spPr>
            <p:txBody>
              <a:bodyPr rtlCol="0" anchor="ctr"/>
              <a:lstStyle/>
              <a:p>
                <a:endParaRPr lang="en-US"/>
              </a:p>
            </p:txBody>
          </p:sp>
          <p:sp>
            <p:nvSpPr>
              <p:cNvPr id="4238" name="Freeform 4237">
                <a:extLst>
                  <a:ext uri="{FF2B5EF4-FFF2-40B4-BE49-F238E27FC236}">
                    <a16:creationId xmlns:a16="http://schemas.microsoft.com/office/drawing/2014/main" id="{BCCBD20D-97A7-AC0C-11E8-38A5B98490BD}"/>
                  </a:ext>
                </a:extLst>
              </p:cNvPr>
              <p:cNvSpPr/>
              <p:nvPr/>
            </p:nvSpPr>
            <p:spPr>
              <a:xfrm>
                <a:off x="4512599" y="2438581"/>
                <a:ext cx="36500" cy="12616"/>
              </a:xfrm>
              <a:custGeom>
                <a:avLst/>
                <a:gdLst>
                  <a:gd name="connsiteX0" fmla="*/ 35849 w 36500"/>
                  <a:gd name="connsiteY0" fmla="*/ 0 h 12616"/>
                  <a:gd name="connsiteX1" fmla="*/ 36231 w 36500"/>
                  <a:gd name="connsiteY1" fmla="*/ 1574 h 12616"/>
                  <a:gd name="connsiteX2" fmla="*/ 36501 w 36500"/>
                  <a:gd name="connsiteY2" fmla="*/ 3733 h 12616"/>
                  <a:gd name="connsiteX3" fmla="*/ 35286 w 36500"/>
                  <a:gd name="connsiteY3" fmla="*/ 7422 h 12616"/>
                  <a:gd name="connsiteX4" fmla="*/ 30946 w 36500"/>
                  <a:gd name="connsiteY4" fmla="*/ 8681 h 12616"/>
                  <a:gd name="connsiteX5" fmla="*/ 10480 w 36500"/>
                  <a:gd name="connsiteY5" fmla="*/ 8681 h 12616"/>
                  <a:gd name="connsiteX6" fmla="*/ 10480 w 36500"/>
                  <a:gd name="connsiteY6" fmla="*/ 12617 h 12616"/>
                  <a:gd name="connsiteX7" fmla="*/ 7782 w 36500"/>
                  <a:gd name="connsiteY7" fmla="*/ 12617 h 12616"/>
                  <a:gd name="connsiteX8" fmla="*/ 7782 w 36500"/>
                  <a:gd name="connsiteY8" fmla="*/ 8681 h 12616"/>
                  <a:gd name="connsiteX9" fmla="*/ 0 w 36500"/>
                  <a:gd name="connsiteY9" fmla="*/ 8681 h 12616"/>
                  <a:gd name="connsiteX10" fmla="*/ 0 w 36500"/>
                  <a:gd name="connsiteY10" fmla="*/ 5442 h 12616"/>
                  <a:gd name="connsiteX11" fmla="*/ 7782 w 36500"/>
                  <a:gd name="connsiteY11" fmla="*/ 5442 h 12616"/>
                  <a:gd name="connsiteX12" fmla="*/ 7782 w 36500"/>
                  <a:gd name="connsiteY12" fmla="*/ 202 h 12616"/>
                  <a:gd name="connsiteX13" fmla="*/ 10480 w 36500"/>
                  <a:gd name="connsiteY13" fmla="*/ 202 h 12616"/>
                  <a:gd name="connsiteX14" fmla="*/ 10480 w 36500"/>
                  <a:gd name="connsiteY14" fmla="*/ 5442 h 12616"/>
                  <a:gd name="connsiteX15" fmla="*/ 29641 w 36500"/>
                  <a:gd name="connsiteY15" fmla="*/ 5442 h 12616"/>
                  <a:gd name="connsiteX16" fmla="*/ 31418 w 36500"/>
                  <a:gd name="connsiteY16" fmla="*/ 5398 h 12616"/>
                  <a:gd name="connsiteX17" fmla="*/ 32655 w 36500"/>
                  <a:gd name="connsiteY17" fmla="*/ 5083 h 12616"/>
                  <a:gd name="connsiteX18" fmla="*/ 33352 w 36500"/>
                  <a:gd name="connsiteY18" fmla="*/ 4251 h 12616"/>
                  <a:gd name="connsiteX19" fmla="*/ 33577 w 36500"/>
                  <a:gd name="connsiteY19" fmla="*/ 2654 h 12616"/>
                  <a:gd name="connsiteX20" fmla="*/ 33465 w 36500"/>
                  <a:gd name="connsiteY20" fmla="*/ 1327 h 12616"/>
                  <a:gd name="connsiteX21" fmla="*/ 33195 w 36500"/>
                  <a:gd name="connsiteY21" fmla="*/ 0 h 12616"/>
                  <a:gd name="connsiteX22" fmla="*/ 35849 w 36500"/>
                  <a:gd name="connsiteY22" fmla="*/ 0 h 126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500" h="12616">
                    <a:moveTo>
                      <a:pt x="35849" y="0"/>
                    </a:moveTo>
                    <a:cubicBezTo>
                      <a:pt x="35916" y="405"/>
                      <a:pt x="36051" y="922"/>
                      <a:pt x="36231" y="1574"/>
                    </a:cubicBezTo>
                    <a:cubicBezTo>
                      <a:pt x="36411" y="2226"/>
                      <a:pt x="36501" y="2946"/>
                      <a:pt x="36501" y="3733"/>
                    </a:cubicBezTo>
                    <a:cubicBezTo>
                      <a:pt x="36501" y="5353"/>
                      <a:pt x="36096" y="6589"/>
                      <a:pt x="35286" y="7422"/>
                    </a:cubicBezTo>
                    <a:cubicBezTo>
                      <a:pt x="34477" y="8254"/>
                      <a:pt x="33037" y="8681"/>
                      <a:pt x="30946" y="8681"/>
                    </a:cubicBezTo>
                    <a:lnTo>
                      <a:pt x="10480" y="8681"/>
                    </a:lnTo>
                    <a:lnTo>
                      <a:pt x="10480" y="12617"/>
                    </a:lnTo>
                    <a:lnTo>
                      <a:pt x="7782" y="12617"/>
                    </a:lnTo>
                    <a:lnTo>
                      <a:pt x="7782" y="8681"/>
                    </a:lnTo>
                    <a:lnTo>
                      <a:pt x="0" y="8681"/>
                    </a:lnTo>
                    <a:lnTo>
                      <a:pt x="0" y="5442"/>
                    </a:lnTo>
                    <a:lnTo>
                      <a:pt x="7782" y="5442"/>
                    </a:lnTo>
                    <a:lnTo>
                      <a:pt x="7782" y="202"/>
                    </a:lnTo>
                    <a:lnTo>
                      <a:pt x="10480" y="202"/>
                    </a:lnTo>
                    <a:lnTo>
                      <a:pt x="10480" y="5442"/>
                    </a:lnTo>
                    <a:lnTo>
                      <a:pt x="29641" y="5442"/>
                    </a:lnTo>
                    <a:cubicBezTo>
                      <a:pt x="30316" y="5442"/>
                      <a:pt x="30923" y="5442"/>
                      <a:pt x="31418" y="5398"/>
                    </a:cubicBezTo>
                    <a:cubicBezTo>
                      <a:pt x="31913" y="5353"/>
                      <a:pt x="32340" y="5263"/>
                      <a:pt x="32655" y="5083"/>
                    </a:cubicBezTo>
                    <a:cubicBezTo>
                      <a:pt x="32970" y="4903"/>
                      <a:pt x="33217" y="4633"/>
                      <a:pt x="33352" y="4251"/>
                    </a:cubicBezTo>
                    <a:cubicBezTo>
                      <a:pt x="33487" y="3868"/>
                      <a:pt x="33577" y="3351"/>
                      <a:pt x="33577" y="2654"/>
                    </a:cubicBezTo>
                    <a:cubicBezTo>
                      <a:pt x="33577" y="2226"/>
                      <a:pt x="33532" y="1777"/>
                      <a:pt x="33465" y="1327"/>
                    </a:cubicBezTo>
                    <a:cubicBezTo>
                      <a:pt x="33397" y="877"/>
                      <a:pt x="33307" y="427"/>
                      <a:pt x="33195" y="0"/>
                    </a:cubicBezTo>
                    <a:lnTo>
                      <a:pt x="35849" y="0"/>
                    </a:lnTo>
                    <a:close/>
                  </a:path>
                </a:pathLst>
              </a:custGeom>
              <a:solidFill>
                <a:srgbClr val="231F20"/>
              </a:solidFill>
              <a:ln w="2249" cap="flat">
                <a:noFill/>
                <a:prstDash val="solid"/>
                <a:miter/>
              </a:ln>
            </p:spPr>
            <p:txBody>
              <a:bodyPr rtlCol="0" anchor="ctr"/>
              <a:lstStyle/>
              <a:p>
                <a:endParaRPr lang="en-US"/>
              </a:p>
            </p:txBody>
          </p:sp>
          <p:sp>
            <p:nvSpPr>
              <p:cNvPr id="4239" name="Freeform 4238">
                <a:extLst>
                  <a:ext uri="{FF2B5EF4-FFF2-40B4-BE49-F238E27FC236}">
                    <a16:creationId xmlns:a16="http://schemas.microsoft.com/office/drawing/2014/main" id="{6C748432-C3E5-9C81-F1F2-FEBBA2660E69}"/>
                  </a:ext>
                </a:extLst>
              </p:cNvPr>
              <p:cNvSpPr/>
              <p:nvPr/>
            </p:nvSpPr>
            <p:spPr>
              <a:xfrm>
                <a:off x="4519638" y="2409748"/>
                <a:ext cx="29483" cy="25167"/>
              </a:xfrm>
              <a:custGeom>
                <a:avLst/>
                <a:gdLst>
                  <a:gd name="connsiteX0" fmla="*/ 15473 w 29483"/>
                  <a:gd name="connsiteY0" fmla="*/ 21659 h 25167"/>
                  <a:gd name="connsiteX1" fmla="*/ 19768 w 29483"/>
                  <a:gd name="connsiteY1" fmla="*/ 21074 h 25167"/>
                  <a:gd name="connsiteX2" fmla="*/ 23277 w 29483"/>
                  <a:gd name="connsiteY2" fmla="*/ 19320 h 25167"/>
                  <a:gd name="connsiteX3" fmla="*/ 25661 w 29483"/>
                  <a:gd name="connsiteY3" fmla="*/ 16374 h 25167"/>
                  <a:gd name="connsiteX4" fmla="*/ 26560 w 29483"/>
                  <a:gd name="connsiteY4" fmla="*/ 12281 h 25167"/>
                  <a:gd name="connsiteX5" fmla="*/ 24896 w 29483"/>
                  <a:gd name="connsiteY5" fmla="*/ 6838 h 25167"/>
                  <a:gd name="connsiteX6" fmla="*/ 20151 w 29483"/>
                  <a:gd name="connsiteY6" fmla="*/ 3825 h 25167"/>
                  <a:gd name="connsiteX7" fmla="*/ 20151 w 29483"/>
                  <a:gd name="connsiteY7" fmla="*/ 204 h 25167"/>
                  <a:gd name="connsiteX8" fmla="*/ 23839 w 29483"/>
                  <a:gd name="connsiteY8" fmla="*/ 1778 h 25167"/>
                  <a:gd name="connsiteX9" fmla="*/ 26808 w 29483"/>
                  <a:gd name="connsiteY9" fmla="*/ 4207 h 25167"/>
                  <a:gd name="connsiteX10" fmla="*/ 28787 w 29483"/>
                  <a:gd name="connsiteY10" fmla="*/ 7670 h 25167"/>
                  <a:gd name="connsiteX11" fmla="*/ 29484 w 29483"/>
                  <a:gd name="connsiteY11" fmla="*/ 12303 h 25167"/>
                  <a:gd name="connsiteX12" fmla="*/ 28359 w 29483"/>
                  <a:gd name="connsiteY12" fmla="*/ 18083 h 25167"/>
                  <a:gd name="connsiteX13" fmla="*/ 25256 w 29483"/>
                  <a:gd name="connsiteY13" fmla="*/ 22086 h 25167"/>
                  <a:gd name="connsiteX14" fmla="*/ 20623 w 29483"/>
                  <a:gd name="connsiteY14" fmla="*/ 24403 h 25167"/>
                  <a:gd name="connsiteX15" fmla="*/ 14866 w 29483"/>
                  <a:gd name="connsiteY15" fmla="*/ 25167 h 25167"/>
                  <a:gd name="connsiteX16" fmla="*/ 9086 w 29483"/>
                  <a:gd name="connsiteY16" fmla="*/ 24268 h 25167"/>
                  <a:gd name="connsiteX17" fmla="*/ 4363 w 29483"/>
                  <a:gd name="connsiteY17" fmla="*/ 21726 h 25167"/>
                  <a:gd name="connsiteX18" fmla="*/ 1170 w 29483"/>
                  <a:gd name="connsiteY18" fmla="*/ 17701 h 25167"/>
                  <a:gd name="connsiteX19" fmla="*/ 0 w 29483"/>
                  <a:gd name="connsiteY19" fmla="*/ 12303 h 25167"/>
                  <a:gd name="connsiteX20" fmla="*/ 3958 w 29483"/>
                  <a:gd name="connsiteY20" fmla="*/ 3240 h 25167"/>
                  <a:gd name="connsiteX21" fmla="*/ 15473 w 29483"/>
                  <a:gd name="connsiteY21" fmla="*/ 1 h 25167"/>
                  <a:gd name="connsiteX22" fmla="*/ 15473 w 29483"/>
                  <a:gd name="connsiteY22" fmla="*/ 21704 h 25167"/>
                  <a:gd name="connsiteX23" fmla="*/ 12774 w 29483"/>
                  <a:gd name="connsiteY23" fmla="*/ 3420 h 25167"/>
                  <a:gd name="connsiteX24" fmla="*/ 8906 w 29483"/>
                  <a:gd name="connsiteY24" fmla="*/ 3982 h 25167"/>
                  <a:gd name="connsiteX25" fmla="*/ 5780 w 29483"/>
                  <a:gd name="connsiteY25" fmla="*/ 5646 h 25167"/>
                  <a:gd name="connsiteX26" fmla="*/ 3666 w 29483"/>
                  <a:gd name="connsiteY26" fmla="*/ 8435 h 25167"/>
                  <a:gd name="connsiteX27" fmla="*/ 2879 w 29483"/>
                  <a:gd name="connsiteY27" fmla="*/ 12258 h 25167"/>
                  <a:gd name="connsiteX28" fmla="*/ 3688 w 29483"/>
                  <a:gd name="connsiteY28" fmla="*/ 16059 h 25167"/>
                  <a:gd name="connsiteX29" fmla="*/ 5847 w 29483"/>
                  <a:gd name="connsiteY29" fmla="*/ 18870 h 25167"/>
                  <a:gd name="connsiteX30" fmla="*/ 8973 w 29483"/>
                  <a:gd name="connsiteY30" fmla="*/ 20737 h 25167"/>
                  <a:gd name="connsiteX31" fmla="*/ 12752 w 29483"/>
                  <a:gd name="connsiteY31" fmla="*/ 21659 h 25167"/>
                  <a:gd name="connsiteX32" fmla="*/ 12752 w 29483"/>
                  <a:gd name="connsiteY32"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3" h="25167">
                    <a:moveTo>
                      <a:pt x="15473" y="21659"/>
                    </a:moveTo>
                    <a:cubicBezTo>
                      <a:pt x="16980" y="21659"/>
                      <a:pt x="18419" y="21456"/>
                      <a:pt x="19768" y="21074"/>
                    </a:cubicBezTo>
                    <a:cubicBezTo>
                      <a:pt x="21118" y="20669"/>
                      <a:pt x="22287" y="20085"/>
                      <a:pt x="23277" y="19320"/>
                    </a:cubicBezTo>
                    <a:cubicBezTo>
                      <a:pt x="24266" y="18555"/>
                      <a:pt x="25053" y="17566"/>
                      <a:pt x="25661" y="16374"/>
                    </a:cubicBezTo>
                    <a:cubicBezTo>
                      <a:pt x="26245" y="15182"/>
                      <a:pt x="26560" y="13810"/>
                      <a:pt x="26560" y="12281"/>
                    </a:cubicBezTo>
                    <a:cubicBezTo>
                      <a:pt x="26560" y="10167"/>
                      <a:pt x="25998" y="8345"/>
                      <a:pt x="24896" y="6838"/>
                    </a:cubicBezTo>
                    <a:cubicBezTo>
                      <a:pt x="23772" y="5331"/>
                      <a:pt x="22197" y="4319"/>
                      <a:pt x="20151" y="3825"/>
                    </a:cubicBezTo>
                    <a:lnTo>
                      <a:pt x="20151" y="204"/>
                    </a:lnTo>
                    <a:cubicBezTo>
                      <a:pt x="21478" y="609"/>
                      <a:pt x="22714" y="1126"/>
                      <a:pt x="23839" y="1778"/>
                    </a:cubicBezTo>
                    <a:cubicBezTo>
                      <a:pt x="24963" y="2430"/>
                      <a:pt x="25953" y="3240"/>
                      <a:pt x="26808" y="4207"/>
                    </a:cubicBezTo>
                    <a:cubicBezTo>
                      <a:pt x="27662" y="5174"/>
                      <a:pt x="28314" y="6321"/>
                      <a:pt x="28787" y="7670"/>
                    </a:cubicBezTo>
                    <a:cubicBezTo>
                      <a:pt x="29259" y="8997"/>
                      <a:pt x="29484" y="10549"/>
                      <a:pt x="29484" y="12303"/>
                    </a:cubicBezTo>
                    <a:cubicBezTo>
                      <a:pt x="29484" y="14530"/>
                      <a:pt x="29102" y="16464"/>
                      <a:pt x="28359" y="18083"/>
                    </a:cubicBezTo>
                    <a:cubicBezTo>
                      <a:pt x="27595" y="19702"/>
                      <a:pt x="26560" y="21029"/>
                      <a:pt x="25256" y="22086"/>
                    </a:cubicBezTo>
                    <a:cubicBezTo>
                      <a:pt x="23951" y="23121"/>
                      <a:pt x="22400" y="23908"/>
                      <a:pt x="20623" y="24403"/>
                    </a:cubicBezTo>
                    <a:cubicBezTo>
                      <a:pt x="18846" y="24897"/>
                      <a:pt x="16935" y="25167"/>
                      <a:pt x="14866" y="25167"/>
                    </a:cubicBezTo>
                    <a:cubicBezTo>
                      <a:pt x="12797" y="25167"/>
                      <a:pt x="10885" y="24875"/>
                      <a:pt x="9086" y="24268"/>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close/>
                    <a:moveTo>
                      <a:pt x="12774" y="3420"/>
                    </a:moveTo>
                    <a:cubicBezTo>
                      <a:pt x="11402" y="3420"/>
                      <a:pt x="10120" y="3600"/>
                      <a:pt x="8906" y="3982"/>
                    </a:cubicBezTo>
                    <a:cubicBezTo>
                      <a:pt x="7692" y="4364"/>
                      <a:pt x="6657" y="4927"/>
                      <a:pt x="5780" y="5646"/>
                    </a:cubicBezTo>
                    <a:cubicBezTo>
                      <a:pt x="4903" y="6388"/>
                      <a:pt x="4206" y="7310"/>
                      <a:pt x="3666" y="8435"/>
                    </a:cubicBezTo>
                    <a:cubicBezTo>
                      <a:pt x="3149" y="9559"/>
                      <a:pt x="2879" y="10819"/>
                      <a:pt x="2879" y="12258"/>
                    </a:cubicBezTo>
                    <a:cubicBezTo>
                      <a:pt x="2879" y="13697"/>
                      <a:pt x="3149" y="14957"/>
                      <a:pt x="3688" y="16059"/>
                    </a:cubicBezTo>
                    <a:cubicBezTo>
                      <a:pt x="4228" y="17161"/>
                      <a:pt x="4948" y="18083"/>
                      <a:pt x="5847" y="18870"/>
                    </a:cubicBezTo>
                    <a:cubicBezTo>
                      <a:pt x="6747" y="19635"/>
                      <a:pt x="7782" y="20264"/>
                      <a:pt x="8973" y="20737"/>
                    </a:cubicBezTo>
                    <a:cubicBezTo>
                      <a:pt x="10165" y="21209"/>
                      <a:pt x="11425" y="21501"/>
                      <a:pt x="12752" y="21659"/>
                    </a:cubicBezTo>
                    <a:lnTo>
                      <a:pt x="12752" y="3420"/>
                    </a:lnTo>
                    <a:close/>
                  </a:path>
                </a:pathLst>
              </a:custGeom>
              <a:solidFill>
                <a:srgbClr val="231F20"/>
              </a:solidFill>
              <a:ln w="2249" cap="flat">
                <a:noFill/>
                <a:prstDash val="solid"/>
                <a:miter/>
              </a:ln>
            </p:spPr>
            <p:txBody>
              <a:bodyPr rtlCol="0" anchor="ctr"/>
              <a:lstStyle/>
              <a:p>
                <a:endParaRPr lang="en-US"/>
              </a:p>
            </p:txBody>
          </p:sp>
          <p:sp>
            <p:nvSpPr>
              <p:cNvPr id="4240" name="Freeform 4239">
                <a:extLst>
                  <a:ext uri="{FF2B5EF4-FFF2-40B4-BE49-F238E27FC236}">
                    <a16:creationId xmlns:a16="http://schemas.microsoft.com/office/drawing/2014/main" id="{2E22C528-13B9-7990-C7B2-2CE413DDA81C}"/>
                  </a:ext>
                </a:extLst>
              </p:cNvPr>
              <p:cNvSpPr/>
              <p:nvPr/>
            </p:nvSpPr>
            <p:spPr>
              <a:xfrm>
                <a:off x="4519616" y="2390746"/>
                <a:ext cx="28719" cy="12481"/>
              </a:xfrm>
              <a:custGeom>
                <a:avLst/>
                <a:gdLst>
                  <a:gd name="connsiteX0" fmla="*/ 28719 w 28719"/>
                  <a:gd name="connsiteY0" fmla="*/ 9243 h 12481"/>
                  <a:gd name="connsiteX1" fmla="*/ 28719 w 28719"/>
                  <a:gd name="connsiteY1" fmla="*/ 12482 h 12481"/>
                  <a:gd name="connsiteX2" fmla="*/ 765 w 28719"/>
                  <a:gd name="connsiteY2" fmla="*/ 12482 h 12481"/>
                  <a:gd name="connsiteX3" fmla="*/ 765 w 28719"/>
                  <a:gd name="connsiteY3" fmla="*/ 9243 h 12481"/>
                  <a:gd name="connsiteX4" fmla="*/ 6005 w 28719"/>
                  <a:gd name="connsiteY4" fmla="*/ 9243 h 12481"/>
                  <a:gd name="connsiteX5" fmla="*/ 6005 w 28719"/>
                  <a:gd name="connsiteY5" fmla="*/ 9131 h 12481"/>
                  <a:gd name="connsiteX6" fmla="*/ 1327 w 28719"/>
                  <a:gd name="connsiteY6" fmla="*/ 5645 h 12481"/>
                  <a:gd name="connsiteX7" fmla="*/ 0 w 28719"/>
                  <a:gd name="connsiteY7" fmla="*/ 0 h 12481"/>
                  <a:gd name="connsiteX8" fmla="*/ 3509 w 28719"/>
                  <a:gd name="connsiteY8" fmla="*/ 0 h 12481"/>
                  <a:gd name="connsiteX9" fmla="*/ 4363 w 28719"/>
                  <a:gd name="connsiteY9" fmla="*/ 4543 h 12481"/>
                  <a:gd name="connsiteX10" fmla="*/ 6837 w 28719"/>
                  <a:gd name="connsiteY10" fmla="*/ 7377 h 12481"/>
                  <a:gd name="connsiteX11" fmla="*/ 10525 w 28719"/>
                  <a:gd name="connsiteY11" fmla="*/ 8838 h 12481"/>
                  <a:gd name="connsiteX12" fmla="*/ 14978 w 28719"/>
                  <a:gd name="connsiteY12" fmla="*/ 9243 h 12481"/>
                  <a:gd name="connsiteX13" fmla="*/ 28697 w 28719"/>
                  <a:gd name="connsiteY13" fmla="*/ 9243 h 1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719" h="12481">
                    <a:moveTo>
                      <a:pt x="28719" y="9243"/>
                    </a:moveTo>
                    <a:lnTo>
                      <a:pt x="28719" y="12482"/>
                    </a:lnTo>
                    <a:lnTo>
                      <a:pt x="765" y="12482"/>
                    </a:lnTo>
                    <a:lnTo>
                      <a:pt x="765" y="9243"/>
                    </a:lnTo>
                    <a:lnTo>
                      <a:pt x="6005" y="9243"/>
                    </a:lnTo>
                    <a:lnTo>
                      <a:pt x="6005" y="9131"/>
                    </a:lnTo>
                    <a:cubicBezTo>
                      <a:pt x="3778" y="8231"/>
                      <a:pt x="2226" y="7062"/>
                      <a:pt x="1327" y="5645"/>
                    </a:cubicBezTo>
                    <a:cubicBezTo>
                      <a:pt x="450" y="4228"/>
                      <a:pt x="0" y="2339"/>
                      <a:pt x="0" y="0"/>
                    </a:cubicBezTo>
                    <a:lnTo>
                      <a:pt x="3509" y="0"/>
                    </a:lnTo>
                    <a:cubicBezTo>
                      <a:pt x="3463" y="1844"/>
                      <a:pt x="3756" y="3351"/>
                      <a:pt x="4363" y="4543"/>
                    </a:cubicBezTo>
                    <a:cubicBezTo>
                      <a:pt x="4970" y="5735"/>
                      <a:pt x="5802" y="6679"/>
                      <a:pt x="6837" y="7377"/>
                    </a:cubicBezTo>
                    <a:cubicBezTo>
                      <a:pt x="7871" y="8074"/>
                      <a:pt x="9108" y="8569"/>
                      <a:pt x="10525" y="8838"/>
                    </a:cubicBezTo>
                    <a:cubicBezTo>
                      <a:pt x="11942" y="9108"/>
                      <a:pt x="13426" y="9243"/>
                      <a:pt x="14978" y="9243"/>
                    </a:cubicBezTo>
                    <a:lnTo>
                      <a:pt x="28697" y="9243"/>
                    </a:lnTo>
                    <a:close/>
                  </a:path>
                </a:pathLst>
              </a:custGeom>
              <a:solidFill>
                <a:srgbClr val="231F20"/>
              </a:solidFill>
              <a:ln w="2249" cap="flat">
                <a:noFill/>
                <a:prstDash val="solid"/>
                <a:miter/>
              </a:ln>
            </p:spPr>
            <p:txBody>
              <a:bodyPr rtlCol="0" anchor="ctr"/>
              <a:lstStyle/>
              <a:p>
                <a:endParaRPr lang="en-US"/>
              </a:p>
            </p:txBody>
          </p:sp>
        </p:grpSp>
        <p:grpSp>
          <p:nvGrpSpPr>
            <p:cNvPr id="4241" name="Graphic 4479">
              <a:extLst>
                <a:ext uri="{FF2B5EF4-FFF2-40B4-BE49-F238E27FC236}">
                  <a16:creationId xmlns:a16="http://schemas.microsoft.com/office/drawing/2014/main" id="{1AF4155E-6429-4349-6A16-754FD4089B06}"/>
                </a:ext>
              </a:extLst>
            </p:cNvPr>
            <p:cNvGrpSpPr/>
            <p:nvPr/>
          </p:nvGrpSpPr>
          <p:grpSpPr>
            <a:xfrm>
              <a:off x="5863870" y="5398336"/>
              <a:ext cx="148435" cy="569074"/>
              <a:chOff x="4516063" y="2772034"/>
              <a:chExt cx="39649" cy="152007"/>
            </a:xfrm>
            <a:solidFill>
              <a:srgbClr val="231F20"/>
            </a:solidFill>
          </p:grpSpPr>
          <p:sp>
            <p:nvSpPr>
              <p:cNvPr id="4242" name="Freeform 4241">
                <a:extLst>
                  <a:ext uri="{FF2B5EF4-FFF2-40B4-BE49-F238E27FC236}">
                    <a16:creationId xmlns:a16="http://schemas.microsoft.com/office/drawing/2014/main" id="{17702232-4CDE-EC21-F90B-E9E3C3E015F1}"/>
                  </a:ext>
                </a:extLst>
              </p:cNvPr>
              <p:cNvSpPr/>
              <p:nvPr/>
            </p:nvSpPr>
            <p:spPr>
              <a:xfrm>
                <a:off x="4526183" y="2902001"/>
                <a:ext cx="29438" cy="22039"/>
              </a:xfrm>
              <a:custGeom>
                <a:avLst/>
                <a:gdLst>
                  <a:gd name="connsiteX0" fmla="*/ 19993 w 29438"/>
                  <a:gd name="connsiteY0" fmla="*/ 18734 h 22039"/>
                  <a:gd name="connsiteX1" fmla="*/ 25098 w 29438"/>
                  <a:gd name="connsiteY1" fmla="*/ 16013 h 22039"/>
                  <a:gd name="connsiteX2" fmla="*/ 26583 w 29438"/>
                  <a:gd name="connsiteY2" fmla="*/ 10368 h 22039"/>
                  <a:gd name="connsiteX3" fmla="*/ 26155 w 29438"/>
                  <a:gd name="connsiteY3" fmla="*/ 7287 h 22039"/>
                  <a:gd name="connsiteX4" fmla="*/ 24986 w 29438"/>
                  <a:gd name="connsiteY4" fmla="*/ 5150 h 22039"/>
                  <a:gd name="connsiteX5" fmla="*/ 23344 w 29438"/>
                  <a:gd name="connsiteY5" fmla="*/ 3891 h 22039"/>
                  <a:gd name="connsiteX6" fmla="*/ 21410 w 29438"/>
                  <a:gd name="connsiteY6" fmla="*/ 3463 h 22039"/>
                  <a:gd name="connsiteX7" fmla="*/ 18352 w 29438"/>
                  <a:gd name="connsiteY7" fmla="*/ 4790 h 22039"/>
                  <a:gd name="connsiteX8" fmla="*/ 16777 w 29438"/>
                  <a:gd name="connsiteY8" fmla="*/ 8119 h 22039"/>
                  <a:gd name="connsiteX9" fmla="*/ 15810 w 29438"/>
                  <a:gd name="connsiteY9" fmla="*/ 12437 h 22039"/>
                  <a:gd name="connsiteX10" fmla="*/ 14596 w 29438"/>
                  <a:gd name="connsiteY10" fmla="*/ 16755 h 22039"/>
                  <a:gd name="connsiteX11" fmla="*/ 12279 w 29438"/>
                  <a:gd name="connsiteY11" fmla="*/ 20083 h 22039"/>
                  <a:gd name="connsiteX12" fmla="*/ 8006 w 29438"/>
                  <a:gd name="connsiteY12" fmla="*/ 21410 h 22039"/>
                  <a:gd name="connsiteX13" fmla="*/ 2249 w 29438"/>
                  <a:gd name="connsiteY13" fmla="*/ 18846 h 22039"/>
                  <a:gd name="connsiteX14" fmla="*/ 0 w 29438"/>
                  <a:gd name="connsiteY14" fmla="*/ 11582 h 22039"/>
                  <a:gd name="connsiteX15" fmla="*/ 2024 w 29438"/>
                  <a:gd name="connsiteY15" fmla="*/ 4206 h 22039"/>
                  <a:gd name="connsiteX16" fmla="*/ 8794 w 29438"/>
                  <a:gd name="connsiteY16" fmla="*/ 787 h 22039"/>
                  <a:gd name="connsiteX17" fmla="*/ 8794 w 29438"/>
                  <a:gd name="connsiteY17" fmla="*/ 4071 h 22039"/>
                  <a:gd name="connsiteX18" fmla="*/ 4228 w 29438"/>
                  <a:gd name="connsiteY18" fmla="*/ 6522 h 22039"/>
                  <a:gd name="connsiteX19" fmla="*/ 2901 w 29438"/>
                  <a:gd name="connsiteY19" fmla="*/ 11627 h 22039"/>
                  <a:gd name="connsiteX20" fmla="*/ 4228 w 29438"/>
                  <a:gd name="connsiteY20" fmla="*/ 16327 h 22039"/>
                  <a:gd name="connsiteX21" fmla="*/ 7714 w 29438"/>
                  <a:gd name="connsiteY21" fmla="*/ 17947 h 22039"/>
                  <a:gd name="connsiteX22" fmla="*/ 10593 w 29438"/>
                  <a:gd name="connsiteY22" fmla="*/ 16620 h 22039"/>
                  <a:gd name="connsiteX23" fmla="*/ 12212 w 29438"/>
                  <a:gd name="connsiteY23" fmla="*/ 13291 h 22039"/>
                  <a:gd name="connsiteX24" fmla="*/ 13314 w 29438"/>
                  <a:gd name="connsiteY24" fmla="*/ 8973 h 22039"/>
                  <a:gd name="connsiteX25" fmla="*/ 14686 w 29438"/>
                  <a:gd name="connsiteY25" fmla="*/ 4655 h 22039"/>
                  <a:gd name="connsiteX26" fmla="*/ 17092 w 29438"/>
                  <a:gd name="connsiteY26" fmla="*/ 1327 h 22039"/>
                  <a:gd name="connsiteX27" fmla="*/ 21298 w 29438"/>
                  <a:gd name="connsiteY27" fmla="*/ 0 h 22039"/>
                  <a:gd name="connsiteX28" fmla="*/ 24829 w 29438"/>
                  <a:gd name="connsiteY28" fmla="*/ 855 h 22039"/>
                  <a:gd name="connsiteX29" fmla="*/ 27392 w 29438"/>
                  <a:gd name="connsiteY29" fmla="*/ 3239 h 22039"/>
                  <a:gd name="connsiteX30" fmla="*/ 28922 w 29438"/>
                  <a:gd name="connsiteY30" fmla="*/ 6837 h 22039"/>
                  <a:gd name="connsiteX31" fmla="*/ 29439 w 29438"/>
                  <a:gd name="connsiteY31" fmla="*/ 11402 h 22039"/>
                  <a:gd name="connsiteX32" fmla="*/ 28719 w 29438"/>
                  <a:gd name="connsiteY32" fmla="*/ 15810 h 22039"/>
                  <a:gd name="connsiteX33" fmla="*/ 26695 w 29438"/>
                  <a:gd name="connsiteY33" fmla="*/ 19071 h 22039"/>
                  <a:gd name="connsiteX34" fmla="*/ 23682 w 29438"/>
                  <a:gd name="connsiteY34" fmla="*/ 21185 h 22039"/>
                  <a:gd name="connsiteX35" fmla="*/ 19948 w 29438"/>
                  <a:gd name="connsiteY35" fmla="*/ 22040 h 22039"/>
                  <a:gd name="connsiteX36" fmla="*/ 19948 w 29438"/>
                  <a:gd name="connsiteY36" fmla="*/ 18756 h 22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9438" h="22039">
                    <a:moveTo>
                      <a:pt x="19993" y="18734"/>
                    </a:moveTo>
                    <a:cubicBezTo>
                      <a:pt x="22400" y="18239"/>
                      <a:pt x="24109" y="17317"/>
                      <a:pt x="25098" y="16013"/>
                    </a:cubicBezTo>
                    <a:cubicBezTo>
                      <a:pt x="26088" y="14708"/>
                      <a:pt x="26583" y="12819"/>
                      <a:pt x="26583" y="10368"/>
                    </a:cubicBezTo>
                    <a:cubicBezTo>
                      <a:pt x="26583" y="9176"/>
                      <a:pt x="26448" y="8164"/>
                      <a:pt x="26155" y="7287"/>
                    </a:cubicBezTo>
                    <a:cubicBezTo>
                      <a:pt x="25863" y="6432"/>
                      <a:pt x="25481" y="5712"/>
                      <a:pt x="24986" y="5150"/>
                    </a:cubicBezTo>
                    <a:cubicBezTo>
                      <a:pt x="24491" y="4588"/>
                      <a:pt x="23951" y="4161"/>
                      <a:pt x="23344" y="3891"/>
                    </a:cubicBezTo>
                    <a:cubicBezTo>
                      <a:pt x="22737" y="3598"/>
                      <a:pt x="22085" y="3463"/>
                      <a:pt x="21410" y="3463"/>
                    </a:cubicBezTo>
                    <a:cubicBezTo>
                      <a:pt x="20038" y="3463"/>
                      <a:pt x="19026" y="3913"/>
                      <a:pt x="18352" y="4790"/>
                    </a:cubicBezTo>
                    <a:cubicBezTo>
                      <a:pt x="17677" y="5667"/>
                      <a:pt x="17160" y="6769"/>
                      <a:pt x="16777" y="8119"/>
                    </a:cubicBezTo>
                    <a:cubicBezTo>
                      <a:pt x="16395" y="9468"/>
                      <a:pt x="16080" y="10885"/>
                      <a:pt x="15810" y="12437"/>
                    </a:cubicBezTo>
                    <a:cubicBezTo>
                      <a:pt x="15540" y="13989"/>
                      <a:pt x="15135" y="15428"/>
                      <a:pt x="14596" y="16755"/>
                    </a:cubicBezTo>
                    <a:cubicBezTo>
                      <a:pt x="14056" y="18082"/>
                      <a:pt x="13291" y="19184"/>
                      <a:pt x="12279" y="20083"/>
                    </a:cubicBezTo>
                    <a:cubicBezTo>
                      <a:pt x="11267" y="20983"/>
                      <a:pt x="9850" y="21410"/>
                      <a:pt x="8006" y="21410"/>
                    </a:cubicBezTo>
                    <a:cubicBezTo>
                      <a:pt x="5667" y="21410"/>
                      <a:pt x="3756" y="20556"/>
                      <a:pt x="2249" y="18846"/>
                    </a:cubicBezTo>
                    <a:cubicBezTo>
                      <a:pt x="765" y="17137"/>
                      <a:pt x="0" y="14708"/>
                      <a:pt x="0" y="11582"/>
                    </a:cubicBezTo>
                    <a:cubicBezTo>
                      <a:pt x="0" y="8456"/>
                      <a:pt x="675" y="6095"/>
                      <a:pt x="2024" y="4206"/>
                    </a:cubicBezTo>
                    <a:cubicBezTo>
                      <a:pt x="3373" y="2316"/>
                      <a:pt x="5622" y="1170"/>
                      <a:pt x="8794" y="787"/>
                    </a:cubicBezTo>
                    <a:lnTo>
                      <a:pt x="8794" y="4071"/>
                    </a:lnTo>
                    <a:cubicBezTo>
                      <a:pt x="6634" y="4363"/>
                      <a:pt x="5105" y="5173"/>
                      <a:pt x="4228" y="6522"/>
                    </a:cubicBezTo>
                    <a:cubicBezTo>
                      <a:pt x="3351" y="7871"/>
                      <a:pt x="2901" y="9581"/>
                      <a:pt x="2901" y="11627"/>
                    </a:cubicBezTo>
                    <a:cubicBezTo>
                      <a:pt x="2901" y="13674"/>
                      <a:pt x="3351" y="15248"/>
                      <a:pt x="4228" y="16327"/>
                    </a:cubicBezTo>
                    <a:cubicBezTo>
                      <a:pt x="5105" y="17407"/>
                      <a:pt x="6275" y="17947"/>
                      <a:pt x="7714" y="17947"/>
                    </a:cubicBezTo>
                    <a:cubicBezTo>
                      <a:pt x="8973" y="17947"/>
                      <a:pt x="9940" y="17497"/>
                      <a:pt x="10593" y="16620"/>
                    </a:cubicBezTo>
                    <a:cubicBezTo>
                      <a:pt x="11267" y="15743"/>
                      <a:pt x="11807" y="14641"/>
                      <a:pt x="12212" y="13291"/>
                    </a:cubicBezTo>
                    <a:cubicBezTo>
                      <a:pt x="12617" y="11964"/>
                      <a:pt x="12999" y="10525"/>
                      <a:pt x="13314" y="8973"/>
                    </a:cubicBezTo>
                    <a:cubicBezTo>
                      <a:pt x="13629" y="7422"/>
                      <a:pt x="14101" y="5982"/>
                      <a:pt x="14686" y="4655"/>
                    </a:cubicBezTo>
                    <a:cubicBezTo>
                      <a:pt x="15271" y="3328"/>
                      <a:pt x="16080" y="2227"/>
                      <a:pt x="17092" y="1327"/>
                    </a:cubicBezTo>
                    <a:cubicBezTo>
                      <a:pt x="18104" y="450"/>
                      <a:pt x="19499" y="0"/>
                      <a:pt x="21298" y="0"/>
                    </a:cubicBezTo>
                    <a:cubicBezTo>
                      <a:pt x="22624" y="0"/>
                      <a:pt x="23816" y="292"/>
                      <a:pt x="24829" y="855"/>
                    </a:cubicBezTo>
                    <a:cubicBezTo>
                      <a:pt x="25863" y="1439"/>
                      <a:pt x="26718" y="2227"/>
                      <a:pt x="27392" y="3239"/>
                    </a:cubicBezTo>
                    <a:cubicBezTo>
                      <a:pt x="28067" y="4251"/>
                      <a:pt x="28584" y="5443"/>
                      <a:pt x="28922" y="6837"/>
                    </a:cubicBezTo>
                    <a:cubicBezTo>
                      <a:pt x="29259" y="8231"/>
                      <a:pt x="29439" y="9738"/>
                      <a:pt x="29439" y="11402"/>
                    </a:cubicBezTo>
                    <a:cubicBezTo>
                      <a:pt x="29439" y="13066"/>
                      <a:pt x="29191" y="14528"/>
                      <a:pt x="28719" y="15810"/>
                    </a:cubicBezTo>
                    <a:cubicBezTo>
                      <a:pt x="28225" y="17092"/>
                      <a:pt x="27550" y="18172"/>
                      <a:pt x="26695" y="19071"/>
                    </a:cubicBezTo>
                    <a:cubicBezTo>
                      <a:pt x="25841" y="19971"/>
                      <a:pt x="24829" y="20668"/>
                      <a:pt x="23682" y="21185"/>
                    </a:cubicBezTo>
                    <a:cubicBezTo>
                      <a:pt x="22535" y="21680"/>
                      <a:pt x="21298" y="21972"/>
                      <a:pt x="19948" y="22040"/>
                    </a:cubicBezTo>
                    <a:lnTo>
                      <a:pt x="19948" y="18756"/>
                    </a:lnTo>
                    <a:close/>
                  </a:path>
                </a:pathLst>
              </a:custGeom>
              <a:solidFill>
                <a:srgbClr val="231F20"/>
              </a:solidFill>
              <a:ln w="2249" cap="flat">
                <a:noFill/>
                <a:prstDash val="solid"/>
                <a:miter/>
              </a:ln>
            </p:spPr>
            <p:txBody>
              <a:bodyPr rtlCol="0" anchor="ctr"/>
              <a:lstStyle/>
              <a:p>
                <a:endParaRPr lang="en-US"/>
              </a:p>
            </p:txBody>
          </p:sp>
          <p:sp>
            <p:nvSpPr>
              <p:cNvPr id="4243" name="Freeform 4242">
                <a:extLst>
                  <a:ext uri="{FF2B5EF4-FFF2-40B4-BE49-F238E27FC236}">
                    <a16:creationId xmlns:a16="http://schemas.microsoft.com/office/drawing/2014/main" id="{16431368-FC42-F04F-E06B-E0F91BEE7064}"/>
                  </a:ext>
                </a:extLst>
              </p:cNvPr>
              <p:cNvSpPr/>
              <p:nvPr/>
            </p:nvSpPr>
            <p:spPr>
              <a:xfrm>
                <a:off x="4516063" y="2891926"/>
                <a:ext cx="38862" cy="3238"/>
              </a:xfrm>
              <a:custGeom>
                <a:avLst/>
                <a:gdLst>
                  <a:gd name="connsiteX0" fmla="*/ 38862 w 38862"/>
                  <a:gd name="connsiteY0" fmla="*/ 3239 h 3238"/>
                  <a:gd name="connsiteX1" fmla="*/ 0 w 38862"/>
                  <a:gd name="connsiteY1" fmla="*/ 3239 h 3238"/>
                  <a:gd name="connsiteX2" fmla="*/ 0 w 38862"/>
                  <a:gd name="connsiteY2" fmla="*/ 0 h 3238"/>
                  <a:gd name="connsiteX3" fmla="*/ 38862 w 38862"/>
                  <a:gd name="connsiteY3" fmla="*/ 0 h 3238"/>
                  <a:gd name="connsiteX4" fmla="*/ 38862 w 38862"/>
                  <a:gd name="connsiteY4" fmla="*/ 3239 h 3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862" h="3238">
                    <a:moveTo>
                      <a:pt x="38862" y="3239"/>
                    </a:moveTo>
                    <a:lnTo>
                      <a:pt x="0" y="3239"/>
                    </a:lnTo>
                    <a:lnTo>
                      <a:pt x="0" y="0"/>
                    </a:lnTo>
                    <a:lnTo>
                      <a:pt x="38862" y="0"/>
                    </a:lnTo>
                    <a:lnTo>
                      <a:pt x="38862" y="3239"/>
                    </a:lnTo>
                    <a:close/>
                  </a:path>
                </a:pathLst>
              </a:custGeom>
              <a:solidFill>
                <a:srgbClr val="231F20"/>
              </a:solidFill>
              <a:ln w="2249" cap="flat">
                <a:noFill/>
                <a:prstDash val="solid"/>
                <a:miter/>
              </a:ln>
            </p:spPr>
            <p:txBody>
              <a:bodyPr rtlCol="0" anchor="ctr"/>
              <a:lstStyle/>
              <a:p>
                <a:endParaRPr lang="en-US"/>
              </a:p>
            </p:txBody>
          </p:sp>
          <p:sp>
            <p:nvSpPr>
              <p:cNvPr id="4244" name="Freeform 4243">
                <a:extLst>
                  <a:ext uri="{FF2B5EF4-FFF2-40B4-BE49-F238E27FC236}">
                    <a16:creationId xmlns:a16="http://schemas.microsoft.com/office/drawing/2014/main" id="{E32989AE-BF9B-4A6F-DC4B-2A03D6ACBE01}"/>
                  </a:ext>
                </a:extLst>
              </p:cNvPr>
              <p:cNvSpPr/>
              <p:nvPr/>
            </p:nvSpPr>
            <p:spPr>
              <a:xfrm>
                <a:off x="4526183" y="2859586"/>
                <a:ext cx="29483" cy="25907"/>
              </a:xfrm>
              <a:custGeom>
                <a:avLst/>
                <a:gdLst>
                  <a:gd name="connsiteX0" fmla="*/ 29484 w 29483"/>
                  <a:gd name="connsiteY0" fmla="*/ 12954 h 25907"/>
                  <a:gd name="connsiteX1" fmla="*/ 28517 w 29483"/>
                  <a:gd name="connsiteY1" fmla="*/ 17992 h 25907"/>
                  <a:gd name="connsiteX2" fmla="*/ 25773 w 29483"/>
                  <a:gd name="connsiteY2" fmla="*/ 22085 h 25907"/>
                  <a:gd name="connsiteX3" fmla="*/ 21185 w 29483"/>
                  <a:gd name="connsiteY3" fmla="*/ 24873 h 25907"/>
                  <a:gd name="connsiteX4" fmla="*/ 14753 w 29483"/>
                  <a:gd name="connsiteY4" fmla="*/ 25908 h 25907"/>
                  <a:gd name="connsiteX5" fmla="*/ 8996 w 29483"/>
                  <a:gd name="connsiteY5" fmla="*/ 25098 h 25907"/>
                  <a:gd name="connsiteX6" fmla="*/ 4318 w 29483"/>
                  <a:gd name="connsiteY6" fmla="*/ 22669 h 25907"/>
                  <a:gd name="connsiteX7" fmla="*/ 1170 w 29483"/>
                  <a:gd name="connsiteY7" fmla="*/ 18621 h 25907"/>
                  <a:gd name="connsiteX8" fmla="*/ 0 w 29483"/>
                  <a:gd name="connsiteY8" fmla="*/ 12954 h 25907"/>
                  <a:gd name="connsiteX9" fmla="*/ 1170 w 29483"/>
                  <a:gd name="connsiteY9" fmla="*/ 7242 h 25907"/>
                  <a:gd name="connsiteX10" fmla="*/ 4296 w 29483"/>
                  <a:gd name="connsiteY10" fmla="*/ 3193 h 25907"/>
                  <a:gd name="connsiteX11" fmla="*/ 8973 w 29483"/>
                  <a:gd name="connsiteY11" fmla="*/ 787 h 25907"/>
                  <a:gd name="connsiteX12" fmla="*/ 14753 w 29483"/>
                  <a:gd name="connsiteY12" fmla="*/ 0 h 25907"/>
                  <a:gd name="connsiteX13" fmla="*/ 20803 w 29483"/>
                  <a:gd name="connsiteY13" fmla="*/ 922 h 25907"/>
                  <a:gd name="connsiteX14" fmla="*/ 25436 w 29483"/>
                  <a:gd name="connsiteY14" fmla="*/ 3531 h 25907"/>
                  <a:gd name="connsiteX15" fmla="*/ 28427 w 29483"/>
                  <a:gd name="connsiteY15" fmla="*/ 7624 h 25907"/>
                  <a:gd name="connsiteX16" fmla="*/ 29484 w 29483"/>
                  <a:gd name="connsiteY16" fmla="*/ 12932 h 25907"/>
                  <a:gd name="connsiteX17" fmla="*/ 14753 w 29483"/>
                  <a:gd name="connsiteY17" fmla="*/ 3463 h 25907"/>
                  <a:gd name="connsiteX18" fmla="*/ 10120 w 29483"/>
                  <a:gd name="connsiteY18" fmla="*/ 4003 h 25907"/>
                  <a:gd name="connsiteX19" fmla="*/ 6364 w 29483"/>
                  <a:gd name="connsiteY19" fmla="*/ 5667 h 25907"/>
                  <a:gd name="connsiteX20" fmla="*/ 3846 w 29483"/>
                  <a:gd name="connsiteY20" fmla="*/ 8591 h 25907"/>
                  <a:gd name="connsiteX21" fmla="*/ 2924 w 29483"/>
                  <a:gd name="connsiteY21" fmla="*/ 12954 h 25907"/>
                  <a:gd name="connsiteX22" fmla="*/ 3913 w 29483"/>
                  <a:gd name="connsiteY22" fmla="*/ 17294 h 25907"/>
                  <a:gd name="connsiteX23" fmla="*/ 6567 w 29483"/>
                  <a:gd name="connsiteY23" fmla="*/ 20241 h 25907"/>
                  <a:gd name="connsiteX24" fmla="*/ 10345 w 29483"/>
                  <a:gd name="connsiteY24" fmla="*/ 21905 h 25907"/>
                  <a:gd name="connsiteX25" fmla="*/ 14753 w 29483"/>
                  <a:gd name="connsiteY25" fmla="*/ 22445 h 25907"/>
                  <a:gd name="connsiteX26" fmla="*/ 19521 w 29483"/>
                  <a:gd name="connsiteY26" fmla="*/ 21815 h 25907"/>
                  <a:gd name="connsiteX27" fmla="*/ 23277 w 29483"/>
                  <a:gd name="connsiteY27" fmla="*/ 20016 h 25907"/>
                  <a:gd name="connsiteX28" fmla="*/ 25705 w 29483"/>
                  <a:gd name="connsiteY28" fmla="*/ 17047 h 25907"/>
                  <a:gd name="connsiteX29" fmla="*/ 26560 w 29483"/>
                  <a:gd name="connsiteY29" fmla="*/ 12954 h 25907"/>
                  <a:gd name="connsiteX30" fmla="*/ 25571 w 29483"/>
                  <a:gd name="connsiteY30" fmla="*/ 8613 h 25907"/>
                  <a:gd name="connsiteX31" fmla="*/ 22894 w 29483"/>
                  <a:gd name="connsiteY31" fmla="*/ 5667 h 25907"/>
                  <a:gd name="connsiteX32" fmla="*/ 19116 w 29483"/>
                  <a:gd name="connsiteY32" fmla="*/ 4003 h 25907"/>
                  <a:gd name="connsiteX33" fmla="*/ 14753 w 29483"/>
                  <a:gd name="connsiteY33" fmla="*/ 3463 h 259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9483" h="25907">
                    <a:moveTo>
                      <a:pt x="29484" y="12954"/>
                    </a:moveTo>
                    <a:cubicBezTo>
                      <a:pt x="29439" y="14753"/>
                      <a:pt x="29124" y="16440"/>
                      <a:pt x="28517" y="17992"/>
                    </a:cubicBezTo>
                    <a:cubicBezTo>
                      <a:pt x="27910" y="19566"/>
                      <a:pt x="26988" y="20915"/>
                      <a:pt x="25773" y="22085"/>
                    </a:cubicBezTo>
                    <a:cubicBezTo>
                      <a:pt x="24559" y="23254"/>
                      <a:pt x="23029" y="24176"/>
                      <a:pt x="21185" y="24873"/>
                    </a:cubicBezTo>
                    <a:cubicBezTo>
                      <a:pt x="19341" y="25548"/>
                      <a:pt x="17205" y="25908"/>
                      <a:pt x="14753" y="25908"/>
                    </a:cubicBezTo>
                    <a:cubicBezTo>
                      <a:pt x="12707" y="25908"/>
                      <a:pt x="10795" y="25638"/>
                      <a:pt x="8996" y="25098"/>
                    </a:cubicBezTo>
                    <a:cubicBezTo>
                      <a:pt x="7219" y="24559"/>
                      <a:pt x="5667" y="23749"/>
                      <a:pt x="4318" y="22669"/>
                    </a:cubicBezTo>
                    <a:cubicBezTo>
                      <a:pt x="2991" y="21590"/>
                      <a:pt x="1934" y="20241"/>
                      <a:pt x="1170" y="18621"/>
                    </a:cubicBezTo>
                    <a:cubicBezTo>
                      <a:pt x="405" y="17002"/>
                      <a:pt x="0" y="15113"/>
                      <a:pt x="0" y="12954"/>
                    </a:cubicBezTo>
                    <a:cubicBezTo>
                      <a:pt x="0" y="10795"/>
                      <a:pt x="382" y="8861"/>
                      <a:pt x="1170" y="7242"/>
                    </a:cubicBezTo>
                    <a:cubicBezTo>
                      <a:pt x="1934" y="5622"/>
                      <a:pt x="2991" y="4273"/>
                      <a:pt x="4296" y="3193"/>
                    </a:cubicBezTo>
                    <a:cubicBezTo>
                      <a:pt x="5600" y="2114"/>
                      <a:pt x="7174" y="1304"/>
                      <a:pt x="8973" y="787"/>
                    </a:cubicBezTo>
                    <a:cubicBezTo>
                      <a:pt x="10773" y="270"/>
                      <a:pt x="12707" y="0"/>
                      <a:pt x="14753" y="0"/>
                    </a:cubicBezTo>
                    <a:cubicBezTo>
                      <a:pt x="16980" y="0"/>
                      <a:pt x="19004" y="315"/>
                      <a:pt x="20803" y="922"/>
                    </a:cubicBezTo>
                    <a:cubicBezTo>
                      <a:pt x="22602" y="1529"/>
                      <a:pt x="24154" y="2406"/>
                      <a:pt x="25436" y="3531"/>
                    </a:cubicBezTo>
                    <a:cubicBezTo>
                      <a:pt x="26740" y="4655"/>
                      <a:pt x="27730" y="6027"/>
                      <a:pt x="28427" y="7624"/>
                    </a:cubicBezTo>
                    <a:cubicBezTo>
                      <a:pt x="29124" y="9221"/>
                      <a:pt x="29484" y="10997"/>
                      <a:pt x="29484" y="12932"/>
                    </a:cubicBezTo>
                    <a:close/>
                    <a:moveTo>
                      <a:pt x="14753" y="3463"/>
                    </a:moveTo>
                    <a:cubicBezTo>
                      <a:pt x="13089" y="3463"/>
                      <a:pt x="11560" y="3643"/>
                      <a:pt x="10120" y="4003"/>
                    </a:cubicBezTo>
                    <a:cubicBezTo>
                      <a:pt x="8681" y="4363"/>
                      <a:pt x="7422" y="4925"/>
                      <a:pt x="6364" y="5667"/>
                    </a:cubicBezTo>
                    <a:cubicBezTo>
                      <a:pt x="5308" y="6432"/>
                      <a:pt x="4475" y="7399"/>
                      <a:pt x="3846" y="8591"/>
                    </a:cubicBezTo>
                    <a:cubicBezTo>
                      <a:pt x="3238" y="9783"/>
                      <a:pt x="2924" y="11245"/>
                      <a:pt x="2924" y="12954"/>
                    </a:cubicBezTo>
                    <a:cubicBezTo>
                      <a:pt x="2924" y="14663"/>
                      <a:pt x="3261" y="16103"/>
                      <a:pt x="3913" y="17294"/>
                    </a:cubicBezTo>
                    <a:cubicBezTo>
                      <a:pt x="4588" y="18509"/>
                      <a:pt x="5465" y="19476"/>
                      <a:pt x="6567" y="20241"/>
                    </a:cubicBezTo>
                    <a:cubicBezTo>
                      <a:pt x="7669" y="21005"/>
                      <a:pt x="8928" y="21545"/>
                      <a:pt x="10345" y="21905"/>
                    </a:cubicBezTo>
                    <a:cubicBezTo>
                      <a:pt x="11762" y="22265"/>
                      <a:pt x="13224" y="22445"/>
                      <a:pt x="14753" y="22445"/>
                    </a:cubicBezTo>
                    <a:cubicBezTo>
                      <a:pt x="16485" y="22445"/>
                      <a:pt x="18082" y="22242"/>
                      <a:pt x="19521" y="21815"/>
                    </a:cubicBezTo>
                    <a:cubicBezTo>
                      <a:pt x="20983" y="21410"/>
                      <a:pt x="22220" y="20803"/>
                      <a:pt x="23277" y="20016"/>
                    </a:cubicBezTo>
                    <a:cubicBezTo>
                      <a:pt x="24334" y="19229"/>
                      <a:pt x="25121" y="18239"/>
                      <a:pt x="25705" y="17047"/>
                    </a:cubicBezTo>
                    <a:cubicBezTo>
                      <a:pt x="26290" y="15855"/>
                      <a:pt x="26560" y="14483"/>
                      <a:pt x="26560" y="12954"/>
                    </a:cubicBezTo>
                    <a:cubicBezTo>
                      <a:pt x="26560" y="11267"/>
                      <a:pt x="26223" y="9805"/>
                      <a:pt x="25571" y="8613"/>
                    </a:cubicBezTo>
                    <a:cubicBezTo>
                      <a:pt x="24896" y="7399"/>
                      <a:pt x="24019" y="6432"/>
                      <a:pt x="22894" y="5667"/>
                    </a:cubicBezTo>
                    <a:cubicBezTo>
                      <a:pt x="21770" y="4903"/>
                      <a:pt x="20510" y="4363"/>
                      <a:pt x="19116" y="4003"/>
                    </a:cubicBezTo>
                    <a:cubicBezTo>
                      <a:pt x="17722" y="3643"/>
                      <a:pt x="16260" y="3463"/>
                      <a:pt x="14753" y="3463"/>
                    </a:cubicBezTo>
                    <a:close/>
                  </a:path>
                </a:pathLst>
              </a:custGeom>
              <a:solidFill>
                <a:srgbClr val="231F20"/>
              </a:solidFill>
              <a:ln w="2249" cap="flat">
                <a:noFill/>
                <a:prstDash val="solid"/>
                <a:miter/>
              </a:ln>
            </p:spPr>
            <p:txBody>
              <a:bodyPr rtlCol="0" anchor="ctr"/>
              <a:lstStyle/>
              <a:p>
                <a:endParaRPr lang="en-US"/>
              </a:p>
            </p:txBody>
          </p:sp>
          <p:sp>
            <p:nvSpPr>
              <p:cNvPr id="4245" name="Freeform 4244">
                <a:extLst>
                  <a:ext uri="{FF2B5EF4-FFF2-40B4-BE49-F238E27FC236}">
                    <a16:creationId xmlns:a16="http://schemas.microsoft.com/office/drawing/2014/main" id="{B61336E3-4117-DDE7-0D8B-C613D35F2379}"/>
                  </a:ext>
                </a:extLst>
              </p:cNvPr>
              <p:cNvSpPr/>
              <p:nvPr/>
            </p:nvSpPr>
            <p:spPr>
              <a:xfrm>
                <a:off x="4526970" y="2819397"/>
                <a:ext cx="27954" cy="37355"/>
              </a:xfrm>
              <a:custGeom>
                <a:avLst/>
                <a:gdLst>
                  <a:gd name="connsiteX0" fmla="*/ 23637 w 27954"/>
                  <a:gd name="connsiteY0" fmla="*/ 10615 h 37355"/>
                  <a:gd name="connsiteX1" fmla="*/ 0 w 27954"/>
                  <a:gd name="connsiteY1" fmla="*/ 3283 h 37355"/>
                  <a:gd name="connsiteX2" fmla="*/ 0 w 27954"/>
                  <a:gd name="connsiteY2" fmla="*/ 0 h 37355"/>
                  <a:gd name="connsiteX3" fmla="*/ 27955 w 27954"/>
                  <a:gd name="connsiteY3" fmla="*/ 9063 h 37355"/>
                  <a:gd name="connsiteX4" fmla="*/ 27955 w 27954"/>
                  <a:gd name="connsiteY4" fmla="*/ 12527 h 37355"/>
                  <a:gd name="connsiteX5" fmla="*/ 4475 w 27954"/>
                  <a:gd name="connsiteY5" fmla="*/ 18621 h 37355"/>
                  <a:gd name="connsiteX6" fmla="*/ 4475 w 27954"/>
                  <a:gd name="connsiteY6" fmla="*/ 18734 h 37355"/>
                  <a:gd name="connsiteX7" fmla="*/ 27955 w 27954"/>
                  <a:gd name="connsiteY7" fmla="*/ 24941 h 37355"/>
                  <a:gd name="connsiteX8" fmla="*/ 27955 w 27954"/>
                  <a:gd name="connsiteY8" fmla="*/ 28832 h 37355"/>
                  <a:gd name="connsiteX9" fmla="*/ 0 w 27954"/>
                  <a:gd name="connsiteY9" fmla="*/ 37355 h 37355"/>
                  <a:gd name="connsiteX10" fmla="*/ 0 w 27954"/>
                  <a:gd name="connsiteY10" fmla="*/ 34117 h 37355"/>
                  <a:gd name="connsiteX11" fmla="*/ 23861 w 27954"/>
                  <a:gd name="connsiteY11" fmla="*/ 26875 h 37355"/>
                  <a:gd name="connsiteX12" fmla="*/ 0 w 27954"/>
                  <a:gd name="connsiteY12" fmla="*/ 20398 h 37355"/>
                  <a:gd name="connsiteX13" fmla="*/ 0 w 27954"/>
                  <a:gd name="connsiteY13" fmla="*/ 16777 h 37355"/>
                  <a:gd name="connsiteX14" fmla="*/ 23637 w 27954"/>
                  <a:gd name="connsiteY14" fmla="*/ 10615 h 37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7954" h="37355">
                    <a:moveTo>
                      <a:pt x="23637" y="10615"/>
                    </a:moveTo>
                    <a:lnTo>
                      <a:pt x="0" y="3283"/>
                    </a:lnTo>
                    <a:lnTo>
                      <a:pt x="0" y="0"/>
                    </a:lnTo>
                    <a:lnTo>
                      <a:pt x="27955" y="9063"/>
                    </a:lnTo>
                    <a:lnTo>
                      <a:pt x="27955" y="12527"/>
                    </a:lnTo>
                    <a:lnTo>
                      <a:pt x="4475" y="18621"/>
                    </a:lnTo>
                    <a:lnTo>
                      <a:pt x="4475" y="18734"/>
                    </a:lnTo>
                    <a:lnTo>
                      <a:pt x="27955" y="24941"/>
                    </a:lnTo>
                    <a:lnTo>
                      <a:pt x="27955" y="28832"/>
                    </a:lnTo>
                    <a:lnTo>
                      <a:pt x="0" y="37355"/>
                    </a:lnTo>
                    <a:lnTo>
                      <a:pt x="0" y="34117"/>
                    </a:lnTo>
                    <a:lnTo>
                      <a:pt x="23861" y="26875"/>
                    </a:lnTo>
                    <a:lnTo>
                      <a:pt x="0" y="20398"/>
                    </a:lnTo>
                    <a:lnTo>
                      <a:pt x="0" y="16777"/>
                    </a:lnTo>
                    <a:lnTo>
                      <a:pt x="23637" y="10615"/>
                    </a:lnTo>
                    <a:close/>
                  </a:path>
                </a:pathLst>
              </a:custGeom>
              <a:solidFill>
                <a:srgbClr val="231F20"/>
              </a:solidFill>
              <a:ln w="2249" cap="flat">
                <a:noFill/>
                <a:prstDash val="solid"/>
                <a:miter/>
              </a:ln>
            </p:spPr>
            <p:txBody>
              <a:bodyPr rtlCol="0" anchor="ctr"/>
              <a:lstStyle/>
              <a:p>
                <a:endParaRPr lang="en-US"/>
              </a:p>
            </p:txBody>
          </p:sp>
          <p:sp>
            <p:nvSpPr>
              <p:cNvPr id="4246" name="Freeform 4245">
                <a:extLst>
                  <a:ext uri="{FF2B5EF4-FFF2-40B4-BE49-F238E27FC236}">
                    <a16:creationId xmlns:a16="http://schemas.microsoft.com/office/drawing/2014/main" id="{AC366769-8B17-98B9-16B9-768E45277B27}"/>
                  </a:ext>
                </a:extLst>
              </p:cNvPr>
              <p:cNvSpPr/>
              <p:nvPr/>
            </p:nvSpPr>
            <p:spPr>
              <a:xfrm>
                <a:off x="4526228" y="2791037"/>
                <a:ext cx="29483" cy="25167"/>
              </a:xfrm>
              <a:custGeom>
                <a:avLst/>
                <a:gdLst>
                  <a:gd name="connsiteX0" fmla="*/ 15473 w 29483"/>
                  <a:gd name="connsiteY0" fmla="*/ 21659 h 25167"/>
                  <a:gd name="connsiteX1" fmla="*/ 19768 w 29483"/>
                  <a:gd name="connsiteY1" fmla="*/ 21074 h 25167"/>
                  <a:gd name="connsiteX2" fmla="*/ 23277 w 29483"/>
                  <a:gd name="connsiteY2" fmla="*/ 19320 h 25167"/>
                  <a:gd name="connsiteX3" fmla="*/ 25660 w 29483"/>
                  <a:gd name="connsiteY3" fmla="*/ 16374 h 25167"/>
                  <a:gd name="connsiteX4" fmla="*/ 26560 w 29483"/>
                  <a:gd name="connsiteY4" fmla="*/ 12281 h 25167"/>
                  <a:gd name="connsiteX5" fmla="*/ 24896 w 29483"/>
                  <a:gd name="connsiteY5" fmla="*/ 6838 h 25167"/>
                  <a:gd name="connsiteX6" fmla="*/ 20151 w 29483"/>
                  <a:gd name="connsiteY6" fmla="*/ 3825 h 25167"/>
                  <a:gd name="connsiteX7" fmla="*/ 20151 w 29483"/>
                  <a:gd name="connsiteY7" fmla="*/ 204 h 25167"/>
                  <a:gd name="connsiteX8" fmla="*/ 23839 w 29483"/>
                  <a:gd name="connsiteY8" fmla="*/ 1778 h 25167"/>
                  <a:gd name="connsiteX9" fmla="*/ 26807 w 29483"/>
                  <a:gd name="connsiteY9" fmla="*/ 4207 h 25167"/>
                  <a:gd name="connsiteX10" fmla="*/ 28787 w 29483"/>
                  <a:gd name="connsiteY10" fmla="*/ 7670 h 25167"/>
                  <a:gd name="connsiteX11" fmla="*/ 29484 w 29483"/>
                  <a:gd name="connsiteY11" fmla="*/ 12303 h 25167"/>
                  <a:gd name="connsiteX12" fmla="*/ 28359 w 29483"/>
                  <a:gd name="connsiteY12" fmla="*/ 18083 h 25167"/>
                  <a:gd name="connsiteX13" fmla="*/ 25256 w 29483"/>
                  <a:gd name="connsiteY13" fmla="*/ 22086 h 25167"/>
                  <a:gd name="connsiteX14" fmla="*/ 20623 w 29483"/>
                  <a:gd name="connsiteY14" fmla="*/ 24403 h 25167"/>
                  <a:gd name="connsiteX15" fmla="*/ 14866 w 29483"/>
                  <a:gd name="connsiteY15" fmla="*/ 25167 h 25167"/>
                  <a:gd name="connsiteX16" fmla="*/ 9086 w 29483"/>
                  <a:gd name="connsiteY16" fmla="*/ 24268 h 25167"/>
                  <a:gd name="connsiteX17" fmla="*/ 4363 w 29483"/>
                  <a:gd name="connsiteY17" fmla="*/ 21726 h 25167"/>
                  <a:gd name="connsiteX18" fmla="*/ 1170 w 29483"/>
                  <a:gd name="connsiteY18" fmla="*/ 17701 h 25167"/>
                  <a:gd name="connsiteX19" fmla="*/ 0 w 29483"/>
                  <a:gd name="connsiteY19" fmla="*/ 12303 h 25167"/>
                  <a:gd name="connsiteX20" fmla="*/ 3958 w 29483"/>
                  <a:gd name="connsiteY20" fmla="*/ 3240 h 25167"/>
                  <a:gd name="connsiteX21" fmla="*/ 15473 w 29483"/>
                  <a:gd name="connsiteY21" fmla="*/ 1 h 25167"/>
                  <a:gd name="connsiteX22" fmla="*/ 15473 w 29483"/>
                  <a:gd name="connsiteY22" fmla="*/ 21704 h 25167"/>
                  <a:gd name="connsiteX23" fmla="*/ 12774 w 29483"/>
                  <a:gd name="connsiteY23" fmla="*/ 3420 h 25167"/>
                  <a:gd name="connsiteX24" fmla="*/ 8906 w 29483"/>
                  <a:gd name="connsiteY24" fmla="*/ 3982 h 25167"/>
                  <a:gd name="connsiteX25" fmla="*/ 5780 w 29483"/>
                  <a:gd name="connsiteY25" fmla="*/ 5646 h 25167"/>
                  <a:gd name="connsiteX26" fmla="*/ 3666 w 29483"/>
                  <a:gd name="connsiteY26" fmla="*/ 8435 h 25167"/>
                  <a:gd name="connsiteX27" fmla="*/ 2879 w 29483"/>
                  <a:gd name="connsiteY27" fmla="*/ 12258 h 25167"/>
                  <a:gd name="connsiteX28" fmla="*/ 3688 w 29483"/>
                  <a:gd name="connsiteY28" fmla="*/ 16059 h 25167"/>
                  <a:gd name="connsiteX29" fmla="*/ 5847 w 29483"/>
                  <a:gd name="connsiteY29" fmla="*/ 18870 h 25167"/>
                  <a:gd name="connsiteX30" fmla="*/ 8973 w 29483"/>
                  <a:gd name="connsiteY30" fmla="*/ 20737 h 25167"/>
                  <a:gd name="connsiteX31" fmla="*/ 12751 w 29483"/>
                  <a:gd name="connsiteY31" fmla="*/ 21659 h 25167"/>
                  <a:gd name="connsiteX32" fmla="*/ 12751 w 29483"/>
                  <a:gd name="connsiteY32"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3" h="25167">
                    <a:moveTo>
                      <a:pt x="15473" y="21659"/>
                    </a:moveTo>
                    <a:cubicBezTo>
                      <a:pt x="16979" y="21659"/>
                      <a:pt x="18419" y="21456"/>
                      <a:pt x="19768" y="21074"/>
                    </a:cubicBezTo>
                    <a:cubicBezTo>
                      <a:pt x="21118" y="20669"/>
                      <a:pt x="22287" y="20085"/>
                      <a:pt x="23277" y="19320"/>
                    </a:cubicBezTo>
                    <a:cubicBezTo>
                      <a:pt x="24266" y="18555"/>
                      <a:pt x="25053" y="17566"/>
                      <a:pt x="25660" y="16374"/>
                    </a:cubicBezTo>
                    <a:cubicBezTo>
                      <a:pt x="26245" y="15182"/>
                      <a:pt x="26560" y="13810"/>
                      <a:pt x="26560" y="12281"/>
                    </a:cubicBezTo>
                    <a:cubicBezTo>
                      <a:pt x="26560" y="10167"/>
                      <a:pt x="25998" y="8345"/>
                      <a:pt x="24896" y="6838"/>
                    </a:cubicBezTo>
                    <a:cubicBezTo>
                      <a:pt x="23771" y="5331"/>
                      <a:pt x="22197" y="4319"/>
                      <a:pt x="20151" y="3825"/>
                    </a:cubicBezTo>
                    <a:lnTo>
                      <a:pt x="20151" y="204"/>
                    </a:lnTo>
                    <a:cubicBezTo>
                      <a:pt x="21477" y="609"/>
                      <a:pt x="22714" y="1126"/>
                      <a:pt x="23839" y="1778"/>
                    </a:cubicBezTo>
                    <a:cubicBezTo>
                      <a:pt x="24963" y="2430"/>
                      <a:pt x="25953" y="3240"/>
                      <a:pt x="26807" y="4207"/>
                    </a:cubicBezTo>
                    <a:cubicBezTo>
                      <a:pt x="27662" y="5174"/>
                      <a:pt x="28314" y="6321"/>
                      <a:pt x="28787" y="7670"/>
                    </a:cubicBezTo>
                    <a:cubicBezTo>
                      <a:pt x="29259" y="8997"/>
                      <a:pt x="29484" y="10549"/>
                      <a:pt x="29484" y="12303"/>
                    </a:cubicBezTo>
                    <a:cubicBezTo>
                      <a:pt x="29484" y="14530"/>
                      <a:pt x="29101" y="16464"/>
                      <a:pt x="28359" y="18083"/>
                    </a:cubicBezTo>
                    <a:cubicBezTo>
                      <a:pt x="27595" y="19702"/>
                      <a:pt x="26560" y="21029"/>
                      <a:pt x="25256" y="22086"/>
                    </a:cubicBezTo>
                    <a:cubicBezTo>
                      <a:pt x="23951" y="23121"/>
                      <a:pt x="22400" y="23908"/>
                      <a:pt x="20623" y="24403"/>
                    </a:cubicBezTo>
                    <a:cubicBezTo>
                      <a:pt x="18846" y="24897"/>
                      <a:pt x="16935" y="25167"/>
                      <a:pt x="14866" y="25167"/>
                    </a:cubicBezTo>
                    <a:cubicBezTo>
                      <a:pt x="12796" y="25167"/>
                      <a:pt x="10885" y="24875"/>
                      <a:pt x="9086" y="24268"/>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close/>
                    <a:moveTo>
                      <a:pt x="12774" y="3420"/>
                    </a:moveTo>
                    <a:cubicBezTo>
                      <a:pt x="11402" y="3420"/>
                      <a:pt x="10120" y="3600"/>
                      <a:pt x="8906" y="3982"/>
                    </a:cubicBezTo>
                    <a:cubicBezTo>
                      <a:pt x="7691" y="4364"/>
                      <a:pt x="6657" y="4927"/>
                      <a:pt x="5780" y="5646"/>
                    </a:cubicBezTo>
                    <a:cubicBezTo>
                      <a:pt x="4903" y="6388"/>
                      <a:pt x="4206" y="7310"/>
                      <a:pt x="3666" y="8435"/>
                    </a:cubicBezTo>
                    <a:cubicBezTo>
                      <a:pt x="3149" y="9559"/>
                      <a:pt x="2879" y="10819"/>
                      <a:pt x="2879" y="12258"/>
                    </a:cubicBezTo>
                    <a:cubicBezTo>
                      <a:pt x="2879" y="13697"/>
                      <a:pt x="3149" y="14957"/>
                      <a:pt x="3688" y="16059"/>
                    </a:cubicBezTo>
                    <a:cubicBezTo>
                      <a:pt x="4228" y="17161"/>
                      <a:pt x="4948" y="18083"/>
                      <a:pt x="5847" y="18870"/>
                    </a:cubicBezTo>
                    <a:cubicBezTo>
                      <a:pt x="6747" y="19635"/>
                      <a:pt x="7781" y="20264"/>
                      <a:pt x="8973" y="20737"/>
                    </a:cubicBezTo>
                    <a:cubicBezTo>
                      <a:pt x="10165" y="21209"/>
                      <a:pt x="11425" y="21501"/>
                      <a:pt x="12751" y="21659"/>
                    </a:cubicBezTo>
                    <a:lnTo>
                      <a:pt x="12751" y="3420"/>
                    </a:lnTo>
                    <a:close/>
                  </a:path>
                </a:pathLst>
              </a:custGeom>
              <a:solidFill>
                <a:srgbClr val="231F20"/>
              </a:solidFill>
              <a:ln w="2249" cap="flat">
                <a:noFill/>
                <a:prstDash val="solid"/>
                <a:miter/>
              </a:ln>
            </p:spPr>
            <p:txBody>
              <a:bodyPr rtlCol="0" anchor="ctr"/>
              <a:lstStyle/>
              <a:p>
                <a:endParaRPr lang="en-US"/>
              </a:p>
            </p:txBody>
          </p:sp>
          <p:sp>
            <p:nvSpPr>
              <p:cNvPr id="4247" name="Freeform 4246">
                <a:extLst>
                  <a:ext uri="{FF2B5EF4-FFF2-40B4-BE49-F238E27FC236}">
                    <a16:creationId xmlns:a16="http://schemas.microsoft.com/office/drawing/2014/main" id="{82E6E133-12F8-24C0-AB0E-C03C344E180F}"/>
                  </a:ext>
                </a:extLst>
              </p:cNvPr>
              <p:cNvSpPr/>
              <p:nvPr/>
            </p:nvSpPr>
            <p:spPr>
              <a:xfrm>
                <a:off x="4526205" y="2772034"/>
                <a:ext cx="28719" cy="12481"/>
              </a:xfrm>
              <a:custGeom>
                <a:avLst/>
                <a:gdLst>
                  <a:gd name="connsiteX0" fmla="*/ 28719 w 28719"/>
                  <a:gd name="connsiteY0" fmla="*/ 9243 h 12481"/>
                  <a:gd name="connsiteX1" fmla="*/ 28719 w 28719"/>
                  <a:gd name="connsiteY1" fmla="*/ 12482 h 12481"/>
                  <a:gd name="connsiteX2" fmla="*/ 765 w 28719"/>
                  <a:gd name="connsiteY2" fmla="*/ 12482 h 12481"/>
                  <a:gd name="connsiteX3" fmla="*/ 765 w 28719"/>
                  <a:gd name="connsiteY3" fmla="*/ 9243 h 12481"/>
                  <a:gd name="connsiteX4" fmla="*/ 6005 w 28719"/>
                  <a:gd name="connsiteY4" fmla="*/ 9243 h 12481"/>
                  <a:gd name="connsiteX5" fmla="*/ 6005 w 28719"/>
                  <a:gd name="connsiteY5" fmla="*/ 9131 h 12481"/>
                  <a:gd name="connsiteX6" fmla="*/ 1327 w 28719"/>
                  <a:gd name="connsiteY6" fmla="*/ 5645 h 12481"/>
                  <a:gd name="connsiteX7" fmla="*/ 0 w 28719"/>
                  <a:gd name="connsiteY7" fmla="*/ 0 h 12481"/>
                  <a:gd name="connsiteX8" fmla="*/ 3508 w 28719"/>
                  <a:gd name="connsiteY8" fmla="*/ 0 h 12481"/>
                  <a:gd name="connsiteX9" fmla="*/ 4363 w 28719"/>
                  <a:gd name="connsiteY9" fmla="*/ 4543 h 12481"/>
                  <a:gd name="connsiteX10" fmla="*/ 6837 w 28719"/>
                  <a:gd name="connsiteY10" fmla="*/ 7377 h 12481"/>
                  <a:gd name="connsiteX11" fmla="*/ 10525 w 28719"/>
                  <a:gd name="connsiteY11" fmla="*/ 8838 h 12481"/>
                  <a:gd name="connsiteX12" fmla="*/ 14978 w 28719"/>
                  <a:gd name="connsiteY12" fmla="*/ 9243 h 12481"/>
                  <a:gd name="connsiteX13" fmla="*/ 28697 w 28719"/>
                  <a:gd name="connsiteY13" fmla="*/ 9243 h 1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719" h="12481">
                    <a:moveTo>
                      <a:pt x="28719" y="9243"/>
                    </a:moveTo>
                    <a:lnTo>
                      <a:pt x="28719" y="12482"/>
                    </a:lnTo>
                    <a:lnTo>
                      <a:pt x="765" y="12482"/>
                    </a:lnTo>
                    <a:lnTo>
                      <a:pt x="765" y="9243"/>
                    </a:lnTo>
                    <a:lnTo>
                      <a:pt x="6005" y="9243"/>
                    </a:lnTo>
                    <a:lnTo>
                      <a:pt x="6005" y="9131"/>
                    </a:lnTo>
                    <a:cubicBezTo>
                      <a:pt x="3778" y="8231"/>
                      <a:pt x="2226" y="7062"/>
                      <a:pt x="1327" y="5645"/>
                    </a:cubicBezTo>
                    <a:cubicBezTo>
                      <a:pt x="450" y="4228"/>
                      <a:pt x="0" y="2339"/>
                      <a:pt x="0" y="0"/>
                    </a:cubicBezTo>
                    <a:lnTo>
                      <a:pt x="3508" y="0"/>
                    </a:lnTo>
                    <a:cubicBezTo>
                      <a:pt x="3463" y="1844"/>
                      <a:pt x="3756" y="3351"/>
                      <a:pt x="4363" y="4543"/>
                    </a:cubicBezTo>
                    <a:cubicBezTo>
                      <a:pt x="4970" y="5735"/>
                      <a:pt x="5802" y="6679"/>
                      <a:pt x="6837" y="7377"/>
                    </a:cubicBezTo>
                    <a:cubicBezTo>
                      <a:pt x="7871" y="8074"/>
                      <a:pt x="9108" y="8569"/>
                      <a:pt x="10525" y="8838"/>
                    </a:cubicBezTo>
                    <a:cubicBezTo>
                      <a:pt x="11942" y="9108"/>
                      <a:pt x="13426" y="9243"/>
                      <a:pt x="14978" y="9243"/>
                    </a:cubicBezTo>
                    <a:lnTo>
                      <a:pt x="28697" y="9243"/>
                    </a:lnTo>
                    <a:close/>
                  </a:path>
                </a:pathLst>
              </a:custGeom>
              <a:solidFill>
                <a:srgbClr val="231F20"/>
              </a:solidFill>
              <a:ln w="2249" cap="flat">
                <a:noFill/>
                <a:prstDash val="solid"/>
                <a:miter/>
              </a:ln>
            </p:spPr>
            <p:txBody>
              <a:bodyPr rtlCol="0" anchor="ctr"/>
              <a:lstStyle/>
              <a:p>
                <a:endParaRPr lang="en-US"/>
              </a:p>
            </p:txBody>
          </p:sp>
        </p:grpSp>
      </p:grpSp>
      <p:sp>
        <p:nvSpPr>
          <p:cNvPr id="4" name="Text 2">
            <a:extLst>
              <a:ext uri="{FF2B5EF4-FFF2-40B4-BE49-F238E27FC236}">
                <a16:creationId xmlns:a16="http://schemas.microsoft.com/office/drawing/2014/main" id="{BCA9685B-2D1C-6E70-D0BC-28A880828C6C}"/>
              </a:ext>
            </a:extLst>
          </p:cNvPr>
          <p:cNvSpPr/>
          <p:nvPr/>
        </p:nvSpPr>
        <p:spPr>
          <a:xfrm>
            <a:off x="343508" y="164865"/>
            <a:ext cx="8279382" cy="457245"/>
          </a:xfrm>
          <a:prstGeom prst="rect">
            <a:avLst/>
          </a:prstGeom>
          <a:noFill/>
          <a:ln/>
        </p:spPr>
        <p:txBody>
          <a:bodyPr wrap="square" lIns="0" tIns="0" rIns="0" bIns="0" rtlCol="0" anchor="ctr">
            <a:normAutofit/>
          </a:bodyPr>
          <a:lstStyle/>
          <a:p>
            <a:pPr marL="0" indent="0">
              <a:buNone/>
            </a:pPr>
            <a:r>
              <a:rPr lang="en-US" sz="2600" dirty="0">
                <a:latin typeface="Helvetica" pitchFamily="2" charset="0"/>
              </a:rPr>
              <a:t>A graded, item-specific episodic benefit for WM</a:t>
            </a:r>
          </a:p>
        </p:txBody>
      </p:sp>
      <p:grpSp>
        <p:nvGrpSpPr>
          <p:cNvPr id="4041" name="Group 4040">
            <a:extLst>
              <a:ext uri="{FF2B5EF4-FFF2-40B4-BE49-F238E27FC236}">
                <a16:creationId xmlns:a16="http://schemas.microsoft.com/office/drawing/2014/main" id="{3B9AF6F9-24D4-D9F0-D706-2AE1C84C4FC5}"/>
              </a:ext>
            </a:extLst>
          </p:cNvPr>
          <p:cNvGrpSpPr/>
          <p:nvPr/>
        </p:nvGrpSpPr>
        <p:grpSpPr>
          <a:xfrm>
            <a:off x="2382837" y="4577465"/>
            <a:ext cx="929153" cy="1752600"/>
            <a:chOff x="2372327" y="4314715"/>
            <a:chExt cx="929153" cy="1752600"/>
          </a:xfrm>
        </p:grpSpPr>
        <p:pic>
          <p:nvPicPr>
            <p:cNvPr id="17" name="Picture 16">
              <a:extLst>
                <a:ext uri="{FF2B5EF4-FFF2-40B4-BE49-F238E27FC236}">
                  <a16:creationId xmlns:a16="http://schemas.microsoft.com/office/drawing/2014/main" id="{D9E73E95-304C-084A-AEB6-FC87E0913DEA}"/>
                </a:ext>
              </a:extLst>
            </p:cNvPr>
            <p:cNvPicPr>
              <a:picLocks noChangeAspect="1"/>
            </p:cNvPicPr>
            <p:nvPr/>
          </p:nvPicPr>
          <p:blipFill>
            <a:blip r:embed="rId3"/>
            <a:stretch>
              <a:fillRect/>
            </a:stretch>
          </p:blipFill>
          <p:spPr>
            <a:xfrm>
              <a:off x="2372327" y="4314715"/>
              <a:ext cx="876300" cy="876300"/>
            </a:xfrm>
            <a:prstGeom prst="rect">
              <a:avLst/>
            </a:prstGeom>
          </p:spPr>
        </p:pic>
        <p:pic>
          <p:nvPicPr>
            <p:cNvPr id="19" name="Picture 18">
              <a:extLst>
                <a:ext uri="{FF2B5EF4-FFF2-40B4-BE49-F238E27FC236}">
                  <a16:creationId xmlns:a16="http://schemas.microsoft.com/office/drawing/2014/main" id="{FC264D6B-6655-530C-FA2D-6838BECCFF34}"/>
                </a:ext>
              </a:extLst>
            </p:cNvPr>
            <p:cNvPicPr>
              <a:picLocks noChangeAspect="1"/>
            </p:cNvPicPr>
            <p:nvPr/>
          </p:nvPicPr>
          <p:blipFill>
            <a:blip r:embed="rId4"/>
            <a:stretch>
              <a:fillRect/>
            </a:stretch>
          </p:blipFill>
          <p:spPr>
            <a:xfrm>
              <a:off x="2425180" y="5191015"/>
              <a:ext cx="876300" cy="876300"/>
            </a:xfrm>
            <a:prstGeom prst="rect">
              <a:avLst/>
            </a:prstGeom>
          </p:spPr>
        </p:pic>
      </p:grpSp>
      <p:grpSp>
        <p:nvGrpSpPr>
          <p:cNvPr id="4040" name="Group 4039">
            <a:extLst>
              <a:ext uri="{FF2B5EF4-FFF2-40B4-BE49-F238E27FC236}">
                <a16:creationId xmlns:a16="http://schemas.microsoft.com/office/drawing/2014/main" id="{A2FB92A0-10A2-9B80-7903-7BF7FE874FDE}"/>
              </a:ext>
            </a:extLst>
          </p:cNvPr>
          <p:cNvGrpSpPr/>
          <p:nvPr/>
        </p:nvGrpSpPr>
        <p:grpSpPr>
          <a:xfrm>
            <a:off x="3627235" y="4620283"/>
            <a:ext cx="877987" cy="1709782"/>
            <a:chOff x="3616725" y="4357533"/>
            <a:chExt cx="877987" cy="1709782"/>
          </a:xfrm>
        </p:grpSpPr>
        <p:pic>
          <p:nvPicPr>
            <p:cNvPr id="4032" name="Picture 4031">
              <a:extLst>
                <a:ext uri="{FF2B5EF4-FFF2-40B4-BE49-F238E27FC236}">
                  <a16:creationId xmlns:a16="http://schemas.microsoft.com/office/drawing/2014/main" id="{ADDAA8DC-6794-7D72-8BD3-D3B9D11ED6BC}"/>
                </a:ext>
              </a:extLst>
            </p:cNvPr>
            <p:cNvPicPr>
              <a:picLocks noChangeAspect="1"/>
            </p:cNvPicPr>
            <p:nvPr/>
          </p:nvPicPr>
          <p:blipFill>
            <a:blip r:embed="rId5"/>
            <a:stretch>
              <a:fillRect/>
            </a:stretch>
          </p:blipFill>
          <p:spPr>
            <a:xfrm>
              <a:off x="3618412" y="5191015"/>
              <a:ext cx="876300" cy="876300"/>
            </a:xfrm>
            <a:prstGeom prst="rect">
              <a:avLst/>
            </a:prstGeom>
          </p:spPr>
        </p:pic>
        <p:pic>
          <p:nvPicPr>
            <p:cNvPr id="4034" name="Picture 4033">
              <a:extLst>
                <a:ext uri="{FF2B5EF4-FFF2-40B4-BE49-F238E27FC236}">
                  <a16:creationId xmlns:a16="http://schemas.microsoft.com/office/drawing/2014/main" id="{3213AD96-6937-7FE6-04DB-9F522DF79BD6}"/>
                </a:ext>
              </a:extLst>
            </p:cNvPr>
            <p:cNvPicPr>
              <a:picLocks noChangeAspect="1"/>
            </p:cNvPicPr>
            <p:nvPr/>
          </p:nvPicPr>
          <p:blipFill>
            <a:blip r:embed="rId6"/>
            <a:stretch>
              <a:fillRect/>
            </a:stretch>
          </p:blipFill>
          <p:spPr>
            <a:xfrm>
              <a:off x="3616725" y="4357533"/>
              <a:ext cx="876300" cy="876300"/>
            </a:xfrm>
            <a:prstGeom prst="rect">
              <a:avLst/>
            </a:prstGeom>
          </p:spPr>
        </p:pic>
      </p:grpSp>
      <p:grpSp>
        <p:nvGrpSpPr>
          <p:cNvPr id="4039" name="Group 4038">
            <a:extLst>
              <a:ext uri="{FF2B5EF4-FFF2-40B4-BE49-F238E27FC236}">
                <a16:creationId xmlns:a16="http://schemas.microsoft.com/office/drawing/2014/main" id="{56CB00FB-58A4-2B40-B844-B56048A62F93}"/>
              </a:ext>
            </a:extLst>
          </p:cNvPr>
          <p:cNvGrpSpPr/>
          <p:nvPr/>
        </p:nvGrpSpPr>
        <p:grpSpPr>
          <a:xfrm>
            <a:off x="4799116" y="4620283"/>
            <a:ext cx="876300" cy="1709782"/>
            <a:chOff x="4788606" y="4357533"/>
            <a:chExt cx="876300" cy="1709782"/>
          </a:xfrm>
        </p:grpSpPr>
        <p:pic>
          <p:nvPicPr>
            <p:cNvPr id="4036" name="Picture 4035">
              <a:extLst>
                <a:ext uri="{FF2B5EF4-FFF2-40B4-BE49-F238E27FC236}">
                  <a16:creationId xmlns:a16="http://schemas.microsoft.com/office/drawing/2014/main" id="{129B800D-E055-C9B7-D45A-0D79EF59103B}"/>
                </a:ext>
              </a:extLst>
            </p:cNvPr>
            <p:cNvPicPr>
              <a:picLocks noChangeAspect="1"/>
            </p:cNvPicPr>
            <p:nvPr/>
          </p:nvPicPr>
          <p:blipFill>
            <a:blip r:embed="rId7"/>
            <a:stretch>
              <a:fillRect/>
            </a:stretch>
          </p:blipFill>
          <p:spPr>
            <a:xfrm>
              <a:off x="4788606" y="5191015"/>
              <a:ext cx="876300" cy="876300"/>
            </a:xfrm>
            <a:prstGeom prst="rect">
              <a:avLst/>
            </a:prstGeom>
          </p:spPr>
        </p:pic>
        <p:pic>
          <p:nvPicPr>
            <p:cNvPr id="4038" name="Picture 4037">
              <a:extLst>
                <a:ext uri="{FF2B5EF4-FFF2-40B4-BE49-F238E27FC236}">
                  <a16:creationId xmlns:a16="http://schemas.microsoft.com/office/drawing/2014/main" id="{1481200D-BFD8-1360-2961-8B22F5C85220}"/>
                </a:ext>
              </a:extLst>
            </p:cNvPr>
            <p:cNvPicPr>
              <a:picLocks noChangeAspect="1"/>
            </p:cNvPicPr>
            <p:nvPr/>
          </p:nvPicPr>
          <p:blipFill>
            <a:blip r:embed="rId8"/>
            <a:stretch>
              <a:fillRect/>
            </a:stretch>
          </p:blipFill>
          <p:spPr>
            <a:xfrm>
              <a:off x="4788606" y="4357533"/>
              <a:ext cx="876300" cy="876300"/>
            </a:xfrm>
            <a:prstGeom prst="rect">
              <a:avLst/>
            </a:prstGeom>
          </p:spPr>
        </p:pic>
      </p:grpSp>
      <p:grpSp>
        <p:nvGrpSpPr>
          <p:cNvPr id="4042" name="Group 4041">
            <a:extLst>
              <a:ext uri="{FF2B5EF4-FFF2-40B4-BE49-F238E27FC236}">
                <a16:creationId xmlns:a16="http://schemas.microsoft.com/office/drawing/2014/main" id="{DFEF86FA-9E55-97AC-574A-DD5B3F976F24}"/>
              </a:ext>
            </a:extLst>
          </p:cNvPr>
          <p:cNvGrpSpPr>
            <a:grpSpLocks noChangeAspect="1"/>
          </p:cNvGrpSpPr>
          <p:nvPr/>
        </p:nvGrpSpPr>
        <p:grpSpPr>
          <a:xfrm>
            <a:off x="6199129" y="4624022"/>
            <a:ext cx="5103783" cy="1828800"/>
            <a:chOff x="1308896" y="3141054"/>
            <a:chExt cx="9223966" cy="3305154"/>
          </a:xfrm>
        </p:grpSpPr>
        <p:grpSp>
          <p:nvGrpSpPr>
            <p:cNvPr id="4043" name="Graphic 14">
              <a:extLst>
                <a:ext uri="{FF2B5EF4-FFF2-40B4-BE49-F238E27FC236}">
                  <a16:creationId xmlns:a16="http://schemas.microsoft.com/office/drawing/2014/main" id="{18C15A5D-E333-115A-E885-886D7A8886BA}"/>
                </a:ext>
              </a:extLst>
            </p:cNvPr>
            <p:cNvGrpSpPr/>
            <p:nvPr/>
          </p:nvGrpSpPr>
          <p:grpSpPr>
            <a:xfrm>
              <a:off x="1308896" y="3661773"/>
              <a:ext cx="151641" cy="517378"/>
              <a:chOff x="4501968" y="1615205"/>
              <a:chExt cx="48819" cy="166563"/>
            </a:xfrm>
            <a:solidFill>
              <a:srgbClr val="231F20"/>
            </a:solidFill>
          </p:grpSpPr>
          <p:sp>
            <p:nvSpPr>
              <p:cNvPr id="4672" name="Freeform 4671">
                <a:extLst>
                  <a:ext uri="{FF2B5EF4-FFF2-40B4-BE49-F238E27FC236}">
                    <a16:creationId xmlns:a16="http://schemas.microsoft.com/office/drawing/2014/main" id="{541A9FB5-4D6C-629E-667C-DD883C32AD28}"/>
                  </a:ext>
                </a:extLst>
              </p:cNvPr>
              <p:cNvSpPr/>
              <p:nvPr/>
            </p:nvSpPr>
            <p:spPr>
              <a:xfrm>
                <a:off x="4501968" y="1750117"/>
                <a:ext cx="48792" cy="31651"/>
              </a:xfrm>
              <a:custGeom>
                <a:avLst/>
                <a:gdLst>
                  <a:gd name="connsiteX0" fmla="*/ 47850 w 48792"/>
                  <a:gd name="connsiteY0" fmla="*/ 27664 h 31651"/>
                  <a:gd name="connsiteX1" fmla="*/ 47850 w 48792"/>
                  <a:gd name="connsiteY1" fmla="*/ 31651 h 31651"/>
                  <a:gd name="connsiteX2" fmla="*/ 0 w 48792"/>
                  <a:gd name="connsiteY2" fmla="*/ 31651 h 31651"/>
                  <a:gd name="connsiteX3" fmla="*/ 0 w 48792"/>
                  <a:gd name="connsiteY3" fmla="*/ 27664 h 31651"/>
                  <a:gd name="connsiteX4" fmla="*/ 18941 w 48792"/>
                  <a:gd name="connsiteY4" fmla="*/ 27664 h 31651"/>
                  <a:gd name="connsiteX5" fmla="*/ 14123 w 48792"/>
                  <a:gd name="connsiteY5" fmla="*/ 22375 h 31651"/>
                  <a:gd name="connsiteX6" fmla="*/ 12489 w 48792"/>
                  <a:gd name="connsiteY6" fmla="*/ 15369 h 31651"/>
                  <a:gd name="connsiteX7" fmla="*/ 13984 w 48792"/>
                  <a:gd name="connsiteY7" fmla="*/ 8557 h 31651"/>
                  <a:gd name="connsiteX8" fmla="*/ 17972 w 48792"/>
                  <a:gd name="connsiteY8" fmla="*/ 3766 h 31651"/>
                  <a:gd name="connsiteX9" fmla="*/ 23787 w 48792"/>
                  <a:gd name="connsiteY9" fmla="*/ 941 h 31651"/>
                  <a:gd name="connsiteX10" fmla="*/ 30710 w 48792"/>
                  <a:gd name="connsiteY10" fmla="*/ 0 h 31651"/>
                  <a:gd name="connsiteX11" fmla="*/ 37826 w 48792"/>
                  <a:gd name="connsiteY11" fmla="*/ 858 h 31651"/>
                  <a:gd name="connsiteX12" fmla="*/ 43586 w 48792"/>
                  <a:gd name="connsiteY12" fmla="*/ 3628 h 31651"/>
                  <a:gd name="connsiteX13" fmla="*/ 47408 w 48792"/>
                  <a:gd name="connsiteY13" fmla="*/ 8446 h 31651"/>
                  <a:gd name="connsiteX14" fmla="*/ 48792 w 48792"/>
                  <a:gd name="connsiteY14" fmla="*/ 15563 h 31651"/>
                  <a:gd name="connsiteX15" fmla="*/ 48321 w 48792"/>
                  <a:gd name="connsiteY15" fmla="*/ 18941 h 31651"/>
                  <a:gd name="connsiteX16" fmla="*/ 46992 w 48792"/>
                  <a:gd name="connsiteY16" fmla="*/ 22292 h 31651"/>
                  <a:gd name="connsiteX17" fmla="*/ 44832 w 48792"/>
                  <a:gd name="connsiteY17" fmla="*/ 25282 h 31651"/>
                  <a:gd name="connsiteX18" fmla="*/ 41814 w 48792"/>
                  <a:gd name="connsiteY18" fmla="*/ 27497 h 31651"/>
                  <a:gd name="connsiteX19" fmla="*/ 41814 w 48792"/>
                  <a:gd name="connsiteY19" fmla="*/ 27636 h 31651"/>
                  <a:gd name="connsiteX20" fmla="*/ 47850 w 48792"/>
                  <a:gd name="connsiteY20" fmla="*/ 27636 h 31651"/>
                  <a:gd name="connsiteX21" fmla="*/ 30516 w 48792"/>
                  <a:gd name="connsiteY21" fmla="*/ 27664 h 31651"/>
                  <a:gd name="connsiteX22" fmla="*/ 36331 w 48792"/>
                  <a:gd name="connsiteY22" fmla="*/ 26888 h 31651"/>
                  <a:gd name="connsiteX23" fmla="*/ 40983 w 48792"/>
                  <a:gd name="connsiteY23" fmla="*/ 24673 h 31651"/>
                  <a:gd name="connsiteX24" fmla="*/ 44084 w 48792"/>
                  <a:gd name="connsiteY24" fmla="*/ 21018 h 31651"/>
                  <a:gd name="connsiteX25" fmla="*/ 45220 w 48792"/>
                  <a:gd name="connsiteY25" fmla="*/ 16033 h 31651"/>
                  <a:gd name="connsiteX26" fmla="*/ 44334 w 48792"/>
                  <a:gd name="connsiteY26" fmla="*/ 11381 h 31651"/>
                  <a:gd name="connsiteX27" fmla="*/ 41703 w 48792"/>
                  <a:gd name="connsiteY27" fmla="*/ 7670 h 31651"/>
                  <a:gd name="connsiteX28" fmla="*/ 37494 w 48792"/>
                  <a:gd name="connsiteY28" fmla="*/ 5178 h 31651"/>
                  <a:gd name="connsiteX29" fmla="*/ 31734 w 48792"/>
                  <a:gd name="connsiteY29" fmla="*/ 4292 h 31651"/>
                  <a:gd name="connsiteX30" fmla="*/ 25642 w 48792"/>
                  <a:gd name="connsiteY30" fmla="*/ 4818 h 31651"/>
                  <a:gd name="connsiteX31" fmla="*/ 20685 w 48792"/>
                  <a:gd name="connsiteY31" fmla="*/ 6951 h 31651"/>
                  <a:gd name="connsiteX32" fmla="*/ 17335 w 48792"/>
                  <a:gd name="connsiteY32" fmla="*/ 10717 h 31651"/>
                  <a:gd name="connsiteX33" fmla="*/ 16116 w 48792"/>
                  <a:gd name="connsiteY33" fmla="*/ 16061 h 31651"/>
                  <a:gd name="connsiteX34" fmla="*/ 17279 w 48792"/>
                  <a:gd name="connsiteY34" fmla="*/ 20935 h 31651"/>
                  <a:gd name="connsiteX35" fmla="*/ 20409 w 48792"/>
                  <a:gd name="connsiteY35" fmla="*/ 24590 h 31651"/>
                  <a:gd name="connsiteX36" fmla="*/ 25005 w 48792"/>
                  <a:gd name="connsiteY36" fmla="*/ 26888 h 31651"/>
                  <a:gd name="connsiteX37" fmla="*/ 30543 w 48792"/>
                  <a:gd name="connsiteY37" fmla="*/ 27691 h 316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48792" h="31651">
                    <a:moveTo>
                      <a:pt x="47850" y="27664"/>
                    </a:moveTo>
                    <a:lnTo>
                      <a:pt x="47850" y="31651"/>
                    </a:lnTo>
                    <a:lnTo>
                      <a:pt x="0" y="31651"/>
                    </a:lnTo>
                    <a:lnTo>
                      <a:pt x="0" y="27664"/>
                    </a:lnTo>
                    <a:lnTo>
                      <a:pt x="18941" y="27664"/>
                    </a:lnTo>
                    <a:cubicBezTo>
                      <a:pt x="16808" y="26390"/>
                      <a:pt x="15203" y="24618"/>
                      <a:pt x="14123" y="22375"/>
                    </a:cubicBezTo>
                    <a:cubicBezTo>
                      <a:pt x="13043" y="20132"/>
                      <a:pt x="12489" y="17806"/>
                      <a:pt x="12489" y="15369"/>
                    </a:cubicBezTo>
                    <a:cubicBezTo>
                      <a:pt x="12489" y="12766"/>
                      <a:pt x="12987" y="10495"/>
                      <a:pt x="13984" y="8557"/>
                    </a:cubicBezTo>
                    <a:cubicBezTo>
                      <a:pt x="14981" y="6618"/>
                      <a:pt x="16310" y="5040"/>
                      <a:pt x="17972" y="3766"/>
                    </a:cubicBezTo>
                    <a:cubicBezTo>
                      <a:pt x="19633" y="2492"/>
                      <a:pt x="21571" y="1551"/>
                      <a:pt x="23787" y="941"/>
                    </a:cubicBezTo>
                    <a:cubicBezTo>
                      <a:pt x="26002" y="332"/>
                      <a:pt x="28300" y="0"/>
                      <a:pt x="30710" y="0"/>
                    </a:cubicBezTo>
                    <a:cubicBezTo>
                      <a:pt x="33230" y="0"/>
                      <a:pt x="35611" y="277"/>
                      <a:pt x="37826" y="858"/>
                    </a:cubicBezTo>
                    <a:cubicBezTo>
                      <a:pt x="40042" y="1440"/>
                      <a:pt x="41952" y="2354"/>
                      <a:pt x="43586" y="3628"/>
                    </a:cubicBezTo>
                    <a:cubicBezTo>
                      <a:pt x="45192" y="4901"/>
                      <a:pt x="46466" y="6507"/>
                      <a:pt x="47408" y="8446"/>
                    </a:cubicBezTo>
                    <a:cubicBezTo>
                      <a:pt x="48349" y="10384"/>
                      <a:pt x="48792" y="12766"/>
                      <a:pt x="48792" y="15563"/>
                    </a:cubicBezTo>
                    <a:cubicBezTo>
                      <a:pt x="48792" y="16670"/>
                      <a:pt x="48626" y="17806"/>
                      <a:pt x="48321" y="18941"/>
                    </a:cubicBezTo>
                    <a:cubicBezTo>
                      <a:pt x="48017" y="20104"/>
                      <a:pt x="47574" y="21212"/>
                      <a:pt x="46992" y="22292"/>
                    </a:cubicBezTo>
                    <a:cubicBezTo>
                      <a:pt x="46411" y="23371"/>
                      <a:pt x="45691" y="24368"/>
                      <a:pt x="44832" y="25282"/>
                    </a:cubicBezTo>
                    <a:cubicBezTo>
                      <a:pt x="43974" y="26196"/>
                      <a:pt x="42949" y="26944"/>
                      <a:pt x="41814" y="27497"/>
                    </a:cubicBezTo>
                    <a:lnTo>
                      <a:pt x="41814" y="27636"/>
                    </a:lnTo>
                    <a:lnTo>
                      <a:pt x="47850" y="27636"/>
                    </a:lnTo>
                    <a:close/>
                    <a:moveTo>
                      <a:pt x="30516" y="27664"/>
                    </a:moveTo>
                    <a:cubicBezTo>
                      <a:pt x="32592" y="27664"/>
                      <a:pt x="34531" y="27414"/>
                      <a:pt x="36331" y="26888"/>
                    </a:cubicBezTo>
                    <a:cubicBezTo>
                      <a:pt x="38131" y="26362"/>
                      <a:pt x="39682" y="25642"/>
                      <a:pt x="40983" y="24673"/>
                    </a:cubicBezTo>
                    <a:cubicBezTo>
                      <a:pt x="42284" y="23704"/>
                      <a:pt x="43309" y="22485"/>
                      <a:pt x="44084" y="21018"/>
                    </a:cubicBezTo>
                    <a:cubicBezTo>
                      <a:pt x="44832" y="19550"/>
                      <a:pt x="45220" y="17889"/>
                      <a:pt x="45220" y="16033"/>
                    </a:cubicBezTo>
                    <a:cubicBezTo>
                      <a:pt x="45220" y="14344"/>
                      <a:pt x="44915" y="12793"/>
                      <a:pt x="44334" y="11381"/>
                    </a:cubicBezTo>
                    <a:cubicBezTo>
                      <a:pt x="43724" y="9969"/>
                      <a:pt x="42866" y="8723"/>
                      <a:pt x="41703" y="7670"/>
                    </a:cubicBezTo>
                    <a:cubicBezTo>
                      <a:pt x="40540" y="6618"/>
                      <a:pt x="39156" y="5787"/>
                      <a:pt x="37494" y="5178"/>
                    </a:cubicBezTo>
                    <a:cubicBezTo>
                      <a:pt x="35832" y="4569"/>
                      <a:pt x="33922" y="4292"/>
                      <a:pt x="31734" y="4292"/>
                    </a:cubicBezTo>
                    <a:cubicBezTo>
                      <a:pt x="29574" y="4209"/>
                      <a:pt x="27525" y="4375"/>
                      <a:pt x="25642" y="4818"/>
                    </a:cubicBezTo>
                    <a:cubicBezTo>
                      <a:pt x="23759" y="5261"/>
                      <a:pt x="22098" y="5981"/>
                      <a:pt x="20685" y="6951"/>
                    </a:cubicBezTo>
                    <a:cubicBezTo>
                      <a:pt x="19273" y="7920"/>
                      <a:pt x="18138" y="9166"/>
                      <a:pt x="17335" y="10717"/>
                    </a:cubicBezTo>
                    <a:cubicBezTo>
                      <a:pt x="16504" y="12240"/>
                      <a:pt x="16116" y="14039"/>
                      <a:pt x="16116" y="16061"/>
                    </a:cubicBezTo>
                    <a:cubicBezTo>
                      <a:pt x="16116" y="17889"/>
                      <a:pt x="16504" y="19495"/>
                      <a:pt x="17279" y="20935"/>
                    </a:cubicBezTo>
                    <a:cubicBezTo>
                      <a:pt x="18054" y="22375"/>
                      <a:pt x="19107" y="23593"/>
                      <a:pt x="20409" y="24590"/>
                    </a:cubicBezTo>
                    <a:cubicBezTo>
                      <a:pt x="21710" y="25587"/>
                      <a:pt x="23233" y="26362"/>
                      <a:pt x="25005" y="26888"/>
                    </a:cubicBezTo>
                    <a:cubicBezTo>
                      <a:pt x="26750" y="27414"/>
                      <a:pt x="28605" y="27691"/>
                      <a:pt x="30543" y="27691"/>
                    </a:cubicBezTo>
                    <a:close/>
                  </a:path>
                </a:pathLst>
              </a:custGeom>
              <a:solidFill>
                <a:srgbClr val="231F20"/>
              </a:solidFill>
              <a:ln w="2767" cap="flat">
                <a:noFill/>
                <a:prstDash val="solid"/>
                <a:miter/>
              </a:ln>
            </p:spPr>
            <p:txBody>
              <a:bodyPr rtlCol="0" anchor="ctr"/>
              <a:lstStyle/>
              <a:p>
                <a:endParaRPr lang="en-US"/>
              </a:p>
            </p:txBody>
          </p:sp>
          <p:sp>
            <p:nvSpPr>
              <p:cNvPr id="4673" name="Freeform 4672">
                <a:extLst>
                  <a:ext uri="{FF2B5EF4-FFF2-40B4-BE49-F238E27FC236}">
                    <a16:creationId xmlns:a16="http://schemas.microsoft.com/office/drawing/2014/main" id="{32CC0B45-C387-7E5C-7A97-12F3FDE6A15D}"/>
                  </a:ext>
                </a:extLst>
              </p:cNvPr>
              <p:cNvSpPr/>
              <p:nvPr/>
            </p:nvSpPr>
            <p:spPr>
              <a:xfrm>
                <a:off x="4514485" y="1712510"/>
                <a:ext cx="36303" cy="30988"/>
              </a:xfrm>
              <a:custGeom>
                <a:avLst/>
                <a:gdLst>
                  <a:gd name="connsiteX0" fmla="*/ 19052 w 36303"/>
                  <a:gd name="connsiteY0" fmla="*/ 26668 h 30988"/>
                  <a:gd name="connsiteX1" fmla="*/ 24341 w 36303"/>
                  <a:gd name="connsiteY1" fmla="*/ 25948 h 30988"/>
                  <a:gd name="connsiteX2" fmla="*/ 28661 w 36303"/>
                  <a:gd name="connsiteY2" fmla="*/ 23789 h 30988"/>
                  <a:gd name="connsiteX3" fmla="*/ 31596 w 36303"/>
                  <a:gd name="connsiteY3" fmla="*/ 20161 h 30988"/>
                  <a:gd name="connsiteX4" fmla="*/ 32704 w 36303"/>
                  <a:gd name="connsiteY4" fmla="*/ 15121 h 30988"/>
                  <a:gd name="connsiteX5" fmla="*/ 30655 w 36303"/>
                  <a:gd name="connsiteY5" fmla="*/ 8420 h 30988"/>
                  <a:gd name="connsiteX6" fmla="*/ 24812 w 36303"/>
                  <a:gd name="connsiteY6" fmla="*/ 4709 h 30988"/>
                  <a:gd name="connsiteX7" fmla="*/ 24812 w 36303"/>
                  <a:gd name="connsiteY7" fmla="*/ 251 h 30988"/>
                  <a:gd name="connsiteX8" fmla="*/ 29353 w 36303"/>
                  <a:gd name="connsiteY8" fmla="*/ 2189 h 30988"/>
                  <a:gd name="connsiteX9" fmla="*/ 33008 w 36303"/>
                  <a:gd name="connsiteY9" fmla="*/ 5180 h 30988"/>
                  <a:gd name="connsiteX10" fmla="*/ 35445 w 36303"/>
                  <a:gd name="connsiteY10" fmla="*/ 9444 h 30988"/>
                  <a:gd name="connsiteX11" fmla="*/ 36304 w 36303"/>
                  <a:gd name="connsiteY11" fmla="*/ 15149 h 30988"/>
                  <a:gd name="connsiteX12" fmla="*/ 34919 w 36303"/>
                  <a:gd name="connsiteY12" fmla="*/ 22265 h 30988"/>
                  <a:gd name="connsiteX13" fmla="*/ 31098 w 36303"/>
                  <a:gd name="connsiteY13" fmla="*/ 27195 h 30988"/>
                  <a:gd name="connsiteX14" fmla="*/ 25393 w 36303"/>
                  <a:gd name="connsiteY14" fmla="*/ 30047 h 30988"/>
                  <a:gd name="connsiteX15" fmla="*/ 18304 w 36303"/>
                  <a:gd name="connsiteY15" fmla="*/ 30988 h 30988"/>
                  <a:gd name="connsiteX16" fmla="*/ 11187 w 36303"/>
                  <a:gd name="connsiteY16" fmla="*/ 29881 h 30988"/>
                  <a:gd name="connsiteX17" fmla="*/ 5372 w 36303"/>
                  <a:gd name="connsiteY17" fmla="*/ 26752 h 30988"/>
                  <a:gd name="connsiteX18" fmla="*/ 1440 w 36303"/>
                  <a:gd name="connsiteY18" fmla="*/ 21795 h 30988"/>
                  <a:gd name="connsiteX19" fmla="*/ 0 w 36303"/>
                  <a:gd name="connsiteY19" fmla="*/ 15149 h 30988"/>
                  <a:gd name="connsiteX20" fmla="*/ 4874 w 36303"/>
                  <a:gd name="connsiteY20" fmla="*/ 3989 h 30988"/>
                  <a:gd name="connsiteX21" fmla="*/ 19052 w 36303"/>
                  <a:gd name="connsiteY21" fmla="*/ 2 h 30988"/>
                  <a:gd name="connsiteX22" fmla="*/ 19052 w 36303"/>
                  <a:gd name="connsiteY22" fmla="*/ 26724 h 30988"/>
                  <a:gd name="connsiteX23" fmla="*/ 15729 w 36303"/>
                  <a:gd name="connsiteY23" fmla="*/ 4211 h 30988"/>
                  <a:gd name="connsiteX24" fmla="*/ 10966 w 36303"/>
                  <a:gd name="connsiteY24" fmla="*/ 4903 h 30988"/>
                  <a:gd name="connsiteX25" fmla="*/ 7117 w 36303"/>
                  <a:gd name="connsiteY25" fmla="*/ 6952 h 30988"/>
                  <a:gd name="connsiteX26" fmla="*/ 4514 w 36303"/>
                  <a:gd name="connsiteY26" fmla="*/ 10386 h 30988"/>
                  <a:gd name="connsiteX27" fmla="*/ 3545 w 36303"/>
                  <a:gd name="connsiteY27" fmla="*/ 15093 h 30988"/>
                  <a:gd name="connsiteX28" fmla="*/ 4541 w 36303"/>
                  <a:gd name="connsiteY28" fmla="*/ 19773 h 30988"/>
                  <a:gd name="connsiteX29" fmla="*/ 7200 w 36303"/>
                  <a:gd name="connsiteY29" fmla="*/ 23235 h 30988"/>
                  <a:gd name="connsiteX30" fmla="*/ 11049 w 36303"/>
                  <a:gd name="connsiteY30" fmla="*/ 25533 h 30988"/>
                  <a:gd name="connsiteX31" fmla="*/ 15701 w 36303"/>
                  <a:gd name="connsiteY31" fmla="*/ 26668 h 30988"/>
                  <a:gd name="connsiteX32" fmla="*/ 15701 w 36303"/>
                  <a:gd name="connsiteY32" fmla="*/ 4211 h 30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6303" h="30988">
                    <a:moveTo>
                      <a:pt x="19052" y="26668"/>
                    </a:moveTo>
                    <a:cubicBezTo>
                      <a:pt x="20907" y="26668"/>
                      <a:pt x="22679" y="26419"/>
                      <a:pt x="24341" y="25948"/>
                    </a:cubicBezTo>
                    <a:cubicBezTo>
                      <a:pt x="26002" y="25450"/>
                      <a:pt x="27442" y="24730"/>
                      <a:pt x="28661" y="23789"/>
                    </a:cubicBezTo>
                    <a:cubicBezTo>
                      <a:pt x="29879" y="22847"/>
                      <a:pt x="30848" y="21629"/>
                      <a:pt x="31596" y="20161"/>
                    </a:cubicBezTo>
                    <a:cubicBezTo>
                      <a:pt x="32316" y="18693"/>
                      <a:pt x="32704" y="17004"/>
                      <a:pt x="32704" y="15121"/>
                    </a:cubicBezTo>
                    <a:cubicBezTo>
                      <a:pt x="32704" y="12518"/>
                      <a:pt x="32011" y="10275"/>
                      <a:pt x="30655" y="8420"/>
                    </a:cubicBezTo>
                    <a:cubicBezTo>
                      <a:pt x="29270" y="6564"/>
                      <a:pt x="27332" y="5318"/>
                      <a:pt x="24812" y="4709"/>
                    </a:cubicBezTo>
                    <a:lnTo>
                      <a:pt x="24812" y="251"/>
                    </a:lnTo>
                    <a:cubicBezTo>
                      <a:pt x="26445" y="749"/>
                      <a:pt x="27969" y="1386"/>
                      <a:pt x="29353" y="2189"/>
                    </a:cubicBezTo>
                    <a:cubicBezTo>
                      <a:pt x="30738" y="2992"/>
                      <a:pt x="31956" y="3989"/>
                      <a:pt x="33008" y="5180"/>
                    </a:cubicBezTo>
                    <a:cubicBezTo>
                      <a:pt x="34060" y="6371"/>
                      <a:pt x="34864" y="7783"/>
                      <a:pt x="35445" y="9444"/>
                    </a:cubicBezTo>
                    <a:cubicBezTo>
                      <a:pt x="36026" y="11078"/>
                      <a:pt x="36304" y="12989"/>
                      <a:pt x="36304" y="15149"/>
                    </a:cubicBezTo>
                    <a:cubicBezTo>
                      <a:pt x="36304" y="17890"/>
                      <a:pt x="35833" y="20272"/>
                      <a:pt x="34919" y="22265"/>
                    </a:cubicBezTo>
                    <a:cubicBezTo>
                      <a:pt x="33977" y="24259"/>
                      <a:pt x="32704" y="25893"/>
                      <a:pt x="31098" y="27195"/>
                    </a:cubicBezTo>
                    <a:cubicBezTo>
                      <a:pt x="29491" y="28468"/>
                      <a:pt x="27581" y="29438"/>
                      <a:pt x="25393" y="30047"/>
                    </a:cubicBezTo>
                    <a:cubicBezTo>
                      <a:pt x="23205" y="30656"/>
                      <a:pt x="20852" y="30988"/>
                      <a:pt x="18304" y="30988"/>
                    </a:cubicBezTo>
                    <a:cubicBezTo>
                      <a:pt x="15757" y="30988"/>
                      <a:pt x="13403" y="30628"/>
                      <a:pt x="11187" y="29881"/>
                    </a:cubicBezTo>
                    <a:cubicBezTo>
                      <a:pt x="8972" y="29161"/>
                      <a:pt x="7034" y="28108"/>
                      <a:pt x="5372" y="26752"/>
                    </a:cubicBezTo>
                    <a:cubicBezTo>
                      <a:pt x="3711" y="25395"/>
                      <a:pt x="2409" y="23761"/>
                      <a:pt x="1440" y="21795"/>
                    </a:cubicBezTo>
                    <a:cubicBezTo>
                      <a:pt x="499" y="19856"/>
                      <a:pt x="0" y="17641"/>
                      <a:pt x="0" y="15149"/>
                    </a:cubicBezTo>
                    <a:cubicBezTo>
                      <a:pt x="0" y="10414"/>
                      <a:pt x="1634" y="6675"/>
                      <a:pt x="4874" y="3989"/>
                    </a:cubicBezTo>
                    <a:cubicBezTo>
                      <a:pt x="8141" y="1275"/>
                      <a:pt x="12849" y="-54"/>
                      <a:pt x="19052" y="2"/>
                    </a:cubicBezTo>
                    <a:lnTo>
                      <a:pt x="19052" y="26724"/>
                    </a:lnTo>
                    <a:close/>
                    <a:moveTo>
                      <a:pt x="15729" y="4211"/>
                    </a:moveTo>
                    <a:cubicBezTo>
                      <a:pt x="14040" y="4211"/>
                      <a:pt x="12461" y="4432"/>
                      <a:pt x="10966" y="4903"/>
                    </a:cubicBezTo>
                    <a:cubicBezTo>
                      <a:pt x="9471" y="5374"/>
                      <a:pt x="8197" y="6066"/>
                      <a:pt x="7117" y="6952"/>
                    </a:cubicBezTo>
                    <a:cubicBezTo>
                      <a:pt x="6037" y="7866"/>
                      <a:pt x="5179" y="9001"/>
                      <a:pt x="4514" y="10386"/>
                    </a:cubicBezTo>
                    <a:cubicBezTo>
                      <a:pt x="3877" y="11770"/>
                      <a:pt x="3545" y="13321"/>
                      <a:pt x="3545" y="15093"/>
                    </a:cubicBezTo>
                    <a:cubicBezTo>
                      <a:pt x="3545" y="16866"/>
                      <a:pt x="3877" y="18416"/>
                      <a:pt x="4541" y="19773"/>
                    </a:cubicBezTo>
                    <a:cubicBezTo>
                      <a:pt x="5206" y="21130"/>
                      <a:pt x="6092" y="22265"/>
                      <a:pt x="7200" y="23235"/>
                    </a:cubicBezTo>
                    <a:cubicBezTo>
                      <a:pt x="8307" y="24176"/>
                      <a:pt x="9581" y="24952"/>
                      <a:pt x="11049" y="25533"/>
                    </a:cubicBezTo>
                    <a:cubicBezTo>
                      <a:pt x="12517" y="26115"/>
                      <a:pt x="14067" y="26475"/>
                      <a:pt x="15701" y="26668"/>
                    </a:cubicBezTo>
                    <a:lnTo>
                      <a:pt x="15701" y="4211"/>
                    </a:lnTo>
                    <a:close/>
                  </a:path>
                </a:pathLst>
              </a:custGeom>
              <a:solidFill>
                <a:srgbClr val="231F20"/>
              </a:solidFill>
              <a:ln w="2767" cap="flat">
                <a:noFill/>
                <a:prstDash val="solid"/>
                <a:miter/>
              </a:ln>
            </p:spPr>
            <p:txBody>
              <a:bodyPr rtlCol="0" anchor="ctr"/>
              <a:lstStyle/>
              <a:p>
                <a:endParaRPr lang="en-US"/>
              </a:p>
            </p:txBody>
          </p:sp>
          <p:sp>
            <p:nvSpPr>
              <p:cNvPr id="4674" name="Freeform 4673">
                <a:extLst>
                  <a:ext uri="{FF2B5EF4-FFF2-40B4-BE49-F238E27FC236}">
                    <a16:creationId xmlns:a16="http://schemas.microsoft.com/office/drawing/2014/main" id="{B0BFEBC9-B4E7-8F65-4BDD-8D4D7BE17259}"/>
                  </a:ext>
                </a:extLst>
              </p:cNvPr>
              <p:cNvSpPr/>
              <p:nvPr/>
            </p:nvSpPr>
            <p:spPr>
              <a:xfrm>
                <a:off x="4505817" y="1692574"/>
                <a:ext cx="44942" cy="15534"/>
              </a:xfrm>
              <a:custGeom>
                <a:avLst/>
                <a:gdLst>
                  <a:gd name="connsiteX0" fmla="*/ 44140 w 44942"/>
                  <a:gd name="connsiteY0" fmla="*/ 0 h 15534"/>
                  <a:gd name="connsiteX1" fmla="*/ 44611 w 44942"/>
                  <a:gd name="connsiteY1" fmla="*/ 1938 h 15534"/>
                  <a:gd name="connsiteX2" fmla="*/ 44943 w 44942"/>
                  <a:gd name="connsiteY2" fmla="*/ 4597 h 15534"/>
                  <a:gd name="connsiteX3" fmla="*/ 43448 w 44942"/>
                  <a:gd name="connsiteY3" fmla="*/ 9138 h 15534"/>
                  <a:gd name="connsiteX4" fmla="*/ 38103 w 44942"/>
                  <a:gd name="connsiteY4" fmla="*/ 10689 h 15534"/>
                  <a:gd name="connsiteX5" fmla="*/ 12904 w 44942"/>
                  <a:gd name="connsiteY5" fmla="*/ 10689 h 15534"/>
                  <a:gd name="connsiteX6" fmla="*/ 12904 w 44942"/>
                  <a:gd name="connsiteY6" fmla="*/ 15535 h 15534"/>
                  <a:gd name="connsiteX7" fmla="*/ 9581 w 44942"/>
                  <a:gd name="connsiteY7" fmla="*/ 15535 h 15534"/>
                  <a:gd name="connsiteX8" fmla="*/ 9581 w 44942"/>
                  <a:gd name="connsiteY8" fmla="*/ 10689 h 15534"/>
                  <a:gd name="connsiteX9" fmla="*/ 0 w 44942"/>
                  <a:gd name="connsiteY9" fmla="*/ 10689 h 15534"/>
                  <a:gd name="connsiteX10" fmla="*/ 0 w 44942"/>
                  <a:gd name="connsiteY10" fmla="*/ 6701 h 15534"/>
                  <a:gd name="connsiteX11" fmla="*/ 9581 w 44942"/>
                  <a:gd name="connsiteY11" fmla="*/ 6701 h 15534"/>
                  <a:gd name="connsiteX12" fmla="*/ 9581 w 44942"/>
                  <a:gd name="connsiteY12" fmla="*/ 249 h 15534"/>
                  <a:gd name="connsiteX13" fmla="*/ 12904 w 44942"/>
                  <a:gd name="connsiteY13" fmla="*/ 249 h 15534"/>
                  <a:gd name="connsiteX14" fmla="*/ 12904 w 44942"/>
                  <a:gd name="connsiteY14" fmla="*/ 6701 h 15534"/>
                  <a:gd name="connsiteX15" fmla="*/ 36497 w 44942"/>
                  <a:gd name="connsiteY15" fmla="*/ 6701 h 15534"/>
                  <a:gd name="connsiteX16" fmla="*/ 38685 w 44942"/>
                  <a:gd name="connsiteY16" fmla="*/ 6646 h 15534"/>
                  <a:gd name="connsiteX17" fmla="*/ 40208 w 44942"/>
                  <a:gd name="connsiteY17" fmla="*/ 6258 h 15534"/>
                  <a:gd name="connsiteX18" fmla="*/ 41066 w 44942"/>
                  <a:gd name="connsiteY18" fmla="*/ 5234 h 15534"/>
                  <a:gd name="connsiteX19" fmla="*/ 41343 w 44942"/>
                  <a:gd name="connsiteY19" fmla="*/ 3268 h 15534"/>
                  <a:gd name="connsiteX20" fmla="*/ 41204 w 44942"/>
                  <a:gd name="connsiteY20" fmla="*/ 1634 h 15534"/>
                  <a:gd name="connsiteX21" fmla="*/ 40872 w 44942"/>
                  <a:gd name="connsiteY21" fmla="*/ 0 h 15534"/>
                  <a:gd name="connsiteX22" fmla="*/ 44140 w 44942"/>
                  <a:gd name="connsiteY22" fmla="*/ 0 h 15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4942" h="15534">
                    <a:moveTo>
                      <a:pt x="44140" y="0"/>
                    </a:moveTo>
                    <a:cubicBezTo>
                      <a:pt x="44223" y="498"/>
                      <a:pt x="44389" y="1135"/>
                      <a:pt x="44611" y="1938"/>
                    </a:cubicBezTo>
                    <a:cubicBezTo>
                      <a:pt x="44832" y="2741"/>
                      <a:pt x="44943" y="3628"/>
                      <a:pt x="44943" y="4597"/>
                    </a:cubicBezTo>
                    <a:cubicBezTo>
                      <a:pt x="44943" y="6591"/>
                      <a:pt x="44444" y="8114"/>
                      <a:pt x="43448" y="9138"/>
                    </a:cubicBezTo>
                    <a:cubicBezTo>
                      <a:pt x="42451" y="10163"/>
                      <a:pt x="40678" y="10689"/>
                      <a:pt x="38103" y="10689"/>
                    </a:cubicBezTo>
                    <a:lnTo>
                      <a:pt x="12904" y="10689"/>
                    </a:lnTo>
                    <a:lnTo>
                      <a:pt x="12904" y="15535"/>
                    </a:lnTo>
                    <a:lnTo>
                      <a:pt x="9581" y="15535"/>
                    </a:lnTo>
                    <a:lnTo>
                      <a:pt x="9581" y="10689"/>
                    </a:lnTo>
                    <a:lnTo>
                      <a:pt x="0" y="10689"/>
                    </a:lnTo>
                    <a:lnTo>
                      <a:pt x="0" y="6701"/>
                    </a:lnTo>
                    <a:lnTo>
                      <a:pt x="9581" y="6701"/>
                    </a:lnTo>
                    <a:lnTo>
                      <a:pt x="9581" y="249"/>
                    </a:lnTo>
                    <a:lnTo>
                      <a:pt x="12904" y="249"/>
                    </a:lnTo>
                    <a:lnTo>
                      <a:pt x="12904" y="6701"/>
                    </a:lnTo>
                    <a:lnTo>
                      <a:pt x="36497" y="6701"/>
                    </a:lnTo>
                    <a:cubicBezTo>
                      <a:pt x="37328" y="6701"/>
                      <a:pt x="38076" y="6701"/>
                      <a:pt x="38685" y="6646"/>
                    </a:cubicBezTo>
                    <a:cubicBezTo>
                      <a:pt x="39294" y="6591"/>
                      <a:pt x="39820" y="6480"/>
                      <a:pt x="40208" y="6258"/>
                    </a:cubicBezTo>
                    <a:cubicBezTo>
                      <a:pt x="40595" y="6037"/>
                      <a:pt x="40900" y="5704"/>
                      <a:pt x="41066" y="5234"/>
                    </a:cubicBezTo>
                    <a:cubicBezTo>
                      <a:pt x="41232" y="4763"/>
                      <a:pt x="41343" y="4126"/>
                      <a:pt x="41343" y="3268"/>
                    </a:cubicBezTo>
                    <a:cubicBezTo>
                      <a:pt x="41343" y="2741"/>
                      <a:pt x="41288" y="2188"/>
                      <a:pt x="41204" y="1634"/>
                    </a:cubicBezTo>
                    <a:cubicBezTo>
                      <a:pt x="41122" y="1080"/>
                      <a:pt x="41011" y="526"/>
                      <a:pt x="40872" y="0"/>
                    </a:cubicBezTo>
                    <a:lnTo>
                      <a:pt x="44140" y="0"/>
                    </a:lnTo>
                    <a:close/>
                  </a:path>
                </a:pathLst>
              </a:custGeom>
              <a:solidFill>
                <a:srgbClr val="231F20"/>
              </a:solidFill>
              <a:ln w="2767" cap="flat">
                <a:noFill/>
                <a:prstDash val="solid"/>
                <a:miter/>
              </a:ln>
            </p:spPr>
            <p:txBody>
              <a:bodyPr rtlCol="0" anchor="ctr"/>
              <a:lstStyle/>
              <a:p>
                <a:endParaRPr lang="en-US"/>
              </a:p>
            </p:txBody>
          </p:sp>
          <p:sp>
            <p:nvSpPr>
              <p:cNvPr id="4675" name="Freeform 4674">
                <a:extLst>
                  <a:ext uri="{FF2B5EF4-FFF2-40B4-BE49-F238E27FC236}">
                    <a16:creationId xmlns:a16="http://schemas.microsoft.com/office/drawing/2014/main" id="{F436F93E-A87E-B063-7118-67D7D207F7EC}"/>
                  </a:ext>
                </a:extLst>
              </p:cNvPr>
              <p:cNvSpPr/>
              <p:nvPr/>
            </p:nvSpPr>
            <p:spPr>
              <a:xfrm>
                <a:off x="4505817" y="1674104"/>
                <a:ext cx="44942" cy="15534"/>
              </a:xfrm>
              <a:custGeom>
                <a:avLst/>
                <a:gdLst>
                  <a:gd name="connsiteX0" fmla="*/ 44140 w 44942"/>
                  <a:gd name="connsiteY0" fmla="*/ 0 h 15534"/>
                  <a:gd name="connsiteX1" fmla="*/ 44611 w 44942"/>
                  <a:gd name="connsiteY1" fmla="*/ 1938 h 15534"/>
                  <a:gd name="connsiteX2" fmla="*/ 44943 w 44942"/>
                  <a:gd name="connsiteY2" fmla="*/ 4597 h 15534"/>
                  <a:gd name="connsiteX3" fmla="*/ 43448 w 44942"/>
                  <a:gd name="connsiteY3" fmla="*/ 9138 h 15534"/>
                  <a:gd name="connsiteX4" fmla="*/ 38103 w 44942"/>
                  <a:gd name="connsiteY4" fmla="*/ 10689 h 15534"/>
                  <a:gd name="connsiteX5" fmla="*/ 12904 w 44942"/>
                  <a:gd name="connsiteY5" fmla="*/ 10689 h 15534"/>
                  <a:gd name="connsiteX6" fmla="*/ 12904 w 44942"/>
                  <a:gd name="connsiteY6" fmla="*/ 15535 h 15534"/>
                  <a:gd name="connsiteX7" fmla="*/ 9581 w 44942"/>
                  <a:gd name="connsiteY7" fmla="*/ 15535 h 15534"/>
                  <a:gd name="connsiteX8" fmla="*/ 9581 w 44942"/>
                  <a:gd name="connsiteY8" fmla="*/ 10689 h 15534"/>
                  <a:gd name="connsiteX9" fmla="*/ 0 w 44942"/>
                  <a:gd name="connsiteY9" fmla="*/ 10689 h 15534"/>
                  <a:gd name="connsiteX10" fmla="*/ 0 w 44942"/>
                  <a:gd name="connsiteY10" fmla="*/ 6701 h 15534"/>
                  <a:gd name="connsiteX11" fmla="*/ 9581 w 44942"/>
                  <a:gd name="connsiteY11" fmla="*/ 6701 h 15534"/>
                  <a:gd name="connsiteX12" fmla="*/ 9581 w 44942"/>
                  <a:gd name="connsiteY12" fmla="*/ 249 h 15534"/>
                  <a:gd name="connsiteX13" fmla="*/ 12904 w 44942"/>
                  <a:gd name="connsiteY13" fmla="*/ 249 h 15534"/>
                  <a:gd name="connsiteX14" fmla="*/ 12904 w 44942"/>
                  <a:gd name="connsiteY14" fmla="*/ 6701 h 15534"/>
                  <a:gd name="connsiteX15" fmla="*/ 36497 w 44942"/>
                  <a:gd name="connsiteY15" fmla="*/ 6701 h 15534"/>
                  <a:gd name="connsiteX16" fmla="*/ 38685 w 44942"/>
                  <a:gd name="connsiteY16" fmla="*/ 6646 h 15534"/>
                  <a:gd name="connsiteX17" fmla="*/ 40208 w 44942"/>
                  <a:gd name="connsiteY17" fmla="*/ 6258 h 15534"/>
                  <a:gd name="connsiteX18" fmla="*/ 41066 w 44942"/>
                  <a:gd name="connsiteY18" fmla="*/ 5234 h 15534"/>
                  <a:gd name="connsiteX19" fmla="*/ 41343 w 44942"/>
                  <a:gd name="connsiteY19" fmla="*/ 3268 h 15534"/>
                  <a:gd name="connsiteX20" fmla="*/ 41204 w 44942"/>
                  <a:gd name="connsiteY20" fmla="*/ 1634 h 15534"/>
                  <a:gd name="connsiteX21" fmla="*/ 40872 w 44942"/>
                  <a:gd name="connsiteY21" fmla="*/ 0 h 15534"/>
                  <a:gd name="connsiteX22" fmla="*/ 44140 w 44942"/>
                  <a:gd name="connsiteY22" fmla="*/ 0 h 15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4942" h="15534">
                    <a:moveTo>
                      <a:pt x="44140" y="0"/>
                    </a:moveTo>
                    <a:cubicBezTo>
                      <a:pt x="44223" y="498"/>
                      <a:pt x="44389" y="1135"/>
                      <a:pt x="44611" y="1938"/>
                    </a:cubicBezTo>
                    <a:cubicBezTo>
                      <a:pt x="44832" y="2741"/>
                      <a:pt x="44943" y="3628"/>
                      <a:pt x="44943" y="4597"/>
                    </a:cubicBezTo>
                    <a:cubicBezTo>
                      <a:pt x="44943" y="6591"/>
                      <a:pt x="44444" y="8114"/>
                      <a:pt x="43448" y="9138"/>
                    </a:cubicBezTo>
                    <a:cubicBezTo>
                      <a:pt x="42451" y="10163"/>
                      <a:pt x="40678" y="10689"/>
                      <a:pt x="38103" y="10689"/>
                    </a:cubicBezTo>
                    <a:lnTo>
                      <a:pt x="12904" y="10689"/>
                    </a:lnTo>
                    <a:lnTo>
                      <a:pt x="12904" y="15535"/>
                    </a:lnTo>
                    <a:lnTo>
                      <a:pt x="9581" y="15535"/>
                    </a:lnTo>
                    <a:lnTo>
                      <a:pt x="9581" y="10689"/>
                    </a:lnTo>
                    <a:lnTo>
                      <a:pt x="0" y="10689"/>
                    </a:lnTo>
                    <a:lnTo>
                      <a:pt x="0" y="6701"/>
                    </a:lnTo>
                    <a:lnTo>
                      <a:pt x="9581" y="6701"/>
                    </a:lnTo>
                    <a:lnTo>
                      <a:pt x="9581" y="249"/>
                    </a:lnTo>
                    <a:lnTo>
                      <a:pt x="12904" y="249"/>
                    </a:lnTo>
                    <a:lnTo>
                      <a:pt x="12904" y="6701"/>
                    </a:lnTo>
                    <a:lnTo>
                      <a:pt x="36497" y="6701"/>
                    </a:lnTo>
                    <a:cubicBezTo>
                      <a:pt x="37328" y="6701"/>
                      <a:pt x="38076" y="6701"/>
                      <a:pt x="38685" y="6646"/>
                    </a:cubicBezTo>
                    <a:cubicBezTo>
                      <a:pt x="39294" y="6591"/>
                      <a:pt x="39820" y="6480"/>
                      <a:pt x="40208" y="6258"/>
                    </a:cubicBezTo>
                    <a:cubicBezTo>
                      <a:pt x="40595" y="6037"/>
                      <a:pt x="40900" y="5704"/>
                      <a:pt x="41066" y="5234"/>
                    </a:cubicBezTo>
                    <a:cubicBezTo>
                      <a:pt x="41232" y="4763"/>
                      <a:pt x="41343" y="4126"/>
                      <a:pt x="41343" y="3268"/>
                    </a:cubicBezTo>
                    <a:cubicBezTo>
                      <a:pt x="41343" y="2741"/>
                      <a:pt x="41288" y="2188"/>
                      <a:pt x="41204" y="1634"/>
                    </a:cubicBezTo>
                    <a:cubicBezTo>
                      <a:pt x="41122" y="1080"/>
                      <a:pt x="41011" y="526"/>
                      <a:pt x="40872" y="0"/>
                    </a:cubicBezTo>
                    <a:lnTo>
                      <a:pt x="44140" y="0"/>
                    </a:lnTo>
                    <a:close/>
                  </a:path>
                </a:pathLst>
              </a:custGeom>
              <a:solidFill>
                <a:srgbClr val="231F20"/>
              </a:solidFill>
              <a:ln w="2767" cap="flat">
                <a:noFill/>
                <a:prstDash val="solid"/>
                <a:miter/>
              </a:ln>
            </p:spPr>
            <p:txBody>
              <a:bodyPr rtlCol="0" anchor="ctr"/>
              <a:lstStyle/>
              <a:p>
                <a:endParaRPr lang="en-US"/>
              </a:p>
            </p:txBody>
          </p:sp>
          <p:sp>
            <p:nvSpPr>
              <p:cNvPr id="4676" name="Freeform 4675">
                <a:extLst>
                  <a:ext uri="{FF2B5EF4-FFF2-40B4-BE49-F238E27FC236}">
                    <a16:creationId xmlns:a16="http://schemas.microsoft.com/office/drawing/2014/main" id="{8E83EC0F-7830-F9E2-25CA-AEAFE56A9281}"/>
                  </a:ext>
                </a:extLst>
              </p:cNvPr>
              <p:cNvSpPr/>
              <p:nvPr/>
            </p:nvSpPr>
            <p:spPr>
              <a:xfrm>
                <a:off x="4514485" y="1638602"/>
                <a:ext cx="36303" cy="30988"/>
              </a:xfrm>
              <a:custGeom>
                <a:avLst/>
                <a:gdLst>
                  <a:gd name="connsiteX0" fmla="*/ 19052 w 36303"/>
                  <a:gd name="connsiteY0" fmla="*/ 26668 h 30988"/>
                  <a:gd name="connsiteX1" fmla="*/ 24341 w 36303"/>
                  <a:gd name="connsiteY1" fmla="*/ 25948 h 30988"/>
                  <a:gd name="connsiteX2" fmla="*/ 28661 w 36303"/>
                  <a:gd name="connsiteY2" fmla="*/ 23789 h 30988"/>
                  <a:gd name="connsiteX3" fmla="*/ 31596 w 36303"/>
                  <a:gd name="connsiteY3" fmla="*/ 20161 h 30988"/>
                  <a:gd name="connsiteX4" fmla="*/ 32704 w 36303"/>
                  <a:gd name="connsiteY4" fmla="*/ 15121 h 30988"/>
                  <a:gd name="connsiteX5" fmla="*/ 30655 w 36303"/>
                  <a:gd name="connsiteY5" fmla="*/ 8420 h 30988"/>
                  <a:gd name="connsiteX6" fmla="*/ 24812 w 36303"/>
                  <a:gd name="connsiteY6" fmla="*/ 4709 h 30988"/>
                  <a:gd name="connsiteX7" fmla="*/ 24812 w 36303"/>
                  <a:gd name="connsiteY7" fmla="*/ 251 h 30988"/>
                  <a:gd name="connsiteX8" fmla="*/ 29353 w 36303"/>
                  <a:gd name="connsiteY8" fmla="*/ 2189 h 30988"/>
                  <a:gd name="connsiteX9" fmla="*/ 33008 w 36303"/>
                  <a:gd name="connsiteY9" fmla="*/ 5180 h 30988"/>
                  <a:gd name="connsiteX10" fmla="*/ 35445 w 36303"/>
                  <a:gd name="connsiteY10" fmla="*/ 9444 h 30988"/>
                  <a:gd name="connsiteX11" fmla="*/ 36304 w 36303"/>
                  <a:gd name="connsiteY11" fmla="*/ 15149 h 30988"/>
                  <a:gd name="connsiteX12" fmla="*/ 34919 w 36303"/>
                  <a:gd name="connsiteY12" fmla="*/ 22265 h 30988"/>
                  <a:gd name="connsiteX13" fmla="*/ 31098 w 36303"/>
                  <a:gd name="connsiteY13" fmla="*/ 27195 h 30988"/>
                  <a:gd name="connsiteX14" fmla="*/ 25393 w 36303"/>
                  <a:gd name="connsiteY14" fmla="*/ 30047 h 30988"/>
                  <a:gd name="connsiteX15" fmla="*/ 18304 w 36303"/>
                  <a:gd name="connsiteY15" fmla="*/ 30988 h 30988"/>
                  <a:gd name="connsiteX16" fmla="*/ 11187 w 36303"/>
                  <a:gd name="connsiteY16" fmla="*/ 29881 h 30988"/>
                  <a:gd name="connsiteX17" fmla="*/ 5372 w 36303"/>
                  <a:gd name="connsiteY17" fmla="*/ 26752 h 30988"/>
                  <a:gd name="connsiteX18" fmla="*/ 1440 w 36303"/>
                  <a:gd name="connsiteY18" fmla="*/ 21795 h 30988"/>
                  <a:gd name="connsiteX19" fmla="*/ 0 w 36303"/>
                  <a:gd name="connsiteY19" fmla="*/ 15149 h 30988"/>
                  <a:gd name="connsiteX20" fmla="*/ 4874 w 36303"/>
                  <a:gd name="connsiteY20" fmla="*/ 3989 h 30988"/>
                  <a:gd name="connsiteX21" fmla="*/ 19052 w 36303"/>
                  <a:gd name="connsiteY21" fmla="*/ 2 h 30988"/>
                  <a:gd name="connsiteX22" fmla="*/ 19052 w 36303"/>
                  <a:gd name="connsiteY22" fmla="*/ 26724 h 30988"/>
                  <a:gd name="connsiteX23" fmla="*/ 15729 w 36303"/>
                  <a:gd name="connsiteY23" fmla="*/ 4211 h 30988"/>
                  <a:gd name="connsiteX24" fmla="*/ 10966 w 36303"/>
                  <a:gd name="connsiteY24" fmla="*/ 4903 h 30988"/>
                  <a:gd name="connsiteX25" fmla="*/ 7117 w 36303"/>
                  <a:gd name="connsiteY25" fmla="*/ 6952 h 30988"/>
                  <a:gd name="connsiteX26" fmla="*/ 4514 w 36303"/>
                  <a:gd name="connsiteY26" fmla="*/ 10386 h 30988"/>
                  <a:gd name="connsiteX27" fmla="*/ 3545 w 36303"/>
                  <a:gd name="connsiteY27" fmla="*/ 15093 h 30988"/>
                  <a:gd name="connsiteX28" fmla="*/ 4541 w 36303"/>
                  <a:gd name="connsiteY28" fmla="*/ 19773 h 30988"/>
                  <a:gd name="connsiteX29" fmla="*/ 7200 w 36303"/>
                  <a:gd name="connsiteY29" fmla="*/ 23235 h 30988"/>
                  <a:gd name="connsiteX30" fmla="*/ 11049 w 36303"/>
                  <a:gd name="connsiteY30" fmla="*/ 25533 h 30988"/>
                  <a:gd name="connsiteX31" fmla="*/ 15701 w 36303"/>
                  <a:gd name="connsiteY31" fmla="*/ 26668 h 30988"/>
                  <a:gd name="connsiteX32" fmla="*/ 15701 w 36303"/>
                  <a:gd name="connsiteY32" fmla="*/ 4211 h 30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6303" h="30988">
                    <a:moveTo>
                      <a:pt x="19052" y="26668"/>
                    </a:moveTo>
                    <a:cubicBezTo>
                      <a:pt x="20907" y="26668"/>
                      <a:pt x="22679" y="26419"/>
                      <a:pt x="24341" y="25948"/>
                    </a:cubicBezTo>
                    <a:cubicBezTo>
                      <a:pt x="26002" y="25450"/>
                      <a:pt x="27442" y="24730"/>
                      <a:pt x="28661" y="23789"/>
                    </a:cubicBezTo>
                    <a:cubicBezTo>
                      <a:pt x="29879" y="22847"/>
                      <a:pt x="30848" y="21629"/>
                      <a:pt x="31596" y="20161"/>
                    </a:cubicBezTo>
                    <a:cubicBezTo>
                      <a:pt x="32316" y="18693"/>
                      <a:pt x="32704" y="17004"/>
                      <a:pt x="32704" y="15121"/>
                    </a:cubicBezTo>
                    <a:cubicBezTo>
                      <a:pt x="32704" y="12518"/>
                      <a:pt x="32011" y="10275"/>
                      <a:pt x="30655" y="8420"/>
                    </a:cubicBezTo>
                    <a:cubicBezTo>
                      <a:pt x="29270" y="6564"/>
                      <a:pt x="27332" y="5318"/>
                      <a:pt x="24812" y="4709"/>
                    </a:cubicBezTo>
                    <a:lnTo>
                      <a:pt x="24812" y="251"/>
                    </a:lnTo>
                    <a:cubicBezTo>
                      <a:pt x="26445" y="749"/>
                      <a:pt x="27969" y="1386"/>
                      <a:pt x="29353" y="2189"/>
                    </a:cubicBezTo>
                    <a:cubicBezTo>
                      <a:pt x="30738" y="2992"/>
                      <a:pt x="31956" y="3989"/>
                      <a:pt x="33008" y="5180"/>
                    </a:cubicBezTo>
                    <a:cubicBezTo>
                      <a:pt x="34060" y="6371"/>
                      <a:pt x="34864" y="7783"/>
                      <a:pt x="35445" y="9444"/>
                    </a:cubicBezTo>
                    <a:cubicBezTo>
                      <a:pt x="36026" y="11078"/>
                      <a:pt x="36304" y="12989"/>
                      <a:pt x="36304" y="15149"/>
                    </a:cubicBezTo>
                    <a:cubicBezTo>
                      <a:pt x="36304" y="17890"/>
                      <a:pt x="35833" y="20272"/>
                      <a:pt x="34919" y="22265"/>
                    </a:cubicBezTo>
                    <a:cubicBezTo>
                      <a:pt x="33977" y="24259"/>
                      <a:pt x="32704" y="25893"/>
                      <a:pt x="31098" y="27195"/>
                    </a:cubicBezTo>
                    <a:cubicBezTo>
                      <a:pt x="29491" y="28468"/>
                      <a:pt x="27581" y="29438"/>
                      <a:pt x="25393" y="30047"/>
                    </a:cubicBezTo>
                    <a:cubicBezTo>
                      <a:pt x="23205" y="30656"/>
                      <a:pt x="20852" y="30988"/>
                      <a:pt x="18304" y="30988"/>
                    </a:cubicBezTo>
                    <a:cubicBezTo>
                      <a:pt x="15757" y="30988"/>
                      <a:pt x="13403" y="30628"/>
                      <a:pt x="11187" y="29881"/>
                    </a:cubicBezTo>
                    <a:cubicBezTo>
                      <a:pt x="8972" y="29161"/>
                      <a:pt x="7034" y="28108"/>
                      <a:pt x="5372" y="26752"/>
                    </a:cubicBezTo>
                    <a:cubicBezTo>
                      <a:pt x="3711" y="25395"/>
                      <a:pt x="2409" y="23761"/>
                      <a:pt x="1440" y="21795"/>
                    </a:cubicBezTo>
                    <a:cubicBezTo>
                      <a:pt x="499" y="19856"/>
                      <a:pt x="0" y="17641"/>
                      <a:pt x="0" y="15149"/>
                    </a:cubicBezTo>
                    <a:cubicBezTo>
                      <a:pt x="0" y="10414"/>
                      <a:pt x="1634" y="6675"/>
                      <a:pt x="4874" y="3989"/>
                    </a:cubicBezTo>
                    <a:cubicBezTo>
                      <a:pt x="8141" y="1275"/>
                      <a:pt x="12849" y="-54"/>
                      <a:pt x="19052" y="2"/>
                    </a:cubicBezTo>
                    <a:lnTo>
                      <a:pt x="19052" y="26724"/>
                    </a:lnTo>
                    <a:close/>
                    <a:moveTo>
                      <a:pt x="15729" y="4211"/>
                    </a:moveTo>
                    <a:cubicBezTo>
                      <a:pt x="14040" y="4211"/>
                      <a:pt x="12461" y="4432"/>
                      <a:pt x="10966" y="4903"/>
                    </a:cubicBezTo>
                    <a:cubicBezTo>
                      <a:pt x="9471" y="5374"/>
                      <a:pt x="8197" y="6066"/>
                      <a:pt x="7117" y="6952"/>
                    </a:cubicBezTo>
                    <a:cubicBezTo>
                      <a:pt x="6037" y="7866"/>
                      <a:pt x="5179" y="9001"/>
                      <a:pt x="4514" y="10386"/>
                    </a:cubicBezTo>
                    <a:cubicBezTo>
                      <a:pt x="3877" y="11770"/>
                      <a:pt x="3545" y="13321"/>
                      <a:pt x="3545" y="15093"/>
                    </a:cubicBezTo>
                    <a:cubicBezTo>
                      <a:pt x="3545" y="16866"/>
                      <a:pt x="3877" y="18416"/>
                      <a:pt x="4541" y="19773"/>
                    </a:cubicBezTo>
                    <a:cubicBezTo>
                      <a:pt x="5206" y="21130"/>
                      <a:pt x="6092" y="22265"/>
                      <a:pt x="7200" y="23235"/>
                    </a:cubicBezTo>
                    <a:cubicBezTo>
                      <a:pt x="8307" y="24176"/>
                      <a:pt x="9581" y="24952"/>
                      <a:pt x="11049" y="25533"/>
                    </a:cubicBezTo>
                    <a:cubicBezTo>
                      <a:pt x="12517" y="26115"/>
                      <a:pt x="14067" y="26475"/>
                      <a:pt x="15701" y="26668"/>
                    </a:cubicBezTo>
                    <a:lnTo>
                      <a:pt x="15701" y="4211"/>
                    </a:lnTo>
                    <a:close/>
                  </a:path>
                </a:pathLst>
              </a:custGeom>
              <a:solidFill>
                <a:srgbClr val="231F20"/>
              </a:solidFill>
              <a:ln w="2767" cap="flat">
                <a:noFill/>
                <a:prstDash val="solid"/>
                <a:miter/>
              </a:ln>
            </p:spPr>
            <p:txBody>
              <a:bodyPr rtlCol="0" anchor="ctr"/>
              <a:lstStyle/>
              <a:p>
                <a:endParaRPr lang="en-US"/>
              </a:p>
            </p:txBody>
          </p:sp>
          <p:sp>
            <p:nvSpPr>
              <p:cNvPr id="4677" name="Freeform 4676">
                <a:extLst>
                  <a:ext uri="{FF2B5EF4-FFF2-40B4-BE49-F238E27FC236}">
                    <a16:creationId xmlns:a16="http://schemas.microsoft.com/office/drawing/2014/main" id="{3C804A1E-4585-C4A3-3DB3-38DE31386BFC}"/>
                  </a:ext>
                </a:extLst>
              </p:cNvPr>
              <p:cNvSpPr/>
              <p:nvPr/>
            </p:nvSpPr>
            <p:spPr>
              <a:xfrm>
                <a:off x="4514457" y="1615205"/>
                <a:ext cx="35361" cy="15368"/>
              </a:xfrm>
              <a:custGeom>
                <a:avLst/>
                <a:gdLst>
                  <a:gd name="connsiteX0" fmla="*/ 35362 w 35361"/>
                  <a:gd name="connsiteY0" fmla="*/ 11381 h 15368"/>
                  <a:gd name="connsiteX1" fmla="*/ 35362 w 35361"/>
                  <a:gd name="connsiteY1" fmla="*/ 15369 h 15368"/>
                  <a:gd name="connsiteX2" fmla="*/ 941 w 35361"/>
                  <a:gd name="connsiteY2" fmla="*/ 15369 h 15368"/>
                  <a:gd name="connsiteX3" fmla="*/ 941 w 35361"/>
                  <a:gd name="connsiteY3" fmla="*/ 11381 h 15368"/>
                  <a:gd name="connsiteX4" fmla="*/ 7393 w 35361"/>
                  <a:gd name="connsiteY4" fmla="*/ 11381 h 15368"/>
                  <a:gd name="connsiteX5" fmla="*/ 7393 w 35361"/>
                  <a:gd name="connsiteY5" fmla="*/ 11243 h 15368"/>
                  <a:gd name="connsiteX6" fmla="*/ 1634 w 35361"/>
                  <a:gd name="connsiteY6" fmla="*/ 6951 h 15368"/>
                  <a:gd name="connsiteX7" fmla="*/ 0 w 35361"/>
                  <a:gd name="connsiteY7" fmla="*/ 0 h 15368"/>
                  <a:gd name="connsiteX8" fmla="*/ 4320 w 35361"/>
                  <a:gd name="connsiteY8" fmla="*/ 0 h 15368"/>
                  <a:gd name="connsiteX9" fmla="*/ 5372 w 35361"/>
                  <a:gd name="connsiteY9" fmla="*/ 5594 h 15368"/>
                  <a:gd name="connsiteX10" fmla="*/ 8418 w 35361"/>
                  <a:gd name="connsiteY10" fmla="*/ 9083 h 15368"/>
                  <a:gd name="connsiteX11" fmla="*/ 12959 w 35361"/>
                  <a:gd name="connsiteY11" fmla="*/ 10883 h 15368"/>
                  <a:gd name="connsiteX12" fmla="*/ 18442 w 35361"/>
                  <a:gd name="connsiteY12" fmla="*/ 11381 h 15368"/>
                  <a:gd name="connsiteX13" fmla="*/ 35334 w 35361"/>
                  <a:gd name="connsiteY13" fmla="*/ 11381 h 153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5361" h="15368">
                    <a:moveTo>
                      <a:pt x="35362" y="11381"/>
                    </a:moveTo>
                    <a:lnTo>
                      <a:pt x="35362" y="15369"/>
                    </a:lnTo>
                    <a:lnTo>
                      <a:pt x="941" y="15369"/>
                    </a:lnTo>
                    <a:lnTo>
                      <a:pt x="941" y="11381"/>
                    </a:lnTo>
                    <a:lnTo>
                      <a:pt x="7393" y="11381"/>
                    </a:lnTo>
                    <a:lnTo>
                      <a:pt x="7393" y="11243"/>
                    </a:lnTo>
                    <a:cubicBezTo>
                      <a:pt x="4652" y="10135"/>
                      <a:pt x="2741" y="8695"/>
                      <a:pt x="1634" y="6951"/>
                    </a:cubicBezTo>
                    <a:cubicBezTo>
                      <a:pt x="554" y="5206"/>
                      <a:pt x="0" y="2880"/>
                      <a:pt x="0" y="0"/>
                    </a:cubicBezTo>
                    <a:lnTo>
                      <a:pt x="4320" y="0"/>
                    </a:lnTo>
                    <a:cubicBezTo>
                      <a:pt x="4264" y="2271"/>
                      <a:pt x="4624" y="4126"/>
                      <a:pt x="5372" y="5594"/>
                    </a:cubicBezTo>
                    <a:cubicBezTo>
                      <a:pt x="6120" y="7061"/>
                      <a:pt x="7144" y="8224"/>
                      <a:pt x="8418" y="9083"/>
                    </a:cubicBezTo>
                    <a:cubicBezTo>
                      <a:pt x="9692" y="9941"/>
                      <a:pt x="11215" y="10550"/>
                      <a:pt x="12959" y="10883"/>
                    </a:cubicBezTo>
                    <a:cubicBezTo>
                      <a:pt x="14704" y="11215"/>
                      <a:pt x="16532" y="11381"/>
                      <a:pt x="18442" y="11381"/>
                    </a:cubicBezTo>
                    <a:lnTo>
                      <a:pt x="35334" y="11381"/>
                    </a:lnTo>
                    <a:close/>
                  </a:path>
                </a:pathLst>
              </a:custGeom>
              <a:solidFill>
                <a:srgbClr val="231F20"/>
              </a:solidFill>
              <a:ln w="2767" cap="flat">
                <a:noFill/>
                <a:prstDash val="solid"/>
                <a:miter/>
              </a:ln>
            </p:spPr>
            <p:txBody>
              <a:bodyPr rtlCol="0" anchor="ctr"/>
              <a:lstStyle/>
              <a:p>
                <a:endParaRPr lang="en-US"/>
              </a:p>
            </p:txBody>
          </p:sp>
        </p:grpSp>
        <p:grpSp>
          <p:nvGrpSpPr>
            <p:cNvPr id="4044" name="Group 4043">
              <a:extLst>
                <a:ext uri="{FF2B5EF4-FFF2-40B4-BE49-F238E27FC236}">
                  <a16:creationId xmlns:a16="http://schemas.microsoft.com/office/drawing/2014/main" id="{E5579256-914A-F6FF-4E39-45F70A572936}"/>
                </a:ext>
              </a:extLst>
            </p:cNvPr>
            <p:cNvGrpSpPr/>
            <p:nvPr/>
          </p:nvGrpSpPr>
          <p:grpSpPr>
            <a:xfrm>
              <a:off x="1372806" y="3141054"/>
              <a:ext cx="9160056" cy="3305154"/>
              <a:chOff x="1372806" y="3141054"/>
              <a:chExt cx="9160056" cy="3305154"/>
            </a:xfrm>
          </p:grpSpPr>
          <p:sp>
            <p:nvSpPr>
              <p:cNvPr id="4045" name="Freeform 4044">
                <a:extLst>
                  <a:ext uri="{FF2B5EF4-FFF2-40B4-BE49-F238E27FC236}">
                    <a16:creationId xmlns:a16="http://schemas.microsoft.com/office/drawing/2014/main" id="{8888C280-B7DD-3D92-5C37-E3452C7965F3}"/>
                  </a:ext>
                </a:extLst>
              </p:cNvPr>
              <p:cNvSpPr/>
              <p:nvPr/>
            </p:nvSpPr>
            <p:spPr>
              <a:xfrm>
                <a:off x="7714588" y="6086427"/>
                <a:ext cx="2818274" cy="23654"/>
              </a:xfrm>
              <a:custGeom>
                <a:avLst/>
                <a:gdLst>
                  <a:gd name="connsiteX0" fmla="*/ 0 w 1132468"/>
                  <a:gd name="connsiteY0" fmla="*/ 0 h 9505"/>
                  <a:gd name="connsiteX1" fmla="*/ 1132469 w 1132468"/>
                  <a:gd name="connsiteY1" fmla="*/ 0 h 9505"/>
                </a:gdLst>
                <a:ahLst/>
                <a:cxnLst>
                  <a:cxn ang="0">
                    <a:pos x="connsiteX0" y="connsiteY0"/>
                  </a:cxn>
                  <a:cxn ang="0">
                    <a:pos x="connsiteX1" y="connsiteY1"/>
                  </a:cxn>
                </a:cxnLst>
                <a:rect l="l" t="t" r="r" b="b"/>
                <a:pathLst>
                  <a:path w="1132468" h="9505">
                    <a:moveTo>
                      <a:pt x="0" y="0"/>
                    </a:moveTo>
                    <a:lnTo>
                      <a:pt x="1132469" y="0"/>
                    </a:lnTo>
                  </a:path>
                </a:pathLst>
              </a:custGeom>
              <a:ln w="4753" cap="sq">
                <a:solidFill>
                  <a:srgbClr val="262626"/>
                </a:solidFill>
                <a:prstDash val="solid"/>
                <a:round/>
              </a:ln>
            </p:spPr>
            <p:txBody>
              <a:bodyPr rtlCol="0" anchor="ctr"/>
              <a:lstStyle/>
              <a:p>
                <a:endParaRPr lang="en-US"/>
              </a:p>
            </p:txBody>
          </p:sp>
          <p:sp>
            <p:nvSpPr>
              <p:cNvPr id="4046" name="Freeform 4045">
                <a:extLst>
                  <a:ext uri="{FF2B5EF4-FFF2-40B4-BE49-F238E27FC236}">
                    <a16:creationId xmlns:a16="http://schemas.microsoft.com/office/drawing/2014/main" id="{F4BCF0B8-0F20-2A08-D796-1D3DBCE58DE3}"/>
                  </a:ext>
                </a:extLst>
              </p:cNvPr>
              <p:cNvSpPr/>
              <p:nvPr/>
            </p:nvSpPr>
            <p:spPr>
              <a:xfrm>
                <a:off x="10065085" y="3619988"/>
                <a:ext cx="373324" cy="2459577"/>
              </a:xfrm>
              <a:custGeom>
                <a:avLst/>
                <a:gdLst>
                  <a:gd name="connsiteX0" fmla="*/ 0 w 150013"/>
                  <a:gd name="connsiteY0" fmla="*/ 979494 h 988333"/>
                  <a:gd name="connsiteX1" fmla="*/ 0 w 150013"/>
                  <a:gd name="connsiteY1" fmla="*/ 988333 h 988333"/>
                  <a:gd name="connsiteX2" fmla="*/ 856 w 150013"/>
                  <a:gd name="connsiteY2" fmla="*/ 988333 h 988333"/>
                  <a:gd name="connsiteX3" fmla="*/ 1047 w 150013"/>
                  <a:gd name="connsiteY3" fmla="*/ 988333 h 988333"/>
                  <a:gd name="connsiteX4" fmla="*/ 1427 w 150013"/>
                  <a:gd name="connsiteY4" fmla="*/ 979494 h 988333"/>
                  <a:gd name="connsiteX5" fmla="*/ 1998 w 150013"/>
                  <a:gd name="connsiteY5" fmla="*/ 969038 h 988333"/>
                  <a:gd name="connsiteX6" fmla="*/ 2759 w 150013"/>
                  <a:gd name="connsiteY6" fmla="*/ 958678 h 988333"/>
                  <a:gd name="connsiteX7" fmla="*/ 3710 w 150013"/>
                  <a:gd name="connsiteY7" fmla="*/ 948222 h 988333"/>
                  <a:gd name="connsiteX8" fmla="*/ 4947 w 150013"/>
                  <a:gd name="connsiteY8" fmla="*/ 937861 h 988333"/>
                  <a:gd name="connsiteX9" fmla="*/ 6564 w 150013"/>
                  <a:gd name="connsiteY9" fmla="*/ 927406 h 988333"/>
                  <a:gd name="connsiteX10" fmla="*/ 8466 w 150013"/>
                  <a:gd name="connsiteY10" fmla="*/ 916951 h 988333"/>
                  <a:gd name="connsiteX11" fmla="*/ 10939 w 150013"/>
                  <a:gd name="connsiteY11" fmla="*/ 906590 h 988333"/>
                  <a:gd name="connsiteX12" fmla="*/ 13889 w 150013"/>
                  <a:gd name="connsiteY12" fmla="*/ 896135 h 988333"/>
                  <a:gd name="connsiteX13" fmla="*/ 17313 w 150013"/>
                  <a:gd name="connsiteY13" fmla="*/ 885679 h 988333"/>
                  <a:gd name="connsiteX14" fmla="*/ 21498 w 150013"/>
                  <a:gd name="connsiteY14" fmla="*/ 875318 h 988333"/>
                  <a:gd name="connsiteX15" fmla="*/ 26255 w 150013"/>
                  <a:gd name="connsiteY15" fmla="*/ 864863 h 988333"/>
                  <a:gd name="connsiteX16" fmla="*/ 31677 w 150013"/>
                  <a:gd name="connsiteY16" fmla="*/ 854502 h 988333"/>
                  <a:gd name="connsiteX17" fmla="*/ 37765 w 150013"/>
                  <a:gd name="connsiteY17" fmla="*/ 844047 h 988333"/>
                  <a:gd name="connsiteX18" fmla="*/ 44519 w 150013"/>
                  <a:gd name="connsiteY18" fmla="*/ 833591 h 988333"/>
                  <a:gd name="connsiteX19" fmla="*/ 51844 w 150013"/>
                  <a:gd name="connsiteY19" fmla="*/ 823231 h 988333"/>
                  <a:gd name="connsiteX20" fmla="*/ 59739 w 150013"/>
                  <a:gd name="connsiteY20" fmla="*/ 812775 h 988333"/>
                  <a:gd name="connsiteX21" fmla="*/ 68015 w 150013"/>
                  <a:gd name="connsiteY21" fmla="*/ 802320 h 988333"/>
                  <a:gd name="connsiteX22" fmla="*/ 76481 w 150013"/>
                  <a:gd name="connsiteY22" fmla="*/ 791959 h 988333"/>
                  <a:gd name="connsiteX23" fmla="*/ 85137 w 150013"/>
                  <a:gd name="connsiteY23" fmla="*/ 781504 h 988333"/>
                  <a:gd name="connsiteX24" fmla="*/ 93794 w 150013"/>
                  <a:gd name="connsiteY24" fmla="*/ 771143 h 988333"/>
                  <a:gd name="connsiteX25" fmla="*/ 102260 w 150013"/>
                  <a:gd name="connsiteY25" fmla="*/ 760688 h 988333"/>
                  <a:gd name="connsiteX26" fmla="*/ 110441 w 150013"/>
                  <a:gd name="connsiteY26" fmla="*/ 750232 h 988333"/>
                  <a:gd name="connsiteX27" fmla="*/ 118051 w 150013"/>
                  <a:gd name="connsiteY27" fmla="*/ 739872 h 988333"/>
                  <a:gd name="connsiteX28" fmla="*/ 124995 w 150013"/>
                  <a:gd name="connsiteY28" fmla="*/ 729416 h 988333"/>
                  <a:gd name="connsiteX29" fmla="*/ 131273 w 150013"/>
                  <a:gd name="connsiteY29" fmla="*/ 718961 h 988333"/>
                  <a:gd name="connsiteX30" fmla="*/ 136695 w 150013"/>
                  <a:gd name="connsiteY30" fmla="*/ 708600 h 988333"/>
                  <a:gd name="connsiteX31" fmla="*/ 141166 w 150013"/>
                  <a:gd name="connsiteY31" fmla="*/ 698145 h 988333"/>
                  <a:gd name="connsiteX32" fmla="*/ 144686 w 150013"/>
                  <a:gd name="connsiteY32" fmla="*/ 687689 h 988333"/>
                  <a:gd name="connsiteX33" fmla="*/ 147350 w 150013"/>
                  <a:gd name="connsiteY33" fmla="*/ 677329 h 988333"/>
                  <a:gd name="connsiteX34" fmla="*/ 149062 w 150013"/>
                  <a:gd name="connsiteY34" fmla="*/ 666873 h 988333"/>
                  <a:gd name="connsiteX35" fmla="*/ 150013 w 150013"/>
                  <a:gd name="connsiteY35" fmla="*/ 656512 h 988333"/>
                  <a:gd name="connsiteX36" fmla="*/ 150013 w 150013"/>
                  <a:gd name="connsiteY36" fmla="*/ 646057 h 988333"/>
                  <a:gd name="connsiteX37" fmla="*/ 149347 w 150013"/>
                  <a:gd name="connsiteY37" fmla="*/ 635602 h 988333"/>
                  <a:gd name="connsiteX38" fmla="*/ 147920 w 150013"/>
                  <a:gd name="connsiteY38" fmla="*/ 625241 h 988333"/>
                  <a:gd name="connsiteX39" fmla="*/ 145922 w 150013"/>
                  <a:gd name="connsiteY39" fmla="*/ 614786 h 988333"/>
                  <a:gd name="connsiteX40" fmla="*/ 143354 w 150013"/>
                  <a:gd name="connsiteY40" fmla="*/ 604330 h 988333"/>
                  <a:gd name="connsiteX41" fmla="*/ 140310 w 150013"/>
                  <a:gd name="connsiteY41" fmla="*/ 593969 h 988333"/>
                  <a:gd name="connsiteX42" fmla="*/ 136886 w 150013"/>
                  <a:gd name="connsiteY42" fmla="*/ 583514 h 988333"/>
                  <a:gd name="connsiteX43" fmla="*/ 132986 w 150013"/>
                  <a:gd name="connsiteY43" fmla="*/ 573153 h 988333"/>
                  <a:gd name="connsiteX44" fmla="*/ 128895 w 150013"/>
                  <a:gd name="connsiteY44" fmla="*/ 562698 h 988333"/>
                  <a:gd name="connsiteX45" fmla="*/ 124424 w 150013"/>
                  <a:gd name="connsiteY45" fmla="*/ 552242 h 988333"/>
                  <a:gd name="connsiteX46" fmla="*/ 119858 w 150013"/>
                  <a:gd name="connsiteY46" fmla="*/ 541882 h 988333"/>
                  <a:gd name="connsiteX47" fmla="*/ 115007 w 150013"/>
                  <a:gd name="connsiteY47" fmla="*/ 531426 h 988333"/>
                  <a:gd name="connsiteX48" fmla="*/ 110060 w 150013"/>
                  <a:gd name="connsiteY48" fmla="*/ 520971 h 988333"/>
                  <a:gd name="connsiteX49" fmla="*/ 105019 w 150013"/>
                  <a:gd name="connsiteY49" fmla="*/ 510610 h 988333"/>
                  <a:gd name="connsiteX50" fmla="*/ 99977 w 150013"/>
                  <a:gd name="connsiteY50" fmla="*/ 500155 h 988333"/>
                  <a:gd name="connsiteX51" fmla="*/ 94935 w 150013"/>
                  <a:gd name="connsiteY51" fmla="*/ 489794 h 988333"/>
                  <a:gd name="connsiteX52" fmla="*/ 89894 w 150013"/>
                  <a:gd name="connsiteY52" fmla="*/ 479339 h 988333"/>
                  <a:gd name="connsiteX53" fmla="*/ 85042 w 150013"/>
                  <a:gd name="connsiteY53" fmla="*/ 468883 h 988333"/>
                  <a:gd name="connsiteX54" fmla="*/ 80286 w 150013"/>
                  <a:gd name="connsiteY54" fmla="*/ 458523 h 988333"/>
                  <a:gd name="connsiteX55" fmla="*/ 75815 w 150013"/>
                  <a:gd name="connsiteY55" fmla="*/ 448067 h 988333"/>
                  <a:gd name="connsiteX56" fmla="*/ 71535 w 150013"/>
                  <a:gd name="connsiteY56" fmla="*/ 437612 h 988333"/>
                  <a:gd name="connsiteX57" fmla="*/ 67539 w 150013"/>
                  <a:gd name="connsiteY57" fmla="*/ 427251 h 988333"/>
                  <a:gd name="connsiteX58" fmla="*/ 63829 w 150013"/>
                  <a:gd name="connsiteY58" fmla="*/ 416796 h 988333"/>
                  <a:gd name="connsiteX59" fmla="*/ 60500 w 150013"/>
                  <a:gd name="connsiteY59" fmla="*/ 406340 h 988333"/>
                  <a:gd name="connsiteX60" fmla="*/ 57456 w 150013"/>
                  <a:gd name="connsiteY60" fmla="*/ 395980 h 988333"/>
                  <a:gd name="connsiteX61" fmla="*/ 54792 w 150013"/>
                  <a:gd name="connsiteY61" fmla="*/ 385524 h 988333"/>
                  <a:gd name="connsiteX62" fmla="*/ 52414 w 150013"/>
                  <a:gd name="connsiteY62" fmla="*/ 375164 h 988333"/>
                  <a:gd name="connsiteX63" fmla="*/ 50321 w 150013"/>
                  <a:gd name="connsiteY63" fmla="*/ 364708 h 988333"/>
                  <a:gd name="connsiteX64" fmla="*/ 48514 w 150013"/>
                  <a:gd name="connsiteY64" fmla="*/ 354253 h 988333"/>
                  <a:gd name="connsiteX65" fmla="*/ 46992 w 150013"/>
                  <a:gd name="connsiteY65" fmla="*/ 343892 h 988333"/>
                  <a:gd name="connsiteX66" fmla="*/ 45565 w 150013"/>
                  <a:gd name="connsiteY66" fmla="*/ 333437 h 988333"/>
                  <a:gd name="connsiteX67" fmla="*/ 44233 w 150013"/>
                  <a:gd name="connsiteY67" fmla="*/ 322981 h 988333"/>
                  <a:gd name="connsiteX68" fmla="*/ 42902 w 150013"/>
                  <a:gd name="connsiteY68" fmla="*/ 312620 h 988333"/>
                  <a:gd name="connsiteX69" fmla="*/ 41570 w 150013"/>
                  <a:gd name="connsiteY69" fmla="*/ 302165 h 988333"/>
                  <a:gd name="connsiteX70" fmla="*/ 40238 w 150013"/>
                  <a:gd name="connsiteY70" fmla="*/ 291804 h 988333"/>
                  <a:gd name="connsiteX71" fmla="*/ 38716 w 150013"/>
                  <a:gd name="connsiteY71" fmla="*/ 281349 h 988333"/>
                  <a:gd name="connsiteX72" fmla="*/ 37004 w 150013"/>
                  <a:gd name="connsiteY72" fmla="*/ 270893 h 988333"/>
                  <a:gd name="connsiteX73" fmla="*/ 35101 w 150013"/>
                  <a:gd name="connsiteY73" fmla="*/ 260533 h 988333"/>
                  <a:gd name="connsiteX74" fmla="*/ 33104 w 150013"/>
                  <a:gd name="connsiteY74" fmla="*/ 250077 h 988333"/>
                  <a:gd name="connsiteX75" fmla="*/ 30916 w 150013"/>
                  <a:gd name="connsiteY75" fmla="*/ 239622 h 988333"/>
                  <a:gd name="connsiteX76" fmla="*/ 28538 w 150013"/>
                  <a:gd name="connsiteY76" fmla="*/ 229261 h 988333"/>
                  <a:gd name="connsiteX77" fmla="*/ 26065 w 150013"/>
                  <a:gd name="connsiteY77" fmla="*/ 218806 h 988333"/>
                  <a:gd name="connsiteX78" fmla="*/ 23591 w 150013"/>
                  <a:gd name="connsiteY78" fmla="*/ 208445 h 988333"/>
                  <a:gd name="connsiteX79" fmla="*/ 21118 w 150013"/>
                  <a:gd name="connsiteY79" fmla="*/ 197990 h 988333"/>
                  <a:gd name="connsiteX80" fmla="*/ 18645 w 150013"/>
                  <a:gd name="connsiteY80" fmla="*/ 187534 h 988333"/>
                  <a:gd name="connsiteX81" fmla="*/ 16171 w 150013"/>
                  <a:gd name="connsiteY81" fmla="*/ 177174 h 988333"/>
                  <a:gd name="connsiteX82" fmla="*/ 13983 w 150013"/>
                  <a:gd name="connsiteY82" fmla="*/ 166718 h 988333"/>
                  <a:gd name="connsiteX83" fmla="*/ 11796 w 150013"/>
                  <a:gd name="connsiteY83" fmla="*/ 156263 h 988333"/>
                  <a:gd name="connsiteX84" fmla="*/ 9893 w 150013"/>
                  <a:gd name="connsiteY84" fmla="*/ 145902 h 988333"/>
                  <a:gd name="connsiteX85" fmla="*/ 8181 w 150013"/>
                  <a:gd name="connsiteY85" fmla="*/ 135447 h 988333"/>
                  <a:gd name="connsiteX86" fmla="*/ 6659 w 150013"/>
                  <a:gd name="connsiteY86" fmla="*/ 124991 h 988333"/>
                  <a:gd name="connsiteX87" fmla="*/ 5327 w 150013"/>
                  <a:gd name="connsiteY87" fmla="*/ 114631 h 988333"/>
                  <a:gd name="connsiteX88" fmla="*/ 4281 w 150013"/>
                  <a:gd name="connsiteY88" fmla="*/ 104175 h 988333"/>
                  <a:gd name="connsiteX89" fmla="*/ 3329 w 150013"/>
                  <a:gd name="connsiteY89" fmla="*/ 93815 h 988333"/>
                  <a:gd name="connsiteX90" fmla="*/ 2569 w 150013"/>
                  <a:gd name="connsiteY90" fmla="*/ 83359 h 988333"/>
                  <a:gd name="connsiteX91" fmla="*/ 1998 w 150013"/>
                  <a:gd name="connsiteY91" fmla="*/ 72904 h 988333"/>
                  <a:gd name="connsiteX92" fmla="*/ 1427 w 150013"/>
                  <a:gd name="connsiteY92" fmla="*/ 62543 h 988333"/>
                  <a:gd name="connsiteX93" fmla="*/ 1047 w 150013"/>
                  <a:gd name="connsiteY93" fmla="*/ 52088 h 988333"/>
                  <a:gd name="connsiteX94" fmla="*/ 761 w 150013"/>
                  <a:gd name="connsiteY94" fmla="*/ 41632 h 988333"/>
                  <a:gd name="connsiteX95" fmla="*/ 571 w 150013"/>
                  <a:gd name="connsiteY95" fmla="*/ 31272 h 988333"/>
                  <a:gd name="connsiteX96" fmla="*/ 381 w 150013"/>
                  <a:gd name="connsiteY96" fmla="*/ 20816 h 988333"/>
                  <a:gd name="connsiteX97" fmla="*/ 285 w 150013"/>
                  <a:gd name="connsiteY97" fmla="*/ 10456 h 988333"/>
                  <a:gd name="connsiteX98" fmla="*/ 190 w 150013"/>
                  <a:gd name="connsiteY98" fmla="*/ 0 h 988333"/>
                  <a:gd name="connsiteX99" fmla="*/ 0 w 150013"/>
                  <a:gd name="connsiteY99" fmla="*/ 0 h 988333"/>
                  <a:gd name="connsiteX100" fmla="*/ 0 w 150013"/>
                  <a:gd name="connsiteY100" fmla="*/ 10456 h 988333"/>
                  <a:gd name="connsiteX101" fmla="*/ 0 w 150013"/>
                  <a:gd name="connsiteY101" fmla="*/ 20816 h 988333"/>
                  <a:gd name="connsiteX102" fmla="*/ 0 w 150013"/>
                  <a:gd name="connsiteY102" fmla="*/ 31272 h 988333"/>
                  <a:gd name="connsiteX103" fmla="*/ 0 w 150013"/>
                  <a:gd name="connsiteY103" fmla="*/ 41632 h 988333"/>
                  <a:gd name="connsiteX104" fmla="*/ 0 w 150013"/>
                  <a:gd name="connsiteY104" fmla="*/ 52088 h 988333"/>
                  <a:gd name="connsiteX105" fmla="*/ 0 w 150013"/>
                  <a:gd name="connsiteY105" fmla="*/ 62543 h 988333"/>
                  <a:gd name="connsiteX106" fmla="*/ 0 w 150013"/>
                  <a:gd name="connsiteY106" fmla="*/ 72904 h 988333"/>
                  <a:gd name="connsiteX107" fmla="*/ 0 w 150013"/>
                  <a:gd name="connsiteY107" fmla="*/ 83359 h 988333"/>
                  <a:gd name="connsiteX108" fmla="*/ 0 w 150013"/>
                  <a:gd name="connsiteY108" fmla="*/ 93815 h 988333"/>
                  <a:gd name="connsiteX109" fmla="*/ 0 w 150013"/>
                  <a:gd name="connsiteY109" fmla="*/ 104175 h 988333"/>
                  <a:gd name="connsiteX110" fmla="*/ 0 w 150013"/>
                  <a:gd name="connsiteY110" fmla="*/ 114631 h 988333"/>
                  <a:gd name="connsiteX111" fmla="*/ 0 w 150013"/>
                  <a:gd name="connsiteY111" fmla="*/ 124991 h 988333"/>
                  <a:gd name="connsiteX112" fmla="*/ 0 w 150013"/>
                  <a:gd name="connsiteY112" fmla="*/ 135447 h 988333"/>
                  <a:gd name="connsiteX113" fmla="*/ 0 w 150013"/>
                  <a:gd name="connsiteY113" fmla="*/ 145902 h 988333"/>
                  <a:gd name="connsiteX114" fmla="*/ 0 w 150013"/>
                  <a:gd name="connsiteY114" fmla="*/ 156263 h 988333"/>
                  <a:gd name="connsiteX115" fmla="*/ 0 w 150013"/>
                  <a:gd name="connsiteY115" fmla="*/ 166718 h 988333"/>
                  <a:gd name="connsiteX116" fmla="*/ 0 w 150013"/>
                  <a:gd name="connsiteY116" fmla="*/ 177174 h 988333"/>
                  <a:gd name="connsiteX117" fmla="*/ 0 w 150013"/>
                  <a:gd name="connsiteY117" fmla="*/ 187534 h 988333"/>
                  <a:gd name="connsiteX118" fmla="*/ 0 w 150013"/>
                  <a:gd name="connsiteY118" fmla="*/ 197990 h 988333"/>
                  <a:gd name="connsiteX119" fmla="*/ 0 w 150013"/>
                  <a:gd name="connsiteY119" fmla="*/ 208445 h 988333"/>
                  <a:gd name="connsiteX120" fmla="*/ 0 w 150013"/>
                  <a:gd name="connsiteY120" fmla="*/ 218806 h 988333"/>
                  <a:gd name="connsiteX121" fmla="*/ 0 w 150013"/>
                  <a:gd name="connsiteY121" fmla="*/ 229261 h 988333"/>
                  <a:gd name="connsiteX122" fmla="*/ 0 w 150013"/>
                  <a:gd name="connsiteY122" fmla="*/ 239622 h 988333"/>
                  <a:gd name="connsiteX123" fmla="*/ 0 w 150013"/>
                  <a:gd name="connsiteY123" fmla="*/ 250077 h 988333"/>
                  <a:gd name="connsiteX124" fmla="*/ 0 w 150013"/>
                  <a:gd name="connsiteY124" fmla="*/ 260533 h 988333"/>
                  <a:gd name="connsiteX125" fmla="*/ 0 w 150013"/>
                  <a:gd name="connsiteY125" fmla="*/ 270893 h 988333"/>
                  <a:gd name="connsiteX126" fmla="*/ 0 w 150013"/>
                  <a:gd name="connsiteY126" fmla="*/ 281349 h 988333"/>
                  <a:gd name="connsiteX127" fmla="*/ 0 w 150013"/>
                  <a:gd name="connsiteY127" fmla="*/ 291804 h 988333"/>
                  <a:gd name="connsiteX128" fmla="*/ 0 w 150013"/>
                  <a:gd name="connsiteY128" fmla="*/ 302165 h 988333"/>
                  <a:gd name="connsiteX129" fmla="*/ 0 w 150013"/>
                  <a:gd name="connsiteY129" fmla="*/ 312620 h 988333"/>
                  <a:gd name="connsiteX130" fmla="*/ 0 w 150013"/>
                  <a:gd name="connsiteY130" fmla="*/ 322981 h 988333"/>
                  <a:gd name="connsiteX131" fmla="*/ 0 w 150013"/>
                  <a:gd name="connsiteY131" fmla="*/ 333437 h 988333"/>
                  <a:gd name="connsiteX132" fmla="*/ 0 w 150013"/>
                  <a:gd name="connsiteY132" fmla="*/ 343892 h 988333"/>
                  <a:gd name="connsiteX133" fmla="*/ 0 w 150013"/>
                  <a:gd name="connsiteY133" fmla="*/ 354253 h 988333"/>
                  <a:gd name="connsiteX134" fmla="*/ 0 w 150013"/>
                  <a:gd name="connsiteY134" fmla="*/ 364708 h 988333"/>
                  <a:gd name="connsiteX135" fmla="*/ 0 w 150013"/>
                  <a:gd name="connsiteY135" fmla="*/ 375164 h 988333"/>
                  <a:gd name="connsiteX136" fmla="*/ 0 w 150013"/>
                  <a:gd name="connsiteY136" fmla="*/ 385524 h 988333"/>
                  <a:gd name="connsiteX137" fmla="*/ 0 w 150013"/>
                  <a:gd name="connsiteY137" fmla="*/ 395980 h 988333"/>
                  <a:gd name="connsiteX138" fmla="*/ 0 w 150013"/>
                  <a:gd name="connsiteY138" fmla="*/ 406340 h 988333"/>
                  <a:gd name="connsiteX139" fmla="*/ 0 w 150013"/>
                  <a:gd name="connsiteY139" fmla="*/ 416796 h 988333"/>
                  <a:gd name="connsiteX140" fmla="*/ 0 w 150013"/>
                  <a:gd name="connsiteY140" fmla="*/ 427251 h 988333"/>
                  <a:gd name="connsiteX141" fmla="*/ 0 w 150013"/>
                  <a:gd name="connsiteY141" fmla="*/ 437612 h 988333"/>
                  <a:gd name="connsiteX142" fmla="*/ 0 w 150013"/>
                  <a:gd name="connsiteY142" fmla="*/ 448067 h 988333"/>
                  <a:gd name="connsiteX143" fmla="*/ 0 w 150013"/>
                  <a:gd name="connsiteY143" fmla="*/ 458523 h 988333"/>
                  <a:gd name="connsiteX144" fmla="*/ 0 w 150013"/>
                  <a:gd name="connsiteY144" fmla="*/ 468883 h 988333"/>
                  <a:gd name="connsiteX145" fmla="*/ 0 w 150013"/>
                  <a:gd name="connsiteY145" fmla="*/ 479339 h 988333"/>
                  <a:gd name="connsiteX146" fmla="*/ 0 w 150013"/>
                  <a:gd name="connsiteY146" fmla="*/ 489794 h 988333"/>
                  <a:gd name="connsiteX147" fmla="*/ 0 w 150013"/>
                  <a:gd name="connsiteY147" fmla="*/ 500155 h 988333"/>
                  <a:gd name="connsiteX148" fmla="*/ 0 w 150013"/>
                  <a:gd name="connsiteY148" fmla="*/ 510610 h 988333"/>
                  <a:gd name="connsiteX149" fmla="*/ 0 w 150013"/>
                  <a:gd name="connsiteY149" fmla="*/ 520971 h 988333"/>
                  <a:gd name="connsiteX150" fmla="*/ 0 w 150013"/>
                  <a:gd name="connsiteY150" fmla="*/ 531426 h 988333"/>
                  <a:gd name="connsiteX151" fmla="*/ 0 w 150013"/>
                  <a:gd name="connsiteY151" fmla="*/ 541882 h 988333"/>
                  <a:gd name="connsiteX152" fmla="*/ 0 w 150013"/>
                  <a:gd name="connsiteY152" fmla="*/ 552242 h 988333"/>
                  <a:gd name="connsiteX153" fmla="*/ 0 w 150013"/>
                  <a:gd name="connsiteY153" fmla="*/ 562698 h 988333"/>
                  <a:gd name="connsiteX154" fmla="*/ 0 w 150013"/>
                  <a:gd name="connsiteY154" fmla="*/ 573153 h 988333"/>
                  <a:gd name="connsiteX155" fmla="*/ 0 w 150013"/>
                  <a:gd name="connsiteY155" fmla="*/ 583514 h 988333"/>
                  <a:gd name="connsiteX156" fmla="*/ 0 w 150013"/>
                  <a:gd name="connsiteY156" fmla="*/ 593969 h 988333"/>
                  <a:gd name="connsiteX157" fmla="*/ 0 w 150013"/>
                  <a:gd name="connsiteY157" fmla="*/ 604330 h 988333"/>
                  <a:gd name="connsiteX158" fmla="*/ 0 w 150013"/>
                  <a:gd name="connsiteY158" fmla="*/ 614786 h 988333"/>
                  <a:gd name="connsiteX159" fmla="*/ 0 w 150013"/>
                  <a:gd name="connsiteY159" fmla="*/ 625241 h 988333"/>
                  <a:gd name="connsiteX160" fmla="*/ 0 w 150013"/>
                  <a:gd name="connsiteY160" fmla="*/ 635602 h 988333"/>
                  <a:gd name="connsiteX161" fmla="*/ 0 w 150013"/>
                  <a:gd name="connsiteY161" fmla="*/ 646057 h 988333"/>
                  <a:gd name="connsiteX162" fmla="*/ 0 w 150013"/>
                  <a:gd name="connsiteY162" fmla="*/ 656512 h 988333"/>
                  <a:gd name="connsiteX163" fmla="*/ 0 w 150013"/>
                  <a:gd name="connsiteY163" fmla="*/ 666873 h 988333"/>
                  <a:gd name="connsiteX164" fmla="*/ 0 w 150013"/>
                  <a:gd name="connsiteY164" fmla="*/ 677329 h 988333"/>
                  <a:gd name="connsiteX165" fmla="*/ 0 w 150013"/>
                  <a:gd name="connsiteY165" fmla="*/ 687689 h 988333"/>
                  <a:gd name="connsiteX166" fmla="*/ 0 w 150013"/>
                  <a:gd name="connsiteY166" fmla="*/ 698145 h 988333"/>
                  <a:gd name="connsiteX167" fmla="*/ 0 w 150013"/>
                  <a:gd name="connsiteY167" fmla="*/ 708600 h 988333"/>
                  <a:gd name="connsiteX168" fmla="*/ 0 w 150013"/>
                  <a:gd name="connsiteY168" fmla="*/ 718961 h 988333"/>
                  <a:gd name="connsiteX169" fmla="*/ 0 w 150013"/>
                  <a:gd name="connsiteY169" fmla="*/ 729416 h 988333"/>
                  <a:gd name="connsiteX170" fmla="*/ 0 w 150013"/>
                  <a:gd name="connsiteY170" fmla="*/ 739872 h 988333"/>
                  <a:gd name="connsiteX171" fmla="*/ 0 w 150013"/>
                  <a:gd name="connsiteY171" fmla="*/ 750232 h 988333"/>
                  <a:gd name="connsiteX172" fmla="*/ 0 w 150013"/>
                  <a:gd name="connsiteY172" fmla="*/ 760688 h 988333"/>
                  <a:gd name="connsiteX173" fmla="*/ 0 w 150013"/>
                  <a:gd name="connsiteY173" fmla="*/ 771143 h 988333"/>
                  <a:gd name="connsiteX174" fmla="*/ 0 w 150013"/>
                  <a:gd name="connsiteY174" fmla="*/ 781504 h 988333"/>
                  <a:gd name="connsiteX175" fmla="*/ 0 w 150013"/>
                  <a:gd name="connsiteY175" fmla="*/ 791959 h 988333"/>
                  <a:gd name="connsiteX176" fmla="*/ 0 w 150013"/>
                  <a:gd name="connsiteY176" fmla="*/ 802320 h 988333"/>
                  <a:gd name="connsiteX177" fmla="*/ 0 w 150013"/>
                  <a:gd name="connsiteY177" fmla="*/ 812775 h 988333"/>
                  <a:gd name="connsiteX178" fmla="*/ 0 w 150013"/>
                  <a:gd name="connsiteY178" fmla="*/ 823231 h 988333"/>
                  <a:gd name="connsiteX179" fmla="*/ 0 w 150013"/>
                  <a:gd name="connsiteY179" fmla="*/ 833591 h 988333"/>
                  <a:gd name="connsiteX180" fmla="*/ 0 w 150013"/>
                  <a:gd name="connsiteY180" fmla="*/ 844047 h 988333"/>
                  <a:gd name="connsiteX181" fmla="*/ 0 w 150013"/>
                  <a:gd name="connsiteY181" fmla="*/ 854502 h 988333"/>
                  <a:gd name="connsiteX182" fmla="*/ 0 w 150013"/>
                  <a:gd name="connsiteY182" fmla="*/ 864863 h 988333"/>
                  <a:gd name="connsiteX183" fmla="*/ 0 w 150013"/>
                  <a:gd name="connsiteY183" fmla="*/ 875318 h 988333"/>
                  <a:gd name="connsiteX184" fmla="*/ 0 w 150013"/>
                  <a:gd name="connsiteY184" fmla="*/ 885679 h 988333"/>
                  <a:gd name="connsiteX185" fmla="*/ 0 w 150013"/>
                  <a:gd name="connsiteY185" fmla="*/ 896135 h 988333"/>
                  <a:gd name="connsiteX186" fmla="*/ 0 w 150013"/>
                  <a:gd name="connsiteY186" fmla="*/ 906590 h 988333"/>
                  <a:gd name="connsiteX187" fmla="*/ 0 w 150013"/>
                  <a:gd name="connsiteY187" fmla="*/ 916951 h 988333"/>
                  <a:gd name="connsiteX188" fmla="*/ 0 w 150013"/>
                  <a:gd name="connsiteY188" fmla="*/ 927406 h 988333"/>
                  <a:gd name="connsiteX189" fmla="*/ 0 w 150013"/>
                  <a:gd name="connsiteY189" fmla="*/ 937861 h 988333"/>
                  <a:gd name="connsiteX190" fmla="*/ 0 w 150013"/>
                  <a:gd name="connsiteY190" fmla="*/ 948222 h 988333"/>
                  <a:gd name="connsiteX191" fmla="*/ 0 w 150013"/>
                  <a:gd name="connsiteY191" fmla="*/ 958678 h 988333"/>
                  <a:gd name="connsiteX192" fmla="*/ 0 w 150013"/>
                  <a:gd name="connsiteY192" fmla="*/ 969038 h 988333"/>
                  <a:gd name="connsiteX193" fmla="*/ 0 w 150013"/>
                  <a:gd name="connsiteY193" fmla="*/ 979494 h 9883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Lst>
                <a:rect l="l" t="t" r="r" b="b"/>
                <a:pathLst>
                  <a:path w="150013" h="988333">
                    <a:moveTo>
                      <a:pt x="0" y="979494"/>
                    </a:moveTo>
                    <a:lnTo>
                      <a:pt x="0" y="988333"/>
                    </a:lnTo>
                    <a:lnTo>
                      <a:pt x="856" y="988333"/>
                    </a:lnTo>
                    <a:lnTo>
                      <a:pt x="1047" y="988333"/>
                    </a:lnTo>
                    <a:lnTo>
                      <a:pt x="1427" y="979494"/>
                    </a:lnTo>
                    <a:lnTo>
                      <a:pt x="1998" y="969038"/>
                    </a:lnTo>
                    <a:lnTo>
                      <a:pt x="2759" y="958678"/>
                    </a:lnTo>
                    <a:lnTo>
                      <a:pt x="3710" y="948222"/>
                    </a:lnTo>
                    <a:lnTo>
                      <a:pt x="4947" y="937861"/>
                    </a:lnTo>
                    <a:lnTo>
                      <a:pt x="6564" y="927406"/>
                    </a:lnTo>
                    <a:lnTo>
                      <a:pt x="8466" y="916951"/>
                    </a:lnTo>
                    <a:lnTo>
                      <a:pt x="10939" y="906590"/>
                    </a:lnTo>
                    <a:lnTo>
                      <a:pt x="13889" y="896135"/>
                    </a:lnTo>
                    <a:lnTo>
                      <a:pt x="17313" y="885679"/>
                    </a:lnTo>
                    <a:lnTo>
                      <a:pt x="21498" y="875318"/>
                    </a:lnTo>
                    <a:lnTo>
                      <a:pt x="26255" y="864863"/>
                    </a:lnTo>
                    <a:lnTo>
                      <a:pt x="31677" y="854502"/>
                    </a:lnTo>
                    <a:lnTo>
                      <a:pt x="37765" y="844047"/>
                    </a:lnTo>
                    <a:lnTo>
                      <a:pt x="44519" y="833591"/>
                    </a:lnTo>
                    <a:lnTo>
                      <a:pt x="51844" y="823231"/>
                    </a:lnTo>
                    <a:lnTo>
                      <a:pt x="59739" y="812775"/>
                    </a:lnTo>
                    <a:lnTo>
                      <a:pt x="68015" y="802320"/>
                    </a:lnTo>
                    <a:lnTo>
                      <a:pt x="76481" y="791959"/>
                    </a:lnTo>
                    <a:lnTo>
                      <a:pt x="85137" y="781504"/>
                    </a:lnTo>
                    <a:lnTo>
                      <a:pt x="93794" y="771143"/>
                    </a:lnTo>
                    <a:lnTo>
                      <a:pt x="102260" y="760688"/>
                    </a:lnTo>
                    <a:lnTo>
                      <a:pt x="110441" y="750232"/>
                    </a:lnTo>
                    <a:lnTo>
                      <a:pt x="118051" y="739872"/>
                    </a:lnTo>
                    <a:lnTo>
                      <a:pt x="124995" y="729416"/>
                    </a:lnTo>
                    <a:lnTo>
                      <a:pt x="131273" y="718961"/>
                    </a:lnTo>
                    <a:lnTo>
                      <a:pt x="136695" y="708600"/>
                    </a:lnTo>
                    <a:lnTo>
                      <a:pt x="141166" y="698145"/>
                    </a:lnTo>
                    <a:lnTo>
                      <a:pt x="144686" y="687689"/>
                    </a:lnTo>
                    <a:lnTo>
                      <a:pt x="147350" y="677329"/>
                    </a:lnTo>
                    <a:lnTo>
                      <a:pt x="149062" y="666873"/>
                    </a:lnTo>
                    <a:lnTo>
                      <a:pt x="150013" y="656512"/>
                    </a:lnTo>
                    <a:lnTo>
                      <a:pt x="150013" y="646057"/>
                    </a:lnTo>
                    <a:lnTo>
                      <a:pt x="149347" y="635602"/>
                    </a:lnTo>
                    <a:lnTo>
                      <a:pt x="147920" y="625241"/>
                    </a:lnTo>
                    <a:lnTo>
                      <a:pt x="145922" y="614786"/>
                    </a:lnTo>
                    <a:lnTo>
                      <a:pt x="143354" y="604330"/>
                    </a:lnTo>
                    <a:lnTo>
                      <a:pt x="140310" y="593969"/>
                    </a:lnTo>
                    <a:lnTo>
                      <a:pt x="136886" y="583514"/>
                    </a:lnTo>
                    <a:lnTo>
                      <a:pt x="132986" y="573153"/>
                    </a:lnTo>
                    <a:lnTo>
                      <a:pt x="128895" y="562698"/>
                    </a:lnTo>
                    <a:lnTo>
                      <a:pt x="124424" y="552242"/>
                    </a:lnTo>
                    <a:lnTo>
                      <a:pt x="119858" y="541882"/>
                    </a:lnTo>
                    <a:lnTo>
                      <a:pt x="115007" y="531426"/>
                    </a:lnTo>
                    <a:lnTo>
                      <a:pt x="110060" y="520971"/>
                    </a:lnTo>
                    <a:lnTo>
                      <a:pt x="105019" y="510610"/>
                    </a:lnTo>
                    <a:lnTo>
                      <a:pt x="99977" y="500155"/>
                    </a:lnTo>
                    <a:lnTo>
                      <a:pt x="94935" y="489794"/>
                    </a:lnTo>
                    <a:lnTo>
                      <a:pt x="89894" y="479339"/>
                    </a:lnTo>
                    <a:lnTo>
                      <a:pt x="85042" y="468883"/>
                    </a:lnTo>
                    <a:lnTo>
                      <a:pt x="80286" y="458523"/>
                    </a:lnTo>
                    <a:lnTo>
                      <a:pt x="75815" y="448067"/>
                    </a:lnTo>
                    <a:lnTo>
                      <a:pt x="71535" y="437612"/>
                    </a:lnTo>
                    <a:lnTo>
                      <a:pt x="67539" y="427251"/>
                    </a:lnTo>
                    <a:lnTo>
                      <a:pt x="63829" y="416796"/>
                    </a:lnTo>
                    <a:lnTo>
                      <a:pt x="60500" y="406340"/>
                    </a:lnTo>
                    <a:lnTo>
                      <a:pt x="57456" y="395980"/>
                    </a:lnTo>
                    <a:lnTo>
                      <a:pt x="54792" y="385524"/>
                    </a:lnTo>
                    <a:lnTo>
                      <a:pt x="52414" y="375164"/>
                    </a:lnTo>
                    <a:lnTo>
                      <a:pt x="50321" y="364708"/>
                    </a:lnTo>
                    <a:lnTo>
                      <a:pt x="48514" y="354253"/>
                    </a:lnTo>
                    <a:lnTo>
                      <a:pt x="46992" y="343892"/>
                    </a:lnTo>
                    <a:lnTo>
                      <a:pt x="45565" y="333437"/>
                    </a:lnTo>
                    <a:lnTo>
                      <a:pt x="44233" y="322981"/>
                    </a:lnTo>
                    <a:lnTo>
                      <a:pt x="42902" y="312620"/>
                    </a:lnTo>
                    <a:lnTo>
                      <a:pt x="41570" y="302165"/>
                    </a:lnTo>
                    <a:lnTo>
                      <a:pt x="40238" y="291804"/>
                    </a:lnTo>
                    <a:lnTo>
                      <a:pt x="38716" y="281349"/>
                    </a:lnTo>
                    <a:lnTo>
                      <a:pt x="37004" y="270893"/>
                    </a:lnTo>
                    <a:lnTo>
                      <a:pt x="35101" y="260533"/>
                    </a:lnTo>
                    <a:lnTo>
                      <a:pt x="33104" y="250077"/>
                    </a:lnTo>
                    <a:lnTo>
                      <a:pt x="30916" y="239622"/>
                    </a:lnTo>
                    <a:lnTo>
                      <a:pt x="28538" y="229261"/>
                    </a:lnTo>
                    <a:lnTo>
                      <a:pt x="26065" y="218806"/>
                    </a:lnTo>
                    <a:lnTo>
                      <a:pt x="23591" y="208445"/>
                    </a:lnTo>
                    <a:lnTo>
                      <a:pt x="21118" y="197990"/>
                    </a:lnTo>
                    <a:lnTo>
                      <a:pt x="18645" y="187534"/>
                    </a:lnTo>
                    <a:lnTo>
                      <a:pt x="16171" y="177174"/>
                    </a:lnTo>
                    <a:lnTo>
                      <a:pt x="13983" y="166718"/>
                    </a:lnTo>
                    <a:lnTo>
                      <a:pt x="11796" y="156263"/>
                    </a:lnTo>
                    <a:lnTo>
                      <a:pt x="9893" y="145902"/>
                    </a:lnTo>
                    <a:lnTo>
                      <a:pt x="8181" y="135447"/>
                    </a:lnTo>
                    <a:lnTo>
                      <a:pt x="6659" y="124991"/>
                    </a:lnTo>
                    <a:lnTo>
                      <a:pt x="5327" y="114631"/>
                    </a:lnTo>
                    <a:lnTo>
                      <a:pt x="4281" y="104175"/>
                    </a:lnTo>
                    <a:lnTo>
                      <a:pt x="3329" y="93815"/>
                    </a:lnTo>
                    <a:lnTo>
                      <a:pt x="2569" y="83359"/>
                    </a:lnTo>
                    <a:lnTo>
                      <a:pt x="1998" y="72904"/>
                    </a:lnTo>
                    <a:lnTo>
                      <a:pt x="1427" y="62543"/>
                    </a:lnTo>
                    <a:lnTo>
                      <a:pt x="1047" y="52088"/>
                    </a:lnTo>
                    <a:lnTo>
                      <a:pt x="761" y="41632"/>
                    </a:lnTo>
                    <a:lnTo>
                      <a:pt x="571" y="31272"/>
                    </a:lnTo>
                    <a:lnTo>
                      <a:pt x="381" y="20816"/>
                    </a:lnTo>
                    <a:lnTo>
                      <a:pt x="285" y="10456"/>
                    </a:lnTo>
                    <a:lnTo>
                      <a:pt x="190" y="0"/>
                    </a:lnTo>
                    <a:lnTo>
                      <a:pt x="0" y="0"/>
                    </a:lnTo>
                    <a:lnTo>
                      <a:pt x="0" y="10456"/>
                    </a:lnTo>
                    <a:lnTo>
                      <a:pt x="0" y="20816"/>
                    </a:lnTo>
                    <a:lnTo>
                      <a:pt x="0" y="31272"/>
                    </a:lnTo>
                    <a:lnTo>
                      <a:pt x="0" y="41632"/>
                    </a:lnTo>
                    <a:lnTo>
                      <a:pt x="0" y="52088"/>
                    </a:lnTo>
                    <a:lnTo>
                      <a:pt x="0" y="62543"/>
                    </a:lnTo>
                    <a:lnTo>
                      <a:pt x="0" y="72904"/>
                    </a:lnTo>
                    <a:lnTo>
                      <a:pt x="0" y="83359"/>
                    </a:lnTo>
                    <a:lnTo>
                      <a:pt x="0" y="93815"/>
                    </a:lnTo>
                    <a:lnTo>
                      <a:pt x="0" y="104175"/>
                    </a:lnTo>
                    <a:lnTo>
                      <a:pt x="0" y="114631"/>
                    </a:lnTo>
                    <a:lnTo>
                      <a:pt x="0" y="124991"/>
                    </a:lnTo>
                    <a:lnTo>
                      <a:pt x="0" y="135447"/>
                    </a:lnTo>
                    <a:lnTo>
                      <a:pt x="0" y="145902"/>
                    </a:lnTo>
                    <a:lnTo>
                      <a:pt x="0" y="156263"/>
                    </a:lnTo>
                    <a:lnTo>
                      <a:pt x="0" y="166718"/>
                    </a:lnTo>
                    <a:lnTo>
                      <a:pt x="0" y="177174"/>
                    </a:lnTo>
                    <a:lnTo>
                      <a:pt x="0" y="187534"/>
                    </a:lnTo>
                    <a:lnTo>
                      <a:pt x="0" y="197990"/>
                    </a:lnTo>
                    <a:lnTo>
                      <a:pt x="0" y="208445"/>
                    </a:lnTo>
                    <a:lnTo>
                      <a:pt x="0" y="218806"/>
                    </a:lnTo>
                    <a:lnTo>
                      <a:pt x="0" y="229261"/>
                    </a:lnTo>
                    <a:lnTo>
                      <a:pt x="0" y="239622"/>
                    </a:lnTo>
                    <a:lnTo>
                      <a:pt x="0" y="250077"/>
                    </a:lnTo>
                    <a:lnTo>
                      <a:pt x="0" y="260533"/>
                    </a:lnTo>
                    <a:lnTo>
                      <a:pt x="0" y="270893"/>
                    </a:lnTo>
                    <a:lnTo>
                      <a:pt x="0" y="281349"/>
                    </a:lnTo>
                    <a:lnTo>
                      <a:pt x="0" y="291804"/>
                    </a:lnTo>
                    <a:lnTo>
                      <a:pt x="0" y="302165"/>
                    </a:lnTo>
                    <a:lnTo>
                      <a:pt x="0" y="312620"/>
                    </a:lnTo>
                    <a:lnTo>
                      <a:pt x="0" y="322981"/>
                    </a:lnTo>
                    <a:lnTo>
                      <a:pt x="0" y="333437"/>
                    </a:lnTo>
                    <a:lnTo>
                      <a:pt x="0" y="343892"/>
                    </a:lnTo>
                    <a:lnTo>
                      <a:pt x="0" y="354253"/>
                    </a:lnTo>
                    <a:lnTo>
                      <a:pt x="0" y="364708"/>
                    </a:lnTo>
                    <a:lnTo>
                      <a:pt x="0" y="375164"/>
                    </a:lnTo>
                    <a:lnTo>
                      <a:pt x="0" y="385524"/>
                    </a:lnTo>
                    <a:lnTo>
                      <a:pt x="0" y="395980"/>
                    </a:lnTo>
                    <a:lnTo>
                      <a:pt x="0" y="406340"/>
                    </a:lnTo>
                    <a:lnTo>
                      <a:pt x="0" y="416796"/>
                    </a:lnTo>
                    <a:lnTo>
                      <a:pt x="0" y="427251"/>
                    </a:lnTo>
                    <a:lnTo>
                      <a:pt x="0" y="437612"/>
                    </a:lnTo>
                    <a:lnTo>
                      <a:pt x="0" y="448067"/>
                    </a:lnTo>
                    <a:lnTo>
                      <a:pt x="0" y="458523"/>
                    </a:lnTo>
                    <a:lnTo>
                      <a:pt x="0" y="468883"/>
                    </a:lnTo>
                    <a:lnTo>
                      <a:pt x="0" y="479339"/>
                    </a:lnTo>
                    <a:lnTo>
                      <a:pt x="0" y="489794"/>
                    </a:lnTo>
                    <a:lnTo>
                      <a:pt x="0" y="500155"/>
                    </a:lnTo>
                    <a:lnTo>
                      <a:pt x="0" y="510610"/>
                    </a:lnTo>
                    <a:lnTo>
                      <a:pt x="0" y="520971"/>
                    </a:lnTo>
                    <a:lnTo>
                      <a:pt x="0" y="531426"/>
                    </a:lnTo>
                    <a:lnTo>
                      <a:pt x="0" y="541882"/>
                    </a:lnTo>
                    <a:lnTo>
                      <a:pt x="0" y="552242"/>
                    </a:lnTo>
                    <a:lnTo>
                      <a:pt x="0" y="562698"/>
                    </a:lnTo>
                    <a:lnTo>
                      <a:pt x="0" y="573153"/>
                    </a:lnTo>
                    <a:lnTo>
                      <a:pt x="0" y="583514"/>
                    </a:lnTo>
                    <a:lnTo>
                      <a:pt x="0" y="593969"/>
                    </a:lnTo>
                    <a:lnTo>
                      <a:pt x="0" y="604330"/>
                    </a:lnTo>
                    <a:lnTo>
                      <a:pt x="0" y="614786"/>
                    </a:lnTo>
                    <a:lnTo>
                      <a:pt x="0" y="625241"/>
                    </a:lnTo>
                    <a:lnTo>
                      <a:pt x="0" y="635602"/>
                    </a:lnTo>
                    <a:lnTo>
                      <a:pt x="0" y="646057"/>
                    </a:lnTo>
                    <a:lnTo>
                      <a:pt x="0" y="656512"/>
                    </a:lnTo>
                    <a:lnTo>
                      <a:pt x="0" y="666873"/>
                    </a:lnTo>
                    <a:lnTo>
                      <a:pt x="0" y="677329"/>
                    </a:lnTo>
                    <a:lnTo>
                      <a:pt x="0" y="687689"/>
                    </a:lnTo>
                    <a:lnTo>
                      <a:pt x="0" y="698145"/>
                    </a:lnTo>
                    <a:lnTo>
                      <a:pt x="0" y="708600"/>
                    </a:lnTo>
                    <a:lnTo>
                      <a:pt x="0" y="718961"/>
                    </a:lnTo>
                    <a:lnTo>
                      <a:pt x="0" y="729416"/>
                    </a:lnTo>
                    <a:lnTo>
                      <a:pt x="0" y="739872"/>
                    </a:lnTo>
                    <a:lnTo>
                      <a:pt x="0" y="750232"/>
                    </a:lnTo>
                    <a:lnTo>
                      <a:pt x="0" y="760688"/>
                    </a:lnTo>
                    <a:lnTo>
                      <a:pt x="0" y="771143"/>
                    </a:lnTo>
                    <a:lnTo>
                      <a:pt x="0" y="781504"/>
                    </a:lnTo>
                    <a:lnTo>
                      <a:pt x="0" y="791959"/>
                    </a:lnTo>
                    <a:lnTo>
                      <a:pt x="0" y="802320"/>
                    </a:lnTo>
                    <a:lnTo>
                      <a:pt x="0" y="812775"/>
                    </a:lnTo>
                    <a:lnTo>
                      <a:pt x="0" y="823231"/>
                    </a:lnTo>
                    <a:lnTo>
                      <a:pt x="0" y="833591"/>
                    </a:lnTo>
                    <a:lnTo>
                      <a:pt x="0" y="844047"/>
                    </a:lnTo>
                    <a:lnTo>
                      <a:pt x="0" y="854502"/>
                    </a:lnTo>
                    <a:lnTo>
                      <a:pt x="0" y="864863"/>
                    </a:lnTo>
                    <a:lnTo>
                      <a:pt x="0" y="875318"/>
                    </a:lnTo>
                    <a:lnTo>
                      <a:pt x="0" y="885679"/>
                    </a:lnTo>
                    <a:lnTo>
                      <a:pt x="0" y="896135"/>
                    </a:lnTo>
                    <a:lnTo>
                      <a:pt x="0" y="906590"/>
                    </a:lnTo>
                    <a:lnTo>
                      <a:pt x="0" y="916951"/>
                    </a:lnTo>
                    <a:lnTo>
                      <a:pt x="0" y="927406"/>
                    </a:lnTo>
                    <a:lnTo>
                      <a:pt x="0" y="937861"/>
                    </a:lnTo>
                    <a:lnTo>
                      <a:pt x="0" y="948222"/>
                    </a:lnTo>
                    <a:lnTo>
                      <a:pt x="0" y="958678"/>
                    </a:lnTo>
                    <a:lnTo>
                      <a:pt x="0" y="969038"/>
                    </a:lnTo>
                    <a:lnTo>
                      <a:pt x="0" y="979494"/>
                    </a:lnTo>
                    <a:close/>
                  </a:path>
                </a:pathLst>
              </a:custGeom>
              <a:solidFill>
                <a:srgbClr val="3FBE89">
                  <a:alpha val="30000"/>
                </a:srgbClr>
              </a:solidFill>
              <a:ln w="9506" cap="flat">
                <a:noFill/>
                <a:prstDash val="solid"/>
                <a:miter/>
              </a:ln>
            </p:spPr>
            <p:txBody>
              <a:bodyPr rtlCol="0" anchor="ctr"/>
              <a:lstStyle/>
              <a:p>
                <a:endParaRPr lang="en-US"/>
              </a:p>
            </p:txBody>
          </p:sp>
          <p:sp>
            <p:nvSpPr>
              <p:cNvPr id="4047" name="Freeform 4046">
                <a:extLst>
                  <a:ext uri="{FF2B5EF4-FFF2-40B4-BE49-F238E27FC236}">
                    <a16:creationId xmlns:a16="http://schemas.microsoft.com/office/drawing/2014/main" id="{B51C9E3A-36E3-E75E-4F78-F3CB9DB9E0A0}"/>
                  </a:ext>
                </a:extLst>
              </p:cNvPr>
              <p:cNvSpPr/>
              <p:nvPr/>
            </p:nvSpPr>
            <p:spPr>
              <a:xfrm>
                <a:off x="10009218" y="4842208"/>
                <a:ext cx="111973" cy="527018"/>
              </a:xfrm>
              <a:custGeom>
                <a:avLst/>
                <a:gdLst>
                  <a:gd name="connsiteX0" fmla="*/ 0 w 44994"/>
                  <a:gd name="connsiteY0" fmla="*/ 0 h 211772"/>
                  <a:gd name="connsiteX1" fmla="*/ 44995 w 44994"/>
                  <a:gd name="connsiteY1" fmla="*/ 0 h 211772"/>
                  <a:gd name="connsiteX2" fmla="*/ 44995 w 44994"/>
                  <a:gd name="connsiteY2" fmla="*/ 211772 h 211772"/>
                  <a:gd name="connsiteX3" fmla="*/ 0 w 44994"/>
                  <a:gd name="connsiteY3" fmla="*/ 211772 h 211772"/>
                </a:gdLst>
                <a:ahLst/>
                <a:cxnLst>
                  <a:cxn ang="0">
                    <a:pos x="connsiteX0" y="connsiteY0"/>
                  </a:cxn>
                  <a:cxn ang="0">
                    <a:pos x="connsiteX1" y="connsiteY1"/>
                  </a:cxn>
                  <a:cxn ang="0">
                    <a:pos x="connsiteX2" y="connsiteY2"/>
                  </a:cxn>
                  <a:cxn ang="0">
                    <a:pos x="connsiteX3" y="connsiteY3"/>
                  </a:cxn>
                </a:cxnLst>
                <a:rect l="l" t="t" r="r" b="b"/>
                <a:pathLst>
                  <a:path w="44994" h="211772">
                    <a:moveTo>
                      <a:pt x="0" y="0"/>
                    </a:moveTo>
                    <a:lnTo>
                      <a:pt x="44995" y="0"/>
                    </a:lnTo>
                    <a:lnTo>
                      <a:pt x="44995" y="211772"/>
                    </a:lnTo>
                    <a:lnTo>
                      <a:pt x="0" y="211772"/>
                    </a:lnTo>
                    <a:close/>
                  </a:path>
                </a:pathLst>
              </a:custGeom>
              <a:solidFill>
                <a:srgbClr val="3FBE89">
                  <a:alpha val="45000"/>
                </a:srgbClr>
              </a:solidFill>
              <a:ln w="9506" cap="flat">
                <a:noFill/>
                <a:prstDash val="solid"/>
                <a:miter/>
              </a:ln>
            </p:spPr>
            <p:txBody>
              <a:bodyPr rtlCol="0" anchor="ctr"/>
              <a:lstStyle/>
              <a:p>
                <a:endParaRPr lang="en-US"/>
              </a:p>
            </p:txBody>
          </p:sp>
          <p:sp>
            <p:nvSpPr>
              <p:cNvPr id="4048" name="Freeform 4047">
                <a:extLst>
                  <a:ext uri="{FF2B5EF4-FFF2-40B4-BE49-F238E27FC236}">
                    <a16:creationId xmlns:a16="http://schemas.microsoft.com/office/drawing/2014/main" id="{387395AE-3A81-AFF4-F4D2-B75D7A3ABD52}"/>
                  </a:ext>
                </a:extLst>
              </p:cNvPr>
              <p:cNvSpPr/>
              <p:nvPr/>
            </p:nvSpPr>
            <p:spPr>
              <a:xfrm>
                <a:off x="10009218" y="4842208"/>
                <a:ext cx="111973" cy="527018"/>
              </a:xfrm>
              <a:custGeom>
                <a:avLst/>
                <a:gdLst>
                  <a:gd name="connsiteX0" fmla="*/ 0 w 44994"/>
                  <a:gd name="connsiteY0" fmla="*/ 0 h 211772"/>
                  <a:gd name="connsiteX1" fmla="*/ 44995 w 44994"/>
                  <a:gd name="connsiteY1" fmla="*/ 0 h 211772"/>
                  <a:gd name="connsiteX2" fmla="*/ 44995 w 44994"/>
                  <a:gd name="connsiteY2" fmla="*/ 211772 h 211772"/>
                  <a:gd name="connsiteX3" fmla="*/ 0 w 44994"/>
                  <a:gd name="connsiteY3" fmla="*/ 211772 h 211772"/>
                </a:gdLst>
                <a:ahLst/>
                <a:cxnLst>
                  <a:cxn ang="0">
                    <a:pos x="connsiteX0" y="connsiteY0"/>
                  </a:cxn>
                  <a:cxn ang="0">
                    <a:pos x="connsiteX1" y="connsiteY1"/>
                  </a:cxn>
                  <a:cxn ang="0">
                    <a:pos x="connsiteX2" y="connsiteY2"/>
                  </a:cxn>
                  <a:cxn ang="0">
                    <a:pos x="connsiteX3" y="connsiteY3"/>
                  </a:cxn>
                </a:cxnLst>
                <a:rect l="l" t="t" r="r" b="b"/>
                <a:pathLst>
                  <a:path w="44994" h="211772">
                    <a:moveTo>
                      <a:pt x="0" y="0"/>
                    </a:moveTo>
                    <a:lnTo>
                      <a:pt x="44995" y="0"/>
                    </a:lnTo>
                    <a:lnTo>
                      <a:pt x="44995" y="211772"/>
                    </a:lnTo>
                    <a:lnTo>
                      <a:pt x="0" y="211772"/>
                    </a:lnTo>
                    <a:close/>
                  </a:path>
                </a:pathLst>
              </a:custGeom>
              <a:noFill/>
              <a:ln w="4753" cap="flat">
                <a:solidFill>
                  <a:srgbClr val="000000"/>
                </a:solidFill>
                <a:prstDash val="solid"/>
                <a:miter/>
              </a:ln>
            </p:spPr>
            <p:txBody>
              <a:bodyPr rtlCol="0" anchor="ctr"/>
              <a:lstStyle/>
              <a:p>
                <a:endParaRPr lang="en-US"/>
              </a:p>
            </p:txBody>
          </p:sp>
          <p:sp>
            <p:nvSpPr>
              <p:cNvPr id="4049" name="Freeform 4048">
                <a:extLst>
                  <a:ext uri="{FF2B5EF4-FFF2-40B4-BE49-F238E27FC236}">
                    <a16:creationId xmlns:a16="http://schemas.microsoft.com/office/drawing/2014/main" id="{792A8817-1EEB-DCF1-A95A-3862744D4A17}"/>
                  </a:ext>
                </a:extLst>
              </p:cNvPr>
              <p:cNvSpPr/>
              <p:nvPr/>
            </p:nvSpPr>
            <p:spPr>
              <a:xfrm>
                <a:off x="10009218" y="5087505"/>
                <a:ext cx="111973" cy="23654"/>
              </a:xfrm>
              <a:custGeom>
                <a:avLst/>
                <a:gdLst>
                  <a:gd name="connsiteX0" fmla="*/ 0 w 44994"/>
                  <a:gd name="connsiteY0" fmla="*/ 0 h 9505"/>
                  <a:gd name="connsiteX1" fmla="*/ 44994 w 44994"/>
                  <a:gd name="connsiteY1" fmla="*/ 0 h 9505"/>
                </a:gdLst>
                <a:ahLst/>
                <a:cxnLst>
                  <a:cxn ang="0">
                    <a:pos x="connsiteX0" y="connsiteY0"/>
                  </a:cxn>
                  <a:cxn ang="0">
                    <a:pos x="connsiteX1" y="connsiteY1"/>
                  </a:cxn>
                </a:cxnLst>
                <a:rect l="l" t="t" r="r" b="b"/>
                <a:pathLst>
                  <a:path w="44994" h="9505">
                    <a:moveTo>
                      <a:pt x="0" y="0"/>
                    </a:moveTo>
                    <a:lnTo>
                      <a:pt x="44994" y="0"/>
                    </a:lnTo>
                  </a:path>
                </a:pathLst>
              </a:custGeom>
              <a:ln w="4753" cap="flat">
                <a:solidFill>
                  <a:srgbClr val="000000"/>
                </a:solidFill>
                <a:prstDash val="solid"/>
                <a:round/>
              </a:ln>
            </p:spPr>
            <p:txBody>
              <a:bodyPr rtlCol="0" anchor="ctr"/>
              <a:lstStyle/>
              <a:p>
                <a:endParaRPr lang="en-US"/>
              </a:p>
            </p:txBody>
          </p:sp>
          <p:sp>
            <p:nvSpPr>
              <p:cNvPr id="4050" name="Freeform 4049">
                <a:extLst>
                  <a:ext uri="{FF2B5EF4-FFF2-40B4-BE49-F238E27FC236}">
                    <a16:creationId xmlns:a16="http://schemas.microsoft.com/office/drawing/2014/main" id="{8007DB31-F07F-F9F6-8EC8-A7B3662D364E}"/>
                  </a:ext>
                </a:extLst>
              </p:cNvPr>
              <p:cNvSpPr/>
              <p:nvPr/>
            </p:nvSpPr>
            <p:spPr>
              <a:xfrm>
                <a:off x="8214090" y="3734950"/>
                <a:ext cx="1866619" cy="46836"/>
              </a:xfrm>
              <a:custGeom>
                <a:avLst/>
                <a:gdLst>
                  <a:gd name="connsiteX0" fmla="*/ 0 w 750064"/>
                  <a:gd name="connsiteY0" fmla="*/ 18820 h 18820"/>
                  <a:gd name="connsiteX1" fmla="*/ 0 w 750064"/>
                  <a:gd name="connsiteY1" fmla="*/ 0 h 18820"/>
                  <a:gd name="connsiteX2" fmla="*/ 750064 w 750064"/>
                  <a:gd name="connsiteY2" fmla="*/ 0 h 18820"/>
                  <a:gd name="connsiteX3" fmla="*/ 750064 w 750064"/>
                  <a:gd name="connsiteY3" fmla="*/ 18820 h 18820"/>
                </a:gdLst>
                <a:ahLst/>
                <a:cxnLst>
                  <a:cxn ang="0">
                    <a:pos x="connsiteX0" y="connsiteY0"/>
                  </a:cxn>
                  <a:cxn ang="0">
                    <a:pos x="connsiteX1" y="connsiteY1"/>
                  </a:cxn>
                  <a:cxn ang="0">
                    <a:pos x="connsiteX2" y="connsiteY2"/>
                  </a:cxn>
                  <a:cxn ang="0">
                    <a:pos x="connsiteX3" y="connsiteY3"/>
                  </a:cxn>
                </a:cxnLst>
                <a:rect l="l" t="t" r="r" b="b"/>
                <a:pathLst>
                  <a:path w="750064" h="18820">
                    <a:moveTo>
                      <a:pt x="0" y="18820"/>
                    </a:moveTo>
                    <a:lnTo>
                      <a:pt x="0" y="0"/>
                    </a:lnTo>
                    <a:lnTo>
                      <a:pt x="750064" y="0"/>
                    </a:lnTo>
                    <a:lnTo>
                      <a:pt x="750064" y="18820"/>
                    </a:lnTo>
                  </a:path>
                </a:pathLst>
              </a:custGeom>
              <a:noFill/>
              <a:ln w="4753" cap="flat">
                <a:solidFill>
                  <a:srgbClr val="000000"/>
                </a:solidFill>
                <a:prstDash val="solid"/>
                <a:round/>
              </a:ln>
            </p:spPr>
            <p:txBody>
              <a:bodyPr rtlCol="0" anchor="ctr"/>
              <a:lstStyle/>
              <a:p>
                <a:endParaRPr lang="en-US"/>
              </a:p>
            </p:txBody>
          </p:sp>
          <p:sp>
            <p:nvSpPr>
              <p:cNvPr id="4051" name="Freeform 4050">
                <a:extLst>
                  <a:ext uri="{FF2B5EF4-FFF2-40B4-BE49-F238E27FC236}">
                    <a16:creationId xmlns:a16="http://schemas.microsoft.com/office/drawing/2014/main" id="{B1B68BB7-0CE7-468D-343D-0FC41D030DAB}"/>
                  </a:ext>
                </a:extLst>
              </p:cNvPr>
              <p:cNvSpPr/>
              <p:nvPr/>
            </p:nvSpPr>
            <p:spPr>
              <a:xfrm>
                <a:off x="7704173" y="3270851"/>
                <a:ext cx="23672" cy="2816285"/>
              </a:xfrm>
              <a:custGeom>
                <a:avLst/>
                <a:gdLst>
                  <a:gd name="connsiteX0" fmla="*/ 0 w 9512"/>
                  <a:gd name="connsiteY0" fmla="*/ 1131669 h 1131669"/>
                  <a:gd name="connsiteX1" fmla="*/ 0 w 9512"/>
                  <a:gd name="connsiteY1" fmla="*/ 0 h 1131669"/>
                </a:gdLst>
                <a:ahLst/>
                <a:cxnLst>
                  <a:cxn ang="0">
                    <a:pos x="connsiteX0" y="connsiteY0"/>
                  </a:cxn>
                  <a:cxn ang="0">
                    <a:pos x="connsiteX1" y="connsiteY1"/>
                  </a:cxn>
                </a:cxnLst>
                <a:rect l="l" t="t" r="r" b="b"/>
                <a:pathLst>
                  <a:path w="9512" h="1131669">
                    <a:moveTo>
                      <a:pt x="0" y="1131669"/>
                    </a:moveTo>
                    <a:lnTo>
                      <a:pt x="0" y="0"/>
                    </a:lnTo>
                  </a:path>
                </a:pathLst>
              </a:custGeom>
              <a:ln w="4753" cap="sq">
                <a:solidFill>
                  <a:srgbClr val="262626"/>
                </a:solidFill>
                <a:prstDash val="solid"/>
                <a:round/>
              </a:ln>
            </p:spPr>
            <p:txBody>
              <a:bodyPr rtlCol="0" anchor="ctr"/>
              <a:lstStyle/>
              <a:p>
                <a:endParaRPr lang="en-US"/>
              </a:p>
            </p:txBody>
          </p:sp>
          <p:sp>
            <p:nvSpPr>
              <p:cNvPr id="4052" name="Freeform 4051">
                <a:extLst>
                  <a:ext uri="{FF2B5EF4-FFF2-40B4-BE49-F238E27FC236}">
                    <a16:creationId xmlns:a16="http://schemas.microsoft.com/office/drawing/2014/main" id="{65C1A3A6-3B45-87FE-F212-33C97137D38F}"/>
                  </a:ext>
                </a:extLst>
              </p:cNvPr>
              <p:cNvSpPr/>
              <p:nvPr/>
            </p:nvSpPr>
            <p:spPr>
              <a:xfrm>
                <a:off x="7712221" y="5438298"/>
                <a:ext cx="33614" cy="23654"/>
              </a:xfrm>
              <a:custGeom>
                <a:avLst/>
                <a:gdLst>
                  <a:gd name="connsiteX0" fmla="*/ 0 w 13507"/>
                  <a:gd name="connsiteY0" fmla="*/ 0 h 9505"/>
                  <a:gd name="connsiteX1" fmla="*/ 13508 w 13507"/>
                  <a:gd name="connsiteY1" fmla="*/ 0 h 9505"/>
                </a:gdLst>
                <a:ahLst/>
                <a:cxnLst>
                  <a:cxn ang="0">
                    <a:pos x="connsiteX0" y="connsiteY0"/>
                  </a:cxn>
                  <a:cxn ang="0">
                    <a:pos x="connsiteX1" y="connsiteY1"/>
                  </a:cxn>
                </a:cxnLst>
                <a:rect l="l" t="t" r="r" b="b"/>
                <a:pathLst>
                  <a:path w="13507" h="9505">
                    <a:moveTo>
                      <a:pt x="0" y="0"/>
                    </a:moveTo>
                    <a:lnTo>
                      <a:pt x="13508" y="0"/>
                    </a:lnTo>
                  </a:path>
                </a:pathLst>
              </a:custGeom>
              <a:ln w="4753" cap="sq">
                <a:solidFill>
                  <a:srgbClr val="262626"/>
                </a:solidFill>
                <a:prstDash val="solid"/>
                <a:round/>
              </a:ln>
            </p:spPr>
            <p:txBody>
              <a:bodyPr rtlCol="0" anchor="ctr"/>
              <a:lstStyle/>
              <a:p>
                <a:endParaRPr lang="en-US"/>
              </a:p>
            </p:txBody>
          </p:sp>
          <p:sp>
            <p:nvSpPr>
              <p:cNvPr id="4053" name="Freeform 4052">
                <a:extLst>
                  <a:ext uri="{FF2B5EF4-FFF2-40B4-BE49-F238E27FC236}">
                    <a16:creationId xmlns:a16="http://schemas.microsoft.com/office/drawing/2014/main" id="{DC7FDF32-CCB8-EC17-81EB-39D2E0F5A2B8}"/>
                  </a:ext>
                </a:extLst>
              </p:cNvPr>
              <p:cNvSpPr/>
              <p:nvPr/>
            </p:nvSpPr>
            <p:spPr>
              <a:xfrm>
                <a:off x="7712221" y="4797266"/>
                <a:ext cx="33614" cy="23654"/>
              </a:xfrm>
              <a:custGeom>
                <a:avLst/>
                <a:gdLst>
                  <a:gd name="connsiteX0" fmla="*/ 0 w 13507"/>
                  <a:gd name="connsiteY0" fmla="*/ 0 h 9505"/>
                  <a:gd name="connsiteX1" fmla="*/ 13508 w 13507"/>
                  <a:gd name="connsiteY1" fmla="*/ 0 h 9505"/>
                </a:gdLst>
                <a:ahLst/>
                <a:cxnLst>
                  <a:cxn ang="0">
                    <a:pos x="connsiteX0" y="connsiteY0"/>
                  </a:cxn>
                  <a:cxn ang="0">
                    <a:pos x="connsiteX1" y="connsiteY1"/>
                  </a:cxn>
                </a:cxnLst>
                <a:rect l="l" t="t" r="r" b="b"/>
                <a:pathLst>
                  <a:path w="13507" h="9505">
                    <a:moveTo>
                      <a:pt x="0" y="0"/>
                    </a:moveTo>
                    <a:lnTo>
                      <a:pt x="13508" y="0"/>
                    </a:lnTo>
                  </a:path>
                </a:pathLst>
              </a:custGeom>
              <a:ln w="4753" cap="sq">
                <a:solidFill>
                  <a:srgbClr val="262626"/>
                </a:solidFill>
                <a:prstDash val="solid"/>
                <a:round/>
              </a:ln>
            </p:spPr>
            <p:txBody>
              <a:bodyPr rtlCol="0" anchor="ctr"/>
              <a:lstStyle/>
              <a:p>
                <a:endParaRPr lang="en-US"/>
              </a:p>
            </p:txBody>
          </p:sp>
          <p:sp>
            <p:nvSpPr>
              <p:cNvPr id="4054" name="Freeform 4053">
                <a:extLst>
                  <a:ext uri="{FF2B5EF4-FFF2-40B4-BE49-F238E27FC236}">
                    <a16:creationId xmlns:a16="http://schemas.microsoft.com/office/drawing/2014/main" id="{725310E7-7410-BB61-7882-F614A6016F8B}"/>
                  </a:ext>
                </a:extLst>
              </p:cNvPr>
              <p:cNvSpPr/>
              <p:nvPr/>
            </p:nvSpPr>
            <p:spPr>
              <a:xfrm>
                <a:off x="7712221" y="4156234"/>
                <a:ext cx="33614" cy="23654"/>
              </a:xfrm>
              <a:custGeom>
                <a:avLst/>
                <a:gdLst>
                  <a:gd name="connsiteX0" fmla="*/ 0 w 13507"/>
                  <a:gd name="connsiteY0" fmla="*/ 0 h 9505"/>
                  <a:gd name="connsiteX1" fmla="*/ 13508 w 13507"/>
                  <a:gd name="connsiteY1" fmla="*/ 0 h 9505"/>
                </a:gdLst>
                <a:ahLst/>
                <a:cxnLst>
                  <a:cxn ang="0">
                    <a:pos x="connsiteX0" y="connsiteY0"/>
                  </a:cxn>
                  <a:cxn ang="0">
                    <a:pos x="connsiteX1" y="connsiteY1"/>
                  </a:cxn>
                </a:cxnLst>
                <a:rect l="l" t="t" r="r" b="b"/>
                <a:pathLst>
                  <a:path w="13507" h="9505">
                    <a:moveTo>
                      <a:pt x="0" y="0"/>
                    </a:moveTo>
                    <a:lnTo>
                      <a:pt x="13508" y="0"/>
                    </a:lnTo>
                  </a:path>
                </a:pathLst>
              </a:custGeom>
              <a:ln w="4753" cap="sq">
                <a:solidFill>
                  <a:srgbClr val="262626"/>
                </a:solidFill>
                <a:prstDash val="solid"/>
                <a:round/>
              </a:ln>
            </p:spPr>
            <p:txBody>
              <a:bodyPr rtlCol="0" anchor="ctr"/>
              <a:lstStyle/>
              <a:p>
                <a:endParaRPr lang="en-US"/>
              </a:p>
            </p:txBody>
          </p:sp>
          <p:grpSp>
            <p:nvGrpSpPr>
              <p:cNvPr id="4055" name="Graphic 5">
                <a:extLst>
                  <a:ext uri="{FF2B5EF4-FFF2-40B4-BE49-F238E27FC236}">
                    <a16:creationId xmlns:a16="http://schemas.microsoft.com/office/drawing/2014/main" id="{C9E8FD58-F72B-8317-8D12-15DE04B8C03E}"/>
                  </a:ext>
                </a:extLst>
              </p:cNvPr>
              <p:cNvGrpSpPr/>
              <p:nvPr/>
            </p:nvGrpSpPr>
            <p:grpSpPr>
              <a:xfrm>
                <a:off x="7240182" y="5903342"/>
                <a:ext cx="307986" cy="171256"/>
                <a:chOff x="5523820" y="4679006"/>
                <a:chExt cx="123758" cy="68816"/>
              </a:xfrm>
              <a:solidFill>
                <a:srgbClr val="262626"/>
              </a:solidFill>
            </p:grpSpPr>
            <p:sp>
              <p:nvSpPr>
                <p:cNvPr id="4669" name="Freeform 4668">
                  <a:extLst>
                    <a:ext uri="{FF2B5EF4-FFF2-40B4-BE49-F238E27FC236}">
                      <a16:creationId xmlns:a16="http://schemas.microsoft.com/office/drawing/2014/main" id="{31A873A6-3D34-49A1-EA28-6BD7096B3762}"/>
                    </a:ext>
                  </a:extLst>
                </p:cNvPr>
                <p:cNvSpPr/>
                <p:nvPr/>
              </p:nvSpPr>
              <p:spPr>
                <a:xfrm>
                  <a:off x="5523820" y="4679006"/>
                  <a:ext cx="45279" cy="68531"/>
                </a:xfrm>
                <a:custGeom>
                  <a:avLst/>
                  <a:gdLst>
                    <a:gd name="connsiteX0" fmla="*/ 22640 w 45279"/>
                    <a:gd name="connsiteY0" fmla="*/ 380 h 68531"/>
                    <a:gd name="connsiteX1" fmla="*/ 31201 w 45279"/>
                    <a:gd name="connsiteY1" fmla="*/ 1806 h 68531"/>
                    <a:gd name="connsiteX2" fmla="*/ 37384 w 45279"/>
                    <a:gd name="connsiteY2" fmla="*/ 5798 h 68531"/>
                    <a:gd name="connsiteX3" fmla="*/ 41475 w 45279"/>
                    <a:gd name="connsiteY3" fmla="*/ 11786 h 68531"/>
                    <a:gd name="connsiteX4" fmla="*/ 43853 w 45279"/>
                    <a:gd name="connsiteY4" fmla="*/ 19010 h 68531"/>
                    <a:gd name="connsiteX5" fmla="*/ 44994 w 45279"/>
                    <a:gd name="connsiteY5" fmla="*/ 26899 h 68531"/>
                    <a:gd name="connsiteX6" fmla="*/ 45280 w 45279"/>
                    <a:gd name="connsiteY6" fmla="*/ 34883 h 68531"/>
                    <a:gd name="connsiteX7" fmla="*/ 44328 w 45279"/>
                    <a:gd name="connsiteY7" fmla="*/ 47620 h 68531"/>
                    <a:gd name="connsiteX8" fmla="*/ 40809 w 45279"/>
                    <a:gd name="connsiteY8" fmla="*/ 58361 h 68531"/>
                    <a:gd name="connsiteX9" fmla="*/ 33960 w 45279"/>
                    <a:gd name="connsiteY9" fmla="*/ 65775 h 68531"/>
                    <a:gd name="connsiteX10" fmla="*/ 22640 w 45279"/>
                    <a:gd name="connsiteY10" fmla="*/ 68531 h 68531"/>
                    <a:gd name="connsiteX11" fmla="*/ 11320 w 45279"/>
                    <a:gd name="connsiteY11" fmla="*/ 65775 h 68531"/>
                    <a:gd name="connsiteX12" fmla="*/ 4376 w 45279"/>
                    <a:gd name="connsiteY12" fmla="*/ 58266 h 68531"/>
                    <a:gd name="connsiteX13" fmla="*/ 951 w 45279"/>
                    <a:gd name="connsiteY13" fmla="*/ 47335 h 68531"/>
                    <a:gd name="connsiteX14" fmla="*/ 0 w 45279"/>
                    <a:gd name="connsiteY14" fmla="*/ 34123 h 68531"/>
                    <a:gd name="connsiteX15" fmla="*/ 856 w 45279"/>
                    <a:gd name="connsiteY15" fmla="*/ 21671 h 68531"/>
                    <a:gd name="connsiteX16" fmla="*/ 4185 w 45279"/>
                    <a:gd name="connsiteY16" fmla="*/ 10741 h 68531"/>
                    <a:gd name="connsiteX17" fmla="*/ 11034 w 45279"/>
                    <a:gd name="connsiteY17" fmla="*/ 2947 h 68531"/>
                    <a:gd name="connsiteX18" fmla="*/ 22735 w 45279"/>
                    <a:gd name="connsiteY18" fmla="*/ 0 h 68531"/>
                    <a:gd name="connsiteX19" fmla="*/ 39192 w 45279"/>
                    <a:gd name="connsiteY19" fmla="*/ 34313 h 68531"/>
                    <a:gd name="connsiteX20" fmla="*/ 38621 w 45279"/>
                    <a:gd name="connsiteY20" fmla="*/ 23763 h 68531"/>
                    <a:gd name="connsiteX21" fmla="*/ 36243 w 45279"/>
                    <a:gd name="connsiteY21" fmla="*/ 14448 h 68531"/>
                    <a:gd name="connsiteX22" fmla="*/ 31106 w 45279"/>
                    <a:gd name="connsiteY22" fmla="*/ 7889 h 68531"/>
                    <a:gd name="connsiteX23" fmla="*/ 22450 w 45279"/>
                    <a:gd name="connsiteY23" fmla="*/ 5418 h 68531"/>
                    <a:gd name="connsiteX24" fmla="*/ 14269 w 45279"/>
                    <a:gd name="connsiteY24" fmla="*/ 7889 h 68531"/>
                    <a:gd name="connsiteX25" fmla="*/ 9322 w 45279"/>
                    <a:gd name="connsiteY25" fmla="*/ 14638 h 68531"/>
                    <a:gd name="connsiteX26" fmla="*/ 6754 w 45279"/>
                    <a:gd name="connsiteY26" fmla="*/ 24143 h 68531"/>
                    <a:gd name="connsiteX27" fmla="*/ 5993 w 45279"/>
                    <a:gd name="connsiteY27" fmla="*/ 34978 h 68531"/>
                    <a:gd name="connsiteX28" fmla="*/ 6849 w 45279"/>
                    <a:gd name="connsiteY28" fmla="*/ 46670 h 68531"/>
                    <a:gd name="connsiteX29" fmla="*/ 9513 w 45279"/>
                    <a:gd name="connsiteY29" fmla="*/ 55604 h 68531"/>
                    <a:gd name="connsiteX30" fmla="*/ 14649 w 45279"/>
                    <a:gd name="connsiteY30" fmla="*/ 61307 h 68531"/>
                    <a:gd name="connsiteX31" fmla="*/ 22640 w 45279"/>
                    <a:gd name="connsiteY31" fmla="*/ 63398 h 68531"/>
                    <a:gd name="connsiteX32" fmla="*/ 31391 w 45279"/>
                    <a:gd name="connsiteY32" fmla="*/ 60737 h 68531"/>
                    <a:gd name="connsiteX33" fmla="*/ 36433 w 45279"/>
                    <a:gd name="connsiteY33" fmla="*/ 53893 h 68531"/>
                    <a:gd name="connsiteX34" fmla="*/ 38716 w 45279"/>
                    <a:gd name="connsiteY34" fmla="*/ 44483 h 68531"/>
                    <a:gd name="connsiteX35" fmla="*/ 39287 w 45279"/>
                    <a:gd name="connsiteY35" fmla="*/ 34218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279" h="68531">
                      <a:moveTo>
                        <a:pt x="22640" y="380"/>
                      </a:moveTo>
                      <a:cubicBezTo>
                        <a:pt x="25969" y="380"/>
                        <a:pt x="28823" y="855"/>
                        <a:pt x="31201" y="1806"/>
                      </a:cubicBezTo>
                      <a:cubicBezTo>
                        <a:pt x="33579" y="2756"/>
                        <a:pt x="35672" y="4182"/>
                        <a:pt x="37384" y="5798"/>
                      </a:cubicBezTo>
                      <a:cubicBezTo>
                        <a:pt x="39097" y="7509"/>
                        <a:pt x="40428" y="9505"/>
                        <a:pt x="41475" y="11786"/>
                      </a:cubicBezTo>
                      <a:cubicBezTo>
                        <a:pt x="42521" y="14067"/>
                        <a:pt x="43377" y="16444"/>
                        <a:pt x="43853" y="19010"/>
                      </a:cubicBezTo>
                      <a:cubicBezTo>
                        <a:pt x="44424" y="21576"/>
                        <a:pt x="44804" y="24238"/>
                        <a:pt x="44994" y="26899"/>
                      </a:cubicBezTo>
                      <a:cubicBezTo>
                        <a:pt x="45185" y="29656"/>
                        <a:pt x="45280" y="32317"/>
                        <a:pt x="45280" y="34883"/>
                      </a:cubicBezTo>
                      <a:cubicBezTo>
                        <a:pt x="45280" y="39351"/>
                        <a:pt x="44994" y="43533"/>
                        <a:pt x="44328" y="47620"/>
                      </a:cubicBezTo>
                      <a:cubicBezTo>
                        <a:pt x="43663" y="51707"/>
                        <a:pt x="42521" y="55224"/>
                        <a:pt x="40809" y="58361"/>
                      </a:cubicBezTo>
                      <a:cubicBezTo>
                        <a:pt x="39097" y="61498"/>
                        <a:pt x="36814" y="63969"/>
                        <a:pt x="33960" y="65775"/>
                      </a:cubicBezTo>
                      <a:cubicBezTo>
                        <a:pt x="31011" y="67581"/>
                        <a:pt x="27301" y="68531"/>
                        <a:pt x="22640" y="68531"/>
                      </a:cubicBezTo>
                      <a:cubicBezTo>
                        <a:pt x="17979" y="68531"/>
                        <a:pt x="14269" y="67581"/>
                        <a:pt x="11320" y="65775"/>
                      </a:cubicBezTo>
                      <a:cubicBezTo>
                        <a:pt x="8371" y="63969"/>
                        <a:pt x="6088" y="61402"/>
                        <a:pt x="4376" y="58266"/>
                      </a:cubicBezTo>
                      <a:cubicBezTo>
                        <a:pt x="2664" y="55129"/>
                        <a:pt x="1522" y="51517"/>
                        <a:pt x="951" y="47335"/>
                      </a:cubicBezTo>
                      <a:cubicBezTo>
                        <a:pt x="285" y="43153"/>
                        <a:pt x="0" y="38780"/>
                        <a:pt x="0" y="34123"/>
                      </a:cubicBezTo>
                      <a:cubicBezTo>
                        <a:pt x="0" y="29846"/>
                        <a:pt x="285" y="25759"/>
                        <a:pt x="856" y="21671"/>
                      </a:cubicBezTo>
                      <a:cubicBezTo>
                        <a:pt x="1427" y="17584"/>
                        <a:pt x="2473" y="13972"/>
                        <a:pt x="4185" y="10741"/>
                      </a:cubicBezTo>
                      <a:cubicBezTo>
                        <a:pt x="5803" y="7509"/>
                        <a:pt x="8086" y="4943"/>
                        <a:pt x="11034" y="2947"/>
                      </a:cubicBezTo>
                      <a:cubicBezTo>
                        <a:pt x="13983" y="950"/>
                        <a:pt x="17883" y="0"/>
                        <a:pt x="22735" y="0"/>
                      </a:cubicBezTo>
                      <a:close/>
                      <a:moveTo>
                        <a:pt x="39192" y="34313"/>
                      </a:moveTo>
                      <a:cubicBezTo>
                        <a:pt x="39192" y="30701"/>
                        <a:pt x="39001" y="27184"/>
                        <a:pt x="38621" y="23763"/>
                      </a:cubicBezTo>
                      <a:cubicBezTo>
                        <a:pt x="38240" y="20341"/>
                        <a:pt x="37384" y="17204"/>
                        <a:pt x="36243" y="14448"/>
                      </a:cubicBezTo>
                      <a:cubicBezTo>
                        <a:pt x="35006" y="11691"/>
                        <a:pt x="33294" y="9505"/>
                        <a:pt x="31106" y="7889"/>
                      </a:cubicBezTo>
                      <a:cubicBezTo>
                        <a:pt x="28918" y="6273"/>
                        <a:pt x="26064" y="5418"/>
                        <a:pt x="22450" y="5418"/>
                      </a:cubicBezTo>
                      <a:cubicBezTo>
                        <a:pt x="19120" y="5418"/>
                        <a:pt x="16362" y="6273"/>
                        <a:pt x="14269" y="7889"/>
                      </a:cubicBezTo>
                      <a:cubicBezTo>
                        <a:pt x="12176" y="9600"/>
                        <a:pt x="10464" y="11786"/>
                        <a:pt x="9322" y="14638"/>
                      </a:cubicBezTo>
                      <a:cubicBezTo>
                        <a:pt x="8086" y="17394"/>
                        <a:pt x="7229" y="20626"/>
                        <a:pt x="6754" y="24143"/>
                      </a:cubicBezTo>
                      <a:cubicBezTo>
                        <a:pt x="6278" y="27660"/>
                        <a:pt x="5993" y="31271"/>
                        <a:pt x="5993" y="34978"/>
                      </a:cubicBezTo>
                      <a:cubicBezTo>
                        <a:pt x="5993" y="39256"/>
                        <a:pt x="6278" y="43153"/>
                        <a:pt x="6849" y="46670"/>
                      </a:cubicBezTo>
                      <a:cubicBezTo>
                        <a:pt x="7420" y="50187"/>
                        <a:pt x="8276" y="53228"/>
                        <a:pt x="9513" y="55604"/>
                      </a:cubicBezTo>
                      <a:cubicBezTo>
                        <a:pt x="10749" y="58076"/>
                        <a:pt x="12461" y="59977"/>
                        <a:pt x="14649" y="61307"/>
                      </a:cubicBezTo>
                      <a:cubicBezTo>
                        <a:pt x="16742" y="62638"/>
                        <a:pt x="19406" y="63398"/>
                        <a:pt x="22640" y="63398"/>
                      </a:cubicBezTo>
                      <a:cubicBezTo>
                        <a:pt x="26255" y="63398"/>
                        <a:pt x="29203" y="62543"/>
                        <a:pt x="31391" y="60737"/>
                      </a:cubicBezTo>
                      <a:cubicBezTo>
                        <a:pt x="33579" y="58931"/>
                        <a:pt x="35291" y="56650"/>
                        <a:pt x="36433" y="53893"/>
                      </a:cubicBezTo>
                      <a:cubicBezTo>
                        <a:pt x="37575" y="51137"/>
                        <a:pt x="38336" y="48000"/>
                        <a:pt x="38716" y="44483"/>
                      </a:cubicBezTo>
                      <a:cubicBezTo>
                        <a:pt x="39097" y="40967"/>
                        <a:pt x="39287" y="37545"/>
                        <a:pt x="39287" y="34218"/>
                      </a:cubicBezTo>
                      <a:close/>
                    </a:path>
                  </a:pathLst>
                </a:custGeom>
                <a:solidFill>
                  <a:srgbClr val="262626"/>
                </a:solidFill>
                <a:ln w="9506" cap="flat">
                  <a:noFill/>
                  <a:prstDash val="solid"/>
                  <a:miter/>
                </a:ln>
              </p:spPr>
              <p:txBody>
                <a:bodyPr rtlCol="0" anchor="ctr"/>
                <a:lstStyle/>
                <a:p>
                  <a:endParaRPr lang="en-US"/>
                </a:p>
              </p:txBody>
            </p:sp>
            <p:sp>
              <p:nvSpPr>
                <p:cNvPr id="4670" name="Freeform 4669">
                  <a:extLst>
                    <a:ext uri="{FF2B5EF4-FFF2-40B4-BE49-F238E27FC236}">
                      <a16:creationId xmlns:a16="http://schemas.microsoft.com/office/drawing/2014/main" id="{177FA1DE-5EFD-9E51-92CC-930921C37D8C}"/>
                    </a:ext>
                  </a:extLst>
                </p:cNvPr>
                <p:cNvSpPr/>
                <p:nvPr/>
              </p:nvSpPr>
              <p:spPr>
                <a:xfrm>
                  <a:off x="5582607" y="4738032"/>
                  <a:ext cx="6944" cy="8364"/>
                </a:xfrm>
                <a:custGeom>
                  <a:avLst/>
                  <a:gdLst>
                    <a:gd name="connsiteX0" fmla="*/ 0 w 6944"/>
                    <a:gd name="connsiteY0" fmla="*/ 8364 h 8364"/>
                    <a:gd name="connsiteX1" fmla="*/ 0 w 6944"/>
                    <a:gd name="connsiteY1" fmla="*/ 0 h 8364"/>
                    <a:gd name="connsiteX2" fmla="*/ 6944 w 6944"/>
                    <a:gd name="connsiteY2" fmla="*/ 0 h 8364"/>
                    <a:gd name="connsiteX3" fmla="*/ 6944 w 6944"/>
                    <a:gd name="connsiteY3" fmla="*/ 8364 h 8364"/>
                    <a:gd name="connsiteX4" fmla="*/ 0 w 6944"/>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4" h="8364">
                      <a:moveTo>
                        <a:pt x="0" y="8364"/>
                      </a:moveTo>
                      <a:lnTo>
                        <a:pt x="0" y="0"/>
                      </a:lnTo>
                      <a:lnTo>
                        <a:pt x="6944" y="0"/>
                      </a:lnTo>
                      <a:lnTo>
                        <a:pt x="6944" y="8364"/>
                      </a:lnTo>
                      <a:lnTo>
                        <a:pt x="0" y="8364"/>
                      </a:lnTo>
                      <a:close/>
                    </a:path>
                  </a:pathLst>
                </a:custGeom>
                <a:solidFill>
                  <a:srgbClr val="262626"/>
                </a:solidFill>
                <a:ln w="9506" cap="flat">
                  <a:noFill/>
                  <a:prstDash val="solid"/>
                  <a:miter/>
                </a:ln>
              </p:spPr>
              <p:txBody>
                <a:bodyPr rtlCol="0" anchor="ctr"/>
                <a:lstStyle/>
                <a:p>
                  <a:endParaRPr lang="en-US"/>
                </a:p>
              </p:txBody>
            </p:sp>
            <p:sp>
              <p:nvSpPr>
                <p:cNvPr id="4671" name="Freeform 4670">
                  <a:extLst>
                    <a:ext uri="{FF2B5EF4-FFF2-40B4-BE49-F238E27FC236}">
                      <a16:creationId xmlns:a16="http://schemas.microsoft.com/office/drawing/2014/main" id="{8CE09A6C-DD9E-1359-03B0-4C086C25D7D6}"/>
                    </a:ext>
                  </a:extLst>
                </p:cNvPr>
                <p:cNvSpPr/>
                <p:nvPr/>
              </p:nvSpPr>
              <p:spPr>
                <a:xfrm>
                  <a:off x="5602679" y="4680052"/>
                  <a:ext cx="44899" cy="67770"/>
                </a:xfrm>
                <a:custGeom>
                  <a:avLst/>
                  <a:gdLst>
                    <a:gd name="connsiteX0" fmla="*/ 6088 w 44899"/>
                    <a:gd name="connsiteY0" fmla="*/ 48856 h 67770"/>
                    <a:gd name="connsiteX1" fmla="*/ 11510 w 44899"/>
                    <a:gd name="connsiteY1" fmla="*/ 59121 h 67770"/>
                    <a:gd name="connsiteX2" fmla="*/ 22640 w 44899"/>
                    <a:gd name="connsiteY2" fmla="*/ 62448 h 67770"/>
                    <a:gd name="connsiteX3" fmla="*/ 29394 w 44899"/>
                    <a:gd name="connsiteY3" fmla="*/ 61117 h 67770"/>
                    <a:gd name="connsiteX4" fmla="*/ 34531 w 44899"/>
                    <a:gd name="connsiteY4" fmla="*/ 57506 h 67770"/>
                    <a:gd name="connsiteX5" fmla="*/ 37670 w 44899"/>
                    <a:gd name="connsiteY5" fmla="*/ 52088 h 67770"/>
                    <a:gd name="connsiteX6" fmla="*/ 38716 w 44899"/>
                    <a:gd name="connsiteY6" fmla="*/ 45339 h 67770"/>
                    <a:gd name="connsiteX7" fmla="*/ 37575 w 44899"/>
                    <a:gd name="connsiteY7" fmla="*/ 38496 h 67770"/>
                    <a:gd name="connsiteX8" fmla="*/ 34245 w 44899"/>
                    <a:gd name="connsiteY8" fmla="*/ 33078 h 67770"/>
                    <a:gd name="connsiteX9" fmla="*/ 29013 w 44899"/>
                    <a:gd name="connsiteY9" fmla="*/ 29561 h 67770"/>
                    <a:gd name="connsiteX10" fmla="*/ 22069 w 44899"/>
                    <a:gd name="connsiteY10" fmla="*/ 28325 h 67770"/>
                    <a:gd name="connsiteX11" fmla="*/ 13888 w 44899"/>
                    <a:gd name="connsiteY11" fmla="*/ 30036 h 67770"/>
                    <a:gd name="connsiteX12" fmla="*/ 7515 w 44899"/>
                    <a:gd name="connsiteY12" fmla="*/ 35359 h 67770"/>
                    <a:gd name="connsiteX13" fmla="*/ 2473 w 44899"/>
                    <a:gd name="connsiteY13" fmla="*/ 34693 h 67770"/>
                    <a:gd name="connsiteX14" fmla="*/ 7895 w 44899"/>
                    <a:gd name="connsiteY14" fmla="*/ 0 h 67770"/>
                    <a:gd name="connsiteX15" fmla="*/ 41189 w 44899"/>
                    <a:gd name="connsiteY15" fmla="*/ 0 h 67770"/>
                    <a:gd name="connsiteX16" fmla="*/ 41189 w 44899"/>
                    <a:gd name="connsiteY16" fmla="*/ 5133 h 67770"/>
                    <a:gd name="connsiteX17" fmla="*/ 13032 w 44899"/>
                    <a:gd name="connsiteY17" fmla="*/ 5133 h 67770"/>
                    <a:gd name="connsiteX18" fmla="*/ 8847 w 44899"/>
                    <a:gd name="connsiteY18" fmla="*/ 27660 h 67770"/>
                    <a:gd name="connsiteX19" fmla="*/ 12557 w 44899"/>
                    <a:gd name="connsiteY19" fmla="*/ 25569 h 67770"/>
                    <a:gd name="connsiteX20" fmla="*/ 15886 w 44899"/>
                    <a:gd name="connsiteY20" fmla="*/ 24143 h 67770"/>
                    <a:gd name="connsiteX21" fmla="*/ 19501 w 44899"/>
                    <a:gd name="connsiteY21" fmla="*/ 23477 h 67770"/>
                    <a:gd name="connsiteX22" fmla="*/ 23686 w 44899"/>
                    <a:gd name="connsiteY22" fmla="*/ 23287 h 67770"/>
                    <a:gd name="connsiteX23" fmla="*/ 32152 w 44899"/>
                    <a:gd name="connsiteY23" fmla="*/ 24808 h 67770"/>
                    <a:gd name="connsiteX24" fmla="*/ 38906 w 44899"/>
                    <a:gd name="connsiteY24" fmla="*/ 29181 h 67770"/>
                    <a:gd name="connsiteX25" fmla="*/ 43282 w 44899"/>
                    <a:gd name="connsiteY25" fmla="*/ 36214 h 67770"/>
                    <a:gd name="connsiteX26" fmla="*/ 44899 w 44899"/>
                    <a:gd name="connsiteY26" fmla="*/ 45434 h 67770"/>
                    <a:gd name="connsiteX27" fmla="*/ 43092 w 44899"/>
                    <a:gd name="connsiteY27" fmla="*/ 54939 h 67770"/>
                    <a:gd name="connsiteX28" fmla="*/ 38336 w 44899"/>
                    <a:gd name="connsiteY28" fmla="*/ 61878 h 67770"/>
                    <a:gd name="connsiteX29" fmla="*/ 31582 w 44899"/>
                    <a:gd name="connsiteY29" fmla="*/ 66250 h 67770"/>
                    <a:gd name="connsiteX30" fmla="*/ 23686 w 44899"/>
                    <a:gd name="connsiteY30" fmla="*/ 67771 h 67770"/>
                    <a:gd name="connsiteX31" fmla="*/ 14744 w 44899"/>
                    <a:gd name="connsiteY31" fmla="*/ 66820 h 67770"/>
                    <a:gd name="connsiteX32" fmla="*/ 7420 w 44899"/>
                    <a:gd name="connsiteY32" fmla="*/ 63684 h 67770"/>
                    <a:gd name="connsiteX33" fmla="*/ 2378 w 44899"/>
                    <a:gd name="connsiteY33" fmla="*/ 57886 h 67770"/>
                    <a:gd name="connsiteX34" fmla="*/ 0 w 44899"/>
                    <a:gd name="connsiteY34" fmla="*/ 49046 h 67770"/>
                    <a:gd name="connsiteX35" fmla="*/ 6088 w 44899"/>
                    <a:gd name="connsiteY35" fmla="*/ 49046 h 677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4899" h="67770">
                      <a:moveTo>
                        <a:pt x="6088" y="48856"/>
                      </a:moveTo>
                      <a:cubicBezTo>
                        <a:pt x="6754" y="53418"/>
                        <a:pt x="8561" y="56840"/>
                        <a:pt x="11510" y="59121"/>
                      </a:cubicBezTo>
                      <a:cubicBezTo>
                        <a:pt x="14554" y="61402"/>
                        <a:pt x="18264" y="62448"/>
                        <a:pt x="22640" y="62448"/>
                      </a:cubicBezTo>
                      <a:cubicBezTo>
                        <a:pt x="25113" y="62448"/>
                        <a:pt x="27396" y="61973"/>
                        <a:pt x="29394" y="61117"/>
                      </a:cubicBezTo>
                      <a:cubicBezTo>
                        <a:pt x="31391" y="60262"/>
                        <a:pt x="33104" y="59026"/>
                        <a:pt x="34531" y="57506"/>
                      </a:cubicBezTo>
                      <a:cubicBezTo>
                        <a:pt x="35957" y="55985"/>
                        <a:pt x="37004" y="54179"/>
                        <a:pt x="37670" y="52088"/>
                      </a:cubicBezTo>
                      <a:cubicBezTo>
                        <a:pt x="38431" y="49997"/>
                        <a:pt x="38716" y="47810"/>
                        <a:pt x="38716" y="45339"/>
                      </a:cubicBezTo>
                      <a:cubicBezTo>
                        <a:pt x="38716" y="42868"/>
                        <a:pt x="38336" y="40587"/>
                        <a:pt x="37575" y="38496"/>
                      </a:cubicBezTo>
                      <a:cubicBezTo>
                        <a:pt x="36814" y="36404"/>
                        <a:pt x="35672" y="34598"/>
                        <a:pt x="34245" y="33078"/>
                      </a:cubicBezTo>
                      <a:cubicBezTo>
                        <a:pt x="32818" y="31557"/>
                        <a:pt x="31106" y="30416"/>
                        <a:pt x="29013" y="29561"/>
                      </a:cubicBezTo>
                      <a:cubicBezTo>
                        <a:pt x="26921" y="28705"/>
                        <a:pt x="24637" y="28325"/>
                        <a:pt x="22069" y="28325"/>
                      </a:cubicBezTo>
                      <a:cubicBezTo>
                        <a:pt x="19025" y="28325"/>
                        <a:pt x="16267" y="28895"/>
                        <a:pt x="13888" y="30036"/>
                      </a:cubicBezTo>
                      <a:cubicBezTo>
                        <a:pt x="11510" y="31176"/>
                        <a:pt x="9322" y="32887"/>
                        <a:pt x="7515" y="35359"/>
                      </a:cubicBezTo>
                      <a:lnTo>
                        <a:pt x="2473" y="34693"/>
                      </a:lnTo>
                      <a:lnTo>
                        <a:pt x="7895" y="0"/>
                      </a:lnTo>
                      <a:lnTo>
                        <a:pt x="41189" y="0"/>
                      </a:lnTo>
                      <a:lnTo>
                        <a:pt x="41189" y="5133"/>
                      </a:lnTo>
                      <a:lnTo>
                        <a:pt x="13032" y="5133"/>
                      </a:lnTo>
                      <a:lnTo>
                        <a:pt x="8847" y="27660"/>
                      </a:lnTo>
                      <a:cubicBezTo>
                        <a:pt x="10178" y="26804"/>
                        <a:pt x="11415" y="26139"/>
                        <a:pt x="12557" y="25569"/>
                      </a:cubicBezTo>
                      <a:cubicBezTo>
                        <a:pt x="13698" y="24998"/>
                        <a:pt x="14744" y="24523"/>
                        <a:pt x="15886" y="24143"/>
                      </a:cubicBezTo>
                      <a:cubicBezTo>
                        <a:pt x="17027" y="23763"/>
                        <a:pt x="18264" y="23573"/>
                        <a:pt x="19501" y="23477"/>
                      </a:cubicBezTo>
                      <a:cubicBezTo>
                        <a:pt x="20737" y="23382"/>
                        <a:pt x="22069" y="23287"/>
                        <a:pt x="23686" y="23287"/>
                      </a:cubicBezTo>
                      <a:cubicBezTo>
                        <a:pt x="26730" y="23287"/>
                        <a:pt x="29584" y="23763"/>
                        <a:pt x="32152" y="24808"/>
                      </a:cubicBezTo>
                      <a:cubicBezTo>
                        <a:pt x="34721" y="25854"/>
                        <a:pt x="37004" y="27279"/>
                        <a:pt x="38906" y="29181"/>
                      </a:cubicBezTo>
                      <a:cubicBezTo>
                        <a:pt x="40809" y="31082"/>
                        <a:pt x="42236" y="33458"/>
                        <a:pt x="43282" y="36214"/>
                      </a:cubicBezTo>
                      <a:cubicBezTo>
                        <a:pt x="44329" y="38971"/>
                        <a:pt x="44899" y="42012"/>
                        <a:pt x="44899" y="45434"/>
                      </a:cubicBezTo>
                      <a:cubicBezTo>
                        <a:pt x="44899" y="48856"/>
                        <a:pt x="44329" y="52183"/>
                        <a:pt x="43092" y="54939"/>
                      </a:cubicBezTo>
                      <a:cubicBezTo>
                        <a:pt x="41950" y="57696"/>
                        <a:pt x="40333" y="60072"/>
                        <a:pt x="38336" y="61878"/>
                      </a:cubicBezTo>
                      <a:cubicBezTo>
                        <a:pt x="36338" y="63779"/>
                        <a:pt x="34150" y="65205"/>
                        <a:pt x="31582" y="66250"/>
                      </a:cubicBezTo>
                      <a:cubicBezTo>
                        <a:pt x="29013" y="67201"/>
                        <a:pt x="26350" y="67771"/>
                        <a:pt x="23686" y="67771"/>
                      </a:cubicBezTo>
                      <a:cubicBezTo>
                        <a:pt x="20547" y="67771"/>
                        <a:pt x="17503" y="67486"/>
                        <a:pt x="14744" y="66820"/>
                      </a:cubicBezTo>
                      <a:cubicBezTo>
                        <a:pt x="11986" y="66155"/>
                        <a:pt x="9608" y="65110"/>
                        <a:pt x="7420" y="63684"/>
                      </a:cubicBezTo>
                      <a:cubicBezTo>
                        <a:pt x="5327" y="62163"/>
                        <a:pt x="3615" y="60262"/>
                        <a:pt x="2378" y="57886"/>
                      </a:cubicBezTo>
                      <a:cubicBezTo>
                        <a:pt x="1046" y="55509"/>
                        <a:pt x="285" y="52563"/>
                        <a:pt x="0" y="49046"/>
                      </a:cubicBezTo>
                      <a:lnTo>
                        <a:pt x="6088" y="49046"/>
                      </a:lnTo>
                      <a:close/>
                    </a:path>
                  </a:pathLst>
                </a:custGeom>
                <a:solidFill>
                  <a:srgbClr val="262626"/>
                </a:solidFill>
                <a:ln w="9506" cap="flat">
                  <a:noFill/>
                  <a:prstDash val="solid"/>
                  <a:miter/>
                </a:ln>
              </p:spPr>
              <p:txBody>
                <a:bodyPr rtlCol="0" anchor="ctr"/>
                <a:lstStyle/>
                <a:p>
                  <a:endParaRPr lang="en-US"/>
                </a:p>
              </p:txBody>
            </p:sp>
          </p:grpSp>
          <p:grpSp>
            <p:nvGrpSpPr>
              <p:cNvPr id="4056" name="Graphic 5">
                <a:extLst>
                  <a:ext uri="{FF2B5EF4-FFF2-40B4-BE49-F238E27FC236}">
                    <a16:creationId xmlns:a16="http://schemas.microsoft.com/office/drawing/2014/main" id="{5A83744D-8E95-A5DF-3100-8D8BB9CA7AF3}"/>
                  </a:ext>
                </a:extLst>
              </p:cNvPr>
              <p:cNvGrpSpPr/>
              <p:nvPr/>
            </p:nvGrpSpPr>
            <p:grpSpPr>
              <a:xfrm>
                <a:off x="7240182" y="5333273"/>
                <a:ext cx="307986" cy="170547"/>
                <a:chOff x="5523820" y="4449935"/>
                <a:chExt cx="123758" cy="68531"/>
              </a:xfrm>
              <a:solidFill>
                <a:srgbClr val="262626"/>
              </a:solidFill>
            </p:grpSpPr>
            <p:sp>
              <p:nvSpPr>
                <p:cNvPr id="4666" name="Freeform 4665">
                  <a:extLst>
                    <a:ext uri="{FF2B5EF4-FFF2-40B4-BE49-F238E27FC236}">
                      <a16:creationId xmlns:a16="http://schemas.microsoft.com/office/drawing/2014/main" id="{B5B7E928-D084-9CB6-3E64-9C3B1F0F1324}"/>
                    </a:ext>
                  </a:extLst>
                </p:cNvPr>
                <p:cNvSpPr/>
                <p:nvPr/>
              </p:nvSpPr>
              <p:spPr>
                <a:xfrm>
                  <a:off x="5523820" y="4449935"/>
                  <a:ext cx="45279" cy="68531"/>
                </a:xfrm>
                <a:custGeom>
                  <a:avLst/>
                  <a:gdLst>
                    <a:gd name="connsiteX0" fmla="*/ 22640 w 45279"/>
                    <a:gd name="connsiteY0" fmla="*/ 380 h 68531"/>
                    <a:gd name="connsiteX1" fmla="*/ 31201 w 45279"/>
                    <a:gd name="connsiteY1" fmla="*/ 1806 h 68531"/>
                    <a:gd name="connsiteX2" fmla="*/ 37384 w 45279"/>
                    <a:gd name="connsiteY2" fmla="*/ 5798 h 68531"/>
                    <a:gd name="connsiteX3" fmla="*/ 41475 w 45279"/>
                    <a:gd name="connsiteY3" fmla="*/ 11786 h 68531"/>
                    <a:gd name="connsiteX4" fmla="*/ 43853 w 45279"/>
                    <a:gd name="connsiteY4" fmla="*/ 19010 h 68531"/>
                    <a:gd name="connsiteX5" fmla="*/ 44994 w 45279"/>
                    <a:gd name="connsiteY5" fmla="*/ 26899 h 68531"/>
                    <a:gd name="connsiteX6" fmla="*/ 45280 w 45279"/>
                    <a:gd name="connsiteY6" fmla="*/ 34883 h 68531"/>
                    <a:gd name="connsiteX7" fmla="*/ 44328 w 45279"/>
                    <a:gd name="connsiteY7" fmla="*/ 47620 h 68531"/>
                    <a:gd name="connsiteX8" fmla="*/ 40809 w 45279"/>
                    <a:gd name="connsiteY8" fmla="*/ 58361 h 68531"/>
                    <a:gd name="connsiteX9" fmla="*/ 33960 w 45279"/>
                    <a:gd name="connsiteY9" fmla="*/ 65775 h 68531"/>
                    <a:gd name="connsiteX10" fmla="*/ 22640 w 45279"/>
                    <a:gd name="connsiteY10" fmla="*/ 68531 h 68531"/>
                    <a:gd name="connsiteX11" fmla="*/ 11320 w 45279"/>
                    <a:gd name="connsiteY11" fmla="*/ 65775 h 68531"/>
                    <a:gd name="connsiteX12" fmla="*/ 4376 w 45279"/>
                    <a:gd name="connsiteY12" fmla="*/ 58266 h 68531"/>
                    <a:gd name="connsiteX13" fmla="*/ 951 w 45279"/>
                    <a:gd name="connsiteY13" fmla="*/ 47335 h 68531"/>
                    <a:gd name="connsiteX14" fmla="*/ 0 w 45279"/>
                    <a:gd name="connsiteY14" fmla="*/ 34123 h 68531"/>
                    <a:gd name="connsiteX15" fmla="*/ 856 w 45279"/>
                    <a:gd name="connsiteY15" fmla="*/ 21671 h 68531"/>
                    <a:gd name="connsiteX16" fmla="*/ 4185 w 45279"/>
                    <a:gd name="connsiteY16" fmla="*/ 10741 h 68531"/>
                    <a:gd name="connsiteX17" fmla="*/ 11034 w 45279"/>
                    <a:gd name="connsiteY17" fmla="*/ 2947 h 68531"/>
                    <a:gd name="connsiteX18" fmla="*/ 22735 w 45279"/>
                    <a:gd name="connsiteY18" fmla="*/ 0 h 68531"/>
                    <a:gd name="connsiteX19" fmla="*/ 39192 w 45279"/>
                    <a:gd name="connsiteY19" fmla="*/ 34408 h 68531"/>
                    <a:gd name="connsiteX20" fmla="*/ 38621 w 45279"/>
                    <a:gd name="connsiteY20" fmla="*/ 23858 h 68531"/>
                    <a:gd name="connsiteX21" fmla="*/ 36243 w 45279"/>
                    <a:gd name="connsiteY21" fmla="*/ 14543 h 68531"/>
                    <a:gd name="connsiteX22" fmla="*/ 31106 w 45279"/>
                    <a:gd name="connsiteY22" fmla="*/ 7984 h 68531"/>
                    <a:gd name="connsiteX23" fmla="*/ 22450 w 45279"/>
                    <a:gd name="connsiteY23" fmla="*/ 5513 h 68531"/>
                    <a:gd name="connsiteX24" fmla="*/ 14269 w 45279"/>
                    <a:gd name="connsiteY24" fmla="*/ 7984 h 68531"/>
                    <a:gd name="connsiteX25" fmla="*/ 9322 w 45279"/>
                    <a:gd name="connsiteY25" fmla="*/ 14733 h 68531"/>
                    <a:gd name="connsiteX26" fmla="*/ 6754 w 45279"/>
                    <a:gd name="connsiteY26" fmla="*/ 24238 h 68531"/>
                    <a:gd name="connsiteX27" fmla="*/ 5993 w 45279"/>
                    <a:gd name="connsiteY27" fmla="*/ 35074 h 68531"/>
                    <a:gd name="connsiteX28" fmla="*/ 6849 w 45279"/>
                    <a:gd name="connsiteY28" fmla="*/ 46765 h 68531"/>
                    <a:gd name="connsiteX29" fmla="*/ 9513 w 45279"/>
                    <a:gd name="connsiteY29" fmla="*/ 55699 h 68531"/>
                    <a:gd name="connsiteX30" fmla="*/ 14649 w 45279"/>
                    <a:gd name="connsiteY30" fmla="*/ 61402 h 68531"/>
                    <a:gd name="connsiteX31" fmla="*/ 22640 w 45279"/>
                    <a:gd name="connsiteY31" fmla="*/ 63494 h 68531"/>
                    <a:gd name="connsiteX32" fmla="*/ 31391 w 45279"/>
                    <a:gd name="connsiteY32" fmla="*/ 60832 h 68531"/>
                    <a:gd name="connsiteX33" fmla="*/ 36433 w 45279"/>
                    <a:gd name="connsiteY33" fmla="*/ 53989 h 68531"/>
                    <a:gd name="connsiteX34" fmla="*/ 38716 w 45279"/>
                    <a:gd name="connsiteY34" fmla="*/ 44579 h 68531"/>
                    <a:gd name="connsiteX35" fmla="*/ 39287 w 4527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279" h="68531">
                      <a:moveTo>
                        <a:pt x="22640" y="380"/>
                      </a:moveTo>
                      <a:cubicBezTo>
                        <a:pt x="25969" y="380"/>
                        <a:pt x="28823" y="855"/>
                        <a:pt x="31201" y="1806"/>
                      </a:cubicBezTo>
                      <a:cubicBezTo>
                        <a:pt x="33579" y="2757"/>
                        <a:pt x="35672" y="4182"/>
                        <a:pt x="37384" y="5798"/>
                      </a:cubicBezTo>
                      <a:cubicBezTo>
                        <a:pt x="39097" y="7509"/>
                        <a:pt x="40428" y="9505"/>
                        <a:pt x="41475" y="11786"/>
                      </a:cubicBezTo>
                      <a:cubicBezTo>
                        <a:pt x="42521" y="14068"/>
                        <a:pt x="43377" y="16444"/>
                        <a:pt x="43853" y="19010"/>
                      </a:cubicBezTo>
                      <a:cubicBezTo>
                        <a:pt x="44424" y="21576"/>
                        <a:pt x="44804" y="24238"/>
                        <a:pt x="44994" y="26899"/>
                      </a:cubicBezTo>
                      <a:cubicBezTo>
                        <a:pt x="45185" y="29656"/>
                        <a:pt x="45280" y="32317"/>
                        <a:pt x="45280" y="34883"/>
                      </a:cubicBezTo>
                      <a:cubicBezTo>
                        <a:pt x="45280" y="39351"/>
                        <a:pt x="44994" y="43533"/>
                        <a:pt x="44328" y="47620"/>
                      </a:cubicBezTo>
                      <a:cubicBezTo>
                        <a:pt x="43663" y="51707"/>
                        <a:pt x="42521" y="55224"/>
                        <a:pt x="40809" y="58361"/>
                      </a:cubicBezTo>
                      <a:cubicBezTo>
                        <a:pt x="39097" y="61498"/>
                        <a:pt x="36814" y="63969"/>
                        <a:pt x="33960" y="65775"/>
                      </a:cubicBezTo>
                      <a:cubicBezTo>
                        <a:pt x="31011" y="67581"/>
                        <a:pt x="27301" y="68531"/>
                        <a:pt x="22640" y="68531"/>
                      </a:cubicBezTo>
                      <a:cubicBezTo>
                        <a:pt x="17979" y="68531"/>
                        <a:pt x="14269" y="67581"/>
                        <a:pt x="11320" y="65775"/>
                      </a:cubicBezTo>
                      <a:cubicBezTo>
                        <a:pt x="8371" y="63969"/>
                        <a:pt x="6088" y="61402"/>
                        <a:pt x="4376" y="58266"/>
                      </a:cubicBezTo>
                      <a:cubicBezTo>
                        <a:pt x="2664" y="55129"/>
                        <a:pt x="1522" y="51517"/>
                        <a:pt x="951" y="47335"/>
                      </a:cubicBezTo>
                      <a:cubicBezTo>
                        <a:pt x="285" y="43153"/>
                        <a:pt x="0" y="38780"/>
                        <a:pt x="0" y="34123"/>
                      </a:cubicBezTo>
                      <a:cubicBezTo>
                        <a:pt x="0" y="29846"/>
                        <a:pt x="285" y="25759"/>
                        <a:pt x="856" y="21671"/>
                      </a:cubicBezTo>
                      <a:cubicBezTo>
                        <a:pt x="1427" y="17584"/>
                        <a:pt x="2473" y="13972"/>
                        <a:pt x="4185" y="10741"/>
                      </a:cubicBezTo>
                      <a:cubicBezTo>
                        <a:pt x="5803" y="7509"/>
                        <a:pt x="8086" y="4943"/>
                        <a:pt x="11034" y="2947"/>
                      </a:cubicBezTo>
                      <a:cubicBezTo>
                        <a:pt x="13983" y="951"/>
                        <a:pt x="17883" y="0"/>
                        <a:pt x="22735" y="0"/>
                      </a:cubicBezTo>
                      <a:close/>
                      <a:moveTo>
                        <a:pt x="39192" y="34408"/>
                      </a:moveTo>
                      <a:cubicBezTo>
                        <a:pt x="39192" y="30796"/>
                        <a:pt x="39001" y="27279"/>
                        <a:pt x="38621" y="23858"/>
                      </a:cubicBezTo>
                      <a:cubicBezTo>
                        <a:pt x="38240" y="20436"/>
                        <a:pt x="37384" y="17299"/>
                        <a:pt x="36243" y="14543"/>
                      </a:cubicBezTo>
                      <a:cubicBezTo>
                        <a:pt x="35006" y="11786"/>
                        <a:pt x="33294" y="9600"/>
                        <a:pt x="31106" y="7984"/>
                      </a:cubicBezTo>
                      <a:cubicBezTo>
                        <a:pt x="28918" y="6368"/>
                        <a:pt x="26064" y="5513"/>
                        <a:pt x="22450" y="5513"/>
                      </a:cubicBezTo>
                      <a:cubicBezTo>
                        <a:pt x="19120" y="5513"/>
                        <a:pt x="16362" y="6368"/>
                        <a:pt x="14269" y="7984"/>
                      </a:cubicBezTo>
                      <a:cubicBezTo>
                        <a:pt x="12176" y="9695"/>
                        <a:pt x="10464" y="11881"/>
                        <a:pt x="9322" y="14733"/>
                      </a:cubicBezTo>
                      <a:cubicBezTo>
                        <a:pt x="8086" y="17489"/>
                        <a:pt x="7229" y="20721"/>
                        <a:pt x="6754" y="24238"/>
                      </a:cubicBezTo>
                      <a:cubicBezTo>
                        <a:pt x="6278" y="27755"/>
                        <a:pt x="5993" y="31366"/>
                        <a:pt x="5993" y="35074"/>
                      </a:cubicBezTo>
                      <a:cubicBezTo>
                        <a:pt x="5993" y="39351"/>
                        <a:pt x="6278" y="43248"/>
                        <a:pt x="6849" y="46765"/>
                      </a:cubicBezTo>
                      <a:cubicBezTo>
                        <a:pt x="7420" y="50282"/>
                        <a:pt x="8276" y="53323"/>
                        <a:pt x="9513" y="55699"/>
                      </a:cubicBezTo>
                      <a:cubicBezTo>
                        <a:pt x="10749" y="58171"/>
                        <a:pt x="12461" y="60072"/>
                        <a:pt x="14649" y="61402"/>
                      </a:cubicBezTo>
                      <a:cubicBezTo>
                        <a:pt x="16742" y="62733"/>
                        <a:pt x="19406" y="63494"/>
                        <a:pt x="22640" y="63494"/>
                      </a:cubicBezTo>
                      <a:cubicBezTo>
                        <a:pt x="26255" y="63494"/>
                        <a:pt x="29203" y="62638"/>
                        <a:pt x="31391" y="60832"/>
                      </a:cubicBezTo>
                      <a:cubicBezTo>
                        <a:pt x="33579" y="59026"/>
                        <a:pt x="35291" y="56745"/>
                        <a:pt x="36433" y="53989"/>
                      </a:cubicBezTo>
                      <a:cubicBezTo>
                        <a:pt x="37575" y="51232"/>
                        <a:pt x="38336" y="48095"/>
                        <a:pt x="38716" y="44579"/>
                      </a:cubicBezTo>
                      <a:cubicBezTo>
                        <a:pt x="39097" y="41062"/>
                        <a:pt x="39287" y="37640"/>
                        <a:pt x="39287" y="34313"/>
                      </a:cubicBezTo>
                      <a:close/>
                    </a:path>
                  </a:pathLst>
                </a:custGeom>
                <a:solidFill>
                  <a:srgbClr val="262626"/>
                </a:solidFill>
                <a:ln w="9506" cap="flat">
                  <a:noFill/>
                  <a:prstDash val="solid"/>
                  <a:miter/>
                </a:ln>
              </p:spPr>
              <p:txBody>
                <a:bodyPr rtlCol="0" anchor="ctr"/>
                <a:lstStyle/>
                <a:p>
                  <a:endParaRPr lang="en-US"/>
                </a:p>
              </p:txBody>
            </p:sp>
            <p:sp>
              <p:nvSpPr>
                <p:cNvPr id="4667" name="Freeform 4666">
                  <a:extLst>
                    <a:ext uri="{FF2B5EF4-FFF2-40B4-BE49-F238E27FC236}">
                      <a16:creationId xmlns:a16="http://schemas.microsoft.com/office/drawing/2014/main" id="{69313C72-4831-FF49-6F9E-059CD82EB026}"/>
                    </a:ext>
                  </a:extLst>
                </p:cNvPr>
                <p:cNvSpPr/>
                <p:nvPr/>
              </p:nvSpPr>
              <p:spPr>
                <a:xfrm>
                  <a:off x="5582607" y="4508961"/>
                  <a:ext cx="6944" cy="8364"/>
                </a:xfrm>
                <a:custGeom>
                  <a:avLst/>
                  <a:gdLst>
                    <a:gd name="connsiteX0" fmla="*/ 0 w 6944"/>
                    <a:gd name="connsiteY0" fmla="*/ 8364 h 8364"/>
                    <a:gd name="connsiteX1" fmla="*/ 0 w 6944"/>
                    <a:gd name="connsiteY1" fmla="*/ 0 h 8364"/>
                    <a:gd name="connsiteX2" fmla="*/ 6944 w 6944"/>
                    <a:gd name="connsiteY2" fmla="*/ 0 h 8364"/>
                    <a:gd name="connsiteX3" fmla="*/ 6944 w 6944"/>
                    <a:gd name="connsiteY3" fmla="*/ 8364 h 8364"/>
                    <a:gd name="connsiteX4" fmla="*/ 0 w 6944"/>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4" h="8364">
                      <a:moveTo>
                        <a:pt x="0" y="8364"/>
                      </a:moveTo>
                      <a:lnTo>
                        <a:pt x="0" y="0"/>
                      </a:lnTo>
                      <a:lnTo>
                        <a:pt x="6944" y="0"/>
                      </a:lnTo>
                      <a:lnTo>
                        <a:pt x="6944" y="8364"/>
                      </a:lnTo>
                      <a:lnTo>
                        <a:pt x="0" y="8364"/>
                      </a:lnTo>
                      <a:close/>
                    </a:path>
                  </a:pathLst>
                </a:custGeom>
                <a:solidFill>
                  <a:srgbClr val="262626"/>
                </a:solidFill>
                <a:ln w="9506" cap="flat">
                  <a:noFill/>
                  <a:prstDash val="solid"/>
                  <a:miter/>
                </a:ln>
              </p:spPr>
              <p:txBody>
                <a:bodyPr rtlCol="0" anchor="ctr"/>
                <a:lstStyle/>
                <a:p>
                  <a:endParaRPr lang="en-US"/>
                </a:p>
              </p:txBody>
            </p:sp>
            <p:sp>
              <p:nvSpPr>
                <p:cNvPr id="4668" name="Freeform 4667">
                  <a:extLst>
                    <a:ext uri="{FF2B5EF4-FFF2-40B4-BE49-F238E27FC236}">
                      <a16:creationId xmlns:a16="http://schemas.microsoft.com/office/drawing/2014/main" id="{370DCC1C-32D6-3B3A-4D82-21DCEFA3513C}"/>
                    </a:ext>
                  </a:extLst>
                </p:cNvPr>
                <p:cNvSpPr/>
                <p:nvPr/>
              </p:nvSpPr>
              <p:spPr>
                <a:xfrm>
                  <a:off x="5604867" y="4450980"/>
                  <a:ext cx="42711" cy="66345"/>
                </a:xfrm>
                <a:custGeom>
                  <a:avLst/>
                  <a:gdLst>
                    <a:gd name="connsiteX0" fmla="*/ 0 w 42711"/>
                    <a:gd name="connsiteY0" fmla="*/ 0 h 66345"/>
                    <a:gd name="connsiteX1" fmla="*/ 42711 w 42711"/>
                    <a:gd name="connsiteY1" fmla="*/ 0 h 66345"/>
                    <a:gd name="connsiteX2" fmla="*/ 42711 w 42711"/>
                    <a:gd name="connsiteY2" fmla="*/ 5703 h 66345"/>
                    <a:gd name="connsiteX3" fmla="*/ 30440 w 42711"/>
                    <a:gd name="connsiteY3" fmla="*/ 22432 h 66345"/>
                    <a:gd name="connsiteX4" fmla="*/ 22164 w 42711"/>
                    <a:gd name="connsiteY4" fmla="*/ 39161 h 66345"/>
                    <a:gd name="connsiteX5" fmla="*/ 17408 w 42711"/>
                    <a:gd name="connsiteY5" fmla="*/ 54369 h 66345"/>
                    <a:gd name="connsiteX6" fmla="*/ 15601 w 42711"/>
                    <a:gd name="connsiteY6" fmla="*/ 66345 h 66345"/>
                    <a:gd name="connsiteX7" fmla="*/ 8942 w 42711"/>
                    <a:gd name="connsiteY7" fmla="*/ 66345 h 66345"/>
                    <a:gd name="connsiteX8" fmla="*/ 11891 w 42711"/>
                    <a:gd name="connsiteY8" fmla="*/ 50947 h 66345"/>
                    <a:gd name="connsiteX9" fmla="*/ 17884 w 42711"/>
                    <a:gd name="connsiteY9" fmla="*/ 34884 h 66345"/>
                    <a:gd name="connsiteX10" fmla="*/ 26064 w 42711"/>
                    <a:gd name="connsiteY10" fmla="*/ 19485 h 66345"/>
                    <a:gd name="connsiteX11" fmla="*/ 35482 w 42711"/>
                    <a:gd name="connsiteY11" fmla="*/ 6179 h 66345"/>
                    <a:gd name="connsiteX12" fmla="*/ 95 w 42711"/>
                    <a:gd name="connsiteY12" fmla="*/ 6179 h 66345"/>
                    <a:gd name="connsiteX13" fmla="*/ 95 w 42711"/>
                    <a:gd name="connsiteY13" fmla="*/ 95 h 66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2711" h="66345">
                      <a:moveTo>
                        <a:pt x="0" y="0"/>
                      </a:moveTo>
                      <a:lnTo>
                        <a:pt x="42711" y="0"/>
                      </a:lnTo>
                      <a:lnTo>
                        <a:pt x="42711" y="5703"/>
                      </a:lnTo>
                      <a:cubicBezTo>
                        <a:pt x="37860" y="11121"/>
                        <a:pt x="33770" y="16729"/>
                        <a:pt x="30440" y="22432"/>
                      </a:cubicBezTo>
                      <a:cubicBezTo>
                        <a:pt x="27111" y="28135"/>
                        <a:pt x="24352" y="33743"/>
                        <a:pt x="22164" y="39161"/>
                      </a:cubicBezTo>
                      <a:cubicBezTo>
                        <a:pt x="19976" y="44579"/>
                        <a:pt x="18359" y="49616"/>
                        <a:pt x="17408" y="54369"/>
                      </a:cubicBezTo>
                      <a:cubicBezTo>
                        <a:pt x="16362" y="59026"/>
                        <a:pt x="15791" y="63018"/>
                        <a:pt x="15601" y="66345"/>
                      </a:cubicBezTo>
                      <a:lnTo>
                        <a:pt x="8942" y="66345"/>
                      </a:lnTo>
                      <a:cubicBezTo>
                        <a:pt x="9227" y="61498"/>
                        <a:pt x="10178" y="56460"/>
                        <a:pt x="11891" y="50947"/>
                      </a:cubicBezTo>
                      <a:cubicBezTo>
                        <a:pt x="13508" y="45529"/>
                        <a:pt x="15506" y="40206"/>
                        <a:pt x="17884" y="34884"/>
                      </a:cubicBezTo>
                      <a:cubicBezTo>
                        <a:pt x="20262" y="29561"/>
                        <a:pt x="23020" y="24428"/>
                        <a:pt x="26064" y="19485"/>
                      </a:cubicBezTo>
                      <a:cubicBezTo>
                        <a:pt x="29108" y="14543"/>
                        <a:pt x="32248" y="10075"/>
                        <a:pt x="35482" y="6179"/>
                      </a:cubicBezTo>
                      <a:lnTo>
                        <a:pt x="95" y="6179"/>
                      </a:lnTo>
                      <a:lnTo>
                        <a:pt x="95" y="95"/>
                      </a:lnTo>
                      <a:close/>
                    </a:path>
                  </a:pathLst>
                </a:custGeom>
                <a:solidFill>
                  <a:srgbClr val="262626"/>
                </a:solidFill>
                <a:ln w="9506" cap="flat">
                  <a:noFill/>
                  <a:prstDash val="solid"/>
                  <a:miter/>
                </a:ln>
              </p:spPr>
              <p:txBody>
                <a:bodyPr rtlCol="0" anchor="ctr"/>
                <a:lstStyle/>
                <a:p>
                  <a:endParaRPr lang="en-US"/>
                </a:p>
              </p:txBody>
            </p:sp>
          </p:grpSp>
          <p:grpSp>
            <p:nvGrpSpPr>
              <p:cNvPr id="4057" name="Graphic 5">
                <a:extLst>
                  <a:ext uri="{FF2B5EF4-FFF2-40B4-BE49-F238E27FC236}">
                    <a16:creationId xmlns:a16="http://schemas.microsoft.com/office/drawing/2014/main" id="{32245D2F-54CF-6A84-A91C-DADD73B41430}"/>
                  </a:ext>
                </a:extLst>
              </p:cNvPr>
              <p:cNvGrpSpPr/>
              <p:nvPr/>
            </p:nvGrpSpPr>
            <p:grpSpPr>
              <a:xfrm>
                <a:off x="7240182" y="4692242"/>
                <a:ext cx="309643" cy="171729"/>
                <a:chOff x="5523820" y="4192349"/>
                <a:chExt cx="124424" cy="69006"/>
              </a:xfrm>
              <a:solidFill>
                <a:srgbClr val="262626"/>
              </a:solidFill>
            </p:grpSpPr>
            <p:sp>
              <p:nvSpPr>
                <p:cNvPr id="4663" name="Freeform 4662">
                  <a:extLst>
                    <a:ext uri="{FF2B5EF4-FFF2-40B4-BE49-F238E27FC236}">
                      <a16:creationId xmlns:a16="http://schemas.microsoft.com/office/drawing/2014/main" id="{A317D2AD-B3CD-3831-3F65-05E6168B2486}"/>
                    </a:ext>
                  </a:extLst>
                </p:cNvPr>
                <p:cNvSpPr/>
                <p:nvPr/>
              </p:nvSpPr>
              <p:spPr>
                <a:xfrm>
                  <a:off x="5523820" y="4192349"/>
                  <a:ext cx="45279" cy="68531"/>
                </a:xfrm>
                <a:custGeom>
                  <a:avLst/>
                  <a:gdLst>
                    <a:gd name="connsiteX0" fmla="*/ 22640 w 45279"/>
                    <a:gd name="connsiteY0" fmla="*/ 380 h 68531"/>
                    <a:gd name="connsiteX1" fmla="*/ 31201 w 45279"/>
                    <a:gd name="connsiteY1" fmla="*/ 1806 h 68531"/>
                    <a:gd name="connsiteX2" fmla="*/ 37384 w 45279"/>
                    <a:gd name="connsiteY2" fmla="*/ 5798 h 68531"/>
                    <a:gd name="connsiteX3" fmla="*/ 41475 w 45279"/>
                    <a:gd name="connsiteY3" fmla="*/ 11786 h 68531"/>
                    <a:gd name="connsiteX4" fmla="*/ 43853 w 45279"/>
                    <a:gd name="connsiteY4" fmla="*/ 19010 h 68531"/>
                    <a:gd name="connsiteX5" fmla="*/ 44994 w 45279"/>
                    <a:gd name="connsiteY5" fmla="*/ 26899 h 68531"/>
                    <a:gd name="connsiteX6" fmla="*/ 45280 w 45279"/>
                    <a:gd name="connsiteY6" fmla="*/ 34883 h 68531"/>
                    <a:gd name="connsiteX7" fmla="*/ 44328 w 45279"/>
                    <a:gd name="connsiteY7" fmla="*/ 47620 h 68531"/>
                    <a:gd name="connsiteX8" fmla="*/ 40809 w 45279"/>
                    <a:gd name="connsiteY8" fmla="*/ 58361 h 68531"/>
                    <a:gd name="connsiteX9" fmla="*/ 33960 w 45279"/>
                    <a:gd name="connsiteY9" fmla="*/ 65775 h 68531"/>
                    <a:gd name="connsiteX10" fmla="*/ 22640 w 45279"/>
                    <a:gd name="connsiteY10" fmla="*/ 68531 h 68531"/>
                    <a:gd name="connsiteX11" fmla="*/ 11320 w 45279"/>
                    <a:gd name="connsiteY11" fmla="*/ 65775 h 68531"/>
                    <a:gd name="connsiteX12" fmla="*/ 4376 w 45279"/>
                    <a:gd name="connsiteY12" fmla="*/ 58266 h 68531"/>
                    <a:gd name="connsiteX13" fmla="*/ 951 w 45279"/>
                    <a:gd name="connsiteY13" fmla="*/ 47335 h 68531"/>
                    <a:gd name="connsiteX14" fmla="*/ 0 w 45279"/>
                    <a:gd name="connsiteY14" fmla="*/ 34123 h 68531"/>
                    <a:gd name="connsiteX15" fmla="*/ 856 w 45279"/>
                    <a:gd name="connsiteY15" fmla="*/ 21671 h 68531"/>
                    <a:gd name="connsiteX16" fmla="*/ 4185 w 45279"/>
                    <a:gd name="connsiteY16" fmla="*/ 10741 h 68531"/>
                    <a:gd name="connsiteX17" fmla="*/ 11034 w 45279"/>
                    <a:gd name="connsiteY17" fmla="*/ 2947 h 68531"/>
                    <a:gd name="connsiteX18" fmla="*/ 22735 w 45279"/>
                    <a:gd name="connsiteY18" fmla="*/ 0 h 68531"/>
                    <a:gd name="connsiteX19" fmla="*/ 39192 w 45279"/>
                    <a:gd name="connsiteY19" fmla="*/ 34408 h 68531"/>
                    <a:gd name="connsiteX20" fmla="*/ 38621 w 45279"/>
                    <a:gd name="connsiteY20" fmla="*/ 23858 h 68531"/>
                    <a:gd name="connsiteX21" fmla="*/ 36243 w 45279"/>
                    <a:gd name="connsiteY21" fmla="*/ 14543 h 68531"/>
                    <a:gd name="connsiteX22" fmla="*/ 31106 w 45279"/>
                    <a:gd name="connsiteY22" fmla="*/ 7984 h 68531"/>
                    <a:gd name="connsiteX23" fmla="*/ 22450 w 45279"/>
                    <a:gd name="connsiteY23" fmla="*/ 5513 h 68531"/>
                    <a:gd name="connsiteX24" fmla="*/ 14269 w 45279"/>
                    <a:gd name="connsiteY24" fmla="*/ 7984 h 68531"/>
                    <a:gd name="connsiteX25" fmla="*/ 9322 w 45279"/>
                    <a:gd name="connsiteY25" fmla="*/ 14733 h 68531"/>
                    <a:gd name="connsiteX26" fmla="*/ 6754 w 45279"/>
                    <a:gd name="connsiteY26" fmla="*/ 24238 h 68531"/>
                    <a:gd name="connsiteX27" fmla="*/ 5993 w 45279"/>
                    <a:gd name="connsiteY27" fmla="*/ 35074 h 68531"/>
                    <a:gd name="connsiteX28" fmla="*/ 6849 w 45279"/>
                    <a:gd name="connsiteY28" fmla="*/ 46765 h 68531"/>
                    <a:gd name="connsiteX29" fmla="*/ 9513 w 45279"/>
                    <a:gd name="connsiteY29" fmla="*/ 55699 h 68531"/>
                    <a:gd name="connsiteX30" fmla="*/ 14649 w 45279"/>
                    <a:gd name="connsiteY30" fmla="*/ 61403 h 68531"/>
                    <a:gd name="connsiteX31" fmla="*/ 22640 w 45279"/>
                    <a:gd name="connsiteY31" fmla="*/ 63494 h 68531"/>
                    <a:gd name="connsiteX32" fmla="*/ 31391 w 45279"/>
                    <a:gd name="connsiteY32" fmla="*/ 60832 h 68531"/>
                    <a:gd name="connsiteX33" fmla="*/ 36433 w 45279"/>
                    <a:gd name="connsiteY33" fmla="*/ 53989 h 68531"/>
                    <a:gd name="connsiteX34" fmla="*/ 38716 w 45279"/>
                    <a:gd name="connsiteY34" fmla="*/ 44579 h 68531"/>
                    <a:gd name="connsiteX35" fmla="*/ 39287 w 4527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279" h="68531">
                      <a:moveTo>
                        <a:pt x="22640" y="380"/>
                      </a:moveTo>
                      <a:cubicBezTo>
                        <a:pt x="25969" y="380"/>
                        <a:pt x="28823" y="855"/>
                        <a:pt x="31201" y="1806"/>
                      </a:cubicBezTo>
                      <a:cubicBezTo>
                        <a:pt x="33579" y="2757"/>
                        <a:pt x="35672" y="4182"/>
                        <a:pt x="37384" y="5798"/>
                      </a:cubicBezTo>
                      <a:cubicBezTo>
                        <a:pt x="39097" y="7509"/>
                        <a:pt x="40428" y="9505"/>
                        <a:pt x="41475" y="11786"/>
                      </a:cubicBezTo>
                      <a:cubicBezTo>
                        <a:pt x="42521" y="14067"/>
                        <a:pt x="43377" y="16444"/>
                        <a:pt x="43853" y="19010"/>
                      </a:cubicBezTo>
                      <a:cubicBezTo>
                        <a:pt x="44424" y="21576"/>
                        <a:pt x="44804" y="24238"/>
                        <a:pt x="44994" y="26899"/>
                      </a:cubicBezTo>
                      <a:cubicBezTo>
                        <a:pt x="45185" y="29656"/>
                        <a:pt x="45280" y="32317"/>
                        <a:pt x="45280" y="34883"/>
                      </a:cubicBezTo>
                      <a:cubicBezTo>
                        <a:pt x="45280" y="39351"/>
                        <a:pt x="44994" y="43533"/>
                        <a:pt x="44328" y="47620"/>
                      </a:cubicBezTo>
                      <a:cubicBezTo>
                        <a:pt x="43663" y="51707"/>
                        <a:pt x="42521" y="55224"/>
                        <a:pt x="40809" y="58361"/>
                      </a:cubicBezTo>
                      <a:cubicBezTo>
                        <a:pt x="39097" y="61498"/>
                        <a:pt x="36814" y="63969"/>
                        <a:pt x="33960" y="65775"/>
                      </a:cubicBezTo>
                      <a:cubicBezTo>
                        <a:pt x="31011" y="67581"/>
                        <a:pt x="27301" y="68531"/>
                        <a:pt x="22640" y="68531"/>
                      </a:cubicBezTo>
                      <a:cubicBezTo>
                        <a:pt x="17979" y="68531"/>
                        <a:pt x="14269" y="67581"/>
                        <a:pt x="11320" y="65775"/>
                      </a:cubicBezTo>
                      <a:cubicBezTo>
                        <a:pt x="8371" y="63969"/>
                        <a:pt x="6088" y="61403"/>
                        <a:pt x="4376" y="58266"/>
                      </a:cubicBezTo>
                      <a:cubicBezTo>
                        <a:pt x="2664" y="55129"/>
                        <a:pt x="1522" y="51517"/>
                        <a:pt x="951" y="47335"/>
                      </a:cubicBezTo>
                      <a:cubicBezTo>
                        <a:pt x="285" y="43153"/>
                        <a:pt x="0" y="38781"/>
                        <a:pt x="0" y="34123"/>
                      </a:cubicBezTo>
                      <a:cubicBezTo>
                        <a:pt x="0" y="29846"/>
                        <a:pt x="285" y="25759"/>
                        <a:pt x="856" y="21671"/>
                      </a:cubicBezTo>
                      <a:cubicBezTo>
                        <a:pt x="1427" y="17584"/>
                        <a:pt x="2473" y="13972"/>
                        <a:pt x="4185" y="10741"/>
                      </a:cubicBezTo>
                      <a:cubicBezTo>
                        <a:pt x="5803" y="7509"/>
                        <a:pt x="8086" y="4943"/>
                        <a:pt x="11034" y="2947"/>
                      </a:cubicBezTo>
                      <a:cubicBezTo>
                        <a:pt x="13983" y="951"/>
                        <a:pt x="17883" y="0"/>
                        <a:pt x="22735" y="0"/>
                      </a:cubicBezTo>
                      <a:close/>
                      <a:moveTo>
                        <a:pt x="39192" y="34408"/>
                      </a:moveTo>
                      <a:cubicBezTo>
                        <a:pt x="39192" y="30796"/>
                        <a:pt x="39001" y="27279"/>
                        <a:pt x="38621" y="23858"/>
                      </a:cubicBezTo>
                      <a:cubicBezTo>
                        <a:pt x="38240" y="20436"/>
                        <a:pt x="37384" y="17299"/>
                        <a:pt x="36243" y="14543"/>
                      </a:cubicBezTo>
                      <a:cubicBezTo>
                        <a:pt x="35006" y="11786"/>
                        <a:pt x="33294" y="9600"/>
                        <a:pt x="31106" y="7984"/>
                      </a:cubicBezTo>
                      <a:cubicBezTo>
                        <a:pt x="28918" y="6368"/>
                        <a:pt x="26064" y="5513"/>
                        <a:pt x="22450" y="5513"/>
                      </a:cubicBezTo>
                      <a:cubicBezTo>
                        <a:pt x="19120" y="5513"/>
                        <a:pt x="16362" y="6368"/>
                        <a:pt x="14269" y="7984"/>
                      </a:cubicBezTo>
                      <a:cubicBezTo>
                        <a:pt x="12176" y="9695"/>
                        <a:pt x="10464" y="11881"/>
                        <a:pt x="9322" y="14733"/>
                      </a:cubicBezTo>
                      <a:cubicBezTo>
                        <a:pt x="8086" y="17489"/>
                        <a:pt x="7229" y="20721"/>
                        <a:pt x="6754" y="24238"/>
                      </a:cubicBezTo>
                      <a:cubicBezTo>
                        <a:pt x="6278" y="27755"/>
                        <a:pt x="5993" y="31367"/>
                        <a:pt x="5993" y="35074"/>
                      </a:cubicBezTo>
                      <a:cubicBezTo>
                        <a:pt x="5993" y="39351"/>
                        <a:pt x="6278" y="43248"/>
                        <a:pt x="6849" y="46765"/>
                      </a:cubicBezTo>
                      <a:cubicBezTo>
                        <a:pt x="7420" y="50282"/>
                        <a:pt x="8276" y="53323"/>
                        <a:pt x="9513" y="55699"/>
                      </a:cubicBezTo>
                      <a:cubicBezTo>
                        <a:pt x="10749" y="58171"/>
                        <a:pt x="12461" y="60072"/>
                        <a:pt x="14649" y="61403"/>
                      </a:cubicBezTo>
                      <a:cubicBezTo>
                        <a:pt x="16742" y="62733"/>
                        <a:pt x="19406" y="63494"/>
                        <a:pt x="22640" y="63494"/>
                      </a:cubicBezTo>
                      <a:cubicBezTo>
                        <a:pt x="26255" y="63494"/>
                        <a:pt x="29203" y="62638"/>
                        <a:pt x="31391" y="60832"/>
                      </a:cubicBezTo>
                      <a:cubicBezTo>
                        <a:pt x="33579" y="59026"/>
                        <a:pt x="35291" y="56745"/>
                        <a:pt x="36433" y="53989"/>
                      </a:cubicBezTo>
                      <a:cubicBezTo>
                        <a:pt x="37575" y="51232"/>
                        <a:pt x="38336" y="48095"/>
                        <a:pt x="38716" y="44579"/>
                      </a:cubicBezTo>
                      <a:cubicBezTo>
                        <a:pt x="39097" y="41062"/>
                        <a:pt x="39287" y="37640"/>
                        <a:pt x="39287" y="34313"/>
                      </a:cubicBezTo>
                      <a:close/>
                    </a:path>
                  </a:pathLst>
                </a:custGeom>
                <a:solidFill>
                  <a:srgbClr val="262626"/>
                </a:solidFill>
                <a:ln w="9506" cap="flat">
                  <a:noFill/>
                  <a:prstDash val="solid"/>
                  <a:miter/>
                </a:ln>
              </p:spPr>
              <p:txBody>
                <a:bodyPr rtlCol="0" anchor="ctr"/>
                <a:lstStyle/>
                <a:p>
                  <a:endParaRPr lang="en-US"/>
                </a:p>
              </p:txBody>
            </p:sp>
            <p:sp>
              <p:nvSpPr>
                <p:cNvPr id="4664" name="Freeform 4663">
                  <a:extLst>
                    <a:ext uri="{FF2B5EF4-FFF2-40B4-BE49-F238E27FC236}">
                      <a16:creationId xmlns:a16="http://schemas.microsoft.com/office/drawing/2014/main" id="{5552E615-BDE5-BFAE-4272-8B5EB59377A7}"/>
                    </a:ext>
                  </a:extLst>
                </p:cNvPr>
                <p:cNvSpPr/>
                <p:nvPr/>
              </p:nvSpPr>
              <p:spPr>
                <a:xfrm>
                  <a:off x="5582607" y="4251375"/>
                  <a:ext cx="6944" cy="8364"/>
                </a:xfrm>
                <a:custGeom>
                  <a:avLst/>
                  <a:gdLst>
                    <a:gd name="connsiteX0" fmla="*/ 0 w 6944"/>
                    <a:gd name="connsiteY0" fmla="*/ 8364 h 8364"/>
                    <a:gd name="connsiteX1" fmla="*/ 0 w 6944"/>
                    <a:gd name="connsiteY1" fmla="*/ 0 h 8364"/>
                    <a:gd name="connsiteX2" fmla="*/ 6944 w 6944"/>
                    <a:gd name="connsiteY2" fmla="*/ 0 h 8364"/>
                    <a:gd name="connsiteX3" fmla="*/ 6944 w 6944"/>
                    <a:gd name="connsiteY3" fmla="*/ 8364 h 8364"/>
                    <a:gd name="connsiteX4" fmla="*/ 0 w 6944"/>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4" h="8364">
                      <a:moveTo>
                        <a:pt x="0" y="8364"/>
                      </a:moveTo>
                      <a:lnTo>
                        <a:pt x="0" y="0"/>
                      </a:lnTo>
                      <a:lnTo>
                        <a:pt x="6944" y="0"/>
                      </a:lnTo>
                      <a:lnTo>
                        <a:pt x="6944" y="8364"/>
                      </a:lnTo>
                      <a:lnTo>
                        <a:pt x="0" y="8364"/>
                      </a:lnTo>
                      <a:close/>
                    </a:path>
                  </a:pathLst>
                </a:custGeom>
                <a:solidFill>
                  <a:srgbClr val="262626"/>
                </a:solidFill>
                <a:ln w="9506" cap="flat">
                  <a:noFill/>
                  <a:prstDash val="solid"/>
                  <a:miter/>
                </a:ln>
              </p:spPr>
              <p:txBody>
                <a:bodyPr rtlCol="0" anchor="ctr"/>
                <a:lstStyle/>
                <a:p>
                  <a:endParaRPr lang="en-US"/>
                </a:p>
              </p:txBody>
            </p:sp>
            <p:sp>
              <p:nvSpPr>
                <p:cNvPr id="4665" name="Freeform 4664">
                  <a:extLst>
                    <a:ext uri="{FF2B5EF4-FFF2-40B4-BE49-F238E27FC236}">
                      <a16:creationId xmlns:a16="http://schemas.microsoft.com/office/drawing/2014/main" id="{E5FADAAD-A915-E446-79C6-A83D1D8A5E9E}"/>
                    </a:ext>
                  </a:extLst>
                </p:cNvPr>
                <p:cNvSpPr/>
                <p:nvPr/>
              </p:nvSpPr>
              <p:spPr>
                <a:xfrm>
                  <a:off x="5603154" y="4192919"/>
                  <a:ext cx="45089" cy="68436"/>
                </a:xfrm>
                <a:custGeom>
                  <a:avLst/>
                  <a:gdLst>
                    <a:gd name="connsiteX0" fmla="*/ 7420 w 45089"/>
                    <a:gd name="connsiteY0" fmla="*/ 52088 h 68436"/>
                    <a:gd name="connsiteX1" fmla="*/ 11605 w 45089"/>
                    <a:gd name="connsiteY1" fmla="*/ 60262 h 68436"/>
                    <a:gd name="connsiteX2" fmla="*/ 20357 w 45089"/>
                    <a:gd name="connsiteY2" fmla="*/ 63018 h 68436"/>
                    <a:gd name="connsiteX3" fmla="*/ 29964 w 45089"/>
                    <a:gd name="connsiteY3" fmla="*/ 60072 h 68436"/>
                    <a:gd name="connsiteX4" fmla="*/ 35482 w 45089"/>
                    <a:gd name="connsiteY4" fmla="*/ 52658 h 68436"/>
                    <a:gd name="connsiteX5" fmla="*/ 38145 w 45089"/>
                    <a:gd name="connsiteY5" fmla="*/ 43058 h 68436"/>
                    <a:gd name="connsiteX6" fmla="*/ 39001 w 45089"/>
                    <a:gd name="connsiteY6" fmla="*/ 33363 h 68436"/>
                    <a:gd name="connsiteX7" fmla="*/ 38811 w 45089"/>
                    <a:gd name="connsiteY7" fmla="*/ 33173 h 68436"/>
                    <a:gd name="connsiteX8" fmla="*/ 31201 w 45089"/>
                    <a:gd name="connsiteY8" fmla="*/ 40967 h 68436"/>
                    <a:gd name="connsiteX9" fmla="*/ 20737 w 45089"/>
                    <a:gd name="connsiteY9" fmla="*/ 43628 h 68436"/>
                    <a:gd name="connsiteX10" fmla="*/ 12176 w 45089"/>
                    <a:gd name="connsiteY10" fmla="*/ 42107 h 68436"/>
                    <a:gd name="connsiteX11" fmla="*/ 5612 w 45089"/>
                    <a:gd name="connsiteY11" fmla="*/ 37735 h 68436"/>
                    <a:gd name="connsiteX12" fmla="*/ 1427 w 45089"/>
                    <a:gd name="connsiteY12" fmla="*/ 30891 h 68436"/>
                    <a:gd name="connsiteX13" fmla="*/ 0 w 45089"/>
                    <a:gd name="connsiteY13" fmla="*/ 22052 h 68436"/>
                    <a:gd name="connsiteX14" fmla="*/ 1332 w 45089"/>
                    <a:gd name="connsiteY14" fmla="*/ 13307 h 68436"/>
                    <a:gd name="connsiteX15" fmla="*/ 5327 w 45089"/>
                    <a:gd name="connsiteY15" fmla="*/ 6273 h 68436"/>
                    <a:gd name="connsiteX16" fmla="*/ 11986 w 45089"/>
                    <a:gd name="connsiteY16" fmla="*/ 1616 h 68436"/>
                    <a:gd name="connsiteX17" fmla="*/ 21594 w 45089"/>
                    <a:gd name="connsiteY17" fmla="*/ 0 h 68436"/>
                    <a:gd name="connsiteX18" fmla="*/ 32913 w 45089"/>
                    <a:gd name="connsiteY18" fmla="*/ 2661 h 68436"/>
                    <a:gd name="connsiteX19" fmla="*/ 40143 w 45089"/>
                    <a:gd name="connsiteY19" fmla="*/ 9885 h 68436"/>
                    <a:gd name="connsiteX20" fmla="*/ 43948 w 45089"/>
                    <a:gd name="connsiteY20" fmla="*/ 20626 h 68436"/>
                    <a:gd name="connsiteX21" fmla="*/ 45089 w 45089"/>
                    <a:gd name="connsiteY21" fmla="*/ 33838 h 68436"/>
                    <a:gd name="connsiteX22" fmla="*/ 43282 w 45089"/>
                    <a:gd name="connsiteY22" fmla="*/ 48856 h 68436"/>
                    <a:gd name="connsiteX23" fmla="*/ 38145 w 45089"/>
                    <a:gd name="connsiteY23" fmla="*/ 59692 h 68436"/>
                    <a:gd name="connsiteX24" fmla="*/ 30440 w 45089"/>
                    <a:gd name="connsiteY24" fmla="*/ 66250 h 68436"/>
                    <a:gd name="connsiteX25" fmla="*/ 20642 w 45089"/>
                    <a:gd name="connsiteY25" fmla="*/ 68436 h 68436"/>
                    <a:gd name="connsiteX26" fmla="*/ 13318 w 45089"/>
                    <a:gd name="connsiteY26" fmla="*/ 67486 h 68436"/>
                    <a:gd name="connsiteX27" fmla="*/ 7325 w 45089"/>
                    <a:gd name="connsiteY27" fmla="*/ 64539 h 68436"/>
                    <a:gd name="connsiteX28" fmla="*/ 3139 w 45089"/>
                    <a:gd name="connsiteY28" fmla="*/ 59502 h 68436"/>
                    <a:gd name="connsiteX29" fmla="*/ 1141 w 45089"/>
                    <a:gd name="connsiteY29" fmla="*/ 52373 h 68436"/>
                    <a:gd name="connsiteX30" fmla="*/ 7325 w 45089"/>
                    <a:gd name="connsiteY30" fmla="*/ 52373 h 68436"/>
                    <a:gd name="connsiteX31" fmla="*/ 21689 w 45089"/>
                    <a:gd name="connsiteY31" fmla="*/ 4943 h 68436"/>
                    <a:gd name="connsiteX32" fmla="*/ 10083 w 45089"/>
                    <a:gd name="connsiteY32" fmla="*/ 9695 h 68436"/>
                    <a:gd name="connsiteX33" fmla="*/ 6183 w 45089"/>
                    <a:gd name="connsiteY33" fmla="*/ 22147 h 68436"/>
                    <a:gd name="connsiteX34" fmla="*/ 10274 w 45089"/>
                    <a:gd name="connsiteY34" fmla="*/ 34123 h 68436"/>
                    <a:gd name="connsiteX35" fmla="*/ 21784 w 45089"/>
                    <a:gd name="connsiteY35" fmla="*/ 38400 h 68436"/>
                    <a:gd name="connsiteX36" fmla="*/ 28157 w 45089"/>
                    <a:gd name="connsiteY36" fmla="*/ 37070 h 68436"/>
                    <a:gd name="connsiteX37" fmla="*/ 32913 w 45089"/>
                    <a:gd name="connsiteY37" fmla="*/ 33458 h 68436"/>
                    <a:gd name="connsiteX38" fmla="*/ 35862 w 45089"/>
                    <a:gd name="connsiteY38" fmla="*/ 28135 h 68436"/>
                    <a:gd name="connsiteX39" fmla="*/ 36814 w 45089"/>
                    <a:gd name="connsiteY39" fmla="*/ 21671 h 68436"/>
                    <a:gd name="connsiteX40" fmla="*/ 32818 w 45089"/>
                    <a:gd name="connsiteY40" fmla="*/ 9695 h 68436"/>
                    <a:gd name="connsiteX41" fmla="*/ 21784 w 45089"/>
                    <a:gd name="connsiteY41" fmla="*/ 4943 h 68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45089" h="68436">
                      <a:moveTo>
                        <a:pt x="7420" y="52088"/>
                      </a:moveTo>
                      <a:cubicBezTo>
                        <a:pt x="8086" y="55699"/>
                        <a:pt x="9513" y="58456"/>
                        <a:pt x="11605" y="60262"/>
                      </a:cubicBezTo>
                      <a:cubicBezTo>
                        <a:pt x="13698" y="62068"/>
                        <a:pt x="16647" y="63018"/>
                        <a:pt x="20357" y="63018"/>
                      </a:cubicBezTo>
                      <a:cubicBezTo>
                        <a:pt x="24352" y="63018"/>
                        <a:pt x="27586" y="62068"/>
                        <a:pt x="29964" y="60072"/>
                      </a:cubicBezTo>
                      <a:cubicBezTo>
                        <a:pt x="32343" y="58076"/>
                        <a:pt x="34150" y="55604"/>
                        <a:pt x="35482" y="52658"/>
                      </a:cubicBezTo>
                      <a:cubicBezTo>
                        <a:pt x="36814" y="49711"/>
                        <a:pt x="37670" y="46480"/>
                        <a:pt x="38145" y="43058"/>
                      </a:cubicBezTo>
                      <a:cubicBezTo>
                        <a:pt x="38621" y="39636"/>
                        <a:pt x="38906" y="36309"/>
                        <a:pt x="39001" y="33363"/>
                      </a:cubicBezTo>
                      <a:lnTo>
                        <a:pt x="38811" y="33173"/>
                      </a:lnTo>
                      <a:cubicBezTo>
                        <a:pt x="36814" y="36594"/>
                        <a:pt x="34245" y="39161"/>
                        <a:pt x="31201" y="40967"/>
                      </a:cubicBezTo>
                      <a:cubicBezTo>
                        <a:pt x="28157" y="42773"/>
                        <a:pt x="24637" y="43628"/>
                        <a:pt x="20737" y="43628"/>
                      </a:cubicBezTo>
                      <a:cubicBezTo>
                        <a:pt x="17598" y="43628"/>
                        <a:pt x="14744" y="43153"/>
                        <a:pt x="12176" y="42107"/>
                      </a:cubicBezTo>
                      <a:cubicBezTo>
                        <a:pt x="9608" y="41062"/>
                        <a:pt x="7420" y="39636"/>
                        <a:pt x="5612" y="37735"/>
                      </a:cubicBezTo>
                      <a:cubicBezTo>
                        <a:pt x="3805" y="35834"/>
                        <a:pt x="2378" y="33553"/>
                        <a:pt x="1427" y="30891"/>
                      </a:cubicBezTo>
                      <a:cubicBezTo>
                        <a:pt x="476" y="28230"/>
                        <a:pt x="0" y="25283"/>
                        <a:pt x="0" y="22052"/>
                      </a:cubicBezTo>
                      <a:cubicBezTo>
                        <a:pt x="0" y="18820"/>
                        <a:pt x="476" y="15969"/>
                        <a:pt x="1332" y="13307"/>
                      </a:cubicBezTo>
                      <a:cubicBezTo>
                        <a:pt x="2188" y="10646"/>
                        <a:pt x="3520" y="8269"/>
                        <a:pt x="5327" y="6273"/>
                      </a:cubicBezTo>
                      <a:cubicBezTo>
                        <a:pt x="7134" y="4277"/>
                        <a:pt x="9322" y="2757"/>
                        <a:pt x="11986" y="1616"/>
                      </a:cubicBezTo>
                      <a:cubicBezTo>
                        <a:pt x="14649" y="475"/>
                        <a:pt x="17884" y="0"/>
                        <a:pt x="21594" y="0"/>
                      </a:cubicBezTo>
                      <a:cubicBezTo>
                        <a:pt x="26064" y="0"/>
                        <a:pt x="29869" y="856"/>
                        <a:pt x="32913" y="2661"/>
                      </a:cubicBezTo>
                      <a:cubicBezTo>
                        <a:pt x="35957" y="4467"/>
                        <a:pt x="38336" y="6844"/>
                        <a:pt x="40143" y="9885"/>
                      </a:cubicBezTo>
                      <a:cubicBezTo>
                        <a:pt x="41950" y="12927"/>
                        <a:pt x="43282" y="16539"/>
                        <a:pt x="43948" y="20626"/>
                      </a:cubicBezTo>
                      <a:cubicBezTo>
                        <a:pt x="44709" y="24713"/>
                        <a:pt x="45089" y="29181"/>
                        <a:pt x="45089" y="33838"/>
                      </a:cubicBezTo>
                      <a:cubicBezTo>
                        <a:pt x="45089" y="39541"/>
                        <a:pt x="44519" y="44484"/>
                        <a:pt x="43282" y="48856"/>
                      </a:cubicBezTo>
                      <a:cubicBezTo>
                        <a:pt x="42045" y="53228"/>
                        <a:pt x="40333" y="56745"/>
                        <a:pt x="38145" y="59692"/>
                      </a:cubicBezTo>
                      <a:cubicBezTo>
                        <a:pt x="35957" y="62638"/>
                        <a:pt x="33389" y="64824"/>
                        <a:pt x="30440" y="66250"/>
                      </a:cubicBezTo>
                      <a:cubicBezTo>
                        <a:pt x="27491" y="67676"/>
                        <a:pt x="24162" y="68436"/>
                        <a:pt x="20642" y="68436"/>
                      </a:cubicBezTo>
                      <a:cubicBezTo>
                        <a:pt x="18074" y="68436"/>
                        <a:pt x="15601" y="68151"/>
                        <a:pt x="13318" y="67486"/>
                      </a:cubicBezTo>
                      <a:cubicBezTo>
                        <a:pt x="11035" y="66820"/>
                        <a:pt x="9037" y="65870"/>
                        <a:pt x="7325" y="64539"/>
                      </a:cubicBezTo>
                      <a:cubicBezTo>
                        <a:pt x="5612" y="63209"/>
                        <a:pt x="4186" y="61498"/>
                        <a:pt x="3139" y="59502"/>
                      </a:cubicBezTo>
                      <a:cubicBezTo>
                        <a:pt x="2093" y="57505"/>
                        <a:pt x="1427" y="55129"/>
                        <a:pt x="1141" y="52373"/>
                      </a:cubicBezTo>
                      <a:lnTo>
                        <a:pt x="7325" y="52373"/>
                      </a:lnTo>
                      <a:close/>
                      <a:moveTo>
                        <a:pt x="21689" y="4943"/>
                      </a:moveTo>
                      <a:cubicBezTo>
                        <a:pt x="16552" y="5038"/>
                        <a:pt x="12652" y="6654"/>
                        <a:pt x="10083" y="9695"/>
                      </a:cubicBezTo>
                      <a:cubicBezTo>
                        <a:pt x="7515" y="12737"/>
                        <a:pt x="6183" y="16919"/>
                        <a:pt x="6183" y="22147"/>
                      </a:cubicBezTo>
                      <a:cubicBezTo>
                        <a:pt x="6183" y="27375"/>
                        <a:pt x="7515" y="31272"/>
                        <a:pt x="10274" y="34123"/>
                      </a:cubicBezTo>
                      <a:cubicBezTo>
                        <a:pt x="12937" y="36975"/>
                        <a:pt x="16837" y="38400"/>
                        <a:pt x="21784" y="38400"/>
                      </a:cubicBezTo>
                      <a:cubicBezTo>
                        <a:pt x="24162" y="38400"/>
                        <a:pt x="26255" y="37925"/>
                        <a:pt x="28157" y="37070"/>
                      </a:cubicBezTo>
                      <a:cubicBezTo>
                        <a:pt x="30060" y="36214"/>
                        <a:pt x="31582" y="34979"/>
                        <a:pt x="32913" y="33458"/>
                      </a:cubicBezTo>
                      <a:cubicBezTo>
                        <a:pt x="34245" y="31937"/>
                        <a:pt x="35196" y="30131"/>
                        <a:pt x="35862" y="28135"/>
                      </a:cubicBezTo>
                      <a:cubicBezTo>
                        <a:pt x="36528" y="26139"/>
                        <a:pt x="36814" y="23953"/>
                        <a:pt x="36814" y="21671"/>
                      </a:cubicBezTo>
                      <a:cubicBezTo>
                        <a:pt x="36814" y="16729"/>
                        <a:pt x="35482" y="12737"/>
                        <a:pt x="32818" y="9695"/>
                      </a:cubicBezTo>
                      <a:cubicBezTo>
                        <a:pt x="30155" y="6654"/>
                        <a:pt x="26445" y="5038"/>
                        <a:pt x="21784" y="4943"/>
                      </a:cubicBezTo>
                      <a:close/>
                    </a:path>
                  </a:pathLst>
                </a:custGeom>
                <a:solidFill>
                  <a:srgbClr val="262626"/>
                </a:solidFill>
                <a:ln w="9506" cap="flat">
                  <a:noFill/>
                  <a:prstDash val="solid"/>
                  <a:miter/>
                </a:ln>
              </p:spPr>
              <p:txBody>
                <a:bodyPr rtlCol="0" anchor="ctr"/>
                <a:lstStyle/>
                <a:p>
                  <a:endParaRPr lang="en-US"/>
                </a:p>
              </p:txBody>
            </p:sp>
          </p:grpSp>
          <p:grpSp>
            <p:nvGrpSpPr>
              <p:cNvPr id="4058" name="Graphic 5">
                <a:extLst>
                  <a:ext uri="{FF2B5EF4-FFF2-40B4-BE49-F238E27FC236}">
                    <a16:creationId xmlns:a16="http://schemas.microsoft.com/office/drawing/2014/main" id="{8CF08D0F-0EB8-2DFA-12B4-9FEFE4D86B62}"/>
                  </a:ext>
                </a:extLst>
              </p:cNvPr>
              <p:cNvGrpSpPr/>
              <p:nvPr/>
            </p:nvGrpSpPr>
            <p:grpSpPr>
              <a:xfrm>
                <a:off x="7259120" y="4052390"/>
                <a:ext cx="255668" cy="166762"/>
                <a:chOff x="5531430" y="3935237"/>
                <a:chExt cx="102735" cy="67010"/>
              </a:xfrm>
              <a:solidFill>
                <a:srgbClr val="262626"/>
              </a:solidFill>
            </p:grpSpPr>
            <p:sp>
              <p:nvSpPr>
                <p:cNvPr id="4660" name="Freeform 4659">
                  <a:extLst>
                    <a:ext uri="{FF2B5EF4-FFF2-40B4-BE49-F238E27FC236}">
                      <a16:creationId xmlns:a16="http://schemas.microsoft.com/office/drawing/2014/main" id="{484E748D-C68C-0C0E-0BA8-4B34B2BD3424}"/>
                    </a:ext>
                  </a:extLst>
                </p:cNvPr>
                <p:cNvSpPr/>
                <p:nvPr/>
              </p:nvSpPr>
              <p:spPr>
                <a:xfrm>
                  <a:off x="5531430" y="3935237"/>
                  <a:ext cx="23400" cy="67010"/>
                </a:xfrm>
                <a:custGeom>
                  <a:avLst/>
                  <a:gdLst>
                    <a:gd name="connsiteX0" fmla="*/ 17313 w 23400"/>
                    <a:gd name="connsiteY0" fmla="*/ 17109 h 67010"/>
                    <a:gd name="connsiteX1" fmla="*/ 0 w 23400"/>
                    <a:gd name="connsiteY1" fmla="*/ 17109 h 67010"/>
                    <a:gd name="connsiteX2" fmla="*/ 0 w 23400"/>
                    <a:gd name="connsiteY2" fmla="*/ 13117 h 67010"/>
                    <a:gd name="connsiteX3" fmla="*/ 6849 w 23400"/>
                    <a:gd name="connsiteY3" fmla="*/ 12357 h 67010"/>
                    <a:gd name="connsiteX4" fmla="*/ 12271 w 23400"/>
                    <a:gd name="connsiteY4" fmla="*/ 10551 h 67010"/>
                    <a:gd name="connsiteX5" fmla="*/ 16171 w 23400"/>
                    <a:gd name="connsiteY5" fmla="*/ 6749 h 67010"/>
                    <a:gd name="connsiteX6" fmla="*/ 18550 w 23400"/>
                    <a:gd name="connsiteY6" fmla="*/ 0 h 67010"/>
                    <a:gd name="connsiteX7" fmla="*/ 23401 w 23400"/>
                    <a:gd name="connsiteY7" fmla="*/ 0 h 67010"/>
                    <a:gd name="connsiteX8" fmla="*/ 23401 w 23400"/>
                    <a:gd name="connsiteY8" fmla="*/ 67011 h 67010"/>
                    <a:gd name="connsiteX9" fmla="*/ 17313 w 23400"/>
                    <a:gd name="connsiteY9" fmla="*/ 67011 h 67010"/>
                    <a:gd name="connsiteX10" fmla="*/ 17313 w 23400"/>
                    <a:gd name="connsiteY10" fmla="*/ 17204 h 67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400" h="67010">
                      <a:moveTo>
                        <a:pt x="17313" y="17109"/>
                      </a:moveTo>
                      <a:lnTo>
                        <a:pt x="0" y="17109"/>
                      </a:lnTo>
                      <a:lnTo>
                        <a:pt x="0" y="13117"/>
                      </a:lnTo>
                      <a:cubicBezTo>
                        <a:pt x="2568" y="12927"/>
                        <a:pt x="4851" y="12642"/>
                        <a:pt x="6849" y="12357"/>
                      </a:cubicBezTo>
                      <a:cubicBezTo>
                        <a:pt x="8942" y="12071"/>
                        <a:pt x="10749" y="11406"/>
                        <a:pt x="12271" y="10551"/>
                      </a:cubicBezTo>
                      <a:cubicBezTo>
                        <a:pt x="13793" y="9695"/>
                        <a:pt x="15125" y="8364"/>
                        <a:pt x="16171" y="6749"/>
                      </a:cubicBezTo>
                      <a:cubicBezTo>
                        <a:pt x="17218" y="5038"/>
                        <a:pt x="17979" y="2757"/>
                        <a:pt x="18550" y="0"/>
                      </a:cubicBezTo>
                      <a:lnTo>
                        <a:pt x="23401" y="0"/>
                      </a:lnTo>
                      <a:lnTo>
                        <a:pt x="23401" y="67011"/>
                      </a:lnTo>
                      <a:lnTo>
                        <a:pt x="17313" y="67011"/>
                      </a:lnTo>
                      <a:lnTo>
                        <a:pt x="17313" y="17204"/>
                      </a:lnTo>
                      <a:close/>
                    </a:path>
                  </a:pathLst>
                </a:custGeom>
                <a:solidFill>
                  <a:srgbClr val="262626"/>
                </a:solidFill>
                <a:ln w="9506" cap="flat">
                  <a:noFill/>
                  <a:prstDash val="solid"/>
                  <a:miter/>
                </a:ln>
              </p:spPr>
              <p:txBody>
                <a:bodyPr rtlCol="0" anchor="ctr"/>
                <a:lstStyle/>
                <a:p>
                  <a:endParaRPr lang="en-US"/>
                </a:p>
              </p:txBody>
            </p:sp>
            <p:sp>
              <p:nvSpPr>
                <p:cNvPr id="4661" name="Freeform 4660">
                  <a:extLst>
                    <a:ext uri="{FF2B5EF4-FFF2-40B4-BE49-F238E27FC236}">
                      <a16:creationId xmlns:a16="http://schemas.microsoft.com/office/drawing/2014/main" id="{5F4B3EDB-F999-DE75-ED6C-AE72FE5201E1}"/>
                    </a:ext>
                  </a:extLst>
                </p:cNvPr>
                <p:cNvSpPr/>
                <p:nvPr/>
              </p:nvSpPr>
              <p:spPr>
                <a:xfrm>
                  <a:off x="5582607" y="3993788"/>
                  <a:ext cx="6944" cy="8364"/>
                </a:xfrm>
                <a:custGeom>
                  <a:avLst/>
                  <a:gdLst>
                    <a:gd name="connsiteX0" fmla="*/ 0 w 6944"/>
                    <a:gd name="connsiteY0" fmla="*/ 8364 h 8364"/>
                    <a:gd name="connsiteX1" fmla="*/ 0 w 6944"/>
                    <a:gd name="connsiteY1" fmla="*/ 0 h 8364"/>
                    <a:gd name="connsiteX2" fmla="*/ 6944 w 6944"/>
                    <a:gd name="connsiteY2" fmla="*/ 0 h 8364"/>
                    <a:gd name="connsiteX3" fmla="*/ 6944 w 6944"/>
                    <a:gd name="connsiteY3" fmla="*/ 8364 h 8364"/>
                    <a:gd name="connsiteX4" fmla="*/ 0 w 6944"/>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4" h="8364">
                      <a:moveTo>
                        <a:pt x="0" y="8364"/>
                      </a:moveTo>
                      <a:lnTo>
                        <a:pt x="0" y="0"/>
                      </a:lnTo>
                      <a:lnTo>
                        <a:pt x="6944" y="0"/>
                      </a:lnTo>
                      <a:lnTo>
                        <a:pt x="6944" y="8364"/>
                      </a:lnTo>
                      <a:lnTo>
                        <a:pt x="0" y="8364"/>
                      </a:lnTo>
                      <a:close/>
                    </a:path>
                  </a:pathLst>
                </a:custGeom>
                <a:solidFill>
                  <a:srgbClr val="262626"/>
                </a:solidFill>
                <a:ln w="9506" cap="flat">
                  <a:noFill/>
                  <a:prstDash val="solid"/>
                  <a:miter/>
                </a:ln>
              </p:spPr>
              <p:txBody>
                <a:bodyPr rtlCol="0" anchor="ctr"/>
                <a:lstStyle/>
                <a:p>
                  <a:endParaRPr lang="en-US"/>
                </a:p>
              </p:txBody>
            </p:sp>
            <p:sp>
              <p:nvSpPr>
                <p:cNvPr id="4662" name="Freeform 4661">
                  <a:extLst>
                    <a:ext uri="{FF2B5EF4-FFF2-40B4-BE49-F238E27FC236}">
                      <a16:creationId xmlns:a16="http://schemas.microsoft.com/office/drawing/2014/main" id="{E58E6977-11E9-B1D6-F1F9-1891A557AC37}"/>
                    </a:ext>
                  </a:extLst>
                </p:cNvPr>
                <p:cNvSpPr/>
                <p:nvPr/>
              </p:nvSpPr>
              <p:spPr>
                <a:xfrm>
                  <a:off x="5610764" y="3935237"/>
                  <a:ext cx="23400" cy="67010"/>
                </a:xfrm>
                <a:custGeom>
                  <a:avLst/>
                  <a:gdLst>
                    <a:gd name="connsiteX0" fmla="*/ 17313 w 23400"/>
                    <a:gd name="connsiteY0" fmla="*/ 17109 h 67010"/>
                    <a:gd name="connsiteX1" fmla="*/ 0 w 23400"/>
                    <a:gd name="connsiteY1" fmla="*/ 17109 h 67010"/>
                    <a:gd name="connsiteX2" fmla="*/ 0 w 23400"/>
                    <a:gd name="connsiteY2" fmla="*/ 13117 h 67010"/>
                    <a:gd name="connsiteX3" fmla="*/ 6849 w 23400"/>
                    <a:gd name="connsiteY3" fmla="*/ 12357 h 67010"/>
                    <a:gd name="connsiteX4" fmla="*/ 12271 w 23400"/>
                    <a:gd name="connsiteY4" fmla="*/ 10551 h 67010"/>
                    <a:gd name="connsiteX5" fmla="*/ 16171 w 23400"/>
                    <a:gd name="connsiteY5" fmla="*/ 6749 h 67010"/>
                    <a:gd name="connsiteX6" fmla="*/ 18549 w 23400"/>
                    <a:gd name="connsiteY6" fmla="*/ 0 h 67010"/>
                    <a:gd name="connsiteX7" fmla="*/ 23401 w 23400"/>
                    <a:gd name="connsiteY7" fmla="*/ 0 h 67010"/>
                    <a:gd name="connsiteX8" fmla="*/ 23401 w 23400"/>
                    <a:gd name="connsiteY8" fmla="*/ 67011 h 67010"/>
                    <a:gd name="connsiteX9" fmla="*/ 17313 w 23400"/>
                    <a:gd name="connsiteY9" fmla="*/ 67011 h 67010"/>
                    <a:gd name="connsiteX10" fmla="*/ 17313 w 23400"/>
                    <a:gd name="connsiteY10" fmla="*/ 17204 h 67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400" h="67010">
                      <a:moveTo>
                        <a:pt x="17313" y="17109"/>
                      </a:moveTo>
                      <a:lnTo>
                        <a:pt x="0" y="17109"/>
                      </a:lnTo>
                      <a:lnTo>
                        <a:pt x="0" y="13117"/>
                      </a:lnTo>
                      <a:cubicBezTo>
                        <a:pt x="2568" y="12927"/>
                        <a:pt x="4851" y="12642"/>
                        <a:pt x="6849" y="12357"/>
                      </a:cubicBezTo>
                      <a:cubicBezTo>
                        <a:pt x="8942" y="12071"/>
                        <a:pt x="10749" y="11406"/>
                        <a:pt x="12271" y="10551"/>
                      </a:cubicBezTo>
                      <a:cubicBezTo>
                        <a:pt x="13793" y="9695"/>
                        <a:pt x="15125" y="8364"/>
                        <a:pt x="16171" y="6749"/>
                      </a:cubicBezTo>
                      <a:cubicBezTo>
                        <a:pt x="17218" y="5038"/>
                        <a:pt x="17979" y="2757"/>
                        <a:pt x="18549" y="0"/>
                      </a:cubicBezTo>
                      <a:lnTo>
                        <a:pt x="23401" y="0"/>
                      </a:lnTo>
                      <a:lnTo>
                        <a:pt x="23401" y="67011"/>
                      </a:lnTo>
                      <a:lnTo>
                        <a:pt x="17313" y="67011"/>
                      </a:lnTo>
                      <a:lnTo>
                        <a:pt x="17313" y="17204"/>
                      </a:lnTo>
                      <a:close/>
                    </a:path>
                  </a:pathLst>
                </a:custGeom>
                <a:solidFill>
                  <a:srgbClr val="262626"/>
                </a:solidFill>
                <a:ln w="9506" cap="flat">
                  <a:noFill/>
                  <a:prstDash val="solid"/>
                  <a:miter/>
                </a:ln>
              </p:spPr>
              <p:txBody>
                <a:bodyPr rtlCol="0" anchor="ctr"/>
                <a:lstStyle/>
                <a:p>
                  <a:endParaRPr lang="en-US"/>
                </a:p>
              </p:txBody>
            </p:sp>
          </p:grpSp>
          <p:grpSp>
            <p:nvGrpSpPr>
              <p:cNvPr id="4059" name="Graphic 5">
                <a:extLst>
                  <a:ext uri="{FF2B5EF4-FFF2-40B4-BE49-F238E27FC236}">
                    <a16:creationId xmlns:a16="http://schemas.microsoft.com/office/drawing/2014/main" id="{D04A9C43-D40F-1DF1-67CF-60D004FE6FC6}"/>
                  </a:ext>
                </a:extLst>
              </p:cNvPr>
              <p:cNvGrpSpPr/>
              <p:nvPr/>
            </p:nvGrpSpPr>
            <p:grpSpPr>
              <a:xfrm>
                <a:off x="6810773" y="3438798"/>
                <a:ext cx="220880" cy="2688786"/>
                <a:chOff x="5351257" y="3688677"/>
                <a:chExt cx="88756" cy="1080436"/>
              </a:xfrm>
              <a:solidFill>
                <a:srgbClr val="262626"/>
              </a:solidFill>
            </p:grpSpPr>
            <p:sp>
              <p:nvSpPr>
                <p:cNvPr id="4639" name="Freeform 4638">
                  <a:extLst>
                    <a:ext uri="{FF2B5EF4-FFF2-40B4-BE49-F238E27FC236}">
                      <a16:creationId xmlns:a16="http://schemas.microsoft.com/office/drawing/2014/main" id="{65FEF90D-3C14-E82D-6CC8-77C9B3963836}"/>
                    </a:ext>
                  </a:extLst>
                </p:cNvPr>
                <p:cNvSpPr/>
                <p:nvPr/>
              </p:nvSpPr>
              <p:spPr>
                <a:xfrm>
                  <a:off x="5353260" y="4718547"/>
                  <a:ext cx="68490" cy="50566"/>
                </a:xfrm>
                <a:custGeom>
                  <a:avLst/>
                  <a:gdLst>
                    <a:gd name="connsiteX0" fmla="*/ 37384 w 68490"/>
                    <a:gd name="connsiteY0" fmla="*/ 44103 h 50566"/>
                    <a:gd name="connsiteX1" fmla="*/ 68490 w 68490"/>
                    <a:gd name="connsiteY1" fmla="*/ 44103 h 50566"/>
                    <a:gd name="connsiteX2" fmla="*/ 68490 w 68490"/>
                    <a:gd name="connsiteY2" fmla="*/ 50567 h 50566"/>
                    <a:gd name="connsiteX3" fmla="*/ 0 w 68490"/>
                    <a:gd name="connsiteY3" fmla="*/ 50567 h 50566"/>
                    <a:gd name="connsiteX4" fmla="*/ 0 w 68490"/>
                    <a:gd name="connsiteY4" fmla="*/ 23763 h 50566"/>
                    <a:gd name="connsiteX5" fmla="*/ 4281 w 68490"/>
                    <a:gd name="connsiteY5" fmla="*/ 6463 h 50566"/>
                    <a:gd name="connsiteX6" fmla="*/ 17979 w 68490"/>
                    <a:gd name="connsiteY6" fmla="*/ 475 h 50566"/>
                    <a:gd name="connsiteX7" fmla="*/ 28252 w 68490"/>
                    <a:gd name="connsiteY7" fmla="*/ 3041 h 50566"/>
                    <a:gd name="connsiteX8" fmla="*/ 34721 w 68490"/>
                    <a:gd name="connsiteY8" fmla="*/ 11596 h 50566"/>
                    <a:gd name="connsiteX9" fmla="*/ 37765 w 68490"/>
                    <a:gd name="connsiteY9" fmla="*/ 6844 h 50566"/>
                    <a:gd name="connsiteX10" fmla="*/ 42331 w 68490"/>
                    <a:gd name="connsiteY10" fmla="*/ 4277 h 50566"/>
                    <a:gd name="connsiteX11" fmla="*/ 47753 w 68490"/>
                    <a:gd name="connsiteY11" fmla="*/ 3137 h 50566"/>
                    <a:gd name="connsiteX12" fmla="*/ 53270 w 68490"/>
                    <a:gd name="connsiteY12" fmla="*/ 2851 h 50566"/>
                    <a:gd name="connsiteX13" fmla="*/ 59739 w 68490"/>
                    <a:gd name="connsiteY13" fmla="*/ 2471 h 50566"/>
                    <a:gd name="connsiteX14" fmla="*/ 63924 w 68490"/>
                    <a:gd name="connsiteY14" fmla="*/ 1901 h 50566"/>
                    <a:gd name="connsiteX15" fmla="*/ 66493 w 68490"/>
                    <a:gd name="connsiteY15" fmla="*/ 1141 h 50566"/>
                    <a:gd name="connsiteX16" fmla="*/ 67920 w 68490"/>
                    <a:gd name="connsiteY16" fmla="*/ 0 h 50566"/>
                    <a:gd name="connsiteX17" fmla="*/ 68490 w 68490"/>
                    <a:gd name="connsiteY17" fmla="*/ 0 h 50566"/>
                    <a:gd name="connsiteX18" fmla="*/ 68490 w 68490"/>
                    <a:gd name="connsiteY18" fmla="*/ 7129 h 50566"/>
                    <a:gd name="connsiteX19" fmla="*/ 63829 w 68490"/>
                    <a:gd name="connsiteY19" fmla="*/ 8649 h 50566"/>
                    <a:gd name="connsiteX20" fmla="*/ 57456 w 68490"/>
                    <a:gd name="connsiteY20" fmla="*/ 9315 h 50566"/>
                    <a:gd name="connsiteX21" fmla="*/ 50987 w 68490"/>
                    <a:gd name="connsiteY21" fmla="*/ 9695 h 50566"/>
                    <a:gd name="connsiteX22" fmla="*/ 45851 w 68490"/>
                    <a:gd name="connsiteY22" fmla="*/ 10265 h 50566"/>
                    <a:gd name="connsiteX23" fmla="*/ 41475 w 68490"/>
                    <a:gd name="connsiteY23" fmla="*/ 12071 h 50566"/>
                    <a:gd name="connsiteX24" fmla="*/ 38906 w 68490"/>
                    <a:gd name="connsiteY24" fmla="*/ 15208 h 50566"/>
                    <a:gd name="connsiteX25" fmla="*/ 37765 w 68490"/>
                    <a:gd name="connsiteY25" fmla="*/ 19200 h 50566"/>
                    <a:gd name="connsiteX26" fmla="*/ 37479 w 68490"/>
                    <a:gd name="connsiteY26" fmla="*/ 23763 h 50566"/>
                    <a:gd name="connsiteX27" fmla="*/ 37479 w 68490"/>
                    <a:gd name="connsiteY27" fmla="*/ 44103 h 50566"/>
                    <a:gd name="connsiteX28" fmla="*/ 31867 w 68490"/>
                    <a:gd name="connsiteY28" fmla="*/ 23953 h 50566"/>
                    <a:gd name="connsiteX29" fmla="*/ 31106 w 68490"/>
                    <a:gd name="connsiteY29" fmla="*/ 17204 h 50566"/>
                    <a:gd name="connsiteX30" fmla="*/ 28728 w 68490"/>
                    <a:gd name="connsiteY30" fmla="*/ 11881 h 50566"/>
                    <a:gd name="connsiteX31" fmla="*/ 24542 w 68490"/>
                    <a:gd name="connsiteY31" fmla="*/ 8269 h 50566"/>
                    <a:gd name="connsiteX32" fmla="*/ 18359 w 68490"/>
                    <a:gd name="connsiteY32" fmla="*/ 6938 h 50566"/>
                    <a:gd name="connsiteX33" fmla="*/ 12081 w 68490"/>
                    <a:gd name="connsiteY33" fmla="*/ 8364 h 50566"/>
                    <a:gd name="connsiteX34" fmla="*/ 8181 w 68490"/>
                    <a:gd name="connsiteY34" fmla="*/ 12071 h 50566"/>
                    <a:gd name="connsiteX35" fmla="*/ 6183 w 68490"/>
                    <a:gd name="connsiteY35" fmla="*/ 17394 h 50566"/>
                    <a:gd name="connsiteX36" fmla="*/ 5612 w 68490"/>
                    <a:gd name="connsiteY36" fmla="*/ 23572 h 50566"/>
                    <a:gd name="connsiteX37" fmla="*/ 5612 w 68490"/>
                    <a:gd name="connsiteY37" fmla="*/ 44103 h 50566"/>
                    <a:gd name="connsiteX38" fmla="*/ 31962 w 68490"/>
                    <a:gd name="connsiteY38" fmla="*/ 44103 h 50566"/>
                    <a:gd name="connsiteX39" fmla="*/ 31962 w 68490"/>
                    <a:gd name="connsiteY39" fmla="*/ 23953 h 505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68490" h="50566">
                      <a:moveTo>
                        <a:pt x="37384" y="44103"/>
                      </a:moveTo>
                      <a:lnTo>
                        <a:pt x="68490" y="44103"/>
                      </a:lnTo>
                      <a:lnTo>
                        <a:pt x="68490" y="50567"/>
                      </a:lnTo>
                      <a:lnTo>
                        <a:pt x="0" y="50567"/>
                      </a:lnTo>
                      <a:lnTo>
                        <a:pt x="0" y="23763"/>
                      </a:lnTo>
                      <a:cubicBezTo>
                        <a:pt x="0" y="16254"/>
                        <a:pt x="1427" y="10455"/>
                        <a:pt x="4281" y="6463"/>
                      </a:cubicBezTo>
                      <a:cubicBezTo>
                        <a:pt x="7134" y="2471"/>
                        <a:pt x="11700" y="475"/>
                        <a:pt x="17979" y="475"/>
                      </a:cubicBezTo>
                      <a:cubicBezTo>
                        <a:pt x="22259" y="475"/>
                        <a:pt x="25684" y="1331"/>
                        <a:pt x="28252" y="3041"/>
                      </a:cubicBezTo>
                      <a:cubicBezTo>
                        <a:pt x="30821" y="4753"/>
                        <a:pt x="32913" y="7604"/>
                        <a:pt x="34721" y="11596"/>
                      </a:cubicBezTo>
                      <a:cubicBezTo>
                        <a:pt x="35387" y="9600"/>
                        <a:pt x="36433" y="7984"/>
                        <a:pt x="37765" y="6844"/>
                      </a:cubicBezTo>
                      <a:cubicBezTo>
                        <a:pt x="39097" y="5703"/>
                        <a:pt x="40619" y="4847"/>
                        <a:pt x="42331" y="4277"/>
                      </a:cubicBezTo>
                      <a:cubicBezTo>
                        <a:pt x="44043" y="3707"/>
                        <a:pt x="45851" y="3327"/>
                        <a:pt x="47753" y="3137"/>
                      </a:cubicBezTo>
                      <a:cubicBezTo>
                        <a:pt x="49656" y="2947"/>
                        <a:pt x="51463" y="2851"/>
                        <a:pt x="53270" y="2851"/>
                      </a:cubicBezTo>
                      <a:cubicBezTo>
                        <a:pt x="55839" y="2851"/>
                        <a:pt x="58027" y="2661"/>
                        <a:pt x="59739" y="2471"/>
                      </a:cubicBezTo>
                      <a:cubicBezTo>
                        <a:pt x="61451" y="2281"/>
                        <a:pt x="62878" y="2091"/>
                        <a:pt x="63924" y="1901"/>
                      </a:cubicBezTo>
                      <a:cubicBezTo>
                        <a:pt x="64971" y="1711"/>
                        <a:pt x="65827" y="1426"/>
                        <a:pt x="66493" y="1141"/>
                      </a:cubicBezTo>
                      <a:cubicBezTo>
                        <a:pt x="67159" y="855"/>
                        <a:pt x="67539" y="475"/>
                        <a:pt x="67920" y="0"/>
                      </a:cubicBezTo>
                      <a:lnTo>
                        <a:pt x="68490" y="0"/>
                      </a:lnTo>
                      <a:lnTo>
                        <a:pt x="68490" y="7129"/>
                      </a:lnTo>
                      <a:cubicBezTo>
                        <a:pt x="67444" y="7794"/>
                        <a:pt x="65827" y="8269"/>
                        <a:pt x="63829" y="8649"/>
                      </a:cubicBezTo>
                      <a:cubicBezTo>
                        <a:pt x="61832" y="8934"/>
                        <a:pt x="59644" y="9125"/>
                        <a:pt x="57456" y="9315"/>
                      </a:cubicBezTo>
                      <a:cubicBezTo>
                        <a:pt x="55268" y="9505"/>
                        <a:pt x="53080" y="9600"/>
                        <a:pt x="50987" y="9695"/>
                      </a:cubicBezTo>
                      <a:cubicBezTo>
                        <a:pt x="48894" y="9695"/>
                        <a:pt x="47182" y="9980"/>
                        <a:pt x="45851" y="10265"/>
                      </a:cubicBezTo>
                      <a:cubicBezTo>
                        <a:pt x="44043" y="10646"/>
                        <a:pt x="42521" y="11216"/>
                        <a:pt x="41475" y="12071"/>
                      </a:cubicBezTo>
                      <a:cubicBezTo>
                        <a:pt x="40428" y="12927"/>
                        <a:pt x="39477" y="13972"/>
                        <a:pt x="38906" y="15208"/>
                      </a:cubicBezTo>
                      <a:cubicBezTo>
                        <a:pt x="38336" y="16444"/>
                        <a:pt x="37955" y="17774"/>
                        <a:pt x="37765" y="19200"/>
                      </a:cubicBezTo>
                      <a:cubicBezTo>
                        <a:pt x="37575" y="20721"/>
                        <a:pt x="37479" y="22242"/>
                        <a:pt x="37479" y="23763"/>
                      </a:cubicBezTo>
                      <a:lnTo>
                        <a:pt x="37479" y="44103"/>
                      </a:lnTo>
                      <a:close/>
                      <a:moveTo>
                        <a:pt x="31867" y="23953"/>
                      </a:moveTo>
                      <a:cubicBezTo>
                        <a:pt x="31867" y="21576"/>
                        <a:pt x="31582" y="19295"/>
                        <a:pt x="31106" y="17204"/>
                      </a:cubicBezTo>
                      <a:cubicBezTo>
                        <a:pt x="30630" y="15113"/>
                        <a:pt x="29774" y="13402"/>
                        <a:pt x="28728" y="11881"/>
                      </a:cubicBezTo>
                      <a:cubicBezTo>
                        <a:pt x="27586" y="10360"/>
                        <a:pt x="26160" y="9125"/>
                        <a:pt x="24542" y="8269"/>
                      </a:cubicBezTo>
                      <a:cubicBezTo>
                        <a:pt x="22830" y="7414"/>
                        <a:pt x="20737" y="6938"/>
                        <a:pt x="18359" y="6938"/>
                      </a:cubicBezTo>
                      <a:cubicBezTo>
                        <a:pt x="15791" y="6938"/>
                        <a:pt x="13698" y="7414"/>
                        <a:pt x="12081" y="8364"/>
                      </a:cubicBezTo>
                      <a:cubicBezTo>
                        <a:pt x="10464" y="9315"/>
                        <a:pt x="9132" y="10550"/>
                        <a:pt x="8181" y="12071"/>
                      </a:cubicBezTo>
                      <a:cubicBezTo>
                        <a:pt x="7229" y="13592"/>
                        <a:pt x="6564" y="15398"/>
                        <a:pt x="6183" y="17394"/>
                      </a:cubicBezTo>
                      <a:cubicBezTo>
                        <a:pt x="5803" y="19390"/>
                        <a:pt x="5612" y="21481"/>
                        <a:pt x="5612" y="23572"/>
                      </a:cubicBezTo>
                      <a:lnTo>
                        <a:pt x="5612" y="44103"/>
                      </a:lnTo>
                      <a:lnTo>
                        <a:pt x="31962" y="44103"/>
                      </a:lnTo>
                      <a:lnTo>
                        <a:pt x="31962" y="23953"/>
                      </a:lnTo>
                      <a:close/>
                    </a:path>
                  </a:pathLst>
                </a:custGeom>
                <a:solidFill>
                  <a:srgbClr val="262626"/>
                </a:solidFill>
                <a:ln w="9506" cap="flat">
                  <a:noFill/>
                  <a:prstDash val="solid"/>
                  <a:miter/>
                </a:ln>
              </p:spPr>
              <p:txBody>
                <a:bodyPr rtlCol="0" anchor="ctr"/>
                <a:lstStyle/>
                <a:p>
                  <a:endParaRPr lang="en-US"/>
                </a:p>
              </p:txBody>
            </p:sp>
            <p:sp>
              <p:nvSpPr>
                <p:cNvPr id="4640" name="Freeform 4639">
                  <a:extLst>
                    <a:ext uri="{FF2B5EF4-FFF2-40B4-BE49-F238E27FC236}">
                      <a16:creationId xmlns:a16="http://schemas.microsoft.com/office/drawing/2014/main" id="{CFA2C51C-4A3A-27BF-DA7E-66FFE59FC775}"/>
                    </a:ext>
                  </a:extLst>
                </p:cNvPr>
                <p:cNvSpPr/>
                <p:nvPr/>
              </p:nvSpPr>
              <p:spPr>
                <a:xfrm>
                  <a:off x="5353260" y="4661992"/>
                  <a:ext cx="68490" cy="49806"/>
                </a:xfrm>
                <a:custGeom>
                  <a:avLst/>
                  <a:gdLst>
                    <a:gd name="connsiteX0" fmla="*/ 0 w 68490"/>
                    <a:gd name="connsiteY0" fmla="*/ 49806 h 49806"/>
                    <a:gd name="connsiteX1" fmla="*/ 0 w 68490"/>
                    <a:gd name="connsiteY1" fmla="*/ 0 h 49806"/>
                    <a:gd name="connsiteX2" fmla="*/ 5517 w 68490"/>
                    <a:gd name="connsiteY2" fmla="*/ 0 h 49806"/>
                    <a:gd name="connsiteX3" fmla="*/ 5517 w 68490"/>
                    <a:gd name="connsiteY3" fmla="*/ 21671 h 49806"/>
                    <a:gd name="connsiteX4" fmla="*/ 68490 w 68490"/>
                    <a:gd name="connsiteY4" fmla="*/ 21671 h 49806"/>
                    <a:gd name="connsiteX5" fmla="*/ 68490 w 68490"/>
                    <a:gd name="connsiteY5" fmla="*/ 28135 h 49806"/>
                    <a:gd name="connsiteX6" fmla="*/ 5517 w 68490"/>
                    <a:gd name="connsiteY6" fmla="*/ 28135 h 49806"/>
                    <a:gd name="connsiteX7" fmla="*/ 5517 w 68490"/>
                    <a:gd name="connsiteY7" fmla="*/ 49806 h 49806"/>
                    <a:gd name="connsiteX8" fmla="*/ 0 w 68490"/>
                    <a:gd name="connsiteY8" fmla="*/ 49806 h 49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490" h="49806">
                      <a:moveTo>
                        <a:pt x="0" y="49806"/>
                      </a:moveTo>
                      <a:lnTo>
                        <a:pt x="0" y="0"/>
                      </a:lnTo>
                      <a:lnTo>
                        <a:pt x="5517" y="0"/>
                      </a:lnTo>
                      <a:lnTo>
                        <a:pt x="5517" y="21671"/>
                      </a:lnTo>
                      <a:lnTo>
                        <a:pt x="68490" y="21671"/>
                      </a:lnTo>
                      <a:lnTo>
                        <a:pt x="68490" y="28135"/>
                      </a:lnTo>
                      <a:lnTo>
                        <a:pt x="5517" y="28135"/>
                      </a:lnTo>
                      <a:lnTo>
                        <a:pt x="5517" y="49806"/>
                      </a:lnTo>
                      <a:lnTo>
                        <a:pt x="0" y="49806"/>
                      </a:lnTo>
                      <a:close/>
                    </a:path>
                  </a:pathLst>
                </a:custGeom>
                <a:solidFill>
                  <a:srgbClr val="262626"/>
                </a:solidFill>
                <a:ln w="9506" cap="flat">
                  <a:noFill/>
                  <a:prstDash val="solid"/>
                  <a:miter/>
                </a:ln>
              </p:spPr>
              <p:txBody>
                <a:bodyPr rtlCol="0" anchor="ctr"/>
                <a:lstStyle/>
                <a:p>
                  <a:endParaRPr lang="en-US"/>
                </a:p>
              </p:txBody>
            </p:sp>
            <p:sp>
              <p:nvSpPr>
                <p:cNvPr id="4641" name="Freeform 4640">
                  <a:extLst>
                    <a:ext uri="{FF2B5EF4-FFF2-40B4-BE49-F238E27FC236}">
                      <a16:creationId xmlns:a16="http://schemas.microsoft.com/office/drawing/2014/main" id="{00425243-5054-5277-9538-54DF67A1634D}"/>
                    </a:ext>
                  </a:extLst>
                </p:cNvPr>
                <p:cNvSpPr/>
                <p:nvPr/>
              </p:nvSpPr>
              <p:spPr>
                <a:xfrm>
                  <a:off x="5351928" y="4609619"/>
                  <a:ext cx="69631" cy="22622"/>
                </a:xfrm>
                <a:custGeom>
                  <a:avLst/>
                  <a:gdLst>
                    <a:gd name="connsiteX0" fmla="*/ 25303 w 69631"/>
                    <a:gd name="connsiteY0" fmla="*/ 22527 h 22622"/>
                    <a:gd name="connsiteX1" fmla="*/ 20547 w 69631"/>
                    <a:gd name="connsiteY1" fmla="*/ 22527 h 22622"/>
                    <a:gd name="connsiteX2" fmla="*/ 20547 w 69631"/>
                    <a:gd name="connsiteY2" fmla="*/ 15208 h 22622"/>
                    <a:gd name="connsiteX3" fmla="*/ 12747 w 69631"/>
                    <a:gd name="connsiteY3" fmla="*/ 15208 h 22622"/>
                    <a:gd name="connsiteX4" fmla="*/ 3425 w 69631"/>
                    <a:gd name="connsiteY4" fmla="*/ 12832 h 22622"/>
                    <a:gd name="connsiteX5" fmla="*/ 0 w 69631"/>
                    <a:gd name="connsiteY5" fmla="*/ 4753 h 22622"/>
                    <a:gd name="connsiteX6" fmla="*/ 0 w 69631"/>
                    <a:gd name="connsiteY6" fmla="*/ 2281 h 22622"/>
                    <a:gd name="connsiteX7" fmla="*/ 285 w 69631"/>
                    <a:gd name="connsiteY7" fmla="*/ 0 h 22622"/>
                    <a:gd name="connsiteX8" fmla="*/ 5517 w 69631"/>
                    <a:gd name="connsiteY8" fmla="*/ 0 h 22622"/>
                    <a:gd name="connsiteX9" fmla="*/ 5042 w 69631"/>
                    <a:gd name="connsiteY9" fmla="*/ 3422 h 22622"/>
                    <a:gd name="connsiteX10" fmla="*/ 5803 w 69631"/>
                    <a:gd name="connsiteY10" fmla="*/ 6844 h 22622"/>
                    <a:gd name="connsiteX11" fmla="*/ 7895 w 69631"/>
                    <a:gd name="connsiteY11" fmla="*/ 8650 h 22622"/>
                    <a:gd name="connsiteX12" fmla="*/ 10939 w 69631"/>
                    <a:gd name="connsiteY12" fmla="*/ 9410 h 22622"/>
                    <a:gd name="connsiteX13" fmla="*/ 14269 w 69631"/>
                    <a:gd name="connsiteY13" fmla="*/ 9600 h 22622"/>
                    <a:gd name="connsiteX14" fmla="*/ 20357 w 69631"/>
                    <a:gd name="connsiteY14" fmla="*/ 9600 h 22622"/>
                    <a:gd name="connsiteX15" fmla="*/ 20357 w 69631"/>
                    <a:gd name="connsiteY15" fmla="*/ 95 h 22622"/>
                    <a:gd name="connsiteX16" fmla="*/ 25113 w 69631"/>
                    <a:gd name="connsiteY16" fmla="*/ 95 h 22622"/>
                    <a:gd name="connsiteX17" fmla="*/ 25113 w 69631"/>
                    <a:gd name="connsiteY17" fmla="*/ 9600 h 22622"/>
                    <a:gd name="connsiteX18" fmla="*/ 69632 w 69631"/>
                    <a:gd name="connsiteY18" fmla="*/ 9600 h 22622"/>
                    <a:gd name="connsiteX19" fmla="*/ 69632 w 69631"/>
                    <a:gd name="connsiteY19" fmla="*/ 15303 h 22622"/>
                    <a:gd name="connsiteX20" fmla="*/ 25113 w 69631"/>
                    <a:gd name="connsiteY20" fmla="*/ 15303 h 22622"/>
                    <a:gd name="connsiteX21" fmla="*/ 25113 w 69631"/>
                    <a:gd name="connsiteY21" fmla="*/ 22622 h 226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69631" h="22622">
                      <a:moveTo>
                        <a:pt x="25303" y="22527"/>
                      </a:moveTo>
                      <a:lnTo>
                        <a:pt x="20547" y="22527"/>
                      </a:lnTo>
                      <a:lnTo>
                        <a:pt x="20547" y="15208"/>
                      </a:lnTo>
                      <a:lnTo>
                        <a:pt x="12747" y="15208"/>
                      </a:lnTo>
                      <a:cubicBezTo>
                        <a:pt x="8847" y="15208"/>
                        <a:pt x="5708" y="14448"/>
                        <a:pt x="3425" y="12832"/>
                      </a:cubicBezTo>
                      <a:cubicBezTo>
                        <a:pt x="1141" y="11216"/>
                        <a:pt x="0" y="8554"/>
                        <a:pt x="0" y="4753"/>
                      </a:cubicBezTo>
                      <a:cubicBezTo>
                        <a:pt x="0" y="3897"/>
                        <a:pt x="0" y="3042"/>
                        <a:pt x="0" y="2281"/>
                      </a:cubicBezTo>
                      <a:cubicBezTo>
                        <a:pt x="0" y="1521"/>
                        <a:pt x="190" y="761"/>
                        <a:pt x="285" y="0"/>
                      </a:cubicBezTo>
                      <a:lnTo>
                        <a:pt x="5517" y="0"/>
                      </a:lnTo>
                      <a:cubicBezTo>
                        <a:pt x="5232" y="1236"/>
                        <a:pt x="5042" y="2376"/>
                        <a:pt x="5042" y="3422"/>
                      </a:cubicBezTo>
                      <a:cubicBezTo>
                        <a:pt x="5042" y="4848"/>
                        <a:pt x="5327" y="5988"/>
                        <a:pt x="5803" y="6844"/>
                      </a:cubicBezTo>
                      <a:cubicBezTo>
                        <a:pt x="6373" y="7699"/>
                        <a:pt x="7039" y="8269"/>
                        <a:pt x="7895" y="8650"/>
                      </a:cubicBezTo>
                      <a:cubicBezTo>
                        <a:pt x="8752" y="9030"/>
                        <a:pt x="9798" y="9220"/>
                        <a:pt x="10939" y="9410"/>
                      </a:cubicBezTo>
                      <a:cubicBezTo>
                        <a:pt x="12081" y="9410"/>
                        <a:pt x="13127" y="9600"/>
                        <a:pt x="14269" y="9600"/>
                      </a:cubicBezTo>
                      <a:lnTo>
                        <a:pt x="20357" y="9600"/>
                      </a:lnTo>
                      <a:lnTo>
                        <a:pt x="20357" y="95"/>
                      </a:lnTo>
                      <a:lnTo>
                        <a:pt x="25113" y="95"/>
                      </a:lnTo>
                      <a:lnTo>
                        <a:pt x="25113" y="9600"/>
                      </a:lnTo>
                      <a:lnTo>
                        <a:pt x="69632" y="9600"/>
                      </a:lnTo>
                      <a:lnTo>
                        <a:pt x="69632" y="15303"/>
                      </a:lnTo>
                      <a:lnTo>
                        <a:pt x="25113" y="15303"/>
                      </a:lnTo>
                      <a:lnTo>
                        <a:pt x="25113" y="22622"/>
                      </a:lnTo>
                      <a:close/>
                    </a:path>
                  </a:pathLst>
                </a:custGeom>
                <a:solidFill>
                  <a:srgbClr val="262626"/>
                </a:solidFill>
                <a:ln w="9506" cap="flat">
                  <a:noFill/>
                  <a:prstDash val="solid"/>
                  <a:miter/>
                </a:ln>
              </p:spPr>
              <p:txBody>
                <a:bodyPr rtlCol="0" anchor="ctr"/>
                <a:lstStyle/>
                <a:p>
                  <a:endParaRPr lang="en-US"/>
                </a:p>
              </p:txBody>
            </p:sp>
            <p:sp>
              <p:nvSpPr>
                <p:cNvPr id="4642" name="Freeform 4641">
                  <a:extLst>
                    <a:ext uri="{FF2B5EF4-FFF2-40B4-BE49-F238E27FC236}">
                      <a16:creationId xmlns:a16="http://schemas.microsoft.com/office/drawing/2014/main" id="{69EF41A3-95CD-46E8-C876-1A26B12C799C}"/>
                    </a:ext>
                  </a:extLst>
                </p:cNvPr>
                <p:cNvSpPr/>
                <p:nvPr/>
              </p:nvSpPr>
              <p:spPr>
                <a:xfrm>
                  <a:off x="5371238" y="4558292"/>
                  <a:ext cx="51843" cy="45719"/>
                </a:xfrm>
                <a:custGeom>
                  <a:avLst/>
                  <a:gdLst>
                    <a:gd name="connsiteX0" fmla="*/ 51843 w 51843"/>
                    <a:gd name="connsiteY0" fmla="*/ 22907 h 45719"/>
                    <a:gd name="connsiteX1" fmla="*/ 50131 w 51843"/>
                    <a:gd name="connsiteY1" fmla="*/ 31747 h 45719"/>
                    <a:gd name="connsiteX2" fmla="*/ 45280 w 51843"/>
                    <a:gd name="connsiteY2" fmla="*/ 38971 h 45719"/>
                    <a:gd name="connsiteX3" fmla="*/ 37194 w 51843"/>
                    <a:gd name="connsiteY3" fmla="*/ 43913 h 45719"/>
                    <a:gd name="connsiteX4" fmla="*/ 25874 w 51843"/>
                    <a:gd name="connsiteY4" fmla="*/ 45719 h 45719"/>
                    <a:gd name="connsiteX5" fmla="*/ 15791 w 51843"/>
                    <a:gd name="connsiteY5" fmla="*/ 44293 h 45719"/>
                    <a:gd name="connsiteX6" fmla="*/ 7515 w 51843"/>
                    <a:gd name="connsiteY6" fmla="*/ 40016 h 45719"/>
                    <a:gd name="connsiteX7" fmla="*/ 1998 w 51843"/>
                    <a:gd name="connsiteY7" fmla="*/ 32887 h 45719"/>
                    <a:gd name="connsiteX8" fmla="*/ 0 w 51843"/>
                    <a:gd name="connsiteY8" fmla="*/ 22907 h 45719"/>
                    <a:gd name="connsiteX9" fmla="*/ 1998 w 51843"/>
                    <a:gd name="connsiteY9" fmla="*/ 12832 h 45719"/>
                    <a:gd name="connsiteX10" fmla="*/ 7515 w 51843"/>
                    <a:gd name="connsiteY10" fmla="*/ 5703 h 45719"/>
                    <a:gd name="connsiteX11" fmla="*/ 15696 w 51843"/>
                    <a:gd name="connsiteY11" fmla="*/ 1426 h 45719"/>
                    <a:gd name="connsiteX12" fmla="*/ 25874 w 51843"/>
                    <a:gd name="connsiteY12" fmla="*/ 0 h 45719"/>
                    <a:gd name="connsiteX13" fmla="*/ 36528 w 51843"/>
                    <a:gd name="connsiteY13" fmla="*/ 1616 h 45719"/>
                    <a:gd name="connsiteX14" fmla="*/ 44709 w 51843"/>
                    <a:gd name="connsiteY14" fmla="*/ 6178 h 45719"/>
                    <a:gd name="connsiteX15" fmla="*/ 49941 w 51843"/>
                    <a:gd name="connsiteY15" fmla="*/ 13402 h 45719"/>
                    <a:gd name="connsiteX16" fmla="*/ 51843 w 51843"/>
                    <a:gd name="connsiteY16" fmla="*/ 22812 h 45719"/>
                    <a:gd name="connsiteX17" fmla="*/ 25874 w 51843"/>
                    <a:gd name="connsiteY17" fmla="*/ 6178 h 45719"/>
                    <a:gd name="connsiteX18" fmla="*/ 17693 w 51843"/>
                    <a:gd name="connsiteY18" fmla="*/ 7129 h 45719"/>
                    <a:gd name="connsiteX19" fmla="*/ 11130 w 51843"/>
                    <a:gd name="connsiteY19" fmla="*/ 10075 h 45719"/>
                    <a:gd name="connsiteX20" fmla="*/ 6754 w 51843"/>
                    <a:gd name="connsiteY20" fmla="*/ 15208 h 45719"/>
                    <a:gd name="connsiteX21" fmla="*/ 5137 w 51843"/>
                    <a:gd name="connsiteY21" fmla="*/ 22907 h 45719"/>
                    <a:gd name="connsiteX22" fmla="*/ 6849 w 51843"/>
                    <a:gd name="connsiteY22" fmla="*/ 30511 h 45719"/>
                    <a:gd name="connsiteX23" fmla="*/ 11510 w 51843"/>
                    <a:gd name="connsiteY23" fmla="*/ 35644 h 45719"/>
                    <a:gd name="connsiteX24" fmla="*/ 18169 w 51843"/>
                    <a:gd name="connsiteY24" fmla="*/ 38590 h 45719"/>
                    <a:gd name="connsiteX25" fmla="*/ 25874 w 51843"/>
                    <a:gd name="connsiteY25" fmla="*/ 39541 h 45719"/>
                    <a:gd name="connsiteX26" fmla="*/ 34245 w 51843"/>
                    <a:gd name="connsiteY26" fmla="*/ 38495 h 45719"/>
                    <a:gd name="connsiteX27" fmla="*/ 40904 w 51843"/>
                    <a:gd name="connsiteY27" fmla="*/ 35264 h 45719"/>
                    <a:gd name="connsiteX28" fmla="*/ 45185 w 51843"/>
                    <a:gd name="connsiteY28" fmla="*/ 30036 h 45719"/>
                    <a:gd name="connsiteX29" fmla="*/ 46707 w 51843"/>
                    <a:gd name="connsiteY29" fmla="*/ 22812 h 45719"/>
                    <a:gd name="connsiteX30" fmla="*/ 44899 w 51843"/>
                    <a:gd name="connsiteY30" fmla="*/ 15113 h 45719"/>
                    <a:gd name="connsiteX31" fmla="*/ 40143 w 51843"/>
                    <a:gd name="connsiteY31" fmla="*/ 9980 h 45719"/>
                    <a:gd name="connsiteX32" fmla="*/ 33484 w 51843"/>
                    <a:gd name="connsiteY32" fmla="*/ 7034 h 45719"/>
                    <a:gd name="connsiteX33" fmla="*/ 25779 w 51843"/>
                    <a:gd name="connsiteY33" fmla="*/ 6083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51843" h="45719">
                      <a:moveTo>
                        <a:pt x="51843" y="22907"/>
                      </a:moveTo>
                      <a:cubicBezTo>
                        <a:pt x="51843" y="26044"/>
                        <a:pt x="51178" y="29085"/>
                        <a:pt x="50131" y="31747"/>
                      </a:cubicBezTo>
                      <a:cubicBezTo>
                        <a:pt x="49085" y="34503"/>
                        <a:pt x="47468" y="36880"/>
                        <a:pt x="45280" y="38971"/>
                      </a:cubicBezTo>
                      <a:cubicBezTo>
                        <a:pt x="43092" y="41062"/>
                        <a:pt x="40428" y="42678"/>
                        <a:pt x="37194" y="43913"/>
                      </a:cubicBezTo>
                      <a:cubicBezTo>
                        <a:pt x="33960" y="45149"/>
                        <a:pt x="30155" y="45719"/>
                        <a:pt x="25874" y="45719"/>
                      </a:cubicBezTo>
                      <a:cubicBezTo>
                        <a:pt x="22259" y="45719"/>
                        <a:pt x="18835" y="45244"/>
                        <a:pt x="15791" y="44293"/>
                      </a:cubicBezTo>
                      <a:cubicBezTo>
                        <a:pt x="12652" y="43343"/>
                        <a:pt x="9893" y="41917"/>
                        <a:pt x="7515" y="40016"/>
                      </a:cubicBezTo>
                      <a:cubicBezTo>
                        <a:pt x="5137" y="38115"/>
                        <a:pt x="3329" y="35739"/>
                        <a:pt x="1998" y="32887"/>
                      </a:cubicBezTo>
                      <a:cubicBezTo>
                        <a:pt x="666" y="30036"/>
                        <a:pt x="0" y="26709"/>
                        <a:pt x="0" y="22907"/>
                      </a:cubicBezTo>
                      <a:cubicBezTo>
                        <a:pt x="0" y="19105"/>
                        <a:pt x="666" y="15683"/>
                        <a:pt x="1998" y="12832"/>
                      </a:cubicBezTo>
                      <a:cubicBezTo>
                        <a:pt x="3329" y="9980"/>
                        <a:pt x="5232" y="7604"/>
                        <a:pt x="7515" y="5703"/>
                      </a:cubicBezTo>
                      <a:cubicBezTo>
                        <a:pt x="9798" y="3802"/>
                        <a:pt x="12557" y="2376"/>
                        <a:pt x="15696" y="1426"/>
                      </a:cubicBezTo>
                      <a:cubicBezTo>
                        <a:pt x="18835" y="475"/>
                        <a:pt x="22259" y="0"/>
                        <a:pt x="25874" y="0"/>
                      </a:cubicBezTo>
                      <a:cubicBezTo>
                        <a:pt x="29774" y="0"/>
                        <a:pt x="33389" y="570"/>
                        <a:pt x="36528" y="1616"/>
                      </a:cubicBezTo>
                      <a:cubicBezTo>
                        <a:pt x="39667" y="2661"/>
                        <a:pt x="42426" y="4182"/>
                        <a:pt x="44709" y="6178"/>
                      </a:cubicBezTo>
                      <a:cubicBezTo>
                        <a:pt x="46992" y="8174"/>
                        <a:pt x="48704" y="10551"/>
                        <a:pt x="49941" y="13402"/>
                      </a:cubicBezTo>
                      <a:cubicBezTo>
                        <a:pt x="51178" y="16254"/>
                        <a:pt x="51843" y="19295"/>
                        <a:pt x="51843" y="22812"/>
                      </a:cubicBezTo>
                      <a:close/>
                      <a:moveTo>
                        <a:pt x="25874" y="6178"/>
                      </a:moveTo>
                      <a:cubicBezTo>
                        <a:pt x="22925" y="6178"/>
                        <a:pt x="20262" y="6463"/>
                        <a:pt x="17693" y="7129"/>
                      </a:cubicBezTo>
                      <a:cubicBezTo>
                        <a:pt x="15125" y="7794"/>
                        <a:pt x="12937" y="8745"/>
                        <a:pt x="11130" y="10075"/>
                      </a:cubicBezTo>
                      <a:cubicBezTo>
                        <a:pt x="9227" y="11406"/>
                        <a:pt x="7800" y="13117"/>
                        <a:pt x="6754" y="15208"/>
                      </a:cubicBezTo>
                      <a:cubicBezTo>
                        <a:pt x="5708" y="17299"/>
                        <a:pt x="5137" y="19865"/>
                        <a:pt x="5137" y="22907"/>
                      </a:cubicBezTo>
                      <a:cubicBezTo>
                        <a:pt x="5137" y="25949"/>
                        <a:pt x="5708" y="28420"/>
                        <a:pt x="6849" y="30511"/>
                      </a:cubicBezTo>
                      <a:cubicBezTo>
                        <a:pt x="7991" y="32602"/>
                        <a:pt x="9608" y="34408"/>
                        <a:pt x="11510" y="35644"/>
                      </a:cubicBezTo>
                      <a:cubicBezTo>
                        <a:pt x="13413" y="36975"/>
                        <a:pt x="15696" y="37925"/>
                        <a:pt x="18169" y="38590"/>
                      </a:cubicBezTo>
                      <a:cubicBezTo>
                        <a:pt x="20642" y="39256"/>
                        <a:pt x="23211" y="39541"/>
                        <a:pt x="25874" y="39541"/>
                      </a:cubicBezTo>
                      <a:cubicBezTo>
                        <a:pt x="28918" y="39541"/>
                        <a:pt x="31677" y="39161"/>
                        <a:pt x="34245" y="38495"/>
                      </a:cubicBezTo>
                      <a:cubicBezTo>
                        <a:pt x="36814" y="37830"/>
                        <a:pt x="39002" y="36690"/>
                        <a:pt x="40904" y="35264"/>
                      </a:cubicBezTo>
                      <a:cubicBezTo>
                        <a:pt x="42711" y="33838"/>
                        <a:pt x="44138" y="32127"/>
                        <a:pt x="45185" y="30036"/>
                      </a:cubicBezTo>
                      <a:cubicBezTo>
                        <a:pt x="46231" y="27945"/>
                        <a:pt x="46707" y="25569"/>
                        <a:pt x="46707" y="22812"/>
                      </a:cubicBezTo>
                      <a:cubicBezTo>
                        <a:pt x="46707" y="19865"/>
                        <a:pt x="46136" y="17299"/>
                        <a:pt x="44899" y="15113"/>
                      </a:cubicBezTo>
                      <a:cubicBezTo>
                        <a:pt x="43758" y="13022"/>
                        <a:pt x="42141" y="11216"/>
                        <a:pt x="40143" y="9980"/>
                      </a:cubicBezTo>
                      <a:cubicBezTo>
                        <a:pt x="38145" y="8650"/>
                        <a:pt x="35957" y="7699"/>
                        <a:pt x="33484" y="7034"/>
                      </a:cubicBezTo>
                      <a:cubicBezTo>
                        <a:pt x="31011" y="6368"/>
                        <a:pt x="28443" y="6083"/>
                        <a:pt x="25779" y="6083"/>
                      </a:cubicBezTo>
                      <a:close/>
                    </a:path>
                  </a:pathLst>
                </a:custGeom>
                <a:solidFill>
                  <a:srgbClr val="262626"/>
                </a:solidFill>
                <a:ln w="9506" cap="flat">
                  <a:noFill/>
                  <a:prstDash val="solid"/>
                  <a:miter/>
                </a:ln>
              </p:spPr>
              <p:txBody>
                <a:bodyPr rtlCol="0" anchor="ctr"/>
                <a:lstStyle/>
                <a:p>
                  <a:endParaRPr lang="en-US"/>
                </a:p>
              </p:txBody>
            </p:sp>
            <p:sp>
              <p:nvSpPr>
                <p:cNvPr id="4643" name="Freeform 4642">
                  <a:extLst>
                    <a:ext uri="{FF2B5EF4-FFF2-40B4-BE49-F238E27FC236}">
                      <a16:creationId xmlns:a16="http://schemas.microsoft.com/office/drawing/2014/main" id="{54E15AE1-BF92-8018-0CEB-412FE8A696D8}"/>
                    </a:ext>
                  </a:extLst>
                </p:cNvPr>
                <p:cNvSpPr/>
                <p:nvPr/>
              </p:nvSpPr>
              <p:spPr>
                <a:xfrm>
                  <a:off x="5371143" y="4525690"/>
                  <a:ext cx="50606" cy="21956"/>
                </a:xfrm>
                <a:custGeom>
                  <a:avLst/>
                  <a:gdLst>
                    <a:gd name="connsiteX0" fmla="*/ 50607 w 50606"/>
                    <a:gd name="connsiteY0" fmla="*/ 16254 h 21956"/>
                    <a:gd name="connsiteX1" fmla="*/ 50607 w 50606"/>
                    <a:gd name="connsiteY1" fmla="*/ 21957 h 21956"/>
                    <a:gd name="connsiteX2" fmla="*/ 1332 w 50606"/>
                    <a:gd name="connsiteY2" fmla="*/ 21957 h 21956"/>
                    <a:gd name="connsiteX3" fmla="*/ 1332 w 50606"/>
                    <a:gd name="connsiteY3" fmla="*/ 16254 h 21956"/>
                    <a:gd name="connsiteX4" fmla="*/ 10559 w 50606"/>
                    <a:gd name="connsiteY4" fmla="*/ 16254 h 21956"/>
                    <a:gd name="connsiteX5" fmla="*/ 10559 w 50606"/>
                    <a:gd name="connsiteY5" fmla="*/ 16064 h 21956"/>
                    <a:gd name="connsiteX6" fmla="*/ 2283 w 50606"/>
                    <a:gd name="connsiteY6" fmla="*/ 9885 h 21956"/>
                    <a:gd name="connsiteX7" fmla="*/ 0 w 50606"/>
                    <a:gd name="connsiteY7" fmla="*/ 0 h 21956"/>
                    <a:gd name="connsiteX8" fmla="*/ 6183 w 50606"/>
                    <a:gd name="connsiteY8" fmla="*/ 0 h 21956"/>
                    <a:gd name="connsiteX9" fmla="*/ 7705 w 50606"/>
                    <a:gd name="connsiteY9" fmla="*/ 7984 h 21956"/>
                    <a:gd name="connsiteX10" fmla="*/ 12081 w 50606"/>
                    <a:gd name="connsiteY10" fmla="*/ 13022 h 21956"/>
                    <a:gd name="connsiteX11" fmla="*/ 18549 w 50606"/>
                    <a:gd name="connsiteY11" fmla="*/ 15588 h 21956"/>
                    <a:gd name="connsiteX12" fmla="*/ 26445 w 50606"/>
                    <a:gd name="connsiteY12" fmla="*/ 16254 h 21956"/>
                    <a:gd name="connsiteX13" fmla="*/ 50607 w 50606"/>
                    <a:gd name="connsiteY13" fmla="*/ 16254 h 219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0606" h="21956">
                      <a:moveTo>
                        <a:pt x="50607" y="16254"/>
                      </a:moveTo>
                      <a:lnTo>
                        <a:pt x="50607" y="21957"/>
                      </a:lnTo>
                      <a:lnTo>
                        <a:pt x="1332" y="21957"/>
                      </a:lnTo>
                      <a:lnTo>
                        <a:pt x="1332" y="16254"/>
                      </a:lnTo>
                      <a:lnTo>
                        <a:pt x="10559" y="16254"/>
                      </a:lnTo>
                      <a:lnTo>
                        <a:pt x="10559" y="16064"/>
                      </a:lnTo>
                      <a:cubicBezTo>
                        <a:pt x="6659" y="14448"/>
                        <a:pt x="3900" y="12452"/>
                        <a:pt x="2283" y="9885"/>
                      </a:cubicBezTo>
                      <a:cubicBezTo>
                        <a:pt x="761" y="7414"/>
                        <a:pt x="0" y="4087"/>
                        <a:pt x="0" y="0"/>
                      </a:cubicBezTo>
                      <a:lnTo>
                        <a:pt x="6183" y="0"/>
                      </a:lnTo>
                      <a:cubicBezTo>
                        <a:pt x="6183" y="3232"/>
                        <a:pt x="6659" y="5893"/>
                        <a:pt x="7705" y="7984"/>
                      </a:cubicBezTo>
                      <a:cubicBezTo>
                        <a:pt x="8752" y="10075"/>
                        <a:pt x="10274" y="11786"/>
                        <a:pt x="12081" y="13022"/>
                      </a:cubicBezTo>
                      <a:cubicBezTo>
                        <a:pt x="13888" y="14258"/>
                        <a:pt x="16076" y="15113"/>
                        <a:pt x="18549" y="15588"/>
                      </a:cubicBezTo>
                      <a:cubicBezTo>
                        <a:pt x="21023" y="16064"/>
                        <a:pt x="23686" y="16254"/>
                        <a:pt x="26445" y="16254"/>
                      </a:cubicBezTo>
                      <a:lnTo>
                        <a:pt x="50607" y="16254"/>
                      </a:lnTo>
                      <a:close/>
                    </a:path>
                  </a:pathLst>
                </a:custGeom>
                <a:solidFill>
                  <a:srgbClr val="262626"/>
                </a:solidFill>
                <a:ln w="9506" cap="flat">
                  <a:noFill/>
                  <a:prstDash val="solid"/>
                  <a:miter/>
                </a:ln>
              </p:spPr>
              <p:txBody>
                <a:bodyPr rtlCol="0" anchor="ctr"/>
                <a:lstStyle/>
                <a:p>
                  <a:endParaRPr lang="en-US"/>
                </a:p>
              </p:txBody>
            </p:sp>
            <p:sp>
              <p:nvSpPr>
                <p:cNvPr id="4644" name="Freeform 4643">
                  <a:extLst>
                    <a:ext uri="{FF2B5EF4-FFF2-40B4-BE49-F238E27FC236}">
                      <a16:creationId xmlns:a16="http://schemas.microsoft.com/office/drawing/2014/main" id="{F192EFE2-0E1E-5D78-ECE7-7905040DDFC0}"/>
                    </a:ext>
                  </a:extLst>
                </p:cNvPr>
                <p:cNvSpPr/>
                <p:nvPr/>
              </p:nvSpPr>
              <p:spPr>
                <a:xfrm>
                  <a:off x="5351257" y="4442901"/>
                  <a:ext cx="72295" cy="49711"/>
                </a:xfrm>
                <a:custGeom>
                  <a:avLst/>
                  <a:gdLst>
                    <a:gd name="connsiteX0" fmla="*/ 50036 w 72295"/>
                    <a:gd name="connsiteY0" fmla="*/ 43438 h 49711"/>
                    <a:gd name="connsiteX1" fmla="*/ 57741 w 72295"/>
                    <a:gd name="connsiteY1" fmla="*/ 41347 h 49711"/>
                    <a:gd name="connsiteX2" fmla="*/ 62878 w 72295"/>
                    <a:gd name="connsiteY2" fmla="*/ 37070 h 49711"/>
                    <a:gd name="connsiteX3" fmla="*/ 65827 w 72295"/>
                    <a:gd name="connsiteY3" fmla="*/ 30986 h 49711"/>
                    <a:gd name="connsiteX4" fmla="*/ 66683 w 72295"/>
                    <a:gd name="connsiteY4" fmla="*/ 23667 h 49711"/>
                    <a:gd name="connsiteX5" fmla="*/ 65541 w 72295"/>
                    <a:gd name="connsiteY5" fmla="*/ 15778 h 49711"/>
                    <a:gd name="connsiteX6" fmla="*/ 62402 w 72295"/>
                    <a:gd name="connsiteY6" fmla="*/ 10360 h 49711"/>
                    <a:gd name="connsiteX7" fmla="*/ 57836 w 72295"/>
                    <a:gd name="connsiteY7" fmla="*/ 7319 h 49711"/>
                    <a:gd name="connsiteX8" fmla="*/ 52414 w 72295"/>
                    <a:gd name="connsiteY8" fmla="*/ 6273 h 49711"/>
                    <a:gd name="connsiteX9" fmla="*/ 45945 w 72295"/>
                    <a:gd name="connsiteY9" fmla="*/ 8079 h 49711"/>
                    <a:gd name="connsiteX10" fmla="*/ 41950 w 72295"/>
                    <a:gd name="connsiteY10" fmla="*/ 12737 h 49711"/>
                    <a:gd name="connsiteX11" fmla="*/ 39382 w 72295"/>
                    <a:gd name="connsiteY11" fmla="*/ 19390 h 49711"/>
                    <a:gd name="connsiteX12" fmla="*/ 37575 w 72295"/>
                    <a:gd name="connsiteY12" fmla="*/ 27089 h 49711"/>
                    <a:gd name="connsiteX13" fmla="*/ 35387 w 72295"/>
                    <a:gd name="connsiteY13" fmla="*/ 34788 h 49711"/>
                    <a:gd name="connsiteX14" fmla="*/ 32057 w 72295"/>
                    <a:gd name="connsiteY14" fmla="*/ 41442 h 49711"/>
                    <a:gd name="connsiteX15" fmla="*/ 26730 w 72295"/>
                    <a:gd name="connsiteY15" fmla="*/ 46194 h 49711"/>
                    <a:gd name="connsiteX16" fmla="*/ 18359 w 72295"/>
                    <a:gd name="connsiteY16" fmla="*/ 48000 h 49711"/>
                    <a:gd name="connsiteX17" fmla="*/ 11510 w 72295"/>
                    <a:gd name="connsiteY17" fmla="*/ 46575 h 49711"/>
                    <a:gd name="connsiteX18" fmla="*/ 5612 w 72295"/>
                    <a:gd name="connsiteY18" fmla="*/ 42202 h 49711"/>
                    <a:gd name="connsiteX19" fmla="*/ 1522 w 72295"/>
                    <a:gd name="connsiteY19" fmla="*/ 34883 h 49711"/>
                    <a:gd name="connsiteX20" fmla="*/ 0 w 72295"/>
                    <a:gd name="connsiteY20" fmla="*/ 24808 h 49711"/>
                    <a:gd name="connsiteX21" fmla="*/ 1617 w 72295"/>
                    <a:gd name="connsiteY21" fmla="*/ 14733 h 49711"/>
                    <a:gd name="connsiteX22" fmla="*/ 6088 w 72295"/>
                    <a:gd name="connsiteY22" fmla="*/ 7604 h 49711"/>
                    <a:gd name="connsiteX23" fmla="*/ 12652 w 72295"/>
                    <a:gd name="connsiteY23" fmla="*/ 3327 h 49711"/>
                    <a:gd name="connsiteX24" fmla="*/ 20547 w 72295"/>
                    <a:gd name="connsiteY24" fmla="*/ 1901 h 49711"/>
                    <a:gd name="connsiteX25" fmla="*/ 20547 w 72295"/>
                    <a:gd name="connsiteY25" fmla="*/ 8079 h 49711"/>
                    <a:gd name="connsiteX26" fmla="*/ 13793 w 72295"/>
                    <a:gd name="connsiteY26" fmla="*/ 9505 h 49711"/>
                    <a:gd name="connsiteX27" fmla="*/ 9132 w 72295"/>
                    <a:gd name="connsiteY27" fmla="*/ 13307 h 49711"/>
                    <a:gd name="connsiteX28" fmla="*/ 6468 w 72295"/>
                    <a:gd name="connsiteY28" fmla="*/ 18725 h 49711"/>
                    <a:gd name="connsiteX29" fmla="*/ 5612 w 72295"/>
                    <a:gd name="connsiteY29" fmla="*/ 24998 h 49711"/>
                    <a:gd name="connsiteX30" fmla="*/ 7039 w 72295"/>
                    <a:gd name="connsiteY30" fmla="*/ 33362 h 49711"/>
                    <a:gd name="connsiteX31" fmla="*/ 10654 w 72295"/>
                    <a:gd name="connsiteY31" fmla="*/ 38685 h 49711"/>
                    <a:gd name="connsiteX32" fmla="*/ 15505 w 72295"/>
                    <a:gd name="connsiteY32" fmla="*/ 41442 h 49711"/>
                    <a:gd name="connsiteX33" fmla="*/ 20832 w 72295"/>
                    <a:gd name="connsiteY33" fmla="*/ 41727 h 49711"/>
                    <a:gd name="connsiteX34" fmla="*/ 26160 w 72295"/>
                    <a:gd name="connsiteY34" fmla="*/ 39066 h 49711"/>
                    <a:gd name="connsiteX35" fmla="*/ 29489 w 72295"/>
                    <a:gd name="connsiteY35" fmla="*/ 33933 h 49711"/>
                    <a:gd name="connsiteX36" fmla="*/ 31582 w 72295"/>
                    <a:gd name="connsiteY36" fmla="*/ 27184 h 49711"/>
                    <a:gd name="connsiteX37" fmla="*/ 33294 w 72295"/>
                    <a:gd name="connsiteY37" fmla="*/ 19770 h 49711"/>
                    <a:gd name="connsiteX38" fmla="*/ 35482 w 72295"/>
                    <a:gd name="connsiteY38" fmla="*/ 12356 h 49711"/>
                    <a:gd name="connsiteX39" fmla="*/ 38811 w 72295"/>
                    <a:gd name="connsiteY39" fmla="*/ 6083 h 49711"/>
                    <a:gd name="connsiteX40" fmla="*/ 44138 w 72295"/>
                    <a:gd name="connsiteY40" fmla="*/ 1616 h 49711"/>
                    <a:gd name="connsiteX41" fmla="*/ 52319 w 72295"/>
                    <a:gd name="connsiteY41" fmla="*/ 0 h 49711"/>
                    <a:gd name="connsiteX42" fmla="*/ 67063 w 72295"/>
                    <a:gd name="connsiteY42" fmla="*/ 6558 h 49711"/>
                    <a:gd name="connsiteX43" fmla="*/ 72295 w 72295"/>
                    <a:gd name="connsiteY43" fmla="*/ 24998 h 49711"/>
                    <a:gd name="connsiteX44" fmla="*/ 70868 w 72295"/>
                    <a:gd name="connsiteY44" fmla="*/ 34883 h 49711"/>
                    <a:gd name="connsiteX45" fmla="*/ 66683 w 72295"/>
                    <a:gd name="connsiteY45" fmla="*/ 42773 h 49711"/>
                    <a:gd name="connsiteX46" fmla="*/ 59739 w 72295"/>
                    <a:gd name="connsiteY46" fmla="*/ 47905 h 49711"/>
                    <a:gd name="connsiteX47" fmla="*/ 50036 w 72295"/>
                    <a:gd name="connsiteY47" fmla="*/ 49711 h 49711"/>
                    <a:gd name="connsiteX48" fmla="*/ 50036 w 72295"/>
                    <a:gd name="connsiteY48" fmla="*/ 43438 h 497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72295" h="49711">
                      <a:moveTo>
                        <a:pt x="50036" y="43438"/>
                      </a:moveTo>
                      <a:cubicBezTo>
                        <a:pt x="53080" y="43153"/>
                        <a:pt x="55648" y="42488"/>
                        <a:pt x="57741" y="41347"/>
                      </a:cubicBezTo>
                      <a:cubicBezTo>
                        <a:pt x="59834" y="40206"/>
                        <a:pt x="61546" y="38780"/>
                        <a:pt x="62878" y="37070"/>
                      </a:cubicBezTo>
                      <a:cubicBezTo>
                        <a:pt x="64210" y="35359"/>
                        <a:pt x="65161" y="33268"/>
                        <a:pt x="65827" y="30986"/>
                      </a:cubicBezTo>
                      <a:cubicBezTo>
                        <a:pt x="66398" y="28705"/>
                        <a:pt x="66683" y="26234"/>
                        <a:pt x="66683" y="23667"/>
                      </a:cubicBezTo>
                      <a:cubicBezTo>
                        <a:pt x="66683" y="20626"/>
                        <a:pt x="66302" y="17964"/>
                        <a:pt x="65541" y="15778"/>
                      </a:cubicBezTo>
                      <a:cubicBezTo>
                        <a:pt x="64780" y="13592"/>
                        <a:pt x="63734" y="11786"/>
                        <a:pt x="62402" y="10360"/>
                      </a:cubicBezTo>
                      <a:cubicBezTo>
                        <a:pt x="61071" y="8934"/>
                        <a:pt x="59644" y="7984"/>
                        <a:pt x="57836" y="7319"/>
                      </a:cubicBezTo>
                      <a:cubicBezTo>
                        <a:pt x="56124" y="6653"/>
                        <a:pt x="54317" y="6273"/>
                        <a:pt x="52414" y="6273"/>
                      </a:cubicBezTo>
                      <a:cubicBezTo>
                        <a:pt x="49751" y="6273"/>
                        <a:pt x="47563" y="6844"/>
                        <a:pt x="45945" y="8079"/>
                      </a:cubicBezTo>
                      <a:cubicBezTo>
                        <a:pt x="44328" y="9315"/>
                        <a:pt x="42997" y="10836"/>
                        <a:pt x="41950" y="12737"/>
                      </a:cubicBezTo>
                      <a:cubicBezTo>
                        <a:pt x="40904" y="14638"/>
                        <a:pt x="40048" y="16919"/>
                        <a:pt x="39382" y="19390"/>
                      </a:cubicBezTo>
                      <a:cubicBezTo>
                        <a:pt x="38716" y="21861"/>
                        <a:pt x="38145" y="24428"/>
                        <a:pt x="37575" y="27089"/>
                      </a:cubicBezTo>
                      <a:cubicBezTo>
                        <a:pt x="37004" y="29751"/>
                        <a:pt x="36243" y="32317"/>
                        <a:pt x="35387" y="34788"/>
                      </a:cubicBezTo>
                      <a:cubicBezTo>
                        <a:pt x="34530" y="37260"/>
                        <a:pt x="33484" y="39541"/>
                        <a:pt x="32057" y="41442"/>
                      </a:cubicBezTo>
                      <a:cubicBezTo>
                        <a:pt x="30630" y="43343"/>
                        <a:pt x="28918" y="44959"/>
                        <a:pt x="26730" y="46194"/>
                      </a:cubicBezTo>
                      <a:cubicBezTo>
                        <a:pt x="24542" y="47430"/>
                        <a:pt x="21784" y="48000"/>
                        <a:pt x="18359" y="48000"/>
                      </a:cubicBezTo>
                      <a:cubicBezTo>
                        <a:pt x="15981" y="48000"/>
                        <a:pt x="13698" y="47525"/>
                        <a:pt x="11510" y="46575"/>
                      </a:cubicBezTo>
                      <a:cubicBezTo>
                        <a:pt x="9322" y="45624"/>
                        <a:pt x="7325" y="44103"/>
                        <a:pt x="5612" y="42202"/>
                      </a:cubicBezTo>
                      <a:cubicBezTo>
                        <a:pt x="3900" y="40301"/>
                        <a:pt x="2568" y="37830"/>
                        <a:pt x="1522" y="34883"/>
                      </a:cubicBezTo>
                      <a:cubicBezTo>
                        <a:pt x="476" y="31937"/>
                        <a:pt x="0" y="28610"/>
                        <a:pt x="0" y="24808"/>
                      </a:cubicBezTo>
                      <a:cubicBezTo>
                        <a:pt x="0" y="21006"/>
                        <a:pt x="571" y="17584"/>
                        <a:pt x="1617" y="14733"/>
                      </a:cubicBezTo>
                      <a:cubicBezTo>
                        <a:pt x="2664" y="11881"/>
                        <a:pt x="4185" y="9410"/>
                        <a:pt x="6088" y="7604"/>
                      </a:cubicBezTo>
                      <a:cubicBezTo>
                        <a:pt x="7991" y="5703"/>
                        <a:pt x="10083" y="4277"/>
                        <a:pt x="12652" y="3327"/>
                      </a:cubicBezTo>
                      <a:cubicBezTo>
                        <a:pt x="15125" y="2376"/>
                        <a:pt x="17788" y="1901"/>
                        <a:pt x="20547" y="1901"/>
                      </a:cubicBezTo>
                      <a:lnTo>
                        <a:pt x="20547" y="8079"/>
                      </a:lnTo>
                      <a:cubicBezTo>
                        <a:pt x="17979" y="8079"/>
                        <a:pt x="15696" y="8554"/>
                        <a:pt x="13793" y="9505"/>
                      </a:cubicBezTo>
                      <a:cubicBezTo>
                        <a:pt x="11891" y="10455"/>
                        <a:pt x="10369" y="11691"/>
                        <a:pt x="9132" y="13307"/>
                      </a:cubicBezTo>
                      <a:cubicBezTo>
                        <a:pt x="7895" y="14923"/>
                        <a:pt x="7039" y="16729"/>
                        <a:pt x="6468" y="18725"/>
                      </a:cubicBezTo>
                      <a:cubicBezTo>
                        <a:pt x="5898" y="20721"/>
                        <a:pt x="5612" y="22812"/>
                        <a:pt x="5612" y="24998"/>
                      </a:cubicBezTo>
                      <a:cubicBezTo>
                        <a:pt x="5612" y="28325"/>
                        <a:pt x="6088" y="31081"/>
                        <a:pt x="7039" y="33362"/>
                      </a:cubicBezTo>
                      <a:cubicBezTo>
                        <a:pt x="7991" y="35644"/>
                        <a:pt x="9132" y="37355"/>
                        <a:pt x="10654" y="38685"/>
                      </a:cubicBezTo>
                      <a:cubicBezTo>
                        <a:pt x="12176" y="40016"/>
                        <a:pt x="13698" y="40967"/>
                        <a:pt x="15505" y="41442"/>
                      </a:cubicBezTo>
                      <a:cubicBezTo>
                        <a:pt x="17313" y="41917"/>
                        <a:pt x="19025" y="42012"/>
                        <a:pt x="20832" y="41727"/>
                      </a:cubicBezTo>
                      <a:cubicBezTo>
                        <a:pt x="23020" y="41347"/>
                        <a:pt x="24828" y="40491"/>
                        <a:pt x="26160" y="39066"/>
                      </a:cubicBezTo>
                      <a:cubicBezTo>
                        <a:pt x="27491" y="37640"/>
                        <a:pt x="28633" y="35929"/>
                        <a:pt x="29489" y="33933"/>
                      </a:cubicBezTo>
                      <a:cubicBezTo>
                        <a:pt x="30345" y="31937"/>
                        <a:pt x="31011" y="29656"/>
                        <a:pt x="31582" y="27184"/>
                      </a:cubicBezTo>
                      <a:cubicBezTo>
                        <a:pt x="32152" y="24713"/>
                        <a:pt x="32723" y="22242"/>
                        <a:pt x="33294" y="19770"/>
                      </a:cubicBezTo>
                      <a:cubicBezTo>
                        <a:pt x="33865" y="17299"/>
                        <a:pt x="34626" y="14733"/>
                        <a:pt x="35482" y="12356"/>
                      </a:cubicBezTo>
                      <a:cubicBezTo>
                        <a:pt x="36338" y="9980"/>
                        <a:pt x="37384" y="7889"/>
                        <a:pt x="38811" y="6083"/>
                      </a:cubicBezTo>
                      <a:cubicBezTo>
                        <a:pt x="40238" y="4277"/>
                        <a:pt x="41950" y="2756"/>
                        <a:pt x="44138" y="1616"/>
                      </a:cubicBezTo>
                      <a:cubicBezTo>
                        <a:pt x="46326" y="475"/>
                        <a:pt x="49085" y="0"/>
                        <a:pt x="52319" y="0"/>
                      </a:cubicBezTo>
                      <a:cubicBezTo>
                        <a:pt x="58692" y="0"/>
                        <a:pt x="63544" y="2186"/>
                        <a:pt x="67063" y="6558"/>
                      </a:cubicBezTo>
                      <a:cubicBezTo>
                        <a:pt x="70583" y="10931"/>
                        <a:pt x="72295" y="17109"/>
                        <a:pt x="72295" y="24998"/>
                      </a:cubicBezTo>
                      <a:cubicBezTo>
                        <a:pt x="72295" y="28515"/>
                        <a:pt x="71820" y="31842"/>
                        <a:pt x="70868" y="34883"/>
                      </a:cubicBezTo>
                      <a:cubicBezTo>
                        <a:pt x="69917" y="37925"/>
                        <a:pt x="68585" y="40586"/>
                        <a:pt x="66683" y="42773"/>
                      </a:cubicBezTo>
                      <a:cubicBezTo>
                        <a:pt x="64780" y="44959"/>
                        <a:pt x="62497" y="46765"/>
                        <a:pt x="59739" y="47905"/>
                      </a:cubicBezTo>
                      <a:cubicBezTo>
                        <a:pt x="56980" y="49046"/>
                        <a:pt x="53746" y="49711"/>
                        <a:pt x="50036" y="49711"/>
                      </a:cubicBezTo>
                      <a:lnTo>
                        <a:pt x="50036" y="43438"/>
                      </a:lnTo>
                      <a:close/>
                    </a:path>
                  </a:pathLst>
                </a:custGeom>
                <a:solidFill>
                  <a:srgbClr val="262626"/>
                </a:solidFill>
                <a:ln w="9506" cap="flat">
                  <a:noFill/>
                  <a:prstDash val="solid"/>
                  <a:miter/>
                </a:ln>
              </p:spPr>
              <p:txBody>
                <a:bodyPr rtlCol="0" anchor="ctr"/>
                <a:lstStyle/>
                <a:p>
                  <a:endParaRPr lang="en-US"/>
                </a:p>
              </p:txBody>
            </p:sp>
            <p:sp>
              <p:nvSpPr>
                <p:cNvPr id="4645" name="Freeform 4644">
                  <a:extLst>
                    <a:ext uri="{FF2B5EF4-FFF2-40B4-BE49-F238E27FC236}">
                      <a16:creationId xmlns:a16="http://schemas.microsoft.com/office/drawing/2014/main" id="{A33EA6A5-713D-EDF0-0496-208B5853B00A}"/>
                    </a:ext>
                  </a:extLst>
                </p:cNvPr>
                <p:cNvSpPr/>
                <p:nvPr/>
              </p:nvSpPr>
              <p:spPr>
                <a:xfrm>
                  <a:off x="5371143" y="4388152"/>
                  <a:ext cx="51843" cy="46384"/>
                </a:xfrm>
                <a:custGeom>
                  <a:avLst/>
                  <a:gdLst>
                    <a:gd name="connsiteX0" fmla="*/ 21879 w 51843"/>
                    <a:gd name="connsiteY0" fmla="*/ 21006 h 46384"/>
                    <a:gd name="connsiteX1" fmla="*/ 21308 w 51843"/>
                    <a:gd name="connsiteY1" fmla="*/ 17204 h 46384"/>
                    <a:gd name="connsiteX2" fmla="*/ 20262 w 51843"/>
                    <a:gd name="connsiteY2" fmla="*/ 13497 h 46384"/>
                    <a:gd name="connsiteX3" fmla="*/ 18074 w 51843"/>
                    <a:gd name="connsiteY3" fmla="*/ 11691 h 46384"/>
                    <a:gd name="connsiteX4" fmla="*/ 15125 w 51843"/>
                    <a:gd name="connsiteY4" fmla="*/ 11406 h 46384"/>
                    <a:gd name="connsiteX5" fmla="*/ 7991 w 51843"/>
                    <a:gd name="connsiteY5" fmla="*/ 14162 h 46384"/>
                    <a:gd name="connsiteX6" fmla="*/ 5232 w 51843"/>
                    <a:gd name="connsiteY6" fmla="*/ 23667 h 46384"/>
                    <a:gd name="connsiteX7" fmla="*/ 5707 w 51843"/>
                    <a:gd name="connsiteY7" fmla="*/ 29085 h 46384"/>
                    <a:gd name="connsiteX8" fmla="*/ 7515 w 51843"/>
                    <a:gd name="connsiteY8" fmla="*/ 33458 h 46384"/>
                    <a:gd name="connsiteX9" fmla="*/ 10939 w 51843"/>
                    <a:gd name="connsiteY9" fmla="*/ 36499 h 46384"/>
                    <a:gd name="connsiteX10" fmla="*/ 16266 w 51843"/>
                    <a:gd name="connsiteY10" fmla="*/ 38115 h 46384"/>
                    <a:gd name="connsiteX11" fmla="*/ 16266 w 51843"/>
                    <a:gd name="connsiteY11" fmla="*/ 43913 h 46384"/>
                    <a:gd name="connsiteX12" fmla="*/ 8752 w 51843"/>
                    <a:gd name="connsiteY12" fmla="*/ 41917 h 46384"/>
                    <a:gd name="connsiteX13" fmla="*/ 3710 w 51843"/>
                    <a:gd name="connsiteY13" fmla="*/ 37545 h 46384"/>
                    <a:gd name="connsiteX14" fmla="*/ 856 w 51843"/>
                    <a:gd name="connsiteY14" fmla="*/ 31272 h 46384"/>
                    <a:gd name="connsiteX15" fmla="*/ 0 w 51843"/>
                    <a:gd name="connsiteY15" fmla="*/ 23763 h 46384"/>
                    <a:gd name="connsiteX16" fmla="*/ 761 w 51843"/>
                    <a:gd name="connsiteY16" fmla="*/ 16824 h 46384"/>
                    <a:gd name="connsiteX17" fmla="*/ 3329 w 51843"/>
                    <a:gd name="connsiteY17" fmla="*/ 11121 h 46384"/>
                    <a:gd name="connsiteX18" fmla="*/ 7991 w 51843"/>
                    <a:gd name="connsiteY18" fmla="*/ 7319 h 46384"/>
                    <a:gd name="connsiteX19" fmla="*/ 15220 w 51843"/>
                    <a:gd name="connsiteY19" fmla="*/ 5893 h 46384"/>
                    <a:gd name="connsiteX20" fmla="*/ 42045 w 51843"/>
                    <a:gd name="connsiteY20" fmla="*/ 5893 h 46384"/>
                    <a:gd name="connsiteX21" fmla="*/ 46326 w 51843"/>
                    <a:gd name="connsiteY21" fmla="*/ 4753 h 46384"/>
                    <a:gd name="connsiteX22" fmla="*/ 45850 w 51843"/>
                    <a:gd name="connsiteY22" fmla="*/ 0 h 46384"/>
                    <a:gd name="connsiteX23" fmla="*/ 50321 w 51843"/>
                    <a:gd name="connsiteY23" fmla="*/ 0 h 46384"/>
                    <a:gd name="connsiteX24" fmla="*/ 50892 w 51843"/>
                    <a:gd name="connsiteY24" fmla="*/ 1996 h 46384"/>
                    <a:gd name="connsiteX25" fmla="*/ 51273 w 51843"/>
                    <a:gd name="connsiteY25" fmla="*/ 4467 h 46384"/>
                    <a:gd name="connsiteX26" fmla="*/ 50987 w 51843"/>
                    <a:gd name="connsiteY26" fmla="*/ 7034 h 46384"/>
                    <a:gd name="connsiteX27" fmla="*/ 50131 w 51843"/>
                    <a:gd name="connsiteY27" fmla="*/ 9315 h 46384"/>
                    <a:gd name="connsiteX28" fmla="*/ 48419 w 51843"/>
                    <a:gd name="connsiteY28" fmla="*/ 10741 h 46384"/>
                    <a:gd name="connsiteX29" fmla="*/ 46231 w 51843"/>
                    <a:gd name="connsiteY29" fmla="*/ 11406 h 46384"/>
                    <a:gd name="connsiteX30" fmla="*/ 43663 w 51843"/>
                    <a:gd name="connsiteY30" fmla="*/ 11596 h 46384"/>
                    <a:gd name="connsiteX31" fmla="*/ 49751 w 51843"/>
                    <a:gd name="connsiteY31" fmla="*/ 19865 h 46384"/>
                    <a:gd name="connsiteX32" fmla="*/ 51843 w 51843"/>
                    <a:gd name="connsiteY32" fmla="*/ 29941 h 46384"/>
                    <a:gd name="connsiteX33" fmla="*/ 50987 w 51843"/>
                    <a:gd name="connsiteY33" fmla="*/ 36119 h 46384"/>
                    <a:gd name="connsiteX34" fmla="*/ 48324 w 51843"/>
                    <a:gd name="connsiteY34" fmla="*/ 41442 h 46384"/>
                    <a:gd name="connsiteX35" fmla="*/ 43948 w 51843"/>
                    <a:gd name="connsiteY35" fmla="*/ 45054 h 46384"/>
                    <a:gd name="connsiteX36" fmla="*/ 37670 w 51843"/>
                    <a:gd name="connsiteY36" fmla="*/ 46385 h 46384"/>
                    <a:gd name="connsiteX37" fmla="*/ 22830 w 51843"/>
                    <a:gd name="connsiteY37" fmla="*/ 29181 h 46384"/>
                    <a:gd name="connsiteX38" fmla="*/ 21784 w 51843"/>
                    <a:gd name="connsiteY38" fmla="*/ 21291 h 46384"/>
                    <a:gd name="connsiteX39" fmla="*/ 24733 w 51843"/>
                    <a:gd name="connsiteY39" fmla="*/ 11406 h 46384"/>
                    <a:gd name="connsiteX40" fmla="*/ 26730 w 51843"/>
                    <a:gd name="connsiteY40" fmla="*/ 18725 h 46384"/>
                    <a:gd name="connsiteX41" fmla="*/ 27491 w 51843"/>
                    <a:gd name="connsiteY41" fmla="*/ 26139 h 46384"/>
                    <a:gd name="connsiteX42" fmla="*/ 30440 w 51843"/>
                    <a:gd name="connsiteY42" fmla="*/ 36404 h 46384"/>
                    <a:gd name="connsiteX43" fmla="*/ 37955 w 51843"/>
                    <a:gd name="connsiteY43" fmla="*/ 40016 h 46384"/>
                    <a:gd name="connsiteX44" fmla="*/ 41950 w 51843"/>
                    <a:gd name="connsiteY44" fmla="*/ 39161 h 46384"/>
                    <a:gd name="connsiteX45" fmla="*/ 44709 w 51843"/>
                    <a:gd name="connsiteY45" fmla="*/ 36784 h 46384"/>
                    <a:gd name="connsiteX46" fmla="*/ 46326 w 51843"/>
                    <a:gd name="connsiteY46" fmla="*/ 33363 h 46384"/>
                    <a:gd name="connsiteX47" fmla="*/ 46897 w 51843"/>
                    <a:gd name="connsiteY47" fmla="*/ 29371 h 46384"/>
                    <a:gd name="connsiteX48" fmla="*/ 46041 w 51843"/>
                    <a:gd name="connsiteY48" fmla="*/ 22717 h 46384"/>
                    <a:gd name="connsiteX49" fmla="*/ 43472 w 51843"/>
                    <a:gd name="connsiteY49" fmla="*/ 17014 h 46384"/>
                    <a:gd name="connsiteX50" fmla="*/ 39001 w 51843"/>
                    <a:gd name="connsiteY50" fmla="*/ 12927 h 46384"/>
                    <a:gd name="connsiteX51" fmla="*/ 32533 w 51843"/>
                    <a:gd name="connsiteY51" fmla="*/ 11406 h 46384"/>
                    <a:gd name="connsiteX52" fmla="*/ 24828 w 51843"/>
                    <a:gd name="connsiteY52" fmla="*/ 11406 h 463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51843" h="46384">
                      <a:moveTo>
                        <a:pt x="21879" y="21006"/>
                      </a:moveTo>
                      <a:cubicBezTo>
                        <a:pt x="21784" y="19961"/>
                        <a:pt x="21594" y="18630"/>
                        <a:pt x="21308" y="17204"/>
                      </a:cubicBezTo>
                      <a:cubicBezTo>
                        <a:pt x="21023" y="15683"/>
                        <a:pt x="20737" y="14448"/>
                        <a:pt x="20262" y="13497"/>
                      </a:cubicBezTo>
                      <a:cubicBezTo>
                        <a:pt x="19786" y="12547"/>
                        <a:pt x="19120" y="11976"/>
                        <a:pt x="18074" y="11691"/>
                      </a:cubicBezTo>
                      <a:cubicBezTo>
                        <a:pt x="17027" y="11501"/>
                        <a:pt x="16076" y="11406"/>
                        <a:pt x="15125" y="11406"/>
                      </a:cubicBezTo>
                      <a:cubicBezTo>
                        <a:pt x="12176" y="11406"/>
                        <a:pt x="9798" y="12356"/>
                        <a:pt x="7991" y="14162"/>
                      </a:cubicBezTo>
                      <a:cubicBezTo>
                        <a:pt x="6183" y="15968"/>
                        <a:pt x="5232" y="19200"/>
                        <a:pt x="5232" y="23667"/>
                      </a:cubicBezTo>
                      <a:cubicBezTo>
                        <a:pt x="5232" y="25663"/>
                        <a:pt x="5422" y="27469"/>
                        <a:pt x="5707" y="29085"/>
                      </a:cubicBezTo>
                      <a:cubicBezTo>
                        <a:pt x="5993" y="30701"/>
                        <a:pt x="6659" y="32222"/>
                        <a:pt x="7515" y="33458"/>
                      </a:cubicBezTo>
                      <a:cubicBezTo>
                        <a:pt x="8371" y="34693"/>
                        <a:pt x="9513" y="35739"/>
                        <a:pt x="10939" y="36499"/>
                      </a:cubicBezTo>
                      <a:cubicBezTo>
                        <a:pt x="12366" y="37260"/>
                        <a:pt x="14174" y="37830"/>
                        <a:pt x="16266" y="38115"/>
                      </a:cubicBezTo>
                      <a:lnTo>
                        <a:pt x="16266" y="43913"/>
                      </a:lnTo>
                      <a:cubicBezTo>
                        <a:pt x="13318" y="43723"/>
                        <a:pt x="10844" y="43058"/>
                        <a:pt x="8752" y="41917"/>
                      </a:cubicBezTo>
                      <a:cubicBezTo>
                        <a:pt x="6659" y="40777"/>
                        <a:pt x="5042" y="39351"/>
                        <a:pt x="3710" y="37545"/>
                      </a:cubicBezTo>
                      <a:cubicBezTo>
                        <a:pt x="2378" y="35739"/>
                        <a:pt x="1427" y="33648"/>
                        <a:pt x="856" y="31272"/>
                      </a:cubicBezTo>
                      <a:cubicBezTo>
                        <a:pt x="285" y="28895"/>
                        <a:pt x="0" y="26424"/>
                        <a:pt x="0" y="23763"/>
                      </a:cubicBezTo>
                      <a:cubicBezTo>
                        <a:pt x="0" y="21291"/>
                        <a:pt x="285" y="19010"/>
                        <a:pt x="761" y="16824"/>
                      </a:cubicBezTo>
                      <a:cubicBezTo>
                        <a:pt x="1237" y="14638"/>
                        <a:pt x="2188" y="12737"/>
                        <a:pt x="3329" y="11121"/>
                      </a:cubicBezTo>
                      <a:cubicBezTo>
                        <a:pt x="4471" y="9505"/>
                        <a:pt x="6088" y="8269"/>
                        <a:pt x="7991" y="7319"/>
                      </a:cubicBezTo>
                      <a:cubicBezTo>
                        <a:pt x="9988" y="6368"/>
                        <a:pt x="12366" y="5893"/>
                        <a:pt x="15220" y="5893"/>
                      </a:cubicBezTo>
                      <a:lnTo>
                        <a:pt x="42045" y="5893"/>
                      </a:lnTo>
                      <a:cubicBezTo>
                        <a:pt x="44233" y="5893"/>
                        <a:pt x="45660" y="5513"/>
                        <a:pt x="46326" y="4753"/>
                      </a:cubicBezTo>
                      <a:cubicBezTo>
                        <a:pt x="46992" y="3992"/>
                        <a:pt x="46802" y="2376"/>
                        <a:pt x="45850" y="0"/>
                      </a:cubicBezTo>
                      <a:lnTo>
                        <a:pt x="50321" y="0"/>
                      </a:lnTo>
                      <a:cubicBezTo>
                        <a:pt x="50321" y="0"/>
                        <a:pt x="50607" y="1045"/>
                        <a:pt x="50892" y="1996"/>
                      </a:cubicBezTo>
                      <a:cubicBezTo>
                        <a:pt x="51177" y="2851"/>
                        <a:pt x="51273" y="3707"/>
                        <a:pt x="51273" y="4467"/>
                      </a:cubicBezTo>
                      <a:cubicBezTo>
                        <a:pt x="51273" y="5323"/>
                        <a:pt x="51177" y="6178"/>
                        <a:pt x="50987" y="7034"/>
                      </a:cubicBezTo>
                      <a:cubicBezTo>
                        <a:pt x="50892" y="7984"/>
                        <a:pt x="50607" y="8744"/>
                        <a:pt x="50131" y="9315"/>
                      </a:cubicBezTo>
                      <a:cubicBezTo>
                        <a:pt x="49656" y="9885"/>
                        <a:pt x="49085" y="10360"/>
                        <a:pt x="48419" y="10741"/>
                      </a:cubicBezTo>
                      <a:cubicBezTo>
                        <a:pt x="47753" y="11121"/>
                        <a:pt x="46992" y="11311"/>
                        <a:pt x="46231" y="11406"/>
                      </a:cubicBezTo>
                      <a:cubicBezTo>
                        <a:pt x="45470" y="11501"/>
                        <a:pt x="44614" y="11596"/>
                        <a:pt x="43663" y="11596"/>
                      </a:cubicBezTo>
                      <a:cubicBezTo>
                        <a:pt x="46326" y="13972"/>
                        <a:pt x="48324" y="16729"/>
                        <a:pt x="49751" y="19865"/>
                      </a:cubicBezTo>
                      <a:cubicBezTo>
                        <a:pt x="51177" y="23002"/>
                        <a:pt x="51843" y="26329"/>
                        <a:pt x="51843" y="29941"/>
                      </a:cubicBezTo>
                      <a:cubicBezTo>
                        <a:pt x="51843" y="32127"/>
                        <a:pt x="51558" y="34123"/>
                        <a:pt x="50987" y="36119"/>
                      </a:cubicBezTo>
                      <a:cubicBezTo>
                        <a:pt x="50417" y="38115"/>
                        <a:pt x="49560" y="39921"/>
                        <a:pt x="48324" y="41442"/>
                      </a:cubicBezTo>
                      <a:cubicBezTo>
                        <a:pt x="47087" y="42963"/>
                        <a:pt x="45660" y="44198"/>
                        <a:pt x="43948" y="45054"/>
                      </a:cubicBezTo>
                      <a:cubicBezTo>
                        <a:pt x="42236" y="45909"/>
                        <a:pt x="40143" y="46385"/>
                        <a:pt x="37670" y="46385"/>
                      </a:cubicBezTo>
                      <a:cubicBezTo>
                        <a:pt x="29299" y="46385"/>
                        <a:pt x="24352" y="40682"/>
                        <a:pt x="22830" y="29181"/>
                      </a:cubicBezTo>
                      <a:lnTo>
                        <a:pt x="21784" y="21291"/>
                      </a:lnTo>
                      <a:close/>
                      <a:moveTo>
                        <a:pt x="24733" y="11406"/>
                      </a:moveTo>
                      <a:cubicBezTo>
                        <a:pt x="25779" y="13782"/>
                        <a:pt x="26445" y="16254"/>
                        <a:pt x="26730" y="18725"/>
                      </a:cubicBezTo>
                      <a:cubicBezTo>
                        <a:pt x="27016" y="21196"/>
                        <a:pt x="27301" y="23667"/>
                        <a:pt x="27491" y="26139"/>
                      </a:cubicBezTo>
                      <a:cubicBezTo>
                        <a:pt x="27777" y="30511"/>
                        <a:pt x="28823" y="33933"/>
                        <a:pt x="30440" y="36404"/>
                      </a:cubicBezTo>
                      <a:cubicBezTo>
                        <a:pt x="32057" y="38876"/>
                        <a:pt x="34626" y="40016"/>
                        <a:pt x="37955" y="40016"/>
                      </a:cubicBezTo>
                      <a:cubicBezTo>
                        <a:pt x="39477" y="40016"/>
                        <a:pt x="40809" y="39731"/>
                        <a:pt x="41950" y="39161"/>
                      </a:cubicBezTo>
                      <a:cubicBezTo>
                        <a:pt x="43092" y="38590"/>
                        <a:pt x="43948" y="37735"/>
                        <a:pt x="44709" y="36784"/>
                      </a:cubicBezTo>
                      <a:cubicBezTo>
                        <a:pt x="45470" y="35834"/>
                        <a:pt x="45946" y="34693"/>
                        <a:pt x="46326" y="33363"/>
                      </a:cubicBezTo>
                      <a:cubicBezTo>
                        <a:pt x="46707" y="32032"/>
                        <a:pt x="46897" y="30796"/>
                        <a:pt x="46897" y="29371"/>
                      </a:cubicBezTo>
                      <a:cubicBezTo>
                        <a:pt x="46897" y="27089"/>
                        <a:pt x="46611" y="24903"/>
                        <a:pt x="46041" y="22717"/>
                      </a:cubicBezTo>
                      <a:cubicBezTo>
                        <a:pt x="45470" y="20531"/>
                        <a:pt x="44614" y="18630"/>
                        <a:pt x="43472" y="17014"/>
                      </a:cubicBezTo>
                      <a:cubicBezTo>
                        <a:pt x="42331" y="15303"/>
                        <a:pt x="40809" y="13972"/>
                        <a:pt x="39001" y="12927"/>
                      </a:cubicBezTo>
                      <a:cubicBezTo>
                        <a:pt x="37194" y="11881"/>
                        <a:pt x="35006" y="11406"/>
                        <a:pt x="32533" y="11406"/>
                      </a:cubicBezTo>
                      <a:lnTo>
                        <a:pt x="24828" y="11406"/>
                      </a:lnTo>
                      <a:close/>
                    </a:path>
                  </a:pathLst>
                </a:custGeom>
                <a:solidFill>
                  <a:srgbClr val="262626"/>
                </a:solidFill>
                <a:ln w="9506" cap="flat">
                  <a:noFill/>
                  <a:prstDash val="solid"/>
                  <a:miter/>
                </a:ln>
              </p:spPr>
              <p:txBody>
                <a:bodyPr rtlCol="0" anchor="ctr"/>
                <a:lstStyle/>
                <a:p>
                  <a:endParaRPr lang="en-US"/>
                </a:p>
              </p:txBody>
            </p:sp>
            <p:sp>
              <p:nvSpPr>
                <p:cNvPr id="4646" name="Freeform 4645">
                  <a:extLst>
                    <a:ext uri="{FF2B5EF4-FFF2-40B4-BE49-F238E27FC236}">
                      <a16:creationId xmlns:a16="http://schemas.microsoft.com/office/drawing/2014/main" id="{6C1ACD76-E383-4BEC-B053-C398162FACD2}"/>
                    </a:ext>
                  </a:extLst>
                </p:cNvPr>
                <p:cNvSpPr/>
                <p:nvPr/>
              </p:nvSpPr>
              <p:spPr>
                <a:xfrm>
                  <a:off x="5371143" y="4312777"/>
                  <a:ext cx="50606" cy="66915"/>
                </a:xfrm>
                <a:custGeom>
                  <a:avLst/>
                  <a:gdLst>
                    <a:gd name="connsiteX0" fmla="*/ 50607 w 50606"/>
                    <a:gd name="connsiteY0" fmla="*/ 61213 h 66915"/>
                    <a:gd name="connsiteX1" fmla="*/ 50607 w 50606"/>
                    <a:gd name="connsiteY1" fmla="*/ 66915 h 66915"/>
                    <a:gd name="connsiteX2" fmla="*/ 1332 w 50606"/>
                    <a:gd name="connsiteY2" fmla="*/ 66915 h 66915"/>
                    <a:gd name="connsiteX3" fmla="*/ 1332 w 50606"/>
                    <a:gd name="connsiteY3" fmla="*/ 61213 h 66915"/>
                    <a:gd name="connsiteX4" fmla="*/ 8752 w 50606"/>
                    <a:gd name="connsiteY4" fmla="*/ 61213 h 66915"/>
                    <a:gd name="connsiteX5" fmla="*/ 8752 w 50606"/>
                    <a:gd name="connsiteY5" fmla="*/ 61022 h 66915"/>
                    <a:gd name="connsiteX6" fmla="*/ 2188 w 50606"/>
                    <a:gd name="connsiteY6" fmla="*/ 54749 h 66915"/>
                    <a:gd name="connsiteX7" fmla="*/ 0 w 50606"/>
                    <a:gd name="connsiteY7" fmla="*/ 45814 h 66915"/>
                    <a:gd name="connsiteX8" fmla="*/ 761 w 50606"/>
                    <a:gd name="connsiteY8" fmla="*/ 40016 h 66915"/>
                    <a:gd name="connsiteX9" fmla="*/ 2854 w 50606"/>
                    <a:gd name="connsiteY9" fmla="*/ 36024 h 66915"/>
                    <a:gd name="connsiteX10" fmla="*/ 5803 w 50606"/>
                    <a:gd name="connsiteY10" fmla="*/ 33268 h 66915"/>
                    <a:gd name="connsiteX11" fmla="*/ 9513 w 50606"/>
                    <a:gd name="connsiteY11" fmla="*/ 31462 h 66915"/>
                    <a:gd name="connsiteX12" fmla="*/ 2283 w 50606"/>
                    <a:gd name="connsiteY12" fmla="*/ 24808 h 66915"/>
                    <a:gd name="connsiteX13" fmla="*/ 0 w 50606"/>
                    <a:gd name="connsiteY13" fmla="*/ 15398 h 66915"/>
                    <a:gd name="connsiteX14" fmla="*/ 1617 w 50606"/>
                    <a:gd name="connsiteY14" fmla="*/ 7319 h 66915"/>
                    <a:gd name="connsiteX15" fmla="*/ 5993 w 50606"/>
                    <a:gd name="connsiteY15" fmla="*/ 2757 h 66915"/>
                    <a:gd name="connsiteX16" fmla="*/ 12271 w 50606"/>
                    <a:gd name="connsiteY16" fmla="*/ 570 h 66915"/>
                    <a:gd name="connsiteX17" fmla="*/ 19501 w 50606"/>
                    <a:gd name="connsiteY17" fmla="*/ 0 h 66915"/>
                    <a:gd name="connsiteX18" fmla="*/ 50607 w 50606"/>
                    <a:gd name="connsiteY18" fmla="*/ 0 h 66915"/>
                    <a:gd name="connsiteX19" fmla="*/ 50607 w 50606"/>
                    <a:gd name="connsiteY19" fmla="*/ 5703 h 66915"/>
                    <a:gd name="connsiteX20" fmla="*/ 16552 w 50606"/>
                    <a:gd name="connsiteY20" fmla="*/ 5703 h 66915"/>
                    <a:gd name="connsiteX21" fmla="*/ 8181 w 50606"/>
                    <a:gd name="connsiteY21" fmla="*/ 7889 h 66915"/>
                    <a:gd name="connsiteX22" fmla="*/ 5137 w 50606"/>
                    <a:gd name="connsiteY22" fmla="*/ 16254 h 66915"/>
                    <a:gd name="connsiteX23" fmla="*/ 6564 w 50606"/>
                    <a:gd name="connsiteY23" fmla="*/ 22337 h 66915"/>
                    <a:gd name="connsiteX24" fmla="*/ 10749 w 50606"/>
                    <a:gd name="connsiteY24" fmla="*/ 27470 h 66915"/>
                    <a:gd name="connsiteX25" fmla="*/ 13698 w 50606"/>
                    <a:gd name="connsiteY25" fmla="*/ 29085 h 66915"/>
                    <a:gd name="connsiteX26" fmla="*/ 17123 w 50606"/>
                    <a:gd name="connsiteY26" fmla="*/ 30036 h 66915"/>
                    <a:gd name="connsiteX27" fmla="*/ 20737 w 50606"/>
                    <a:gd name="connsiteY27" fmla="*/ 30511 h 66915"/>
                    <a:gd name="connsiteX28" fmla="*/ 24067 w 50606"/>
                    <a:gd name="connsiteY28" fmla="*/ 30701 h 66915"/>
                    <a:gd name="connsiteX29" fmla="*/ 50607 w 50606"/>
                    <a:gd name="connsiteY29" fmla="*/ 30701 h 66915"/>
                    <a:gd name="connsiteX30" fmla="*/ 50607 w 50606"/>
                    <a:gd name="connsiteY30" fmla="*/ 36404 h 66915"/>
                    <a:gd name="connsiteX31" fmla="*/ 16552 w 50606"/>
                    <a:gd name="connsiteY31" fmla="*/ 36404 h 66915"/>
                    <a:gd name="connsiteX32" fmla="*/ 8181 w 50606"/>
                    <a:gd name="connsiteY32" fmla="*/ 38591 h 66915"/>
                    <a:gd name="connsiteX33" fmla="*/ 5137 w 50606"/>
                    <a:gd name="connsiteY33" fmla="*/ 46955 h 66915"/>
                    <a:gd name="connsiteX34" fmla="*/ 6564 w 50606"/>
                    <a:gd name="connsiteY34" fmla="*/ 52943 h 66915"/>
                    <a:gd name="connsiteX35" fmla="*/ 10749 w 50606"/>
                    <a:gd name="connsiteY35" fmla="*/ 58076 h 66915"/>
                    <a:gd name="connsiteX36" fmla="*/ 13698 w 50606"/>
                    <a:gd name="connsiteY36" fmla="*/ 59692 h 66915"/>
                    <a:gd name="connsiteX37" fmla="*/ 17123 w 50606"/>
                    <a:gd name="connsiteY37" fmla="*/ 60642 h 66915"/>
                    <a:gd name="connsiteX38" fmla="*/ 20737 w 50606"/>
                    <a:gd name="connsiteY38" fmla="*/ 61213 h 66915"/>
                    <a:gd name="connsiteX39" fmla="*/ 24067 w 50606"/>
                    <a:gd name="connsiteY39" fmla="*/ 61307 h 66915"/>
                    <a:gd name="connsiteX40" fmla="*/ 50607 w 50606"/>
                    <a:gd name="connsiteY40" fmla="*/ 61307 h 66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0606" h="66915">
                      <a:moveTo>
                        <a:pt x="50607" y="61213"/>
                      </a:moveTo>
                      <a:lnTo>
                        <a:pt x="50607" y="66915"/>
                      </a:lnTo>
                      <a:lnTo>
                        <a:pt x="1332" y="66915"/>
                      </a:lnTo>
                      <a:lnTo>
                        <a:pt x="1332" y="61213"/>
                      </a:lnTo>
                      <a:lnTo>
                        <a:pt x="8752" y="61213"/>
                      </a:lnTo>
                      <a:lnTo>
                        <a:pt x="8752" y="61022"/>
                      </a:lnTo>
                      <a:cubicBezTo>
                        <a:pt x="5898" y="59597"/>
                        <a:pt x="3710" y="57505"/>
                        <a:pt x="2188" y="54749"/>
                      </a:cubicBezTo>
                      <a:cubicBezTo>
                        <a:pt x="666" y="51993"/>
                        <a:pt x="0" y="49046"/>
                        <a:pt x="0" y="45814"/>
                      </a:cubicBezTo>
                      <a:cubicBezTo>
                        <a:pt x="0" y="43533"/>
                        <a:pt x="285" y="41632"/>
                        <a:pt x="761" y="40016"/>
                      </a:cubicBezTo>
                      <a:cubicBezTo>
                        <a:pt x="1237" y="38400"/>
                        <a:pt x="1902" y="37070"/>
                        <a:pt x="2854" y="36024"/>
                      </a:cubicBezTo>
                      <a:cubicBezTo>
                        <a:pt x="3710" y="34883"/>
                        <a:pt x="4661" y="34028"/>
                        <a:pt x="5803" y="33268"/>
                      </a:cubicBezTo>
                      <a:cubicBezTo>
                        <a:pt x="6944" y="32507"/>
                        <a:pt x="8181" y="31937"/>
                        <a:pt x="9513" y="31462"/>
                      </a:cubicBezTo>
                      <a:cubicBezTo>
                        <a:pt x="6278" y="29846"/>
                        <a:pt x="3900" y="27565"/>
                        <a:pt x="2283" y="24808"/>
                      </a:cubicBezTo>
                      <a:cubicBezTo>
                        <a:pt x="761" y="22052"/>
                        <a:pt x="0" y="18915"/>
                        <a:pt x="0" y="15398"/>
                      </a:cubicBezTo>
                      <a:cubicBezTo>
                        <a:pt x="0" y="12071"/>
                        <a:pt x="571" y="9315"/>
                        <a:pt x="1617" y="7319"/>
                      </a:cubicBezTo>
                      <a:cubicBezTo>
                        <a:pt x="2664" y="5323"/>
                        <a:pt x="4186" y="3802"/>
                        <a:pt x="5993" y="2757"/>
                      </a:cubicBezTo>
                      <a:cubicBezTo>
                        <a:pt x="7800" y="1711"/>
                        <a:pt x="9893" y="951"/>
                        <a:pt x="12271" y="570"/>
                      </a:cubicBezTo>
                      <a:cubicBezTo>
                        <a:pt x="14649" y="190"/>
                        <a:pt x="17027" y="0"/>
                        <a:pt x="19501" y="0"/>
                      </a:cubicBezTo>
                      <a:lnTo>
                        <a:pt x="50607" y="0"/>
                      </a:lnTo>
                      <a:lnTo>
                        <a:pt x="50607" y="5703"/>
                      </a:lnTo>
                      <a:lnTo>
                        <a:pt x="16552" y="5703"/>
                      </a:lnTo>
                      <a:cubicBezTo>
                        <a:pt x="13032" y="5703"/>
                        <a:pt x="10178" y="6463"/>
                        <a:pt x="8181" y="7889"/>
                      </a:cubicBezTo>
                      <a:cubicBezTo>
                        <a:pt x="6183" y="9410"/>
                        <a:pt x="5137" y="12166"/>
                        <a:pt x="5137" y="16254"/>
                      </a:cubicBezTo>
                      <a:cubicBezTo>
                        <a:pt x="5137" y="18345"/>
                        <a:pt x="5612" y="20341"/>
                        <a:pt x="6564" y="22337"/>
                      </a:cubicBezTo>
                      <a:cubicBezTo>
                        <a:pt x="7515" y="24238"/>
                        <a:pt x="8847" y="25949"/>
                        <a:pt x="10749" y="27470"/>
                      </a:cubicBezTo>
                      <a:cubicBezTo>
                        <a:pt x="11605" y="28135"/>
                        <a:pt x="12556" y="28610"/>
                        <a:pt x="13698" y="29085"/>
                      </a:cubicBezTo>
                      <a:cubicBezTo>
                        <a:pt x="14840" y="29466"/>
                        <a:pt x="15981" y="29846"/>
                        <a:pt x="17123" y="30036"/>
                      </a:cubicBezTo>
                      <a:cubicBezTo>
                        <a:pt x="18359" y="30321"/>
                        <a:pt x="19501" y="30416"/>
                        <a:pt x="20737" y="30511"/>
                      </a:cubicBezTo>
                      <a:cubicBezTo>
                        <a:pt x="21974" y="30606"/>
                        <a:pt x="23020" y="30701"/>
                        <a:pt x="24067" y="30701"/>
                      </a:cubicBezTo>
                      <a:lnTo>
                        <a:pt x="50607" y="30701"/>
                      </a:lnTo>
                      <a:lnTo>
                        <a:pt x="50607" y="36404"/>
                      </a:lnTo>
                      <a:lnTo>
                        <a:pt x="16552" y="36404"/>
                      </a:lnTo>
                      <a:cubicBezTo>
                        <a:pt x="13032" y="36404"/>
                        <a:pt x="10178" y="37165"/>
                        <a:pt x="8181" y="38591"/>
                      </a:cubicBezTo>
                      <a:cubicBezTo>
                        <a:pt x="6183" y="40016"/>
                        <a:pt x="5137" y="42868"/>
                        <a:pt x="5137" y="46955"/>
                      </a:cubicBezTo>
                      <a:cubicBezTo>
                        <a:pt x="5137" y="49046"/>
                        <a:pt x="5612" y="51042"/>
                        <a:pt x="6564" y="52943"/>
                      </a:cubicBezTo>
                      <a:cubicBezTo>
                        <a:pt x="7515" y="54844"/>
                        <a:pt x="8847" y="56555"/>
                        <a:pt x="10749" y="58076"/>
                      </a:cubicBezTo>
                      <a:cubicBezTo>
                        <a:pt x="11605" y="58741"/>
                        <a:pt x="12556" y="59216"/>
                        <a:pt x="13698" y="59692"/>
                      </a:cubicBezTo>
                      <a:cubicBezTo>
                        <a:pt x="14840" y="60167"/>
                        <a:pt x="15981" y="60452"/>
                        <a:pt x="17123" y="60642"/>
                      </a:cubicBezTo>
                      <a:cubicBezTo>
                        <a:pt x="18359" y="60927"/>
                        <a:pt x="19501" y="61022"/>
                        <a:pt x="20737" y="61213"/>
                      </a:cubicBezTo>
                      <a:cubicBezTo>
                        <a:pt x="21974" y="61213"/>
                        <a:pt x="23020" y="61307"/>
                        <a:pt x="24067" y="61307"/>
                      </a:cubicBezTo>
                      <a:lnTo>
                        <a:pt x="50607" y="61307"/>
                      </a:lnTo>
                      <a:close/>
                    </a:path>
                  </a:pathLst>
                </a:custGeom>
                <a:solidFill>
                  <a:srgbClr val="262626"/>
                </a:solidFill>
                <a:ln w="9506" cap="flat">
                  <a:noFill/>
                  <a:prstDash val="solid"/>
                  <a:miter/>
                </a:ln>
              </p:spPr>
              <p:txBody>
                <a:bodyPr rtlCol="0" anchor="ctr"/>
                <a:lstStyle/>
                <a:p>
                  <a:endParaRPr lang="en-US"/>
                </a:p>
              </p:txBody>
            </p:sp>
            <p:sp>
              <p:nvSpPr>
                <p:cNvPr id="4647" name="Freeform 4646">
                  <a:extLst>
                    <a:ext uri="{FF2B5EF4-FFF2-40B4-BE49-F238E27FC236}">
                      <a16:creationId xmlns:a16="http://schemas.microsoft.com/office/drawing/2014/main" id="{192B4E12-B796-3C69-40D1-B42E62C3C378}"/>
                    </a:ext>
                  </a:extLst>
                </p:cNvPr>
                <p:cNvSpPr/>
                <p:nvPr/>
              </p:nvSpPr>
              <p:spPr>
                <a:xfrm>
                  <a:off x="5371238" y="4258025"/>
                  <a:ext cx="51938" cy="44391"/>
                </a:xfrm>
                <a:custGeom>
                  <a:avLst/>
                  <a:gdLst>
                    <a:gd name="connsiteX0" fmla="*/ 27206 w 51938"/>
                    <a:gd name="connsiteY0" fmla="*/ 38214 h 44391"/>
                    <a:gd name="connsiteX1" fmla="*/ 34816 w 51938"/>
                    <a:gd name="connsiteY1" fmla="*/ 37168 h 44391"/>
                    <a:gd name="connsiteX2" fmla="*/ 40999 w 51938"/>
                    <a:gd name="connsiteY2" fmla="*/ 34126 h 44391"/>
                    <a:gd name="connsiteX3" fmla="*/ 45185 w 51938"/>
                    <a:gd name="connsiteY3" fmla="*/ 28994 h 44391"/>
                    <a:gd name="connsiteX4" fmla="*/ 46802 w 51938"/>
                    <a:gd name="connsiteY4" fmla="*/ 21770 h 44391"/>
                    <a:gd name="connsiteX5" fmla="*/ 43853 w 51938"/>
                    <a:gd name="connsiteY5" fmla="*/ 12170 h 44391"/>
                    <a:gd name="connsiteX6" fmla="*/ 35482 w 51938"/>
                    <a:gd name="connsiteY6" fmla="*/ 6847 h 44391"/>
                    <a:gd name="connsiteX7" fmla="*/ 35482 w 51938"/>
                    <a:gd name="connsiteY7" fmla="*/ 479 h 44391"/>
                    <a:gd name="connsiteX8" fmla="*/ 42045 w 51938"/>
                    <a:gd name="connsiteY8" fmla="*/ 3235 h 44391"/>
                    <a:gd name="connsiteX9" fmla="*/ 47277 w 51938"/>
                    <a:gd name="connsiteY9" fmla="*/ 7512 h 44391"/>
                    <a:gd name="connsiteX10" fmla="*/ 50702 w 51938"/>
                    <a:gd name="connsiteY10" fmla="*/ 13596 h 44391"/>
                    <a:gd name="connsiteX11" fmla="*/ 51939 w 51938"/>
                    <a:gd name="connsiteY11" fmla="*/ 21770 h 44391"/>
                    <a:gd name="connsiteX12" fmla="*/ 49941 w 51938"/>
                    <a:gd name="connsiteY12" fmla="*/ 31940 h 44391"/>
                    <a:gd name="connsiteX13" fmla="*/ 44424 w 51938"/>
                    <a:gd name="connsiteY13" fmla="*/ 38974 h 44391"/>
                    <a:gd name="connsiteX14" fmla="*/ 36243 w 51938"/>
                    <a:gd name="connsiteY14" fmla="*/ 43061 h 44391"/>
                    <a:gd name="connsiteX15" fmla="*/ 26160 w 51938"/>
                    <a:gd name="connsiteY15" fmla="*/ 44392 h 44391"/>
                    <a:gd name="connsiteX16" fmla="*/ 15981 w 51938"/>
                    <a:gd name="connsiteY16" fmla="*/ 42776 h 44391"/>
                    <a:gd name="connsiteX17" fmla="*/ 7610 w 51938"/>
                    <a:gd name="connsiteY17" fmla="*/ 38309 h 44391"/>
                    <a:gd name="connsiteX18" fmla="*/ 1998 w 51938"/>
                    <a:gd name="connsiteY18" fmla="*/ 31180 h 44391"/>
                    <a:gd name="connsiteX19" fmla="*/ 0 w 51938"/>
                    <a:gd name="connsiteY19" fmla="*/ 21675 h 44391"/>
                    <a:gd name="connsiteX20" fmla="*/ 6944 w 51938"/>
                    <a:gd name="connsiteY20" fmla="*/ 5706 h 44391"/>
                    <a:gd name="connsiteX21" fmla="*/ 27206 w 51938"/>
                    <a:gd name="connsiteY21" fmla="*/ 3 h 44391"/>
                    <a:gd name="connsiteX22" fmla="*/ 27206 w 51938"/>
                    <a:gd name="connsiteY22" fmla="*/ 38214 h 44391"/>
                    <a:gd name="connsiteX23" fmla="*/ 22450 w 51938"/>
                    <a:gd name="connsiteY23" fmla="*/ 6087 h 44391"/>
                    <a:gd name="connsiteX24" fmla="*/ 15696 w 51938"/>
                    <a:gd name="connsiteY24" fmla="*/ 7037 h 44391"/>
                    <a:gd name="connsiteX25" fmla="*/ 10178 w 51938"/>
                    <a:gd name="connsiteY25" fmla="*/ 9984 h 44391"/>
                    <a:gd name="connsiteX26" fmla="*/ 6469 w 51938"/>
                    <a:gd name="connsiteY26" fmla="*/ 14926 h 44391"/>
                    <a:gd name="connsiteX27" fmla="*/ 5042 w 51938"/>
                    <a:gd name="connsiteY27" fmla="*/ 21675 h 44391"/>
                    <a:gd name="connsiteX28" fmla="*/ 6469 w 51938"/>
                    <a:gd name="connsiteY28" fmla="*/ 28423 h 44391"/>
                    <a:gd name="connsiteX29" fmla="*/ 10274 w 51938"/>
                    <a:gd name="connsiteY29" fmla="*/ 33366 h 44391"/>
                    <a:gd name="connsiteX30" fmla="*/ 15791 w 51938"/>
                    <a:gd name="connsiteY30" fmla="*/ 36693 h 44391"/>
                    <a:gd name="connsiteX31" fmla="*/ 22450 w 51938"/>
                    <a:gd name="connsiteY31" fmla="*/ 38309 h 44391"/>
                    <a:gd name="connsiteX32" fmla="*/ 22450 w 51938"/>
                    <a:gd name="connsiteY32" fmla="*/ 6182 h 44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1938" h="44391">
                      <a:moveTo>
                        <a:pt x="27206" y="38214"/>
                      </a:moveTo>
                      <a:cubicBezTo>
                        <a:pt x="29869" y="38214"/>
                        <a:pt x="32438" y="37833"/>
                        <a:pt x="34816" y="37168"/>
                      </a:cubicBezTo>
                      <a:cubicBezTo>
                        <a:pt x="37194" y="36503"/>
                        <a:pt x="39287" y="35457"/>
                        <a:pt x="40999" y="34126"/>
                      </a:cubicBezTo>
                      <a:cubicBezTo>
                        <a:pt x="42711" y="32796"/>
                        <a:pt x="44138" y="30990"/>
                        <a:pt x="45185" y="28994"/>
                      </a:cubicBezTo>
                      <a:cubicBezTo>
                        <a:pt x="46231" y="26903"/>
                        <a:pt x="46802" y="24526"/>
                        <a:pt x="46802" y="21770"/>
                      </a:cubicBezTo>
                      <a:cubicBezTo>
                        <a:pt x="46802" y="18063"/>
                        <a:pt x="45851" y="14831"/>
                        <a:pt x="43853" y="12170"/>
                      </a:cubicBezTo>
                      <a:cubicBezTo>
                        <a:pt x="41855" y="9508"/>
                        <a:pt x="39097" y="7702"/>
                        <a:pt x="35482" y="6847"/>
                      </a:cubicBezTo>
                      <a:lnTo>
                        <a:pt x="35482" y="479"/>
                      </a:lnTo>
                      <a:cubicBezTo>
                        <a:pt x="37860" y="1144"/>
                        <a:pt x="39953" y="2095"/>
                        <a:pt x="42045" y="3235"/>
                      </a:cubicBezTo>
                      <a:cubicBezTo>
                        <a:pt x="44043" y="4376"/>
                        <a:pt x="45755" y="5801"/>
                        <a:pt x="47277" y="7512"/>
                      </a:cubicBezTo>
                      <a:cubicBezTo>
                        <a:pt x="48799" y="9223"/>
                        <a:pt x="49941" y="11219"/>
                        <a:pt x="50702" y="13596"/>
                      </a:cubicBezTo>
                      <a:cubicBezTo>
                        <a:pt x="51558" y="15972"/>
                        <a:pt x="51939" y="18633"/>
                        <a:pt x="51939" y="21770"/>
                      </a:cubicBezTo>
                      <a:cubicBezTo>
                        <a:pt x="51939" y="25667"/>
                        <a:pt x="51273" y="29089"/>
                        <a:pt x="49941" y="31940"/>
                      </a:cubicBezTo>
                      <a:cubicBezTo>
                        <a:pt x="48609" y="34792"/>
                        <a:pt x="46802" y="37168"/>
                        <a:pt x="44424" y="38974"/>
                      </a:cubicBezTo>
                      <a:cubicBezTo>
                        <a:pt x="42141" y="40780"/>
                        <a:pt x="39382" y="42206"/>
                        <a:pt x="36243" y="43061"/>
                      </a:cubicBezTo>
                      <a:cubicBezTo>
                        <a:pt x="33104" y="43917"/>
                        <a:pt x="29679" y="44392"/>
                        <a:pt x="26160" y="44392"/>
                      </a:cubicBezTo>
                      <a:cubicBezTo>
                        <a:pt x="22640" y="44392"/>
                        <a:pt x="19120" y="43917"/>
                        <a:pt x="15981" y="42776"/>
                      </a:cubicBezTo>
                      <a:cubicBezTo>
                        <a:pt x="12842" y="41730"/>
                        <a:pt x="10083" y="40210"/>
                        <a:pt x="7610" y="38309"/>
                      </a:cubicBezTo>
                      <a:cubicBezTo>
                        <a:pt x="5232" y="36408"/>
                        <a:pt x="3329" y="34031"/>
                        <a:pt x="1998" y="31180"/>
                      </a:cubicBezTo>
                      <a:cubicBezTo>
                        <a:pt x="666" y="28423"/>
                        <a:pt x="0" y="25192"/>
                        <a:pt x="0" y="21675"/>
                      </a:cubicBezTo>
                      <a:cubicBezTo>
                        <a:pt x="0" y="14926"/>
                        <a:pt x="2283" y="9603"/>
                        <a:pt x="6944" y="5706"/>
                      </a:cubicBezTo>
                      <a:cubicBezTo>
                        <a:pt x="11605" y="1809"/>
                        <a:pt x="18359" y="-92"/>
                        <a:pt x="27206" y="3"/>
                      </a:cubicBezTo>
                      <a:lnTo>
                        <a:pt x="27206" y="38214"/>
                      </a:lnTo>
                      <a:close/>
                      <a:moveTo>
                        <a:pt x="22450" y="6087"/>
                      </a:moveTo>
                      <a:cubicBezTo>
                        <a:pt x="20071" y="6087"/>
                        <a:pt x="17788" y="6467"/>
                        <a:pt x="15696" y="7037"/>
                      </a:cubicBezTo>
                      <a:cubicBezTo>
                        <a:pt x="13603" y="7702"/>
                        <a:pt x="11700" y="8653"/>
                        <a:pt x="10178" y="9984"/>
                      </a:cubicBezTo>
                      <a:cubicBezTo>
                        <a:pt x="8656" y="11314"/>
                        <a:pt x="7420" y="12930"/>
                        <a:pt x="6469" y="14926"/>
                      </a:cubicBezTo>
                      <a:cubicBezTo>
                        <a:pt x="5517" y="16922"/>
                        <a:pt x="5042" y="19108"/>
                        <a:pt x="5042" y="21675"/>
                      </a:cubicBezTo>
                      <a:cubicBezTo>
                        <a:pt x="5042" y="24241"/>
                        <a:pt x="5517" y="26427"/>
                        <a:pt x="6469" y="28423"/>
                      </a:cubicBezTo>
                      <a:cubicBezTo>
                        <a:pt x="7420" y="30324"/>
                        <a:pt x="8656" y="32035"/>
                        <a:pt x="10274" y="33366"/>
                      </a:cubicBezTo>
                      <a:cubicBezTo>
                        <a:pt x="11891" y="34697"/>
                        <a:pt x="13698" y="35837"/>
                        <a:pt x="15791" y="36693"/>
                      </a:cubicBezTo>
                      <a:cubicBezTo>
                        <a:pt x="17884" y="37548"/>
                        <a:pt x="20071" y="38024"/>
                        <a:pt x="22450" y="38309"/>
                      </a:cubicBezTo>
                      <a:lnTo>
                        <a:pt x="22450" y="6182"/>
                      </a:lnTo>
                      <a:close/>
                    </a:path>
                  </a:pathLst>
                </a:custGeom>
                <a:solidFill>
                  <a:srgbClr val="262626"/>
                </a:solidFill>
                <a:ln w="9506" cap="flat">
                  <a:noFill/>
                  <a:prstDash val="solid"/>
                  <a:miter/>
                </a:ln>
              </p:spPr>
              <p:txBody>
                <a:bodyPr rtlCol="0" anchor="ctr"/>
                <a:lstStyle/>
                <a:p>
                  <a:endParaRPr lang="en-US"/>
                </a:p>
              </p:txBody>
            </p:sp>
            <p:sp>
              <p:nvSpPr>
                <p:cNvPr id="4648" name="Freeform 4647">
                  <a:extLst>
                    <a:ext uri="{FF2B5EF4-FFF2-40B4-BE49-F238E27FC236}">
                      <a16:creationId xmlns:a16="http://schemas.microsoft.com/office/drawing/2014/main" id="{62FAC458-1443-B4E2-4649-237B3028B064}"/>
                    </a:ext>
                  </a:extLst>
                </p:cNvPr>
                <p:cNvSpPr/>
                <p:nvPr/>
              </p:nvSpPr>
              <p:spPr>
                <a:xfrm>
                  <a:off x="5353260" y="4163738"/>
                  <a:ext cx="68870" cy="55889"/>
                </a:xfrm>
                <a:custGeom>
                  <a:avLst/>
                  <a:gdLst>
                    <a:gd name="connsiteX0" fmla="*/ 68490 w 68870"/>
                    <a:gd name="connsiteY0" fmla="*/ 55889 h 55889"/>
                    <a:gd name="connsiteX1" fmla="*/ 0 w 68870"/>
                    <a:gd name="connsiteY1" fmla="*/ 55889 h 55889"/>
                    <a:gd name="connsiteX2" fmla="*/ 0 w 68870"/>
                    <a:gd name="connsiteY2" fmla="*/ 32507 h 55889"/>
                    <a:gd name="connsiteX3" fmla="*/ 190 w 68870"/>
                    <a:gd name="connsiteY3" fmla="*/ 26899 h 55889"/>
                    <a:gd name="connsiteX4" fmla="*/ 856 w 68870"/>
                    <a:gd name="connsiteY4" fmla="*/ 21481 h 55889"/>
                    <a:gd name="connsiteX5" fmla="*/ 2473 w 68870"/>
                    <a:gd name="connsiteY5" fmla="*/ 16349 h 55889"/>
                    <a:gd name="connsiteX6" fmla="*/ 5232 w 68870"/>
                    <a:gd name="connsiteY6" fmla="*/ 11406 h 55889"/>
                    <a:gd name="connsiteX7" fmla="*/ 11320 w 68870"/>
                    <a:gd name="connsiteY7" fmla="*/ 5798 h 55889"/>
                    <a:gd name="connsiteX8" fmla="*/ 18835 w 68870"/>
                    <a:gd name="connsiteY8" fmla="*/ 2376 h 55889"/>
                    <a:gd name="connsiteX9" fmla="*/ 26825 w 68870"/>
                    <a:gd name="connsiteY9" fmla="*/ 570 h 55889"/>
                    <a:gd name="connsiteX10" fmla="*/ 34340 w 68870"/>
                    <a:gd name="connsiteY10" fmla="*/ 0 h 55889"/>
                    <a:gd name="connsiteX11" fmla="*/ 41284 w 68870"/>
                    <a:gd name="connsiteY11" fmla="*/ 380 h 55889"/>
                    <a:gd name="connsiteX12" fmla="*/ 48229 w 68870"/>
                    <a:gd name="connsiteY12" fmla="*/ 1806 h 55889"/>
                    <a:gd name="connsiteX13" fmla="*/ 54697 w 68870"/>
                    <a:gd name="connsiteY13" fmla="*/ 4372 h 55889"/>
                    <a:gd name="connsiteX14" fmla="*/ 60405 w 68870"/>
                    <a:gd name="connsiteY14" fmla="*/ 8364 h 55889"/>
                    <a:gd name="connsiteX15" fmla="*/ 64685 w 68870"/>
                    <a:gd name="connsiteY15" fmla="*/ 13497 h 55889"/>
                    <a:gd name="connsiteX16" fmla="*/ 67254 w 68870"/>
                    <a:gd name="connsiteY16" fmla="*/ 19390 h 55889"/>
                    <a:gd name="connsiteX17" fmla="*/ 68490 w 68870"/>
                    <a:gd name="connsiteY17" fmla="*/ 25759 h 55889"/>
                    <a:gd name="connsiteX18" fmla="*/ 68871 w 68870"/>
                    <a:gd name="connsiteY18" fmla="*/ 32507 h 55889"/>
                    <a:gd name="connsiteX19" fmla="*/ 68871 w 68870"/>
                    <a:gd name="connsiteY19" fmla="*/ 55889 h 55889"/>
                    <a:gd name="connsiteX20" fmla="*/ 62973 w 68870"/>
                    <a:gd name="connsiteY20" fmla="*/ 49426 h 55889"/>
                    <a:gd name="connsiteX21" fmla="*/ 62973 w 68870"/>
                    <a:gd name="connsiteY21" fmla="*/ 33933 h 55889"/>
                    <a:gd name="connsiteX22" fmla="*/ 62498 w 68870"/>
                    <a:gd name="connsiteY22" fmla="*/ 25759 h 55889"/>
                    <a:gd name="connsiteX23" fmla="*/ 59834 w 68870"/>
                    <a:gd name="connsiteY23" fmla="*/ 17869 h 55889"/>
                    <a:gd name="connsiteX24" fmla="*/ 55173 w 68870"/>
                    <a:gd name="connsiteY24" fmla="*/ 12261 h 55889"/>
                    <a:gd name="connsiteX25" fmla="*/ 48704 w 68870"/>
                    <a:gd name="connsiteY25" fmla="*/ 8745 h 55889"/>
                    <a:gd name="connsiteX26" fmla="*/ 41475 w 68870"/>
                    <a:gd name="connsiteY26" fmla="*/ 6939 h 55889"/>
                    <a:gd name="connsiteX27" fmla="*/ 34150 w 68870"/>
                    <a:gd name="connsiteY27" fmla="*/ 6463 h 55889"/>
                    <a:gd name="connsiteX28" fmla="*/ 26635 w 68870"/>
                    <a:gd name="connsiteY28" fmla="*/ 6939 h 55889"/>
                    <a:gd name="connsiteX29" fmla="*/ 19310 w 68870"/>
                    <a:gd name="connsiteY29" fmla="*/ 8745 h 55889"/>
                    <a:gd name="connsiteX30" fmla="*/ 12937 w 68870"/>
                    <a:gd name="connsiteY30" fmla="*/ 12357 h 55889"/>
                    <a:gd name="connsiteX31" fmla="*/ 8181 w 68870"/>
                    <a:gd name="connsiteY31" fmla="*/ 18250 h 55889"/>
                    <a:gd name="connsiteX32" fmla="*/ 6088 w 68870"/>
                    <a:gd name="connsiteY32" fmla="*/ 25473 h 55889"/>
                    <a:gd name="connsiteX33" fmla="*/ 5612 w 68870"/>
                    <a:gd name="connsiteY33" fmla="*/ 33933 h 55889"/>
                    <a:gd name="connsiteX34" fmla="*/ 5612 w 68870"/>
                    <a:gd name="connsiteY34" fmla="*/ 49426 h 55889"/>
                    <a:gd name="connsiteX35" fmla="*/ 63068 w 68870"/>
                    <a:gd name="connsiteY35" fmla="*/ 49426 h 55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68870" h="55889">
                      <a:moveTo>
                        <a:pt x="68490" y="55889"/>
                      </a:moveTo>
                      <a:lnTo>
                        <a:pt x="0" y="55889"/>
                      </a:lnTo>
                      <a:lnTo>
                        <a:pt x="0" y="32507"/>
                      </a:lnTo>
                      <a:cubicBezTo>
                        <a:pt x="0" y="30606"/>
                        <a:pt x="0" y="28705"/>
                        <a:pt x="190" y="26899"/>
                      </a:cubicBezTo>
                      <a:cubicBezTo>
                        <a:pt x="285" y="25093"/>
                        <a:pt x="476" y="23287"/>
                        <a:pt x="856" y="21481"/>
                      </a:cubicBezTo>
                      <a:cubicBezTo>
                        <a:pt x="1237" y="19675"/>
                        <a:pt x="1712" y="17965"/>
                        <a:pt x="2473" y="16349"/>
                      </a:cubicBezTo>
                      <a:cubicBezTo>
                        <a:pt x="3139" y="14638"/>
                        <a:pt x="4090" y="13022"/>
                        <a:pt x="5232" y="11406"/>
                      </a:cubicBezTo>
                      <a:cubicBezTo>
                        <a:pt x="6849" y="9125"/>
                        <a:pt x="8942" y="7224"/>
                        <a:pt x="11320" y="5798"/>
                      </a:cubicBezTo>
                      <a:cubicBezTo>
                        <a:pt x="13698" y="4372"/>
                        <a:pt x="16171" y="3232"/>
                        <a:pt x="18835" y="2376"/>
                      </a:cubicBezTo>
                      <a:cubicBezTo>
                        <a:pt x="21498" y="1521"/>
                        <a:pt x="24162" y="950"/>
                        <a:pt x="26825" y="570"/>
                      </a:cubicBezTo>
                      <a:cubicBezTo>
                        <a:pt x="29489" y="190"/>
                        <a:pt x="31962" y="0"/>
                        <a:pt x="34340" y="0"/>
                      </a:cubicBezTo>
                      <a:cubicBezTo>
                        <a:pt x="36718" y="0"/>
                        <a:pt x="38906" y="190"/>
                        <a:pt x="41284" y="380"/>
                      </a:cubicBezTo>
                      <a:cubicBezTo>
                        <a:pt x="43663" y="570"/>
                        <a:pt x="45946" y="1141"/>
                        <a:pt x="48229" y="1806"/>
                      </a:cubicBezTo>
                      <a:cubicBezTo>
                        <a:pt x="50512" y="2471"/>
                        <a:pt x="52604" y="3232"/>
                        <a:pt x="54697" y="4372"/>
                      </a:cubicBezTo>
                      <a:cubicBezTo>
                        <a:pt x="56790" y="5418"/>
                        <a:pt x="58692" y="6748"/>
                        <a:pt x="60405" y="8364"/>
                      </a:cubicBezTo>
                      <a:cubicBezTo>
                        <a:pt x="62212" y="9980"/>
                        <a:pt x="63639" y="11691"/>
                        <a:pt x="64685" y="13497"/>
                      </a:cubicBezTo>
                      <a:cubicBezTo>
                        <a:pt x="65732" y="15398"/>
                        <a:pt x="66588" y="17299"/>
                        <a:pt x="67254" y="19390"/>
                      </a:cubicBezTo>
                      <a:cubicBezTo>
                        <a:pt x="67825" y="21481"/>
                        <a:pt x="68300" y="23572"/>
                        <a:pt x="68490" y="25759"/>
                      </a:cubicBezTo>
                      <a:cubicBezTo>
                        <a:pt x="68681" y="27945"/>
                        <a:pt x="68871" y="30226"/>
                        <a:pt x="68871" y="32507"/>
                      </a:cubicBezTo>
                      <a:lnTo>
                        <a:pt x="68871" y="55889"/>
                      </a:lnTo>
                      <a:close/>
                      <a:moveTo>
                        <a:pt x="62973" y="49426"/>
                      </a:moveTo>
                      <a:lnTo>
                        <a:pt x="62973" y="33933"/>
                      </a:lnTo>
                      <a:cubicBezTo>
                        <a:pt x="62973" y="30986"/>
                        <a:pt x="62783" y="28325"/>
                        <a:pt x="62498" y="25759"/>
                      </a:cubicBezTo>
                      <a:cubicBezTo>
                        <a:pt x="62212" y="23192"/>
                        <a:pt x="61261" y="20626"/>
                        <a:pt x="59834" y="17869"/>
                      </a:cubicBezTo>
                      <a:cubicBezTo>
                        <a:pt x="58692" y="15588"/>
                        <a:pt x="57170" y="13687"/>
                        <a:pt x="55173" y="12261"/>
                      </a:cubicBezTo>
                      <a:cubicBezTo>
                        <a:pt x="53175" y="10836"/>
                        <a:pt x="51082" y="9695"/>
                        <a:pt x="48704" y="8745"/>
                      </a:cubicBezTo>
                      <a:cubicBezTo>
                        <a:pt x="46421" y="7889"/>
                        <a:pt x="43948" y="7319"/>
                        <a:pt x="41475" y="6939"/>
                      </a:cubicBezTo>
                      <a:cubicBezTo>
                        <a:pt x="39002" y="6558"/>
                        <a:pt x="36528" y="6463"/>
                        <a:pt x="34150" y="6463"/>
                      </a:cubicBezTo>
                      <a:cubicBezTo>
                        <a:pt x="31677" y="6463"/>
                        <a:pt x="29204" y="6653"/>
                        <a:pt x="26635" y="6939"/>
                      </a:cubicBezTo>
                      <a:cubicBezTo>
                        <a:pt x="24067" y="7224"/>
                        <a:pt x="21594" y="7889"/>
                        <a:pt x="19310" y="8745"/>
                      </a:cubicBezTo>
                      <a:cubicBezTo>
                        <a:pt x="17028" y="9600"/>
                        <a:pt x="14840" y="10836"/>
                        <a:pt x="12937" y="12357"/>
                      </a:cubicBezTo>
                      <a:cubicBezTo>
                        <a:pt x="11035" y="13877"/>
                        <a:pt x="9417" y="15873"/>
                        <a:pt x="8181" y="18250"/>
                      </a:cubicBezTo>
                      <a:cubicBezTo>
                        <a:pt x="7134" y="20246"/>
                        <a:pt x="6373" y="22717"/>
                        <a:pt x="6088" y="25473"/>
                      </a:cubicBezTo>
                      <a:cubicBezTo>
                        <a:pt x="5803" y="28230"/>
                        <a:pt x="5612" y="31081"/>
                        <a:pt x="5612" y="33933"/>
                      </a:cubicBezTo>
                      <a:lnTo>
                        <a:pt x="5612" y="49426"/>
                      </a:lnTo>
                      <a:lnTo>
                        <a:pt x="63068" y="49426"/>
                      </a:lnTo>
                      <a:close/>
                    </a:path>
                  </a:pathLst>
                </a:custGeom>
                <a:solidFill>
                  <a:srgbClr val="262626"/>
                </a:solidFill>
                <a:ln w="9506" cap="flat">
                  <a:noFill/>
                  <a:prstDash val="solid"/>
                  <a:miter/>
                </a:ln>
              </p:spPr>
              <p:txBody>
                <a:bodyPr rtlCol="0" anchor="ctr"/>
                <a:lstStyle/>
                <a:p>
                  <a:endParaRPr lang="en-US"/>
                </a:p>
              </p:txBody>
            </p:sp>
            <p:sp>
              <p:nvSpPr>
                <p:cNvPr id="4649" name="Freeform 4648">
                  <a:extLst>
                    <a:ext uri="{FF2B5EF4-FFF2-40B4-BE49-F238E27FC236}">
                      <a16:creationId xmlns:a16="http://schemas.microsoft.com/office/drawing/2014/main" id="{A1D450AC-AEC3-6305-7ACE-DA35BD5C5B0C}"/>
                    </a:ext>
                  </a:extLst>
                </p:cNvPr>
                <p:cNvSpPr/>
                <p:nvPr/>
              </p:nvSpPr>
              <p:spPr>
                <a:xfrm>
                  <a:off x="5371238" y="4110127"/>
                  <a:ext cx="51938" cy="44391"/>
                </a:xfrm>
                <a:custGeom>
                  <a:avLst/>
                  <a:gdLst>
                    <a:gd name="connsiteX0" fmla="*/ 27206 w 51938"/>
                    <a:gd name="connsiteY0" fmla="*/ 38214 h 44391"/>
                    <a:gd name="connsiteX1" fmla="*/ 34816 w 51938"/>
                    <a:gd name="connsiteY1" fmla="*/ 37168 h 44391"/>
                    <a:gd name="connsiteX2" fmla="*/ 40999 w 51938"/>
                    <a:gd name="connsiteY2" fmla="*/ 34126 h 44391"/>
                    <a:gd name="connsiteX3" fmla="*/ 45185 w 51938"/>
                    <a:gd name="connsiteY3" fmla="*/ 28994 h 44391"/>
                    <a:gd name="connsiteX4" fmla="*/ 46802 w 51938"/>
                    <a:gd name="connsiteY4" fmla="*/ 21770 h 44391"/>
                    <a:gd name="connsiteX5" fmla="*/ 43853 w 51938"/>
                    <a:gd name="connsiteY5" fmla="*/ 12170 h 44391"/>
                    <a:gd name="connsiteX6" fmla="*/ 35482 w 51938"/>
                    <a:gd name="connsiteY6" fmla="*/ 6847 h 44391"/>
                    <a:gd name="connsiteX7" fmla="*/ 35482 w 51938"/>
                    <a:gd name="connsiteY7" fmla="*/ 479 h 44391"/>
                    <a:gd name="connsiteX8" fmla="*/ 42045 w 51938"/>
                    <a:gd name="connsiteY8" fmla="*/ 3235 h 44391"/>
                    <a:gd name="connsiteX9" fmla="*/ 47277 w 51938"/>
                    <a:gd name="connsiteY9" fmla="*/ 7512 h 44391"/>
                    <a:gd name="connsiteX10" fmla="*/ 50702 w 51938"/>
                    <a:gd name="connsiteY10" fmla="*/ 13596 h 44391"/>
                    <a:gd name="connsiteX11" fmla="*/ 51939 w 51938"/>
                    <a:gd name="connsiteY11" fmla="*/ 21770 h 44391"/>
                    <a:gd name="connsiteX12" fmla="*/ 49941 w 51938"/>
                    <a:gd name="connsiteY12" fmla="*/ 31940 h 44391"/>
                    <a:gd name="connsiteX13" fmla="*/ 44424 w 51938"/>
                    <a:gd name="connsiteY13" fmla="*/ 38974 h 44391"/>
                    <a:gd name="connsiteX14" fmla="*/ 36243 w 51938"/>
                    <a:gd name="connsiteY14" fmla="*/ 43061 h 44391"/>
                    <a:gd name="connsiteX15" fmla="*/ 26160 w 51938"/>
                    <a:gd name="connsiteY15" fmla="*/ 44392 h 44391"/>
                    <a:gd name="connsiteX16" fmla="*/ 15981 w 51938"/>
                    <a:gd name="connsiteY16" fmla="*/ 42776 h 44391"/>
                    <a:gd name="connsiteX17" fmla="*/ 7610 w 51938"/>
                    <a:gd name="connsiteY17" fmla="*/ 38309 h 44391"/>
                    <a:gd name="connsiteX18" fmla="*/ 1998 w 51938"/>
                    <a:gd name="connsiteY18" fmla="*/ 31180 h 44391"/>
                    <a:gd name="connsiteX19" fmla="*/ 0 w 51938"/>
                    <a:gd name="connsiteY19" fmla="*/ 21675 h 44391"/>
                    <a:gd name="connsiteX20" fmla="*/ 6944 w 51938"/>
                    <a:gd name="connsiteY20" fmla="*/ 5706 h 44391"/>
                    <a:gd name="connsiteX21" fmla="*/ 27206 w 51938"/>
                    <a:gd name="connsiteY21" fmla="*/ 3 h 44391"/>
                    <a:gd name="connsiteX22" fmla="*/ 27206 w 51938"/>
                    <a:gd name="connsiteY22" fmla="*/ 38214 h 44391"/>
                    <a:gd name="connsiteX23" fmla="*/ 22450 w 51938"/>
                    <a:gd name="connsiteY23" fmla="*/ 6087 h 44391"/>
                    <a:gd name="connsiteX24" fmla="*/ 15696 w 51938"/>
                    <a:gd name="connsiteY24" fmla="*/ 7037 h 44391"/>
                    <a:gd name="connsiteX25" fmla="*/ 10178 w 51938"/>
                    <a:gd name="connsiteY25" fmla="*/ 9984 h 44391"/>
                    <a:gd name="connsiteX26" fmla="*/ 6469 w 51938"/>
                    <a:gd name="connsiteY26" fmla="*/ 14926 h 44391"/>
                    <a:gd name="connsiteX27" fmla="*/ 5042 w 51938"/>
                    <a:gd name="connsiteY27" fmla="*/ 21675 h 44391"/>
                    <a:gd name="connsiteX28" fmla="*/ 6469 w 51938"/>
                    <a:gd name="connsiteY28" fmla="*/ 28423 h 44391"/>
                    <a:gd name="connsiteX29" fmla="*/ 10274 w 51938"/>
                    <a:gd name="connsiteY29" fmla="*/ 33366 h 44391"/>
                    <a:gd name="connsiteX30" fmla="*/ 15791 w 51938"/>
                    <a:gd name="connsiteY30" fmla="*/ 36693 h 44391"/>
                    <a:gd name="connsiteX31" fmla="*/ 22450 w 51938"/>
                    <a:gd name="connsiteY31" fmla="*/ 38309 h 44391"/>
                    <a:gd name="connsiteX32" fmla="*/ 22450 w 51938"/>
                    <a:gd name="connsiteY32" fmla="*/ 6182 h 44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1938" h="44391">
                      <a:moveTo>
                        <a:pt x="27206" y="38214"/>
                      </a:moveTo>
                      <a:cubicBezTo>
                        <a:pt x="29869" y="38214"/>
                        <a:pt x="32438" y="37833"/>
                        <a:pt x="34816" y="37168"/>
                      </a:cubicBezTo>
                      <a:cubicBezTo>
                        <a:pt x="37194" y="36503"/>
                        <a:pt x="39287" y="35457"/>
                        <a:pt x="40999" y="34126"/>
                      </a:cubicBezTo>
                      <a:cubicBezTo>
                        <a:pt x="42711" y="32796"/>
                        <a:pt x="44138" y="30990"/>
                        <a:pt x="45185" y="28994"/>
                      </a:cubicBezTo>
                      <a:cubicBezTo>
                        <a:pt x="46231" y="26903"/>
                        <a:pt x="46802" y="24526"/>
                        <a:pt x="46802" y="21770"/>
                      </a:cubicBezTo>
                      <a:cubicBezTo>
                        <a:pt x="46802" y="18063"/>
                        <a:pt x="45851" y="14831"/>
                        <a:pt x="43853" y="12170"/>
                      </a:cubicBezTo>
                      <a:cubicBezTo>
                        <a:pt x="41855" y="9508"/>
                        <a:pt x="39097" y="7702"/>
                        <a:pt x="35482" y="6847"/>
                      </a:cubicBezTo>
                      <a:lnTo>
                        <a:pt x="35482" y="479"/>
                      </a:lnTo>
                      <a:cubicBezTo>
                        <a:pt x="37860" y="1144"/>
                        <a:pt x="39953" y="2095"/>
                        <a:pt x="42045" y="3235"/>
                      </a:cubicBezTo>
                      <a:cubicBezTo>
                        <a:pt x="44043" y="4376"/>
                        <a:pt x="45755" y="5801"/>
                        <a:pt x="47277" y="7512"/>
                      </a:cubicBezTo>
                      <a:cubicBezTo>
                        <a:pt x="48799" y="9223"/>
                        <a:pt x="49941" y="11219"/>
                        <a:pt x="50702" y="13596"/>
                      </a:cubicBezTo>
                      <a:cubicBezTo>
                        <a:pt x="51558" y="15972"/>
                        <a:pt x="51939" y="18633"/>
                        <a:pt x="51939" y="21770"/>
                      </a:cubicBezTo>
                      <a:cubicBezTo>
                        <a:pt x="51939" y="25667"/>
                        <a:pt x="51273" y="29089"/>
                        <a:pt x="49941" y="31940"/>
                      </a:cubicBezTo>
                      <a:cubicBezTo>
                        <a:pt x="48609" y="34792"/>
                        <a:pt x="46802" y="37168"/>
                        <a:pt x="44424" y="38974"/>
                      </a:cubicBezTo>
                      <a:cubicBezTo>
                        <a:pt x="42141" y="40780"/>
                        <a:pt x="39382" y="42206"/>
                        <a:pt x="36243" y="43061"/>
                      </a:cubicBezTo>
                      <a:cubicBezTo>
                        <a:pt x="33104" y="43917"/>
                        <a:pt x="29679" y="44392"/>
                        <a:pt x="26160" y="44392"/>
                      </a:cubicBezTo>
                      <a:cubicBezTo>
                        <a:pt x="22640" y="44392"/>
                        <a:pt x="19120" y="43917"/>
                        <a:pt x="15981" y="42776"/>
                      </a:cubicBezTo>
                      <a:cubicBezTo>
                        <a:pt x="12842" y="41730"/>
                        <a:pt x="10083" y="40210"/>
                        <a:pt x="7610" y="38309"/>
                      </a:cubicBezTo>
                      <a:cubicBezTo>
                        <a:pt x="5232" y="36408"/>
                        <a:pt x="3329" y="34031"/>
                        <a:pt x="1998" y="31180"/>
                      </a:cubicBezTo>
                      <a:cubicBezTo>
                        <a:pt x="666" y="28423"/>
                        <a:pt x="0" y="25192"/>
                        <a:pt x="0" y="21675"/>
                      </a:cubicBezTo>
                      <a:cubicBezTo>
                        <a:pt x="0" y="14926"/>
                        <a:pt x="2283" y="9603"/>
                        <a:pt x="6944" y="5706"/>
                      </a:cubicBezTo>
                      <a:cubicBezTo>
                        <a:pt x="11605" y="1809"/>
                        <a:pt x="18359" y="-92"/>
                        <a:pt x="27206" y="3"/>
                      </a:cubicBezTo>
                      <a:lnTo>
                        <a:pt x="27206" y="38214"/>
                      </a:lnTo>
                      <a:close/>
                      <a:moveTo>
                        <a:pt x="22450" y="6087"/>
                      </a:moveTo>
                      <a:cubicBezTo>
                        <a:pt x="20071" y="6087"/>
                        <a:pt x="17788" y="6467"/>
                        <a:pt x="15696" y="7037"/>
                      </a:cubicBezTo>
                      <a:cubicBezTo>
                        <a:pt x="13603" y="7702"/>
                        <a:pt x="11700" y="8653"/>
                        <a:pt x="10178" y="9984"/>
                      </a:cubicBezTo>
                      <a:cubicBezTo>
                        <a:pt x="8656" y="11314"/>
                        <a:pt x="7420" y="12930"/>
                        <a:pt x="6469" y="14926"/>
                      </a:cubicBezTo>
                      <a:cubicBezTo>
                        <a:pt x="5517" y="16922"/>
                        <a:pt x="5042" y="19108"/>
                        <a:pt x="5042" y="21675"/>
                      </a:cubicBezTo>
                      <a:cubicBezTo>
                        <a:pt x="5042" y="24241"/>
                        <a:pt x="5517" y="26427"/>
                        <a:pt x="6469" y="28423"/>
                      </a:cubicBezTo>
                      <a:cubicBezTo>
                        <a:pt x="7420" y="30324"/>
                        <a:pt x="8656" y="32035"/>
                        <a:pt x="10274" y="33366"/>
                      </a:cubicBezTo>
                      <a:cubicBezTo>
                        <a:pt x="11891" y="34697"/>
                        <a:pt x="13698" y="35837"/>
                        <a:pt x="15791" y="36693"/>
                      </a:cubicBezTo>
                      <a:cubicBezTo>
                        <a:pt x="17884" y="37548"/>
                        <a:pt x="20071" y="38024"/>
                        <a:pt x="22450" y="38309"/>
                      </a:cubicBezTo>
                      <a:lnTo>
                        <a:pt x="22450" y="6182"/>
                      </a:lnTo>
                      <a:close/>
                    </a:path>
                  </a:pathLst>
                </a:custGeom>
                <a:solidFill>
                  <a:srgbClr val="262626"/>
                </a:solidFill>
                <a:ln w="9506" cap="flat">
                  <a:noFill/>
                  <a:prstDash val="solid"/>
                  <a:miter/>
                </a:ln>
              </p:spPr>
              <p:txBody>
                <a:bodyPr rtlCol="0" anchor="ctr"/>
                <a:lstStyle/>
                <a:p>
                  <a:endParaRPr lang="en-US"/>
                </a:p>
              </p:txBody>
            </p:sp>
            <p:sp>
              <p:nvSpPr>
                <p:cNvPr id="4650" name="Freeform 4649">
                  <a:extLst>
                    <a:ext uri="{FF2B5EF4-FFF2-40B4-BE49-F238E27FC236}">
                      <a16:creationId xmlns:a16="http://schemas.microsoft.com/office/drawing/2014/main" id="{67BA4B20-9A26-9E17-69E6-44D7B2ED9357}"/>
                    </a:ext>
                  </a:extLst>
                </p:cNvPr>
                <p:cNvSpPr/>
                <p:nvPr/>
              </p:nvSpPr>
              <p:spPr>
                <a:xfrm>
                  <a:off x="5358682" y="4081710"/>
                  <a:ext cx="64399" cy="22241"/>
                </a:xfrm>
                <a:custGeom>
                  <a:avLst/>
                  <a:gdLst>
                    <a:gd name="connsiteX0" fmla="*/ 63258 w 64399"/>
                    <a:gd name="connsiteY0" fmla="*/ 0 h 22241"/>
                    <a:gd name="connsiteX1" fmla="*/ 63924 w 64399"/>
                    <a:gd name="connsiteY1" fmla="*/ 2757 h 22241"/>
                    <a:gd name="connsiteX2" fmla="*/ 64400 w 64399"/>
                    <a:gd name="connsiteY2" fmla="*/ 6558 h 22241"/>
                    <a:gd name="connsiteX3" fmla="*/ 62212 w 64399"/>
                    <a:gd name="connsiteY3" fmla="*/ 13117 h 22241"/>
                    <a:gd name="connsiteX4" fmla="*/ 54507 w 64399"/>
                    <a:gd name="connsiteY4" fmla="*/ 15303 h 22241"/>
                    <a:gd name="connsiteX5" fmla="*/ 18454 w 64399"/>
                    <a:gd name="connsiteY5" fmla="*/ 15303 h 22241"/>
                    <a:gd name="connsiteX6" fmla="*/ 18454 w 64399"/>
                    <a:gd name="connsiteY6" fmla="*/ 22242 h 22241"/>
                    <a:gd name="connsiteX7" fmla="*/ 13698 w 64399"/>
                    <a:gd name="connsiteY7" fmla="*/ 22242 h 22241"/>
                    <a:gd name="connsiteX8" fmla="*/ 13698 w 64399"/>
                    <a:gd name="connsiteY8" fmla="*/ 15303 h 22241"/>
                    <a:gd name="connsiteX9" fmla="*/ 0 w 64399"/>
                    <a:gd name="connsiteY9" fmla="*/ 15303 h 22241"/>
                    <a:gd name="connsiteX10" fmla="*/ 0 w 64399"/>
                    <a:gd name="connsiteY10" fmla="*/ 9600 h 22241"/>
                    <a:gd name="connsiteX11" fmla="*/ 13698 w 64399"/>
                    <a:gd name="connsiteY11" fmla="*/ 9600 h 22241"/>
                    <a:gd name="connsiteX12" fmla="*/ 13698 w 64399"/>
                    <a:gd name="connsiteY12" fmla="*/ 380 h 22241"/>
                    <a:gd name="connsiteX13" fmla="*/ 18454 w 64399"/>
                    <a:gd name="connsiteY13" fmla="*/ 380 h 22241"/>
                    <a:gd name="connsiteX14" fmla="*/ 18454 w 64399"/>
                    <a:gd name="connsiteY14" fmla="*/ 9600 h 22241"/>
                    <a:gd name="connsiteX15" fmla="*/ 52224 w 64399"/>
                    <a:gd name="connsiteY15" fmla="*/ 9600 h 22241"/>
                    <a:gd name="connsiteX16" fmla="*/ 55363 w 64399"/>
                    <a:gd name="connsiteY16" fmla="*/ 9505 h 22241"/>
                    <a:gd name="connsiteX17" fmla="*/ 57551 w 64399"/>
                    <a:gd name="connsiteY17" fmla="*/ 8935 h 22241"/>
                    <a:gd name="connsiteX18" fmla="*/ 58787 w 64399"/>
                    <a:gd name="connsiteY18" fmla="*/ 7509 h 22241"/>
                    <a:gd name="connsiteX19" fmla="*/ 59168 w 64399"/>
                    <a:gd name="connsiteY19" fmla="*/ 4753 h 22241"/>
                    <a:gd name="connsiteX20" fmla="*/ 58978 w 64399"/>
                    <a:gd name="connsiteY20" fmla="*/ 2376 h 22241"/>
                    <a:gd name="connsiteX21" fmla="*/ 58502 w 64399"/>
                    <a:gd name="connsiteY21" fmla="*/ 0 h 22241"/>
                    <a:gd name="connsiteX22" fmla="*/ 63163 w 64399"/>
                    <a:gd name="connsiteY22" fmla="*/ 0 h 222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4399" h="22241">
                      <a:moveTo>
                        <a:pt x="63258" y="0"/>
                      </a:moveTo>
                      <a:cubicBezTo>
                        <a:pt x="63353" y="665"/>
                        <a:pt x="63639" y="1616"/>
                        <a:pt x="63924" y="2757"/>
                      </a:cubicBezTo>
                      <a:cubicBezTo>
                        <a:pt x="64210" y="3897"/>
                        <a:pt x="64400" y="5133"/>
                        <a:pt x="64400" y="6558"/>
                      </a:cubicBezTo>
                      <a:cubicBezTo>
                        <a:pt x="64400" y="9410"/>
                        <a:pt x="63639" y="11596"/>
                        <a:pt x="62212" y="13117"/>
                      </a:cubicBezTo>
                      <a:cubicBezTo>
                        <a:pt x="60785" y="14638"/>
                        <a:pt x="58217" y="15303"/>
                        <a:pt x="54507" y="15303"/>
                      </a:cubicBezTo>
                      <a:lnTo>
                        <a:pt x="18454" y="15303"/>
                      </a:lnTo>
                      <a:lnTo>
                        <a:pt x="18454" y="22242"/>
                      </a:lnTo>
                      <a:lnTo>
                        <a:pt x="13698" y="22242"/>
                      </a:lnTo>
                      <a:lnTo>
                        <a:pt x="13698" y="15303"/>
                      </a:lnTo>
                      <a:lnTo>
                        <a:pt x="0" y="15303"/>
                      </a:lnTo>
                      <a:lnTo>
                        <a:pt x="0" y="9600"/>
                      </a:lnTo>
                      <a:lnTo>
                        <a:pt x="13698" y="9600"/>
                      </a:lnTo>
                      <a:lnTo>
                        <a:pt x="13698" y="380"/>
                      </a:lnTo>
                      <a:lnTo>
                        <a:pt x="18454" y="380"/>
                      </a:lnTo>
                      <a:lnTo>
                        <a:pt x="18454" y="9600"/>
                      </a:lnTo>
                      <a:lnTo>
                        <a:pt x="52224" y="9600"/>
                      </a:lnTo>
                      <a:cubicBezTo>
                        <a:pt x="53460" y="9600"/>
                        <a:pt x="54507" y="9600"/>
                        <a:pt x="55363" y="9505"/>
                      </a:cubicBezTo>
                      <a:cubicBezTo>
                        <a:pt x="56219" y="9505"/>
                        <a:pt x="56980" y="9220"/>
                        <a:pt x="57551" y="8935"/>
                      </a:cubicBezTo>
                      <a:cubicBezTo>
                        <a:pt x="58122" y="8650"/>
                        <a:pt x="58502" y="8174"/>
                        <a:pt x="58787" y="7509"/>
                      </a:cubicBezTo>
                      <a:cubicBezTo>
                        <a:pt x="59073" y="6844"/>
                        <a:pt x="59168" y="5893"/>
                        <a:pt x="59168" y="4753"/>
                      </a:cubicBezTo>
                      <a:cubicBezTo>
                        <a:pt x="59168" y="3992"/>
                        <a:pt x="59168" y="3232"/>
                        <a:pt x="58978" y="2376"/>
                      </a:cubicBezTo>
                      <a:cubicBezTo>
                        <a:pt x="58787" y="1521"/>
                        <a:pt x="58692" y="760"/>
                        <a:pt x="58502" y="0"/>
                      </a:cubicBezTo>
                      <a:lnTo>
                        <a:pt x="63163" y="0"/>
                      </a:lnTo>
                      <a:close/>
                    </a:path>
                  </a:pathLst>
                </a:custGeom>
                <a:solidFill>
                  <a:srgbClr val="262626"/>
                </a:solidFill>
                <a:ln w="9506" cap="flat">
                  <a:noFill/>
                  <a:prstDash val="solid"/>
                  <a:miter/>
                </a:ln>
              </p:spPr>
              <p:txBody>
                <a:bodyPr rtlCol="0" anchor="ctr"/>
                <a:lstStyle/>
                <a:p>
                  <a:endParaRPr lang="en-US"/>
                </a:p>
              </p:txBody>
            </p:sp>
            <p:sp>
              <p:nvSpPr>
                <p:cNvPr id="4651" name="Freeform 4650">
                  <a:extLst>
                    <a:ext uri="{FF2B5EF4-FFF2-40B4-BE49-F238E27FC236}">
                      <a16:creationId xmlns:a16="http://schemas.microsoft.com/office/drawing/2014/main" id="{8AD73E53-4A15-7075-D49C-A4D2BA439B7E}"/>
                    </a:ext>
                  </a:extLst>
                </p:cNvPr>
                <p:cNvSpPr/>
                <p:nvPr/>
              </p:nvSpPr>
              <p:spPr>
                <a:xfrm>
                  <a:off x="5371238" y="4030855"/>
                  <a:ext cx="51938" cy="44391"/>
                </a:xfrm>
                <a:custGeom>
                  <a:avLst/>
                  <a:gdLst>
                    <a:gd name="connsiteX0" fmla="*/ 27206 w 51938"/>
                    <a:gd name="connsiteY0" fmla="*/ 38214 h 44391"/>
                    <a:gd name="connsiteX1" fmla="*/ 34816 w 51938"/>
                    <a:gd name="connsiteY1" fmla="*/ 37168 h 44391"/>
                    <a:gd name="connsiteX2" fmla="*/ 40999 w 51938"/>
                    <a:gd name="connsiteY2" fmla="*/ 34126 h 44391"/>
                    <a:gd name="connsiteX3" fmla="*/ 45185 w 51938"/>
                    <a:gd name="connsiteY3" fmla="*/ 28994 h 44391"/>
                    <a:gd name="connsiteX4" fmla="*/ 46802 w 51938"/>
                    <a:gd name="connsiteY4" fmla="*/ 21770 h 44391"/>
                    <a:gd name="connsiteX5" fmla="*/ 43853 w 51938"/>
                    <a:gd name="connsiteY5" fmla="*/ 12170 h 44391"/>
                    <a:gd name="connsiteX6" fmla="*/ 35482 w 51938"/>
                    <a:gd name="connsiteY6" fmla="*/ 6847 h 44391"/>
                    <a:gd name="connsiteX7" fmla="*/ 35482 w 51938"/>
                    <a:gd name="connsiteY7" fmla="*/ 479 h 44391"/>
                    <a:gd name="connsiteX8" fmla="*/ 42045 w 51938"/>
                    <a:gd name="connsiteY8" fmla="*/ 3235 h 44391"/>
                    <a:gd name="connsiteX9" fmla="*/ 47277 w 51938"/>
                    <a:gd name="connsiteY9" fmla="*/ 7512 h 44391"/>
                    <a:gd name="connsiteX10" fmla="*/ 50702 w 51938"/>
                    <a:gd name="connsiteY10" fmla="*/ 13596 h 44391"/>
                    <a:gd name="connsiteX11" fmla="*/ 51939 w 51938"/>
                    <a:gd name="connsiteY11" fmla="*/ 21770 h 44391"/>
                    <a:gd name="connsiteX12" fmla="*/ 49941 w 51938"/>
                    <a:gd name="connsiteY12" fmla="*/ 31940 h 44391"/>
                    <a:gd name="connsiteX13" fmla="*/ 44424 w 51938"/>
                    <a:gd name="connsiteY13" fmla="*/ 38974 h 44391"/>
                    <a:gd name="connsiteX14" fmla="*/ 36243 w 51938"/>
                    <a:gd name="connsiteY14" fmla="*/ 43061 h 44391"/>
                    <a:gd name="connsiteX15" fmla="*/ 26160 w 51938"/>
                    <a:gd name="connsiteY15" fmla="*/ 44392 h 44391"/>
                    <a:gd name="connsiteX16" fmla="*/ 15981 w 51938"/>
                    <a:gd name="connsiteY16" fmla="*/ 42776 h 44391"/>
                    <a:gd name="connsiteX17" fmla="*/ 7610 w 51938"/>
                    <a:gd name="connsiteY17" fmla="*/ 38309 h 44391"/>
                    <a:gd name="connsiteX18" fmla="*/ 1998 w 51938"/>
                    <a:gd name="connsiteY18" fmla="*/ 31180 h 44391"/>
                    <a:gd name="connsiteX19" fmla="*/ 0 w 51938"/>
                    <a:gd name="connsiteY19" fmla="*/ 21675 h 44391"/>
                    <a:gd name="connsiteX20" fmla="*/ 6944 w 51938"/>
                    <a:gd name="connsiteY20" fmla="*/ 5706 h 44391"/>
                    <a:gd name="connsiteX21" fmla="*/ 27206 w 51938"/>
                    <a:gd name="connsiteY21" fmla="*/ 3 h 44391"/>
                    <a:gd name="connsiteX22" fmla="*/ 27206 w 51938"/>
                    <a:gd name="connsiteY22" fmla="*/ 38214 h 44391"/>
                    <a:gd name="connsiteX23" fmla="*/ 22450 w 51938"/>
                    <a:gd name="connsiteY23" fmla="*/ 6087 h 44391"/>
                    <a:gd name="connsiteX24" fmla="*/ 15696 w 51938"/>
                    <a:gd name="connsiteY24" fmla="*/ 7037 h 44391"/>
                    <a:gd name="connsiteX25" fmla="*/ 10178 w 51938"/>
                    <a:gd name="connsiteY25" fmla="*/ 9984 h 44391"/>
                    <a:gd name="connsiteX26" fmla="*/ 6469 w 51938"/>
                    <a:gd name="connsiteY26" fmla="*/ 14926 h 44391"/>
                    <a:gd name="connsiteX27" fmla="*/ 5042 w 51938"/>
                    <a:gd name="connsiteY27" fmla="*/ 21675 h 44391"/>
                    <a:gd name="connsiteX28" fmla="*/ 6469 w 51938"/>
                    <a:gd name="connsiteY28" fmla="*/ 28423 h 44391"/>
                    <a:gd name="connsiteX29" fmla="*/ 10274 w 51938"/>
                    <a:gd name="connsiteY29" fmla="*/ 33366 h 44391"/>
                    <a:gd name="connsiteX30" fmla="*/ 15791 w 51938"/>
                    <a:gd name="connsiteY30" fmla="*/ 36693 h 44391"/>
                    <a:gd name="connsiteX31" fmla="*/ 22450 w 51938"/>
                    <a:gd name="connsiteY31" fmla="*/ 38309 h 44391"/>
                    <a:gd name="connsiteX32" fmla="*/ 22450 w 51938"/>
                    <a:gd name="connsiteY32" fmla="*/ 6182 h 44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1938" h="44391">
                      <a:moveTo>
                        <a:pt x="27206" y="38214"/>
                      </a:moveTo>
                      <a:cubicBezTo>
                        <a:pt x="29869" y="38214"/>
                        <a:pt x="32438" y="37833"/>
                        <a:pt x="34816" y="37168"/>
                      </a:cubicBezTo>
                      <a:cubicBezTo>
                        <a:pt x="37194" y="36503"/>
                        <a:pt x="39287" y="35457"/>
                        <a:pt x="40999" y="34126"/>
                      </a:cubicBezTo>
                      <a:cubicBezTo>
                        <a:pt x="42711" y="32796"/>
                        <a:pt x="44138" y="30990"/>
                        <a:pt x="45185" y="28994"/>
                      </a:cubicBezTo>
                      <a:cubicBezTo>
                        <a:pt x="46231" y="26903"/>
                        <a:pt x="46802" y="24526"/>
                        <a:pt x="46802" y="21770"/>
                      </a:cubicBezTo>
                      <a:cubicBezTo>
                        <a:pt x="46802" y="18063"/>
                        <a:pt x="45851" y="14831"/>
                        <a:pt x="43853" y="12170"/>
                      </a:cubicBezTo>
                      <a:cubicBezTo>
                        <a:pt x="41855" y="9508"/>
                        <a:pt x="39097" y="7702"/>
                        <a:pt x="35482" y="6847"/>
                      </a:cubicBezTo>
                      <a:lnTo>
                        <a:pt x="35482" y="479"/>
                      </a:lnTo>
                      <a:cubicBezTo>
                        <a:pt x="37860" y="1144"/>
                        <a:pt x="39953" y="2094"/>
                        <a:pt x="42045" y="3235"/>
                      </a:cubicBezTo>
                      <a:cubicBezTo>
                        <a:pt x="44043" y="4376"/>
                        <a:pt x="45755" y="5801"/>
                        <a:pt x="47277" y="7512"/>
                      </a:cubicBezTo>
                      <a:cubicBezTo>
                        <a:pt x="48799" y="9223"/>
                        <a:pt x="49941" y="11219"/>
                        <a:pt x="50702" y="13596"/>
                      </a:cubicBezTo>
                      <a:cubicBezTo>
                        <a:pt x="51558" y="15972"/>
                        <a:pt x="51939" y="18633"/>
                        <a:pt x="51939" y="21770"/>
                      </a:cubicBezTo>
                      <a:cubicBezTo>
                        <a:pt x="51939" y="25667"/>
                        <a:pt x="51273" y="29089"/>
                        <a:pt x="49941" y="31940"/>
                      </a:cubicBezTo>
                      <a:cubicBezTo>
                        <a:pt x="48609" y="34792"/>
                        <a:pt x="46802" y="37168"/>
                        <a:pt x="44424" y="38974"/>
                      </a:cubicBezTo>
                      <a:cubicBezTo>
                        <a:pt x="42141" y="40780"/>
                        <a:pt x="39382" y="42206"/>
                        <a:pt x="36243" y="43061"/>
                      </a:cubicBezTo>
                      <a:cubicBezTo>
                        <a:pt x="33104" y="43917"/>
                        <a:pt x="29679" y="44392"/>
                        <a:pt x="26160" y="44392"/>
                      </a:cubicBezTo>
                      <a:cubicBezTo>
                        <a:pt x="22640" y="44392"/>
                        <a:pt x="19120" y="43917"/>
                        <a:pt x="15981" y="42776"/>
                      </a:cubicBezTo>
                      <a:cubicBezTo>
                        <a:pt x="12842" y="41730"/>
                        <a:pt x="10083" y="40210"/>
                        <a:pt x="7610" y="38309"/>
                      </a:cubicBezTo>
                      <a:cubicBezTo>
                        <a:pt x="5232" y="36408"/>
                        <a:pt x="3329" y="34031"/>
                        <a:pt x="1998" y="31180"/>
                      </a:cubicBezTo>
                      <a:cubicBezTo>
                        <a:pt x="666" y="28423"/>
                        <a:pt x="0" y="25192"/>
                        <a:pt x="0" y="21675"/>
                      </a:cubicBezTo>
                      <a:cubicBezTo>
                        <a:pt x="0" y="14926"/>
                        <a:pt x="2283" y="9603"/>
                        <a:pt x="6944" y="5706"/>
                      </a:cubicBezTo>
                      <a:cubicBezTo>
                        <a:pt x="11605" y="1809"/>
                        <a:pt x="18359" y="-92"/>
                        <a:pt x="27206" y="3"/>
                      </a:cubicBezTo>
                      <a:lnTo>
                        <a:pt x="27206" y="38214"/>
                      </a:lnTo>
                      <a:close/>
                      <a:moveTo>
                        <a:pt x="22450" y="6087"/>
                      </a:moveTo>
                      <a:cubicBezTo>
                        <a:pt x="20071" y="6087"/>
                        <a:pt x="17788" y="6467"/>
                        <a:pt x="15696" y="7037"/>
                      </a:cubicBezTo>
                      <a:cubicBezTo>
                        <a:pt x="13603" y="7702"/>
                        <a:pt x="11700" y="8653"/>
                        <a:pt x="10178" y="9984"/>
                      </a:cubicBezTo>
                      <a:cubicBezTo>
                        <a:pt x="8656" y="11314"/>
                        <a:pt x="7420" y="12930"/>
                        <a:pt x="6469" y="14926"/>
                      </a:cubicBezTo>
                      <a:cubicBezTo>
                        <a:pt x="5517" y="16922"/>
                        <a:pt x="5042" y="19108"/>
                        <a:pt x="5042" y="21675"/>
                      </a:cubicBezTo>
                      <a:cubicBezTo>
                        <a:pt x="5042" y="24241"/>
                        <a:pt x="5517" y="26427"/>
                        <a:pt x="6469" y="28423"/>
                      </a:cubicBezTo>
                      <a:cubicBezTo>
                        <a:pt x="7420" y="30324"/>
                        <a:pt x="8656" y="32035"/>
                        <a:pt x="10274" y="33366"/>
                      </a:cubicBezTo>
                      <a:cubicBezTo>
                        <a:pt x="11891" y="34697"/>
                        <a:pt x="13698" y="35837"/>
                        <a:pt x="15791" y="36693"/>
                      </a:cubicBezTo>
                      <a:cubicBezTo>
                        <a:pt x="17884" y="37548"/>
                        <a:pt x="20071" y="38024"/>
                        <a:pt x="22450" y="38309"/>
                      </a:cubicBezTo>
                      <a:lnTo>
                        <a:pt x="22450" y="6182"/>
                      </a:lnTo>
                      <a:close/>
                    </a:path>
                  </a:pathLst>
                </a:custGeom>
                <a:solidFill>
                  <a:srgbClr val="262626"/>
                </a:solidFill>
                <a:ln w="9506" cap="flat">
                  <a:noFill/>
                  <a:prstDash val="solid"/>
                  <a:miter/>
                </a:ln>
              </p:spPr>
              <p:txBody>
                <a:bodyPr rtlCol="0" anchor="ctr"/>
                <a:lstStyle/>
                <a:p>
                  <a:endParaRPr lang="en-US"/>
                </a:p>
              </p:txBody>
            </p:sp>
            <p:sp>
              <p:nvSpPr>
                <p:cNvPr id="4652" name="Freeform 4651">
                  <a:extLst>
                    <a:ext uri="{FF2B5EF4-FFF2-40B4-BE49-F238E27FC236}">
                      <a16:creationId xmlns:a16="http://schemas.microsoft.com/office/drawing/2014/main" id="{A5F60E91-6F15-ACB2-179F-C397685E5850}"/>
                    </a:ext>
                  </a:extLst>
                </p:cNvPr>
                <p:cNvSpPr/>
                <p:nvPr/>
              </p:nvSpPr>
              <p:spPr>
                <a:xfrm>
                  <a:off x="5371238" y="3978295"/>
                  <a:ext cx="51938" cy="43723"/>
                </a:xfrm>
                <a:custGeom>
                  <a:avLst/>
                  <a:gdLst>
                    <a:gd name="connsiteX0" fmla="*/ 16742 w 51938"/>
                    <a:gd name="connsiteY0" fmla="*/ 6558 h 43723"/>
                    <a:gd name="connsiteX1" fmla="*/ 8086 w 51938"/>
                    <a:gd name="connsiteY1" fmla="*/ 11786 h 43723"/>
                    <a:gd name="connsiteX2" fmla="*/ 5042 w 51938"/>
                    <a:gd name="connsiteY2" fmla="*/ 21196 h 43723"/>
                    <a:gd name="connsiteX3" fmla="*/ 6849 w 51938"/>
                    <a:gd name="connsiteY3" fmla="*/ 28705 h 43723"/>
                    <a:gd name="connsiteX4" fmla="*/ 11605 w 51938"/>
                    <a:gd name="connsiteY4" fmla="*/ 33838 h 43723"/>
                    <a:gd name="connsiteX5" fmla="*/ 18359 w 51938"/>
                    <a:gd name="connsiteY5" fmla="*/ 36785 h 43723"/>
                    <a:gd name="connsiteX6" fmla="*/ 25874 w 51938"/>
                    <a:gd name="connsiteY6" fmla="*/ 37735 h 43723"/>
                    <a:gd name="connsiteX7" fmla="*/ 33484 w 51938"/>
                    <a:gd name="connsiteY7" fmla="*/ 36785 h 43723"/>
                    <a:gd name="connsiteX8" fmla="*/ 40143 w 51938"/>
                    <a:gd name="connsiteY8" fmla="*/ 33933 h 43723"/>
                    <a:gd name="connsiteX9" fmla="*/ 44899 w 51938"/>
                    <a:gd name="connsiteY9" fmla="*/ 28800 h 43723"/>
                    <a:gd name="connsiteX10" fmla="*/ 46707 w 51938"/>
                    <a:gd name="connsiteY10" fmla="*/ 21196 h 43723"/>
                    <a:gd name="connsiteX11" fmla="*/ 43187 w 51938"/>
                    <a:gd name="connsiteY11" fmla="*/ 11026 h 43723"/>
                    <a:gd name="connsiteX12" fmla="*/ 33484 w 51938"/>
                    <a:gd name="connsiteY12" fmla="*/ 6083 h 43723"/>
                    <a:gd name="connsiteX13" fmla="*/ 33484 w 51938"/>
                    <a:gd name="connsiteY13" fmla="*/ 0 h 43723"/>
                    <a:gd name="connsiteX14" fmla="*/ 40999 w 51938"/>
                    <a:gd name="connsiteY14" fmla="*/ 2376 h 43723"/>
                    <a:gd name="connsiteX15" fmla="*/ 46802 w 51938"/>
                    <a:gd name="connsiteY15" fmla="*/ 6654 h 43723"/>
                    <a:gd name="connsiteX16" fmla="*/ 50607 w 51938"/>
                    <a:gd name="connsiteY16" fmla="*/ 12832 h 43723"/>
                    <a:gd name="connsiteX17" fmla="*/ 51939 w 51938"/>
                    <a:gd name="connsiteY17" fmla="*/ 21101 h 43723"/>
                    <a:gd name="connsiteX18" fmla="*/ 49941 w 51938"/>
                    <a:gd name="connsiteY18" fmla="*/ 31272 h 43723"/>
                    <a:gd name="connsiteX19" fmla="*/ 44424 w 51938"/>
                    <a:gd name="connsiteY19" fmla="*/ 38305 h 43723"/>
                    <a:gd name="connsiteX20" fmla="*/ 36243 w 51938"/>
                    <a:gd name="connsiteY20" fmla="*/ 42393 h 43723"/>
                    <a:gd name="connsiteX21" fmla="*/ 26064 w 51938"/>
                    <a:gd name="connsiteY21" fmla="*/ 43723 h 43723"/>
                    <a:gd name="connsiteX22" fmla="*/ 16171 w 51938"/>
                    <a:gd name="connsiteY22" fmla="*/ 42298 h 43723"/>
                    <a:gd name="connsiteX23" fmla="*/ 7800 w 51938"/>
                    <a:gd name="connsiteY23" fmla="*/ 37925 h 43723"/>
                    <a:gd name="connsiteX24" fmla="*/ 2093 w 51938"/>
                    <a:gd name="connsiteY24" fmla="*/ 30796 h 43723"/>
                    <a:gd name="connsiteX25" fmla="*/ 0 w 51938"/>
                    <a:gd name="connsiteY25" fmla="*/ 21101 h 43723"/>
                    <a:gd name="connsiteX26" fmla="*/ 4090 w 51938"/>
                    <a:gd name="connsiteY26" fmla="*/ 7224 h 43723"/>
                    <a:gd name="connsiteX27" fmla="*/ 16837 w 51938"/>
                    <a:gd name="connsiteY27" fmla="*/ 665 h 43723"/>
                    <a:gd name="connsiteX28" fmla="*/ 16837 w 51938"/>
                    <a:gd name="connsiteY28" fmla="*/ 6463 h 437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938" h="43723">
                      <a:moveTo>
                        <a:pt x="16742" y="6558"/>
                      </a:moveTo>
                      <a:cubicBezTo>
                        <a:pt x="13032" y="7604"/>
                        <a:pt x="10178" y="9315"/>
                        <a:pt x="8086" y="11786"/>
                      </a:cubicBezTo>
                      <a:cubicBezTo>
                        <a:pt x="5993" y="14258"/>
                        <a:pt x="5042" y="17394"/>
                        <a:pt x="5042" y="21196"/>
                      </a:cubicBezTo>
                      <a:cubicBezTo>
                        <a:pt x="5042" y="24143"/>
                        <a:pt x="5612" y="26614"/>
                        <a:pt x="6849" y="28705"/>
                      </a:cubicBezTo>
                      <a:cubicBezTo>
                        <a:pt x="8086" y="30796"/>
                        <a:pt x="9608" y="32507"/>
                        <a:pt x="11605" y="33838"/>
                      </a:cubicBezTo>
                      <a:cubicBezTo>
                        <a:pt x="13603" y="35169"/>
                        <a:pt x="15886" y="36119"/>
                        <a:pt x="18359" y="36785"/>
                      </a:cubicBezTo>
                      <a:cubicBezTo>
                        <a:pt x="20833" y="37450"/>
                        <a:pt x="23401" y="37735"/>
                        <a:pt x="25874" y="37735"/>
                      </a:cubicBezTo>
                      <a:cubicBezTo>
                        <a:pt x="28347" y="37735"/>
                        <a:pt x="31011" y="37450"/>
                        <a:pt x="33484" y="36785"/>
                      </a:cubicBezTo>
                      <a:cubicBezTo>
                        <a:pt x="35957" y="36214"/>
                        <a:pt x="38145" y="35169"/>
                        <a:pt x="40143" y="33933"/>
                      </a:cubicBezTo>
                      <a:cubicBezTo>
                        <a:pt x="42141" y="32602"/>
                        <a:pt x="43663" y="30891"/>
                        <a:pt x="44899" y="28800"/>
                      </a:cubicBezTo>
                      <a:cubicBezTo>
                        <a:pt x="46041" y="26709"/>
                        <a:pt x="46707" y="24143"/>
                        <a:pt x="46707" y="21196"/>
                      </a:cubicBezTo>
                      <a:cubicBezTo>
                        <a:pt x="46707" y="16919"/>
                        <a:pt x="45565" y="13592"/>
                        <a:pt x="43187" y="11026"/>
                      </a:cubicBezTo>
                      <a:cubicBezTo>
                        <a:pt x="40809" y="8459"/>
                        <a:pt x="37575" y="6844"/>
                        <a:pt x="33484" y="6083"/>
                      </a:cubicBezTo>
                      <a:lnTo>
                        <a:pt x="33484" y="0"/>
                      </a:lnTo>
                      <a:cubicBezTo>
                        <a:pt x="36243" y="475"/>
                        <a:pt x="38716" y="1331"/>
                        <a:pt x="40999" y="2376"/>
                      </a:cubicBezTo>
                      <a:cubicBezTo>
                        <a:pt x="43282" y="3517"/>
                        <a:pt x="45185" y="4943"/>
                        <a:pt x="46802" y="6654"/>
                      </a:cubicBezTo>
                      <a:cubicBezTo>
                        <a:pt x="48419" y="8364"/>
                        <a:pt x="49656" y="10456"/>
                        <a:pt x="50607" y="12832"/>
                      </a:cubicBezTo>
                      <a:cubicBezTo>
                        <a:pt x="51463" y="15208"/>
                        <a:pt x="51939" y="17965"/>
                        <a:pt x="51939" y="21101"/>
                      </a:cubicBezTo>
                      <a:cubicBezTo>
                        <a:pt x="51939" y="24998"/>
                        <a:pt x="51273" y="28420"/>
                        <a:pt x="49941" y="31272"/>
                      </a:cubicBezTo>
                      <a:cubicBezTo>
                        <a:pt x="48609" y="34123"/>
                        <a:pt x="46802" y="36499"/>
                        <a:pt x="44424" y="38305"/>
                      </a:cubicBezTo>
                      <a:cubicBezTo>
                        <a:pt x="42141" y="40111"/>
                        <a:pt x="39382" y="41537"/>
                        <a:pt x="36243" y="42393"/>
                      </a:cubicBezTo>
                      <a:cubicBezTo>
                        <a:pt x="33104" y="43248"/>
                        <a:pt x="29679" y="43723"/>
                        <a:pt x="26064" y="43723"/>
                      </a:cubicBezTo>
                      <a:cubicBezTo>
                        <a:pt x="22640" y="43723"/>
                        <a:pt x="19310" y="43248"/>
                        <a:pt x="16171" y="42298"/>
                      </a:cubicBezTo>
                      <a:cubicBezTo>
                        <a:pt x="13032" y="41347"/>
                        <a:pt x="10274" y="39921"/>
                        <a:pt x="7800" y="37925"/>
                      </a:cubicBezTo>
                      <a:cubicBezTo>
                        <a:pt x="5422" y="36024"/>
                        <a:pt x="3520" y="33648"/>
                        <a:pt x="2093" y="30796"/>
                      </a:cubicBezTo>
                      <a:cubicBezTo>
                        <a:pt x="666" y="27945"/>
                        <a:pt x="0" y="24713"/>
                        <a:pt x="0" y="21101"/>
                      </a:cubicBezTo>
                      <a:cubicBezTo>
                        <a:pt x="0" y="15398"/>
                        <a:pt x="1332" y="10836"/>
                        <a:pt x="4090" y="7224"/>
                      </a:cubicBezTo>
                      <a:cubicBezTo>
                        <a:pt x="6849" y="3707"/>
                        <a:pt x="11035" y="1521"/>
                        <a:pt x="16837" y="665"/>
                      </a:cubicBezTo>
                      <a:lnTo>
                        <a:pt x="16837" y="6463"/>
                      </a:lnTo>
                      <a:close/>
                    </a:path>
                  </a:pathLst>
                </a:custGeom>
                <a:solidFill>
                  <a:srgbClr val="262626"/>
                </a:solidFill>
                <a:ln w="9506" cap="flat">
                  <a:noFill/>
                  <a:prstDash val="solid"/>
                  <a:miter/>
                </a:ln>
              </p:spPr>
              <p:txBody>
                <a:bodyPr rtlCol="0" anchor="ctr"/>
                <a:lstStyle/>
                <a:p>
                  <a:endParaRPr lang="en-US"/>
                </a:p>
              </p:txBody>
            </p:sp>
            <p:sp>
              <p:nvSpPr>
                <p:cNvPr id="4653" name="Freeform 4652">
                  <a:extLst>
                    <a:ext uri="{FF2B5EF4-FFF2-40B4-BE49-F238E27FC236}">
                      <a16:creationId xmlns:a16="http://schemas.microsoft.com/office/drawing/2014/main" id="{7A36AC85-657F-9950-FA1A-20FACF54309F}"/>
                    </a:ext>
                  </a:extLst>
                </p:cNvPr>
                <p:cNvSpPr/>
                <p:nvPr/>
              </p:nvSpPr>
              <p:spPr>
                <a:xfrm>
                  <a:off x="5358682" y="3949590"/>
                  <a:ext cx="64399" cy="22241"/>
                </a:xfrm>
                <a:custGeom>
                  <a:avLst/>
                  <a:gdLst>
                    <a:gd name="connsiteX0" fmla="*/ 63258 w 64399"/>
                    <a:gd name="connsiteY0" fmla="*/ 0 h 22241"/>
                    <a:gd name="connsiteX1" fmla="*/ 63924 w 64399"/>
                    <a:gd name="connsiteY1" fmla="*/ 2756 h 22241"/>
                    <a:gd name="connsiteX2" fmla="*/ 64400 w 64399"/>
                    <a:gd name="connsiteY2" fmla="*/ 6558 h 22241"/>
                    <a:gd name="connsiteX3" fmla="*/ 62212 w 64399"/>
                    <a:gd name="connsiteY3" fmla="*/ 13117 h 22241"/>
                    <a:gd name="connsiteX4" fmla="*/ 54507 w 64399"/>
                    <a:gd name="connsiteY4" fmla="*/ 15303 h 22241"/>
                    <a:gd name="connsiteX5" fmla="*/ 18454 w 64399"/>
                    <a:gd name="connsiteY5" fmla="*/ 15303 h 22241"/>
                    <a:gd name="connsiteX6" fmla="*/ 18454 w 64399"/>
                    <a:gd name="connsiteY6" fmla="*/ 22242 h 22241"/>
                    <a:gd name="connsiteX7" fmla="*/ 13698 w 64399"/>
                    <a:gd name="connsiteY7" fmla="*/ 22242 h 22241"/>
                    <a:gd name="connsiteX8" fmla="*/ 13698 w 64399"/>
                    <a:gd name="connsiteY8" fmla="*/ 15303 h 22241"/>
                    <a:gd name="connsiteX9" fmla="*/ 0 w 64399"/>
                    <a:gd name="connsiteY9" fmla="*/ 15303 h 22241"/>
                    <a:gd name="connsiteX10" fmla="*/ 0 w 64399"/>
                    <a:gd name="connsiteY10" fmla="*/ 9600 h 22241"/>
                    <a:gd name="connsiteX11" fmla="*/ 13698 w 64399"/>
                    <a:gd name="connsiteY11" fmla="*/ 9600 h 22241"/>
                    <a:gd name="connsiteX12" fmla="*/ 13698 w 64399"/>
                    <a:gd name="connsiteY12" fmla="*/ 380 h 22241"/>
                    <a:gd name="connsiteX13" fmla="*/ 18454 w 64399"/>
                    <a:gd name="connsiteY13" fmla="*/ 380 h 22241"/>
                    <a:gd name="connsiteX14" fmla="*/ 18454 w 64399"/>
                    <a:gd name="connsiteY14" fmla="*/ 9600 h 22241"/>
                    <a:gd name="connsiteX15" fmla="*/ 52224 w 64399"/>
                    <a:gd name="connsiteY15" fmla="*/ 9600 h 22241"/>
                    <a:gd name="connsiteX16" fmla="*/ 55363 w 64399"/>
                    <a:gd name="connsiteY16" fmla="*/ 9505 h 22241"/>
                    <a:gd name="connsiteX17" fmla="*/ 57551 w 64399"/>
                    <a:gd name="connsiteY17" fmla="*/ 8935 h 22241"/>
                    <a:gd name="connsiteX18" fmla="*/ 58787 w 64399"/>
                    <a:gd name="connsiteY18" fmla="*/ 7509 h 22241"/>
                    <a:gd name="connsiteX19" fmla="*/ 59168 w 64399"/>
                    <a:gd name="connsiteY19" fmla="*/ 4753 h 22241"/>
                    <a:gd name="connsiteX20" fmla="*/ 58978 w 64399"/>
                    <a:gd name="connsiteY20" fmla="*/ 2376 h 22241"/>
                    <a:gd name="connsiteX21" fmla="*/ 58502 w 64399"/>
                    <a:gd name="connsiteY21" fmla="*/ 0 h 22241"/>
                    <a:gd name="connsiteX22" fmla="*/ 63163 w 64399"/>
                    <a:gd name="connsiteY22" fmla="*/ 0 h 222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4399" h="22241">
                      <a:moveTo>
                        <a:pt x="63258" y="0"/>
                      </a:moveTo>
                      <a:cubicBezTo>
                        <a:pt x="63353" y="665"/>
                        <a:pt x="63639" y="1616"/>
                        <a:pt x="63924" y="2756"/>
                      </a:cubicBezTo>
                      <a:cubicBezTo>
                        <a:pt x="64210" y="3897"/>
                        <a:pt x="64400" y="5133"/>
                        <a:pt x="64400" y="6558"/>
                      </a:cubicBezTo>
                      <a:cubicBezTo>
                        <a:pt x="64400" y="9410"/>
                        <a:pt x="63639" y="11596"/>
                        <a:pt x="62212" y="13117"/>
                      </a:cubicBezTo>
                      <a:cubicBezTo>
                        <a:pt x="60785" y="14638"/>
                        <a:pt x="58217" y="15303"/>
                        <a:pt x="54507" y="15303"/>
                      </a:cubicBezTo>
                      <a:lnTo>
                        <a:pt x="18454" y="15303"/>
                      </a:lnTo>
                      <a:lnTo>
                        <a:pt x="18454" y="22242"/>
                      </a:lnTo>
                      <a:lnTo>
                        <a:pt x="13698" y="22242"/>
                      </a:lnTo>
                      <a:lnTo>
                        <a:pt x="13698" y="15303"/>
                      </a:lnTo>
                      <a:lnTo>
                        <a:pt x="0" y="15303"/>
                      </a:lnTo>
                      <a:lnTo>
                        <a:pt x="0" y="9600"/>
                      </a:lnTo>
                      <a:lnTo>
                        <a:pt x="13698" y="9600"/>
                      </a:lnTo>
                      <a:lnTo>
                        <a:pt x="13698" y="380"/>
                      </a:lnTo>
                      <a:lnTo>
                        <a:pt x="18454" y="380"/>
                      </a:lnTo>
                      <a:lnTo>
                        <a:pt x="18454" y="9600"/>
                      </a:lnTo>
                      <a:lnTo>
                        <a:pt x="52224" y="9600"/>
                      </a:lnTo>
                      <a:cubicBezTo>
                        <a:pt x="53460" y="9600"/>
                        <a:pt x="54507" y="9600"/>
                        <a:pt x="55363" y="9505"/>
                      </a:cubicBezTo>
                      <a:cubicBezTo>
                        <a:pt x="56219" y="9505"/>
                        <a:pt x="56980" y="9220"/>
                        <a:pt x="57551" y="8935"/>
                      </a:cubicBezTo>
                      <a:cubicBezTo>
                        <a:pt x="58122" y="8649"/>
                        <a:pt x="58502" y="8174"/>
                        <a:pt x="58787" y="7509"/>
                      </a:cubicBezTo>
                      <a:cubicBezTo>
                        <a:pt x="59073" y="6844"/>
                        <a:pt x="59168" y="5893"/>
                        <a:pt x="59168" y="4753"/>
                      </a:cubicBezTo>
                      <a:cubicBezTo>
                        <a:pt x="59168" y="3992"/>
                        <a:pt x="59168" y="3232"/>
                        <a:pt x="58978" y="2376"/>
                      </a:cubicBezTo>
                      <a:cubicBezTo>
                        <a:pt x="58787" y="1521"/>
                        <a:pt x="58692" y="760"/>
                        <a:pt x="58502" y="0"/>
                      </a:cubicBezTo>
                      <a:lnTo>
                        <a:pt x="63163" y="0"/>
                      </a:lnTo>
                      <a:close/>
                    </a:path>
                  </a:pathLst>
                </a:custGeom>
                <a:solidFill>
                  <a:srgbClr val="262626"/>
                </a:solidFill>
                <a:ln w="9506" cap="flat">
                  <a:noFill/>
                  <a:prstDash val="solid"/>
                  <a:miter/>
                </a:ln>
              </p:spPr>
              <p:txBody>
                <a:bodyPr rtlCol="0" anchor="ctr"/>
                <a:lstStyle/>
                <a:p>
                  <a:endParaRPr lang="en-US"/>
                </a:p>
              </p:txBody>
            </p:sp>
            <p:sp>
              <p:nvSpPr>
                <p:cNvPr id="4654" name="Freeform 4653">
                  <a:extLst>
                    <a:ext uri="{FF2B5EF4-FFF2-40B4-BE49-F238E27FC236}">
                      <a16:creationId xmlns:a16="http://schemas.microsoft.com/office/drawing/2014/main" id="{F0BE27DD-E0A6-85A6-CF1B-05CC4AADDE9B}"/>
                    </a:ext>
                  </a:extLst>
                </p:cNvPr>
                <p:cNvSpPr/>
                <p:nvPr/>
              </p:nvSpPr>
              <p:spPr>
                <a:xfrm>
                  <a:off x="5353260" y="3933622"/>
                  <a:ext cx="68490" cy="6273"/>
                </a:xfrm>
                <a:custGeom>
                  <a:avLst/>
                  <a:gdLst>
                    <a:gd name="connsiteX0" fmla="*/ 8466 w 68490"/>
                    <a:gd name="connsiteY0" fmla="*/ 6273 h 6273"/>
                    <a:gd name="connsiteX1" fmla="*/ 0 w 68490"/>
                    <a:gd name="connsiteY1" fmla="*/ 6273 h 6273"/>
                    <a:gd name="connsiteX2" fmla="*/ 0 w 68490"/>
                    <a:gd name="connsiteY2" fmla="*/ 0 h 6273"/>
                    <a:gd name="connsiteX3" fmla="*/ 8466 w 68490"/>
                    <a:gd name="connsiteY3" fmla="*/ 0 h 6273"/>
                    <a:gd name="connsiteX4" fmla="*/ 8466 w 68490"/>
                    <a:gd name="connsiteY4" fmla="*/ 6273 h 6273"/>
                    <a:gd name="connsiteX5" fmla="*/ 68490 w 68490"/>
                    <a:gd name="connsiteY5" fmla="*/ 5988 h 6273"/>
                    <a:gd name="connsiteX6" fmla="*/ 19215 w 68490"/>
                    <a:gd name="connsiteY6" fmla="*/ 5988 h 6273"/>
                    <a:gd name="connsiteX7" fmla="*/ 19215 w 68490"/>
                    <a:gd name="connsiteY7" fmla="*/ 285 h 6273"/>
                    <a:gd name="connsiteX8" fmla="*/ 68490 w 68490"/>
                    <a:gd name="connsiteY8" fmla="*/ 285 h 6273"/>
                    <a:gd name="connsiteX9" fmla="*/ 68490 w 68490"/>
                    <a:gd name="connsiteY9" fmla="*/ 5988 h 62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0" h="6273">
                      <a:moveTo>
                        <a:pt x="8466" y="6273"/>
                      </a:moveTo>
                      <a:lnTo>
                        <a:pt x="0" y="6273"/>
                      </a:lnTo>
                      <a:lnTo>
                        <a:pt x="0" y="0"/>
                      </a:lnTo>
                      <a:lnTo>
                        <a:pt x="8466" y="0"/>
                      </a:lnTo>
                      <a:lnTo>
                        <a:pt x="8466" y="6273"/>
                      </a:lnTo>
                      <a:close/>
                      <a:moveTo>
                        <a:pt x="68490" y="5988"/>
                      </a:moveTo>
                      <a:lnTo>
                        <a:pt x="19215" y="5988"/>
                      </a:lnTo>
                      <a:lnTo>
                        <a:pt x="19215" y="285"/>
                      </a:lnTo>
                      <a:lnTo>
                        <a:pt x="68490" y="285"/>
                      </a:lnTo>
                      <a:lnTo>
                        <a:pt x="68490" y="5988"/>
                      </a:lnTo>
                      <a:close/>
                    </a:path>
                  </a:pathLst>
                </a:custGeom>
                <a:solidFill>
                  <a:srgbClr val="262626"/>
                </a:solidFill>
                <a:ln w="9506" cap="flat">
                  <a:noFill/>
                  <a:prstDash val="solid"/>
                  <a:miter/>
                </a:ln>
              </p:spPr>
              <p:txBody>
                <a:bodyPr rtlCol="0" anchor="ctr"/>
                <a:lstStyle/>
                <a:p>
                  <a:endParaRPr lang="en-US"/>
                </a:p>
              </p:txBody>
            </p:sp>
            <p:sp>
              <p:nvSpPr>
                <p:cNvPr id="4655" name="Freeform 4654">
                  <a:extLst>
                    <a:ext uri="{FF2B5EF4-FFF2-40B4-BE49-F238E27FC236}">
                      <a16:creationId xmlns:a16="http://schemas.microsoft.com/office/drawing/2014/main" id="{CA724D2D-8ECD-B1EC-8B55-821A530F4475}"/>
                    </a:ext>
                  </a:extLst>
                </p:cNvPr>
                <p:cNvSpPr/>
                <p:nvPr/>
              </p:nvSpPr>
              <p:spPr>
                <a:xfrm>
                  <a:off x="5371238" y="3876877"/>
                  <a:ext cx="51843" cy="45719"/>
                </a:xfrm>
                <a:custGeom>
                  <a:avLst/>
                  <a:gdLst>
                    <a:gd name="connsiteX0" fmla="*/ 51843 w 51843"/>
                    <a:gd name="connsiteY0" fmla="*/ 22907 h 45719"/>
                    <a:gd name="connsiteX1" fmla="*/ 50131 w 51843"/>
                    <a:gd name="connsiteY1" fmla="*/ 31747 h 45719"/>
                    <a:gd name="connsiteX2" fmla="*/ 45280 w 51843"/>
                    <a:gd name="connsiteY2" fmla="*/ 38971 h 45719"/>
                    <a:gd name="connsiteX3" fmla="*/ 37194 w 51843"/>
                    <a:gd name="connsiteY3" fmla="*/ 43913 h 45719"/>
                    <a:gd name="connsiteX4" fmla="*/ 25874 w 51843"/>
                    <a:gd name="connsiteY4" fmla="*/ 45719 h 45719"/>
                    <a:gd name="connsiteX5" fmla="*/ 15791 w 51843"/>
                    <a:gd name="connsiteY5" fmla="*/ 44293 h 45719"/>
                    <a:gd name="connsiteX6" fmla="*/ 7515 w 51843"/>
                    <a:gd name="connsiteY6" fmla="*/ 40016 h 45719"/>
                    <a:gd name="connsiteX7" fmla="*/ 1998 w 51843"/>
                    <a:gd name="connsiteY7" fmla="*/ 32887 h 45719"/>
                    <a:gd name="connsiteX8" fmla="*/ 0 w 51843"/>
                    <a:gd name="connsiteY8" fmla="*/ 22907 h 45719"/>
                    <a:gd name="connsiteX9" fmla="*/ 1998 w 51843"/>
                    <a:gd name="connsiteY9" fmla="*/ 12832 h 45719"/>
                    <a:gd name="connsiteX10" fmla="*/ 7515 w 51843"/>
                    <a:gd name="connsiteY10" fmla="*/ 5703 h 45719"/>
                    <a:gd name="connsiteX11" fmla="*/ 15696 w 51843"/>
                    <a:gd name="connsiteY11" fmla="*/ 1426 h 45719"/>
                    <a:gd name="connsiteX12" fmla="*/ 25874 w 51843"/>
                    <a:gd name="connsiteY12" fmla="*/ 0 h 45719"/>
                    <a:gd name="connsiteX13" fmla="*/ 36528 w 51843"/>
                    <a:gd name="connsiteY13" fmla="*/ 1616 h 45719"/>
                    <a:gd name="connsiteX14" fmla="*/ 44709 w 51843"/>
                    <a:gd name="connsiteY14" fmla="*/ 6178 h 45719"/>
                    <a:gd name="connsiteX15" fmla="*/ 49941 w 51843"/>
                    <a:gd name="connsiteY15" fmla="*/ 13402 h 45719"/>
                    <a:gd name="connsiteX16" fmla="*/ 51843 w 51843"/>
                    <a:gd name="connsiteY16" fmla="*/ 22812 h 45719"/>
                    <a:gd name="connsiteX17" fmla="*/ 25874 w 51843"/>
                    <a:gd name="connsiteY17" fmla="*/ 6178 h 45719"/>
                    <a:gd name="connsiteX18" fmla="*/ 17693 w 51843"/>
                    <a:gd name="connsiteY18" fmla="*/ 7129 h 45719"/>
                    <a:gd name="connsiteX19" fmla="*/ 11130 w 51843"/>
                    <a:gd name="connsiteY19" fmla="*/ 10075 h 45719"/>
                    <a:gd name="connsiteX20" fmla="*/ 6754 w 51843"/>
                    <a:gd name="connsiteY20" fmla="*/ 15208 h 45719"/>
                    <a:gd name="connsiteX21" fmla="*/ 5137 w 51843"/>
                    <a:gd name="connsiteY21" fmla="*/ 22907 h 45719"/>
                    <a:gd name="connsiteX22" fmla="*/ 6849 w 51843"/>
                    <a:gd name="connsiteY22" fmla="*/ 30511 h 45719"/>
                    <a:gd name="connsiteX23" fmla="*/ 11510 w 51843"/>
                    <a:gd name="connsiteY23" fmla="*/ 35644 h 45719"/>
                    <a:gd name="connsiteX24" fmla="*/ 18169 w 51843"/>
                    <a:gd name="connsiteY24" fmla="*/ 38590 h 45719"/>
                    <a:gd name="connsiteX25" fmla="*/ 25874 w 51843"/>
                    <a:gd name="connsiteY25" fmla="*/ 39541 h 45719"/>
                    <a:gd name="connsiteX26" fmla="*/ 34245 w 51843"/>
                    <a:gd name="connsiteY26" fmla="*/ 38495 h 45719"/>
                    <a:gd name="connsiteX27" fmla="*/ 40904 w 51843"/>
                    <a:gd name="connsiteY27" fmla="*/ 35264 h 45719"/>
                    <a:gd name="connsiteX28" fmla="*/ 45185 w 51843"/>
                    <a:gd name="connsiteY28" fmla="*/ 30036 h 45719"/>
                    <a:gd name="connsiteX29" fmla="*/ 46707 w 51843"/>
                    <a:gd name="connsiteY29" fmla="*/ 22812 h 45719"/>
                    <a:gd name="connsiteX30" fmla="*/ 44899 w 51843"/>
                    <a:gd name="connsiteY30" fmla="*/ 15113 h 45719"/>
                    <a:gd name="connsiteX31" fmla="*/ 40143 w 51843"/>
                    <a:gd name="connsiteY31" fmla="*/ 9980 h 45719"/>
                    <a:gd name="connsiteX32" fmla="*/ 33484 w 51843"/>
                    <a:gd name="connsiteY32" fmla="*/ 7034 h 45719"/>
                    <a:gd name="connsiteX33" fmla="*/ 25779 w 51843"/>
                    <a:gd name="connsiteY33" fmla="*/ 6083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51843" h="45719">
                      <a:moveTo>
                        <a:pt x="51843" y="22907"/>
                      </a:moveTo>
                      <a:cubicBezTo>
                        <a:pt x="51843" y="26044"/>
                        <a:pt x="51178" y="29085"/>
                        <a:pt x="50131" y="31747"/>
                      </a:cubicBezTo>
                      <a:cubicBezTo>
                        <a:pt x="49085" y="34503"/>
                        <a:pt x="47468" y="36880"/>
                        <a:pt x="45280" y="38971"/>
                      </a:cubicBezTo>
                      <a:cubicBezTo>
                        <a:pt x="43092" y="41062"/>
                        <a:pt x="40428" y="42678"/>
                        <a:pt x="37194" y="43913"/>
                      </a:cubicBezTo>
                      <a:cubicBezTo>
                        <a:pt x="33960" y="45149"/>
                        <a:pt x="30155" y="45719"/>
                        <a:pt x="25874" y="45719"/>
                      </a:cubicBezTo>
                      <a:cubicBezTo>
                        <a:pt x="22259" y="45719"/>
                        <a:pt x="18835" y="45244"/>
                        <a:pt x="15791" y="44293"/>
                      </a:cubicBezTo>
                      <a:cubicBezTo>
                        <a:pt x="12652" y="43343"/>
                        <a:pt x="9893" y="41917"/>
                        <a:pt x="7515" y="40016"/>
                      </a:cubicBezTo>
                      <a:cubicBezTo>
                        <a:pt x="5137" y="38115"/>
                        <a:pt x="3329" y="35739"/>
                        <a:pt x="1998" y="32887"/>
                      </a:cubicBezTo>
                      <a:cubicBezTo>
                        <a:pt x="666" y="30036"/>
                        <a:pt x="0" y="26709"/>
                        <a:pt x="0" y="22907"/>
                      </a:cubicBezTo>
                      <a:cubicBezTo>
                        <a:pt x="0" y="19105"/>
                        <a:pt x="666" y="15683"/>
                        <a:pt x="1998" y="12832"/>
                      </a:cubicBezTo>
                      <a:cubicBezTo>
                        <a:pt x="3329" y="9980"/>
                        <a:pt x="5232" y="7604"/>
                        <a:pt x="7515" y="5703"/>
                      </a:cubicBezTo>
                      <a:cubicBezTo>
                        <a:pt x="9798" y="3802"/>
                        <a:pt x="12557" y="2376"/>
                        <a:pt x="15696" y="1426"/>
                      </a:cubicBezTo>
                      <a:cubicBezTo>
                        <a:pt x="18835" y="475"/>
                        <a:pt x="22259" y="0"/>
                        <a:pt x="25874" y="0"/>
                      </a:cubicBezTo>
                      <a:cubicBezTo>
                        <a:pt x="29774" y="0"/>
                        <a:pt x="33389" y="570"/>
                        <a:pt x="36528" y="1616"/>
                      </a:cubicBezTo>
                      <a:cubicBezTo>
                        <a:pt x="39667" y="2661"/>
                        <a:pt x="42426" y="4182"/>
                        <a:pt x="44709" y="6178"/>
                      </a:cubicBezTo>
                      <a:cubicBezTo>
                        <a:pt x="46992" y="8174"/>
                        <a:pt x="48704" y="10551"/>
                        <a:pt x="49941" y="13402"/>
                      </a:cubicBezTo>
                      <a:cubicBezTo>
                        <a:pt x="51178" y="16254"/>
                        <a:pt x="51843" y="19295"/>
                        <a:pt x="51843" y="22812"/>
                      </a:cubicBezTo>
                      <a:close/>
                      <a:moveTo>
                        <a:pt x="25874" y="6178"/>
                      </a:moveTo>
                      <a:cubicBezTo>
                        <a:pt x="22925" y="6178"/>
                        <a:pt x="20262" y="6463"/>
                        <a:pt x="17693" y="7129"/>
                      </a:cubicBezTo>
                      <a:cubicBezTo>
                        <a:pt x="15125" y="7794"/>
                        <a:pt x="12937" y="8745"/>
                        <a:pt x="11130" y="10075"/>
                      </a:cubicBezTo>
                      <a:cubicBezTo>
                        <a:pt x="9227" y="11406"/>
                        <a:pt x="7800" y="13117"/>
                        <a:pt x="6754" y="15208"/>
                      </a:cubicBezTo>
                      <a:cubicBezTo>
                        <a:pt x="5708" y="17299"/>
                        <a:pt x="5137" y="19866"/>
                        <a:pt x="5137" y="22907"/>
                      </a:cubicBezTo>
                      <a:cubicBezTo>
                        <a:pt x="5137" y="25949"/>
                        <a:pt x="5708" y="28420"/>
                        <a:pt x="6849" y="30511"/>
                      </a:cubicBezTo>
                      <a:cubicBezTo>
                        <a:pt x="7991" y="32602"/>
                        <a:pt x="9608" y="34408"/>
                        <a:pt x="11510" y="35644"/>
                      </a:cubicBezTo>
                      <a:cubicBezTo>
                        <a:pt x="13413" y="36975"/>
                        <a:pt x="15696" y="37925"/>
                        <a:pt x="18169" y="38590"/>
                      </a:cubicBezTo>
                      <a:cubicBezTo>
                        <a:pt x="20642" y="39256"/>
                        <a:pt x="23211" y="39541"/>
                        <a:pt x="25874" y="39541"/>
                      </a:cubicBezTo>
                      <a:cubicBezTo>
                        <a:pt x="28918" y="39541"/>
                        <a:pt x="31677" y="39161"/>
                        <a:pt x="34245" y="38495"/>
                      </a:cubicBezTo>
                      <a:cubicBezTo>
                        <a:pt x="36814" y="37830"/>
                        <a:pt x="39002" y="36689"/>
                        <a:pt x="40904" y="35264"/>
                      </a:cubicBezTo>
                      <a:cubicBezTo>
                        <a:pt x="42711" y="33838"/>
                        <a:pt x="44138" y="32127"/>
                        <a:pt x="45185" y="30036"/>
                      </a:cubicBezTo>
                      <a:cubicBezTo>
                        <a:pt x="46231" y="27945"/>
                        <a:pt x="46707" y="25569"/>
                        <a:pt x="46707" y="22812"/>
                      </a:cubicBezTo>
                      <a:cubicBezTo>
                        <a:pt x="46707" y="19866"/>
                        <a:pt x="46136" y="17299"/>
                        <a:pt x="44899" y="15113"/>
                      </a:cubicBezTo>
                      <a:cubicBezTo>
                        <a:pt x="43758" y="13022"/>
                        <a:pt x="42141" y="11216"/>
                        <a:pt x="40143" y="9980"/>
                      </a:cubicBezTo>
                      <a:cubicBezTo>
                        <a:pt x="38145" y="8650"/>
                        <a:pt x="35957" y="7699"/>
                        <a:pt x="33484" y="7034"/>
                      </a:cubicBezTo>
                      <a:cubicBezTo>
                        <a:pt x="31011" y="6368"/>
                        <a:pt x="28443" y="6083"/>
                        <a:pt x="25779" y="6083"/>
                      </a:cubicBezTo>
                      <a:close/>
                    </a:path>
                  </a:pathLst>
                </a:custGeom>
                <a:solidFill>
                  <a:srgbClr val="262626"/>
                </a:solidFill>
                <a:ln w="9506" cap="flat">
                  <a:noFill/>
                  <a:prstDash val="solid"/>
                  <a:miter/>
                </a:ln>
              </p:spPr>
              <p:txBody>
                <a:bodyPr rtlCol="0" anchor="ctr"/>
                <a:lstStyle/>
                <a:p>
                  <a:endParaRPr lang="en-US"/>
                </a:p>
              </p:txBody>
            </p:sp>
            <p:sp>
              <p:nvSpPr>
                <p:cNvPr id="4656" name="Freeform 4655">
                  <a:extLst>
                    <a:ext uri="{FF2B5EF4-FFF2-40B4-BE49-F238E27FC236}">
                      <a16:creationId xmlns:a16="http://schemas.microsoft.com/office/drawing/2014/main" id="{1A567D27-BF3B-95FF-0AE5-E2D38DA82730}"/>
                    </a:ext>
                  </a:extLst>
                </p:cNvPr>
                <p:cNvSpPr/>
                <p:nvPr/>
              </p:nvSpPr>
              <p:spPr>
                <a:xfrm>
                  <a:off x="5371143" y="3827260"/>
                  <a:ext cx="50606" cy="39255"/>
                </a:xfrm>
                <a:custGeom>
                  <a:avLst/>
                  <a:gdLst>
                    <a:gd name="connsiteX0" fmla="*/ 50607 w 50606"/>
                    <a:gd name="connsiteY0" fmla="*/ 33553 h 39255"/>
                    <a:gd name="connsiteX1" fmla="*/ 50607 w 50606"/>
                    <a:gd name="connsiteY1" fmla="*/ 39256 h 39255"/>
                    <a:gd name="connsiteX2" fmla="*/ 1332 w 50606"/>
                    <a:gd name="connsiteY2" fmla="*/ 39256 h 39255"/>
                    <a:gd name="connsiteX3" fmla="*/ 1332 w 50606"/>
                    <a:gd name="connsiteY3" fmla="*/ 33553 h 39255"/>
                    <a:gd name="connsiteX4" fmla="*/ 8181 w 50606"/>
                    <a:gd name="connsiteY4" fmla="*/ 33553 h 39255"/>
                    <a:gd name="connsiteX5" fmla="*/ 2283 w 50606"/>
                    <a:gd name="connsiteY5" fmla="*/ 26424 h 39255"/>
                    <a:gd name="connsiteX6" fmla="*/ 0 w 50606"/>
                    <a:gd name="connsiteY6" fmla="*/ 17584 h 39255"/>
                    <a:gd name="connsiteX7" fmla="*/ 1617 w 50606"/>
                    <a:gd name="connsiteY7" fmla="*/ 9125 h 39255"/>
                    <a:gd name="connsiteX8" fmla="*/ 7039 w 50606"/>
                    <a:gd name="connsiteY8" fmla="*/ 2566 h 39255"/>
                    <a:gd name="connsiteX9" fmla="*/ 12556 w 50606"/>
                    <a:gd name="connsiteY9" fmla="*/ 380 h 39255"/>
                    <a:gd name="connsiteX10" fmla="*/ 18359 w 50606"/>
                    <a:gd name="connsiteY10" fmla="*/ 0 h 39255"/>
                    <a:gd name="connsiteX11" fmla="*/ 50607 w 50606"/>
                    <a:gd name="connsiteY11" fmla="*/ 0 h 39255"/>
                    <a:gd name="connsiteX12" fmla="*/ 50607 w 50606"/>
                    <a:gd name="connsiteY12" fmla="*/ 5703 h 39255"/>
                    <a:gd name="connsiteX13" fmla="*/ 18454 w 50606"/>
                    <a:gd name="connsiteY13" fmla="*/ 5703 h 39255"/>
                    <a:gd name="connsiteX14" fmla="*/ 8466 w 50606"/>
                    <a:gd name="connsiteY14" fmla="*/ 8650 h 39255"/>
                    <a:gd name="connsiteX15" fmla="*/ 5137 w 50606"/>
                    <a:gd name="connsiteY15" fmla="*/ 18440 h 39255"/>
                    <a:gd name="connsiteX16" fmla="*/ 5898 w 50606"/>
                    <a:gd name="connsiteY16" fmla="*/ 23287 h 39255"/>
                    <a:gd name="connsiteX17" fmla="*/ 7991 w 50606"/>
                    <a:gd name="connsiteY17" fmla="*/ 27280 h 39255"/>
                    <a:gd name="connsiteX18" fmla="*/ 11035 w 50606"/>
                    <a:gd name="connsiteY18" fmla="*/ 30226 h 39255"/>
                    <a:gd name="connsiteX19" fmla="*/ 14649 w 50606"/>
                    <a:gd name="connsiteY19" fmla="*/ 32127 h 39255"/>
                    <a:gd name="connsiteX20" fmla="*/ 19215 w 50606"/>
                    <a:gd name="connsiteY20" fmla="*/ 33173 h 39255"/>
                    <a:gd name="connsiteX21" fmla="*/ 23972 w 50606"/>
                    <a:gd name="connsiteY21" fmla="*/ 33363 h 39255"/>
                    <a:gd name="connsiteX22" fmla="*/ 50512 w 50606"/>
                    <a:gd name="connsiteY22" fmla="*/ 33363 h 39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0606" h="39255">
                      <a:moveTo>
                        <a:pt x="50607" y="33553"/>
                      </a:moveTo>
                      <a:lnTo>
                        <a:pt x="50607" y="39256"/>
                      </a:lnTo>
                      <a:lnTo>
                        <a:pt x="1332" y="39256"/>
                      </a:lnTo>
                      <a:lnTo>
                        <a:pt x="1332" y="33553"/>
                      </a:lnTo>
                      <a:lnTo>
                        <a:pt x="8181" y="33553"/>
                      </a:lnTo>
                      <a:cubicBezTo>
                        <a:pt x="5803" y="31272"/>
                        <a:pt x="3805" y="28895"/>
                        <a:pt x="2283" y="26424"/>
                      </a:cubicBezTo>
                      <a:cubicBezTo>
                        <a:pt x="761" y="23953"/>
                        <a:pt x="0" y="21101"/>
                        <a:pt x="0" y="17584"/>
                      </a:cubicBezTo>
                      <a:cubicBezTo>
                        <a:pt x="0" y="14543"/>
                        <a:pt x="476" y="11691"/>
                        <a:pt x="1617" y="9125"/>
                      </a:cubicBezTo>
                      <a:cubicBezTo>
                        <a:pt x="2664" y="6558"/>
                        <a:pt x="4471" y="4372"/>
                        <a:pt x="7039" y="2566"/>
                      </a:cubicBezTo>
                      <a:cubicBezTo>
                        <a:pt x="8847" y="1331"/>
                        <a:pt x="10654" y="665"/>
                        <a:pt x="12556" y="380"/>
                      </a:cubicBezTo>
                      <a:cubicBezTo>
                        <a:pt x="14459" y="95"/>
                        <a:pt x="16362" y="0"/>
                        <a:pt x="18359" y="0"/>
                      </a:cubicBezTo>
                      <a:lnTo>
                        <a:pt x="50607" y="0"/>
                      </a:lnTo>
                      <a:lnTo>
                        <a:pt x="50607" y="5703"/>
                      </a:lnTo>
                      <a:lnTo>
                        <a:pt x="18454" y="5703"/>
                      </a:lnTo>
                      <a:cubicBezTo>
                        <a:pt x="13983" y="5703"/>
                        <a:pt x="10654" y="6654"/>
                        <a:pt x="8466" y="8650"/>
                      </a:cubicBezTo>
                      <a:cubicBezTo>
                        <a:pt x="6278" y="10646"/>
                        <a:pt x="5137" y="13877"/>
                        <a:pt x="5137" y="18440"/>
                      </a:cubicBezTo>
                      <a:cubicBezTo>
                        <a:pt x="5137" y="20246"/>
                        <a:pt x="5422" y="21862"/>
                        <a:pt x="5898" y="23287"/>
                      </a:cubicBezTo>
                      <a:cubicBezTo>
                        <a:pt x="6373" y="24713"/>
                        <a:pt x="7134" y="26044"/>
                        <a:pt x="7991" y="27280"/>
                      </a:cubicBezTo>
                      <a:cubicBezTo>
                        <a:pt x="8847" y="28420"/>
                        <a:pt x="9893" y="29466"/>
                        <a:pt x="11035" y="30226"/>
                      </a:cubicBezTo>
                      <a:cubicBezTo>
                        <a:pt x="12176" y="30986"/>
                        <a:pt x="13413" y="31652"/>
                        <a:pt x="14649" y="32127"/>
                      </a:cubicBezTo>
                      <a:cubicBezTo>
                        <a:pt x="16266" y="32697"/>
                        <a:pt x="17788" y="33078"/>
                        <a:pt x="19215" y="33173"/>
                      </a:cubicBezTo>
                      <a:cubicBezTo>
                        <a:pt x="20642" y="33268"/>
                        <a:pt x="22259" y="33363"/>
                        <a:pt x="23972" y="33363"/>
                      </a:cubicBezTo>
                      <a:lnTo>
                        <a:pt x="50512" y="33363"/>
                      </a:lnTo>
                      <a:close/>
                    </a:path>
                  </a:pathLst>
                </a:custGeom>
                <a:solidFill>
                  <a:srgbClr val="262626"/>
                </a:solidFill>
                <a:ln w="9506" cap="flat">
                  <a:noFill/>
                  <a:prstDash val="solid"/>
                  <a:miter/>
                </a:ln>
              </p:spPr>
              <p:txBody>
                <a:bodyPr rtlCol="0" anchor="ctr"/>
                <a:lstStyle/>
                <a:p>
                  <a:endParaRPr lang="en-US"/>
                </a:p>
              </p:txBody>
            </p:sp>
            <p:sp>
              <p:nvSpPr>
                <p:cNvPr id="4657" name="Freeform 4656">
                  <a:extLst>
                    <a:ext uri="{FF2B5EF4-FFF2-40B4-BE49-F238E27FC236}">
                      <a16:creationId xmlns:a16="http://schemas.microsoft.com/office/drawing/2014/main" id="{9B44D03F-0D71-4CA3-6165-77509B87669F}"/>
                    </a:ext>
                  </a:extLst>
                </p:cNvPr>
                <p:cNvSpPr/>
                <p:nvPr/>
              </p:nvSpPr>
              <p:spPr>
                <a:xfrm>
                  <a:off x="5351452" y="3767759"/>
                  <a:ext cx="88561" cy="21101"/>
                </a:xfrm>
                <a:custGeom>
                  <a:avLst/>
                  <a:gdLst>
                    <a:gd name="connsiteX0" fmla="*/ 0 w 88561"/>
                    <a:gd name="connsiteY0" fmla="*/ 95 h 21101"/>
                    <a:gd name="connsiteX1" fmla="*/ 21213 w 88561"/>
                    <a:gd name="connsiteY1" fmla="*/ 10741 h 21101"/>
                    <a:gd name="connsiteX2" fmla="*/ 44614 w 88561"/>
                    <a:gd name="connsiteY2" fmla="*/ 14543 h 21101"/>
                    <a:gd name="connsiteX3" fmla="*/ 67634 w 88561"/>
                    <a:gd name="connsiteY3" fmla="*/ 10551 h 21101"/>
                    <a:gd name="connsiteX4" fmla="*/ 88562 w 88561"/>
                    <a:gd name="connsiteY4" fmla="*/ 0 h 21101"/>
                    <a:gd name="connsiteX5" fmla="*/ 88562 w 88561"/>
                    <a:gd name="connsiteY5" fmla="*/ 4848 h 21101"/>
                    <a:gd name="connsiteX6" fmla="*/ 78098 w 88561"/>
                    <a:gd name="connsiteY6" fmla="*/ 11786 h 21101"/>
                    <a:gd name="connsiteX7" fmla="*/ 67729 w 88561"/>
                    <a:gd name="connsiteY7" fmla="*/ 16919 h 21101"/>
                    <a:gd name="connsiteX8" fmla="*/ 56695 w 88561"/>
                    <a:gd name="connsiteY8" fmla="*/ 20056 h 21101"/>
                    <a:gd name="connsiteX9" fmla="*/ 44233 w 88561"/>
                    <a:gd name="connsiteY9" fmla="*/ 21101 h 21101"/>
                    <a:gd name="connsiteX10" fmla="*/ 31867 w 88561"/>
                    <a:gd name="connsiteY10" fmla="*/ 20056 h 21101"/>
                    <a:gd name="connsiteX11" fmla="*/ 20737 w 88561"/>
                    <a:gd name="connsiteY11" fmla="*/ 16919 h 21101"/>
                    <a:gd name="connsiteX12" fmla="*/ 10369 w 88561"/>
                    <a:gd name="connsiteY12" fmla="*/ 11881 h 21101"/>
                    <a:gd name="connsiteX13" fmla="*/ 95 w 88561"/>
                    <a:gd name="connsiteY13" fmla="*/ 5038 h 21101"/>
                    <a:gd name="connsiteX14" fmla="*/ 95 w 88561"/>
                    <a:gd name="connsiteY14" fmla="*/ 190 h 211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8561" h="21101">
                      <a:moveTo>
                        <a:pt x="0" y="95"/>
                      </a:moveTo>
                      <a:cubicBezTo>
                        <a:pt x="6564" y="4658"/>
                        <a:pt x="13698" y="8174"/>
                        <a:pt x="21213" y="10741"/>
                      </a:cubicBezTo>
                      <a:cubicBezTo>
                        <a:pt x="28728" y="13307"/>
                        <a:pt x="36528" y="14543"/>
                        <a:pt x="44614" y="14543"/>
                      </a:cubicBezTo>
                      <a:cubicBezTo>
                        <a:pt x="52700" y="14543"/>
                        <a:pt x="60214" y="13212"/>
                        <a:pt x="67634" y="10551"/>
                      </a:cubicBezTo>
                      <a:cubicBezTo>
                        <a:pt x="75054" y="7889"/>
                        <a:pt x="81998" y="4372"/>
                        <a:pt x="88562" y="0"/>
                      </a:cubicBezTo>
                      <a:lnTo>
                        <a:pt x="88562" y="4848"/>
                      </a:lnTo>
                      <a:cubicBezTo>
                        <a:pt x="84947" y="7414"/>
                        <a:pt x="81427" y="9790"/>
                        <a:pt x="78098" y="11786"/>
                      </a:cubicBezTo>
                      <a:cubicBezTo>
                        <a:pt x="74674" y="13782"/>
                        <a:pt x="71249" y="15493"/>
                        <a:pt x="67729" y="16919"/>
                      </a:cubicBezTo>
                      <a:cubicBezTo>
                        <a:pt x="64210" y="18250"/>
                        <a:pt x="60500" y="19295"/>
                        <a:pt x="56695" y="20056"/>
                      </a:cubicBezTo>
                      <a:cubicBezTo>
                        <a:pt x="52890" y="20816"/>
                        <a:pt x="48704" y="21101"/>
                        <a:pt x="44233" y="21101"/>
                      </a:cubicBezTo>
                      <a:cubicBezTo>
                        <a:pt x="39763" y="21101"/>
                        <a:pt x="35767" y="20721"/>
                        <a:pt x="31867" y="20056"/>
                      </a:cubicBezTo>
                      <a:cubicBezTo>
                        <a:pt x="28062" y="19295"/>
                        <a:pt x="24352" y="18250"/>
                        <a:pt x="20737" y="16919"/>
                      </a:cubicBezTo>
                      <a:cubicBezTo>
                        <a:pt x="17218" y="15588"/>
                        <a:pt x="13698" y="13877"/>
                        <a:pt x="10369" y="11881"/>
                      </a:cubicBezTo>
                      <a:cubicBezTo>
                        <a:pt x="6944" y="9885"/>
                        <a:pt x="3615" y="7604"/>
                        <a:pt x="95" y="5038"/>
                      </a:cubicBezTo>
                      <a:lnTo>
                        <a:pt x="95" y="190"/>
                      </a:lnTo>
                      <a:close/>
                    </a:path>
                  </a:pathLst>
                </a:custGeom>
                <a:solidFill>
                  <a:srgbClr val="262626"/>
                </a:solidFill>
                <a:ln w="9506" cap="flat">
                  <a:noFill/>
                  <a:prstDash val="solid"/>
                  <a:miter/>
                </a:ln>
              </p:spPr>
              <p:txBody>
                <a:bodyPr rtlCol="0" anchor="ctr"/>
                <a:lstStyle/>
                <a:p>
                  <a:endParaRPr lang="en-US"/>
                </a:p>
              </p:txBody>
            </p:sp>
            <p:sp>
              <p:nvSpPr>
                <p:cNvPr id="4658" name="Freeform 4657">
                  <a:extLst>
                    <a:ext uri="{FF2B5EF4-FFF2-40B4-BE49-F238E27FC236}">
                      <a16:creationId xmlns:a16="http://schemas.microsoft.com/office/drawing/2014/main" id="{1A85FE68-7003-7D49-5D40-39A525DF2EDB}"/>
                    </a:ext>
                  </a:extLst>
                </p:cNvPr>
                <p:cNvSpPr/>
                <p:nvPr/>
              </p:nvSpPr>
              <p:spPr>
                <a:xfrm>
                  <a:off x="5371143" y="3719283"/>
                  <a:ext cx="52128" cy="38780"/>
                </a:xfrm>
                <a:custGeom>
                  <a:avLst/>
                  <a:gdLst>
                    <a:gd name="connsiteX0" fmla="*/ 35196 w 52128"/>
                    <a:gd name="connsiteY0" fmla="*/ 32982 h 38780"/>
                    <a:gd name="connsiteX1" fmla="*/ 44233 w 52128"/>
                    <a:gd name="connsiteY1" fmla="*/ 28135 h 38780"/>
                    <a:gd name="connsiteX2" fmla="*/ 46802 w 52128"/>
                    <a:gd name="connsiteY2" fmla="*/ 18250 h 38780"/>
                    <a:gd name="connsiteX3" fmla="*/ 46041 w 52128"/>
                    <a:gd name="connsiteY3" fmla="*/ 12832 h 38780"/>
                    <a:gd name="connsiteX4" fmla="*/ 44043 w 52128"/>
                    <a:gd name="connsiteY4" fmla="*/ 9030 h 38780"/>
                    <a:gd name="connsiteX5" fmla="*/ 41094 w 52128"/>
                    <a:gd name="connsiteY5" fmla="*/ 6844 h 38780"/>
                    <a:gd name="connsiteX6" fmla="*/ 37670 w 52128"/>
                    <a:gd name="connsiteY6" fmla="*/ 6083 h 38780"/>
                    <a:gd name="connsiteX7" fmla="*/ 32343 w 52128"/>
                    <a:gd name="connsiteY7" fmla="*/ 8459 h 38780"/>
                    <a:gd name="connsiteX8" fmla="*/ 29584 w 52128"/>
                    <a:gd name="connsiteY8" fmla="*/ 14258 h 38780"/>
                    <a:gd name="connsiteX9" fmla="*/ 27872 w 52128"/>
                    <a:gd name="connsiteY9" fmla="*/ 21862 h 38780"/>
                    <a:gd name="connsiteX10" fmla="*/ 25684 w 52128"/>
                    <a:gd name="connsiteY10" fmla="*/ 29466 h 38780"/>
                    <a:gd name="connsiteX11" fmla="*/ 21594 w 52128"/>
                    <a:gd name="connsiteY11" fmla="*/ 35264 h 38780"/>
                    <a:gd name="connsiteX12" fmla="*/ 14079 w 52128"/>
                    <a:gd name="connsiteY12" fmla="*/ 37640 h 38780"/>
                    <a:gd name="connsiteX13" fmla="*/ 3995 w 52128"/>
                    <a:gd name="connsiteY13" fmla="*/ 33078 h 38780"/>
                    <a:gd name="connsiteX14" fmla="*/ 0 w 52128"/>
                    <a:gd name="connsiteY14" fmla="*/ 20341 h 38780"/>
                    <a:gd name="connsiteX15" fmla="*/ 3615 w 52128"/>
                    <a:gd name="connsiteY15" fmla="*/ 7319 h 38780"/>
                    <a:gd name="connsiteX16" fmla="*/ 15505 w 52128"/>
                    <a:gd name="connsiteY16" fmla="*/ 1331 h 38780"/>
                    <a:gd name="connsiteX17" fmla="*/ 15505 w 52128"/>
                    <a:gd name="connsiteY17" fmla="*/ 7129 h 38780"/>
                    <a:gd name="connsiteX18" fmla="*/ 7420 w 52128"/>
                    <a:gd name="connsiteY18" fmla="*/ 11501 h 38780"/>
                    <a:gd name="connsiteX19" fmla="*/ 5137 w 52128"/>
                    <a:gd name="connsiteY19" fmla="*/ 20436 h 38780"/>
                    <a:gd name="connsiteX20" fmla="*/ 7420 w 52128"/>
                    <a:gd name="connsiteY20" fmla="*/ 28705 h 38780"/>
                    <a:gd name="connsiteX21" fmla="*/ 13603 w 52128"/>
                    <a:gd name="connsiteY21" fmla="*/ 31557 h 38780"/>
                    <a:gd name="connsiteX22" fmla="*/ 18740 w 52128"/>
                    <a:gd name="connsiteY22" fmla="*/ 29276 h 38780"/>
                    <a:gd name="connsiteX23" fmla="*/ 21594 w 52128"/>
                    <a:gd name="connsiteY23" fmla="*/ 23382 h 38780"/>
                    <a:gd name="connsiteX24" fmla="*/ 23591 w 52128"/>
                    <a:gd name="connsiteY24" fmla="*/ 15778 h 38780"/>
                    <a:gd name="connsiteX25" fmla="*/ 25969 w 52128"/>
                    <a:gd name="connsiteY25" fmla="*/ 8174 h 38780"/>
                    <a:gd name="connsiteX26" fmla="*/ 30250 w 52128"/>
                    <a:gd name="connsiteY26" fmla="*/ 2376 h 38780"/>
                    <a:gd name="connsiteX27" fmla="*/ 37670 w 52128"/>
                    <a:gd name="connsiteY27" fmla="*/ 0 h 38780"/>
                    <a:gd name="connsiteX28" fmla="*/ 43948 w 52128"/>
                    <a:gd name="connsiteY28" fmla="*/ 1521 h 38780"/>
                    <a:gd name="connsiteX29" fmla="*/ 48419 w 52128"/>
                    <a:gd name="connsiteY29" fmla="*/ 5703 h 38780"/>
                    <a:gd name="connsiteX30" fmla="*/ 51177 w 52128"/>
                    <a:gd name="connsiteY30" fmla="*/ 12071 h 38780"/>
                    <a:gd name="connsiteX31" fmla="*/ 52129 w 52128"/>
                    <a:gd name="connsiteY31" fmla="*/ 20056 h 38780"/>
                    <a:gd name="connsiteX32" fmla="*/ 50797 w 52128"/>
                    <a:gd name="connsiteY32" fmla="*/ 27755 h 38780"/>
                    <a:gd name="connsiteX33" fmla="*/ 47182 w 52128"/>
                    <a:gd name="connsiteY33" fmla="*/ 33553 h 38780"/>
                    <a:gd name="connsiteX34" fmla="*/ 41855 w 52128"/>
                    <a:gd name="connsiteY34" fmla="*/ 37260 h 38780"/>
                    <a:gd name="connsiteX35" fmla="*/ 35291 w 52128"/>
                    <a:gd name="connsiteY35" fmla="*/ 38781 h 38780"/>
                    <a:gd name="connsiteX36" fmla="*/ 35291 w 52128"/>
                    <a:gd name="connsiteY36" fmla="*/ 32982 h 3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52128" h="38780">
                      <a:moveTo>
                        <a:pt x="35196" y="32982"/>
                      </a:moveTo>
                      <a:cubicBezTo>
                        <a:pt x="39477" y="32127"/>
                        <a:pt x="42426" y="30511"/>
                        <a:pt x="44233" y="28135"/>
                      </a:cubicBezTo>
                      <a:cubicBezTo>
                        <a:pt x="45946" y="25854"/>
                        <a:pt x="46802" y="22527"/>
                        <a:pt x="46802" y="18250"/>
                      </a:cubicBezTo>
                      <a:cubicBezTo>
                        <a:pt x="46802" y="16159"/>
                        <a:pt x="46516" y="14353"/>
                        <a:pt x="46041" y="12832"/>
                      </a:cubicBezTo>
                      <a:cubicBezTo>
                        <a:pt x="45565" y="11311"/>
                        <a:pt x="44899" y="10075"/>
                        <a:pt x="44043" y="9030"/>
                      </a:cubicBezTo>
                      <a:cubicBezTo>
                        <a:pt x="43187" y="8079"/>
                        <a:pt x="42236" y="7319"/>
                        <a:pt x="41094" y="6844"/>
                      </a:cubicBezTo>
                      <a:cubicBezTo>
                        <a:pt x="39953" y="6368"/>
                        <a:pt x="38906" y="6083"/>
                        <a:pt x="37670" y="6083"/>
                      </a:cubicBezTo>
                      <a:cubicBezTo>
                        <a:pt x="35291" y="6083"/>
                        <a:pt x="33484" y="6844"/>
                        <a:pt x="32343" y="8459"/>
                      </a:cubicBezTo>
                      <a:cubicBezTo>
                        <a:pt x="31201" y="9980"/>
                        <a:pt x="30250" y="11976"/>
                        <a:pt x="29584" y="14258"/>
                      </a:cubicBezTo>
                      <a:cubicBezTo>
                        <a:pt x="28918" y="16634"/>
                        <a:pt x="28347" y="19105"/>
                        <a:pt x="27872" y="21862"/>
                      </a:cubicBezTo>
                      <a:cubicBezTo>
                        <a:pt x="27396" y="24618"/>
                        <a:pt x="26730" y="27089"/>
                        <a:pt x="25684" y="29466"/>
                      </a:cubicBezTo>
                      <a:cubicBezTo>
                        <a:pt x="24637" y="31842"/>
                        <a:pt x="23401" y="33743"/>
                        <a:pt x="21594" y="35264"/>
                      </a:cubicBezTo>
                      <a:cubicBezTo>
                        <a:pt x="19786" y="36785"/>
                        <a:pt x="17313" y="37640"/>
                        <a:pt x="14079" y="37640"/>
                      </a:cubicBezTo>
                      <a:cubicBezTo>
                        <a:pt x="9988" y="37640"/>
                        <a:pt x="6564" y="36119"/>
                        <a:pt x="3995" y="33078"/>
                      </a:cubicBezTo>
                      <a:cubicBezTo>
                        <a:pt x="1332" y="30036"/>
                        <a:pt x="0" y="25854"/>
                        <a:pt x="0" y="20341"/>
                      </a:cubicBezTo>
                      <a:cubicBezTo>
                        <a:pt x="0" y="14828"/>
                        <a:pt x="1141" y="10646"/>
                        <a:pt x="3615" y="7319"/>
                      </a:cubicBezTo>
                      <a:cubicBezTo>
                        <a:pt x="6088" y="3992"/>
                        <a:pt x="9988" y="1996"/>
                        <a:pt x="15505" y="1331"/>
                      </a:cubicBezTo>
                      <a:lnTo>
                        <a:pt x="15505" y="7129"/>
                      </a:lnTo>
                      <a:cubicBezTo>
                        <a:pt x="11700" y="7604"/>
                        <a:pt x="9037" y="9125"/>
                        <a:pt x="7420" y="11501"/>
                      </a:cubicBezTo>
                      <a:cubicBezTo>
                        <a:pt x="5898" y="13877"/>
                        <a:pt x="5137" y="16824"/>
                        <a:pt x="5137" y="20436"/>
                      </a:cubicBezTo>
                      <a:cubicBezTo>
                        <a:pt x="5137" y="24048"/>
                        <a:pt x="5898" y="26804"/>
                        <a:pt x="7420" y="28705"/>
                      </a:cubicBezTo>
                      <a:cubicBezTo>
                        <a:pt x="8942" y="30606"/>
                        <a:pt x="11035" y="31557"/>
                        <a:pt x="13603" y="31557"/>
                      </a:cubicBezTo>
                      <a:cubicBezTo>
                        <a:pt x="15791" y="31557"/>
                        <a:pt x="17503" y="30796"/>
                        <a:pt x="18740" y="29276"/>
                      </a:cubicBezTo>
                      <a:cubicBezTo>
                        <a:pt x="19881" y="27755"/>
                        <a:pt x="20833" y="25759"/>
                        <a:pt x="21594" y="23382"/>
                      </a:cubicBezTo>
                      <a:cubicBezTo>
                        <a:pt x="22354" y="21006"/>
                        <a:pt x="23020" y="18535"/>
                        <a:pt x="23591" y="15778"/>
                      </a:cubicBezTo>
                      <a:cubicBezTo>
                        <a:pt x="24162" y="13022"/>
                        <a:pt x="25018" y="10551"/>
                        <a:pt x="25969" y="8174"/>
                      </a:cubicBezTo>
                      <a:cubicBezTo>
                        <a:pt x="27016" y="5798"/>
                        <a:pt x="28442" y="3897"/>
                        <a:pt x="30250" y="2376"/>
                      </a:cubicBezTo>
                      <a:cubicBezTo>
                        <a:pt x="32057" y="856"/>
                        <a:pt x="34530" y="0"/>
                        <a:pt x="37670" y="0"/>
                      </a:cubicBezTo>
                      <a:cubicBezTo>
                        <a:pt x="40048" y="0"/>
                        <a:pt x="42141" y="475"/>
                        <a:pt x="43948" y="1521"/>
                      </a:cubicBezTo>
                      <a:cubicBezTo>
                        <a:pt x="45755" y="2566"/>
                        <a:pt x="47277" y="3897"/>
                        <a:pt x="48419" y="5703"/>
                      </a:cubicBezTo>
                      <a:cubicBezTo>
                        <a:pt x="49656" y="7509"/>
                        <a:pt x="50512" y="9600"/>
                        <a:pt x="51177" y="12071"/>
                      </a:cubicBezTo>
                      <a:cubicBezTo>
                        <a:pt x="51748" y="14543"/>
                        <a:pt x="52129" y="17204"/>
                        <a:pt x="52129" y="20056"/>
                      </a:cubicBezTo>
                      <a:cubicBezTo>
                        <a:pt x="52129" y="22907"/>
                        <a:pt x="51748" y="25569"/>
                        <a:pt x="50797" y="27755"/>
                      </a:cubicBezTo>
                      <a:cubicBezTo>
                        <a:pt x="49941" y="30036"/>
                        <a:pt x="48799" y="31937"/>
                        <a:pt x="47182" y="33553"/>
                      </a:cubicBezTo>
                      <a:cubicBezTo>
                        <a:pt x="45660" y="35169"/>
                        <a:pt x="43853" y="36404"/>
                        <a:pt x="41855" y="37260"/>
                      </a:cubicBezTo>
                      <a:cubicBezTo>
                        <a:pt x="39858" y="38115"/>
                        <a:pt x="37670" y="38686"/>
                        <a:pt x="35291" y="38781"/>
                      </a:cubicBezTo>
                      <a:lnTo>
                        <a:pt x="35291" y="32982"/>
                      </a:lnTo>
                      <a:close/>
                    </a:path>
                  </a:pathLst>
                </a:custGeom>
                <a:solidFill>
                  <a:srgbClr val="262626"/>
                </a:solidFill>
                <a:ln w="9506" cap="flat">
                  <a:noFill/>
                  <a:prstDash val="solid"/>
                  <a:miter/>
                </a:ln>
              </p:spPr>
              <p:txBody>
                <a:bodyPr rtlCol="0" anchor="ctr"/>
                <a:lstStyle/>
                <a:p>
                  <a:endParaRPr lang="en-US"/>
                </a:p>
              </p:txBody>
            </p:sp>
            <p:sp>
              <p:nvSpPr>
                <p:cNvPr id="4659" name="Freeform 4658">
                  <a:extLst>
                    <a:ext uri="{FF2B5EF4-FFF2-40B4-BE49-F238E27FC236}">
                      <a16:creationId xmlns:a16="http://schemas.microsoft.com/office/drawing/2014/main" id="{41B53D39-4DAE-6BB5-9A63-BBA25AD0B6C8}"/>
                    </a:ext>
                  </a:extLst>
                </p:cNvPr>
                <p:cNvSpPr/>
                <p:nvPr/>
              </p:nvSpPr>
              <p:spPr>
                <a:xfrm>
                  <a:off x="5351357" y="3688677"/>
                  <a:ext cx="88561" cy="21006"/>
                </a:xfrm>
                <a:custGeom>
                  <a:avLst/>
                  <a:gdLst>
                    <a:gd name="connsiteX0" fmla="*/ 88562 w 88561"/>
                    <a:gd name="connsiteY0" fmla="*/ 20911 h 21006"/>
                    <a:gd name="connsiteX1" fmla="*/ 67349 w 88561"/>
                    <a:gd name="connsiteY1" fmla="*/ 10265 h 21006"/>
                    <a:gd name="connsiteX2" fmla="*/ 43948 w 88561"/>
                    <a:gd name="connsiteY2" fmla="*/ 6463 h 21006"/>
                    <a:gd name="connsiteX3" fmla="*/ 20928 w 88561"/>
                    <a:gd name="connsiteY3" fmla="*/ 10455 h 21006"/>
                    <a:gd name="connsiteX4" fmla="*/ 0 w 88561"/>
                    <a:gd name="connsiteY4" fmla="*/ 21006 h 21006"/>
                    <a:gd name="connsiteX5" fmla="*/ 0 w 88561"/>
                    <a:gd name="connsiteY5" fmla="*/ 16159 h 21006"/>
                    <a:gd name="connsiteX6" fmla="*/ 10464 w 88561"/>
                    <a:gd name="connsiteY6" fmla="*/ 9220 h 21006"/>
                    <a:gd name="connsiteX7" fmla="*/ 20833 w 88561"/>
                    <a:gd name="connsiteY7" fmla="*/ 4182 h 21006"/>
                    <a:gd name="connsiteX8" fmla="*/ 31867 w 88561"/>
                    <a:gd name="connsiteY8" fmla="*/ 1045 h 21006"/>
                    <a:gd name="connsiteX9" fmla="*/ 44329 w 88561"/>
                    <a:gd name="connsiteY9" fmla="*/ 0 h 21006"/>
                    <a:gd name="connsiteX10" fmla="*/ 56695 w 88561"/>
                    <a:gd name="connsiteY10" fmla="*/ 1045 h 21006"/>
                    <a:gd name="connsiteX11" fmla="*/ 67825 w 88561"/>
                    <a:gd name="connsiteY11" fmla="*/ 4182 h 21006"/>
                    <a:gd name="connsiteX12" fmla="*/ 78193 w 88561"/>
                    <a:gd name="connsiteY12" fmla="*/ 9315 h 21006"/>
                    <a:gd name="connsiteX13" fmla="*/ 88467 w 88561"/>
                    <a:gd name="connsiteY13" fmla="*/ 16159 h 21006"/>
                    <a:gd name="connsiteX14" fmla="*/ 88467 w 88561"/>
                    <a:gd name="connsiteY14" fmla="*/ 21006 h 21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8561" h="21006">
                      <a:moveTo>
                        <a:pt x="88562" y="20911"/>
                      </a:moveTo>
                      <a:cubicBezTo>
                        <a:pt x="81998" y="16349"/>
                        <a:pt x="74864" y="12832"/>
                        <a:pt x="67349" y="10265"/>
                      </a:cubicBezTo>
                      <a:cubicBezTo>
                        <a:pt x="59834" y="7699"/>
                        <a:pt x="52034" y="6463"/>
                        <a:pt x="43948" y="6463"/>
                      </a:cubicBezTo>
                      <a:cubicBezTo>
                        <a:pt x="35862" y="6463"/>
                        <a:pt x="28347" y="7794"/>
                        <a:pt x="20928" y="10455"/>
                      </a:cubicBezTo>
                      <a:cubicBezTo>
                        <a:pt x="13508" y="13117"/>
                        <a:pt x="6564" y="16634"/>
                        <a:pt x="0" y="21006"/>
                      </a:cubicBezTo>
                      <a:lnTo>
                        <a:pt x="0" y="16159"/>
                      </a:lnTo>
                      <a:cubicBezTo>
                        <a:pt x="3615" y="13592"/>
                        <a:pt x="7134" y="11216"/>
                        <a:pt x="10464" y="9220"/>
                      </a:cubicBezTo>
                      <a:cubicBezTo>
                        <a:pt x="13888" y="7224"/>
                        <a:pt x="17313" y="5513"/>
                        <a:pt x="20833" y="4182"/>
                      </a:cubicBezTo>
                      <a:cubicBezTo>
                        <a:pt x="24352" y="2851"/>
                        <a:pt x="28062" y="1806"/>
                        <a:pt x="31867" y="1045"/>
                      </a:cubicBezTo>
                      <a:cubicBezTo>
                        <a:pt x="35672" y="285"/>
                        <a:pt x="39858" y="0"/>
                        <a:pt x="44329" y="0"/>
                      </a:cubicBezTo>
                      <a:cubicBezTo>
                        <a:pt x="48799" y="0"/>
                        <a:pt x="52795" y="380"/>
                        <a:pt x="56695" y="1045"/>
                      </a:cubicBezTo>
                      <a:cubicBezTo>
                        <a:pt x="60595" y="1711"/>
                        <a:pt x="64210" y="2851"/>
                        <a:pt x="67825" y="4182"/>
                      </a:cubicBezTo>
                      <a:cubicBezTo>
                        <a:pt x="71344" y="5513"/>
                        <a:pt x="74864" y="7224"/>
                        <a:pt x="78193" y="9315"/>
                      </a:cubicBezTo>
                      <a:cubicBezTo>
                        <a:pt x="81618" y="11311"/>
                        <a:pt x="84947" y="13592"/>
                        <a:pt x="88467" y="16159"/>
                      </a:cubicBezTo>
                      <a:lnTo>
                        <a:pt x="88467" y="21006"/>
                      </a:lnTo>
                      <a:close/>
                    </a:path>
                  </a:pathLst>
                </a:custGeom>
                <a:solidFill>
                  <a:srgbClr val="262626"/>
                </a:solidFill>
                <a:ln w="9506" cap="flat">
                  <a:noFill/>
                  <a:prstDash val="solid"/>
                  <a:miter/>
                </a:ln>
              </p:spPr>
              <p:txBody>
                <a:bodyPr rtlCol="0" anchor="ctr"/>
                <a:lstStyle/>
                <a:p>
                  <a:endParaRPr lang="en-US"/>
                </a:p>
              </p:txBody>
            </p:sp>
          </p:grpSp>
          <p:sp>
            <p:nvSpPr>
              <p:cNvPr id="4060" name="Freeform 4059">
                <a:extLst>
                  <a:ext uri="{FF2B5EF4-FFF2-40B4-BE49-F238E27FC236}">
                    <a16:creationId xmlns:a16="http://schemas.microsoft.com/office/drawing/2014/main" id="{2772F960-C6C1-FE36-E82E-9B87B7F80398}"/>
                  </a:ext>
                </a:extLst>
              </p:cNvPr>
              <p:cNvSpPr/>
              <p:nvPr/>
            </p:nvSpPr>
            <p:spPr>
              <a:xfrm>
                <a:off x="8026362" y="4485739"/>
                <a:ext cx="1789444" cy="213834"/>
              </a:xfrm>
              <a:custGeom>
                <a:avLst/>
                <a:gdLst>
                  <a:gd name="connsiteX0" fmla="*/ 0 w 719053"/>
                  <a:gd name="connsiteY0" fmla="*/ 54654 h 85925"/>
                  <a:gd name="connsiteX1" fmla="*/ 348540 w 719053"/>
                  <a:gd name="connsiteY1" fmla="*/ 85925 h 85925"/>
                  <a:gd name="connsiteX2" fmla="*/ 719054 w 719053"/>
                  <a:gd name="connsiteY2" fmla="*/ 0 h 85925"/>
                </a:gdLst>
                <a:ahLst/>
                <a:cxnLst>
                  <a:cxn ang="0">
                    <a:pos x="connsiteX0" y="connsiteY0"/>
                  </a:cxn>
                  <a:cxn ang="0">
                    <a:pos x="connsiteX1" y="connsiteY1"/>
                  </a:cxn>
                  <a:cxn ang="0">
                    <a:pos x="connsiteX2" y="connsiteY2"/>
                  </a:cxn>
                </a:cxnLst>
                <a:rect l="l" t="t" r="r" b="b"/>
                <a:pathLst>
                  <a:path w="719053" h="85925">
                    <a:moveTo>
                      <a:pt x="0" y="54654"/>
                    </a:moveTo>
                    <a:lnTo>
                      <a:pt x="348540" y="85925"/>
                    </a:lnTo>
                    <a:lnTo>
                      <a:pt x="719054" y="0"/>
                    </a:lnTo>
                  </a:path>
                </a:pathLst>
              </a:custGeom>
              <a:noFill/>
              <a:ln w="4753" cap="flat">
                <a:solidFill>
                  <a:srgbClr val="B3B3B3">
                    <a:alpha val="40000"/>
                  </a:srgbClr>
                </a:solidFill>
                <a:prstDash val="solid"/>
                <a:round/>
              </a:ln>
            </p:spPr>
            <p:txBody>
              <a:bodyPr rtlCol="0" anchor="ctr"/>
              <a:lstStyle/>
              <a:p>
                <a:endParaRPr lang="en-US"/>
              </a:p>
            </p:txBody>
          </p:sp>
          <p:sp>
            <p:nvSpPr>
              <p:cNvPr id="4248" name="Freeform 4247">
                <a:extLst>
                  <a:ext uri="{FF2B5EF4-FFF2-40B4-BE49-F238E27FC236}">
                    <a16:creationId xmlns:a16="http://schemas.microsoft.com/office/drawing/2014/main" id="{61FEB849-BE5B-17DF-17C9-6D25A65DD8EC}"/>
                  </a:ext>
                </a:extLst>
              </p:cNvPr>
              <p:cNvSpPr/>
              <p:nvPr/>
            </p:nvSpPr>
            <p:spPr>
              <a:xfrm>
                <a:off x="8058320" y="4750430"/>
                <a:ext cx="1693568" cy="337073"/>
              </a:xfrm>
              <a:custGeom>
                <a:avLst/>
                <a:gdLst>
                  <a:gd name="connsiteX0" fmla="*/ 0 w 680527"/>
                  <a:gd name="connsiteY0" fmla="*/ 94670 h 135446"/>
                  <a:gd name="connsiteX1" fmla="*/ 349396 w 680527"/>
                  <a:gd name="connsiteY1" fmla="*/ 0 h 135446"/>
                  <a:gd name="connsiteX2" fmla="*/ 680528 w 680527"/>
                  <a:gd name="connsiteY2" fmla="*/ 135447 h 135446"/>
                </a:gdLst>
                <a:ahLst/>
                <a:cxnLst>
                  <a:cxn ang="0">
                    <a:pos x="connsiteX0" y="connsiteY0"/>
                  </a:cxn>
                  <a:cxn ang="0">
                    <a:pos x="connsiteX1" y="connsiteY1"/>
                  </a:cxn>
                  <a:cxn ang="0">
                    <a:pos x="connsiteX2" y="connsiteY2"/>
                  </a:cxn>
                </a:cxnLst>
                <a:rect l="l" t="t" r="r" b="b"/>
                <a:pathLst>
                  <a:path w="680527" h="135446">
                    <a:moveTo>
                      <a:pt x="0" y="94670"/>
                    </a:moveTo>
                    <a:lnTo>
                      <a:pt x="349396" y="0"/>
                    </a:lnTo>
                    <a:lnTo>
                      <a:pt x="680528" y="135447"/>
                    </a:lnTo>
                  </a:path>
                </a:pathLst>
              </a:custGeom>
              <a:noFill/>
              <a:ln w="4753" cap="flat">
                <a:solidFill>
                  <a:srgbClr val="B3B3B3">
                    <a:alpha val="40000"/>
                  </a:srgbClr>
                </a:solidFill>
                <a:prstDash val="solid"/>
                <a:round/>
              </a:ln>
            </p:spPr>
            <p:txBody>
              <a:bodyPr rtlCol="0" anchor="ctr"/>
              <a:lstStyle/>
              <a:p>
                <a:endParaRPr lang="en-US"/>
              </a:p>
            </p:txBody>
          </p:sp>
          <p:sp>
            <p:nvSpPr>
              <p:cNvPr id="4254" name="Freeform 4253">
                <a:extLst>
                  <a:ext uri="{FF2B5EF4-FFF2-40B4-BE49-F238E27FC236}">
                    <a16:creationId xmlns:a16="http://schemas.microsoft.com/office/drawing/2014/main" id="{78331D1E-E733-64DC-E5DE-AECE1E0AAA6D}"/>
                  </a:ext>
                </a:extLst>
              </p:cNvPr>
              <p:cNvSpPr/>
              <p:nvPr/>
            </p:nvSpPr>
            <p:spPr>
              <a:xfrm>
                <a:off x="8005057" y="4891883"/>
                <a:ext cx="1753461" cy="453216"/>
              </a:xfrm>
              <a:custGeom>
                <a:avLst/>
                <a:gdLst>
                  <a:gd name="connsiteX0" fmla="*/ 0 w 704594"/>
                  <a:gd name="connsiteY0" fmla="*/ 0 h 182116"/>
                  <a:gd name="connsiteX1" fmla="*/ 322666 w 704594"/>
                  <a:gd name="connsiteY1" fmla="*/ 154362 h 182116"/>
                  <a:gd name="connsiteX2" fmla="*/ 704595 w 704594"/>
                  <a:gd name="connsiteY2" fmla="*/ 182116 h 182116"/>
                </a:gdLst>
                <a:ahLst/>
                <a:cxnLst>
                  <a:cxn ang="0">
                    <a:pos x="connsiteX0" y="connsiteY0"/>
                  </a:cxn>
                  <a:cxn ang="0">
                    <a:pos x="connsiteX1" y="connsiteY1"/>
                  </a:cxn>
                  <a:cxn ang="0">
                    <a:pos x="connsiteX2" y="connsiteY2"/>
                  </a:cxn>
                </a:cxnLst>
                <a:rect l="l" t="t" r="r" b="b"/>
                <a:pathLst>
                  <a:path w="704594" h="182116">
                    <a:moveTo>
                      <a:pt x="0" y="0"/>
                    </a:moveTo>
                    <a:lnTo>
                      <a:pt x="322666" y="154362"/>
                    </a:lnTo>
                    <a:lnTo>
                      <a:pt x="704595" y="182116"/>
                    </a:lnTo>
                  </a:path>
                </a:pathLst>
              </a:custGeom>
              <a:noFill/>
              <a:ln w="4753" cap="flat">
                <a:solidFill>
                  <a:srgbClr val="B3B3B3">
                    <a:alpha val="40000"/>
                  </a:srgbClr>
                </a:solidFill>
                <a:prstDash val="solid"/>
                <a:round/>
              </a:ln>
            </p:spPr>
            <p:txBody>
              <a:bodyPr rtlCol="0" anchor="ctr"/>
              <a:lstStyle/>
              <a:p>
                <a:endParaRPr lang="en-US"/>
              </a:p>
            </p:txBody>
          </p:sp>
          <p:sp>
            <p:nvSpPr>
              <p:cNvPr id="4255" name="Freeform 4254">
                <a:extLst>
                  <a:ext uri="{FF2B5EF4-FFF2-40B4-BE49-F238E27FC236}">
                    <a16:creationId xmlns:a16="http://schemas.microsoft.com/office/drawing/2014/main" id="{4AF2842E-762D-A733-A774-739756451065}"/>
                  </a:ext>
                </a:extLst>
              </p:cNvPr>
              <p:cNvSpPr/>
              <p:nvPr/>
            </p:nvSpPr>
            <p:spPr>
              <a:xfrm>
                <a:off x="8040330" y="4435118"/>
                <a:ext cx="1739732" cy="308924"/>
              </a:xfrm>
              <a:custGeom>
                <a:avLst/>
                <a:gdLst>
                  <a:gd name="connsiteX0" fmla="*/ 0 w 699077"/>
                  <a:gd name="connsiteY0" fmla="*/ 0 h 124135"/>
                  <a:gd name="connsiteX1" fmla="*/ 345211 w 699077"/>
                  <a:gd name="connsiteY1" fmla="*/ 111399 h 124135"/>
                  <a:gd name="connsiteX2" fmla="*/ 699077 w 699077"/>
                  <a:gd name="connsiteY2" fmla="*/ 124136 h 124135"/>
                </a:gdLst>
                <a:ahLst/>
                <a:cxnLst>
                  <a:cxn ang="0">
                    <a:pos x="connsiteX0" y="connsiteY0"/>
                  </a:cxn>
                  <a:cxn ang="0">
                    <a:pos x="connsiteX1" y="connsiteY1"/>
                  </a:cxn>
                  <a:cxn ang="0">
                    <a:pos x="connsiteX2" y="connsiteY2"/>
                  </a:cxn>
                </a:cxnLst>
                <a:rect l="l" t="t" r="r" b="b"/>
                <a:pathLst>
                  <a:path w="699077" h="124135">
                    <a:moveTo>
                      <a:pt x="0" y="0"/>
                    </a:moveTo>
                    <a:lnTo>
                      <a:pt x="345211" y="111399"/>
                    </a:lnTo>
                    <a:lnTo>
                      <a:pt x="699077" y="124136"/>
                    </a:lnTo>
                  </a:path>
                </a:pathLst>
              </a:custGeom>
              <a:noFill/>
              <a:ln w="4753" cap="flat">
                <a:solidFill>
                  <a:srgbClr val="B3B3B3">
                    <a:alpha val="40000"/>
                  </a:srgbClr>
                </a:solidFill>
                <a:prstDash val="solid"/>
                <a:round/>
              </a:ln>
            </p:spPr>
            <p:txBody>
              <a:bodyPr rtlCol="0" anchor="ctr"/>
              <a:lstStyle/>
              <a:p>
                <a:endParaRPr lang="en-US"/>
              </a:p>
            </p:txBody>
          </p:sp>
          <p:sp>
            <p:nvSpPr>
              <p:cNvPr id="4256" name="Freeform 4255">
                <a:extLst>
                  <a:ext uri="{FF2B5EF4-FFF2-40B4-BE49-F238E27FC236}">
                    <a16:creationId xmlns:a16="http://schemas.microsoft.com/office/drawing/2014/main" id="{A3B918E7-01FC-1E81-BB63-FD26826B5AAE}"/>
                  </a:ext>
                </a:extLst>
              </p:cNvPr>
              <p:cNvSpPr/>
              <p:nvPr/>
            </p:nvSpPr>
            <p:spPr>
              <a:xfrm>
                <a:off x="7883378" y="4996671"/>
                <a:ext cx="1943556" cy="154936"/>
              </a:xfrm>
              <a:custGeom>
                <a:avLst/>
                <a:gdLst>
                  <a:gd name="connsiteX0" fmla="*/ 0 w 780980"/>
                  <a:gd name="connsiteY0" fmla="*/ 31937 h 62258"/>
                  <a:gd name="connsiteX1" fmla="*/ 393629 w 780980"/>
                  <a:gd name="connsiteY1" fmla="*/ 0 h 62258"/>
                  <a:gd name="connsiteX2" fmla="*/ 780980 w 780980"/>
                  <a:gd name="connsiteY2" fmla="*/ 62258 h 62258"/>
                </a:gdLst>
                <a:ahLst/>
                <a:cxnLst>
                  <a:cxn ang="0">
                    <a:pos x="connsiteX0" y="connsiteY0"/>
                  </a:cxn>
                  <a:cxn ang="0">
                    <a:pos x="connsiteX1" y="connsiteY1"/>
                  </a:cxn>
                  <a:cxn ang="0">
                    <a:pos x="connsiteX2" y="connsiteY2"/>
                  </a:cxn>
                </a:cxnLst>
                <a:rect l="l" t="t" r="r" b="b"/>
                <a:pathLst>
                  <a:path w="780980" h="62258">
                    <a:moveTo>
                      <a:pt x="0" y="31937"/>
                    </a:moveTo>
                    <a:lnTo>
                      <a:pt x="393629" y="0"/>
                    </a:lnTo>
                    <a:lnTo>
                      <a:pt x="780980" y="62258"/>
                    </a:lnTo>
                  </a:path>
                </a:pathLst>
              </a:custGeom>
              <a:noFill/>
              <a:ln w="4753" cap="flat">
                <a:solidFill>
                  <a:srgbClr val="B3B3B3">
                    <a:alpha val="40000"/>
                  </a:srgbClr>
                </a:solidFill>
                <a:prstDash val="solid"/>
                <a:round/>
              </a:ln>
            </p:spPr>
            <p:txBody>
              <a:bodyPr rtlCol="0" anchor="ctr"/>
              <a:lstStyle/>
              <a:p>
                <a:endParaRPr lang="en-US"/>
              </a:p>
            </p:txBody>
          </p:sp>
          <p:sp>
            <p:nvSpPr>
              <p:cNvPr id="4257" name="Freeform 4256">
                <a:extLst>
                  <a:ext uri="{FF2B5EF4-FFF2-40B4-BE49-F238E27FC236}">
                    <a16:creationId xmlns:a16="http://schemas.microsoft.com/office/drawing/2014/main" id="{3D824B32-5BAC-68D6-8DED-63CA1C68DCC4}"/>
                  </a:ext>
                </a:extLst>
              </p:cNvPr>
              <p:cNvSpPr/>
              <p:nvPr/>
            </p:nvSpPr>
            <p:spPr>
              <a:xfrm>
                <a:off x="7995114" y="4325124"/>
                <a:ext cx="1828978" cy="474743"/>
              </a:xfrm>
              <a:custGeom>
                <a:avLst/>
                <a:gdLst>
                  <a:gd name="connsiteX0" fmla="*/ 0 w 734939"/>
                  <a:gd name="connsiteY0" fmla="*/ 190766 h 190766"/>
                  <a:gd name="connsiteX1" fmla="*/ 383356 w 734939"/>
                  <a:gd name="connsiteY1" fmla="*/ 139534 h 190766"/>
                  <a:gd name="connsiteX2" fmla="*/ 734940 w 734939"/>
                  <a:gd name="connsiteY2" fmla="*/ 0 h 190766"/>
                </a:gdLst>
                <a:ahLst/>
                <a:cxnLst>
                  <a:cxn ang="0">
                    <a:pos x="connsiteX0" y="connsiteY0"/>
                  </a:cxn>
                  <a:cxn ang="0">
                    <a:pos x="connsiteX1" y="connsiteY1"/>
                  </a:cxn>
                  <a:cxn ang="0">
                    <a:pos x="connsiteX2" y="connsiteY2"/>
                  </a:cxn>
                </a:cxnLst>
                <a:rect l="l" t="t" r="r" b="b"/>
                <a:pathLst>
                  <a:path w="734939" h="190766">
                    <a:moveTo>
                      <a:pt x="0" y="190766"/>
                    </a:moveTo>
                    <a:lnTo>
                      <a:pt x="383356" y="139534"/>
                    </a:lnTo>
                    <a:lnTo>
                      <a:pt x="734940" y="0"/>
                    </a:lnTo>
                  </a:path>
                </a:pathLst>
              </a:custGeom>
              <a:noFill/>
              <a:ln w="4753" cap="flat">
                <a:solidFill>
                  <a:srgbClr val="B3B3B3">
                    <a:alpha val="40000"/>
                  </a:srgbClr>
                </a:solidFill>
                <a:prstDash val="solid"/>
                <a:round/>
              </a:ln>
            </p:spPr>
            <p:txBody>
              <a:bodyPr rtlCol="0" anchor="ctr"/>
              <a:lstStyle/>
              <a:p>
                <a:endParaRPr lang="en-US"/>
              </a:p>
            </p:txBody>
          </p:sp>
          <p:sp>
            <p:nvSpPr>
              <p:cNvPr id="4258" name="Freeform 4257">
                <a:extLst>
                  <a:ext uri="{FF2B5EF4-FFF2-40B4-BE49-F238E27FC236}">
                    <a16:creationId xmlns:a16="http://schemas.microsoft.com/office/drawing/2014/main" id="{5135783E-0DDD-AF1D-B961-D6A0C3554F2C}"/>
                  </a:ext>
                </a:extLst>
              </p:cNvPr>
              <p:cNvSpPr/>
              <p:nvPr/>
            </p:nvSpPr>
            <p:spPr>
              <a:xfrm>
                <a:off x="7926225" y="4078411"/>
                <a:ext cx="1880348" cy="226372"/>
              </a:xfrm>
              <a:custGeom>
                <a:avLst/>
                <a:gdLst>
                  <a:gd name="connsiteX0" fmla="*/ 0 w 755581"/>
                  <a:gd name="connsiteY0" fmla="*/ 0 h 90963"/>
                  <a:gd name="connsiteX1" fmla="*/ 384402 w 755581"/>
                  <a:gd name="connsiteY1" fmla="*/ 90963 h 90963"/>
                  <a:gd name="connsiteX2" fmla="*/ 755582 w 755581"/>
                  <a:gd name="connsiteY2" fmla="*/ 71193 h 90963"/>
                </a:gdLst>
                <a:ahLst/>
                <a:cxnLst>
                  <a:cxn ang="0">
                    <a:pos x="connsiteX0" y="connsiteY0"/>
                  </a:cxn>
                  <a:cxn ang="0">
                    <a:pos x="connsiteX1" y="connsiteY1"/>
                  </a:cxn>
                  <a:cxn ang="0">
                    <a:pos x="connsiteX2" y="connsiteY2"/>
                  </a:cxn>
                </a:cxnLst>
                <a:rect l="l" t="t" r="r" b="b"/>
                <a:pathLst>
                  <a:path w="755581" h="90963">
                    <a:moveTo>
                      <a:pt x="0" y="0"/>
                    </a:moveTo>
                    <a:lnTo>
                      <a:pt x="384402" y="90963"/>
                    </a:lnTo>
                    <a:lnTo>
                      <a:pt x="755582" y="71193"/>
                    </a:lnTo>
                  </a:path>
                </a:pathLst>
              </a:custGeom>
              <a:noFill/>
              <a:ln w="4753" cap="flat">
                <a:solidFill>
                  <a:srgbClr val="B3B3B3">
                    <a:alpha val="40000"/>
                  </a:srgbClr>
                </a:solidFill>
                <a:prstDash val="solid"/>
                <a:round/>
              </a:ln>
            </p:spPr>
            <p:txBody>
              <a:bodyPr rtlCol="0" anchor="ctr"/>
              <a:lstStyle/>
              <a:p>
                <a:endParaRPr lang="en-US"/>
              </a:p>
            </p:txBody>
          </p:sp>
          <p:sp>
            <p:nvSpPr>
              <p:cNvPr id="4259" name="Freeform 4258">
                <a:extLst>
                  <a:ext uri="{FF2B5EF4-FFF2-40B4-BE49-F238E27FC236}">
                    <a16:creationId xmlns:a16="http://schemas.microsoft.com/office/drawing/2014/main" id="{DD338CDF-25AD-3318-6848-0DA95A8959F1}"/>
                  </a:ext>
                </a:extLst>
              </p:cNvPr>
              <p:cNvSpPr/>
              <p:nvPr/>
            </p:nvSpPr>
            <p:spPr>
              <a:xfrm>
                <a:off x="7935933" y="4875087"/>
                <a:ext cx="1873246" cy="140743"/>
              </a:xfrm>
              <a:custGeom>
                <a:avLst/>
                <a:gdLst>
                  <a:gd name="connsiteX0" fmla="*/ 0 w 752727"/>
                  <a:gd name="connsiteY0" fmla="*/ 56555 h 56555"/>
                  <a:gd name="connsiteX1" fmla="*/ 405330 w 752727"/>
                  <a:gd name="connsiteY1" fmla="*/ 0 h 56555"/>
                  <a:gd name="connsiteX2" fmla="*/ 752728 w 752727"/>
                  <a:gd name="connsiteY2" fmla="*/ 33078 h 56555"/>
                </a:gdLst>
                <a:ahLst/>
                <a:cxnLst>
                  <a:cxn ang="0">
                    <a:pos x="connsiteX0" y="connsiteY0"/>
                  </a:cxn>
                  <a:cxn ang="0">
                    <a:pos x="connsiteX1" y="connsiteY1"/>
                  </a:cxn>
                  <a:cxn ang="0">
                    <a:pos x="connsiteX2" y="connsiteY2"/>
                  </a:cxn>
                </a:cxnLst>
                <a:rect l="l" t="t" r="r" b="b"/>
                <a:pathLst>
                  <a:path w="752727" h="56555">
                    <a:moveTo>
                      <a:pt x="0" y="56555"/>
                    </a:moveTo>
                    <a:lnTo>
                      <a:pt x="405330" y="0"/>
                    </a:lnTo>
                    <a:lnTo>
                      <a:pt x="752728" y="33078"/>
                    </a:lnTo>
                  </a:path>
                </a:pathLst>
              </a:custGeom>
              <a:noFill/>
              <a:ln w="4753" cap="flat">
                <a:solidFill>
                  <a:srgbClr val="B3B3B3">
                    <a:alpha val="40000"/>
                  </a:srgbClr>
                </a:solidFill>
                <a:prstDash val="solid"/>
                <a:round/>
              </a:ln>
            </p:spPr>
            <p:txBody>
              <a:bodyPr rtlCol="0" anchor="ctr"/>
              <a:lstStyle/>
              <a:p>
                <a:endParaRPr lang="en-US"/>
              </a:p>
            </p:txBody>
          </p:sp>
          <p:sp>
            <p:nvSpPr>
              <p:cNvPr id="4260" name="Freeform 4259">
                <a:extLst>
                  <a:ext uri="{FF2B5EF4-FFF2-40B4-BE49-F238E27FC236}">
                    <a16:creationId xmlns:a16="http://schemas.microsoft.com/office/drawing/2014/main" id="{E0054F59-F71B-9E16-28C3-BE1754172850}"/>
                  </a:ext>
                </a:extLst>
              </p:cNvPr>
              <p:cNvSpPr/>
              <p:nvPr/>
            </p:nvSpPr>
            <p:spPr>
              <a:xfrm>
                <a:off x="8031334" y="4931148"/>
                <a:ext cx="1817379" cy="150914"/>
              </a:xfrm>
              <a:custGeom>
                <a:avLst/>
                <a:gdLst>
                  <a:gd name="connsiteX0" fmla="*/ 0 w 730278"/>
                  <a:gd name="connsiteY0" fmla="*/ 31557 h 60642"/>
                  <a:gd name="connsiteX1" fmla="*/ 349111 w 730278"/>
                  <a:gd name="connsiteY1" fmla="*/ 0 h 60642"/>
                  <a:gd name="connsiteX2" fmla="*/ 730278 w 730278"/>
                  <a:gd name="connsiteY2" fmla="*/ 60642 h 60642"/>
                </a:gdLst>
                <a:ahLst/>
                <a:cxnLst>
                  <a:cxn ang="0">
                    <a:pos x="connsiteX0" y="connsiteY0"/>
                  </a:cxn>
                  <a:cxn ang="0">
                    <a:pos x="connsiteX1" y="connsiteY1"/>
                  </a:cxn>
                  <a:cxn ang="0">
                    <a:pos x="connsiteX2" y="connsiteY2"/>
                  </a:cxn>
                </a:cxnLst>
                <a:rect l="l" t="t" r="r" b="b"/>
                <a:pathLst>
                  <a:path w="730278" h="60642">
                    <a:moveTo>
                      <a:pt x="0" y="31557"/>
                    </a:moveTo>
                    <a:lnTo>
                      <a:pt x="349111" y="0"/>
                    </a:lnTo>
                    <a:lnTo>
                      <a:pt x="730278" y="60642"/>
                    </a:lnTo>
                  </a:path>
                </a:pathLst>
              </a:custGeom>
              <a:noFill/>
              <a:ln w="4753" cap="flat">
                <a:solidFill>
                  <a:srgbClr val="B3B3B3">
                    <a:alpha val="40000"/>
                  </a:srgbClr>
                </a:solidFill>
                <a:prstDash val="solid"/>
                <a:round/>
              </a:ln>
            </p:spPr>
            <p:txBody>
              <a:bodyPr rtlCol="0" anchor="ctr"/>
              <a:lstStyle/>
              <a:p>
                <a:endParaRPr lang="en-US"/>
              </a:p>
            </p:txBody>
          </p:sp>
          <p:sp>
            <p:nvSpPr>
              <p:cNvPr id="4261" name="Freeform 4260">
                <a:extLst>
                  <a:ext uri="{FF2B5EF4-FFF2-40B4-BE49-F238E27FC236}">
                    <a16:creationId xmlns:a16="http://schemas.microsoft.com/office/drawing/2014/main" id="{105AC8AD-3940-69B4-164A-65114259C022}"/>
                  </a:ext>
                </a:extLst>
              </p:cNvPr>
              <p:cNvSpPr/>
              <p:nvPr/>
            </p:nvSpPr>
            <p:spPr>
              <a:xfrm>
                <a:off x="7924094" y="4297924"/>
                <a:ext cx="1821639" cy="501943"/>
              </a:xfrm>
              <a:custGeom>
                <a:avLst/>
                <a:gdLst>
                  <a:gd name="connsiteX0" fmla="*/ 0 w 731990"/>
                  <a:gd name="connsiteY0" fmla="*/ 201697 h 201696"/>
                  <a:gd name="connsiteX1" fmla="*/ 362618 w 731990"/>
                  <a:gd name="connsiteY1" fmla="*/ 150465 h 201696"/>
                  <a:gd name="connsiteX2" fmla="*/ 731991 w 731990"/>
                  <a:gd name="connsiteY2" fmla="*/ 0 h 201696"/>
                </a:gdLst>
                <a:ahLst/>
                <a:cxnLst>
                  <a:cxn ang="0">
                    <a:pos x="connsiteX0" y="connsiteY0"/>
                  </a:cxn>
                  <a:cxn ang="0">
                    <a:pos x="connsiteX1" y="connsiteY1"/>
                  </a:cxn>
                  <a:cxn ang="0">
                    <a:pos x="connsiteX2" y="connsiteY2"/>
                  </a:cxn>
                </a:cxnLst>
                <a:rect l="l" t="t" r="r" b="b"/>
                <a:pathLst>
                  <a:path w="731990" h="201696">
                    <a:moveTo>
                      <a:pt x="0" y="201697"/>
                    </a:moveTo>
                    <a:lnTo>
                      <a:pt x="362618" y="150465"/>
                    </a:lnTo>
                    <a:lnTo>
                      <a:pt x="731991" y="0"/>
                    </a:lnTo>
                  </a:path>
                </a:pathLst>
              </a:custGeom>
              <a:noFill/>
              <a:ln w="4753" cap="flat">
                <a:solidFill>
                  <a:srgbClr val="B3B3B3">
                    <a:alpha val="40000"/>
                  </a:srgbClr>
                </a:solidFill>
                <a:prstDash val="solid"/>
                <a:round/>
              </a:ln>
            </p:spPr>
            <p:txBody>
              <a:bodyPr rtlCol="0" anchor="ctr"/>
              <a:lstStyle/>
              <a:p>
                <a:endParaRPr lang="en-US"/>
              </a:p>
            </p:txBody>
          </p:sp>
          <p:sp>
            <p:nvSpPr>
              <p:cNvPr id="4262" name="Freeform 4261">
                <a:extLst>
                  <a:ext uri="{FF2B5EF4-FFF2-40B4-BE49-F238E27FC236}">
                    <a16:creationId xmlns:a16="http://schemas.microsoft.com/office/drawing/2014/main" id="{72F147CC-F4FF-1905-53DF-208B931829EC}"/>
                  </a:ext>
                </a:extLst>
              </p:cNvPr>
              <p:cNvSpPr/>
              <p:nvPr/>
            </p:nvSpPr>
            <p:spPr>
              <a:xfrm>
                <a:off x="7911074" y="5528893"/>
                <a:ext cx="1906153" cy="46597"/>
              </a:xfrm>
              <a:custGeom>
                <a:avLst/>
                <a:gdLst>
                  <a:gd name="connsiteX0" fmla="*/ 0 w 765950"/>
                  <a:gd name="connsiteY0" fmla="*/ 0 h 18724"/>
                  <a:gd name="connsiteX1" fmla="*/ 413035 w 765950"/>
                  <a:gd name="connsiteY1" fmla="*/ 18725 h 18724"/>
                  <a:gd name="connsiteX2" fmla="*/ 765950 w 765950"/>
                  <a:gd name="connsiteY2" fmla="*/ 9125 h 18724"/>
                </a:gdLst>
                <a:ahLst/>
                <a:cxnLst>
                  <a:cxn ang="0">
                    <a:pos x="connsiteX0" y="connsiteY0"/>
                  </a:cxn>
                  <a:cxn ang="0">
                    <a:pos x="connsiteX1" y="connsiteY1"/>
                  </a:cxn>
                  <a:cxn ang="0">
                    <a:pos x="connsiteX2" y="connsiteY2"/>
                  </a:cxn>
                </a:cxnLst>
                <a:rect l="l" t="t" r="r" b="b"/>
                <a:pathLst>
                  <a:path w="765950" h="18724">
                    <a:moveTo>
                      <a:pt x="0" y="0"/>
                    </a:moveTo>
                    <a:lnTo>
                      <a:pt x="413035" y="18725"/>
                    </a:lnTo>
                    <a:lnTo>
                      <a:pt x="765950" y="9125"/>
                    </a:lnTo>
                  </a:path>
                </a:pathLst>
              </a:custGeom>
              <a:noFill/>
              <a:ln w="4753" cap="flat">
                <a:solidFill>
                  <a:srgbClr val="B3B3B3">
                    <a:alpha val="40000"/>
                  </a:srgbClr>
                </a:solidFill>
                <a:prstDash val="solid"/>
                <a:round/>
              </a:ln>
            </p:spPr>
            <p:txBody>
              <a:bodyPr rtlCol="0" anchor="ctr"/>
              <a:lstStyle/>
              <a:p>
                <a:endParaRPr lang="en-US"/>
              </a:p>
            </p:txBody>
          </p:sp>
          <p:sp>
            <p:nvSpPr>
              <p:cNvPr id="4263" name="Freeform 4262">
                <a:extLst>
                  <a:ext uri="{FF2B5EF4-FFF2-40B4-BE49-F238E27FC236}">
                    <a16:creationId xmlns:a16="http://schemas.microsoft.com/office/drawing/2014/main" id="{08AA81C0-172D-98D5-2D72-52787736893F}"/>
                  </a:ext>
                </a:extLst>
              </p:cNvPr>
              <p:cNvSpPr/>
              <p:nvPr/>
            </p:nvSpPr>
            <p:spPr>
              <a:xfrm>
                <a:off x="7899238" y="4796793"/>
                <a:ext cx="1884372" cy="249317"/>
              </a:xfrm>
              <a:custGeom>
                <a:avLst/>
                <a:gdLst>
                  <a:gd name="connsiteX0" fmla="*/ 0 w 757198"/>
                  <a:gd name="connsiteY0" fmla="*/ 0 h 100183"/>
                  <a:gd name="connsiteX1" fmla="*/ 429967 w 757198"/>
                  <a:gd name="connsiteY1" fmla="*/ 9600 h 100183"/>
                  <a:gd name="connsiteX2" fmla="*/ 757199 w 757198"/>
                  <a:gd name="connsiteY2" fmla="*/ 100183 h 100183"/>
                </a:gdLst>
                <a:ahLst/>
                <a:cxnLst>
                  <a:cxn ang="0">
                    <a:pos x="connsiteX0" y="connsiteY0"/>
                  </a:cxn>
                  <a:cxn ang="0">
                    <a:pos x="connsiteX1" y="connsiteY1"/>
                  </a:cxn>
                  <a:cxn ang="0">
                    <a:pos x="connsiteX2" y="connsiteY2"/>
                  </a:cxn>
                </a:cxnLst>
                <a:rect l="l" t="t" r="r" b="b"/>
                <a:pathLst>
                  <a:path w="757198" h="100183">
                    <a:moveTo>
                      <a:pt x="0" y="0"/>
                    </a:moveTo>
                    <a:lnTo>
                      <a:pt x="429967" y="9600"/>
                    </a:lnTo>
                    <a:lnTo>
                      <a:pt x="757199" y="100183"/>
                    </a:lnTo>
                  </a:path>
                </a:pathLst>
              </a:custGeom>
              <a:noFill/>
              <a:ln w="4753" cap="flat">
                <a:solidFill>
                  <a:srgbClr val="B3B3B3">
                    <a:alpha val="40000"/>
                  </a:srgbClr>
                </a:solidFill>
                <a:prstDash val="solid"/>
                <a:round/>
              </a:ln>
            </p:spPr>
            <p:txBody>
              <a:bodyPr rtlCol="0" anchor="ctr"/>
              <a:lstStyle/>
              <a:p>
                <a:endParaRPr lang="en-US"/>
              </a:p>
            </p:txBody>
          </p:sp>
          <p:sp>
            <p:nvSpPr>
              <p:cNvPr id="4264" name="Freeform 4263">
                <a:extLst>
                  <a:ext uri="{FF2B5EF4-FFF2-40B4-BE49-F238E27FC236}">
                    <a16:creationId xmlns:a16="http://schemas.microsoft.com/office/drawing/2014/main" id="{FBDE8FD3-E10F-0940-0780-C6525361FC78}"/>
                  </a:ext>
                </a:extLst>
              </p:cNvPr>
              <p:cNvSpPr/>
              <p:nvPr/>
            </p:nvSpPr>
            <p:spPr>
              <a:xfrm>
                <a:off x="8057611" y="5287147"/>
                <a:ext cx="1723396" cy="204609"/>
              </a:xfrm>
              <a:custGeom>
                <a:avLst/>
                <a:gdLst>
                  <a:gd name="connsiteX0" fmla="*/ 0 w 692513"/>
                  <a:gd name="connsiteY0" fmla="*/ 0 h 82218"/>
                  <a:gd name="connsiteX1" fmla="*/ 371370 w 692513"/>
                  <a:gd name="connsiteY1" fmla="*/ 82218 h 82218"/>
                  <a:gd name="connsiteX2" fmla="*/ 692513 w 692513"/>
                  <a:gd name="connsiteY2" fmla="*/ 81078 h 82218"/>
                </a:gdLst>
                <a:ahLst/>
                <a:cxnLst>
                  <a:cxn ang="0">
                    <a:pos x="connsiteX0" y="connsiteY0"/>
                  </a:cxn>
                  <a:cxn ang="0">
                    <a:pos x="connsiteX1" y="connsiteY1"/>
                  </a:cxn>
                  <a:cxn ang="0">
                    <a:pos x="connsiteX2" y="connsiteY2"/>
                  </a:cxn>
                </a:cxnLst>
                <a:rect l="l" t="t" r="r" b="b"/>
                <a:pathLst>
                  <a:path w="692513" h="82218">
                    <a:moveTo>
                      <a:pt x="0" y="0"/>
                    </a:moveTo>
                    <a:lnTo>
                      <a:pt x="371370" y="82218"/>
                    </a:lnTo>
                    <a:lnTo>
                      <a:pt x="692513" y="81078"/>
                    </a:lnTo>
                  </a:path>
                </a:pathLst>
              </a:custGeom>
              <a:noFill/>
              <a:ln w="4753" cap="flat">
                <a:solidFill>
                  <a:srgbClr val="B3B3B3">
                    <a:alpha val="40000"/>
                  </a:srgbClr>
                </a:solidFill>
                <a:prstDash val="solid"/>
                <a:round/>
              </a:ln>
            </p:spPr>
            <p:txBody>
              <a:bodyPr rtlCol="0" anchor="ctr"/>
              <a:lstStyle/>
              <a:p>
                <a:endParaRPr lang="en-US"/>
              </a:p>
            </p:txBody>
          </p:sp>
          <p:sp>
            <p:nvSpPr>
              <p:cNvPr id="4265" name="Freeform 4264">
                <a:extLst>
                  <a:ext uri="{FF2B5EF4-FFF2-40B4-BE49-F238E27FC236}">
                    <a16:creationId xmlns:a16="http://schemas.microsoft.com/office/drawing/2014/main" id="{364268EF-798C-683F-07A2-D270284DA798}"/>
                  </a:ext>
                </a:extLst>
              </p:cNvPr>
              <p:cNvSpPr/>
              <p:nvPr/>
            </p:nvSpPr>
            <p:spPr>
              <a:xfrm>
                <a:off x="7972152" y="5409676"/>
                <a:ext cx="1915385" cy="193492"/>
              </a:xfrm>
              <a:custGeom>
                <a:avLst/>
                <a:gdLst>
                  <a:gd name="connsiteX0" fmla="*/ 0 w 769660"/>
                  <a:gd name="connsiteY0" fmla="*/ 56174 h 77751"/>
                  <a:gd name="connsiteX1" fmla="*/ 396959 w 769660"/>
                  <a:gd name="connsiteY1" fmla="*/ 77751 h 77751"/>
                  <a:gd name="connsiteX2" fmla="*/ 769660 w 769660"/>
                  <a:gd name="connsiteY2" fmla="*/ 0 h 77751"/>
                </a:gdLst>
                <a:ahLst/>
                <a:cxnLst>
                  <a:cxn ang="0">
                    <a:pos x="connsiteX0" y="connsiteY0"/>
                  </a:cxn>
                  <a:cxn ang="0">
                    <a:pos x="connsiteX1" y="connsiteY1"/>
                  </a:cxn>
                  <a:cxn ang="0">
                    <a:pos x="connsiteX2" y="connsiteY2"/>
                  </a:cxn>
                </a:cxnLst>
                <a:rect l="l" t="t" r="r" b="b"/>
                <a:pathLst>
                  <a:path w="769660" h="77751">
                    <a:moveTo>
                      <a:pt x="0" y="56174"/>
                    </a:moveTo>
                    <a:lnTo>
                      <a:pt x="396959" y="77751"/>
                    </a:lnTo>
                    <a:lnTo>
                      <a:pt x="769660" y="0"/>
                    </a:lnTo>
                  </a:path>
                </a:pathLst>
              </a:custGeom>
              <a:noFill/>
              <a:ln w="4753" cap="flat">
                <a:solidFill>
                  <a:srgbClr val="B3B3B3">
                    <a:alpha val="40000"/>
                  </a:srgbClr>
                </a:solidFill>
                <a:prstDash val="solid"/>
                <a:round/>
              </a:ln>
            </p:spPr>
            <p:txBody>
              <a:bodyPr rtlCol="0" anchor="ctr"/>
              <a:lstStyle/>
              <a:p>
                <a:endParaRPr lang="en-US"/>
              </a:p>
            </p:txBody>
          </p:sp>
          <p:sp>
            <p:nvSpPr>
              <p:cNvPr id="4266" name="Freeform 4265">
                <a:extLst>
                  <a:ext uri="{FF2B5EF4-FFF2-40B4-BE49-F238E27FC236}">
                    <a16:creationId xmlns:a16="http://schemas.microsoft.com/office/drawing/2014/main" id="{F45F5B89-9FAE-CFD6-FF7F-AFD698795756}"/>
                  </a:ext>
                </a:extLst>
              </p:cNvPr>
              <p:cNvSpPr/>
              <p:nvPr/>
            </p:nvSpPr>
            <p:spPr>
              <a:xfrm>
                <a:off x="7938772" y="4898269"/>
                <a:ext cx="1884848" cy="398337"/>
              </a:xfrm>
              <a:custGeom>
                <a:avLst/>
                <a:gdLst>
                  <a:gd name="connsiteX0" fmla="*/ 0 w 757389"/>
                  <a:gd name="connsiteY0" fmla="*/ 2281 h 160064"/>
                  <a:gd name="connsiteX1" fmla="*/ 391251 w 757389"/>
                  <a:gd name="connsiteY1" fmla="*/ 0 h 160064"/>
                  <a:gd name="connsiteX2" fmla="*/ 757389 w 757389"/>
                  <a:gd name="connsiteY2" fmla="*/ 160065 h 160064"/>
                </a:gdLst>
                <a:ahLst/>
                <a:cxnLst>
                  <a:cxn ang="0">
                    <a:pos x="connsiteX0" y="connsiteY0"/>
                  </a:cxn>
                  <a:cxn ang="0">
                    <a:pos x="connsiteX1" y="connsiteY1"/>
                  </a:cxn>
                  <a:cxn ang="0">
                    <a:pos x="connsiteX2" y="connsiteY2"/>
                  </a:cxn>
                </a:cxnLst>
                <a:rect l="l" t="t" r="r" b="b"/>
                <a:pathLst>
                  <a:path w="757389" h="160064">
                    <a:moveTo>
                      <a:pt x="0" y="2281"/>
                    </a:moveTo>
                    <a:lnTo>
                      <a:pt x="391251" y="0"/>
                    </a:lnTo>
                    <a:lnTo>
                      <a:pt x="757389" y="160065"/>
                    </a:lnTo>
                  </a:path>
                </a:pathLst>
              </a:custGeom>
              <a:noFill/>
              <a:ln w="4753" cap="flat">
                <a:solidFill>
                  <a:srgbClr val="B3B3B3">
                    <a:alpha val="40000"/>
                  </a:srgbClr>
                </a:solidFill>
                <a:prstDash val="solid"/>
                <a:round/>
              </a:ln>
            </p:spPr>
            <p:txBody>
              <a:bodyPr rtlCol="0" anchor="ctr"/>
              <a:lstStyle/>
              <a:p>
                <a:endParaRPr lang="en-US"/>
              </a:p>
            </p:txBody>
          </p:sp>
          <p:sp>
            <p:nvSpPr>
              <p:cNvPr id="4267" name="Freeform 4266">
                <a:extLst>
                  <a:ext uri="{FF2B5EF4-FFF2-40B4-BE49-F238E27FC236}">
                    <a16:creationId xmlns:a16="http://schemas.microsoft.com/office/drawing/2014/main" id="{0E3C1459-CB1B-3E98-A08A-C518CD7B6C67}"/>
                  </a:ext>
                </a:extLst>
              </p:cNvPr>
              <p:cNvSpPr/>
              <p:nvPr/>
            </p:nvSpPr>
            <p:spPr>
              <a:xfrm>
                <a:off x="8020680" y="5314350"/>
                <a:ext cx="1862831" cy="76166"/>
              </a:xfrm>
              <a:custGeom>
                <a:avLst/>
                <a:gdLst>
                  <a:gd name="connsiteX0" fmla="*/ 0 w 748542"/>
                  <a:gd name="connsiteY0" fmla="*/ 951 h 30606"/>
                  <a:gd name="connsiteX1" fmla="*/ 372702 w 748542"/>
                  <a:gd name="connsiteY1" fmla="*/ 0 h 30606"/>
                  <a:gd name="connsiteX2" fmla="*/ 748543 w 748542"/>
                  <a:gd name="connsiteY2" fmla="*/ 30606 h 30606"/>
                </a:gdLst>
                <a:ahLst/>
                <a:cxnLst>
                  <a:cxn ang="0">
                    <a:pos x="connsiteX0" y="connsiteY0"/>
                  </a:cxn>
                  <a:cxn ang="0">
                    <a:pos x="connsiteX1" y="connsiteY1"/>
                  </a:cxn>
                  <a:cxn ang="0">
                    <a:pos x="connsiteX2" y="connsiteY2"/>
                  </a:cxn>
                </a:cxnLst>
                <a:rect l="l" t="t" r="r" b="b"/>
                <a:pathLst>
                  <a:path w="748542" h="30606">
                    <a:moveTo>
                      <a:pt x="0" y="951"/>
                    </a:moveTo>
                    <a:lnTo>
                      <a:pt x="372702" y="0"/>
                    </a:lnTo>
                    <a:lnTo>
                      <a:pt x="748543" y="30606"/>
                    </a:lnTo>
                  </a:path>
                </a:pathLst>
              </a:custGeom>
              <a:noFill/>
              <a:ln w="4753" cap="flat">
                <a:solidFill>
                  <a:srgbClr val="B3B3B3">
                    <a:alpha val="40000"/>
                  </a:srgbClr>
                </a:solidFill>
                <a:prstDash val="solid"/>
                <a:round/>
              </a:ln>
            </p:spPr>
            <p:txBody>
              <a:bodyPr rtlCol="0" anchor="ctr"/>
              <a:lstStyle/>
              <a:p>
                <a:endParaRPr lang="en-US"/>
              </a:p>
            </p:txBody>
          </p:sp>
          <p:sp>
            <p:nvSpPr>
              <p:cNvPr id="4268" name="Freeform 4267">
                <a:extLst>
                  <a:ext uri="{FF2B5EF4-FFF2-40B4-BE49-F238E27FC236}">
                    <a16:creationId xmlns:a16="http://schemas.microsoft.com/office/drawing/2014/main" id="{6BDBA912-D07E-B9EB-AB59-A93670AF82CE}"/>
                  </a:ext>
                </a:extLst>
              </p:cNvPr>
              <p:cNvSpPr/>
              <p:nvPr/>
            </p:nvSpPr>
            <p:spPr>
              <a:xfrm>
                <a:off x="7970019" y="5409676"/>
                <a:ext cx="1861883" cy="193492"/>
              </a:xfrm>
              <a:custGeom>
                <a:avLst/>
                <a:gdLst>
                  <a:gd name="connsiteX0" fmla="*/ 0 w 748161"/>
                  <a:gd name="connsiteY0" fmla="*/ 56174 h 77751"/>
                  <a:gd name="connsiteX1" fmla="*/ 337791 w 748161"/>
                  <a:gd name="connsiteY1" fmla="*/ 77751 h 77751"/>
                  <a:gd name="connsiteX2" fmla="*/ 748162 w 748161"/>
                  <a:gd name="connsiteY2" fmla="*/ 0 h 77751"/>
                </a:gdLst>
                <a:ahLst/>
                <a:cxnLst>
                  <a:cxn ang="0">
                    <a:pos x="connsiteX0" y="connsiteY0"/>
                  </a:cxn>
                  <a:cxn ang="0">
                    <a:pos x="connsiteX1" y="connsiteY1"/>
                  </a:cxn>
                  <a:cxn ang="0">
                    <a:pos x="connsiteX2" y="connsiteY2"/>
                  </a:cxn>
                </a:cxnLst>
                <a:rect l="l" t="t" r="r" b="b"/>
                <a:pathLst>
                  <a:path w="748161" h="77751">
                    <a:moveTo>
                      <a:pt x="0" y="56174"/>
                    </a:moveTo>
                    <a:lnTo>
                      <a:pt x="337791" y="77751"/>
                    </a:lnTo>
                    <a:lnTo>
                      <a:pt x="748162" y="0"/>
                    </a:lnTo>
                  </a:path>
                </a:pathLst>
              </a:custGeom>
              <a:noFill/>
              <a:ln w="4753" cap="flat">
                <a:solidFill>
                  <a:srgbClr val="B3B3B3">
                    <a:alpha val="40000"/>
                  </a:srgbClr>
                </a:solidFill>
                <a:prstDash val="solid"/>
                <a:round/>
              </a:ln>
            </p:spPr>
            <p:txBody>
              <a:bodyPr rtlCol="0" anchor="ctr"/>
              <a:lstStyle/>
              <a:p>
                <a:endParaRPr lang="en-US"/>
              </a:p>
            </p:txBody>
          </p:sp>
          <p:sp>
            <p:nvSpPr>
              <p:cNvPr id="4269" name="Freeform 4268">
                <a:extLst>
                  <a:ext uri="{FF2B5EF4-FFF2-40B4-BE49-F238E27FC236}">
                    <a16:creationId xmlns:a16="http://schemas.microsoft.com/office/drawing/2014/main" id="{C149F0D8-1576-DFBF-FBE2-CDEC492896C5}"/>
                  </a:ext>
                </a:extLst>
              </p:cNvPr>
              <p:cNvSpPr/>
              <p:nvPr/>
            </p:nvSpPr>
            <p:spPr>
              <a:xfrm>
                <a:off x="8033228" y="5232032"/>
                <a:ext cx="1828742" cy="205554"/>
              </a:xfrm>
              <a:custGeom>
                <a:avLst/>
                <a:gdLst>
                  <a:gd name="connsiteX0" fmla="*/ 0 w 734844"/>
                  <a:gd name="connsiteY0" fmla="*/ 0 h 82598"/>
                  <a:gd name="connsiteX1" fmla="*/ 325614 w 734844"/>
                  <a:gd name="connsiteY1" fmla="*/ 32697 h 82598"/>
                  <a:gd name="connsiteX2" fmla="*/ 734844 w 734844"/>
                  <a:gd name="connsiteY2" fmla="*/ 82599 h 82598"/>
                </a:gdLst>
                <a:ahLst/>
                <a:cxnLst>
                  <a:cxn ang="0">
                    <a:pos x="connsiteX0" y="connsiteY0"/>
                  </a:cxn>
                  <a:cxn ang="0">
                    <a:pos x="connsiteX1" y="connsiteY1"/>
                  </a:cxn>
                  <a:cxn ang="0">
                    <a:pos x="connsiteX2" y="connsiteY2"/>
                  </a:cxn>
                </a:cxnLst>
                <a:rect l="l" t="t" r="r" b="b"/>
                <a:pathLst>
                  <a:path w="734844" h="82598">
                    <a:moveTo>
                      <a:pt x="0" y="0"/>
                    </a:moveTo>
                    <a:lnTo>
                      <a:pt x="325614" y="32697"/>
                    </a:lnTo>
                    <a:lnTo>
                      <a:pt x="734844" y="82599"/>
                    </a:lnTo>
                  </a:path>
                </a:pathLst>
              </a:custGeom>
              <a:noFill/>
              <a:ln w="4753" cap="flat">
                <a:solidFill>
                  <a:srgbClr val="B3B3B3">
                    <a:alpha val="40000"/>
                  </a:srgbClr>
                </a:solidFill>
                <a:prstDash val="solid"/>
                <a:round/>
              </a:ln>
            </p:spPr>
            <p:txBody>
              <a:bodyPr rtlCol="0" anchor="ctr"/>
              <a:lstStyle/>
              <a:p>
                <a:endParaRPr lang="en-US"/>
              </a:p>
            </p:txBody>
          </p:sp>
          <p:sp>
            <p:nvSpPr>
              <p:cNvPr id="4270" name="Freeform 4269">
                <a:extLst>
                  <a:ext uri="{FF2B5EF4-FFF2-40B4-BE49-F238E27FC236}">
                    <a16:creationId xmlns:a16="http://schemas.microsoft.com/office/drawing/2014/main" id="{4BACE36D-A923-EF54-1DC8-62AC53A0522E}"/>
                  </a:ext>
                </a:extLst>
              </p:cNvPr>
              <p:cNvSpPr/>
              <p:nvPr/>
            </p:nvSpPr>
            <p:spPr>
              <a:xfrm>
                <a:off x="8043645" y="5284307"/>
                <a:ext cx="1718663" cy="96508"/>
              </a:xfrm>
              <a:custGeom>
                <a:avLst/>
                <a:gdLst>
                  <a:gd name="connsiteX0" fmla="*/ 0 w 690611"/>
                  <a:gd name="connsiteY0" fmla="*/ 38781 h 38780"/>
                  <a:gd name="connsiteX1" fmla="*/ 340739 w 690611"/>
                  <a:gd name="connsiteY1" fmla="*/ 0 h 38780"/>
                  <a:gd name="connsiteX2" fmla="*/ 690611 w 690611"/>
                  <a:gd name="connsiteY2" fmla="*/ 9410 h 38780"/>
                </a:gdLst>
                <a:ahLst/>
                <a:cxnLst>
                  <a:cxn ang="0">
                    <a:pos x="connsiteX0" y="connsiteY0"/>
                  </a:cxn>
                  <a:cxn ang="0">
                    <a:pos x="connsiteX1" y="connsiteY1"/>
                  </a:cxn>
                  <a:cxn ang="0">
                    <a:pos x="connsiteX2" y="connsiteY2"/>
                  </a:cxn>
                </a:cxnLst>
                <a:rect l="l" t="t" r="r" b="b"/>
                <a:pathLst>
                  <a:path w="690611" h="38780">
                    <a:moveTo>
                      <a:pt x="0" y="38781"/>
                    </a:moveTo>
                    <a:lnTo>
                      <a:pt x="340739" y="0"/>
                    </a:lnTo>
                    <a:lnTo>
                      <a:pt x="690611" y="9410"/>
                    </a:lnTo>
                  </a:path>
                </a:pathLst>
              </a:custGeom>
              <a:noFill/>
              <a:ln w="4753" cap="flat">
                <a:solidFill>
                  <a:srgbClr val="B3B3B3">
                    <a:alpha val="40000"/>
                  </a:srgbClr>
                </a:solidFill>
                <a:prstDash val="solid"/>
                <a:round/>
              </a:ln>
            </p:spPr>
            <p:txBody>
              <a:bodyPr rtlCol="0" anchor="ctr"/>
              <a:lstStyle/>
              <a:p>
                <a:endParaRPr lang="en-US"/>
              </a:p>
            </p:txBody>
          </p:sp>
          <p:sp>
            <p:nvSpPr>
              <p:cNvPr id="4271" name="Freeform 4270">
                <a:extLst>
                  <a:ext uri="{FF2B5EF4-FFF2-40B4-BE49-F238E27FC236}">
                    <a16:creationId xmlns:a16="http://schemas.microsoft.com/office/drawing/2014/main" id="{BDB0CE9C-8766-0352-4A64-F858894CCAE1}"/>
                  </a:ext>
                </a:extLst>
              </p:cNvPr>
              <p:cNvSpPr/>
              <p:nvPr/>
            </p:nvSpPr>
            <p:spPr>
              <a:xfrm>
                <a:off x="8023995" y="5283835"/>
                <a:ext cx="1782815" cy="254518"/>
              </a:xfrm>
              <a:custGeom>
                <a:avLst/>
                <a:gdLst>
                  <a:gd name="connsiteX0" fmla="*/ 0 w 716389"/>
                  <a:gd name="connsiteY0" fmla="*/ 0 h 102273"/>
                  <a:gd name="connsiteX1" fmla="*/ 383261 w 716389"/>
                  <a:gd name="connsiteY1" fmla="*/ 102274 h 102273"/>
                  <a:gd name="connsiteX2" fmla="*/ 716390 w 716389"/>
                  <a:gd name="connsiteY2" fmla="*/ 74995 h 102273"/>
                </a:gdLst>
                <a:ahLst/>
                <a:cxnLst>
                  <a:cxn ang="0">
                    <a:pos x="connsiteX0" y="connsiteY0"/>
                  </a:cxn>
                  <a:cxn ang="0">
                    <a:pos x="connsiteX1" y="connsiteY1"/>
                  </a:cxn>
                  <a:cxn ang="0">
                    <a:pos x="connsiteX2" y="connsiteY2"/>
                  </a:cxn>
                </a:cxnLst>
                <a:rect l="l" t="t" r="r" b="b"/>
                <a:pathLst>
                  <a:path w="716389" h="102273">
                    <a:moveTo>
                      <a:pt x="0" y="0"/>
                    </a:moveTo>
                    <a:lnTo>
                      <a:pt x="383261" y="102274"/>
                    </a:lnTo>
                    <a:lnTo>
                      <a:pt x="716390" y="74995"/>
                    </a:lnTo>
                  </a:path>
                </a:pathLst>
              </a:custGeom>
              <a:noFill/>
              <a:ln w="4753" cap="flat">
                <a:solidFill>
                  <a:srgbClr val="B3B3B3">
                    <a:alpha val="40000"/>
                  </a:srgbClr>
                </a:solidFill>
                <a:prstDash val="solid"/>
                <a:round/>
              </a:ln>
            </p:spPr>
            <p:txBody>
              <a:bodyPr rtlCol="0" anchor="ctr"/>
              <a:lstStyle/>
              <a:p>
                <a:endParaRPr lang="en-US"/>
              </a:p>
            </p:txBody>
          </p:sp>
          <p:sp>
            <p:nvSpPr>
              <p:cNvPr id="4272" name="Freeform 4271">
                <a:extLst>
                  <a:ext uri="{FF2B5EF4-FFF2-40B4-BE49-F238E27FC236}">
                    <a16:creationId xmlns:a16="http://schemas.microsoft.com/office/drawing/2014/main" id="{0B7F85AA-11C0-81B0-B6DD-BD39E88D4D0E}"/>
                  </a:ext>
                </a:extLst>
              </p:cNvPr>
              <p:cNvSpPr/>
              <p:nvPr/>
            </p:nvSpPr>
            <p:spPr>
              <a:xfrm>
                <a:off x="7882667" y="4957169"/>
                <a:ext cx="1977173" cy="65047"/>
              </a:xfrm>
              <a:custGeom>
                <a:avLst/>
                <a:gdLst>
                  <a:gd name="connsiteX0" fmla="*/ 0 w 794488"/>
                  <a:gd name="connsiteY0" fmla="*/ 3802 h 26138"/>
                  <a:gd name="connsiteX1" fmla="*/ 399622 w 794488"/>
                  <a:gd name="connsiteY1" fmla="*/ 26139 h 26138"/>
                  <a:gd name="connsiteX2" fmla="*/ 794488 w 794488"/>
                  <a:gd name="connsiteY2" fmla="*/ 0 h 26138"/>
                </a:gdLst>
                <a:ahLst/>
                <a:cxnLst>
                  <a:cxn ang="0">
                    <a:pos x="connsiteX0" y="connsiteY0"/>
                  </a:cxn>
                  <a:cxn ang="0">
                    <a:pos x="connsiteX1" y="connsiteY1"/>
                  </a:cxn>
                  <a:cxn ang="0">
                    <a:pos x="connsiteX2" y="connsiteY2"/>
                  </a:cxn>
                </a:cxnLst>
                <a:rect l="l" t="t" r="r" b="b"/>
                <a:pathLst>
                  <a:path w="794488" h="26138">
                    <a:moveTo>
                      <a:pt x="0" y="3802"/>
                    </a:moveTo>
                    <a:lnTo>
                      <a:pt x="399622" y="26139"/>
                    </a:lnTo>
                    <a:lnTo>
                      <a:pt x="794488" y="0"/>
                    </a:lnTo>
                  </a:path>
                </a:pathLst>
              </a:custGeom>
              <a:noFill/>
              <a:ln w="4753" cap="flat">
                <a:solidFill>
                  <a:srgbClr val="B3B3B3">
                    <a:alpha val="40000"/>
                  </a:srgbClr>
                </a:solidFill>
                <a:prstDash val="solid"/>
                <a:round/>
              </a:ln>
            </p:spPr>
            <p:txBody>
              <a:bodyPr rtlCol="0" anchor="ctr"/>
              <a:lstStyle/>
              <a:p>
                <a:endParaRPr lang="en-US"/>
              </a:p>
            </p:txBody>
          </p:sp>
          <p:sp>
            <p:nvSpPr>
              <p:cNvPr id="4273" name="Freeform 4272">
                <a:extLst>
                  <a:ext uri="{FF2B5EF4-FFF2-40B4-BE49-F238E27FC236}">
                    <a16:creationId xmlns:a16="http://schemas.microsoft.com/office/drawing/2014/main" id="{93827C07-9F2C-5CE2-E9D4-56E8719074DB}"/>
                  </a:ext>
                </a:extLst>
              </p:cNvPr>
              <p:cNvSpPr/>
              <p:nvPr/>
            </p:nvSpPr>
            <p:spPr>
              <a:xfrm>
                <a:off x="7890005" y="5067161"/>
                <a:ext cx="1876324" cy="172675"/>
              </a:xfrm>
              <a:custGeom>
                <a:avLst/>
                <a:gdLst>
                  <a:gd name="connsiteX0" fmla="*/ 0 w 753964"/>
                  <a:gd name="connsiteY0" fmla="*/ 6748 h 69386"/>
                  <a:gd name="connsiteX1" fmla="*/ 400669 w 753964"/>
                  <a:gd name="connsiteY1" fmla="*/ 0 h 69386"/>
                  <a:gd name="connsiteX2" fmla="*/ 753965 w 753964"/>
                  <a:gd name="connsiteY2" fmla="*/ 69387 h 69386"/>
                </a:gdLst>
                <a:ahLst/>
                <a:cxnLst>
                  <a:cxn ang="0">
                    <a:pos x="connsiteX0" y="connsiteY0"/>
                  </a:cxn>
                  <a:cxn ang="0">
                    <a:pos x="connsiteX1" y="connsiteY1"/>
                  </a:cxn>
                  <a:cxn ang="0">
                    <a:pos x="connsiteX2" y="connsiteY2"/>
                  </a:cxn>
                </a:cxnLst>
                <a:rect l="l" t="t" r="r" b="b"/>
                <a:pathLst>
                  <a:path w="753964" h="69386">
                    <a:moveTo>
                      <a:pt x="0" y="6748"/>
                    </a:moveTo>
                    <a:lnTo>
                      <a:pt x="400669" y="0"/>
                    </a:lnTo>
                    <a:lnTo>
                      <a:pt x="753965" y="69387"/>
                    </a:lnTo>
                  </a:path>
                </a:pathLst>
              </a:custGeom>
              <a:noFill/>
              <a:ln w="4753" cap="flat">
                <a:solidFill>
                  <a:srgbClr val="B3B3B3">
                    <a:alpha val="40000"/>
                  </a:srgbClr>
                </a:solidFill>
                <a:prstDash val="solid"/>
                <a:round/>
              </a:ln>
            </p:spPr>
            <p:txBody>
              <a:bodyPr rtlCol="0" anchor="ctr"/>
              <a:lstStyle/>
              <a:p>
                <a:endParaRPr lang="en-US"/>
              </a:p>
            </p:txBody>
          </p:sp>
          <p:sp>
            <p:nvSpPr>
              <p:cNvPr id="4274" name="Freeform 4273">
                <a:extLst>
                  <a:ext uri="{FF2B5EF4-FFF2-40B4-BE49-F238E27FC236}">
                    <a16:creationId xmlns:a16="http://schemas.microsoft.com/office/drawing/2014/main" id="{1A6E69B1-F1A8-92FB-7D30-FD65E3B11BB7}"/>
                  </a:ext>
                </a:extLst>
              </p:cNvPr>
              <p:cNvSpPr/>
              <p:nvPr/>
            </p:nvSpPr>
            <p:spPr>
              <a:xfrm>
                <a:off x="7983515" y="5226355"/>
                <a:ext cx="1817379" cy="224241"/>
              </a:xfrm>
              <a:custGeom>
                <a:avLst/>
                <a:gdLst>
                  <a:gd name="connsiteX0" fmla="*/ 0 w 730278"/>
                  <a:gd name="connsiteY0" fmla="*/ 16444 h 90107"/>
                  <a:gd name="connsiteX1" fmla="*/ 372702 w 730278"/>
                  <a:gd name="connsiteY1" fmla="*/ 90108 h 90107"/>
                  <a:gd name="connsiteX2" fmla="*/ 730278 w 730278"/>
                  <a:gd name="connsiteY2" fmla="*/ 0 h 90107"/>
                </a:gdLst>
                <a:ahLst/>
                <a:cxnLst>
                  <a:cxn ang="0">
                    <a:pos x="connsiteX0" y="connsiteY0"/>
                  </a:cxn>
                  <a:cxn ang="0">
                    <a:pos x="connsiteX1" y="connsiteY1"/>
                  </a:cxn>
                  <a:cxn ang="0">
                    <a:pos x="connsiteX2" y="connsiteY2"/>
                  </a:cxn>
                </a:cxnLst>
                <a:rect l="l" t="t" r="r" b="b"/>
                <a:pathLst>
                  <a:path w="730278" h="90107">
                    <a:moveTo>
                      <a:pt x="0" y="16444"/>
                    </a:moveTo>
                    <a:lnTo>
                      <a:pt x="372702" y="90108"/>
                    </a:lnTo>
                    <a:lnTo>
                      <a:pt x="730278" y="0"/>
                    </a:lnTo>
                  </a:path>
                </a:pathLst>
              </a:custGeom>
              <a:noFill/>
              <a:ln w="4753" cap="flat">
                <a:solidFill>
                  <a:srgbClr val="B3B3B3">
                    <a:alpha val="40000"/>
                  </a:srgbClr>
                </a:solidFill>
                <a:prstDash val="solid"/>
                <a:round/>
              </a:ln>
            </p:spPr>
            <p:txBody>
              <a:bodyPr rtlCol="0" anchor="ctr"/>
              <a:lstStyle/>
              <a:p>
                <a:endParaRPr lang="en-US"/>
              </a:p>
            </p:txBody>
          </p:sp>
          <p:sp>
            <p:nvSpPr>
              <p:cNvPr id="4275" name="Freeform 4274">
                <a:extLst>
                  <a:ext uri="{FF2B5EF4-FFF2-40B4-BE49-F238E27FC236}">
                    <a16:creationId xmlns:a16="http://schemas.microsoft.com/office/drawing/2014/main" id="{F654D168-92DA-10DE-6894-99B5ACCDC373}"/>
                  </a:ext>
                </a:extLst>
              </p:cNvPr>
              <p:cNvSpPr/>
              <p:nvPr/>
            </p:nvSpPr>
            <p:spPr>
              <a:xfrm>
                <a:off x="8002453" y="4763204"/>
                <a:ext cx="1864015" cy="65047"/>
              </a:xfrm>
              <a:custGeom>
                <a:avLst/>
                <a:gdLst>
                  <a:gd name="connsiteX0" fmla="*/ 0 w 749018"/>
                  <a:gd name="connsiteY0" fmla="*/ 26139 h 26138"/>
                  <a:gd name="connsiteX1" fmla="*/ 391536 w 749018"/>
                  <a:gd name="connsiteY1" fmla="*/ 19675 h 26138"/>
                  <a:gd name="connsiteX2" fmla="*/ 749018 w 749018"/>
                  <a:gd name="connsiteY2" fmla="*/ 0 h 26138"/>
                </a:gdLst>
                <a:ahLst/>
                <a:cxnLst>
                  <a:cxn ang="0">
                    <a:pos x="connsiteX0" y="connsiteY0"/>
                  </a:cxn>
                  <a:cxn ang="0">
                    <a:pos x="connsiteX1" y="connsiteY1"/>
                  </a:cxn>
                  <a:cxn ang="0">
                    <a:pos x="connsiteX2" y="connsiteY2"/>
                  </a:cxn>
                </a:cxnLst>
                <a:rect l="l" t="t" r="r" b="b"/>
                <a:pathLst>
                  <a:path w="749018" h="26138">
                    <a:moveTo>
                      <a:pt x="0" y="26139"/>
                    </a:moveTo>
                    <a:lnTo>
                      <a:pt x="391536" y="19675"/>
                    </a:lnTo>
                    <a:lnTo>
                      <a:pt x="749018" y="0"/>
                    </a:lnTo>
                  </a:path>
                </a:pathLst>
              </a:custGeom>
              <a:noFill/>
              <a:ln w="4753" cap="flat">
                <a:solidFill>
                  <a:srgbClr val="B3B3B3">
                    <a:alpha val="40000"/>
                  </a:srgbClr>
                </a:solidFill>
                <a:prstDash val="solid"/>
                <a:round/>
              </a:ln>
            </p:spPr>
            <p:txBody>
              <a:bodyPr rtlCol="0" anchor="ctr"/>
              <a:lstStyle/>
              <a:p>
                <a:endParaRPr lang="en-US"/>
              </a:p>
            </p:txBody>
          </p:sp>
          <p:sp>
            <p:nvSpPr>
              <p:cNvPr id="4276" name="Freeform 4275">
                <a:extLst>
                  <a:ext uri="{FF2B5EF4-FFF2-40B4-BE49-F238E27FC236}">
                    <a16:creationId xmlns:a16="http://schemas.microsoft.com/office/drawing/2014/main" id="{2C82A3D1-7336-2860-FA7B-F357FB9C0EAD}"/>
                  </a:ext>
                </a:extLst>
              </p:cNvPr>
              <p:cNvSpPr/>
              <p:nvPr/>
            </p:nvSpPr>
            <p:spPr>
              <a:xfrm>
                <a:off x="8009081" y="5023874"/>
                <a:ext cx="1744701" cy="29804"/>
              </a:xfrm>
              <a:custGeom>
                <a:avLst/>
                <a:gdLst>
                  <a:gd name="connsiteX0" fmla="*/ 0 w 701074"/>
                  <a:gd name="connsiteY0" fmla="*/ 0 h 11976"/>
                  <a:gd name="connsiteX1" fmla="*/ 378504 w 701074"/>
                  <a:gd name="connsiteY1" fmla="*/ 6939 h 11976"/>
                  <a:gd name="connsiteX2" fmla="*/ 701075 w 701074"/>
                  <a:gd name="connsiteY2" fmla="*/ 11976 h 11976"/>
                </a:gdLst>
                <a:ahLst/>
                <a:cxnLst>
                  <a:cxn ang="0">
                    <a:pos x="connsiteX0" y="connsiteY0"/>
                  </a:cxn>
                  <a:cxn ang="0">
                    <a:pos x="connsiteX1" y="connsiteY1"/>
                  </a:cxn>
                  <a:cxn ang="0">
                    <a:pos x="connsiteX2" y="connsiteY2"/>
                  </a:cxn>
                </a:cxnLst>
                <a:rect l="l" t="t" r="r" b="b"/>
                <a:pathLst>
                  <a:path w="701074" h="11976">
                    <a:moveTo>
                      <a:pt x="0" y="0"/>
                    </a:moveTo>
                    <a:lnTo>
                      <a:pt x="378504" y="6939"/>
                    </a:lnTo>
                    <a:lnTo>
                      <a:pt x="701075" y="11976"/>
                    </a:lnTo>
                  </a:path>
                </a:pathLst>
              </a:custGeom>
              <a:noFill/>
              <a:ln w="4753" cap="flat">
                <a:solidFill>
                  <a:srgbClr val="B3B3B3">
                    <a:alpha val="40000"/>
                  </a:srgbClr>
                </a:solidFill>
                <a:prstDash val="solid"/>
                <a:round/>
              </a:ln>
            </p:spPr>
            <p:txBody>
              <a:bodyPr rtlCol="0" anchor="ctr"/>
              <a:lstStyle/>
              <a:p>
                <a:endParaRPr lang="en-US"/>
              </a:p>
            </p:txBody>
          </p:sp>
          <p:sp>
            <p:nvSpPr>
              <p:cNvPr id="4277" name="Freeform 4276">
                <a:extLst>
                  <a:ext uri="{FF2B5EF4-FFF2-40B4-BE49-F238E27FC236}">
                    <a16:creationId xmlns:a16="http://schemas.microsoft.com/office/drawing/2014/main" id="{DD6AB561-0B43-B8FE-F5A9-F927A96B9D60}"/>
                  </a:ext>
                </a:extLst>
              </p:cNvPr>
              <p:cNvSpPr/>
              <p:nvPr/>
            </p:nvSpPr>
            <p:spPr>
              <a:xfrm>
                <a:off x="8041039" y="5056990"/>
                <a:ext cx="1709667" cy="320043"/>
              </a:xfrm>
              <a:custGeom>
                <a:avLst/>
                <a:gdLst>
                  <a:gd name="connsiteX0" fmla="*/ 0 w 686996"/>
                  <a:gd name="connsiteY0" fmla="*/ 0 h 128603"/>
                  <a:gd name="connsiteX1" fmla="*/ 380692 w 686996"/>
                  <a:gd name="connsiteY1" fmla="*/ 91439 h 128603"/>
                  <a:gd name="connsiteX2" fmla="*/ 686996 w 686996"/>
                  <a:gd name="connsiteY2" fmla="*/ 128603 h 128603"/>
                </a:gdLst>
                <a:ahLst/>
                <a:cxnLst>
                  <a:cxn ang="0">
                    <a:pos x="connsiteX0" y="connsiteY0"/>
                  </a:cxn>
                  <a:cxn ang="0">
                    <a:pos x="connsiteX1" y="connsiteY1"/>
                  </a:cxn>
                  <a:cxn ang="0">
                    <a:pos x="connsiteX2" y="connsiteY2"/>
                  </a:cxn>
                </a:cxnLst>
                <a:rect l="l" t="t" r="r" b="b"/>
                <a:pathLst>
                  <a:path w="686996" h="128603">
                    <a:moveTo>
                      <a:pt x="0" y="0"/>
                    </a:moveTo>
                    <a:lnTo>
                      <a:pt x="380692" y="91439"/>
                    </a:lnTo>
                    <a:lnTo>
                      <a:pt x="686996" y="128603"/>
                    </a:lnTo>
                  </a:path>
                </a:pathLst>
              </a:custGeom>
              <a:noFill/>
              <a:ln w="4753" cap="flat">
                <a:solidFill>
                  <a:srgbClr val="B3B3B3">
                    <a:alpha val="40000"/>
                  </a:srgbClr>
                </a:solidFill>
                <a:prstDash val="solid"/>
                <a:round/>
              </a:ln>
            </p:spPr>
            <p:txBody>
              <a:bodyPr rtlCol="0" anchor="ctr"/>
              <a:lstStyle/>
              <a:p>
                <a:endParaRPr lang="en-US"/>
              </a:p>
            </p:txBody>
          </p:sp>
          <p:sp>
            <p:nvSpPr>
              <p:cNvPr id="4278" name="Freeform 4277">
                <a:extLst>
                  <a:ext uri="{FF2B5EF4-FFF2-40B4-BE49-F238E27FC236}">
                    <a16:creationId xmlns:a16="http://schemas.microsoft.com/office/drawing/2014/main" id="{66C3AEEB-F4E4-1CE5-AAAC-7F8B6BD152E0}"/>
                  </a:ext>
                </a:extLst>
              </p:cNvPr>
              <p:cNvSpPr/>
              <p:nvPr/>
            </p:nvSpPr>
            <p:spPr>
              <a:xfrm>
                <a:off x="8028019" y="4723700"/>
                <a:ext cx="1864488" cy="350319"/>
              </a:xfrm>
              <a:custGeom>
                <a:avLst/>
                <a:gdLst>
                  <a:gd name="connsiteX0" fmla="*/ 0 w 749208"/>
                  <a:gd name="connsiteY0" fmla="*/ 0 h 140769"/>
                  <a:gd name="connsiteX1" fmla="*/ 359574 w 749208"/>
                  <a:gd name="connsiteY1" fmla="*/ 140770 h 140769"/>
                  <a:gd name="connsiteX2" fmla="*/ 749208 w 749208"/>
                  <a:gd name="connsiteY2" fmla="*/ 74900 h 140769"/>
                </a:gdLst>
                <a:ahLst/>
                <a:cxnLst>
                  <a:cxn ang="0">
                    <a:pos x="connsiteX0" y="connsiteY0"/>
                  </a:cxn>
                  <a:cxn ang="0">
                    <a:pos x="connsiteX1" y="connsiteY1"/>
                  </a:cxn>
                  <a:cxn ang="0">
                    <a:pos x="connsiteX2" y="connsiteY2"/>
                  </a:cxn>
                </a:cxnLst>
                <a:rect l="l" t="t" r="r" b="b"/>
                <a:pathLst>
                  <a:path w="749208" h="140769">
                    <a:moveTo>
                      <a:pt x="0" y="0"/>
                    </a:moveTo>
                    <a:lnTo>
                      <a:pt x="359574" y="140770"/>
                    </a:lnTo>
                    <a:lnTo>
                      <a:pt x="749208" y="74900"/>
                    </a:lnTo>
                  </a:path>
                </a:pathLst>
              </a:custGeom>
              <a:noFill/>
              <a:ln w="4753" cap="flat">
                <a:solidFill>
                  <a:srgbClr val="B3B3B3">
                    <a:alpha val="40000"/>
                  </a:srgbClr>
                </a:solidFill>
                <a:prstDash val="solid"/>
                <a:round/>
              </a:ln>
            </p:spPr>
            <p:txBody>
              <a:bodyPr rtlCol="0" anchor="ctr"/>
              <a:lstStyle/>
              <a:p>
                <a:endParaRPr lang="en-US"/>
              </a:p>
            </p:txBody>
          </p:sp>
          <p:sp>
            <p:nvSpPr>
              <p:cNvPr id="4279" name="Freeform 4278">
                <a:extLst>
                  <a:ext uri="{FF2B5EF4-FFF2-40B4-BE49-F238E27FC236}">
                    <a16:creationId xmlns:a16="http://schemas.microsoft.com/office/drawing/2014/main" id="{0463CFCF-1424-D541-1E94-FF8747994DE6}"/>
                  </a:ext>
                </a:extLst>
              </p:cNvPr>
              <p:cNvSpPr/>
              <p:nvPr/>
            </p:nvSpPr>
            <p:spPr>
              <a:xfrm>
                <a:off x="7966234" y="4819502"/>
                <a:ext cx="1863067" cy="213125"/>
              </a:xfrm>
              <a:custGeom>
                <a:avLst/>
                <a:gdLst>
                  <a:gd name="connsiteX0" fmla="*/ 0 w 748637"/>
                  <a:gd name="connsiteY0" fmla="*/ 8459 h 85640"/>
                  <a:gd name="connsiteX1" fmla="*/ 376221 w 748637"/>
                  <a:gd name="connsiteY1" fmla="*/ 85640 h 85640"/>
                  <a:gd name="connsiteX2" fmla="*/ 748638 w 748637"/>
                  <a:gd name="connsiteY2" fmla="*/ 0 h 85640"/>
                </a:gdLst>
                <a:ahLst/>
                <a:cxnLst>
                  <a:cxn ang="0">
                    <a:pos x="connsiteX0" y="connsiteY0"/>
                  </a:cxn>
                  <a:cxn ang="0">
                    <a:pos x="connsiteX1" y="connsiteY1"/>
                  </a:cxn>
                  <a:cxn ang="0">
                    <a:pos x="connsiteX2" y="connsiteY2"/>
                  </a:cxn>
                </a:cxnLst>
                <a:rect l="l" t="t" r="r" b="b"/>
                <a:pathLst>
                  <a:path w="748637" h="85640">
                    <a:moveTo>
                      <a:pt x="0" y="8459"/>
                    </a:moveTo>
                    <a:lnTo>
                      <a:pt x="376221" y="85640"/>
                    </a:lnTo>
                    <a:lnTo>
                      <a:pt x="748638" y="0"/>
                    </a:lnTo>
                  </a:path>
                </a:pathLst>
              </a:custGeom>
              <a:noFill/>
              <a:ln w="4753" cap="flat">
                <a:solidFill>
                  <a:srgbClr val="B3B3B3">
                    <a:alpha val="40000"/>
                  </a:srgbClr>
                </a:solidFill>
                <a:prstDash val="solid"/>
                <a:round/>
              </a:ln>
            </p:spPr>
            <p:txBody>
              <a:bodyPr rtlCol="0" anchor="ctr"/>
              <a:lstStyle/>
              <a:p>
                <a:endParaRPr lang="en-US"/>
              </a:p>
            </p:txBody>
          </p:sp>
          <p:sp>
            <p:nvSpPr>
              <p:cNvPr id="4280" name="Freeform 4279">
                <a:extLst>
                  <a:ext uri="{FF2B5EF4-FFF2-40B4-BE49-F238E27FC236}">
                    <a16:creationId xmlns:a16="http://schemas.microsoft.com/office/drawing/2014/main" id="{C7F4ACF0-B3EE-A1CF-9236-D39F668E02E5}"/>
                  </a:ext>
                </a:extLst>
              </p:cNvPr>
              <p:cNvSpPr/>
              <p:nvPr/>
            </p:nvSpPr>
            <p:spPr>
              <a:xfrm>
                <a:off x="7983515" y="4881003"/>
                <a:ext cx="1783290" cy="182137"/>
              </a:xfrm>
              <a:custGeom>
                <a:avLst/>
                <a:gdLst>
                  <a:gd name="connsiteX0" fmla="*/ 0 w 716580"/>
                  <a:gd name="connsiteY0" fmla="*/ 44198 h 73188"/>
                  <a:gd name="connsiteX1" fmla="*/ 368231 w 716580"/>
                  <a:gd name="connsiteY1" fmla="*/ 0 h 73188"/>
                  <a:gd name="connsiteX2" fmla="*/ 716580 w 716580"/>
                  <a:gd name="connsiteY2" fmla="*/ 73189 h 73188"/>
                </a:gdLst>
                <a:ahLst/>
                <a:cxnLst>
                  <a:cxn ang="0">
                    <a:pos x="connsiteX0" y="connsiteY0"/>
                  </a:cxn>
                  <a:cxn ang="0">
                    <a:pos x="connsiteX1" y="connsiteY1"/>
                  </a:cxn>
                  <a:cxn ang="0">
                    <a:pos x="connsiteX2" y="connsiteY2"/>
                  </a:cxn>
                </a:cxnLst>
                <a:rect l="l" t="t" r="r" b="b"/>
                <a:pathLst>
                  <a:path w="716580" h="73188">
                    <a:moveTo>
                      <a:pt x="0" y="44198"/>
                    </a:moveTo>
                    <a:lnTo>
                      <a:pt x="368231" y="0"/>
                    </a:lnTo>
                    <a:lnTo>
                      <a:pt x="716580" y="73189"/>
                    </a:lnTo>
                  </a:path>
                </a:pathLst>
              </a:custGeom>
              <a:noFill/>
              <a:ln w="4753" cap="flat">
                <a:solidFill>
                  <a:srgbClr val="B3B3B3">
                    <a:alpha val="40000"/>
                  </a:srgbClr>
                </a:solidFill>
                <a:prstDash val="solid"/>
                <a:round/>
              </a:ln>
            </p:spPr>
            <p:txBody>
              <a:bodyPr rtlCol="0" anchor="ctr"/>
              <a:lstStyle/>
              <a:p>
                <a:endParaRPr lang="en-US"/>
              </a:p>
            </p:txBody>
          </p:sp>
          <p:sp>
            <p:nvSpPr>
              <p:cNvPr id="4281" name="Freeform 4280">
                <a:extLst>
                  <a:ext uri="{FF2B5EF4-FFF2-40B4-BE49-F238E27FC236}">
                    <a16:creationId xmlns:a16="http://schemas.microsoft.com/office/drawing/2014/main" id="{B7001EC5-805A-673F-6232-017D176EDE53}"/>
                  </a:ext>
                </a:extLst>
              </p:cNvPr>
              <p:cNvSpPr/>
              <p:nvPr/>
            </p:nvSpPr>
            <p:spPr>
              <a:xfrm>
                <a:off x="7959604" y="4614181"/>
                <a:ext cx="1808146" cy="45178"/>
              </a:xfrm>
              <a:custGeom>
                <a:avLst/>
                <a:gdLst>
                  <a:gd name="connsiteX0" fmla="*/ 0 w 726568"/>
                  <a:gd name="connsiteY0" fmla="*/ 18155 h 18154"/>
                  <a:gd name="connsiteX1" fmla="*/ 400003 w 726568"/>
                  <a:gd name="connsiteY1" fmla="*/ 0 h 18154"/>
                  <a:gd name="connsiteX2" fmla="*/ 726568 w 726568"/>
                  <a:gd name="connsiteY2" fmla="*/ 18155 h 18154"/>
                </a:gdLst>
                <a:ahLst/>
                <a:cxnLst>
                  <a:cxn ang="0">
                    <a:pos x="connsiteX0" y="connsiteY0"/>
                  </a:cxn>
                  <a:cxn ang="0">
                    <a:pos x="connsiteX1" y="connsiteY1"/>
                  </a:cxn>
                  <a:cxn ang="0">
                    <a:pos x="connsiteX2" y="connsiteY2"/>
                  </a:cxn>
                </a:cxnLst>
                <a:rect l="l" t="t" r="r" b="b"/>
                <a:pathLst>
                  <a:path w="726568" h="18154">
                    <a:moveTo>
                      <a:pt x="0" y="18155"/>
                    </a:moveTo>
                    <a:lnTo>
                      <a:pt x="400003" y="0"/>
                    </a:lnTo>
                    <a:lnTo>
                      <a:pt x="726568" y="18155"/>
                    </a:lnTo>
                  </a:path>
                </a:pathLst>
              </a:custGeom>
              <a:noFill/>
              <a:ln w="4753" cap="flat">
                <a:solidFill>
                  <a:srgbClr val="B3B3B3">
                    <a:alpha val="40000"/>
                  </a:srgbClr>
                </a:solidFill>
                <a:prstDash val="solid"/>
                <a:round/>
              </a:ln>
            </p:spPr>
            <p:txBody>
              <a:bodyPr rtlCol="0" anchor="ctr"/>
              <a:lstStyle/>
              <a:p>
                <a:endParaRPr lang="en-US"/>
              </a:p>
            </p:txBody>
          </p:sp>
          <p:sp>
            <p:nvSpPr>
              <p:cNvPr id="4282" name="Freeform 4281">
                <a:extLst>
                  <a:ext uri="{FF2B5EF4-FFF2-40B4-BE49-F238E27FC236}">
                    <a16:creationId xmlns:a16="http://schemas.microsoft.com/office/drawing/2014/main" id="{B2D9A7D0-6305-EFF2-49A9-08304DC1BF66}"/>
                  </a:ext>
                </a:extLst>
              </p:cNvPr>
              <p:cNvSpPr/>
              <p:nvPr/>
            </p:nvSpPr>
            <p:spPr>
              <a:xfrm>
                <a:off x="7888584" y="5070710"/>
                <a:ext cx="1947344" cy="177642"/>
              </a:xfrm>
              <a:custGeom>
                <a:avLst/>
                <a:gdLst>
                  <a:gd name="connsiteX0" fmla="*/ 0 w 782502"/>
                  <a:gd name="connsiteY0" fmla="*/ 27850 h 71382"/>
                  <a:gd name="connsiteX1" fmla="*/ 436340 w 782502"/>
                  <a:gd name="connsiteY1" fmla="*/ 0 h 71382"/>
                  <a:gd name="connsiteX2" fmla="*/ 782502 w 782502"/>
                  <a:gd name="connsiteY2" fmla="*/ 71383 h 71382"/>
                </a:gdLst>
                <a:ahLst/>
                <a:cxnLst>
                  <a:cxn ang="0">
                    <a:pos x="connsiteX0" y="connsiteY0"/>
                  </a:cxn>
                  <a:cxn ang="0">
                    <a:pos x="connsiteX1" y="connsiteY1"/>
                  </a:cxn>
                  <a:cxn ang="0">
                    <a:pos x="connsiteX2" y="connsiteY2"/>
                  </a:cxn>
                </a:cxnLst>
                <a:rect l="l" t="t" r="r" b="b"/>
                <a:pathLst>
                  <a:path w="782502" h="71382">
                    <a:moveTo>
                      <a:pt x="0" y="27850"/>
                    </a:moveTo>
                    <a:lnTo>
                      <a:pt x="436340" y="0"/>
                    </a:lnTo>
                    <a:lnTo>
                      <a:pt x="782502" y="71383"/>
                    </a:lnTo>
                  </a:path>
                </a:pathLst>
              </a:custGeom>
              <a:noFill/>
              <a:ln w="4753" cap="flat">
                <a:solidFill>
                  <a:srgbClr val="B3B3B3">
                    <a:alpha val="40000"/>
                  </a:srgbClr>
                </a:solidFill>
                <a:prstDash val="solid"/>
                <a:round/>
              </a:ln>
            </p:spPr>
            <p:txBody>
              <a:bodyPr rtlCol="0" anchor="ctr"/>
              <a:lstStyle/>
              <a:p>
                <a:endParaRPr lang="en-US"/>
              </a:p>
            </p:txBody>
          </p:sp>
          <p:sp>
            <p:nvSpPr>
              <p:cNvPr id="4283" name="Freeform 4282">
                <a:extLst>
                  <a:ext uri="{FF2B5EF4-FFF2-40B4-BE49-F238E27FC236}">
                    <a16:creationId xmlns:a16="http://schemas.microsoft.com/office/drawing/2014/main" id="{DD7FCC9D-3150-61E3-5F95-49CE76475280}"/>
                  </a:ext>
                </a:extLst>
              </p:cNvPr>
              <p:cNvSpPr/>
              <p:nvPr/>
            </p:nvSpPr>
            <p:spPr>
              <a:xfrm>
                <a:off x="8198466" y="3580959"/>
                <a:ext cx="373322" cy="2465963"/>
              </a:xfrm>
              <a:custGeom>
                <a:avLst/>
                <a:gdLst>
                  <a:gd name="connsiteX0" fmla="*/ 0 w 150012"/>
                  <a:gd name="connsiteY0" fmla="*/ 980919 h 990899"/>
                  <a:gd name="connsiteX1" fmla="*/ 0 w 150012"/>
                  <a:gd name="connsiteY1" fmla="*/ 990899 h 990899"/>
                  <a:gd name="connsiteX2" fmla="*/ 285 w 150012"/>
                  <a:gd name="connsiteY2" fmla="*/ 990899 h 990899"/>
                  <a:gd name="connsiteX3" fmla="*/ 476 w 150012"/>
                  <a:gd name="connsiteY3" fmla="*/ 980919 h 990899"/>
                  <a:gd name="connsiteX4" fmla="*/ 666 w 150012"/>
                  <a:gd name="connsiteY4" fmla="*/ 970939 h 990899"/>
                  <a:gd name="connsiteX5" fmla="*/ 1046 w 150012"/>
                  <a:gd name="connsiteY5" fmla="*/ 960864 h 990899"/>
                  <a:gd name="connsiteX6" fmla="*/ 1522 w 150012"/>
                  <a:gd name="connsiteY6" fmla="*/ 950883 h 990899"/>
                  <a:gd name="connsiteX7" fmla="*/ 2188 w 150012"/>
                  <a:gd name="connsiteY7" fmla="*/ 940903 h 990899"/>
                  <a:gd name="connsiteX8" fmla="*/ 3044 w 150012"/>
                  <a:gd name="connsiteY8" fmla="*/ 930828 h 990899"/>
                  <a:gd name="connsiteX9" fmla="*/ 4281 w 150012"/>
                  <a:gd name="connsiteY9" fmla="*/ 920847 h 990899"/>
                  <a:gd name="connsiteX10" fmla="*/ 5707 w 150012"/>
                  <a:gd name="connsiteY10" fmla="*/ 910867 h 990899"/>
                  <a:gd name="connsiteX11" fmla="*/ 7515 w 150012"/>
                  <a:gd name="connsiteY11" fmla="*/ 900792 h 990899"/>
                  <a:gd name="connsiteX12" fmla="*/ 9703 w 150012"/>
                  <a:gd name="connsiteY12" fmla="*/ 890811 h 990899"/>
                  <a:gd name="connsiteX13" fmla="*/ 12271 w 150012"/>
                  <a:gd name="connsiteY13" fmla="*/ 880831 h 990899"/>
                  <a:gd name="connsiteX14" fmla="*/ 15220 w 150012"/>
                  <a:gd name="connsiteY14" fmla="*/ 870851 h 990899"/>
                  <a:gd name="connsiteX15" fmla="*/ 18645 w 150012"/>
                  <a:gd name="connsiteY15" fmla="*/ 860776 h 990899"/>
                  <a:gd name="connsiteX16" fmla="*/ 22354 w 150012"/>
                  <a:gd name="connsiteY16" fmla="*/ 850795 h 990899"/>
                  <a:gd name="connsiteX17" fmla="*/ 26350 w 150012"/>
                  <a:gd name="connsiteY17" fmla="*/ 840815 h 990899"/>
                  <a:gd name="connsiteX18" fmla="*/ 30535 w 150012"/>
                  <a:gd name="connsiteY18" fmla="*/ 830740 h 990899"/>
                  <a:gd name="connsiteX19" fmla="*/ 35006 w 150012"/>
                  <a:gd name="connsiteY19" fmla="*/ 820759 h 990899"/>
                  <a:gd name="connsiteX20" fmla="*/ 39572 w 150012"/>
                  <a:gd name="connsiteY20" fmla="*/ 810779 h 990899"/>
                  <a:gd name="connsiteX21" fmla="*/ 44138 w 150012"/>
                  <a:gd name="connsiteY21" fmla="*/ 800704 h 990899"/>
                  <a:gd name="connsiteX22" fmla="*/ 48799 w 150012"/>
                  <a:gd name="connsiteY22" fmla="*/ 790723 h 990899"/>
                  <a:gd name="connsiteX23" fmla="*/ 53460 w 150012"/>
                  <a:gd name="connsiteY23" fmla="*/ 780743 h 990899"/>
                  <a:gd name="connsiteX24" fmla="*/ 58026 w 150012"/>
                  <a:gd name="connsiteY24" fmla="*/ 770763 h 990899"/>
                  <a:gd name="connsiteX25" fmla="*/ 62688 w 150012"/>
                  <a:gd name="connsiteY25" fmla="*/ 760688 h 990899"/>
                  <a:gd name="connsiteX26" fmla="*/ 67349 w 150012"/>
                  <a:gd name="connsiteY26" fmla="*/ 750707 h 990899"/>
                  <a:gd name="connsiteX27" fmla="*/ 71915 w 150012"/>
                  <a:gd name="connsiteY27" fmla="*/ 740727 h 990899"/>
                  <a:gd name="connsiteX28" fmla="*/ 76671 w 150012"/>
                  <a:gd name="connsiteY28" fmla="*/ 730652 h 990899"/>
                  <a:gd name="connsiteX29" fmla="*/ 81427 w 150012"/>
                  <a:gd name="connsiteY29" fmla="*/ 720671 h 990899"/>
                  <a:gd name="connsiteX30" fmla="*/ 86184 w 150012"/>
                  <a:gd name="connsiteY30" fmla="*/ 710691 h 990899"/>
                  <a:gd name="connsiteX31" fmla="*/ 91130 w 150012"/>
                  <a:gd name="connsiteY31" fmla="*/ 700616 h 990899"/>
                  <a:gd name="connsiteX32" fmla="*/ 96077 w 150012"/>
                  <a:gd name="connsiteY32" fmla="*/ 690636 h 990899"/>
                  <a:gd name="connsiteX33" fmla="*/ 101214 w 150012"/>
                  <a:gd name="connsiteY33" fmla="*/ 680655 h 990899"/>
                  <a:gd name="connsiteX34" fmla="*/ 106445 w 150012"/>
                  <a:gd name="connsiteY34" fmla="*/ 670580 h 990899"/>
                  <a:gd name="connsiteX35" fmla="*/ 111677 w 150012"/>
                  <a:gd name="connsiteY35" fmla="*/ 660600 h 990899"/>
                  <a:gd name="connsiteX36" fmla="*/ 117004 w 150012"/>
                  <a:gd name="connsiteY36" fmla="*/ 650619 h 990899"/>
                  <a:gd name="connsiteX37" fmla="*/ 122331 w 150012"/>
                  <a:gd name="connsiteY37" fmla="*/ 640639 h 990899"/>
                  <a:gd name="connsiteX38" fmla="*/ 127563 w 150012"/>
                  <a:gd name="connsiteY38" fmla="*/ 630564 h 990899"/>
                  <a:gd name="connsiteX39" fmla="*/ 132605 w 150012"/>
                  <a:gd name="connsiteY39" fmla="*/ 620583 h 990899"/>
                  <a:gd name="connsiteX40" fmla="*/ 137266 w 150012"/>
                  <a:gd name="connsiteY40" fmla="*/ 610603 h 990899"/>
                  <a:gd name="connsiteX41" fmla="*/ 141452 w 150012"/>
                  <a:gd name="connsiteY41" fmla="*/ 600528 h 990899"/>
                  <a:gd name="connsiteX42" fmla="*/ 144971 w 150012"/>
                  <a:gd name="connsiteY42" fmla="*/ 590548 h 990899"/>
                  <a:gd name="connsiteX43" fmla="*/ 147635 w 150012"/>
                  <a:gd name="connsiteY43" fmla="*/ 580567 h 990899"/>
                  <a:gd name="connsiteX44" fmla="*/ 149347 w 150012"/>
                  <a:gd name="connsiteY44" fmla="*/ 570492 h 990899"/>
                  <a:gd name="connsiteX45" fmla="*/ 150013 w 150012"/>
                  <a:gd name="connsiteY45" fmla="*/ 560512 h 990899"/>
                  <a:gd name="connsiteX46" fmla="*/ 149537 w 150012"/>
                  <a:gd name="connsiteY46" fmla="*/ 550531 h 990899"/>
                  <a:gd name="connsiteX47" fmla="*/ 147920 w 150012"/>
                  <a:gd name="connsiteY47" fmla="*/ 540551 h 990899"/>
                  <a:gd name="connsiteX48" fmla="*/ 145161 w 150012"/>
                  <a:gd name="connsiteY48" fmla="*/ 530476 h 990899"/>
                  <a:gd name="connsiteX49" fmla="*/ 141356 w 150012"/>
                  <a:gd name="connsiteY49" fmla="*/ 520495 h 990899"/>
                  <a:gd name="connsiteX50" fmla="*/ 136410 w 150012"/>
                  <a:gd name="connsiteY50" fmla="*/ 510515 h 990899"/>
                  <a:gd name="connsiteX51" fmla="*/ 130607 w 150012"/>
                  <a:gd name="connsiteY51" fmla="*/ 500440 h 990899"/>
                  <a:gd name="connsiteX52" fmla="*/ 124044 w 150012"/>
                  <a:gd name="connsiteY52" fmla="*/ 490460 h 990899"/>
                  <a:gd name="connsiteX53" fmla="*/ 116814 w 150012"/>
                  <a:gd name="connsiteY53" fmla="*/ 480479 h 990899"/>
                  <a:gd name="connsiteX54" fmla="*/ 109014 w 150012"/>
                  <a:gd name="connsiteY54" fmla="*/ 470404 h 990899"/>
                  <a:gd name="connsiteX55" fmla="*/ 101023 w 150012"/>
                  <a:gd name="connsiteY55" fmla="*/ 460424 h 990899"/>
                  <a:gd name="connsiteX56" fmla="*/ 92842 w 150012"/>
                  <a:gd name="connsiteY56" fmla="*/ 450443 h 990899"/>
                  <a:gd name="connsiteX57" fmla="*/ 84662 w 150012"/>
                  <a:gd name="connsiteY57" fmla="*/ 440368 h 990899"/>
                  <a:gd name="connsiteX58" fmla="*/ 76576 w 150012"/>
                  <a:gd name="connsiteY58" fmla="*/ 430388 h 990899"/>
                  <a:gd name="connsiteX59" fmla="*/ 68871 w 150012"/>
                  <a:gd name="connsiteY59" fmla="*/ 420408 h 990899"/>
                  <a:gd name="connsiteX60" fmla="*/ 61451 w 150012"/>
                  <a:gd name="connsiteY60" fmla="*/ 410427 h 990899"/>
                  <a:gd name="connsiteX61" fmla="*/ 54602 w 150012"/>
                  <a:gd name="connsiteY61" fmla="*/ 400352 h 990899"/>
                  <a:gd name="connsiteX62" fmla="*/ 48229 w 150012"/>
                  <a:gd name="connsiteY62" fmla="*/ 390372 h 990899"/>
                  <a:gd name="connsiteX63" fmla="*/ 42426 w 150012"/>
                  <a:gd name="connsiteY63" fmla="*/ 380391 h 990899"/>
                  <a:gd name="connsiteX64" fmla="*/ 37289 w 150012"/>
                  <a:gd name="connsiteY64" fmla="*/ 370316 h 990899"/>
                  <a:gd name="connsiteX65" fmla="*/ 32628 w 150012"/>
                  <a:gd name="connsiteY65" fmla="*/ 360336 h 990899"/>
                  <a:gd name="connsiteX66" fmla="*/ 28538 w 150012"/>
                  <a:gd name="connsiteY66" fmla="*/ 350355 h 990899"/>
                  <a:gd name="connsiteX67" fmla="*/ 25018 w 150012"/>
                  <a:gd name="connsiteY67" fmla="*/ 340280 h 990899"/>
                  <a:gd name="connsiteX68" fmla="*/ 21974 w 150012"/>
                  <a:gd name="connsiteY68" fmla="*/ 330300 h 990899"/>
                  <a:gd name="connsiteX69" fmla="*/ 19406 w 150012"/>
                  <a:gd name="connsiteY69" fmla="*/ 320320 h 990899"/>
                  <a:gd name="connsiteX70" fmla="*/ 17313 w 150012"/>
                  <a:gd name="connsiteY70" fmla="*/ 310339 h 990899"/>
                  <a:gd name="connsiteX71" fmla="*/ 15601 w 150012"/>
                  <a:gd name="connsiteY71" fmla="*/ 300264 h 990899"/>
                  <a:gd name="connsiteX72" fmla="*/ 14269 w 150012"/>
                  <a:gd name="connsiteY72" fmla="*/ 290284 h 990899"/>
                  <a:gd name="connsiteX73" fmla="*/ 13222 w 150012"/>
                  <a:gd name="connsiteY73" fmla="*/ 280303 h 990899"/>
                  <a:gd name="connsiteX74" fmla="*/ 12461 w 150012"/>
                  <a:gd name="connsiteY74" fmla="*/ 270228 h 990899"/>
                  <a:gd name="connsiteX75" fmla="*/ 11986 w 150012"/>
                  <a:gd name="connsiteY75" fmla="*/ 260248 h 990899"/>
                  <a:gd name="connsiteX76" fmla="*/ 11700 w 150012"/>
                  <a:gd name="connsiteY76" fmla="*/ 250268 h 990899"/>
                  <a:gd name="connsiteX77" fmla="*/ 11415 w 150012"/>
                  <a:gd name="connsiteY77" fmla="*/ 240192 h 990899"/>
                  <a:gd name="connsiteX78" fmla="*/ 11320 w 150012"/>
                  <a:gd name="connsiteY78" fmla="*/ 230212 h 990899"/>
                  <a:gd name="connsiteX79" fmla="*/ 11130 w 150012"/>
                  <a:gd name="connsiteY79" fmla="*/ 220232 h 990899"/>
                  <a:gd name="connsiteX80" fmla="*/ 10939 w 150012"/>
                  <a:gd name="connsiteY80" fmla="*/ 210156 h 990899"/>
                  <a:gd name="connsiteX81" fmla="*/ 10654 w 150012"/>
                  <a:gd name="connsiteY81" fmla="*/ 200176 h 990899"/>
                  <a:gd name="connsiteX82" fmla="*/ 10274 w 150012"/>
                  <a:gd name="connsiteY82" fmla="*/ 190196 h 990899"/>
                  <a:gd name="connsiteX83" fmla="*/ 9798 w 150012"/>
                  <a:gd name="connsiteY83" fmla="*/ 180215 h 990899"/>
                  <a:gd name="connsiteX84" fmla="*/ 9132 w 150012"/>
                  <a:gd name="connsiteY84" fmla="*/ 170140 h 990899"/>
                  <a:gd name="connsiteX85" fmla="*/ 8276 w 150012"/>
                  <a:gd name="connsiteY85" fmla="*/ 160160 h 990899"/>
                  <a:gd name="connsiteX86" fmla="*/ 7420 w 150012"/>
                  <a:gd name="connsiteY86" fmla="*/ 150180 h 990899"/>
                  <a:gd name="connsiteX87" fmla="*/ 6564 w 150012"/>
                  <a:gd name="connsiteY87" fmla="*/ 140104 h 990899"/>
                  <a:gd name="connsiteX88" fmla="*/ 5612 w 150012"/>
                  <a:gd name="connsiteY88" fmla="*/ 130124 h 990899"/>
                  <a:gd name="connsiteX89" fmla="*/ 4756 w 150012"/>
                  <a:gd name="connsiteY89" fmla="*/ 120144 h 990899"/>
                  <a:gd name="connsiteX90" fmla="*/ 3900 w 150012"/>
                  <a:gd name="connsiteY90" fmla="*/ 110068 h 990899"/>
                  <a:gd name="connsiteX91" fmla="*/ 3139 w 150012"/>
                  <a:gd name="connsiteY91" fmla="*/ 100088 h 990899"/>
                  <a:gd name="connsiteX92" fmla="*/ 2473 w 150012"/>
                  <a:gd name="connsiteY92" fmla="*/ 90108 h 990899"/>
                  <a:gd name="connsiteX93" fmla="*/ 1902 w 150012"/>
                  <a:gd name="connsiteY93" fmla="*/ 80127 h 990899"/>
                  <a:gd name="connsiteX94" fmla="*/ 1427 w 150012"/>
                  <a:gd name="connsiteY94" fmla="*/ 70052 h 990899"/>
                  <a:gd name="connsiteX95" fmla="*/ 1046 w 150012"/>
                  <a:gd name="connsiteY95" fmla="*/ 60072 h 990899"/>
                  <a:gd name="connsiteX96" fmla="*/ 761 w 150012"/>
                  <a:gd name="connsiteY96" fmla="*/ 50092 h 990899"/>
                  <a:gd name="connsiteX97" fmla="*/ 571 w 150012"/>
                  <a:gd name="connsiteY97" fmla="*/ 40016 h 990899"/>
                  <a:gd name="connsiteX98" fmla="*/ 380 w 150012"/>
                  <a:gd name="connsiteY98" fmla="*/ 30036 h 990899"/>
                  <a:gd name="connsiteX99" fmla="*/ 285 w 150012"/>
                  <a:gd name="connsiteY99" fmla="*/ 20056 h 990899"/>
                  <a:gd name="connsiteX100" fmla="*/ 190 w 150012"/>
                  <a:gd name="connsiteY100" fmla="*/ 9980 h 990899"/>
                  <a:gd name="connsiteX101" fmla="*/ 95 w 150012"/>
                  <a:gd name="connsiteY101" fmla="*/ 0 h 990899"/>
                  <a:gd name="connsiteX102" fmla="*/ 0 w 150012"/>
                  <a:gd name="connsiteY102" fmla="*/ 0 h 990899"/>
                  <a:gd name="connsiteX103" fmla="*/ 0 w 150012"/>
                  <a:gd name="connsiteY103" fmla="*/ 9980 h 990899"/>
                  <a:gd name="connsiteX104" fmla="*/ 0 w 150012"/>
                  <a:gd name="connsiteY104" fmla="*/ 20056 h 990899"/>
                  <a:gd name="connsiteX105" fmla="*/ 0 w 150012"/>
                  <a:gd name="connsiteY105" fmla="*/ 30036 h 990899"/>
                  <a:gd name="connsiteX106" fmla="*/ 0 w 150012"/>
                  <a:gd name="connsiteY106" fmla="*/ 40016 h 990899"/>
                  <a:gd name="connsiteX107" fmla="*/ 0 w 150012"/>
                  <a:gd name="connsiteY107" fmla="*/ 50092 h 990899"/>
                  <a:gd name="connsiteX108" fmla="*/ 0 w 150012"/>
                  <a:gd name="connsiteY108" fmla="*/ 60072 h 990899"/>
                  <a:gd name="connsiteX109" fmla="*/ 0 w 150012"/>
                  <a:gd name="connsiteY109" fmla="*/ 70052 h 990899"/>
                  <a:gd name="connsiteX110" fmla="*/ 0 w 150012"/>
                  <a:gd name="connsiteY110" fmla="*/ 80127 h 990899"/>
                  <a:gd name="connsiteX111" fmla="*/ 0 w 150012"/>
                  <a:gd name="connsiteY111" fmla="*/ 90108 h 990899"/>
                  <a:gd name="connsiteX112" fmla="*/ 0 w 150012"/>
                  <a:gd name="connsiteY112" fmla="*/ 100088 h 990899"/>
                  <a:gd name="connsiteX113" fmla="*/ 0 w 150012"/>
                  <a:gd name="connsiteY113" fmla="*/ 110068 h 990899"/>
                  <a:gd name="connsiteX114" fmla="*/ 0 w 150012"/>
                  <a:gd name="connsiteY114" fmla="*/ 120144 h 990899"/>
                  <a:gd name="connsiteX115" fmla="*/ 0 w 150012"/>
                  <a:gd name="connsiteY115" fmla="*/ 130124 h 990899"/>
                  <a:gd name="connsiteX116" fmla="*/ 0 w 150012"/>
                  <a:gd name="connsiteY116" fmla="*/ 140104 h 990899"/>
                  <a:gd name="connsiteX117" fmla="*/ 0 w 150012"/>
                  <a:gd name="connsiteY117" fmla="*/ 150180 h 990899"/>
                  <a:gd name="connsiteX118" fmla="*/ 0 w 150012"/>
                  <a:gd name="connsiteY118" fmla="*/ 160160 h 990899"/>
                  <a:gd name="connsiteX119" fmla="*/ 0 w 150012"/>
                  <a:gd name="connsiteY119" fmla="*/ 170140 h 990899"/>
                  <a:gd name="connsiteX120" fmla="*/ 0 w 150012"/>
                  <a:gd name="connsiteY120" fmla="*/ 180215 h 990899"/>
                  <a:gd name="connsiteX121" fmla="*/ 0 w 150012"/>
                  <a:gd name="connsiteY121" fmla="*/ 190196 h 990899"/>
                  <a:gd name="connsiteX122" fmla="*/ 0 w 150012"/>
                  <a:gd name="connsiteY122" fmla="*/ 200176 h 990899"/>
                  <a:gd name="connsiteX123" fmla="*/ 0 w 150012"/>
                  <a:gd name="connsiteY123" fmla="*/ 210156 h 990899"/>
                  <a:gd name="connsiteX124" fmla="*/ 0 w 150012"/>
                  <a:gd name="connsiteY124" fmla="*/ 220232 h 990899"/>
                  <a:gd name="connsiteX125" fmla="*/ 0 w 150012"/>
                  <a:gd name="connsiteY125" fmla="*/ 230212 h 990899"/>
                  <a:gd name="connsiteX126" fmla="*/ 0 w 150012"/>
                  <a:gd name="connsiteY126" fmla="*/ 240192 h 990899"/>
                  <a:gd name="connsiteX127" fmla="*/ 0 w 150012"/>
                  <a:gd name="connsiteY127" fmla="*/ 250268 h 990899"/>
                  <a:gd name="connsiteX128" fmla="*/ 0 w 150012"/>
                  <a:gd name="connsiteY128" fmla="*/ 260248 h 990899"/>
                  <a:gd name="connsiteX129" fmla="*/ 0 w 150012"/>
                  <a:gd name="connsiteY129" fmla="*/ 270228 h 990899"/>
                  <a:gd name="connsiteX130" fmla="*/ 0 w 150012"/>
                  <a:gd name="connsiteY130" fmla="*/ 280303 h 990899"/>
                  <a:gd name="connsiteX131" fmla="*/ 0 w 150012"/>
                  <a:gd name="connsiteY131" fmla="*/ 290284 h 990899"/>
                  <a:gd name="connsiteX132" fmla="*/ 0 w 150012"/>
                  <a:gd name="connsiteY132" fmla="*/ 300264 h 990899"/>
                  <a:gd name="connsiteX133" fmla="*/ 0 w 150012"/>
                  <a:gd name="connsiteY133" fmla="*/ 310339 h 990899"/>
                  <a:gd name="connsiteX134" fmla="*/ 0 w 150012"/>
                  <a:gd name="connsiteY134" fmla="*/ 320320 h 990899"/>
                  <a:gd name="connsiteX135" fmla="*/ 0 w 150012"/>
                  <a:gd name="connsiteY135" fmla="*/ 330300 h 990899"/>
                  <a:gd name="connsiteX136" fmla="*/ 0 w 150012"/>
                  <a:gd name="connsiteY136" fmla="*/ 340280 h 990899"/>
                  <a:gd name="connsiteX137" fmla="*/ 0 w 150012"/>
                  <a:gd name="connsiteY137" fmla="*/ 350355 h 990899"/>
                  <a:gd name="connsiteX138" fmla="*/ 0 w 150012"/>
                  <a:gd name="connsiteY138" fmla="*/ 360336 h 990899"/>
                  <a:gd name="connsiteX139" fmla="*/ 0 w 150012"/>
                  <a:gd name="connsiteY139" fmla="*/ 370316 h 990899"/>
                  <a:gd name="connsiteX140" fmla="*/ 0 w 150012"/>
                  <a:gd name="connsiteY140" fmla="*/ 380391 h 990899"/>
                  <a:gd name="connsiteX141" fmla="*/ 0 w 150012"/>
                  <a:gd name="connsiteY141" fmla="*/ 390372 h 990899"/>
                  <a:gd name="connsiteX142" fmla="*/ 0 w 150012"/>
                  <a:gd name="connsiteY142" fmla="*/ 400352 h 990899"/>
                  <a:gd name="connsiteX143" fmla="*/ 0 w 150012"/>
                  <a:gd name="connsiteY143" fmla="*/ 410427 h 990899"/>
                  <a:gd name="connsiteX144" fmla="*/ 0 w 150012"/>
                  <a:gd name="connsiteY144" fmla="*/ 420408 h 990899"/>
                  <a:gd name="connsiteX145" fmla="*/ 0 w 150012"/>
                  <a:gd name="connsiteY145" fmla="*/ 430388 h 990899"/>
                  <a:gd name="connsiteX146" fmla="*/ 0 w 150012"/>
                  <a:gd name="connsiteY146" fmla="*/ 440368 h 990899"/>
                  <a:gd name="connsiteX147" fmla="*/ 0 w 150012"/>
                  <a:gd name="connsiteY147" fmla="*/ 450443 h 990899"/>
                  <a:gd name="connsiteX148" fmla="*/ 0 w 150012"/>
                  <a:gd name="connsiteY148" fmla="*/ 460424 h 990899"/>
                  <a:gd name="connsiteX149" fmla="*/ 0 w 150012"/>
                  <a:gd name="connsiteY149" fmla="*/ 470404 h 990899"/>
                  <a:gd name="connsiteX150" fmla="*/ 0 w 150012"/>
                  <a:gd name="connsiteY150" fmla="*/ 480479 h 990899"/>
                  <a:gd name="connsiteX151" fmla="*/ 0 w 150012"/>
                  <a:gd name="connsiteY151" fmla="*/ 490460 h 990899"/>
                  <a:gd name="connsiteX152" fmla="*/ 0 w 150012"/>
                  <a:gd name="connsiteY152" fmla="*/ 500440 h 990899"/>
                  <a:gd name="connsiteX153" fmla="*/ 0 w 150012"/>
                  <a:gd name="connsiteY153" fmla="*/ 510515 h 990899"/>
                  <a:gd name="connsiteX154" fmla="*/ 0 w 150012"/>
                  <a:gd name="connsiteY154" fmla="*/ 520495 h 990899"/>
                  <a:gd name="connsiteX155" fmla="*/ 0 w 150012"/>
                  <a:gd name="connsiteY155" fmla="*/ 530476 h 990899"/>
                  <a:gd name="connsiteX156" fmla="*/ 0 w 150012"/>
                  <a:gd name="connsiteY156" fmla="*/ 540551 h 990899"/>
                  <a:gd name="connsiteX157" fmla="*/ 0 w 150012"/>
                  <a:gd name="connsiteY157" fmla="*/ 550531 h 990899"/>
                  <a:gd name="connsiteX158" fmla="*/ 0 w 150012"/>
                  <a:gd name="connsiteY158" fmla="*/ 560512 h 990899"/>
                  <a:gd name="connsiteX159" fmla="*/ 0 w 150012"/>
                  <a:gd name="connsiteY159" fmla="*/ 570492 h 990899"/>
                  <a:gd name="connsiteX160" fmla="*/ 0 w 150012"/>
                  <a:gd name="connsiteY160" fmla="*/ 580567 h 990899"/>
                  <a:gd name="connsiteX161" fmla="*/ 0 w 150012"/>
                  <a:gd name="connsiteY161" fmla="*/ 590548 h 990899"/>
                  <a:gd name="connsiteX162" fmla="*/ 0 w 150012"/>
                  <a:gd name="connsiteY162" fmla="*/ 600528 h 990899"/>
                  <a:gd name="connsiteX163" fmla="*/ 0 w 150012"/>
                  <a:gd name="connsiteY163" fmla="*/ 610603 h 990899"/>
                  <a:gd name="connsiteX164" fmla="*/ 0 w 150012"/>
                  <a:gd name="connsiteY164" fmla="*/ 620583 h 990899"/>
                  <a:gd name="connsiteX165" fmla="*/ 0 w 150012"/>
                  <a:gd name="connsiteY165" fmla="*/ 630564 h 990899"/>
                  <a:gd name="connsiteX166" fmla="*/ 0 w 150012"/>
                  <a:gd name="connsiteY166" fmla="*/ 640639 h 990899"/>
                  <a:gd name="connsiteX167" fmla="*/ 0 w 150012"/>
                  <a:gd name="connsiteY167" fmla="*/ 650619 h 990899"/>
                  <a:gd name="connsiteX168" fmla="*/ 0 w 150012"/>
                  <a:gd name="connsiteY168" fmla="*/ 660600 h 990899"/>
                  <a:gd name="connsiteX169" fmla="*/ 0 w 150012"/>
                  <a:gd name="connsiteY169" fmla="*/ 670580 h 990899"/>
                  <a:gd name="connsiteX170" fmla="*/ 0 w 150012"/>
                  <a:gd name="connsiteY170" fmla="*/ 680655 h 990899"/>
                  <a:gd name="connsiteX171" fmla="*/ 0 w 150012"/>
                  <a:gd name="connsiteY171" fmla="*/ 690636 h 990899"/>
                  <a:gd name="connsiteX172" fmla="*/ 0 w 150012"/>
                  <a:gd name="connsiteY172" fmla="*/ 700616 h 990899"/>
                  <a:gd name="connsiteX173" fmla="*/ 0 w 150012"/>
                  <a:gd name="connsiteY173" fmla="*/ 710691 h 990899"/>
                  <a:gd name="connsiteX174" fmla="*/ 0 w 150012"/>
                  <a:gd name="connsiteY174" fmla="*/ 720671 h 990899"/>
                  <a:gd name="connsiteX175" fmla="*/ 0 w 150012"/>
                  <a:gd name="connsiteY175" fmla="*/ 730652 h 990899"/>
                  <a:gd name="connsiteX176" fmla="*/ 0 w 150012"/>
                  <a:gd name="connsiteY176" fmla="*/ 740727 h 990899"/>
                  <a:gd name="connsiteX177" fmla="*/ 0 w 150012"/>
                  <a:gd name="connsiteY177" fmla="*/ 750707 h 990899"/>
                  <a:gd name="connsiteX178" fmla="*/ 0 w 150012"/>
                  <a:gd name="connsiteY178" fmla="*/ 760688 h 990899"/>
                  <a:gd name="connsiteX179" fmla="*/ 0 w 150012"/>
                  <a:gd name="connsiteY179" fmla="*/ 770763 h 990899"/>
                  <a:gd name="connsiteX180" fmla="*/ 0 w 150012"/>
                  <a:gd name="connsiteY180" fmla="*/ 780743 h 990899"/>
                  <a:gd name="connsiteX181" fmla="*/ 0 w 150012"/>
                  <a:gd name="connsiteY181" fmla="*/ 790723 h 990899"/>
                  <a:gd name="connsiteX182" fmla="*/ 0 w 150012"/>
                  <a:gd name="connsiteY182" fmla="*/ 800704 h 990899"/>
                  <a:gd name="connsiteX183" fmla="*/ 0 w 150012"/>
                  <a:gd name="connsiteY183" fmla="*/ 810779 h 990899"/>
                  <a:gd name="connsiteX184" fmla="*/ 0 w 150012"/>
                  <a:gd name="connsiteY184" fmla="*/ 820759 h 990899"/>
                  <a:gd name="connsiteX185" fmla="*/ 0 w 150012"/>
                  <a:gd name="connsiteY185" fmla="*/ 830740 h 990899"/>
                  <a:gd name="connsiteX186" fmla="*/ 0 w 150012"/>
                  <a:gd name="connsiteY186" fmla="*/ 840815 h 990899"/>
                  <a:gd name="connsiteX187" fmla="*/ 0 w 150012"/>
                  <a:gd name="connsiteY187" fmla="*/ 850795 h 990899"/>
                  <a:gd name="connsiteX188" fmla="*/ 0 w 150012"/>
                  <a:gd name="connsiteY188" fmla="*/ 860776 h 990899"/>
                  <a:gd name="connsiteX189" fmla="*/ 0 w 150012"/>
                  <a:gd name="connsiteY189" fmla="*/ 870851 h 990899"/>
                  <a:gd name="connsiteX190" fmla="*/ 0 w 150012"/>
                  <a:gd name="connsiteY190" fmla="*/ 880831 h 990899"/>
                  <a:gd name="connsiteX191" fmla="*/ 0 w 150012"/>
                  <a:gd name="connsiteY191" fmla="*/ 890811 h 990899"/>
                  <a:gd name="connsiteX192" fmla="*/ 0 w 150012"/>
                  <a:gd name="connsiteY192" fmla="*/ 900792 h 990899"/>
                  <a:gd name="connsiteX193" fmla="*/ 0 w 150012"/>
                  <a:gd name="connsiteY193" fmla="*/ 910867 h 990899"/>
                  <a:gd name="connsiteX194" fmla="*/ 0 w 150012"/>
                  <a:gd name="connsiteY194" fmla="*/ 920847 h 990899"/>
                  <a:gd name="connsiteX195" fmla="*/ 0 w 150012"/>
                  <a:gd name="connsiteY195" fmla="*/ 930828 h 990899"/>
                  <a:gd name="connsiteX196" fmla="*/ 0 w 150012"/>
                  <a:gd name="connsiteY196" fmla="*/ 940903 h 990899"/>
                  <a:gd name="connsiteX197" fmla="*/ 0 w 150012"/>
                  <a:gd name="connsiteY197" fmla="*/ 950883 h 990899"/>
                  <a:gd name="connsiteX198" fmla="*/ 0 w 150012"/>
                  <a:gd name="connsiteY198" fmla="*/ 960864 h 990899"/>
                  <a:gd name="connsiteX199" fmla="*/ 0 w 150012"/>
                  <a:gd name="connsiteY199" fmla="*/ 970939 h 990899"/>
                  <a:gd name="connsiteX200" fmla="*/ 0 w 150012"/>
                  <a:gd name="connsiteY200" fmla="*/ 980919 h 990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150012" h="990899">
                    <a:moveTo>
                      <a:pt x="0" y="980919"/>
                    </a:moveTo>
                    <a:lnTo>
                      <a:pt x="0" y="990899"/>
                    </a:lnTo>
                    <a:lnTo>
                      <a:pt x="285" y="990899"/>
                    </a:lnTo>
                    <a:lnTo>
                      <a:pt x="476" y="980919"/>
                    </a:lnTo>
                    <a:lnTo>
                      <a:pt x="666" y="970939"/>
                    </a:lnTo>
                    <a:lnTo>
                      <a:pt x="1046" y="960864"/>
                    </a:lnTo>
                    <a:lnTo>
                      <a:pt x="1522" y="950883"/>
                    </a:lnTo>
                    <a:lnTo>
                      <a:pt x="2188" y="940903"/>
                    </a:lnTo>
                    <a:lnTo>
                      <a:pt x="3044" y="930828"/>
                    </a:lnTo>
                    <a:lnTo>
                      <a:pt x="4281" y="920847"/>
                    </a:lnTo>
                    <a:lnTo>
                      <a:pt x="5707" y="910867"/>
                    </a:lnTo>
                    <a:lnTo>
                      <a:pt x="7515" y="900792"/>
                    </a:lnTo>
                    <a:lnTo>
                      <a:pt x="9703" y="890811"/>
                    </a:lnTo>
                    <a:lnTo>
                      <a:pt x="12271" y="880831"/>
                    </a:lnTo>
                    <a:lnTo>
                      <a:pt x="15220" y="870851"/>
                    </a:lnTo>
                    <a:lnTo>
                      <a:pt x="18645" y="860776"/>
                    </a:lnTo>
                    <a:lnTo>
                      <a:pt x="22354" y="850795"/>
                    </a:lnTo>
                    <a:lnTo>
                      <a:pt x="26350" y="840815"/>
                    </a:lnTo>
                    <a:lnTo>
                      <a:pt x="30535" y="830740"/>
                    </a:lnTo>
                    <a:lnTo>
                      <a:pt x="35006" y="820759"/>
                    </a:lnTo>
                    <a:lnTo>
                      <a:pt x="39572" y="810779"/>
                    </a:lnTo>
                    <a:lnTo>
                      <a:pt x="44138" y="800704"/>
                    </a:lnTo>
                    <a:lnTo>
                      <a:pt x="48799" y="790723"/>
                    </a:lnTo>
                    <a:lnTo>
                      <a:pt x="53460" y="780743"/>
                    </a:lnTo>
                    <a:lnTo>
                      <a:pt x="58026" y="770763"/>
                    </a:lnTo>
                    <a:lnTo>
                      <a:pt x="62688" y="760688"/>
                    </a:lnTo>
                    <a:lnTo>
                      <a:pt x="67349" y="750707"/>
                    </a:lnTo>
                    <a:lnTo>
                      <a:pt x="71915" y="740727"/>
                    </a:lnTo>
                    <a:lnTo>
                      <a:pt x="76671" y="730652"/>
                    </a:lnTo>
                    <a:lnTo>
                      <a:pt x="81427" y="720671"/>
                    </a:lnTo>
                    <a:lnTo>
                      <a:pt x="86184" y="710691"/>
                    </a:lnTo>
                    <a:lnTo>
                      <a:pt x="91130" y="700616"/>
                    </a:lnTo>
                    <a:lnTo>
                      <a:pt x="96077" y="690636"/>
                    </a:lnTo>
                    <a:lnTo>
                      <a:pt x="101214" y="680655"/>
                    </a:lnTo>
                    <a:lnTo>
                      <a:pt x="106445" y="670580"/>
                    </a:lnTo>
                    <a:lnTo>
                      <a:pt x="111677" y="660600"/>
                    </a:lnTo>
                    <a:lnTo>
                      <a:pt x="117004" y="650619"/>
                    </a:lnTo>
                    <a:lnTo>
                      <a:pt x="122331" y="640639"/>
                    </a:lnTo>
                    <a:lnTo>
                      <a:pt x="127563" y="630564"/>
                    </a:lnTo>
                    <a:lnTo>
                      <a:pt x="132605" y="620583"/>
                    </a:lnTo>
                    <a:lnTo>
                      <a:pt x="137266" y="610603"/>
                    </a:lnTo>
                    <a:lnTo>
                      <a:pt x="141452" y="600528"/>
                    </a:lnTo>
                    <a:lnTo>
                      <a:pt x="144971" y="590548"/>
                    </a:lnTo>
                    <a:lnTo>
                      <a:pt x="147635" y="580567"/>
                    </a:lnTo>
                    <a:lnTo>
                      <a:pt x="149347" y="570492"/>
                    </a:lnTo>
                    <a:lnTo>
                      <a:pt x="150013" y="560512"/>
                    </a:lnTo>
                    <a:lnTo>
                      <a:pt x="149537" y="550531"/>
                    </a:lnTo>
                    <a:lnTo>
                      <a:pt x="147920" y="540551"/>
                    </a:lnTo>
                    <a:lnTo>
                      <a:pt x="145161" y="530476"/>
                    </a:lnTo>
                    <a:lnTo>
                      <a:pt x="141356" y="520495"/>
                    </a:lnTo>
                    <a:lnTo>
                      <a:pt x="136410" y="510515"/>
                    </a:lnTo>
                    <a:lnTo>
                      <a:pt x="130607" y="500440"/>
                    </a:lnTo>
                    <a:lnTo>
                      <a:pt x="124044" y="490460"/>
                    </a:lnTo>
                    <a:lnTo>
                      <a:pt x="116814" y="480479"/>
                    </a:lnTo>
                    <a:lnTo>
                      <a:pt x="109014" y="470404"/>
                    </a:lnTo>
                    <a:lnTo>
                      <a:pt x="101023" y="460424"/>
                    </a:lnTo>
                    <a:lnTo>
                      <a:pt x="92842" y="450443"/>
                    </a:lnTo>
                    <a:lnTo>
                      <a:pt x="84662" y="440368"/>
                    </a:lnTo>
                    <a:lnTo>
                      <a:pt x="76576" y="430388"/>
                    </a:lnTo>
                    <a:lnTo>
                      <a:pt x="68871" y="420408"/>
                    </a:lnTo>
                    <a:lnTo>
                      <a:pt x="61451" y="410427"/>
                    </a:lnTo>
                    <a:lnTo>
                      <a:pt x="54602" y="400352"/>
                    </a:lnTo>
                    <a:lnTo>
                      <a:pt x="48229" y="390372"/>
                    </a:lnTo>
                    <a:lnTo>
                      <a:pt x="42426" y="380391"/>
                    </a:lnTo>
                    <a:lnTo>
                      <a:pt x="37289" y="370316"/>
                    </a:lnTo>
                    <a:lnTo>
                      <a:pt x="32628" y="360336"/>
                    </a:lnTo>
                    <a:lnTo>
                      <a:pt x="28538" y="350355"/>
                    </a:lnTo>
                    <a:lnTo>
                      <a:pt x="25018" y="340280"/>
                    </a:lnTo>
                    <a:lnTo>
                      <a:pt x="21974" y="330300"/>
                    </a:lnTo>
                    <a:lnTo>
                      <a:pt x="19406" y="320320"/>
                    </a:lnTo>
                    <a:lnTo>
                      <a:pt x="17313" y="310339"/>
                    </a:lnTo>
                    <a:lnTo>
                      <a:pt x="15601" y="300264"/>
                    </a:lnTo>
                    <a:lnTo>
                      <a:pt x="14269" y="290284"/>
                    </a:lnTo>
                    <a:lnTo>
                      <a:pt x="13222" y="280303"/>
                    </a:lnTo>
                    <a:lnTo>
                      <a:pt x="12461" y="270228"/>
                    </a:lnTo>
                    <a:lnTo>
                      <a:pt x="11986" y="260248"/>
                    </a:lnTo>
                    <a:lnTo>
                      <a:pt x="11700" y="250268"/>
                    </a:lnTo>
                    <a:lnTo>
                      <a:pt x="11415" y="240192"/>
                    </a:lnTo>
                    <a:lnTo>
                      <a:pt x="11320" y="230212"/>
                    </a:lnTo>
                    <a:lnTo>
                      <a:pt x="11130" y="220232"/>
                    </a:lnTo>
                    <a:lnTo>
                      <a:pt x="10939" y="210156"/>
                    </a:lnTo>
                    <a:lnTo>
                      <a:pt x="10654" y="200176"/>
                    </a:lnTo>
                    <a:lnTo>
                      <a:pt x="10274" y="190196"/>
                    </a:lnTo>
                    <a:lnTo>
                      <a:pt x="9798" y="180215"/>
                    </a:lnTo>
                    <a:lnTo>
                      <a:pt x="9132" y="170140"/>
                    </a:lnTo>
                    <a:lnTo>
                      <a:pt x="8276" y="160160"/>
                    </a:lnTo>
                    <a:lnTo>
                      <a:pt x="7420" y="150180"/>
                    </a:lnTo>
                    <a:lnTo>
                      <a:pt x="6564" y="140104"/>
                    </a:lnTo>
                    <a:lnTo>
                      <a:pt x="5612" y="130124"/>
                    </a:lnTo>
                    <a:lnTo>
                      <a:pt x="4756" y="120144"/>
                    </a:lnTo>
                    <a:lnTo>
                      <a:pt x="3900" y="110068"/>
                    </a:lnTo>
                    <a:lnTo>
                      <a:pt x="3139" y="100088"/>
                    </a:lnTo>
                    <a:lnTo>
                      <a:pt x="2473" y="90108"/>
                    </a:lnTo>
                    <a:lnTo>
                      <a:pt x="1902" y="80127"/>
                    </a:lnTo>
                    <a:lnTo>
                      <a:pt x="1427" y="70052"/>
                    </a:lnTo>
                    <a:lnTo>
                      <a:pt x="1046" y="60072"/>
                    </a:lnTo>
                    <a:lnTo>
                      <a:pt x="761" y="50092"/>
                    </a:lnTo>
                    <a:lnTo>
                      <a:pt x="571" y="40016"/>
                    </a:lnTo>
                    <a:lnTo>
                      <a:pt x="380" y="30036"/>
                    </a:lnTo>
                    <a:lnTo>
                      <a:pt x="285" y="20056"/>
                    </a:lnTo>
                    <a:lnTo>
                      <a:pt x="190" y="9980"/>
                    </a:lnTo>
                    <a:lnTo>
                      <a:pt x="95" y="0"/>
                    </a:lnTo>
                    <a:lnTo>
                      <a:pt x="0" y="0"/>
                    </a:lnTo>
                    <a:lnTo>
                      <a:pt x="0" y="9980"/>
                    </a:lnTo>
                    <a:lnTo>
                      <a:pt x="0" y="20056"/>
                    </a:lnTo>
                    <a:lnTo>
                      <a:pt x="0" y="30036"/>
                    </a:lnTo>
                    <a:lnTo>
                      <a:pt x="0" y="40016"/>
                    </a:lnTo>
                    <a:lnTo>
                      <a:pt x="0" y="50092"/>
                    </a:lnTo>
                    <a:lnTo>
                      <a:pt x="0" y="60072"/>
                    </a:lnTo>
                    <a:lnTo>
                      <a:pt x="0" y="70052"/>
                    </a:lnTo>
                    <a:lnTo>
                      <a:pt x="0" y="80127"/>
                    </a:lnTo>
                    <a:lnTo>
                      <a:pt x="0" y="90108"/>
                    </a:lnTo>
                    <a:lnTo>
                      <a:pt x="0" y="100088"/>
                    </a:lnTo>
                    <a:lnTo>
                      <a:pt x="0" y="110068"/>
                    </a:lnTo>
                    <a:lnTo>
                      <a:pt x="0" y="120144"/>
                    </a:lnTo>
                    <a:lnTo>
                      <a:pt x="0" y="130124"/>
                    </a:lnTo>
                    <a:lnTo>
                      <a:pt x="0" y="140104"/>
                    </a:lnTo>
                    <a:lnTo>
                      <a:pt x="0" y="150180"/>
                    </a:lnTo>
                    <a:lnTo>
                      <a:pt x="0" y="160160"/>
                    </a:lnTo>
                    <a:lnTo>
                      <a:pt x="0" y="170140"/>
                    </a:lnTo>
                    <a:lnTo>
                      <a:pt x="0" y="180215"/>
                    </a:lnTo>
                    <a:lnTo>
                      <a:pt x="0" y="190196"/>
                    </a:lnTo>
                    <a:lnTo>
                      <a:pt x="0" y="200176"/>
                    </a:lnTo>
                    <a:lnTo>
                      <a:pt x="0" y="210156"/>
                    </a:lnTo>
                    <a:lnTo>
                      <a:pt x="0" y="220232"/>
                    </a:lnTo>
                    <a:lnTo>
                      <a:pt x="0" y="230212"/>
                    </a:lnTo>
                    <a:lnTo>
                      <a:pt x="0" y="240192"/>
                    </a:lnTo>
                    <a:lnTo>
                      <a:pt x="0" y="250268"/>
                    </a:lnTo>
                    <a:lnTo>
                      <a:pt x="0" y="260248"/>
                    </a:lnTo>
                    <a:lnTo>
                      <a:pt x="0" y="270228"/>
                    </a:lnTo>
                    <a:lnTo>
                      <a:pt x="0" y="280303"/>
                    </a:lnTo>
                    <a:lnTo>
                      <a:pt x="0" y="290284"/>
                    </a:lnTo>
                    <a:lnTo>
                      <a:pt x="0" y="300264"/>
                    </a:lnTo>
                    <a:lnTo>
                      <a:pt x="0" y="310339"/>
                    </a:lnTo>
                    <a:lnTo>
                      <a:pt x="0" y="320320"/>
                    </a:lnTo>
                    <a:lnTo>
                      <a:pt x="0" y="330300"/>
                    </a:lnTo>
                    <a:lnTo>
                      <a:pt x="0" y="340280"/>
                    </a:lnTo>
                    <a:lnTo>
                      <a:pt x="0" y="350355"/>
                    </a:lnTo>
                    <a:lnTo>
                      <a:pt x="0" y="360336"/>
                    </a:lnTo>
                    <a:lnTo>
                      <a:pt x="0" y="370316"/>
                    </a:lnTo>
                    <a:lnTo>
                      <a:pt x="0" y="380391"/>
                    </a:lnTo>
                    <a:lnTo>
                      <a:pt x="0" y="390372"/>
                    </a:lnTo>
                    <a:lnTo>
                      <a:pt x="0" y="400352"/>
                    </a:lnTo>
                    <a:lnTo>
                      <a:pt x="0" y="410427"/>
                    </a:lnTo>
                    <a:lnTo>
                      <a:pt x="0" y="420408"/>
                    </a:lnTo>
                    <a:lnTo>
                      <a:pt x="0" y="430388"/>
                    </a:lnTo>
                    <a:lnTo>
                      <a:pt x="0" y="440368"/>
                    </a:lnTo>
                    <a:lnTo>
                      <a:pt x="0" y="450443"/>
                    </a:lnTo>
                    <a:lnTo>
                      <a:pt x="0" y="460424"/>
                    </a:lnTo>
                    <a:lnTo>
                      <a:pt x="0" y="470404"/>
                    </a:lnTo>
                    <a:lnTo>
                      <a:pt x="0" y="480479"/>
                    </a:lnTo>
                    <a:lnTo>
                      <a:pt x="0" y="490460"/>
                    </a:lnTo>
                    <a:lnTo>
                      <a:pt x="0" y="500440"/>
                    </a:lnTo>
                    <a:lnTo>
                      <a:pt x="0" y="510515"/>
                    </a:lnTo>
                    <a:lnTo>
                      <a:pt x="0" y="520495"/>
                    </a:lnTo>
                    <a:lnTo>
                      <a:pt x="0" y="530476"/>
                    </a:lnTo>
                    <a:lnTo>
                      <a:pt x="0" y="540551"/>
                    </a:lnTo>
                    <a:lnTo>
                      <a:pt x="0" y="550531"/>
                    </a:lnTo>
                    <a:lnTo>
                      <a:pt x="0" y="560512"/>
                    </a:lnTo>
                    <a:lnTo>
                      <a:pt x="0" y="570492"/>
                    </a:lnTo>
                    <a:lnTo>
                      <a:pt x="0" y="580567"/>
                    </a:lnTo>
                    <a:lnTo>
                      <a:pt x="0" y="590548"/>
                    </a:lnTo>
                    <a:lnTo>
                      <a:pt x="0" y="600528"/>
                    </a:lnTo>
                    <a:lnTo>
                      <a:pt x="0" y="610603"/>
                    </a:lnTo>
                    <a:lnTo>
                      <a:pt x="0" y="620583"/>
                    </a:lnTo>
                    <a:lnTo>
                      <a:pt x="0" y="630564"/>
                    </a:lnTo>
                    <a:lnTo>
                      <a:pt x="0" y="640639"/>
                    </a:lnTo>
                    <a:lnTo>
                      <a:pt x="0" y="650619"/>
                    </a:lnTo>
                    <a:lnTo>
                      <a:pt x="0" y="660600"/>
                    </a:lnTo>
                    <a:lnTo>
                      <a:pt x="0" y="670580"/>
                    </a:lnTo>
                    <a:lnTo>
                      <a:pt x="0" y="680655"/>
                    </a:lnTo>
                    <a:lnTo>
                      <a:pt x="0" y="690636"/>
                    </a:lnTo>
                    <a:lnTo>
                      <a:pt x="0" y="700616"/>
                    </a:lnTo>
                    <a:lnTo>
                      <a:pt x="0" y="710691"/>
                    </a:lnTo>
                    <a:lnTo>
                      <a:pt x="0" y="720671"/>
                    </a:lnTo>
                    <a:lnTo>
                      <a:pt x="0" y="730652"/>
                    </a:lnTo>
                    <a:lnTo>
                      <a:pt x="0" y="740727"/>
                    </a:lnTo>
                    <a:lnTo>
                      <a:pt x="0" y="750707"/>
                    </a:lnTo>
                    <a:lnTo>
                      <a:pt x="0" y="760688"/>
                    </a:lnTo>
                    <a:lnTo>
                      <a:pt x="0" y="770763"/>
                    </a:lnTo>
                    <a:lnTo>
                      <a:pt x="0" y="780743"/>
                    </a:lnTo>
                    <a:lnTo>
                      <a:pt x="0" y="790723"/>
                    </a:lnTo>
                    <a:lnTo>
                      <a:pt x="0" y="800704"/>
                    </a:lnTo>
                    <a:lnTo>
                      <a:pt x="0" y="810779"/>
                    </a:lnTo>
                    <a:lnTo>
                      <a:pt x="0" y="820759"/>
                    </a:lnTo>
                    <a:lnTo>
                      <a:pt x="0" y="830740"/>
                    </a:lnTo>
                    <a:lnTo>
                      <a:pt x="0" y="840815"/>
                    </a:lnTo>
                    <a:lnTo>
                      <a:pt x="0" y="850795"/>
                    </a:lnTo>
                    <a:lnTo>
                      <a:pt x="0" y="860776"/>
                    </a:lnTo>
                    <a:lnTo>
                      <a:pt x="0" y="870851"/>
                    </a:lnTo>
                    <a:lnTo>
                      <a:pt x="0" y="880831"/>
                    </a:lnTo>
                    <a:lnTo>
                      <a:pt x="0" y="890811"/>
                    </a:lnTo>
                    <a:lnTo>
                      <a:pt x="0" y="900792"/>
                    </a:lnTo>
                    <a:lnTo>
                      <a:pt x="0" y="910867"/>
                    </a:lnTo>
                    <a:lnTo>
                      <a:pt x="0" y="920847"/>
                    </a:lnTo>
                    <a:lnTo>
                      <a:pt x="0" y="930828"/>
                    </a:lnTo>
                    <a:lnTo>
                      <a:pt x="0" y="940903"/>
                    </a:lnTo>
                    <a:lnTo>
                      <a:pt x="0" y="950883"/>
                    </a:lnTo>
                    <a:lnTo>
                      <a:pt x="0" y="960864"/>
                    </a:lnTo>
                    <a:lnTo>
                      <a:pt x="0" y="970939"/>
                    </a:lnTo>
                    <a:lnTo>
                      <a:pt x="0" y="980919"/>
                    </a:lnTo>
                    <a:close/>
                  </a:path>
                </a:pathLst>
              </a:custGeom>
              <a:solidFill>
                <a:srgbClr val="B4AED3">
                  <a:alpha val="50000"/>
                </a:srgbClr>
              </a:solidFill>
              <a:ln w="9506" cap="flat">
                <a:noFill/>
                <a:prstDash val="solid"/>
                <a:miter/>
              </a:ln>
            </p:spPr>
            <p:txBody>
              <a:bodyPr rtlCol="0" anchor="ctr"/>
              <a:lstStyle/>
              <a:p>
                <a:endParaRPr lang="en-US"/>
              </a:p>
            </p:txBody>
          </p:sp>
          <p:sp>
            <p:nvSpPr>
              <p:cNvPr id="3776" name="Freeform 3775">
                <a:extLst>
                  <a:ext uri="{FF2B5EF4-FFF2-40B4-BE49-F238E27FC236}">
                    <a16:creationId xmlns:a16="http://schemas.microsoft.com/office/drawing/2014/main" id="{EA532C1A-FC40-6683-215A-AA330D2BD535}"/>
                  </a:ext>
                </a:extLst>
              </p:cNvPr>
              <p:cNvSpPr/>
              <p:nvPr/>
            </p:nvSpPr>
            <p:spPr>
              <a:xfrm>
                <a:off x="8007662" y="4603065"/>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3778" name="Freeform 3777">
                <a:extLst>
                  <a:ext uri="{FF2B5EF4-FFF2-40B4-BE49-F238E27FC236}">
                    <a16:creationId xmlns:a16="http://schemas.microsoft.com/office/drawing/2014/main" id="{CD82A453-6F73-2D73-FD35-A2784AD79A11}"/>
                  </a:ext>
                </a:extLst>
              </p:cNvPr>
              <p:cNvSpPr/>
              <p:nvPr/>
            </p:nvSpPr>
            <p:spPr>
              <a:xfrm>
                <a:off x="8039618" y="4967340"/>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294" name="Freeform 4293">
                <a:extLst>
                  <a:ext uri="{FF2B5EF4-FFF2-40B4-BE49-F238E27FC236}">
                    <a16:creationId xmlns:a16="http://schemas.microsoft.com/office/drawing/2014/main" id="{08CBF3F9-E3B1-4919-BC04-C356687037B7}"/>
                  </a:ext>
                </a:extLst>
              </p:cNvPr>
              <p:cNvSpPr/>
              <p:nvPr/>
            </p:nvSpPr>
            <p:spPr>
              <a:xfrm>
                <a:off x="7986355" y="4873196"/>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295" name="Freeform 4294">
                <a:extLst>
                  <a:ext uri="{FF2B5EF4-FFF2-40B4-BE49-F238E27FC236}">
                    <a16:creationId xmlns:a16="http://schemas.microsoft.com/office/drawing/2014/main" id="{6CF2B927-1BA3-4F0A-7ADF-81F96EA69792}"/>
                  </a:ext>
                </a:extLst>
              </p:cNvPr>
              <p:cNvSpPr/>
              <p:nvPr/>
            </p:nvSpPr>
            <p:spPr>
              <a:xfrm>
                <a:off x="8021628" y="4416431"/>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296" name="Freeform 4295">
                <a:extLst>
                  <a:ext uri="{FF2B5EF4-FFF2-40B4-BE49-F238E27FC236}">
                    <a16:creationId xmlns:a16="http://schemas.microsoft.com/office/drawing/2014/main" id="{F90F14DF-5EB5-4625-62AC-498B15F85B9A}"/>
                  </a:ext>
                </a:extLst>
              </p:cNvPr>
              <p:cNvSpPr/>
              <p:nvPr/>
            </p:nvSpPr>
            <p:spPr>
              <a:xfrm>
                <a:off x="7864676" y="5057463"/>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305" name="Freeform 4304">
                <a:extLst>
                  <a:ext uri="{FF2B5EF4-FFF2-40B4-BE49-F238E27FC236}">
                    <a16:creationId xmlns:a16="http://schemas.microsoft.com/office/drawing/2014/main" id="{B36C5C8E-011F-E75C-912D-8E13D69FDC41}"/>
                  </a:ext>
                </a:extLst>
              </p:cNvPr>
              <p:cNvSpPr/>
              <p:nvPr/>
            </p:nvSpPr>
            <p:spPr>
              <a:xfrm>
                <a:off x="7976413" y="4781180"/>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307" name="Freeform 4306">
                <a:extLst>
                  <a:ext uri="{FF2B5EF4-FFF2-40B4-BE49-F238E27FC236}">
                    <a16:creationId xmlns:a16="http://schemas.microsoft.com/office/drawing/2014/main" id="{5EAEAC83-FA6B-6A80-D544-0EEEF9910490}"/>
                  </a:ext>
                </a:extLst>
              </p:cNvPr>
              <p:cNvSpPr/>
              <p:nvPr/>
            </p:nvSpPr>
            <p:spPr>
              <a:xfrm>
                <a:off x="7907523" y="4059724"/>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308" name="Freeform 4307">
                <a:extLst>
                  <a:ext uri="{FF2B5EF4-FFF2-40B4-BE49-F238E27FC236}">
                    <a16:creationId xmlns:a16="http://schemas.microsoft.com/office/drawing/2014/main" id="{CC57B489-AB06-BBC5-D418-36847D2AEEB0}"/>
                  </a:ext>
                </a:extLst>
              </p:cNvPr>
              <p:cNvSpPr/>
              <p:nvPr/>
            </p:nvSpPr>
            <p:spPr>
              <a:xfrm>
                <a:off x="7917231" y="4997144"/>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309" name="Freeform 4308">
                <a:extLst>
                  <a:ext uri="{FF2B5EF4-FFF2-40B4-BE49-F238E27FC236}">
                    <a16:creationId xmlns:a16="http://schemas.microsoft.com/office/drawing/2014/main" id="{8D0DAF99-48AA-59EF-7FF0-49231C792675}"/>
                  </a:ext>
                </a:extLst>
              </p:cNvPr>
              <p:cNvSpPr/>
              <p:nvPr/>
            </p:nvSpPr>
            <p:spPr>
              <a:xfrm>
                <a:off x="8012632" y="4990995"/>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310" name="Freeform 4309">
                <a:extLst>
                  <a:ext uri="{FF2B5EF4-FFF2-40B4-BE49-F238E27FC236}">
                    <a16:creationId xmlns:a16="http://schemas.microsoft.com/office/drawing/2014/main" id="{1F3F613D-E2AE-FF34-2865-5DE2AAB4195F}"/>
                  </a:ext>
                </a:extLst>
              </p:cNvPr>
              <p:cNvSpPr/>
              <p:nvPr/>
            </p:nvSpPr>
            <p:spPr>
              <a:xfrm>
                <a:off x="7905393" y="4781180"/>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311" name="Freeform 4310">
                <a:extLst>
                  <a:ext uri="{FF2B5EF4-FFF2-40B4-BE49-F238E27FC236}">
                    <a16:creationId xmlns:a16="http://schemas.microsoft.com/office/drawing/2014/main" id="{472539AB-958D-C6DF-B0BD-B31F08767B04}"/>
                  </a:ext>
                </a:extLst>
              </p:cNvPr>
              <p:cNvSpPr/>
              <p:nvPr/>
            </p:nvSpPr>
            <p:spPr>
              <a:xfrm>
                <a:off x="7892372" y="5510209"/>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312" name="Freeform 4311">
                <a:extLst>
                  <a:ext uri="{FF2B5EF4-FFF2-40B4-BE49-F238E27FC236}">
                    <a16:creationId xmlns:a16="http://schemas.microsoft.com/office/drawing/2014/main" id="{D4BB249E-3DF4-6A3C-4C64-E8A7699F8257}"/>
                  </a:ext>
                </a:extLst>
              </p:cNvPr>
              <p:cNvSpPr/>
              <p:nvPr/>
            </p:nvSpPr>
            <p:spPr>
              <a:xfrm>
                <a:off x="7880536" y="4778106"/>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313" name="Freeform 4312">
                <a:extLst>
                  <a:ext uri="{FF2B5EF4-FFF2-40B4-BE49-F238E27FC236}">
                    <a16:creationId xmlns:a16="http://schemas.microsoft.com/office/drawing/2014/main" id="{F2A0CE19-EA08-07D3-C1A0-539D1F2F4803}"/>
                  </a:ext>
                </a:extLst>
              </p:cNvPr>
              <p:cNvSpPr/>
              <p:nvPr/>
            </p:nvSpPr>
            <p:spPr>
              <a:xfrm>
                <a:off x="8038909" y="5268460"/>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314" name="Freeform 4313">
                <a:extLst>
                  <a:ext uri="{FF2B5EF4-FFF2-40B4-BE49-F238E27FC236}">
                    <a16:creationId xmlns:a16="http://schemas.microsoft.com/office/drawing/2014/main" id="{0874106A-FE43-7E9D-2A87-7AF3A9ED0F75}"/>
                  </a:ext>
                </a:extLst>
              </p:cNvPr>
              <p:cNvSpPr/>
              <p:nvPr/>
            </p:nvSpPr>
            <p:spPr>
              <a:xfrm>
                <a:off x="7953450" y="5530787"/>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315" name="Freeform 4314">
                <a:extLst>
                  <a:ext uri="{FF2B5EF4-FFF2-40B4-BE49-F238E27FC236}">
                    <a16:creationId xmlns:a16="http://schemas.microsoft.com/office/drawing/2014/main" id="{B5C13A4A-BF34-6BF1-A243-F6A9647A079B}"/>
                  </a:ext>
                </a:extLst>
              </p:cNvPr>
              <p:cNvSpPr/>
              <p:nvPr/>
            </p:nvSpPr>
            <p:spPr>
              <a:xfrm>
                <a:off x="7920070" y="4885261"/>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316" name="Freeform 4315">
                <a:extLst>
                  <a:ext uri="{FF2B5EF4-FFF2-40B4-BE49-F238E27FC236}">
                    <a16:creationId xmlns:a16="http://schemas.microsoft.com/office/drawing/2014/main" id="{AA11CB8F-F2EB-CD55-F0E0-5DF2F6526DD0}"/>
                  </a:ext>
                </a:extLst>
              </p:cNvPr>
              <p:cNvSpPr/>
              <p:nvPr/>
            </p:nvSpPr>
            <p:spPr>
              <a:xfrm>
                <a:off x="8001981" y="5298027"/>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317" name="Freeform 4316">
                <a:extLst>
                  <a:ext uri="{FF2B5EF4-FFF2-40B4-BE49-F238E27FC236}">
                    <a16:creationId xmlns:a16="http://schemas.microsoft.com/office/drawing/2014/main" id="{ABC46C1A-2114-B4D5-7483-95046D43218C}"/>
                  </a:ext>
                </a:extLst>
              </p:cNvPr>
              <p:cNvSpPr/>
              <p:nvPr/>
            </p:nvSpPr>
            <p:spPr>
              <a:xfrm>
                <a:off x="7951320" y="5530787"/>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318" name="Freeform 4317">
                <a:extLst>
                  <a:ext uri="{FF2B5EF4-FFF2-40B4-BE49-F238E27FC236}">
                    <a16:creationId xmlns:a16="http://schemas.microsoft.com/office/drawing/2014/main" id="{8D669758-5C35-8E47-697A-4D9546468DF5}"/>
                  </a:ext>
                </a:extLst>
              </p:cNvPr>
              <p:cNvSpPr/>
              <p:nvPr/>
            </p:nvSpPr>
            <p:spPr>
              <a:xfrm>
                <a:off x="8014526" y="5213345"/>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319" name="Freeform 4318">
                <a:extLst>
                  <a:ext uri="{FF2B5EF4-FFF2-40B4-BE49-F238E27FC236}">
                    <a16:creationId xmlns:a16="http://schemas.microsoft.com/office/drawing/2014/main" id="{995935AE-3841-F60A-04AC-75F21FC1E621}"/>
                  </a:ext>
                </a:extLst>
              </p:cNvPr>
              <p:cNvSpPr/>
              <p:nvPr/>
            </p:nvSpPr>
            <p:spPr>
              <a:xfrm>
                <a:off x="8024943" y="5362131"/>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320" name="Freeform 4319">
                <a:extLst>
                  <a:ext uri="{FF2B5EF4-FFF2-40B4-BE49-F238E27FC236}">
                    <a16:creationId xmlns:a16="http://schemas.microsoft.com/office/drawing/2014/main" id="{896CADE1-07E8-5E7D-6610-D9089A4C0A5D}"/>
                  </a:ext>
                </a:extLst>
              </p:cNvPr>
              <p:cNvSpPr/>
              <p:nvPr/>
            </p:nvSpPr>
            <p:spPr>
              <a:xfrm>
                <a:off x="8005293" y="5265148"/>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321" name="Freeform 4320">
                <a:extLst>
                  <a:ext uri="{FF2B5EF4-FFF2-40B4-BE49-F238E27FC236}">
                    <a16:creationId xmlns:a16="http://schemas.microsoft.com/office/drawing/2014/main" id="{8A14105E-86D5-BA13-5B01-7011D78BFAB9}"/>
                  </a:ext>
                </a:extLst>
              </p:cNvPr>
              <p:cNvSpPr/>
              <p:nvPr/>
            </p:nvSpPr>
            <p:spPr>
              <a:xfrm>
                <a:off x="7863965" y="4947944"/>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322" name="Freeform 4321">
                <a:extLst>
                  <a:ext uri="{FF2B5EF4-FFF2-40B4-BE49-F238E27FC236}">
                    <a16:creationId xmlns:a16="http://schemas.microsoft.com/office/drawing/2014/main" id="{815879D0-0321-B811-DA3B-EE15B2F2DB42}"/>
                  </a:ext>
                </a:extLst>
              </p:cNvPr>
              <p:cNvSpPr/>
              <p:nvPr/>
            </p:nvSpPr>
            <p:spPr>
              <a:xfrm>
                <a:off x="7871304" y="5065270"/>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323" name="Freeform 4322">
                <a:extLst>
                  <a:ext uri="{FF2B5EF4-FFF2-40B4-BE49-F238E27FC236}">
                    <a16:creationId xmlns:a16="http://schemas.microsoft.com/office/drawing/2014/main" id="{C107DE16-DDF3-3605-2B09-F6E904E16E8A}"/>
                  </a:ext>
                </a:extLst>
              </p:cNvPr>
              <p:cNvSpPr/>
              <p:nvPr/>
            </p:nvSpPr>
            <p:spPr>
              <a:xfrm>
                <a:off x="7964813" y="5248591"/>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324" name="Freeform 4323">
                <a:extLst>
                  <a:ext uri="{FF2B5EF4-FFF2-40B4-BE49-F238E27FC236}">
                    <a16:creationId xmlns:a16="http://schemas.microsoft.com/office/drawing/2014/main" id="{443E9540-3B53-508A-428C-01765C3B2EB6}"/>
                  </a:ext>
                </a:extLst>
              </p:cNvPr>
              <p:cNvSpPr/>
              <p:nvPr/>
            </p:nvSpPr>
            <p:spPr>
              <a:xfrm>
                <a:off x="7983751" y="4809567"/>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325" name="Freeform 4324">
                <a:extLst>
                  <a:ext uri="{FF2B5EF4-FFF2-40B4-BE49-F238E27FC236}">
                    <a16:creationId xmlns:a16="http://schemas.microsoft.com/office/drawing/2014/main" id="{07F61C13-F76C-C2FF-25C1-0D6D688750B2}"/>
                  </a:ext>
                </a:extLst>
              </p:cNvPr>
              <p:cNvSpPr/>
              <p:nvPr/>
            </p:nvSpPr>
            <p:spPr>
              <a:xfrm>
                <a:off x="7990379" y="5005187"/>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326" name="Freeform 4325">
                <a:extLst>
                  <a:ext uri="{FF2B5EF4-FFF2-40B4-BE49-F238E27FC236}">
                    <a16:creationId xmlns:a16="http://schemas.microsoft.com/office/drawing/2014/main" id="{EC902473-976E-4780-0ECA-413BA32F87C2}"/>
                  </a:ext>
                </a:extLst>
              </p:cNvPr>
              <p:cNvSpPr/>
              <p:nvPr/>
            </p:nvSpPr>
            <p:spPr>
              <a:xfrm>
                <a:off x="8022337" y="5038303"/>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327" name="Freeform 4326">
                <a:extLst>
                  <a:ext uri="{FF2B5EF4-FFF2-40B4-BE49-F238E27FC236}">
                    <a16:creationId xmlns:a16="http://schemas.microsoft.com/office/drawing/2014/main" id="{1107F146-8B80-52DC-2507-45EEB6C7FA4B}"/>
                  </a:ext>
                </a:extLst>
              </p:cNvPr>
              <p:cNvSpPr/>
              <p:nvPr/>
            </p:nvSpPr>
            <p:spPr>
              <a:xfrm>
                <a:off x="8009317" y="4705013"/>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328" name="Freeform 4327">
                <a:extLst>
                  <a:ext uri="{FF2B5EF4-FFF2-40B4-BE49-F238E27FC236}">
                    <a16:creationId xmlns:a16="http://schemas.microsoft.com/office/drawing/2014/main" id="{86CDCDB1-5704-BC9C-C623-DBA7AF80AEB9}"/>
                  </a:ext>
                </a:extLst>
              </p:cNvPr>
              <p:cNvSpPr/>
              <p:nvPr/>
            </p:nvSpPr>
            <p:spPr>
              <a:xfrm>
                <a:off x="7947532" y="4821866"/>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329" name="Freeform 4328">
                <a:extLst>
                  <a:ext uri="{FF2B5EF4-FFF2-40B4-BE49-F238E27FC236}">
                    <a16:creationId xmlns:a16="http://schemas.microsoft.com/office/drawing/2014/main" id="{B5E20EBA-9C49-46B1-5D73-4D7EB2C77480}"/>
                  </a:ext>
                </a:extLst>
              </p:cNvPr>
              <p:cNvSpPr/>
              <p:nvPr/>
            </p:nvSpPr>
            <p:spPr>
              <a:xfrm>
                <a:off x="7964813" y="4972308"/>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330" name="Freeform 4329">
                <a:extLst>
                  <a:ext uri="{FF2B5EF4-FFF2-40B4-BE49-F238E27FC236}">
                    <a16:creationId xmlns:a16="http://schemas.microsoft.com/office/drawing/2014/main" id="{07F7CE56-6633-F8B5-849A-BD7FAA66A46D}"/>
                  </a:ext>
                </a:extLst>
              </p:cNvPr>
              <p:cNvSpPr/>
              <p:nvPr/>
            </p:nvSpPr>
            <p:spPr>
              <a:xfrm>
                <a:off x="7940903" y="4640675"/>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331" name="Freeform 4330">
                <a:extLst>
                  <a:ext uri="{FF2B5EF4-FFF2-40B4-BE49-F238E27FC236}">
                    <a16:creationId xmlns:a16="http://schemas.microsoft.com/office/drawing/2014/main" id="{927A25A4-7BE3-6CEC-E0CB-DB2F1983F438}"/>
                  </a:ext>
                </a:extLst>
              </p:cNvPr>
              <p:cNvSpPr/>
              <p:nvPr/>
            </p:nvSpPr>
            <p:spPr>
              <a:xfrm>
                <a:off x="7869883" y="5121331"/>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332" name="Freeform 4331">
                <a:extLst>
                  <a:ext uri="{FF2B5EF4-FFF2-40B4-BE49-F238E27FC236}">
                    <a16:creationId xmlns:a16="http://schemas.microsoft.com/office/drawing/2014/main" id="{EEB4F6FF-025F-FE9A-6449-9363DF772313}"/>
                  </a:ext>
                </a:extLst>
              </p:cNvPr>
              <p:cNvSpPr/>
              <p:nvPr/>
            </p:nvSpPr>
            <p:spPr>
              <a:xfrm>
                <a:off x="8142597" y="4806964"/>
                <a:ext cx="111973" cy="451561"/>
              </a:xfrm>
              <a:custGeom>
                <a:avLst/>
                <a:gdLst>
                  <a:gd name="connsiteX0" fmla="*/ 0 w 44994"/>
                  <a:gd name="connsiteY0" fmla="*/ 0 h 181451"/>
                  <a:gd name="connsiteX1" fmla="*/ 44994 w 44994"/>
                  <a:gd name="connsiteY1" fmla="*/ 0 h 181451"/>
                  <a:gd name="connsiteX2" fmla="*/ 44994 w 44994"/>
                  <a:gd name="connsiteY2" fmla="*/ 181451 h 181451"/>
                  <a:gd name="connsiteX3" fmla="*/ 0 w 44994"/>
                  <a:gd name="connsiteY3" fmla="*/ 181451 h 181451"/>
                </a:gdLst>
                <a:ahLst/>
                <a:cxnLst>
                  <a:cxn ang="0">
                    <a:pos x="connsiteX0" y="connsiteY0"/>
                  </a:cxn>
                  <a:cxn ang="0">
                    <a:pos x="connsiteX1" y="connsiteY1"/>
                  </a:cxn>
                  <a:cxn ang="0">
                    <a:pos x="connsiteX2" y="connsiteY2"/>
                  </a:cxn>
                  <a:cxn ang="0">
                    <a:pos x="connsiteX3" y="connsiteY3"/>
                  </a:cxn>
                </a:cxnLst>
                <a:rect l="l" t="t" r="r" b="b"/>
                <a:pathLst>
                  <a:path w="44994" h="181451">
                    <a:moveTo>
                      <a:pt x="0" y="0"/>
                    </a:moveTo>
                    <a:lnTo>
                      <a:pt x="44994" y="0"/>
                    </a:lnTo>
                    <a:lnTo>
                      <a:pt x="44994" y="181451"/>
                    </a:lnTo>
                    <a:lnTo>
                      <a:pt x="0" y="181451"/>
                    </a:lnTo>
                    <a:close/>
                  </a:path>
                </a:pathLst>
              </a:custGeom>
              <a:solidFill>
                <a:srgbClr val="B4AED3"/>
              </a:solidFill>
              <a:ln w="9506" cap="flat">
                <a:noFill/>
                <a:prstDash val="solid"/>
                <a:miter/>
              </a:ln>
            </p:spPr>
            <p:txBody>
              <a:bodyPr rtlCol="0" anchor="ctr"/>
              <a:lstStyle/>
              <a:p>
                <a:endParaRPr lang="en-US"/>
              </a:p>
            </p:txBody>
          </p:sp>
          <p:sp>
            <p:nvSpPr>
              <p:cNvPr id="4333" name="Freeform 4332">
                <a:extLst>
                  <a:ext uri="{FF2B5EF4-FFF2-40B4-BE49-F238E27FC236}">
                    <a16:creationId xmlns:a16="http://schemas.microsoft.com/office/drawing/2014/main" id="{F3AC070E-1CC9-2AE5-7DC5-3F560FBE2B8E}"/>
                  </a:ext>
                </a:extLst>
              </p:cNvPr>
              <p:cNvSpPr/>
              <p:nvPr/>
            </p:nvSpPr>
            <p:spPr>
              <a:xfrm>
                <a:off x="8142597" y="4806964"/>
                <a:ext cx="111973" cy="451561"/>
              </a:xfrm>
              <a:custGeom>
                <a:avLst/>
                <a:gdLst>
                  <a:gd name="connsiteX0" fmla="*/ 0 w 44994"/>
                  <a:gd name="connsiteY0" fmla="*/ 0 h 181451"/>
                  <a:gd name="connsiteX1" fmla="*/ 44994 w 44994"/>
                  <a:gd name="connsiteY1" fmla="*/ 0 h 181451"/>
                  <a:gd name="connsiteX2" fmla="*/ 44994 w 44994"/>
                  <a:gd name="connsiteY2" fmla="*/ 181451 h 181451"/>
                  <a:gd name="connsiteX3" fmla="*/ 0 w 44994"/>
                  <a:gd name="connsiteY3" fmla="*/ 181451 h 181451"/>
                </a:gdLst>
                <a:ahLst/>
                <a:cxnLst>
                  <a:cxn ang="0">
                    <a:pos x="connsiteX0" y="connsiteY0"/>
                  </a:cxn>
                  <a:cxn ang="0">
                    <a:pos x="connsiteX1" y="connsiteY1"/>
                  </a:cxn>
                  <a:cxn ang="0">
                    <a:pos x="connsiteX2" y="connsiteY2"/>
                  </a:cxn>
                  <a:cxn ang="0">
                    <a:pos x="connsiteX3" y="connsiteY3"/>
                  </a:cxn>
                </a:cxnLst>
                <a:rect l="l" t="t" r="r" b="b"/>
                <a:pathLst>
                  <a:path w="44994" h="181451">
                    <a:moveTo>
                      <a:pt x="0" y="0"/>
                    </a:moveTo>
                    <a:lnTo>
                      <a:pt x="44994" y="0"/>
                    </a:lnTo>
                    <a:lnTo>
                      <a:pt x="44994" y="181451"/>
                    </a:lnTo>
                    <a:lnTo>
                      <a:pt x="0" y="181451"/>
                    </a:lnTo>
                    <a:close/>
                  </a:path>
                </a:pathLst>
              </a:custGeom>
              <a:noFill/>
              <a:ln w="4753" cap="flat">
                <a:solidFill>
                  <a:srgbClr val="000000"/>
                </a:solidFill>
                <a:prstDash val="solid"/>
                <a:miter/>
              </a:ln>
            </p:spPr>
            <p:txBody>
              <a:bodyPr rtlCol="0" anchor="ctr"/>
              <a:lstStyle/>
              <a:p>
                <a:endParaRPr lang="en-US"/>
              </a:p>
            </p:txBody>
          </p:sp>
          <p:sp>
            <p:nvSpPr>
              <p:cNvPr id="4334" name="Freeform 4333">
                <a:extLst>
                  <a:ext uri="{FF2B5EF4-FFF2-40B4-BE49-F238E27FC236}">
                    <a16:creationId xmlns:a16="http://schemas.microsoft.com/office/drawing/2014/main" id="{0D7E4EDB-1B70-2BF7-F5BD-363DE4818766}"/>
                  </a:ext>
                </a:extLst>
              </p:cNvPr>
              <p:cNvSpPr/>
              <p:nvPr/>
            </p:nvSpPr>
            <p:spPr>
              <a:xfrm>
                <a:off x="8142597" y="5009682"/>
                <a:ext cx="111973" cy="23654"/>
              </a:xfrm>
              <a:custGeom>
                <a:avLst/>
                <a:gdLst>
                  <a:gd name="connsiteX0" fmla="*/ 0 w 44994"/>
                  <a:gd name="connsiteY0" fmla="*/ 0 h 9505"/>
                  <a:gd name="connsiteX1" fmla="*/ 44994 w 44994"/>
                  <a:gd name="connsiteY1" fmla="*/ 0 h 9505"/>
                </a:gdLst>
                <a:ahLst/>
                <a:cxnLst>
                  <a:cxn ang="0">
                    <a:pos x="connsiteX0" y="connsiteY0"/>
                  </a:cxn>
                  <a:cxn ang="0">
                    <a:pos x="connsiteX1" y="connsiteY1"/>
                  </a:cxn>
                </a:cxnLst>
                <a:rect l="l" t="t" r="r" b="b"/>
                <a:pathLst>
                  <a:path w="44994" h="9505">
                    <a:moveTo>
                      <a:pt x="0" y="0"/>
                    </a:moveTo>
                    <a:lnTo>
                      <a:pt x="44994" y="0"/>
                    </a:lnTo>
                  </a:path>
                </a:pathLst>
              </a:custGeom>
              <a:ln w="4753" cap="flat">
                <a:solidFill>
                  <a:srgbClr val="000000"/>
                </a:solidFill>
                <a:prstDash val="solid"/>
                <a:round/>
              </a:ln>
            </p:spPr>
            <p:txBody>
              <a:bodyPr rtlCol="0" anchor="ctr"/>
              <a:lstStyle/>
              <a:p>
                <a:endParaRPr lang="en-US"/>
              </a:p>
            </p:txBody>
          </p:sp>
          <p:sp>
            <p:nvSpPr>
              <p:cNvPr id="4335" name="Freeform 4334">
                <a:extLst>
                  <a:ext uri="{FF2B5EF4-FFF2-40B4-BE49-F238E27FC236}">
                    <a16:creationId xmlns:a16="http://schemas.microsoft.com/office/drawing/2014/main" id="{F1EB8933-9FC5-62C6-485C-93160FFB9C4E}"/>
                  </a:ext>
                </a:extLst>
              </p:cNvPr>
              <p:cNvSpPr/>
              <p:nvPr/>
            </p:nvSpPr>
            <p:spPr>
              <a:xfrm>
                <a:off x="9131895" y="3707274"/>
                <a:ext cx="373322" cy="2372292"/>
              </a:xfrm>
              <a:custGeom>
                <a:avLst/>
                <a:gdLst>
                  <a:gd name="connsiteX0" fmla="*/ 0 w 150012"/>
                  <a:gd name="connsiteY0" fmla="*/ 951359 h 953259"/>
                  <a:gd name="connsiteX1" fmla="*/ 0 w 150012"/>
                  <a:gd name="connsiteY1" fmla="*/ 953260 h 953259"/>
                  <a:gd name="connsiteX2" fmla="*/ 285 w 150012"/>
                  <a:gd name="connsiteY2" fmla="*/ 953260 h 953259"/>
                  <a:gd name="connsiteX3" fmla="*/ 1902 w 150012"/>
                  <a:gd name="connsiteY3" fmla="*/ 953260 h 953259"/>
                  <a:gd name="connsiteX4" fmla="*/ 2093 w 150012"/>
                  <a:gd name="connsiteY4" fmla="*/ 951359 h 953259"/>
                  <a:gd name="connsiteX5" fmla="*/ 2854 w 150012"/>
                  <a:gd name="connsiteY5" fmla="*/ 941188 h 953259"/>
                  <a:gd name="connsiteX6" fmla="*/ 3805 w 150012"/>
                  <a:gd name="connsiteY6" fmla="*/ 931113 h 953259"/>
                  <a:gd name="connsiteX7" fmla="*/ 5042 w 150012"/>
                  <a:gd name="connsiteY7" fmla="*/ 920943 h 953259"/>
                  <a:gd name="connsiteX8" fmla="*/ 6564 w 150012"/>
                  <a:gd name="connsiteY8" fmla="*/ 910867 h 953259"/>
                  <a:gd name="connsiteX9" fmla="*/ 8466 w 150012"/>
                  <a:gd name="connsiteY9" fmla="*/ 900697 h 953259"/>
                  <a:gd name="connsiteX10" fmla="*/ 10749 w 150012"/>
                  <a:gd name="connsiteY10" fmla="*/ 890621 h 953259"/>
                  <a:gd name="connsiteX11" fmla="*/ 13413 w 150012"/>
                  <a:gd name="connsiteY11" fmla="*/ 880451 h 953259"/>
                  <a:gd name="connsiteX12" fmla="*/ 16552 w 150012"/>
                  <a:gd name="connsiteY12" fmla="*/ 870376 h 953259"/>
                  <a:gd name="connsiteX13" fmla="*/ 20167 w 150012"/>
                  <a:gd name="connsiteY13" fmla="*/ 860206 h 953259"/>
                  <a:gd name="connsiteX14" fmla="*/ 24162 w 150012"/>
                  <a:gd name="connsiteY14" fmla="*/ 850130 h 953259"/>
                  <a:gd name="connsiteX15" fmla="*/ 28633 w 150012"/>
                  <a:gd name="connsiteY15" fmla="*/ 839960 h 953259"/>
                  <a:gd name="connsiteX16" fmla="*/ 33389 w 150012"/>
                  <a:gd name="connsiteY16" fmla="*/ 829884 h 953259"/>
                  <a:gd name="connsiteX17" fmla="*/ 38526 w 150012"/>
                  <a:gd name="connsiteY17" fmla="*/ 819809 h 953259"/>
                  <a:gd name="connsiteX18" fmla="*/ 43948 w 150012"/>
                  <a:gd name="connsiteY18" fmla="*/ 809639 h 953259"/>
                  <a:gd name="connsiteX19" fmla="*/ 49465 w 150012"/>
                  <a:gd name="connsiteY19" fmla="*/ 799563 h 953259"/>
                  <a:gd name="connsiteX20" fmla="*/ 55077 w 150012"/>
                  <a:gd name="connsiteY20" fmla="*/ 789393 h 953259"/>
                  <a:gd name="connsiteX21" fmla="*/ 60595 w 150012"/>
                  <a:gd name="connsiteY21" fmla="*/ 779318 h 953259"/>
                  <a:gd name="connsiteX22" fmla="*/ 66112 w 150012"/>
                  <a:gd name="connsiteY22" fmla="*/ 769147 h 953259"/>
                  <a:gd name="connsiteX23" fmla="*/ 71344 w 150012"/>
                  <a:gd name="connsiteY23" fmla="*/ 759072 h 953259"/>
                  <a:gd name="connsiteX24" fmla="*/ 76386 w 150012"/>
                  <a:gd name="connsiteY24" fmla="*/ 748901 h 953259"/>
                  <a:gd name="connsiteX25" fmla="*/ 81142 w 150012"/>
                  <a:gd name="connsiteY25" fmla="*/ 738826 h 953259"/>
                  <a:gd name="connsiteX26" fmla="*/ 85518 w 150012"/>
                  <a:gd name="connsiteY26" fmla="*/ 728656 h 953259"/>
                  <a:gd name="connsiteX27" fmla="*/ 89513 w 150012"/>
                  <a:gd name="connsiteY27" fmla="*/ 718580 h 953259"/>
                  <a:gd name="connsiteX28" fmla="*/ 93223 w 150012"/>
                  <a:gd name="connsiteY28" fmla="*/ 708410 h 953259"/>
                  <a:gd name="connsiteX29" fmla="*/ 96552 w 150012"/>
                  <a:gd name="connsiteY29" fmla="*/ 698335 h 953259"/>
                  <a:gd name="connsiteX30" fmla="*/ 99691 w 150012"/>
                  <a:gd name="connsiteY30" fmla="*/ 688164 h 953259"/>
                  <a:gd name="connsiteX31" fmla="*/ 102640 w 150012"/>
                  <a:gd name="connsiteY31" fmla="*/ 678089 h 953259"/>
                  <a:gd name="connsiteX32" fmla="*/ 105399 w 150012"/>
                  <a:gd name="connsiteY32" fmla="*/ 667919 h 953259"/>
                  <a:gd name="connsiteX33" fmla="*/ 108158 w 150012"/>
                  <a:gd name="connsiteY33" fmla="*/ 657843 h 953259"/>
                  <a:gd name="connsiteX34" fmla="*/ 110821 w 150012"/>
                  <a:gd name="connsiteY34" fmla="*/ 647673 h 953259"/>
                  <a:gd name="connsiteX35" fmla="*/ 113580 w 150012"/>
                  <a:gd name="connsiteY35" fmla="*/ 637598 h 953259"/>
                  <a:gd name="connsiteX36" fmla="*/ 116434 w 150012"/>
                  <a:gd name="connsiteY36" fmla="*/ 627427 h 953259"/>
                  <a:gd name="connsiteX37" fmla="*/ 119478 w 150012"/>
                  <a:gd name="connsiteY37" fmla="*/ 617352 h 953259"/>
                  <a:gd name="connsiteX38" fmla="*/ 122522 w 150012"/>
                  <a:gd name="connsiteY38" fmla="*/ 607181 h 953259"/>
                  <a:gd name="connsiteX39" fmla="*/ 125756 w 150012"/>
                  <a:gd name="connsiteY39" fmla="*/ 597106 h 953259"/>
                  <a:gd name="connsiteX40" fmla="*/ 129085 w 150012"/>
                  <a:gd name="connsiteY40" fmla="*/ 587031 h 953259"/>
                  <a:gd name="connsiteX41" fmla="*/ 132415 w 150012"/>
                  <a:gd name="connsiteY41" fmla="*/ 576860 h 953259"/>
                  <a:gd name="connsiteX42" fmla="*/ 135744 w 150012"/>
                  <a:gd name="connsiteY42" fmla="*/ 566785 h 953259"/>
                  <a:gd name="connsiteX43" fmla="*/ 138883 w 150012"/>
                  <a:gd name="connsiteY43" fmla="*/ 556615 h 953259"/>
                  <a:gd name="connsiteX44" fmla="*/ 141832 w 150012"/>
                  <a:gd name="connsiteY44" fmla="*/ 546539 h 953259"/>
                  <a:gd name="connsiteX45" fmla="*/ 144496 w 150012"/>
                  <a:gd name="connsiteY45" fmla="*/ 536369 h 953259"/>
                  <a:gd name="connsiteX46" fmla="*/ 146683 w 150012"/>
                  <a:gd name="connsiteY46" fmla="*/ 526294 h 953259"/>
                  <a:gd name="connsiteX47" fmla="*/ 148396 w 150012"/>
                  <a:gd name="connsiteY47" fmla="*/ 516123 h 953259"/>
                  <a:gd name="connsiteX48" fmla="*/ 149537 w 150012"/>
                  <a:gd name="connsiteY48" fmla="*/ 506048 h 953259"/>
                  <a:gd name="connsiteX49" fmla="*/ 150013 w 150012"/>
                  <a:gd name="connsiteY49" fmla="*/ 495877 h 953259"/>
                  <a:gd name="connsiteX50" fmla="*/ 149632 w 150012"/>
                  <a:gd name="connsiteY50" fmla="*/ 485802 h 953259"/>
                  <a:gd name="connsiteX51" fmla="*/ 148586 w 150012"/>
                  <a:gd name="connsiteY51" fmla="*/ 475632 h 953259"/>
                  <a:gd name="connsiteX52" fmla="*/ 146683 w 150012"/>
                  <a:gd name="connsiteY52" fmla="*/ 465556 h 953259"/>
                  <a:gd name="connsiteX53" fmla="*/ 143925 w 150012"/>
                  <a:gd name="connsiteY53" fmla="*/ 455386 h 953259"/>
                  <a:gd name="connsiteX54" fmla="*/ 140405 w 150012"/>
                  <a:gd name="connsiteY54" fmla="*/ 445311 h 953259"/>
                  <a:gd name="connsiteX55" fmla="*/ 136029 w 150012"/>
                  <a:gd name="connsiteY55" fmla="*/ 435140 h 953259"/>
                  <a:gd name="connsiteX56" fmla="*/ 130892 w 150012"/>
                  <a:gd name="connsiteY56" fmla="*/ 425065 h 953259"/>
                  <a:gd name="connsiteX57" fmla="*/ 125090 w 150012"/>
                  <a:gd name="connsiteY57" fmla="*/ 414895 h 953259"/>
                  <a:gd name="connsiteX58" fmla="*/ 118716 w 150012"/>
                  <a:gd name="connsiteY58" fmla="*/ 404819 h 953259"/>
                  <a:gd name="connsiteX59" fmla="*/ 111867 w 150012"/>
                  <a:gd name="connsiteY59" fmla="*/ 394649 h 953259"/>
                  <a:gd name="connsiteX60" fmla="*/ 104543 w 150012"/>
                  <a:gd name="connsiteY60" fmla="*/ 384574 h 953259"/>
                  <a:gd name="connsiteX61" fmla="*/ 97028 w 150012"/>
                  <a:gd name="connsiteY61" fmla="*/ 374498 h 953259"/>
                  <a:gd name="connsiteX62" fmla="*/ 89323 w 150012"/>
                  <a:gd name="connsiteY62" fmla="*/ 364328 h 953259"/>
                  <a:gd name="connsiteX63" fmla="*/ 81618 w 150012"/>
                  <a:gd name="connsiteY63" fmla="*/ 354253 h 953259"/>
                  <a:gd name="connsiteX64" fmla="*/ 74008 w 150012"/>
                  <a:gd name="connsiteY64" fmla="*/ 344082 h 953259"/>
                  <a:gd name="connsiteX65" fmla="*/ 66588 w 150012"/>
                  <a:gd name="connsiteY65" fmla="*/ 334007 h 953259"/>
                  <a:gd name="connsiteX66" fmla="*/ 59644 w 150012"/>
                  <a:gd name="connsiteY66" fmla="*/ 323837 h 953259"/>
                  <a:gd name="connsiteX67" fmla="*/ 53080 w 150012"/>
                  <a:gd name="connsiteY67" fmla="*/ 313761 h 953259"/>
                  <a:gd name="connsiteX68" fmla="*/ 46992 w 150012"/>
                  <a:gd name="connsiteY68" fmla="*/ 303591 h 953259"/>
                  <a:gd name="connsiteX69" fmla="*/ 41379 w 150012"/>
                  <a:gd name="connsiteY69" fmla="*/ 293515 h 953259"/>
                  <a:gd name="connsiteX70" fmla="*/ 36433 w 150012"/>
                  <a:gd name="connsiteY70" fmla="*/ 283345 h 953259"/>
                  <a:gd name="connsiteX71" fmla="*/ 31962 w 150012"/>
                  <a:gd name="connsiteY71" fmla="*/ 273270 h 953259"/>
                  <a:gd name="connsiteX72" fmla="*/ 28062 w 150012"/>
                  <a:gd name="connsiteY72" fmla="*/ 263099 h 953259"/>
                  <a:gd name="connsiteX73" fmla="*/ 24542 w 150012"/>
                  <a:gd name="connsiteY73" fmla="*/ 253024 h 953259"/>
                  <a:gd name="connsiteX74" fmla="*/ 21498 w 150012"/>
                  <a:gd name="connsiteY74" fmla="*/ 242854 h 953259"/>
                  <a:gd name="connsiteX75" fmla="*/ 18930 w 150012"/>
                  <a:gd name="connsiteY75" fmla="*/ 232778 h 953259"/>
                  <a:gd name="connsiteX76" fmla="*/ 16552 w 150012"/>
                  <a:gd name="connsiteY76" fmla="*/ 222608 h 953259"/>
                  <a:gd name="connsiteX77" fmla="*/ 14554 w 150012"/>
                  <a:gd name="connsiteY77" fmla="*/ 212533 h 953259"/>
                  <a:gd name="connsiteX78" fmla="*/ 12652 w 150012"/>
                  <a:gd name="connsiteY78" fmla="*/ 202362 h 953259"/>
                  <a:gd name="connsiteX79" fmla="*/ 11035 w 150012"/>
                  <a:gd name="connsiteY79" fmla="*/ 192287 h 953259"/>
                  <a:gd name="connsiteX80" fmla="*/ 9607 w 150012"/>
                  <a:gd name="connsiteY80" fmla="*/ 182116 h 953259"/>
                  <a:gd name="connsiteX81" fmla="*/ 8276 w 150012"/>
                  <a:gd name="connsiteY81" fmla="*/ 172041 h 953259"/>
                  <a:gd name="connsiteX82" fmla="*/ 7039 w 150012"/>
                  <a:gd name="connsiteY82" fmla="*/ 161871 h 953259"/>
                  <a:gd name="connsiteX83" fmla="*/ 5993 w 150012"/>
                  <a:gd name="connsiteY83" fmla="*/ 151795 h 953259"/>
                  <a:gd name="connsiteX84" fmla="*/ 5042 w 150012"/>
                  <a:gd name="connsiteY84" fmla="*/ 141720 h 953259"/>
                  <a:gd name="connsiteX85" fmla="*/ 4186 w 150012"/>
                  <a:gd name="connsiteY85" fmla="*/ 131550 h 953259"/>
                  <a:gd name="connsiteX86" fmla="*/ 3424 w 150012"/>
                  <a:gd name="connsiteY86" fmla="*/ 121474 h 953259"/>
                  <a:gd name="connsiteX87" fmla="*/ 2758 w 150012"/>
                  <a:gd name="connsiteY87" fmla="*/ 111304 h 953259"/>
                  <a:gd name="connsiteX88" fmla="*/ 2188 w 150012"/>
                  <a:gd name="connsiteY88" fmla="*/ 101229 h 953259"/>
                  <a:gd name="connsiteX89" fmla="*/ 1712 w 150012"/>
                  <a:gd name="connsiteY89" fmla="*/ 91058 h 953259"/>
                  <a:gd name="connsiteX90" fmla="*/ 1332 w 150012"/>
                  <a:gd name="connsiteY90" fmla="*/ 80983 h 953259"/>
                  <a:gd name="connsiteX91" fmla="*/ 1046 w 150012"/>
                  <a:gd name="connsiteY91" fmla="*/ 70812 h 953259"/>
                  <a:gd name="connsiteX92" fmla="*/ 761 w 150012"/>
                  <a:gd name="connsiteY92" fmla="*/ 60737 h 953259"/>
                  <a:gd name="connsiteX93" fmla="*/ 571 w 150012"/>
                  <a:gd name="connsiteY93" fmla="*/ 50567 h 953259"/>
                  <a:gd name="connsiteX94" fmla="*/ 380 w 150012"/>
                  <a:gd name="connsiteY94" fmla="*/ 40491 h 953259"/>
                  <a:gd name="connsiteX95" fmla="*/ 285 w 150012"/>
                  <a:gd name="connsiteY95" fmla="*/ 30321 h 953259"/>
                  <a:gd name="connsiteX96" fmla="*/ 190 w 150012"/>
                  <a:gd name="connsiteY96" fmla="*/ 20246 h 953259"/>
                  <a:gd name="connsiteX97" fmla="*/ 95 w 150012"/>
                  <a:gd name="connsiteY97" fmla="*/ 10075 h 953259"/>
                  <a:gd name="connsiteX98" fmla="*/ 95 w 150012"/>
                  <a:gd name="connsiteY98" fmla="*/ 0 h 953259"/>
                  <a:gd name="connsiteX99" fmla="*/ 0 w 150012"/>
                  <a:gd name="connsiteY99" fmla="*/ 0 h 953259"/>
                  <a:gd name="connsiteX100" fmla="*/ 0 w 150012"/>
                  <a:gd name="connsiteY100" fmla="*/ 10075 h 953259"/>
                  <a:gd name="connsiteX101" fmla="*/ 0 w 150012"/>
                  <a:gd name="connsiteY101" fmla="*/ 20246 h 953259"/>
                  <a:gd name="connsiteX102" fmla="*/ 0 w 150012"/>
                  <a:gd name="connsiteY102" fmla="*/ 30321 h 953259"/>
                  <a:gd name="connsiteX103" fmla="*/ 0 w 150012"/>
                  <a:gd name="connsiteY103" fmla="*/ 40491 h 953259"/>
                  <a:gd name="connsiteX104" fmla="*/ 0 w 150012"/>
                  <a:gd name="connsiteY104" fmla="*/ 50567 h 953259"/>
                  <a:gd name="connsiteX105" fmla="*/ 0 w 150012"/>
                  <a:gd name="connsiteY105" fmla="*/ 60737 h 953259"/>
                  <a:gd name="connsiteX106" fmla="*/ 0 w 150012"/>
                  <a:gd name="connsiteY106" fmla="*/ 70812 h 953259"/>
                  <a:gd name="connsiteX107" fmla="*/ 0 w 150012"/>
                  <a:gd name="connsiteY107" fmla="*/ 80983 h 953259"/>
                  <a:gd name="connsiteX108" fmla="*/ 0 w 150012"/>
                  <a:gd name="connsiteY108" fmla="*/ 91058 h 953259"/>
                  <a:gd name="connsiteX109" fmla="*/ 0 w 150012"/>
                  <a:gd name="connsiteY109" fmla="*/ 101229 h 953259"/>
                  <a:gd name="connsiteX110" fmla="*/ 0 w 150012"/>
                  <a:gd name="connsiteY110" fmla="*/ 111304 h 953259"/>
                  <a:gd name="connsiteX111" fmla="*/ 0 w 150012"/>
                  <a:gd name="connsiteY111" fmla="*/ 121474 h 953259"/>
                  <a:gd name="connsiteX112" fmla="*/ 0 w 150012"/>
                  <a:gd name="connsiteY112" fmla="*/ 131550 h 953259"/>
                  <a:gd name="connsiteX113" fmla="*/ 0 w 150012"/>
                  <a:gd name="connsiteY113" fmla="*/ 141720 h 953259"/>
                  <a:gd name="connsiteX114" fmla="*/ 0 w 150012"/>
                  <a:gd name="connsiteY114" fmla="*/ 151795 h 953259"/>
                  <a:gd name="connsiteX115" fmla="*/ 0 w 150012"/>
                  <a:gd name="connsiteY115" fmla="*/ 161871 h 953259"/>
                  <a:gd name="connsiteX116" fmla="*/ 0 w 150012"/>
                  <a:gd name="connsiteY116" fmla="*/ 172041 h 953259"/>
                  <a:gd name="connsiteX117" fmla="*/ 0 w 150012"/>
                  <a:gd name="connsiteY117" fmla="*/ 182116 h 953259"/>
                  <a:gd name="connsiteX118" fmla="*/ 0 w 150012"/>
                  <a:gd name="connsiteY118" fmla="*/ 192287 h 953259"/>
                  <a:gd name="connsiteX119" fmla="*/ 0 w 150012"/>
                  <a:gd name="connsiteY119" fmla="*/ 202362 h 953259"/>
                  <a:gd name="connsiteX120" fmla="*/ 0 w 150012"/>
                  <a:gd name="connsiteY120" fmla="*/ 212533 h 953259"/>
                  <a:gd name="connsiteX121" fmla="*/ 0 w 150012"/>
                  <a:gd name="connsiteY121" fmla="*/ 222608 h 953259"/>
                  <a:gd name="connsiteX122" fmla="*/ 0 w 150012"/>
                  <a:gd name="connsiteY122" fmla="*/ 232778 h 953259"/>
                  <a:gd name="connsiteX123" fmla="*/ 0 w 150012"/>
                  <a:gd name="connsiteY123" fmla="*/ 242854 h 953259"/>
                  <a:gd name="connsiteX124" fmla="*/ 0 w 150012"/>
                  <a:gd name="connsiteY124" fmla="*/ 253024 h 953259"/>
                  <a:gd name="connsiteX125" fmla="*/ 0 w 150012"/>
                  <a:gd name="connsiteY125" fmla="*/ 263099 h 953259"/>
                  <a:gd name="connsiteX126" fmla="*/ 0 w 150012"/>
                  <a:gd name="connsiteY126" fmla="*/ 273270 h 953259"/>
                  <a:gd name="connsiteX127" fmla="*/ 0 w 150012"/>
                  <a:gd name="connsiteY127" fmla="*/ 283345 h 953259"/>
                  <a:gd name="connsiteX128" fmla="*/ 0 w 150012"/>
                  <a:gd name="connsiteY128" fmla="*/ 293515 h 953259"/>
                  <a:gd name="connsiteX129" fmla="*/ 0 w 150012"/>
                  <a:gd name="connsiteY129" fmla="*/ 303591 h 953259"/>
                  <a:gd name="connsiteX130" fmla="*/ 0 w 150012"/>
                  <a:gd name="connsiteY130" fmla="*/ 313761 h 953259"/>
                  <a:gd name="connsiteX131" fmla="*/ 0 w 150012"/>
                  <a:gd name="connsiteY131" fmla="*/ 323837 h 953259"/>
                  <a:gd name="connsiteX132" fmla="*/ 0 w 150012"/>
                  <a:gd name="connsiteY132" fmla="*/ 334007 h 953259"/>
                  <a:gd name="connsiteX133" fmla="*/ 0 w 150012"/>
                  <a:gd name="connsiteY133" fmla="*/ 344082 h 953259"/>
                  <a:gd name="connsiteX134" fmla="*/ 0 w 150012"/>
                  <a:gd name="connsiteY134" fmla="*/ 354253 h 953259"/>
                  <a:gd name="connsiteX135" fmla="*/ 0 w 150012"/>
                  <a:gd name="connsiteY135" fmla="*/ 364328 h 953259"/>
                  <a:gd name="connsiteX136" fmla="*/ 0 w 150012"/>
                  <a:gd name="connsiteY136" fmla="*/ 374498 h 953259"/>
                  <a:gd name="connsiteX137" fmla="*/ 0 w 150012"/>
                  <a:gd name="connsiteY137" fmla="*/ 384574 h 953259"/>
                  <a:gd name="connsiteX138" fmla="*/ 0 w 150012"/>
                  <a:gd name="connsiteY138" fmla="*/ 394649 h 953259"/>
                  <a:gd name="connsiteX139" fmla="*/ 0 w 150012"/>
                  <a:gd name="connsiteY139" fmla="*/ 404819 h 953259"/>
                  <a:gd name="connsiteX140" fmla="*/ 0 w 150012"/>
                  <a:gd name="connsiteY140" fmla="*/ 414895 h 953259"/>
                  <a:gd name="connsiteX141" fmla="*/ 0 w 150012"/>
                  <a:gd name="connsiteY141" fmla="*/ 425065 h 953259"/>
                  <a:gd name="connsiteX142" fmla="*/ 0 w 150012"/>
                  <a:gd name="connsiteY142" fmla="*/ 435140 h 953259"/>
                  <a:gd name="connsiteX143" fmla="*/ 0 w 150012"/>
                  <a:gd name="connsiteY143" fmla="*/ 445311 h 953259"/>
                  <a:gd name="connsiteX144" fmla="*/ 0 w 150012"/>
                  <a:gd name="connsiteY144" fmla="*/ 455386 h 953259"/>
                  <a:gd name="connsiteX145" fmla="*/ 0 w 150012"/>
                  <a:gd name="connsiteY145" fmla="*/ 465556 h 953259"/>
                  <a:gd name="connsiteX146" fmla="*/ 0 w 150012"/>
                  <a:gd name="connsiteY146" fmla="*/ 475632 h 953259"/>
                  <a:gd name="connsiteX147" fmla="*/ 0 w 150012"/>
                  <a:gd name="connsiteY147" fmla="*/ 485802 h 953259"/>
                  <a:gd name="connsiteX148" fmla="*/ 0 w 150012"/>
                  <a:gd name="connsiteY148" fmla="*/ 495877 h 953259"/>
                  <a:gd name="connsiteX149" fmla="*/ 0 w 150012"/>
                  <a:gd name="connsiteY149" fmla="*/ 506048 h 953259"/>
                  <a:gd name="connsiteX150" fmla="*/ 0 w 150012"/>
                  <a:gd name="connsiteY150" fmla="*/ 516123 h 953259"/>
                  <a:gd name="connsiteX151" fmla="*/ 0 w 150012"/>
                  <a:gd name="connsiteY151" fmla="*/ 526294 h 953259"/>
                  <a:gd name="connsiteX152" fmla="*/ 0 w 150012"/>
                  <a:gd name="connsiteY152" fmla="*/ 536369 h 953259"/>
                  <a:gd name="connsiteX153" fmla="*/ 0 w 150012"/>
                  <a:gd name="connsiteY153" fmla="*/ 546539 h 953259"/>
                  <a:gd name="connsiteX154" fmla="*/ 0 w 150012"/>
                  <a:gd name="connsiteY154" fmla="*/ 556615 h 953259"/>
                  <a:gd name="connsiteX155" fmla="*/ 0 w 150012"/>
                  <a:gd name="connsiteY155" fmla="*/ 566785 h 953259"/>
                  <a:gd name="connsiteX156" fmla="*/ 0 w 150012"/>
                  <a:gd name="connsiteY156" fmla="*/ 576860 h 953259"/>
                  <a:gd name="connsiteX157" fmla="*/ 0 w 150012"/>
                  <a:gd name="connsiteY157" fmla="*/ 587031 h 953259"/>
                  <a:gd name="connsiteX158" fmla="*/ 0 w 150012"/>
                  <a:gd name="connsiteY158" fmla="*/ 597106 h 953259"/>
                  <a:gd name="connsiteX159" fmla="*/ 0 w 150012"/>
                  <a:gd name="connsiteY159" fmla="*/ 607181 h 953259"/>
                  <a:gd name="connsiteX160" fmla="*/ 0 w 150012"/>
                  <a:gd name="connsiteY160" fmla="*/ 617352 h 953259"/>
                  <a:gd name="connsiteX161" fmla="*/ 0 w 150012"/>
                  <a:gd name="connsiteY161" fmla="*/ 627427 h 953259"/>
                  <a:gd name="connsiteX162" fmla="*/ 0 w 150012"/>
                  <a:gd name="connsiteY162" fmla="*/ 637598 h 953259"/>
                  <a:gd name="connsiteX163" fmla="*/ 0 w 150012"/>
                  <a:gd name="connsiteY163" fmla="*/ 647673 h 953259"/>
                  <a:gd name="connsiteX164" fmla="*/ 0 w 150012"/>
                  <a:gd name="connsiteY164" fmla="*/ 657843 h 953259"/>
                  <a:gd name="connsiteX165" fmla="*/ 0 w 150012"/>
                  <a:gd name="connsiteY165" fmla="*/ 667919 h 953259"/>
                  <a:gd name="connsiteX166" fmla="*/ 0 w 150012"/>
                  <a:gd name="connsiteY166" fmla="*/ 678089 h 953259"/>
                  <a:gd name="connsiteX167" fmla="*/ 0 w 150012"/>
                  <a:gd name="connsiteY167" fmla="*/ 688164 h 953259"/>
                  <a:gd name="connsiteX168" fmla="*/ 0 w 150012"/>
                  <a:gd name="connsiteY168" fmla="*/ 698335 h 953259"/>
                  <a:gd name="connsiteX169" fmla="*/ 0 w 150012"/>
                  <a:gd name="connsiteY169" fmla="*/ 708410 h 953259"/>
                  <a:gd name="connsiteX170" fmla="*/ 0 w 150012"/>
                  <a:gd name="connsiteY170" fmla="*/ 718580 h 953259"/>
                  <a:gd name="connsiteX171" fmla="*/ 0 w 150012"/>
                  <a:gd name="connsiteY171" fmla="*/ 728656 h 953259"/>
                  <a:gd name="connsiteX172" fmla="*/ 0 w 150012"/>
                  <a:gd name="connsiteY172" fmla="*/ 738826 h 953259"/>
                  <a:gd name="connsiteX173" fmla="*/ 0 w 150012"/>
                  <a:gd name="connsiteY173" fmla="*/ 748901 h 953259"/>
                  <a:gd name="connsiteX174" fmla="*/ 0 w 150012"/>
                  <a:gd name="connsiteY174" fmla="*/ 759072 h 953259"/>
                  <a:gd name="connsiteX175" fmla="*/ 0 w 150012"/>
                  <a:gd name="connsiteY175" fmla="*/ 769147 h 953259"/>
                  <a:gd name="connsiteX176" fmla="*/ 0 w 150012"/>
                  <a:gd name="connsiteY176" fmla="*/ 779318 h 953259"/>
                  <a:gd name="connsiteX177" fmla="*/ 0 w 150012"/>
                  <a:gd name="connsiteY177" fmla="*/ 789393 h 953259"/>
                  <a:gd name="connsiteX178" fmla="*/ 0 w 150012"/>
                  <a:gd name="connsiteY178" fmla="*/ 799563 h 953259"/>
                  <a:gd name="connsiteX179" fmla="*/ 0 w 150012"/>
                  <a:gd name="connsiteY179" fmla="*/ 809639 h 953259"/>
                  <a:gd name="connsiteX180" fmla="*/ 0 w 150012"/>
                  <a:gd name="connsiteY180" fmla="*/ 819809 h 953259"/>
                  <a:gd name="connsiteX181" fmla="*/ 0 w 150012"/>
                  <a:gd name="connsiteY181" fmla="*/ 829884 h 953259"/>
                  <a:gd name="connsiteX182" fmla="*/ 0 w 150012"/>
                  <a:gd name="connsiteY182" fmla="*/ 839960 h 953259"/>
                  <a:gd name="connsiteX183" fmla="*/ 0 w 150012"/>
                  <a:gd name="connsiteY183" fmla="*/ 850130 h 953259"/>
                  <a:gd name="connsiteX184" fmla="*/ 0 w 150012"/>
                  <a:gd name="connsiteY184" fmla="*/ 860206 h 953259"/>
                  <a:gd name="connsiteX185" fmla="*/ 0 w 150012"/>
                  <a:gd name="connsiteY185" fmla="*/ 870376 h 953259"/>
                  <a:gd name="connsiteX186" fmla="*/ 0 w 150012"/>
                  <a:gd name="connsiteY186" fmla="*/ 880451 h 953259"/>
                  <a:gd name="connsiteX187" fmla="*/ 0 w 150012"/>
                  <a:gd name="connsiteY187" fmla="*/ 890621 h 953259"/>
                  <a:gd name="connsiteX188" fmla="*/ 0 w 150012"/>
                  <a:gd name="connsiteY188" fmla="*/ 900697 h 953259"/>
                  <a:gd name="connsiteX189" fmla="*/ 0 w 150012"/>
                  <a:gd name="connsiteY189" fmla="*/ 910867 h 953259"/>
                  <a:gd name="connsiteX190" fmla="*/ 0 w 150012"/>
                  <a:gd name="connsiteY190" fmla="*/ 920943 h 953259"/>
                  <a:gd name="connsiteX191" fmla="*/ 0 w 150012"/>
                  <a:gd name="connsiteY191" fmla="*/ 931113 h 953259"/>
                  <a:gd name="connsiteX192" fmla="*/ 0 w 150012"/>
                  <a:gd name="connsiteY192" fmla="*/ 941188 h 953259"/>
                  <a:gd name="connsiteX193" fmla="*/ 0 w 150012"/>
                  <a:gd name="connsiteY193" fmla="*/ 951359 h 953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Lst>
                <a:rect l="l" t="t" r="r" b="b"/>
                <a:pathLst>
                  <a:path w="150012" h="953259">
                    <a:moveTo>
                      <a:pt x="0" y="951359"/>
                    </a:moveTo>
                    <a:lnTo>
                      <a:pt x="0" y="953260"/>
                    </a:lnTo>
                    <a:lnTo>
                      <a:pt x="285" y="953260"/>
                    </a:lnTo>
                    <a:lnTo>
                      <a:pt x="1902" y="953260"/>
                    </a:lnTo>
                    <a:lnTo>
                      <a:pt x="2093" y="951359"/>
                    </a:lnTo>
                    <a:lnTo>
                      <a:pt x="2854" y="941188"/>
                    </a:lnTo>
                    <a:lnTo>
                      <a:pt x="3805" y="931113"/>
                    </a:lnTo>
                    <a:lnTo>
                      <a:pt x="5042" y="920943"/>
                    </a:lnTo>
                    <a:lnTo>
                      <a:pt x="6564" y="910867"/>
                    </a:lnTo>
                    <a:lnTo>
                      <a:pt x="8466" y="900697"/>
                    </a:lnTo>
                    <a:lnTo>
                      <a:pt x="10749" y="890621"/>
                    </a:lnTo>
                    <a:lnTo>
                      <a:pt x="13413" y="880451"/>
                    </a:lnTo>
                    <a:lnTo>
                      <a:pt x="16552" y="870376"/>
                    </a:lnTo>
                    <a:lnTo>
                      <a:pt x="20167" y="860206"/>
                    </a:lnTo>
                    <a:lnTo>
                      <a:pt x="24162" y="850130"/>
                    </a:lnTo>
                    <a:lnTo>
                      <a:pt x="28633" y="839960"/>
                    </a:lnTo>
                    <a:lnTo>
                      <a:pt x="33389" y="829884"/>
                    </a:lnTo>
                    <a:lnTo>
                      <a:pt x="38526" y="819809"/>
                    </a:lnTo>
                    <a:lnTo>
                      <a:pt x="43948" y="809639"/>
                    </a:lnTo>
                    <a:lnTo>
                      <a:pt x="49465" y="799563"/>
                    </a:lnTo>
                    <a:lnTo>
                      <a:pt x="55077" y="789393"/>
                    </a:lnTo>
                    <a:lnTo>
                      <a:pt x="60595" y="779318"/>
                    </a:lnTo>
                    <a:lnTo>
                      <a:pt x="66112" y="769147"/>
                    </a:lnTo>
                    <a:lnTo>
                      <a:pt x="71344" y="759072"/>
                    </a:lnTo>
                    <a:lnTo>
                      <a:pt x="76386" y="748901"/>
                    </a:lnTo>
                    <a:lnTo>
                      <a:pt x="81142" y="738826"/>
                    </a:lnTo>
                    <a:lnTo>
                      <a:pt x="85518" y="728656"/>
                    </a:lnTo>
                    <a:lnTo>
                      <a:pt x="89513" y="718580"/>
                    </a:lnTo>
                    <a:lnTo>
                      <a:pt x="93223" y="708410"/>
                    </a:lnTo>
                    <a:lnTo>
                      <a:pt x="96552" y="698335"/>
                    </a:lnTo>
                    <a:lnTo>
                      <a:pt x="99691" y="688164"/>
                    </a:lnTo>
                    <a:lnTo>
                      <a:pt x="102640" y="678089"/>
                    </a:lnTo>
                    <a:lnTo>
                      <a:pt x="105399" y="667919"/>
                    </a:lnTo>
                    <a:lnTo>
                      <a:pt x="108158" y="657843"/>
                    </a:lnTo>
                    <a:lnTo>
                      <a:pt x="110821" y="647673"/>
                    </a:lnTo>
                    <a:lnTo>
                      <a:pt x="113580" y="637598"/>
                    </a:lnTo>
                    <a:lnTo>
                      <a:pt x="116434" y="627427"/>
                    </a:lnTo>
                    <a:lnTo>
                      <a:pt x="119478" y="617352"/>
                    </a:lnTo>
                    <a:lnTo>
                      <a:pt x="122522" y="607181"/>
                    </a:lnTo>
                    <a:lnTo>
                      <a:pt x="125756" y="597106"/>
                    </a:lnTo>
                    <a:lnTo>
                      <a:pt x="129085" y="587031"/>
                    </a:lnTo>
                    <a:lnTo>
                      <a:pt x="132415" y="576860"/>
                    </a:lnTo>
                    <a:lnTo>
                      <a:pt x="135744" y="566785"/>
                    </a:lnTo>
                    <a:lnTo>
                      <a:pt x="138883" y="556615"/>
                    </a:lnTo>
                    <a:lnTo>
                      <a:pt x="141832" y="546539"/>
                    </a:lnTo>
                    <a:lnTo>
                      <a:pt x="144496" y="536369"/>
                    </a:lnTo>
                    <a:lnTo>
                      <a:pt x="146683" y="526294"/>
                    </a:lnTo>
                    <a:lnTo>
                      <a:pt x="148396" y="516123"/>
                    </a:lnTo>
                    <a:lnTo>
                      <a:pt x="149537" y="506048"/>
                    </a:lnTo>
                    <a:lnTo>
                      <a:pt x="150013" y="495877"/>
                    </a:lnTo>
                    <a:lnTo>
                      <a:pt x="149632" y="485802"/>
                    </a:lnTo>
                    <a:lnTo>
                      <a:pt x="148586" y="475632"/>
                    </a:lnTo>
                    <a:lnTo>
                      <a:pt x="146683" y="465556"/>
                    </a:lnTo>
                    <a:lnTo>
                      <a:pt x="143925" y="455386"/>
                    </a:lnTo>
                    <a:lnTo>
                      <a:pt x="140405" y="445311"/>
                    </a:lnTo>
                    <a:lnTo>
                      <a:pt x="136029" y="435140"/>
                    </a:lnTo>
                    <a:lnTo>
                      <a:pt x="130892" y="425065"/>
                    </a:lnTo>
                    <a:lnTo>
                      <a:pt x="125090" y="414895"/>
                    </a:lnTo>
                    <a:lnTo>
                      <a:pt x="118716" y="404819"/>
                    </a:lnTo>
                    <a:lnTo>
                      <a:pt x="111867" y="394649"/>
                    </a:lnTo>
                    <a:lnTo>
                      <a:pt x="104543" y="384574"/>
                    </a:lnTo>
                    <a:lnTo>
                      <a:pt x="97028" y="374498"/>
                    </a:lnTo>
                    <a:lnTo>
                      <a:pt x="89323" y="364328"/>
                    </a:lnTo>
                    <a:lnTo>
                      <a:pt x="81618" y="354253"/>
                    </a:lnTo>
                    <a:lnTo>
                      <a:pt x="74008" y="344082"/>
                    </a:lnTo>
                    <a:lnTo>
                      <a:pt x="66588" y="334007"/>
                    </a:lnTo>
                    <a:lnTo>
                      <a:pt x="59644" y="323837"/>
                    </a:lnTo>
                    <a:lnTo>
                      <a:pt x="53080" y="313761"/>
                    </a:lnTo>
                    <a:lnTo>
                      <a:pt x="46992" y="303591"/>
                    </a:lnTo>
                    <a:lnTo>
                      <a:pt x="41379" y="293515"/>
                    </a:lnTo>
                    <a:lnTo>
                      <a:pt x="36433" y="283345"/>
                    </a:lnTo>
                    <a:lnTo>
                      <a:pt x="31962" y="273270"/>
                    </a:lnTo>
                    <a:lnTo>
                      <a:pt x="28062" y="263099"/>
                    </a:lnTo>
                    <a:lnTo>
                      <a:pt x="24542" y="253024"/>
                    </a:lnTo>
                    <a:lnTo>
                      <a:pt x="21498" y="242854"/>
                    </a:lnTo>
                    <a:lnTo>
                      <a:pt x="18930" y="232778"/>
                    </a:lnTo>
                    <a:lnTo>
                      <a:pt x="16552" y="222608"/>
                    </a:lnTo>
                    <a:lnTo>
                      <a:pt x="14554" y="212533"/>
                    </a:lnTo>
                    <a:lnTo>
                      <a:pt x="12652" y="202362"/>
                    </a:lnTo>
                    <a:lnTo>
                      <a:pt x="11035" y="192287"/>
                    </a:lnTo>
                    <a:lnTo>
                      <a:pt x="9607" y="182116"/>
                    </a:lnTo>
                    <a:lnTo>
                      <a:pt x="8276" y="172041"/>
                    </a:lnTo>
                    <a:lnTo>
                      <a:pt x="7039" y="161871"/>
                    </a:lnTo>
                    <a:lnTo>
                      <a:pt x="5993" y="151795"/>
                    </a:lnTo>
                    <a:lnTo>
                      <a:pt x="5042" y="141720"/>
                    </a:lnTo>
                    <a:lnTo>
                      <a:pt x="4186" y="131550"/>
                    </a:lnTo>
                    <a:lnTo>
                      <a:pt x="3424" y="121474"/>
                    </a:lnTo>
                    <a:lnTo>
                      <a:pt x="2758" y="111304"/>
                    </a:lnTo>
                    <a:lnTo>
                      <a:pt x="2188" y="101229"/>
                    </a:lnTo>
                    <a:lnTo>
                      <a:pt x="1712" y="91058"/>
                    </a:lnTo>
                    <a:lnTo>
                      <a:pt x="1332" y="80983"/>
                    </a:lnTo>
                    <a:lnTo>
                      <a:pt x="1046" y="70812"/>
                    </a:lnTo>
                    <a:lnTo>
                      <a:pt x="761" y="60737"/>
                    </a:lnTo>
                    <a:lnTo>
                      <a:pt x="571" y="50567"/>
                    </a:lnTo>
                    <a:lnTo>
                      <a:pt x="380" y="40491"/>
                    </a:lnTo>
                    <a:lnTo>
                      <a:pt x="285" y="30321"/>
                    </a:lnTo>
                    <a:lnTo>
                      <a:pt x="190" y="20246"/>
                    </a:lnTo>
                    <a:lnTo>
                      <a:pt x="95" y="10075"/>
                    </a:lnTo>
                    <a:lnTo>
                      <a:pt x="95" y="0"/>
                    </a:lnTo>
                    <a:lnTo>
                      <a:pt x="0" y="0"/>
                    </a:lnTo>
                    <a:lnTo>
                      <a:pt x="0" y="10075"/>
                    </a:lnTo>
                    <a:lnTo>
                      <a:pt x="0" y="20246"/>
                    </a:lnTo>
                    <a:lnTo>
                      <a:pt x="0" y="30321"/>
                    </a:lnTo>
                    <a:lnTo>
                      <a:pt x="0" y="40491"/>
                    </a:lnTo>
                    <a:lnTo>
                      <a:pt x="0" y="50567"/>
                    </a:lnTo>
                    <a:lnTo>
                      <a:pt x="0" y="60737"/>
                    </a:lnTo>
                    <a:lnTo>
                      <a:pt x="0" y="70812"/>
                    </a:lnTo>
                    <a:lnTo>
                      <a:pt x="0" y="80983"/>
                    </a:lnTo>
                    <a:lnTo>
                      <a:pt x="0" y="91058"/>
                    </a:lnTo>
                    <a:lnTo>
                      <a:pt x="0" y="101229"/>
                    </a:lnTo>
                    <a:lnTo>
                      <a:pt x="0" y="111304"/>
                    </a:lnTo>
                    <a:lnTo>
                      <a:pt x="0" y="121474"/>
                    </a:lnTo>
                    <a:lnTo>
                      <a:pt x="0" y="131550"/>
                    </a:lnTo>
                    <a:lnTo>
                      <a:pt x="0" y="141720"/>
                    </a:lnTo>
                    <a:lnTo>
                      <a:pt x="0" y="151795"/>
                    </a:lnTo>
                    <a:lnTo>
                      <a:pt x="0" y="161871"/>
                    </a:lnTo>
                    <a:lnTo>
                      <a:pt x="0" y="172041"/>
                    </a:lnTo>
                    <a:lnTo>
                      <a:pt x="0" y="182116"/>
                    </a:lnTo>
                    <a:lnTo>
                      <a:pt x="0" y="192287"/>
                    </a:lnTo>
                    <a:lnTo>
                      <a:pt x="0" y="202362"/>
                    </a:lnTo>
                    <a:lnTo>
                      <a:pt x="0" y="212533"/>
                    </a:lnTo>
                    <a:lnTo>
                      <a:pt x="0" y="222608"/>
                    </a:lnTo>
                    <a:lnTo>
                      <a:pt x="0" y="232778"/>
                    </a:lnTo>
                    <a:lnTo>
                      <a:pt x="0" y="242854"/>
                    </a:lnTo>
                    <a:lnTo>
                      <a:pt x="0" y="253024"/>
                    </a:lnTo>
                    <a:lnTo>
                      <a:pt x="0" y="263099"/>
                    </a:lnTo>
                    <a:lnTo>
                      <a:pt x="0" y="273270"/>
                    </a:lnTo>
                    <a:lnTo>
                      <a:pt x="0" y="283345"/>
                    </a:lnTo>
                    <a:lnTo>
                      <a:pt x="0" y="293515"/>
                    </a:lnTo>
                    <a:lnTo>
                      <a:pt x="0" y="303591"/>
                    </a:lnTo>
                    <a:lnTo>
                      <a:pt x="0" y="313761"/>
                    </a:lnTo>
                    <a:lnTo>
                      <a:pt x="0" y="323837"/>
                    </a:lnTo>
                    <a:lnTo>
                      <a:pt x="0" y="334007"/>
                    </a:lnTo>
                    <a:lnTo>
                      <a:pt x="0" y="344082"/>
                    </a:lnTo>
                    <a:lnTo>
                      <a:pt x="0" y="354253"/>
                    </a:lnTo>
                    <a:lnTo>
                      <a:pt x="0" y="364328"/>
                    </a:lnTo>
                    <a:lnTo>
                      <a:pt x="0" y="374498"/>
                    </a:lnTo>
                    <a:lnTo>
                      <a:pt x="0" y="384574"/>
                    </a:lnTo>
                    <a:lnTo>
                      <a:pt x="0" y="394649"/>
                    </a:lnTo>
                    <a:lnTo>
                      <a:pt x="0" y="404819"/>
                    </a:lnTo>
                    <a:lnTo>
                      <a:pt x="0" y="414895"/>
                    </a:lnTo>
                    <a:lnTo>
                      <a:pt x="0" y="425065"/>
                    </a:lnTo>
                    <a:lnTo>
                      <a:pt x="0" y="435140"/>
                    </a:lnTo>
                    <a:lnTo>
                      <a:pt x="0" y="445311"/>
                    </a:lnTo>
                    <a:lnTo>
                      <a:pt x="0" y="455386"/>
                    </a:lnTo>
                    <a:lnTo>
                      <a:pt x="0" y="465556"/>
                    </a:lnTo>
                    <a:lnTo>
                      <a:pt x="0" y="475632"/>
                    </a:lnTo>
                    <a:lnTo>
                      <a:pt x="0" y="485802"/>
                    </a:lnTo>
                    <a:lnTo>
                      <a:pt x="0" y="495877"/>
                    </a:lnTo>
                    <a:lnTo>
                      <a:pt x="0" y="506048"/>
                    </a:lnTo>
                    <a:lnTo>
                      <a:pt x="0" y="516123"/>
                    </a:lnTo>
                    <a:lnTo>
                      <a:pt x="0" y="526294"/>
                    </a:lnTo>
                    <a:lnTo>
                      <a:pt x="0" y="536369"/>
                    </a:lnTo>
                    <a:lnTo>
                      <a:pt x="0" y="546539"/>
                    </a:lnTo>
                    <a:lnTo>
                      <a:pt x="0" y="556615"/>
                    </a:lnTo>
                    <a:lnTo>
                      <a:pt x="0" y="566785"/>
                    </a:lnTo>
                    <a:lnTo>
                      <a:pt x="0" y="576860"/>
                    </a:lnTo>
                    <a:lnTo>
                      <a:pt x="0" y="587031"/>
                    </a:lnTo>
                    <a:lnTo>
                      <a:pt x="0" y="597106"/>
                    </a:lnTo>
                    <a:lnTo>
                      <a:pt x="0" y="607181"/>
                    </a:lnTo>
                    <a:lnTo>
                      <a:pt x="0" y="617352"/>
                    </a:lnTo>
                    <a:lnTo>
                      <a:pt x="0" y="627427"/>
                    </a:lnTo>
                    <a:lnTo>
                      <a:pt x="0" y="637598"/>
                    </a:lnTo>
                    <a:lnTo>
                      <a:pt x="0" y="647673"/>
                    </a:lnTo>
                    <a:lnTo>
                      <a:pt x="0" y="657843"/>
                    </a:lnTo>
                    <a:lnTo>
                      <a:pt x="0" y="667919"/>
                    </a:lnTo>
                    <a:lnTo>
                      <a:pt x="0" y="678089"/>
                    </a:lnTo>
                    <a:lnTo>
                      <a:pt x="0" y="688164"/>
                    </a:lnTo>
                    <a:lnTo>
                      <a:pt x="0" y="698335"/>
                    </a:lnTo>
                    <a:lnTo>
                      <a:pt x="0" y="708410"/>
                    </a:lnTo>
                    <a:lnTo>
                      <a:pt x="0" y="718580"/>
                    </a:lnTo>
                    <a:lnTo>
                      <a:pt x="0" y="728656"/>
                    </a:lnTo>
                    <a:lnTo>
                      <a:pt x="0" y="738826"/>
                    </a:lnTo>
                    <a:lnTo>
                      <a:pt x="0" y="748901"/>
                    </a:lnTo>
                    <a:lnTo>
                      <a:pt x="0" y="759072"/>
                    </a:lnTo>
                    <a:lnTo>
                      <a:pt x="0" y="769147"/>
                    </a:lnTo>
                    <a:lnTo>
                      <a:pt x="0" y="779318"/>
                    </a:lnTo>
                    <a:lnTo>
                      <a:pt x="0" y="789393"/>
                    </a:lnTo>
                    <a:lnTo>
                      <a:pt x="0" y="799563"/>
                    </a:lnTo>
                    <a:lnTo>
                      <a:pt x="0" y="809639"/>
                    </a:lnTo>
                    <a:lnTo>
                      <a:pt x="0" y="819809"/>
                    </a:lnTo>
                    <a:lnTo>
                      <a:pt x="0" y="829884"/>
                    </a:lnTo>
                    <a:lnTo>
                      <a:pt x="0" y="839960"/>
                    </a:lnTo>
                    <a:lnTo>
                      <a:pt x="0" y="850130"/>
                    </a:lnTo>
                    <a:lnTo>
                      <a:pt x="0" y="860206"/>
                    </a:lnTo>
                    <a:lnTo>
                      <a:pt x="0" y="870376"/>
                    </a:lnTo>
                    <a:lnTo>
                      <a:pt x="0" y="880451"/>
                    </a:lnTo>
                    <a:lnTo>
                      <a:pt x="0" y="890621"/>
                    </a:lnTo>
                    <a:lnTo>
                      <a:pt x="0" y="900697"/>
                    </a:lnTo>
                    <a:lnTo>
                      <a:pt x="0" y="910867"/>
                    </a:lnTo>
                    <a:lnTo>
                      <a:pt x="0" y="920943"/>
                    </a:lnTo>
                    <a:lnTo>
                      <a:pt x="0" y="931113"/>
                    </a:lnTo>
                    <a:lnTo>
                      <a:pt x="0" y="941188"/>
                    </a:lnTo>
                    <a:lnTo>
                      <a:pt x="0" y="951359"/>
                    </a:lnTo>
                    <a:close/>
                  </a:path>
                </a:pathLst>
              </a:custGeom>
              <a:solidFill>
                <a:srgbClr val="B0E6FF">
                  <a:alpha val="50000"/>
                </a:srgbClr>
              </a:solidFill>
              <a:ln w="9506" cap="flat">
                <a:noFill/>
                <a:prstDash val="solid"/>
                <a:miter/>
              </a:ln>
            </p:spPr>
            <p:txBody>
              <a:bodyPr rtlCol="0" anchor="ctr"/>
              <a:lstStyle/>
              <a:p>
                <a:endParaRPr lang="en-US"/>
              </a:p>
            </p:txBody>
          </p:sp>
          <p:sp>
            <p:nvSpPr>
              <p:cNvPr id="4336" name="Freeform 4335">
                <a:extLst>
                  <a:ext uri="{FF2B5EF4-FFF2-40B4-BE49-F238E27FC236}">
                    <a16:creationId xmlns:a16="http://schemas.microsoft.com/office/drawing/2014/main" id="{5C491C88-D657-FDDE-D4AF-32671226BE1F}"/>
                  </a:ext>
                </a:extLst>
              </p:cNvPr>
              <p:cNvSpPr/>
              <p:nvPr/>
            </p:nvSpPr>
            <p:spPr>
              <a:xfrm>
                <a:off x="8875041" y="4680886"/>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337" name="Freeform 4336">
                <a:extLst>
                  <a:ext uri="{FF2B5EF4-FFF2-40B4-BE49-F238E27FC236}">
                    <a16:creationId xmlns:a16="http://schemas.microsoft.com/office/drawing/2014/main" id="{8986471D-9170-3AD8-755F-6D2A49A597EB}"/>
                  </a:ext>
                </a:extLst>
              </p:cNvPr>
              <p:cNvSpPr/>
              <p:nvPr/>
            </p:nvSpPr>
            <p:spPr>
              <a:xfrm>
                <a:off x="8909130" y="4731743"/>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0" y="0"/>
                      <a:pt x="7515" y="0"/>
                    </a:cubicBezTo>
                    <a:cubicBezTo>
                      <a:pt x="3329" y="0"/>
                      <a:pt x="0" y="3327"/>
                      <a:pt x="0" y="7509"/>
                    </a:cubicBezTo>
                    <a:cubicBezTo>
                      <a:pt x="0" y="11691"/>
                      <a:pt x="3329" y="15018"/>
                      <a:pt x="7515" y="15018"/>
                    </a:cubicBezTo>
                    <a:cubicBezTo>
                      <a:pt x="11700"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338" name="Freeform 4337">
                <a:extLst>
                  <a:ext uri="{FF2B5EF4-FFF2-40B4-BE49-F238E27FC236}">
                    <a16:creationId xmlns:a16="http://schemas.microsoft.com/office/drawing/2014/main" id="{8D890CEB-1678-DE86-6AD4-6B16F5C057D0}"/>
                  </a:ext>
                </a:extLst>
              </p:cNvPr>
              <p:cNvSpPr/>
              <p:nvPr/>
            </p:nvSpPr>
            <p:spPr>
              <a:xfrm>
                <a:off x="8789345" y="5257343"/>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0" y="0"/>
                      <a:pt x="7515" y="0"/>
                    </a:cubicBezTo>
                    <a:cubicBezTo>
                      <a:pt x="3329" y="0"/>
                      <a:pt x="0" y="3327"/>
                      <a:pt x="0" y="7509"/>
                    </a:cubicBezTo>
                    <a:cubicBezTo>
                      <a:pt x="0" y="11691"/>
                      <a:pt x="3329" y="15018"/>
                      <a:pt x="7515" y="15018"/>
                    </a:cubicBezTo>
                    <a:cubicBezTo>
                      <a:pt x="11700"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339" name="Freeform 4338">
                <a:extLst>
                  <a:ext uri="{FF2B5EF4-FFF2-40B4-BE49-F238E27FC236}">
                    <a16:creationId xmlns:a16="http://schemas.microsoft.com/office/drawing/2014/main" id="{61105D44-257A-A80F-38D5-60854648177C}"/>
                  </a:ext>
                </a:extLst>
              </p:cNvPr>
              <p:cNvSpPr/>
              <p:nvPr/>
            </p:nvSpPr>
            <p:spPr>
              <a:xfrm>
                <a:off x="8880722" y="4693660"/>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340" name="Freeform 4339">
                <a:extLst>
                  <a:ext uri="{FF2B5EF4-FFF2-40B4-BE49-F238E27FC236}">
                    <a16:creationId xmlns:a16="http://schemas.microsoft.com/office/drawing/2014/main" id="{6A4D5000-B3C6-FCD5-7A27-FC1FE7641FA4}"/>
                  </a:ext>
                </a:extLst>
              </p:cNvPr>
              <p:cNvSpPr/>
              <p:nvPr/>
            </p:nvSpPr>
            <p:spPr>
              <a:xfrm>
                <a:off x="8844266" y="4977984"/>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341" name="Freeform 4340">
                <a:extLst>
                  <a:ext uri="{FF2B5EF4-FFF2-40B4-BE49-F238E27FC236}">
                    <a16:creationId xmlns:a16="http://schemas.microsoft.com/office/drawing/2014/main" id="{F7F7613D-FFBB-57B4-DDBA-F2D219BD649F}"/>
                  </a:ext>
                </a:extLst>
              </p:cNvPr>
              <p:cNvSpPr/>
              <p:nvPr/>
            </p:nvSpPr>
            <p:spPr>
              <a:xfrm>
                <a:off x="8930437" y="4653683"/>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342" name="Freeform 4341">
                <a:extLst>
                  <a:ext uri="{FF2B5EF4-FFF2-40B4-BE49-F238E27FC236}">
                    <a16:creationId xmlns:a16="http://schemas.microsoft.com/office/drawing/2014/main" id="{B443205D-C4F2-5E77-50BB-C5C33749F94F}"/>
                  </a:ext>
                </a:extLst>
              </p:cNvPr>
              <p:cNvSpPr/>
              <p:nvPr/>
            </p:nvSpPr>
            <p:spPr>
              <a:xfrm>
                <a:off x="8863914" y="4286095"/>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343" name="Freeform 4342">
                <a:extLst>
                  <a:ext uri="{FF2B5EF4-FFF2-40B4-BE49-F238E27FC236}">
                    <a16:creationId xmlns:a16="http://schemas.microsoft.com/office/drawing/2014/main" id="{B895E34E-2982-81A6-AF4C-D28042C32B20}"/>
                  </a:ext>
                </a:extLst>
              </p:cNvPr>
              <p:cNvSpPr/>
              <p:nvPr/>
            </p:nvSpPr>
            <p:spPr>
              <a:xfrm>
                <a:off x="8925938" y="4856401"/>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344" name="Freeform 4343">
                <a:extLst>
                  <a:ext uri="{FF2B5EF4-FFF2-40B4-BE49-F238E27FC236}">
                    <a16:creationId xmlns:a16="http://schemas.microsoft.com/office/drawing/2014/main" id="{E9389776-547B-4F35-79ED-E9E825BB9E81}"/>
                  </a:ext>
                </a:extLst>
              </p:cNvPr>
              <p:cNvSpPr/>
              <p:nvPr/>
            </p:nvSpPr>
            <p:spPr>
              <a:xfrm>
                <a:off x="8881434" y="4912461"/>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345" name="Freeform 4344">
                <a:extLst>
                  <a:ext uri="{FF2B5EF4-FFF2-40B4-BE49-F238E27FC236}">
                    <a16:creationId xmlns:a16="http://schemas.microsoft.com/office/drawing/2014/main" id="{309E3B8C-8189-5510-6AF3-AE7DCFADA747}"/>
                  </a:ext>
                </a:extLst>
              </p:cNvPr>
              <p:cNvSpPr/>
              <p:nvPr/>
            </p:nvSpPr>
            <p:spPr>
              <a:xfrm>
                <a:off x="8807811" y="4653683"/>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0" y="0"/>
                      <a:pt x="7515" y="0"/>
                    </a:cubicBezTo>
                    <a:cubicBezTo>
                      <a:pt x="3329" y="0"/>
                      <a:pt x="0" y="3327"/>
                      <a:pt x="0" y="7509"/>
                    </a:cubicBezTo>
                    <a:cubicBezTo>
                      <a:pt x="0" y="11691"/>
                      <a:pt x="3329" y="15018"/>
                      <a:pt x="7515" y="15018"/>
                    </a:cubicBezTo>
                    <a:cubicBezTo>
                      <a:pt x="11700"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346" name="Freeform 4345">
                <a:extLst>
                  <a:ext uri="{FF2B5EF4-FFF2-40B4-BE49-F238E27FC236}">
                    <a16:creationId xmlns:a16="http://schemas.microsoft.com/office/drawing/2014/main" id="{E752ADD6-6895-FE21-FFAE-D64CD0771BD9}"/>
                  </a:ext>
                </a:extLst>
              </p:cNvPr>
              <p:cNvSpPr/>
              <p:nvPr/>
            </p:nvSpPr>
            <p:spPr>
              <a:xfrm>
                <a:off x="8920256" y="5556805"/>
                <a:ext cx="37401" cy="37374"/>
              </a:xfrm>
              <a:custGeom>
                <a:avLst/>
                <a:gdLst>
                  <a:gd name="connsiteX0" fmla="*/ 15030 w 15029"/>
                  <a:gd name="connsiteY0" fmla="*/ 7509 h 15018"/>
                  <a:gd name="connsiteX1" fmla="*/ 7515 w 15029"/>
                  <a:gd name="connsiteY1" fmla="*/ 0 h 15018"/>
                  <a:gd name="connsiteX2" fmla="*/ 0 w 15029"/>
                  <a:gd name="connsiteY2" fmla="*/ 7509 h 15018"/>
                  <a:gd name="connsiteX3" fmla="*/ 7515 w 15029"/>
                  <a:gd name="connsiteY3" fmla="*/ 15018 h 15018"/>
                  <a:gd name="connsiteX4" fmla="*/ 15030 w 15029"/>
                  <a:gd name="connsiteY4" fmla="*/ 7509 h 15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8">
                    <a:moveTo>
                      <a:pt x="15030" y="7509"/>
                    </a:moveTo>
                    <a:cubicBezTo>
                      <a:pt x="15030" y="3327"/>
                      <a:pt x="11700" y="0"/>
                      <a:pt x="7515" y="0"/>
                    </a:cubicBezTo>
                    <a:cubicBezTo>
                      <a:pt x="3329" y="0"/>
                      <a:pt x="0" y="3327"/>
                      <a:pt x="0" y="7509"/>
                    </a:cubicBezTo>
                    <a:cubicBezTo>
                      <a:pt x="0" y="11691"/>
                      <a:pt x="3329" y="15018"/>
                      <a:pt x="7515" y="15018"/>
                    </a:cubicBezTo>
                    <a:cubicBezTo>
                      <a:pt x="11700"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347" name="Freeform 4346">
                <a:extLst>
                  <a:ext uri="{FF2B5EF4-FFF2-40B4-BE49-F238E27FC236}">
                    <a16:creationId xmlns:a16="http://schemas.microsoft.com/office/drawing/2014/main" id="{3E98D441-E84C-739B-EB71-F67116883709}"/>
                  </a:ext>
                </a:extLst>
              </p:cNvPr>
              <p:cNvSpPr/>
              <p:nvPr/>
            </p:nvSpPr>
            <p:spPr>
              <a:xfrm>
                <a:off x="8950557" y="4801997"/>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0" y="0"/>
                      <a:pt x="7515" y="0"/>
                    </a:cubicBezTo>
                    <a:cubicBezTo>
                      <a:pt x="3329" y="0"/>
                      <a:pt x="0" y="3327"/>
                      <a:pt x="0" y="7509"/>
                    </a:cubicBezTo>
                    <a:cubicBezTo>
                      <a:pt x="0" y="11691"/>
                      <a:pt x="3329" y="15018"/>
                      <a:pt x="7515" y="15018"/>
                    </a:cubicBezTo>
                    <a:cubicBezTo>
                      <a:pt x="11700"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348" name="Freeform 4347">
                <a:extLst>
                  <a:ext uri="{FF2B5EF4-FFF2-40B4-BE49-F238E27FC236}">
                    <a16:creationId xmlns:a16="http://schemas.microsoft.com/office/drawing/2014/main" id="{2A143E37-65C7-AC23-8FCA-2B972A32CC42}"/>
                  </a:ext>
                </a:extLst>
              </p:cNvPr>
              <p:cNvSpPr/>
              <p:nvPr/>
            </p:nvSpPr>
            <p:spPr>
              <a:xfrm>
                <a:off x="8963105" y="5473071"/>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0" y="0"/>
                      <a:pt x="7515" y="0"/>
                    </a:cubicBezTo>
                    <a:cubicBezTo>
                      <a:pt x="3329" y="0"/>
                      <a:pt x="0" y="3327"/>
                      <a:pt x="0" y="7509"/>
                    </a:cubicBezTo>
                    <a:cubicBezTo>
                      <a:pt x="0" y="11691"/>
                      <a:pt x="3329" y="15018"/>
                      <a:pt x="7515" y="15018"/>
                    </a:cubicBezTo>
                    <a:cubicBezTo>
                      <a:pt x="11700"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349" name="Freeform 4348">
                <a:extLst>
                  <a:ext uri="{FF2B5EF4-FFF2-40B4-BE49-F238E27FC236}">
                    <a16:creationId xmlns:a16="http://schemas.microsoft.com/office/drawing/2014/main" id="{3A23939A-F10C-4534-57C7-796982CA7642}"/>
                  </a:ext>
                </a:extLst>
              </p:cNvPr>
              <p:cNvSpPr/>
              <p:nvPr/>
            </p:nvSpPr>
            <p:spPr>
              <a:xfrm>
                <a:off x="8941325" y="5584481"/>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350" name="Freeform 4349">
                <a:extLst>
                  <a:ext uri="{FF2B5EF4-FFF2-40B4-BE49-F238E27FC236}">
                    <a16:creationId xmlns:a16="http://schemas.microsoft.com/office/drawing/2014/main" id="{102237A7-0A81-B45E-DF11-BD10168FB51A}"/>
                  </a:ext>
                </a:extLst>
              </p:cNvPr>
              <p:cNvSpPr/>
              <p:nvPr/>
            </p:nvSpPr>
            <p:spPr>
              <a:xfrm>
                <a:off x="8893742" y="4879582"/>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0" y="0"/>
                      <a:pt x="7515" y="0"/>
                    </a:cubicBezTo>
                    <a:cubicBezTo>
                      <a:pt x="3329" y="0"/>
                      <a:pt x="0" y="3327"/>
                      <a:pt x="0" y="7509"/>
                    </a:cubicBezTo>
                    <a:cubicBezTo>
                      <a:pt x="0" y="11691"/>
                      <a:pt x="3329" y="15018"/>
                      <a:pt x="7515" y="15018"/>
                    </a:cubicBezTo>
                    <a:cubicBezTo>
                      <a:pt x="11700"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351" name="Freeform 4350">
                <a:extLst>
                  <a:ext uri="{FF2B5EF4-FFF2-40B4-BE49-F238E27FC236}">
                    <a16:creationId xmlns:a16="http://schemas.microsoft.com/office/drawing/2014/main" id="{9D17C182-65C3-8093-745B-D238FB050E40}"/>
                  </a:ext>
                </a:extLst>
              </p:cNvPr>
              <p:cNvSpPr/>
              <p:nvPr/>
            </p:nvSpPr>
            <p:spPr>
              <a:xfrm>
                <a:off x="8929489" y="5295663"/>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3849" name="Freeform 3848">
                <a:extLst>
                  <a:ext uri="{FF2B5EF4-FFF2-40B4-BE49-F238E27FC236}">
                    <a16:creationId xmlns:a16="http://schemas.microsoft.com/office/drawing/2014/main" id="{177ADEFA-C6E7-3D0E-F6D6-D74D33EC3190}"/>
                  </a:ext>
                </a:extLst>
              </p:cNvPr>
              <p:cNvSpPr/>
              <p:nvPr/>
            </p:nvSpPr>
            <p:spPr>
              <a:xfrm>
                <a:off x="8791948" y="5584481"/>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3850" name="Freeform 3849">
                <a:extLst>
                  <a:ext uri="{FF2B5EF4-FFF2-40B4-BE49-F238E27FC236}">
                    <a16:creationId xmlns:a16="http://schemas.microsoft.com/office/drawing/2014/main" id="{31E32F08-F1BE-9D9F-94CF-4B10A3BB6427}"/>
                  </a:ext>
                </a:extLst>
              </p:cNvPr>
              <p:cNvSpPr/>
              <p:nvPr/>
            </p:nvSpPr>
            <p:spPr>
              <a:xfrm>
                <a:off x="8824855" y="5294717"/>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0" y="0"/>
                      <a:pt x="7515" y="0"/>
                    </a:cubicBezTo>
                    <a:cubicBezTo>
                      <a:pt x="3329" y="0"/>
                      <a:pt x="0" y="3327"/>
                      <a:pt x="0" y="7509"/>
                    </a:cubicBezTo>
                    <a:cubicBezTo>
                      <a:pt x="0" y="11691"/>
                      <a:pt x="3329" y="15018"/>
                      <a:pt x="7515" y="15018"/>
                    </a:cubicBezTo>
                    <a:cubicBezTo>
                      <a:pt x="11700"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3851" name="Freeform 3850">
                <a:extLst>
                  <a:ext uri="{FF2B5EF4-FFF2-40B4-BE49-F238E27FC236}">
                    <a16:creationId xmlns:a16="http://schemas.microsoft.com/office/drawing/2014/main" id="{53CFCF16-BF78-62E2-46E6-33347CD06570}"/>
                  </a:ext>
                </a:extLst>
              </p:cNvPr>
              <p:cNvSpPr/>
              <p:nvPr/>
            </p:nvSpPr>
            <p:spPr>
              <a:xfrm>
                <a:off x="8872910" y="5265620"/>
                <a:ext cx="37401" cy="37374"/>
              </a:xfrm>
              <a:custGeom>
                <a:avLst/>
                <a:gdLst>
                  <a:gd name="connsiteX0" fmla="*/ 15030 w 15029"/>
                  <a:gd name="connsiteY0" fmla="*/ 7509 h 15018"/>
                  <a:gd name="connsiteX1" fmla="*/ 7515 w 15029"/>
                  <a:gd name="connsiteY1" fmla="*/ 0 h 15018"/>
                  <a:gd name="connsiteX2" fmla="*/ 0 w 15029"/>
                  <a:gd name="connsiteY2" fmla="*/ 7509 h 15018"/>
                  <a:gd name="connsiteX3" fmla="*/ 7515 w 15029"/>
                  <a:gd name="connsiteY3" fmla="*/ 15018 h 15018"/>
                  <a:gd name="connsiteX4" fmla="*/ 15030 w 15029"/>
                  <a:gd name="connsiteY4" fmla="*/ 7509 h 15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8">
                    <a:moveTo>
                      <a:pt x="15030" y="7509"/>
                    </a:moveTo>
                    <a:cubicBezTo>
                      <a:pt x="15030" y="3327"/>
                      <a:pt x="11700" y="0"/>
                      <a:pt x="7515" y="0"/>
                    </a:cubicBezTo>
                    <a:cubicBezTo>
                      <a:pt x="3329" y="0"/>
                      <a:pt x="0" y="3327"/>
                      <a:pt x="0" y="7509"/>
                    </a:cubicBezTo>
                    <a:cubicBezTo>
                      <a:pt x="0" y="11691"/>
                      <a:pt x="3329" y="15018"/>
                      <a:pt x="7515" y="15018"/>
                    </a:cubicBezTo>
                    <a:cubicBezTo>
                      <a:pt x="11700"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3852" name="Freeform 3851">
                <a:extLst>
                  <a:ext uri="{FF2B5EF4-FFF2-40B4-BE49-F238E27FC236}">
                    <a16:creationId xmlns:a16="http://schemas.microsoft.com/office/drawing/2014/main" id="{C5419443-7455-4129-07D8-B7EA48A3483D}"/>
                  </a:ext>
                </a:extLst>
              </p:cNvPr>
              <p:cNvSpPr/>
              <p:nvPr/>
            </p:nvSpPr>
            <p:spPr>
              <a:xfrm>
                <a:off x="8959081" y="5519670"/>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3853" name="Freeform 3852">
                <a:extLst>
                  <a:ext uri="{FF2B5EF4-FFF2-40B4-BE49-F238E27FC236}">
                    <a16:creationId xmlns:a16="http://schemas.microsoft.com/office/drawing/2014/main" id="{2906B876-FEF5-C9AD-3FDA-D7A699C3E704}"/>
                  </a:ext>
                </a:extLst>
              </p:cNvPr>
              <p:cNvSpPr/>
              <p:nvPr/>
            </p:nvSpPr>
            <p:spPr>
              <a:xfrm>
                <a:off x="8858469" y="5003532"/>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3854" name="Freeform 3853">
                <a:extLst>
                  <a:ext uri="{FF2B5EF4-FFF2-40B4-BE49-F238E27FC236}">
                    <a16:creationId xmlns:a16="http://schemas.microsoft.com/office/drawing/2014/main" id="{AC71CD6A-9E82-1A06-356D-65BB041F34B9}"/>
                  </a:ext>
                </a:extLst>
              </p:cNvPr>
              <p:cNvSpPr/>
              <p:nvPr/>
            </p:nvSpPr>
            <p:spPr>
              <a:xfrm>
                <a:off x="8868413" y="5048474"/>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0" y="0"/>
                      <a:pt x="7515" y="0"/>
                    </a:cubicBezTo>
                    <a:cubicBezTo>
                      <a:pt x="3329" y="0"/>
                      <a:pt x="0" y="3327"/>
                      <a:pt x="0" y="7509"/>
                    </a:cubicBezTo>
                    <a:cubicBezTo>
                      <a:pt x="0" y="11691"/>
                      <a:pt x="3329" y="15018"/>
                      <a:pt x="7515" y="15018"/>
                    </a:cubicBezTo>
                    <a:cubicBezTo>
                      <a:pt x="11700"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3855" name="Freeform 3854">
                <a:extLst>
                  <a:ext uri="{FF2B5EF4-FFF2-40B4-BE49-F238E27FC236}">
                    <a16:creationId xmlns:a16="http://schemas.microsoft.com/office/drawing/2014/main" id="{8B292BA8-3583-6308-B4CE-CCDBA678EC0F}"/>
                  </a:ext>
                </a:extLst>
              </p:cNvPr>
              <p:cNvSpPr/>
              <p:nvPr/>
            </p:nvSpPr>
            <p:spPr>
              <a:xfrm>
                <a:off x="8892324" y="5431912"/>
                <a:ext cx="37401" cy="37374"/>
              </a:xfrm>
              <a:custGeom>
                <a:avLst/>
                <a:gdLst>
                  <a:gd name="connsiteX0" fmla="*/ 15030 w 15029"/>
                  <a:gd name="connsiteY0" fmla="*/ 7509 h 15018"/>
                  <a:gd name="connsiteX1" fmla="*/ 7515 w 15029"/>
                  <a:gd name="connsiteY1" fmla="*/ 0 h 15018"/>
                  <a:gd name="connsiteX2" fmla="*/ 0 w 15029"/>
                  <a:gd name="connsiteY2" fmla="*/ 7509 h 15018"/>
                  <a:gd name="connsiteX3" fmla="*/ 7515 w 15029"/>
                  <a:gd name="connsiteY3" fmla="*/ 15018 h 15018"/>
                  <a:gd name="connsiteX4" fmla="*/ 15030 w 15029"/>
                  <a:gd name="connsiteY4" fmla="*/ 7509 h 15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8">
                    <a:moveTo>
                      <a:pt x="15030" y="7509"/>
                    </a:moveTo>
                    <a:cubicBezTo>
                      <a:pt x="15030" y="3327"/>
                      <a:pt x="11700" y="0"/>
                      <a:pt x="7515" y="0"/>
                    </a:cubicBezTo>
                    <a:cubicBezTo>
                      <a:pt x="3329" y="0"/>
                      <a:pt x="0" y="3327"/>
                      <a:pt x="0" y="7509"/>
                    </a:cubicBezTo>
                    <a:cubicBezTo>
                      <a:pt x="0" y="11691"/>
                      <a:pt x="3329" y="15018"/>
                      <a:pt x="7515" y="15018"/>
                    </a:cubicBezTo>
                    <a:cubicBezTo>
                      <a:pt x="11700"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3856" name="Freeform 3855">
                <a:extLst>
                  <a:ext uri="{FF2B5EF4-FFF2-40B4-BE49-F238E27FC236}">
                    <a16:creationId xmlns:a16="http://schemas.microsoft.com/office/drawing/2014/main" id="{C7CBE39D-0FE8-318D-C3A2-AFCF63519757}"/>
                  </a:ext>
                </a:extLst>
              </p:cNvPr>
              <p:cNvSpPr/>
              <p:nvPr/>
            </p:nvSpPr>
            <p:spPr>
              <a:xfrm>
                <a:off x="8958133" y="4793481"/>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0" y="0"/>
                      <a:pt x="7515" y="0"/>
                    </a:cubicBezTo>
                    <a:cubicBezTo>
                      <a:pt x="3329" y="0"/>
                      <a:pt x="0" y="3327"/>
                      <a:pt x="0" y="7509"/>
                    </a:cubicBezTo>
                    <a:cubicBezTo>
                      <a:pt x="0" y="11691"/>
                      <a:pt x="3329" y="15018"/>
                      <a:pt x="7515" y="15018"/>
                    </a:cubicBezTo>
                    <a:cubicBezTo>
                      <a:pt x="11700"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3857" name="Freeform 3856">
                <a:extLst>
                  <a:ext uri="{FF2B5EF4-FFF2-40B4-BE49-F238E27FC236}">
                    <a16:creationId xmlns:a16="http://schemas.microsoft.com/office/drawing/2014/main" id="{ED191A81-1315-424C-9A62-6F7D86E10583}"/>
                  </a:ext>
                </a:extLst>
              </p:cNvPr>
              <p:cNvSpPr/>
              <p:nvPr/>
            </p:nvSpPr>
            <p:spPr>
              <a:xfrm>
                <a:off x="8932331" y="5022456"/>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3858" name="Freeform 3857">
                <a:extLst>
                  <a:ext uri="{FF2B5EF4-FFF2-40B4-BE49-F238E27FC236}">
                    <a16:creationId xmlns:a16="http://schemas.microsoft.com/office/drawing/2014/main" id="{116DFB74-A4A0-B49A-E891-D6EEC82A0D3D}"/>
                  </a:ext>
                </a:extLst>
              </p:cNvPr>
              <p:cNvSpPr/>
              <p:nvPr/>
            </p:nvSpPr>
            <p:spPr>
              <a:xfrm>
                <a:off x="8969735" y="5265859"/>
                <a:ext cx="37401" cy="37374"/>
              </a:xfrm>
              <a:custGeom>
                <a:avLst/>
                <a:gdLst>
                  <a:gd name="connsiteX0" fmla="*/ 15030 w 15029"/>
                  <a:gd name="connsiteY0" fmla="*/ 7509 h 15018"/>
                  <a:gd name="connsiteX1" fmla="*/ 7515 w 15029"/>
                  <a:gd name="connsiteY1" fmla="*/ 0 h 15018"/>
                  <a:gd name="connsiteX2" fmla="*/ 0 w 15029"/>
                  <a:gd name="connsiteY2" fmla="*/ 7509 h 15018"/>
                  <a:gd name="connsiteX3" fmla="*/ 7515 w 15029"/>
                  <a:gd name="connsiteY3" fmla="*/ 15018 h 15018"/>
                  <a:gd name="connsiteX4" fmla="*/ 15030 w 15029"/>
                  <a:gd name="connsiteY4" fmla="*/ 7509 h 15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8">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3859" name="Freeform 3858">
                <a:extLst>
                  <a:ext uri="{FF2B5EF4-FFF2-40B4-BE49-F238E27FC236}">
                    <a16:creationId xmlns:a16="http://schemas.microsoft.com/office/drawing/2014/main" id="{882CC5C3-5919-2820-89E2-EA5F629724EB}"/>
                  </a:ext>
                </a:extLst>
              </p:cNvPr>
              <p:cNvSpPr/>
              <p:nvPr/>
            </p:nvSpPr>
            <p:spPr>
              <a:xfrm>
                <a:off x="8904160" y="5055335"/>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0" y="0"/>
                      <a:pt x="7515" y="0"/>
                    </a:cubicBezTo>
                    <a:cubicBezTo>
                      <a:pt x="3329" y="0"/>
                      <a:pt x="0" y="3327"/>
                      <a:pt x="0" y="7509"/>
                    </a:cubicBezTo>
                    <a:cubicBezTo>
                      <a:pt x="0" y="11691"/>
                      <a:pt x="3329" y="15018"/>
                      <a:pt x="7515" y="15018"/>
                    </a:cubicBezTo>
                    <a:cubicBezTo>
                      <a:pt x="11700"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3860" name="Freeform 3859">
                <a:extLst>
                  <a:ext uri="{FF2B5EF4-FFF2-40B4-BE49-F238E27FC236}">
                    <a16:creationId xmlns:a16="http://schemas.microsoft.com/office/drawing/2014/main" id="{3AA15CB9-8E15-6DF1-42EE-1C3423284C25}"/>
                  </a:ext>
                </a:extLst>
              </p:cNvPr>
              <p:cNvSpPr/>
              <p:nvPr/>
            </p:nvSpPr>
            <p:spPr>
              <a:xfrm>
                <a:off x="8883800" y="5013940"/>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3861" name="Freeform 3860">
                <a:extLst>
                  <a:ext uri="{FF2B5EF4-FFF2-40B4-BE49-F238E27FC236}">
                    <a16:creationId xmlns:a16="http://schemas.microsoft.com/office/drawing/2014/main" id="{70A09316-6F53-5AB1-A71E-39D94865F565}"/>
                  </a:ext>
                </a:extLst>
              </p:cNvPr>
              <p:cNvSpPr/>
              <p:nvPr/>
            </p:nvSpPr>
            <p:spPr>
              <a:xfrm>
                <a:off x="8881197" y="4862316"/>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0" y="0"/>
                      <a:pt x="7515" y="0"/>
                    </a:cubicBezTo>
                    <a:cubicBezTo>
                      <a:pt x="3329" y="0"/>
                      <a:pt x="0" y="3327"/>
                      <a:pt x="0" y="7509"/>
                    </a:cubicBezTo>
                    <a:cubicBezTo>
                      <a:pt x="0" y="11691"/>
                      <a:pt x="3329" y="15018"/>
                      <a:pt x="7515" y="15018"/>
                    </a:cubicBezTo>
                    <a:cubicBezTo>
                      <a:pt x="11700"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3862" name="Freeform 3861">
                <a:extLst>
                  <a:ext uri="{FF2B5EF4-FFF2-40B4-BE49-F238E27FC236}">
                    <a16:creationId xmlns:a16="http://schemas.microsoft.com/office/drawing/2014/main" id="{4A96C1F3-8D0E-337B-B08C-4524843CDBA8}"/>
                  </a:ext>
                </a:extLst>
              </p:cNvPr>
              <p:cNvSpPr/>
              <p:nvPr/>
            </p:nvSpPr>
            <p:spPr>
              <a:xfrm>
                <a:off x="8936355" y="4595494"/>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3863" name="Freeform 3862">
                <a:extLst>
                  <a:ext uri="{FF2B5EF4-FFF2-40B4-BE49-F238E27FC236}">
                    <a16:creationId xmlns:a16="http://schemas.microsoft.com/office/drawing/2014/main" id="{2801526E-2C18-D715-EC6A-7E52E8BBAC23}"/>
                  </a:ext>
                </a:extLst>
              </p:cNvPr>
              <p:cNvSpPr/>
              <p:nvPr/>
            </p:nvSpPr>
            <p:spPr>
              <a:xfrm>
                <a:off x="8955766" y="5052023"/>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0" y="0"/>
                      <a:pt x="7515" y="0"/>
                    </a:cubicBezTo>
                    <a:cubicBezTo>
                      <a:pt x="3329" y="0"/>
                      <a:pt x="0" y="3327"/>
                      <a:pt x="0" y="7509"/>
                    </a:cubicBezTo>
                    <a:cubicBezTo>
                      <a:pt x="0" y="11691"/>
                      <a:pt x="3329" y="15018"/>
                      <a:pt x="7515" y="15018"/>
                    </a:cubicBezTo>
                    <a:cubicBezTo>
                      <a:pt x="11700" y="15018"/>
                      <a:pt x="15030" y="11691"/>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3864" name="Freeform 3863">
                <a:extLst>
                  <a:ext uri="{FF2B5EF4-FFF2-40B4-BE49-F238E27FC236}">
                    <a16:creationId xmlns:a16="http://schemas.microsoft.com/office/drawing/2014/main" id="{49B70FE4-F6A9-17F7-4A8B-3E44B631F2A8}"/>
                  </a:ext>
                </a:extLst>
              </p:cNvPr>
              <p:cNvSpPr/>
              <p:nvPr/>
            </p:nvSpPr>
            <p:spPr>
              <a:xfrm>
                <a:off x="9075789" y="4814298"/>
                <a:ext cx="111973" cy="492009"/>
              </a:xfrm>
              <a:custGeom>
                <a:avLst/>
                <a:gdLst>
                  <a:gd name="connsiteX0" fmla="*/ 0 w 44994"/>
                  <a:gd name="connsiteY0" fmla="*/ 0 h 197704"/>
                  <a:gd name="connsiteX1" fmla="*/ 44995 w 44994"/>
                  <a:gd name="connsiteY1" fmla="*/ 0 h 197704"/>
                  <a:gd name="connsiteX2" fmla="*/ 44995 w 44994"/>
                  <a:gd name="connsiteY2" fmla="*/ 197705 h 197704"/>
                  <a:gd name="connsiteX3" fmla="*/ 0 w 44994"/>
                  <a:gd name="connsiteY3" fmla="*/ 197705 h 197704"/>
                </a:gdLst>
                <a:ahLst/>
                <a:cxnLst>
                  <a:cxn ang="0">
                    <a:pos x="connsiteX0" y="connsiteY0"/>
                  </a:cxn>
                  <a:cxn ang="0">
                    <a:pos x="connsiteX1" y="connsiteY1"/>
                  </a:cxn>
                  <a:cxn ang="0">
                    <a:pos x="connsiteX2" y="connsiteY2"/>
                  </a:cxn>
                  <a:cxn ang="0">
                    <a:pos x="connsiteX3" y="connsiteY3"/>
                  </a:cxn>
                </a:cxnLst>
                <a:rect l="l" t="t" r="r" b="b"/>
                <a:pathLst>
                  <a:path w="44994" h="197704">
                    <a:moveTo>
                      <a:pt x="0" y="0"/>
                    </a:moveTo>
                    <a:lnTo>
                      <a:pt x="44995" y="0"/>
                    </a:lnTo>
                    <a:lnTo>
                      <a:pt x="44995" y="197705"/>
                    </a:lnTo>
                    <a:lnTo>
                      <a:pt x="0" y="197705"/>
                    </a:lnTo>
                    <a:close/>
                  </a:path>
                </a:pathLst>
              </a:custGeom>
              <a:solidFill>
                <a:srgbClr val="B0E6FF"/>
              </a:solidFill>
              <a:ln w="9506" cap="flat">
                <a:noFill/>
                <a:prstDash val="solid"/>
                <a:miter/>
              </a:ln>
            </p:spPr>
            <p:txBody>
              <a:bodyPr rtlCol="0" anchor="ctr"/>
              <a:lstStyle/>
              <a:p>
                <a:endParaRPr lang="en-US"/>
              </a:p>
            </p:txBody>
          </p:sp>
          <p:sp>
            <p:nvSpPr>
              <p:cNvPr id="3865" name="Freeform 3864">
                <a:extLst>
                  <a:ext uri="{FF2B5EF4-FFF2-40B4-BE49-F238E27FC236}">
                    <a16:creationId xmlns:a16="http://schemas.microsoft.com/office/drawing/2014/main" id="{D5979647-4654-6AA7-5935-4453F814D24D}"/>
                  </a:ext>
                </a:extLst>
              </p:cNvPr>
              <p:cNvSpPr/>
              <p:nvPr/>
            </p:nvSpPr>
            <p:spPr>
              <a:xfrm>
                <a:off x="9075789" y="4814298"/>
                <a:ext cx="111973" cy="492009"/>
              </a:xfrm>
              <a:custGeom>
                <a:avLst/>
                <a:gdLst>
                  <a:gd name="connsiteX0" fmla="*/ 0 w 44994"/>
                  <a:gd name="connsiteY0" fmla="*/ 0 h 197704"/>
                  <a:gd name="connsiteX1" fmla="*/ 44995 w 44994"/>
                  <a:gd name="connsiteY1" fmla="*/ 0 h 197704"/>
                  <a:gd name="connsiteX2" fmla="*/ 44995 w 44994"/>
                  <a:gd name="connsiteY2" fmla="*/ 197705 h 197704"/>
                  <a:gd name="connsiteX3" fmla="*/ 0 w 44994"/>
                  <a:gd name="connsiteY3" fmla="*/ 197705 h 197704"/>
                </a:gdLst>
                <a:ahLst/>
                <a:cxnLst>
                  <a:cxn ang="0">
                    <a:pos x="connsiteX0" y="connsiteY0"/>
                  </a:cxn>
                  <a:cxn ang="0">
                    <a:pos x="connsiteX1" y="connsiteY1"/>
                  </a:cxn>
                  <a:cxn ang="0">
                    <a:pos x="connsiteX2" y="connsiteY2"/>
                  </a:cxn>
                  <a:cxn ang="0">
                    <a:pos x="connsiteX3" y="connsiteY3"/>
                  </a:cxn>
                </a:cxnLst>
                <a:rect l="l" t="t" r="r" b="b"/>
                <a:pathLst>
                  <a:path w="44994" h="197704">
                    <a:moveTo>
                      <a:pt x="0" y="0"/>
                    </a:moveTo>
                    <a:lnTo>
                      <a:pt x="44995" y="0"/>
                    </a:lnTo>
                    <a:lnTo>
                      <a:pt x="44995" y="197705"/>
                    </a:lnTo>
                    <a:lnTo>
                      <a:pt x="0" y="197705"/>
                    </a:lnTo>
                    <a:close/>
                  </a:path>
                </a:pathLst>
              </a:custGeom>
              <a:noFill/>
              <a:ln w="4753" cap="flat">
                <a:solidFill>
                  <a:srgbClr val="000000"/>
                </a:solidFill>
                <a:prstDash val="solid"/>
                <a:miter/>
              </a:ln>
            </p:spPr>
            <p:txBody>
              <a:bodyPr rtlCol="0" anchor="ctr"/>
              <a:lstStyle/>
              <a:p>
                <a:endParaRPr lang="en-US"/>
              </a:p>
            </p:txBody>
          </p:sp>
          <p:sp>
            <p:nvSpPr>
              <p:cNvPr id="3866" name="Freeform 3865">
                <a:extLst>
                  <a:ext uri="{FF2B5EF4-FFF2-40B4-BE49-F238E27FC236}">
                    <a16:creationId xmlns:a16="http://schemas.microsoft.com/office/drawing/2014/main" id="{48AE8C08-6EA6-9792-FBE3-48F1EB36AA97}"/>
                  </a:ext>
                </a:extLst>
              </p:cNvPr>
              <p:cNvSpPr/>
              <p:nvPr/>
            </p:nvSpPr>
            <p:spPr>
              <a:xfrm>
                <a:off x="9075789" y="5032627"/>
                <a:ext cx="111973" cy="23654"/>
              </a:xfrm>
              <a:custGeom>
                <a:avLst/>
                <a:gdLst>
                  <a:gd name="connsiteX0" fmla="*/ 0 w 44994"/>
                  <a:gd name="connsiteY0" fmla="*/ 0 h 9505"/>
                  <a:gd name="connsiteX1" fmla="*/ 44994 w 44994"/>
                  <a:gd name="connsiteY1" fmla="*/ 0 h 9505"/>
                </a:gdLst>
                <a:ahLst/>
                <a:cxnLst>
                  <a:cxn ang="0">
                    <a:pos x="connsiteX0" y="connsiteY0"/>
                  </a:cxn>
                  <a:cxn ang="0">
                    <a:pos x="connsiteX1" y="connsiteY1"/>
                  </a:cxn>
                </a:cxnLst>
                <a:rect l="l" t="t" r="r" b="b"/>
                <a:pathLst>
                  <a:path w="44994" h="9505">
                    <a:moveTo>
                      <a:pt x="0" y="0"/>
                    </a:moveTo>
                    <a:lnTo>
                      <a:pt x="44994" y="0"/>
                    </a:lnTo>
                  </a:path>
                </a:pathLst>
              </a:custGeom>
              <a:ln w="4753" cap="flat">
                <a:solidFill>
                  <a:srgbClr val="000000"/>
                </a:solidFill>
                <a:prstDash val="solid"/>
                <a:round/>
              </a:ln>
            </p:spPr>
            <p:txBody>
              <a:bodyPr rtlCol="0" anchor="ctr"/>
              <a:lstStyle/>
              <a:p>
                <a:endParaRPr lang="en-US"/>
              </a:p>
            </p:txBody>
          </p:sp>
          <p:sp>
            <p:nvSpPr>
              <p:cNvPr id="3867" name="Freeform 3866">
                <a:extLst>
                  <a:ext uri="{FF2B5EF4-FFF2-40B4-BE49-F238E27FC236}">
                    <a16:creationId xmlns:a16="http://schemas.microsoft.com/office/drawing/2014/main" id="{B609D55A-F2E1-ACB1-931D-2639BA217887}"/>
                  </a:ext>
                </a:extLst>
              </p:cNvPr>
              <p:cNvSpPr/>
              <p:nvPr/>
            </p:nvSpPr>
            <p:spPr>
              <a:xfrm>
                <a:off x="9797106" y="4467052"/>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3868" name="Freeform 3867">
                <a:extLst>
                  <a:ext uri="{FF2B5EF4-FFF2-40B4-BE49-F238E27FC236}">
                    <a16:creationId xmlns:a16="http://schemas.microsoft.com/office/drawing/2014/main" id="{CB5BD3E5-3FAB-15F8-1085-99D88E937E4F}"/>
                  </a:ext>
                </a:extLst>
              </p:cNvPr>
              <p:cNvSpPr/>
              <p:nvPr/>
            </p:nvSpPr>
            <p:spPr>
              <a:xfrm>
                <a:off x="9733189" y="5068818"/>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3869" name="Freeform 3868">
                <a:extLst>
                  <a:ext uri="{FF2B5EF4-FFF2-40B4-BE49-F238E27FC236}">
                    <a16:creationId xmlns:a16="http://schemas.microsoft.com/office/drawing/2014/main" id="{3F9CC7D8-7F2C-D037-2B10-B1998CC5A9C0}"/>
                  </a:ext>
                </a:extLst>
              </p:cNvPr>
              <p:cNvSpPr/>
              <p:nvPr/>
            </p:nvSpPr>
            <p:spPr>
              <a:xfrm>
                <a:off x="9739818" y="5326412"/>
                <a:ext cx="37401" cy="37374"/>
              </a:xfrm>
              <a:custGeom>
                <a:avLst/>
                <a:gdLst>
                  <a:gd name="connsiteX0" fmla="*/ 15030 w 15029"/>
                  <a:gd name="connsiteY0" fmla="*/ 7509 h 15018"/>
                  <a:gd name="connsiteX1" fmla="*/ 7515 w 15029"/>
                  <a:gd name="connsiteY1" fmla="*/ 0 h 15018"/>
                  <a:gd name="connsiteX2" fmla="*/ 0 w 15029"/>
                  <a:gd name="connsiteY2" fmla="*/ 7509 h 15018"/>
                  <a:gd name="connsiteX3" fmla="*/ 7515 w 15029"/>
                  <a:gd name="connsiteY3" fmla="*/ 15018 h 15018"/>
                  <a:gd name="connsiteX4" fmla="*/ 15030 w 15029"/>
                  <a:gd name="connsiteY4" fmla="*/ 7509 h 15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8">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3870" name="Freeform 3869">
                <a:extLst>
                  <a:ext uri="{FF2B5EF4-FFF2-40B4-BE49-F238E27FC236}">
                    <a16:creationId xmlns:a16="http://schemas.microsoft.com/office/drawing/2014/main" id="{6101277E-69AE-D7DF-07D3-B6CD16023C77}"/>
                  </a:ext>
                </a:extLst>
              </p:cNvPr>
              <p:cNvSpPr/>
              <p:nvPr/>
            </p:nvSpPr>
            <p:spPr>
              <a:xfrm>
                <a:off x="9761123" y="4725358"/>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3871" name="Freeform 3870">
                <a:extLst>
                  <a:ext uri="{FF2B5EF4-FFF2-40B4-BE49-F238E27FC236}">
                    <a16:creationId xmlns:a16="http://schemas.microsoft.com/office/drawing/2014/main" id="{76D5EC90-8FBC-3C6D-F3F8-030FC0926CA6}"/>
                  </a:ext>
                </a:extLst>
              </p:cNvPr>
              <p:cNvSpPr/>
              <p:nvPr/>
            </p:nvSpPr>
            <p:spPr>
              <a:xfrm>
                <a:off x="9808233" y="5132920"/>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3872" name="Freeform 3871">
                <a:extLst>
                  <a:ext uri="{FF2B5EF4-FFF2-40B4-BE49-F238E27FC236}">
                    <a16:creationId xmlns:a16="http://schemas.microsoft.com/office/drawing/2014/main" id="{F4055855-F56B-0EFA-5466-A77351B49D86}"/>
                  </a:ext>
                </a:extLst>
              </p:cNvPr>
              <p:cNvSpPr/>
              <p:nvPr/>
            </p:nvSpPr>
            <p:spPr>
              <a:xfrm>
                <a:off x="9805391" y="4306440"/>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3873" name="Freeform 3872">
                <a:extLst>
                  <a:ext uri="{FF2B5EF4-FFF2-40B4-BE49-F238E27FC236}">
                    <a16:creationId xmlns:a16="http://schemas.microsoft.com/office/drawing/2014/main" id="{AE74971A-F119-1475-9DFF-347B6C25BD9D}"/>
                  </a:ext>
                </a:extLst>
              </p:cNvPr>
              <p:cNvSpPr/>
              <p:nvPr/>
            </p:nvSpPr>
            <p:spPr>
              <a:xfrm>
                <a:off x="9787873" y="4236895"/>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3874" name="Freeform 3873">
                <a:extLst>
                  <a:ext uri="{FF2B5EF4-FFF2-40B4-BE49-F238E27FC236}">
                    <a16:creationId xmlns:a16="http://schemas.microsoft.com/office/drawing/2014/main" id="{C34DAD37-9274-0B32-8FF9-2121CAC5D606}"/>
                  </a:ext>
                </a:extLst>
              </p:cNvPr>
              <p:cNvSpPr/>
              <p:nvPr/>
            </p:nvSpPr>
            <p:spPr>
              <a:xfrm>
                <a:off x="9790477" y="4938719"/>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3875" name="Freeform 3874">
                <a:extLst>
                  <a:ext uri="{FF2B5EF4-FFF2-40B4-BE49-F238E27FC236}">
                    <a16:creationId xmlns:a16="http://schemas.microsoft.com/office/drawing/2014/main" id="{44119DA8-6826-6B52-E15E-A51D4A8AC5B6}"/>
                  </a:ext>
                </a:extLst>
              </p:cNvPr>
              <p:cNvSpPr/>
              <p:nvPr/>
            </p:nvSpPr>
            <p:spPr>
              <a:xfrm>
                <a:off x="9830013" y="5063378"/>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3876" name="Freeform 3875">
                <a:extLst>
                  <a:ext uri="{FF2B5EF4-FFF2-40B4-BE49-F238E27FC236}">
                    <a16:creationId xmlns:a16="http://schemas.microsoft.com/office/drawing/2014/main" id="{8C0B139F-7BBB-CECB-FF08-A5A26BD80285}"/>
                  </a:ext>
                </a:extLst>
              </p:cNvPr>
              <p:cNvSpPr/>
              <p:nvPr/>
            </p:nvSpPr>
            <p:spPr>
              <a:xfrm>
                <a:off x="9727034" y="4279237"/>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3877" name="Freeform 3876">
                <a:extLst>
                  <a:ext uri="{FF2B5EF4-FFF2-40B4-BE49-F238E27FC236}">
                    <a16:creationId xmlns:a16="http://schemas.microsoft.com/office/drawing/2014/main" id="{FC7B8921-42F0-E08C-257D-2F796B9FE3AC}"/>
                  </a:ext>
                </a:extLst>
              </p:cNvPr>
              <p:cNvSpPr/>
              <p:nvPr/>
            </p:nvSpPr>
            <p:spPr>
              <a:xfrm>
                <a:off x="9798527" y="5532915"/>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0" y="0"/>
                      <a:pt x="7515" y="0"/>
                    </a:cubicBezTo>
                    <a:cubicBezTo>
                      <a:pt x="3329" y="0"/>
                      <a:pt x="0" y="3327"/>
                      <a:pt x="0" y="7509"/>
                    </a:cubicBezTo>
                    <a:cubicBezTo>
                      <a:pt x="0" y="11691"/>
                      <a:pt x="3329" y="15018"/>
                      <a:pt x="7515" y="15018"/>
                    </a:cubicBezTo>
                    <a:cubicBezTo>
                      <a:pt x="11700"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3878" name="Freeform 3877">
                <a:extLst>
                  <a:ext uri="{FF2B5EF4-FFF2-40B4-BE49-F238E27FC236}">
                    <a16:creationId xmlns:a16="http://schemas.microsoft.com/office/drawing/2014/main" id="{5C33AA7D-9385-6726-7ABD-A49E9868DEF5}"/>
                  </a:ext>
                </a:extLst>
              </p:cNvPr>
              <p:cNvSpPr/>
              <p:nvPr/>
            </p:nvSpPr>
            <p:spPr>
              <a:xfrm>
                <a:off x="9764911" y="5027423"/>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3879" name="Freeform 3878">
                <a:extLst>
                  <a:ext uri="{FF2B5EF4-FFF2-40B4-BE49-F238E27FC236}">
                    <a16:creationId xmlns:a16="http://schemas.microsoft.com/office/drawing/2014/main" id="{1087D60D-102C-2409-1D60-EF2D83B54E3B}"/>
                  </a:ext>
                </a:extLst>
              </p:cNvPr>
              <p:cNvSpPr/>
              <p:nvPr/>
            </p:nvSpPr>
            <p:spPr>
              <a:xfrm>
                <a:off x="9762072" y="5470232"/>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0" y="0"/>
                      <a:pt x="7515" y="0"/>
                    </a:cubicBezTo>
                    <a:cubicBezTo>
                      <a:pt x="3329" y="0"/>
                      <a:pt x="0" y="3327"/>
                      <a:pt x="0" y="7509"/>
                    </a:cubicBezTo>
                    <a:cubicBezTo>
                      <a:pt x="0" y="11691"/>
                      <a:pt x="3329" y="15018"/>
                      <a:pt x="7515" y="15018"/>
                    </a:cubicBezTo>
                    <a:cubicBezTo>
                      <a:pt x="11700"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3480" name="Freeform 3479">
                <a:extLst>
                  <a:ext uri="{FF2B5EF4-FFF2-40B4-BE49-F238E27FC236}">
                    <a16:creationId xmlns:a16="http://schemas.microsoft.com/office/drawing/2014/main" id="{9681AE35-1022-9D73-F8D3-D4E1885223B8}"/>
                  </a:ext>
                </a:extLst>
              </p:cNvPr>
              <p:cNvSpPr/>
              <p:nvPr/>
            </p:nvSpPr>
            <p:spPr>
              <a:xfrm>
                <a:off x="9868836" y="5390989"/>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0" y="0"/>
                      <a:pt x="7515" y="0"/>
                    </a:cubicBezTo>
                    <a:cubicBezTo>
                      <a:pt x="3329" y="0"/>
                      <a:pt x="0" y="3327"/>
                      <a:pt x="0" y="7509"/>
                    </a:cubicBezTo>
                    <a:cubicBezTo>
                      <a:pt x="0" y="11691"/>
                      <a:pt x="3329" y="15018"/>
                      <a:pt x="7515" y="15018"/>
                    </a:cubicBezTo>
                    <a:cubicBezTo>
                      <a:pt x="11700"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3481" name="Freeform 3480">
                <a:extLst>
                  <a:ext uri="{FF2B5EF4-FFF2-40B4-BE49-F238E27FC236}">
                    <a16:creationId xmlns:a16="http://schemas.microsoft.com/office/drawing/2014/main" id="{8BCDAC84-44D4-C89F-FD5E-37E8A25D79DD}"/>
                  </a:ext>
                </a:extLst>
              </p:cNvPr>
              <p:cNvSpPr/>
              <p:nvPr/>
            </p:nvSpPr>
            <p:spPr>
              <a:xfrm>
                <a:off x="9804918" y="5277922"/>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3482" name="Freeform 3481">
                <a:extLst>
                  <a:ext uri="{FF2B5EF4-FFF2-40B4-BE49-F238E27FC236}">
                    <a16:creationId xmlns:a16="http://schemas.microsoft.com/office/drawing/2014/main" id="{A0377AA0-C346-24EB-32C6-E2080A077039}"/>
                  </a:ext>
                </a:extLst>
              </p:cNvPr>
              <p:cNvSpPr/>
              <p:nvPr/>
            </p:nvSpPr>
            <p:spPr>
              <a:xfrm>
                <a:off x="9864811" y="5371829"/>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3483" name="Freeform 3482">
                <a:extLst>
                  <a:ext uri="{FF2B5EF4-FFF2-40B4-BE49-F238E27FC236}">
                    <a16:creationId xmlns:a16="http://schemas.microsoft.com/office/drawing/2014/main" id="{20F57D9E-A01A-A913-420B-67955DCBF4BA}"/>
                  </a:ext>
                </a:extLst>
              </p:cNvPr>
              <p:cNvSpPr/>
              <p:nvPr/>
            </p:nvSpPr>
            <p:spPr>
              <a:xfrm>
                <a:off x="9813205" y="5390989"/>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0" y="0"/>
                      <a:pt x="7515" y="0"/>
                    </a:cubicBezTo>
                    <a:cubicBezTo>
                      <a:pt x="3329" y="0"/>
                      <a:pt x="0" y="3327"/>
                      <a:pt x="0" y="7509"/>
                    </a:cubicBezTo>
                    <a:cubicBezTo>
                      <a:pt x="0" y="11691"/>
                      <a:pt x="3329" y="15018"/>
                      <a:pt x="7515" y="15018"/>
                    </a:cubicBezTo>
                    <a:cubicBezTo>
                      <a:pt x="11700"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3513" name="Freeform 3512">
                <a:extLst>
                  <a:ext uri="{FF2B5EF4-FFF2-40B4-BE49-F238E27FC236}">
                    <a16:creationId xmlns:a16="http://schemas.microsoft.com/office/drawing/2014/main" id="{7CD5C3F6-E40B-80F2-ED08-961F1B4AF02F}"/>
                  </a:ext>
                </a:extLst>
              </p:cNvPr>
              <p:cNvSpPr/>
              <p:nvPr/>
            </p:nvSpPr>
            <p:spPr>
              <a:xfrm>
                <a:off x="9843270" y="5418901"/>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3514" name="Freeform 3513">
                <a:extLst>
                  <a:ext uri="{FF2B5EF4-FFF2-40B4-BE49-F238E27FC236}">
                    <a16:creationId xmlns:a16="http://schemas.microsoft.com/office/drawing/2014/main" id="{7FC20CDF-BB7D-A700-5E05-F9FC4B66F2FF}"/>
                  </a:ext>
                </a:extLst>
              </p:cNvPr>
              <p:cNvSpPr/>
              <p:nvPr/>
            </p:nvSpPr>
            <p:spPr>
              <a:xfrm>
                <a:off x="9743606" y="5289041"/>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030" name="Freeform 4029">
                <a:extLst>
                  <a:ext uri="{FF2B5EF4-FFF2-40B4-BE49-F238E27FC236}">
                    <a16:creationId xmlns:a16="http://schemas.microsoft.com/office/drawing/2014/main" id="{C7C373C8-2FEB-9467-9CC6-0A3BC155423B}"/>
                  </a:ext>
                </a:extLst>
              </p:cNvPr>
              <p:cNvSpPr/>
              <p:nvPr/>
            </p:nvSpPr>
            <p:spPr>
              <a:xfrm>
                <a:off x="9788110" y="5451781"/>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0" y="0"/>
                      <a:pt x="7515" y="0"/>
                    </a:cubicBezTo>
                    <a:cubicBezTo>
                      <a:pt x="3329" y="0"/>
                      <a:pt x="0" y="3327"/>
                      <a:pt x="0" y="7509"/>
                    </a:cubicBezTo>
                    <a:cubicBezTo>
                      <a:pt x="0" y="11691"/>
                      <a:pt x="3329" y="15018"/>
                      <a:pt x="7515" y="15018"/>
                    </a:cubicBezTo>
                    <a:cubicBezTo>
                      <a:pt x="11700"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031" name="Freeform 4030">
                <a:extLst>
                  <a:ext uri="{FF2B5EF4-FFF2-40B4-BE49-F238E27FC236}">
                    <a16:creationId xmlns:a16="http://schemas.microsoft.com/office/drawing/2014/main" id="{97DC38FE-94EF-D432-D45F-082D817B4B2C}"/>
                  </a:ext>
                </a:extLst>
              </p:cNvPr>
              <p:cNvSpPr/>
              <p:nvPr/>
            </p:nvSpPr>
            <p:spPr>
              <a:xfrm>
                <a:off x="9841137" y="4938482"/>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352" name="Freeform 4351">
                <a:extLst>
                  <a:ext uri="{FF2B5EF4-FFF2-40B4-BE49-F238E27FC236}">
                    <a16:creationId xmlns:a16="http://schemas.microsoft.com/office/drawing/2014/main" id="{0B9B2C8F-9E91-A278-02A4-48E9444EDF74}"/>
                  </a:ext>
                </a:extLst>
              </p:cNvPr>
              <p:cNvSpPr/>
              <p:nvPr/>
            </p:nvSpPr>
            <p:spPr>
              <a:xfrm>
                <a:off x="9747630" y="5221151"/>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353" name="Freeform 4352">
                <a:extLst>
                  <a:ext uri="{FF2B5EF4-FFF2-40B4-BE49-F238E27FC236}">
                    <a16:creationId xmlns:a16="http://schemas.microsoft.com/office/drawing/2014/main" id="{1993EE44-4A75-347B-1335-023A2E2D57A0}"/>
                  </a:ext>
                </a:extLst>
              </p:cNvPr>
              <p:cNvSpPr/>
              <p:nvPr/>
            </p:nvSpPr>
            <p:spPr>
              <a:xfrm>
                <a:off x="9782192" y="5207668"/>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0" y="0"/>
                      <a:pt x="7515" y="0"/>
                    </a:cubicBezTo>
                    <a:cubicBezTo>
                      <a:pt x="3329" y="0"/>
                      <a:pt x="0" y="3327"/>
                      <a:pt x="0" y="7509"/>
                    </a:cubicBezTo>
                    <a:cubicBezTo>
                      <a:pt x="0" y="11691"/>
                      <a:pt x="3329" y="15018"/>
                      <a:pt x="7515" y="15018"/>
                    </a:cubicBezTo>
                    <a:cubicBezTo>
                      <a:pt x="11700"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354" name="Freeform 4353">
                <a:extLst>
                  <a:ext uri="{FF2B5EF4-FFF2-40B4-BE49-F238E27FC236}">
                    <a16:creationId xmlns:a16="http://schemas.microsoft.com/office/drawing/2014/main" id="{9BF7366B-9BE6-2445-7887-AD8D6B4A3085}"/>
                  </a:ext>
                </a:extLst>
              </p:cNvPr>
              <p:cNvSpPr/>
              <p:nvPr/>
            </p:nvSpPr>
            <p:spPr>
              <a:xfrm>
                <a:off x="9847767" y="4744517"/>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355" name="Freeform 4354">
                <a:extLst>
                  <a:ext uri="{FF2B5EF4-FFF2-40B4-BE49-F238E27FC236}">
                    <a16:creationId xmlns:a16="http://schemas.microsoft.com/office/drawing/2014/main" id="{EB7A5020-168B-5788-E1E3-7C4FF8AD7D57}"/>
                  </a:ext>
                </a:extLst>
              </p:cNvPr>
              <p:cNvSpPr/>
              <p:nvPr/>
            </p:nvSpPr>
            <p:spPr>
              <a:xfrm>
                <a:off x="9735083" y="5034993"/>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356" name="Freeform 4355">
                <a:extLst>
                  <a:ext uri="{FF2B5EF4-FFF2-40B4-BE49-F238E27FC236}">
                    <a16:creationId xmlns:a16="http://schemas.microsoft.com/office/drawing/2014/main" id="{D5DCC4DC-3433-F334-BB7E-80E12D3A6AA5}"/>
                  </a:ext>
                </a:extLst>
              </p:cNvPr>
              <p:cNvSpPr/>
              <p:nvPr/>
            </p:nvSpPr>
            <p:spPr>
              <a:xfrm>
                <a:off x="9732004" y="5358346"/>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357" name="Freeform 4356">
                <a:extLst>
                  <a:ext uri="{FF2B5EF4-FFF2-40B4-BE49-F238E27FC236}">
                    <a16:creationId xmlns:a16="http://schemas.microsoft.com/office/drawing/2014/main" id="{A1952706-29A5-0FAB-6E41-15B8DD440E32}"/>
                  </a:ext>
                </a:extLst>
              </p:cNvPr>
              <p:cNvSpPr/>
              <p:nvPr/>
            </p:nvSpPr>
            <p:spPr>
              <a:xfrm>
                <a:off x="9873808" y="4891410"/>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0" y="0"/>
                      <a:pt x="7515" y="0"/>
                    </a:cubicBezTo>
                    <a:cubicBezTo>
                      <a:pt x="3329" y="0"/>
                      <a:pt x="0" y="3327"/>
                      <a:pt x="0" y="7509"/>
                    </a:cubicBezTo>
                    <a:cubicBezTo>
                      <a:pt x="0" y="11691"/>
                      <a:pt x="3329" y="15018"/>
                      <a:pt x="7515" y="15018"/>
                    </a:cubicBezTo>
                    <a:cubicBezTo>
                      <a:pt x="11700"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358" name="Freeform 4357">
                <a:extLst>
                  <a:ext uri="{FF2B5EF4-FFF2-40B4-BE49-F238E27FC236}">
                    <a16:creationId xmlns:a16="http://schemas.microsoft.com/office/drawing/2014/main" id="{90E2C9C3-ACE4-3DBC-580E-1B1DA7C4C4F5}"/>
                  </a:ext>
                </a:extLst>
              </p:cNvPr>
              <p:cNvSpPr/>
              <p:nvPr/>
            </p:nvSpPr>
            <p:spPr>
              <a:xfrm>
                <a:off x="9810600" y="4800815"/>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359" name="Freeform 4358">
                <a:extLst>
                  <a:ext uri="{FF2B5EF4-FFF2-40B4-BE49-F238E27FC236}">
                    <a16:creationId xmlns:a16="http://schemas.microsoft.com/office/drawing/2014/main" id="{702EF890-D087-CFDD-2C6D-81679CF7C649}"/>
                  </a:ext>
                </a:extLst>
              </p:cNvPr>
              <p:cNvSpPr/>
              <p:nvPr/>
            </p:nvSpPr>
            <p:spPr>
              <a:xfrm>
                <a:off x="9748103" y="5044452"/>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0" y="0"/>
                      <a:pt x="7515" y="0"/>
                    </a:cubicBezTo>
                    <a:cubicBezTo>
                      <a:pt x="3329" y="0"/>
                      <a:pt x="0" y="3327"/>
                      <a:pt x="0" y="7509"/>
                    </a:cubicBezTo>
                    <a:cubicBezTo>
                      <a:pt x="0" y="11691"/>
                      <a:pt x="3329" y="15018"/>
                      <a:pt x="7515" y="15018"/>
                    </a:cubicBezTo>
                    <a:cubicBezTo>
                      <a:pt x="11700"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360" name="Freeform 4359">
                <a:extLst>
                  <a:ext uri="{FF2B5EF4-FFF2-40B4-BE49-F238E27FC236}">
                    <a16:creationId xmlns:a16="http://schemas.microsoft.com/office/drawing/2014/main" id="{A0300D7A-6C09-D375-75FE-9CBC750159E0}"/>
                  </a:ext>
                </a:extLst>
              </p:cNvPr>
              <p:cNvSpPr/>
              <p:nvPr/>
            </p:nvSpPr>
            <p:spPr>
              <a:xfrm>
                <a:off x="9749049" y="4640675"/>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361" name="Freeform 4360">
                <a:extLst>
                  <a:ext uri="{FF2B5EF4-FFF2-40B4-BE49-F238E27FC236}">
                    <a16:creationId xmlns:a16="http://schemas.microsoft.com/office/drawing/2014/main" id="{A0B0D93C-97EC-C91A-9948-444DF8F9992A}"/>
                  </a:ext>
                </a:extLst>
              </p:cNvPr>
              <p:cNvSpPr/>
              <p:nvPr/>
            </p:nvSpPr>
            <p:spPr>
              <a:xfrm>
                <a:off x="9817229" y="5229667"/>
                <a:ext cx="37401" cy="37371"/>
              </a:xfrm>
              <a:custGeom>
                <a:avLst/>
                <a:gdLst>
                  <a:gd name="connsiteX0" fmla="*/ 15030 w 15029"/>
                  <a:gd name="connsiteY0" fmla="*/ 7509 h 15017"/>
                  <a:gd name="connsiteX1" fmla="*/ 7515 w 15029"/>
                  <a:gd name="connsiteY1" fmla="*/ 0 h 15017"/>
                  <a:gd name="connsiteX2" fmla="*/ 0 w 15029"/>
                  <a:gd name="connsiteY2" fmla="*/ 7509 h 15017"/>
                  <a:gd name="connsiteX3" fmla="*/ 7515 w 15029"/>
                  <a:gd name="connsiteY3" fmla="*/ 15018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3327"/>
                      <a:pt x="11701" y="0"/>
                      <a:pt x="7515" y="0"/>
                    </a:cubicBezTo>
                    <a:cubicBezTo>
                      <a:pt x="3329" y="0"/>
                      <a:pt x="0" y="3327"/>
                      <a:pt x="0" y="7509"/>
                    </a:cubicBezTo>
                    <a:cubicBezTo>
                      <a:pt x="0" y="11691"/>
                      <a:pt x="3329" y="15018"/>
                      <a:pt x="7515" y="15018"/>
                    </a:cubicBezTo>
                    <a:cubicBezTo>
                      <a:pt x="11701" y="15018"/>
                      <a:pt x="15030" y="11691"/>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362" name="Freeform 4361">
                <a:extLst>
                  <a:ext uri="{FF2B5EF4-FFF2-40B4-BE49-F238E27FC236}">
                    <a16:creationId xmlns:a16="http://schemas.microsoft.com/office/drawing/2014/main" id="{EF7E102D-0168-7994-9DDB-2A7838723F7C}"/>
                  </a:ext>
                </a:extLst>
              </p:cNvPr>
              <p:cNvSpPr/>
              <p:nvPr/>
            </p:nvSpPr>
            <p:spPr>
              <a:xfrm>
                <a:off x="2749899" y="6070107"/>
                <a:ext cx="2818274" cy="23654"/>
              </a:xfrm>
              <a:custGeom>
                <a:avLst/>
                <a:gdLst>
                  <a:gd name="connsiteX0" fmla="*/ 0 w 1132468"/>
                  <a:gd name="connsiteY0" fmla="*/ 0 h 9505"/>
                  <a:gd name="connsiteX1" fmla="*/ 1132469 w 1132468"/>
                  <a:gd name="connsiteY1" fmla="*/ 0 h 9505"/>
                </a:gdLst>
                <a:ahLst/>
                <a:cxnLst>
                  <a:cxn ang="0">
                    <a:pos x="connsiteX0" y="connsiteY0"/>
                  </a:cxn>
                  <a:cxn ang="0">
                    <a:pos x="connsiteX1" y="connsiteY1"/>
                  </a:cxn>
                </a:cxnLst>
                <a:rect l="l" t="t" r="r" b="b"/>
                <a:pathLst>
                  <a:path w="1132468" h="9505">
                    <a:moveTo>
                      <a:pt x="0" y="0"/>
                    </a:moveTo>
                    <a:lnTo>
                      <a:pt x="1132469" y="0"/>
                    </a:lnTo>
                  </a:path>
                </a:pathLst>
              </a:custGeom>
              <a:ln w="4753" cap="sq">
                <a:solidFill>
                  <a:srgbClr val="262626"/>
                </a:solidFill>
                <a:prstDash val="solid"/>
                <a:round/>
              </a:ln>
            </p:spPr>
            <p:txBody>
              <a:bodyPr rtlCol="0" anchor="ctr"/>
              <a:lstStyle/>
              <a:p>
                <a:endParaRPr lang="en-US"/>
              </a:p>
            </p:txBody>
          </p:sp>
          <p:sp>
            <p:nvSpPr>
              <p:cNvPr id="4363" name="Freeform 4362">
                <a:extLst>
                  <a:ext uri="{FF2B5EF4-FFF2-40B4-BE49-F238E27FC236}">
                    <a16:creationId xmlns:a16="http://schemas.microsoft.com/office/drawing/2014/main" id="{72902796-6F8D-6B80-2F61-666E0DF5213B}"/>
                  </a:ext>
                </a:extLst>
              </p:cNvPr>
              <p:cNvSpPr/>
              <p:nvPr/>
            </p:nvSpPr>
            <p:spPr>
              <a:xfrm>
                <a:off x="2739484" y="3251928"/>
                <a:ext cx="23672" cy="2816046"/>
              </a:xfrm>
              <a:custGeom>
                <a:avLst/>
                <a:gdLst>
                  <a:gd name="connsiteX0" fmla="*/ 0 w 9512"/>
                  <a:gd name="connsiteY0" fmla="*/ 1131574 h 1131573"/>
                  <a:gd name="connsiteX1" fmla="*/ 0 w 9512"/>
                  <a:gd name="connsiteY1" fmla="*/ 0 h 1131573"/>
                </a:gdLst>
                <a:ahLst/>
                <a:cxnLst>
                  <a:cxn ang="0">
                    <a:pos x="connsiteX0" y="connsiteY0"/>
                  </a:cxn>
                  <a:cxn ang="0">
                    <a:pos x="connsiteX1" y="connsiteY1"/>
                  </a:cxn>
                </a:cxnLst>
                <a:rect l="l" t="t" r="r" b="b"/>
                <a:pathLst>
                  <a:path w="9512" h="1131573">
                    <a:moveTo>
                      <a:pt x="0" y="1131574"/>
                    </a:moveTo>
                    <a:lnTo>
                      <a:pt x="0" y="0"/>
                    </a:lnTo>
                  </a:path>
                </a:pathLst>
              </a:custGeom>
              <a:ln w="4753" cap="sq">
                <a:solidFill>
                  <a:srgbClr val="262626"/>
                </a:solidFill>
                <a:prstDash val="solid"/>
                <a:round/>
              </a:ln>
            </p:spPr>
            <p:txBody>
              <a:bodyPr rtlCol="0" anchor="ctr"/>
              <a:lstStyle/>
              <a:p>
                <a:endParaRPr lang="en-US"/>
              </a:p>
            </p:txBody>
          </p:sp>
          <p:sp>
            <p:nvSpPr>
              <p:cNvPr id="4364" name="Freeform 4363">
                <a:extLst>
                  <a:ext uri="{FF2B5EF4-FFF2-40B4-BE49-F238E27FC236}">
                    <a16:creationId xmlns:a16="http://schemas.microsoft.com/office/drawing/2014/main" id="{32FF3927-B4CE-BF37-34BC-D2B973831F5F}"/>
                  </a:ext>
                </a:extLst>
              </p:cNvPr>
              <p:cNvSpPr/>
              <p:nvPr/>
            </p:nvSpPr>
            <p:spPr>
              <a:xfrm>
                <a:off x="2739484" y="4784256"/>
                <a:ext cx="33614" cy="23654"/>
              </a:xfrm>
              <a:custGeom>
                <a:avLst/>
                <a:gdLst>
                  <a:gd name="connsiteX0" fmla="*/ 0 w 13507"/>
                  <a:gd name="connsiteY0" fmla="*/ 0 h 9505"/>
                  <a:gd name="connsiteX1" fmla="*/ 13508 w 13507"/>
                  <a:gd name="connsiteY1" fmla="*/ 0 h 9505"/>
                </a:gdLst>
                <a:ahLst/>
                <a:cxnLst>
                  <a:cxn ang="0">
                    <a:pos x="connsiteX0" y="connsiteY0"/>
                  </a:cxn>
                  <a:cxn ang="0">
                    <a:pos x="connsiteX1" y="connsiteY1"/>
                  </a:cxn>
                </a:cxnLst>
                <a:rect l="l" t="t" r="r" b="b"/>
                <a:pathLst>
                  <a:path w="13507" h="9505">
                    <a:moveTo>
                      <a:pt x="0" y="0"/>
                    </a:moveTo>
                    <a:lnTo>
                      <a:pt x="13508" y="0"/>
                    </a:lnTo>
                  </a:path>
                </a:pathLst>
              </a:custGeom>
              <a:ln w="4753" cap="sq">
                <a:solidFill>
                  <a:srgbClr val="262626"/>
                </a:solidFill>
                <a:prstDash val="solid"/>
                <a:round/>
              </a:ln>
            </p:spPr>
            <p:txBody>
              <a:bodyPr rtlCol="0" anchor="ctr"/>
              <a:lstStyle/>
              <a:p>
                <a:endParaRPr lang="en-US"/>
              </a:p>
            </p:txBody>
          </p:sp>
          <p:sp>
            <p:nvSpPr>
              <p:cNvPr id="4365" name="Freeform 4364">
                <a:extLst>
                  <a:ext uri="{FF2B5EF4-FFF2-40B4-BE49-F238E27FC236}">
                    <a16:creationId xmlns:a16="http://schemas.microsoft.com/office/drawing/2014/main" id="{1B4BD8CF-2FCD-2E46-5D74-BE2AF09F7EA1}"/>
                  </a:ext>
                </a:extLst>
              </p:cNvPr>
              <p:cNvSpPr/>
              <p:nvPr/>
            </p:nvSpPr>
            <p:spPr>
              <a:xfrm>
                <a:off x="2739484" y="3502190"/>
                <a:ext cx="33614" cy="23654"/>
              </a:xfrm>
              <a:custGeom>
                <a:avLst/>
                <a:gdLst>
                  <a:gd name="connsiteX0" fmla="*/ 0 w 13507"/>
                  <a:gd name="connsiteY0" fmla="*/ 0 h 9505"/>
                  <a:gd name="connsiteX1" fmla="*/ 13508 w 13507"/>
                  <a:gd name="connsiteY1" fmla="*/ 0 h 9505"/>
                </a:gdLst>
                <a:ahLst/>
                <a:cxnLst>
                  <a:cxn ang="0">
                    <a:pos x="connsiteX0" y="connsiteY0"/>
                  </a:cxn>
                  <a:cxn ang="0">
                    <a:pos x="connsiteX1" y="connsiteY1"/>
                  </a:cxn>
                </a:cxnLst>
                <a:rect l="l" t="t" r="r" b="b"/>
                <a:pathLst>
                  <a:path w="13507" h="9505">
                    <a:moveTo>
                      <a:pt x="0" y="0"/>
                    </a:moveTo>
                    <a:lnTo>
                      <a:pt x="13508" y="0"/>
                    </a:lnTo>
                  </a:path>
                </a:pathLst>
              </a:custGeom>
              <a:ln w="4753" cap="sq">
                <a:solidFill>
                  <a:srgbClr val="262626"/>
                </a:solidFill>
                <a:prstDash val="solid"/>
                <a:round/>
              </a:ln>
            </p:spPr>
            <p:txBody>
              <a:bodyPr rtlCol="0" anchor="ctr"/>
              <a:lstStyle/>
              <a:p>
                <a:endParaRPr lang="en-US"/>
              </a:p>
            </p:txBody>
          </p:sp>
          <p:grpSp>
            <p:nvGrpSpPr>
              <p:cNvPr id="4366" name="Graphic 5">
                <a:extLst>
                  <a:ext uri="{FF2B5EF4-FFF2-40B4-BE49-F238E27FC236}">
                    <a16:creationId xmlns:a16="http://schemas.microsoft.com/office/drawing/2014/main" id="{0A3974EA-E602-2A34-6B31-12322260CA16}"/>
                  </a:ext>
                </a:extLst>
              </p:cNvPr>
              <p:cNvGrpSpPr/>
              <p:nvPr/>
            </p:nvGrpSpPr>
            <p:grpSpPr>
              <a:xfrm>
                <a:off x="2294430" y="5985897"/>
                <a:ext cx="289047" cy="170311"/>
                <a:chOff x="5531430" y="3185766"/>
                <a:chExt cx="116148" cy="68436"/>
              </a:xfrm>
              <a:solidFill>
                <a:srgbClr val="262626"/>
              </a:solidFill>
            </p:grpSpPr>
            <p:sp>
              <p:nvSpPr>
                <p:cNvPr id="4636" name="Freeform 4635">
                  <a:extLst>
                    <a:ext uri="{FF2B5EF4-FFF2-40B4-BE49-F238E27FC236}">
                      <a16:creationId xmlns:a16="http://schemas.microsoft.com/office/drawing/2014/main" id="{1E956528-DDF0-4FCB-65D1-AD84557129B8}"/>
                    </a:ext>
                  </a:extLst>
                </p:cNvPr>
                <p:cNvSpPr/>
                <p:nvPr/>
              </p:nvSpPr>
              <p:spPr>
                <a:xfrm>
                  <a:off x="5531430" y="3185766"/>
                  <a:ext cx="23400" cy="67010"/>
                </a:xfrm>
                <a:custGeom>
                  <a:avLst/>
                  <a:gdLst>
                    <a:gd name="connsiteX0" fmla="*/ 17313 w 23400"/>
                    <a:gd name="connsiteY0" fmla="*/ 17109 h 67010"/>
                    <a:gd name="connsiteX1" fmla="*/ 0 w 23400"/>
                    <a:gd name="connsiteY1" fmla="*/ 17109 h 67010"/>
                    <a:gd name="connsiteX2" fmla="*/ 0 w 23400"/>
                    <a:gd name="connsiteY2" fmla="*/ 13117 h 67010"/>
                    <a:gd name="connsiteX3" fmla="*/ 6849 w 23400"/>
                    <a:gd name="connsiteY3" fmla="*/ 12357 h 67010"/>
                    <a:gd name="connsiteX4" fmla="*/ 12271 w 23400"/>
                    <a:gd name="connsiteY4" fmla="*/ 10551 h 67010"/>
                    <a:gd name="connsiteX5" fmla="*/ 16171 w 23400"/>
                    <a:gd name="connsiteY5" fmla="*/ 6748 h 67010"/>
                    <a:gd name="connsiteX6" fmla="*/ 18550 w 23400"/>
                    <a:gd name="connsiteY6" fmla="*/ 0 h 67010"/>
                    <a:gd name="connsiteX7" fmla="*/ 23401 w 23400"/>
                    <a:gd name="connsiteY7" fmla="*/ 0 h 67010"/>
                    <a:gd name="connsiteX8" fmla="*/ 23401 w 23400"/>
                    <a:gd name="connsiteY8" fmla="*/ 67011 h 67010"/>
                    <a:gd name="connsiteX9" fmla="*/ 17313 w 23400"/>
                    <a:gd name="connsiteY9" fmla="*/ 67011 h 67010"/>
                    <a:gd name="connsiteX10" fmla="*/ 17313 w 23400"/>
                    <a:gd name="connsiteY10" fmla="*/ 17204 h 67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400" h="67010">
                      <a:moveTo>
                        <a:pt x="17313" y="17109"/>
                      </a:moveTo>
                      <a:lnTo>
                        <a:pt x="0" y="17109"/>
                      </a:lnTo>
                      <a:lnTo>
                        <a:pt x="0" y="13117"/>
                      </a:lnTo>
                      <a:cubicBezTo>
                        <a:pt x="2568" y="12927"/>
                        <a:pt x="4851" y="12642"/>
                        <a:pt x="6849" y="12357"/>
                      </a:cubicBezTo>
                      <a:cubicBezTo>
                        <a:pt x="8942" y="12071"/>
                        <a:pt x="10749" y="11406"/>
                        <a:pt x="12271" y="10551"/>
                      </a:cubicBezTo>
                      <a:cubicBezTo>
                        <a:pt x="13793" y="9695"/>
                        <a:pt x="15125" y="8364"/>
                        <a:pt x="16171" y="6748"/>
                      </a:cubicBezTo>
                      <a:cubicBezTo>
                        <a:pt x="17218" y="5038"/>
                        <a:pt x="17979" y="2756"/>
                        <a:pt x="18550" y="0"/>
                      </a:cubicBezTo>
                      <a:lnTo>
                        <a:pt x="23401" y="0"/>
                      </a:lnTo>
                      <a:lnTo>
                        <a:pt x="23401" y="67011"/>
                      </a:lnTo>
                      <a:lnTo>
                        <a:pt x="17313" y="67011"/>
                      </a:lnTo>
                      <a:lnTo>
                        <a:pt x="17313" y="17204"/>
                      </a:lnTo>
                      <a:close/>
                    </a:path>
                  </a:pathLst>
                </a:custGeom>
                <a:solidFill>
                  <a:srgbClr val="262626"/>
                </a:solidFill>
                <a:ln w="9506" cap="flat">
                  <a:noFill/>
                  <a:prstDash val="solid"/>
                  <a:miter/>
                </a:ln>
              </p:spPr>
              <p:txBody>
                <a:bodyPr rtlCol="0" anchor="ctr"/>
                <a:lstStyle/>
                <a:p>
                  <a:endParaRPr lang="en-US"/>
                </a:p>
              </p:txBody>
            </p:sp>
            <p:sp>
              <p:nvSpPr>
                <p:cNvPr id="4637" name="Freeform 4636">
                  <a:extLst>
                    <a:ext uri="{FF2B5EF4-FFF2-40B4-BE49-F238E27FC236}">
                      <a16:creationId xmlns:a16="http://schemas.microsoft.com/office/drawing/2014/main" id="{DE2D16BF-0C4A-6774-2944-94615B2B3170}"/>
                    </a:ext>
                  </a:extLst>
                </p:cNvPr>
                <p:cNvSpPr/>
                <p:nvPr/>
              </p:nvSpPr>
              <p:spPr>
                <a:xfrm>
                  <a:off x="5582607" y="3244317"/>
                  <a:ext cx="6944" cy="8364"/>
                </a:xfrm>
                <a:custGeom>
                  <a:avLst/>
                  <a:gdLst>
                    <a:gd name="connsiteX0" fmla="*/ 0 w 6944"/>
                    <a:gd name="connsiteY0" fmla="*/ 8364 h 8364"/>
                    <a:gd name="connsiteX1" fmla="*/ 0 w 6944"/>
                    <a:gd name="connsiteY1" fmla="*/ 0 h 8364"/>
                    <a:gd name="connsiteX2" fmla="*/ 6944 w 6944"/>
                    <a:gd name="connsiteY2" fmla="*/ 0 h 8364"/>
                    <a:gd name="connsiteX3" fmla="*/ 6944 w 6944"/>
                    <a:gd name="connsiteY3" fmla="*/ 8364 h 8364"/>
                    <a:gd name="connsiteX4" fmla="*/ 0 w 6944"/>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4" h="8364">
                      <a:moveTo>
                        <a:pt x="0" y="8364"/>
                      </a:moveTo>
                      <a:lnTo>
                        <a:pt x="0" y="0"/>
                      </a:lnTo>
                      <a:lnTo>
                        <a:pt x="6944" y="0"/>
                      </a:lnTo>
                      <a:lnTo>
                        <a:pt x="6944" y="8364"/>
                      </a:lnTo>
                      <a:lnTo>
                        <a:pt x="0" y="8364"/>
                      </a:lnTo>
                      <a:close/>
                    </a:path>
                  </a:pathLst>
                </a:custGeom>
                <a:solidFill>
                  <a:srgbClr val="262626"/>
                </a:solidFill>
                <a:ln w="9506" cap="flat">
                  <a:noFill/>
                  <a:prstDash val="solid"/>
                  <a:miter/>
                </a:ln>
              </p:spPr>
              <p:txBody>
                <a:bodyPr rtlCol="0" anchor="ctr"/>
                <a:lstStyle/>
                <a:p>
                  <a:endParaRPr lang="en-US"/>
                </a:p>
              </p:txBody>
            </p:sp>
            <p:sp>
              <p:nvSpPr>
                <p:cNvPr id="4638" name="Freeform 4637">
                  <a:extLst>
                    <a:ext uri="{FF2B5EF4-FFF2-40B4-BE49-F238E27FC236}">
                      <a16:creationId xmlns:a16="http://schemas.microsoft.com/office/drawing/2014/main" id="{863F2253-DBF0-29B4-E408-A68C1734E28E}"/>
                    </a:ext>
                  </a:extLst>
                </p:cNvPr>
                <p:cNvSpPr/>
                <p:nvPr/>
              </p:nvSpPr>
              <p:spPr>
                <a:xfrm>
                  <a:off x="5602679" y="3186431"/>
                  <a:ext cx="44899" cy="67770"/>
                </a:xfrm>
                <a:custGeom>
                  <a:avLst/>
                  <a:gdLst>
                    <a:gd name="connsiteX0" fmla="*/ 6088 w 44899"/>
                    <a:gd name="connsiteY0" fmla="*/ 48856 h 67770"/>
                    <a:gd name="connsiteX1" fmla="*/ 11510 w 44899"/>
                    <a:gd name="connsiteY1" fmla="*/ 59121 h 67770"/>
                    <a:gd name="connsiteX2" fmla="*/ 22640 w 44899"/>
                    <a:gd name="connsiteY2" fmla="*/ 62448 h 67770"/>
                    <a:gd name="connsiteX3" fmla="*/ 29394 w 44899"/>
                    <a:gd name="connsiteY3" fmla="*/ 61117 h 67770"/>
                    <a:gd name="connsiteX4" fmla="*/ 34531 w 44899"/>
                    <a:gd name="connsiteY4" fmla="*/ 57505 h 67770"/>
                    <a:gd name="connsiteX5" fmla="*/ 37670 w 44899"/>
                    <a:gd name="connsiteY5" fmla="*/ 52088 h 67770"/>
                    <a:gd name="connsiteX6" fmla="*/ 38716 w 44899"/>
                    <a:gd name="connsiteY6" fmla="*/ 45339 h 67770"/>
                    <a:gd name="connsiteX7" fmla="*/ 37575 w 44899"/>
                    <a:gd name="connsiteY7" fmla="*/ 38495 h 67770"/>
                    <a:gd name="connsiteX8" fmla="*/ 34245 w 44899"/>
                    <a:gd name="connsiteY8" fmla="*/ 33078 h 67770"/>
                    <a:gd name="connsiteX9" fmla="*/ 29013 w 44899"/>
                    <a:gd name="connsiteY9" fmla="*/ 29561 h 67770"/>
                    <a:gd name="connsiteX10" fmla="*/ 22069 w 44899"/>
                    <a:gd name="connsiteY10" fmla="*/ 28325 h 67770"/>
                    <a:gd name="connsiteX11" fmla="*/ 13888 w 44899"/>
                    <a:gd name="connsiteY11" fmla="*/ 30036 h 67770"/>
                    <a:gd name="connsiteX12" fmla="*/ 7515 w 44899"/>
                    <a:gd name="connsiteY12" fmla="*/ 35359 h 67770"/>
                    <a:gd name="connsiteX13" fmla="*/ 2473 w 44899"/>
                    <a:gd name="connsiteY13" fmla="*/ 34693 h 67770"/>
                    <a:gd name="connsiteX14" fmla="*/ 7895 w 44899"/>
                    <a:gd name="connsiteY14" fmla="*/ 0 h 67770"/>
                    <a:gd name="connsiteX15" fmla="*/ 41189 w 44899"/>
                    <a:gd name="connsiteY15" fmla="*/ 0 h 67770"/>
                    <a:gd name="connsiteX16" fmla="*/ 41189 w 44899"/>
                    <a:gd name="connsiteY16" fmla="*/ 5133 h 67770"/>
                    <a:gd name="connsiteX17" fmla="*/ 13032 w 44899"/>
                    <a:gd name="connsiteY17" fmla="*/ 5133 h 67770"/>
                    <a:gd name="connsiteX18" fmla="*/ 8847 w 44899"/>
                    <a:gd name="connsiteY18" fmla="*/ 27660 h 67770"/>
                    <a:gd name="connsiteX19" fmla="*/ 12557 w 44899"/>
                    <a:gd name="connsiteY19" fmla="*/ 25569 h 67770"/>
                    <a:gd name="connsiteX20" fmla="*/ 15886 w 44899"/>
                    <a:gd name="connsiteY20" fmla="*/ 24143 h 67770"/>
                    <a:gd name="connsiteX21" fmla="*/ 19501 w 44899"/>
                    <a:gd name="connsiteY21" fmla="*/ 23477 h 67770"/>
                    <a:gd name="connsiteX22" fmla="*/ 23686 w 44899"/>
                    <a:gd name="connsiteY22" fmla="*/ 23287 h 67770"/>
                    <a:gd name="connsiteX23" fmla="*/ 32152 w 44899"/>
                    <a:gd name="connsiteY23" fmla="*/ 24808 h 67770"/>
                    <a:gd name="connsiteX24" fmla="*/ 38906 w 44899"/>
                    <a:gd name="connsiteY24" fmla="*/ 29181 h 67770"/>
                    <a:gd name="connsiteX25" fmla="*/ 43282 w 44899"/>
                    <a:gd name="connsiteY25" fmla="*/ 36214 h 67770"/>
                    <a:gd name="connsiteX26" fmla="*/ 44899 w 44899"/>
                    <a:gd name="connsiteY26" fmla="*/ 45434 h 67770"/>
                    <a:gd name="connsiteX27" fmla="*/ 43092 w 44899"/>
                    <a:gd name="connsiteY27" fmla="*/ 54939 h 67770"/>
                    <a:gd name="connsiteX28" fmla="*/ 38336 w 44899"/>
                    <a:gd name="connsiteY28" fmla="*/ 61878 h 67770"/>
                    <a:gd name="connsiteX29" fmla="*/ 31582 w 44899"/>
                    <a:gd name="connsiteY29" fmla="*/ 66250 h 67770"/>
                    <a:gd name="connsiteX30" fmla="*/ 23686 w 44899"/>
                    <a:gd name="connsiteY30" fmla="*/ 67771 h 67770"/>
                    <a:gd name="connsiteX31" fmla="*/ 14744 w 44899"/>
                    <a:gd name="connsiteY31" fmla="*/ 66820 h 67770"/>
                    <a:gd name="connsiteX32" fmla="*/ 7420 w 44899"/>
                    <a:gd name="connsiteY32" fmla="*/ 63684 h 67770"/>
                    <a:gd name="connsiteX33" fmla="*/ 2378 w 44899"/>
                    <a:gd name="connsiteY33" fmla="*/ 57886 h 67770"/>
                    <a:gd name="connsiteX34" fmla="*/ 0 w 44899"/>
                    <a:gd name="connsiteY34" fmla="*/ 49046 h 67770"/>
                    <a:gd name="connsiteX35" fmla="*/ 6088 w 44899"/>
                    <a:gd name="connsiteY35" fmla="*/ 49046 h 677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4899" h="67770">
                      <a:moveTo>
                        <a:pt x="6088" y="48856"/>
                      </a:moveTo>
                      <a:cubicBezTo>
                        <a:pt x="6754" y="53418"/>
                        <a:pt x="8561" y="56840"/>
                        <a:pt x="11510" y="59121"/>
                      </a:cubicBezTo>
                      <a:cubicBezTo>
                        <a:pt x="14554" y="61403"/>
                        <a:pt x="18264" y="62448"/>
                        <a:pt x="22640" y="62448"/>
                      </a:cubicBezTo>
                      <a:cubicBezTo>
                        <a:pt x="25113" y="62448"/>
                        <a:pt x="27396" y="61973"/>
                        <a:pt x="29394" y="61117"/>
                      </a:cubicBezTo>
                      <a:cubicBezTo>
                        <a:pt x="31391" y="60262"/>
                        <a:pt x="33104" y="59026"/>
                        <a:pt x="34531" y="57505"/>
                      </a:cubicBezTo>
                      <a:cubicBezTo>
                        <a:pt x="35957" y="55985"/>
                        <a:pt x="37004" y="54179"/>
                        <a:pt x="37670" y="52088"/>
                      </a:cubicBezTo>
                      <a:cubicBezTo>
                        <a:pt x="38431" y="49997"/>
                        <a:pt x="38716" y="47810"/>
                        <a:pt x="38716" y="45339"/>
                      </a:cubicBezTo>
                      <a:cubicBezTo>
                        <a:pt x="38716" y="42868"/>
                        <a:pt x="38336" y="40587"/>
                        <a:pt x="37575" y="38495"/>
                      </a:cubicBezTo>
                      <a:cubicBezTo>
                        <a:pt x="36814" y="36404"/>
                        <a:pt x="35672" y="34598"/>
                        <a:pt x="34245" y="33078"/>
                      </a:cubicBezTo>
                      <a:cubicBezTo>
                        <a:pt x="32818" y="31557"/>
                        <a:pt x="31106" y="30416"/>
                        <a:pt x="29013" y="29561"/>
                      </a:cubicBezTo>
                      <a:cubicBezTo>
                        <a:pt x="26921" y="28705"/>
                        <a:pt x="24637" y="28325"/>
                        <a:pt x="22069" y="28325"/>
                      </a:cubicBezTo>
                      <a:cubicBezTo>
                        <a:pt x="19025" y="28325"/>
                        <a:pt x="16267" y="28895"/>
                        <a:pt x="13888" y="30036"/>
                      </a:cubicBezTo>
                      <a:cubicBezTo>
                        <a:pt x="11510" y="31176"/>
                        <a:pt x="9322" y="32887"/>
                        <a:pt x="7515" y="35359"/>
                      </a:cubicBezTo>
                      <a:lnTo>
                        <a:pt x="2473" y="34693"/>
                      </a:lnTo>
                      <a:lnTo>
                        <a:pt x="7895" y="0"/>
                      </a:lnTo>
                      <a:lnTo>
                        <a:pt x="41189" y="0"/>
                      </a:lnTo>
                      <a:lnTo>
                        <a:pt x="41189" y="5133"/>
                      </a:lnTo>
                      <a:lnTo>
                        <a:pt x="13032" y="5133"/>
                      </a:lnTo>
                      <a:lnTo>
                        <a:pt x="8847" y="27660"/>
                      </a:lnTo>
                      <a:cubicBezTo>
                        <a:pt x="10178" y="26804"/>
                        <a:pt x="11415" y="26139"/>
                        <a:pt x="12557" y="25569"/>
                      </a:cubicBezTo>
                      <a:cubicBezTo>
                        <a:pt x="13698" y="24998"/>
                        <a:pt x="14744" y="24523"/>
                        <a:pt x="15886" y="24143"/>
                      </a:cubicBezTo>
                      <a:cubicBezTo>
                        <a:pt x="17027" y="23763"/>
                        <a:pt x="18264" y="23573"/>
                        <a:pt x="19501" y="23477"/>
                      </a:cubicBezTo>
                      <a:cubicBezTo>
                        <a:pt x="20737" y="23382"/>
                        <a:pt x="22069" y="23287"/>
                        <a:pt x="23686" y="23287"/>
                      </a:cubicBezTo>
                      <a:cubicBezTo>
                        <a:pt x="26730" y="23287"/>
                        <a:pt x="29584" y="23763"/>
                        <a:pt x="32152" y="24808"/>
                      </a:cubicBezTo>
                      <a:cubicBezTo>
                        <a:pt x="34721" y="25854"/>
                        <a:pt x="37004" y="27280"/>
                        <a:pt x="38906" y="29181"/>
                      </a:cubicBezTo>
                      <a:cubicBezTo>
                        <a:pt x="40809" y="31081"/>
                        <a:pt x="42236" y="33458"/>
                        <a:pt x="43282" y="36214"/>
                      </a:cubicBezTo>
                      <a:cubicBezTo>
                        <a:pt x="44329" y="38971"/>
                        <a:pt x="44899" y="42012"/>
                        <a:pt x="44899" y="45434"/>
                      </a:cubicBezTo>
                      <a:cubicBezTo>
                        <a:pt x="44899" y="48856"/>
                        <a:pt x="44329" y="52183"/>
                        <a:pt x="43092" y="54939"/>
                      </a:cubicBezTo>
                      <a:cubicBezTo>
                        <a:pt x="41950" y="57696"/>
                        <a:pt x="40333" y="60072"/>
                        <a:pt x="38336" y="61878"/>
                      </a:cubicBezTo>
                      <a:cubicBezTo>
                        <a:pt x="36338" y="63779"/>
                        <a:pt x="34150" y="65205"/>
                        <a:pt x="31582" y="66250"/>
                      </a:cubicBezTo>
                      <a:cubicBezTo>
                        <a:pt x="29013" y="67201"/>
                        <a:pt x="26350" y="67771"/>
                        <a:pt x="23686" y="67771"/>
                      </a:cubicBezTo>
                      <a:cubicBezTo>
                        <a:pt x="20547" y="67771"/>
                        <a:pt x="17503" y="67486"/>
                        <a:pt x="14744" y="66820"/>
                      </a:cubicBezTo>
                      <a:cubicBezTo>
                        <a:pt x="11986" y="66155"/>
                        <a:pt x="9608" y="65110"/>
                        <a:pt x="7420" y="63684"/>
                      </a:cubicBezTo>
                      <a:cubicBezTo>
                        <a:pt x="5327" y="62163"/>
                        <a:pt x="3615" y="60262"/>
                        <a:pt x="2378" y="57886"/>
                      </a:cubicBezTo>
                      <a:cubicBezTo>
                        <a:pt x="1046" y="55509"/>
                        <a:pt x="285" y="52563"/>
                        <a:pt x="0" y="49046"/>
                      </a:cubicBezTo>
                      <a:lnTo>
                        <a:pt x="6088" y="49046"/>
                      </a:lnTo>
                      <a:close/>
                    </a:path>
                  </a:pathLst>
                </a:custGeom>
                <a:solidFill>
                  <a:srgbClr val="262626"/>
                </a:solidFill>
                <a:ln w="9506" cap="flat">
                  <a:noFill/>
                  <a:prstDash val="solid"/>
                  <a:miter/>
                </a:ln>
              </p:spPr>
              <p:txBody>
                <a:bodyPr rtlCol="0" anchor="ctr"/>
                <a:lstStyle/>
                <a:p>
                  <a:endParaRPr lang="en-US"/>
                </a:p>
              </p:txBody>
            </p:sp>
          </p:grpSp>
          <p:grpSp>
            <p:nvGrpSpPr>
              <p:cNvPr id="4367" name="Graphic 5">
                <a:extLst>
                  <a:ext uri="{FF2B5EF4-FFF2-40B4-BE49-F238E27FC236}">
                    <a16:creationId xmlns:a16="http://schemas.microsoft.com/office/drawing/2014/main" id="{12D54882-81C0-0BFA-22F8-7D6BD2090DE8}"/>
                  </a:ext>
                </a:extLst>
              </p:cNvPr>
              <p:cNvGrpSpPr/>
              <p:nvPr/>
            </p:nvGrpSpPr>
            <p:grpSpPr>
              <a:xfrm>
                <a:off x="2274307" y="4679940"/>
                <a:ext cx="309168" cy="170783"/>
                <a:chOff x="5523344" y="2660993"/>
                <a:chExt cx="124233" cy="68626"/>
              </a:xfrm>
              <a:solidFill>
                <a:srgbClr val="262626"/>
              </a:solidFill>
            </p:grpSpPr>
            <p:sp>
              <p:nvSpPr>
                <p:cNvPr id="4633" name="Freeform 4632">
                  <a:extLst>
                    <a:ext uri="{FF2B5EF4-FFF2-40B4-BE49-F238E27FC236}">
                      <a16:creationId xmlns:a16="http://schemas.microsoft.com/office/drawing/2014/main" id="{742B3C72-AECB-D75C-394D-92147C133E3B}"/>
                    </a:ext>
                  </a:extLst>
                </p:cNvPr>
                <p:cNvSpPr/>
                <p:nvPr/>
              </p:nvSpPr>
              <p:spPr>
                <a:xfrm>
                  <a:off x="5523344" y="2660993"/>
                  <a:ext cx="45374" cy="68341"/>
                </a:xfrm>
                <a:custGeom>
                  <a:avLst/>
                  <a:gdLst>
                    <a:gd name="connsiteX0" fmla="*/ 17693 w 45374"/>
                    <a:gd name="connsiteY0" fmla="*/ 29846 h 68341"/>
                    <a:gd name="connsiteX1" fmla="*/ 25494 w 45374"/>
                    <a:gd name="connsiteY1" fmla="*/ 29276 h 68341"/>
                    <a:gd name="connsiteX2" fmla="*/ 31582 w 45374"/>
                    <a:gd name="connsiteY2" fmla="*/ 27279 h 68341"/>
                    <a:gd name="connsiteX3" fmla="*/ 35577 w 45374"/>
                    <a:gd name="connsiteY3" fmla="*/ 23287 h 68341"/>
                    <a:gd name="connsiteX4" fmla="*/ 37004 w 45374"/>
                    <a:gd name="connsiteY4" fmla="*/ 16919 h 68341"/>
                    <a:gd name="connsiteX5" fmla="*/ 35862 w 45374"/>
                    <a:gd name="connsiteY5" fmla="*/ 11596 h 68341"/>
                    <a:gd name="connsiteX6" fmla="*/ 32818 w 45374"/>
                    <a:gd name="connsiteY6" fmla="*/ 7889 h 68341"/>
                    <a:gd name="connsiteX7" fmla="*/ 28252 w 45374"/>
                    <a:gd name="connsiteY7" fmla="*/ 5798 h 68341"/>
                    <a:gd name="connsiteX8" fmla="*/ 22735 w 45374"/>
                    <a:gd name="connsiteY8" fmla="*/ 5133 h 68341"/>
                    <a:gd name="connsiteX9" fmla="*/ 16932 w 45374"/>
                    <a:gd name="connsiteY9" fmla="*/ 6178 h 68341"/>
                    <a:gd name="connsiteX10" fmla="*/ 12366 w 45374"/>
                    <a:gd name="connsiteY10" fmla="*/ 9125 h 68341"/>
                    <a:gd name="connsiteX11" fmla="*/ 9417 w 45374"/>
                    <a:gd name="connsiteY11" fmla="*/ 13687 h 68341"/>
                    <a:gd name="connsiteX12" fmla="*/ 8371 w 45374"/>
                    <a:gd name="connsiteY12" fmla="*/ 19390 h 68341"/>
                    <a:gd name="connsiteX13" fmla="*/ 2283 w 45374"/>
                    <a:gd name="connsiteY13" fmla="*/ 19390 h 68341"/>
                    <a:gd name="connsiteX14" fmla="*/ 3900 w 45374"/>
                    <a:gd name="connsiteY14" fmla="*/ 11121 h 68341"/>
                    <a:gd name="connsiteX15" fmla="*/ 8752 w 45374"/>
                    <a:gd name="connsiteY15" fmla="*/ 4372 h 68341"/>
                    <a:gd name="connsiteX16" fmla="*/ 15886 w 45374"/>
                    <a:gd name="connsiteY16" fmla="*/ 760 h 68341"/>
                    <a:gd name="connsiteX17" fmla="*/ 23972 w 45374"/>
                    <a:gd name="connsiteY17" fmla="*/ 0 h 68341"/>
                    <a:gd name="connsiteX18" fmla="*/ 31487 w 45374"/>
                    <a:gd name="connsiteY18" fmla="*/ 951 h 68341"/>
                    <a:gd name="connsiteX19" fmla="*/ 37479 w 45374"/>
                    <a:gd name="connsiteY19" fmla="*/ 3992 h 68341"/>
                    <a:gd name="connsiteX20" fmla="*/ 41570 w 45374"/>
                    <a:gd name="connsiteY20" fmla="*/ 9125 h 68341"/>
                    <a:gd name="connsiteX21" fmla="*/ 43092 w 45374"/>
                    <a:gd name="connsiteY21" fmla="*/ 16444 h 68341"/>
                    <a:gd name="connsiteX22" fmla="*/ 40714 w 45374"/>
                    <a:gd name="connsiteY22" fmla="*/ 25473 h 68341"/>
                    <a:gd name="connsiteX23" fmla="*/ 33579 w 45374"/>
                    <a:gd name="connsiteY23" fmla="*/ 31367 h 68341"/>
                    <a:gd name="connsiteX24" fmla="*/ 39477 w 45374"/>
                    <a:gd name="connsiteY24" fmla="*/ 34408 h 68341"/>
                    <a:gd name="connsiteX25" fmla="*/ 43092 w 45374"/>
                    <a:gd name="connsiteY25" fmla="*/ 38495 h 68341"/>
                    <a:gd name="connsiteX26" fmla="*/ 44899 w 45374"/>
                    <a:gd name="connsiteY26" fmla="*/ 43248 h 68341"/>
                    <a:gd name="connsiteX27" fmla="*/ 45375 w 45374"/>
                    <a:gd name="connsiteY27" fmla="*/ 48000 h 68341"/>
                    <a:gd name="connsiteX28" fmla="*/ 43948 w 45374"/>
                    <a:gd name="connsiteY28" fmla="*/ 55795 h 68341"/>
                    <a:gd name="connsiteX29" fmla="*/ 39762 w 45374"/>
                    <a:gd name="connsiteY29" fmla="*/ 62163 h 68341"/>
                    <a:gd name="connsiteX30" fmla="*/ 33009 w 45374"/>
                    <a:gd name="connsiteY30" fmla="*/ 66535 h 68341"/>
                    <a:gd name="connsiteX31" fmla="*/ 23876 w 45374"/>
                    <a:gd name="connsiteY31" fmla="*/ 68341 h 68341"/>
                    <a:gd name="connsiteX32" fmla="*/ 13793 w 45374"/>
                    <a:gd name="connsiteY32" fmla="*/ 67296 h 68341"/>
                    <a:gd name="connsiteX33" fmla="*/ 6659 w 45374"/>
                    <a:gd name="connsiteY33" fmla="*/ 63874 h 68341"/>
                    <a:gd name="connsiteX34" fmla="*/ 2188 w 45374"/>
                    <a:gd name="connsiteY34" fmla="*/ 57505 h 68341"/>
                    <a:gd name="connsiteX35" fmla="*/ 0 w 45374"/>
                    <a:gd name="connsiteY35" fmla="*/ 47620 h 68341"/>
                    <a:gd name="connsiteX36" fmla="*/ 6088 w 45374"/>
                    <a:gd name="connsiteY36" fmla="*/ 47620 h 68341"/>
                    <a:gd name="connsiteX37" fmla="*/ 10654 w 45374"/>
                    <a:gd name="connsiteY37" fmla="*/ 59311 h 68341"/>
                    <a:gd name="connsiteX38" fmla="*/ 22735 w 45374"/>
                    <a:gd name="connsiteY38" fmla="*/ 63304 h 68341"/>
                    <a:gd name="connsiteX39" fmla="*/ 29489 w 45374"/>
                    <a:gd name="connsiteY39" fmla="*/ 62068 h 68341"/>
                    <a:gd name="connsiteX40" fmla="*/ 34816 w 45374"/>
                    <a:gd name="connsiteY40" fmla="*/ 58741 h 68341"/>
                    <a:gd name="connsiteX41" fmla="*/ 38240 w 45374"/>
                    <a:gd name="connsiteY41" fmla="*/ 53894 h 68341"/>
                    <a:gd name="connsiteX42" fmla="*/ 39287 w 45374"/>
                    <a:gd name="connsiteY42" fmla="*/ 48191 h 68341"/>
                    <a:gd name="connsiteX43" fmla="*/ 37384 w 45374"/>
                    <a:gd name="connsiteY43" fmla="*/ 41442 h 68341"/>
                    <a:gd name="connsiteX44" fmla="*/ 32818 w 45374"/>
                    <a:gd name="connsiteY44" fmla="*/ 37165 h 68341"/>
                    <a:gd name="connsiteX45" fmla="*/ 26064 w 45374"/>
                    <a:gd name="connsiteY45" fmla="*/ 35074 h 68341"/>
                    <a:gd name="connsiteX46" fmla="*/ 17788 w 45374"/>
                    <a:gd name="connsiteY46" fmla="*/ 34884 h 68341"/>
                    <a:gd name="connsiteX47" fmla="*/ 17788 w 45374"/>
                    <a:gd name="connsiteY47" fmla="*/ 29941 h 683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45374" h="68341">
                      <a:moveTo>
                        <a:pt x="17693" y="29846"/>
                      </a:moveTo>
                      <a:cubicBezTo>
                        <a:pt x="20547" y="29846"/>
                        <a:pt x="23115" y="29656"/>
                        <a:pt x="25494" y="29276"/>
                      </a:cubicBezTo>
                      <a:cubicBezTo>
                        <a:pt x="27872" y="28895"/>
                        <a:pt x="29869" y="28230"/>
                        <a:pt x="31582" y="27279"/>
                      </a:cubicBezTo>
                      <a:cubicBezTo>
                        <a:pt x="33294" y="26329"/>
                        <a:pt x="34530" y="24998"/>
                        <a:pt x="35577" y="23287"/>
                      </a:cubicBezTo>
                      <a:cubicBezTo>
                        <a:pt x="36623" y="21576"/>
                        <a:pt x="37004" y="19485"/>
                        <a:pt x="37004" y="16919"/>
                      </a:cubicBezTo>
                      <a:cubicBezTo>
                        <a:pt x="37004" y="14828"/>
                        <a:pt x="36623" y="13022"/>
                        <a:pt x="35862" y="11596"/>
                      </a:cubicBezTo>
                      <a:cubicBezTo>
                        <a:pt x="35101" y="10170"/>
                        <a:pt x="34055" y="8840"/>
                        <a:pt x="32818" y="7889"/>
                      </a:cubicBezTo>
                      <a:cubicBezTo>
                        <a:pt x="31487" y="6939"/>
                        <a:pt x="29964" y="6273"/>
                        <a:pt x="28252" y="5798"/>
                      </a:cubicBezTo>
                      <a:cubicBezTo>
                        <a:pt x="26540" y="5323"/>
                        <a:pt x="24637" y="5133"/>
                        <a:pt x="22735" y="5133"/>
                      </a:cubicBezTo>
                      <a:cubicBezTo>
                        <a:pt x="20547" y="5133"/>
                        <a:pt x="18645" y="5513"/>
                        <a:pt x="16932" y="6178"/>
                      </a:cubicBezTo>
                      <a:cubicBezTo>
                        <a:pt x="15220" y="6844"/>
                        <a:pt x="13698" y="7889"/>
                        <a:pt x="12366" y="9125"/>
                      </a:cubicBezTo>
                      <a:cubicBezTo>
                        <a:pt x="11130" y="10456"/>
                        <a:pt x="10083" y="11976"/>
                        <a:pt x="9417" y="13687"/>
                      </a:cubicBezTo>
                      <a:cubicBezTo>
                        <a:pt x="8752" y="15398"/>
                        <a:pt x="8371" y="17299"/>
                        <a:pt x="8371" y="19390"/>
                      </a:cubicBezTo>
                      <a:lnTo>
                        <a:pt x="2283" y="19390"/>
                      </a:lnTo>
                      <a:cubicBezTo>
                        <a:pt x="2283" y="16349"/>
                        <a:pt x="2759" y="13592"/>
                        <a:pt x="3900" y="11121"/>
                      </a:cubicBezTo>
                      <a:cubicBezTo>
                        <a:pt x="4947" y="8650"/>
                        <a:pt x="6564" y="6463"/>
                        <a:pt x="8752" y="4372"/>
                      </a:cubicBezTo>
                      <a:cubicBezTo>
                        <a:pt x="10844" y="2471"/>
                        <a:pt x="13222" y="1236"/>
                        <a:pt x="15886" y="760"/>
                      </a:cubicBezTo>
                      <a:cubicBezTo>
                        <a:pt x="18549" y="190"/>
                        <a:pt x="21213" y="0"/>
                        <a:pt x="23972" y="0"/>
                      </a:cubicBezTo>
                      <a:cubicBezTo>
                        <a:pt x="26730" y="0"/>
                        <a:pt x="29108" y="285"/>
                        <a:pt x="31487" y="951"/>
                      </a:cubicBezTo>
                      <a:cubicBezTo>
                        <a:pt x="33770" y="1616"/>
                        <a:pt x="35862" y="2661"/>
                        <a:pt x="37479" y="3992"/>
                      </a:cubicBezTo>
                      <a:cubicBezTo>
                        <a:pt x="39192" y="5323"/>
                        <a:pt x="40523" y="7129"/>
                        <a:pt x="41570" y="9125"/>
                      </a:cubicBezTo>
                      <a:cubicBezTo>
                        <a:pt x="42616" y="11216"/>
                        <a:pt x="43092" y="13687"/>
                        <a:pt x="43092" y="16444"/>
                      </a:cubicBezTo>
                      <a:cubicBezTo>
                        <a:pt x="43092" y="19961"/>
                        <a:pt x="42331" y="22907"/>
                        <a:pt x="40714" y="25473"/>
                      </a:cubicBezTo>
                      <a:cubicBezTo>
                        <a:pt x="39192" y="28040"/>
                        <a:pt x="36718" y="29941"/>
                        <a:pt x="33579" y="31367"/>
                      </a:cubicBezTo>
                      <a:cubicBezTo>
                        <a:pt x="35957" y="32127"/>
                        <a:pt x="37955" y="33173"/>
                        <a:pt x="39477" y="34408"/>
                      </a:cubicBezTo>
                      <a:cubicBezTo>
                        <a:pt x="40999" y="35644"/>
                        <a:pt x="42236" y="36975"/>
                        <a:pt x="43092" y="38495"/>
                      </a:cubicBezTo>
                      <a:cubicBezTo>
                        <a:pt x="43948" y="40016"/>
                        <a:pt x="44614" y="41537"/>
                        <a:pt x="44899" y="43248"/>
                      </a:cubicBezTo>
                      <a:cubicBezTo>
                        <a:pt x="45185" y="44864"/>
                        <a:pt x="45375" y="46480"/>
                        <a:pt x="45375" y="48000"/>
                      </a:cubicBezTo>
                      <a:cubicBezTo>
                        <a:pt x="45375" y="50757"/>
                        <a:pt x="44899" y="53418"/>
                        <a:pt x="43948" y="55795"/>
                      </a:cubicBezTo>
                      <a:cubicBezTo>
                        <a:pt x="42997" y="58171"/>
                        <a:pt x="41570" y="60357"/>
                        <a:pt x="39762" y="62163"/>
                      </a:cubicBezTo>
                      <a:cubicBezTo>
                        <a:pt x="37955" y="63969"/>
                        <a:pt x="35672" y="65490"/>
                        <a:pt x="33009" y="66535"/>
                      </a:cubicBezTo>
                      <a:cubicBezTo>
                        <a:pt x="30345" y="67581"/>
                        <a:pt x="27301" y="68246"/>
                        <a:pt x="23876" y="68341"/>
                      </a:cubicBezTo>
                      <a:cubicBezTo>
                        <a:pt x="19976" y="68341"/>
                        <a:pt x="16647" y="67961"/>
                        <a:pt x="13793" y="67296"/>
                      </a:cubicBezTo>
                      <a:cubicBezTo>
                        <a:pt x="10939" y="66630"/>
                        <a:pt x="8561" y="65490"/>
                        <a:pt x="6659" y="63874"/>
                      </a:cubicBezTo>
                      <a:cubicBezTo>
                        <a:pt x="4756" y="62258"/>
                        <a:pt x="3234" y="60167"/>
                        <a:pt x="2188" y="57505"/>
                      </a:cubicBezTo>
                      <a:cubicBezTo>
                        <a:pt x="1141" y="54844"/>
                        <a:pt x="380" y="51612"/>
                        <a:pt x="0" y="47620"/>
                      </a:cubicBezTo>
                      <a:lnTo>
                        <a:pt x="6088" y="47620"/>
                      </a:lnTo>
                      <a:cubicBezTo>
                        <a:pt x="6088" y="52753"/>
                        <a:pt x="7610" y="56650"/>
                        <a:pt x="10654" y="59311"/>
                      </a:cubicBezTo>
                      <a:cubicBezTo>
                        <a:pt x="13698" y="61973"/>
                        <a:pt x="17788" y="63304"/>
                        <a:pt x="22735" y="63304"/>
                      </a:cubicBezTo>
                      <a:cubicBezTo>
                        <a:pt x="25113" y="63304"/>
                        <a:pt x="27396" y="62923"/>
                        <a:pt x="29489" y="62068"/>
                      </a:cubicBezTo>
                      <a:cubicBezTo>
                        <a:pt x="31582" y="61212"/>
                        <a:pt x="33389" y="60167"/>
                        <a:pt x="34816" y="58741"/>
                      </a:cubicBezTo>
                      <a:cubicBezTo>
                        <a:pt x="36243" y="57315"/>
                        <a:pt x="37479" y="55699"/>
                        <a:pt x="38240" y="53894"/>
                      </a:cubicBezTo>
                      <a:cubicBezTo>
                        <a:pt x="39001" y="52088"/>
                        <a:pt x="39382" y="50187"/>
                        <a:pt x="39287" y="48191"/>
                      </a:cubicBezTo>
                      <a:cubicBezTo>
                        <a:pt x="39192" y="45434"/>
                        <a:pt x="38526" y="43248"/>
                        <a:pt x="37384" y="41442"/>
                      </a:cubicBezTo>
                      <a:cubicBezTo>
                        <a:pt x="36243" y="39636"/>
                        <a:pt x="34721" y="38210"/>
                        <a:pt x="32818" y="37165"/>
                      </a:cubicBezTo>
                      <a:cubicBezTo>
                        <a:pt x="30916" y="36119"/>
                        <a:pt x="28633" y="35454"/>
                        <a:pt x="26064" y="35074"/>
                      </a:cubicBezTo>
                      <a:cubicBezTo>
                        <a:pt x="23496" y="34693"/>
                        <a:pt x="20737" y="34693"/>
                        <a:pt x="17788" y="34884"/>
                      </a:cubicBezTo>
                      <a:lnTo>
                        <a:pt x="17788" y="29941"/>
                      </a:lnTo>
                      <a:close/>
                    </a:path>
                  </a:pathLst>
                </a:custGeom>
                <a:solidFill>
                  <a:srgbClr val="262626"/>
                </a:solidFill>
                <a:ln w="9506" cap="flat">
                  <a:noFill/>
                  <a:prstDash val="solid"/>
                  <a:miter/>
                </a:ln>
              </p:spPr>
              <p:txBody>
                <a:bodyPr rtlCol="0" anchor="ctr"/>
                <a:lstStyle/>
                <a:p>
                  <a:endParaRPr lang="en-US"/>
                </a:p>
              </p:txBody>
            </p:sp>
            <p:sp>
              <p:nvSpPr>
                <p:cNvPr id="4634" name="Freeform 4633">
                  <a:extLst>
                    <a:ext uri="{FF2B5EF4-FFF2-40B4-BE49-F238E27FC236}">
                      <a16:creationId xmlns:a16="http://schemas.microsoft.com/office/drawing/2014/main" id="{DC9C8673-5ED0-E023-8A0B-DD0B53BA0F49}"/>
                    </a:ext>
                  </a:extLst>
                </p:cNvPr>
                <p:cNvSpPr/>
                <p:nvPr/>
              </p:nvSpPr>
              <p:spPr>
                <a:xfrm>
                  <a:off x="5582607" y="2719734"/>
                  <a:ext cx="6944" cy="8364"/>
                </a:xfrm>
                <a:custGeom>
                  <a:avLst/>
                  <a:gdLst>
                    <a:gd name="connsiteX0" fmla="*/ 0 w 6944"/>
                    <a:gd name="connsiteY0" fmla="*/ 8364 h 8364"/>
                    <a:gd name="connsiteX1" fmla="*/ 0 w 6944"/>
                    <a:gd name="connsiteY1" fmla="*/ 0 h 8364"/>
                    <a:gd name="connsiteX2" fmla="*/ 6944 w 6944"/>
                    <a:gd name="connsiteY2" fmla="*/ 0 h 8364"/>
                    <a:gd name="connsiteX3" fmla="*/ 6944 w 6944"/>
                    <a:gd name="connsiteY3" fmla="*/ 8364 h 8364"/>
                    <a:gd name="connsiteX4" fmla="*/ 0 w 6944"/>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4" h="8364">
                      <a:moveTo>
                        <a:pt x="0" y="8364"/>
                      </a:moveTo>
                      <a:lnTo>
                        <a:pt x="0" y="0"/>
                      </a:lnTo>
                      <a:lnTo>
                        <a:pt x="6944" y="0"/>
                      </a:lnTo>
                      <a:lnTo>
                        <a:pt x="6944" y="8364"/>
                      </a:lnTo>
                      <a:lnTo>
                        <a:pt x="0" y="8364"/>
                      </a:lnTo>
                      <a:close/>
                    </a:path>
                  </a:pathLst>
                </a:custGeom>
                <a:solidFill>
                  <a:srgbClr val="262626"/>
                </a:solidFill>
                <a:ln w="9506" cap="flat">
                  <a:noFill/>
                  <a:prstDash val="solid"/>
                  <a:miter/>
                </a:ln>
              </p:spPr>
              <p:txBody>
                <a:bodyPr rtlCol="0" anchor="ctr"/>
                <a:lstStyle/>
                <a:p>
                  <a:endParaRPr lang="en-US"/>
                </a:p>
              </p:txBody>
            </p:sp>
            <p:sp>
              <p:nvSpPr>
                <p:cNvPr id="4635" name="Freeform 4634">
                  <a:extLst>
                    <a:ext uri="{FF2B5EF4-FFF2-40B4-BE49-F238E27FC236}">
                      <a16:creationId xmlns:a16="http://schemas.microsoft.com/office/drawing/2014/main" id="{2C15DB6F-AA8C-EFBB-F37B-FB951951BABB}"/>
                    </a:ext>
                  </a:extLst>
                </p:cNvPr>
                <p:cNvSpPr/>
                <p:nvPr/>
              </p:nvSpPr>
              <p:spPr>
                <a:xfrm>
                  <a:off x="5602679" y="2661848"/>
                  <a:ext cx="44899" cy="67770"/>
                </a:xfrm>
                <a:custGeom>
                  <a:avLst/>
                  <a:gdLst>
                    <a:gd name="connsiteX0" fmla="*/ 6088 w 44899"/>
                    <a:gd name="connsiteY0" fmla="*/ 48856 h 67770"/>
                    <a:gd name="connsiteX1" fmla="*/ 11510 w 44899"/>
                    <a:gd name="connsiteY1" fmla="*/ 59121 h 67770"/>
                    <a:gd name="connsiteX2" fmla="*/ 22640 w 44899"/>
                    <a:gd name="connsiteY2" fmla="*/ 62448 h 67770"/>
                    <a:gd name="connsiteX3" fmla="*/ 29394 w 44899"/>
                    <a:gd name="connsiteY3" fmla="*/ 61117 h 67770"/>
                    <a:gd name="connsiteX4" fmla="*/ 34531 w 44899"/>
                    <a:gd name="connsiteY4" fmla="*/ 57505 h 67770"/>
                    <a:gd name="connsiteX5" fmla="*/ 37670 w 44899"/>
                    <a:gd name="connsiteY5" fmla="*/ 52088 h 67770"/>
                    <a:gd name="connsiteX6" fmla="*/ 38716 w 44899"/>
                    <a:gd name="connsiteY6" fmla="*/ 45339 h 67770"/>
                    <a:gd name="connsiteX7" fmla="*/ 37575 w 44899"/>
                    <a:gd name="connsiteY7" fmla="*/ 38495 h 67770"/>
                    <a:gd name="connsiteX8" fmla="*/ 34245 w 44899"/>
                    <a:gd name="connsiteY8" fmla="*/ 33077 h 67770"/>
                    <a:gd name="connsiteX9" fmla="*/ 29013 w 44899"/>
                    <a:gd name="connsiteY9" fmla="*/ 29561 h 67770"/>
                    <a:gd name="connsiteX10" fmla="*/ 22069 w 44899"/>
                    <a:gd name="connsiteY10" fmla="*/ 28325 h 67770"/>
                    <a:gd name="connsiteX11" fmla="*/ 13888 w 44899"/>
                    <a:gd name="connsiteY11" fmla="*/ 30036 h 67770"/>
                    <a:gd name="connsiteX12" fmla="*/ 7515 w 44899"/>
                    <a:gd name="connsiteY12" fmla="*/ 35359 h 67770"/>
                    <a:gd name="connsiteX13" fmla="*/ 2473 w 44899"/>
                    <a:gd name="connsiteY13" fmla="*/ 34693 h 67770"/>
                    <a:gd name="connsiteX14" fmla="*/ 7895 w 44899"/>
                    <a:gd name="connsiteY14" fmla="*/ 0 h 67770"/>
                    <a:gd name="connsiteX15" fmla="*/ 41189 w 44899"/>
                    <a:gd name="connsiteY15" fmla="*/ 0 h 67770"/>
                    <a:gd name="connsiteX16" fmla="*/ 41189 w 44899"/>
                    <a:gd name="connsiteY16" fmla="*/ 5133 h 67770"/>
                    <a:gd name="connsiteX17" fmla="*/ 13032 w 44899"/>
                    <a:gd name="connsiteY17" fmla="*/ 5133 h 67770"/>
                    <a:gd name="connsiteX18" fmla="*/ 8847 w 44899"/>
                    <a:gd name="connsiteY18" fmla="*/ 27660 h 67770"/>
                    <a:gd name="connsiteX19" fmla="*/ 12557 w 44899"/>
                    <a:gd name="connsiteY19" fmla="*/ 25569 h 67770"/>
                    <a:gd name="connsiteX20" fmla="*/ 15886 w 44899"/>
                    <a:gd name="connsiteY20" fmla="*/ 24143 h 67770"/>
                    <a:gd name="connsiteX21" fmla="*/ 19501 w 44899"/>
                    <a:gd name="connsiteY21" fmla="*/ 23477 h 67770"/>
                    <a:gd name="connsiteX22" fmla="*/ 23686 w 44899"/>
                    <a:gd name="connsiteY22" fmla="*/ 23287 h 67770"/>
                    <a:gd name="connsiteX23" fmla="*/ 32152 w 44899"/>
                    <a:gd name="connsiteY23" fmla="*/ 24808 h 67770"/>
                    <a:gd name="connsiteX24" fmla="*/ 38906 w 44899"/>
                    <a:gd name="connsiteY24" fmla="*/ 29180 h 67770"/>
                    <a:gd name="connsiteX25" fmla="*/ 43282 w 44899"/>
                    <a:gd name="connsiteY25" fmla="*/ 36214 h 67770"/>
                    <a:gd name="connsiteX26" fmla="*/ 44899 w 44899"/>
                    <a:gd name="connsiteY26" fmla="*/ 45434 h 67770"/>
                    <a:gd name="connsiteX27" fmla="*/ 43092 w 44899"/>
                    <a:gd name="connsiteY27" fmla="*/ 54939 h 67770"/>
                    <a:gd name="connsiteX28" fmla="*/ 38336 w 44899"/>
                    <a:gd name="connsiteY28" fmla="*/ 61878 h 67770"/>
                    <a:gd name="connsiteX29" fmla="*/ 31582 w 44899"/>
                    <a:gd name="connsiteY29" fmla="*/ 66250 h 67770"/>
                    <a:gd name="connsiteX30" fmla="*/ 23686 w 44899"/>
                    <a:gd name="connsiteY30" fmla="*/ 67771 h 67770"/>
                    <a:gd name="connsiteX31" fmla="*/ 14744 w 44899"/>
                    <a:gd name="connsiteY31" fmla="*/ 66820 h 67770"/>
                    <a:gd name="connsiteX32" fmla="*/ 7420 w 44899"/>
                    <a:gd name="connsiteY32" fmla="*/ 63684 h 67770"/>
                    <a:gd name="connsiteX33" fmla="*/ 2378 w 44899"/>
                    <a:gd name="connsiteY33" fmla="*/ 57886 h 67770"/>
                    <a:gd name="connsiteX34" fmla="*/ 0 w 44899"/>
                    <a:gd name="connsiteY34" fmla="*/ 49046 h 67770"/>
                    <a:gd name="connsiteX35" fmla="*/ 6088 w 44899"/>
                    <a:gd name="connsiteY35" fmla="*/ 49046 h 677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4899" h="67770">
                      <a:moveTo>
                        <a:pt x="6088" y="48856"/>
                      </a:moveTo>
                      <a:cubicBezTo>
                        <a:pt x="6754" y="53418"/>
                        <a:pt x="8561" y="56840"/>
                        <a:pt x="11510" y="59121"/>
                      </a:cubicBezTo>
                      <a:cubicBezTo>
                        <a:pt x="14554" y="61402"/>
                        <a:pt x="18264" y="62448"/>
                        <a:pt x="22640" y="62448"/>
                      </a:cubicBezTo>
                      <a:cubicBezTo>
                        <a:pt x="25113" y="62448"/>
                        <a:pt x="27396" y="61973"/>
                        <a:pt x="29394" y="61117"/>
                      </a:cubicBezTo>
                      <a:cubicBezTo>
                        <a:pt x="31391" y="60262"/>
                        <a:pt x="33104" y="59026"/>
                        <a:pt x="34531" y="57505"/>
                      </a:cubicBezTo>
                      <a:cubicBezTo>
                        <a:pt x="35957" y="55985"/>
                        <a:pt x="37004" y="54179"/>
                        <a:pt x="37670" y="52088"/>
                      </a:cubicBezTo>
                      <a:cubicBezTo>
                        <a:pt x="38431" y="49996"/>
                        <a:pt x="38716" y="47810"/>
                        <a:pt x="38716" y="45339"/>
                      </a:cubicBezTo>
                      <a:cubicBezTo>
                        <a:pt x="38716" y="42868"/>
                        <a:pt x="38336" y="40586"/>
                        <a:pt x="37575" y="38495"/>
                      </a:cubicBezTo>
                      <a:cubicBezTo>
                        <a:pt x="36814" y="36404"/>
                        <a:pt x="35672" y="34598"/>
                        <a:pt x="34245" y="33077"/>
                      </a:cubicBezTo>
                      <a:cubicBezTo>
                        <a:pt x="32818" y="31557"/>
                        <a:pt x="31106" y="30416"/>
                        <a:pt x="29013" y="29561"/>
                      </a:cubicBezTo>
                      <a:cubicBezTo>
                        <a:pt x="26921" y="28705"/>
                        <a:pt x="24637" y="28325"/>
                        <a:pt x="22069" y="28325"/>
                      </a:cubicBezTo>
                      <a:cubicBezTo>
                        <a:pt x="19025" y="28325"/>
                        <a:pt x="16267" y="28895"/>
                        <a:pt x="13888" y="30036"/>
                      </a:cubicBezTo>
                      <a:cubicBezTo>
                        <a:pt x="11510" y="31176"/>
                        <a:pt x="9322" y="32887"/>
                        <a:pt x="7515" y="35359"/>
                      </a:cubicBezTo>
                      <a:lnTo>
                        <a:pt x="2473" y="34693"/>
                      </a:lnTo>
                      <a:lnTo>
                        <a:pt x="7895" y="0"/>
                      </a:lnTo>
                      <a:lnTo>
                        <a:pt x="41189" y="0"/>
                      </a:lnTo>
                      <a:lnTo>
                        <a:pt x="41189" y="5133"/>
                      </a:lnTo>
                      <a:lnTo>
                        <a:pt x="13032" y="5133"/>
                      </a:lnTo>
                      <a:lnTo>
                        <a:pt x="8847" y="27660"/>
                      </a:lnTo>
                      <a:cubicBezTo>
                        <a:pt x="10178" y="26804"/>
                        <a:pt x="11415" y="26139"/>
                        <a:pt x="12557" y="25569"/>
                      </a:cubicBezTo>
                      <a:cubicBezTo>
                        <a:pt x="13698" y="24998"/>
                        <a:pt x="14744" y="24523"/>
                        <a:pt x="15886" y="24143"/>
                      </a:cubicBezTo>
                      <a:cubicBezTo>
                        <a:pt x="17027" y="23763"/>
                        <a:pt x="18264" y="23572"/>
                        <a:pt x="19501" y="23477"/>
                      </a:cubicBezTo>
                      <a:cubicBezTo>
                        <a:pt x="20737" y="23382"/>
                        <a:pt x="22069" y="23287"/>
                        <a:pt x="23686" y="23287"/>
                      </a:cubicBezTo>
                      <a:cubicBezTo>
                        <a:pt x="26730" y="23287"/>
                        <a:pt x="29584" y="23763"/>
                        <a:pt x="32152" y="24808"/>
                      </a:cubicBezTo>
                      <a:cubicBezTo>
                        <a:pt x="34721" y="25854"/>
                        <a:pt x="37004" y="27279"/>
                        <a:pt x="38906" y="29180"/>
                      </a:cubicBezTo>
                      <a:cubicBezTo>
                        <a:pt x="40809" y="31081"/>
                        <a:pt x="42236" y="33458"/>
                        <a:pt x="43282" y="36214"/>
                      </a:cubicBezTo>
                      <a:cubicBezTo>
                        <a:pt x="44329" y="38971"/>
                        <a:pt x="44899" y="42012"/>
                        <a:pt x="44899" y="45434"/>
                      </a:cubicBezTo>
                      <a:cubicBezTo>
                        <a:pt x="44899" y="48856"/>
                        <a:pt x="44329" y="52183"/>
                        <a:pt x="43092" y="54939"/>
                      </a:cubicBezTo>
                      <a:cubicBezTo>
                        <a:pt x="41950" y="57696"/>
                        <a:pt x="40333" y="60072"/>
                        <a:pt x="38336" y="61878"/>
                      </a:cubicBezTo>
                      <a:cubicBezTo>
                        <a:pt x="36338" y="63779"/>
                        <a:pt x="34150" y="65205"/>
                        <a:pt x="31582" y="66250"/>
                      </a:cubicBezTo>
                      <a:cubicBezTo>
                        <a:pt x="29013" y="67201"/>
                        <a:pt x="26350" y="67771"/>
                        <a:pt x="23686" y="67771"/>
                      </a:cubicBezTo>
                      <a:cubicBezTo>
                        <a:pt x="20547" y="67771"/>
                        <a:pt x="17503" y="67486"/>
                        <a:pt x="14744" y="66820"/>
                      </a:cubicBezTo>
                      <a:cubicBezTo>
                        <a:pt x="11986" y="66155"/>
                        <a:pt x="9608" y="65109"/>
                        <a:pt x="7420" y="63684"/>
                      </a:cubicBezTo>
                      <a:cubicBezTo>
                        <a:pt x="5327" y="62163"/>
                        <a:pt x="3615" y="60262"/>
                        <a:pt x="2378" y="57886"/>
                      </a:cubicBezTo>
                      <a:cubicBezTo>
                        <a:pt x="1046" y="55509"/>
                        <a:pt x="285" y="52563"/>
                        <a:pt x="0" y="49046"/>
                      </a:cubicBezTo>
                      <a:lnTo>
                        <a:pt x="6088" y="49046"/>
                      </a:lnTo>
                      <a:close/>
                    </a:path>
                  </a:pathLst>
                </a:custGeom>
                <a:solidFill>
                  <a:srgbClr val="262626"/>
                </a:solidFill>
                <a:ln w="9506" cap="flat">
                  <a:noFill/>
                  <a:prstDash val="solid"/>
                  <a:miter/>
                </a:ln>
              </p:spPr>
              <p:txBody>
                <a:bodyPr rtlCol="0" anchor="ctr"/>
                <a:lstStyle/>
                <a:p>
                  <a:endParaRPr lang="en-US"/>
                </a:p>
              </p:txBody>
            </p:sp>
          </p:grpSp>
          <p:grpSp>
            <p:nvGrpSpPr>
              <p:cNvPr id="4368" name="Graphic 5">
                <a:extLst>
                  <a:ext uri="{FF2B5EF4-FFF2-40B4-BE49-F238E27FC236}">
                    <a16:creationId xmlns:a16="http://schemas.microsoft.com/office/drawing/2014/main" id="{9016605D-9523-C162-DF14-747C8AB4FB5C}"/>
                  </a:ext>
                </a:extLst>
              </p:cNvPr>
              <p:cNvGrpSpPr/>
              <p:nvPr/>
            </p:nvGrpSpPr>
            <p:grpSpPr>
              <a:xfrm>
                <a:off x="2274307" y="3400005"/>
                <a:ext cx="309168" cy="168653"/>
                <a:chOff x="5523344" y="2146676"/>
                <a:chExt cx="124233" cy="67770"/>
              </a:xfrm>
              <a:solidFill>
                <a:srgbClr val="262626"/>
              </a:solidFill>
            </p:grpSpPr>
            <p:sp>
              <p:nvSpPr>
                <p:cNvPr id="4630" name="Freeform 4629">
                  <a:extLst>
                    <a:ext uri="{FF2B5EF4-FFF2-40B4-BE49-F238E27FC236}">
                      <a16:creationId xmlns:a16="http://schemas.microsoft.com/office/drawing/2014/main" id="{811FA43A-382F-D2E7-DA02-974A623F9621}"/>
                    </a:ext>
                  </a:extLst>
                </p:cNvPr>
                <p:cNvSpPr/>
                <p:nvPr/>
              </p:nvSpPr>
              <p:spPr>
                <a:xfrm>
                  <a:off x="5523344" y="2146676"/>
                  <a:ext cx="44899" cy="67770"/>
                </a:xfrm>
                <a:custGeom>
                  <a:avLst/>
                  <a:gdLst>
                    <a:gd name="connsiteX0" fmla="*/ 6088 w 44899"/>
                    <a:gd name="connsiteY0" fmla="*/ 48856 h 67770"/>
                    <a:gd name="connsiteX1" fmla="*/ 11510 w 44899"/>
                    <a:gd name="connsiteY1" fmla="*/ 59121 h 67770"/>
                    <a:gd name="connsiteX2" fmla="*/ 22640 w 44899"/>
                    <a:gd name="connsiteY2" fmla="*/ 62448 h 67770"/>
                    <a:gd name="connsiteX3" fmla="*/ 29394 w 44899"/>
                    <a:gd name="connsiteY3" fmla="*/ 61117 h 67770"/>
                    <a:gd name="connsiteX4" fmla="*/ 34530 w 44899"/>
                    <a:gd name="connsiteY4" fmla="*/ 57505 h 67770"/>
                    <a:gd name="connsiteX5" fmla="*/ 37670 w 44899"/>
                    <a:gd name="connsiteY5" fmla="*/ 52088 h 67770"/>
                    <a:gd name="connsiteX6" fmla="*/ 38716 w 44899"/>
                    <a:gd name="connsiteY6" fmla="*/ 45339 h 67770"/>
                    <a:gd name="connsiteX7" fmla="*/ 37575 w 44899"/>
                    <a:gd name="connsiteY7" fmla="*/ 38495 h 67770"/>
                    <a:gd name="connsiteX8" fmla="*/ 34245 w 44899"/>
                    <a:gd name="connsiteY8" fmla="*/ 33078 h 67770"/>
                    <a:gd name="connsiteX9" fmla="*/ 29013 w 44899"/>
                    <a:gd name="connsiteY9" fmla="*/ 29561 h 67770"/>
                    <a:gd name="connsiteX10" fmla="*/ 22069 w 44899"/>
                    <a:gd name="connsiteY10" fmla="*/ 28325 h 67770"/>
                    <a:gd name="connsiteX11" fmla="*/ 13888 w 44899"/>
                    <a:gd name="connsiteY11" fmla="*/ 30036 h 67770"/>
                    <a:gd name="connsiteX12" fmla="*/ 7515 w 44899"/>
                    <a:gd name="connsiteY12" fmla="*/ 35359 h 67770"/>
                    <a:gd name="connsiteX13" fmla="*/ 2473 w 44899"/>
                    <a:gd name="connsiteY13" fmla="*/ 34693 h 67770"/>
                    <a:gd name="connsiteX14" fmla="*/ 7895 w 44899"/>
                    <a:gd name="connsiteY14" fmla="*/ 0 h 67770"/>
                    <a:gd name="connsiteX15" fmla="*/ 41189 w 44899"/>
                    <a:gd name="connsiteY15" fmla="*/ 0 h 67770"/>
                    <a:gd name="connsiteX16" fmla="*/ 41189 w 44899"/>
                    <a:gd name="connsiteY16" fmla="*/ 5133 h 67770"/>
                    <a:gd name="connsiteX17" fmla="*/ 13032 w 44899"/>
                    <a:gd name="connsiteY17" fmla="*/ 5133 h 67770"/>
                    <a:gd name="connsiteX18" fmla="*/ 8847 w 44899"/>
                    <a:gd name="connsiteY18" fmla="*/ 27660 h 67770"/>
                    <a:gd name="connsiteX19" fmla="*/ 12556 w 44899"/>
                    <a:gd name="connsiteY19" fmla="*/ 25569 h 67770"/>
                    <a:gd name="connsiteX20" fmla="*/ 15886 w 44899"/>
                    <a:gd name="connsiteY20" fmla="*/ 24143 h 67770"/>
                    <a:gd name="connsiteX21" fmla="*/ 19501 w 44899"/>
                    <a:gd name="connsiteY21" fmla="*/ 23477 h 67770"/>
                    <a:gd name="connsiteX22" fmla="*/ 23686 w 44899"/>
                    <a:gd name="connsiteY22" fmla="*/ 23287 h 67770"/>
                    <a:gd name="connsiteX23" fmla="*/ 32152 w 44899"/>
                    <a:gd name="connsiteY23" fmla="*/ 24808 h 67770"/>
                    <a:gd name="connsiteX24" fmla="*/ 38906 w 44899"/>
                    <a:gd name="connsiteY24" fmla="*/ 29180 h 67770"/>
                    <a:gd name="connsiteX25" fmla="*/ 43282 w 44899"/>
                    <a:gd name="connsiteY25" fmla="*/ 36214 h 67770"/>
                    <a:gd name="connsiteX26" fmla="*/ 44899 w 44899"/>
                    <a:gd name="connsiteY26" fmla="*/ 45434 h 67770"/>
                    <a:gd name="connsiteX27" fmla="*/ 43092 w 44899"/>
                    <a:gd name="connsiteY27" fmla="*/ 54939 h 67770"/>
                    <a:gd name="connsiteX28" fmla="*/ 38336 w 44899"/>
                    <a:gd name="connsiteY28" fmla="*/ 61878 h 67770"/>
                    <a:gd name="connsiteX29" fmla="*/ 31582 w 44899"/>
                    <a:gd name="connsiteY29" fmla="*/ 66250 h 67770"/>
                    <a:gd name="connsiteX30" fmla="*/ 23686 w 44899"/>
                    <a:gd name="connsiteY30" fmla="*/ 67771 h 67770"/>
                    <a:gd name="connsiteX31" fmla="*/ 14744 w 44899"/>
                    <a:gd name="connsiteY31" fmla="*/ 66820 h 67770"/>
                    <a:gd name="connsiteX32" fmla="*/ 7420 w 44899"/>
                    <a:gd name="connsiteY32" fmla="*/ 63684 h 67770"/>
                    <a:gd name="connsiteX33" fmla="*/ 2378 w 44899"/>
                    <a:gd name="connsiteY33" fmla="*/ 57886 h 67770"/>
                    <a:gd name="connsiteX34" fmla="*/ 0 w 44899"/>
                    <a:gd name="connsiteY34" fmla="*/ 49046 h 67770"/>
                    <a:gd name="connsiteX35" fmla="*/ 6088 w 44899"/>
                    <a:gd name="connsiteY35" fmla="*/ 49046 h 677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4899" h="67770">
                      <a:moveTo>
                        <a:pt x="6088" y="48856"/>
                      </a:moveTo>
                      <a:cubicBezTo>
                        <a:pt x="6754" y="53418"/>
                        <a:pt x="8561" y="56840"/>
                        <a:pt x="11510" y="59121"/>
                      </a:cubicBezTo>
                      <a:cubicBezTo>
                        <a:pt x="14554" y="61402"/>
                        <a:pt x="18264" y="62448"/>
                        <a:pt x="22640" y="62448"/>
                      </a:cubicBezTo>
                      <a:cubicBezTo>
                        <a:pt x="25113" y="62448"/>
                        <a:pt x="27396" y="61973"/>
                        <a:pt x="29394" y="61117"/>
                      </a:cubicBezTo>
                      <a:cubicBezTo>
                        <a:pt x="31391" y="60262"/>
                        <a:pt x="33104" y="59026"/>
                        <a:pt x="34530" y="57505"/>
                      </a:cubicBezTo>
                      <a:cubicBezTo>
                        <a:pt x="35957" y="55985"/>
                        <a:pt x="37004" y="54179"/>
                        <a:pt x="37670" y="52088"/>
                      </a:cubicBezTo>
                      <a:cubicBezTo>
                        <a:pt x="38431" y="49996"/>
                        <a:pt x="38716" y="47810"/>
                        <a:pt x="38716" y="45339"/>
                      </a:cubicBezTo>
                      <a:cubicBezTo>
                        <a:pt x="38716" y="42868"/>
                        <a:pt x="38336" y="40586"/>
                        <a:pt x="37575" y="38495"/>
                      </a:cubicBezTo>
                      <a:cubicBezTo>
                        <a:pt x="36814" y="36404"/>
                        <a:pt x="35672" y="34598"/>
                        <a:pt x="34245" y="33078"/>
                      </a:cubicBezTo>
                      <a:cubicBezTo>
                        <a:pt x="32818" y="31557"/>
                        <a:pt x="31106" y="30416"/>
                        <a:pt x="29013" y="29561"/>
                      </a:cubicBezTo>
                      <a:cubicBezTo>
                        <a:pt x="26921" y="28705"/>
                        <a:pt x="24637" y="28325"/>
                        <a:pt x="22069" y="28325"/>
                      </a:cubicBezTo>
                      <a:cubicBezTo>
                        <a:pt x="19025" y="28325"/>
                        <a:pt x="16266" y="28895"/>
                        <a:pt x="13888" y="30036"/>
                      </a:cubicBezTo>
                      <a:cubicBezTo>
                        <a:pt x="11510" y="31177"/>
                        <a:pt x="9322" y="32887"/>
                        <a:pt x="7515" y="35359"/>
                      </a:cubicBezTo>
                      <a:lnTo>
                        <a:pt x="2473" y="34693"/>
                      </a:lnTo>
                      <a:lnTo>
                        <a:pt x="7895" y="0"/>
                      </a:lnTo>
                      <a:lnTo>
                        <a:pt x="41189" y="0"/>
                      </a:lnTo>
                      <a:lnTo>
                        <a:pt x="41189" y="5133"/>
                      </a:lnTo>
                      <a:lnTo>
                        <a:pt x="13032" y="5133"/>
                      </a:lnTo>
                      <a:lnTo>
                        <a:pt x="8847" y="27660"/>
                      </a:lnTo>
                      <a:cubicBezTo>
                        <a:pt x="10178" y="26804"/>
                        <a:pt x="11415" y="26139"/>
                        <a:pt x="12556" y="25569"/>
                      </a:cubicBezTo>
                      <a:cubicBezTo>
                        <a:pt x="13698" y="24998"/>
                        <a:pt x="14744" y="24523"/>
                        <a:pt x="15886" y="24143"/>
                      </a:cubicBezTo>
                      <a:cubicBezTo>
                        <a:pt x="17027" y="23763"/>
                        <a:pt x="18264" y="23572"/>
                        <a:pt x="19501" y="23477"/>
                      </a:cubicBezTo>
                      <a:cubicBezTo>
                        <a:pt x="20737" y="23382"/>
                        <a:pt x="22069" y="23287"/>
                        <a:pt x="23686" y="23287"/>
                      </a:cubicBezTo>
                      <a:cubicBezTo>
                        <a:pt x="26730" y="23287"/>
                        <a:pt x="29584" y="23763"/>
                        <a:pt x="32152" y="24808"/>
                      </a:cubicBezTo>
                      <a:cubicBezTo>
                        <a:pt x="34721" y="25854"/>
                        <a:pt x="37004" y="27279"/>
                        <a:pt x="38906" y="29180"/>
                      </a:cubicBezTo>
                      <a:cubicBezTo>
                        <a:pt x="40809" y="31081"/>
                        <a:pt x="42236" y="33458"/>
                        <a:pt x="43282" y="36214"/>
                      </a:cubicBezTo>
                      <a:cubicBezTo>
                        <a:pt x="44329" y="38971"/>
                        <a:pt x="44899" y="42012"/>
                        <a:pt x="44899" y="45434"/>
                      </a:cubicBezTo>
                      <a:cubicBezTo>
                        <a:pt x="44899" y="48856"/>
                        <a:pt x="44329" y="52183"/>
                        <a:pt x="43092" y="54939"/>
                      </a:cubicBezTo>
                      <a:cubicBezTo>
                        <a:pt x="41950" y="57696"/>
                        <a:pt x="40333" y="60072"/>
                        <a:pt x="38336" y="61878"/>
                      </a:cubicBezTo>
                      <a:cubicBezTo>
                        <a:pt x="36338" y="63779"/>
                        <a:pt x="34150" y="65205"/>
                        <a:pt x="31582" y="66250"/>
                      </a:cubicBezTo>
                      <a:cubicBezTo>
                        <a:pt x="29013" y="67201"/>
                        <a:pt x="26350" y="67771"/>
                        <a:pt x="23686" y="67771"/>
                      </a:cubicBezTo>
                      <a:cubicBezTo>
                        <a:pt x="20547" y="67771"/>
                        <a:pt x="17503" y="67486"/>
                        <a:pt x="14744" y="66820"/>
                      </a:cubicBezTo>
                      <a:cubicBezTo>
                        <a:pt x="11986" y="66155"/>
                        <a:pt x="9608" y="65109"/>
                        <a:pt x="7420" y="63684"/>
                      </a:cubicBezTo>
                      <a:cubicBezTo>
                        <a:pt x="5327" y="62163"/>
                        <a:pt x="3615" y="60262"/>
                        <a:pt x="2378" y="57886"/>
                      </a:cubicBezTo>
                      <a:cubicBezTo>
                        <a:pt x="1046" y="55509"/>
                        <a:pt x="285" y="52563"/>
                        <a:pt x="0" y="49046"/>
                      </a:cubicBezTo>
                      <a:lnTo>
                        <a:pt x="6088" y="49046"/>
                      </a:lnTo>
                      <a:close/>
                    </a:path>
                  </a:pathLst>
                </a:custGeom>
                <a:solidFill>
                  <a:srgbClr val="262626"/>
                </a:solidFill>
                <a:ln w="9506" cap="flat">
                  <a:noFill/>
                  <a:prstDash val="solid"/>
                  <a:miter/>
                </a:ln>
              </p:spPr>
              <p:txBody>
                <a:bodyPr rtlCol="0" anchor="ctr"/>
                <a:lstStyle/>
                <a:p>
                  <a:endParaRPr lang="en-US"/>
                </a:p>
              </p:txBody>
            </p:sp>
            <p:sp>
              <p:nvSpPr>
                <p:cNvPr id="4631" name="Freeform 4630">
                  <a:extLst>
                    <a:ext uri="{FF2B5EF4-FFF2-40B4-BE49-F238E27FC236}">
                      <a16:creationId xmlns:a16="http://schemas.microsoft.com/office/drawing/2014/main" id="{2ABFDAF7-06A7-972C-F57F-8CEF0BA70288}"/>
                    </a:ext>
                  </a:extLst>
                </p:cNvPr>
                <p:cNvSpPr/>
                <p:nvPr/>
              </p:nvSpPr>
              <p:spPr>
                <a:xfrm>
                  <a:off x="5582607" y="2204561"/>
                  <a:ext cx="6944" cy="8364"/>
                </a:xfrm>
                <a:custGeom>
                  <a:avLst/>
                  <a:gdLst>
                    <a:gd name="connsiteX0" fmla="*/ 0 w 6944"/>
                    <a:gd name="connsiteY0" fmla="*/ 8364 h 8364"/>
                    <a:gd name="connsiteX1" fmla="*/ 0 w 6944"/>
                    <a:gd name="connsiteY1" fmla="*/ 0 h 8364"/>
                    <a:gd name="connsiteX2" fmla="*/ 6944 w 6944"/>
                    <a:gd name="connsiteY2" fmla="*/ 0 h 8364"/>
                    <a:gd name="connsiteX3" fmla="*/ 6944 w 6944"/>
                    <a:gd name="connsiteY3" fmla="*/ 8364 h 8364"/>
                    <a:gd name="connsiteX4" fmla="*/ 0 w 6944"/>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4" h="8364">
                      <a:moveTo>
                        <a:pt x="0" y="8364"/>
                      </a:moveTo>
                      <a:lnTo>
                        <a:pt x="0" y="0"/>
                      </a:lnTo>
                      <a:lnTo>
                        <a:pt x="6944" y="0"/>
                      </a:lnTo>
                      <a:lnTo>
                        <a:pt x="6944" y="8364"/>
                      </a:lnTo>
                      <a:lnTo>
                        <a:pt x="0" y="8364"/>
                      </a:lnTo>
                      <a:close/>
                    </a:path>
                  </a:pathLst>
                </a:custGeom>
                <a:solidFill>
                  <a:srgbClr val="262626"/>
                </a:solidFill>
                <a:ln w="9506" cap="flat">
                  <a:noFill/>
                  <a:prstDash val="solid"/>
                  <a:miter/>
                </a:ln>
              </p:spPr>
              <p:txBody>
                <a:bodyPr rtlCol="0" anchor="ctr"/>
                <a:lstStyle/>
                <a:p>
                  <a:endParaRPr lang="en-US"/>
                </a:p>
              </p:txBody>
            </p:sp>
            <p:sp>
              <p:nvSpPr>
                <p:cNvPr id="4632" name="Freeform 4631">
                  <a:extLst>
                    <a:ext uri="{FF2B5EF4-FFF2-40B4-BE49-F238E27FC236}">
                      <a16:creationId xmlns:a16="http://schemas.microsoft.com/office/drawing/2014/main" id="{09679EBF-FFBE-A5C2-9E58-42A6BEF7E644}"/>
                    </a:ext>
                  </a:extLst>
                </p:cNvPr>
                <p:cNvSpPr/>
                <p:nvPr/>
              </p:nvSpPr>
              <p:spPr>
                <a:xfrm>
                  <a:off x="5602679" y="2146676"/>
                  <a:ext cx="44899" cy="67770"/>
                </a:xfrm>
                <a:custGeom>
                  <a:avLst/>
                  <a:gdLst>
                    <a:gd name="connsiteX0" fmla="*/ 6088 w 44899"/>
                    <a:gd name="connsiteY0" fmla="*/ 48856 h 67770"/>
                    <a:gd name="connsiteX1" fmla="*/ 11510 w 44899"/>
                    <a:gd name="connsiteY1" fmla="*/ 59121 h 67770"/>
                    <a:gd name="connsiteX2" fmla="*/ 22640 w 44899"/>
                    <a:gd name="connsiteY2" fmla="*/ 62448 h 67770"/>
                    <a:gd name="connsiteX3" fmla="*/ 29394 w 44899"/>
                    <a:gd name="connsiteY3" fmla="*/ 61117 h 67770"/>
                    <a:gd name="connsiteX4" fmla="*/ 34531 w 44899"/>
                    <a:gd name="connsiteY4" fmla="*/ 57505 h 67770"/>
                    <a:gd name="connsiteX5" fmla="*/ 37670 w 44899"/>
                    <a:gd name="connsiteY5" fmla="*/ 52088 h 67770"/>
                    <a:gd name="connsiteX6" fmla="*/ 38716 w 44899"/>
                    <a:gd name="connsiteY6" fmla="*/ 45339 h 67770"/>
                    <a:gd name="connsiteX7" fmla="*/ 37575 w 44899"/>
                    <a:gd name="connsiteY7" fmla="*/ 38495 h 67770"/>
                    <a:gd name="connsiteX8" fmla="*/ 34245 w 44899"/>
                    <a:gd name="connsiteY8" fmla="*/ 33078 h 67770"/>
                    <a:gd name="connsiteX9" fmla="*/ 29013 w 44899"/>
                    <a:gd name="connsiteY9" fmla="*/ 29561 h 67770"/>
                    <a:gd name="connsiteX10" fmla="*/ 22069 w 44899"/>
                    <a:gd name="connsiteY10" fmla="*/ 28325 h 67770"/>
                    <a:gd name="connsiteX11" fmla="*/ 13888 w 44899"/>
                    <a:gd name="connsiteY11" fmla="*/ 30036 h 67770"/>
                    <a:gd name="connsiteX12" fmla="*/ 7515 w 44899"/>
                    <a:gd name="connsiteY12" fmla="*/ 35359 h 67770"/>
                    <a:gd name="connsiteX13" fmla="*/ 2473 w 44899"/>
                    <a:gd name="connsiteY13" fmla="*/ 34693 h 67770"/>
                    <a:gd name="connsiteX14" fmla="*/ 7895 w 44899"/>
                    <a:gd name="connsiteY14" fmla="*/ 0 h 67770"/>
                    <a:gd name="connsiteX15" fmla="*/ 41189 w 44899"/>
                    <a:gd name="connsiteY15" fmla="*/ 0 h 67770"/>
                    <a:gd name="connsiteX16" fmla="*/ 41189 w 44899"/>
                    <a:gd name="connsiteY16" fmla="*/ 5133 h 67770"/>
                    <a:gd name="connsiteX17" fmla="*/ 13032 w 44899"/>
                    <a:gd name="connsiteY17" fmla="*/ 5133 h 67770"/>
                    <a:gd name="connsiteX18" fmla="*/ 8847 w 44899"/>
                    <a:gd name="connsiteY18" fmla="*/ 27660 h 67770"/>
                    <a:gd name="connsiteX19" fmla="*/ 12557 w 44899"/>
                    <a:gd name="connsiteY19" fmla="*/ 25569 h 67770"/>
                    <a:gd name="connsiteX20" fmla="*/ 15886 w 44899"/>
                    <a:gd name="connsiteY20" fmla="*/ 24143 h 67770"/>
                    <a:gd name="connsiteX21" fmla="*/ 19501 w 44899"/>
                    <a:gd name="connsiteY21" fmla="*/ 23477 h 67770"/>
                    <a:gd name="connsiteX22" fmla="*/ 23686 w 44899"/>
                    <a:gd name="connsiteY22" fmla="*/ 23287 h 67770"/>
                    <a:gd name="connsiteX23" fmla="*/ 32152 w 44899"/>
                    <a:gd name="connsiteY23" fmla="*/ 24808 h 67770"/>
                    <a:gd name="connsiteX24" fmla="*/ 38906 w 44899"/>
                    <a:gd name="connsiteY24" fmla="*/ 29180 h 67770"/>
                    <a:gd name="connsiteX25" fmla="*/ 43282 w 44899"/>
                    <a:gd name="connsiteY25" fmla="*/ 36214 h 67770"/>
                    <a:gd name="connsiteX26" fmla="*/ 44899 w 44899"/>
                    <a:gd name="connsiteY26" fmla="*/ 45434 h 67770"/>
                    <a:gd name="connsiteX27" fmla="*/ 43092 w 44899"/>
                    <a:gd name="connsiteY27" fmla="*/ 54939 h 67770"/>
                    <a:gd name="connsiteX28" fmla="*/ 38336 w 44899"/>
                    <a:gd name="connsiteY28" fmla="*/ 61878 h 67770"/>
                    <a:gd name="connsiteX29" fmla="*/ 31582 w 44899"/>
                    <a:gd name="connsiteY29" fmla="*/ 66250 h 67770"/>
                    <a:gd name="connsiteX30" fmla="*/ 23686 w 44899"/>
                    <a:gd name="connsiteY30" fmla="*/ 67771 h 67770"/>
                    <a:gd name="connsiteX31" fmla="*/ 14744 w 44899"/>
                    <a:gd name="connsiteY31" fmla="*/ 66820 h 67770"/>
                    <a:gd name="connsiteX32" fmla="*/ 7420 w 44899"/>
                    <a:gd name="connsiteY32" fmla="*/ 63684 h 67770"/>
                    <a:gd name="connsiteX33" fmla="*/ 2378 w 44899"/>
                    <a:gd name="connsiteY33" fmla="*/ 57886 h 67770"/>
                    <a:gd name="connsiteX34" fmla="*/ 0 w 44899"/>
                    <a:gd name="connsiteY34" fmla="*/ 49046 h 67770"/>
                    <a:gd name="connsiteX35" fmla="*/ 6088 w 44899"/>
                    <a:gd name="connsiteY35" fmla="*/ 49046 h 677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4899" h="67770">
                      <a:moveTo>
                        <a:pt x="6088" y="48856"/>
                      </a:moveTo>
                      <a:cubicBezTo>
                        <a:pt x="6754" y="53418"/>
                        <a:pt x="8561" y="56840"/>
                        <a:pt x="11510" y="59121"/>
                      </a:cubicBezTo>
                      <a:cubicBezTo>
                        <a:pt x="14554" y="61402"/>
                        <a:pt x="18264" y="62448"/>
                        <a:pt x="22640" y="62448"/>
                      </a:cubicBezTo>
                      <a:cubicBezTo>
                        <a:pt x="25113" y="62448"/>
                        <a:pt x="27396" y="61973"/>
                        <a:pt x="29394" y="61117"/>
                      </a:cubicBezTo>
                      <a:cubicBezTo>
                        <a:pt x="31391" y="60262"/>
                        <a:pt x="33104" y="59026"/>
                        <a:pt x="34531" y="57505"/>
                      </a:cubicBezTo>
                      <a:cubicBezTo>
                        <a:pt x="35957" y="55985"/>
                        <a:pt x="37004" y="54179"/>
                        <a:pt x="37670" y="52088"/>
                      </a:cubicBezTo>
                      <a:cubicBezTo>
                        <a:pt x="38431" y="49996"/>
                        <a:pt x="38716" y="47810"/>
                        <a:pt x="38716" y="45339"/>
                      </a:cubicBezTo>
                      <a:cubicBezTo>
                        <a:pt x="38716" y="42868"/>
                        <a:pt x="38336" y="40586"/>
                        <a:pt x="37575" y="38495"/>
                      </a:cubicBezTo>
                      <a:cubicBezTo>
                        <a:pt x="36814" y="36404"/>
                        <a:pt x="35672" y="34598"/>
                        <a:pt x="34245" y="33078"/>
                      </a:cubicBezTo>
                      <a:cubicBezTo>
                        <a:pt x="32818" y="31557"/>
                        <a:pt x="31106" y="30416"/>
                        <a:pt x="29013" y="29561"/>
                      </a:cubicBezTo>
                      <a:cubicBezTo>
                        <a:pt x="26921" y="28705"/>
                        <a:pt x="24637" y="28325"/>
                        <a:pt x="22069" y="28325"/>
                      </a:cubicBezTo>
                      <a:cubicBezTo>
                        <a:pt x="19025" y="28325"/>
                        <a:pt x="16267" y="28895"/>
                        <a:pt x="13888" y="30036"/>
                      </a:cubicBezTo>
                      <a:cubicBezTo>
                        <a:pt x="11510" y="31177"/>
                        <a:pt x="9322" y="32887"/>
                        <a:pt x="7515" y="35359"/>
                      </a:cubicBezTo>
                      <a:lnTo>
                        <a:pt x="2473" y="34693"/>
                      </a:lnTo>
                      <a:lnTo>
                        <a:pt x="7895" y="0"/>
                      </a:lnTo>
                      <a:lnTo>
                        <a:pt x="41189" y="0"/>
                      </a:lnTo>
                      <a:lnTo>
                        <a:pt x="41189" y="5133"/>
                      </a:lnTo>
                      <a:lnTo>
                        <a:pt x="13032" y="5133"/>
                      </a:lnTo>
                      <a:lnTo>
                        <a:pt x="8847" y="27660"/>
                      </a:lnTo>
                      <a:cubicBezTo>
                        <a:pt x="10178" y="26804"/>
                        <a:pt x="11415" y="26139"/>
                        <a:pt x="12557" y="25569"/>
                      </a:cubicBezTo>
                      <a:cubicBezTo>
                        <a:pt x="13698" y="24998"/>
                        <a:pt x="14744" y="24523"/>
                        <a:pt x="15886" y="24143"/>
                      </a:cubicBezTo>
                      <a:cubicBezTo>
                        <a:pt x="17027" y="23763"/>
                        <a:pt x="18264" y="23572"/>
                        <a:pt x="19501" y="23477"/>
                      </a:cubicBezTo>
                      <a:cubicBezTo>
                        <a:pt x="20737" y="23382"/>
                        <a:pt x="22069" y="23287"/>
                        <a:pt x="23686" y="23287"/>
                      </a:cubicBezTo>
                      <a:cubicBezTo>
                        <a:pt x="26730" y="23287"/>
                        <a:pt x="29584" y="23763"/>
                        <a:pt x="32152" y="24808"/>
                      </a:cubicBezTo>
                      <a:cubicBezTo>
                        <a:pt x="34721" y="25854"/>
                        <a:pt x="37004" y="27279"/>
                        <a:pt x="38906" y="29180"/>
                      </a:cubicBezTo>
                      <a:cubicBezTo>
                        <a:pt x="40809" y="31081"/>
                        <a:pt x="42236" y="33458"/>
                        <a:pt x="43282" y="36214"/>
                      </a:cubicBezTo>
                      <a:cubicBezTo>
                        <a:pt x="44329" y="38971"/>
                        <a:pt x="44899" y="42012"/>
                        <a:pt x="44899" y="45434"/>
                      </a:cubicBezTo>
                      <a:cubicBezTo>
                        <a:pt x="44899" y="48856"/>
                        <a:pt x="44329" y="52183"/>
                        <a:pt x="43092" y="54939"/>
                      </a:cubicBezTo>
                      <a:cubicBezTo>
                        <a:pt x="41950" y="57696"/>
                        <a:pt x="40333" y="60072"/>
                        <a:pt x="38336" y="61878"/>
                      </a:cubicBezTo>
                      <a:cubicBezTo>
                        <a:pt x="36338" y="63779"/>
                        <a:pt x="34150" y="65205"/>
                        <a:pt x="31582" y="66250"/>
                      </a:cubicBezTo>
                      <a:cubicBezTo>
                        <a:pt x="29013" y="67201"/>
                        <a:pt x="26350" y="67771"/>
                        <a:pt x="23686" y="67771"/>
                      </a:cubicBezTo>
                      <a:cubicBezTo>
                        <a:pt x="20547" y="67771"/>
                        <a:pt x="17503" y="67486"/>
                        <a:pt x="14744" y="66820"/>
                      </a:cubicBezTo>
                      <a:cubicBezTo>
                        <a:pt x="11986" y="66155"/>
                        <a:pt x="9608" y="65109"/>
                        <a:pt x="7420" y="63684"/>
                      </a:cubicBezTo>
                      <a:cubicBezTo>
                        <a:pt x="5327" y="62163"/>
                        <a:pt x="3615" y="60262"/>
                        <a:pt x="2378" y="57886"/>
                      </a:cubicBezTo>
                      <a:cubicBezTo>
                        <a:pt x="1046" y="55509"/>
                        <a:pt x="285" y="52563"/>
                        <a:pt x="0" y="49046"/>
                      </a:cubicBezTo>
                      <a:lnTo>
                        <a:pt x="6088" y="49046"/>
                      </a:lnTo>
                      <a:close/>
                    </a:path>
                  </a:pathLst>
                </a:custGeom>
                <a:solidFill>
                  <a:srgbClr val="262626"/>
                </a:solidFill>
                <a:ln w="9506" cap="flat">
                  <a:noFill/>
                  <a:prstDash val="solid"/>
                  <a:miter/>
                </a:ln>
              </p:spPr>
              <p:txBody>
                <a:bodyPr rtlCol="0" anchor="ctr"/>
                <a:lstStyle/>
                <a:p>
                  <a:endParaRPr lang="en-US"/>
                </a:p>
              </p:txBody>
            </p:sp>
          </p:grpSp>
          <p:sp>
            <p:nvSpPr>
              <p:cNvPr id="4369" name="Freeform 4368">
                <a:extLst>
                  <a:ext uri="{FF2B5EF4-FFF2-40B4-BE49-F238E27FC236}">
                    <a16:creationId xmlns:a16="http://schemas.microsoft.com/office/drawing/2014/main" id="{736EF5F9-B089-DCE5-DBD7-74817B775E5B}"/>
                  </a:ext>
                </a:extLst>
              </p:cNvPr>
              <p:cNvSpPr/>
              <p:nvPr/>
            </p:nvSpPr>
            <p:spPr>
              <a:xfrm>
                <a:off x="3038000" y="5584008"/>
                <a:ext cx="807012" cy="482547"/>
              </a:xfrm>
              <a:custGeom>
                <a:avLst/>
                <a:gdLst>
                  <a:gd name="connsiteX0" fmla="*/ 0 w 324282"/>
                  <a:gd name="connsiteY0" fmla="*/ 0 h 193902"/>
                  <a:gd name="connsiteX1" fmla="*/ 324283 w 324282"/>
                  <a:gd name="connsiteY1" fmla="*/ 193903 h 193902"/>
                </a:gdLst>
                <a:ahLst/>
                <a:cxnLst>
                  <a:cxn ang="0">
                    <a:pos x="connsiteX0" y="connsiteY0"/>
                  </a:cxn>
                  <a:cxn ang="0">
                    <a:pos x="connsiteX1" y="connsiteY1"/>
                  </a:cxn>
                </a:cxnLst>
                <a:rect l="l" t="t" r="r" b="b"/>
                <a:pathLst>
                  <a:path w="324282" h="193902">
                    <a:moveTo>
                      <a:pt x="0" y="0"/>
                    </a:moveTo>
                    <a:lnTo>
                      <a:pt x="324283" y="193903"/>
                    </a:lnTo>
                  </a:path>
                </a:pathLst>
              </a:custGeom>
              <a:ln w="4753" cap="flat">
                <a:solidFill>
                  <a:srgbClr val="B3B3B3">
                    <a:alpha val="40000"/>
                  </a:srgbClr>
                </a:solidFill>
                <a:prstDash val="solid"/>
                <a:round/>
              </a:ln>
            </p:spPr>
            <p:txBody>
              <a:bodyPr rtlCol="0" anchor="ctr"/>
              <a:lstStyle/>
              <a:p>
                <a:endParaRPr lang="en-US"/>
              </a:p>
            </p:txBody>
          </p:sp>
          <p:sp>
            <p:nvSpPr>
              <p:cNvPr id="4370" name="Freeform 4369">
                <a:extLst>
                  <a:ext uri="{FF2B5EF4-FFF2-40B4-BE49-F238E27FC236}">
                    <a16:creationId xmlns:a16="http://schemas.microsoft.com/office/drawing/2014/main" id="{16EE6038-76C4-1DC1-2A20-9C574D02B10C}"/>
                  </a:ext>
                </a:extLst>
              </p:cNvPr>
              <p:cNvSpPr/>
              <p:nvPr/>
            </p:nvSpPr>
            <p:spPr>
              <a:xfrm>
                <a:off x="3878156" y="5416537"/>
                <a:ext cx="1057710" cy="650020"/>
              </a:xfrm>
              <a:custGeom>
                <a:avLst/>
                <a:gdLst>
                  <a:gd name="connsiteX0" fmla="*/ 0 w 425020"/>
                  <a:gd name="connsiteY0" fmla="*/ 261198 h 261198"/>
                  <a:gd name="connsiteX1" fmla="*/ 425021 w 425020"/>
                  <a:gd name="connsiteY1" fmla="*/ 0 h 261198"/>
                </a:gdLst>
                <a:ahLst/>
                <a:cxnLst>
                  <a:cxn ang="0">
                    <a:pos x="connsiteX0" y="connsiteY0"/>
                  </a:cxn>
                  <a:cxn ang="0">
                    <a:pos x="connsiteX1" y="connsiteY1"/>
                  </a:cxn>
                </a:cxnLst>
                <a:rect l="l" t="t" r="r" b="b"/>
                <a:pathLst>
                  <a:path w="425020" h="261198">
                    <a:moveTo>
                      <a:pt x="0" y="261198"/>
                    </a:moveTo>
                    <a:lnTo>
                      <a:pt x="425021" y="0"/>
                    </a:lnTo>
                  </a:path>
                </a:pathLst>
              </a:custGeom>
              <a:ln w="4753" cap="flat">
                <a:solidFill>
                  <a:srgbClr val="B3B3B3">
                    <a:alpha val="40000"/>
                  </a:srgbClr>
                </a:solidFill>
                <a:prstDash val="solid"/>
                <a:round/>
              </a:ln>
            </p:spPr>
            <p:txBody>
              <a:bodyPr rtlCol="0" anchor="ctr"/>
              <a:lstStyle/>
              <a:p>
                <a:endParaRPr lang="en-US"/>
              </a:p>
            </p:txBody>
          </p:sp>
          <p:sp>
            <p:nvSpPr>
              <p:cNvPr id="4371" name="Freeform 4370">
                <a:extLst>
                  <a:ext uri="{FF2B5EF4-FFF2-40B4-BE49-F238E27FC236}">
                    <a16:creationId xmlns:a16="http://schemas.microsoft.com/office/drawing/2014/main" id="{9825285C-FD66-040F-7E30-AF8195BCCE59}"/>
                  </a:ext>
                </a:extLst>
              </p:cNvPr>
              <p:cNvSpPr/>
              <p:nvPr/>
            </p:nvSpPr>
            <p:spPr>
              <a:xfrm>
                <a:off x="3064987" y="5302994"/>
                <a:ext cx="1744229" cy="278647"/>
              </a:xfrm>
              <a:custGeom>
                <a:avLst/>
                <a:gdLst>
                  <a:gd name="connsiteX0" fmla="*/ 0 w 700884"/>
                  <a:gd name="connsiteY0" fmla="*/ 0 h 111969"/>
                  <a:gd name="connsiteX1" fmla="*/ 386114 w 700884"/>
                  <a:gd name="connsiteY1" fmla="*/ 26994 h 111969"/>
                  <a:gd name="connsiteX2" fmla="*/ 700885 w 700884"/>
                  <a:gd name="connsiteY2" fmla="*/ 111969 h 111969"/>
                </a:gdLst>
                <a:ahLst/>
                <a:cxnLst>
                  <a:cxn ang="0">
                    <a:pos x="connsiteX0" y="connsiteY0"/>
                  </a:cxn>
                  <a:cxn ang="0">
                    <a:pos x="connsiteX1" y="connsiteY1"/>
                  </a:cxn>
                  <a:cxn ang="0">
                    <a:pos x="connsiteX2" y="connsiteY2"/>
                  </a:cxn>
                </a:cxnLst>
                <a:rect l="l" t="t" r="r" b="b"/>
                <a:pathLst>
                  <a:path w="700884" h="111969">
                    <a:moveTo>
                      <a:pt x="0" y="0"/>
                    </a:moveTo>
                    <a:lnTo>
                      <a:pt x="386114" y="26994"/>
                    </a:lnTo>
                    <a:lnTo>
                      <a:pt x="700885" y="111969"/>
                    </a:lnTo>
                  </a:path>
                </a:pathLst>
              </a:custGeom>
              <a:noFill/>
              <a:ln w="4753" cap="flat">
                <a:solidFill>
                  <a:srgbClr val="B3B3B3">
                    <a:alpha val="40000"/>
                  </a:srgbClr>
                </a:solidFill>
                <a:prstDash val="solid"/>
                <a:round/>
              </a:ln>
            </p:spPr>
            <p:txBody>
              <a:bodyPr rtlCol="0" anchor="ctr"/>
              <a:lstStyle/>
              <a:p>
                <a:endParaRPr lang="en-US"/>
              </a:p>
            </p:txBody>
          </p:sp>
          <p:sp>
            <p:nvSpPr>
              <p:cNvPr id="4372" name="Freeform 4371">
                <a:extLst>
                  <a:ext uri="{FF2B5EF4-FFF2-40B4-BE49-F238E27FC236}">
                    <a16:creationId xmlns:a16="http://schemas.microsoft.com/office/drawing/2014/main" id="{DF09103D-3395-3165-6CFB-6ED43C025E87}"/>
                  </a:ext>
                </a:extLst>
              </p:cNvPr>
              <p:cNvSpPr/>
              <p:nvPr/>
            </p:nvSpPr>
            <p:spPr>
              <a:xfrm>
                <a:off x="2958459" y="4202595"/>
                <a:ext cx="1977173" cy="321934"/>
              </a:xfrm>
              <a:custGeom>
                <a:avLst/>
                <a:gdLst>
                  <a:gd name="connsiteX0" fmla="*/ 0 w 794488"/>
                  <a:gd name="connsiteY0" fmla="*/ 127082 h 129363"/>
                  <a:gd name="connsiteX1" fmla="*/ 427684 w 794488"/>
                  <a:gd name="connsiteY1" fmla="*/ 129363 h 129363"/>
                  <a:gd name="connsiteX2" fmla="*/ 794488 w 794488"/>
                  <a:gd name="connsiteY2" fmla="*/ 0 h 129363"/>
                </a:gdLst>
                <a:ahLst/>
                <a:cxnLst>
                  <a:cxn ang="0">
                    <a:pos x="connsiteX0" y="connsiteY0"/>
                  </a:cxn>
                  <a:cxn ang="0">
                    <a:pos x="connsiteX1" y="connsiteY1"/>
                  </a:cxn>
                  <a:cxn ang="0">
                    <a:pos x="connsiteX2" y="connsiteY2"/>
                  </a:cxn>
                </a:cxnLst>
                <a:rect l="l" t="t" r="r" b="b"/>
                <a:pathLst>
                  <a:path w="794488" h="129363">
                    <a:moveTo>
                      <a:pt x="0" y="127082"/>
                    </a:moveTo>
                    <a:lnTo>
                      <a:pt x="427684" y="129363"/>
                    </a:lnTo>
                    <a:lnTo>
                      <a:pt x="794488" y="0"/>
                    </a:lnTo>
                  </a:path>
                </a:pathLst>
              </a:custGeom>
              <a:noFill/>
              <a:ln w="4753" cap="flat">
                <a:solidFill>
                  <a:srgbClr val="B3B3B3">
                    <a:alpha val="40000"/>
                  </a:srgbClr>
                </a:solidFill>
                <a:prstDash val="solid"/>
                <a:round/>
              </a:ln>
            </p:spPr>
            <p:txBody>
              <a:bodyPr rtlCol="0" anchor="ctr"/>
              <a:lstStyle/>
              <a:p>
                <a:endParaRPr lang="en-US"/>
              </a:p>
            </p:txBody>
          </p:sp>
          <p:sp>
            <p:nvSpPr>
              <p:cNvPr id="4373" name="Freeform 4372">
                <a:extLst>
                  <a:ext uri="{FF2B5EF4-FFF2-40B4-BE49-F238E27FC236}">
                    <a16:creationId xmlns:a16="http://schemas.microsoft.com/office/drawing/2014/main" id="{777DCAAB-9C22-7BF1-1538-907EFC5E71FE}"/>
                  </a:ext>
                </a:extLst>
              </p:cNvPr>
              <p:cNvSpPr/>
              <p:nvPr/>
            </p:nvSpPr>
            <p:spPr>
              <a:xfrm>
                <a:off x="3006278" y="5027186"/>
                <a:ext cx="1919882" cy="486332"/>
              </a:xfrm>
              <a:custGeom>
                <a:avLst/>
                <a:gdLst>
                  <a:gd name="connsiteX0" fmla="*/ 0 w 771467"/>
                  <a:gd name="connsiteY0" fmla="*/ 0 h 195423"/>
                  <a:gd name="connsiteX1" fmla="*/ 410657 w 771467"/>
                  <a:gd name="connsiteY1" fmla="*/ 195424 h 195423"/>
                  <a:gd name="connsiteX2" fmla="*/ 771468 w 771467"/>
                  <a:gd name="connsiteY2" fmla="*/ 147898 h 195423"/>
                </a:gdLst>
                <a:ahLst/>
                <a:cxnLst>
                  <a:cxn ang="0">
                    <a:pos x="connsiteX0" y="connsiteY0"/>
                  </a:cxn>
                  <a:cxn ang="0">
                    <a:pos x="connsiteX1" y="connsiteY1"/>
                  </a:cxn>
                  <a:cxn ang="0">
                    <a:pos x="connsiteX2" y="connsiteY2"/>
                  </a:cxn>
                </a:cxnLst>
                <a:rect l="l" t="t" r="r" b="b"/>
                <a:pathLst>
                  <a:path w="771467" h="195423">
                    <a:moveTo>
                      <a:pt x="0" y="0"/>
                    </a:moveTo>
                    <a:lnTo>
                      <a:pt x="410657" y="195424"/>
                    </a:lnTo>
                    <a:lnTo>
                      <a:pt x="771468" y="147898"/>
                    </a:lnTo>
                  </a:path>
                </a:pathLst>
              </a:custGeom>
              <a:noFill/>
              <a:ln w="4753" cap="flat">
                <a:solidFill>
                  <a:srgbClr val="B3B3B3">
                    <a:alpha val="40000"/>
                  </a:srgbClr>
                </a:solidFill>
                <a:prstDash val="solid"/>
                <a:round/>
              </a:ln>
            </p:spPr>
            <p:txBody>
              <a:bodyPr rtlCol="0" anchor="ctr"/>
              <a:lstStyle/>
              <a:p>
                <a:endParaRPr lang="en-US"/>
              </a:p>
            </p:txBody>
          </p:sp>
          <p:sp>
            <p:nvSpPr>
              <p:cNvPr id="4374" name="Freeform 4373">
                <a:extLst>
                  <a:ext uri="{FF2B5EF4-FFF2-40B4-BE49-F238E27FC236}">
                    <a16:creationId xmlns:a16="http://schemas.microsoft.com/office/drawing/2014/main" id="{72CCBF80-86DC-7929-9429-5E80D96C7A3C}"/>
                  </a:ext>
                </a:extLst>
              </p:cNvPr>
              <p:cNvSpPr/>
              <p:nvPr/>
            </p:nvSpPr>
            <p:spPr>
              <a:xfrm>
                <a:off x="3014326" y="4680886"/>
                <a:ext cx="1875378" cy="239618"/>
              </a:xfrm>
              <a:custGeom>
                <a:avLst/>
                <a:gdLst>
                  <a:gd name="connsiteX0" fmla="*/ 0 w 753584"/>
                  <a:gd name="connsiteY0" fmla="*/ 96286 h 96286"/>
                  <a:gd name="connsiteX1" fmla="*/ 372511 w 753584"/>
                  <a:gd name="connsiteY1" fmla="*/ 43438 h 96286"/>
                  <a:gd name="connsiteX2" fmla="*/ 753584 w 753584"/>
                  <a:gd name="connsiteY2" fmla="*/ 0 h 96286"/>
                </a:gdLst>
                <a:ahLst/>
                <a:cxnLst>
                  <a:cxn ang="0">
                    <a:pos x="connsiteX0" y="connsiteY0"/>
                  </a:cxn>
                  <a:cxn ang="0">
                    <a:pos x="connsiteX1" y="connsiteY1"/>
                  </a:cxn>
                  <a:cxn ang="0">
                    <a:pos x="connsiteX2" y="connsiteY2"/>
                  </a:cxn>
                </a:cxnLst>
                <a:rect l="l" t="t" r="r" b="b"/>
                <a:pathLst>
                  <a:path w="753584" h="96286">
                    <a:moveTo>
                      <a:pt x="0" y="96286"/>
                    </a:moveTo>
                    <a:lnTo>
                      <a:pt x="372511" y="43438"/>
                    </a:lnTo>
                    <a:lnTo>
                      <a:pt x="753584" y="0"/>
                    </a:lnTo>
                  </a:path>
                </a:pathLst>
              </a:custGeom>
              <a:noFill/>
              <a:ln w="4753" cap="flat">
                <a:solidFill>
                  <a:srgbClr val="B3B3B3">
                    <a:alpha val="40000"/>
                  </a:srgbClr>
                </a:solidFill>
                <a:prstDash val="solid"/>
                <a:round/>
              </a:ln>
            </p:spPr>
            <p:txBody>
              <a:bodyPr rtlCol="0" anchor="ctr"/>
              <a:lstStyle/>
              <a:p>
                <a:endParaRPr lang="en-US"/>
              </a:p>
            </p:txBody>
          </p:sp>
          <p:sp>
            <p:nvSpPr>
              <p:cNvPr id="4375" name="Freeform 4374">
                <a:extLst>
                  <a:ext uri="{FF2B5EF4-FFF2-40B4-BE49-F238E27FC236}">
                    <a16:creationId xmlns:a16="http://schemas.microsoft.com/office/drawing/2014/main" id="{90DE5ADA-CF63-5CAF-907E-ADD0CDB8A5A8}"/>
                  </a:ext>
                </a:extLst>
              </p:cNvPr>
              <p:cNvSpPr/>
              <p:nvPr/>
            </p:nvSpPr>
            <p:spPr>
              <a:xfrm>
                <a:off x="3023086" y="5814638"/>
                <a:ext cx="1893132" cy="228027"/>
              </a:xfrm>
              <a:custGeom>
                <a:avLst/>
                <a:gdLst>
                  <a:gd name="connsiteX0" fmla="*/ 0 w 760718"/>
                  <a:gd name="connsiteY0" fmla="*/ 0 h 91628"/>
                  <a:gd name="connsiteX1" fmla="*/ 345781 w 760718"/>
                  <a:gd name="connsiteY1" fmla="*/ 91629 h 91628"/>
                  <a:gd name="connsiteX2" fmla="*/ 760719 w 760718"/>
                  <a:gd name="connsiteY2" fmla="*/ 19865 h 91628"/>
                </a:gdLst>
                <a:ahLst/>
                <a:cxnLst>
                  <a:cxn ang="0">
                    <a:pos x="connsiteX0" y="connsiteY0"/>
                  </a:cxn>
                  <a:cxn ang="0">
                    <a:pos x="connsiteX1" y="connsiteY1"/>
                  </a:cxn>
                  <a:cxn ang="0">
                    <a:pos x="connsiteX2" y="connsiteY2"/>
                  </a:cxn>
                </a:cxnLst>
                <a:rect l="l" t="t" r="r" b="b"/>
                <a:pathLst>
                  <a:path w="760718" h="91628">
                    <a:moveTo>
                      <a:pt x="0" y="0"/>
                    </a:moveTo>
                    <a:lnTo>
                      <a:pt x="345781" y="91629"/>
                    </a:lnTo>
                    <a:lnTo>
                      <a:pt x="760719" y="19865"/>
                    </a:lnTo>
                  </a:path>
                </a:pathLst>
              </a:custGeom>
              <a:noFill/>
              <a:ln w="4753" cap="flat">
                <a:solidFill>
                  <a:srgbClr val="B3B3B3">
                    <a:alpha val="40000"/>
                  </a:srgbClr>
                </a:solidFill>
                <a:prstDash val="solid"/>
                <a:round/>
              </a:ln>
            </p:spPr>
            <p:txBody>
              <a:bodyPr rtlCol="0" anchor="ctr"/>
              <a:lstStyle/>
              <a:p>
                <a:endParaRPr lang="en-US"/>
              </a:p>
            </p:txBody>
          </p:sp>
          <p:sp>
            <p:nvSpPr>
              <p:cNvPr id="4376" name="Freeform 4375">
                <a:extLst>
                  <a:ext uri="{FF2B5EF4-FFF2-40B4-BE49-F238E27FC236}">
                    <a16:creationId xmlns:a16="http://schemas.microsoft.com/office/drawing/2014/main" id="{7538AA11-4D40-F8A3-D6E9-EFB695206ACC}"/>
                  </a:ext>
                </a:extLst>
              </p:cNvPr>
              <p:cNvSpPr/>
              <p:nvPr/>
            </p:nvSpPr>
            <p:spPr>
              <a:xfrm>
                <a:off x="3009593" y="4763441"/>
                <a:ext cx="1922488" cy="586862"/>
              </a:xfrm>
              <a:custGeom>
                <a:avLst/>
                <a:gdLst>
                  <a:gd name="connsiteX0" fmla="*/ 0 w 772514"/>
                  <a:gd name="connsiteY0" fmla="*/ 235820 h 235819"/>
                  <a:gd name="connsiteX1" fmla="*/ 391727 w 772514"/>
                  <a:gd name="connsiteY1" fmla="*/ 202552 h 235819"/>
                  <a:gd name="connsiteX2" fmla="*/ 772514 w 772514"/>
                  <a:gd name="connsiteY2" fmla="*/ 0 h 235819"/>
                </a:gdLst>
                <a:ahLst/>
                <a:cxnLst>
                  <a:cxn ang="0">
                    <a:pos x="connsiteX0" y="connsiteY0"/>
                  </a:cxn>
                  <a:cxn ang="0">
                    <a:pos x="connsiteX1" y="connsiteY1"/>
                  </a:cxn>
                  <a:cxn ang="0">
                    <a:pos x="connsiteX2" y="connsiteY2"/>
                  </a:cxn>
                </a:cxnLst>
                <a:rect l="l" t="t" r="r" b="b"/>
                <a:pathLst>
                  <a:path w="772514" h="235819">
                    <a:moveTo>
                      <a:pt x="0" y="235820"/>
                    </a:moveTo>
                    <a:lnTo>
                      <a:pt x="391727" y="202552"/>
                    </a:lnTo>
                    <a:lnTo>
                      <a:pt x="772514" y="0"/>
                    </a:lnTo>
                  </a:path>
                </a:pathLst>
              </a:custGeom>
              <a:noFill/>
              <a:ln w="4753" cap="flat">
                <a:solidFill>
                  <a:srgbClr val="B3B3B3">
                    <a:alpha val="40000"/>
                  </a:srgbClr>
                </a:solidFill>
                <a:prstDash val="solid"/>
                <a:round/>
              </a:ln>
            </p:spPr>
            <p:txBody>
              <a:bodyPr rtlCol="0" anchor="ctr"/>
              <a:lstStyle/>
              <a:p>
                <a:endParaRPr lang="en-US"/>
              </a:p>
            </p:txBody>
          </p:sp>
          <p:sp>
            <p:nvSpPr>
              <p:cNvPr id="4377" name="Freeform 4376">
                <a:extLst>
                  <a:ext uri="{FF2B5EF4-FFF2-40B4-BE49-F238E27FC236}">
                    <a16:creationId xmlns:a16="http://schemas.microsoft.com/office/drawing/2014/main" id="{2185424B-3F72-644F-CD17-86E22C894726}"/>
                  </a:ext>
                </a:extLst>
              </p:cNvPr>
              <p:cNvSpPr/>
              <p:nvPr/>
            </p:nvSpPr>
            <p:spPr>
              <a:xfrm>
                <a:off x="2936206" y="4903236"/>
                <a:ext cx="1983091" cy="158955"/>
              </a:xfrm>
              <a:custGeom>
                <a:avLst/>
                <a:gdLst>
                  <a:gd name="connsiteX0" fmla="*/ 0 w 796866"/>
                  <a:gd name="connsiteY0" fmla="*/ 0 h 63873"/>
                  <a:gd name="connsiteX1" fmla="*/ 384307 w 796866"/>
                  <a:gd name="connsiteY1" fmla="*/ 16444 h 63873"/>
                  <a:gd name="connsiteX2" fmla="*/ 796866 w 796866"/>
                  <a:gd name="connsiteY2" fmla="*/ 63874 h 63873"/>
                </a:gdLst>
                <a:ahLst/>
                <a:cxnLst>
                  <a:cxn ang="0">
                    <a:pos x="connsiteX0" y="connsiteY0"/>
                  </a:cxn>
                  <a:cxn ang="0">
                    <a:pos x="connsiteX1" y="connsiteY1"/>
                  </a:cxn>
                  <a:cxn ang="0">
                    <a:pos x="connsiteX2" y="connsiteY2"/>
                  </a:cxn>
                </a:cxnLst>
                <a:rect l="l" t="t" r="r" b="b"/>
                <a:pathLst>
                  <a:path w="796866" h="63873">
                    <a:moveTo>
                      <a:pt x="0" y="0"/>
                    </a:moveTo>
                    <a:lnTo>
                      <a:pt x="384307" y="16444"/>
                    </a:lnTo>
                    <a:lnTo>
                      <a:pt x="796866" y="63874"/>
                    </a:lnTo>
                  </a:path>
                </a:pathLst>
              </a:custGeom>
              <a:noFill/>
              <a:ln w="4753" cap="flat">
                <a:solidFill>
                  <a:srgbClr val="B3B3B3">
                    <a:alpha val="40000"/>
                  </a:srgbClr>
                </a:solidFill>
                <a:prstDash val="solid"/>
                <a:round/>
              </a:ln>
            </p:spPr>
            <p:txBody>
              <a:bodyPr rtlCol="0" anchor="ctr"/>
              <a:lstStyle/>
              <a:p>
                <a:endParaRPr lang="en-US"/>
              </a:p>
            </p:txBody>
          </p:sp>
          <p:sp>
            <p:nvSpPr>
              <p:cNvPr id="4378" name="Freeform 4377">
                <a:extLst>
                  <a:ext uri="{FF2B5EF4-FFF2-40B4-BE49-F238E27FC236}">
                    <a16:creationId xmlns:a16="http://schemas.microsoft.com/office/drawing/2014/main" id="{D15EA97B-00CC-F55E-0A5F-A5CBF377F2FE}"/>
                  </a:ext>
                </a:extLst>
              </p:cNvPr>
              <p:cNvSpPr/>
              <p:nvPr/>
            </p:nvSpPr>
            <p:spPr>
              <a:xfrm>
                <a:off x="3021901" y="4952911"/>
                <a:ext cx="1808619" cy="805193"/>
              </a:xfrm>
              <a:custGeom>
                <a:avLst/>
                <a:gdLst>
                  <a:gd name="connsiteX0" fmla="*/ 0 w 726758"/>
                  <a:gd name="connsiteY0" fmla="*/ 0 h 323551"/>
                  <a:gd name="connsiteX1" fmla="*/ 404569 w 726758"/>
                  <a:gd name="connsiteY1" fmla="*/ 323551 h 323551"/>
                  <a:gd name="connsiteX2" fmla="*/ 726759 w 726758"/>
                  <a:gd name="connsiteY2" fmla="*/ 196279 h 323551"/>
                </a:gdLst>
                <a:ahLst/>
                <a:cxnLst>
                  <a:cxn ang="0">
                    <a:pos x="connsiteX0" y="connsiteY0"/>
                  </a:cxn>
                  <a:cxn ang="0">
                    <a:pos x="connsiteX1" y="connsiteY1"/>
                  </a:cxn>
                  <a:cxn ang="0">
                    <a:pos x="connsiteX2" y="connsiteY2"/>
                  </a:cxn>
                </a:cxnLst>
                <a:rect l="l" t="t" r="r" b="b"/>
                <a:pathLst>
                  <a:path w="726758" h="323551">
                    <a:moveTo>
                      <a:pt x="0" y="0"/>
                    </a:moveTo>
                    <a:lnTo>
                      <a:pt x="404569" y="323551"/>
                    </a:lnTo>
                    <a:lnTo>
                      <a:pt x="726759" y="196279"/>
                    </a:lnTo>
                  </a:path>
                </a:pathLst>
              </a:custGeom>
              <a:noFill/>
              <a:ln w="4753" cap="flat">
                <a:solidFill>
                  <a:srgbClr val="B3B3B3">
                    <a:alpha val="40000"/>
                  </a:srgbClr>
                </a:solidFill>
                <a:prstDash val="solid"/>
                <a:round/>
              </a:ln>
            </p:spPr>
            <p:txBody>
              <a:bodyPr rtlCol="0" anchor="ctr"/>
              <a:lstStyle/>
              <a:p>
                <a:endParaRPr lang="en-US"/>
              </a:p>
            </p:txBody>
          </p:sp>
          <p:sp>
            <p:nvSpPr>
              <p:cNvPr id="4379" name="Freeform 4378">
                <a:extLst>
                  <a:ext uri="{FF2B5EF4-FFF2-40B4-BE49-F238E27FC236}">
                    <a16:creationId xmlns:a16="http://schemas.microsoft.com/office/drawing/2014/main" id="{6BA5E935-C329-A3DB-04B3-F907B413B1E7}"/>
                  </a:ext>
                </a:extLst>
              </p:cNvPr>
              <p:cNvSpPr/>
              <p:nvPr/>
            </p:nvSpPr>
            <p:spPr>
              <a:xfrm>
                <a:off x="2930052" y="5814638"/>
                <a:ext cx="1927694" cy="228027"/>
              </a:xfrm>
              <a:custGeom>
                <a:avLst/>
                <a:gdLst>
                  <a:gd name="connsiteX0" fmla="*/ 0 w 774606"/>
                  <a:gd name="connsiteY0" fmla="*/ 0 h 91628"/>
                  <a:gd name="connsiteX1" fmla="*/ 437102 w 774606"/>
                  <a:gd name="connsiteY1" fmla="*/ 91629 h 91628"/>
                  <a:gd name="connsiteX2" fmla="*/ 774607 w 774606"/>
                  <a:gd name="connsiteY2" fmla="*/ 38020 h 91628"/>
                </a:gdLst>
                <a:ahLst/>
                <a:cxnLst>
                  <a:cxn ang="0">
                    <a:pos x="connsiteX0" y="connsiteY0"/>
                  </a:cxn>
                  <a:cxn ang="0">
                    <a:pos x="connsiteX1" y="connsiteY1"/>
                  </a:cxn>
                  <a:cxn ang="0">
                    <a:pos x="connsiteX2" y="connsiteY2"/>
                  </a:cxn>
                </a:cxnLst>
                <a:rect l="l" t="t" r="r" b="b"/>
                <a:pathLst>
                  <a:path w="774606" h="91628">
                    <a:moveTo>
                      <a:pt x="0" y="0"/>
                    </a:moveTo>
                    <a:lnTo>
                      <a:pt x="437102" y="91629"/>
                    </a:lnTo>
                    <a:lnTo>
                      <a:pt x="774607" y="38020"/>
                    </a:lnTo>
                  </a:path>
                </a:pathLst>
              </a:custGeom>
              <a:noFill/>
              <a:ln w="4753" cap="flat">
                <a:solidFill>
                  <a:srgbClr val="B3B3B3">
                    <a:alpha val="40000"/>
                  </a:srgbClr>
                </a:solidFill>
                <a:prstDash val="solid"/>
                <a:round/>
              </a:ln>
            </p:spPr>
            <p:txBody>
              <a:bodyPr rtlCol="0" anchor="ctr"/>
              <a:lstStyle/>
              <a:p>
                <a:endParaRPr lang="en-US"/>
              </a:p>
            </p:txBody>
          </p:sp>
          <p:sp>
            <p:nvSpPr>
              <p:cNvPr id="4380" name="Freeform 4379">
                <a:extLst>
                  <a:ext uri="{FF2B5EF4-FFF2-40B4-BE49-F238E27FC236}">
                    <a16:creationId xmlns:a16="http://schemas.microsoft.com/office/drawing/2014/main" id="{9817D978-E231-1C74-C8C6-787642C2EEA0}"/>
                  </a:ext>
                </a:extLst>
              </p:cNvPr>
              <p:cNvSpPr/>
              <p:nvPr/>
            </p:nvSpPr>
            <p:spPr>
              <a:xfrm>
                <a:off x="2948042" y="4334586"/>
                <a:ext cx="1856204" cy="604840"/>
              </a:xfrm>
              <a:custGeom>
                <a:avLst/>
                <a:gdLst>
                  <a:gd name="connsiteX0" fmla="*/ 0 w 745879"/>
                  <a:gd name="connsiteY0" fmla="*/ 243044 h 243043"/>
                  <a:gd name="connsiteX1" fmla="*/ 428445 w 745879"/>
                  <a:gd name="connsiteY1" fmla="*/ 0 h 243043"/>
                  <a:gd name="connsiteX2" fmla="*/ 745879 w 745879"/>
                  <a:gd name="connsiteY2" fmla="*/ 208540 h 243043"/>
                </a:gdLst>
                <a:ahLst/>
                <a:cxnLst>
                  <a:cxn ang="0">
                    <a:pos x="connsiteX0" y="connsiteY0"/>
                  </a:cxn>
                  <a:cxn ang="0">
                    <a:pos x="connsiteX1" y="connsiteY1"/>
                  </a:cxn>
                  <a:cxn ang="0">
                    <a:pos x="connsiteX2" y="connsiteY2"/>
                  </a:cxn>
                </a:cxnLst>
                <a:rect l="l" t="t" r="r" b="b"/>
                <a:pathLst>
                  <a:path w="745879" h="243043">
                    <a:moveTo>
                      <a:pt x="0" y="243044"/>
                    </a:moveTo>
                    <a:lnTo>
                      <a:pt x="428445" y="0"/>
                    </a:lnTo>
                    <a:lnTo>
                      <a:pt x="745879" y="208540"/>
                    </a:lnTo>
                  </a:path>
                </a:pathLst>
              </a:custGeom>
              <a:noFill/>
              <a:ln w="4753" cap="flat">
                <a:solidFill>
                  <a:srgbClr val="B3B3B3">
                    <a:alpha val="40000"/>
                  </a:srgbClr>
                </a:solidFill>
                <a:prstDash val="solid"/>
                <a:round/>
              </a:ln>
            </p:spPr>
            <p:txBody>
              <a:bodyPr rtlCol="0" anchor="ctr"/>
              <a:lstStyle/>
              <a:p>
                <a:endParaRPr lang="en-US"/>
              </a:p>
            </p:txBody>
          </p:sp>
          <p:sp>
            <p:nvSpPr>
              <p:cNvPr id="4381" name="Freeform 4380">
                <a:extLst>
                  <a:ext uri="{FF2B5EF4-FFF2-40B4-BE49-F238E27FC236}">
                    <a16:creationId xmlns:a16="http://schemas.microsoft.com/office/drawing/2014/main" id="{FEDB5285-70B6-7250-5F09-CB524E666972}"/>
                  </a:ext>
                </a:extLst>
              </p:cNvPr>
              <p:cNvSpPr/>
              <p:nvPr/>
            </p:nvSpPr>
            <p:spPr>
              <a:xfrm>
                <a:off x="2990179" y="5032627"/>
                <a:ext cx="1868749" cy="268476"/>
              </a:xfrm>
              <a:custGeom>
                <a:avLst/>
                <a:gdLst>
                  <a:gd name="connsiteX0" fmla="*/ 0 w 750920"/>
                  <a:gd name="connsiteY0" fmla="*/ 55699 h 107882"/>
                  <a:gd name="connsiteX1" fmla="*/ 361953 w 750920"/>
                  <a:gd name="connsiteY1" fmla="*/ 0 h 107882"/>
                  <a:gd name="connsiteX2" fmla="*/ 750921 w 750920"/>
                  <a:gd name="connsiteY2" fmla="*/ 107882 h 107882"/>
                </a:gdLst>
                <a:ahLst/>
                <a:cxnLst>
                  <a:cxn ang="0">
                    <a:pos x="connsiteX0" y="connsiteY0"/>
                  </a:cxn>
                  <a:cxn ang="0">
                    <a:pos x="connsiteX1" y="connsiteY1"/>
                  </a:cxn>
                  <a:cxn ang="0">
                    <a:pos x="connsiteX2" y="connsiteY2"/>
                  </a:cxn>
                </a:cxnLst>
                <a:rect l="l" t="t" r="r" b="b"/>
                <a:pathLst>
                  <a:path w="750920" h="107882">
                    <a:moveTo>
                      <a:pt x="0" y="55699"/>
                    </a:moveTo>
                    <a:lnTo>
                      <a:pt x="361953" y="0"/>
                    </a:lnTo>
                    <a:lnTo>
                      <a:pt x="750921" y="107882"/>
                    </a:lnTo>
                  </a:path>
                </a:pathLst>
              </a:custGeom>
              <a:noFill/>
              <a:ln w="4753" cap="flat">
                <a:solidFill>
                  <a:srgbClr val="B3B3B3">
                    <a:alpha val="40000"/>
                  </a:srgbClr>
                </a:solidFill>
                <a:prstDash val="solid"/>
                <a:round/>
              </a:ln>
            </p:spPr>
            <p:txBody>
              <a:bodyPr rtlCol="0" anchor="ctr"/>
              <a:lstStyle/>
              <a:p>
                <a:endParaRPr lang="en-US"/>
              </a:p>
            </p:txBody>
          </p:sp>
          <p:sp>
            <p:nvSpPr>
              <p:cNvPr id="4382" name="Freeform 4381">
                <a:extLst>
                  <a:ext uri="{FF2B5EF4-FFF2-40B4-BE49-F238E27FC236}">
                    <a16:creationId xmlns:a16="http://schemas.microsoft.com/office/drawing/2014/main" id="{2387929B-FEE7-5597-B8F0-1B06962BB4BF}"/>
                  </a:ext>
                </a:extLst>
              </p:cNvPr>
              <p:cNvSpPr/>
              <p:nvPr/>
            </p:nvSpPr>
            <p:spPr>
              <a:xfrm>
                <a:off x="3086055" y="4932806"/>
                <a:ext cx="1732393" cy="349374"/>
              </a:xfrm>
              <a:custGeom>
                <a:avLst/>
                <a:gdLst>
                  <a:gd name="connsiteX0" fmla="*/ 0 w 696128"/>
                  <a:gd name="connsiteY0" fmla="*/ 140389 h 140389"/>
                  <a:gd name="connsiteX1" fmla="*/ 325424 w 696128"/>
                  <a:gd name="connsiteY1" fmla="*/ 0 h 140389"/>
                  <a:gd name="connsiteX2" fmla="*/ 696128 w 696128"/>
                  <a:gd name="connsiteY2" fmla="*/ 58266 h 140389"/>
                </a:gdLst>
                <a:ahLst/>
                <a:cxnLst>
                  <a:cxn ang="0">
                    <a:pos x="connsiteX0" y="connsiteY0"/>
                  </a:cxn>
                  <a:cxn ang="0">
                    <a:pos x="connsiteX1" y="connsiteY1"/>
                  </a:cxn>
                  <a:cxn ang="0">
                    <a:pos x="connsiteX2" y="connsiteY2"/>
                  </a:cxn>
                </a:cxnLst>
                <a:rect l="l" t="t" r="r" b="b"/>
                <a:pathLst>
                  <a:path w="696128" h="140389">
                    <a:moveTo>
                      <a:pt x="0" y="140389"/>
                    </a:moveTo>
                    <a:lnTo>
                      <a:pt x="325424" y="0"/>
                    </a:lnTo>
                    <a:lnTo>
                      <a:pt x="696128" y="58266"/>
                    </a:lnTo>
                  </a:path>
                </a:pathLst>
              </a:custGeom>
              <a:noFill/>
              <a:ln w="4753" cap="flat">
                <a:solidFill>
                  <a:srgbClr val="B3B3B3">
                    <a:alpha val="40000"/>
                  </a:srgbClr>
                </a:solidFill>
                <a:prstDash val="solid"/>
                <a:round/>
              </a:ln>
            </p:spPr>
            <p:txBody>
              <a:bodyPr rtlCol="0" anchor="ctr"/>
              <a:lstStyle/>
              <a:p>
                <a:endParaRPr lang="en-US"/>
              </a:p>
            </p:txBody>
          </p:sp>
          <p:sp>
            <p:nvSpPr>
              <p:cNvPr id="4383" name="Freeform 4382">
                <a:extLst>
                  <a:ext uri="{FF2B5EF4-FFF2-40B4-BE49-F238E27FC236}">
                    <a16:creationId xmlns:a16="http://schemas.microsoft.com/office/drawing/2014/main" id="{E5681BED-9A99-1CAB-EB39-3CA41F58EEFB}"/>
                  </a:ext>
                </a:extLst>
              </p:cNvPr>
              <p:cNvSpPr/>
              <p:nvPr/>
            </p:nvSpPr>
            <p:spPr>
              <a:xfrm>
                <a:off x="3069011" y="4536594"/>
                <a:ext cx="1796783" cy="151151"/>
              </a:xfrm>
              <a:custGeom>
                <a:avLst/>
                <a:gdLst>
                  <a:gd name="connsiteX0" fmla="*/ 0 w 722002"/>
                  <a:gd name="connsiteY0" fmla="*/ 0 h 60737"/>
                  <a:gd name="connsiteX1" fmla="*/ 382975 w 722002"/>
                  <a:gd name="connsiteY1" fmla="*/ 60737 h 60737"/>
                  <a:gd name="connsiteX2" fmla="*/ 722002 w 722002"/>
                  <a:gd name="connsiteY2" fmla="*/ 50472 h 60737"/>
                </a:gdLst>
                <a:ahLst/>
                <a:cxnLst>
                  <a:cxn ang="0">
                    <a:pos x="connsiteX0" y="connsiteY0"/>
                  </a:cxn>
                  <a:cxn ang="0">
                    <a:pos x="connsiteX1" y="connsiteY1"/>
                  </a:cxn>
                  <a:cxn ang="0">
                    <a:pos x="connsiteX2" y="connsiteY2"/>
                  </a:cxn>
                </a:cxnLst>
                <a:rect l="l" t="t" r="r" b="b"/>
                <a:pathLst>
                  <a:path w="722002" h="60737">
                    <a:moveTo>
                      <a:pt x="0" y="0"/>
                    </a:moveTo>
                    <a:lnTo>
                      <a:pt x="382975" y="60737"/>
                    </a:lnTo>
                    <a:lnTo>
                      <a:pt x="722002" y="50472"/>
                    </a:lnTo>
                  </a:path>
                </a:pathLst>
              </a:custGeom>
              <a:noFill/>
              <a:ln w="4753" cap="flat">
                <a:solidFill>
                  <a:srgbClr val="B3B3B3">
                    <a:alpha val="40000"/>
                  </a:srgbClr>
                </a:solidFill>
                <a:prstDash val="solid"/>
                <a:round/>
              </a:ln>
            </p:spPr>
            <p:txBody>
              <a:bodyPr rtlCol="0" anchor="ctr"/>
              <a:lstStyle/>
              <a:p>
                <a:endParaRPr lang="en-US"/>
              </a:p>
            </p:txBody>
          </p:sp>
          <p:sp>
            <p:nvSpPr>
              <p:cNvPr id="4384" name="Freeform 4383">
                <a:extLst>
                  <a:ext uri="{FF2B5EF4-FFF2-40B4-BE49-F238E27FC236}">
                    <a16:creationId xmlns:a16="http://schemas.microsoft.com/office/drawing/2014/main" id="{A5BE10B0-E5A5-66A2-3A90-D7C7AC1E41EC}"/>
                  </a:ext>
                </a:extLst>
              </p:cNvPr>
              <p:cNvSpPr/>
              <p:nvPr/>
            </p:nvSpPr>
            <p:spPr>
              <a:xfrm>
                <a:off x="2944491" y="4441741"/>
                <a:ext cx="1887924" cy="307269"/>
              </a:xfrm>
              <a:custGeom>
                <a:avLst/>
                <a:gdLst>
                  <a:gd name="connsiteX0" fmla="*/ 0 w 758625"/>
                  <a:gd name="connsiteY0" fmla="*/ 115391 h 123470"/>
                  <a:gd name="connsiteX1" fmla="*/ 391917 w 758625"/>
                  <a:gd name="connsiteY1" fmla="*/ 0 h 123470"/>
                  <a:gd name="connsiteX2" fmla="*/ 758626 w 758625"/>
                  <a:gd name="connsiteY2" fmla="*/ 123470 h 123470"/>
                </a:gdLst>
                <a:ahLst/>
                <a:cxnLst>
                  <a:cxn ang="0">
                    <a:pos x="connsiteX0" y="connsiteY0"/>
                  </a:cxn>
                  <a:cxn ang="0">
                    <a:pos x="connsiteX1" y="connsiteY1"/>
                  </a:cxn>
                  <a:cxn ang="0">
                    <a:pos x="connsiteX2" y="connsiteY2"/>
                  </a:cxn>
                </a:cxnLst>
                <a:rect l="l" t="t" r="r" b="b"/>
                <a:pathLst>
                  <a:path w="758625" h="123470">
                    <a:moveTo>
                      <a:pt x="0" y="115391"/>
                    </a:moveTo>
                    <a:lnTo>
                      <a:pt x="391917" y="0"/>
                    </a:lnTo>
                    <a:lnTo>
                      <a:pt x="758626" y="123470"/>
                    </a:lnTo>
                  </a:path>
                </a:pathLst>
              </a:custGeom>
              <a:noFill/>
              <a:ln w="4753" cap="flat">
                <a:solidFill>
                  <a:srgbClr val="B3B3B3">
                    <a:alpha val="40000"/>
                  </a:srgbClr>
                </a:solidFill>
                <a:prstDash val="solid"/>
                <a:round/>
              </a:ln>
            </p:spPr>
            <p:txBody>
              <a:bodyPr rtlCol="0" anchor="ctr"/>
              <a:lstStyle/>
              <a:p>
                <a:endParaRPr lang="en-US"/>
              </a:p>
            </p:txBody>
          </p:sp>
          <p:sp>
            <p:nvSpPr>
              <p:cNvPr id="4385" name="Freeform 4384">
                <a:extLst>
                  <a:ext uri="{FF2B5EF4-FFF2-40B4-BE49-F238E27FC236}">
                    <a16:creationId xmlns:a16="http://schemas.microsoft.com/office/drawing/2014/main" id="{06228044-6DE5-62CD-4A82-2E2C8EF8DFD9}"/>
                  </a:ext>
                </a:extLst>
              </p:cNvPr>
              <p:cNvSpPr/>
              <p:nvPr/>
            </p:nvSpPr>
            <p:spPr>
              <a:xfrm>
                <a:off x="2930525" y="5326412"/>
                <a:ext cx="1978355" cy="60316"/>
              </a:xfrm>
              <a:custGeom>
                <a:avLst/>
                <a:gdLst>
                  <a:gd name="connsiteX0" fmla="*/ 0 w 794963"/>
                  <a:gd name="connsiteY0" fmla="*/ 19485 h 24237"/>
                  <a:gd name="connsiteX1" fmla="*/ 443380 w 794963"/>
                  <a:gd name="connsiteY1" fmla="*/ 24238 h 24237"/>
                  <a:gd name="connsiteX2" fmla="*/ 794964 w 794963"/>
                  <a:gd name="connsiteY2" fmla="*/ 0 h 24237"/>
                </a:gdLst>
                <a:ahLst/>
                <a:cxnLst>
                  <a:cxn ang="0">
                    <a:pos x="connsiteX0" y="connsiteY0"/>
                  </a:cxn>
                  <a:cxn ang="0">
                    <a:pos x="connsiteX1" y="connsiteY1"/>
                  </a:cxn>
                  <a:cxn ang="0">
                    <a:pos x="connsiteX2" y="connsiteY2"/>
                  </a:cxn>
                </a:cxnLst>
                <a:rect l="l" t="t" r="r" b="b"/>
                <a:pathLst>
                  <a:path w="794963" h="24237">
                    <a:moveTo>
                      <a:pt x="0" y="19485"/>
                    </a:moveTo>
                    <a:lnTo>
                      <a:pt x="443380" y="24238"/>
                    </a:lnTo>
                    <a:lnTo>
                      <a:pt x="794964" y="0"/>
                    </a:lnTo>
                  </a:path>
                </a:pathLst>
              </a:custGeom>
              <a:noFill/>
              <a:ln w="4753" cap="flat">
                <a:solidFill>
                  <a:srgbClr val="B3B3B3">
                    <a:alpha val="40000"/>
                  </a:srgbClr>
                </a:solidFill>
                <a:prstDash val="solid"/>
                <a:round/>
              </a:ln>
            </p:spPr>
            <p:txBody>
              <a:bodyPr rtlCol="0" anchor="ctr"/>
              <a:lstStyle/>
              <a:p>
                <a:endParaRPr lang="en-US"/>
              </a:p>
            </p:txBody>
          </p:sp>
          <p:sp>
            <p:nvSpPr>
              <p:cNvPr id="4386" name="Freeform 4385">
                <a:extLst>
                  <a:ext uri="{FF2B5EF4-FFF2-40B4-BE49-F238E27FC236}">
                    <a16:creationId xmlns:a16="http://schemas.microsoft.com/office/drawing/2014/main" id="{CDEB3FD6-E533-3A85-948F-236F19081068}"/>
                  </a:ext>
                </a:extLst>
              </p:cNvPr>
              <p:cNvSpPr/>
              <p:nvPr/>
            </p:nvSpPr>
            <p:spPr>
              <a:xfrm>
                <a:off x="3087004" y="4536594"/>
                <a:ext cx="1732156" cy="151151"/>
              </a:xfrm>
              <a:custGeom>
                <a:avLst/>
                <a:gdLst>
                  <a:gd name="connsiteX0" fmla="*/ 0 w 696033"/>
                  <a:gd name="connsiteY0" fmla="*/ 0 h 60737"/>
                  <a:gd name="connsiteX1" fmla="*/ 358813 w 696033"/>
                  <a:gd name="connsiteY1" fmla="*/ 60737 h 60737"/>
                  <a:gd name="connsiteX2" fmla="*/ 696033 w 696033"/>
                  <a:gd name="connsiteY2" fmla="*/ 50472 h 60737"/>
                </a:gdLst>
                <a:ahLst/>
                <a:cxnLst>
                  <a:cxn ang="0">
                    <a:pos x="connsiteX0" y="connsiteY0"/>
                  </a:cxn>
                  <a:cxn ang="0">
                    <a:pos x="connsiteX1" y="connsiteY1"/>
                  </a:cxn>
                  <a:cxn ang="0">
                    <a:pos x="connsiteX2" y="connsiteY2"/>
                  </a:cxn>
                </a:cxnLst>
                <a:rect l="l" t="t" r="r" b="b"/>
                <a:pathLst>
                  <a:path w="696033" h="60737">
                    <a:moveTo>
                      <a:pt x="0" y="0"/>
                    </a:moveTo>
                    <a:lnTo>
                      <a:pt x="358813" y="60737"/>
                    </a:lnTo>
                    <a:lnTo>
                      <a:pt x="696033" y="50472"/>
                    </a:lnTo>
                  </a:path>
                </a:pathLst>
              </a:custGeom>
              <a:noFill/>
              <a:ln w="4753" cap="flat">
                <a:solidFill>
                  <a:srgbClr val="B3B3B3">
                    <a:alpha val="40000"/>
                  </a:srgbClr>
                </a:solidFill>
                <a:prstDash val="solid"/>
                <a:round/>
              </a:ln>
            </p:spPr>
            <p:txBody>
              <a:bodyPr rtlCol="0" anchor="ctr"/>
              <a:lstStyle/>
              <a:p>
                <a:endParaRPr lang="en-US"/>
              </a:p>
            </p:txBody>
          </p:sp>
          <p:sp>
            <p:nvSpPr>
              <p:cNvPr id="4387" name="Freeform 4386">
                <a:extLst>
                  <a:ext uri="{FF2B5EF4-FFF2-40B4-BE49-F238E27FC236}">
                    <a16:creationId xmlns:a16="http://schemas.microsoft.com/office/drawing/2014/main" id="{C81F25D6-5D60-E11C-AC4F-2A11E5584850}"/>
                  </a:ext>
                </a:extLst>
              </p:cNvPr>
              <p:cNvSpPr/>
              <p:nvPr/>
            </p:nvSpPr>
            <p:spPr>
              <a:xfrm>
                <a:off x="3105705" y="4536594"/>
                <a:ext cx="1759143" cy="323353"/>
              </a:xfrm>
              <a:custGeom>
                <a:avLst/>
                <a:gdLst>
                  <a:gd name="connsiteX0" fmla="*/ 0 w 706877"/>
                  <a:gd name="connsiteY0" fmla="*/ 0 h 129933"/>
                  <a:gd name="connsiteX1" fmla="*/ 340645 w 706877"/>
                  <a:gd name="connsiteY1" fmla="*/ 129934 h 129933"/>
                  <a:gd name="connsiteX2" fmla="*/ 706878 w 706877"/>
                  <a:gd name="connsiteY2" fmla="*/ 107027 h 129933"/>
                </a:gdLst>
                <a:ahLst/>
                <a:cxnLst>
                  <a:cxn ang="0">
                    <a:pos x="connsiteX0" y="connsiteY0"/>
                  </a:cxn>
                  <a:cxn ang="0">
                    <a:pos x="connsiteX1" y="connsiteY1"/>
                  </a:cxn>
                  <a:cxn ang="0">
                    <a:pos x="connsiteX2" y="connsiteY2"/>
                  </a:cxn>
                </a:cxnLst>
                <a:rect l="l" t="t" r="r" b="b"/>
                <a:pathLst>
                  <a:path w="706877" h="129933">
                    <a:moveTo>
                      <a:pt x="0" y="0"/>
                    </a:moveTo>
                    <a:lnTo>
                      <a:pt x="340645" y="129934"/>
                    </a:lnTo>
                    <a:lnTo>
                      <a:pt x="706878" y="107027"/>
                    </a:lnTo>
                  </a:path>
                </a:pathLst>
              </a:custGeom>
              <a:noFill/>
              <a:ln w="4753" cap="flat">
                <a:solidFill>
                  <a:srgbClr val="B3B3B3">
                    <a:alpha val="40000"/>
                  </a:srgbClr>
                </a:solidFill>
                <a:prstDash val="solid"/>
                <a:round/>
              </a:ln>
            </p:spPr>
            <p:txBody>
              <a:bodyPr rtlCol="0" anchor="ctr"/>
              <a:lstStyle/>
              <a:p>
                <a:endParaRPr lang="en-US"/>
              </a:p>
            </p:txBody>
          </p:sp>
          <p:sp>
            <p:nvSpPr>
              <p:cNvPr id="4388" name="Freeform 4387">
                <a:extLst>
                  <a:ext uri="{FF2B5EF4-FFF2-40B4-BE49-F238E27FC236}">
                    <a16:creationId xmlns:a16="http://schemas.microsoft.com/office/drawing/2014/main" id="{968B8463-80C2-333A-2C8E-1F36EB765D9A}"/>
                  </a:ext>
                </a:extLst>
              </p:cNvPr>
              <p:cNvSpPr/>
              <p:nvPr/>
            </p:nvSpPr>
            <p:spPr>
              <a:xfrm>
                <a:off x="2972898" y="4180598"/>
                <a:ext cx="1896683" cy="481601"/>
              </a:xfrm>
              <a:custGeom>
                <a:avLst/>
                <a:gdLst>
                  <a:gd name="connsiteX0" fmla="*/ 0 w 762145"/>
                  <a:gd name="connsiteY0" fmla="*/ 0 h 193522"/>
                  <a:gd name="connsiteX1" fmla="*/ 422548 w 762145"/>
                  <a:gd name="connsiteY1" fmla="*/ 143051 h 193522"/>
                  <a:gd name="connsiteX2" fmla="*/ 762145 w 762145"/>
                  <a:gd name="connsiteY2" fmla="*/ 193522 h 193522"/>
                </a:gdLst>
                <a:ahLst/>
                <a:cxnLst>
                  <a:cxn ang="0">
                    <a:pos x="connsiteX0" y="connsiteY0"/>
                  </a:cxn>
                  <a:cxn ang="0">
                    <a:pos x="connsiteX1" y="connsiteY1"/>
                  </a:cxn>
                  <a:cxn ang="0">
                    <a:pos x="connsiteX2" y="connsiteY2"/>
                  </a:cxn>
                </a:cxnLst>
                <a:rect l="l" t="t" r="r" b="b"/>
                <a:pathLst>
                  <a:path w="762145" h="193522">
                    <a:moveTo>
                      <a:pt x="0" y="0"/>
                    </a:moveTo>
                    <a:lnTo>
                      <a:pt x="422548" y="143051"/>
                    </a:lnTo>
                    <a:lnTo>
                      <a:pt x="762145" y="193522"/>
                    </a:lnTo>
                  </a:path>
                </a:pathLst>
              </a:custGeom>
              <a:noFill/>
              <a:ln w="4753" cap="flat">
                <a:solidFill>
                  <a:srgbClr val="B3B3B3">
                    <a:alpha val="40000"/>
                  </a:srgbClr>
                </a:solidFill>
                <a:prstDash val="solid"/>
                <a:round/>
              </a:ln>
            </p:spPr>
            <p:txBody>
              <a:bodyPr rtlCol="0" anchor="ctr"/>
              <a:lstStyle/>
              <a:p>
                <a:endParaRPr lang="en-US"/>
              </a:p>
            </p:txBody>
          </p:sp>
          <p:sp>
            <p:nvSpPr>
              <p:cNvPr id="4389" name="Freeform 4388">
                <a:extLst>
                  <a:ext uri="{FF2B5EF4-FFF2-40B4-BE49-F238E27FC236}">
                    <a16:creationId xmlns:a16="http://schemas.microsoft.com/office/drawing/2014/main" id="{ACCC4752-38AD-9F93-6139-788F251EDB21}"/>
                  </a:ext>
                </a:extLst>
              </p:cNvPr>
              <p:cNvSpPr/>
              <p:nvPr/>
            </p:nvSpPr>
            <p:spPr>
              <a:xfrm>
                <a:off x="3079665" y="4493780"/>
                <a:ext cx="1710849" cy="268476"/>
              </a:xfrm>
              <a:custGeom>
                <a:avLst/>
                <a:gdLst>
                  <a:gd name="connsiteX0" fmla="*/ 0 w 687471"/>
                  <a:gd name="connsiteY0" fmla="*/ 107882 h 107882"/>
                  <a:gd name="connsiteX1" fmla="*/ 343403 w 687471"/>
                  <a:gd name="connsiteY1" fmla="*/ 75185 h 107882"/>
                  <a:gd name="connsiteX2" fmla="*/ 687472 w 687471"/>
                  <a:gd name="connsiteY2" fmla="*/ 0 h 107882"/>
                </a:gdLst>
                <a:ahLst/>
                <a:cxnLst>
                  <a:cxn ang="0">
                    <a:pos x="connsiteX0" y="connsiteY0"/>
                  </a:cxn>
                  <a:cxn ang="0">
                    <a:pos x="connsiteX1" y="connsiteY1"/>
                  </a:cxn>
                  <a:cxn ang="0">
                    <a:pos x="connsiteX2" y="connsiteY2"/>
                  </a:cxn>
                </a:cxnLst>
                <a:rect l="l" t="t" r="r" b="b"/>
                <a:pathLst>
                  <a:path w="687471" h="107882">
                    <a:moveTo>
                      <a:pt x="0" y="107882"/>
                    </a:moveTo>
                    <a:lnTo>
                      <a:pt x="343403" y="75185"/>
                    </a:lnTo>
                    <a:lnTo>
                      <a:pt x="687472" y="0"/>
                    </a:lnTo>
                  </a:path>
                </a:pathLst>
              </a:custGeom>
              <a:noFill/>
              <a:ln w="4753" cap="flat">
                <a:solidFill>
                  <a:srgbClr val="B3B3B3">
                    <a:alpha val="40000"/>
                  </a:srgbClr>
                </a:solidFill>
                <a:prstDash val="solid"/>
                <a:round/>
              </a:ln>
            </p:spPr>
            <p:txBody>
              <a:bodyPr rtlCol="0" anchor="ctr"/>
              <a:lstStyle/>
              <a:p>
                <a:endParaRPr lang="en-US"/>
              </a:p>
            </p:txBody>
          </p:sp>
          <p:sp>
            <p:nvSpPr>
              <p:cNvPr id="4390" name="Freeform 4389">
                <a:extLst>
                  <a:ext uri="{FF2B5EF4-FFF2-40B4-BE49-F238E27FC236}">
                    <a16:creationId xmlns:a16="http://schemas.microsoft.com/office/drawing/2014/main" id="{302D173B-652F-EFF6-C5DB-DBD5BC370840}"/>
                  </a:ext>
                </a:extLst>
              </p:cNvPr>
              <p:cNvSpPr/>
              <p:nvPr/>
            </p:nvSpPr>
            <p:spPr>
              <a:xfrm>
                <a:off x="3063329" y="4819265"/>
                <a:ext cx="1729551" cy="221641"/>
              </a:xfrm>
              <a:custGeom>
                <a:avLst/>
                <a:gdLst>
                  <a:gd name="connsiteX0" fmla="*/ 0 w 694986"/>
                  <a:gd name="connsiteY0" fmla="*/ 0 h 89062"/>
                  <a:gd name="connsiteX1" fmla="*/ 343879 w 694986"/>
                  <a:gd name="connsiteY1" fmla="*/ 89062 h 89062"/>
                  <a:gd name="connsiteX2" fmla="*/ 694987 w 694986"/>
                  <a:gd name="connsiteY2" fmla="*/ 30131 h 89062"/>
                </a:gdLst>
                <a:ahLst/>
                <a:cxnLst>
                  <a:cxn ang="0">
                    <a:pos x="connsiteX0" y="connsiteY0"/>
                  </a:cxn>
                  <a:cxn ang="0">
                    <a:pos x="connsiteX1" y="connsiteY1"/>
                  </a:cxn>
                  <a:cxn ang="0">
                    <a:pos x="connsiteX2" y="connsiteY2"/>
                  </a:cxn>
                </a:cxnLst>
                <a:rect l="l" t="t" r="r" b="b"/>
                <a:pathLst>
                  <a:path w="694986" h="89062">
                    <a:moveTo>
                      <a:pt x="0" y="0"/>
                    </a:moveTo>
                    <a:lnTo>
                      <a:pt x="343879" y="89062"/>
                    </a:lnTo>
                    <a:lnTo>
                      <a:pt x="694987" y="30131"/>
                    </a:lnTo>
                  </a:path>
                </a:pathLst>
              </a:custGeom>
              <a:noFill/>
              <a:ln w="4753" cap="flat">
                <a:solidFill>
                  <a:srgbClr val="B3B3B3">
                    <a:alpha val="40000"/>
                  </a:srgbClr>
                </a:solidFill>
                <a:prstDash val="solid"/>
                <a:round/>
              </a:ln>
            </p:spPr>
            <p:txBody>
              <a:bodyPr rtlCol="0" anchor="ctr"/>
              <a:lstStyle/>
              <a:p>
                <a:endParaRPr lang="en-US"/>
              </a:p>
            </p:txBody>
          </p:sp>
          <p:sp>
            <p:nvSpPr>
              <p:cNvPr id="4391" name="Freeform 4390">
                <a:extLst>
                  <a:ext uri="{FF2B5EF4-FFF2-40B4-BE49-F238E27FC236}">
                    <a16:creationId xmlns:a16="http://schemas.microsoft.com/office/drawing/2014/main" id="{B269CC5A-36BE-7716-C622-55D53942EBB4}"/>
                  </a:ext>
                </a:extLst>
              </p:cNvPr>
              <p:cNvSpPr/>
              <p:nvPr/>
            </p:nvSpPr>
            <p:spPr>
              <a:xfrm>
                <a:off x="2931709" y="4360843"/>
                <a:ext cx="1929824" cy="621872"/>
              </a:xfrm>
              <a:custGeom>
                <a:avLst/>
                <a:gdLst>
                  <a:gd name="connsiteX0" fmla="*/ 0 w 775462"/>
                  <a:gd name="connsiteY0" fmla="*/ 0 h 249887"/>
                  <a:gd name="connsiteX1" fmla="*/ 415984 w 775462"/>
                  <a:gd name="connsiteY1" fmla="*/ 50757 h 249887"/>
                  <a:gd name="connsiteX2" fmla="*/ 775463 w 775462"/>
                  <a:gd name="connsiteY2" fmla="*/ 249887 h 249887"/>
                </a:gdLst>
                <a:ahLst/>
                <a:cxnLst>
                  <a:cxn ang="0">
                    <a:pos x="connsiteX0" y="connsiteY0"/>
                  </a:cxn>
                  <a:cxn ang="0">
                    <a:pos x="connsiteX1" y="connsiteY1"/>
                  </a:cxn>
                  <a:cxn ang="0">
                    <a:pos x="connsiteX2" y="connsiteY2"/>
                  </a:cxn>
                </a:cxnLst>
                <a:rect l="l" t="t" r="r" b="b"/>
                <a:pathLst>
                  <a:path w="775462" h="249887">
                    <a:moveTo>
                      <a:pt x="0" y="0"/>
                    </a:moveTo>
                    <a:lnTo>
                      <a:pt x="415984" y="50757"/>
                    </a:lnTo>
                    <a:lnTo>
                      <a:pt x="775463" y="249887"/>
                    </a:lnTo>
                  </a:path>
                </a:pathLst>
              </a:custGeom>
              <a:noFill/>
              <a:ln w="4753" cap="flat">
                <a:solidFill>
                  <a:srgbClr val="B3B3B3">
                    <a:alpha val="40000"/>
                  </a:srgbClr>
                </a:solidFill>
                <a:prstDash val="solid"/>
                <a:round/>
              </a:ln>
            </p:spPr>
            <p:txBody>
              <a:bodyPr rtlCol="0" anchor="ctr"/>
              <a:lstStyle/>
              <a:p>
                <a:endParaRPr lang="en-US"/>
              </a:p>
            </p:txBody>
          </p:sp>
          <p:sp>
            <p:nvSpPr>
              <p:cNvPr id="4392" name="Freeform 4391">
                <a:extLst>
                  <a:ext uri="{FF2B5EF4-FFF2-40B4-BE49-F238E27FC236}">
                    <a16:creationId xmlns:a16="http://schemas.microsoft.com/office/drawing/2014/main" id="{F2BEF92C-9B2A-F651-A51E-0C09DE4B9678}"/>
                  </a:ext>
                </a:extLst>
              </p:cNvPr>
              <p:cNvSpPr/>
              <p:nvPr/>
            </p:nvSpPr>
            <p:spPr>
              <a:xfrm>
                <a:off x="3069011" y="4584851"/>
                <a:ext cx="1744701" cy="419864"/>
              </a:xfrm>
              <a:custGeom>
                <a:avLst/>
                <a:gdLst>
                  <a:gd name="connsiteX0" fmla="*/ 0 w 701074"/>
                  <a:gd name="connsiteY0" fmla="*/ 168714 h 168714"/>
                  <a:gd name="connsiteX1" fmla="*/ 328088 w 701074"/>
                  <a:gd name="connsiteY1" fmla="*/ 0 h 168714"/>
                  <a:gd name="connsiteX2" fmla="*/ 701075 w 701074"/>
                  <a:gd name="connsiteY2" fmla="*/ 19770 h 168714"/>
                </a:gdLst>
                <a:ahLst/>
                <a:cxnLst>
                  <a:cxn ang="0">
                    <a:pos x="connsiteX0" y="connsiteY0"/>
                  </a:cxn>
                  <a:cxn ang="0">
                    <a:pos x="connsiteX1" y="connsiteY1"/>
                  </a:cxn>
                  <a:cxn ang="0">
                    <a:pos x="connsiteX2" y="connsiteY2"/>
                  </a:cxn>
                </a:cxnLst>
                <a:rect l="l" t="t" r="r" b="b"/>
                <a:pathLst>
                  <a:path w="701074" h="168714">
                    <a:moveTo>
                      <a:pt x="0" y="168714"/>
                    </a:moveTo>
                    <a:lnTo>
                      <a:pt x="328088" y="0"/>
                    </a:lnTo>
                    <a:lnTo>
                      <a:pt x="701075" y="19770"/>
                    </a:lnTo>
                  </a:path>
                </a:pathLst>
              </a:custGeom>
              <a:noFill/>
              <a:ln w="4753" cap="flat">
                <a:solidFill>
                  <a:srgbClr val="B3B3B3">
                    <a:alpha val="40000"/>
                  </a:srgbClr>
                </a:solidFill>
                <a:prstDash val="solid"/>
                <a:round/>
              </a:ln>
            </p:spPr>
            <p:txBody>
              <a:bodyPr rtlCol="0" anchor="ctr"/>
              <a:lstStyle/>
              <a:p>
                <a:endParaRPr lang="en-US"/>
              </a:p>
            </p:txBody>
          </p:sp>
          <p:sp>
            <p:nvSpPr>
              <p:cNvPr id="4393" name="Freeform 4392">
                <a:extLst>
                  <a:ext uri="{FF2B5EF4-FFF2-40B4-BE49-F238E27FC236}">
                    <a16:creationId xmlns:a16="http://schemas.microsoft.com/office/drawing/2014/main" id="{8AF8A067-9439-5F75-1252-F552589A0B52}"/>
                  </a:ext>
                </a:extLst>
              </p:cNvPr>
              <p:cNvSpPr/>
              <p:nvPr/>
            </p:nvSpPr>
            <p:spPr>
              <a:xfrm>
                <a:off x="3020956" y="5004714"/>
                <a:ext cx="1830636" cy="108337"/>
              </a:xfrm>
              <a:custGeom>
                <a:avLst/>
                <a:gdLst>
                  <a:gd name="connsiteX0" fmla="*/ 0 w 735605"/>
                  <a:gd name="connsiteY0" fmla="*/ 18820 h 43533"/>
                  <a:gd name="connsiteX1" fmla="*/ 383070 w 735605"/>
                  <a:gd name="connsiteY1" fmla="*/ 0 h 43533"/>
                  <a:gd name="connsiteX2" fmla="*/ 735606 w 735605"/>
                  <a:gd name="connsiteY2" fmla="*/ 43533 h 43533"/>
                </a:gdLst>
                <a:ahLst/>
                <a:cxnLst>
                  <a:cxn ang="0">
                    <a:pos x="connsiteX0" y="connsiteY0"/>
                  </a:cxn>
                  <a:cxn ang="0">
                    <a:pos x="connsiteX1" y="connsiteY1"/>
                  </a:cxn>
                  <a:cxn ang="0">
                    <a:pos x="connsiteX2" y="connsiteY2"/>
                  </a:cxn>
                </a:cxnLst>
                <a:rect l="l" t="t" r="r" b="b"/>
                <a:pathLst>
                  <a:path w="735605" h="43533">
                    <a:moveTo>
                      <a:pt x="0" y="18820"/>
                    </a:moveTo>
                    <a:lnTo>
                      <a:pt x="383070" y="0"/>
                    </a:lnTo>
                    <a:lnTo>
                      <a:pt x="735606" y="43533"/>
                    </a:lnTo>
                  </a:path>
                </a:pathLst>
              </a:custGeom>
              <a:noFill/>
              <a:ln w="4753" cap="flat">
                <a:solidFill>
                  <a:srgbClr val="B3B3B3">
                    <a:alpha val="40000"/>
                  </a:srgbClr>
                </a:solidFill>
                <a:prstDash val="solid"/>
                <a:round/>
              </a:ln>
            </p:spPr>
            <p:txBody>
              <a:bodyPr rtlCol="0" anchor="ctr"/>
              <a:lstStyle/>
              <a:p>
                <a:endParaRPr lang="en-US"/>
              </a:p>
            </p:txBody>
          </p:sp>
          <p:sp>
            <p:nvSpPr>
              <p:cNvPr id="4394" name="Freeform 4393">
                <a:extLst>
                  <a:ext uri="{FF2B5EF4-FFF2-40B4-BE49-F238E27FC236}">
                    <a16:creationId xmlns:a16="http://schemas.microsoft.com/office/drawing/2014/main" id="{AFBCF549-A096-8726-1C86-238DD7B7CA9D}"/>
                  </a:ext>
                </a:extLst>
              </p:cNvPr>
              <p:cNvSpPr/>
              <p:nvPr/>
            </p:nvSpPr>
            <p:spPr>
              <a:xfrm>
                <a:off x="2966271" y="4982715"/>
                <a:ext cx="1856677" cy="169838"/>
              </a:xfrm>
              <a:custGeom>
                <a:avLst/>
                <a:gdLst>
                  <a:gd name="connsiteX0" fmla="*/ 0 w 746069"/>
                  <a:gd name="connsiteY0" fmla="*/ 68246 h 68246"/>
                  <a:gd name="connsiteX1" fmla="*/ 359004 w 746069"/>
                  <a:gd name="connsiteY1" fmla="*/ 44579 h 68246"/>
                  <a:gd name="connsiteX2" fmla="*/ 746069 w 746069"/>
                  <a:gd name="connsiteY2" fmla="*/ 0 h 68246"/>
                </a:gdLst>
                <a:ahLst/>
                <a:cxnLst>
                  <a:cxn ang="0">
                    <a:pos x="connsiteX0" y="connsiteY0"/>
                  </a:cxn>
                  <a:cxn ang="0">
                    <a:pos x="connsiteX1" y="connsiteY1"/>
                  </a:cxn>
                  <a:cxn ang="0">
                    <a:pos x="connsiteX2" y="connsiteY2"/>
                  </a:cxn>
                </a:cxnLst>
                <a:rect l="l" t="t" r="r" b="b"/>
                <a:pathLst>
                  <a:path w="746069" h="68246">
                    <a:moveTo>
                      <a:pt x="0" y="68246"/>
                    </a:moveTo>
                    <a:lnTo>
                      <a:pt x="359004" y="44579"/>
                    </a:lnTo>
                    <a:lnTo>
                      <a:pt x="746069" y="0"/>
                    </a:lnTo>
                  </a:path>
                </a:pathLst>
              </a:custGeom>
              <a:noFill/>
              <a:ln w="4753" cap="flat">
                <a:solidFill>
                  <a:srgbClr val="B3B3B3">
                    <a:alpha val="40000"/>
                  </a:srgbClr>
                </a:solidFill>
                <a:prstDash val="solid"/>
                <a:round/>
              </a:ln>
            </p:spPr>
            <p:txBody>
              <a:bodyPr rtlCol="0" anchor="ctr"/>
              <a:lstStyle/>
              <a:p>
                <a:endParaRPr lang="en-US"/>
              </a:p>
            </p:txBody>
          </p:sp>
          <p:sp>
            <p:nvSpPr>
              <p:cNvPr id="4395" name="Freeform 4394">
                <a:extLst>
                  <a:ext uri="{FF2B5EF4-FFF2-40B4-BE49-F238E27FC236}">
                    <a16:creationId xmlns:a16="http://schemas.microsoft.com/office/drawing/2014/main" id="{B90C4084-71DF-CD26-0291-B95B0CC66930}"/>
                  </a:ext>
                </a:extLst>
              </p:cNvPr>
              <p:cNvSpPr/>
              <p:nvPr/>
            </p:nvSpPr>
            <p:spPr>
              <a:xfrm>
                <a:off x="3037764" y="4562851"/>
                <a:ext cx="1838684" cy="118035"/>
              </a:xfrm>
              <a:custGeom>
                <a:avLst/>
                <a:gdLst>
                  <a:gd name="connsiteX0" fmla="*/ 0 w 738839"/>
                  <a:gd name="connsiteY0" fmla="*/ 0 h 47430"/>
                  <a:gd name="connsiteX1" fmla="*/ 345781 w 738839"/>
                  <a:gd name="connsiteY1" fmla="*/ 47430 h 47430"/>
                  <a:gd name="connsiteX2" fmla="*/ 738840 w 738839"/>
                  <a:gd name="connsiteY2" fmla="*/ 35169 h 47430"/>
                </a:gdLst>
                <a:ahLst/>
                <a:cxnLst>
                  <a:cxn ang="0">
                    <a:pos x="connsiteX0" y="connsiteY0"/>
                  </a:cxn>
                  <a:cxn ang="0">
                    <a:pos x="connsiteX1" y="connsiteY1"/>
                  </a:cxn>
                  <a:cxn ang="0">
                    <a:pos x="connsiteX2" y="connsiteY2"/>
                  </a:cxn>
                </a:cxnLst>
                <a:rect l="l" t="t" r="r" b="b"/>
                <a:pathLst>
                  <a:path w="738839" h="47430">
                    <a:moveTo>
                      <a:pt x="0" y="0"/>
                    </a:moveTo>
                    <a:lnTo>
                      <a:pt x="345781" y="47430"/>
                    </a:lnTo>
                    <a:lnTo>
                      <a:pt x="738840" y="35169"/>
                    </a:lnTo>
                  </a:path>
                </a:pathLst>
              </a:custGeom>
              <a:noFill/>
              <a:ln w="4753" cap="flat">
                <a:solidFill>
                  <a:srgbClr val="B3B3B3">
                    <a:alpha val="40000"/>
                  </a:srgbClr>
                </a:solidFill>
                <a:prstDash val="solid"/>
                <a:round/>
              </a:ln>
            </p:spPr>
            <p:txBody>
              <a:bodyPr rtlCol="0" anchor="ctr"/>
              <a:lstStyle/>
              <a:p>
                <a:endParaRPr lang="en-US"/>
              </a:p>
            </p:txBody>
          </p:sp>
          <p:sp>
            <p:nvSpPr>
              <p:cNvPr id="4396" name="Freeform 4395">
                <a:extLst>
                  <a:ext uri="{FF2B5EF4-FFF2-40B4-BE49-F238E27FC236}">
                    <a16:creationId xmlns:a16="http://schemas.microsoft.com/office/drawing/2014/main" id="{2A602C7F-1520-E8CB-315A-BF08BCBDCF8F}"/>
                  </a:ext>
                </a:extLst>
              </p:cNvPr>
              <p:cNvSpPr/>
              <p:nvPr/>
            </p:nvSpPr>
            <p:spPr>
              <a:xfrm>
                <a:off x="3003911" y="4763441"/>
                <a:ext cx="1821876" cy="415842"/>
              </a:xfrm>
              <a:custGeom>
                <a:avLst/>
                <a:gdLst>
                  <a:gd name="connsiteX0" fmla="*/ 0 w 732085"/>
                  <a:gd name="connsiteY0" fmla="*/ 99613 h 167098"/>
                  <a:gd name="connsiteX1" fmla="*/ 349872 w 732085"/>
                  <a:gd name="connsiteY1" fmla="*/ 0 h 167098"/>
                  <a:gd name="connsiteX2" fmla="*/ 732086 w 732085"/>
                  <a:gd name="connsiteY2" fmla="*/ 167098 h 167098"/>
                </a:gdLst>
                <a:ahLst/>
                <a:cxnLst>
                  <a:cxn ang="0">
                    <a:pos x="connsiteX0" y="connsiteY0"/>
                  </a:cxn>
                  <a:cxn ang="0">
                    <a:pos x="connsiteX1" y="connsiteY1"/>
                  </a:cxn>
                  <a:cxn ang="0">
                    <a:pos x="connsiteX2" y="connsiteY2"/>
                  </a:cxn>
                </a:cxnLst>
                <a:rect l="l" t="t" r="r" b="b"/>
                <a:pathLst>
                  <a:path w="732085" h="167098">
                    <a:moveTo>
                      <a:pt x="0" y="99613"/>
                    </a:moveTo>
                    <a:lnTo>
                      <a:pt x="349872" y="0"/>
                    </a:lnTo>
                    <a:lnTo>
                      <a:pt x="732086" y="167098"/>
                    </a:lnTo>
                  </a:path>
                </a:pathLst>
              </a:custGeom>
              <a:noFill/>
              <a:ln w="4753" cap="flat">
                <a:solidFill>
                  <a:srgbClr val="B3B3B3">
                    <a:alpha val="40000"/>
                  </a:srgbClr>
                </a:solidFill>
                <a:prstDash val="solid"/>
                <a:round/>
              </a:ln>
            </p:spPr>
            <p:txBody>
              <a:bodyPr rtlCol="0" anchor="ctr"/>
              <a:lstStyle/>
              <a:p>
                <a:endParaRPr lang="en-US"/>
              </a:p>
            </p:txBody>
          </p:sp>
          <p:sp>
            <p:nvSpPr>
              <p:cNvPr id="4397" name="Freeform 4396">
                <a:extLst>
                  <a:ext uri="{FF2B5EF4-FFF2-40B4-BE49-F238E27FC236}">
                    <a16:creationId xmlns:a16="http://schemas.microsoft.com/office/drawing/2014/main" id="{94AB07F1-3B15-4C95-7452-6C2A8B5C778F}"/>
                  </a:ext>
                </a:extLst>
              </p:cNvPr>
              <p:cNvSpPr/>
              <p:nvPr/>
            </p:nvSpPr>
            <p:spPr>
              <a:xfrm>
                <a:off x="3089607" y="4809092"/>
                <a:ext cx="1735469" cy="534823"/>
              </a:xfrm>
              <a:custGeom>
                <a:avLst/>
                <a:gdLst>
                  <a:gd name="connsiteX0" fmla="*/ 0 w 697364"/>
                  <a:gd name="connsiteY0" fmla="*/ 214909 h 214908"/>
                  <a:gd name="connsiteX1" fmla="*/ 375651 w 697364"/>
                  <a:gd name="connsiteY1" fmla="*/ 208255 h 214908"/>
                  <a:gd name="connsiteX2" fmla="*/ 697365 w 697364"/>
                  <a:gd name="connsiteY2" fmla="*/ 0 h 214908"/>
                </a:gdLst>
                <a:ahLst/>
                <a:cxnLst>
                  <a:cxn ang="0">
                    <a:pos x="connsiteX0" y="connsiteY0"/>
                  </a:cxn>
                  <a:cxn ang="0">
                    <a:pos x="connsiteX1" y="connsiteY1"/>
                  </a:cxn>
                  <a:cxn ang="0">
                    <a:pos x="connsiteX2" y="connsiteY2"/>
                  </a:cxn>
                </a:cxnLst>
                <a:rect l="l" t="t" r="r" b="b"/>
                <a:pathLst>
                  <a:path w="697364" h="214908">
                    <a:moveTo>
                      <a:pt x="0" y="214909"/>
                    </a:moveTo>
                    <a:lnTo>
                      <a:pt x="375651" y="208255"/>
                    </a:lnTo>
                    <a:lnTo>
                      <a:pt x="697365" y="0"/>
                    </a:lnTo>
                  </a:path>
                </a:pathLst>
              </a:custGeom>
              <a:noFill/>
              <a:ln w="4753" cap="flat">
                <a:solidFill>
                  <a:srgbClr val="B3B3B3">
                    <a:alpha val="40000"/>
                  </a:srgbClr>
                </a:solidFill>
                <a:prstDash val="solid"/>
                <a:round/>
              </a:ln>
            </p:spPr>
            <p:txBody>
              <a:bodyPr rtlCol="0" anchor="ctr"/>
              <a:lstStyle/>
              <a:p>
                <a:endParaRPr lang="en-US"/>
              </a:p>
            </p:txBody>
          </p:sp>
          <p:sp>
            <p:nvSpPr>
              <p:cNvPr id="4398" name="Freeform 4397">
                <a:extLst>
                  <a:ext uri="{FF2B5EF4-FFF2-40B4-BE49-F238E27FC236}">
                    <a16:creationId xmlns:a16="http://schemas.microsoft.com/office/drawing/2014/main" id="{99C42AB2-A4B7-5695-30EA-F793884D0DDF}"/>
                  </a:ext>
                </a:extLst>
              </p:cNvPr>
              <p:cNvSpPr/>
              <p:nvPr/>
            </p:nvSpPr>
            <p:spPr>
              <a:xfrm>
                <a:off x="2979764" y="4680886"/>
                <a:ext cx="1834896" cy="398337"/>
              </a:xfrm>
              <a:custGeom>
                <a:avLst/>
                <a:gdLst>
                  <a:gd name="connsiteX0" fmla="*/ 0 w 737317"/>
                  <a:gd name="connsiteY0" fmla="*/ 0 h 160064"/>
                  <a:gd name="connsiteX1" fmla="*/ 365757 w 737317"/>
                  <a:gd name="connsiteY1" fmla="*/ 90583 h 160064"/>
                  <a:gd name="connsiteX2" fmla="*/ 737318 w 737317"/>
                  <a:gd name="connsiteY2" fmla="*/ 160065 h 160064"/>
                </a:gdLst>
                <a:ahLst/>
                <a:cxnLst>
                  <a:cxn ang="0">
                    <a:pos x="connsiteX0" y="connsiteY0"/>
                  </a:cxn>
                  <a:cxn ang="0">
                    <a:pos x="connsiteX1" y="connsiteY1"/>
                  </a:cxn>
                  <a:cxn ang="0">
                    <a:pos x="connsiteX2" y="connsiteY2"/>
                  </a:cxn>
                </a:cxnLst>
                <a:rect l="l" t="t" r="r" b="b"/>
                <a:pathLst>
                  <a:path w="737317" h="160064">
                    <a:moveTo>
                      <a:pt x="0" y="0"/>
                    </a:moveTo>
                    <a:lnTo>
                      <a:pt x="365757" y="90583"/>
                    </a:lnTo>
                    <a:lnTo>
                      <a:pt x="737318" y="160065"/>
                    </a:lnTo>
                  </a:path>
                </a:pathLst>
              </a:custGeom>
              <a:noFill/>
              <a:ln w="4753" cap="flat">
                <a:solidFill>
                  <a:srgbClr val="B3B3B3">
                    <a:alpha val="40000"/>
                  </a:srgbClr>
                </a:solidFill>
                <a:prstDash val="solid"/>
                <a:round/>
              </a:ln>
            </p:spPr>
            <p:txBody>
              <a:bodyPr rtlCol="0" anchor="ctr"/>
              <a:lstStyle/>
              <a:p>
                <a:endParaRPr lang="en-US"/>
              </a:p>
            </p:txBody>
          </p:sp>
          <p:sp>
            <p:nvSpPr>
              <p:cNvPr id="4399" name="Freeform 4398">
                <a:extLst>
                  <a:ext uri="{FF2B5EF4-FFF2-40B4-BE49-F238E27FC236}">
                    <a16:creationId xmlns:a16="http://schemas.microsoft.com/office/drawing/2014/main" id="{AC33E5C1-D787-E026-B975-B8299B2619C2}"/>
                  </a:ext>
                </a:extLst>
              </p:cNvPr>
              <p:cNvSpPr/>
              <p:nvPr/>
            </p:nvSpPr>
            <p:spPr>
              <a:xfrm>
                <a:off x="2939285" y="4382843"/>
                <a:ext cx="1859752" cy="311763"/>
              </a:xfrm>
              <a:custGeom>
                <a:avLst/>
                <a:gdLst>
                  <a:gd name="connsiteX0" fmla="*/ 0 w 747305"/>
                  <a:gd name="connsiteY0" fmla="*/ 43913 h 125276"/>
                  <a:gd name="connsiteX1" fmla="*/ 425877 w 747305"/>
                  <a:gd name="connsiteY1" fmla="*/ 0 h 125276"/>
                  <a:gd name="connsiteX2" fmla="*/ 747306 w 747305"/>
                  <a:gd name="connsiteY2" fmla="*/ 125276 h 125276"/>
                </a:gdLst>
                <a:ahLst/>
                <a:cxnLst>
                  <a:cxn ang="0">
                    <a:pos x="connsiteX0" y="connsiteY0"/>
                  </a:cxn>
                  <a:cxn ang="0">
                    <a:pos x="connsiteX1" y="connsiteY1"/>
                  </a:cxn>
                  <a:cxn ang="0">
                    <a:pos x="connsiteX2" y="connsiteY2"/>
                  </a:cxn>
                </a:cxnLst>
                <a:rect l="l" t="t" r="r" b="b"/>
                <a:pathLst>
                  <a:path w="747305" h="125276">
                    <a:moveTo>
                      <a:pt x="0" y="43913"/>
                    </a:moveTo>
                    <a:lnTo>
                      <a:pt x="425877" y="0"/>
                    </a:lnTo>
                    <a:lnTo>
                      <a:pt x="747306" y="125276"/>
                    </a:lnTo>
                  </a:path>
                </a:pathLst>
              </a:custGeom>
              <a:noFill/>
              <a:ln w="4753" cap="flat">
                <a:solidFill>
                  <a:srgbClr val="B3B3B3">
                    <a:alpha val="40000"/>
                  </a:srgbClr>
                </a:solidFill>
                <a:prstDash val="solid"/>
                <a:round/>
              </a:ln>
            </p:spPr>
            <p:txBody>
              <a:bodyPr rtlCol="0" anchor="ctr"/>
              <a:lstStyle/>
              <a:p>
                <a:endParaRPr lang="en-US"/>
              </a:p>
            </p:txBody>
          </p:sp>
          <p:sp>
            <p:nvSpPr>
              <p:cNvPr id="4400" name="Freeform 4399">
                <a:extLst>
                  <a:ext uri="{FF2B5EF4-FFF2-40B4-BE49-F238E27FC236}">
                    <a16:creationId xmlns:a16="http://schemas.microsoft.com/office/drawing/2014/main" id="{B890F2B0-FB48-41CB-CACA-83D2B4845F1F}"/>
                  </a:ext>
                </a:extLst>
              </p:cNvPr>
              <p:cNvSpPr/>
              <p:nvPr/>
            </p:nvSpPr>
            <p:spPr>
              <a:xfrm>
                <a:off x="3070195" y="4732453"/>
                <a:ext cx="1870170" cy="492718"/>
              </a:xfrm>
              <a:custGeom>
                <a:avLst/>
                <a:gdLst>
                  <a:gd name="connsiteX0" fmla="*/ 0 w 751491"/>
                  <a:gd name="connsiteY0" fmla="*/ 197990 h 197989"/>
                  <a:gd name="connsiteX1" fmla="*/ 344925 w 751491"/>
                  <a:gd name="connsiteY1" fmla="*/ 0 h 197989"/>
                  <a:gd name="connsiteX2" fmla="*/ 751492 w 751491"/>
                  <a:gd name="connsiteY2" fmla="*/ 181546 h 197989"/>
                </a:gdLst>
                <a:ahLst/>
                <a:cxnLst>
                  <a:cxn ang="0">
                    <a:pos x="connsiteX0" y="connsiteY0"/>
                  </a:cxn>
                  <a:cxn ang="0">
                    <a:pos x="connsiteX1" y="connsiteY1"/>
                  </a:cxn>
                  <a:cxn ang="0">
                    <a:pos x="connsiteX2" y="connsiteY2"/>
                  </a:cxn>
                </a:cxnLst>
                <a:rect l="l" t="t" r="r" b="b"/>
                <a:pathLst>
                  <a:path w="751491" h="197989">
                    <a:moveTo>
                      <a:pt x="0" y="197990"/>
                    </a:moveTo>
                    <a:lnTo>
                      <a:pt x="344925" y="0"/>
                    </a:lnTo>
                    <a:lnTo>
                      <a:pt x="751492" y="181546"/>
                    </a:lnTo>
                  </a:path>
                </a:pathLst>
              </a:custGeom>
              <a:noFill/>
              <a:ln w="4753" cap="flat">
                <a:solidFill>
                  <a:srgbClr val="B3B3B3">
                    <a:alpha val="40000"/>
                  </a:srgbClr>
                </a:solidFill>
                <a:prstDash val="solid"/>
                <a:round/>
              </a:ln>
            </p:spPr>
            <p:txBody>
              <a:bodyPr rtlCol="0" anchor="ctr"/>
              <a:lstStyle/>
              <a:p>
                <a:endParaRPr lang="en-US"/>
              </a:p>
            </p:txBody>
          </p:sp>
          <p:sp>
            <p:nvSpPr>
              <p:cNvPr id="4401" name="Freeform 4400">
                <a:extLst>
                  <a:ext uri="{FF2B5EF4-FFF2-40B4-BE49-F238E27FC236}">
                    <a16:creationId xmlns:a16="http://schemas.microsoft.com/office/drawing/2014/main" id="{5BAC0A03-9AF9-3485-5D92-CBC5F314515D}"/>
                  </a:ext>
                </a:extLst>
              </p:cNvPr>
              <p:cNvSpPr/>
              <p:nvPr/>
            </p:nvSpPr>
            <p:spPr>
              <a:xfrm>
                <a:off x="3249400" y="3501954"/>
                <a:ext cx="373322" cy="2564602"/>
              </a:xfrm>
              <a:custGeom>
                <a:avLst/>
                <a:gdLst>
                  <a:gd name="connsiteX0" fmla="*/ 37670 w 150012"/>
                  <a:gd name="connsiteY0" fmla="*/ 918756 h 1030535"/>
                  <a:gd name="connsiteX1" fmla="*/ 41189 w 150012"/>
                  <a:gd name="connsiteY1" fmla="*/ 905830 h 1030535"/>
                  <a:gd name="connsiteX2" fmla="*/ 44899 w 150012"/>
                  <a:gd name="connsiteY2" fmla="*/ 892808 h 1030535"/>
                  <a:gd name="connsiteX3" fmla="*/ 48894 w 150012"/>
                  <a:gd name="connsiteY3" fmla="*/ 879881 h 1030535"/>
                  <a:gd name="connsiteX4" fmla="*/ 53175 w 150012"/>
                  <a:gd name="connsiteY4" fmla="*/ 866859 h 1030535"/>
                  <a:gd name="connsiteX5" fmla="*/ 57741 w 150012"/>
                  <a:gd name="connsiteY5" fmla="*/ 853932 h 1030535"/>
                  <a:gd name="connsiteX6" fmla="*/ 62688 w 150012"/>
                  <a:gd name="connsiteY6" fmla="*/ 840910 h 1030535"/>
                  <a:gd name="connsiteX7" fmla="*/ 67920 w 150012"/>
                  <a:gd name="connsiteY7" fmla="*/ 827983 h 1030535"/>
                  <a:gd name="connsiteX8" fmla="*/ 73532 w 150012"/>
                  <a:gd name="connsiteY8" fmla="*/ 814961 h 1030535"/>
                  <a:gd name="connsiteX9" fmla="*/ 79335 w 150012"/>
                  <a:gd name="connsiteY9" fmla="*/ 802035 h 1030535"/>
                  <a:gd name="connsiteX10" fmla="*/ 85423 w 150012"/>
                  <a:gd name="connsiteY10" fmla="*/ 789013 h 1030535"/>
                  <a:gd name="connsiteX11" fmla="*/ 91606 w 150012"/>
                  <a:gd name="connsiteY11" fmla="*/ 776086 h 1030535"/>
                  <a:gd name="connsiteX12" fmla="*/ 97979 w 150012"/>
                  <a:gd name="connsiteY12" fmla="*/ 763159 h 1030535"/>
                  <a:gd name="connsiteX13" fmla="*/ 104257 w 150012"/>
                  <a:gd name="connsiteY13" fmla="*/ 750137 h 1030535"/>
                  <a:gd name="connsiteX14" fmla="*/ 110441 w 150012"/>
                  <a:gd name="connsiteY14" fmla="*/ 737210 h 1030535"/>
                  <a:gd name="connsiteX15" fmla="*/ 116338 w 150012"/>
                  <a:gd name="connsiteY15" fmla="*/ 724188 h 1030535"/>
                  <a:gd name="connsiteX16" fmla="*/ 122046 w 150012"/>
                  <a:gd name="connsiteY16" fmla="*/ 711262 h 1030535"/>
                  <a:gd name="connsiteX17" fmla="*/ 127373 w 150012"/>
                  <a:gd name="connsiteY17" fmla="*/ 698240 h 1030535"/>
                  <a:gd name="connsiteX18" fmla="*/ 132224 w 150012"/>
                  <a:gd name="connsiteY18" fmla="*/ 685313 h 1030535"/>
                  <a:gd name="connsiteX19" fmla="*/ 136505 w 150012"/>
                  <a:gd name="connsiteY19" fmla="*/ 672291 h 1030535"/>
                  <a:gd name="connsiteX20" fmla="*/ 140310 w 150012"/>
                  <a:gd name="connsiteY20" fmla="*/ 659364 h 1030535"/>
                  <a:gd name="connsiteX21" fmla="*/ 143449 w 150012"/>
                  <a:gd name="connsiteY21" fmla="*/ 646342 h 1030535"/>
                  <a:gd name="connsiteX22" fmla="*/ 146018 w 150012"/>
                  <a:gd name="connsiteY22" fmla="*/ 633415 h 1030535"/>
                  <a:gd name="connsiteX23" fmla="*/ 147920 w 150012"/>
                  <a:gd name="connsiteY23" fmla="*/ 620393 h 1030535"/>
                  <a:gd name="connsiteX24" fmla="*/ 149157 w 150012"/>
                  <a:gd name="connsiteY24" fmla="*/ 607467 h 1030535"/>
                  <a:gd name="connsiteX25" fmla="*/ 149918 w 150012"/>
                  <a:gd name="connsiteY25" fmla="*/ 594540 h 1030535"/>
                  <a:gd name="connsiteX26" fmla="*/ 150013 w 150012"/>
                  <a:gd name="connsiteY26" fmla="*/ 581518 h 1030535"/>
                  <a:gd name="connsiteX27" fmla="*/ 149537 w 150012"/>
                  <a:gd name="connsiteY27" fmla="*/ 568591 h 1030535"/>
                  <a:gd name="connsiteX28" fmla="*/ 148681 w 150012"/>
                  <a:gd name="connsiteY28" fmla="*/ 555569 h 1030535"/>
                  <a:gd name="connsiteX29" fmla="*/ 147254 w 150012"/>
                  <a:gd name="connsiteY29" fmla="*/ 542642 h 1030535"/>
                  <a:gd name="connsiteX30" fmla="*/ 145447 w 150012"/>
                  <a:gd name="connsiteY30" fmla="*/ 529620 h 1030535"/>
                  <a:gd name="connsiteX31" fmla="*/ 143164 w 150012"/>
                  <a:gd name="connsiteY31" fmla="*/ 516694 h 1030535"/>
                  <a:gd name="connsiteX32" fmla="*/ 140500 w 150012"/>
                  <a:gd name="connsiteY32" fmla="*/ 503672 h 1030535"/>
                  <a:gd name="connsiteX33" fmla="*/ 137456 w 150012"/>
                  <a:gd name="connsiteY33" fmla="*/ 490745 h 1030535"/>
                  <a:gd name="connsiteX34" fmla="*/ 134127 w 150012"/>
                  <a:gd name="connsiteY34" fmla="*/ 477723 h 1030535"/>
                  <a:gd name="connsiteX35" fmla="*/ 130322 w 150012"/>
                  <a:gd name="connsiteY35" fmla="*/ 464796 h 1030535"/>
                  <a:gd name="connsiteX36" fmla="*/ 126136 w 150012"/>
                  <a:gd name="connsiteY36" fmla="*/ 451774 h 1030535"/>
                  <a:gd name="connsiteX37" fmla="*/ 121570 w 150012"/>
                  <a:gd name="connsiteY37" fmla="*/ 438847 h 1030535"/>
                  <a:gd name="connsiteX38" fmla="*/ 116624 w 150012"/>
                  <a:gd name="connsiteY38" fmla="*/ 425920 h 1030535"/>
                  <a:gd name="connsiteX39" fmla="*/ 111297 w 150012"/>
                  <a:gd name="connsiteY39" fmla="*/ 412899 h 1030535"/>
                  <a:gd name="connsiteX40" fmla="*/ 105589 w 150012"/>
                  <a:gd name="connsiteY40" fmla="*/ 399972 h 1030535"/>
                  <a:gd name="connsiteX41" fmla="*/ 99596 w 150012"/>
                  <a:gd name="connsiteY41" fmla="*/ 386950 h 1030535"/>
                  <a:gd name="connsiteX42" fmla="*/ 93318 w 150012"/>
                  <a:gd name="connsiteY42" fmla="*/ 374023 h 1030535"/>
                  <a:gd name="connsiteX43" fmla="*/ 86754 w 150012"/>
                  <a:gd name="connsiteY43" fmla="*/ 361001 h 1030535"/>
                  <a:gd name="connsiteX44" fmla="*/ 80191 w 150012"/>
                  <a:gd name="connsiteY44" fmla="*/ 348074 h 1030535"/>
                  <a:gd name="connsiteX45" fmla="*/ 73532 w 150012"/>
                  <a:gd name="connsiteY45" fmla="*/ 335052 h 1030535"/>
                  <a:gd name="connsiteX46" fmla="*/ 66873 w 150012"/>
                  <a:gd name="connsiteY46" fmla="*/ 322126 h 1030535"/>
                  <a:gd name="connsiteX47" fmla="*/ 60405 w 150012"/>
                  <a:gd name="connsiteY47" fmla="*/ 309104 h 1030535"/>
                  <a:gd name="connsiteX48" fmla="*/ 54031 w 150012"/>
                  <a:gd name="connsiteY48" fmla="*/ 296177 h 1030535"/>
                  <a:gd name="connsiteX49" fmla="*/ 48038 w 150012"/>
                  <a:gd name="connsiteY49" fmla="*/ 283155 h 1030535"/>
                  <a:gd name="connsiteX50" fmla="*/ 42331 w 150012"/>
                  <a:gd name="connsiteY50" fmla="*/ 270228 h 1030535"/>
                  <a:gd name="connsiteX51" fmla="*/ 37004 w 150012"/>
                  <a:gd name="connsiteY51" fmla="*/ 257301 h 1030535"/>
                  <a:gd name="connsiteX52" fmla="*/ 32057 w 150012"/>
                  <a:gd name="connsiteY52" fmla="*/ 244279 h 1030535"/>
                  <a:gd name="connsiteX53" fmla="*/ 27586 w 150012"/>
                  <a:gd name="connsiteY53" fmla="*/ 231352 h 1030535"/>
                  <a:gd name="connsiteX54" fmla="*/ 23496 w 150012"/>
                  <a:gd name="connsiteY54" fmla="*/ 218331 h 1030535"/>
                  <a:gd name="connsiteX55" fmla="*/ 19881 w 150012"/>
                  <a:gd name="connsiteY55" fmla="*/ 205404 h 1030535"/>
                  <a:gd name="connsiteX56" fmla="*/ 16647 w 150012"/>
                  <a:gd name="connsiteY56" fmla="*/ 192382 h 1030535"/>
                  <a:gd name="connsiteX57" fmla="*/ 13793 w 150012"/>
                  <a:gd name="connsiteY57" fmla="*/ 179455 h 1030535"/>
                  <a:gd name="connsiteX58" fmla="*/ 11415 w 150012"/>
                  <a:gd name="connsiteY58" fmla="*/ 166433 h 1030535"/>
                  <a:gd name="connsiteX59" fmla="*/ 9322 w 150012"/>
                  <a:gd name="connsiteY59" fmla="*/ 153506 h 1030535"/>
                  <a:gd name="connsiteX60" fmla="*/ 7515 w 150012"/>
                  <a:gd name="connsiteY60" fmla="*/ 140484 h 1030535"/>
                  <a:gd name="connsiteX61" fmla="*/ 5993 w 150012"/>
                  <a:gd name="connsiteY61" fmla="*/ 127558 h 1030535"/>
                  <a:gd name="connsiteX62" fmla="*/ 4756 w 150012"/>
                  <a:gd name="connsiteY62" fmla="*/ 114536 h 1030535"/>
                  <a:gd name="connsiteX63" fmla="*/ 3710 w 150012"/>
                  <a:gd name="connsiteY63" fmla="*/ 101609 h 1030535"/>
                  <a:gd name="connsiteX64" fmla="*/ 2854 w 150012"/>
                  <a:gd name="connsiteY64" fmla="*/ 88682 h 1030535"/>
                  <a:gd name="connsiteX65" fmla="*/ 2188 w 150012"/>
                  <a:gd name="connsiteY65" fmla="*/ 75660 h 1030535"/>
                  <a:gd name="connsiteX66" fmla="*/ 1712 w 150012"/>
                  <a:gd name="connsiteY66" fmla="*/ 62733 h 1030535"/>
                  <a:gd name="connsiteX67" fmla="*/ 1237 w 150012"/>
                  <a:gd name="connsiteY67" fmla="*/ 49711 h 1030535"/>
                  <a:gd name="connsiteX68" fmla="*/ 951 w 150012"/>
                  <a:gd name="connsiteY68" fmla="*/ 36784 h 1030535"/>
                  <a:gd name="connsiteX69" fmla="*/ 666 w 150012"/>
                  <a:gd name="connsiteY69" fmla="*/ 23763 h 1030535"/>
                  <a:gd name="connsiteX70" fmla="*/ 476 w 150012"/>
                  <a:gd name="connsiteY70" fmla="*/ 10836 h 1030535"/>
                  <a:gd name="connsiteX71" fmla="*/ 380 w 150012"/>
                  <a:gd name="connsiteY71" fmla="*/ 0 h 1030535"/>
                  <a:gd name="connsiteX72" fmla="*/ 285 w 150012"/>
                  <a:gd name="connsiteY72" fmla="*/ 0 h 1030535"/>
                  <a:gd name="connsiteX73" fmla="*/ 0 w 150012"/>
                  <a:gd name="connsiteY73" fmla="*/ 0 h 1030535"/>
                  <a:gd name="connsiteX74" fmla="*/ 0 w 150012"/>
                  <a:gd name="connsiteY74" fmla="*/ 10836 h 1030535"/>
                  <a:gd name="connsiteX75" fmla="*/ 0 w 150012"/>
                  <a:gd name="connsiteY75" fmla="*/ 23763 h 1030535"/>
                  <a:gd name="connsiteX76" fmla="*/ 0 w 150012"/>
                  <a:gd name="connsiteY76" fmla="*/ 36784 h 1030535"/>
                  <a:gd name="connsiteX77" fmla="*/ 0 w 150012"/>
                  <a:gd name="connsiteY77" fmla="*/ 49711 h 1030535"/>
                  <a:gd name="connsiteX78" fmla="*/ 0 w 150012"/>
                  <a:gd name="connsiteY78" fmla="*/ 62733 h 1030535"/>
                  <a:gd name="connsiteX79" fmla="*/ 0 w 150012"/>
                  <a:gd name="connsiteY79" fmla="*/ 75660 h 1030535"/>
                  <a:gd name="connsiteX80" fmla="*/ 0 w 150012"/>
                  <a:gd name="connsiteY80" fmla="*/ 88682 h 1030535"/>
                  <a:gd name="connsiteX81" fmla="*/ 0 w 150012"/>
                  <a:gd name="connsiteY81" fmla="*/ 101609 h 1030535"/>
                  <a:gd name="connsiteX82" fmla="*/ 0 w 150012"/>
                  <a:gd name="connsiteY82" fmla="*/ 114536 h 1030535"/>
                  <a:gd name="connsiteX83" fmla="*/ 0 w 150012"/>
                  <a:gd name="connsiteY83" fmla="*/ 127558 h 1030535"/>
                  <a:gd name="connsiteX84" fmla="*/ 0 w 150012"/>
                  <a:gd name="connsiteY84" fmla="*/ 140484 h 1030535"/>
                  <a:gd name="connsiteX85" fmla="*/ 0 w 150012"/>
                  <a:gd name="connsiteY85" fmla="*/ 153506 h 1030535"/>
                  <a:gd name="connsiteX86" fmla="*/ 0 w 150012"/>
                  <a:gd name="connsiteY86" fmla="*/ 166433 h 1030535"/>
                  <a:gd name="connsiteX87" fmla="*/ 0 w 150012"/>
                  <a:gd name="connsiteY87" fmla="*/ 179455 h 1030535"/>
                  <a:gd name="connsiteX88" fmla="*/ 0 w 150012"/>
                  <a:gd name="connsiteY88" fmla="*/ 192382 h 1030535"/>
                  <a:gd name="connsiteX89" fmla="*/ 0 w 150012"/>
                  <a:gd name="connsiteY89" fmla="*/ 205404 h 1030535"/>
                  <a:gd name="connsiteX90" fmla="*/ 0 w 150012"/>
                  <a:gd name="connsiteY90" fmla="*/ 218331 h 1030535"/>
                  <a:gd name="connsiteX91" fmla="*/ 0 w 150012"/>
                  <a:gd name="connsiteY91" fmla="*/ 231352 h 1030535"/>
                  <a:gd name="connsiteX92" fmla="*/ 0 w 150012"/>
                  <a:gd name="connsiteY92" fmla="*/ 244279 h 1030535"/>
                  <a:gd name="connsiteX93" fmla="*/ 0 w 150012"/>
                  <a:gd name="connsiteY93" fmla="*/ 257301 h 1030535"/>
                  <a:gd name="connsiteX94" fmla="*/ 0 w 150012"/>
                  <a:gd name="connsiteY94" fmla="*/ 270228 h 1030535"/>
                  <a:gd name="connsiteX95" fmla="*/ 0 w 150012"/>
                  <a:gd name="connsiteY95" fmla="*/ 283155 h 1030535"/>
                  <a:gd name="connsiteX96" fmla="*/ 0 w 150012"/>
                  <a:gd name="connsiteY96" fmla="*/ 296177 h 1030535"/>
                  <a:gd name="connsiteX97" fmla="*/ 0 w 150012"/>
                  <a:gd name="connsiteY97" fmla="*/ 309104 h 1030535"/>
                  <a:gd name="connsiteX98" fmla="*/ 0 w 150012"/>
                  <a:gd name="connsiteY98" fmla="*/ 322126 h 1030535"/>
                  <a:gd name="connsiteX99" fmla="*/ 0 w 150012"/>
                  <a:gd name="connsiteY99" fmla="*/ 335052 h 1030535"/>
                  <a:gd name="connsiteX100" fmla="*/ 0 w 150012"/>
                  <a:gd name="connsiteY100" fmla="*/ 348074 h 1030535"/>
                  <a:gd name="connsiteX101" fmla="*/ 0 w 150012"/>
                  <a:gd name="connsiteY101" fmla="*/ 361001 h 1030535"/>
                  <a:gd name="connsiteX102" fmla="*/ 0 w 150012"/>
                  <a:gd name="connsiteY102" fmla="*/ 374023 h 1030535"/>
                  <a:gd name="connsiteX103" fmla="*/ 0 w 150012"/>
                  <a:gd name="connsiteY103" fmla="*/ 386950 h 1030535"/>
                  <a:gd name="connsiteX104" fmla="*/ 0 w 150012"/>
                  <a:gd name="connsiteY104" fmla="*/ 399972 h 1030535"/>
                  <a:gd name="connsiteX105" fmla="*/ 0 w 150012"/>
                  <a:gd name="connsiteY105" fmla="*/ 412899 h 1030535"/>
                  <a:gd name="connsiteX106" fmla="*/ 0 w 150012"/>
                  <a:gd name="connsiteY106" fmla="*/ 425920 h 1030535"/>
                  <a:gd name="connsiteX107" fmla="*/ 0 w 150012"/>
                  <a:gd name="connsiteY107" fmla="*/ 438847 h 1030535"/>
                  <a:gd name="connsiteX108" fmla="*/ 0 w 150012"/>
                  <a:gd name="connsiteY108" fmla="*/ 451774 h 1030535"/>
                  <a:gd name="connsiteX109" fmla="*/ 0 w 150012"/>
                  <a:gd name="connsiteY109" fmla="*/ 464796 h 1030535"/>
                  <a:gd name="connsiteX110" fmla="*/ 0 w 150012"/>
                  <a:gd name="connsiteY110" fmla="*/ 477723 h 1030535"/>
                  <a:gd name="connsiteX111" fmla="*/ 0 w 150012"/>
                  <a:gd name="connsiteY111" fmla="*/ 490745 h 1030535"/>
                  <a:gd name="connsiteX112" fmla="*/ 0 w 150012"/>
                  <a:gd name="connsiteY112" fmla="*/ 503672 h 1030535"/>
                  <a:gd name="connsiteX113" fmla="*/ 0 w 150012"/>
                  <a:gd name="connsiteY113" fmla="*/ 516694 h 1030535"/>
                  <a:gd name="connsiteX114" fmla="*/ 0 w 150012"/>
                  <a:gd name="connsiteY114" fmla="*/ 529620 h 1030535"/>
                  <a:gd name="connsiteX115" fmla="*/ 0 w 150012"/>
                  <a:gd name="connsiteY115" fmla="*/ 542642 h 1030535"/>
                  <a:gd name="connsiteX116" fmla="*/ 0 w 150012"/>
                  <a:gd name="connsiteY116" fmla="*/ 555569 h 1030535"/>
                  <a:gd name="connsiteX117" fmla="*/ 0 w 150012"/>
                  <a:gd name="connsiteY117" fmla="*/ 568591 h 1030535"/>
                  <a:gd name="connsiteX118" fmla="*/ 0 w 150012"/>
                  <a:gd name="connsiteY118" fmla="*/ 581518 h 1030535"/>
                  <a:gd name="connsiteX119" fmla="*/ 0 w 150012"/>
                  <a:gd name="connsiteY119" fmla="*/ 594540 h 1030535"/>
                  <a:gd name="connsiteX120" fmla="*/ 0 w 150012"/>
                  <a:gd name="connsiteY120" fmla="*/ 607467 h 1030535"/>
                  <a:gd name="connsiteX121" fmla="*/ 0 w 150012"/>
                  <a:gd name="connsiteY121" fmla="*/ 620393 h 1030535"/>
                  <a:gd name="connsiteX122" fmla="*/ 0 w 150012"/>
                  <a:gd name="connsiteY122" fmla="*/ 633415 h 1030535"/>
                  <a:gd name="connsiteX123" fmla="*/ 0 w 150012"/>
                  <a:gd name="connsiteY123" fmla="*/ 646342 h 1030535"/>
                  <a:gd name="connsiteX124" fmla="*/ 0 w 150012"/>
                  <a:gd name="connsiteY124" fmla="*/ 659364 h 1030535"/>
                  <a:gd name="connsiteX125" fmla="*/ 0 w 150012"/>
                  <a:gd name="connsiteY125" fmla="*/ 672291 h 1030535"/>
                  <a:gd name="connsiteX126" fmla="*/ 0 w 150012"/>
                  <a:gd name="connsiteY126" fmla="*/ 685313 h 1030535"/>
                  <a:gd name="connsiteX127" fmla="*/ 0 w 150012"/>
                  <a:gd name="connsiteY127" fmla="*/ 698240 h 1030535"/>
                  <a:gd name="connsiteX128" fmla="*/ 0 w 150012"/>
                  <a:gd name="connsiteY128" fmla="*/ 711262 h 1030535"/>
                  <a:gd name="connsiteX129" fmla="*/ 0 w 150012"/>
                  <a:gd name="connsiteY129" fmla="*/ 724188 h 1030535"/>
                  <a:gd name="connsiteX130" fmla="*/ 0 w 150012"/>
                  <a:gd name="connsiteY130" fmla="*/ 737210 h 1030535"/>
                  <a:gd name="connsiteX131" fmla="*/ 0 w 150012"/>
                  <a:gd name="connsiteY131" fmla="*/ 750137 h 1030535"/>
                  <a:gd name="connsiteX132" fmla="*/ 0 w 150012"/>
                  <a:gd name="connsiteY132" fmla="*/ 763159 h 1030535"/>
                  <a:gd name="connsiteX133" fmla="*/ 0 w 150012"/>
                  <a:gd name="connsiteY133" fmla="*/ 776086 h 1030535"/>
                  <a:gd name="connsiteX134" fmla="*/ 0 w 150012"/>
                  <a:gd name="connsiteY134" fmla="*/ 789013 h 1030535"/>
                  <a:gd name="connsiteX135" fmla="*/ 0 w 150012"/>
                  <a:gd name="connsiteY135" fmla="*/ 802035 h 1030535"/>
                  <a:gd name="connsiteX136" fmla="*/ 0 w 150012"/>
                  <a:gd name="connsiteY136" fmla="*/ 814961 h 1030535"/>
                  <a:gd name="connsiteX137" fmla="*/ 0 w 150012"/>
                  <a:gd name="connsiteY137" fmla="*/ 827983 h 1030535"/>
                  <a:gd name="connsiteX138" fmla="*/ 0 w 150012"/>
                  <a:gd name="connsiteY138" fmla="*/ 840910 h 1030535"/>
                  <a:gd name="connsiteX139" fmla="*/ 0 w 150012"/>
                  <a:gd name="connsiteY139" fmla="*/ 853932 h 1030535"/>
                  <a:gd name="connsiteX140" fmla="*/ 0 w 150012"/>
                  <a:gd name="connsiteY140" fmla="*/ 866859 h 1030535"/>
                  <a:gd name="connsiteX141" fmla="*/ 0 w 150012"/>
                  <a:gd name="connsiteY141" fmla="*/ 879881 h 1030535"/>
                  <a:gd name="connsiteX142" fmla="*/ 0 w 150012"/>
                  <a:gd name="connsiteY142" fmla="*/ 892808 h 1030535"/>
                  <a:gd name="connsiteX143" fmla="*/ 0 w 150012"/>
                  <a:gd name="connsiteY143" fmla="*/ 905830 h 1030535"/>
                  <a:gd name="connsiteX144" fmla="*/ 0 w 150012"/>
                  <a:gd name="connsiteY144" fmla="*/ 918756 h 1030535"/>
                  <a:gd name="connsiteX145" fmla="*/ 0 w 150012"/>
                  <a:gd name="connsiteY145" fmla="*/ 931778 h 1030535"/>
                  <a:gd name="connsiteX146" fmla="*/ 0 w 150012"/>
                  <a:gd name="connsiteY146" fmla="*/ 944705 h 1030535"/>
                  <a:gd name="connsiteX147" fmla="*/ 0 w 150012"/>
                  <a:gd name="connsiteY147" fmla="*/ 957727 h 1030535"/>
                  <a:gd name="connsiteX148" fmla="*/ 0 w 150012"/>
                  <a:gd name="connsiteY148" fmla="*/ 970654 h 1030535"/>
                  <a:gd name="connsiteX149" fmla="*/ 0 w 150012"/>
                  <a:gd name="connsiteY149" fmla="*/ 983581 h 1030535"/>
                  <a:gd name="connsiteX150" fmla="*/ 0 w 150012"/>
                  <a:gd name="connsiteY150" fmla="*/ 996603 h 1030535"/>
                  <a:gd name="connsiteX151" fmla="*/ 0 w 150012"/>
                  <a:gd name="connsiteY151" fmla="*/ 1009529 h 1030535"/>
                  <a:gd name="connsiteX152" fmla="*/ 0 w 150012"/>
                  <a:gd name="connsiteY152" fmla="*/ 1022551 h 1030535"/>
                  <a:gd name="connsiteX153" fmla="*/ 0 w 150012"/>
                  <a:gd name="connsiteY153" fmla="*/ 1030536 h 1030535"/>
                  <a:gd name="connsiteX154" fmla="*/ 8181 w 150012"/>
                  <a:gd name="connsiteY154" fmla="*/ 1030536 h 1030535"/>
                  <a:gd name="connsiteX155" fmla="*/ 14174 w 150012"/>
                  <a:gd name="connsiteY155" fmla="*/ 1030536 h 1030535"/>
                  <a:gd name="connsiteX156" fmla="*/ 15505 w 150012"/>
                  <a:gd name="connsiteY156" fmla="*/ 1022551 h 1030535"/>
                  <a:gd name="connsiteX157" fmla="*/ 17788 w 150012"/>
                  <a:gd name="connsiteY157" fmla="*/ 1009529 h 1030535"/>
                  <a:gd name="connsiteX158" fmla="*/ 20262 w 150012"/>
                  <a:gd name="connsiteY158" fmla="*/ 996603 h 1030535"/>
                  <a:gd name="connsiteX159" fmla="*/ 22830 w 150012"/>
                  <a:gd name="connsiteY159" fmla="*/ 983581 h 1030535"/>
                  <a:gd name="connsiteX160" fmla="*/ 25494 w 150012"/>
                  <a:gd name="connsiteY160" fmla="*/ 970654 h 1030535"/>
                  <a:gd name="connsiteX161" fmla="*/ 28347 w 150012"/>
                  <a:gd name="connsiteY161" fmla="*/ 957727 h 1030535"/>
                  <a:gd name="connsiteX162" fmla="*/ 31296 w 150012"/>
                  <a:gd name="connsiteY162" fmla="*/ 944705 h 1030535"/>
                  <a:gd name="connsiteX163" fmla="*/ 34435 w 150012"/>
                  <a:gd name="connsiteY163" fmla="*/ 931778 h 1030535"/>
                  <a:gd name="connsiteX164" fmla="*/ 37670 w 150012"/>
                  <a:gd name="connsiteY164" fmla="*/ 918756 h 10305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Lst>
                <a:rect l="l" t="t" r="r" b="b"/>
                <a:pathLst>
                  <a:path w="150012" h="1030535">
                    <a:moveTo>
                      <a:pt x="37670" y="918756"/>
                    </a:moveTo>
                    <a:lnTo>
                      <a:pt x="41189" y="905830"/>
                    </a:lnTo>
                    <a:lnTo>
                      <a:pt x="44899" y="892808"/>
                    </a:lnTo>
                    <a:lnTo>
                      <a:pt x="48894" y="879881"/>
                    </a:lnTo>
                    <a:lnTo>
                      <a:pt x="53175" y="866859"/>
                    </a:lnTo>
                    <a:lnTo>
                      <a:pt x="57741" y="853932"/>
                    </a:lnTo>
                    <a:lnTo>
                      <a:pt x="62688" y="840910"/>
                    </a:lnTo>
                    <a:lnTo>
                      <a:pt x="67920" y="827983"/>
                    </a:lnTo>
                    <a:lnTo>
                      <a:pt x="73532" y="814961"/>
                    </a:lnTo>
                    <a:lnTo>
                      <a:pt x="79335" y="802035"/>
                    </a:lnTo>
                    <a:lnTo>
                      <a:pt x="85423" y="789013"/>
                    </a:lnTo>
                    <a:lnTo>
                      <a:pt x="91606" y="776086"/>
                    </a:lnTo>
                    <a:lnTo>
                      <a:pt x="97979" y="763159"/>
                    </a:lnTo>
                    <a:lnTo>
                      <a:pt x="104257" y="750137"/>
                    </a:lnTo>
                    <a:lnTo>
                      <a:pt x="110441" y="737210"/>
                    </a:lnTo>
                    <a:lnTo>
                      <a:pt x="116338" y="724188"/>
                    </a:lnTo>
                    <a:lnTo>
                      <a:pt x="122046" y="711262"/>
                    </a:lnTo>
                    <a:lnTo>
                      <a:pt x="127373" y="698240"/>
                    </a:lnTo>
                    <a:lnTo>
                      <a:pt x="132224" y="685313"/>
                    </a:lnTo>
                    <a:lnTo>
                      <a:pt x="136505" y="672291"/>
                    </a:lnTo>
                    <a:lnTo>
                      <a:pt x="140310" y="659364"/>
                    </a:lnTo>
                    <a:lnTo>
                      <a:pt x="143449" y="646342"/>
                    </a:lnTo>
                    <a:lnTo>
                      <a:pt x="146018" y="633415"/>
                    </a:lnTo>
                    <a:lnTo>
                      <a:pt x="147920" y="620393"/>
                    </a:lnTo>
                    <a:lnTo>
                      <a:pt x="149157" y="607467"/>
                    </a:lnTo>
                    <a:lnTo>
                      <a:pt x="149918" y="594540"/>
                    </a:lnTo>
                    <a:lnTo>
                      <a:pt x="150013" y="581518"/>
                    </a:lnTo>
                    <a:lnTo>
                      <a:pt x="149537" y="568591"/>
                    </a:lnTo>
                    <a:lnTo>
                      <a:pt x="148681" y="555569"/>
                    </a:lnTo>
                    <a:lnTo>
                      <a:pt x="147254" y="542642"/>
                    </a:lnTo>
                    <a:lnTo>
                      <a:pt x="145447" y="529620"/>
                    </a:lnTo>
                    <a:lnTo>
                      <a:pt x="143164" y="516694"/>
                    </a:lnTo>
                    <a:lnTo>
                      <a:pt x="140500" y="503672"/>
                    </a:lnTo>
                    <a:lnTo>
                      <a:pt x="137456" y="490745"/>
                    </a:lnTo>
                    <a:lnTo>
                      <a:pt x="134127" y="477723"/>
                    </a:lnTo>
                    <a:lnTo>
                      <a:pt x="130322" y="464796"/>
                    </a:lnTo>
                    <a:lnTo>
                      <a:pt x="126136" y="451774"/>
                    </a:lnTo>
                    <a:lnTo>
                      <a:pt x="121570" y="438847"/>
                    </a:lnTo>
                    <a:lnTo>
                      <a:pt x="116624" y="425920"/>
                    </a:lnTo>
                    <a:lnTo>
                      <a:pt x="111297" y="412899"/>
                    </a:lnTo>
                    <a:lnTo>
                      <a:pt x="105589" y="399972"/>
                    </a:lnTo>
                    <a:lnTo>
                      <a:pt x="99596" y="386950"/>
                    </a:lnTo>
                    <a:lnTo>
                      <a:pt x="93318" y="374023"/>
                    </a:lnTo>
                    <a:lnTo>
                      <a:pt x="86754" y="361001"/>
                    </a:lnTo>
                    <a:lnTo>
                      <a:pt x="80191" y="348074"/>
                    </a:lnTo>
                    <a:lnTo>
                      <a:pt x="73532" y="335052"/>
                    </a:lnTo>
                    <a:lnTo>
                      <a:pt x="66873" y="322126"/>
                    </a:lnTo>
                    <a:lnTo>
                      <a:pt x="60405" y="309104"/>
                    </a:lnTo>
                    <a:lnTo>
                      <a:pt x="54031" y="296177"/>
                    </a:lnTo>
                    <a:lnTo>
                      <a:pt x="48038" y="283155"/>
                    </a:lnTo>
                    <a:lnTo>
                      <a:pt x="42331" y="270228"/>
                    </a:lnTo>
                    <a:lnTo>
                      <a:pt x="37004" y="257301"/>
                    </a:lnTo>
                    <a:lnTo>
                      <a:pt x="32057" y="244279"/>
                    </a:lnTo>
                    <a:lnTo>
                      <a:pt x="27586" y="231352"/>
                    </a:lnTo>
                    <a:lnTo>
                      <a:pt x="23496" y="218331"/>
                    </a:lnTo>
                    <a:lnTo>
                      <a:pt x="19881" y="205404"/>
                    </a:lnTo>
                    <a:lnTo>
                      <a:pt x="16647" y="192382"/>
                    </a:lnTo>
                    <a:lnTo>
                      <a:pt x="13793" y="179455"/>
                    </a:lnTo>
                    <a:lnTo>
                      <a:pt x="11415" y="166433"/>
                    </a:lnTo>
                    <a:lnTo>
                      <a:pt x="9322" y="153506"/>
                    </a:lnTo>
                    <a:lnTo>
                      <a:pt x="7515" y="140484"/>
                    </a:lnTo>
                    <a:lnTo>
                      <a:pt x="5993" y="127558"/>
                    </a:lnTo>
                    <a:lnTo>
                      <a:pt x="4756" y="114536"/>
                    </a:lnTo>
                    <a:lnTo>
                      <a:pt x="3710" y="101609"/>
                    </a:lnTo>
                    <a:lnTo>
                      <a:pt x="2854" y="88682"/>
                    </a:lnTo>
                    <a:lnTo>
                      <a:pt x="2188" y="75660"/>
                    </a:lnTo>
                    <a:lnTo>
                      <a:pt x="1712" y="62733"/>
                    </a:lnTo>
                    <a:lnTo>
                      <a:pt x="1237" y="49711"/>
                    </a:lnTo>
                    <a:lnTo>
                      <a:pt x="951" y="36784"/>
                    </a:lnTo>
                    <a:lnTo>
                      <a:pt x="666" y="23763"/>
                    </a:lnTo>
                    <a:lnTo>
                      <a:pt x="476" y="10836"/>
                    </a:lnTo>
                    <a:lnTo>
                      <a:pt x="380" y="0"/>
                    </a:lnTo>
                    <a:lnTo>
                      <a:pt x="285" y="0"/>
                    </a:lnTo>
                    <a:lnTo>
                      <a:pt x="0" y="0"/>
                    </a:lnTo>
                    <a:lnTo>
                      <a:pt x="0" y="10836"/>
                    </a:lnTo>
                    <a:lnTo>
                      <a:pt x="0" y="23763"/>
                    </a:lnTo>
                    <a:lnTo>
                      <a:pt x="0" y="36784"/>
                    </a:lnTo>
                    <a:lnTo>
                      <a:pt x="0" y="49711"/>
                    </a:lnTo>
                    <a:lnTo>
                      <a:pt x="0" y="62733"/>
                    </a:lnTo>
                    <a:lnTo>
                      <a:pt x="0" y="75660"/>
                    </a:lnTo>
                    <a:lnTo>
                      <a:pt x="0" y="88682"/>
                    </a:lnTo>
                    <a:lnTo>
                      <a:pt x="0" y="101609"/>
                    </a:lnTo>
                    <a:lnTo>
                      <a:pt x="0" y="114536"/>
                    </a:lnTo>
                    <a:lnTo>
                      <a:pt x="0" y="127558"/>
                    </a:lnTo>
                    <a:lnTo>
                      <a:pt x="0" y="140484"/>
                    </a:lnTo>
                    <a:lnTo>
                      <a:pt x="0" y="153506"/>
                    </a:lnTo>
                    <a:lnTo>
                      <a:pt x="0" y="166433"/>
                    </a:lnTo>
                    <a:lnTo>
                      <a:pt x="0" y="179455"/>
                    </a:lnTo>
                    <a:lnTo>
                      <a:pt x="0" y="192382"/>
                    </a:lnTo>
                    <a:lnTo>
                      <a:pt x="0" y="205404"/>
                    </a:lnTo>
                    <a:lnTo>
                      <a:pt x="0" y="218331"/>
                    </a:lnTo>
                    <a:lnTo>
                      <a:pt x="0" y="231352"/>
                    </a:lnTo>
                    <a:lnTo>
                      <a:pt x="0" y="244279"/>
                    </a:lnTo>
                    <a:lnTo>
                      <a:pt x="0" y="257301"/>
                    </a:lnTo>
                    <a:lnTo>
                      <a:pt x="0" y="270228"/>
                    </a:lnTo>
                    <a:lnTo>
                      <a:pt x="0" y="283155"/>
                    </a:lnTo>
                    <a:lnTo>
                      <a:pt x="0" y="296177"/>
                    </a:lnTo>
                    <a:lnTo>
                      <a:pt x="0" y="309104"/>
                    </a:lnTo>
                    <a:lnTo>
                      <a:pt x="0" y="322126"/>
                    </a:lnTo>
                    <a:lnTo>
                      <a:pt x="0" y="335052"/>
                    </a:lnTo>
                    <a:lnTo>
                      <a:pt x="0" y="348074"/>
                    </a:lnTo>
                    <a:lnTo>
                      <a:pt x="0" y="361001"/>
                    </a:lnTo>
                    <a:lnTo>
                      <a:pt x="0" y="374023"/>
                    </a:lnTo>
                    <a:lnTo>
                      <a:pt x="0" y="386950"/>
                    </a:lnTo>
                    <a:lnTo>
                      <a:pt x="0" y="399972"/>
                    </a:lnTo>
                    <a:lnTo>
                      <a:pt x="0" y="412899"/>
                    </a:lnTo>
                    <a:lnTo>
                      <a:pt x="0" y="425920"/>
                    </a:lnTo>
                    <a:lnTo>
                      <a:pt x="0" y="438847"/>
                    </a:lnTo>
                    <a:lnTo>
                      <a:pt x="0" y="451774"/>
                    </a:lnTo>
                    <a:lnTo>
                      <a:pt x="0" y="464796"/>
                    </a:lnTo>
                    <a:lnTo>
                      <a:pt x="0" y="477723"/>
                    </a:lnTo>
                    <a:lnTo>
                      <a:pt x="0" y="490745"/>
                    </a:lnTo>
                    <a:lnTo>
                      <a:pt x="0" y="503672"/>
                    </a:lnTo>
                    <a:lnTo>
                      <a:pt x="0" y="516694"/>
                    </a:lnTo>
                    <a:lnTo>
                      <a:pt x="0" y="529620"/>
                    </a:lnTo>
                    <a:lnTo>
                      <a:pt x="0" y="542642"/>
                    </a:lnTo>
                    <a:lnTo>
                      <a:pt x="0" y="555569"/>
                    </a:lnTo>
                    <a:lnTo>
                      <a:pt x="0" y="568591"/>
                    </a:lnTo>
                    <a:lnTo>
                      <a:pt x="0" y="581518"/>
                    </a:lnTo>
                    <a:lnTo>
                      <a:pt x="0" y="594540"/>
                    </a:lnTo>
                    <a:lnTo>
                      <a:pt x="0" y="607467"/>
                    </a:lnTo>
                    <a:lnTo>
                      <a:pt x="0" y="620393"/>
                    </a:lnTo>
                    <a:lnTo>
                      <a:pt x="0" y="633415"/>
                    </a:lnTo>
                    <a:lnTo>
                      <a:pt x="0" y="646342"/>
                    </a:lnTo>
                    <a:lnTo>
                      <a:pt x="0" y="659364"/>
                    </a:lnTo>
                    <a:lnTo>
                      <a:pt x="0" y="672291"/>
                    </a:lnTo>
                    <a:lnTo>
                      <a:pt x="0" y="685313"/>
                    </a:lnTo>
                    <a:lnTo>
                      <a:pt x="0" y="698240"/>
                    </a:lnTo>
                    <a:lnTo>
                      <a:pt x="0" y="711262"/>
                    </a:lnTo>
                    <a:lnTo>
                      <a:pt x="0" y="724188"/>
                    </a:lnTo>
                    <a:lnTo>
                      <a:pt x="0" y="737210"/>
                    </a:lnTo>
                    <a:lnTo>
                      <a:pt x="0" y="750137"/>
                    </a:lnTo>
                    <a:lnTo>
                      <a:pt x="0" y="763159"/>
                    </a:lnTo>
                    <a:lnTo>
                      <a:pt x="0" y="776086"/>
                    </a:lnTo>
                    <a:lnTo>
                      <a:pt x="0" y="789013"/>
                    </a:lnTo>
                    <a:lnTo>
                      <a:pt x="0" y="802035"/>
                    </a:lnTo>
                    <a:lnTo>
                      <a:pt x="0" y="814961"/>
                    </a:lnTo>
                    <a:lnTo>
                      <a:pt x="0" y="827983"/>
                    </a:lnTo>
                    <a:lnTo>
                      <a:pt x="0" y="840910"/>
                    </a:lnTo>
                    <a:lnTo>
                      <a:pt x="0" y="853932"/>
                    </a:lnTo>
                    <a:lnTo>
                      <a:pt x="0" y="866859"/>
                    </a:lnTo>
                    <a:lnTo>
                      <a:pt x="0" y="879881"/>
                    </a:lnTo>
                    <a:lnTo>
                      <a:pt x="0" y="892808"/>
                    </a:lnTo>
                    <a:lnTo>
                      <a:pt x="0" y="905830"/>
                    </a:lnTo>
                    <a:lnTo>
                      <a:pt x="0" y="918756"/>
                    </a:lnTo>
                    <a:lnTo>
                      <a:pt x="0" y="931778"/>
                    </a:lnTo>
                    <a:lnTo>
                      <a:pt x="0" y="944705"/>
                    </a:lnTo>
                    <a:lnTo>
                      <a:pt x="0" y="957727"/>
                    </a:lnTo>
                    <a:lnTo>
                      <a:pt x="0" y="970654"/>
                    </a:lnTo>
                    <a:lnTo>
                      <a:pt x="0" y="983581"/>
                    </a:lnTo>
                    <a:lnTo>
                      <a:pt x="0" y="996603"/>
                    </a:lnTo>
                    <a:lnTo>
                      <a:pt x="0" y="1009529"/>
                    </a:lnTo>
                    <a:lnTo>
                      <a:pt x="0" y="1022551"/>
                    </a:lnTo>
                    <a:lnTo>
                      <a:pt x="0" y="1030536"/>
                    </a:lnTo>
                    <a:lnTo>
                      <a:pt x="8181" y="1030536"/>
                    </a:lnTo>
                    <a:lnTo>
                      <a:pt x="14174" y="1030536"/>
                    </a:lnTo>
                    <a:lnTo>
                      <a:pt x="15505" y="1022551"/>
                    </a:lnTo>
                    <a:lnTo>
                      <a:pt x="17788" y="1009529"/>
                    </a:lnTo>
                    <a:lnTo>
                      <a:pt x="20262" y="996603"/>
                    </a:lnTo>
                    <a:lnTo>
                      <a:pt x="22830" y="983581"/>
                    </a:lnTo>
                    <a:lnTo>
                      <a:pt x="25494" y="970654"/>
                    </a:lnTo>
                    <a:lnTo>
                      <a:pt x="28347" y="957727"/>
                    </a:lnTo>
                    <a:lnTo>
                      <a:pt x="31296" y="944705"/>
                    </a:lnTo>
                    <a:lnTo>
                      <a:pt x="34435" y="931778"/>
                    </a:lnTo>
                    <a:lnTo>
                      <a:pt x="37670" y="918756"/>
                    </a:lnTo>
                    <a:close/>
                  </a:path>
                </a:pathLst>
              </a:custGeom>
              <a:solidFill>
                <a:srgbClr val="B4AED3">
                  <a:alpha val="50000"/>
                </a:srgbClr>
              </a:solidFill>
              <a:ln w="9506" cap="flat">
                <a:noFill/>
                <a:prstDash val="solid"/>
                <a:miter/>
              </a:ln>
            </p:spPr>
            <p:txBody>
              <a:bodyPr rtlCol="0" anchor="ctr"/>
              <a:lstStyle/>
              <a:p>
                <a:endParaRPr lang="en-US"/>
              </a:p>
            </p:txBody>
          </p:sp>
          <p:sp>
            <p:nvSpPr>
              <p:cNvPr id="4402" name="Freeform 4401">
                <a:extLst>
                  <a:ext uri="{FF2B5EF4-FFF2-40B4-BE49-F238E27FC236}">
                    <a16:creationId xmlns:a16="http://schemas.microsoft.com/office/drawing/2014/main" id="{27556B29-4350-E389-9BDB-3340AB5C194E}"/>
                  </a:ext>
                </a:extLst>
              </p:cNvPr>
              <p:cNvSpPr/>
              <p:nvPr/>
            </p:nvSpPr>
            <p:spPr>
              <a:xfrm>
                <a:off x="3019298" y="5565321"/>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03" name="Freeform 4402">
                <a:extLst>
                  <a:ext uri="{FF2B5EF4-FFF2-40B4-BE49-F238E27FC236}">
                    <a16:creationId xmlns:a16="http://schemas.microsoft.com/office/drawing/2014/main" id="{5B11604D-D134-D0B7-7E8F-EF4A3646698A}"/>
                  </a:ext>
                </a:extLst>
              </p:cNvPr>
              <p:cNvSpPr/>
              <p:nvPr/>
            </p:nvSpPr>
            <p:spPr>
              <a:xfrm>
                <a:off x="3046285" y="5284310"/>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04" name="Freeform 4403">
                <a:extLst>
                  <a:ext uri="{FF2B5EF4-FFF2-40B4-BE49-F238E27FC236}">
                    <a16:creationId xmlns:a16="http://schemas.microsoft.com/office/drawing/2014/main" id="{03E47431-8B22-4837-B526-0765C507651E}"/>
                  </a:ext>
                </a:extLst>
              </p:cNvPr>
              <p:cNvSpPr/>
              <p:nvPr/>
            </p:nvSpPr>
            <p:spPr>
              <a:xfrm>
                <a:off x="2939757" y="4500168"/>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05" name="Freeform 4404">
                <a:extLst>
                  <a:ext uri="{FF2B5EF4-FFF2-40B4-BE49-F238E27FC236}">
                    <a16:creationId xmlns:a16="http://schemas.microsoft.com/office/drawing/2014/main" id="{1A751443-4D21-41C4-F9A0-E50626208166}"/>
                  </a:ext>
                </a:extLst>
              </p:cNvPr>
              <p:cNvSpPr/>
              <p:nvPr/>
            </p:nvSpPr>
            <p:spPr>
              <a:xfrm>
                <a:off x="2987576" y="5008500"/>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06" name="Freeform 4405">
                <a:extLst>
                  <a:ext uri="{FF2B5EF4-FFF2-40B4-BE49-F238E27FC236}">
                    <a16:creationId xmlns:a16="http://schemas.microsoft.com/office/drawing/2014/main" id="{C836C2EB-88D4-DC99-9EBC-368633D8BA09}"/>
                  </a:ext>
                </a:extLst>
              </p:cNvPr>
              <p:cNvSpPr/>
              <p:nvPr/>
            </p:nvSpPr>
            <p:spPr>
              <a:xfrm>
                <a:off x="2995624" y="4901818"/>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07" name="Freeform 4406">
                <a:extLst>
                  <a:ext uri="{FF2B5EF4-FFF2-40B4-BE49-F238E27FC236}">
                    <a16:creationId xmlns:a16="http://schemas.microsoft.com/office/drawing/2014/main" id="{8B7D5F88-F3D3-3A69-3353-9AED2D2D5BF0}"/>
                  </a:ext>
                </a:extLst>
              </p:cNvPr>
              <p:cNvSpPr/>
              <p:nvPr/>
            </p:nvSpPr>
            <p:spPr>
              <a:xfrm>
                <a:off x="3004384" y="5795951"/>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08" name="Freeform 4407">
                <a:extLst>
                  <a:ext uri="{FF2B5EF4-FFF2-40B4-BE49-F238E27FC236}">
                    <a16:creationId xmlns:a16="http://schemas.microsoft.com/office/drawing/2014/main" id="{2F2631B1-D496-7176-9A01-B35DB547C8B4}"/>
                  </a:ext>
                </a:extLst>
              </p:cNvPr>
              <p:cNvSpPr/>
              <p:nvPr/>
            </p:nvSpPr>
            <p:spPr>
              <a:xfrm>
                <a:off x="2990891" y="5331618"/>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09" name="Freeform 4408">
                <a:extLst>
                  <a:ext uri="{FF2B5EF4-FFF2-40B4-BE49-F238E27FC236}">
                    <a16:creationId xmlns:a16="http://schemas.microsoft.com/office/drawing/2014/main" id="{420DE77E-4DFE-34D3-221E-EDA6F7ACA106}"/>
                  </a:ext>
                </a:extLst>
              </p:cNvPr>
              <p:cNvSpPr/>
              <p:nvPr/>
            </p:nvSpPr>
            <p:spPr>
              <a:xfrm>
                <a:off x="2917504" y="4884549"/>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10" name="Freeform 4409">
                <a:extLst>
                  <a:ext uri="{FF2B5EF4-FFF2-40B4-BE49-F238E27FC236}">
                    <a16:creationId xmlns:a16="http://schemas.microsoft.com/office/drawing/2014/main" id="{1F927759-5591-92BE-3494-B6924504B71B}"/>
                  </a:ext>
                </a:extLst>
              </p:cNvPr>
              <p:cNvSpPr/>
              <p:nvPr/>
            </p:nvSpPr>
            <p:spPr>
              <a:xfrm>
                <a:off x="3003200" y="4934224"/>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11" name="Freeform 4410">
                <a:extLst>
                  <a:ext uri="{FF2B5EF4-FFF2-40B4-BE49-F238E27FC236}">
                    <a16:creationId xmlns:a16="http://schemas.microsoft.com/office/drawing/2014/main" id="{38C572F9-558A-06E6-39B0-1ACAFDB54438}"/>
                  </a:ext>
                </a:extLst>
              </p:cNvPr>
              <p:cNvSpPr/>
              <p:nvPr/>
            </p:nvSpPr>
            <p:spPr>
              <a:xfrm>
                <a:off x="2911350" y="5795951"/>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12" name="Freeform 4411">
                <a:extLst>
                  <a:ext uri="{FF2B5EF4-FFF2-40B4-BE49-F238E27FC236}">
                    <a16:creationId xmlns:a16="http://schemas.microsoft.com/office/drawing/2014/main" id="{5E83810E-A11C-28F8-41E3-A9D076431183}"/>
                  </a:ext>
                </a:extLst>
              </p:cNvPr>
              <p:cNvSpPr/>
              <p:nvPr/>
            </p:nvSpPr>
            <p:spPr>
              <a:xfrm>
                <a:off x="2929340" y="4920741"/>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13" name="Freeform 4412">
                <a:extLst>
                  <a:ext uri="{FF2B5EF4-FFF2-40B4-BE49-F238E27FC236}">
                    <a16:creationId xmlns:a16="http://schemas.microsoft.com/office/drawing/2014/main" id="{603DDB64-0F36-2D8D-D7B4-0681B429AAE5}"/>
                  </a:ext>
                </a:extLst>
              </p:cNvPr>
              <p:cNvSpPr/>
              <p:nvPr/>
            </p:nvSpPr>
            <p:spPr>
              <a:xfrm>
                <a:off x="2971480" y="5152553"/>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14" name="Freeform 4413">
                <a:extLst>
                  <a:ext uri="{FF2B5EF4-FFF2-40B4-BE49-F238E27FC236}">
                    <a16:creationId xmlns:a16="http://schemas.microsoft.com/office/drawing/2014/main" id="{271DD03C-CDF1-6ED0-8F43-874DB7739193}"/>
                  </a:ext>
                </a:extLst>
              </p:cNvPr>
              <p:cNvSpPr/>
              <p:nvPr/>
            </p:nvSpPr>
            <p:spPr>
              <a:xfrm>
                <a:off x="3067353" y="5263493"/>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15" name="Freeform 4414">
                <a:extLst>
                  <a:ext uri="{FF2B5EF4-FFF2-40B4-BE49-F238E27FC236}">
                    <a16:creationId xmlns:a16="http://schemas.microsoft.com/office/drawing/2014/main" id="{D3A4F128-CA05-5825-4A22-BC2E3AA58DF7}"/>
                  </a:ext>
                </a:extLst>
              </p:cNvPr>
              <p:cNvSpPr/>
              <p:nvPr/>
            </p:nvSpPr>
            <p:spPr>
              <a:xfrm>
                <a:off x="3050309" y="4517907"/>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16" name="Freeform 4415">
                <a:extLst>
                  <a:ext uri="{FF2B5EF4-FFF2-40B4-BE49-F238E27FC236}">
                    <a16:creationId xmlns:a16="http://schemas.microsoft.com/office/drawing/2014/main" id="{37320CB2-4817-708C-4066-319278BFE8C6}"/>
                  </a:ext>
                </a:extLst>
              </p:cNvPr>
              <p:cNvSpPr/>
              <p:nvPr/>
            </p:nvSpPr>
            <p:spPr>
              <a:xfrm>
                <a:off x="2925789" y="4710217"/>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17" name="Freeform 4416">
                <a:extLst>
                  <a:ext uri="{FF2B5EF4-FFF2-40B4-BE49-F238E27FC236}">
                    <a16:creationId xmlns:a16="http://schemas.microsoft.com/office/drawing/2014/main" id="{F2A297AC-C795-3238-E09E-5444EF416F51}"/>
                  </a:ext>
                </a:extLst>
              </p:cNvPr>
              <p:cNvSpPr/>
              <p:nvPr/>
            </p:nvSpPr>
            <p:spPr>
              <a:xfrm>
                <a:off x="2911823" y="5356218"/>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18" name="Freeform 4417">
                <a:extLst>
                  <a:ext uri="{FF2B5EF4-FFF2-40B4-BE49-F238E27FC236}">
                    <a16:creationId xmlns:a16="http://schemas.microsoft.com/office/drawing/2014/main" id="{839E7793-26F0-31DA-8336-0E28E264719C}"/>
                  </a:ext>
                </a:extLst>
              </p:cNvPr>
              <p:cNvSpPr/>
              <p:nvPr/>
            </p:nvSpPr>
            <p:spPr>
              <a:xfrm>
                <a:off x="3068302" y="4517907"/>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19" name="Freeform 4418">
                <a:extLst>
                  <a:ext uri="{FF2B5EF4-FFF2-40B4-BE49-F238E27FC236}">
                    <a16:creationId xmlns:a16="http://schemas.microsoft.com/office/drawing/2014/main" id="{961CA9F5-68E7-841B-978C-A4AAD21F4871}"/>
                  </a:ext>
                </a:extLst>
              </p:cNvPr>
              <p:cNvSpPr/>
              <p:nvPr/>
            </p:nvSpPr>
            <p:spPr>
              <a:xfrm>
                <a:off x="3087004" y="4517907"/>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20" name="Freeform 4419">
                <a:extLst>
                  <a:ext uri="{FF2B5EF4-FFF2-40B4-BE49-F238E27FC236}">
                    <a16:creationId xmlns:a16="http://schemas.microsoft.com/office/drawing/2014/main" id="{90C9C1A3-201B-7782-91E7-B5B56D4ECE80}"/>
                  </a:ext>
                </a:extLst>
              </p:cNvPr>
              <p:cNvSpPr/>
              <p:nvPr/>
            </p:nvSpPr>
            <p:spPr>
              <a:xfrm>
                <a:off x="2954196" y="4161911"/>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21" name="Freeform 4420">
                <a:extLst>
                  <a:ext uri="{FF2B5EF4-FFF2-40B4-BE49-F238E27FC236}">
                    <a16:creationId xmlns:a16="http://schemas.microsoft.com/office/drawing/2014/main" id="{DA019F01-A6D1-932B-E836-662C7E34D773}"/>
                  </a:ext>
                </a:extLst>
              </p:cNvPr>
              <p:cNvSpPr/>
              <p:nvPr/>
            </p:nvSpPr>
            <p:spPr>
              <a:xfrm>
                <a:off x="3060963" y="4743569"/>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22" name="Freeform 4421">
                <a:extLst>
                  <a:ext uri="{FF2B5EF4-FFF2-40B4-BE49-F238E27FC236}">
                    <a16:creationId xmlns:a16="http://schemas.microsoft.com/office/drawing/2014/main" id="{42594C4E-51C2-D039-6EA2-C8E1BC67F2DA}"/>
                  </a:ext>
                </a:extLst>
              </p:cNvPr>
              <p:cNvSpPr/>
              <p:nvPr/>
            </p:nvSpPr>
            <p:spPr>
              <a:xfrm>
                <a:off x="3044627" y="4800578"/>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23" name="Freeform 4422">
                <a:extLst>
                  <a:ext uri="{FF2B5EF4-FFF2-40B4-BE49-F238E27FC236}">
                    <a16:creationId xmlns:a16="http://schemas.microsoft.com/office/drawing/2014/main" id="{8161A864-D4A4-25E7-EE28-DB50414E6BC8}"/>
                  </a:ext>
                </a:extLst>
              </p:cNvPr>
              <p:cNvSpPr/>
              <p:nvPr/>
            </p:nvSpPr>
            <p:spPr>
              <a:xfrm>
                <a:off x="2913007" y="4342156"/>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24" name="Freeform 4423">
                <a:extLst>
                  <a:ext uri="{FF2B5EF4-FFF2-40B4-BE49-F238E27FC236}">
                    <a16:creationId xmlns:a16="http://schemas.microsoft.com/office/drawing/2014/main" id="{A4D18B73-4473-7327-A64D-FD5A1A332716}"/>
                  </a:ext>
                </a:extLst>
              </p:cNvPr>
              <p:cNvSpPr/>
              <p:nvPr/>
            </p:nvSpPr>
            <p:spPr>
              <a:xfrm>
                <a:off x="3050309" y="4986027"/>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25" name="Freeform 4424">
                <a:extLst>
                  <a:ext uri="{FF2B5EF4-FFF2-40B4-BE49-F238E27FC236}">
                    <a16:creationId xmlns:a16="http://schemas.microsoft.com/office/drawing/2014/main" id="{8D3D817B-2558-C782-F5FE-2EE24A758D0B}"/>
                  </a:ext>
                </a:extLst>
              </p:cNvPr>
              <p:cNvSpPr/>
              <p:nvPr/>
            </p:nvSpPr>
            <p:spPr>
              <a:xfrm>
                <a:off x="3002254" y="5032863"/>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26" name="Freeform 4425">
                <a:extLst>
                  <a:ext uri="{FF2B5EF4-FFF2-40B4-BE49-F238E27FC236}">
                    <a16:creationId xmlns:a16="http://schemas.microsoft.com/office/drawing/2014/main" id="{52C5DDC8-F66C-3106-B3B1-E0E256056C73}"/>
                  </a:ext>
                </a:extLst>
              </p:cNvPr>
              <p:cNvSpPr/>
              <p:nvPr/>
            </p:nvSpPr>
            <p:spPr>
              <a:xfrm>
                <a:off x="2947569" y="5133868"/>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27" name="Freeform 4426">
                <a:extLst>
                  <a:ext uri="{FF2B5EF4-FFF2-40B4-BE49-F238E27FC236}">
                    <a16:creationId xmlns:a16="http://schemas.microsoft.com/office/drawing/2014/main" id="{119F4CFD-C539-42E1-5D30-9CD396EB95D8}"/>
                  </a:ext>
                </a:extLst>
              </p:cNvPr>
              <p:cNvSpPr/>
              <p:nvPr/>
            </p:nvSpPr>
            <p:spPr>
              <a:xfrm>
                <a:off x="3019062" y="4544164"/>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28" name="Freeform 4427">
                <a:extLst>
                  <a:ext uri="{FF2B5EF4-FFF2-40B4-BE49-F238E27FC236}">
                    <a16:creationId xmlns:a16="http://schemas.microsoft.com/office/drawing/2014/main" id="{FF24ABB3-966A-11C0-19E0-075A89C5F2A0}"/>
                  </a:ext>
                </a:extLst>
              </p:cNvPr>
              <p:cNvSpPr/>
              <p:nvPr/>
            </p:nvSpPr>
            <p:spPr>
              <a:xfrm>
                <a:off x="2985209" y="4992650"/>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29" name="Freeform 4428">
                <a:extLst>
                  <a:ext uri="{FF2B5EF4-FFF2-40B4-BE49-F238E27FC236}">
                    <a16:creationId xmlns:a16="http://schemas.microsoft.com/office/drawing/2014/main" id="{B5AA44EE-42A7-4073-8677-0EE567812BA6}"/>
                  </a:ext>
                </a:extLst>
              </p:cNvPr>
              <p:cNvSpPr/>
              <p:nvPr/>
            </p:nvSpPr>
            <p:spPr>
              <a:xfrm>
                <a:off x="3070905" y="5325230"/>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30" name="Freeform 4429">
                <a:extLst>
                  <a:ext uri="{FF2B5EF4-FFF2-40B4-BE49-F238E27FC236}">
                    <a16:creationId xmlns:a16="http://schemas.microsoft.com/office/drawing/2014/main" id="{68DDE604-7894-A291-6AC4-578C862A5F9B}"/>
                  </a:ext>
                </a:extLst>
              </p:cNvPr>
              <p:cNvSpPr/>
              <p:nvPr/>
            </p:nvSpPr>
            <p:spPr>
              <a:xfrm>
                <a:off x="2961062" y="4662199"/>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31" name="Freeform 4430">
                <a:extLst>
                  <a:ext uri="{FF2B5EF4-FFF2-40B4-BE49-F238E27FC236}">
                    <a16:creationId xmlns:a16="http://schemas.microsoft.com/office/drawing/2014/main" id="{FD57EB39-6F86-ED9D-39A2-AFB9D64A9028}"/>
                  </a:ext>
                </a:extLst>
              </p:cNvPr>
              <p:cNvSpPr/>
              <p:nvPr/>
            </p:nvSpPr>
            <p:spPr>
              <a:xfrm>
                <a:off x="2920583" y="4473438"/>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32" name="Freeform 4431">
                <a:extLst>
                  <a:ext uri="{FF2B5EF4-FFF2-40B4-BE49-F238E27FC236}">
                    <a16:creationId xmlns:a16="http://schemas.microsoft.com/office/drawing/2014/main" id="{230E467C-74FA-8008-9F91-F2BF3ED9133E}"/>
                  </a:ext>
                </a:extLst>
              </p:cNvPr>
              <p:cNvSpPr/>
              <p:nvPr/>
            </p:nvSpPr>
            <p:spPr>
              <a:xfrm>
                <a:off x="3051494" y="5206486"/>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4AED3">
                  <a:alpha val="60000"/>
                </a:srgbClr>
              </a:solidFill>
              <a:ln w="9506" cap="flat">
                <a:noFill/>
                <a:prstDash val="solid"/>
                <a:miter/>
              </a:ln>
            </p:spPr>
            <p:txBody>
              <a:bodyPr rtlCol="0" anchor="ctr"/>
              <a:lstStyle/>
              <a:p>
                <a:endParaRPr lang="en-US"/>
              </a:p>
            </p:txBody>
          </p:sp>
          <p:sp>
            <p:nvSpPr>
              <p:cNvPr id="4433" name="Freeform 4432">
                <a:extLst>
                  <a:ext uri="{FF2B5EF4-FFF2-40B4-BE49-F238E27FC236}">
                    <a16:creationId xmlns:a16="http://schemas.microsoft.com/office/drawing/2014/main" id="{18CA8E0D-47A9-F776-40AA-E3011F416021}"/>
                  </a:ext>
                </a:extLst>
              </p:cNvPr>
              <p:cNvSpPr/>
              <p:nvPr/>
            </p:nvSpPr>
            <p:spPr>
              <a:xfrm>
                <a:off x="3193295" y="4592418"/>
                <a:ext cx="111973" cy="675566"/>
              </a:xfrm>
              <a:custGeom>
                <a:avLst/>
                <a:gdLst>
                  <a:gd name="connsiteX0" fmla="*/ 0 w 44994"/>
                  <a:gd name="connsiteY0" fmla="*/ 0 h 271463"/>
                  <a:gd name="connsiteX1" fmla="*/ 44994 w 44994"/>
                  <a:gd name="connsiteY1" fmla="*/ 0 h 271463"/>
                  <a:gd name="connsiteX2" fmla="*/ 44994 w 44994"/>
                  <a:gd name="connsiteY2" fmla="*/ 271464 h 271463"/>
                  <a:gd name="connsiteX3" fmla="*/ 0 w 44994"/>
                  <a:gd name="connsiteY3" fmla="*/ 271464 h 271463"/>
                </a:gdLst>
                <a:ahLst/>
                <a:cxnLst>
                  <a:cxn ang="0">
                    <a:pos x="connsiteX0" y="connsiteY0"/>
                  </a:cxn>
                  <a:cxn ang="0">
                    <a:pos x="connsiteX1" y="connsiteY1"/>
                  </a:cxn>
                  <a:cxn ang="0">
                    <a:pos x="connsiteX2" y="connsiteY2"/>
                  </a:cxn>
                  <a:cxn ang="0">
                    <a:pos x="connsiteX3" y="connsiteY3"/>
                  </a:cxn>
                </a:cxnLst>
                <a:rect l="l" t="t" r="r" b="b"/>
                <a:pathLst>
                  <a:path w="44994" h="271463">
                    <a:moveTo>
                      <a:pt x="0" y="0"/>
                    </a:moveTo>
                    <a:lnTo>
                      <a:pt x="44994" y="0"/>
                    </a:lnTo>
                    <a:lnTo>
                      <a:pt x="44994" y="271464"/>
                    </a:lnTo>
                    <a:lnTo>
                      <a:pt x="0" y="271464"/>
                    </a:lnTo>
                    <a:close/>
                  </a:path>
                </a:pathLst>
              </a:custGeom>
              <a:solidFill>
                <a:srgbClr val="B4AED3"/>
              </a:solidFill>
              <a:ln w="9506" cap="flat">
                <a:noFill/>
                <a:prstDash val="solid"/>
                <a:miter/>
              </a:ln>
            </p:spPr>
            <p:txBody>
              <a:bodyPr rtlCol="0" anchor="ctr"/>
              <a:lstStyle/>
              <a:p>
                <a:endParaRPr lang="en-US"/>
              </a:p>
            </p:txBody>
          </p:sp>
          <p:sp>
            <p:nvSpPr>
              <p:cNvPr id="4434" name="Freeform 4433">
                <a:extLst>
                  <a:ext uri="{FF2B5EF4-FFF2-40B4-BE49-F238E27FC236}">
                    <a16:creationId xmlns:a16="http://schemas.microsoft.com/office/drawing/2014/main" id="{41F417CA-792F-527C-41DB-9864F520C003}"/>
                  </a:ext>
                </a:extLst>
              </p:cNvPr>
              <p:cNvSpPr/>
              <p:nvPr/>
            </p:nvSpPr>
            <p:spPr>
              <a:xfrm>
                <a:off x="3193295" y="4592418"/>
                <a:ext cx="111973" cy="675566"/>
              </a:xfrm>
              <a:custGeom>
                <a:avLst/>
                <a:gdLst>
                  <a:gd name="connsiteX0" fmla="*/ 0 w 44994"/>
                  <a:gd name="connsiteY0" fmla="*/ 0 h 271463"/>
                  <a:gd name="connsiteX1" fmla="*/ 44994 w 44994"/>
                  <a:gd name="connsiteY1" fmla="*/ 0 h 271463"/>
                  <a:gd name="connsiteX2" fmla="*/ 44994 w 44994"/>
                  <a:gd name="connsiteY2" fmla="*/ 271464 h 271463"/>
                  <a:gd name="connsiteX3" fmla="*/ 0 w 44994"/>
                  <a:gd name="connsiteY3" fmla="*/ 271464 h 271463"/>
                </a:gdLst>
                <a:ahLst/>
                <a:cxnLst>
                  <a:cxn ang="0">
                    <a:pos x="connsiteX0" y="connsiteY0"/>
                  </a:cxn>
                  <a:cxn ang="0">
                    <a:pos x="connsiteX1" y="connsiteY1"/>
                  </a:cxn>
                  <a:cxn ang="0">
                    <a:pos x="connsiteX2" y="connsiteY2"/>
                  </a:cxn>
                  <a:cxn ang="0">
                    <a:pos x="connsiteX3" y="connsiteY3"/>
                  </a:cxn>
                </a:cxnLst>
                <a:rect l="l" t="t" r="r" b="b"/>
                <a:pathLst>
                  <a:path w="44994" h="271463">
                    <a:moveTo>
                      <a:pt x="0" y="0"/>
                    </a:moveTo>
                    <a:lnTo>
                      <a:pt x="44994" y="0"/>
                    </a:lnTo>
                    <a:lnTo>
                      <a:pt x="44994" y="271464"/>
                    </a:lnTo>
                    <a:lnTo>
                      <a:pt x="0" y="271464"/>
                    </a:lnTo>
                    <a:close/>
                  </a:path>
                </a:pathLst>
              </a:custGeom>
              <a:noFill/>
              <a:ln w="4753" cap="flat">
                <a:solidFill>
                  <a:srgbClr val="000000"/>
                </a:solidFill>
                <a:prstDash val="solid"/>
                <a:miter/>
              </a:ln>
            </p:spPr>
            <p:txBody>
              <a:bodyPr rtlCol="0" anchor="ctr"/>
              <a:lstStyle/>
              <a:p>
                <a:endParaRPr lang="en-US"/>
              </a:p>
            </p:txBody>
          </p:sp>
          <p:sp>
            <p:nvSpPr>
              <p:cNvPr id="4435" name="Freeform 4434">
                <a:extLst>
                  <a:ext uri="{FF2B5EF4-FFF2-40B4-BE49-F238E27FC236}">
                    <a16:creationId xmlns:a16="http://schemas.microsoft.com/office/drawing/2014/main" id="{C2BD02C0-5C53-10BC-A18E-C063C13622EF}"/>
                  </a:ext>
                </a:extLst>
              </p:cNvPr>
              <p:cNvSpPr/>
              <p:nvPr/>
            </p:nvSpPr>
            <p:spPr>
              <a:xfrm>
                <a:off x="3193295" y="4952911"/>
                <a:ext cx="111973" cy="23654"/>
              </a:xfrm>
              <a:custGeom>
                <a:avLst/>
                <a:gdLst>
                  <a:gd name="connsiteX0" fmla="*/ 0 w 44994"/>
                  <a:gd name="connsiteY0" fmla="*/ 0 h 9505"/>
                  <a:gd name="connsiteX1" fmla="*/ 44994 w 44994"/>
                  <a:gd name="connsiteY1" fmla="*/ 0 h 9505"/>
                </a:gdLst>
                <a:ahLst/>
                <a:cxnLst>
                  <a:cxn ang="0">
                    <a:pos x="connsiteX0" y="connsiteY0"/>
                  </a:cxn>
                  <a:cxn ang="0">
                    <a:pos x="connsiteX1" y="connsiteY1"/>
                  </a:cxn>
                </a:cxnLst>
                <a:rect l="l" t="t" r="r" b="b"/>
                <a:pathLst>
                  <a:path w="44994" h="9505">
                    <a:moveTo>
                      <a:pt x="0" y="0"/>
                    </a:moveTo>
                    <a:lnTo>
                      <a:pt x="44994" y="0"/>
                    </a:lnTo>
                  </a:path>
                </a:pathLst>
              </a:custGeom>
              <a:ln w="4753" cap="flat">
                <a:solidFill>
                  <a:srgbClr val="000000"/>
                </a:solidFill>
                <a:prstDash val="solid"/>
                <a:round/>
              </a:ln>
            </p:spPr>
            <p:txBody>
              <a:bodyPr rtlCol="0" anchor="ctr"/>
              <a:lstStyle/>
              <a:p>
                <a:endParaRPr lang="en-US"/>
              </a:p>
            </p:txBody>
          </p:sp>
          <p:sp>
            <p:nvSpPr>
              <p:cNvPr id="4436" name="Freeform 4435">
                <a:extLst>
                  <a:ext uri="{FF2B5EF4-FFF2-40B4-BE49-F238E27FC236}">
                    <a16:creationId xmlns:a16="http://schemas.microsoft.com/office/drawing/2014/main" id="{F2E6A2B6-B8CF-FF88-3D68-4F41BF967D28}"/>
                  </a:ext>
                </a:extLst>
              </p:cNvPr>
              <p:cNvSpPr/>
              <p:nvPr/>
            </p:nvSpPr>
            <p:spPr>
              <a:xfrm>
                <a:off x="4182593" y="3572916"/>
                <a:ext cx="373322" cy="2493639"/>
              </a:xfrm>
              <a:custGeom>
                <a:avLst/>
                <a:gdLst>
                  <a:gd name="connsiteX0" fmla="*/ 38145 w 150012"/>
                  <a:gd name="connsiteY0" fmla="*/ 901267 h 1002020"/>
                  <a:gd name="connsiteX1" fmla="*/ 38811 w 150012"/>
                  <a:gd name="connsiteY1" fmla="*/ 887960 h 1002020"/>
                  <a:gd name="connsiteX2" fmla="*/ 39667 w 150012"/>
                  <a:gd name="connsiteY2" fmla="*/ 874748 h 1002020"/>
                  <a:gd name="connsiteX3" fmla="*/ 40904 w 150012"/>
                  <a:gd name="connsiteY3" fmla="*/ 861441 h 1002020"/>
                  <a:gd name="connsiteX4" fmla="*/ 42426 w 150012"/>
                  <a:gd name="connsiteY4" fmla="*/ 848229 h 1002020"/>
                  <a:gd name="connsiteX5" fmla="*/ 44329 w 150012"/>
                  <a:gd name="connsiteY5" fmla="*/ 834922 h 1002020"/>
                  <a:gd name="connsiteX6" fmla="*/ 46611 w 150012"/>
                  <a:gd name="connsiteY6" fmla="*/ 821710 h 1002020"/>
                  <a:gd name="connsiteX7" fmla="*/ 49275 w 150012"/>
                  <a:gd name="connsiteY7" fmla="*/ 808498 h 1002020"/>
                  <a:gd name="connsiteX8" fmla="*/ 52224 w 150012"/>
                  <a:gd name="connsiteY8" fmla="*/ 795191 h 1002020"/>
                  <a:gd name="connsiteX9" fmla="*/ 55553 w 150012"/>
                  <a:gd name="connsiteY9" fmla="*/ 781979 h 1002020"/>
                  <a:gd name="connsiteX10" fmla="*/ 59073 w 150012"/>
                  <a:gd name="connsiteY10" fmla="*/ 768672 h 1002020"/>
                  <a:gd name="connsiteX11" fmla="*/ 62878 w 150012"/>
                  <a:gd name="connsiteY11" fmla="*/ 755460 h 1002020"/>
                  <a:gd name="connsiteX12" fmla="*/ 66968 w 150012"/>
                  <a:gd name="connsiteY12" fmla="*/ 742153 h 1002020"/>
                  <a:gd name="connsiteX13" fmla="*/ 71154 w 150012"/>
                  <a:gd name="connsiteY13" fmla="*/ 728941 h 1002020"/>
                  <a:gd name="connsiteX14" fmla="*/ 75530 w 150012"/>
                  <a:gd name="connsiteY14" fmla="*/ 715729 h 1002020"/>
                  <a:gd name="connsiteX15" fmla="*/ 80096 w 150012"/>
                  <a:gd name="connsiteY15" fmla="*/ 702422 h 1002020"/>
                  <a:gd name="connsiteX16" fmla="*/ 84852 w 150012"/>
                  <a:gd name="connsiteY16" fmla="*/ 689210 h 1002020"/>
                  <a:gd name="connsiteX17" fmla="*/ 89798 w 150012"/>
                  <a:gd name="connsiteY17" fmla="*/ 675903 h 1002020"/>
                  <a:gd name="connsiteX18" fmla="*/ 94745 w 150012"/>
                  <a:gd name="connsiteY18" fmla="*/ 662691 h 1002020"/>
                  <a:gd name="connsiteX19" fmla="*/ 99977 w 150012"/>
                  <a:gd name="connsiteY19" fmla="*/ 649384 h 1002020"/>
                  <a:gd name="connsiteX20" fmla="*/ 105209 w 150012"/>
                  <a:gd name="connsiteY20" fmla="*/ 636172 h 1002020"/>
                  <a:gd name="connsiteX21" fmla="*/ 110536 w 150012"/>
                  <a:gd name="connsiteY21" fmla="*/ 622960 h 1002020"/>
                  <a:gd name="connsiteX22" fmla="*/ 115958 w 150012"/>
                  <a:gd name="connsiteY22" fmla="*/ 609653 h 1002020"/>
                  <a:gd name="connsiteX23" fmla="*/ 121190 w 150012"/>
                  <a:gd name="connsiteY23" fmla="*/ 596441 h 1002020"/>
                  <a:gd name="connsiteX24" fmla="*/ 126327 w 150012"/>
                  <a:gd name="connsiteY24" fmla="*/ 583134 h 1002020"/>
                  <a:gd name="connsiteX25" fmla="*/ 131273 w 150012"/>
                  <a:gd name="connsiteY25" fmla="*/ 569922 h 1002020"/>
                  <a:gd name="connsiteX26" fmla="*/ 135839 w 150012"/>
                  <a:gd name="connsiteY26" fmla="*/ 556615 h 1002020"/>
                  <a:gd name="connsiteX27" fmla="*/ 139930 w 150012"/>
                  <a:gd name="connsiteY27" fmla="*/ 543403 h 1002020"/>
                  <a:gd name="connsiteX28" fmla="*/ 143449 w 150012"/>
                  <a:gd name="connsiteY28" fmla="*/ 530096 h 1002020"/>
                  <a:gd name="connsiteX29" fmla="*/ 146303 w 150012"/>
                  <a:gd name="connsiteY29" fmla="*/ 516884 h 1002020"/>
                  <a:gd name="connsiteX30" fmla="*/ 148396 w 150012"/>
                  <a:gd name="connsiteY30" fmla="*/ 503672 h 1002020"/>
                  <a:gd name="connsiteX31" fmla="*/ 149727 w 150012"/>
                  <a:gd name="connsiteY31" fmla="*/ 490365 h 1002020"/>
                  <a:gd name="connsiteX32" fmla="*/ 150013 w 150012"/>
                  <a:gd name="connsiteY32" fmla="*/ 477153 h 1002020"/>
                  <a:gd name="connsiteX33" fmla="*/ 149442 w 150012"/>
                  <a:gd name="connsiteY33" fmla="*/ 463846 h 1002020"/>
                  <a:gd name="connsiteX34" fmla="*/ 147825 w 150012"/>
                  <a:gd name="connsiteY34" fmla="*/ 450634 h 1002020"/>
                  <a:gd name="connsiteX35" fmla="*/ 145162 w 150012"/>
                  <a:gd name="connsiteY35" fmla="*/ 437327 h 1002020"/>
                  <a:gd name="connsiteX36" fmla="*/ 141642 w 150012"/>
                  <a:gd name="connsiteY36" fmla="*/ 424114 h 1002020"/>
                  <a:gd name="connsiteX37" fmla="*/ 137076 w 150012"/>
                  <a:gd name="connsiteY37" fmla="*/ 410903 h 1002020"/>
                  <a:gd name="connsiteX38" fmla="*/ 131558 w 150012"/>
                  <a:gd name="connsiteY38" fmla="*/ 397596 h 1002020"/>
                  <a:gd name="connsiteX39" fmla="*/ 125375 w 150012"/>
                  <a:gd name="connsiteY39" fmla="*/ 384383 h 1002020"/>
                  <a:gd name="connsiteX40" fmla="*/ 118336 w 150012"/>
                  <a:gd name="connsiteY40" fmla="*/ 371076 h 1002020"/>
                  <a:gd name="connsiteX41" fmla="*/ 110821 w 150012"/>
                  <a:gd name="connsiteY41" fmla="*/ 357864 h 1002020"/>
                  <a:gd name="connsiteX42" fmla="*/ 102735 w 150012"/>
                  <a:gd name="connsiteY42" fmla="*/ 344557 h 1002020"/>
                  <a:gd name="connsiteX43" fmla="*/ 94460 w 150012"/>
                  <a:gd name="connsiteY43" fmla="*/ 331345 h 1002020"/>
                  <a:gd name="connsiteX44" fmla="*/ 85898 w 150012"/>
                  <a:gd name="connsiteY44" fmla="*/ 318038 h 1002020"/>
                  <a:gd name="connsiteX45" fmla="*/ 77432 w 150012"/>
                  <a:gd name="connsiteY45" fmla="*/ 304826 h 1002020"/>
                  <a:gd name="connsiteX46" fmla="*/ 68966 w 150012"/>
                  <a:gd name="connsiteY46" fmla="*/ 291614 h 1002020"/>
                  <a:gd name="connsiteX47" fmla="*/ 60880 w 150012"/>
                  <a:gd name="connsiteY47" fmla="*/ 278307 h 1002020"/>
                  <a:gd name="connsiteX48" fmla="*/ 53080 w 150012"/>
                  <a:gd name="connsiteY48" fmla="*/ 265095 h 1002020"/>
                  <a:gd name="connsiteX49" fmla="*/ 45755 w 150012"/>
                  <a:gd name="connsiteY49" fmla="*/ 251788 h 1002020"/>
                  <a:gd name="connsiteX50" fmla="*/ 39002 w 150012"/>
                  <a:gd name="connsiteY50" fmla="*/ 238576 h 1002020"/>
                  <a:gd name="connsiteX51" fmla="*/ 32818 w 150012"/>
                  <a:gd name="connsiteY51" fmla="*/ 225269 h 1002020"/>
                  <a:gd name="connsiteX52" fmla="*/ 27301 w 150012"/>
                  <a:gd name="connsiteY52" fmla="*/ 212057 h 1002020"/>
                  <a:gd name="connsiteX53" fmla="*/ 22449 w 150012"/>
                  <a:gd name="connsiteY53" fmla="*/ 198845 h 1002020"/>
                  <a:gd name="connsiteX54" fmla="*/ 18169 w 150012"/>
                  <a:gd name="connsiteY54" fmla="*/ 185538 h 1002020"/>
                  <a:gd name="connsiteX55" fmla="*/ 14554 w 150012"/>
                  <a:gd name="connsiteY55" fmla="*/ 172326 h 1002020"/>
                  <a:gd name="connsiteX56" fmla="*/ 11510 w 150012"/>
                  <a:gd name="connsiteY56" fmla="*/ 159019 h 1002020"/>
                  <a:gd name="connsiteX57" fmla="*/ 8942 w 150012"/>
                  <a:gd name="connsiteY57" fmla="*/ 145807 h 1002020"/>
                  <a:gd name="connsiteX58" fmla="*/ 6849 w 150012"/>
                  <a:gd name="connsiteY58" fmla="*/ 132500 h 1002020"/>
                  <a:gd name="connsiteX59" fmla="*/ 5232 w 150012"/>
                  <a:gd name="connsiteY59" fmla="*/ 119288 h 1002020"/>
                  <a:gd name="connsiteX60" fmla="*/ 3900 w 150012"/>
                  <a:gd name="connsiteY60" fmla="*/ 105981 h 1002020"/>
                  <a:gd name="connsiteX61" fmla="*/ 2854 w 150012"/>
                  <a:gd name="connsiteY61" fmla="*/ 92769 h 1002020"/>
                  <a:gd name="connsiteX62" fmla="*/ 2093 w 150012"/>
                  <a:gd name="connsiteY62" fmla="*/ 79557 h 1002020"/>
                  <a:gd name="connsiteX63" fmla="*/ 1522 w 150012"/>
                  <a:gd name="connsiteY63" fmla="*/ 66250 h 1002020"/>
                  <a:gd name="connsiteX64" fmla="*/ 1046 w 150012"/>
                  <a:gd name="connsiteY64" fmla="*/ 53038 h 1002020"/>
                  <a:gd name="connsiteX65" fmla="*/ 761 w 150012"/>
                  <a:gd name="connsiteY65" fmla="*/ 39731 h 1002020"/>
                  <a:gd name="connsiteX66" fmla="*/ 476 w 150012"/>
                  <a:gd name="connsiteY66" fmla="*/ 26519 h 1002020"/>
                  <a:gd name="connsiteX67" fmla="*/ 381 w 150012"/>
                  <a:gd name="connsiteY67" fmla="*/ 13212 h 1002020"/>
                  <a:gd name="connsiteX68" fmla="*/ 285 w 150012"/>
                  <a:gd name="connsiteY68" fmla="*/ 0 h 1002020"/>
                  <a:gd name="connsiteX69" fmla="*/ 0 w 150012"/>
                  <a:gd name="connsiteY69" fmla="*/ 0 h 1002020"/>
                  <a:gd name="connsiteX70" fmla="*/ 0 w 150012"/>
                  <a:gd name="connsiteY70" fmla="*/ 13212 h 1002020"/>
                  <a:gd name="connsiteX71" fmla="*/ 0 w 150012"/>
                  <a:gd name="connsiteY71" fmla="*/ 26519 h 1002020"/>
                  <a:gd name="connsiteX72" fmla="*/ 0 w 150012"/>
                  <a:gd name="connsiteY72" fmla="*/ 39731 h 1002020"/>
                  <a:gd name="connsiteX73" fmla="*/ 0 w 150012"/>
                  <a:gd name="connsiteY73" fmla="*/ 53038 h 1002020"/>
                  <a:gd name="connsiteX74" fmla="*/ 0 w 150012"/>
                  <a:gd name="connsiteY74" fmla="*/ 66250 h 1002020"/>
                  <a:gd name="connsiteX75" fmla="*/ 0 w 150012"/>
                  <a:gd name="connsiteY75" fmla="*/ 79557 h 1002020"/>
                  <a:gd name="connsiteX76" fmla="*/ 0 w 150012"/>
                  <a:gd name="connsiteY76" fmla="*/ 92769 h 1002020"/>
                  <a:gd name="connsiteX77" fmla="*/ 0 w 150012"/>
                  <a:gd name="connsiteY77" fmla="*/ 105981 h 1002020"/>
                  <a:gd name="connsiteX78" fmla="*/ 0 w 150012"/>
                  <a:gd name="connsiteY78" fmla="*/ 119288 h 1002020"/>
                  <a:gd name="connsiteX79" fmla="*/ 0 w 150012"/>
                  <a:gd name="connsiteY79" fmla="*/ 132500 h 1002020"/>
                  <a:gd name="connsiteX80" fmla="*/ 0 w 150012"/>
                  <a:gd name="connsiteY80" fmla="*/ 145807 h 1002020"/>
                  <a:gd name="connsiteX81" fmla="*/ 0 w 150012"/>
                  <a:gd name="connsiteY81" fmla="*/ 159019 h 1002020"/>
                  <a:gd name="connsiteX82" fmla="*/ 0 w 150012"/>
                  <a:gd name="connsiteY82" fmla="*/ 172326 h 1002020"/>
                  <a:gd name="connsiteX83" fmla="*/ 0 w 150012"/>
                  <a:gd name="connsiteY83" fmla="*/ 185538 h 1002020"/>
                  <a:gd name="connsiteX84" fmla="*/ 0 w 150012"/>
                  <a:gd name="connsiteY84" fmla="*/ 198845 h 1002020"/>
                  <a:gd name="connsiteX85" fmla="*/ 0 w 150012"/>
                  <a:gd name="connsiteY85" fmla="*/ 212057 h 1002020"/>
                  <a:gd name="connsiteX86" fmla="*/ 0 w 150012"/>
                  <a:gd name="connsiteY86" fmla="*/ 225269 h 1002020"/>
                  <a:gd name="connsiteX87" fmla="*/ 0 w 150012"/>
                  <a:gd name="connsiteY87" fmla="*/ 238576 h 1002020"/>
                  <a:gd name="connsiteX88" fmla="*/ 0 w 150012"/>
                  <a:gd name="connsiteY88" fmla="*/ 251788 h 1002020"/>
                  <a:gd name="connsiteX89" fmla="*/ 0 w 150012"/>
                  <a:gd name="connsiteY89" fmla="*/ 265095 h 1002020"/>
                  <a:gd name="connsiteX90" fmla="*/ 0 w 150012"/>
                  <a:gd name="connsiteY90" fmla="*/ 278307 h 1002020"/>
                  <a:gd name="connsiteX91" fmla="*/ 0 w 150012"/>
                  <a:gd name="connsiteY91" fmla="*/ 291614 h 1002020"/>
                  <a:gd name="connsiteX92" fmla="*/ 0 w 150012"/>
                  <a:gd name="connsiteY92" fmla="*/ 304826 h 1002020"/>
                  <a:gd name="connsiteX93" fmla="*/ 0 w 150012"/>
                  <a:gd name="connsiteY93" fmla="*/ 318038 h 1002020"/>
                  <a:gd name="connsiteX94" fmla="*/ 0 w 150012"/>
                  <a:gd name="connsiteY94" fmla="*/ 331345 h 1002020"/>
                  <a:gd name="connsiteX95" fmla="*/ 0 w 150012"/>
                  <a:gd name="connsiteY95" fmla="*/ 344557 h 1002020"/>
                  <a:gd name="connsiteX96" fmla="*/ 0 w 150012"/>
                  <a:gd name="connsiteY96" fmla="*/ 357864 h 1002020"/>
                  <a:gd name="connsiteX97" fmla="*/ 0 w 150012"/>
                  <a:gd name="connsiteY97" fmla="*/ 371076 h 1002020"/>
                  <a:gd name="connsiteX98" fmla="*/ 0 w 150012"/>
                  <a:gd name="connsiteY98" fmla="*/ 384383 h 1002020"/>
                  <a:gd name="connsiteX99" fmla="*/ 0 w 150012"/>
                  <a:gd name="connsiteY99" fmla="*/ 397596 h 1002020"/>
                  <a:gd name="connsiteX100" fmla="*/ 0 w 150012"/>
                  <a:gd name="connsiteY100" fmla="*/ 410903 h 1002020"/>
                  <a:gd name="connsiteX101" fmla="*/ 0 w 150012"/>
                  <a:gd name="connsiteY101" fmla="*/ 424114 h 1002020"/>
                  <a:gd name="connsiteX102" fmla="*/ 0 w 150012"/>
                  <a:gd name="connsiteY102" fmla="*/ 437327 h 1002020"/>
                  <a:gd name="connsiteX103" fmla="*/ 0 w 150012"/>
                  <a:gd name="connsiteY103" fmla="*/ 450634 h 1002020"/>
                  <a:gd name="connsiteX104" fmla="*/ 0 w 150012"/>
                  <a:gd name="connsiteY104" fmla="*/ 463846 h 1002020"/>
                  <a:gd name="connsiteX105" fmla="*/ 0 w 150012"/>
                  <a:gd name="connsiteY105" fmla="*/ 477153 h 1002020"/>
                  <a:gd name="connsiteX106" fmla="*/ 0 w 150012"/>
                  <a:gd name="connsiteY106" fmla="*/ 490365 h 1002020"/>
                  <a:gd name="connsiteX107" fmla="*/ 0 w 150012"/>
                  <a:gd name="connsiteY107" fmla="*/ 503672 h 1002020"/>
                  <a:gd name="connsiteX108" fmla="*/ 0 w 150012"/>
                  <a:gd name="connsiteY108" fmla="*/ 516884 h 1002020"/>
                  <a:gd name="connsiteX109" fmla="*/ 0 w 150012"/>
                  <a:gd name="connsiteY109" fmla="*/ 530096 h 1002020"/>
                  <a:gd name="connsiteX110" fmla="*/ 0 w 150012"/>
                  <a:gd name="connsiteY110" fmla="*/ 543403 h 1002020"/>
                  <a:gd name="connsiteX111" fmla="*/ 0 w 150012"/>
                  <a:gd name="connsiteY111" fmla="*/ 556615 h 1002020"/>
                  <a:gd name="connsiteX112" fmla="*/ 0 w 150012"/>
                  <a:gd name="connsiteY112" fmla="*/ 569922 h 1002020"/>
                  <a:gd name="connsiteX113" fmla="*/ 0 w 150012"/>
                  <a:gd name="connsiteY113" fmla="*/ 583134 h 1002020"/>
                  <a:gd name="connsiteX114" fmla="*/ 0 w 150012"/>
                  <a:gd name="connsiteY114" fmla="*/ 596441 h 1002020"/>
                  <a:gd name="connsiteX115" fmla="*/ 0 w 150012"/>
                  <a:gd name="connsiteY115" fmla="*/ 609653 h 1002020"/>
                  <a:gd name="connsiteX116" fmla="*/ 0 w 150012"/>
                  <a:gd name="connsiteY116" fmla="*/ 622960 h 1002020"/>
                  <a:gd name="connsiteX117" fmla="*/ 0 w 150012"/>
                  <a:gd name="connsiteY117" fmla="*/ 636172 h 1002020"/>
                  <a:gd name="connsiteX118" fmla="*/ 0 w 150012"/>
                  <a:gd name="connsiteY118" fmla="*/ 649384 h 1002020"/>
                  <a:gd name="connsiteX119" fmla="*/ 0 w 150012"/>
                  <a:gd name="connsiteY119" fmla="*/ 662691 h 1002020"/>
                  <a:gd name="connsiteX120" fmla="*/ 0 w 150012"/>
                  <a:gd name="connsiteY120" fmla="*/ 675903 h 1002020"/>
                  <a:gd name="connsiteX121" fmla="*/ 0 w 150012"/>
                  <a:gd name="connsiteY121" fmla="*/ 689210 h 1002020"/>
                  <a:gd name="connsiteX122" fmla="*/ 0 w 150012"/>
                  <a:gd name="connsiteY122" fmla="*/ 702422 h 1002020"/>
                  <a:gd name="connsiteX123" fmla="*/ 0 w 150012"/>
                  <a:gd name="connsiteY123" fmla="*/ 715729 h 1002020"/>
                  <a:gd name="connsiteX124" fmla="*/ 0 w 150012"/>
                  <a:gd name="connsiteY124" fmla="*/ 728941 h 1002020"/>
                  <a:gd name="connsiteX125" fmla="*/ 0 w 150012"/>
                  <a:gd name="connsiteY125" fmla="*/ 742153 h 1002020"/>
                  <a:gd name="connsiteX126" fmla="*/ 0 w 150012"/>
                  <a:gd name="connsiteY126" fmla="*/ 755460 h 1002020"/>
                  <a:gd name="connsiteX127" fmla="*/ 0 w 150012"/>
                  <a:gd name="connsiteY127" fmla="*/ 768672 h 1002020"/>
                  <a:gd name="connsiteX128" fmla="*/ 0 w 150012"/>
                  <a:gd name="connsiteY128" fmla="*/ 781979 h 1002020"/>
                  <a:gd name="connsiteX129" fmla="*/ 0 w 150012"/>
                  <a:gd name="connsiteY129" fmla="*/ 795191 h 1002020"/>
                  <a:gd name="connsiteX130" fmla="*/ 0 w 150012"/>
                  <a:gd name="connsiteY130" fmla="*/ 808498 h 1002020"/>
                  <a:gd name="connsiteX131" fmla="*/ 0 w 150012"/>
                  <a:gd name="connsiteY131" fmla="*/ 821710 h 1002020"/>
                  <a:gd name="connsiteX132" fmla="*/ 0 w 150012"/>
                  <a:gd name="connsiteY132" fmla="*/ 834922 h 1002020"/>
                  <a:gd name="connsiteX133" fmla="*/ 0 w 150012"/>
                  <a:gd name="connsiteY133" fmla="*/ 848229 h 1002020"/>
                  <a:gd name="connsiteX134" fmla="*/ 0 w 150012"/>
                  <a:gd name="connsiteY134" fmla="*/ 861441 h 1002020"/>
                  <a:gd name="connsiteX135" fmla="*/ 0 w 150012"/>
                  <a:gd name="connsiteY135" fmla="*/ 874748 h 1002020"/>
                  <a:gd name="connsiteX136" fmla="*/ 0 w 150012"/>
                  <a:gd name="connsiteY136" fmla="*/ 887960 h 1002020"/>
                  <a:gd name="connsiteX137" fmla="*/ 0 w 150012"/>
                  <a:gd name="connsiteY137" fmla="*/ 901267 h 1002020"/>
                  <a:gd name="connsiteX138" fmla="*/ 0 w 150012"/>
                  <a:gd name="connsiteY138" fmla="*/ 914479 h 1002020"/>
                  <a:gd name="connsiteX139" fmla="*/ 0 w 150012"/>
                  <a:gd name="connsiteY139" fmla="*/ 927786 h 1002020"/>
                  <a:gd name="connsiteX140" fmla="*/ 0 w 150012"/>
                  <a:gd name="connsiteY140" fmla="*/ 940998 h 1002020"/>
                  <a:gd name="connsiteX141" fmla="*/ 0 w 150012"/>
                  <a:gd name="connsiteY141" fmla="*/ 954210 h 1002020"/>
                  <a:gd name="connsiteX142" fmla="*/ 0 w 150012"/>
                  <a:gd name="connsiteY142" fmla="*/ 967517 h 1002020"/>
                  <a:gd name="connsiteX143" fmla="*/ 0 w 150012"/>
                  <a:gd name="connsiteY143" fmla="*/ 980729 h 1002020"/>
                  <a:gd name="connsiteX144" fmla="*/ 0 w 150012"/>
                  <a:gd name="connsiteY144" fmla="*/ 994036 h 1002020"/>
                  <a:gd name="connsiteX145" fmla="*/ 0 w 150012"/>
                  <a:gd name="connsiteY145" fmla="*/ 1002021 h 1002020"/>
                  <a:gd name="connsiteX146" fmla="*/ 19786 w 150012"/>
                  <a:gd name="connsiteY146" fmla="*/ 1002021 h 1002020"/>
                  <a:gd name="connsiteX147" fmla="*/ 33389 w 150012"/>
                  <a:gd name="connsiteY147" fmla="*/ 1002021 h 1002020"/>
                  <a:gd name="connsiteX148" fmla="*/ 34150 w 150012"/>
                  <a:gd name="connsiteY148" fmla="*/ 994036 h 1002020"/>
                  <a:gd name="connsiteX149" fmla="*/ 35196 w 150012"/>
                  <a:gd name="connsiteY149" fmla="*/ 980729 h 1002020"/>
                  <a:gd name="connsiteX150" fmla="*/ 35957 w 150012"/>
                  <a:gd name="connsiteY150" fmla="*/ 967517 h 1002020"/>
                  <a:gd name="connsiteX151" fmla="*/ 36528 w 150012"/>
                  <a:gd name="connsiteY151" fmla="*/ 954210 h 1002020"/>
                  <a:gd name="connsiteX152" fmla="*/ 37004 w 150012"/>
                  <a:gd name="connsiteY152" fmla="*/ 940998 h 1002020"/>
                  <a:gd name="connsiteX153" fmla="*/ 37384 w 150012"/>
                  <a:gd name="connsiteY153" fmla="*/ 927786 h 1002020"/>
                  <a:gd name="connsiteX154" fmla="*/ 37670 w 150012"/>
                  <a:gd name="connsiteY154" fmla="*/ 914479 h 1002020"/>
                  <a:gd name="connsiteX155" fmla="*/ 38145 w 150012"/>
                  <a:gd name="connsiteY155" fmla="*/ 901267 h 100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Lst>
                <a:rect l="l" t="t" r="r" b="b"/>
                <a:pathLst>
                  <a:path w="150012" h="1002020">
                    <a:moveTo>
                      <a:pt x="38145" y="901267"/>
                    </a:moveTo>
                    <a:lnTo>
                      <a:pt x="38811" y="887960"/>
                    </a:lnTo>
                    <a:lnTo>
                      <a:pt x="39667" y="874748"/>
                    </a:lnTo>
                    <a:lnTo>
                      <a:pt x="40904" y="861441"/>
                    </a:lnTo>
                    <a:lnTo>
                      <a:pt x="42426" y="848229"/>
                    </a:lnTo>
                    <a:lnTo>
                      <a:pt x="44329" y="834922"/>
                    </a:lnTo>
                    <a:lnTo>
                      <a:pt x="46611" y="821710"/>
                    </a:lnTo>
                    <a:lnTo>
                      <a:pt x="49275" y="808498"/>
                    </a:lnTo>
                    <a:lnTo>
                      <a:pt x="52224" y="795191"/>
                    </a:lnTo>
                    <a:lnTo>
                      <a:pt x="55553" y="781979"/>
                    </a:lnTo>
                    <a:lnTo>
                      <a:pt x="59073" y="768672"/>
                    </a:lnTo>
                    <a:lnTo>
                      <a:pt x="62878" y="755460"/>
                    </a:lnTo>
                    <a:lnTo>
                      <a:pt x="66968" y="742153"/>
                    </a:lnTo>
                    <a:lnTo>
                      <a:pt x="71154" y="728941"/>
                    </a:lnTo>
                    <a:lnTo>
                      <a:pt x="75530" y="715729"/>
                    </a:lnTo>
                    <a:lnTo>
                      <a:pt x="80096" y="702422"/>
                    </a:lnTo>
                    <a:lnTo>
                      <a:pt x="84852" y="689210"/>
                    </a:lnTo>
                    <a:lnTo>
                      <a:pt x="89798" y="675903"/>
                    </a:lnTo>
                    <a:lnTo>
                      <a:pt x="94745" y="662691"/>
                    </a:lnTo>
                    <a:lnTo>
                      <a:pt x="99977" y="649384"/>
                    </a:lnTo>
                    <a:lnTo>
                      <a:pt x="105209" y="636172"/>
                    </a:lnTo>
                    <a:lnTo>
                      <a:pt x="110536" y="622960"/>
                    </a:lnTo>
                    <a:lnTo>
                      <a:pt x="115958" y="609653"/>
                    </a:lnTo>
                    <a:lnTo>
                      <a:pt x="121190" y="596441"/>
                    </a:lnTo>
                    <a:lnTo>
                      <a:pt x="126327" y="583134"/>
                    </a:lnTo>
                    <a:lnTo>
                      <a:pt x="131273" y="569922"/>
                    </a:lnTo>
                    <a:lnTo>
                      <a:pt x="135839" y="556615"/>
                    </a:lnTo>
                    <a:lnTo>
                      <a:pt x="139930" y="543403"/>
                    </a:lnTo>
                    <a:lnTo>
                      <a:pt x="143449" y="530096"/>
                    </a:lnTo>
                    <a:lnTo>
                      <a:pt x="146303" y="516884"/>
                    </a:lnTo>
                    <a:lnTo>
                      <a:pt x="148396" y="503672"/>
                    </a:lnTo>
                    <a:lnTo>
                      <a:pt x="149727" y="490365"/>
                    </a:lnTo>
                    <a:lnTo>
                      <a:pt x="150013" y="477153"/>
                    </a:lnTo>
                    <a:lnTo>
                      <a:pt x="149442" y="463846"/>
                    </a:lnTo>
                    <a:lnTo>
                      <a:pt x="147825" y="450634"/>
                    </a:lnTo>
                    <a:lnTo>
                      <a:pt x="145162" y="437327"/>
                    </a:lnTo>
                    <a:lnTo>
                      <a:pt x="141642" y="424114"/>
                    </a:lnTo>
                    <a:lnTo>
                      <a:pt x="137076" y="410903"/>
                    </a:lnTo>
                    <a:lnTo>
                      <a:pt x="131558" y="397596"/>
                    </a:lnTo>
                    <a:lnTo>
                      <a:pt x="125375" y="384383"/>
                    </a:lnTo>
                    <a:lnTo>
                      <a:pt x="118336" y="371076"/>
                    </a:lnTo>
                    <a:lnTo>
                      <a:pt x="110821" y="357864"/>
                    </a:lnTo>
                    <a:lnTo>
                      <a:pt x="102735" y="344557"/>
                    </a:lnTo>
                    <a:lnTo>
                      <a:pt x="94460" y="331345"/>
                    </a:lnTo>
                    <a:lnTo>
                      <a:pt x="85898" y="318038"/>
                    </a:lnTo>
                    <a:lnTo>
                      <a:pt x="77432" y="304826"/>
                    </a:lnTo>
                    <a:lnTo>
                      <a:pt x="68966" y="291614"/>
                    </a:lnTo>
                    <a:lnTo>
                      <a:pt x="60880" y="278307"/>
                    </a:lnTo>
                    <a:lnTo>
                      <a:pt x="53080" y="265095"/>
                    </a:lnTo>
                    <a:lnTo>
                      <a:pt x="45755" y="251788"/>
                    </a:lnTo>
                    <a:lnTo>
                      <a:pt x="39002" y="238576"/>
                    </a:lnTo>
                    <a:lnTo>
                      <a:pt x="32818" y="225269"/>
                    </a:lnTo>
                    <a:lnTo>
                      <a:pt x="27301" y="212057"/>
                    </a:lnTo>
                    <a:lnTo>
                      <a:pt x="22449" y="198845"/>
                    </a:lnTo>
                    <a:lnTo>
                      <a:pt x="18169" y="185538"/>
                    </a:lnTo>
                    <a:lnTo>
                      <a:pt x="14554" y="172326"/>
                    </a:lnTo>
                    <a:lnTo>
                      <a:pt x="11510" y="159019"/>
                    </a:lnTo>
                    <a:lnTo>
                      <a:pt x="8942" y="145807"/>
                    </a:lnTo>
                    <a:lnTo>
                      <a:pt x="6849" y="132500"/>
                    </a:lnTo>
                    <a:lnTo>
                      <a:pt x="5232" y="119288"/>
                    </a:lnTo>
                    <a:lnTo>
                      <a:pt x="3900" y="105981"/>
                    </a:lnTo>
                    <a:lnTo>
                      <a:pt x="2854" y="92769"/>
                    </a:lnTo>
                    <a:lnTo>
                      <a:pt x="2093" y="79557"/>
                    </a:lnTo>
                    <a:lnTo>
                      <a:pt x="1522" y="66250"/>
                    </a:lnTo>
                    <a:lnTo>
                      <a:pt x="1046" y="53038"/>
                    </a:lnTo>
                    <a:lnTo>
                      <a:pt x="761" y="39731"/>
                    </a:lnTo>
                    <a:lnTo>
                      <a:pt x="476" y="26519"/>
                    </a:lnTo>
                    <a:lnTo>
                      <a:pt x="381" y="13212"/>
                    </a:lnTo>
                    <a:lnTo>
                      <a:pt x="285" y="0"/>
                    </a:lnTo>
                    <a:lnTo>
                      <a:pt x="0" y="0"/>
                    </a:lnTo>
                    <a:lnTo>
                      <a:pt x="0" y="13212"/>
                    </a:lnTo>
                    <a:lnTo>
                      <a:pt x="0" y="26519"/>
                    </a:lnTo>
                    <a:lnTo>
                      <a:pt x="0" y="39731"/>
                    </a:lnTo>
                    <a:lnTo>
                      <a:pt x="0" y="53038"/>
                    </a:lnTo>
                    <a:lnTo>
                      <a:pt x="0" y="66250"/>
                    </a:lnTo>
                    <a:lnTo>
                      <a:pt x="0" y="79557"/>
                    </a:lnTo>
                    <a:lnTo>
                      <a:pt x="0" y="92769"/>
                    </a:lnTo>
                    <a:lnTo>
                      <a:pt x="0" y="105981"/>
                    </a:lnTo>
                    <a:lnTo>
                      <a:pt x="0" y="119288"/>
                    </a:lnTo>
                    <a:lnTo>
                      <a:pt x="0" y="132500"/>
                    </a:lnTo>
                    <a:lnTo>
                      <a:pt x="0" y="145807"/>
                    </a:lnTo>
                    <a:lnTo>
                      <a:pt x="0" y="159019"/>
                    </a:lnTo>
                    <a:lnTo>
                      <a:pt x="0" y="172326"/>
                    </a:lnTo>
                    <a:lnTo>
                      <a:pt x="0" y="185538"/>
                    </a:lnTo>
                    <a:lnTo>
                      <a:pt x="0" y="198845"/>
                    </a:lnTo>
                    <a:lnTo>
                      <a:pt x="0" y="212057"/>
                    </a:lnTo>
                    <a:lnTo>
                      <a:pt x="0" y="225269"/>
                    </a:lnTo>
                    <a:lnTo>
                      <a:pt x="0" y="238576"/>
                    </a:lnTo>
                    <a:lnTo>
                      <a:pt x="0" y="251788"/>
                    </a:lnTo>
                    <a:lnTo>
                      <a:pt x="0" y="265095"/>
                    </a:lnTo>
                    <a:lnTo>
                      <a:pt x="0" y="278307"/>
                    </a:lnTo>
                    <a:lnTo>
                      <a:pt x="0" y="291614"/>
                    </a:lnTo>
                    <a:lnTo>
                      <a:pt x="0" y="304826"/>
                    </a:lnTo>
                    <a:lnTo>
                      <a:pt x="0" y="318038"/>
                    </a:lnTo>
                    <a:lnTo>
                      <a:pt x="0" y="331345"/>
                    </a:lnTo>
                    <a:lnTo>
                      <a:pt x="0" y="344557"/>
                    </a:lnTo>
                    <a:lnTo>
                      <a:pt x="0" y="357864"/>
                    </a:lnTo>
                    <a:lnTo>
                      <a:pt x="0" y="371076"/>
                    </a:lnTo>
                    <a:lnTo>
                      <a:pt x="0" y="384383"/>
                    </a:lnTo>
                    <a:lnTo>
                      <a:pt x="0" y="397596"/>
                    </a:lnTo>
                    <a:lnTo>
                      <a:pt x="0" y="410903"/>
                    </a:lnTo>
                    <a:lnTo>
                      <a:pt x="0" y="424114"/>
                    </a:lnTo>
                    <a:lnTo>
                      <a:pt x="0" y="437327"/>
                    </a:lnTo>
                    <a:lnTo>
                      <a:pt x="0" y="450634"/>
                    </a:lnTo>
                    <a:lnTo>
                      <a:pt x="0" y="463846"/>
                    </a:lnTo>
                    <a:lnTo>
                      <a:pt x="0" y="477153"/>
                    </a:lnTo>
                    <a:lnTo>
                      <a:pt x="0" y="490365"/>
                    </a:lnTo>
                    <a:lnTo>
                      <a:pt x="0" y="503672"/>
                    </a:lnTo>
                    <a:lnTo>
                      <a:pt x="0" y="516884"/>
                    </a:lnTo>
                    <a:lnTo>
                      <a:pt x="0" y="530096"/>
                    </a:lnTo>
                    <a:lnTo>
                      <a:pt x="0" y="543403"/>
                    </a:lnTo>
                    <a:lnTo>
                      <a:pt x="0" y="556615"/>
                    </a:lnTo>
                    <a:lnTo>
                      <a:pt x="0" y="569922"/>
                    </a:lnTo>
                    <a:lnTo>
                      <a:pt x="0" y="583134"/>
                    </a:lnTo>
                    <a:lnTo>
                      <a:pt x="0" y="596441"/>
                    </a:lnTo>
                    <a:lnTo>
                      <a:pt x="0" y="609653"/>
                    </a:lnTo>
                    <a:lnTo>
                      <a:pt x="0" y="622960"/>
                    </a:lnTo>
                    <a:lnTo>
                      <a:pt x="0" y="636172"/>
                    </a:lnTo>
                    <a:lnTo>
                      <a:pt x="0" y="649384"/>
                    </a:lnTo>
                    <a:lnTo>
                      <a:pt x="0" y="662691"/>
                    </a:lnTo>
                    <a:lnTo>
                      <a:pt x="0" y="675903"/>
                    </a:lnTo>
                    <a:lnTo>
                      <a:pt x="0" y="689210"/>
                    </a:lnTo>
                    <a:lnTo>
                      <a:pt x="0" y="702422"/>
                    </a:lnTo>
                    <a:lnTo>
                      <a:pt x="0" y="715729"/>
                    </a:lnTo>
                    <a:lnTo>
                      <a:pt x="0" y="728941"/>
                    </a:lnTo>
                    <a:lnTo>
                      <a:pt x="0" y="742153"/>
                    </a:lnTo>
                    <a:lnTo>
                      <a:pt x="0" y="755460"/>
                    </a:lnTo>
                    <a:lnTo>
                      <a:pt x="0" y="768672"/>
                    </a:lnTo>
                    <a:lnTo>
                      <a:pt x="0" y="781979"/>
                    </a:lnTo>
                    <a:lnTo>
                      <a:pt x="0" y="795191"/>
                    </a:lnTo>
                    <a:lnTo>
                      <a:pt x="0" y="808498"/>
                    </a:lnTo>
                    <a:lnTo>
                      <a:pt x="0" y="821710"/>
                    </a:lnTo>
                    <a:lnTo>
                      <a:pt x="0" y="834922"/>
                    </a:lnTo>
                    <a:lnTo>
                      <a:pt x="0" y="848229"/>
                    </a:lnTo>
                    <a:lnTo>
                      <a:pt x="0" y="861441"/>
                    </a:lnTo>
                    <a:lnTo>
                      <a:pt x="0" y="874748"/>
                    </a:lnTo>
                    <a:lnTo>
                      <a:pt x="0" y="887960"/>
                    </a:lnTo>
                    <a:lnTo>
                      <a:pt x="0" y="901267"/>
                    </a:lnTo>
                    <a:lnTo>
                      <a:pt x="0" y="914479"/>
                    </a:lnTo>
                    <a:lnTo>
                      <a:pt x="0" y="927786"/>
                    </a:lnTo>
                    <a:lnTo>
                      <a:pt x="0" y="940998"/>
                    </a:lnTo>
                    <a:lnTo>
                      <a:pt x="0" y="954210"/>
                    </a:lnTo>
                    <a:lnTo>
                      <a:pt x="0" y="967517"/>
                    </a:lnTo>
                    <a:lnTo>
                      <a:pt x="0" y="980729"/>
                    </a:lnTo>
                    <a:lnTo>
                      <a:pt x="0" y="994036"/>
                    </a:lnTo>
                    <a:lnTo>
                      <a:pt x="0" y="1002021"/>
                    </a:lnTo>
                    <a:lnTo>
                      <a:pt x="19786" y="1002021"/>
                    </a:lnTo>
                    <a:lnTo>
                      <a:pt x="33389" y="1002021"/>
                    </a:lnTo>
                    <a:lnTo>
                      <a:pt x="34150" y="994036"/>
                    </a:lnTo>
                    <a:lnTo>
                      <a:pt x="35196" y="980729"/>
                    </a:lnTo>
                    <a:lnTo>
                      <a:pt x="35957" y="967517"/>
                    </a:lnTo>
                    <a:lnTo>
                      <a:pt x="36528" y="954210"/>
                    </a:lnTo>
                    <a:lnTo>
                      <a:pt x="37004" y="940998"/>
                    </a:lnTo>
                    <a:lnTo>
                      <a:pt x="37384" y="927786"/>
                    </a:lnTo>
                    <a:lnTo>
                      <a:pt x="37670" y="914479"/>
                    </a:lnTo>
                    <a:lnTo>
                      <a:pt x="38145" y="901267"/>
                    </a:lnTo>
                    <a:close/>
                  </a:path>
                </a:pathLst>
              </a:custGeom>
              <a:solidFill>
                <a:srgbClr val="B0E6FF">
                  <a:alpha val="50000"/>
                </a:srgbClr>
              </a:solidFill>
              <a:ln w="9506" cap="flat">
                <a:noFill/>
                <a:prstDash val="solid"/>
                <a:miter/>
              </a:ln>
            </p:spPr>
            <p:txBody>
              <a:bodyPr rtlCol="0" anchor="ctr"/>
              <a:lstStyle/>
              <a:p>
                <a:endParaRPr lang="en-US"/>
              </a:p>
            </p:txBody>
          </p:sp>
          <p:sp>
            <p:nvSpPr>
              <p:cNvPr id="4437" name="Freeform 4436">
                <a:extLst>
                  <a:ext uri="{FF2B5EF4-FFF2-40B4-BE49-F238E27FC236}">
                    <a16:creationId xmlns:a16="http://schemas.microsoft.com/office/drawing/2014/main" id="{4DDB6ED9-C245-B8F6-2124-D000FB59C102}"/>
                  </a:ext>
                </a:extLst>
              </p:cNvPr>
              <p:cNvSpPr/>
              <p:nvPr/>
            </p:nvSpPr>
            <p:spPr>
              <a:xfrm>
                <a:off x="4007175" y="5351487"/>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38" name="Freeform 4437">
                <a:extLst>
                  <a:ext uri="{FF2B5EF4-FFF2-40B4-BE49-F238E27FC236}">
                    <a16:creationId xmlns:a16="http://schemas.microsoft.com/office/drawing/2014/main" id="{7F2A58F9-D7F1-8CA3-9167-E2334E6CA93F}"/>
                  </a:ext>
                </a:extLst>
              </p:cNvPr>
              <p:cNvSpPr/>
              <p:nvPr/>
            </p:nvSpPr>
            <p:spPr>
              <a:xfrm>
                <a:off x="4004097" y="4505845"/>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39" name="Freeform 4438">
                <a:extLst>
                  <a:ext uri="{FF2B5EF4-FFF2-40B4-BE49-F238E27FC236}">
                    <a16:creationId xmlns:a16="http://schemas.microsoft.com/office/drawing/2014/main" id="{874E16F6-1B25-4D2D-9FFA-407D1387533A}"/>
                  </a:ext>
                </a:extLst>
              </p:cNvPr>
              <p:cNvSpPr/>
              <p:nvPr/>
            </p:nvSpPr>
            <p:spPr>
              <a:xfrm>
                <a:off x="4009542" y="5494832"/>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40" name="Freeform 4439">
                <a:extLst>
                  <a:ext uri="{FF2B5EF4-FFF2-40B4-BE49-F238E27FC236}">
                    <a16:creationId xmlns:a16="http://schemas.microsoft.com/office/drawing/2014/main" id="{83A463F6-A82B-2018-D193-A3226DFEEFB6}"/>
                  </a:ext>
                </a:extLst>
              </p:cNvPr>
              <p:cNvSpPr/>
              <p:nvPr/>
            </p:nvSpPr>
            <p:spPr>
              <a:xfrm>
                <a:off x="3922662" y="4770300"/>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41" name="Freeform 4440">
                <a:extLst>
                  <a:ext uri="{FF2B5EF4-FFF2-40B4-BE49-F238E27FC236}">
                    <a16:creationId xmlns:a16="http://schemas.microsoft.com/office/drawing/2014/main" id="{4B32DBC3-4679-AA52-F30F-FBB0760CA106}"/>
                  </a:ext>
                </a:extLst>
              </p:cNvPr>
              <p:cNvSpPr/>
              <p:nvPr/>
            </p:nvSpPr>
            <p:spPr>
              <a:xfrm>
                <a:off x="3864899" y="6023980"/>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42" name="Freeform 4441">
                <a:extLst>
                  <a:ext uri="{FF2B5EF4-FFF2-40B4-BE49-F238E27FC236}">
                    <a16:creationId xmlns:a16="http://schemas.microsoft.com/office/drawing/2014/main" id="{119B5660-1556-D8D3-9B65-174B9791C073}"/>
                  </a:ext>
                </a:extLst>
              </p:cNvPr>
              <p:cNvSpPr/>
              <p:nvPr/>
            </p:nvSpPr>
            <p:spPr>
              <a:xfrm>
                <a:off x="3965748" y="5248827"/>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43" name="Freeform 4442">
                <a:extLst>
                  <a:ext uri="{FF2B5EF4-FFF2-40B4-BE49-F238E27FC236}">
                    <a16:creationId xmlns:a16="http://schemas.microsoft.com/office/drawing/2014/main" id="{792B5E61-B644-CD07-18AF-627FB0D34F35}"/>
                  </a:ext>
                </a:extLst>
              </p:cNvPr>
              <p:cNvSpPr/>
              <p:nvPr/>
            </p:nvSpPr>
            <p:spPr>
              <a:xfrm>
                <a:off x="3873895" y="4925472"/>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44" name="Freeform 4443">
                <a:extLst>
                  <a:ext uri="{FF2B5EF4-FFF2-40B4-BE49-F238E27FC236}">
                    <a16:creationId xmlns:a16="http://schemas.microsoft.com/office/drawing/2014/main" id="{45F57480-796E-73F0-1B9E-CB6BBC1B6909}"/>
                  </a:ext>
                </a:extLst>
              </p:cNvPr>
              <p:cNvSpPr/>
              <p:nvPr/>
            </p:nvSpPr>
            <p:spPr>
              <a:xfrm>
                <a:off x="4010015" y="5739417"/>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45" name="Freeform 4444">
                <a:extLst>
                  <a:ext uri="{FF2B5EF4-FFF2-40B4-BE49-F238E27FC236}">
                    <a16:creationId xmlns:a16="http://schemas.microsoft.com/office/drawing/2014/main" id="{F0C74FF1-105C-AEC6-C6D3-1C8F3354E7D3}"/>
                  </a:ext>
                </a:extLst>
              </p:cNvPr>
              <p:cNvSpPr/>
              <p:nvPr/>
            </p:nvSpPr>
            <p:spPr>
              <a:xfrm>
                <a:off x="3999125" y="6023980"/>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46" name="Freeform 4445">
                <a:extLst>
                  <a:ext uri="{FF2B5EF4-FFF2-40B4-BE49-F238E27FC236}">
                    <a16:creationId xmlns:a16="http://schemas.microsoft.com/office/drawing/2014/main" id="{C1E2BE1D-AB0B-38FB-AD37-6A5E96261B74}"/>
                  </a:ext>
                </a:extLst>
              </p:cNvPr>
              <p:cNvSpPr/>
              <p:nvPr/>
            </p:nvSpPr>
            <p:spPr>
              <a:xfrm>
                <a:off x="3995574" y="4315901"/>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47" name="Freeform 4446">
                <a:extLst>
                  <a:ext uri="{FF2B5EF4-FFF2-40B4-BE49-F238E27FC236}">
                    <a16:creationId xmlns:a16="http://schemas.microsoft.com/office/drawing/2014/main" id="{689C2B9C-D85B-734C-D8C2-49E8B03599B2}"/>
                  </a:ext>
                </a:extLst>
              </p:cNvPr>
              <p:cNvSpPr/>
              <p:nvPr/>
            </p:nvSpPr>
            <p:spPr>
              <a:xfrm>
                <a:off x="3872238" y="5013940"/>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48" name="Freeform 4447">
                <a:extLst>
                  <a:ext uri="{FF2B5EF4-FFF2-40B4-BE49-F238E27FC236}">
                    <a16:creationId xmlns:a16="http://schemas.microsoft.com/office/drawing/2014/main" id="{F03771FE-EA61-3EC2-928D-C76D5DEA477F}"/>
                  </a:ext>
                </a:extLst>
              </p:cNvPr>
              <p:cNvSpPr/>
              <p:nvPr/>
            </p:nvSpPr>
            <p:spPr>
              <a:xfrm>
                <a:off x="3877210" y="4914119"/>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49" name="Freeform 4448">
                <a:extLst>
                  <a:ext uri="{FF2B5EF4-FFF2-40B4-BE49-F238E27FC236}">
                    <a16:creationId xmlns:a16="http://schemas.microsoft.com/office/drawing/2014/main" id="{9C529060-F93C-FAA0-EAD1-A229D90D4C1F}"/>
                  </a:ext>
                </a:extLst>
              </p:cNvPr>
              <p:cNvSpPr/>
              <p:nvPr/>
            </p:nvSpPr>
            <p:spPr>
              <a:xfrm>
                <a:off x="4003388" y="4669060"/>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50" name="Freeform 4449">
                <a:extLst>
                  <a:ext uri="{FF2B5EF4-FFF2-40B4-BE49-F238E27FC236}">
                    <a16:creationId xmlns:a16="http://schemas.microsoft.com/office/drawing/2014/main" id="{F1CA7AE5-B27A-35DF-D522-7410F83E55B3}"/>
                  </a:ext>
                </a:extLst>
              </p:cNvPr>
              <p:cNvSpPr/>
              <p:nvPr/>
            </p:nvSpPr>
            <p:spPr>
              <a:xfrm>
                <a:off x="3901118" y="4423054"/>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51" name="Freeform 4450">
                <a:extLst>
                  <a:ext uri="{FF2B5EF4-FFF2-40B4-BE49-F238E27FC236}">
                    <a16:creationId xmlns:a16="http://schemas.microsoft.com/office/drawing/2014/main" id="{22DFD4B6-43D4-BF48-D900-08D34A5405BB}"/>
                  </a:ext>
                </a:extLst>
              </p:cNvPr>
              <p:cNvSpPr/>
              <p:nvPr/>
            </p:nvSpPr>
            <p:spPr>
              <a:xfrm>
                <a:off x="4015224" y="5368044"/>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52" name="Freeform 4451">
                <a:extLst>
                  <a:ext uri="{FF2B5EF4-FFF2-40B4-BE49-F238E27FC236}">
                    <a16:creationId xmlns:a16="http://schemas.microsoft.com/office/drawing/2014/main" id="{884E1633-02FC-AA33-B27F-44A0F60B3442}"/>
                  </a:ext>
                </a:extLst>
              </p:cNvPr>
              <p:cNvSpPr/>
              <p:nvPr/>
            </p:nvSpPr>
            <p:spPr>
              <a:xfrm>
                <a:off x="3961248" y="4669060"/>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53" name="Freeform 4452">
                <a:extLst>
                  <a:ext uri="{FF2B5EF4-FFF2-40B4-BE49-F238E27FC236}">
                    <a16:creationId xmlns:a16="http://schemas.microsoft.com/office/drawing/2014/main" id="{11EF2842-4587-B4C2-DF8E-52C5138988C8}"/>
                  </a:ext>
                </a:extLst>
              </p:cNvPr>
              <p:cNvSpPr/>
              <p:nvPr/>
            </p:nvSpPr>
            <p:spPr>
              <a:xfrm>
                <a:off x="3934734" y="4841262"/>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54" name="Freeform 4453">
                <a:extLst>
                  <a:ext uri="{FF2B5EF4-FFF2-40B4-BE49-F238E27FC236}">
                    <a16:creationId xmlns:a16="http://schemas.microsoft.com/office/drawing/2014/main" id="{7E810258-E6DB-8BAE-14F0-2F85FF121CCD}"/>
                  </a:ext>
                </a:extLst>
              </p:cNvPr>
              <p:cNvSpPr/>
              <p:nvPr/>
            </p:nvSpPr>
            <p:spPr>
              <a:xfrm>
                <a:off x="4005754" y="4517907"/>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55" name="Freeform 4454">
                <a:extLst>
                  <a:ext uri="{FF2B5EF4-FFF2-40B4-BE49-F238E27FC236}">
                    <a16:creationId xmlns:a16="http://schemas.microsoft.com/office/drawing/2014/main" id="{CF376604-8F27-AEB5-1A22-082E99F9E28F}"/>
                  </a:ext>
                </a:extLst>
              </p:cNvPr>
              <p:cNvSpPr/>
              <p:nvPr/>
            </p:nvSpPr>
            <p:spPr>
              <a:xfrm>
                <a:off x="3915560" y="4662199"/>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56" name="Freeform 4455">
                <a:extLst>
                  <a:ext uri="{FF2B5EF4-FFF2-40B4-BE49-F238E27FC236}">
                    <a16:creationId xmlns:a16="http://schemas.microsoft.com/office/drawing/2014/main" id="{E8C961E1-660E-99BE-7CB9-F63891031FE3}"/>
                  </a:ext>
                </a:extLst>
              </p:cNvPr>
              <p:cNvSpPr/>
              <p:nvPr/>
            </p:nvSpPr>
            <p:spPr>
              <a:xfrm>
                <a:off x="3900409" y="5022219"/>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57" name="Freeform 4456">
                <a:extLst>
                  <a:ext uri="{FF2B5EF4-FFF2-40B4-BE49-F238E27FC236}">
                    <a16:creationId xmlns:a16="http://schemas.microsoft.com/office/drawing/2014/main" id="{D1B6846B-05BB-6C24-F5E0-13EBD293B6F6}"/>
                  </a:ext>
                </a:extLst>
              </p:cNvPr>
              <p:cNvSpPr/>
              <p:nvPr/>
            </p:nvSpPr>
            <p:spPr>
              <a:xfrm>
                <a:off x="3948228" y="4468471"/>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58" name="Freeform 4457">
                <a:extLst>
                  <a:ext uri="{FF2B5EF4-FFF2-40B4-BE49-F238E27FC236}">
                    <a16:creationId xmlns:a16="http://schemas.microsoft.com/office/drawing/2014/main" id="{DB5572FD-B359-C567-0E5C-472A8120DD6F}"/>
                  </a:ext>
                </a:extLst>
              </p:cNvPr>
              <p:cNvSpPr/>
              <p:nvPr/>
            </p:nvSpPr>
            <p:spPr>
              <a:xfrm>
                <a:off x="3866793" y="4566164"/>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59" name="Freeform 4458">
                <a:extLst>
                  <a:ext uri="{FF2B5EF4-FFF2-40B4-BE49-F238E27FC236}">
                    <a16:creationId xmlns:a16="http://schemas.microsoft.com/office/drawing/2014/main" id="{7093D8CA-D992-614A-02F7-37F16473F162}"/>
                  </a:ext>
                </a:extLst>
              </p:cNvPr>
              <p:cNvSpPr/>
              <p:nvPr/>
            </p:nvSpPr>
            <p:spPr>
              <a:xfrm>
                <a:off x="3955567" y="4986027"/>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60" name="Freeform 4459">
                <a:extLst>
                  <a:ext uri="{FF2B5EF4-FFF2-40B4-BE49-F238E27FC236}">
                    <a16:creationId xmlns:a16="http://schemas.microsoft.com/office/drawing/2014/main" id="{63472BEB-B6CB-2C34-6562-E23EEBA2FF03}"/>
                  </a:ext>
                </a:extLst>
              </p:cNvPr>
              <p:cNvSpPr/>
              <p:nvPr/>
            </p:nvSpPr>
            <p:spPr>
              <a:xfrm>
                <a:off x="3840991" y="5074968"/>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61" name="Freeform 4460">
                <a:extLst>
                  <a:ext uri="{FF2B5EF4-FFF2-40B4-BE49-F238E27FC236}">
                    <a16:creationId xmlns:a16="http://schemas.microsoft.com/office/drawing/2014/main" id="{5F723461-45B5-E4E0-99A4-19FCBBBD96E3}"/>
                  </a:ext>
                </a:extLst>
              </p:cNvPr>
              <p:cNvSpPr/>
              <p:nvPr/>
            </p:nvSpPr>
            <p:spPr>
              <a:xfrm>
                <a:off x="3879577" y="4662199"/>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62" name="Freeform 4461">
                <a:extLst>
                  <a:ext uri="{FF2B5EF4-FFF2-40B4-BE49-F238E27FC236}">
                    <a16:creationId xmlns:a16="http://schemas.microsoft.com/office/drawing/2014/main" id="{29BD9CA7-80CA-2907-B5AB-03514D708D51}"/>
                  </a:ext>
                </a:extLst>
              </p:cNvPr>
              <p:cNvSpPr/>
              <p:nvPr/>
            </p:nvSpPr>
            <p:spPr>
              <a:xfrm>
                <a:off x="3855903" y="4744754"/>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63" name="Freeform 4462">
                <a:extLst>
                  <a:ext uri="{FF2B5EF4-FFF2-40B4-BE49-F238E27FC236}">
                    <a16:creationId xmlns:a16="http://schemas.microsoft.com/office/drawing/2014/main" id="{8FEF2EDD-836A-1984-A911-F11D18C32217}"/>
                  </a:ext>
                </a:extLst>
              </p:cNvPr>
              <p:cNvSpPr/>
              <p:nvPr/>
            </p:nvSpPr>
            <p:spPr>
              <a:xfrm>
                <a:off x="4005754" y="5308673"/>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64" name="Freeform 4463">
                <a:extLst>
                  <a:ext uri="{FF2B5EF4-FFF2-40B4-BE49-F238E27FC236}">
                    <a16:creationId xmlns:a16="http://schemas.microsoft.com/office/drawing/2014/main" id="{A9B0E557-AD26-AAB3-BC39-9EAB99C64610}"/>
                  </a:ext>
                </a:extLst>
              </p:cNvPr>
              <p:cNvSpPr/>
              <p:nvPr/>
            </p:nvSpPr>
            <p:spPr>
              <a:xfrm>
                <a:off x="3871292" y="4887625"/>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65" name="Freeform 4464">
                <a:extLst>
                  <a:ext uri="{FF2B5EF4-FFF2-40B4-BE49-F238E27FC236}">
                    <a16:creationId xmlns:a16="http://schemas.microsoft.com/office/drawing/2014/main" id="{970BF992-F010-7883-274B-3BA0E6CBCB10}"/>
                  </a:ext>
                </a:extLst>
              </p:cNvPr>
              <p:cNvSpPr/>
              <p:nvPr/>
            </p:nvSpPr>
            <p:spPr>
              <a:xfrm>
                <a:off x="3980423" y="4364156"/>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66" name="Freeform 4465">
                <a:extLst>
                  <a:ext uri="{FF2B5EF4-FFF2-40B4-BE49-F238E27FC236}">
                    <a16:creationId xmlns:a16="http://schemas.microsoft.com/office/drawing/2014/main" id="{259089D7-AECE-0C2F-B97E-670CA59920BC}"/>
                  </a:ext>
                </a:extLst>
              </p:cNvPr>
              <p:cNvSpPr/>
              <p:nvPr/>
            </p:nvSpPr>
            <p:spPr>
              <a:xfrm>
                <a:off x="3909878" y="4713766"/>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0E6FF">
                  <a:alpha val="60000"/>
                </a:srgbClr>
              </a:solidFill>
              <a:ln w="9506" cap="flat">
                <a:noFill/>
                <a:prstDash val="solid"/>
                <a:miter/>
              </a:ln>
            </p:spPr>
            <p:txBody>
              <a:bodyPr rtlCol="0" anchor="ctr"/>
              <a:lstStyle/>
              <a:p>
                <a:endParaRPr lang="en-US"/>
              </a:p>
            </p:txBody>
          </p:sp>
          <p:sp>
            <p:nvSpPr>
              <p:cNvPr id="4467" name="Freeform 4466">
                <a:extLst>
                  <a:ext uri="{FF2B5EF4-FFF2-40B4-BE49-F238E27FC236}">
                    <a16:creationId xmlns:a16="http://schemas.microsoft.com/office/drawing/2014/main" id="{ED6FAA7C-0396-3B0F-3F42-4E286F0AEE52}"/>
                  </a:ext>
                </a:extLst>
              </p:cNvPr>
              <p:cNvSpPr/>
              <p:nvPr/>
            </p:nvSpPr>
            <p:spPr>
              <a:xfrm>
                <a:off x="4126723" y="4680886"/>
                <a:ext cx="111973" cy="631570"/>
              </a:xfrm>
              <a:custGeom>
                <a:avLst/>
                <a:gdLst>
                  <a:gd name="connsiteX0" fmla="*/ 0 w 44994"/>
                  <a:gd name="connsiteY0" fmla="*/ 0 h 253784"/>
                  <a:gd name="connsiteX1" fmla="*/ 44994 w 44994"/>
                  <a:gd name="connsiteY1" fmla="*/ 0 h 253784"/>
                  <a:gd name="connsiteX2" fmla="*/ 44994 w 44994"/>
                  <a:gd name="connsiteY2" fmla="*/ 253784 h 253784"/>
                  <a:gd name="connsiteX3" fmla="*/ 0 w 44994"/>
                  <a:gd name="connsiteY3" fmla="*/ 253784 h 253784"/>
                </a:gdLst>
                <a:ahLst/>
                <a:cxnLst>
                  <a:cxn ang="0">
                    <a:pos x="connsiteX0" y="connsiteY0"/>
                  </a:cxn>
                  <a:cxn ang="0">
                    <a:pos x="connsiteX1" y="connsiteY1"/>
                  </a:cxn>
                  <a:cxn ang="0">
                    <a:pos x="connsiteX2" y="connsiteY2"/>
                  </a:cxn>
                  <a:cxn ang="0">
                    <a:pos x="connsiteX3" y="connsiteY3"/>
                  </a:cxn>
                </a:cxnLst>
                <a:rect l="l" t="t" r="r" b="b"/>
                <a:pathLst>
                  <a:path w="44994" h="253784">
                    <a:moveTo>
                      <a:pt x="0" y="0"/>
                    </a:moveTo>
                    <a:lnTo>
                      <a:pt x="44994" y="0"/>
                    </a:lnTo>
                    <a:lnTo>
                      <a:pt x="44994" y="253784"/>
                    </a:lnTo>
                    <a:lnTo>
                      <a:pt x="0" y="253784"/>
                    </a:lnTo>
                    <a:close/>
                  </a:path>
                </a:pathLst>
              </a:custGeom>
              <a:solidFill>
                <a:srgbClr val="B0E6FF"/>
              </a:solidFill>
              <a:ln w="9506" cap="flat">
                <a:noFill/>
                <a:prstDash val="solid"/>
                <a:miter/>
              </a:ln>
            </p:spPr>
            <p:txBody>
              <a:bodyPr rtlCol="0" anchor="ctr"/>
              <a:lstStyle/>
              <a:p>
                <a:endParaRPr lang="en-US"/>
              </a:p>
            </p:txBody>
          </p:sp>
          <p:sp>
            <p:nvSpPr>
              <p:cNvPr id="4468" name="Freeform 4467">
                <a:extLst>
                  <a:ext uri="{FF2B5EF4-FFF2-40B4-BE49-F238E27FC236}">
                    <a16:creationId xmlns:a16="http://schemas.microsoft.com/office/drawing/2014/main" id="{1EE4A311-5CEE-9B88-740D-90B29E76BCB3}"/>
                  </a:ext>
                </a:extLst>
              </p:cNvPr>
              <p:cNvSpPr/>
              <p:nvPr/>
            </p:nvSpPr>
            <p:spPr>
              <a:xfrm>
                <a:off x="4126723" y="4680886"/>
                <a:ext cx="111973" cy="631570"/>
              </a:xfrm>
              <a:custGeom>
                <a:avLst/>
                <a:gdLst>
                  <a:gd name="connsiteX0" fmla="*/ 0 w 44994"/>
                  <a:gd name="connsiteY0" fmla="*/ 0 h 253784"/>
                  <a:gd name="connsiteX1" fmla="*/ 44994 w 44994"/>
                  <a:gd name="connsiteY1" fmla="*/ 0 h 253784"/>
                  <a:gd name="connsiteX2" fmla="*/ 44994 w 44994"/>
                  <a:gd name="connsiteY2" fmla="*/ 253784 h 253784"/>
                  <a:gd name="connsiteX3" fmla="*/ 0 w 44994"/>
                  <a:gd name="connsiteY3" fmla="*/ 253784 h 253784"/>
                </a:gdLst>
                <a:ahLst/>
                <a:cxnLst>
                  <a:cxn ang="0">
                    <a:pos x="connsiteX0" y="connsiteY0"/>
                  </a:cxn>
                  <a:cxn ang="0">
                    <a:pos x="connsiteX1" y="connsiteY1"/>
                  </a:cxn>
                  <a:cxn ang="0">
                    <a:pos x="connsiteX2" y="connsiteY2"/>
                  </a:cxn>
                  <a:cxn ang="0">
                    <a:pos x="connsiteX3" y="connsiteY3"/>
                  </a:cxn>
                </a:cxnLst>
                <a:rect l="l" t="t" r="r" b="b"/>
                <a:pathLst>
                  <a:path w="44994" h="253784">
                    <a:moveTo>
                      <a:pt x="0" y="0"/>
                    </a:moveTo>
                    <a:lnTo>
                      <a:pt x="44994" y="0"/>
                    </a:lnTo>
                    <a:lnTo>
                      <a:pt x="44994" y="253784"/>
                    </a:lnTo>
                    <a:lnTo>
                      <a:pt x="0" y="253784"/>
                    </a:lnTo>
                    <a:close/>
                  </a:path>
                </a:pathLst>
              </a:custGeom>
              <a:noFill/>
              <a:ln w="4753" cap="flat">
                <a:solidFill>
                  <a:srgbClr val="000000"/>
                </a:solidFill>
                <a:prstDash val="solid"/>
                <a:miter/>
              </a:ln>
            </p:spPr>
            <p:txBody>
              <a:bodyPr rtlCol="0" anchor="ctr"/>
              <a:lstStyle/>
              <a:p>
                <a:endParaRPr lang="en-US"/>
              </a:p>
            </p:txBody>
          </p:sp>
          <p:sp>
            <p:nvSpPr>
              <p:cNvPr id="4469" name="Freeform 4468">
                <a:extLst>
                  <a:ext uri="{FF2B5EF4-FFF2-40B4-BE49-F238E27FC236}">
                    <a16:creationId xmlns:a16="http://schemas.microsoft.com/office/drawing/2014/main" id="{1F583A62-CB51-21A5-8F48-8E59AE6B021E}"/>
                  </a:ext>
                </a:extLst>
              </p:cNvPr>
              <p:cNvSpPr/>
              <p:nvPr/>
            </p:nvSpPr>
            <p:spPr>
              <a:xfrm>
                <a:off x="4126723" y="4906312"/>
                <a:ext cx="111973" cy="23654"/>
              </a:xfrm>
              <a:custGeom>
                <a:avLst/>
                <a:gdLst>
                  <a:gd name="connsiteX0" fmla="*/ 0 w 44994"/>
                  <a:gd name="connsiteY0" fmla="*/ 0 h 9505"/>
                  <a:gd name="connsiteX1" fmla="*/ 44994 w 44994"/>
                  <a:gd name="connsiteY1" fmla="*/ 0 h 9505"/>
                </a:gdLst>
                <a:ahLst/>
                <a:cxnLst>
                  <a:cxn ang="0">
                    <a:pos x="connsiteX0" y="connsiteY0"/>
                  </a:cxn>
                  <a:cxn ang="0">
                    <a:pos x="connsiteX1" y="connsiteY1"/>
                  </a:cxn>
                </a:cxnLst>
                <a:rect l="l" t="t" r="r" b="b"/>
                <a:pathLst>
                  <a:path w="44994" h="9505">
                    <a:moveTo>
                      <a:pt x="0" y="0"/>
                    </a:moveTo>
                    <a:lnTo>
                      <a:pt x="44994" y="0"/>
                    </a:lnTo>
                  </a:path>
                </a:pathLst>
              </a:custGeom>
              <a:ln w="4753" cap="flat">
                <a:solidFill>
                  <a:srgbClr val="000000"/>
                </a:solidFill>
                <a:prstDash val="solid"/>
                <a:round/>
              </a:ln>
            </p:spPr>
            <p:txBody>
              <a:bodyPr rtlCol="0" anchor="ctr"/>
              <a:lstStyle/>
              <a:p>
                <a:endParaRPr lang="en-US"/>
              </a:p>
            </p:txBody>
          </p:sp>
          <p:sp>
            <p:nvSpPr>
              <p:cNvPr id="4470" name="Freeform 4469">
                <a:extLst>
                  <a:ext uri="{FF2B5EF4-FFF2-40B4-BE49-F238E27FC236}">
                    <a16:creationId xmlns:a16="http://schemas.microsoft.com/office/drawing/2014/main" id="{3A8C76BF-096D-4646-671C-000C56D00D2A}"/>
                  </a:ext>
                </a:extLst>
              </p:cNvPr>
              <p:cNvSpPr/>
              <p:nvPr/>
            </p:nvSpPr>
            <p:spPr>
              <a:xfrm>
                <a:off x="5116019" y="3501954"/>
                <a:ext cx="373322" cy="2564602"/>
              </a:xfrm>
              <a:custGeom>
                <a:avLst/>
                <a:gdLst>
                  <a:gd name="connsiteX0" fmla="*/ 45375 w 150012"/>
                  <a:gd name="connsiteY0" fmla="*/ 872752 h 1030535"/>
                  <a:gd name="connsiteX1" fmla="*/ 49085 w 150012"/>
                  <a:gd name="connsiteY1" fmla="*/ 860015 h 1030535"/>
                  <a:gd name="connsiteX2" fmla="*/ 53175 w 150012"/>
                  <a:gd name="connsiteY2" fmla="*/ 847279 h 1030535"/>
                  <a:gd name="connsiteX3" fmla="*/ 57551 w 150012"/>
                  <a:gd name="connsiteY3" fmla="*/ 834542 h 1030535"/>
                  <a:gd name="connsiteX4" fmla="*/ 62307 w 150012"/>
                  <a:gd name="connsiteY4" fmla="*/ 821805 h 1030535"/>
                  <a:gd name="connsiteX5" fmla="*/ 67254 w 150012"/>
                  <a:gd name="connsiteY5" fmla="*/ 809068 h 1030535"/>
                  <a:gd name="connsiteX6" fmla="*/ 72391 w 150012"/>
                  <a:gd name="connsiteY6" fmla="*/ 796332 h 1030535"/>
                  <a:gd name="connsiteX7" fmla="*/ 77622 w 150012"/>
                  <a:gd name="connsiteY7" fmla="*/ 783595 h 1030535"/>
                  <a:gd name="connsiteX8" fmla="*/ 82949 w 150012"/>
                  <a:gd name="connsiteY8" fmla="*/ 770858 h 1030535"/>
                  <a:gd name="connsiteX9" fmla="*/ 88276 w 150012"/>
                  <a:gd name="connsiteY9" fmla="*/ 758121 h 1030535"/>
                  <a:gd name="connsiteX10" fmla="*/ 93509 w 150012"/>
                  <a:gd name="connsiteY10" fmla="*/ 745385 h 1030535"/>
                  <a:gd name="connsiteX11" fmla="*/ 98645 w 150012"/>
                  <a:gd name="connsiteY11" fmla="*/ 732648 h 1030535"/>
                  <a:gd name="connsiteX12" fmla="*/ 103782 w 150012"/>
                  <a:gd name="connsiteY12" fmla="*/ 719911 h 1030535"/>
                  <a:gd name="connsiteX13" fmla="*/ 108633 w 150012"/>
                  <a:gd name="connsiteY13" fmla="*/ 707174 h 1030535"/>
                  <a:gd name="connsiteX14" fmla="*/ 113390 w 150012"/>
                  <a:gd name="connsiteY14" fmla="*/ 694438 h 1030535"/>
                  <a:gd name="connsiteX15" fmla="*/ 117956 w 150012"/>
                  <a:gd name="connsiteY15" fmla="*/ 681701 h 1030535"/>
                  <a:gd name="connsiteX16" fmla="*/ 122332 w 150012"/>
                  <a:gd name="connsiteY16" fmla="*/ 668964 h 1030535"/>
                  <a:gd name="connsiteX17" fmla="*/ 126612 w 150012"/>
                  <a:gd name="connsiteY17" fmla="*/ 656227 h 1030535"/>
                  <a:gd name="connsiteX18" fmla="*/ 130607 w 150012"/>
                  <a:gd name="connsiteY18" fmla="*/ 643491 h 1030535"/>
                  <a:gd name="connsiteX19" fmla="*/ 134412 w 150012"/>
                  <a:gd name="connsiteY19" fmla="*/ 630754 h 1030535"/>
                  <a:gd name="connsiteX20" fmla="*/ 137932 w 150012"/>
                  <a:gd name="connsiteY20" fmla="*/ 618017 h 1030535"/>
                  <a:gd name="connsiteX21" fmla="*/ 141166 w 150012"/>
                  <a:gd name="connsiteY21" fmla="*/ 605280 h 1030535"/>
                  <a:gd name="connsiteX22" fmla="*/ 144020 w 150012"/>
                  <a:gd name="connsiteY22" fmla="*/ 592544 h 1030535"/>
                  <a:gd name="connsiteX23" fmla="*/ 146493 w 150012"/>
                  <a:gd name="connsiteY23" fmla="*/ 579807 h 1030535"/>
                  <a:gd name="connsiteX24" fmla="*/ 148396 w 150012"/>
                  <a:gd name="connsiteY24" fmla="*/ 567070 h 1030535"/>
                  <a:gd name="connsiteX25" fmla="*/ 149537 w 150012"/>
                  <a:gd name="connsiteY25" fmla="*/ 554429 h 1030535"/>
                  <a:gd name="connsiteX26" fmla="*/ 150013 w 150012"/>
                  <a:gd name="connsiteY26" fmla="*/ 541692 h 1030535"/>
                  <a:gd name="connsiteX27" fmla="*/ 149537 w 150012"/>
                  <a:gd name="connsiteY27" fmla="*/ 528955 h 1030535"/>
                  <a:gd name="connsiteX28" fmla="*/ 148015 w 150012"/>
                  <a:gd name="connsiteY28" fmla="*/ 516218 h 1030535"/>
                  <a:gd name="connsiteX29" fmla="*/ 145447 w 150012"/>
                  <a:gd name="connsiteY29" fmla="*/ 503482 h 1030535"/>
                  <a:gd name="connsiteX30" fmla="*/ 141737 w 150012"/>
                  <a:gd name="connsiteY30" fmla="*/ 490745 h 1030535"/>
                  <a:gd name="connsiteX31" fmla="*/ 136981 w 150012"/>
                  <a:gd name="connsiteY31" fmla="*/ 478008 h 1030535"/>
                  <a:gd name="connsiteX32" fmla="*/ 131083 w 150012"/>
                  <a:gd name="connsiteY32" fmla="*/ 465271 h 1030535"/>
                  <a:gd name="connsiteX33" fmla="*/ 124234 w 150012"/>
                  <a:gd name="connsiteY33" fmla="*/ 452535 h 1030535"/>
                  <a:gd name="connsiteX34" fmla="*/ 116529 w 150012"/>
                  <a:gd name="connsiteY34" fmla="*/ 439798 h 1030535"/>
                  <a:gd name="connsiteX35" fmla="*/ 108253 w 150012"/>
                  <a:gd name="connsiteY35" fmla="*/ 427061 h 1030535"/>
                  <a:gd name="connsiteX36" fmla="*/ 99501 w 150012"/>
                  <a:gd name="connsiteY36" fmla="*/ 414324 h 1030535"/>
                  <a:gd name="connsiteX37" fmla="*/ 90559 w 150012"/>
                  <a:gd name="connsiteY37" fmla="*/ 401588 h 1030535"/>
                  <a:gd name="connsiteX38" fmla="*/ 81618 w 150012"/>
                  <a:gd name="connsiteY38" fmla="*/ 388851 h 1030535"/>
                  <a:gd name="connsiteX39" fmla="*/ 72866 w 150012"/>
                  <a:gd name="connsiteY39" fmla="*/ 376114 h 1030535"/>
                  <a:gd name="connsiteX40" fmla="*/ 64400 w 150012"/>
                  <a:gd name="connsiteY40" fmla="*/ 363377 h 1030535"/>
                  <a:gd name="connsiteX41" fmla="*/ 56600 w 150012"/>
                  <a:gd name="connsiteY41" fmla="*/ 350641 h 1030535"/>
                  <a:gd name="connsiteX42" fmla="*/ 49275 w 150012"/>
                  <a:gd name="connsiteY42" fmla="*/ 337904 h 1030535"/>
                  <a:gd name="connsiteX43" fmla="*/ 42711 w 150012"/>
                  <a:gd name="connsiteY43" fmla="*/ 325167 h 1030535"/>
                  <a:gd name="connsiteX44" fmla="*/ 36814 w 150012"/>
                  <a:gd name="connsiteY44" fmla="*/ 312430 h 1030535"/>
                  <a:gd name="connsiteX45" fmla="*/ 31677 w 150012"/>
                  <a:gd name="connsiteY45" fmla="*/ 299694 h 1030535"/>
                  <a:gd name="connsiteX46" fmla="*/ 27111 w 150012"/>
                  <a:gd name="connsiteY46" fmla="*/ 286957 h 1030535"/>
                  <a:gd name="connsiteX47" fmla="*/ 23115 w 150012"/>
                  <a:gd name="connsiteY47" fmla="*/ 274220 h 1030535"/>
                  <a:gd name="connsiteX48" fmla="*/ 19691 w 150012"/>
                  <a:gd name="connsiteY48" fmla="*/ 261483 h 1030535"/>
                  <a:gd name="connsiteX49" fmla="*/ 16837 w 150012"/>
                  <a:gd name="connsiteY49" fmla="*/ 248747 h 1030535"/>
                  <a:gd name="connsiteX50" fmla="*/ 14269 w 150012"/>
                  <a:gd name="connsiteY50" fmla="*/ 236010 h 1030535"/>
                  <a:gd name="connsiteX51" fmla="*/ 12081 w 150012"/>
                  <a:gd name="connsiteY51" fmla="*/ 223273 h 1030535"/>
                  <a:gd name="connsiteX52" fmla="*/ 10178 w 150012"/>
                  <a:gd name="connsiteY52" fmla="*/ 210536 h 1030535"/>
                  <a:gd name="connsiteX53" fmla="*/ 8561 w 150012"/>
                  <a:gd name="connsiteY53" fmla="*/ 197800 h 1030535"/>
                  <a:gd name="connsiteX54" fmla="*/ 7134 w 150012"/>
                  <a:gd name="connsiteY54" fmla="*/ 185063 h 1030535"/>
                  <a:gd name="connsiteX55" fmla="*/ 5898 w 150012"/>
                  <a:gd name="connsiteY55" fmla="*/ 172326 h 1030535"/>
                  <a:gd name="connsiteX56" fmla="*/ 4756 w 150012"/>
                  <a:gd name="connsiteY56" fmla="*/ 159589 h 1030535"/>
                  <a:gd name="connsiteX57" fmla="*/ 3900 w 150012"/>
                  <a:gd name="connsiteY57" fmla="*/ 146948 h 1030535"/>
                  <a:gd name="connsiteX58" fmla="*/ 3139 w 150012"/>
                  <a:gd name="connsiteY58" fmla="*/ 134211 h 1030535"/>
                  <a:gd name="connsiteX59" fmla="*/ 2473 w 150012"/>
                  <a:gd name="connsiteY59" fmla="*/ 121474 h 1030535"/>
                  <a:gd name="connsiteX60" fmla="*/ 1903 w 150012"/>
                  <a:gd name="connsiteY60" fmla="*/ 108738 h 1030535"/>
                  <a:gd name="connsiteX61" fmla="*/ 1427 w 150012"/>
                  <a:gd name="connsiteY61" fmla="*/ 96001 h 1030535"/>
                  <a:gd name="connsiteX62" fmla="*/ 1141 w 150012"/>
                  <a:gd name="connsiteY62" fmla="*/ 83264 h 1030535"/>
                  <a:gd name="connsiteX63" fmla="*/ 856 w 150012"/>
                  <a:gd name="connsiteY63" fmla="*/ 70527 h 1030535"/>
                  <a:gd name="connsiteX64" fmla="*/ 571 w 150012"/>
                  <a:gd name="connsiteY64" fmla="*/ 57791 h 1030535"/>
                  <a:gd name="connsiteX65" fmla="*/ 381 w 150012"/>
                  <a:gd name="connsiteY65" fmla="*/ 45054 h 1030535"/>
                  <a:gd name="connsiteX66" fmla="*/ 285 w 150012"/>
                  <a:gd name="connsiteY66" fmla="*/ 32317 h 1030535"/>
                  <a:gd name="connsiteX67" fmla="*/ 190 w 150012"/>
                  <a:gd name="connsiteY67" fmla="*/ 19580 h 1030535"/>
                  <a:gd name="connsiteX68" fmla="*/ 95 w 150012"/>
                  <a:gd name="connsiteY68" fmla="*/ 6844 h 1030535"/>
                  <a:gd name="connsiteX69" fmla="*/ 95 w 150012"/>
                  <a:gd name="connsiteY69" fmla="*/ 0 h 1030535"/>
                  <a:gd name="connsiteX70" fmla="*/ 0 w 150012"/>
                  <a:gd name="connsiteY70" fmla="*/ 0 h 1030535"/>
                  <a:gd name="connsiteX71" fmla="*/ 0 w 150012"/>
                  <a:gd name="connsiteY71" fmla="*/ 0 h 1030535"/>
                  <a:gd name="connsiteX72" fmla="*/ 0 w 150012"/>
                  <a:gd name="connsiteY72" fmla="*/ 6844 h 1030535"/>
                  <a:gd name="connsiteX73" fmla="*/ 0 w 150012"/>
                  <a:gd name="connsiteY73" fmla="*/ 19580 h 1030535"/>
                  <a:gd name="connsiteX74" fmla="*/ 0 w 150012"/>
                  <a:gd name="connsiteY74" fmla="*/ 32317 h 1030535"/>
                  <a:gd name="connsiteX75" fmla="*/ 0 w 150012"/>
                  <a:gd name="connsiteY75" fmla="*/ 45054 h 1030535"/>
                  <a:gd name="connsiteX76" fmla="*/ 0 w 150012"/>
                  <a:gd name="connsiteY76" fmla="*/ 57791 h 1030535"/>
                  <a:gd name="connsiteX77" fmla="*/ 0 w 150012"/>
                  <a:gd name="connsiteY77" fmla="*/ 70527 h 1030535"/>
                  <a:gd name="connsiteX78" fmla="*/ 0 w 150012"/>
                  <a:gd name="connsiteY78" fmla="*/ 83264 h 1030535"/>
                  <a:gd name="connsiteX79" fmla="*/ 0 w 150012"/>
                  <a:gd name="connsiteY79" fmla="*/ 96001 h 1030535"/>
                  <a:gd name="connsiteX80" fmla="*/ 0 w 150012"/>
                  <a:gd name="connsiteY80" fmla="*/ 108738 h 1030535"/>
                  <a:gd name="connsiteX81" fmla="*/ 0 w 150012"/>
                  <a:gd name="connsiteY81" fmla="*/ 121474 h 1030535"/>
                  <a:gd name="connsiteX82" fmla="*/ 0 w 150012"/>
                  <a:gd name="connsiteY82" fmla="*/ 134211 h 1030535"/>
                  <a:gd name="connsiteX83" fmla="*/ 0 w 150012"/>
                  <a:gd name="connsiteY83" fmla="*/ 146948 h 1030535"/>
                  <a:gd name="connsiteX84" fmla="*/ 0 w 150012"/>
                  <a:gd name="connsiteY84" fmla="*/ 159589 h 1030535"/>
                  <a:gd name="connsiteX85" fmla="*/ 0 w 150012"/>
                  <a:gd name="connsiteY85" fmla="*/ 172326 h 1030535"/>
                  <a:gd name="connsiteX86" fmla="*/ 0 w 150012"/>
                  <a:gd name="connsiteY86" fmla="*/ 185063 h 1030535"/>
                  <a:gd name="connsiteX87" fmla="*/ 0 w 150012"/>
                  <a:gd name="connsiteY87" fmla="*/ 197800 h 1030535"/>
                  <a:gd name="connsiteX88" fmla="*/ 0 w 150012"/>
                  <a:gd name="connsiteY88" fmla="*/ 210536 h 1030535"/>
                  <a:gd name="connsiteX89" fmla="*/ 0 w 150012"/>
                  <a:gd name="connsiteY89" fmla="*/ 223273 h 1030535"/>
                  <a:gd name="connsiteX90" fmla="*/ 0 w 150012"/>
                  <a:gd name="connsiteY90" fmla="*/ 236010 h 1030535"/>
                  <a:gd name="connsiteX91" fmla="*/ 0 w 150012"/>
                  <a:gd name="connsiteY91" fmla="*/ 248747 h 1030535"/>
                  <a:gd name="connsiteX92" fmla="*/ 0 w 150012"/>
                  <a:gd name="connsiteY92" fmla="*/ 261483 h 1030535"/>
                  <a:gd name="connsiteX93" fmla="*/ 0 w 150012"/>
                  <a:gd name="connsiteY93" fmla="*/ 274220 h 1030535"/>
                  <a:gd name="connsiteX94" fmla="*/ 0 w 150012"/>
                  <a:gd name="connsiteY94" fmla="*/ 286957 h 1030535"/>
                  <a:gd name="connsiteX95" fmla="*/ 0 w 150012"/>
                  <a:gd name="connsiteY95" fmla="*/ 299694 h 1030535"/>
                  <a:gd name="connsiteX96" fmla="*/ 0 w 150012"/>
                  <a:gd name="connsiteY96" fmla="*/ 312430 h 1030535"/>
                  <a:gd name="connsiteX97" fmla="*/ 0 w 150012"/>
                  <a:gd name="connsiteY97" fmla="*/ 325167 h 1030535"/>
                  <a:gd name="connsiteX98" fmla="*/ 0 w 150012"/>
                  <a:gd name="connsiteY98" fmla="*/ 337904 h 1030535"/>
                  <a:gd name="connsiteX99" fmla="*/ 0 w 150012"/>
                  <a:gd name="connsiteY99" fmla="*/ 350641 h 1030535"/>
                  <a:gd name="connsiteX100" fmla="*/ 0 w 150012"/>
                  <a:gd name="connsiteY100" fmla="*/ 363377 h 1030535"/>
                  <a:gd name="connsiteX101" fmla="*/ 0 w 150012"/>
                  <a:gd name="connsiteY101" fmla="*/ 376114 h 1030535"/>
                  <a:gd name="connsiteX102" fmla="*/ 0 w 150012"/>
                  <a:gd name="connsiteY102" fmla="*/ 388851 h 1030535"/>
                  <a:gd name="connsiteX103" fmla="*/ 0 w 150012"/>
                  <a:gd name="connsiteY103" fmla="*/ 401588 h 1030535"/>
                  <a:gd name="connsiteX104" fmla="*/ 0 w 150012"/>
                  <a:gd name="connsiteY104" fmla="*/ 414324 h 1030535"/>
                  <a:gd name="connsiteX105" fmla="*/ 0 w 150012"/>
                  <a:gd name="connsiteY105" fmla="*/ 427061 h 1030535"/>
                  <a:gd name="connsiteX106" fmla="*/ 0 w 150012"/>
                  <a:gd name="connsiteY106" fmla="*/ 439798 h 1030535"/>
                  <a:gd name="connsiteX107" fmla="*/ 0 w 150012"/>
                  <a:gd name="connsiteY107" fmla="*/ 452535 h 1030535"/>
                  <a:gd name="connsiteX108" fmla="*/ 0 w 150012"/>
                  <a:gd name="connsiteY108" fmla="*/ 465271 h 1030535"/>
                  <a:gd name="connsiteX109" fmla="*/ 0 w 150012"/>
                  <a:gd name="connsiteY109" fmla="*/ 478008 h 1030535"/>
                  <a:gd name="connsiteX110" fmla="*/ 0 w 150012"/>
                  <a:gd name="connsiteY110" fmla="*/ 490745 h 1030535"/>
                  <a:gd name="connsiteX111" fmla="*/ 0 w 150012"/>
                  <a:gd name="connsiteY111" fmla="*/ 503482 h 1030535"/>
                  <a:gd name="connsiteX112" fmla="*/ 0 w 150012"/>
                  <a:gd name="connsiteY112" fmla="*/ 516218 h 1030535"/>
                  <a:gd name="connsiteX113" fmla="*/ 0 w 150012"/>
                  <a:gd name="connsiteY113" fmla="*/ 528955 h 1030535"/>
                  <a:gd name="connsiteX114" fmla="*/ 0 w 150012"/>
                  <a:gd name="connsiteY114" fmla="*/ 541692 h 1030535"/>
                  <a:gd name="connsiteX115" fmla="*/ 0 w 150012"/>
                  <a:gd name="connsiteY115" fmla="*/ 554429 h 1030535"/>
                  <a:gd name="connsiteX116" fmla="*/ 0 w 150012"/>
                  <a:gd name="connsiteY116" fmla="*/ 567070 h 1030535"/>
                  <a:gd name="connsiteX117" fmla="*/ 0 w 150012"/>
                  <a:gd name="connsiteY117" fmla="*/ 579807 h 1030535"/>
                  <a:gd name="connsiteX118" fmla="*/ 0 w 150012"/>
                  <a:gd name="connsiteY118" fmla="*/ 592544 h 1030535"/>
                  <a:gd name="connsiteX119" fmla="*/ 0 w 150012"/>
                  <a:gd name="connsiteY119" fmla="*/ 605280 h 1030535"/>
                  <a:gd name="connsiteX120" fmla="*/ 0 w 150012"/>
                  <a:gd name="connsiteY120" fmla="*/ 618017 h 1030535"/>
                  <a:gd name="connsiteX121" fmla="*/ 0 w 150012"/>
                  <a:gd name="connsiteY121" fmla="*/ 630754 h 1030535"/>
                  <a:gd name="connsiteX122" fmla="*/ 0 w 150012"/>
                  <a:gd name="connsiteY122" fmla="*/ 643491 h 1030535"/>
                  <a:gd name="connsiteX123" fmla="*/ 0 w 150012"/>
                  <a:gd name="connsiteY123" fmla="*/ 656227 h 1030535"/>
                  <a:gd name="connsiteX124" fmla="*/ 0 w 150012"/>
                  <a:gd name="connsiteY124" fmla="*/ 668964 h 1030535"/>
                  <a:gd name="connsiteX125" fmla="*/ 0 w 150012"/>
                  <a:gd name="connsiteY125" fmla="*/ 681701 h 1030535"/>
                  <a:gd name="connsiteX126" fmla="*/ 0 w 150012"/>
                  <a:gd name="connsiteY126" fmla="*/ 694438 h 1030535"/>
                  <a:gd name="connsiteX127" fmla="*/ 0 w 150012"/>
                  <a:gd name="connsiteY127" fmla="*/ 707174 h 1030535"/>
                  <a:gd name="connsiteX128" fmla="*/ 0 w 150012"/>
                  <a:gd name="connsiteY128" fmla="*/ 719911 h 1030535"/>
                  <a:gd name="connsiteX129" fmla="*/ 0 w 150012"/>
                  <a:gd name="connsiteY129" fmla="*/ 732648 h 1030535"/>
                  <a:gd name="connsiteX130" fmla="*/ 0 w 150012"/>
                  <a:gd name="connsiteY130" fmla="*/ 745385 h 1030535"/>
                  <a:gd name="connsiteX131" fmla="*/ 0 w 150012"/>
                  <a:gd name="connsiteY131" fmla="*/ 758121 h 1030535"/>
                  <a:gd name="connsiteX132" fmla="*/ 0 w 150012"/>
                  <a:gd name="connsiteY132" fmla="*/ 770858 h 1030535"/>
                  <a:gd name="connsiteX133" fmla="*/ 0 w 150012"/>
                  <a:gd name="connsiteY133" fmla="*/ 783595 h 1030535"/>
                  <a:gd name="connsiteX134" fmla="*/ 0 w 150012"/>
                  <a:gd name="connsiteY134" fmla="*/ 796332 h 1030535"/>
                  <a:gd name="connsiteX135" fmla="*/ 0 w 150012"/>
                  <a:gd name="connsiteY135" fmla="*/ 809068 h 1030535"/>
                  <a:gd name="connsiteX136" fmla="*/ 0 w 150012"/>
                  <a:gd name="connsiteY136" fmla="*/ 821805 h 1030535"/>
                  <a:gd name="connsiteX137" fmla="*/ 0 w 150012"/>
                  <a:gd name="connsiteY137" fmla="*/ 834542 h 1030535"/>
                  <a:gd name="connsiteX138" fmla="*/ 0 w 150012"/>
                  <a:gd name="connsiteY138" fmla="*/ 847279 h 1030535"/>
                  <a:gd name="connsiteX139" fmla="*/ 0 w 150012"/>
                  <a:gd name="connsiteY139" fmla="*/ 860015 h 1030535"/>
                  <a:gd name="connsiteX140" fmla="*/ 0 w 150012"/>
                  <a:gd name="connsiteY140" fmla="*/ 872752 h 1030535"/>
                  <a:gd name="connsiteX141" fmla="*/ 0 w 150012"/>
                  <a:gd name="connsiteY141" fmla="*/ 885489 h 1030535"/>
                  <a:gd name="connsiteX142" fmla="*/ 0 w 150012"/>
                  <a:gd name="connsiteY142" fmla="*/ 898226 h 1030535"/>
                  <a:gd name="connsiteX143" fmla="*/ 0 w 150012"/>
                  <a:gd name="connsiteY143" fmla="*/ 910962 h 1030535"/>
                  <a:gd name="connsiteX144" fmla="*/ 0 w 150012"/>
                  <a:gd name="connsiteY144" fmla="*/ 923699 h 1030535"/>
                  <a:gd name="connsiteX145" fmla="*/ 0 w 150012"/>
                  <a:gd name="connsiteY145" fmla="*/ 936436 h 1030535"/>
                  <a:gd name="connsiteX146" fmla="*/ 0 w 150012"/>
                  <a:gd name="connsiteY146" fmla="*/ 949172 h 1030535"/>
                  <a:gd name="connsiteX147" fmla="*/ 0 w 150012"/>
                  <a:gd name="connsiteY147" fmla="*/ 961909 h 1030535"/>
                  <a:gd name="connsiteX148" fmla="*/ 0 w 150012"/>
                  <a:gd name="connsiteY148" fmla="*/ 974551 h 1030535"/>
                  <a:gd name="connsiteX149" fmla="*/ 0 w 150012"/>
                  <a:gd name="connsiteY149" fmla="*/ 987288 h 1030535"/>
                  <a:gd name="connsiteX150" fmla="*/ 0 w 150012"/>
                  <a:gd name="connsiteY150" fmla="*/ 1000024 h 1030535"/>
                  <a:gd name="connsiteX151" fmla="*/ 0 w 150012"/>
                  <a:gd name="connsiteY151" fmla="*/ 1012761 h 1030535"/>
                  <a:gd name="connsiteX152" fmla="*/ 0 w 150012"/>
                  <a:gd name="connsiteY152" fmla="*/ 1025498 h 1030535"/>
                  <a:gd name="connsiteX153" fmla="*/ 0 w 150012"/>
                  <a:gd name="connsiteY153" fmla="*/ 1030536 h 1030535"/>
                  <a:gd name="connsiteX154" fmla="*/ 5517 w 150012"/>
                  <a:gd name="connsiteY154" fmla="*/ 1030536 h 1030535"/>
                  <a:gd name="connsiteX155" fmla="*/ 15410 w 150012"/>
                  <a:gd name="connsiteY155" fmla="*/ 1030536 h 1030535"/>
                  <a:gd name="connsiteX156" fmla="*/ 16171 w 150012"/>
                  <a:gd name="connsiteY156" fmla="*/ 1025498 h 1030535"/>
                  <a:gd name="connsiteX157" fmla="*/ 18169 w 150012"/>
                  <a:gd name="connsiteY157" fmla="*/ 1012761 h 1030535"/>
                  <a:gd name="connsiteX158" fmla="*/ 20167 w 150012"/>
                  <a:gd name="connsiteY158" fmla="*/ 1000024 h 1030535"/>
                  <a:gd name="connsiteX159" fmla="*/ 22259 w 150012"/>
                  <a:gd name="connsiteY159" fmla="*/ 987288 h 1030535"/>
                  <a:gd name="connsiteX160" fmla="*/ 24352 w 150012"/>
                  <a:gd name="connsiteY160" fmla="*/ 974551 h 1030535"/>
                  <a:gd name="connsiteX161" fmla="*/ 26445 w 150012"/>
                  <a:gd name="connsiteY161" fmla="*/ 961909 h 1030535"/>
                  <a:gd name="connsiteX162" fmla="*/ 28633 w 150012"/>
                  <a:gd name="connsiteY162" fmla="*/ 949172 h 1030535"/>
                  <a:gd name="connsiteX163" fmla="*/ 30916 w 150012"/>
                  <a:gd name="connsiteY163" fmla="*/ 936436 h 1030535"/>
                  <a:gd name="connsiteX164" fmla="*/ 33294 w 150012"/>
                  <a:gd name="connsiteY164" fmla="*/ 923699 h 1030535"/>
                  <a:gd name="connsiteX165" fmla="*/ 35957 w 150012"/>
                  <a:gd name="connsiteY165" fmla="*/ 910962 h 1030535"/>
                  <a:gd name="connsiteX166" fmla="*/ 38811 w 150012"/>
                  <a:gd name="connsiteY166" fmla="*/ 898226 h 1030535"/>
                  <a:gd name="connsiteX167" fmla="*/ 41855 w 150012"/>
                  <a:gd name="connsiteY167" fmla="*/ 885489 h 1030535"/>
                  <a:gd name="connsiteX168" fmla="*/ 45375 w 150012"/>
                  <a:gd name="connsiteY168" fmla="*/ 872752 h 10305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50012" h="1030535">
                    <a:moveTo>
                      <a:pt x="45375" y="872752"/>
                    </a:moveTo>
                    <a:lnTo>
                      <a:pt x="49085" y="860015"/>
                    </a:lnTo>
                    <a:lnTo>
                      <a:pt x="53175" y="847279"/>
                    </a:lnTo>
                    <a:lnTo>
                      <a:pt x="57551" y="834542"/>
                    </a:lnTo>
                    <a:lnTo>
                      <a:pt x="62307" y="821805"/>
                    </a:lnTo>
                    <a:lnTo>
                      <a:pt x="67254" y="809068"/>
                    </a:lnTo>
                    <a:lnTo>
                      <a:pt x="72391" y="796332"/>
                    </a:lnTo>
                    <a:lnTo>
                      <a:pt x="77622" y="783595"/>
                    </a:lnTo>
                    <a:lnTo>
                      <a:pt x="82949" y="770858"/>
                    </a:lnTo>
                    <a:lnTo>
                      <a:pt x="88276" y="758121"/>
                    </a:lnTo>
                    <a:lnTo>
                      <a:pt x="93509" y="745385"/>
                    </a:lnTo>
                    <a:lnTo>
                      <a:pt x="98645" y="732648"/>
                    </a:lnTo>
                    <a:lnTo>
                      <a:pt x="103782" y="719911"/>
                    </a:lnTo>
                    <a:lnTo>
                      <a:pt x="108633" y="707174"/>
                    </a:lnTo>
                    <a:lnTo>
                      <a:pt x="113390" y="694438"/>
                    </a:lnTo>
                    <a:lnTo>
                      <a:pt x="117956" y="681701"/>
                    </a:lnTo>
                    <a:lnTo>
                      <a:pt x="122332" y="668964"/>
                    </a:lnTo>
                    <a:lnTo>
                      <a:pt x="126612" y="656227"/>
                    </a:lnTo>
                    <a:lnTo>
                      <a:pt x="130607" y="643491"/>
                    </a:lnTo>
                    <a:lnTo>
                      <a:pt x="134412" y="630754"/>
                    </a:lnTo>
                    <a:lnTo>
                      <a:pt x="137932" y="618017"/>
                    </a:lnTo>
                    <a:lnTo>
                      <a:pt x="141166" y="605280"/>
                    </a:lnTo>
                    <a:lnTo>
                      <a:pt x="144020" y="592544"/>
                    </a:lnTo>
                    <a:lnTo>
                      <a:pt x="146493" y="579807"/>
                    </a:lnTo>
                    <a:lnTo>
                      <a:pt x="148396" y="567070"/>
                    </a:lnTo>
                    <a:lnTo>
                      <a:pt x="149537" y="554429"/>
                    </a:lnTo>
                    <a:lnTo>
                      <a:pt x="150013" y="541692"/>
                    </a:lnTo>
                    <a:lnTo>
                      <a:pt x="149537" y="528955"/>
                    </a:lnTo>
                    <a:lnTo>
                      <a:pt x="148015" y="516218"/>
                    </a:lnTo>
                    <a:lnTo>
                      <a:pt x="145447" y="503482"/>
                    </a:lnTo>
                    <a:lnTo>
                      <a:pt x="141737" y="490745"/>
                    </a:lnTo>
                    <a:lnTo>
                      <a:pt x="136981" y="478008"/>
                    </a:lnTo>
                    <a:lnTo>
                      <a:pt x="131083" y="465271"/>
                    </a:lnTo>
                    <a:lnTo>
                      <a:pt x="124234" y="452535"/>
                    </a:lnTo>
                    <a:lnTo>
                      <a:pt x="116529" y="439798"/>
                    </a:lnTo>
                    <a:lnTo>
                      <a:pt x="108253" y="427061"/>
                    </a:lnTo>
                    <a:lnTo>
                      <a:pt x="99501" y="414324"/>
                    </a:lnTo>
                    <a:lnTo>
                      <a:pt x="90559" y="401588"/>
                    </a:lnTo>
                    <a:lnTo>
                      <a:pt x="81618" y="388851"/>
                    </a:lnTo>
                    <a:lnTo>
                      <a:pt x="72866" y="376114"/>
                    </a:lnTo>
                    <a:lnTo>
                      <a:pt x="64400" y="363377"/>
                    </a:lnTo>
                    <a:lnTo>
                      <a:pt x="56600" y="350641"/>
                    </a:lnTo>
                    <a:lnTo>
                      <a:pt x="49275" y="337904"/>
                    </a:lnTo>
                    <a:lnTo>
                      <a:pt x="42711" y="325167"/>
                    </a:lnTo>
                    <a:lnTo>
                      <a:pt x="36814" y="312430"/>
                    </a:lnTo>
                    <a:lnTo>
                      <a:pt x="31677" y="299694"/>
                    </a:lnTo>
                    <a:lnTo>
                      <a:pt x="27111" y="286957"/>
                    </a:lnTo>
                    <a:lnTo>
                      <a:pt x="23115" y="274220"/>
                    </a:lnTo>
                    <a:lnTo>
                      <a:pt x="19691" y="261483"/>
                    </a:lnTo>
                    <a:lnTo>
                      <a:pt x="16837" y="248747"/>
                    </a:lnTo>
                    <a:lnTo>
                      <a:pt x="14269" y="236010"/>
                    </a:lnTo>
                    <a:lnTo>
                      <a:pt x="12081" y="223273"/>
                    </a:lnTo>
                    <a:lnTo>
                      <a:pt x="10178" y="210536"/>
                    </a:lnTo>
                    <a:lnTo>
                      <a:pt x="8561" y="197800"/>
                    </a:lnTo>
                    <a:lnTo>
                      <a:pt x="7134" y="185063"/>
                    </a:lnTo>
                    <a:lnTo>
                      <a:pt x="5898" y="172326"/>
                    </a:lnTo>
                    <a:lnTo>
                      <a:pt x="4756" y="159589"/>
                    </a:lnTo>
                    <a:lnTo>
                      <a:pt x="3900" y="146948"/>
                    </a:lnTo>
                    <a:lnTo>
                      <a:pt x="3139" y="134211"/>
                    </a:lnTo>
                    <a:lnTo>
                      <a:pt x="2473" y="121474"/>
                    </a:lnTo>
                    <a:lnTo>
                      <a:pt x="1903" y="108738"/>
                    </a:lnTo>
                    <a:lnTo>
                      <a:pt x="1427" y="96001"/>
                    </a:lnTo>
                    <a:lnTo>
                      <a:pt x="1141" y="83264"/>
                    </a:lnTo>
                    <a:lnTo>
                      <a:pt x="856" y="70527"/>
                    </a:lnTo>
                    <a:lnTo>
                      <a:pt x="571" y="57791"/>
                    </a:lnTo>
                    <a:lnTo>
                      <a:pt x="381" y="45054"/>
                    </a:lnTo>
                    <a:lnTo>
                      <a:pt x="285" y="32317"/>
                    </a:lnTo>
                    <a:lnTo>
                      <a:pt x="190" y="19580"/>
                    </a:lnTo>
                    <a:lnTo>
                      <a:pt x="95" y="6844"/>
                    </a:lnTo>
                    <a:lnTo>
                      <a:pt x="95" y="0"/>
                    </a:lnTo>
                    <a:lnTo>
                      <a:pt x="0" y="0"/>
                    </a:lnTo>
                    <a:lnTo>
                      <a:pt x="0" y="0"/>
                    </a:lnTo>
                    <a:lnTo>
                      <a:pt x="0" y="6844"/>
                    </a:lnTo>
                    <a:lnTo>
                      <a:pt x="0" y="19580"/>
                    </a:lnTo>
                    <a:lnTo>
                      <a:pt x="0" y="32317"/>
                    </a:lnTo>
                    <a:lnTo>
                      <a:pt x="0" y="45054"/>
                    </a:lnTo>
                    <a:lnTo>
                      <a:pt x="0" y="57791"/>
                    </a:lnTo>
                    <a:lnTo>
                      <a:pt x="0" y="70527"/>
                    </a:lnTo>
                    <a:lnTo>
                      <a:pt x="0" y="83264"/>
                    </a:lnTo>
                    <a:lnTo>
                      <a:pt x="0" y="96001"/>
                    </a:lnTo>
                    <a:lnTo>
                      <a:pt x="0" y="108738"/>
                    </a:lnTo>
                    <a:lnTo>
                      <a:pt x="0" y="121474"/>
                    </a:lnTo>
                    <a:lnTo>
                      <a:pt x="0" y="134211"/>
                    </a:lnTo>
                    <a:lnTo>
                      <a:pt x="0" y="146948"/>
                    </a:lnTo>
                    <a:lnTo>
                      <a:pt x="0" y="159589"/>
                    </a:lnTo>
                    <a:lnTo>
                      <a:pt x="0" y="172326"/>
                    </a:lnTo>
                    <a:lnTo>
                      <a:pt x="0" y="185063"/>
                    </a:lnTo>
                    <a:lnTo>
                      <a:pt x="0" y="197800"/>
                    </a:lnTo>
                    <a:lnTo>
                      <a:pt x="0" y="210536"/>
                    </a:lnTo>
                    <a:lnTo>
                      <a:pt x="0" y="223273"/>
                    </a:lnTo>
                    <a:lnTo>
                      <a:pt x="0" y="236010"/>
                    </a:lnTo>
                    <a:lnTo>
                      <a:pt x="0" y="248747"/>
                    </a:lnTo>
                    <a:lnTo>
                      <a:pt x="0" y="261483"/>
                    </a:lnTo>
                    <a:lnTo>
                      <a:pt x="0" y="274220"/>
                    </a:lnTo>
                    <a:lnTo>
                      <a:pt x="0" y="286957"/>
                    </a:lnTo>
                    <a:lnTo>
                      <a:pt x="0" y="299694"/>
                    </a:lnTo>
                    <a:lnTo>
                      <a:pt x="0" y="312430"/>
                    </a:lnTo>
                    <a:lnTo>
                      <a:pt x="0" y="325167"/>
                    </a:lnTo>
                    <a:lnTo>
                      <a:pt x="0" y="337904"/>
                    </a:lnTo>
                    <a:lnTo>
                      <a:pt x="0" y="350641"/>
                    </a:lnTo>
                    <a:lnTo>
                      <a:pt x="0" y="363377"/>
                    </a:lnTo>
                    <a:lnTo>
                      <a:pt x="0" y="376114"/>
                    </a:lnTo>
                    <a:lnTo>
                      <a:pt x="0" y="388851"/>
                    </a:lnTo>
                    <a:lnTo>
                      <a:pt x="0" y="401588"/>
                    </a:lnTo>
                    <a:lnTo>
                      <a:pt x="0" y="414324"/>
                    </a:lnTo>
                    <a:lnTo>
                      <a:pt x="0" y="427061"/>
                    </a:lnTo>
                    <a:lnTo>
                      <a:pt x="0" y="439798"/>
                    </a:lnTo>
                    <a:lnTo>
                      <a:pt x="0" y="452535"/>
                    </a:lnTo>
                    <a:lnTo>
                      <a:pt x="0" y="465271"/>
                    </a:lnTo>
                    <a:lnTo>
                      <a:pt x="0" y="478008"/>
                    </a:lnTo>
                    <a:lnTo>
                      <a:pt x="0" y="490745"/>
                    </a:lnTo>
                    <a:lnTo>
                      <a:pt x="0" y="503482"/>
                    </a:lnTo>
                    <a:lnTo>
                      <a:pt x="0" y="516218"/>
                    </a:lnTo>
                    <a:lnTo>
                      <a:pt x="0" y="528955"/>
                    </a:lnTo>
                    <a:lnTo>
                      <a:pt x="0" y="541692"/>
                    </a:lnTo>
                    <a:lnTo>
                      <a:pt x="0" y="554429"/>
                    </a:lnTo>
                    <a:lnTo>
                      <a:pt x="0" y="567070"/>
                    </a:lnTo>
                    <a:lnTo>
                      <a:pt x="0" y="579807"/>
                    </a:lnTo>
                    <a:lnTo>
                      <a:pt x="0" y="592544"/>
                    </a:lnTo>
                    <a:lnTo>
                      <a:pt x="0" y="605280"/>
                    </a:lnTo>
                    <a:lnTo>
                      <a:pt x="0" y="618017"/>
                    </a:lnTo>
                    <a:lnTo>
                      <a:pt x="0" y="630754"/>
                    </a:lnTo>
                    <a:lnTo>
                      <a:pt x="0" y="643491"/>
                    </a:lnTo>
                    <a:lnTo>
                      <a:pt x="0" y="656227"/>
                    </a:lnTo>
                    <a:lnTo>
                      <a:pt x="0" y="668964"/>
                    </a:lnTo>
                    <a:lnTo>
                      <a:pt x="0" y="681701"/>
                    </a:lnTo>
                    <a:lnTo>
                      <a:pt x="0" y="694438"/>
                    </a:lnTo>
                    <a:lnTo>
                      <a:pt x="0" y="707174"/>
                    </a:lnTo>
                    <a:lnTo>
                      <a:pt x="0" y="719911"/>
                    </a:lnTo>
                    <a:lnTo>
                      <a:pt x="0" y="732648"/>
                    </a:lnTo>
                    <a:lnTo>
                      <a:pt x="0" y="745385"/>
                    </a:lnTo>
                    <a:lnTo>
                      <a:pt x="0" y="758121"/>
                    </a:lnTo>
                    <a:lnTo>
                      <a:pt x="0" y="770858"/>
                    </a:lnTo>
                    <a:lnTo>
                      <a:pt x="0" y="783595"/>
                    </a:lnTo>
                    <a:lnTo>
                      <a:pt x="0" y="796332"/>
                    </a:lnTo>
                    <a:lnTo>
                      <a:pt x="0" y="809068"/>
                    </a:lnTo>
                    <a:lnTo>
                      <a:pt x="0" y="821805"/>
                    </a:lnTo>
                    <a:lnTo>
                      <a:pt x="0" y="834542"/>
                    </a:lnTo>
                    <a:lnTo>
                      <a:pt x="0" y="847279"/>
                    </a:lnTo>
                    <a:lnTo>
                      <a:pt x="0" y="860015"/>
                    </a:lnTo>
                    <a:lnTo>
                      <a:pt x="0" y="872752"/>
                    </a:lnTo>
                    <a:lnTo>
                      <a:pt x="0" y="885489"/>
                    </a:lnTo>
                    <a:lnTo>
                      <a:pt x="0" y="898226"/>
                    </a:lnTo>
                    <a:lnTo>
                      <a:pt x="0" y="910962"/>
                    </a:lnTo>
                    <a:lnTo>
                      <a:pt x="0" y="923699"/>
                    </a:lnTo>
                    <a:lnTo>
                      <a:pt x="0" y="936436"/>
                    </a:lnTo>
                    <a:lnTo>
                      <a:pt x="0" y="949172"/>
                    </a:lnTo>
                    <a:lnTo>
                      <a:pt x="0" y="961909"/>
                    </a:lnTo>
                    <a:lnTo>
                      <a:pt x="0" y="974551"/>
                    </a:lnTo>
                    <a:lnTo>
                      <a:pt x="0" y="987288"/>
                    </a:lnTo>
                    <a:lnTo>
                      <a:pt x="0" y="1000024"/>
                    </a:lnTo>
                    <a:lnTo>
                      <a:pt x="0" y="1012761"/>
                    </a:lnTo>
                    <a:lnTo>
                      <a:pt x="0" y="1025498"/>
                    </a:lnTo>
                    <a:lnTo>
                      <a:pt x="0" y="1030536"/>
                    </a:lnTo>
                    <a:lnTo>
                      <a:pt x="5517" y="1030536"/>
                    </a:lnTo>
                    <a:lnTo>
                      <a:pt x="15410" y="1030536"/>
                    </a:lnTo>
                    <a:lnTo>
                      <a:pt x="16171" y="1025498"/>
                    </a:lnTo>
                    <a:lnTo>
                      <a:pt x="18169" y="1012761"/>
                    </a:lnTo>
                    <a:lnTo>
                      <a:pt x="20167" y="1000024"/>
                    </a:lnTo>
                    <a:lnTo>
                      <a:pt x="22259" y="987288"/>
                    </a:lnTo>
                    <a:lnTo>
                      <a:pt x="24352" y="974551"/>
                    </a:lnTo>
                    <a:lnTo>
                      <a:pt x="26445" y="961909"/>
                    </a:lnTo>
                    <a:lnTo>
                      <a:pt x="28633" y="949172"/>
                    </a:lnTo>
                    <a:lnTo>
                      <a:pt x="30916" y="936436"/>
                    </a:lnTo>
                    <a:lnTo>
                      <a:pt x="33294" y="923699"/>
                    </a:lnTo>
                    <a:lnTo>
                      <a:pt x="35957" y="910962"/>
                    </a:lnTo>
                    <a:lnTo>
                      <a:pt x="38811" y="898226"/>
                    </a:lnTo>
                    <a:lnTo>
                      <a:pt x="41855" y="885489"/>
                    </a:lnTo>
                    <a:lnTo>
                      <a:pt x="45375" y="872752"/>
                    </a:lnTo>
                    <a:close/>
                  </a:path>
                </a:pathLst>
              </a:custGeom>
              <a:solidFill>
                <a:srgbClr val="3FBE89">
                  <a:alpha val="30000"/>
                </a:srgbClr>
              </a:solidFill>
              <a:ln w="9506" cap="flat">
                <a:noFill/>
                <a:prstDash val="solid"/>
                <a:miter/>
              </a:ln>
            </p:spPr>
            <p:txBody>
              <a:bodyPr rtlCol="0" anchor="ctr"/>
              <a:lstStyle/>
              <a:p>
                <a:endParaRPr lang="en-US"/>
              </a:p>
            </p:txBody>
          </p:sp>
          <p:sp>
            <p:nvSpPr>
              <p:cNvPr id="4471" name="Freeform 4470">
                <a:extLst>
                  <a:ext uri="{FF2B5EF4-FFF2-40B4-BE49-F238E27FC236}">
                    <a16:creationId xmlns:a16="http://schemas.microsoft.com/office/drawing/2014/main" id="{BD06EC7A-B6FA-76BF-B4A7-229C54E19B6F}"/>
                  </a:ext>
                </a:extLst>
              </p:cNvPr>
              <p:cNvSpPr/>
              <p:nvPr/>
            </p:nvSpPr>
            <p:spPr>
              <a:xfrm>
                <a:off x="4917166" y="5397850"/>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72" name="Freeform 4471">
                <a:extLst>
                  <a:ext uri="{FF2B5EF4-FFF2-40B4-BE49-F238E27FC236}">
                    <a16:creationId xmlns:a16="http://schemas.microsoft.com/office/drawing/2014/main" id="{3A9CD7AC-B0A9-3855-379B-777A849E49FF}"/>
                  </a:ext>
                </a:extLst>
              </p:cNvPr>
              <p:cNvSpPr/>
              <p:nvPr/>
            </p:nvSpPr>
            <p:spPr>
              <a:xfrm>
                <a:off x="4790516" y="5562957"/>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73" name="Freeform 4472">
                <a:extLst>
                  <a:ext uri="{FF2B5EF4-FFF2-40B4-BE49-F238E27FC236}">
                    <a16:creationId xmlns:a16="http://schemas.microsoft.com/office/drawing/2014/main" id="{E099320C-5E87-070C-28C1-D6B577BE8B9D}"/>
                  </a:ext>
                </a:extLst>
              </p:cNvPr>
              <p:cNvSpPr/>
              <p:nvPr/>
            </p:nvSpPr>
            <p:spPr>
              <a:xfrm>
                <a:off x="4916930" y="4183908"/>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74" name="Freeform 4473">
                <a:extLst>
                  <a:ext uri="{FF2B5EF4-FFF2-40B4-BE49-F238E27FC236}">
                    <a16:creationId xmlns:a16="http://schemas.microsoft.com/office/drawing/2014/main" id="{DC66CA54-E9F3-3D8F-4B70-465BC5F81B2B}"/>
                  </a:ext>
                </a:extLst>
              </p:cNvPr>
              <p:cNvSpPr/>
              <p:nvPr/>
            </p:nvSpPr>
            <p:spPr>
              <a:xfrm>
                <a:off x="4907461" y="5376560"/>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75" name="Freeform 4474">
                <a:extLst>
                  <a:ext uri="{FF2B5EF4-FFF2-40B4-BE49-F238E27FC236}">
                    <a16:creationId xmlns:a16="http://schemas.microsoft.com/office/drawing/2014/main" id="{0A2FB02C-2C61-798B-7DB5-C7945165BDCD}"/>
                  </a:ext>
                </a:extLst>
              </p:cNvPr>
              <p:cNvSpPr/>
              <p:nvPr/>
            </p:nvSpPr>
            <p:spPr>
              <a:xfrm>
                <a:off x="4871005" y="4662199"/>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76" name="Freeform 4475">
                <a:extLst>
                  <a:ext uri="{FF2B5EF4-FFF2-40B4-BE49-F238E27FC236}">
                    <a16:creationId xmlns:a16="http://schemas.microsoft.com/office/drawing/2014/main" id="{18ED27E8-C488-DA81-35D9-DE7DD2A1906D}"/>
                  </a:ext>
                </a:extLst>
              </p:cNvPr>
              <p:cNvSpPr/>
              <p:nvPr/>
            </p:nvSpPr>
            <p:spPr>
              <a:xfrm>
                <a:off x="4897519" y="5845390"/>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77" name="Freeform 4476">
                <a:extLst>
                  <a:ext uri="{FF2B5EF4-FFF2-40B4-BE49-F238E27FC236}">
                    <a16:creationId xmlns:a16="http://schemas.microsoft.com/office/drawing/2014/main" id="{DA9ABDA1-DCC6-9A69-4606-9A89F6FB979F}"/>
                  </a:ext>
                </a:extLst>
              </p:cNvPr>
              <p:cNvSpPr/>
              <p:nvPr/>
            </p:nvSpPr>
            <p:spPr>
              <a:xfrm>
                <a:off x="4913379" y="4744754"/>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78" name="Freeform 4477">
                <a:extLst>
                  <a:ext uri="{FF2B5EF4-FFF2-40B4-BE49-F238E27FC236}">
                    <a16:creationId xmlns:a16="http://schemas.microsoft.com/office/drawing/2014/main" id="{FC9EF2B1-52E0-DAA4-6B10-CD1E35D8C359}"/>
                  </a:ext>
                </a:extLst>
              </p:cNvPr>
              <p:cNvSpPr/>
              <p:nvPr/>
            </p:nvSpPr>
            <p:spPr>
              <a:xfrm>
                <a:off x="4900595" y="5043507"/>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79" name="Freeform 4478">
                <a:extLst>
                  <a:ext uri="{FF2B5EF4-FFF2-40B4-BE49-F238E27FC236}">
                    <a16:creationId xmlns:a16="http://schemas.microsoft.com/office/drawing/2014/main" id="{5544B3DC-501F-D33C-DF99-F712A607947F}"/>
                  </a:ext>
                </a:extLst>
              </p:cNvPr>
              <p:cNvSpPr/>
              <p:nvPr/>
            </p:nvSpPr>
            <p:spPr>
              <a:xfrm>
                <a:off x="4811821" y="5422687"/>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80" name="Freeform 4479">
                <a:extLst>
                  <a:ext uri="{FF2B5EF4-FFF2-40B4-BE49-F238E27FC236}">
                    <a16:creationId xmlns:a16="http://schemas.microsoft.com/office/drawing/2014/main" id="{4F70FFAC-749D-5F0C-67DD-43DD4C8B68C3}"/>
                  </a:ext>
                </a:extLst>
              </p:cNvPr>
              <p:cNvSpPr/>
              <p:nvPr/>
            </p:nvSpPr>
            <p:spPr>
              <a:xfrm>
                <a:off x="4839046" y="5890568"/>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81" name="Freeform 4480">
                <a:extLst>
                  <a:ext uri="{FF2B5EF4-FFF2-40B4-BE49-F238E27FC236}">
                    <a16:creationId xmlns:a16="http://schemas.microsoft.com/office/drawing/2014/main" id="{44D2A307-B9AF-A8CF-DD6F-66EEB666DA19}"/>
                  </a:ext>
                </a:extLst>
              </p:cNvPr>
              <p:cNvSpPr/>
              <p:nvPr/>
            </p:nvSpPr>
            <p:spPr>
              <a:xfrm>
                <a:off x="4785544" y="4834877"/>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82" name="Freeform 4481">
                <a:extLst>
                  <a:ext uri="{FF2B5EF4-FFF2-40B4-BE49-F238E27FC236}">
                    <a16:creationId xmlns:a16="http://schemas.microsoft.com/office/drawing/2014/main" id="{AD8CF0D6-3034-2B68-7706-58A95CDD3737}"/>
                  </a:ext>
                </a:extLst>
              </p:cNvPr>
              <p:cNvSpPr/>
              <p:nvPr/>
            </p:nvSpPr>
            <p:spPr>
              <a:xfrm>
                <a:off x="4840228" y="5282416"/>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83" name="Freeform 4482">
                <a:extLst>
                  <a:ext uri="{FF2B5EF4-FFF2-40B4-BE49-F238E27FC236}">
                    <a16:creationId xmlns:a16="http://schemas.microsoft.com/office/drawing/2014/main" id="{DABB38AF-DE1C-6AB1-E378-0772C5F28583}"/>
                  </a:ext>
                </a:extLst>
              </p:cNvPr>
              <p:cNvSpPr/>
              <p:nvPr/>
            </p:nvSpPr>
            <p:spPr>
              <a:xfrm>
                <a:off x="4799749" y="5059120"/>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84" name="Freeform 4483">
                <a:extLst>
                  <a:ext uri="{FF2B5EF4-FFF2-40B4-BE49-F238E27FC236}">
                    <a16:creationId xmlns:a16="http://schemas.microsoft.com/office/drawing/2014/main" id="{E759E9B9-E23E-C811-1561-108D2A85B518}"/>
                  </a:ext>
                </a:extLst>
              </p:cNvPr>
              <p:cNvSpPr/>
              <p:nvPr/>
            </p:nvSpPr>
            <p:spPr>
              <a:xfrm>
                <a:off x="4847095" y="4643512"/>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85" name="Freeform 4484">
                <a:extLst>
                  <a:ext uri="{FF2B5EF4-FFF2-40B4-BE49-F238E27FC236}">
                    <a16:creationId xmlns:a16="http://schemas.microsoft.com/office/drawing/2014/main" id="{DBE0883E-4741-506F-DBB9-9A8CE2607243}"/>
                  </a:ext>
                </a:extLst>
              </p:cNvPr>
              <p:cNvSpPr/>
              <p:nvPr/>
            </p:nvSpPr>
            <p:spPr>
              <a:xfrm>
                <a:off x="4813715" y="4730325"/>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86" name="Freeform 4485">
                <a:extLst>
                  <a:ext uri="{FF2B5EF4-FFF2-40B4-BE49-F238E27FC236}">
                    <a16:creationId xmlns:a16="http://schemas.microsoft.com/office/drawing/2014/main" id="{120144FF-42A5-4A82-3949-7E73141962FC}"/>
                  </a:ext>
                </a:extLst>
              </p:cNvPr>
              <p:cNvSpPr/>
              <p:nvPr/>
            </p:nvSpPr>
            <p:spPr>
              <a:xfrm>
                <a:off x="4890180" y="5307725"/>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87" name="Freeform 4486">
                <a:extLst>
                  <a:ext uri="{FF2B5EF4-FFF2-40B4-BE49-F238E27FC236}">
                    <a16:creationId xmlns:a16="http://schemas.microsoft.com/office/drawing/2014/main" id="{D9BA4D73-8CBF-4D2E-2F0A-DC014E318A37}"/>
                  </a:ext>
                </a:extLst>
              </p:cNvPr>
              <p:cNvSpPr/>
              <p:nvPr/>
            </p:nvSpPr>
            <p:spPr>
              <a:xfrm>
                <a:off x="4800458" y="4643512"/>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88" name="Freeform 4487">
                <a:extLst>
                  <a:ext uri="{FF2B5EF4-FFF2-40B4-BE49-F238E27FC236}">
                    <a16:creationId xmlns:a16="http://schemas.microsoft.com/office/drawing/2014/main" id="{62C494C6-6E0D-797A-0E3E-020364647695}"/>
                  </a:ext>
                </a:extLst>
              </p:cNvPr>
              <p:cNvSpPr/>
              <p:nvPr/>
            </p:nvSpPr>
            <p:spPr>
              <a:xfrm>
                <a:off x="4846146" y="4784256"/>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89" name="Freeform 4488">
                <a:extLst>
                  <a:ext uri="{FF2B5EF4-FFF2-40B4-BE49-F238E27FC236}">
                    <a16:creationId xmlns:a16="http://schemas.microsoft.com/office/drawing/2014/main" id="{7A22354C-3ADB-3D63-F7D0-AAF1BD0657C8}"/>
                  </a:ext>
                </a:extLst>
              </p:cNvPr>
              <p:cNvSpPr/>
              <p:nvPr/>
            </p:nvSpPr>
            <p:spPr>
              <a:xfrm>
                <a:off x="4850882" y="4643512"/>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90" name="Freeform 4489">
                <a:extLst>
                  <a:ext uri="{FF2B5EF4-FFF2-40B4-BE49-F238E27FC236}">
                    <a16:creationId xmlns:a16="http://schemas.microsoft.com/office/drawing/2014/main" id="{E09D04BB-B145-2A68-A3F4-F7832332CD43}"/>
                  </a:ext>
                </a:extLst>
              </p:cNvPr>
              <p:cNvSpPr/>
              <p:nvPr/>
            </p:nvSpPr>
            <p:spPr>
              <a:xfrm>
                <a:off x="4771814" y="4475093"/>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91" name="Freeform 4490">
                <a:extLst>
                  <a:ext uri="{FF2B5EF4-FFF2-40B4-BE49-F238E27FC236}">
                    <a16:creationId xmlns:a16="http://schemas.microsoft.com/office/drawing/2014/main" id="{61FB4D11-ECBC-71F5-ED58-69DD5EA2DFF1}"/>
                  </a:ext>
                </a:extLst>
              </p:cNvPr>
              <p:cNvSpPr/>
              <p:nvPr/>
            </p:nvSpPr>
            <p:spPr>
              <a:xfrm>
                <a:off x="4774181" y="4875563"/>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92" name="Freeform 4491">
                <a:extLst>
                  <a:ext uri="{FF2B5EF4-FFF2-40B4-BE49-F238E27FC236}">
                    <a16:creationId xmlns:a16="http://schemas.microsoft.com/office/drawing/2014/main" id="{40583673-3DE4-C469-CEFC-687822980CF3}"/>
                  </a:ext>
                </a:extLst>
              </p:cNvPr>
              <p:cNvSpPr/>
              <p:nvPr/>
            </p:nvSpPr>
            <p:spPr>
              <a:xfrm>
                <a:off x="4842834" y="4964028"/>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93" name="Freeform 4492">
                <a:extLst>
                  <a:ext uri="{FF2B5EF4-FFF2-40B4-BE49-F238E27FC236}">
                    <a16:creationId xmlns:a16="http://schemas.microsoft.com/office/drawing/2014/main" id="{1354A1CA-662E-1260-28A5-39EF8E03B51D}"/>
                  </a:ext>
                </a:extLst>
              </p:cNvPr>
              <p:cNvSpPr/>
              <p:nvPr/>
            </p:nvSpPr>
            <p:spPr>
              <a:xfrm>
                <a:off x="4795013" y="4615364"/>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94" name="Freeform 4493">
                <a:extLst>
                  <a:ext uri="{FF2B5EF4-FFF2-40B4-BE49-F238E27FC236}">
                    <a16:creationId xmlns:a16="http://schemas.microsoft.com/office/drawing/2014/main" id="{71B7AF98-D5AF-1BF2-A8DC-42CE9C06C452}"/>
                  </a:ext>
                </a:extLst>
              </p:cNvPr>
              <p:cNvSpPr/>
              <p:nvPr/>
            </p:nvSpPr>
            <p:spPr>
              <a:xfrm>
                <a:off x="4832890" y="5094364"/>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95" name="Freeform 4494">
                <a:extLst>
                  <a:ext uri="{FF2B5EF4-FFF2-40B4-BE49-F238E27FC236}">
                    <a16:creationId xmlns:a16="http://schemas.microsoft.com/office/drawing/2014/main" id="{28899010-1842-163A-BF94-7ADE285651DA}"/>
                  </a:ext>
                </a:extLst>
              </p:cNvPr>
              <p:cNvSpPr/>
              <p:nvPr/>
            </p:nvSpPr>
            <p:spPr>
              <a:xfrm>
                <a:off x="4804246" y="4964028"/>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96" name="Freeform 4495">
                <a:extLst>
                  <a:ext uri="{FF2B5EF4-FFF2-40B4-BE49-F238E27FC236}">
                    <a16:creationId xmlns:a16="http://schemas.microsoft.com/office/drawing/2014/main" id="{9C217EE8-13A5-4F8F-D85F-F17B14F429BA}"/>
                  </a:ext>
                </a:extLst>
              </p:cNvPr>
              <p:cNvSpPr/>
              <p:nvPr/>
            </p:nvSpPr>
            <p:spPr>
              <a:xfrm>
                <a:off x="4857748" y="4631686"/>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5" y="15018"/>
                      <a:pt x="0" y="11656"/>
                      <a:pt x="0" y="7509"/>
                    </a:cubicBezTo>
                    <a:cubicBezTo>
                      <a:pt x="0" y="3362"/>
                      <a:pt x="3365"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97" name="Freeform 4496">
                <a:extLst>
                  <a:ext uri="{FF2B5EF4-FFF2-40B4-BE49-F238E27FC236}">
                    <a16:creationId xmlns:a16="http://schemas.microsoft.com/office/drawing/2014/main" id="{16F72F72-F35D-4D27-0BE6-FA7B84E3652D}"/>
                  </a:ext>
                </a:extLst>
              </p:cNvPr>
              <p:cNvSpPr/>
              <p:nvPr/>
            </p:nvSpPr>
            <p:spPr>
              <a:xfrm>
                <a:off x="4807088" y="5160596"/>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98" name="Freeform 4497">
                <a:extLst>
                  <a:ext uri="{FF2B5EF4-FFF2-40B4-BE49-F238E27FC236}">
                    <a16:creationId xmlns:a16="http://schemas.microsoft.com/office/drawing/2014/main" id="{3036488C-22CC-C54D-B0D5-DB5EF5E6F800}"/>
                  </a:ext>
                </a:extLst>
              </p:cNvPr>
              <p:cNvSpPr/>
              <p:nvPr/>
            </p:nvSpPr>
            <p:spPr>
              <a:xfrm>
                <a:off x="4806376" y="4790405"/>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499" name="Freeform 4498">
                <a:extLst>
                  <a:ext uri="{FF2B5EF4-FFF2-40B4-BE49-F238E27FC236}">
                    <a16:creationId xmlns:a16="http://schemas.microsoft.com/office/drawing/2014/main" id="{4F6BD338-B2E7-CC42-99BC-40A1DD35E4FD}"/>
                  </a:ext>
                </a:extLst>
              </p:cNvPr>
              <p:cNvSpPr/>
              <p:nvPr/>
            </p:nvSpPr>
            <p:spPr>
              <a:xfrm>
                <a:off x="4795961" y="5060539"/>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500" name="Freeform 4499">
                <a:extLst>
                  <a:ext uri="{FF2B5EF4-FFF2-40B4-BE49-F238E27FC236}">
                    <a16:creationId xmlns:a16="http://schemas.microsoft.com/office/drawing/2014/main" id="{CBFA8B0B-34A8-948D-B409-F0AD0AE89CF4}"/>
                  </a:ext>
                </a:extLst>
              </p:cNvPr>
              <p:cNvSpPr/>
              <p:nvPr/>
            </p:nvSpPr>
            <p:spPr>
              <a:xfrm>
                <a:off x="4780335" y="4675919"/>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501" name="Freeform 4500">
                <a:extLst>
                  <a:ext uri="{FF2B5EF4-FFF2-40B4-BE49-F238E27FC236}">
                    <a16:creationId xmlns:a16="http://schemas.microsoft.com/office/drawing/2014/main" id="{DA155CDC-C630-EED8-BCE3-66BE5A1F1DCE}"/>
                  </a:ext>
                </a:extLst>
              </p:cNvPr>
              <p:cNvSpPr/>
              <p:nvPr/>
            </p:nvSpPr>
            <p:spPr>
              <a:xfrm>
                <a:off x="4921663" y="5165563"/>
                <a:ext cx="37401" cy="37371"/>
              </a:xfrm>
              <a:custGeom>
                <a:avLst/>
                <a:gdLst>
                  <a:gd name="connsiteX0" fmla="*/ 15030 w 15029"/>
                  <a:gd name="connsiteY0" fmla="*/ 7509 h 15017"/>
                  <a:gd name="connsiteX1" fmla="*/ 7515 w 15029"/>
                  <a:gd name="connsiteY1" fmla="*/ 15018 h 15017"/>
                  <a:gd name="connsiteX2" fmla="*/ 0 w 15029"/>
                  <a:gd name="connsiteY2" fmla="*/ 7509 h 15017"/>
                  <a:gd name="connsiteX3" fmla="*/ 7515 w 15029"/>
                  <a:gd name="connsiteY3" fmla="*/ 0 h 15017"/>
                  <a:gd name="connsiteX4" fmla="*/ 15030 w 15029"/>
                  <a:gd name="connsiteY4" fmla="*/ 7509 h 15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29" h="15017">
                    <a:moveTo>
                      <a:pt x="15030" y="7509"/>
                    </a:moveTo>
                    <a:cubicBezTo>
                      <a:pt x="15030" y="11656"/>
                      <a:pt x="11665" y="15018"/>
                      <a:pt x="7515" y="15018"/>
                    </a:cubicBezTo>
                    <a:cubicBezTo>
                      <a:pt x="3364" y="15018"/>
                      <a:pt x="0" y="11656"/>
                      <a:pt x="0" y="7509"/>
                    </a:cubicBezTo>
                    <a:cubicBezTo>
                      <a:pt x="0" y="3362"/>
                      <a:pt x="3364" y="0"/>
                      <a:pt x="7515" y="0"/>
                    </a:cubicBezTo>
                    <a:cubicBezTo>
                      <a:pt x="11665" y="0"/>
                      <a:pt x="15030" y="3362"/>
                      <a:pt x="15030" y="7509"/>
                    </a:cubicBezTo>
                    <a:close/>
                  </a:path>
                </a:pathLst>
              </a:custGeom>
              <a:solidFill>
                <a:srgbClr val="B7D2CD">
                  <a:alpha val="60000"/>
                </a:srgbClr>
              </a:solidFill>
              <a:ln w="9506" cap="flat">
                <a:noFill/>
                <a:prstDash val="solid"/>
                <a:miter/>
              </a:ln>
            </p:spPr>
            <p:txBody>
              <a:bodyPr rtlCol="0" anchor="ctr"/>
              <a:lstStyle/>
              <a:p>
                <a:endParaRPr lang="en-US"/>
              </a:p>
            </p:txBody>
          </p:sp>
          <p:sp>
            <p:nvSpPr>
              <p:cNvPr id="4502" name="Freeform 4501">
                <a:extLst>
                  <a:ext uri="{FF2B5EF4-FFF2-40B4-BE49-F238E27FC236}">
                    <a16:creationId xmlns:a16="http://schemas.microsoft.com/office/drawing/2014/main" id="{AF491A97-7769-7CEF-8FA8-66BA40D19B63}"/>
                  </a:ext>
                </a:extLst>
              </p:cNvPr>
              <p:cNvSpPr/>
              <p:nvPr/>
            </p:nvSpPr>
            <p:spPr>
              <a:xfrm>
                <a:off x="5059916" y="4684435"/>
                <a:ext cx="111973" cy="587571"/>
              </a:xfrm>
              <a:custGeom>
                <a:avLst/>
                <a:gdLst>
                  <a:gd name="connsiteX0" fmla="*/ 0 w 44994"/>
                  <a:gd name="connsiteY0" fmla="*/ 0 h 236104"/>
                  <a:gd name="connsiteX1" fmla="*/ 44994 w 44994"/>
                  <a:gd name="connsiteY1" fmla="*/ 0 h 236104"/>
                  <a:gd name="connsiteX2" fmla="*/ 44994 w 44994"/>
                  <a:gd name="connsiteY2" fmla="*/ 236105 h 236104"/>
                  <a:gd name="connsiteX3" fmla="*/ 0 w 44994"/>
                  <a:gd name="connsiteY3" fmla="*/ 236105 h 236104"/>
                </a:gdLst>
                <a:ahLst/>
                <a:cxnLst>
                  <a:cxn ang="0">
                    <a:pos x="connsiteX0" y="connsiteY0"/>
                  </a:cxn>
                  <a:cxn ang="0">
                    <a:pos x="connsiteX1" y="connsiteY1"/>
                  </a:cxn>
                  <a:cxn ang="0">
                    <a:pos x="connsiteX2" y="connsiteY2"/>
                  </a:cxn>
                  <a:cxn ang="0">
                    <a:pos x="connsiteX3" y="connsiteY3"/>
                  </a:cxn>
                </a:cxnLst>
                <a:rect l="l" t="t" r="r" b="b"/>
                <a:pathLst>
                  <a:path w="44994" h="236104">
                    <a:moveTo>
                      <a:pt x="0" y="0"/>
                    </a:moveTo>
                    <a:lnTo>
                      <a:pt x="44994" y="0"/>
                    </a:lnTo>
                    <a:lnTo>
                      <a:pt x="44994" y="236105"/>
                    </a:lnTo>
                    <a:lnTo>
                      <a:pt x="0" y="236105"/>
                    </a:lnTo>
                    <a:close/>
                  </a:path>
                </a:pathLst>
              </a:custGeom>
              <a:solidFill>
                <a:srgbClr val="3FBE89">
                  <a:alpha val="45000"/>
                </a:srgbClr>
              </a:solidFill>
              <a:ln w="9506" cap="flat">
                <a:noFill/>
                <a:prstDash val="solid"/>
                <a:miter/>
              </a:ln>
            </p:spPr>
            <p:txBody>
              <a:bodyPr rtlCol="0" anchor="ctr"/>
              <a:lstStyle/>
              <a:p>
                <a:endParaRPr lang="en-US"/>
              </a:p>
            </p:txBody>
          </p:sp>
          <p:sp>
            <p:nvSpPr>
              <p:cNvPr id="4503" name="Freeform 4502">
                <a:extLst>
                  <a:ext uri="{FF2B5EF4-FFF2-40B4-BE49-F238E27FC236}">
                    <a16:creationId xmlns:a16="http://schemas.microsoft.com/office/drawing/2014/main" id="{F0B7C04C-0005-A20A-7B2E-48DD0ADAE7F1}"/>
                  </a:ext>
                </a:extLst>
              </p:cNvPr>
              <p:cNvSpPr/>
              <p:nvPr/>
            </p:nvSpPr>
            <p:spPr>
              <a:xfrm>
                <a:off x="5059916" y="4684435"/>
                <a:ext cx="111973" cy="587571"/>
              </a:xfrm>
              <a:custGeom>
                <a:avLst/>
                <a:gdLst>
                  <a:gd name="connsiteX0" fmla="*/ 0 w 44994"/>
                  <a:gd name="connsiteY0" fmla="*/ 0 h 236104"/>
                  <a:gd name="connsiteX1" fmla="*/ 44994 w 44994"/>
                  <a:gd name="connsiteY1" fmla="*/ 0 h 236104"/>
                  <a:gd name="connsiteX2" fmla="*/ 44994 w 44994"/>
                  <a:gd name="connsiteY2" fmla="*/ 236105 h 236104"/>
                  <a:gd name="connsiteX3" fmla="*/ 0 w 44994"/>
                  <a:gd name="connsiteY3" fmla="*/ 236105 h 236104"/>
                </a:gdLst>
                <a:ahLst/>
                <a:cxnLst>
                  <a:cxn ang="0">
                    <a:pos x="connsiteX0" y="connsiteY0"/>
                  </a:cxn>
                  <a:cxn ang="0">
                    <a:pos x="connsiteX1" y="connsiteY1"/>
                  </a:cxn>
                  <a:cxn ang="0">
                    <a:pos x="connsiteX2" y="connsiteY2"/>
                  </a:cxn>
                  <a:cxn ang="0">
                    <a:pos x="connsiteX3" y="connsiteY3"/>
                  </a:cxn>
                </a:cxnLst>
                <a:rect l="l" t="t" r="r" b="b"/>
                <a:pathLst>
                  <a:path w="44994" h="236104">
                    <a:moveTo>
                      <a:pt x="0" y="0"/>
                    </a:moveTo>
                    <a:lnTo>
                      <a:pt x="44994" y="0"/>
                    </a:lnTo>
                    <a:lnTo>
                      <a:pt x="44994" y="236105"/>
                    </a:lnTo>
                    <a:lnTo>
                      <a:pt x="0" y="236105"/>
                    </a:lnTo>
                    <a:close/>
                  </a:path>
                </a:pathLst>
              </a:custGeom>
              <a:noFill/>
              <a:ln w="4753" cap="flat">
                <a:solidFill>
                  <a:srgbClr val="000000"/>
                </a:solidFill>
                <a:prstDash val="solid"/>
                <a:miter/>
              </a:ln>
            </p:spPr>
            <p:txBody>
              <a:bodyPr rtlCol="0" anchor="ctr"/>
              <a:lstStyle/>
              <a:p>
                <a:endParaRPr lang="en-US"/>
              </a:p>
            </p:txBody>
          </p:sp>
          <p:sp>
            <p:nvSpPr>
              <p:cNvPr id="4504" name="Freeform 4503">
                <a:extLst>
                  <a:ext uri="{FF2B5EF4-FFF2-40B4-BE49-F238E27FC236}">
                    <a16:creationId xmlns:a16="http://schemas.microsoft.com/office/drawing/2014/main" id="{C92734A8-E7F4-B2E0-2FF5-156D581E1017}"/>
                  </a:ext>
                </a:extLst>
              </p:cNvPr>
              <p:cNvSpPr/>
              <p:nvPr/>
            </p:nvSpPr>
            <p:spPr>
              <a:xfrm>
                <a:off x="5059916" y="4982715"/>
                <a:ext cx="111973" cy="23654"/>
              </a:xfrm>
              <a:custGeom>
                <a:avLst/>
                <a:gdLst>
                  <a:gd name="connsiteX0" fmla="*/ 0 w 44994"/>
                  <a:gd name="connsiteY0" fmla="*/ 0 h 9505"/>
                  <a:gd name="connsiteX1" fmla="*/ 44994 w 44994"/>
                  <a:gd name="connsiteY1" fmla="*/ 0 h 9505"/>
                </a:gdLst>
                <a:ahLst/>
                <a:cxnLst>
                  <a:cxn ang="0">
                    <a:pos x="connsiteX0" y="connsiteY0"/>
                  </a:cxn>
                  <a:cxn ang="0">
                    <a:pos x="connsiteX1" y="connsiteY1"/>
                  </a:cxn>
                </a:cxnLst>
                <a:rect l="l" t="t" r="r" b="b"/>
                <a:pathLst>
                  <a:path w="44994" h="9505">
                    <a:moveTo>
                      <a:pt x="0" y="0"/>
                    </a:moveTo>
                    <a:lnTo>
                      <a:pt x="44994" y="0"/>
                    </a:lnTo>
                  </a:path>
                </a:pathLst>
              </a:custGeom>
              <a:ln w="4753" cap="flat">
                <a:solidFill>
                  <a:srgbClr val="000000"/>
                </a:solidFill>
                <a:prstDash val="solid"/>
                <a:round/>
              </a:ln>
            </p:spPr>
            <p:txBody>
              <a:bodyPr rtlCol="0" anchor="ctr"/>
              <a:lstStyle/>
              <a:p>
                <a:endParaRPr lang="en-US"/>
              </a:p>
            </p:txBody>
          </p:sp>
          <p:sp>
            <p:nvSpPr>
              <p:cNvPr id="4505" name="Freeform 4504">
                <a:extLst>
                  <a:ext uri="{FF2B5EF4-FFF2-40B4-BE49-F238E27FC236}">
                    <a16:creationId xmlns:a16="http://schemas.microsoft.com/office/drawing/2014/main" id="{C21E863C-A4D6-DD5A-E792-9BAACA450F2D}"/>
                  </a:ext>
                </a:extLst>
              </p:cNvPr>
              <p:cNvSpPr/>
              <p:nvPr/>
            </p:nvSpPr>
            <p:spPr>
              <a:xfrm>
                <a:off x="3266445" y="3739444"/>
                <a:ext cx="1866619" cy="46597"/>
              </a:xfrm>
              <a:custGeom>
                <a:avLst/>
                <a:gdLst>
                  <a:gd name="connsiteX0" fmla="*/ 0 w 750064"/>
                  <a:gd name="connsiteY0" fmla="*/ 18725 h 18724"/>
                  <a:gd name="connsiteX1" fmla="*/ 0 w 750064"/>
                  <a:gd name="connsiteY1" fmla="*/ 0 h 18724"/>
                  <a:gd name="connsiteX2" fmla="*/ 750064 w 750064"/>
                  <a:gd name="connsiteY2" fmla="*/ 0 h 18724"/>
                  <a:gd name="connsiteX3" fmla="*/ 750064 w 750064"/>
                  <a:gd name="connsiteY3" fmla="*/ 18725 h 18724"/>
                </a:gdLst>
                <a:ahLst/>
                <a:cxnLst>
                  <a:cxn ang="0">
                    <a:pos x="connsiteX0" y="connsiteY0"/>
                  </a:cxn>
                  <a:cxn ang="0">
                    <a:pos x="connsiteX1" y="connsiteY1"/>
                  </a:cxn>
                  <a:cxn ang="0">
                    <a:pos x="connsiteX2" y="connsiteY2"/>
                  </a:cxn>
                  <a:cxn ang="0">
                    <a:pos x="connsiteX3" y="connsiteY3"/>
                  </a:cxn>
                </a:cxnLst>
                <a:rect l="l" t="t" r="r" b="b"/>
                <a:pathLst>
                  <a:path w="750064" h="18724">
                    <a:moveTo>
                      <a:pt x="0" y="18725"/>
                    </a:moveTo>
                    <a:lnTo>
                      <a:pt x="0" y="0"/>
                    </a:lnTo>
                    <a:lnTo>
                      <a:pt x="750064" y="0"/>
                    </a:lnTo>
                    <a:lnTo>
                      <a:pt x="750064" y="18725"/>
                    </a:lnTo>
                  </a:path>
                </a:pathLst>
              </a:custGeom>
              <a:noFill/>
              <a:ln w="4753" cap="flat">
                <a:solidFill>
                  <a:srgbClr val="000000"/>
                </a:solidFill>
                <a:prstDash val="solid"/>
                <a:round/>
              </a:ln>
            </p:spPr>
            <p:txBody>
              <a:bodyPr rtlCol="0" anchor="ctr"/>
              <a:lstStyle/>
              <a:p>
                <a:endParaRPr lang="en-US"/>
              </a:p>
            </p:txBody>
          </p:sp>
          <p:grpSp>
            <p:nvGrpSpPr>
              <p:cNvPr id="4506" name="Graphic 5">
                <a:extLst>
                  <a:ext uri="{FF2B5EF4-FFF2-40B4-BE49-F238E27FC236}">
                    <a16:creationId xmlns:a16="http://schemas.microsoft.com/office/drawing/2014/main" id="{E088D577-1D5F-CF37-B1B0-CC20CC5D689E}"/>
                  </a:ext>
                </a:extLst>
              </p:cNvPr>
              <p:cNvGrpSpPr/>
              <p:nvPr/>
            </p:nvGrpSpPr>
            <p:grpSpPr>
              <a:xfrm>
                <a:off x="4072039" y="3544531"/>
                <a:ext cx="230575" cy="103842"/>
                <a:chOff x="6245727" y="2204751"/>
                <a:chExt cx="92652" cy="41727"/>
              </a:xfrm>
              <a:solidFill>
                <a:srgbClr val="000000"/>
              </a:solidFill>
            </p:grpSpPr>
            <p:sp>
              <p:nvSpPr>
                <p:cNvPr id="4627" name="Freeform 4626">
                  <a:extLst>
                    <a:ext uri="{FF2B5EF4-FFF2-40B4-BE49-F238E27FC236}">
                      <a16:creationId xmlns:a16="http://schemas.microsoft.com/office/drawing/2014/main" id="{90716261-7B1C-CEA0-0970-DDCFBDC15FDA}"/>
                    </a:ext>
                  </a:extLst>
                </p:cNvPr>
                <p:cNvSpPr/>
                <p:nvPr/>
              </p:nvSpPr>
              <p:spPr>
                <a:xfrm>
                  <a:off x="6245727" y="2204751"/>
                  <a:ext cx="31296" cy="40396"/>
                </a:xfrm>
                <a:custGeom>
                  <a:avLst/>
                  <a:gdLst>
                    <a:gd name="connsiteX0" fmla="*/ 4566 w 31296"/>
                    <a:gd name="connsiteY0" fmla="*/ 40396 h 40396"/>
                    <a:gd name="connsiteX1" fmla="*/ 0 w 31296"/>
                    <a:gd name="connsiteY1" fmla="*/ 40396 h 40396"/>
                    <a:gd name="connsiteX2" fmla="*/ 0 w 31296"/>
                    <a:gd name="connsiteY2" fmla="*/ 1046 h 40396"/>
                    <a:gd name="connsiteX3" fmla="*/ 4566 w 31296"/>
                    <a:gd name="connsiteY3" fmla="*/ 1046 h 40396"/>
                    <a:gd name="connsiteX4" fmla="*/ 4566 w 31296"/>
                    <a:gd name="connsiteY4" fmla="*/ 6558 h 40396"/>
                    <a:gd name="connsiteX5" fmla="*/ 10274 w 31296"/>
                    <a:gd name="connsiteY5" fmla="*/ 1806 h 40396"/>
                    <a:gd name="connsiteX6" fmla="*/ 17313 w 31296"/>
                    <a:gd name="connsiteY6" fmla="*/ 0 h 40396"/>
                    <a:gd name="connsiteX7" fmla="*/ 24067 w 31296"/>
                    <a:gd name="connsiteY7" fmla="*/ 1236 h 40396"/>
                    <a:gd name="connsiteX8" fmla="*/ 29299 w 31296"/>
                    <a:gd name="connsiteY8" fmla="*/ 5608 h 40396"/>
                    <a:gd name="connsiteX9" fmla="*/ 31011 w 31296"/>
                    <a:gd name="connsiteY9" fmla="*/ 9980 h 40396"/>
                    <a:gd name="connsiteX10" fmla="*/ 31296 w 31296"/>
                    <a:gd name="connsiteY10" fmla="*/ 14638 h 40396"/>
                    <a:gd name="connsiteX11" fmla="*/ 31296 w 31296"/>
                    <a:gd name="connsiteY11" fmla="*/ 40396 h 40396"/>
                    <a:gd name="connsiteX12" fmla="*/ 26730 w 31296"/>
                    <a:gd name="connsiteY12" fmla="*/ 40396 h 40396"/>
                    <a:gd name="connsiteX13" fmla="*/ 26730 w 31296"/>
                    <a:gd name="connsiteY13" fmla="*/ 14733 h 40396"/>
                    <a:gd name="connsiteX14" fmla="*/ 24352 w 31296"/>
                    <a:gd name="connsiteY14" fmla="*/ 6749 h 40396"/>
                    <a:gd name="connsiteX15" fmla="*/ 16552 w 31296"/>
                    <a:gd name="connsiteY15" fmla="*/ 4087 h 40396"/>
                    <a:gd name="connsiteX16" fmla="*/ 12652 w 31296"/>
                    <a:gd name="connsiteY16" fmla="*/ 4753 h 40396"/>
                    <a:gd name="connsiteX17" fmla="*/ 9513 w 31296"/>
                    <a:gd name="connsiteY17" fmla="*/ 6463 h 40396"/>
                    <a:gd name="connsiteX18" fmla="*/ 7134 w 31296"/>
                    <a:gd name="connsiteY18" fmla="*/ 8935 h 40396"/>
                    <a:gd name="connsiteX19" fmla="*/ 5612 w 31296"/>
                    <a:gd name="connsiteY19" fmla="*/ 11786 h 40396"/>
                    <a:gd name="connsiteX20" fmla="*/ 4756 w 31296"/>
                    <a:gd name="connsiteY20" fmla="*/ 15398 h 40396"/>
                    <a:gd name="connsiteX21" fmla="*/ 4566 w 31296"/>
                    <a:gd name="connsiteY21" fmla="*/ 19200 h 40396"/>
                    <a:gd name="connsiteX22" fmla="*/ 4566 w 31296"/>
                    <a:gd name="connsiteY22" fmla="*/ 40396 h 403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1296" h="40396">
                      <a:moveTo>
                        <a:pt x="4566" y="40396"/>
                      </a:moveTo>
                      <a:lnTo>
                        <a:pt x="0" y="40396"/>
                      </a:lnTo>
                      <a:lnTo>
                        <a:pt x="0" y="1046"/>
                      </a:lnTo>
                      <a:lnTo>
                        <a:pt x="4566" y="1046"/>
                      </a:lnTo>
                      <a:lnTo>
                        <a:pt x="4566" y="6558"/>
                      </a:lnTo>
                      <a:cubicBezTo>
                        <a:pt x="6374" y="4657"/>
                        <a:pt x="8276" y="3042"/>
                        <a:pt x="10274" y="1806"/>
                      </a:cubicBezTo>
                      <a:cubicBezTo>
                        <a:pt x="12271" y="570"/>
                        <a:pt x="14554" y="0"/>
                        <a:pt x="17313" y="0"/>
                      </a:cubicBezTo>
                      <a:cubicBezTo>
                        <a:pt x="19786" y="0"/>
                        <a:pt x="21974" y="380"/>
                        <a:pt x="24067" y="1236"/>
                      </a:cubicBezTo>
                      <a:cubicBezTo>
                        <a:pt x="26160" y="2091"/>
                        <a:pt x="27872" y="3517"/>
                        <a:pt x="29299" y="5608"/>
                      </a:cubicBezTo>
                      <a:cubicBezTo>
                        <a:pt x="30250" y="7034"/>
                        <a:pt x="30821" y="8459"/>
                        <a:pt x="31011" y="9980"/>
                      </a:cubicBezTo>
                      <a:cubicBezTo>
                        <a:pt x="31201" y="11501"/>
                        <a:pt x="31296" y="13022"/>
                        <a:pt x="31296" y="14638"/>
                      </a:cubicBezTo>
                      <a:lnTo>
                        <a:pt x="31296" y="40396"/>
                      </a:lnTo>
                      <a:lnTo>
                        <a:pt x="26730" y="40396"/>
                      </a:lnTo>
                      <a:lnTo>
                        <a:pt x="26730" y="14733"/>
                      </a:lnTo>
                      <a:cubicBezTo>
                        <a:pt x="26730" y="11216"/>
                        <a:pt x="25969" y="8555"/>
                        <a:pt x="24352" y="6749"/>
                      </a:cubicBezTo>
                      <a:cubicBezTo>
                        <a:pt x="22735" y="4943"/>
                        <a:pt x="20167" y="4087"/>
                        <a:pt x="16552" y="4087"/>
                      </a:cubicBezTo>
                      <a:cubicBezTo>
                        <a:pt x="15125" y="4087"/>
                        <a:pt x="13793" y="4277"/>
                        <a:pt x="12652" y="4753"/>
                      </a:cubicBezTo>
                      <a:cubicBezTo>
                        <a:pt x="11510" y="5228"/>
                        <a:pt x="10464" y="5798"/>
                        <a:pt x="9513" y="6463"/>
                      </a:cubicBezTo>
                      <a:cubicBezTo>
                        <a:pt x="8562" y="7129"/>
                        <a:pt x="7800" y="7984"/>
                        <a:pt x="7134" y="8935"/>
                      </a:cubicBezTo>
                      <a:cubicBezTo>
                        <a:pt x="6469" y="9885"/>
                        <a:pt x="5993" y="10836"/>
                        <a:pt x="5612" y="11786"/>
                      </a:cubicBezTo>
                      <a:cubicBezTo>
                        <a:pt x="5137" y="13022"/>
                        <a:pt x="4851" y="14258"/>
                        <a:pt x="4756" y="15398"/>
                      </a:cubicBezTo>
                      <a:cubicBezTo>
                        <a:pt x="4661" y="16539"/>
                        <a:pt x="4566" y="17869"/>
                        <a:pt x="4566" y="19200"/>
                      </a:cubicBezTo>
                      <a:lnTo>
                        <a:pt x="4566" y="40396"/>
                      </a:lnTo>
                      <a:close/>
                    </a:path>
                  </a:pathLst>
                </a:custGeom>
                <a:solidFill>
                  <a:srgbClr val="000000"/>
                </a:solidFill>
                <a:ln w="9506" cap="flat">
                  <a:noFill/>
                  <a:prstDash val="solid"/>
                  <a:miter/>
                </a:ln>
              </p:spPr>
              <p:txBody>
                <a:bodyPr rtlCol="0" anchor="ctr"/>
                <a:lstStyle/>
                <a:p>
                  <a:endParaRPr lang="en-US"/>
                </a:p>
              </p:txBody>
            </p:sp>
            <p:sp>
              <p:nvSpPr>
                <p:cNvPr id="4628" name="Freeform 4627">
                  <a:extLst>
                    <a:ext uri="{FF2B5EF4-FFF2-40B4-BE49-F238E27FC236}">
                      <a16:creationId xmlns:a16="http://schemas.microsoft.com/office/drawing/2014/main" id="{EE6A2F2B-6E06-26DD-DD1B-A2E33FCAE8B8}"/>
                    </a:ext>
                  </a:extLst>
                </p:cNvPr>
                <p:cNvSpPr/>
                <p:nvPr/>
              </p:nvSpPr>
              <p:spPr>
                <a:xfrm>
                  <a:off x="6290341" y="2238494"/>
                  <a:ext cx="5517" cy="6653"/>
                </a:xfrm>
                <a:custGeom>
                  <a:avLst/>
                  <a:gdLst>
                    <a:gd name="connsiteX0" fmla="*/ 0 w 5517"/>
                    <a:gd name="connsiteY0" fmla="*/ 6654 h 6653"/>
                    <a:gd name="connsiteX1" fmla="*/ 0 w 5517"/>
                    <a:gd name="connsiteY1" fmla="*/ 0 h 6653"/>
                    <a:gd name="connsiteX2" fmla="*/ 5517 w 5517"/>
                    <a:gd name="connsiteY2" fmla="*/ 0 h 6653"/>
                    <a:gd name="connsiteX3" fmla="*/ 5517 w 5517"/>
                    <a:gd name="connsiteY3" fmla="*/ 6654 h 6653"/>
                    <a:gd name="connsiteX4" fmla="*/ 0 w 5517"/>
                    <a:gd name="connsiteY4" fmla="*/ 6654 h 66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17" h="6653">
                      <a:moveTo>
                        <a:pt x="0" y="6654"/>
                      </a:moveTo>
                      <a:lnTo>
                        <a:pt x="0" y="0"/>
                      </a:lnTo>
                      <a:lnTo>
                        <a:pt x="5517" y="0"/>
                      </a:lnTo>
                      <a:lnTo>
                        <a:pt x="5517" y="6654"/>
                      </a:lnTo>
                      <a:lnTo>
                        <a:pt x="0" y="6654"/>
                      </a:lnTo>
                      <a:close/>
                    </a:path>
                  </a:pathLst>
                </a:custGeom>
                <a:solidFill>
                  <a:srgbClr val="000000"/>
                </a:solidFill>
                <a:ln w="9506" cap="flat">
                  <a:noFill/>
                  <a:prstDash val="solid"/>
                  <a:miter/>
                </a:ln>
              </p:spPr>
              <p:txBody>
                <a:bodyPr rtlCol="0" anchor="ctr"/>
                <a:lstStyle/>
                <a:p>
                  <a:endParaRPr lang="en-US"/>
                </a:p>
              </p:txBody>
            </p:sp>
            <p:sp>
              <p:nvSpPr>
                <p:cNvPr id="4629" name="Freeform 4628">
                  <a:extLst>
                    <a:ext uri="{FF2B5EF4-FFF2-40B4-BE49-F238E27FC236}">
                      <a16:creationId xmlns:a16="http://schemas.microsoft.com/office/drawing/2014/main" id="{CA83AE5B-770A-EF5C-AB58-7C2A747CF487}"/>
                    </a:ext>
                  </a:extLst>
                </p:cNvPr>
                <p:cNvSpPr/>
                <p:nvPr/>
              </p:nvSpPr>
              <p:spPr>
                <a:xfrm>
                  <a:off x="6307368" y="2205037"/>
                  <a:ext cx="31011" cy="41441"/>
                </a:xfrm>
                <a:custGeom>
                  <a:avLst/>
                  <a:gdLst>
                    <a:gd name="connsiteX0" fmla="*/ 4566 w 31011"/>
                    <a:gd name="connsiteY0" fmla="*/ 27850 h 41441"/>
                    <a:gd name="connsiteX1" fmla="*/ 8371 w 31011"/>
                    <a:gd name="connsiteY1" fmla="*/ 35074 h 41441"/>
                    <a:gd name="connsiteX2" fmla="*/ 16362 w 31011"/>
                    <a:gd name="connsiteY2" fmla="*/ 37165 h 41441"/>
                    <a:gd name="connsiteX3" fmla="*/ 20737 w 31011"/>
                    <a:gd name="connsiteY3" fmla="*/ 36594 h 41441"/>
                    <a:gd name="connsiteX4" fmla="*/ 23781 w 31011"/>
                    <a:gd name="connsiteY4" fmla="*/ 34979 h 41441"/>
                    <a:gd name="connsiteX5" fmla="*/ 25589 w 31011"/>
                    <a:gd name="connsiteY5" fmla="*/ 32697 h 41441"/>
                    <a:gd name="connsiteX6" fmla="*/ 26160 w 31011"/>
                    <a:gd name="connsiteY6" fmla="*/ 29941 h 41441"/>
                    <a:gd name="connsiteX7" fmla="*/ 24257 w 31011"/>
                    <a:gd name="connsiteY7" fmla="*/ 25664 h 41441"/>
                    <a:gd name="connsiteX8" fmla="*/ 19596 w 31011"/>
                    <a:gd name="connsiteY8" fmla="*/ 23477 h 41441"/>
                    <a:gd name="connsiteX9" fmla="*/ 13508 w 31011"/>
                    <a:gd name="connsiteY9" fmla="*/ 22147 h 41441"/>
                    <a:gd name="connsiteX10" fmla="*/ 7420 w 31011"/>
                    <a:gd name="connsiteY10" fmla="*/ 20436 h 41441"/>
                    <a:gd name="connsiteX11" fmla="*/ 2759 w 31011"/>
                    <a:gd name="connsiteY11" fmla="*/ 17204 h 41441"/>
                    <a:gd name="connsiteX12" fmla="*/ 856 w 31011"/>
                    <a:gd name="connsiteY12" fmla="*/ 11216 h 41441"/>
                    <a:gd name="connsiteX13" fmla="*/ 4471 w 31011"/>
                    <a:gd name="connsiteY13" fmla="*/ 3137 h 41441"/>
                    <a:gd name="connsiteX14" fmla="*/ 14744 w 31011"/>
                    <a:gd name="connsiteY14" fmla="*/ 0 h 41441"/>
                    <a:gd name="connsiteX15" fmla="*/ 25113 w 31011"/>
                    <a:gd name="connsiteY15" fmla="*/ 2852 h 41441"/>
                    <a:gd name="connsiteX16" fmla="*/ 29964 w 31011"/>
                    <a:gd name="connsiteY16" fmla="*/ 12357 h 41441"/>
                    <a:gd name="connsiteX17" fmla="*/ 25303 w 31011"/>
                    <a:gd name="connsiteY17" fmla="*/ 12357 h 41441"/>
                    <a:gd name="connsiteX18" fmla="*/ 21879 w 31011"/>
                    <a:gd name="connsiteY18" fmla="*/ 5893 h 41441"/>
                    <a:gd name="connsiteX19" fmla="*/ 14649 w 31011"/>
                    <a:gd name="connsiteY19" fmla="*/ 3992 h 41441"/>
                    <a:gd name="connsiteX20" fmla="*/ 7991 w 31011"/>
                    <a:gd name="connsiteY20" fmla="*/ 5893 h 41441"/>
                    <a:gd name="connsiteX21" fmla="*/ 5708 w 31011"/>
                    <a:gd name="connsiteY21" fmla="*/ 10836 h 41441"/>
                    <a:gd name="connsiteX22" fmla="*/ 7610 w 31011"/>
                    <a:gd name="connsiteY22" fmla="*/ 14923 h 41441"/>
                    <a:gd name="connsiteX23" fmla="*/ 12271 w 31011"/>
                    <a:gd name="connsiteY23" fmla="*/ 17204 h 41441"/>
                    <a:gd name="connsiteX24" fmla="*/ 18359 w 31011"/>
                    <a:gd name="connsiteY24" fmla="*/ 18725 h 41441"/>
                    <a:gd name="connsiteX25" fmla="*/ 24447 w 31011"/>
                    <a:gd name="connsiteY25" fmla="*/ 20626 h 41441"/>
                    <a:gd name="connsiteX26" fmla="*/ 29108 w 31011"/>
                    <a:gd name="connsiteY26" fmla="*/ 24048 h 41441"/>
                    <a:gd name="connsiteX27" fmla="*/ 31011 w 31011"/>
                    <a:gd name="connsiteY27" fmla="*/ 29941 h 41441"/>
                    <a:gd name="connsiteX28" fmla="*/ 29774 w 31011"/>
                    <a:gd name="connsiteY28" fmla="*/ 34883 h 41441"/>
                    <a:gd name="connsiteX29" fmla="*/ 26445 w 31011"/>
                    <a:gd name="connsiteY29" fmla="*/ 38495 h 41441"/>
                    <a:gd name="connsiteX30" fmla="*/ 21403 w 31011"/>
                    <a:gd name="connsiteY30" fmla="*/ 40682 h 41441"/>
                    <a:gd name="connsiteX31" fmla="*/ 14935 w 31011"/>
                    <a:gd name="connsiteY31" fmla="*/ 41442 h 41441"/>
                    <a:gd name="connsiteX32" fmla="*/ 8752 w 31011"/>
                    <a:gd name="connsiteY32" fmla="*/ 40396 h 41441"/>
                    <a:gd name="connsiteX33" fmla="*/ 4186 w 31011"/>
                    <a:gd name="connsiteY33" fmla="*/ 37545 h 41441"/>
                    <a:gd name="connsiteX34" fmla="*/ 1237 w 31011"/>
                    <a:gd name="connsiteY34" fmla="*/ 33268 h 41441"/>
                    <a:gd name="connsiteX35" fmla="*/ 0 w 31011"/>
                    <a:gd name="connsiteY35" fmla="*/ 28040 h 41441"/>
                    <a:gd name="connsiteX36" fmla="*/ 4661 w 31011"/>
                    <a:gd name="connsiteY36" fmla="*/ 28040 h 41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1011" h="41441">
                      <a:moveTo>
                        <a:pt x="4566" y="27850"/>
                      </a:moveTo>
                      <a:cubicBezTo>
                        <a:pt x="5232" y="31272"/>
                        <a:pt x="6564" y="33648"/>
                        <a:pt x="8371" y="35074"/>
                      </a:cubicBezTo>
                      <a:cubicBezTo>
                        <a:pt x="10273" y="36499"/>
                        <a:pt x="12842" y="37165"/>
                        <a:pt x="16362" y="37165"/>
                      </a:cubicBezTo>
                      <a:cubicBezTo>
                        <a:pt x="18074" y="37165"/>
                        <a:pt x="19501" y="36975"/>
                        <a:pt x="20737" y="36594"/>
                      </a:cubicBezTo>
                      <a:cubicBezTo>
                        <a:pt x="21974" y="36214"/>
                        <a:pt x="22925" y="35644"/>
                        <a:pt x="23781" y="34979"/>
                      </a:cubicBezTo>
                      <a:cubicBezTo>
                        <a:pt x="24542" y="34313"/>
                        <a:pt x="25208" y="33553"/>
                        <a:pt x="25589" y="32697"/>
                      </a:cubicBezTo>
                      <a:cubicBezTo>
                        <a:pt x="25969" y="31842"/>
                        <a:pt x="26160" y="30891"/>
                        <a:pt x="26160" y="29941"/>
                      </a:cubicBezTo>
                      <a:cubicBezTo>
                        <a:pt x="26160" y="28040"/>
                        <a:pt x="25494" y="26614"/>
                        <a:pt x="24257" y="25664"/>
                      </a:cubicBezTo>
                      <a:cubicBezTo>
                        <a:pt x="23020" y="24713"/>
                        <a:pt x="21498" y="23953"/>
                        <a:pt x="19596" y="23477"/>
                      </a:cubicBezTo>
                      <a:cubicBezTo>
                        <a:pt x="17693" y="23002"/>
                        <a:pt x="15696" y="22527"/>
                        <a:pt x="13508" y="22147"/>
                      </a:cubicBezTo>
                      <a:cubicBezTo>
                        <a:pt x="11320" y="21767"/>
                        <a:pt x="9322" y="21196"/>
                        <a:pt x="7420" y="20436"/>
                      </a:cubicBezTo>
                      <a:cubicBezTo>
                        <a:pt x="5517" y="19675"/>
                        <a:pt x="3995" y="18630"/>
                        <a:pt x="2759" y="17204"/>
                      </a:cubicBezTo>
                      <a:cubicBezTo>
                        <a:pt x="1522" y="15778"/>
                        <a:pt x="856" y="13782"/>
                        <a:pt x="856" y="11216"/>
                      </a:cubicBezTo>
                      <a:cubicBezTo>
                        <a:pt x="856" y="7889"/>
                        <a:pt x="2093" y="5228"/>
                        <a:pt x="4471" y="3137"/>
                      </a:cubicBezTo>
                      <a:cubicBezTo>
                        <a:pt x="6849" y="1046"/>
                        <a:pt x="10273" y="0"/>
                        <a:pt x="14744" y="0"/>
                      </a:cubicBezTo>
                      <a:cubicBezTo>
                        <a:pt x="19215" y="0"/>
                        <a:pt x="22449" y="951"/>
                        <a:pt x="25113" y="2852"/>
                      </a:cubicBezTo>
                      <a:cubicBezTo>
                        <a:pt x="27777" y="4753"/>
                        <a:pt x="29394" y="7889"/>
                        <a:pt x="29964" y="12357"/>
                      </a:cubicBezTo>
                      <a:lnTo>
                        <a:pt x="25303" y="12357"/>
                      </a:lnTo>
                      <a:cubicBezTo>
                        <a:pt x="24923" y="9315"/>
                        <a:pt x="23781" y="7224"/>
                        <a:pt x="21879" y="5893"/>
                      </a:cubicBezTo>
                      <a:cubicBezTo>
                        <a:pt x="19976" y="4562"/>
                        <a:pt x="17598" y="3992"/>
                        <a:pt x="14649" y="3992"/>
                      </a:cubicBezTo>
                      <a:cubicBezTo>
                        <a:pt x="11701" y="3992"/>
                        <a:pt x="9513" y="4657"/>
                        <a:pt x="7991" y="5893"/>
                      </a:cubicBezTo>
                      <a:cubicBezTo>
                        <a:pt x="6468" y="7129"/>
                        <a:pt x="5708" y="8745"/>
                        <a:pt x="5708" y="10836"/>
                      </a:cubicBezTo>
                      <a:cubicBezTo>
                        <a:pt x="5708" y="12642"/>
                        <a:pt x="6374" y="13972"/>
                        <a:pt x="7610" y="14923"/>
                      </a:cubicBezTo>
                      <a:cubicBezTo>
                        <a:pt x="8847" y="15873"/>
                        <a:pt x="10369" y="16634"/>
                        <a:pt x="12271" y="17204"/>
                      </a:cubicBezTo>
                      <a:cubicBezTo>
                        <a:pt x="14174" y="17774"/>
                        <a:pt x="16171" y="18345"/>
                        <a:pt x="18359" y="18725"/>
                      </a:cubicBezTo>
                      <a:cubicBezTo>
                        <a:pt x="20547" y="19200"/>
                        <a:pt x="22545" y="19866"/>
                        <a:pt x="24447" y="20626"/>
                      </a:cubicBezTo>
                      <a:cubicBezTo>
                        <a:pt x="26350" y="21481"/>
                        <a:pt x="27872" y="22622"/>
                        <a:pt x="29108" y="24048"/>
                      </a:cubicBezTo>
                      <a:cubicBezTo>
                        <a:pt x="30345" y="25473"/>
                        <a:pt x="31011" y="27470"/>
                        <a:pt x="31011" y="29941"/>
                      </a:cubicBezTo>
                      <a:cubicBezTo>
                        <a:pt x="31011" y="31842"/>
                        <a:pt x="30630" y="33458"/>
                        <a:pt x="29774" y="34883"/>
                      </a:cubicBezTo>
                      <a:cubicBezTo>
                        <a:pt x="29013" y="36309"/>
                        <a:pt x="27872" y="37545"/>
                        <a:pt x="26445" y="38495"/>
                      </a:cubicBezTo>
                      <a:cubicBezTo>
                        <a:pt x="25018" y="39446"/>
                        <a:pt x="23306" y="40206"/>
                        <a:pt x="21403" y="40682"/>
                      </a:cubicBezTo>
                      <a:cubicBezTo>
                        <a:pt x="19406" y="41157"/>
                        <a:pt x="17313" y="41442"/>
                        <a:pt x="14935" y="41442"/>
                      </a:cubicBezTo>
                      <a:cubicBezTo>
                        <a:pt x="12557" y="41442"/>
                        <a:pt x="10559" y="41062"/>
                        <a:pt x="8752" y="40396"/>
                      </a:cubicBezTo>
                      <a:cubicBezTo>
                        <a:pt x="6944" y="39731"/>
                        <a:pt x="5422" y="38781"/>
                        <a:pt x="4186" y="37545"/>
                      </a:cubicBezTo>
                      <a:cubicBezTo>
                        <a:pt x="2949" y="36309"/>
                        <a:pt x="1903" y="34883"/>
                        <a:pt x="1237" y="33268"/>
                      </a:cubicBezTo>
                      <a:cubicBezTo>
                        <a:pt x="476" y="31652"/>
                        <a:pt x="95" y="29941"/>
                        <a:pt x="0" y="28040"/>
                      </a:cubicBezTo>
                      <a:lnTo>
                        <a:pt x="4661" y="28040"/>
                      </a:lnTo>
                      <a:close/>
                    </a:path>
                  </a:pathLst>
                </a:custGeom>
                <a:solidFill>
                  <a:srgbClr val="000000"/>
                </a:solidFill>
                <a:ln w="9506" cap="flat">
                  <a:noFill/>
                  <a:prstDash val="solid"/>
                  <a:miter/>
                </a:ln>
              </p:spPr>
              <p:txBody>
                <a:bodyPr rtlCol="0" anchor="ctr"/>
                <a:lstStyle/>
                <a:p>
                  <a:endParaRPr lang="en-US"/>
                </a:p>
              </p:txBody>
            </p:sp>
          </p:grpSp>
          <p:grpSp>
            <p:nvGrpSpPr>
              <p:cNvPr id="4507" name="Graphic 5">
                <a:extLst>
                  <a:ext uri="{FF2B5EF4-FFF2-40B4-BE49-F238E27FC236}">
                    <a16:creationId xmlns:a16="http://schemas.microsoft.com/office/drawing/2014/main" id="{94F66786-2D6C-E2B0-C8AE-0618D16AA9D9}"/>
                  </a:ext>
                </a:extLst>
              </p:cNvPr>
              <p:cNvGrpSpPr/>
              <p:nvPr/>
            </p:nvGrpSpPr>
            <p:grpSpPr>
              <a:xfrm>
                <a:off x="3507382" y="3154946"/>
                <a:ext cx="1258932" cy="251681"/>
                <a:chOff x="6111220" y="2048109"/>
                <a:chExt cx="505877" cy="101133"/>
              </a:xfrm>
            </p:grpSpPr>
            <p:sp>
              <p:nvSpPr>
                <p:cNvPr id="4617" name="Freeform 4616">
                  <a:extLst>
                    <a:ext uri="{FF2B5EF4-FFF2-40B4-BE49-F238E27FC236}">
                      <a16:creationId xmlns:a16="http://schemas.microsoft.com/office/drawing/2014/main" id="{6D084D26-9B00-E93C-03DD-236E4EC3A51A}"/>
                    </a:ext>
                  </a:extLst>
                </p:cNvPr>
                <p:cNvSpPr/>
                <p:nvPr/>
              </p:nvSpPr>
              <p:spPr>
                <a:xfrm>
                  <a:off x="6111220" y="2048109"/>
                  <a:ext cx="50321" cy="68531"/>
                </a:xfrm>
                <a:custGeom>
                  <a:avLst/>
                  <a:gdLst>
                    <a:gd name="connsiteX0" fmla="*/ 0 w 50321"/>
                    <a:gd name="connsiteY0" fmla="*/ 68436 h 68531"/>
                    <a:gd name="connsiteX1" fmla="*/ 0 w 50321"/>
                    <a:gd name="connsiteY1" fmla="*/ 0 h 68531"/>
                    <a:gd name="connsiteX2" fmla="*/ 24733 w 50321"/>
                    <a:gd name="connsiteY2" fmla="*/ 0 h 68531"/>
                    <a:gd name="connsiteX3" fmla="*/ 35006 w 50321"/>
                    <a:gd name="connsiteY3" fmla="*/ 1236 h 68531"/>
                    <a:gd name="connsiteX4" fmla="*/ 41950 w 50321"/>
                    <a:gd name="connsiteY4" fmla="*/ 4753 h 68531"/>
                    <a:gd name="connsiteX5" fmla="*/ 45945 w 50321"/>
                    <a:gd name="connsiteY5" fmla="*/ 10265 h 68531"/>
                    <a:gd name="connsiteX6" fmla="*/ 47182 w 50321"/>
                    <a:gd name="connsiteY6" fmla="*/ 17204 h 68531"/>
                    <a:gd name="connsiteX7" fmla="*/ 46231 w 50321"/>
                    <a:gd name="connsiteY7" fmla="*/ 23477 h 68531"/>
                    <a:gd name="connsiteX8" fmla="*/ 43758 w 50321"/>
                    <a:gd name="connsiteY8" fmla="*/ 27850 h 68531"/>
                    <a:gd name="connsiteX9" fmla="*/ 40238 w 50321"/>
                    <a:gd name="connsiteY9" fmla="*/ 30606 h 68531"/>
                    <a:gd name="connsiteX10" fmla="*/ 36243 w 50321"/>
                    <a:gd name="connsiteY10" fmla="*/ 32032 h 68531"/>
                    <a:gd name="connsiteX11" fmla="*/ 36243 w 50321"/>
                    <a:gd name="connsiteY11" fmla="*/ 32222 h 68531"/>
                    <a:gd name="connsiteX12" fmla="*/ 46897 w 50321"/>
                    <a:gd name="connsiteY12" fmla="*/ 37830 h 68531"/>
                    <a:gd name="connsiteX13" fmla="*/ 50321 w 50321"/>
                    <a:gd name="connsiteY13" fmla="*/ 49236 h 68531"/>
                    <a:gd name="connsiteX14" fmla="*/ 48704 w 50321"/>
                    <a:gd name="connsiteY14" fmla="*/ 58266 h 68531"/>
                    <a:gd name="connsiteX15" fmla="*/ 44138 w 50321"/>
                    <a:gd name="connsiteY15" fmla="*/ 64254 h 68531"/>
                    <a:gd name="connsiteX16" fmla="*/ 37004 w 50321"/>
                    <a:gd name="connsiteY16" fmla="*/ 67581 h 68531"/>
                    <a:gd name="connsiteX17" fmla="*/ 27967 w 50321"/>
                    <a:gd name="connsiteY17" fmla="*/ 68531 h 68531"/>
                    <a:gd name="connsiteX18" fmla="*/ 0 w 50321"/>
                    <a:gd name="connsiteY18" fmla="*/ 68531 h 68531"/>
                    <a:gd name="connsiteX19" fmla="*/ 6468 w 50321"/>
                    <a:gd name="connsiteY19" fmla="*/ 30226 h 68531"/>
                    <a:gd name="connsiteX20" fmla="*/ 22830 w 50321"/>
                    <a:gd name="connsiteY20" fmla="*/ 30226 h 68531"/>
                    <a:gd name="connsiteX21" fmla="*/ 31296 w 50321"/>
                    <a:gd name="connsiteY21" fmla="*/ 29371 h 68531"/>
                    <a:gd name="connsiteX22" fmla="*/ 36814 w 50321"/>
                    <a:gd name="connsiteY22" fmla="*/ 26804 h 68531"/>
                    <a:gd name="connsiteX23" fmla="*/ 39858 w 50321"/>
                    <a:gd name="connsiteY23" fmla="*/ 22717 h 68531"/>
                    <a:gd name="connsiteX24" fmla="*/ 40714 w 50321"/>
                    <a:gd name="connsiteY24" fmla="*/ 17204 h 68531"/>
                    <a:gd name="connsiteX25" fmla="*/ 39667 w 50321"/>
                    <a:gd name="connsiteY25" fmla="*/ 11786 h 68531"/>
                    <a:gd name="connsiteX26" fmla="*/ 36338 w 50321"/>
                    <a:gd name="connsiteY26" fmla="*/ 8174 h 68531"/>
                    <a:gd name="connsiteX27" fmla="*/ 30440 w 50321"/>
                    <a:gd name="connsiteY27" fmla="*/ 6178 h 68531"/>
                    <a:gd name="connsiteX28" fmla="*/ 21403 w 50321"/>
                    <a:gd name="connsiteY28" fmla="*/ 5608 h 68531"/>
                    <a:gd name="connsiteX29" fmla="*/ 6468 w 50321"/>
                    <a:gd name="connsiteY29" fmla="*/ 5608 h 68531"/>
                    <a:gd name="connsiteX30" fmla="*/ 6468 w 50321"/>
                    <a:gd name="connsiteY30" fmla="*/ 30321 h 68531"/>
                    <a:gd name="connsiteX31" fmla="*/ 6468 w 50321"/>
                    <a:gd name="connsiteY31" fmla="*/ 62923 h 68531"/>
                    <a:gd name="connsiteX32" fmla="*/ 22925 w 50321"/>
                    <a:gd name="connsiteY32" fmla="*/ 62923 h 68531"/>
                    <a:gd name="connsiteX33" fmla="*/ 32247 w 50321"/>
                    <a:gd name="connsiteY33" fmla="*/ 62448 h 68531"/>
                    <a:gd name="connsiteX34" fmla="*/ 38716 w 50321"/>
                    <a:gd name="connsiteY34" fmla="*/ 60452 h 68531"/>
                    <a:gd name="connsiteX35" fmla="*/ 42616 w 50321"/>
                    <a:gd name="connsiteY35" fmla="*/ 56270 h 68531"/>
                    <a:gd name="connsiteX36" fmla="*/ 43853 w 50321"/>
                    <a:gd name="connsiteY36" fmla="*/ 49141 h 68531"/>
                    <a:gd name="connsiteX37" fmla="*/ 42426 w 50321"/>
                    <a:gd name="connsiteY37" fmla="*/ 42202 h 68531"/>
                    <a:gd name="connsiteX38" fmla="*/ 38336 w 50321"/>
                    <a:gd name="connsiteY38" fmla="*/ 38115 h 68531"/>
                    <a:gd name="connsiteX39" fmla="*/ 31962 w 50321"/>
                    <a:gd name="connsiteY39" fmla="*/ 36214 h 68531"/>
                    <a:gd name="connsiteX40" fmla="*/ 23686 w 50321"/>
                    <a:gd name="connsiteY40" fmla="*/ 35644 h 68531"/>
                    <a:gd name="connsiteX41" fmla="*/ 6468 w 50321"/>
                    <a:gd name="connsiteY41" fmla="*/ 35644 h 68531"/>
                    <a:gd name="connsiteX42" fmla="*/ 6468 w 50321"/>
                    <a:gd name="connsiteY42" fmla="*/ 62828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50321" h="68531">
                      <a:moveTo>
                        <a:pt x="0" y="68436"/>
                      </a:moveTo>
                      <a:lnTo>
                        <a:pt x="0" y="0"/>
                      </a:lnTo>
                      <a:lnTo>
                        <a:pt x="24733" y="0"/>
                      </a:lnTo>
                      <a:cubicBezTo>
                        <a:pt x="28728" y="0"/>
                        <a:pt x="32152" y="380"/>
                        <a:pt x="35006" y="1236"/>
                      </a:cubicBezTo>
                      <a:cubicBezTo>
                        <a:pt x="37860" y="2091"/>
                        <a:pt x="40143" y="3232"/>
                        <a:pt x="41950" y="4753"/>
                      </a:cubicBezTo>
                      <a:cubicBezTo>
                        <a:pt x="43758" y="6273"/>
                        <a:pt x="45089" y="8079"/>
                        <a:pt x="45945" y="10265"/>
                      </a:cubicBezTo>
                      <a:cubicBezTo>
                        <a:pt x="46802" y="12357"/>
                        <a:pt x="47182" y="14733"/>
                        <a:pt x="47182" y="17204"/>
                      </a:cubicBezTo>
                      <a:cubicBezTo>
                        <a:pt x="47182" y="19675"/>
                        <a:pt x="46897" y="21671"/>
                        <a:pt x="46231" y="23477"/>
                      </a:cubicBezTo>
                      <a:cubicBezTo>
                        <a:pt x="45565" y="25188"/>
                        <a:pt x="44804" y="26709"/>
                        <a:pt x="43758" y="27850"/>
                      </a:cubicBezTo>
                      <a:cubicBezTo>
                        <a:pt x="42711" y="28990"/>
                        <a:pt x="41570" y="29941"/>
                        <a:pt x="40238" y="30606"/>
                      </a:cubicBezTo>
                      <a:cubicBezTo>
                        <a:pt x="38906" y="31272"/>
                        <a:pt x="37574" y="31747"/>
                        <a:pt x="36243" y="32032"/>
                      </a:cubicBezTo>
                      <a:lnTo>
                        <a:pt x="36243" y="32222"/>
                      </a:lnTo>
                      <a:cubicBezTo>
                        <a:pt x="40999" y="32887"/>
                        <a:pt x="44519" y="34788"/>
                        <a:pt x="46897" y="37830"/>
                      </a:cubicBezTo>
                      <a:cubicBezTo>
                        <a:pt x="49180" y="40872"/>
                        <a:pt x="50321" y="44674"/>
                        <a:pt x="50321" y="49236"/>
                      </a:cubicBezTo>
                      <a:cubicBezTo>
                        <a:pt x="50321" y="52753"/>
                        <a:pt x="49750" y="55795"/>
                        <a:pt x="48704" y="58266"/>
                      </a:cubicBezTo>
                      <a:cubicBezTo>
                        <a:pt x="47563" y="60737"/>
                        <a:pt x="46041" y="62733"/>
                        <a:pt x="44138" y="64254"/>
                      </a:cubicBezTo>
                      <a:cubicBezTo>
                        <a:pt x="42141" y="65775"/>
                        <a:pt x="39762" y="66915"/>
                        <a:pt x="37004" y="67581"/>
                      </a:cubicBezTo>
                      <a:cubicBezTo>
                        <a:pt x="34245" y="68246"/>
                        <a:pt x="31201" y="68531"/>
                        <a:pt x="27967" y="68531"/>
                      </a:cubicBezTo>
                      <a:lnTo>
                        <a:pt x="0" y="68531"/>
                      </a:lnTo>
                      <a:close/>
                      <a:moveTo>
                        <a:pt x="6468" y="30226"/>
                      </a:moveTo>
                      <a:lnTo>
                        <a:pt x="22830" y="30226"/>
                      </a:lnTo>
                      <a:cubicBezTo>
                        <a:pt x="26160" y="30226"/>
                        <a:pt x="29013" y="29941"/>
                        <a:pt x="31296" y="29371"/>
                      </a:cubicBezTo>
                      <a:cubicBezTo>
                        <a:pt x="33579" y="28800"/>
                        <a:pt x="35387" y="27945"/>
                        <a:pt x="36814" y="26804"/>
                      </a:cubicBezTo>
                      <a:cubicBezTo>
                        <a:pt x="38240" y="25664"/>
                        <a:pt x="39192" y="24333"/>
                        <a:pt x="39858" y="22717"/>
                      </a:cubicBezTo>
                      <a:cubicBezTo>
                        <a:pt x="40428" y="21101"/>
                        <a:pt x="40714" y="19295"/>
                        <a:pt x="40714" y="17204"/>
                      </a:cubicBezTo>
                      <a:cubicBezTo>
                        <a:pt x="40714" y="15113"/>
                        <a:pt x="40333" y="13212"/>
                        <a:pt x="39667" y="11786"/>
                      </a:cubicBezTo>
                      <a:cubicBezTo>
                        <a:pt x="39002" y="10265"/>
                        <a:pt x="37860" y="9125"/>
                        <a:pt x="36338" y="8174"/>
                      </a:cubicBezTo>
                      <a:cubicBezTo>
                        <a:pt x="34816" y="7224"/>
                        <a:pt x="32818" y="6558"/>
                        <a:pt x="30440" y="6178"/>
                      </a:cubicBezTo>
                      <a:cubicBezTo>
                        <a:pt x="27967" y="5798"/>
                        <a:pt x="25018" y="5608"/>
                        <a:pt x="21403" y="5608"/>
                      </a:cubicBezTo>
                      <a:lnTo>
                        <a:pt x="6468" y="5608"/>
                      </a:lnTo>
                      <a:lnTo>
                        <a:pt x="6468" y="30321"/>
                      </a:lnTo>
                      <a:close/>
                      <a:moveTo>
                        <a:pt x="6468" y="62923"/>
                      </a:moveTo>
                      <a:lnTo>
                        <a:pt x="22925" y="62923"/>
                      </a:lnTo>
                      <a:cubicBezTo>
                        <a:pt x="26445" y="62923"/>
                        <a:pt x="29584" y="62733"/>
                        <a:pt x="32247" y="62448"/>
                      </a:cubicBezTo>
                      <a:cubicBezTo>
                        <a:pt x="34911" y="62163"/>
                        <a:pt x="37004" y="61498"/>
                        <a:pt x="38716" y="60452"/>
                      </a:cubicBezTo>
                      <a:cubicBezTo>
                        <a:pt x="40428" y="59406"/>
                        <a:pt x="41760" y="58076"/>
                        <a:pt x="42616" y="56270"/>
                      </a:cubicBezTo>
                      <a:cubicBezTo>
                        <a:pt x="43472" y="54464"/>
                        <a:pt x="43853" y="52088"/>
                        <a:pt x="43853" y="49141"/>
                      </a:cubicBezTo>
                      <a:cubicBezTo>
                        <a:pt x="43853" y="46194"/>
                        <a:pt x="43377" y="44008"/>
                        <a:pt x="42426" y="42202"/>
                      </a:cubicBezTo>
                      <a:cubicBezTo>
                        <a:pt x="41475" y="40491"/>
                        <a:pt x="40143" y="39066"/>
                        <a:pt x="38336" y="38115"/>
                      </a:cubicBezTo>
                      <a:cubicBezTo>
                        <a:pt x="36528" y="37165"/>
                        <a:pt x="34435" y="36499"/>
                        <a:pt x="31962" y="36214"/>
                      </a:cubicBezTo>
                      <a:cubicBezTo>
                        <a:pt x="29489" y="35929"/>
                        <a:pt x="26730" y="35644"/>
                        <a:pt x="23686" y="35644"/>
                      </a:cubicBezTo>
                      <a:lnTo>
                        <a:pt x="6468" y="35644"/>
                      </a:lnTo>
                      <a:lnTo>
                        <a:pt x="6468" y="62828"/>
                      </a:lnTo>
                      <a:close/>
                    </a:path>
                  </a:pathLst>
                </a:custGeom>
                <a:solidFill>
                  <a:srgbClr val="262626"/>
                </a:solidFill>
                <a:ln w="9506" cap="flat">
                  <a:noFill/>
                  <a:prstDash val="solid"/>
                  <a:miter/>
                </a:ln>
              </p:spPr>
              <p:txBody>
                <a:bodyPr rtlCol="0" anchor="ctr"/>
                <a:lstStyle/>
                <a:p>
                  <a:endParaRPr lang="en-US"/>
                </a:p>
              </p:txBody>
            </p:sp>
            <p:sp>
              <p:nvSpPr>
                <p:cNvPr id="4618" name="Freeform 4617">
                  <a:extLst>
                    <a:ext uri="{FF2B5EF4-FFF2-40B4-BE49-F238E27FC236}">
                      <a16:creationId xmlns:a16="http://schemas.microsoft.com/office/drawing/2014/main" id="{D09D69DA-7C39-8762-A121-C3A33AEE5B11}"/>
                    </a:ext>
                  </a:extLst>
                </p:cNvPr>
                <p:cNvSpPr/>
                <p:nvPr/>
              </p:nvSpPr>
              <p:spPr>
                <a:xfrm>
                  <a:off x="6174003" y="2048109"/>
                  <a:ext cx="44138" cy="68436"/>
                </a:xfrm>
                <a:custGeom>
                  <a:avLst/>
                  <a:gdLst>
                    <a:gd name="connsiteX0" fmla="*/ 0 w 44138"/>
                    <a:gd name="connsiteY0" fmla="*/ 68436 h 68436"/>
                    <a:gd name="connsiteX1" fmla="*/ 0 w 44138"/>
                    <a:gd name="connsiteY1" fmla="*/ 0 h 68436"/>
                    <a:gd name="connsiteX2" fmla="*/ 44138 w 44138"/>
                    <a:gd name="connsiteY2" fmla="*/ 0 h 68436"/>
                    <a:gd name="connsiteX3" fmla="*/ 44138 w 44138"/>
                    <a:gd name="connsiteY3" fmla="*/ 5513 h 68436"/>
                    <a:gd name="connsiteX4" fmla="*/ 6468 w 44138"/>
                    <a:gd name="connsiteY4" fmla="*/ 5513 h 68436"/>
                    <a:gd name="connsiteX5" fmla="*/ 6468 w 44138"/>
                    <a:gd name="connsiteY5" fmla="*/ 30226 h 68436"/>
                    <a:gd name="connsiteX6" fmla="*/ 40714 w 44138"/>
                    <a:gd name="connsiteY6" fmla="*/ 30226 h 68436"/>
                    <a:gd name="connsiteX7" fmla="*/ 40714 w 44138"/>
                    <a:gd name="connsiteY7" fmla="*/ 35739 h 68436"/>
                    <a:gd name="connsiteX8" fmla="*/ 6468 w 44138"/>
                    <a:gd name="connsiteY8" fmla="*/ 35739 h 68436"/>
                    <a:gd name="connsiteX9" fmla="*/ 6468 w 44138"/>
                    <a:gd name="connsiteY9" fmla="*/ 68436 h 68436"/>
                    <a:gd name="connsiteX10" fmla="*/ 0 w 44138"/>
                    <a:gd name="connsiteY10" fmla="*/ 68436 h 68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4138" h="68436">
                      <a:moveTo>
                        <a:pt x="0" y="68436"/>
                      </a:moveTo>
                      <a:lnTo>
                        <a:pt x="0" y="0"/>
                      </a:lnTo>
                      <a:lnTo>
                        <a:pt x="44138" y="0"/>
                      </a:lnTo>
                      <a:lnTo>
                        <a:pt x="44138" y="5513"/>
                      </a:lnTo>
                      <a:lnTo>
                        <a:pt x="6468" y="5513"/>
                      </a:lnTo>
                      <a:lnTo>
                        <a:pt x="6468" y="30226"/>
                      </a:lnTo>
                      <a:lnTo>
                        <a:pt x="40714" y="30226"/>
                      </a:lnTo>
                      <a:lnTo>
                        <a:pt x="40714" y="35739"/>
                      </a:lnTo>
                      <a:lnTo>
                        <a:pt x="6468" y="35739"/>
                      </a:lnTo>
                      <a:lnTo>
                        <a:pt x="6468" y="68436"/>
                      </a:lnTo>
                      <a:lnTo>
                        <a:pt x="0" y="68436"/>
                      </a:lnTo>
                      <a:close/>
                    </a:path>
                  </a:pathLst>
                </a:custGeom>
                <a:solidFill>
                  <a:srgbClr val="262626"/>
                </a:solidFill>
                <a:ln w="9506" cap="flat">
                  <a:noFill/>
                  <a:prstDash val="solid"/>
                  <a:miter/>
                </a:ln>
              </p:spPr>
              <p:txBody>
                <a:bodyPr rtlCol="0" anchor="ctr"/>
                <a:lstStyle/>
                <a:p>
                  <a:endParaRPr lang="en-US"/>
                </a:p>
              </p:txBody>
            </p:sp>
            <p:sp>
              <p:nvSpPr>
                <p:cNvPr id="4619" name="Freeform 4618">
                  <a:extLst>
                    <a:ext uri="{FF2B5EF4-FFF2-40B4-BE49-F238E27FC236}">
                      <a16:creationId xmlns:a16="http://schemas.microsoft.com/office/drawing/2014/main" id="{F2B8A2EB-D16D-1A96-1752-A7989C5707AD}"/>
                    </a:ext>
                  </a:extLst>
                </p:cNvPr>
                <p:cNvSpPr/>
                <p:nvPr/>
              </p:nvSpPr>
              <p:spPr>
                <a:xfrm>
                  <a:off x="6221470" y="2108751"/>
                  <a:ext cx="27205" cy="40491"/>
                </a:xfrm>
                <a:custGeom>
                  <a:avLst/>
                  <a:gdLst>
                    <a:gd name="connsiteX0" fmla="*/ 13603 w 27205"/>
                    <a:gd name="connsiteY0" fmla="*/ 40491 h 40491"/>
                    <a:gd name="connsiteX1" fmla="*/ 3044 w 27205"/>
                    <a:gd name="connsiteY1" fmla="*/ 35264 h 40491"/>
                    <a:gd name="connsiteX2" fmla="*/ 0 w 27205"/>
                    <a:gd name="connsiteY2" fmla="*/ 20341 h 40491"/>
                    <a:gd name="connsiteX3" fmla="*/ 3044 w 27205"/>
                    <a:gd name="connsiteY3" fmla="*/ 5323 h 40491"/>
                    <a:gd name="connsiteX4" fmla="*/ 13603 w 27205"/>
                    <a:gd name="connsiteY4" fmla="*/ 0 h 40491"/>
                    <a:gd name="connsiteX5" fmla="*/ 24162 w 27205"/>
                    <a:gd name="connsiteY5" fmla="*/ 5323 h 40491"/>
                    <a:gd name="connsiteX6" fmla="*/ 27206 w 27205"/>
                    <a:gd name="connsiteY6" fmla="*/ 20341 h 40491"/>
                    <a:gd name="connsiteX7" fmla="*/ 24162 w 27205"/>
                    <a:gd name="connsiteY7" fmla="*/ 35264 h 40491"/>
                    <a:gd name="connsiteX8" fmla="*/ 13603 w 27205"/>
                    <a:gd name="connsiteY8" fmla="*/ 40491 h 40491"/>
                    <a:gd name="connsiteX9" fmla="*/ 18169 w 27205"/>
                    <a:gd name="connsiteY9" fmla="*/ 30606 h 40491"/>
                    <a:gd name="connsiteX10" fmla="*/ 19215 w 27205"/>
                    <a:gd name="connsiteY10" fmla="*/ 20246 h 40491"/>
                    <a:gd name="connsiteX11" fmla="*/ 18169 w 27205"/>
                    <a:gd name="connsiteY11" fmla="*/ 9790 h 40491"/>
                    <a:gd name="connsiteX12" fmla="*/ 13698 w 27205"/>
                    <a:gd name="connsiteY12" fmla="*/ 6368 h 40491"/>
                    <a:gd name="connsiteX13" fmla="*/ 9132 w 27205"/>
                    <a:gd name="connsiteY13" fmla="*/ 9790 h 40491"/>
                    <a:gd name="connsiteX14" fmla="*/ 7991 w 27205"/>
                    <a:gd name="connsiteY14" fmla="*/ 20246 h 40491"/>
                    <a:gd name="connsiteX15" fmla="*/ 9132 w 27205"/>
                    <a:gd name="connsiteY15" fmla="*/ 30606 h 40491"/>
                    <a:gd name="connsiteX16" fmla="*/ 13698 w 27205"/>
                    <a:gd name="connsiteY16" fmla="*/ 34218 h 40491"/>
                    <a:gd name="connsiteX17" fmla="*/ 18264 w 27205"/>
                    <a:gd name="connsiteY17" fmla="*/ 30606 h 40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7205" h="40491">
                      <a:moveTo>
                        <a:pt x="13603" y="40491"/>
                      </a:moveTo>
                      <a:cubicBezTo>
                        <a:pt x="8561" y="40491"/>
                        <a:pt x="5137" y="38781"/>
                        <a:pt x="3044" y="35264"/>
                      </a:cubicBezTo>
                      <a:cubicBezTo>
                        <a:pt x="1046" y="31747"/>
                        <a:pt x="0" y="26804"/>
                        <a:pt x="0" y="20341"/>
                      </a:cubicBezTo>
                      <a:cubicBezTo>
                        <a:pt x="0" y="13877"/>
                        <a:pt x="1046" y="8840"/>
                        <a:pt x="3044" y="5323"/>
                      </a:cubicBezTo>
                      <a:cubicBezTo>
                        <a:pt x="5042" y="1806"/>
                        <a:pt x="8561" y="0"/>
                        <a:pt x="13603" y="0"/>
                      </a:cubicBezTo>
                      <a:cubicBezTo>
                        <a:pt x="18645" y="0"/>
                        <a:pt x="22069" y="1806"/>
                        <a:pt x="24162" y="5323"/>
                      </a:cubicBezTo>
                      <a:cubicBezTo>
                        <a:pt x="26160" y="8840"/>
                        <a:pt x="27206" y="13877"/>
                        <a:pt x="27206" y="20341"/>
                      </a:cubicBezTo>
                      <a:cubicBezTo>
                        <a:pt x="27206" y="26804"/>
                        <a:pt x="26160" y="31842"/>
                        <a:pt x="24162" y="35264"/>
                      </a:cubicBezTo>
                      <a:cubicBezTo>
                        <a:pt x="22164" y="38781"/>
                        <a:pt x="18645" y="40491"/>
                        <a:pt x="13603" y="40491"/>
                      </a:cubicBezTo>
                      <a:close/>
                      <a:moveTo>
                        <a:pt x="18169" y="30606"/>
                      </a:moveTo>
                      <a:cubicBezTo>
                        <a:pt x="18835" y="28230"/>
                        <a:pt x="19215" y="24808"/>
                        <a:pt x="19215" y="20246"/>
                      </a:cubicBezTo>
                      <a:cubicBezTo>
                        <a:pt x="19215" y="15683"/>
                        <a:pt x="18835" y="11976"/>
                        <a:pt x="18169" y="9790"/>
                      </a:cubicBezTo>
                      <a:cubicBezTo>
                        <a:pt x="17503" y="7509"/>
                        <a:pt x="15981" y="6368"/>
                        <a:pt x="13698" y="6368"/>
                      </a:cubicBezTo>
                      <a:cubicBezTo>
                        <a:pt x="11415" y="6368"/>
                        <a:pt x="9893" y="7509"/>
                        <a:pt x="9132" y="9790"/>
                      </a:cubicBezTo>
                      <a:cubicBezTo>
                        <a:pt x="8371" y="12071"/>
                        <a:pt x="7991" y="15588"/>
                        <a:pt x="7991" y="20246"/>
                      </a:cubicBezTo>
                      <a:cubicBezTo>
                        <a:pt x="7991" y="24903"/>
                        <a:pt x="8371" y="28230"/>
                        <a:pt x="9132" y="30606"/>
                      </a:cubicBezTo>
                      <a:cubicBezTo>
                        <a:pt x="9893" y="32982"/>
                        <a:pt x="11415" y="34218"/>
                        <a:pt x="13698" y="34218"/>
                      </a:cubicBezTo>
                      <a:cubicBezTo>
                        <a:pt x="15981" y="34218"/>
                        <a:pt x="17503" y="32982"/>
                        <a:pt x="18264" y="30606"/>
                      </a:cubicBezTo>
                      <a:close/>
                    </a:path>
                  </a:pathLst>
                </a:custGeom>
                <a:solidFill>
                  <a:srgbClr val="000000"/>
                </a:solidFill>
                <a:ln w="9506" cap="flat">
                  <a:noFill/>
                  <a:prstDash val="solid"/>
                  <a:miter/>
                </a:ln>
              </p:spPr>
              <p:txBody>
                <a:bodyPr rtlCol="0" anchor="ctr"/>
                <a:lstStyle/>
                <a:p>
                  <a:endParaRPr lang="en-US"/>
                </a:p>
              </p:txBody>
            </p:sp>
            <p:sp>
              <p:nvSpPr>
                <p:cNvPr id="4620" name="Freeform 4619">
                  <a:extLst>
                    <a:ext uri="{FF2B5EF4-FFF2-40B4-BE49-F238E27FC236}">
                      <a16:creationId xmlns:a16="http://schemas.microsoft.com/office/drawing/2014/main" id="{5A642EB6-439D-E597-0358-9499F08A62EE}"/>
                    </a:ext>
                  </a:extLst>
                </p:cNvPr>
                <p:cNvSpPr/>
                <p:nvPr/>
              </p:nvSpPr>
              <p:spPr>
                <a:xfrm>
                  <a:off x="6254574" y="2108846"/>
                  <a:ext cx="17122" cy="39350"/>
                </a:xfrm>
                <a:custGeom>
                  <a:avLst/>
                  <a:gdLst>
                    <a:gd name="connsiteX0" fmla="*/ 17122 w 17122"/>
                    <a:gd name="connsiteY0" fmla="*/ 39351 h 39350"/>
                    <a:gd name="connsiteX1" fmla="*/ 9227 w 17122"/>
                    <a:gd name="connsiteY1" fmla="*/ 39351 h 39350"/>
                    <a:gd name="connsiteX2" fmla="*/ 9227 w 17122"/>
                    <a:gd name="connsiteY2" fmla="*/ 12261 h 39350"/>
                    <a:gd name="connsiteX3" fmla="*/ 0 w 17122"/>
                    <a:gd name="connsiteY3" fmla="*/ 12261 h 39350"/>
                    <a:gd name="connsiteX4" fmla="*/ 0 w 17122"/>
                    <a:gd name="connsiteY4" fmla="*/ 7034 h 39350"/>
                    <a:gd name="connsiteX5" fmla="*/ 5137 w 17122"/>
                    <a:gd name="connsiteY5" fmla="*/ 6558 h 39350"/>
                    <a:gd name="connsiteX6" fmla="*/ 8942 w 17122"/>
                    <a:gd name="connsiteY6" fmla="*/ 4467 h 39350"/>
                    <a:gd name="connsiteX7" fmla="*/ 10464 w 17122"/>
                    <a:gd name="connsiteY7" fmla="*/ 1616 h 39350"/>
                    <a:gd name="connsiteX8" fmla="*/ 10749 w 17122"/>
                    <a:gd name="connsiteY8" fmla="*/ 0 h 39350"/>
                    <a:gd name="connsiteX9" fmla="*/ 17122 w 17122"/>
                    <a:gd name="connsiteY9" fmla="*/ 0 h 39350"/>
                    <a:gd name="connsiteX10" fmla="*/ 17122 w 17122"/>
                    <a:gd name="connsiteY10" fmla="*/ 39256 h 39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122" h="39350">
                      <a:moveTo>
                        <a:pt x="17122" y="39351"/>
                      </a:moveTo>
                      <a:lnTo>
                        <a:pt x="9227" y="39351"/>
                      </a:lnTo>
                      <a:lnTo>
                        <a:pt x="9227" y="12261"/>
                      </a:lnTo>
                      <a:lnTo>
                        <a:pt x="0" y="12261"/>
                      </a:lnTo>
                      <a:lnTo>
                        <a:pt x="0" y="7034"/>
                      </a:lnTo>
                      <a:cubicBezTo>
                        <a:pt x="2473" y="6939"/>
                        <a:pt x="4185" y="6749"/>
                        <a:pt x="5137" y="6558"/>
                      </a:cubicBezTo>
                      <a:cubicBezTo>
                        <a:pt x="6659" y="6178"/>
                        <a:pt x="7991" y="5513"/>
                        <a:pt x="8942" y="4467"/>
                      </a:cubicBezTo>
                      <a:cubicBezTo>
                        <a:pt x="9607" y="3802"/>
                        <a:pt x="10083" y="2852"/>
                        <a:pt x="10464" y="1616"/>
                      </a:cubicBezTo>
                      <a:cubicBezTo>
                        <a:pt x="10654" y="950"/>
                        <a:pt x="10749" y="380"/>
                        <a:pt x="10749" y="0"/>
                      </a:cubicBezTo>
                      <a:lnTo>
                        <a:pt x="17122" y="0"/>
                      </a:lnTo>
                      <a:lnTo>
                        <a:pt x="17122" y="39256"/>
                      </a:lnTo>
                      <a:close/>
                    </a:path>
                  </a:pathLst>
                </a:custGeom>
                <a:solidFill>
                  <a:srgbClr val="000000"/>
                </a:solidFill>
                <a:ln w="9506" cap="flat">
                  <a:noFill/>
                  <a:prstDash val="solid"/>
                  <a:miter/>
                </a:ln>
              </p:spPr>
              <p:txBody>
                <a:bodyPr rtlCol="0" anchor="ctr"/>
                <a:lstStyle/>
                <a:p>
                  <a:endParaRPr lang="en-US"/>
                </a:p>
              </p:txBody>
            </p:sp>
            <p:sp>
              <p:nvSpPr>
                <p:cNvPr id="4621" name="Freeform 4620">
                  <a:extLst>
                    <a:ext uri="{FF2B5EF4-FFF2-40B4-BE49-F238E27FC236}">
                      <a16:creationId xmlns:a16="http://schemas.microsoft.com/office/drawing/2014/main" id="{C0F54342-6EE2-E2C8-54B2-B5F0811A7745}"/>
                    </a:ext>
                  </a:extLst>
                </p:cNvPr>
                <p:cNvSpPr/>
                <p:nvPr/>
              </p:nvSpPr>
              <p:spPr>
                <a:xfrm>
                  <a:off x="6315549" y="2080616"/>
                  <a:ext cx="47562" cy="24142"/>
                </a:xfrm>
                <a:custGeom>
                  <a:avLst/>
                  <a:gdLst>
                    <a:gd name="connsiteX0" fmla="*/ 47563 w 47562"/>
                    <a:gd name="connsiteY0" fmla="*/ 5703 h 24142"/>
                    <a:gd name="connsiteX1" fmla="*/ 0 w 47562"/>
                    <a:gd name="connsiteY1" fmla="*/ 5703 h 24142"/>
                    <a:gd name="connsiteX2" fmla="*/ 0 w 47562"/>
                    <a:gd name="connsiteY2" fmla="*/ 0 h 24142"/>
                    <a:gd name="connsiteX3" fmla="*/ 47563 w 47562"/>
                    <a:gd name="connsiteY3" fmla="*/ 0 h 24142"/>
                    <a:gd name="connsiteX4" fmla="*/ 47563 w 47562"/>
                    <a:gd name="connsiteY4" fmla="*/ 5703 h 24142"/>
                    <a:gd name="connsiteX5" fmla="*/ 47563 w 47562"/>
                    <a:gd name="connsiteY5" fmla="*/ 24143 h 24142"/>
                    <a:gd name="connsiteX6" fmla="*/ 0 w 47562"/>
                    <a:gd name="connsiteY6" fmla="*/ 24143 h 24142"/>
                    <a:gd name="connsiteX7" fmla="*/ 0 w 47562"/>
                    <a:gd name="connsiteY7" fmla="*/ 18440 h 24142"/>
                    <a:gd name="connsiteX8" fmla="*/ 47563 w 47562"/>
                    <a:gd name="connsiteY8" fmla="*/ 18440 h 24142"/>
                    <a:gd name="connsiteX9" fmla="*/ 47563 w 47562"/>
                    <a:gd name="connsiteY9" fmla="*/ 24143 h 24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7562" h="24142">
                      <a:moveTo>
                        <a:pt x="47563" y="5703"/>
                      </a:moveTo>
                      <a:lnTo>
                        <a:pt x="0" y="5703"/>
                      </a:lnTo>
                      <a:lnTo>
                        <a:pt x="0" y="0"/>
                      </a:lnTo>
                      <a:lnTo>
                        <a:pt x="47563" y="0"/>
                      </a:lnTo>
                      <a:lnTo>
                        <a:pt x="47563" y="5703"/>
                      </a:lnTo>
                      <a:close/>
                      <a:moveTo>
                        <a:pt x="47563" y="24143"/>
                      </a:moveTo>
                      <a:lnTo>
                        <a:pt x="0" y="24143"/>
                      </a:lnTo>
                      <a:lnTo>
                        <a:pt x="0" y="18440"/>
                      </a:lnTo>
                      <a:lnTo>
                        <a:pt x="47563" y="18440"/>
                      </a:lnTo>
                      <a:lnTo>
                        <a:pt x="47563" y="24143"/>
                      </a:lnTo>
                      <a:close/>
                    </a:path>
                  </a:pathLst>
                </a:custGeom>
                <a:solidFill>
                  <a:srgbClr val="262626"/>
                </a:solidFill>
                <a:ln w="9506" cap="flat">
                  <a:noFill/>
                  <a:prstDash val="solid"/>
                  <a:miter/>
                </a:ln>
              </p:spPr>
              <p:txBody>
                <a:bodyPr rtlCol="0" anchor="ctr"/>
                <a:lstStyle/>
                <a:p>
                  <a:endParaRPr lang="en-US"/>
                </a:p>
              </p:txBody>
            </p:sp>
            <p:sp>
              <p:nvSpPr>
                <p:cNvPr id="4622" name="Freeform 4621">
                  <a:extLst>
                    <a:ext uri="{FF2B5EF4-FFF2-40B4-BE49-F238E27FC236}">
                      <a16:creationId xmlns:a16="http://schemas.microsoft.com/office/drawing/2014/main" id="{12738EE5-DEA2-AA10-9E20-9175DEAEDBCA}"/>
                    </a:ext>
                  </a:extLst>
                </p:cNvPr>
                <p:cNvSpPr/>
                <p:nvPr/>
              </p:nvSpPr>
              <p:spPr>
                <a:xfrm>
                  <a:off x="6401828" y="2049534"/>
                  <a:ext cx="44518" cy="67105"/>
                </a:xfrm>
                <a:custGeom>
                  <a:avLst/>
                  <a:gdLst>
                    <a:gd name="connsiteX0" fmla="*/ 1998 w 44518"/>
                    <a:gd name="connsiteY0" fmla="*/ 21957 h 67105"/>
                    <a:gd name="connsiteX1" fmla="*/ 3520 w 44518"/>
                    <a:gd name="connsiteY1" fmla="*/ 13022 h 67105"/>
                    <a:gd name="connsiteX2" fmla="*/ 7896 w 44518"/>
                    <a:gd name="connsiteY2" fmla="*/ 6083 h 67105"/>
                    <a:gd name="connsiteX3" fmla="*/ 14840 w 44518"/>
                    <a:gd name="connsiteY3" fmla="*/ 1616 h 67105"/>
                    <a:gd name="connsiteX4" fmla="*/ 23877 w 44518"/>
                    <a:gd name="connsiteY4" fmla="*/ 0 h 67105"/>
                    <a:gd name="connsiteX5" fmla="*/ 32723 w 44518"/>
                    <a:gd name="connsiteY5" fmla="*/ 1426 h 67105"/>
                    <a:gd name="connsiteX6" fmla="*/ 39192 w 44518"/>
                    <a:gd name="connsiteY6" fmla="*/ 5418 h 67105"/>
                    <a:gd name="connsiteX7" fmla="*/ 43187 w 44518"/>
                    <a:gd name="connsiteY7" fmla="*/ 11311 h 67105"/>
                    <a:gd name="connsiteX8" fmla="*/ 44519 w 44518"/>
                    <a:gd name="connsiteY8" fmla="*/ 18535 h 67105"/>
                    <a:gd name="connsiteX9" fmla="*/ 42997 w 44518"/>
                    <a:gd name="connsiteY9" fmla="*/ 26424 h 67105"/>
                    <a:gd name="connsiteX10" fmla="*/ 39097 w 44518"/>
                    <a:gd name="connsiteY10" fmla="*/ 32507 h 67105"/>
                    <a:gd name="connsiteX11" fmla="*/ 33579 w 44518"/>
                    <a:gd name="connsiteY11" fmla="*/ 37260 h 67105"/>
                    <a:gd name="connsiteX12" fmla="*/ 27206 w 44518"/>
                    <a:gd name="connsiteY12" fmla="*/ 41252 h 67105"/>
                    <a:gd name="connsiteX13" fmla="*/ 20833 w 44518"/>
                    <a:gd name="connsiteY13" fmla="*/ 44864 h 67105"/>
                    <a:gd name="connsiteX14" fmla="*/ 15220 w 44518"/>
                    <a:gd name="connsiteY14" fmla="*/ 48476 h 67105"/>
                    <a:gd name="connsiteX15" fmla="*/ 12081 w 44518"/>
                    <a:gd name="connsiteY15" fmla="*/ 51042 h 67105"/>
                    <a:gd name="connsiteX16" fmla="*/ 9322 w 44518"/>
                    <a:gd name="connsiteY16" fmla="*/ 53989 h 67105"/>
                    <a:gd name="connsiteX17" fmla="*/ 7325 w 44518"/>
                    <a:gd name="connsiteY17" fmla="*/ 57600 h 67105"/>
                    <a:gd name="connsiteX18" fmla="*/ 6468 w 44518"/>
                    <a:gd name="connsiteY18" fmla="*/ 61973 h 67105"/>
                    <a:gd name="connsiteX19" fmla="*/ 43853 w 44518"/>
                    <a:gd name="connsiteY19" fmla="*/ 61973 h 67105"/>
                    <a:gd name="connsiteX20" fmla="*/ 43853 w 44518"/>
                    <a:gd name="connsiteY20" fmla="*/ 67106 h 67105"/>
                    <a:gd name="connsiteX21" fmla="*/ 0 w 44518"/>
                    <a:gd name="connsiteY21" fmla="*/ 67106 h 67105"/>
                    <a:gd name="connsiteX22" fmla="*/ 1047 w 44518"/>
                    <a:gd name="connsiteY22" fmla="*/ 58361 h 67105"/>
                    <a:gd name="connsiteX23" fmla="*/ 5232 w 44518"/>
                    <a:gd name="connsiteY23" fmla="*/ 50757 h 67105"/>
                    <a:gd name="connsiteX24" fmla="*/ 12461 w 44518"/>
                    <a:gd name="connsiteY24" fmla="*/ 43913 h 67105"/>
                    <a:gd name="connsiteX25" fmla="*/ 19881 w 44518"/>
                    <a:gd name="connsiteY25" fmla="*/ 38781 h 67105"/>
                    <a:gd name="connsiteX26" fmla="*/ 26730 w 44518"/>
                    <a:gd name="connsiteY26" fmla="*/ 34693 h 67105"/>
                    <a:gd name="connsiteX27" fmla="*/ 32438 w 44518"/>
                    <a:gd name="connsiteY27" fmla="*/ 30606 h 67105"/>
                    <a:gd name="connsiteX28" fmla="*/ 36338 w 44518"/>
                    <a:gd name="connsiteY28" fmla="*/ 25664 h 67105"/>
                    <a:gd name="connsiteX29" fmla="*/ 37765 w 44518"/>
                    <a:gd name="connsiteY29" fmla="*/ 18915 h 67105"/>
                    <a:gd name="connsiteX30" fmla="*/ 36623 w 44518"/>
                    <a:gd name="connsiteY30" fmla="*/ 13117 h 67105"/>
                    <a:gd name="connsiteX31" fmla="*/ 33484 w 44518"/>
                    <a:gd name="connsiteY31" fmla="*/ 8745 h 67105"/>
                    <a:gd name="connsiteX32" fmla="*/ 28823 w 44518"/>
                    <a:gd name="connsiteY32" fmla="*/ 5988 h 67105"/>
                    <a:gd name="connsiteX33" fmla="*/ 23020 w 44518"/>
                    <a:gd name="connsiteY33" fmla="*/ 5133 h 67105"/>
                    <a:gd name="connsiteX34" fmla="*/ 16932 w 44518"/>
                    <a:gd name="connsiteY34" fmla="*/ 6463 h 67105"/>
                    <a:gd name="connsiteX35" fmla="*/ 12271 w 44518"/>
                    <a:gd name="connsiteY35" fmla="*/ 10170 h 67105"/>
                    <a:gd name="connsiteX36" fmla="*/ 9227 w 44518"/>
                    <a:gd name="connsiteY36" fmla="*/ 15493 h 67105"/>
                    <a:gd name="connsiteX37" fmla="*/ 8371 w 44518"/>
                    <a:gd name="connsiteY37" fmla="*/ 21957 h 67105"/>
                    <a:gd name="connsiteX38" fmla="*/ 1903 w 44518"/>
                    <a:gd name="connsiteY38" fmla="*/ 21957 h 67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44518" h="67105">
                      <a:moveTo>
                        <a:pt x="1998" y="21957"/>
                      </a:moveTo>
                      <a:cubicBezTo>
                        <a:pt x="1998" y="18630"/>
                        <a:pt x="2473" y="15683"/>
                        <a:pt x="3520" y="13022"/>
                      </a:cubicBezTo>
                      <a:cubicBezTo>
                        <a:pt x="4566" y="10360"/>
                        <a:pt x="5993" y="7984"/>
                        <a:pt x="7896" y="6083"/>
                      </a:cubicBezTo>
                      <a:cubicBezTo>
                        <a:pt x="9798" y="4182"/>
                        <a:pt x="12081" y="2661"/>
                        <a:pt x="14840" y="1616"/>
                      </a:cubicBezTo>
                      <a:cubicBezTo>
                        <a:pt x="17503" y="570"/>
                        <a:pt x="20547" y="0"/>
                        <a:pt x="23877" y="0"/>
                      </a:cubicBezTo>
                      <a:cubicBezTo>
                        <a:pt x="27206" y="0"/>
                        <a:pt x="30155" y="475"/>
                        <a:pt x="32723" y="1426"/>
                      </a:cubicBezTo>
                      <a:cubicBezTo>
                        <a:pt x="35291" y="2376"/>
                        <a:pt x="37479" y="3707"/>
                        <a:pt x="39192" y="5418"/>
                      </a:cubicBezTo>
                      <a:cubicBezTo>
                        <a:pt x="40904" y="7129"/>
                        <a:pt x="42236" y="9030"/>
                        <a:pt x="43187" y="11311"/>
                      </a:cubicBezTo>
                      <a:cubicBezTo>
                        <a:pt x="44043" y="13592"/>
                        <a:pt x="44519" y="15968"/>
                        <a:pt x="44519" y="18535"/>
                      </a:cubicBezTo>
                      <a:cubicBezTo>
                        <a:pt x="44519" y="21481"/>
                        <a:pt x="44043" y="24143"/>
                        <a:pt x="42997" y="26424"/>
                      </a:cubicBezTo>
                      <a:cubicBezTo>
                        <a:pt x="42046" y="28705"/>
                        <a:pt x="40714" y="30701"/>
                        <a:pt x="39097" y="32507"/>
                      </a:cubicBezTo>
                      <a:cubicBezTo>
                        <a:pt x="37479" y="34313"/>
                        <a:pt x="35672" y="35834"/>
                        <a:pt x="33579" y="37260"/>
                      </a:cubicBezTo>
                      <a:cubicBezTo>
                        <a:pt x="31487" y="38685"/>
                        <a:pt x="29394" y="39921"/>
                        <a:pt x="27206" y="41252"/>
                      </a:cubicBezTo>
                      <a:cubicBezTo>
                        <a:pt x="25018" y="42487"/>
                        <a:pt x="22925" y="43628"/>
                        <a:pt x="20833" y="44864"/>
                      </a:cubicBezTo>
                      <a:cubicBezTo>
                        <a:pt x="18740" y="46004"/>
                        <a:pt x="16837" y="47240"/>
                        <a:pt x="15220" y="48476"/>
                      </a:cubicBezTo>
                      <a:cubicBezTo>
                        <a:pt x="14174" y="49331"/>
                        <a:pt x="13127" y="50187"/>
                        <a:pt x="12081" y="51042"/>
                      </a:cubicBezTo>
                      <a:cubicBezTo>
                        <a:pt x="11035" y="51897"/>
                        <a:pt x="10178" y="52943"/>
                        <a:pt x="9322" y="53989"/>
                      </a:cubicBezTo>
                      <a:cubicBezTo>
                        <a:pt x="8466" y="55034"/>
                        <a:pt x="7800" y="56270"/>
                        <a:pt x="7325" y="57600"/>
                      </a:cubicBezTo>
                      <a:cubicBezTo>
                        <a:pt x="6849" y="58931"/>
                        <a:pt x="6564" y="60357"/>
                        <a:pt x="6468" y="61973"/>
                      </a:cubicBezTo>
                      <a:lnTo>
                        <a:pt x="43853" y="61973"/>
                      </a:lnTo>
                      <a:lnTo>
                        <a:pt x="43853" y="67106"/>
                      </a:lnTo>
                      <a:lnTo>
                        <a:pt x="0" y="67106"/>
                      </a:lnTo>
                      <a:cubicBezTo>
                        <a:pt x="0" y="63874"/>
                        <a:pt x="381" y="60927"/>
                        <a:pt x="1047" y="58361"/>
                      </a:cubicBezTo>
                      <a:cubicBezTo>
                        <a:pt x="1712" y="55795"/>
                        <a:pt x="3044" y="53228"/>
                        <a:pt x="5232" y="50757"/>
                      </a:cubicBezTo>
                      <a:cubicBezTo>
                        <a:pt x="7610" y="48095"/>
                        <a:pt x="9988" y="45814"/>
                        <a:pt x="12461" y="43913"/>
                      </a:cubicBezTo>
                      <a:cubicBezTo>
                        <a:pt x="14935" y="42012"/>
                        <a:pt x="17408" y="40301"/>
                        <a:pt x="19881" y="38781"/>
                      </a:cubicBezTo>
                      <a:cubicBezTo>
                        <a:pt x="22259" y="37260"/>
                        <a:pt x="24543" y="35929"/>
                        <a:pt x="26730" y="34693"/>
                      </a:cubicBezTo>
                      <a:cubicBezTo>
                        <a:pt x="28918" y="33458"/>
                        <a:pt x="30821" y="32127"/>
                        <a:pt x="32438" y="30606"/>
                      </a:cubicBezTo>
                      <a:cubicBezTo>
                        <a:pt x="34055" y="29180"/>
                        <a:pt x="35387" y="27470"/>
                        <a:pt x="36338" y="25664"/>
                      </a:cubicBezTo>
                      <a:cubicBezTo>
                        <a:pt x="37289" y="23858"/>
                        <a:pt x="37765" y="21576"/>
                        <a:pt x="37765" y="18915"/>
                      </a:cubicBezTo>
                      <a:cubicBezTo>
                        <a:pt x="37765" y="16729"/>
                        <a:pt x="37384" y="14828"/>
                        <a:pt x="36623" y="13117"/>
                      </a:cubicBezTo>
                      <a:cubicBezTo>
                        <a:pt x="35862" y="11406"/>
                        <a:pt x="34816" y="9980"/>
                        <a:pt x="33484" y="8745"/>
                      </a:cubicBezTo>
                      <a:cubicBezTo>
                        <a:pt x="32152" y="7509"/>
                        <a:pt x="30630" y="6654"/>
                        <a:pt x="28823" y="5988"/>
                      </a:cubicBezTo>
                      <a:cubicBezTo>
                        <a:pt x="27016" y="5323"/>
                        <a:pt x="25113" y="5133"/>
                        <a:pt x="23020" y="5133"/>
                      </a:cubicBezTo>
                      <a:cubicBezTo>
                        <a:pt x="20833" y="5133"/>
                        <a:pt x="18740" y="5608"/>
                        <a:pt x="16932" y="6463"/>
                      </a:cubicBezTo>
                      <a:cubicBezTo>
                        <a:pt x="15125" y="7414"/>
                        <a:pt x="13603" y="8650"/>
                        <a:pt x="12271" y="10170"/>
                      </a:cubicBezTo>
                      <a:cubicBezTo>
                        <a:pt x="10939" y="11691"/>
                        <a:pt x="9988" y="13497"/>
                        <a:pt x="9227" y="15493"/>
                      </a:cubicBezTo>
                      <a:cubicBezTo>
                        <a:pt x="8466" y="17489"/>
                        <a:pt x="8276" y="19675"/>
                        <a:pt x="8371" y="21957"/>
                      </a:cubicBezTo>
                      <a:lnTo>
                        <a:pt x="1903" y="21957"/>
                      </a:lnTo>
                      <a:close/>
                    </a:path>
                  </a:pathLst>
                </a:custGeom>
                <a:solidFill>
                  <a:srgbClr val="262626"/>
                </a:solidFill>
                <a:ln w="9506" cap="flat">
                  <a:noFill/>
                  <a:prstDash val="solid"/>
                  <a:miter/>
                </a:ln>
              </p:spPr>
              <p:txBody>
                <a:bodyPr rtlCol="0" anchor="ctr"/>
                <a:lstStyle/>
                <a:p>
                  <a:endParaRPr lang="en-US"/>
                </a:p>
              </p:txBody>
            </p:sp>
            <p:sp>
              <p:nvSpPr>
                <p:cNvPr id="4623" name="Freeform 4622">
                  <a:extLst>
                    <a:ext uri="{FF2B5EF4-FFF2-40B4-BE49-F238E27FC236}">
                      <a16:creationId xmlns:a16="http://schemas.microsoft.com/office/drawing/2014/main" id="{899D6462-79D6-62B6-FBA2-6557F42234D3}"/>
                    </a:ext>
                  </a:extLst>
                </p:cNvPr>
                <p:cNvSpPr/>
                <p:nvPr/>
              </p:nvSpPr>
              <p:spPr>
                <a:xfrm>
                  <a:off x="6453196" y="2049439"/>
                  <a:ext cx="45469" cy="68341"/>
                </a:xfrm>
                <a:custGeom>
                  <a:avLst/>
                  <a:gdLst>
                    <a:gd name="connsiteX0" fmla="*/ 17884 w 45469"/>
                    <a:gd name="connsiteY0" fmla="*/ 29846 h 68341"/>
                    <a:gd name="connsiteX1" fmla="*/ 25684 w 45469"/>
                    <a:gd name="connsiteY1" fmla="*/ 29276 h 68341"/>
                    <a:gd name="connsiteX2" fmla="*/ 31677 w 45469"/>
                    <a:gd name="connsiteY2" fmla="*/ 27279 h 68341"/>
                    <a:gd name="connsiteX3" fmla="*/ 35672 w 45469"/>
                    <a:gd name="connsiteY3" fmla="*/ 23287 h 68341"/>
                    <a:gd name="connsiteX4" fmla="*/ 37099 w 45469"/>
                    <a:gd name="connsiteY4" fmla="*/ 16919 h 68341"/>
                    <a:gd name="connsiteX5" fmla="*/ 35957 w 45469"/>
                    <a:gd name="connsiteY5" fmla="*/ 11596 h 68341"/>
                    <a:gd name="connsiteX6" fmla="*/ 32818 w 45469"/>
                    <a:gd name="connsiteY6" fmla="*/ 7889 h 68341"/>
                    <a:gd name="connsiteX7" fmla="*/ 28252 w 45469"/>
                    <a:gd name="connsiteY7" fmla="*/ 5798 h 68341"/>
                    <a:gd name="connsiteX8" fmla="*/ 22830 w 45469"/>
                    <a:gd name="connsiteY8" fmla="*/ 5133 h 68341"/>
                    <a:gd name="connsiteX9" fmla="*/ 16932 w 45469"/>
                    <a:gd name="connsiteY9" fmla="*/ 6178 h 68341"/>
                    <a:gd name="connsiteX10" fmla="*/ 12366 w 45469"/>
                    <a:gd name="connsiteY10" fmla="*/ 9125 h 68341"/>
                    <a:gd name="connsiteX11" fmla="*/ 9418 w 45469"/>
                    <a:gd name="connsiteY11" fmla="*/ 13687 h 68341"/>
                    <a:gd name="connsiteX12" fmla="*/ 8371 w 45469"/>
                    <a:gd name="connsiteY12" fmla="*/ 19390 h 68341"/>
                    <a:gd name="connsiteX13" fmla="*/ 2283 w 45469"/>
                    <a:gd name="connsiteY13" fmla="*/ 19390 h 68341"/>
                    <a:gd name="connsiteX14" fmla="*/ 3900 w 45469"/>
                    <a:gd name="connsiteY14" fmla="*/ 11121 h 68341"/>
                    <a:gd name="connsiteX15" fmla="*/ 8752 w 45469"/>
                    <a:gd name="connsiteY15" fmla="*/ 4372 h 68341"/>
                    <a:gd name="connsiteX16" fmla="*/ 15886 w 45469"/>
                    <a:gd name="connsiteY16" fmla="*/ 760 h 68341"/>
                    <a:gd name="connsiteX17" fmla="*/ 24067 w 45469"/>
                    <a:gd name="connsiteY17" fmla="*/ 0 h 68341"/>
                    <a:gd name="connsiteX18" fmla="*/ 31487 w 45469"/>
                    <a:gd name="connsiteY18" fmla="*/ 951 h 68341"/>
                    <a:gd name="connsiteX19" fmla="*/ 37575 w 45469"/>
                    <a:gd name="connsiteY19" fmla="*/ 3992 h 68341"/>
                    <a:gd name="connsiteX20" fmla="*/ 41665 w 45469"/>
                    <a:gd name="connsiteY20" fmla="*/ 9125 h 68341"/>
                    <a:gd name="connsiteX21" fmla="*/ 43187 w 45469"/>
                    <a:gd name="connsiteY21" fmla="*/ 16444 h 68341"/>
                    <a:gd name="connsiteX22" fmla="*/ 40809 w 45469"/>
                    <a:gd name="connsiteY22" fmla="*/ 25473 h 68341"/>
                    <a:gd name="connsiteX23" fmla="*/ 33675 w 45469"/>
                    <a:gd name="connsiteY23" fmla="*/ 31367 h 68341"/>
                    <a:gd name="connsiteX24" fmla="*/ 39572 w 45469"/>
                    <a:gd name="connsiteY24" fmla="*/ 34408 h 68341"/>
                    <a:gd name="connsiteX25" fmla="*/ 43187 w 45469"/>
                    <a:gd name="connsiteY25" fmla="*/ 38495 h 68341"/>
                    <a:gd name="connsiteX26" fmla="*/ 44994 w 45469"/>
                    <a:gd name="connsiteY26" fmla="*/ 43248 h 68341"/>
                    <a:gd name="connsiteX27" fmla="*/ 45470 w 45469"/>
                    <a:gd name="connsiteY27" fmla="*/ 48000 h 68341"/>
                    <a:gd name="connsiteX28" fmla="*/ 44043 w 45469"/>
                    <a:gd name="connsiteY28" fmla="*/ 55795 h 68341"/>
                    <a:gd name="connsiteX29" fmla="*/ 39858 w 45469"/>
                    <a:gd name="connsiteY29" fmla="*/ 62163 h 68341"/>
                    <a:gd name="connsiteX30" fmla="*/ 33104 w 45469"/>
                    <a:gd name="connsiteY30" fmla="*/ 66535 h 68341"/>
                    <a:gd name="connsiteX31" fmla="*/ 23877 w 45469"/>
                    <a:gd name="connsiteY31" fmla="*/ 68341 h 68341"/>
                    <a:gd name="connsiteX32" fmla="*/ 13793 w 45469"/>
                    <a:gd name="connsiteY32" fmla="*/ 67296 h 68341"/>
                    <a:gd name="connsiteX33" fmla="*/ 6659 w 45469"/>
                    <a:gd name="connsiteY33" fmla="*/ 63874 h 68341"/>
                    <a:gd name="connsiteX34" fmla="*/ 2188 w 45469"/>
                    <a:gd name="connsiteY34" fmla="*/ 57505 h 68341"/>
                    <a:gd name="connsiteX35" fmla="*/ 0 w 45469"/>
                    <a:gd name="connsiteY35" fmla="*/ 47620 h 68341"/>
                    <a:gd name="connsiteX36" fmla="*/ 6088 w 45469"/>
                    <a:gd name="connsiteY36" fmla="*/ 47620 h 68341"/>
                    <a:gd name="connsiteX37" fmla="*/ 10654 w 45469"/>
                    <a:gd name="connsiteY37" fmla="*/ 59311 h 68341"/>
                    <a:gd name="connsiteX38" fmla="*/ 22735 w 45469"/>
                    <a:gd name="connsiteY38" fmla="*/ 63304 h 68341"/>
                    <a:gd name="connsiteX39" fmla="*/ 29489 w 45469"/>
                    <a:gd name="connsiteY39" fmla="*/ 62068 h 68341"/>
                    <a:gd name="connsiteX40" fmla="*/ 34816 w 45469"/>
                    <a:gd name="connsiteY40" fmla="*/ 58741 h 68341"/>
                    <a:gd name="connsiteX41" fmla="*/ 38241 w 45469"/>
                    <a:gd name="connsiteY41" fmla="*/ 53894 h 68341"/>
                    <a:gd name="connsiteX42" fmla="*/ 39382 w 45469"/>
                    <a:gd name="connsiteY42" fmla="*/ 48191 h 68341"/>
                    <a:gd name="connsiteX43" fmla="*/ 37479 w 45469"/>
                    <a:gd name="connsiteY43" fmla="*/ 41442 h 68341"/>
                    <a:gd name="connsiteX44" fmla="*/ 32818 w 45469"/>
                    <a:gd name="connsiteY44" fmla="*/ 37165 h 68341"/>
                    <a:gd name="connsiteX45" fmla="*/ 26065 w 45469"/>
                    <a:gd name="connsiteY45" fmla="*/ 35074 h 68341"/>
                    <a:gd name="connsiteX46" fmla="*/ 17789 w 45469"/>
                    <a:gd name="connsiteY46" fmla="*/ 34883 h 68341"/>
                    <a:gd name="connsiteX47" fmla="*/ 17789 w 45469"/>
                    <a:gd name="connsiteY47" fmla="*/ 29941 h 683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45469" h="68341">
                      <a:moveTo>
                        <a:pt x="17884" y="29846"/>
                      </a:moveTo>
                      <a:cubicBezTo>
                        <a:pt x="20738" y="29846"/>
                        <a:pt x="23306" y="29656"/>
                        <a:pt x="25684" y="29276"/>
                      </a:cubicBezTo>
                      <a:cubicBezTo>
                        <a:pt x="28062" y="28895"/>
                        <a:pt x="30060" y="28230"/>
                        <a:pt x="31677" y="27279"/>
                      </a:cubicBezTo>
                      <a:cubicBezTo>
                        <a:pt x="33389" y="26329"/>
                        <a:pt x="34721" y="24998"/>
                        <a:pt x="35672" y="23287"/>
                      </a:cubicBezTo>
                      <a:cubicBezTo>
                        <a:pt x="36623" y="21576"/>
                        <a:pt x="37099" y="19485"/>
                        <a:pt x="37099" y="16919"/>
                      </a:cubicBezTo>
                      <a:cubicBezTo>
                        <a:pt x="37099" y="14828"/>
                        <a:pt x="36719" y="13022"/>
                        <a:pt x="35957" y="11596"/>
                      </a:cubicBezTo>
                      <a:cubicBezTo>
                        <a:pt x="35197" y="10170"/>
                        <a:pt x="34150" y="8840"/>
                        <a:pt x="32818" y="7889"/>
                      </a:cubicBezTo>
                      <a:cubicBezTo>
                        <a:pt x="31487" y="6939"/>
                        <a:pt x="29965" y="6273"/>
                        <a:pt x="28252" y="5798"/>
                      </a:cubicBezTo>
                      <a:cubicBezTo>
                        <a:pt x="26540" y="5323"/>
                        <a:pt x="24638" y="5133"/>
                        <a:pt x="22830" y="5133"/>
                      </a:cubicBezTo>
                      <a:cubicBezTo>
                        <a:pt x="20642" y="5133"/>
                        <a:pt x="18740" y="5513"/>
                        <a:pt x="16932" y="6178"/>
                      </a:cubicBezTo>
                      <a:cubicBezTo>
                        <a:pt x="15220" y="6844"/>
                        <a:pt x="13698" y="7889"/>
                        <a:pt x="12366" y="9125"/>
                      </a:cubicBezTo>
                      <a:cubicBezTo>
                        <a:pt x="11130" y="10456"/>
                        <a:pt x="10083" y="11976"/>
                        <a:pt x="9418" y="13687"/>
                      </a:cubicBezTo>
                      <a:cubicBezTo>
                        <a:pt x="8752" y="15398"/>
                        <a:pt x="8371" y="17299"/>
                        <a:pt x="8371" y="19390"/>
                      </a:cubicBezTo>
                      <a:lnTo>
                        <a:pt x="2283" y="19390"/>
                      </a:lnTo>
                      <a:cubicBezTo>
                        <a:pt x="2283" y="16349"/>
                        <a:pt x="2759" y="13592"/>
                        <a:pt x="3900" y="11121"/>
                      </a:cubicBezTo>
                      <a:cubicBezTo>
                        <a:pt x="4947" y="8650"/>
                        <a:pt x="6564" y="6463"/>
                        <a:pt x="8752" y="4372"/>
                      </a:cubicBezTo>
                      <a:cubicBezTo>
                        <a:pt x="10844" y="2471"/>
                        <a:pt x="13223" y="1236"/>
                        <a:pt x="15886" y="760"/>
                      </a:cubicBezTo>
                      <a:cubicBezTo>
                        <a:pt x="18550" y="285"/>
                        <a:pt x="21213" y="0"/>
                        <a:pt x="24067" y="0"/>
                      </a:cubicBezTo>
                      <a:cubicBezTo>
                        <a:pt x="26921" y="0"/>
                        <a:pt x="29204" y="285"/>
                        <a:pt x="31487" y="951"/>
                      </a:cubicBezTo>
                      <a:cubicBezTo>
                        <a:pt x="33770" y="1616"/>
                        <a:pt x="35862" y="2661"/>
                        <a:pt x="37575" y="3992"/>
                      </a:cubicBezTo>
                      <a:cubicBezTo>
                        <a:pt x="39287" y="5323"/>
                        <a:pt x="40619" y="7129"/>
                        <a:pt x="41665" y="9125"/>
                      </a:cubicBezTo>
                      <a:cubicBezTo>
                        <a:pt x="42712" y="11216"/>
                        <a:pt x="43187" y="13687"/>
                        <a:pt x="43187" y="16444"/>
                      </a:cubicBezTo>
                      <a:cubicBezTo>
                        <a:pt x="43187" y="19961"/>
                        <a:pt x="42426" y="22907"/>
                        <a:pt x="40809" y="25473"/>
                      </a:cubicBezTo>
                      <a:cubicBezTo>
                        <a:pt x="39192" y="28040"/>
                        <a:pt x="36814" y="29941"/>
                        <a:pt x="33675" y="31367"/>
                      </a:cubicBezTo>
                      <a:cubicBezTo>
                        <a:pt x="36053" y="32127"/>
                        <a:pt x="38050" y="33173"/>
                        <a:pt x="39572" y="34408"/>
                      </a:cubicBezTo>
                      <a:cubicBezTo>
                        <a:pt x="41094" y="35644"/>
                        <a:pt x="42331" y="36975"/>
                        <a:pt x="43187" y="38495"/>
                      </a:cubicBezTo>
                      <a:cubicBezTo>
                        <a:pt x="44043" y="40016"/>
                        <a:pt x="44709" y="41537"/>
                        <a:pt x="44994" y="43248"/>
                      </a:cubicBezTo>
                      <a:cubicBezTo>
                        <a:pt x="45280" y="44864"/>
                        <a:pt x="45470" y="46480"/>
                        <a:pt x="45470" y="48000"/>
                      </a:cubicBezTo>
                      <a:cubicBezTo>
                        <a:pt x="45470" y="50757"/>
                        <a:pt x="44994" y="53418"/>
                        <a:pt x="44043" y="55795"/>
                      </a:cubicBezTo>
                      <a:cubicBezTo>
                        <a:pt x="43092" y="58171"/>
                        <a:pt x="41665" y="60357"/>
                        <a:pt x="39858" y="62163"/>
                      </a:cubicBezTo>
                      <a:cubicBezTo>
                        <a:pt x="38050" y="63969"/>
                        <a:pt x="35767" y="65490"/>
                        <a:pt x="33104" y="66535"/>
                      </a:cubicBezTo>
                      <a:cubicBezTo>
                        <a:pt x="30440" y="67676"/>
                        <a:pt x="27301" y="68246"/>
                        <a:pt x="23877" y="68341"/>
                      </a:cubicBezTo>
                      <a:cubicBezTo>
                        <a:pt x="19976" y="68341"/>
                        <a:pt x="16647" y="67961"/>
                        <a:pt x="13793" y="67296"/>
                      </a:cubicBezTo>
                      <a:cubicBezTo>
                        <a:pt x="10940" y="66630"/>
                        <a:pt x="8562" y="65490"/>
                        <a:pt x="6659" y="63874"/>
                      </a:cubicBezTo>
                      <a:cubicBezTo>
                        <a:pt x="4756" y="62258"/>
                        <a:pt x="3235" y="60167"/>
                        <a:pt x="2188" y="57505"/>
                      </a:cubicBezTo>
                      <a:cubicBezTo>
                        <a:pt x="1142" y="54844"/>
                        <a:pt x="381" y="51612"/>
                        <a:pt x="0" y="47620"/>
                      </a:cubicBezTo>
                      <a:lnTo>
                        <a:pt x="6088" y="47620"/>
                      </a:lnTo>
                      <a:cubicBezTo>
                        <a:pt x="6088" y="52753"/>
                        <a:pt x="7610" y="56650"/>
                        <a:pt x="10654" y="59311"/>
                      </a:cubicBezTo>
                      <a:cubicBezTo>
                        <a:pt x="13698" y="61973"/>
                        <a:pt x="17789" y="63304"/>
                        <a:pt x="22735" y="63304"/>
                      </a:cubicBezTo>
                      <a:cubicBezTo>
                        <a:pt x="25113" y="63304"/>
                        <a:pt x="27396" y="62923"/>
                        <a:pt x="29489" y="62068"/>
                      </a:cubicBezTo>
                      <a:cubicBezTo>
                        <a:pt x="31582" y="61212"/>
                        <a:pt x="33389" y="60167"/>
                        <a:pt x="34816" y="58741"/>
                      </a:cubicBezTo>
                      <a:cubicBezTo>
                        <a:pt x="36243" y="57315"/>
                        <a:pt x="37479" y="55699"/>
                        <a:pt x="38241" y="53894"/>
                      </a:cubicBezTo>
                      <a:cubicBezTo>
                        <a:pt x="39002" y="52088"/>
                        <a:pt x="39382" y="50187"/>
                        <a:pt x="39382" y="48191"/>
                      </a:cubicBezTo>
                      <a:cubicBezTo>
                        <a:pt x="39287" y="45434"/>
                        <a:pt x="38621" y="43248"/>
                        <a:pt x="37479" y="41442"/>
                      </a:cubicBezTo>
                      <a:cubicBezTo>
                        <a:pt x="36338" y="39636"/>
                        <a:pt x="34816" y="38210"/>
                        <a:pt x="32818" y="37165"/>
                      </a:cubicBezTo>
                      <a:cubicBezTo>
                        <a:pt x="30916" y="36119"/>
                        <a:pt x="28633" y="35454"/>
                        <a:pt x="26065" y="35074"/>
                      </a:cubicBezTo>
                      <a:cubicBezTo>
                        <a:pt x="23496" y="34693"/>
                        <a:pt x="20738" y="34693"/>
                        <a:pt x="17789" y="34883"/>
                      </a:cubicBezTo>
                      <a:lnTo>
                        <a:pt x="17789" y="29941"/>
                      </a:lnTo>
                      <a:close/>
                    </a:path>
                  </a:pathLst>
                </a:custGeom>
                <a:solidFill>
                  <a:srgbClr val="262626"/>
                </a:solidFill>
                <a:ln w="9506" cap="flat">
                  <a:noFill/>
                  <a:prstDash val="solid"/>
                  <a:miter/>
                </a:ln>
              </p:spPr>
              <p:txBody>
                <a:bodyPr rtlCol="0" anchor="ctr"/>
                <a:lstStyle/>
                <a:p>
                  <a:endParaRPr lang="en-US"/>
                </a:p>
              </p:txBody>
            </p:sp>
            <p:sp>
              <p:nvSpPr>
                <p:cNvPr id="4624" name="Freeform 4623">
                  <a:extLst>
                    <a:ext uri="{FF2B5EF4-FFF2-40B4-BE49-F238E27FC236}">
                      <a16:creationId xmlns:a16="http://schemas.microsoft.com/office/drawing/2014/main" id="{EF02FFE1-02E1-5F6B-9357-0CB623A58A23}"/>
                    </a:ext>
                  </a:extLst>
                </p:cNvPr>
                <p:cNvSpPr/>
                <p:nvPr/>
              </p:nvSpPr>
              <p:spPr>
                <a:xfrm>
                  <a:off x="6512649" y="2108180"/>
                  <a:ext cx="6944" cy="8364"/>
                </a:xfrm>
                <a:custGeom>
                  <a:avLst/>
                  <a:gdLst>
                    <a:gd name="connsiteX0" fmla="*/ 0 w 6944"/>
                    <a:gd name="connsiteY0" fmla="*/ 8364 h 8364"/>
                    <a:gd name="connsiteX1" fmla="*/ 0 w 6944"/>
                    <a:gd name="connsiteY1" fmla="*/ 0 h 8364"/>
                    <a:gd name="connsiteX2" fmla="*/ 6944 w 6944"/>
                    <a:gd name="connsiteY2" fmla="*/ 0 h 8364"/>
                    <a:gd name="connsiteX3" fmla="*/ 6944 w 6944"/>
                    <a:gd name="connsiteY3" fmla="*/ 8364 h 8364"/>
                    <a:gd name="connsiteX4" fmla="*/ 0 w 6944"/>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4" h="8364">
                      <a:moveTo>
                        <a:pt x="0" y="8364"/>
                      </a:moveTo>
                      <a:lnTo>
                        <a:pt x="0" y="0"/>
                      </a:lnTo>
                      <a:lnTo>
                        <a:pt x="6944" y="0"/>
                      </a:lnTo>
                      <a:lnTo>
                        <a:pt x="6944" y="8364"/>
                      </a:lnTo>
                      <a:lnTo>
                        <a:pt x="0" y="8364"/>
                      </a:lnTo>
                      <a:close/>
                    </a:path>
                  </a:pathLst>
                </a:custGeom>
                <a:solidFill>
                  <a:srgbClr val="262626"/>
                </a:solidFill>
                <a:ln w="9506" cap="flat">
                  <a:noFill/>
                  <a:prstDash val="solid"/>
                  <a:miter/>
                </a:ln>
              </p:spPr>
              <p:txBody>
                <a:bodyPr rtlCol="0" anchor="ctr"/>
                <a:lstStyle/>
                <a:p>
                  <a:endParaRPr lang="en-US"/>
                </a:p>
              </p:txBody>
            </p:sp>
            <p:sp>
              <p:nvSpPr>
                <p:cNvPr id="4625" name="Freeform 4624">
                  <a:extLst>
                    <a:ext uri="{FF2B5EF4-FFF2-40B4-BE49-F238E27FC236}">
                      <a16:creationId xmlns:a16="http://schemas.microsoft.com/office/drawing/2014/main" id="{F2CC9B6C-BF19-4C26-7FDF-39613C422F63}"/>
                    </a:ext>
                  </a:extLst>
                </p:cNvPr>
                <p:cNvSpPr/>
                <p:nvPr/>
              </p:nvSpPr>
              <p:spPr>
                <a:xfrm>
                  <a:off x="6533006" y="2049154"/>
                  <a:ext cx="45469" cy="68531"/>
                </a:xfrm>
                <a:custGeom>
                  <a:avLst/>
                  <a:gdLst>
                    <a:gd name="connsiteX0" fmla="*/ 22830 w 45469"/>
                    <a:gd name="connsiteY0" fmla="*/ 380 h 68531"/>
                    <a:gd name="connsiteX1" fmla="*/ 31391 w 45469"/>
                    <a:gd name="connsiteY1" fmla="*/ 1806 h 68531"/>
                    <a:gd name="connsiteX2" fmla="*/ 37575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1094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090 w 45469"/>
                    <a:gd name="connsiteY16" fmla="*/ 10741 h 68531"/>
                    <a:gd name="connsiteX17" fmla="*/ 10939 w 45469"/>
                    <a:gd name="connsiteY17" fmla="*/ 2947 h 68531"/>
                    <a:gd name="connsiteX18" fmla="*/ 22640 w 45469"/>
                    <a:gd name="connsiteY18" fmla="*/ 0 h 68531"/>
                    <a:gd name="connsiteX19" fmla="*/ 39382 w 45469"/>
                    <a:gd name="connsiteY19" fmla="*/ 34408 h 68531"/>
                    <a:gd name="connsiteX20" fmla="*/ 38811 w 45469"/>
                    <a:gd name="connsiteY20" fmla="*/ 23858 h 68531"/>
                    <a:gd name="connsiteX21" fmla="*/ 36433 w 45469"/>
                    <a:gd name="connsiteY21" fmla="*/ 14543 h 68531"/>
                    <a:gd name="connsiteX22" fmla="*/ 31296 w 45469"/>
                    <a:gd name="connsiteY22" fmla="*/ 7984 h 68531"/>
                    <a:gd name="connsiteX23" fmla="*/ 22640 w 45469"/>
                    <a:gd name="connsiteY23" fmla="*/ 5513 h 68531"/>
                    <a:gd name="connsiteX24" fmla="*/ 14364 w 45469"/>
                    <a:gd name="connsiteY24" fmla="*/ 7984 h 68531"/>
                    <a:gd name="connsiteX25" fmla="*/ 9417 w 45469"/>
                    <a:gd name="connsiteY25" fmla="*/ 14733 h 68531"/>
                    <a:gd name="connsiteX26" fmla="*/ 6944 w 45469"/>
                    <a:gd name="connsiteY26" fmla="*/ 24238 h 68531"/>
                    <a:gd name="connsiteX27" fmla="*/ 6183 w 45469"/>
                    <a:gd name="connsiteY27" fmla="*/ 35074 h 68531"/>
                    <a:gd name="connsiteX28" fmla="*/ 6944 w 45469"/>
                    <a:gd name="connsiteY28" fmla="*/ 46765 h 68531"/>
                    <a:gd name="connsiteX29" fmla="*/ 9703 w 45469"/>
                    <a:gd name="connsiteY29" fmla="*/ 55699 h 68531"/>
                    <a:gd name="connsiteX30" fmla="*/ 14744 w 45469"/>
                    <a:gd name="connsiteY30" fmla="*/ 61403 h 68531"/>
                    <a:gd name="connsiteX31" fmla="*/ 22830 w 45469"/>
                    <a:gd name="connsiteY31" fmla="*/ 63494 h 68531"/>
                    <a:gd name="connsiteX32" fmla="*/ 31582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1" y="1806"/>
                      </a:cubicBezTo>
                      <a:cubicBezTo>
                        <a:pt x="33769" y="2756"/>
                        <a:pt x="35862" y="4182"/>
                        <a:pt x="37575" y="5798"/>
                      </a:cubicBezTo>
                      <a:cubicBezTo>
                        <a:pt x="39287" y="7509"/>
                        <a:pt x="40618" y="9505"/>
                        <a:pt x="41665" y="11786"/>
                      </a:cubicBezTo>
                      <a:cubicBezTo>
                        <a:pt x="42711" y="14067"/>
                        <a:pt x="43567"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1" y="55224"/>
                        <a:pt x="41094" y="58361"/>
                      </a:cubicBezTo>
                      <a:cubicBezTo>
                        <a:pt x="39382" y="61498"/>
                        <a:pt x="37099" y="63969"/>
                        <a:pt x="34150" y="65775"/>
                      </a:cubicBezTo>
                      <a:cubicBezTo>
                        <a:pt x="31201" y="67581"/>
                        <a:pt x="27491" y="68531"/>
                        <a:pt x="22830" y="68531"/>
                      </a:cubicBezTo>
                      <a:cubicBezTo>
                        <a:pt x="18169" y="68531"/>
                        <a:pt x="14364" y="67581"/>
                        <a:pt x="11415" y="65775"/>
                      </a:cubicBezTo>
                      <a:cubicBezTo>
                        <a:pt x="8466" y="63969"/>
                        <a:pt x="6183" y="61403"/>
                        <a:pt x="4471" y="58266"/>
                      </a:cubicBezTo>
                      <a:cubicBezTo>
                        <a:pt x="2759" y="55129"/>
                        <a:pt x="1617" y="51517"/>
                        <a:pt x="951" y="47335"/>
                      </a:cubicBezTo>
                      <a:cubicBezTo>
                        <a:pt x="285" y="43153"/>
                        <a:pt x="0" y="38781"/>
                        <a:pt x="0" y="34123"/>
                      </a:cubicBezTo>
                      <a:cubicBezTo>
                        <a:pt x="0" y="29846"/>
                        <a:pt x="285" y="25759"/>
                        <a:pt x="856" y="21671"/>
                      </a:cubicBezTo>
                      <a:cubicBezTo>
                        <a:pt x="1427" y="17584"/>
                        <a:pt x="2473" y="13972"/>
                        <a:pt x="4090" y="10741"/>
                      </a:cubicBezTo>
                      <a:cubicBezTo>
                        <a:pt x="5708" y="7509"/>
                        <a:pt x="7991" y="4943"/>
                        <a:pt x="10939" y="2947"/>
                      </a:cubicBezTo>
                      <a:cubicBezTo>
                        <a:pt x="13888" y="951"/>
                        <a:pt x="17788" y="0"/>
                        <a:pt x="22640" y="0"/>
                      </a:cubicBezTo>
                      <a:close/>
                      <a:moveTo>
                        <a:pt x="39382" y="34408"/>
                      </a:moveTo>
                      <a:cubicBezTo>
                        <a:pt x="39382" y="30796"/>
                        <a:pt x="39192" y="27279"/>
                        <a:pt x="38811" y="23858"/>
                      </a:cubicBezTo>
                      <a:cubicBezTo>
                        <a:pt x="38431" y="20436"/>
                        <a:pt x="37575" y="17299"/>
                        <a:pt x="36433" y="14543"/>
                      </a:cubicBezTo>
                      <a:cubicBezTo>
                        <a:pt x="35197" y="11786"/>
                        <a:pt x="33484" y="9600"/>
                        <a:pt x="31296" y="7984"/>
                      </a:cubicBezTo>
                      <a:cubicBezTo>
                        <a:pt x="29108" y="6368"/>
                        <a:pt x="26255" y="5513"/>
                        <a:pt x="22640" y="5513"/>
                      </a:cubicBezTo>
                      <a:cubicBezTo>
                        <a:pt x="19310" y="5513"/>
                        <a:pt x="16552" y="6368"/>
                        <a:pt x="14364" y="7984"/>
                      </a:cubicBezTo>
                      <a:cubicBezTo>
                        <a:pt x="12271" y="9695"/>
                        <a:pt x="10559" y="11881"/>
                        <a:pt x="9417" y="14733"/>
                      </a:cubicBezTo>
                      <a:cubicBezTo>
                        <a:pt x="8181" y="17489"/>
                        <a:pt x="7420" y="20721"/>
                        <a:pt x="6944" y="24238"/>
                      </a:cubicBezTo>
                      <a:cubicBezTo>
                        <a:pt x="6468" y="27755"/>
                        <a:pt x="6183" y="31367"/>
                        <a:pt x="6183" y="35074"/>
                      </a:cubicBezTo>
                      <a:cubicBezTo>
                        <a:pt x="6183" y="39351"/>
                        <a:pt x="6468" y="43248"/>
                        <a:pt x="6944" y="46765"/>
                      </a:cubicBezTo>
                      <a:cubicBezTo>
                        <a:pt x="7420" y="50282"/>
                        <a:pt x="8371" y="53323"/>
                        <a:pt x="9703" y="55699"/>
                      </a:cubicBezTo>
                      <a:cubicBezTo>
                        <a:pt x="10939" y="58171"/>
                        <a:pt x="12652" y="60072"/>
                        <a:pt x="14744" y="61403"/>
                      </a:cubicBezTo>
                      <a:cubicBezTo>
                        <a:pt x="16837" y="62733"/>
                        <a:pt x="19596" y="63494"/>
                        <a:pt x="22830" y="63494"/>
                      </a:cubicBezTo>
                      <a:cubicBezTo>
                        <a:pt x="26445" y="63494"/>
                        <a:pt x="29299" y="62638"/>
                        <a:pt x="31582" y="60832"/>
                      </a:cubicBezTo>
                      <a:cubicBezTo>
                        <a:pt x="33769" y="59026"/>
                        <a:pt x="35387" y="56745"/>
                        <a:pt x="36528" y="53989"/>
                      </a:cubicBezTo>
                      <a:cubicBezTo>
                        <a:pt x="37670" y="51232"/>
                        <a:pt x="38431" y="48095"/>
                        <a:pt x="38811" y="44579"/>
                      </a:cubicBezTo>
                      <a:cubicBezTo>
                        <a:pt x="39192" y="41062"/>
                        <a:pt x="39382" y="37640"/>
                        <a:pt x="39382" y="34313"/>
                      </a:cubicBezTo>
                      <a:close/>
                    </a:path>
                  </a:pathLst>
                </a:custGeom>
                <a:solidFill>
                  <a:srgbClr val="262626"/>
                </a:solidFill>
                <a:ln w="9506" cap="flat">
                  <a:noFill/>
                  <a:prstDash val="solid"/>
                  <a:miter/>
                </a:ln>
              </p:spPr>
              <p:txBody>
                <a:bodyPr rtlCol="0" anchor="ctr"/>
                <a:lstStyle/>
                <a:p>
                  <a:endParaRPr lang="en-US"/>
                </a:p>
              </p:txBody>
            </p:sp>
            <p:sp>
              <p:nvSpPr>
                <p:cNvPr id="4626" name="Freeform 4625">
                  <a:extLst>
                    <a:ext uri="{FF2B5EF4-FFF2-40B4-BE49-F238E27FC236}">
                      <a16:creationId xmlns:a16="http://schemas.microsoft.com/office/drawing/2014/main" id="{D62AFEF6-BAD6-A65D-4EB2-3B382C436924}"/>
                    </a:ext>
                  </a:extLst>
                </p:cNvPr>
                <p:cNvSpPr/>
                <p:nvPr/>
              </p:nvSpPr>
              <p:spPr>
                <a:xfrm>
                  <a:off x="6593696" y="2049629"/>
                  <a:ext cx="23400" cy="67010"/>
                </a:xfrm>
                <a:custGeom>
                  <a:avLst/>
                  <a:gdLst>
                    <a:gd name="connsiteX0" fmla="*/ 17313 w 23400"/>
                    <a:gd name="connsiteY0" fmla="*/ 17109 h 67010"/>
                    <a:gd name="connsiteX1" fmla="*/ 0 w 23400"/>
                    <a:gd name="connsiteY1" fmla="*/ 17109 h 67010"/>
                    <a:gd name="connsiteX2" fmla="*/ 0 w 23400"/>
                    <a:gd name="connsiteY2" fmla="*/ 13117 h 67010"/>
                    <a:gd name="connsiteX3" fmla="*/ 6849 w 23400"/>
                    <a:gd name="connsiteY3" fmla="*/ 12357 h 67010"/>
                    <a:gd name="connsiteX4" fmla="*/ 12271 w 23400"/>
                    <a:gd name="connsiteY4" fmla="*/ 10551 h 67010"/>
                    <a:gd name="connsiteX5" fmla="*/ 16171 w 23400"/>
                    <a:gd name="connsiteY5" fmla="*/ 6749 h 67010"/>
                    <a:gd name="connsiteX6" fmla="*/ 18549 w 23400"/>
                    <a:gd name="connsiteY6" fmla="*/ 0 h 67010"/>
                    <a:gd name="connsiteX7" fmla="*/ 23401 w 23400"/>
                    <a:gd name="connsiteY7" fmla="*/ 0 h 67010"/>
                    <a:gd name="connsiteX8" fmla="*/ 23401 w 23400"/>
                    <a:gd name="connsiteY8" fmla="*/ 67010 h 67010"/>
                    <a:gd name="connsiteX9" fmla="*/ 17313 w 23400"/>
                    <a:gd name="connsiteY9" fmla="*/ 67010 h 67010"/>
                    <a:gd name="connsiteX10" fmla="*/ 17313 w 23400"/>
                    <a:gd name="connsiteY10" fmla="*/ 17204 h 67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400" h="67010">
                      <a:moveTo>
                        <a:pt x="17313" y="17109"/>
                      </a:moveTo>
                      <a:lnTo>
                        <a:pt x="0" y="17109"/>
                      </a:lnTo>
                      <a:lnTo>
                        <a:pt x="0" y="13117"/>
                      </a:lnTo>
                      <a:cubicBezTo>
                        <a:pt x="2568" y="12927"/>
                        <a:pt x="4851" y="12642"/>
                        <a:pt x="6849" y="12357"/>
                      </a:cubicBezTo>
                      <a:cubicBezTo>
                        <a:pt x="8942" y="12071"/>
                        <a:pt x="10749" y="11406"/>
                        <a:pt x="12271" y="10551"/>
                      </a:cubicBezTo>
                      <a:cubicBezTo>
                        <a:pt x="13793" y="9695"/>
                        <a:pt x="15125" y="8364"/>
                        <a:pt x="16171" y="6749"/>
                      </a:cubicBezTo>
                      <a:cubicBezTo>
                        <a:pt x="17218" y="5038"/>
                        <a:pt x="17979" y="2756"/>
                        <a:pt x="18549" y="0"/>
                      </a:cubicBezTo>
                      <a:lnTo>
                        <a:pt x="23401" y="0"/>
                      </a:lnTo>
                      <a:lnTo>
                        <a:pt x="23401" y="67010"/>
                      </a:lnTo>
                      <a:lnTo>
                        <a:pt x="17313" y="67010"/>
                      </a:lnTo>
                      <a:lnTo>
                        <a:pt x="17313" y="17204"/>
                      </a:lnTo>
                      <a:close/>
                    </a:path>
                  </a:pathLst>
                </a:custGeom>
                <a:solidFill>
                  <a:srgbClr val="262626"/>
                </a:solidFill>
                <a:ln w="9506" cap="flat">
                  <a:noFill/>
                  <a:prstDash val="solid"/>
                  <a:miter/>
                </a:ln>
              </p:spPr>
              <p:txBody>
                <a:bodyPr rtlCol="0" anchor="ctr"/>
                <a:lstStyle/>
                <a:p>
                  <a:endParaRPr lang="en-US"/>
                </a:p>
              </p:txBody>
            </p:sp>
          </p:grpSp>
          <p:grpSp>
            <p:nvGrpSpPr>
              <p:cNvPr id="4508" name="Graphic 5">
                <a:extLst>
                  <a:ext uri="{FF2B5EF4-FFF2-40B4-BE49-F238E27FC236}">
                    <a16:creationId xmlns:a16="http://schemas.microsoft.com/office/drawing/2014/main" id="{90287743-421D-B72A-AA25-AA9FA58AAE18}"/>
                  </a:ext>
                </a:extLst>
              </p:cNvPr>
              <p:cNvGrpSpPr/>
              <p:nvPr/>
            </p:nvGrpSpPr>
            <p:grpSpPr>
              <a:xfrm>
                <a:off x="1846062" y="3690005"/>
                <a:ext cx="220867" cy="2079452"/>
                <a:chOff x="5351262" y="2263207"/>
                <a:chExt cx="88751" cy="835587"/>
              </a:xfrm>
              <a:solidFill>
                <a:srgbClr val="262626"/>
              </a:solidFill>
            </p:grpSpPr>
            <p:sp>
              <p:nvSpPr>
                <p:cNvPr id="4600" name="Freeform 4599">
                  <a:extLst>
                    <a:ext uri="{FF2B5EF4-FFF2-40B4-BE49-F238E27FC236}">
                      <a16:creationId xmlns:a16="http://schemas.microsoft.com/office/drawing/2014/main" id="{7C231C89-179F-DB6D-3181-BC93A2A79035}"/>
                    </a:ext>
                  </a:extLst>
                </p:cNvPr>
                <p:cNvSpPr/>
                <p:nvPr/>
              </p:nvSpPr>
              <p:spPr>
                <a:xfrm>
                  <a:off x="5351262" y="3049083"/>
                  <a:ext cx="72295" cy="49711"/>
                </a:xfrm>
                <a:custGeom>
                  <a:avLst/>
                  <a:gdLst>
                    <a:gd name="connsiteX0" fmla="*/ 50036 w 72295"/>
                    <a:gd name="connsiteY0" fmla="*/ 43438 h 49711"/>
                    <a:gd name="connsiteX1" fmla="*/ 57741 w 72295"/>
                    <a:gd name="connsiteY1" fmla="*/ 41347 h 49711"/>
                    <a:gd name="connsiteX2" fmla="*/ 62878 w 72295"/>
                    <a:gd name="connsiteY2" fmla="*/ 37070 h 49711"/>
                    <a:gd name="connsiteX3" fmla="*/ 65827 w 72295"/>
                    <a:gd name="connsiteY3" fmla="*/ 30986 h 49711"/>
                    <a:gd name="connsiteX4" fmla="*/ 66683 w 72295"/>
                    <a:gd name="connsiteY4" fmla="*/ 23668 h 49711"/>
                    <a:gd name="connsiteX5" fmla="*/ 65541 w 72295"/>
                    <a:gd name="connsiteY5" fmla="*/ 15778 h 49711"/>
                    <a:gd name="connsiteX6" fmla="*/ 62402 w 72295"/>
                    <a:gd name="connsiteY6" fmla="*/ 10361 h 49711"/>
                    <a:gd name="connsiteX7" fmla="*/ 57836 w 72295"/>
                    <a:gd name="connsiteY7" fmla="*/ 7319 h 49711"/>
                    <a:gd name="connsiteX8" fmla="*/ 52414 w 72295"/>
                    <a:gd name="connsiteY8" fmla="*/ 6273 h 49711"/>
                    <a:gd name="connsiteX9" fmla="*/ 45945 w 72295"/>
                    <a:gd name="connsiteY9" fmla="*/ 8079 h 49711"/>
                    <a:gd name="connsiteX10" fmla="*/ 41950 w 72295"/>
                    <a:gd name="connsiteY10" fmla="*/ 12737 h 49711"/>
                    <a:gd name="connsiteX11" fmla="*/ 39382 w 72295"/>
                    <a:gd name="connsiteY11" fmla="*/ 19390 h 49711"/>
                    <a:gd name="connsiteX12" fmla="*/ 37575 w 72295"/>
                    <a:gd name="connsiteY12" fmla="*/ 27089 h 49711"/>
                    <a:gd name="connsiteX13" fmla="*/ 35387 w 72295"/>
                    <a:gd name="connsiteY13" fmla="*/ 34788 h 49711"/>
                    <a:gd name="connsiteX14" fmla="*/ 32057 w 72295"/>
                    <a:gd name="connsiteY14" fmla="*/ 41442 h 49711"/>
                    <a:gd name="connsiteX15" fmla="*/ 26730 w 72295"/>
                    <a:gd name="connsiteY15" fmla="*/ 46194 h 49711"/>
                    <a:gd name="connsiteX16" fmla="*/ 18359 w 72295"/>
                    <a:gd name="connsiteY16" fmla="*/ 48000 h 49711"/>
                    <a:gd name="connsiteX17" fmla="*/ 11510 w 72295"/>
                    <a:gd name="connsiteY17" fmla="*/ 46575 h 49711"/>
                    <a:gd name="connsiteX18" fmla="*/ 5612 w 72295"/>
                    <a:gd name="connsiteY18" fmla="*/ 42202 h 49711"/>
                    <a:gd name="connsiteX19" fmla="*/ 1522 w 72295"/>
                    <a:gd name="connsiteY19" fmla="*/ 34883 h 49711"/>
                    <a:gd name="connsiteX20" fmla="*/ 0 w 72295"/>
                    <a:gd name="connsiteY20" fmla="*/ 24808 h 49711"/>
                    <a:gd name="connsiteX21" fmla="*/ 1617 w 72295"/>
                    <a:gd name="connsiteY21" fmla="*/ 14733 h 49711"/>
                    <a:gd name="connsiteX22" fmla="*/ 6088 w 72295"/>
                    <a:gd name="connsiteY22" fmla="*/ 7604 h 49711"/>
                    <a:gd name="connsiteX23" fmla="*/ 12652 w 72295"/>
                    <a:gd name="connsiteY23" fmla="*/ 3327 h 49711"/>
                    <a:gd name="connsiteX24" fmla="*/ 20547 w 72295"/>
                    <a:gd name="connsiteY24" fmla="*/ 1901 h 49711"/>
                    <a:gd name="connsiteX25" fmla="*/ 20547 w 72295"/>
                    <a:gd name="connsiteY25" fmla="*/ 8079 h 49711"/>
                    <a:gd name="connsiteX26" fmla="*/ 13793 w 72295"/>
                    <a:gd name="connsiteY26" fmla="*/ 9505 h 49711"/>
                    <a:gd name="connsiteX27" fmla="*/ 9132 w 72295"/>
                    <a:gd name="connsiteY27" fmla="*/ 13307 h 49711"/>
                    <a:gd name="connsiteX28" fmla="*/ 6468 w 72295"/>
                    <a:gd name="connsiteY28" fmla="*/ 18725 h 49711"/>
                    <a:gd name="connsiteX29" fmla="*/ 5612 w 72295"/>
                    <a:gd name="connsiteY29" fmla="*/ 24998 h 49711"/>
                    <a:gd name="connsiteX30" fmla="*/ 7039 w 72295"/>
                    <a:gd name="connsiteY30" fmla="*/ 33363 h 49711"/>
                    <a:gd name="connsiteX31" fmla="*/ 10654 w 72295"/>
                    <a:gd name="connsiteY31" fmla="*/ 38685 h 49711"/>
                    <a:gd name="connsiteX32" fmla="*/ 15505 w 72295"/>
                    <a:gd name="connsiteY32" fmla="*/ 41442 h 49711"/>
                    <a:gd name="connsiteX33" fmla="*/ 20832 w 72295"/>
                    <a:gd name="connsiteY33" fmla="*/ 41727 h 49711"/>
                    <a:gd name="connsiteX34" fmla="*/ 26160 w 72295"/>
                    <a:gd name="connsiteY34" fmla="*/ 39066 h 49711"/>
                    <a:gd name="connsiteX35" fmla="*/ 29489 w 72295"/>
                    <a:gd name="connsiteY35" fmla="*/ 33933 h 49711"/>
                    <a:gd name="connsiteX36" fmla="*/ 31582 w 72295"/>
                    <a:gd name="connsiteY36" fmla="*/ 27184 h 49711"/>
                    <a:gd name="connsiteX37" fmla="*/ 33294 w 72295"/>
                    <a:gd name="connsiteY37" fmla="*/ 19770 h 49711"/>
                    <a:gd name="connsiteX38" fmla="*/ 35482 w 72295"/>
                    <a:gd name="connsiteY38" fmla="*/ 12357 h 49711"/>
                    <a:gd name="connsiteX39" fmla="*/ 38811 w 72295"/>
                    <a:gd name="connsiteY39" fmla="*/ 6083 h 49711"/>
                    <a:gd name="connsiteX40" fmla="*/ 44138 w 72295"/>
                    <a:gd name="connsiteY40" fmla="*/ 1616 h 49711"/>
                    <a:gd name="connsiteX41" fmla="*/ 52319 w 72295"/>
                    <a:gd name="connsiteY41" fmla="*/ 0 h 49711"/>
                    <a:gd name="connsiteX42" fmla="*/ 67063 w 72295"/>
                    <a:gd name="connsiteY42" fmla="*/ 6558 h 49711"/>
                    <a:gd name="connsiteX43" fmla="*/ 72295 w 72295"/>
                    <a:gd name="connsiteY43" fmla="*/ 24998 h 49711"/>
                    <a:gd name="connsiteX44" fmla="*/ 70868 w 72295"/>
                    <a:gd name="connsiteY44" fmla="*/ 34883 h 49711"/>
                    <a:gd name="connsiteX45" fmla="*/ 66683 w 72295"/>
                    <a:gd name="connsiteY45" fmla="*/ 42773 h 49711"/>
                    <a:gd name="connsiteX46" fmla="*/ 59739 w 72295"/>
                    <a:gd name="connsiteY46" fmla="*/ 47905 h 49711"/>
                    <a:gd name="connsiteX47" fmla="*/ 50036 w 72295"/>
                    <a:gd name="connsiteY47" fmla="*/ 49711 h 49711"/>
                    <a:gd name="connsiteX48" fmla="*/ 50036 w 72295"/>
                    <a:gd name="connsiteY48" fmla="*/ 43438 h 497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72295" h="49711">
                      <a:moveTo>
                        <a:pt x="50036" y="43438"/>
                      </a:moveTo>
                      <a:cubicBezTo>
                        <a:pt x="53080" y="43153"/>
                        <a:pt x="55648" y="42488"/>
                        <a:pt x="57741" y="41347"/>
                      </a:cubicBezTo>
                      <a:cubicBezTo>
                        <a:pt x="59834" y="40206"/>
                        <a:pt x="61546" y="38781"/>
                        <a:pt x="62878" y="37070"/>
                      </a:cubicBezTo>
                      <a:cubicBezTo>
                        <a:pt x="64210" y="35359"/>
                        <a:pt x="65161" y="33268"/>
                        <a:pt x="65827" y="30986"/>
                      </a:cubicBezTo>
                      <a:cubicBezTo>
                        <a:pt x="66398" y="28705"/>
                        <a:pt x="66683" y="26234"/>
                        <a:pt x="66683" y="23668"/>
                      </a:cubicBezTo>
                      <a:cubicBezTo>
                        <a:pt x="66683" y="20626"/>
                        <a:pt x="66302" y="17965"/>
                        <a:pt x="65541" y="15778"/>
                      </a:cubicBezTo>
                      <a:cubicBezTo>
                        <a:pt x="64780" y="13592"/>
                        <a:pt x="63734" y="11786"/>
                        <a:pt x="62402" y="10361"/>
                      </a:cubicBezTo>
                      <a:cubicBezTo>
                        <a:pt x="61071" y="8935"/>
                        <a:pt x="59644" y="7984"/>
                        <a:pt x="57836" y="7319"/>
                      </a:cubicBezTo>
                      <a:cubicBezTo>
                        <a:pt x="56124" y="6654"/>
                        <a:pt x="54317" y="6273"/>
                        <a:pt x="52414" y="6273"/>
                      </a:cubicBezTo>
                      <a:cubicBezTo>
                        <a:pt x="49751" y="6273"/>
                        <a:pt x="47563" y="6844"/>
                        <a:pt x="45945" y="8079"/>
                      </a:cubicBezTo>
                      <a:cubicBezTo>
                        <a:pt x="44328" y="9315"/>
                        <a:pt x="42997" y="10836"/>
                        <a:pt x="41950" y="12737"/>
                      </a:cubicBezTo>
                      <a:cubicBezTo>
                        <a:pt x="40904" y="14638"/>
                        <a:pt x="40048" y="16919"/>
                        <a:pt x="39382" y="19390"/>
                      </a:cubicBezTo>
                      <a:cubicBezTo>
                        <a:pt x="38716" y="21862"/>
                        <a:pt x="38145" y="24428"/>
                        <a:pt x="37575" y="27089"/>
                      </a:cubicBezTo>
                      <a:cubicBezTo>
                        <a:pt x="37004" y="29751"/>
                        <a:pt x="36243" y="32317"/>
                        <a:pt x="35387" y="34788"/>
                      </a:cubicBezTo>
                      <a:cubicBezTo>
                        <a:pt x="34530" y="37260"/>
                        <a:pt x="33484" y="39541"/>
                        <a:pt x="32057" y="41442"/>
                      </a:cubicBezTo>
                      <a:cubicBezTo>
                        <a:pt x="30630" y="43343"/>
                        <a:pt x="28918" y="44959"/>
                        <a:pt x="26730" y="46194"/>
                      </a:cubicBezTo>
                      <a:cubicBezTo>
                        <a:pt x="24542" y="47430"/>
                        <a:pt x="21784" y="48000"/>
                        <a:pt x="18359" y="48000"/>
                      </a:cubicBezTo>
                      <a:cubicBezTo>
                        <a:pt x="15981" y="48000"/>
                        <a:pt x="13698" y="47525"/>
                        <a:pt x="11510" y="46575"/>
                      </a:cubicBezTo>
                      <a:cubicBezTo>
                        <a:pt x="9322" y="45624"/>
                        <a:pt x="7325" y="44103"/>
                        <a:pt x="5612" y="42202"/>
                      </a:cubicBezTo>
                      <a:cubicBezTo>
                        <a:pt x="3900" y="40301"/>
                        <a:pt x="2568" y="37830"/>
                        <a:pt x="1522" y="34883"/>
                      </a:cubicBezTo>
                      <a:cubicBezTo>
                        <a:pt x="476" y="31937"/>
                        <a:pt x="0" y="28610"/>
                        <a:pt x="0" y="24808"/>
                      </a:cubicBezTo>
                      <a:cubicBezTo>
                        <a:pt x="0" y="21006"/>
                        <a:pt x="571" y="17584"/>
                        <a:pt x="1617" y="14733"/>
                      </a:cubicBezTo>
                      <a:cubicBezTo>
                        <a:pt x="2664" y="11881"/>
                        <a:pt x="4185" y="9410"/>
                        <a:pt x="6088" y="7604"/>
                      </a:cubicBezTo>
                      <a:cubicBezTo>
                        <a:pt x="7991" y="5703"/>
                        <a:pt x="10083" y="4277"/>
                        <a:pt x="12652" y="3327"/>
                      </a:cubicBezTo>
                      <a:cubicBezTo>
                        <a:pt x="15125" y="2376"/>
                        <a:pt x="17788" y="1901"/>
                        <a:pt x="20547" y="1901"/>
                      </a:cubicBezTo>
                      <a:lnTo>
                        <a:pt x="20547" y="8079"/>
                      </a:lnTo>
                      <a:cubicBezTo>
                        <a:pt x="17979" y="8079"/>
                        <a:pt x="15696" y="8555"/>
                        <a:pt x="13793" y="9505"/>
                      </a:cubicBezTo>
                      <a:cubicBezTo>
                        <a:pt x="11891" y="10456"/>
                        <a:pt x="10369" y="11691"/>
                        <a:pt x="9132" y="13307"/>
                      </a:cubicBezTo>
                      <a:cubicBezTo>
                        <a:pt x="7895" y="14923"/>
                        <a:pt x="7039" y="16729"/>
                        <a:pt x="6468" y="18725"/>
                      </a:cubicBezTo>
                      <a:cubicBezTo>
                        <a:pt x="5898" y="20721"/>
                        <a:pt x="5612" y="22812"/>
                        <a:pt x="5612" y="24998"/>
                      </a:cubicBezTo>
                      <a:cubicBezTo>
                        <a:pt x="5612" y="28325"/>
                        <a:pt x="6088" y="31081"/>
                        <a:pt x="7039" y="33363"/>
                      </a:cubicBezTo>
                      <a:cubicBezTo>
                        <a:pt x="7991" y="35644"/>
                        <a:pt x="9132" y="37355"/>
                        <a:pt x="10654" y="38685"/>
                      </a:cubicBezTo>
                      <a:cubicBezTo>
                        <a:pt x="12176" y="40016"/>
                        <a:pt x="13698" y="40967"/>
                        <a:pt x="15505" y="41442"/>
                      </a:cubicBezTo>
                      <a:cubicBezTo>
                        <a:pt x="17313" y="41917"/>
                        <a:pt x="19025" y="42012"/>
                        <a:pt x="20832" y="41727"/>
                      </a:cubicBezTo>
                      <a:cubicBezTo>
                        <a:pt x="23020" y="41347"/>
                        <a:pt x="24828" y="40491"/>
                        <a:pt x="26160" y="39066"/>
                      </a:cubicBezTo>
                      <a:cubicBezTo>
                        <a:pt x="27491" y="37640"/>
                        <a:pt x="28633" y="35929"/>
                        <a:pt x="29489" y="33933"/>
                      </a:cubicBezTo>
                      <a:cubicBezTo>
                        <a:pt x="30345" y="31937"/>
                        <a:pt x="31011" y="29656"/>
                        <a:pt x="31582" y="27184"/>
                      </a:cubicBezTo>
                      <a:cubicBezTo>
                        <a:pt x="32152" y="24713"/>
                        <a:pt x="32723" y="22242"/>
                        <a:pt x="33294" y="19770"/>
                      </a:cubicBezTo>
                      <a:cubicBezTo>
                        <a:pt x="33865" y="17299"/>
                        <a:pt x="34626" y="14733"/>
                        <a:pt x="35482" y="12357"/>
                      </a:cubicBezTo>
                      <a:cubicBezTo>
                        <a:pt x="36338" y="9980"/>
                        <a:pt x="37384" y="7889"/>
                        <a:pt x="38811" y="6083"/>
                      </a:cubicBezTo>
                      <a:cubicBezTo>
                        <a:pt x="40238" y="4277"/>
                        <a:pt x="41950" y="2756"/>
                        <a:pt x="44138" y="1616"/>
                      </a:cubicBezTo>
                      <a:cubicBezTo>
                        <a:pt x="46326" y="475"/>
                        <a:pt x="49085" y="0"/>
                        <a:pt x="52319" y="0"/>
                      </a:cubicBezTo>
                      <a:cubicBezTo>
                        <a:pt x="58692" y="0"/>
                        <a:pt x="63544" y="2186"/>
                        <a:pt x="67063" y="6558"/>
                      </a:cubicBezTo>
                      <a:cubicBezTo>
                        <a:pt x="70583" y="10931"/>
                        <a:pt x="72295" y="17109"/>
                        <a:pt x="72295" y="24998"/>
                      </a:cubicBezTo>
                      <a:cubicBezTo>
                        <a:pt x="72295" y="28515"/>
                        <a:pt x="71820" y="31842"/>
                        <a:pt x="70868" y="34883"/>
                      </a:cubicBezTo>
                      <a:cubicBezTo>
                        <a:pt x="69917" y="37925"/>
                        <a:pt x="68585" y="40587"/>
                        <a:pt x="66683" y="42773"/>
                      </a:cubicBezTo>
                      <a:cubicBezTo>
                        <a:pt x="64780" y="44959"/>
                        <a:pt x="62497" y="46765"/>
                        <a:pt x="59739" y="47905"/>
                      </a:cubicBezTo>
                      <a:cubicBezTo>
                        <a:pt x="56980" y="49046"/>
                        <a:pt x="53746" y="49711"/>
                        <a:pt x="50036" y="49711"/>
                      </a:cubicBezTo>
                      <a:lnTo>
                        <a:pt x="50036" y="43438"/>
                      </a:lnTo>
                      <a:close/>
                    </a:path>
                  </a:pathLst>
                </a:custGeom>
                <a:solidFill>
                  <a:srgbClr val="262626"/>
                </a:solidFill>
                <a:ln w="9506" cap="flat">
                  <a:noFill/>
                  <a:prstDash val="solid"/>
                  <a:miter/>
                </a:ln>
              </p:spPr>
              <p:txBody>
                <a:bodyPr rtlCol="0" anchor="ctr"/>
                <a:lstStyle/>
                <a:p>
                  <a:endParaRPr lang="en-US"/>
                </a:p>
              </p:txBody>
            </p:sp>
            <p:sp>
              <p:nvSpPr>
                <p:cNvPr id="4601" name="Freeform 4600">
                  <a:extLst>
                    <a:ext uri="{FF2B5EF4-FFF2-40B4-BE49-F238E27FC236}">
                      <a16:creationId xmlns:a16="http://schemas.microsoft.com/office/drawing/2014/main" id="{D6D9ED95-B07B-38FD-9916-7A9A63CD16E2}"/>
                    </a:ext>
                  </a:extLst>
                </p:cNvPr>
                <p:cNvSpPr/>
                <p:nvPr/>
              </p:nvSpPr>
              <p:spPr>
                <a:xfrm>
                  <a:off x="5371143" y="2994334"/>
                  <a:ext cx="51843" cy="46384"/>
                </a:xfrm>
                <a:custGeom>
                  <a:avLst/>
                  <a:gdLst>
                    <a:gd name="connsiteX0" fmla="*/ 21879 w 51843"/>
                    <a:gd name="connsiteY0" fmla="*/ 21006 h 46384"/>
                    <a:gd name="connsiteX1" fmla="*/ 21308 w 51843"/>
                    <a:gd name="connsiteY1" fmla="*/ 17204 h 46384"/>
                    <a:gd name="connsiteX2" fmla="*/ 20262 w 51843"/>
                    <a:gd name="connsiteY2" fmla="*/ 13497 h 46384"/>
                    <a:gd name="connsiteX3" fmla="*/ 18074 w 51843"/>
                    <a:gd name="connsiteY3" fmla="*/ 11691 h 46384"/>
                    <a:gd name="connsiteX4" fmla="*/ 15125 w 51843"/>
                    <a:gd name="connsiteY4" fmla="*/ 11406 h 46384"/>
                    <a:gd name="connsiteX5" fmla="*/ 7991 w 51843"/>
                    <a:gd name="connsiteY5" fmla="*/ 14163 h 46384"/>
                    <a:gd name="connsiteX6" fmla="*/ 5232 w 51843"/>
                    <a:gd name="connsiteY6" fmla="*/ 23668 h 46384"/>
                    <a:gd name="connsiteX7" fmla="*/ 5707 w 51843"/>
                    <a:gd name="connsiteY7" fmla="*/ 29085 h 46384"/>
                    <a:gd name="connsiteX8" fmla="*/ 7515 w 51843"/>
                    <a:gd name="connsiteY8" fmla="*/ 33458 h 46384"/>
                    <a:gd name="connsiteX9" fmla="*/ 10939 w 51843"/>
                    <a:gd name="connsiteY9" fmla="*/ 36499 h 46384"/>
                    <a:gd name="connsiteX10" fmla="*/ 16266 w 51843"/>
                    <a:gd name="connsiteY10" fmla="*/ 38115 h 46384"/>
                    <a:gd name="connsiteX11" fmla="*/ 16266 w 51843"/>
                    <a:gd name="connsiteY11" fmla="*/ 43913 h 46384"/>
                    <a:gd name="connsiteX12" fmla="*/ 8752 w 51843"/>
                    <a:gd name="connsiteY12" fmla="*/ 41917 h 46384"/>
                    <a:gd name="connsiteX13" fmla="*/ 3710 w 51843"/>
                    <a:gd name="connsiteY13" fmla="*/ 37545 h 46384"/>
                    <a:gd name="connsiteX14" fmla="*/ 856 w 51843"/>
                    <a:gd name="connsiteY14" fmla="*/ 31272 h 46384"/>
                    <a:gd name="connsiteX15" fmla="*/ 0 w 51843"/>
                    <a:gd name="connsiteY15" fmla="*/ 23763 h 46384"/>
                    <a:gd name="connsiteX16" fmla="*/ 761 w 51843"/>
                    <a:gd name="connsiteY16" fmla="*/ 16824 h 46384"/>
                    <a:gd name="connsiteX17" fmla="*/ 3329 w 51843"/>
                    <a:gd name="connsiteY17" fmla="*/ 11121 h 46384"/>
                    <a:gd name="connsiteX18" fmla="*/ 7991 w 51843"/>
                    <a:gd name="connsiteY18" fmla="*/ 7319 h 46384"/>
                    <a:gd name="connsiteX19" fmla="*/ 15220 w 51843"/>
                    <a:gd name="connsiteY19" fmla="*/ 5893 h 46384"/>
                    <a:gd name="connsiteX20" fmla="*/ 42045 w 51843"/>
                    <a:gd name="connsiteY20" fmla="*/ 5893 h 46384"/>
                    <a:gd name="connsiteX21" fmla="*/ 46326 w 51843"/>
                    <a:gd name="connsiteY21" fmla="*/ 4753 h 46384"/>
                    <a:gd name="connsiteX22" fmla="*/ 45850 w 51843"/>
                    <a:gd name="connsiteY22" fmla="*/ 0 h 46384"/>
                    <a:gd name="connsiteX23" fmla="*/ 50321 w 51843"/>
                    <a:gd name="connsiteY23" fmla="*/ 0 h 46384"/>
                    <a:gd name="connsiteX24" fmla="*/ 50892 w 51843"/>
                    <a:gd name="connsiteY24" fmla="*/ 1996 h 46384"/>
                    <a:gd name="connsiteX25" fmla="*/ 51273 w 51843"/>
                    <a:gd name="connsiteY25" fmla="*/ 4467 h 46384"/>
                    <a:gd name="connsiteX26" fmla="*/ 50987 w 51843"/>
                    <a:gd name="connsiteY26" fmla="*/ 7034 h 46384"/>
                    <a:gd name="connsiteX27" fmla="*/ 50131 w 51843"/>
                    <a:gd name="connsiteY27" fmla="*/ 9315 h 46384"/>
                    <a:gd name="connsiteX28" fmla="*/ 48419 w 51843"/>
                    <a:gd name="connsiteY28" fmla="*/ 10741 h 46384"/>
                    <a:gd name="connsiteX29" fmla="*/ 46231 w 51843"/>
                    <a:gd name="connsiteY29" fmla="*/ 11406 h 46384"/>
                    <a:gd name="connsiteX30" fmla="*/ 43663 w 51843"/>
                    <a:gd name="connsiteY30" fmla="*/ 11596 h 46384"/>
                    <a:gd name="connsiteX31" fmla="*/ 49751 w 51843"/>
                    <a:gd name="connsiteY31" fmla="*/ 19866 h 46384"/>
                    <a:gd name="connsiteX32" fmla="*/ 51843 w 51843"/>
                    <a:gd name="connsiteY32" fmla="*/ 29941 h 46384"/>
                    <a:gd name="connsiteX33" fmla="*/ 50987 w 51843"/>
                    <a:gd name="connsiteY33" fmla="*/ 36119 h 46384"/>
                    <a:gd name="connsiteX34" fmla="*/ 48324 w 51843"/>
                    <a:gd name="connsiteY34" fmla="*/ 41442 h 46384"/>
                    <a:gd name="connsiteX35" fmla="*/ 43948 w 51843"/>
                    <a:gd name="connsiteY35" fmla="*/ 45054 h 46384"/>
                    <a:gd name="connsiteX36" fmla="*/ 37670 w 51843"/>
                    <a:gd name="connsiteY36" fmla="*/ 46385 h 46384"/>
                    <a:gd name="connsiteX37" fmla="*/ 22830 w 51843"/>
                    <a:gd name="connsiteY37" fmla="*/ 29180 h 46384"/>
                    <a:gd name="connsiteX38" fmla="*/ 21784 w 51843"/>
                    <a:gd name="connsiteY38" fmla="*/ 21291 h 46384"/>
                    <a:gd name="connsiteX39" fmla="*/ 24733 w 51843"/>
                    <a:gd name="connsiteY39" fmla="*/ 11406 h 46384"/>
                    <a:gd name="connsiteX40" fmla="*/ 26730 w 51843"/>
                    <a:gd name="connsiteY40" fmla="*/ 18725 h 46384"/>
                    <a:gd name="connsiteX41" fmla="*/ 27491 w 51843"/>
                    <a:gd name="connsiteY41" fmla="*/ 26139 h 46384"/>
                    <a:gd name="connsiteX42" fmla="*/ 30440 w 51843"/>
                    <a:gd name="connsiteY42" fmla="*/ 36404 h 46384"/>
                    <a:gd name="connsiteX43" fmla="*/ 37955 w 51843"/>
                    <a:gd name="connsiteY43" fmla="*/ 40016 h 46384"/>
                    <a:gd name="connsiteX44" fmla="*/ 41950 w 51843"/>
                    <a:gd name="connsiteY44" fmla="*/ 39161 h 46384"/>
                    <a:gd name="connsiteX45" fmla="*/ 44709 w 51843"/>
                    <a:gd name="connsiteY45" fmla="*/ 36784 h 46384"/>
                    <a:gd name="connsiteX46" fmla="*/ 46326 w 51843"/>
                    <a:gd name="connsiteY46" fmla="*/ 33363 h 46384"/>
                    <a:gd name="connsiteX47" fmla="*/ 46897 w 51843"/>
                    <a:gd name="connsiteY47" fmla="*/ 29371 h 46384"/>
                    <a:gd name="connsiteX48" fmla="*/ 46041 w 51843"/>
                    <a:gd name="connsiteY48" fmla="*/ 22717 h 46384"/>
                    <a:gd name="connsiteX49" fmla="*/ 43472 w 51843"/>
                    <a:gd name="connsiteY49" fmla="*/ 17014 h 46384"/>
                    <a:gd name="connsiteX50" fmla="*/ 39001 w 51843"/>
                    <a:gd name="connsiteY50" fmla="*/ 12927 h 46384"/>
                    <a:gd name="connsiteX51" fmla="*/ 32533 w 51843"/>
                    <a:gd name="connsiteY51" fmla="*/ 11406 h 46384"/>
                    <a:gd name="connsiteX52" fmla="*/ 24828 w 51843"/>
                    <a:gd name="connsiteY52" fmla="*/ 11406 h 463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51843" h="46384">
                      <a:moveTo>
                        <a:pt x="21879" y="21006"/>
                      </a:moveTo>
                      <a:cubicBezTo>
                        <a:pt x="21784" y="19961"/>
                        <a:pt x="21594" y="18630"/>
                        <a:pt x="21308" y="17204"/>
                      </a:cubicBezTo>
                      <a:cubicBezTo>
                        <a:pt x="21023" y="15683"/>
                        <a:pt x="20737" y="14448"/>
                        <a:pt x="20262" y="13497"/>
                      </a:cubicBezTo>
                      <a:cubicBezTo>
                        <a:pt x="19786" y="12547"/>
                        <a:pt x="19120" y="11976"/>
                        <a:pt x="18074" y="11691"/>
                      </a:cubicBezTo>
                      <a:cubicBezTo>
                        <a:pt x="17027" y="11501"/>
                        <a:pt x="16076" y="11406"/>
                        <a:pt x="15125" y="11406"/>
                      </a:cubicBezTo>
                      <a:cubicBezTo>
                        <a:pt x="12176" y="11406"/>
                        <a:pt x="9798" y="12357"/>
                        <a:pt x="7991" y="14163"/>
                      </a:cubicBezTo>
                      <a:cubicBezTo>
                        <a:pt x="6183" y="15968"/>
                        <a:pt x="5232" y="19200"/>
                        <a:pt x="5232" y="23668"/>
                      </a:cubicBezTo>
                      <a:cubicBezTo>
                        <a:pt x="5232" y="25664"/>
                        <a:pt x="5422" y="27470"/>
                        <a:pt x="5707" y="29085"/>
                      </a:cubicBezTo>
                      <a:cubicBezTo>
                        <a:pt x="5993" y="30701"/>
                        <a:pt x="6659" y="32222"/>
                        <a:pt x="7515" y="33458"/>
                      </a:cubicBezTo>
                      <a:cubicBezTo>
                        <a:pt x="8371" y="34693"/>
                        <a:pt x="9513" y="35739"/>
                        <a:pt x="10939" y="36499"/>
                      </a:cubicBezTo>
                      <a:cubicBezTo>
                        <a:pt x="12366" y="37260"/>
                        <a:pt x="14174" y="37830"/>
                        <a:pt x="16266" y="38115"/>
                      </a:cubicBezTo>
                      <a:lnTo>
                        <a:pt x="16266" y="43913"/>
                      </a:lnTo>
                      <a:cubicBezTo>
                        <a:pt x="13318" y="43723"/>
                        <a:pt x="10844" y="43058"/>
                        <a:pt x="8752" y="41917"/>
                      </a:cubicBezTo>
                      <a:cubicBezTo>
                        <a:pt x="6659" y="40777"/>
                        <a:pt x="5042" y="39351"/>
                        <a:pt x="3710" y="37545"/>
                      </a:cubicBezTo>
                      <a:cubicBezTo>
                        <a:pt x="2378" y="35739"/>
                        <a:pt x="1427" y="33648"/>
                        <a:pt x="856" y="31272"/>
                      </a:cubicBezTo>
                      <a:cubicBezTo>
                        <a:pt x="285" y="28895"/>
                        <a:pt x="0" y="26424"/>
                        <a:pt x="0" y="23763"/>
                      </a:cubicBezTo>
                      <a:cubicBezTo>
                        <a:pt x="0" y="21291"/>
                        <a:pt x="285" y="19010"/>
                        <a:pt x="761" y="16824"/>
                      </a:cubicBezTo>
                      <a:cubicBezTo>
                        <a:pt x="1237" y="14638"/>
                        <a:pt x="2188" y="12737"/>
                        <a:pt x="3329" y="11121"/>
                      </a:cubicBezTo>
                      <a:cubicBezTo>
                        <a:pt x="4471" y="9505"/>
                        <a:pt x="6088" y="8269"/>
                        <a:pt x="7991" y="7319"/>
                      </a:cubicBezTo>
                      <a:cubicBezTo>
                        <a:pt x="9988" y="6368"/>
                        <a:pt x="12366" y="5893"/>
                        <a:pt x="15220" y="5893"/>
                      </a:cubicBezTo>
                      <a:lnTo>
                        <a:pt x="42045" y="5893"/>
                      </a:lnTo>
                      <a:cubicBezTo>
                        <a:pt x="44233" y="5893"/>
                        <a:pt x="45660" y="5513"/>
                        <a:pt x="46326" y="4753"/>
                      </a:cubicBezTo>
                      <a:cubicBezTo>
                        <a:pt x="46992" y="3992"/>
                        <a:pt x="46802" y="2376"/>
                        <a:pt x="45850" y="0"/>
                      </a:cubicBezTo>
                      <a:lnTo>
                        <a:pt x="50321" y="0"/>
                      </a:lnTo>
                      <a:cubicBezTo>
                        <a:pt x="50321" y="0"/>
                        <a:pt x="50607" y="1046"/>
                        <a:pt x="50892" y="1996"/>
                      </a:cubicBezTo>
                      <a:cubicBezTo>
                        <a:pt x="51177" y="2852"/>
                        <a:pt x="51273" y="3707"/>
                        <a:pt x="51273" y="4467"/>
                      </a:cubicBezTo>
                      <a:cubicBezTo>
                        <a:pt x="51273" y="5323"/>
                        <a:pt x="51177" y="6178"/>
                        <a:pt x="50987" y="7034"/>
                      </a:cubicBezTo>
                      <a:cubicBezTo>
                        <a:pt x="50892" y="7984"/>
                        <a:pt x="50607" y="8745"/>
                        <a:pt x="50131" y="9315"/>
                      </a:cubicBezTo>
                      <a:cubicBezTo>
                        <a:pt x="49656" y="9885"/>
                        <a:pt x="49085" y="10361"/>
                        <a:pt x="48419" y="10741"/>
                      </a:cubicBezTo>
                      <a:cubicBezTo>
                        <a:pt x="47753" y="11121"/>
                        <a:pt x="46992" y="11311"/>
                        <a:pt x="46231" y="11406"/>
                      </a:cubicBezTo>
                      <a:cubicBezTo>
                        <a:pt x="45470" y="11501"/>
                        <a:pt x="44614" y="11596"/>
                        <a:pt x="43663" y="11596"/>
                      </a:cubicBezTo>
                      <a:cubicBezTo>
                        <a:pt x="46326" y="13972"/>
                        <a:pt x="48324" y="16729"/>
                        <a:pt x="49751" y="19866"/>
                      </a:cubicBezTo>
                      <a:cubicBezTo>
                        <a:pt x="51177" y="23002"/>
                        <a:pt x="51843" y="26329"/>
                        <a:pt x="51843" y="29941"/>
                      </a:cubicBezTo>
                      <a:cubicBezTo>
                        <a:pt x="51843" y="32127"/>
                        <a:pt x="51558" y="34123"/>
                        <a:pt x="50987" y="36119"/>
                      </a:cubicBezTo>
                      <a:cubicBezTo>
                        <a:pt x="50417" y="38115"/>
                        <a:pt x="49560" y="39921"/>
                        <a:pt x="48324" y="41442"/>
                      </a:cubicBezTo>
                      <a:cubicBezTo>
                        <a:pt x="47087" y="42963"/>
                        <a:pt x="45660" y="44198"/>
                        <a:pt x="43948" y="45054"/>
                      </a:cubicBezTo>
                      <a:cubicBezTo>
                        <a:pt x="42236" y="45909"/>
                        <a:pt x="40143" y="46385"/>
                        <a:pt x="37670" y="46385"/>
                      </a:cubicBezTo>
                      <a:cubicBezTo>
                        <a:pt x="29299" y="46385"/>
                        <a:pt x="24352" y="40682"/>
                        <a:pt x="22830" y="29180"/>
                      </a:cubicBezTo>
                      <a:lnTo>
                        <a:pt x="21784" y="21291"/>
                      </a:lnTo>
                      <a:close/>
                      <a:moveTo>
                        <a:pt x="24733" y="11406"/>
                      </a:moveTo>
                      <a:cubicBezTo>
                        <a:pt x="25779" y="13782"/>
                        <a:pt x="26445" y="16254"/>
                        <a:pt x="26730" y="18725"/>
                      </a:cubicBezTo>
                      <a:cubicBezTo>
                        <a:pt x="27016" y="21196"/>
                        <a:pt x="27301" y="23668"/>
                        <a:pt x="27491" y="26139"/>
                      </a:cubicBezTo>
                      <a:cubicBezTo>
                        <a:pt x="27777" y="30511"/>
                        <a:pt x="28823" y="33933"/>
                        <a:pt x="30440" y="36404"/>
                      </a:cubicBezTo>
                      <a:cubicBezTo>
                        <a:pt x="32057" y="38876"/>
                        <a:pt x="34626" y="40016"/>
                        <a:pt x="37955" y="40016"/>
                      </a:cubicBezTo>
                      <a:cubicBezTo>
                        <a:pt x="39477" y="40016"/>
                        <a:pt x="40809" y="39731"/>
                        <a:pt x="41950" y="39161"/>
                      </a:cubicBezTo>
                      <a:cubicBezTo>
                        <a:pt x="43092" y="38590"/>
                        <a:pt x="43948" y="37735"/>
                        <a:pt x="44709" y="36784"/>
                      </a:cubicBezTo>
                      <a:cubicBezTo>
                        <a:pt x="45470" y="35834"/>
                        <a:pt x="45946" y="34693"/>
                        <a:pt x="46326" y="33363"/>
                      </a:cubicBezTo>
                      <a:cubicBezTo>
                        <a:pt x="46707" y="32032"/>
                        <a:pt x="46897" y="30796"/>
                        <a:pt x="46897" y="29371"/>
                      </a:cubicBezTo>
                      <a:cubicBezTo>
                        <a:pt x="46897" y="27089"/>
                        <a:pt x="46611" y="24903"/>
                        <a:pt x="46041" y="22717"/>
                      </a:cubicBezTo>
                      <a:cubicBezTo>
                        <a:pt x="45470" y="20531"/>
                        <a:pt x="44614" y="18630"/>
                        <a:pt x="43472" y="17014"/>
                      </a:cubicBezTo>
                      <a:cubicBezTo>
                        <a:pt x="42331" y="15303"/>
                        <a:pt x="40809" y="13972"/>
                        <a:pt x="39001" y="12927"/>
                      </a:cubicBezTo>
                      <a:cubicBezTo>
                        <a:pt x="37194" y="11881"/>
                        <a:pt x="35006" y="11406"/>
                        <a:pt x="32533" y="11406"/>
                      </a:cubicBezTo>
                      <a:lnTo>
                        <a:pt x="24828" y="11406"/>
                      </a:lnTo>
                      <a:close/>
                    </a:path>
                  </a:pathLst>
                </a:custGeom>
                <a:solidFill>
                  <a:srgbClr val="262626"/>
                </a:solidFill>
                <a:ln w="9506" cap="flat">
                  <a:noFill/>
                  <a:prstDash val="solid"/>
                  <a:miter/>
                </a:ln>
              </p:spPr>
              <p:txBody>
                <a:bodyPr rtlCol="0" anchor="ctr"/>
                <a:lstStyle/>
                <a:p>
                  <a:endParaRPr lang="en-US"/>
                </a:p>
              </p:txBody>
            </p:sp>
            <p:sp>
              <p:nvSpPr>
                <p:cNvPr id="4602" name="Freeform 4601">
                  <a:extLst>
                    <a:ext uri="{FF2B5EF4-FFF2-40B4-BE49-F238E27FC236}">
                      <a16:creationId xmlns:a16="http://schemas.microsoft.com/office/drawing/2014/main" id="{B3BDEE19-235B-880A-1E68-6BADFD8FB647}"/>
                    </a:ext>
                  </a:extLst>
                </p:cNvPr>
                <p:cNvSpPr/>
                <p:nvPr/>
              </p:nvSpPr>
              <p:spPr>
                <a:xfrm>
                  <a:off x="5371143" y="2918959"/>
                  <a:ext cx="50606" cy="66915"/>
                </a:xfrm>
                <a:custGeom>
                  <a:avLst/>
                  <a:gdLst>
                    <a:gd name="connsiteX0" fmla="*/ 50607 w 50606"/>
                    <a:gd name="connsiteY0" fmla="*/ 61212 h 66915"/>
                    <a:gd name="connsiteX1" fmla="*/ 50607 w 50606"/>
                    <a:gd name="connsiteY1" fmla="*/ 66915 h 66915"/>
                    <a:gd name="connsiteX2" fmla="*/ 1332 w 50606"/>
                    <a:gd name="connsiteY2" fmla="*/ 66915 h 66915"/>
                    <a:gd name="connsiteX3" fmla="*/ 1332 w 50606"/>
                    <a:gd name="connsiteY3" fmla="*/ 61212 h 66915"/>
                    <a:gd name="connsiteX4" fmla="*/ 8752 w 50606"/>
                    <a:gd name="connsiteY4" fmla="*/ 61212 h 66915"/>
                    <a:gd name="connsiteX5" fmla="*/ 8752 w 50606"/>
                    <a:gd name="connsiteY5" fmla="*/ 61022 h 66915"/>
                    <a:gd name="connsiteX6" fmla="*/ 2188 w 50606"/>
                    <a:gd name="connsiteY6" fmla="*/ 54749 h 66915"/>
                    <a:gd name="connsiteX7" fmla="*/ 0 w 50606"/>
                    <a:gd name="connsiteY7" fmla="*/ 45814 h 66915"/>
                    <a:gd name="connsiteX8" fmla="*/ 761 w 50606"/>
                    <a:gd name="connsiteY8" fmla="*/ 40016 h 66915"/>
                    <a:gd name="connsiteX9" fmla="*/ 2854 w 50606"/>
                    <a:gd name="connsiteY9" fmla="*/ 36024 h 66915"/>
                    <a:gd name="connsiteX10" fmla="*/ 5803 w 50606"/>
                    <a:gd name="connsiteY10" fmla="*/ 33268 h 66915"/>
                    <a:gd name="connsiteX11" fmla="*/ 9513 w 50606"/>
                    <a:gd name="connsiteY11" fmla="*/ 31462 h 66915"/>
                    <a:gd name="connsiteX12" fmla="*/ 2283 w 50606"/>
                    <a:gd name="connsiteY12" fmla="*/ 24808 h 66915"/>
                    <a:gd name="connsiteX13" fmla="*/ 0 w 50606"/>
                    <a:gd name="connsiteY13" fmla="*/ 15398 h 66915"/>
                    <a:gd name="connsiteX14" fmla="*/ 1617 w 50606"/>
                    <a:gd name="connsiteY14" fmla="*/ 7319 h 66915"/>
                    <a:gd name="connsiteX15" fmla="*/ 5993 w 50606"/>
                    <a:gd name="connsiteY15" fmla="*/ 2756 h 66915"/>
                    <a:gd name="connsiteX16" fmla="*/ 12271 w 50606"/>
                    <a:gd name="connsiteY16" fmla="*/ 570 h 66915"/>
                    <a:gd name="connsiteX17" fmla="*/ 19501 w 50606"/>
                    <a:gd name="connsiteY17" fmla="*/ 0 h 66915"/>
                    <a:gd name="connsiteX18" fmla="*/ 50607 w 50606"/>
                    <a:gd name="connsiteY18" fmla="*/ 0 h 66915"/>
                    <a:gd name="connsiteX19" fmla="*/ 50607 w 50606"/>
                    <a:gd name="connsiteY19" fmla="*/ 5703 h 66915"/>
                    <a:gd name="connsiteX20" fmla="*/ 16552 w 50606"/>
                    <a:gd name="connsiteY20" fmla="*/ 5703 h 66915"/>
                    <a:gd name="connsiteX21" fmla="*/ 8181 w 50606"/>
                    <a:gd name="connsiteY21" fmla="*/ 7889 h 66915"/>
                    <a:gd name="connsiteX22" fmla="*/ 5137 w 50606"/>
                    <a:gd name="connsiteY22" fmla="*/ 16254 h 66915"/>
                    <a:gd name="connsiteX23" fmla="*/ 6564 w 50606"/>
                    <a:gd name="connsiteY23" fmla="*/ 22337 h 66915"/>
                    <a:gd name="connsiteX24" fmla="*/ 10749 w 50606"/>
                    <a:gd name="connsiteY24" fmla="*/ 27470 h 66915"/>
                    <a:gd name="connsiteX25" fmla="*/ 13698 w 50606"/>
                    <a:gd name="connsiteY25" fmla="*/ 29085 h 66915"/>
                    <a:gd name="connsiteX26" fmla="*/ 17123 w 50606"/>
                    <a:gd name="connsiteY26" fmla="*/ 30036 h 66915"/>
                    <a:gd name="connsiteX27" fmla="*/ 20737 w 50606"/>
                    <a:gd name="connsiteY27" fmla="*/ 30511 h 66915"/>
                    <a:gd name="connsiteX28" fmla="*/ 24067 w 50606"/>
                    <a:gd name="connsiteY28" fmla="*/ 30701 h 66915"/>
                    <a:gd name="connsiteX29" fmla="*/ 50607 w 50606"/>
                    <a:gd name="connsiteY29" fmla="*/ 30701 h 66915"/>
                    <a:gd name="connsiteX30" fmla="*/ 50607 w 50606"/>
                    <a:gd name="connsiteY30" fmla="*/ 36404 h 66915"/>
                    <a:gd name="connsiteX31" fmla="*/ 16552 w 50606"/>
                    <a:gd name="connsiteY31" fmla="*/ 36404 h 66915"/>
                    <a:gd name="connsiteX32" fmla="*/ 8181 w 50606"/>
                    <a:gd name="connsiteY32" fmla="*/ 38590 h 66915"/>
                    <a:gd name="connsiteX33" fmla="*/ 5137 w 50606"/>
                    <a:gd name="connsiteY33" fmla="*/ 46955 h 66915"/>
                    <a:gd name="connsiteX34" fmla="*/ 6564 w 50606"/>
                    <a:gd name="connsiteY34" fmla="*/ 52943 h 66915"/>
                    <a:gd name="connsiteX35" fmla="*/ 10749 w 50606"/>
                    <a:gd name="connsiteY35" fmla="*/ 58076 h 66915"/>
                    <a:gd name="connsiteX36" fmla="*/ 13698 w 50606"/>
                    <a:gd name="connsiteY36" fmla="*/ 59692 h 66915"/>
                    <a:gd name="connsiteX37" fmla="*/ 17123 w 50606"/>
                    <a:gd name="connsiteY37" fmla="*/ 60642 h 66915"/>
                    <a:gd name="connsiteX38" fmla="*/ 20737 w 50606"/>
                    <a:gd name="connsiteY38" fmla="*/ 61212 h 66915"/>
                    <a:gd name="connsiteX39" fmla="*/ 24067 w 50606"/>
                    <a:gd name="connsiteY39" fmla="*/ 61307 h 66915"/>
                    <a:gd name="connsiteX40" fmla="*/ 50607 w 50606"/>
                    <a:gd name="connsiteY40" fmla="*/ 61307 h 66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0606" h="66915">
                      <a:moveTo>
                        <a:pt x="50607" y="61212"/>
                      </a:moveTo>
                      <a:lnTo>
                        <a:pt x="50607" y="66915"/>
                      </a:lnTo>
                      <a:lnTo>
                        <a:pt x="1332" y="66915"/>
                      </a:lnTo>
                      <a:lnTo>
                        <a:pt x="1332" y="61212"/>
                      </a:lnTo>
                      <a:lnTo>
                        <a:pt x="8752" y="61212"/>
                      </a:lnTo>
                      <a:lnTo>
                        <a:pt x="8752" y="61022"/>
                      </a:lnTo>
                      <a:cubicBezTo>
                        <a:pt x="5898" y="59597"/>
                        <a:pt x="3710" y="57505"/>
                        <a:pt x="2188" y="54749"/>
                      </a:cubicBezTo>
                      <a:cubicBezTo>
                        <a:pt x="666" y="51993"/>
                        <a:pt x="0" y="49046"/>
                        <a:pt x="0" y="45814"/>
                      </a:cubicBezTo>
                      <a:cubicBezTo>
                        <a:pt x="0" y="43533"/>
                        <a:pt x="285" y="41632"/>
                        <a:pt x="761" y="40016"/>
                      </a:cubicBezTo>
                      <a:cubicBezTo>
                        <a:pt x="1237" y="38400"/>
                        <a:pt x="1902" y="37070"/>
                        <a:pt x="2854" y="36024"/>
                      </a:cubicBezTo>
                      <a:cubicBezTo>
                        <a:pt x="3710" y="34884"/>
                        <a:pt x="4661" y="34028"/>
                        <a:pt x="5803" y="33268"/>
                      </a:cubicBezTo>
                      <a:cubicBezTo>
                        <a:pt x="6944" y="32507"/>
                        <a:pt x="8181" y="31937"/>
                        <a:pt x="9513" y="31462"/>
                      </a:cubicBezTo>
                      <a:cubicBezTo>
                        <a:pt x="6278" y="29846"/>
                        <a:pt x="3900" y="27565"/>
                        <a:pt x="2283" y="24808"/>
                      </a:cubicBezTo>
                      <a:cubicBezTo>
                        <a:pt x="761" y="22052"/>
                        <a:pt x="0" y="18915"/>
                        <a:pt x="0" y="15398"/>
                      </a:cubicBezTo>
                      <a:cubicBezTo>
                        <a:pt x="0" y="12071"/>
                        <a:pt x="571" y="9315"/>
                        <a:pt x="1617" y="7319"/>
                      </a:cubicBezTo>
                      <a:cubicBezTo>
                        <a:pt x="2664" y="5323"/>
                        <a:pt x="4186" y="3802"/>
                        <a:pt x="5993" y="2756"/>
                      </a:cubicBezTo>
                      <a:cubicBezTo>
                        <a:pt x="7800" y="1711"/>
                        <a:pt x="9893" y="951"/>
                        <a:pt x="12271" y="570"/>
                      </a:cubicBezTo>
                      <a:cubicBezTo>
                        <a:pt x="14649" y="190"/>
                        <a:pt x="17027" y="0"/>
                        <a:pt x="19501" y="0"/>
                      </a:cubicBezTo>
                      <a:lnTo>
                        <a:pt x="50607" y="0"/>
                      </a:lnTo>
                      <a:lnTo>
                        <a:pt x="50607" y="5703"/>
                      </a:lnTo>
                      <a:lnTo>
                        <a:pt x="16552" y="5703"/>
                      </a:lnTo>
                      <a:cubicBezTo>
                        <a:pt x="13032" y="5703"/>
                        <a:pt x="10178" y="6463"/>
                        <a:pt x="8181" y="7889"/>
                      </a:cubicBezTo>
                      <a:cubicBezTo>
                        <a:pt x="6183" y="9410"/>
                        <a:pt x="5137" y="12167"/>
                        <a:pt x="5137" y="16254"/>
                      </a:cubicBezTo>
                      <a:cubicBezTo>
                        <a:pt x="5137" y="18345"/>
                        <a:pt x="5612" y="20341"/>
                        <a:pt x="6564" y="22337"/>
                      </a:cubicBezTo>
                      <a:cubicBezTo>
                        <a:pt x="7515" y="24238"/>
                        <a:pt x="8847" y="25949"/>
                        <a:pt x="10749" y="27470"/>
                      </a:cubicBezTo>
                      <a:cubicBezTo>
                        <a:pt x="11605" y="28135"/>
                        <a:pt x="12556" y="28610"/>
                        <a:pt x="13698" y="29085"/>
                      </a:cubicBezTo>
                      <a:cubicBezTo>
                        <a:pt x="14840" y="29466"/>
                        <a:pt x="15981" y="29846"/>
                        <a:pt x="17123" y="30036"/>
                      </a:cubicBezTo>
                      <a:cubicBezTo>
                        <a:pt x="18359" y="30321"/>
                        <a:pt x="19501" y="30416"/>
                        <a:pt x="20737" y="30511"/>
                      </a:cubicBezTo>
                      <a:cubicBezTo>
                        <a:pt x="21974" y="30606"/>
                        <a:pt x="23020" y="30701"/>
                        <a:pt x="24067" y="30701"/>
                      </a:cubicBezTo>
                      <a:lnTo>
                        <a:pt x="50607" y="30701"/>
                      </a:lnTo>
                      <a:lnTo>
                        <a:pt x="50607" y="36404"/>
                      </a:lnTo>
                      <a:lnTo>
                        <a:pt x="16552" y="36404"/>
                      </a:lnTo>
                      <a:cubicBezTo>
                        <a:pt x="13032" y="36404"/>
                        <a:pt x="10178" y="37165"/>
                        <a:pt x="8181" y="38590"/>
                      </a:cubicBezTo>
                      <a:cubicBezTo>
                        <a:pt x="6183" y="40016"/>
                        <a:pt x="5137" y="42868"/>
                        <a:pt x="5137" y="46955"/>
                      </a:cubicBezTo>
                      <a:cubicBezTo>
                        <a:pt x="5137" y="49046"/>
                        <a:pt x="5612" y="51042"/>
                        <a:pt x="6564" y="52943"/>
                      </a:cubicBezTo>
                      <a:cubicBezTo>
                        <a:pt x="7515" y="54844"/>
                        <a:pt x="8847" y="56555"/>
                        <a:pt x="10749" y="58076"/>
                      </a:cubicBezTo>
                      <a:cubicBezTo>
                        <a:pt x="11605" y="58741"/>
                        <a:pt x="12556" y="59216"/>
                        <a:pt x="13698" y="59692"/>
                      </a:cubicBezTo>
                      <a:cubicBezTo>
                        <a:pt x="14840" y="60167"/>
                        <a:pt x="15981" y="60452"/>
                        <a:pt x="17123" y="60642"/>
                      </a:cubicBezTo>
                      <a:cubicBezTo>
                        <a:pt x="18359" y="60927"/>
                        <a:pt x="19501" y="61022"/>
                        <a:pt x="20737" y="61212"/>
                      </a:cubicBezTo>
                      <a:cubicBezTo>
                        <a:pt x="21974" y="61212"/>
                        <a:pt x="23020" y="61307"/>
                        <a:pt x="24067" y="61307"/>
                      </a:cubicBezTo>
                      <a:lnTo>
                        <a:pt x="50607" y="61307"/>
                      </a:lnTo>
                      <a:close/>
                    </a:path>
                  </a:pathLst>
                </a:custGeom>
                <a:solidFill>
                  <a:srgbClr val="262626"/>
                </a:solidFill>
                <a:ln w="9506" cap="flat">
                  <a:noFill/>
                  <a:prstDash val="solid"/>
                  <a:miter/>
                </a:ln>
              </p:spPr>
              <p:txBody>
                <a:bodyPr rtlCol="0" anchor="ctr"/>
                <a:lstStyle/>
                <a:p>
                  <a:endParaRPr lang="en-US"/>
                </a:p>
              </p:txBody>
            </p:sp>
            <p:sp>
              <p:nvSpPr>
                <p:cNvPr id="4603" name="Freeform 4602">
                  <a:extLst>
                    <a:ext uri="{FF2B5EF4-FFF2-40B4-BE49-F238E27FC236}">
                      <a16:creationId xmlns:a16="http://schemas.microsoft.com/office/drawing/2014/main" id="{4E002AA4-A309-AFAE-900A-B1BB2A0C6A2C}"/>
                    </a:ext>
                  </a:extLst>
                </p:cNvPr>
                <p:cNvSpPr/>
                <p:nvPr/>
              </p:nvSpPr>
              <p:spPr>
                <a:xfrm>
                  <a:off x="5371238" y="2864207"/>
                  <a:ext cx="51938" cy="44391"/>
                </a:xfrm>
                <a:custGeom>
                  <a:avLst/>
                  <a:gdLst>
                    <a:gd name="connsiteX0" fmla="*/ 27206 w 51938"/>
                    <a:gd name="connsiteY0" fmla="*/ 38214 h 44391"/>
                    <a:gd name="connsiteX1" fmla="*/ 34816 w 51938"/>
                    <a:gd name="connsiteY1" fmla="*/ 37168 h 44391"/>
                    <a:gd name="connsiteX2" fmla="*/ 40999 w 51938"/>
                    <a:gd name="connsiteY2" fmla="*/ 34126 h 44391"/>
                    <a:gd name="connsiteX3" fmla="*/ 45185 w 51938"/>
                    <a:gd name="connsiteY3" fmla="*/ 28994 h 44391"/>
                    <a:gd name="connsiteX4" fmla="*/ 46802 w 51938"/>
                    <a:gd name="connsiteY4" fmla="*/ 21770 h 44391"/>
                    <a:gd name="connsiteX5" fmla="*/ 43853 w 51938"/>
                    <a:gd name="connsiteY5" fmla="*/ 12170 h 44391"/>
                    <a:gd name="connsiteX6" fmla="*/ 35482 w 51938"/>
                    <a:gd name="connsiteY6" fmla="*/ 6847 h 44391"/>
                    <a:gd name="connsiteX7" fmla="*/ 35482 w 51938"/>
                    <a:gd name="connsiteY7" fmla="*/ 479 h 44391"/>
                    <a:gd name="connsiteX8" fmla="*/ 42045 w 51938"/>
                    <a:gd name="connsiteY8" fmla="*/ 3235 h 44391"/>
                    <a:gd name="connsiteX9" fmla="*/ 47277 w 51938"/>
                    <a:gd name="connsiteY9" fmla="*/ 7512 h 44391"/>
                    <a:gd name="connsiteX10" fmla="*/ 50702 w 51938"/>
                    <a:gd name="connsiteY10" fmla="*/ 13596 h 44391"/>
                    <a:gd name="connsiteX11" fmla="*/ 51939 w 51938"/>
                    <a:gd name="connsiteY11" fmla="*/ 21770 h 44391"/>
                    <a:gd name="connsiteX12" fmla="*/ 49941 w 51938"/>
                    <a:gd name="connsiteY12" fmla="*/ 31940 h 44391"/>
                    <a:gd name="connsiteX13" fmla="*/ 44424 w 51938"/>
                    <a:gd name="connsiteY13" fmla="*/ 38974 h 44391"/>
                    <a:gd name="connsiteX14" fmla="*/ 36243 w 51938"/>
                    <a:gd name="connsiteY14" fmla="*/ 43061 h 44391"/>
                    <a:gd name="connsiteX15" fmla="*/ 26160 w 51938"/>
                    <a:gd name="connsiteY15" fmla="*/ 44392 h 44391"/>
                    <a:gd name="connsiteX16" fmla="*/ 15981 w 51938"/>
                    <a:gd name="connsiteY16" fmla="*/ 42776 h 44391"/>
                    <a:gd name="connsiteX17" fmla="*/ 7610 w 51938"/>
                    <a:gd name="connsiteY17" fmla="*/ 38309 h 44391"/>
                    <a:gd name="connsiteX18" fmla="*/ 1998 w 51938"/>
                    <a:gd name="connsiteY18" fmla="*/ 31180 h 44391"/>
                    <a:gd name="connsiteX19" fmla="*/ 0 w 51938"/>
                    <a:gd name="connsiteY19" fmla="*/ 21675 h 44391"/>
                    <a:gd name="connsiteX20" fmla="*/ 6944 w 51938"/>
                    <a:gd name="connsiteY20" fmla="*/ 5706 h 44391"/>
                    <a:gd name="connsiteX21" fmla="*/ 27206 w 51938"/>
                    <a:gd name="connsiteY21" fmla="*/ 3 h 44391"/>
                    <a:gd name="connsiteX22" fmla="*/ 27206 w 51938"/>
                    <a:gd name="connsiteY22" fmla="*/ 38214 h 44391"/>
                    <a:gd name="connsiteX23" fmla="*/ 22450 w 51938"/>
                    <a:gd name="connsiteY23" fmla="*/ 6087 h 44391"/>
                    <a:gd name="connsiteX24" fmla="*/ 15696 w 51938"/>
                    <a:gd name="connsiteY24" fmla="*/ 7037 h 44391"/>
                    <a:gd name="connsiteX25" fmla="*/ 10178 w 51938"/>
                    <a:gd name="connsiteY25" fmla="*/ 9984 h 44391"/>
                    <a:gd name="connsiteX26" fmla="*/ 6469 w 51938"/>
                    <a:gd name="connsiteY26" fmla="*/ 14926 h 44391"/>
                    <a:gd name="connsiteX27" fmla="*/ 5042 w 51938"/>
                    <a:gd name="connsiteY27" fmla="*/ 21675 h 44391"/>
                    <a:gd name="connsiteX28" fmla="*/ 6469 w 51938"/>
                    <a:gd name="connsiteY28" fmla="*/ 28423 h 44391"/>
                    <a:gd name="connsiteX29" fmla="*/ 10274 w 51938"/>
                    <a:gd name="connsiteY29" fmla="*/ 33366 h 44391"/>
                    <a:gd name="connsiteX30" fmla="*/ 15791 w 51938"/>
                    <a:gd name="connsiteY30" fmla="*/ 36693 h 44391"/>
                    <a:gd name="connsiteX31" fmla="*/ 22450 w 51938"/>
                    <a:gd name="connsiteY31" fmla="*/ 38309 h 44391"/>
                    <a:gd name="connsiteX32" fmla="*/ 22450 w 51938"/>
                    <a:gd name="connsiteY32" fmla="*/ 6182 h 44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1938" h="44391">
                      <a:moveTo>
                        <a:pt x="27206" y="38214"/>
                      </a:moveTo>
                      <a:cubicBezTo>
                        <a:pt x="29869" y="38214"/>
                        <a:pt x="32438" y="37833"/>
                        <a:pt x="34816" y="37168"/>
                      </a:cubicBezTo>
                      <a:cubicBezTo>
                        <a:pt x="37194" y="36503"/>
                        <a:pt x="39287" y="35457"/>
                        <a:pt x="40999" y="34126"/>
                      </a:cubicBezTo>
                      <a:cubicBezTo>
                        <a:pt x="42711" y="32796"/>
                        <a:pt x="44138" y="30990"/>
                        <a:pt x="45185" y="28994"/>
                      </a:cubicBezTo>
                      <a:cubicBezTo>
                        <a:pt x="46231" y="26903"/>
                        <a:pt x="46802" y="24526"/>
                        <a:pt x="46802" y="21770"/>
                      </a:cubicBezTo>
                      <a:cubicBezTo>
                        <a:pt x="46802" y="18063"/>
                        <a:pt x="45851" y="14831"/>
                        <a:pt x="43853" y="12170"/>
                      </a:cubicBezTo>
                      <a:cubicBezTo>
                        <a:pt x="41855" y="9508"/>
                        <a:pt x="39097" y="7702"/>
                        <a:pt x="35482" y="6847"/>
                      </a:cubicBezTo>
                      <a:lnTo>
                        <a:pt x="35482" y="479"/>
                      </a:lnTo>
                      <a:cubicBezTo>
                        <a:pt x="37860" y="1144"/>
                        <a:pt x="39953" y="2095"/>
                        <a:pt x="42045" y="3235"/>
                      </a:cubicBezTo>
                      <a:cubicBezTo>
                        <a:pt x="44043" y="4376"/>
                        <a:pt x="45755" y="5801"/>
                        <a:pt x="47277" y="7512"/>
                      </a:cubicBezTo>
                      <a:cubicBezTo>
                        <a:pt x="48799" y="9223"/>
                        <a:pt x="49941" y="11219"/>
                        <a:pt x="50702" y="13596"/>
                      </a:cubicBezTo>
                      <a:cubicBezTo>
                        <a:pt x="51558" y="15972"/>
                        <a:pt x="51939" y="18633"/>
                        <a:pt x="51939" y="21770"/>
                      </a:cubicBezTo>
                      <a:cubicBezTo>
                        <a:pt x="51939" y="25667"/>
                        <a:pt x="51273" y="29089"/>
                        <a:pt x="49941" y="31940"/>
                      </a:cubicBezTo>
                      <a:cubicBezTo>
                        <a:pt x="48609" y="34792"/>
                        <a:pt x="46802" y="37168"/>
                        <a:pt x="44424" y="38974"/>
                      </a:cubicBezTo>
                      <a:cubicBezTo>
                        <a:pt x="42141" y="40780"/>
                        <a:pt x="39382" y="42206"/>
                        <a:pt x="36243" y="43061"/>
                      </a:cubicBezTo>
                      <a:cubicBezTo>
                        <a:pt x="33104" y="43917"/>
                        <a:pt x="29679" y="44392"/>
                        <a:pt x="26160" y="44392"/>
                      </a:cubicBezTo>
                      <a:cubicBezTo>
                        <a:pt x="22640" y="44392"/>
                        <a:pt x="19120" y="43917"/>
                        <a:pt x="15981" y="42776"/>
                      </a:cubicBezTo>
                      <a:cubicBezTo>
                        <a:pt x="12842" y="41730"/>
                        <a:pt x="10083" y="40210"/>
                        <a:pt x="7610" y="38309"/>
                      </a:cubicBezTo>
                      <a:cubicBezTo>
                        <a:pt x="5232" y="36408"/>
                        <a:pt x="3329" y="34031"/>
                        <a:pt x="1998" y="31180"/>
                      </a:cubicBezTo>
                      <a:cubicBezTo>
                        <a:pt x="666" y="28423"/>
                        <a:pt x="0" y="25192"/>
                        <a:pt x="0" y="21675"/>
                      </a:cubicBezTo>
                      <a:cubicBezTo>
                        <a:pt x="0" y="14926"/>
                        <a:pt x="2283" y="9603"/>
                        <a:pt x="6944" y="5706"/>
                      </a:cubicBezTo>
                      <a:cubicBezTo>
                        <a:pt x="11605" y="1809"/>
                        <a:pt x="18359" y="-92"/>
                        <a:pt x="27206" y="3"/>
                      </a:cubicBezTo>
                      <a:lnTo>
                        <a:pt x="27206" y="38214"/>
                      </a:lnTo>
                      <a:close/>
                      <a:moveTo>
                        <a:pt x="22450" y="6087"/>
                      </a:moveTo>
                      <a:cubicBezTo>
                        <a:pt x="20071" y="6087"/>
                        <a:pt x="17788" y="6467"/>
                        <a:pt x="15696" y="7037"/>
                      </a:cubicBezTo>
                      <a:cubicBezTo>
                        <a:pt x="13603" y="7702"/>
                        <a:pt x="11700" y="8653"/>
                        <a:pt x="10178" y="9984"/>
                      </a:cubicBezTo>
                      <a:cubicBezTo>
                        <a:pt x="8656" y="11314"/>
                        <a:pt x="7420" y="12930"/>
                        <a:pt x="6469" y="14926"/>
                      </a:cubicBezTo>
                      <a:cubicBezTo>
                        <a:pt x="5517" y="16922"/>
                        <a:pt x="5042" y="19108"/>
                        <a:pt x="5042" y="21675"/>
                      </a:cubicBezTo>
                      <a:cubicBezTo>
                        <a:pt x="5042" y="24241"/>
                        <a:pt x="5517" y="26427"/>
                        <a:pt x="6469" y="28423"/>
                      </a:cubicBezTo>
                      <a:cubicBezTo>
                        <a:pt x="7420" y="30324"/>
                        <a:pt x="8656" y="32035"/>
                        <a:pt x="10274" y="33366"/>
                      </a:cubicBezTo>
                      <a:cubicBezTo>
                        <a:pt x="11891" y="34697"/>
                        <a:pt x="13698" y="35837"/>
                        <a:pt x="15791" y="36693"/>
                      </a:cubicBezTo>
                      <a:cubicBezTo>
                        <a:pt x="17884" y="37548"/>
                        <a:pt x="20071" y="38024"/>
                        <a:pt x="22450" y="38309"/>
                      </a:cubicBezTo>
                      <a:lnTo>
                        <a:pt x="22450" y="6182"/>
                      </a:lnTo>
                      <a:close/>
                    </a:path>
                  </a:pathLst>
                </a:custGeom>
                <a:solidFill>
                  <a:srgbClr val="262626"/>
                </a:solidFill>
                <a:ln w="9506" cap="flat">
                  <a:noFill/>
                  <a:prstDash val="solid"/>
                  <a:miter/>
                </a:ln>
              </p:spPr>
              <p:txBody>
                <a:bodyPr rtlCol="0" anchor="ctr"/>
                <a:lstStyle/>
                <a:p>
                  <a:endParaRPr lang="en-US"/>
                </a:p>
              </p:txBody>
            </p:sp>
            <p:sp>
              <p:nvSpPr>
                <p:cNvPr id="4604" name="Freeform 4603">
                  <a:extLst>
                    <a:ext uri="{FF2B5EF4-FFF2-40B4-BE49-F238E27FC236}">
                      <a16:creationId xmlns:a16="http://schemas.microsoft.com/office/drawing/2014/main" id="{D4F364B0-9EF4-FF02-929D-E7B84467189D}"/>
                    </a:ext>
                  </a:extLst>
                </p:cNvPr>
                <p:cNvSpPr/>
                <p:nvPr/>
              </p:nvSpPr>
              <p:spPr>
                <a:xfrm>
                  <a:off x="5353260" y="2769921"/>
                  <a:ext cx="68870" cy="55889"/>
                </a:xfrm>
                <a:custGeom>
                  <a:avLst/>
                  <a:gdLst>
                    <a:gd name="connsiteX0" fmla="*/ 68490 w 68870"/>
                    <a:gd name="connsiteY0" fmla="*/ 55890 h 55889"/>
                    <a:gd name="connsiteX1" fmla="*/ 0 w 68870"/>
                    <a:gd name="connsiteY1" fmla="*/ 55890 h 55889"/>
                    <a:gd name="connsiteX2" fmla="*/ 0 w 68870"/>
                    <a:gd name="connsiteY2" fmla="*/ 32507 h 55889"/>
                    <a:gd name="connsiteX3" fmla="*/ 190 w 68870"/>
                    <a:gd name="connsiteY3" fmla="*/ 26899 h 55889"/>
                    <a:gd name="connsiteX4" fmla="*/ 856 w 68870"/>
                    <a:gd name="connsiteY4" fmla="*/ 21481 h 55889"/>
                    <a:gd name="connsiteX5" fmla="*/ 2473 w 68870"/>
                    <a:gd name="connsiteY5" fmla="*/ 16349 h 55889"/>
                    <a:gd name="connsiteX6" fmla="*/ 5232 w 68870"/>
                    <a:gd name="connsiteY6" fmla="*/ 11406 h 55889"/>
                    <a:gd name="connsiteX7" fmla="*/ 11320 w 68870"/>
                    <a:gd name="connsiteY7" fmla="*/ 5798 h 55889"/>
                    <a:gd name="connsiteX8" fmla="*/ 18835 w 68870"/>
                    <a:gd name="connsiteY8" fmla="*/ 2376 h 55889"/>
                    <a:gd name="connsiteX9" fmla="*/ 26825 w 68870"/>
                    <a:gd name="connsiteY9" fmla="*/ 570 h 55889"/>
                    <a:gd name="connsiteX10" fmla="*/ 34340 w 68870"/>
                    <a:gd name="connsiteY10" fmla="*/ 0 h 55889"/>
                    <a:gd name="connsiteX11" fmla="*/ 41284 w 68870"/>
                    <a:gd name="connsiteY11" fmla="*/ 380 h 55889"/>
                    <a:gd name="connsiteX12" fmla="*/ 48229 w 68870"/>
                    <a:gd name="connsiteY12" fmla="*/ 1806 h 55889"/>
                    <a:gd name="connsiteX13" fmla="*/ 54697 w 68870"/>
                    <a:gd name="connsiteY13" fmla="*/ 4372 h 55889"/>
                    <a:gd name="connsiteX14" fmla="*/ 60405 w 68870"/>
                    <a:gd name="connsiteY14" fmla="*/ 8364 h 55889"/>
                    <a:gd name="connsiteX15" fmla="*/ 64685 w 68870"/>
                    <a:gd name="connsiteY15" fmla="*/ 13497 h 55889"/>
                    <a:gd name="connsiteX16" fmla="*/ 67254 w 68870"/>
                    <a:gd name="connsiteY16" fmla="*/ 19390 h 55889"/>
                    <a:gd name="connsiteX17" fmla="*/ 68490 w 68870"/>
                    <a:gd name="connsiteY17" fmla="*/ 25759 h 55889"/>
                    <a:gd name="connsiteX18" fmla="*/ 68871 w 68870"/>
                    <a:gd name="connsiteY18" fmla="*/ 32507 h 55889"/>
                    <a:gd name="connsiteX19" fmla="*/ 68871 w 68870"/>
                    <a:gd name="connsiteY19" fmla="*/ 55890 h 55889"/>
                    <a:gd name="connsiteX20" fmla="*/ 62973 w 68870"/>
                    <a:gd name="connsiteY20" fmla="*/ 49426 h 55889"/>
                    <a:gd name="connsiteX21" fmla="*/ 62973 w 68870"/>
                    <a:gd name="connsiteY21" fmla="*/ 33933 h 55889"/>
                    <a:gd name="connsiteX22" fmla="*/ 62498 w 68870"/>
                    <a:gd name="connsiteY22" fmla="*/ 25759 h 55889"/>
                    <a:gd name="connsiteX23" fmla="*/ 59834 w 68870"/>
                    <a:gd name="connsiteY23" fmla="*/ 17869 h 55889"/>
                    <a:gd name="connsiteX24" fmla="*/ 55173 w 68870"/>
                    <a:gd name="connsiteY24" fmla="*/ 12261 h 55889"/>
                    <a:gd name="connsiteX25" fmla="*/ 48704 w 68870"/>
                    <a:gd name="connsiteY25" fmla="*/ 8745 h 55889"/>
                    <a:gd name="connsiteX26" fmla="*/ 41475 w 68870"/>
                    <a:gd name="connsiteY26" fmla="*/ 6939 h 55889"/>
                    <a:gd name="connsiteX27" fmla="*/ 34150 w 68870"/>
                    <a:gd name="connsiteY27" fmla="*/ 6463 h 55889"/>
                    <a:gd name="connsiteX28" fmla="*/ 26635 w 68870"/>
                    <a:gd name="connsiteY28" fmla="*/ 6939 h 55889"/>
                    <a:gd name="connsiteX29" fmla="*/ 19310 w 68870"/>
                    <a:gd name="connsiteY29" fmla="*/ 8745 h 55889"/>
                    <a:gd name="connsiteX30" fmla="*/ 12937 w 68870"/>
                    <a:gd name="connsiteY30" fmla="*/ 12356 h 55889"/>
                    <a:gd name="connsiteX31" fmla="*/ 8181 w 68870"/>
                    <a:gd name="connsiteY31" fmla="*/ 18250 h 55889"/>
                    <a:gd name="connsiteX32" fmla="*/ 6088 w 68870"/>
                    <a:gd name="connsiteY32" fmla="*/ 25473 h 55889"/>
                    <a:gd name="connsiteX33" fmla="*/ 5612 w 68870"/>
                    <a:gd name="connsiteY33" fmla="*/ 33933 h 55889"/>
                    <a:gd name="connsiteX34" fmla="*/ 5612 w 68870"/>
                    <a:gd name="connsiteY34" fmla="*/ 49426 h 55889"/>
                    <a:gd name="connsiteX35" fmla="*/ 63068 w 68870"/>
                    <a:gd name="connsiteY35" fmla="*/ 49426 h 55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68870" h="55889">
                      <a:moveTo>
                        <a:pt x="68490" y="55890"/>
                      </a:moveTo>
                      <a:lnTo>
                        <a:pt x="0" y="55890"/>
                      </a:lnTo>
                      <a:lnTo>
                        <a:pt x="0" y="32507"/>
                      </a:lnTo>
                      <a:cubicBezTo>
                        <a:pt x="0" y="30606"/>
                        <a:pt x="0" y="28705"/>
                        <a:pt x="190" y="26899"/>
                      </a:cubicBezTo>
                      <a:cubicBezTo>
                        <a:pt x="285" y="25093"/>
                        <a:pt x="476" y="23287"/>
                        <a:pt x="856" y="21481"/>
                      </a:cubicBezTo>
                      <a:cubicBezTo>
                        <a:pt x="1237" y="19675"/>
                        <a:pt x="1712" y="17965"/>
                        <a:pt x="2473" y="16349"/>
                      </a:cubicBezTo>
                      <a:cubicBezTo>
                        <a:pt x="3139" y="14638"/>
                        <a:pt x="4090" y="13022"/>
                        <a:pt x="5232" y="11406"/>
                      </a:cubicBezTo>
                      <a:cubicBezTo>
                        <a:pt x="6849" y="9125"/>
                        <a:pt x="8942" y="7224"/>
                        <a:pt x="11320" y="5798"/>
                      </a:cubicBezTo>
                      <a:cubicBezTo>
                        <a:pt x="13698" y="4372"/>
                        <a:pt x="16171" y="3232"/>
                        <a:pt x="18835" y="2376"/>
                      </a:cubicBezTo>
                      <a:cubicBezTo>
                        <a:pt x="21498" y="1521"/>
                        <a:pt x="24162" y="950"/>
                        <a:pt x="26825" y="570"/>
                      </a:cubicBezTo>
                      <a:cubicBezTo>
                        <a:pt x="29489" y="190"/>
                        <a:pt x="31962" y="0"/>
                        <a:pt x="34340" y="0"/>
                      </a:cubicBezTo>
                      <a:cubicBezTo>
                        <a:pt x="36718" y="0"/>
                        <a:pt x="38906" y="190"/>
                        <a:pt x="41284" y="380"/>
                      </a:cubicBezTo>
                      <a:cubicBezTo>
                        <a:pt x="43663" y="570"/>
                        <a:pt x="45946" y="1141"/>
                        <a:pt x="48229" y="1806"/>
                      </a:cubicBezTo>
                      <a:cubicBezTo>
                        <a:pt x="50512" y="2471"/>
                        <a:pt x="52604" y="3232"/>
                        <a:pt x="54697" y="4372"/>
                      </a:cubicBezTo>
                      <a:cubicBezTo>
                        <a:pt x="56790" y="5418"/>
                        <a:pt x="58692" y="6749"/>
                        <a:pt x="60405" y="8364"/>
                      </a:cubicBezTo>
                      <a:cubicBezTo>
                        <a:pt x="62212" y="9980"/>
                        <a:pt x="63639" y="11691"/>
                        <a:pt x="64685" y="13497"/>
                      </a:cubicBezTo>
                      <a:cubicBezTo>
                        <a:pt x="65732" y="15398"/>
                        <a:pt x="66588" y="17299"/>
                        <a:pt x="67254" y="19390"/>
                      </a:cubicBezTo>
                      <a:cubicBezTo>
                        <a:pt x="67825" y="21481"/>
                        <a:pt x="68300" y="23572"/>
                        <a:pt x="68490" y="25759"/>
                      </a:cubicBezTo>
                      <a:cubicBezTo>
                        <a:pt x="68681" y="27945"/>
                        <a:pt x="68871" y="30226"/>
                        <a:pt x="68871" y="32507"/>
                      </a:cubicBezTo>
                      <a:lnTo>
                        <a:pt x="68871" y="55890"/>
                      </a:lnTo>
                      <a:close/>
                      <a:moveTo>
                        <a:pt x="62973" y="49426"/>
                      </a:moveTo>
                      <a:lnTo>
                        <a:pt x="62973" y="33933"/>
                      </a:lnTo>
                      <a:cubicBezTo>
                        <a:pt x="62973" y="30986"/>
                        <a:pt x="62783" y="28325"/>
                        <a:pt x="62498" y="25759"/>
                      </a:cubicBezTo>
                      <a:cubicBezTo>
                        <a:pt x="62212" y="23192"/>
                        <a:pt x="61261" y="20626"/>
                        <a:pt x="59834" y="17869"/>
                      </a:cubicBezTo>
                      <a:cubicBezTo>
                        <a:pt x="58692" y="15588"/>
                        <a:pt x="57170" y="13687"/>
                        <a:pt x="55173" y="12261"/>
                      </a:cubicBezTo>
                      <a:cubicBezTo>
                        <a:pt x="53175" y="10836"/>
                        <a:pt x="51082" y="9695"/>
                        <a:pt x="48704" y="8745"/>
                      </a:cubicBezTo>
                      <a:cubicBezTo>
                        <a:pt x="46421" y="7889"/>
                        <a:pt x="43948" y="7319"/>
                        <a:pt x="41475" y="6939"/>
                      </a:cubicBezTo>
                      <a:cubicBezTo>
                        <a:pt x="39002" y="6558"/>
                        <a:pt x="36528" y="6463"/>
                        <a:pt x="34150" y="6463"/>
                      </a:cubicBezTo>
                      <a:cubicBezTo>
                        <a:pt x="31677" y="6463"/>
                        <a:pt x="29204" y="6653"/>
                        <a:pt x="26635" y="6939"/>
                      </a:cubicBezTo>
                      <a:cubicBezTo>
                        <a:pt x="24067" y="7224"/>
                        <a:pt x="21594" y="7889"/>
                        <a:pt x="19310" y="8745"/>
                      </a:cubicBezTo>
                      <a:cubicBezTo>
                        <a:pt x="17028" y="9600"/>
                        <a:pt x="14840" y="10836"/>
                        <a:pt x="12937" y="12356"/>
                      </a:cubicBezTo>
                      <a:cubicBezTo>
                        <a:pt x="11035" y="13877"/>
                        <a:pt x="9417" y="15873"/>
                        <a:pt x="8181" y="18250"/>
                      </a:cubicBezTo>
                      <a:cubicBezTo>
                        <a:pt x="7134" y="20246"/>
                        <a:pt x="6373" y="22717"/>
                        <a:pt x="6088" y="25473"/>
                      </a:cubicBezTo>
                      <a:cubicBezTo>
                        <a:pt x="5803" y="28230"/>
                        <a:pt x="5612" y="31081"/>
                        <a:pt x="5612" y="33933"/>
                      </a:cubicBezTo>
                      <a:lnTo>
                        <a:pt x="5612" y="49426"/>
                      </a:lnTo>
                      <a:lnTo>
                        <a:pt x="63068" y="49426"/>
                      </a:lnTo>
                      <a:close/>
                    </a:path>
                  </a:pathLst>
                </a:custGeom>
                <a:solidFill>
                  <a:srgbClr val="262626"/>
                </a:solidFill>
                <a:ln w="9506" cap="flat">
                  <a:noFill/>
                  <a:prstDash val="solid"/>
                  <a:miter/>
                </a:ln>
              </p:spPr>
              <p:txBody>
                <a:bodyPr rtlCol="0" anchor="ctr"/>
                <a:lstStyle/>
                <a:p>
                  <a:endParaRPr lang="en-US"/>
                </a:p>
              </p:txBody>
            </p:sp>
            <p:sp>
              <p:nvSpPr>
                <p:cNvPr id="4605" name="Freeform 4604">
                  <a:extLst>
                    <a:ext uri="{FF2B5EF4-FFF2-40B4-BE49-F238E27FC236}">
                      <a16:creationId xmlns:a16="http://schemas.microsoft.com/office/drawing/2014/main" id="{B41DE2FA-3E15-099B-1410-D6A35A7A8F7B}"/>
                    </a:ext>
                  </a:extLst>
                </p:cNvPr>
                <p:cNvSpPr/>
                <p:nvPr/>
              </p:nvSpPr>
              <p:spPr>
                <a:xfrm>
                  <a:off x="5371238" y="2716309"/>
                  <a:ext cx="51938" cy="44391"/>
                </a:xfrm>
                <a:custGeom>
                  <a:avLst/>
                  <a:gdLst>
                    <a:gd name="connsiteX0" fmla="*/ 27206 w 51938"/>
                    <a:gd name="connsiteY0" fmla="*/ 38214 h 44391"/>
                    <a:gd name="connsiteX1" fmla="*/ 34816 w 51938"/>
                    <a:gd name="connsiteY1" fmla="*/ 37168 h 44391"/>
                    <a:gd name="connsiteX2" fmla="*/ 40999 w 51938"/>
                    <a:gd name="connsiteY2" fmla="*/ 34126 h 44391"/>
                    <a:gd name="connsiteX3" fmla="*/ 45185 w 51938"/>
                    <a:gd name="connsiteY3" fmla="*/ 28994 h 44391"/>
                    <a:gd name="connsiteX4" fmla="*/ 46802 w 51938"/>
                    <a:gd name="connsiteY4" fmla="*/ 21770 h 44391"/>
                    <a:gd name="connsiteX5" fmla="*/ 43853 w 51938"/>
                    <a:gd name="connsiteY5" fmla="*/ 12170 h 44391"/>
                    <a:gd name="connsiteX6" fmla="*/ 35482 w 51938"/>
                    <a:gd name="connsiteY6" fmla="*/ 6847 h 44391"/>
                    <a:gd name="connsiteX7" fmla="*/ 35482 w 51938"/>
                    <a:gd name="connsiteY7" fmla="*/ 479 h 44391"/>
                    <a:gd name="connsiteX8" fmla="*/ 42045 w 51938"/>
                    <a:gd name="connsiteY8" fmla="*/ 3235 h 44391"/>
                    <a:gd name="connsiteX9" fmla="*/ 47277 w 51938"/>
                    <a:gd name="connsiteY9" fmla="*/ 7512 h 44391"/>
                    <a:gd name="connsiteX10" fmla="*/ 50702 w 51938"/>
                    <a:gd name="connsiteY10" fmla="*/ 13596 h 44391"/>
                    <a:gd name="connsiteX11" fmla="*/ 51939 w 51938"/>
                    <a:gd name="connsiteY11" fmla="*/ 21770 h 44391"/>
                    <a:gd name="connsiteX12" fmla="*/ 49941 w 51938"/>
                    <a:gd name="connsiteY12" fmla="*/ 31940 h 44391"/>
                    <a:gd name="connsiteX13" fmla="*/ 44424 w 51938"/>
                    <a:gd name="connsiteY13" fmla="*/ 38974 h 44391"/>
                    <a:gd name="connsiteX14" fmla="*/ 36243 w 51938"/>
                    <a:gd name="connsiteY14" fmla="*/ 43061 h 44391"/>
                    <a:gd name="connsiteX15" fmla="*/ 26160 w 51938"/>
                    <a:gd name="connsiteY15" fmla="*/ 44392 h 44391"/>
                    <a:gd name="connsiteX16" fmla="*/ 15981 w 51938"/>
                    <a:gd name="connsiteY16" fmla="*/ 42776 h 44391"/>
                    <a:gd name="connsiteX17" fmla="*/ 7610 w 51938"/>
                    <a:gd name="connsiteY17" fmla="*/ 38309 h 44391"/>
                    <a:gd name="connsiteX18" fmla="*/ 1998 w 51938"/>
                    <a:gd name="connsiteY18" fmla="*/ 31180 h 44391"/>
                    <a:gd name="connsiteX19" fmla="*/ 0 w 51938"/>
                    <a:gd name="connsiteY19" fmla="*/ 21675 h 44391"/>
                    <a:gd name="connsiteX20" fmla="*/ 6944 w 51938"/>
                    <a:gd name="connsiteY20" fmla="*/ 5706 h 44391"/>
                    <a:gd name="connsiteX21" fmla="*/ 27206 w 51938"/>
                    <a:gd name="connsiteY21" fmla="*/ 3 h 44391"/>
                    <a:gd name="connsiteX22" fmla="*/ 27206 w 51938"/>
                    <a:gd name="connsiteY22" fmla="*/ 38214 h 44391"/>
                    <a:gd name="connsiteX23" fmla="*/ 22450 w 51938"/>
                    <a:gd name="connsiteY23" fmla="*/ 6087 h 44391"/>
                    <a:gd name="connsiteX24" fmla="*/ 15696 w 51938"/>
                    <a:gd name="connsiteY24" fmla="*/ 7037 h 44391"/>
                    <a:gd name="connsiteX25" fmla="*/ 10178 w 51938"/>
                    <a:gd name="connsiteY25" fmla="*/ 9984 h 44391"/>
                    <a:gd name="connsiteX26" fmla="*/ 6469 w 51938"/>
                    <a:gd name="connsiteY26" fmla="*/ 14926 h 44391"/>
                    <a:gd name="connsiteX27" fmla="*/ 5042 w 51938"/>
                    <a:gd name="connsiteY27" fmla="*/ 21675 h 44391"/>
                    <a:gd name="connsiteX28" fmla="*/ 6469 w 51938"/>
                    <a:gd name="connsiteY28" fmla="*/ 28423 h 44391"/>
                    <a:gd name="connsiteX29" fmla="*/ 10274 w 51938"/>
                    <a:gd name="connsiteY29" fmla="*/ 33366 h 44391"/>
                    <a:gd name="connsiteX30" fmla="*/ 15791 w 51938"/>
                    <a:gd name="connsiteY30" fmla="*/ 36693 h 44391"/>
                    <a:gd name="connsiteX31" fmla="*/ 22450 w 51938"/>
                    <a:gd name="connsiteY31" fmla="*/ 38309 h 44391"/>
                    <a:gd name="connsiteX32" fmla="*/ 22450 w 51938"/>
                    <a:gd name="connsiteY32" fmla="*/ 6182 h 44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1938" h="44391">
                      <a:moveTo>
                        <a:pt x="27206" y="38214"/>
                      </a:moveTo>
                      <a:cubicBezTo>
                        <a:pt x="29869" y="38214"/>
                        <a:pt x="32438" y="37833"/>
                        <a:pt x="34816" y="37168"/>
                      </a:cubicBezTo>
                      <a:cubicBezTo>
                        <a:pt x="37194" y="36503"/>
                        <a:pt x="39287" y="35457"/>
                        <a:pt x="40999" y="34126"/>
                      </a:cubicBezTo>
                      <a:cubicBezTo>
                        <a:pt x="42711" y="32796"/>
                        <a:pt x="44138" y="30990"/>
                        <a:pt x="45185" y="28994"/>
                      </a:cubicBezTo>
                      <a:cubicBezTo>
                        <a:pt x="46231" y="26903"/>
                        <a:pt x="46802" y="24526"/>
                        <a:pt x="46802" y="21770"/>
                      </a:cubicBezTo>
                      <a:cubicBezTo>
                        <a:pt x="46802" y="18063"/>
                        <a:pt x="45851" y="14831"/>
                        <a:pt x="43853" y="12170"/>
                      </a:cubicBezTo>
                      <a:cubicBezTo>
                        <a:pt x="41855" y="9508"/>
                        <a:pt x="39097" y="7703"/>
                        <a:pt x="35482" y="6847"/>
                      </a:cubicBezTo>
                      <a:lnTo>
                        <a:pt x="35482" y="479"/>
                      </a:lnTo>
                      <a:cubicBezTo>
                        <a:pt x="37860" y="1144"/>
                        <a:pt x="39953" y="2095"/>
                        <a:pt x="42045" y="3235"/>
                      </a:cubicBezTo>
                      <a:cubicBezTo>
                        <a:pt x="44043" y="4376"/>
                        <a:pt x="45755" y="5801"/>
                        <a:pt x="47277" y="7512"/>
                      </a:cubicBezTo>
                      <a:cubicBezTo>
                        <a:pt x="48799" y="9223"/>
                        <a:pt x="49941" y="11219"/>
                        <a:pt x="50702" y="13596"/>
                      </a:cubicBezTo>
                      <a:cubicBezTo>
                        <a:pt x="51558" y="15972"/>
                        <a:pt x="51939" y="18633"/>
                        <a:pt x="51939" y="21770"/>
                      </a:cubicBezTo>
                      <a:cubicBezTo>
                        <a:pt x="51939" y="25667"/>
                        <a:pt x="51273" y="29089"/>
                        <a:pt x="49941" y="31940"/>
                      </a:cubicBezTo>
                      <a:cubicBezTo>
                        <a:pt x="48609" y="34792"/>
                        <a:pt x="46802" y="37168"/>
                        <a:pt x="44424" y="38974"/>
                      </a:cubicBezTo>
                      <a:cubicBezTo>
                        <a:pt x="42141" y="40780"/>
                        <a:pt x="39382" y="42206"/>
                        <a:pt x="36243" y="43061"/>
                      </a:cubicBezTo>
                      <a:cubicBezTo>
                        <a:pt x="33104" y="43917"/>
                        <a:pt x="29679" y="44392"/>
                        <a:pt x="26160" y="44392"/>
                      </a:cubicBezTo>
                      <a:cubicBezTo>
                        <a:pt x="22640" y="44392"/>
                        <a:pt x="19120" y="43917"/>
                        <a:pt x="15981" y="42776"/>
                      </a:cubicBezTo>
                      <a:cubicBezTo>
                        <a:pt x="12842" y="41731"/>
                        <a:pt x="10083" y="40210"/>
                        <a:pt x="7610" y="38309"/>
                      </a:cubicBezTo>
                      <a:cubicBezTo>
                        <a:pt x="5232" y="36408"/>
                        <a:pt x="3329" y="34031"/>
                        <a:pt x="1998" y="31180"/>
                      </a:cubicBezTo>
                      <a:cubicBezTo>
                        <a:pt x="666" y="28423"/>
                        <a:pt x="0" y="25192"/>
                        <a:pt x="0" y="21675"/>
                      </a:cubicBezTo>
                      <a:cubicBezTo>
                        <a:pt x="0" y="14926"/>
                        <a:pt x="2283" y="9603"/>
                        <a:pt x="6944" y="5706"/>
                      </a:cubicBezTo>
                      <a:cubicBezTo>
                        <a:pt x="11605" y="1809"/>
                        <a:pt x="18359" y="-92"/>
                        <a:pt x="27206" y="3"/>
                      </a:cubicBezTo>
                      <a:lnTo>
                        <a:pt x="27206" y="38214"/>
                      </a:lnTo>
                      <a:close/>
                      <a:moveTo>
                        <a:pt x="22450" y="6087"/>
                      </a:moveTo>
                      <a:cubicBezTo>
                        <a:pt x="20071" y="6087"/>
                        <a:pt x="17788" y="6467"/>
                        <a:pt x="15696" y="7037"/>
                      </a:cubicBezTo>
                      <a:cubicBezTo>
                        <a:pt x="13603" y="7703"/>
                        <a:pt x="11700" y="8653"/>
                        <a:pt x="10178" y="9984"/>
                      </a:cubicBezTo>
                      <a:cubicBezTo>
                        <a:pt x="8656" y="11314"/>
                        <a:pt x="7420" y="12930"/>
                        <a:pt x="6469" y="14926"/>
                      </a:cubicBezTo>
                      <a:cubicBezTo>
                        <a:pt x="5517" y="16922"/>
                        <a:pt x="5042" y="19109"/>
                        <a:pt x="5042" y="21675"/>
                      </a:cubicBezTo>
                      <a:cubicBezTo>
                        <a:pt x="5042" y="24241"/>
                        <a:pt x="5517" y="26427"/>
                        <a:pt x="6469" y="28423"/>
                      </a:cubicBezTo>
                      <a:cubicBezTo>
                        <a:pt x="7420" y="30324"/>
                        <a:pt x="8656" y="32035"/>
                        <a:pt x="10274" y="33366"/>
                      </a:cubicBezTo>
                      <a:cubicBezTo>
                        <a:pt x="11891" y="34697"/>
                        <a:pt x="13698" y="35837"/>
                        <a:pt x="15791" y="36693"/>
                      </a:cubicBezTo>
                      <a:cubicBezTo>
                        <a:pt x="17884" y="37548"/>
                        <a:pt x="20071" y="38024"/>
                        <a:pt x="22450" y="38309"/>
                      </a:cubicBezTo>
                      <a:lnTo>
                        <a:pt x="22450" y="6182"/>
                      </a:lnTo>
                      <a:close/>
                    </a:path>
                  </a:pathLst>
                </a:custGeom>
                <a:solidFill>
                  <a:srgbClr val="262626"/>
                </a:solidFill>
                <a:ln w="9506" cap="flat">
                  <a:noFill/>
                  <a:prstDash val="solid"/>
                  <a:miter/>
                </a:ln>
              </p:spPr>
              <p:txBody>
                <a:bodyPr rtlCol="0" anchor="ctr"/>
                <a:lstStyle/>
                <a:p>
                  <a:endParaRPr lang="en-US"/>
                </a:p>
              </p:txBody>
            </p:sp>
            <p:sp>
              <p:nvSpPr>
                <p:cNvPr id="4606" name="Freeform 4605">
                  <a:extLst>
                    <a:ext uri="{FF2B5EF4-FFF2-40B4-BE49-F238E27FC236}">
                      <a16:creationId xmlns:a16="http://schemas.microsoft.com/office/drawing/2014/main" id="{7CA8BC9C-821D-33A0-914F-70BEC55EFB6E}"/>
                    </a:ext>
                  </a:extLst>
                </p:cNvPr>
                <p:cNvSpPr/>
                <p:nvPr/>
              </p:nvSpPr>
              <p:spPr>
                <a:xfrm>
                  <a:off x="5358682" y="2687892"/>
                  <a:ext cx="64399" cy="22241"/>
                </a:xfrm>
                <a:custGeom>
                  <a:avLst/>
                  <a:gdLst>
                    <a:gd name="connsiteX0" fmla="*/ 63258 w 64399"/>
                    <a:gd name="connsiteY0" fmla="*/ 0 h 22241"/>
                    <a:gd name="connsiteX1" fmla="*/ 63924 w 64399"/>
                    <a:gd name="connsiteY1" fmla="*/ 2756 h 22241"/>
                    <a:gd name="connsiteX2" fmla="*/ 64400 w 64399"/>
                    <a:gd name="connsiteY2" fmla="*/ 6558 h 22241"/>
                    <a:gd name="connsiteX3" fmla="*/ 62212 w 64399"/>
                    <a:gd name="connsiteY3" fmla="*/ 13117 h 22241"/>
                    <a:gd name="connsiteX4" fmla="*/ 54507 w 64399"/>
                    <a:gd name="connsiteY4" fmla="*/ 15303 h 22241"/>
                    <a:gd name="connsiteX5" fmla="*/ 18454 w 64399"/>
                    <a:gd name="connsiteY5" fmla="*/ 15303 h 22241"/>
                    <a:gd name="connsiteX6" fmla="*/ 18454 w 64399"/>
                    <a:gd name="connsiteY6" fmla="*/ 22242 h 22241"/>
                    <a:gd name="connsiteX7" fmla="*/ 13698 w 64399"/>
                    <a:gd name="connsiteY7" fmla="*/ 22242 h 22241"/>
                    <a:gd name="connsiteX8" fmla="*/ 13698 w 64399"/>
                    <a:gd name="connsiteY8" fmla="*/ 15303 h 22241"/>
                    <a:gd name="connsiteX9" fmla="*/ 0 w 64399"/>
                    <a:gd name="connsiteY9" fmla="*/ 15303 h 22241"/>
                    <a:gd name="connsiteX10" fmla="*/ 0 w 64399"/>
                    <a:gd name="connsiteY10" fmla="*/ 9600 h 22241"/>
                    <a:gd name="connsiteX11" fmla="*/ 13698 w 64399"/>
                    <a:gd name="connsiteY11" fmla="*/ 9600 h 22241"/>
                    <a:gd name="connsiteX12" fmla="*/ 13698 w 64399"/>
                    <a:gd name="connsiteY12" fmla="*/ 380 h 22241"/>
                    <a:gd name="connsiteX13" fmla="*/ 18454 w 64399"/>
                    <a:gd name="connsiteY13" fmla="*/ 380 h 22241"/>
                    <a:gd name="connsiteX14" fmla="*/ 18454 w 64399"/>
                    <a:gd name="connsiteY14" fmla="*/ 9600 h 22241"/>
                    <a:gd name="connsiteX15" fmla="*/ 52224 w 64399"/>
                    <a:gd name="connsiteY15" fmla="*/ 9600 h 22241"/>
                    <a:gd name="connsiteX16" fmla="*/ 55363 w 64399"/>
                    <a:gd name="connsiteY16" fmla="*/ 9505 h 22241"/>
                    <a:gd name="connsiteX17" fmla="*/ 57551 w 64399"/>
                    <a:gd name="connsiteY17" fmla="*/ 8935 h 22241"/>
                    <a:gd name="connsiteX18" fmla="*/ 58787 w 64399"/>
                    <a:gd name="connsiteY18" fmla="*/ 7509 h 22241"/>
                    <a:gd name="connsiteX19" fmla="*/ 59168 w 64399"/>
                    <a:gd name="connsiteY19" fmla="*/ 4753 h 22241"/>
                    <a:gd name="connsiteX20" fmla="*/ 58978 w 64399"/>
                    <a:gd name="connsiteY20" fmla="*/ 2376 h 22241"/>
                    <a:gd name="connsiteX21" fmla="*/ 58502 w 64399"/>
                    <a:gd name="connsiteY21" fmla="*/ 0 h 22241"/>
                    <a:gd name="connsiteX22" fmla="*/ 63163 w 64399"/>
                    <a:gd name="connsiteY22" fmla="*/ 0 h 222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4399" h="22241">
                      <a:moveTo>
                        <a:pt x="63258" y="0"/>
                      </a:moveTo>
                      <a:cubicBezTo>
                        <a:pt x="63353" y="665"/>
                        <a:pt x="63639" y="1616"/>
                        <a:pt x="63924" y="2756"/>
                      </a:cubicBezTo>
                      <a:cubicBezTo>
                        <a:pt x="64210" y="3897"/>
                        <a:pt x="64400" y="5133"/>
                        <a:pt x="64400" y="6558"/>
                      </a:cubicBezTo>
                      <a:cubicBezTo>
                        <a:pt x="64400" y="9410"/>
                        <a:pt x="63639" y="11596"/>
                        <a:pt x="62212" y="13117"/>
                      </a:cubicBezTo>
                      <a:cubicBezTo>
                        <a:pt x="60785" y="14638"/>
                        <a:pt x="58217" y="15303"/>
                        <a:pt x="54507" y="15303"/>
                      </a:cubicBezTo>
                      <a:lnTo>
                        <a:pt x="18454" y="15303"/>
                      </a:lnTo>
                      <a:lnTo>
                        <a:pt x="18454" y="22242"/>
                      </a:lnTo>
                      <a:lnTo>
                        <a:pt x="13698" y="22242"/>
                      </a:lnTo>
                      <a:lnTo>
                        <a:pt x="13698" y="15303"/>
                      </a:lnTo>
                      <a:lnTo>
                        <a:pt x="0" y="15303"/>
                      </a:lnTo>
                      <a:lnTo>
                        <a:pt x="0" y="9600"/>
                      </a:lnTo>
                      <a:lnTo>
                        <a:pt x="13698" y="9600"/>
                      </a:lnTo>
                      <a:lnTo>
                        <a:pt x="13698" y="380"/>
                      </a:lnTo>
                      <a:lnTo>
                        <a:pt x="18454" y="380"/>
                      </a:lnTo>
                      <a:lnTo>
                        <a:pt x="18454" y="9600"/>
                      </a:lnTo>
                      <a:lnTo>
                        <a:pt x="52224" y="9600"/>
                      </a:lnTo>
                      <a:cubicBezTo>
                        <a:pt x="53460" y="9600"/>
                        <a:pt x="54507" y="9600"/>
                        <a:pt x="55363" y="9505"/>
                      </a:cubicBezTo>
                      <a:cubicBezTo>
                        <a:pt x="56219" y="9505"/>
                        <a:pt x="56980" y="9220"/>
                        <a:pt x="57551" y="8935"/>
                      </a:cubicBezTo>
                      <a:cubicBezTo>
                        <a:pt x="58122" y="8650"/>
                        <a:pt x="58502" y="8174"/>
                        <a:pt x="58787" y="7509"/>
                      </a:cubicBezTo>
                      <a:cubicBezTo>
                        <a:pt x="59073" y="6844"/>
                        <a:pt x="59168" y="5893"/>
                        <a:pt x="59168" y="4753"/>
                      </a:cubicBezTo>
                      <a:cubicBezTo>
                        <a:pt x="59168" y="3992"/>
                        <a:pt x="59168" y="3232"/>
                        <a:pt x="58978" y="2376"/>
                      </a:cubicBezTo>
                      <a:cubicBezTo>
                        <a:pt x="58787" y="1521"/>
                        <a:pt x="58692" y="760"/>
                        <a:pt x="58502" y="0"/>
                      </a:cubicBezTo>
                      <a:lnTo>
                        <a:pt x="63163" y="0"/>
                      </a:lnTo>
                      <a:close/>
                    </a:path>
                  </a:pathLst>
                </a:custGeom>
                <a:solidFill>
                  <a:srgbClr val="262626"/>
                </a:solidFill>
                <a:ln w="9506" cap="flat">
                  <a:noFill/>
                  <a:prstDash val="solid"/>
                  <a:miter/>
                </a:ln>
              </p:spPr>
              <p:txBody>
                <a:bodyPr rtlCol="0" anchor="ctr"/>
                <a:lstStyle/>
                <a:p>
                  <a:endParaRPr lang="en-US"/>
                </a:p>
              </p:txBody>
            </p:sp>
            <p:sp>
              <p:nvSpPr>
                <p:cNvPr id="4607" name="Freeform 4606">
                  <a:extLst>
                    <a:ext uri="{FF2B5EF4-FFF2-40B4-BE49-F238E27FC236}">
                      <a16:creationId xmlns:a16="http://schemas.microsoft.com/office/drawing/2014/main" id="{AAA36EA9-746A-30A2-1BF7-B93AA986D2DB}"/>
                    </a:ext>
                  </a:extLst>
                </p:cNvPr>
                <p:cNvSpPr/>
                <p:nvPr/>
              </p:nvSpPr>
              <p:spPr>
                <a:xfrm>
                  <a:off x="5371238" y="2637037"/>
                  <a:ext cx="51938" cy="44391"/>
                </a:xfrm>
                <a:custGeom>
                  <a:avLst/>
                  <a:gdLst>
                    <a:gd name="connsiteX0" fmla="*/ 27206 w 51938"/>
                    <a:gd name="connsiteY0" fmla="*/ 38214 h 44391"/>
                    <a:gd name="connsiteX1" fmla="*/ 34816 w 51938"/>
                    <a:gd name="connsiteY1" fmla="*/ 37168 h 44391"/>
                    <a:gd name="connsiteX2" fmla="*/ 40999 w 51938"/>
                    <a:gd name="connsiteY2" fmla="*/ 34126 h 44391"/>
                    <a:gd name="connsiteX3" fmla="*/ 45185 w 51938"/>
                    <a:gd name="connsiteY3" fmla="*/ 28994 h 44391"/>
                    <a:gd name="connsiteX4" fmla="*/ 46802 w 51938"/>
                    <a:gd name="connsiteY4" fmla="*/ 21770 h 44391"/>
                    <a:gd name="connsiteX5" fmla="*/ 43853 w 51938"/>
                    <a:gd name="connsiteY5" fmla="*/ 12170 h 44391"/>
                    <a:gd name="connsiteX6" fmla="*/ 35482 w 51938"/>
                    <a:gd name="connsiteY6" fmla="*/ 6847 h 44391"/>
                    <a:gd name="connsiteX7" fmla="*/ 35482 w 51938"/>
                    <a:gd name="connsiteY7" fmla="*/ 479 h 44391"/>
                    <a:gd name="connsiteX8" fmla="*/ 42045 w 51938"/>
                    <a:gd name="connsiteY8" fmla="*/ 3235 h 44391"/>
                    <a:gd name="connsiteX9" fmla="*/ 47277 w 51938"/>
                    <a:gd name="connsiteY9" fmla="*/ 7512 h 44391"/>
                    <a:gd name="connsiteX10" fmla="*/ 50702 w 51938"/>
                    <a:gd name="connsiteY10" fmla="*/ 13596 h 44391"/>
                    <a:gd name="connsiteX11" fmla="*/ 51939 w 51938"/>
                    <a:gd name="connsiteY11" fmla="*/ 21770 h 44391"/>
                    <a:gd name="connsiteX12" fmla="*/ 49941 w 51938"/>
                    <a:gd name="connsiteY12" fmla="*/ 31940 h 44391"/>
                    <a:gd name="connsiteX13" fmla="*/ 44424 w 51938"/>
                    <a:gd name="connsiteY13" fmla="*/ 38974 h 44391"/>
                    <a:gd name="connsiteX14" fmla="*/ 36243 w 51938"/>
                    <a:gd name="connsiteY14" fmla="*/ 43061 h 44391"/>
                    <a:gd name="connsiteX15" fmla="*/ 26160 w 51938"/>
                    <a:gd name="connsiteY15" fmla="*/ 44392 h 44391"/>
                    <a:gd name="connsiteX16" fmla="*/ 15981 w 51938"/>
                    <a:gd name="connsiteY16" fmla="*/ 42776 h 44391"/>
                    <a:gd name="connsiteX17" fmla="*/ 7610 w 51938"/>
                    <a:gd name="connsiteY17" fmla="*/ 38309 h 44391"/>
                    <a:gd name="connsiteX18" fmla="*/ 1998 w 51938"/>
                    <a:gd name="connsiteY18" fmla="*/ 31180 h 44391"/>
                    <a:gd name="connsiteX19" fmla="*/ 0 w 51938"/>
                    <a:gd name="connsiteY19" fmla="*/ 21675 h 44391"/>
                    <a:gd name="connsiteX20" fmla="*/ 6944 w 51938"/>
                    <a:gd name="connsiteY20" fmla="*/ 5706 h 44391"/>
                    <a:gd name="connsiteX21" fmla="*/ 27206 w 51938"/>
                    <a:gd name="connsiteY21" fmla="*/ 3 h 44391"/>
                    <a:gd name="connsiteX22" fmla="*/ 27206 w 51938"/>
                    <a:gd name="connsiteY22" fmla="*/ 38214 h 44391"/>
                    <a:gd name="connsiteX23" fmla="*/ 22450 w 51938"/>
                    <a:gd name="connsiteY23" fmla="*/ 6087 h 44391"/>
                    <a:gd name="connsiteX24" fmla="*/ 15696 w 51938"/>
                    <a:gd name="connsiteY24" fmla="*/ 7037 h 44391"/>
                    <a:gd name="connsiteX25" fmla="*/ 10178 w 51938"/>
                    <a:gd name="connsiteY25" fmla="*/ 9984 h 44391"/>
                    <a:gd name="connsiteX26" fmla="*/ 6469 w 51938"/>
                    <a:gd name="connsiteY26" fmla="*/ 14926 h 44391"/>
                    <a:gd name="connsiteX27" fmla="*/ 5042 w 51938"/>
                    <a:gd name="connsiteY27" fmla="*/ 21675 h 44391"/>
                    <a:gd name="connsiteX28" fmla="*/ 6469 w 51938"/>
                    <a:gd name="connsiteY28" fmla="*/ 28423 h 44391"/>
                    <a:gd name="connsiteX29" fmla="*/ 10274 w 51938"/>
                    <a:gd name="connsiteY29" fmla="*/ 33366 h 44391"/>
                    <a:gd name="connsiteX30" fmla="*/ 15791 w 51938"/>
                    <a:gd name="connsiteY30" fmla="*/ 36693 h 44391"/>
                    <a:gd name="connsiteX31" fmla="*/ 22450 w 51938"/>
                    <a:gd name="connsiteY31" fmla="*/ 38309 h 44391"/>
                    <a:gd name="connsiteX32" fmla="*/ 22450 w 51938"/>
                    <a:gd name="connsiteY32" fmla="*/ 6182 h 44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1938" h="44391">
                      <a:moveTo>
                        <a:pt x="27206" y="38214"/>
                      </a:moveTo>
                      <a:cubicBezTo>
                        <a:pt x="29869" y="38214"/>
                        <a:pt x="32438" y="37833"/>
                        <a:pt x="34816" y="37168"/>
                      </a:cubicBezTo>
                      <a:cubicBezTo>
                        <a:pt x="37194" y="36503"/>
                        <a:pt x="39287" y="35457"/>
                        <a:pt x="40999" y="34126"/>
                      </a:cubicBezTo>
                      <a:cubicBezTo>
                        <a:pt x="42711" y="32796"/>
                        <a:pt x="44138" y="30990"/>
                        <a:pt x="45185" y="28994"/>
                      </a:cubicBezTo>
                      <a:cubicBezTo>
                        <a:pt x="46231" y="26903"/>
                        <a:pt x="46802" y="24526"/>
                        <a:pt x="46802" y="21770"/>
                      </a:cubicBezTo>
                      <a:cubicBezTo>
                        <a:pt x="46802" y="18063"/>
                        <a:pt x="45851" y="14831"/>
                        <a:pt x="43853" y="12170"/>
                      </a:cubicBezTo>
                      <a:cubicBezTo>
                        <a:pt x="41855" y="9508"/>
                        <a:pt x="39097" y="7702"/>
                        <a:pt x="35482" y="6847"/>
                      </a:cubicBezTo>
                      <a:lnTo>
                        <a:pt x="35482" y="479"/>
                      </a:lnTo>
                      <a:cubicBezTo>
                        <a:pt x="37860" y="1144"/>
                        <a:pt x="39953" y="2095"/>
                        <a:pt x="42045" y="3235"/>
                      </a:cubicBezTo>
                      <a:cubicBezTo>
                        <a:pt x="44043" y="4376"/>
                        <a:pt x="45755" y="5801"/>
                        <a:pt x="47277" y="7512"/>
                      </a:cubicBezTo>
                      <a:cubicBezTo>
                        <a:pt x="48799" y="9223"/>
                        <a:pt x="49941" y="11219"/>
                        <a:pt x="50702" y="13596"/>
                      </a:cubicBezTo>
                      <a:cubicBezTo>
                        <a:pt x="51558" y="15972"/>
                        <a:pt x="51939" y="18633"/>
                        <a:pt x="51939" y="21770"/>
                      </a:cubicBezTo>
                      <a:cubicBezTo>
                        <a:pt x="51939" y="25667"/>
                        <a:pt x="51273" y="29089"/>
                        <a:pt x="49941" y="31940"/>
                      </a:cubicBezTo>
                      <a:cubicBezTo>
                        <a:pt x="48609" y="34792"/>
                        <a:pt x="46802" y="37168"/>
                        <a:pt x="44424" y="38974"/>
                      </a:cubicBezTo>
                      <a:cubicBezTo>
                        <a:pt x="42141" y="40780"/>
                        <a:pt x="39382" y="42206"/>
                        <a:pt x="36243" y="43061"/>
                      </a:cubicBezTo>
                      <a:cubicBezTo>
                        <a:pt x="33104" y="43917"/>
                        <a:pt x="29679" y="44392"/>
                        <a:pt x="26160" y="44392"/>
                      </a:cubicBezTo>
                      <a:cubicBezTo>
                        <a:pt x="22640" y="44392"/>
                        <a:pt x="19120" y="43917"/>
                        <a:pt x="15981" y="42776"/>
                      </a:cubicBezTo>
                      <a:cubicBezTo>
                        <a:pt x="12842" y="41730"/>
                        <a:pt x="10083" y="40210"/>
                        <a:pt x="7610" y="38309"/>
                      </a:cubicBezTo>
                      <a:cubicBezTo>
                        <a:pt x="5232" y="36408"/>
                        <a:pt x="3329" y="34031"/>
                        <a:pt x="1998" y="31180"/>
                      </a:cubicBezTo>
                      <a:cubicBezTo>
                        <a:pt x="666" y="28423"/>
                        <a:pt x="0" y="25192"/>
                        <a:pt x="0" y="21675"/>
                      </a:cubicBezTo>
                      <a:cubicBezTo>
                        <a:pt x="0" y="14926"/>
                        <a:pt x="2283" y="9603"/>
                        <a:pt x="6944" y="5706"/>
                      </a:cubicBezTo>
                      <a:cubicBezTo>
                        <a:pt x="11605" y="1809"/>
                        <a:pt x="18359" y="-92"/>
                        <a:pt x="27206" y="3"/>
                      </a:cubicBezTo>
                      <a:lnTo>
                        <a:pt x="27206" y="38214"/>
                      </a:lnTo>
                      <a:close/>
                      <a:moveTo>
                        <a:pt x="22450" y="6087"/>
                      </a:moveTo>
                      <a:cubicBezTo>
                        <a:pt x="20071" y="6087"/>
                        <a:pt x="17788" y="6467"/>
                        <a:pt x="15696" y="7037"/>
                      </a:cubicBezTo>
                      <a:cubicBezTo>
                        <a:pt x="13603" y="7702"/>
                        <a:pt x="11700" y="8653"/>
                        <a:pt x="10178" y="9984"/>
                      </a:cubicBezTo>
                      <a:cubicBezTo>
                        <a:pt x="8656" y="11314"/>
                        <a:pt x="7420" y="12930"/>
                        <a:pt x="6469" y="14926"/>
                      </a:cubicBezTo>
                      <a:cubicBezTo>
                        <a:pt x="5517" y="16922"/>
                        <a:pt x="5042" y="19109"/>
                        <a:pt x="5042" y="21675"/>
                      </a:cubicBezTo>
                      <a:cubicBezTo>
                        <a:pt x="5042" y="24241"/>
                        <a:pt x="5517" y="26427"/>
                        <a:pt x="6469" y="28423"/>
                      </a:cubicBezTo>
                      <a:cubicBezTo>
                        <a:pt x="7420" y="30324"/>
                        <a:pt x="8656" y="32035"/>
                        <a:pt x="10274" y="33366"/>
                      </a:cubicBezTo>
                      <a:cubicBezTo>
                        <a:pt x="11891" y="34697"/>
                        <a:pt x="13698" y="35837"/>
                        <a:pt x="15791" y="36693"/>
                      </a:cubicBezTo>
                      <a:cubicBezTo>
                        <a:pt x="17884" y="37548"/>
                        <a:pt x="20071" y="38024"/>
                        <a:pt x="22450" y="38309"/>
                      </a:cubicBezTo>
                      <a:lnTo>
                        <a:pt x="22450" y="6182"/>
                      </a:lnTo>
                      <a:close/>
                    </a:path>
                  </a:pathLst>
                </a:custGeom>
                <a:solidFill>
                  <a:srgbClr val="262626"/>
                </a:solidFill>
                <a:ln w="9506" cap="flat">
                  <a:noFill/>
                  <a:prstDash val="solid"/>
                  <a:miter/>
                </a:ln>
              </p:spPr>
              <p:txBody>
                <a:bodyPr rtlCol="0" anchor="ctr"/>
                <a:lstStyle/>
                <a:p>
                  <a:endParaRPr lang="en-US"/>
                </a:p>
              </p:txBody>
            </p:sp>
            <p:sp>
              <p:nvSpPr>
                <p:cNvPr id="4608" name="Freeform 4607">
                  <a:extLst>
                    <a:ext uri="{FF2B5EF4-FFF2-40B4-BE49-F238E27FC236}">
                      <a16:creationId xmlns:a16="http://schemas.microsoft.com/office/drawing/2014/main" id="{94090BCE-1B5B-12CF-8FD3-1EE2FCE8447F}"/>
                    </a:ext>
                  </a:extLst>
                </p:cNvPr>
                <p:cNvSpPr/>
                <p:nvPr/>
              </p:nvSpPr>
              <p:spPr>
                <a:xfrm>
                  <a:off x="5371238" y="2584477"/>
                  <a:ext cx="51938" cy="43723"/>
                </a:xfrm>
                <a:custGeom>
                  <a:avLst/>
                  <a:gdLst>
                    <a:gd name="connsiteX0" fmla="*/ 16742 w 51938"/>
                    <a:gd name="connsiteY0" fmla="*/ 6558 h 43723"/>
                    <a:gd name="connsiteX1" fmla="*/ 8086 w 51938"/>
                    <a:gd name="connsiteY1" fmla="*/ 11786 h 43723"/>
                    <a:gd name="connsiteX2" fmla="*/ 5042 w 51938"/>
                    <a:gd name="connsiteY2" fmla="*/ 21196 h 43723"/>
                    <a:gd name="connsiteX3" fmla="*/ 6849 w 51938"/>
                    <a:gd name="connsiteY3" fmla="*/ 28705 h 43723"/>
                    <a:gd name="connsiteX4" fmla="*/ 11605 w 51938"/>
                    <a:gd name="connsiteY4" fmla="*/ 33838 h 43723"/>
                    <a:gd name="connsiteX5" fmla="*/ 18359 w 51938"/>
                    <a:gd name="connsiteY5" fmla="*/ 36784 h 43723"/>
                    <a:gd name="connsiteX6" fmla="*/ 25874 w 51938"/>
                    <a:gd name="connsiteY6" fmla="*/ 37735 h 43723"/>
                    <a:gd name="connsiteX7" fmla="*/ 33484 w 51938"/>
                    <a:gd name="connsiteY7" fmla="*/ 36784 h 43723"/>
                    <a:gd name="connsiteX8" fmla="*/ 40143 w 51938"/>
                    <a:gd name="connsiteY8" fmla="*/ 33933 h 43723"/>
                    <a:gd name="connsiteX9" fmla="*/ 44899 w 51938"/>
                    <a:gd name="connsiteY9" fmla="*/ 28800 h 43723"/>
                    <a:gd name="connsiteX10" fmla="*/ 46707 w 51938"/>
                    <a:gd name="connsiteY10" fmla="*/ 21196 h 43723"/>
                    <a:gd name="connsiteX11" fmla="*/ 43187 w 51938"/>
                    <a:gd name="connsiteY11" fmla="*/ 11026 h 43723"/>
                    <a:gd name="connsiteX12" fmla="*/ 33484 w 51938"/>
                    <a:gd name="connsiteY12" fmla="*/ 6083 h 43723"/>
                    <a:gd name="connsiteX13" fmla="*/ 33484 w 51938"/>
                    <a:gd name="connsiteY13" fmla="*/ 0 h 43723"/>
                    <a:gd name="connsiteX14" fmla="*/ 40999 w 51938"/>
                    <a:gd name="connsiteY14" fmla="*/ 2376 h 43723"/>
                    <a:gd name="connsiteX15" fmla="*/ 46802 w 51938"/>
                    <a:gd name="connsiteY15" fmla="*/ 6653 h 43723"/>
                    <a:gd name="connsiteX16" fmla="*/ 50607 w 51938"/>
                    <a:gd name="connsiteY16" fmla="*/ 12832 h 43723"/>
                    <a:gd name="connsiteX17" fmla="*/ 51939 w 51938"/>
                    <a:gd name="connsiteY17" fmla="*/ 21101 h 43723"/>
                    <a:gd name="connsiteX18" fmla="*/ 49941 w 51938"/>
                    <a:gd name="connsiteY18" fmla="*/ 31272 h 43723"/>
                    <a:gd name="connsiteX19" fmla="*/ 44424 w 51938"/>
                    <a:gd name="connsiteY19" fmla="*/ 38305 h 43723"/>
                    <a:gd name="connsiteX20" fmla="*/ 36243 w 51938"/>
                    <a:gd name="connsiteY20" fmla="*/ 42392 h 43723"/>
                    <a:gd name="connsiteX21" fmla="*/ 26064 w 51938"/>
                    <a:gd name="connsiteY21" fmla="*/ 43723 h 43723"/>
                    <a:gd name="connsiteX22" fmla="*/ 16171 w 51938"/>
                    <a:gd name="connsiteY22" fmla="*/ 42297 h 43723"/>
                    <a:gd name="connsiteX23" fmla="*/ 7800 w 51938"/>
                    <a:gd name="connsiteY23" fmla="*/ 37925 h 43723"/>
                    <a:gd name="connsiteX24" fmla="*/ 2093 w 51938"/>
                    <a:gd name="connsiteY24" fmla="*/ 30796 h 43723"/>
                    <a:gd name="connsiteX25" fmla="*/ 0 w 51938"/>
                    <a:gd name="connsiteY25" fmla="*/ 21101 h 43723"/>
                    <a:gd name="connsiteX26" fmla="*/ 4090 w 51938"/>
                    <a:gd name="connsiteY26" fmla="*/ 7224 h 43723"/>
                    <a:gd name="connsiteX27" fmla="*/ 16837 w 51938"/>
                    <a:gd name="connsiteY27" fmla="*/ 665 h 43723"/>
                    <a:gd name="connsiteX28" fmla="*/ 16837 w 51938"/>
                    <a:gd name="connsiteY28" fmla="*/ 6463 h 437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938" h="43723">
                      <a:moveTo>
                        <a:pt x="16742" y="6558"/>
                      </a:moveTo>
                      <a:cubicBezTo>
                        <a:pt x="13032" y="7604"/>
                        <a:pt x="10178" y="9315"/>
                        <a:pt x="8086" y="11786"/>
                      </a:cubicBezTo>
                      <a:cubicBezTo>
                        <a:pt x="5993" y="14258"/>
                        <a:pt x="5042" y="17394"/>
                        <a:pt x="5042" y="21196"/>
                      </a:cubicBezTo>
                      <a:cubicBezTo>
                        <a:pt x="5042" y="24143"/>
                        <a:pt x="5612" y="26614"/>
                        <a:pt x="6849" y="28705"/>
                      </a:cubicBezTo>
                      <a:cubicBezTo>
                        <a:pt x="8086" y="30796"/>
                        <a:pt x="9608" y="32507"/>
                        <a:pt x="11605" y="33838"/>
                      </a:cubicBezTo>
                      <a:cubicBezTo>
                        <a:pt x="13603" y="35169"/>
                        <a:pt x="15886" y="36119"/>
                        <a:pt x="18359" y="36784"/>
                      </a:cubicBezTo>
                      <a:cubicBezTo>
                        <a:pt x="20833" y="37450"/>
                        <a:pt x="23401" y="37735"/>
                        <a:pt x="25874" y="37735"/>
                      </a:cubicBezTo>
                      <a:cubicBezTo>
                        <a:pt x="28347" y="37735"/>
                        <a:pt x="31011" y="37450"/>
                        <a:pt x="33484" y="36784"/>
                      </a:cubicBezTo>
                      <a:cubicBezTo>
                        <a:pt x="35957" y="36214"/>
                        <a:pt x="38145" y="35169"/>
                        <a:pt x="40143" y="33933"/>
                      </a:cubicBezTo>
                      <a:cubicBezTo>
                        <a:pt x="42141" y="32602"/>
                        <a:pt x="43663" y="30891"/>
                        <a:pt x="44899" y="28800"/>
                      </a:cubicBezTo>
                      <a:cubicBezTo>
                        <a:pt x="46041" y="26709"/>
                        <a:pt x="46707" y="24143"/>
                        <a:pt x="46707" y="21196"/>
                      </a:cubicBezTo>
                      <a:cubicBezTo>
                        <a:pt x="46707" y="16919"/>
                        <a:pt x="45565" y="13592"/>
                        <a:pt x="43187" y="11026"/>
                      </a:cubicBezTo>
                      <a:cubicBezTo>
                        <a:pt x="40809" y="8459"/>
                        <a:pt x="37575" y="6844"/>
                        <a:pt x="33484" y="6083"/>
                      </a:cubicBezTo>
                      <a:lnTo>
                        <a:pt x="33484" y="0"/>
                      </a:lnTo>
                      <a:cubicBezTo>
                        <a:pt x="36243" y="475"/>
                        <a:pt x="38716" y="1331"/>
                        <a:pt x="40999" y="2376"/>
                      </a:cubicBezTo>
                      <a:cubicBezTo>
                        <a:pt x="43282" y="3517"/>
                        <a:pt x="45185" y="4943"/>
                        <a:pt x="46802" y="6653"/>
                      </a:cubicBezTo>
                      <a:cubicBezTo>
                        <a:pt x="48419" y="8364"/>
                        <a:pt x="49656" y="10456"/>
                        <a:pt x="50607" y="12832"/>
                      </a:cubicBezTo>
                      <a:cubicBezTo>
                        <a:pt x="51463" y="15208"/>
                        <a:pt x="51939" y="17965"/>
                        <a:pt x="51939" y="21101"/>
                      </a:cubicBezTo>
                      <a:cubicBezTo>
                        <a:pt x="51939" y="24998"/>
                        <a:pt x="51273" y="28420"/>
                        <a:pt x="49941" y="31272"/>
                      </a:cubicBezTo>
                      <a:cubicBezTo>
                        <a:pt x="48609" y="34123"/>
                        <a:pt x="46802" y="36499"/>
                        <a:pt x="44424" y="38305"/>
                      </a:cubicBezTo>
                      <a:cubicBezTo>
                        <a:pt x="42141" y="40111"/>
                        <a:pt x="39382" y="41537"/>
                        <a:pt x="36243" y="42392"/>
                      </a:cubicBezTo>
                      <a:cubicBezTo>
                        <a:pt x="33104" y="43248"/>
                        <a:pt x="29679" y="43723"/>
                        <a:pt x="26064" y="43723"/>
                      </a:cubicBezTo>
                      <a:cubicBezTo>
                        <a:pt x="22640" y="43723"/>
                        <a:pt x="19310" y="43248"/>
                        <a:pt x="16171" y="42297"/>
                      </a:cubicBezTo>
                      <a:cubicBezTo>
                        <a:pt x="13032" y="41347"/>
                        <a:pt x="10274" y="39921"/>
                        <a:pt x="7800" y="37925"/>
                      </a:cubicBezTo>
                      <a:cubicBezTo>
                        <a:pt x="5422" y="36024"/>
                        <a:pt x="3520" y="33648"/>
                        <a:pt x="2093" y="30796"/>
                      </a:cubicBezTo>
                      <a:cubicBezTo>
                        <a:pt x="666" y="27945"/>
                        <a:pt x="0" y="24713"/>
                        <a:pt x="0" y="21101"/>
                      </a:cubicBezTo>
                      <a:cubicBezTo>
                        <a:pt x="0" y="15398"/>
                        <a:pt x="1332" y="10836"/>
                        <a:pt x="4090" y="7224"/>
                      </a:cubicBezTo>
                      <a:cubicBezTo>
                        <a:pt x="6849" y="3707"/>
                        <a:pt x="11035" y="1521"/>
                        <a:pt x="16837" y="665"/>
                      </a:cubicBezTo>
                      <a:lnTo>
                        <a:pt x="16837" y="6463"/>
                      </a:lnTo>
                      <a:close/>
                    </a:path>
                  </a:pathLst>
                </a:custGeom>
                <a:solidFill>
                  <a:srgbClr val="262626"/>
                </a:solidFill>
                <a:ln w="9506" cap="flat">
                  <a:noFill/>
                  <a:prstDash val="solid"/>
                  <a:miter/>
                </a:ln>
              </p:spPr>
              <p:txBody>
                <a:bodyPr rtlCol="0" anchor="ctr"/>
                <a:lstStyle/>
                <a:p>
                  <a:endParaRPr lang="en-US"/>
                </a:p>
              </p:txBody>
            </p:sp>
            <p:sp>
              <p:nvSpPr>
                <p:cNvPr id="4609" name="Freeform 4608">
                  <a:extLst>
                    <a:ext uri="{FF2B5EF4-FFF2-40B4-BE49-F238E27FC236}">
                      <a16:creationId xmlns:a16="http://schemas.microsoft.com/office/drawing/2014/main" id="{06A82D7E-C485-7650-A1B4-08578691FB52}"/>
                    </a:ext>
                  </a:extLst>
                </p:cNvPr>
                <p:cNvSpPr/>
                <p:nvPr/>
              </p:nvSpPr>
              <p:spPr>
                <a:xfrm>
                  <a:off x="5358682" y="2555772"/>
                  <a:ext cx="64399" cy="22241"/>
                </a:xfrm>
                <a:custGeom>
                  <a:avLst/>
                  <a:gdLst>
                    <a:gd name="connsiteX0" fmla="*/ 63258 w 64399"/>
                    <a:gd name="connsiteY0" fmla="*/ 0 h 22241"/>
                    <a:gd name="connsiteX1" fmla="*/ 63924 w 64399"/>
                    <a:gd name="connsiteY1" fmla="*/ 2756 h 22241"/>
                    <a:gd name="connsiteX2" fmla="*/ 64400 w 64399"/>
                    <a:gd name="connsiteY2" fmla="*/ 6558 h 22241"/>
                    <a:gd name="connsiteX3" fmla="*/ 62212 w 64399"/>
                    <a:gd name="connsiteY3" fmla="*/ 13117 h 22241"/>
                    <a:gd name="connsiteX4" fmla="*/ 54507 w 64399"/>
                    <a:gd name="connsiteY4" fmla="*/ 15303 h 22241"/>
                    <a:gd name="connsiteX5" fmla="*/ 18454 w 64399"/>
                    <a:gd name="connsiteY5" fmla="*/ 15303 h 22241"/>
                    <a:gd name="connsiteX6" fmla="*/ 18454 w 64399"/>
                    <a:gd name="connsiteY6" fmla="*/ 22242 h 22241"/>
                    <a:gd name="connsiteX7" fmla="*/ 13698 w 64399"/>
                    <a:gd name="connsiteY7" fmla="*/ 22242 h 22241"/>
                    <a:gd name="connsiteX8" fmla="*/ 13698 w 64399"/>
                    <a:gd name="connsiteY8" fmla="*/ 15303 h 22241"/>
                    <a:gd name="connsiteX9" fmla="*/ 0 w 64399"/>
                    <a:gd name="connsiteY9" fmla="*/ 15303 h 22241"/>
                    <a:gd name="connsiteX10" fmla="*/ 0 w 64399"/>
                    <a:gd name="connsiteY10" fmla="*/ 9600 h 22241"/>
                    <a:gd name="connsiteX11" fmla="*/ 13698 w 64399"/>
                    <a:gd name="connsiteY11" fmla="*/ 9600 h 22241"/>
                    <a:gd name="connsiteX12" fmla="*/ 13698 w 64399"/>
                    <a:gd name="connsiteY12" fmla="*/ 380 h 22241"/>
                    <a:gd name="connsiteX13" fmla="*/ 18454 w 64399"/>
                    <a:gd name="connsiteY13" fmla="*/ 380 h 22241"/>
                    <a:gd name="connsiteX14" fmla="*/ 18454 w 64399"/>
                    <a:gd name="connsiteY14" fmla="*/ 9600 h 22241"/>
                    <a:gd name="connsiteX15" fmla="*/ 52224 w 64399"/>
                    <a:gd name="connsiteY15" fmla="*/ 9600 h 22241"/>
                    <a:gd name="connsiteX16" fmla="*/ 55363 w 64399"/>
                    <a:gd name="connsiteY16" fmla="*/ 9505 h 22241"/>
                    <a:gd name="connsiteX17" fmla="*/ 57551 w 64399"/>
                    <a:gd name="connsiteY17" fmla="*/ 8935 h 22241"/>
                    <a:gd name="connsiteX18" fmla="*/ 58787 w 64399"/>
                    <a:gd name="connsiteY18" fmla="*/ 7509 h 22241"/>
                    <a:gd name="connsiteX19" fmla="*/ 59168 w 64399"/>
                    <a:gd name="connsiteY19" fmla="*/ 4753 h 22241"/>
                    <a:gd name="connsiteX20" fmla="*/ 58978 w 64399"/>
                    <a:gd name="connsiteY20" fmla="*/ 2376 h 22241"/>
                    <a:gd name="connsiteX21" fmla="*/ 58502 w 64399"/>
                    <a:gd name="connsiteY21" fmla="*/ 0 h 22241"/>
                    <a:gd name="connsiteX22" fmla="*/ 63163 w 64399"/>
                    <a:gd name="connsiteY22" fmla="*/ 0 h 222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4399" h="22241">
                      <a:moveTo>
                        <a:pt x="63258" y="0"/>
                      </a:moveTo>
                      <a:cubicBezTo>
                        <a:pt x="63353" y="665"/>
                        <a:pt x="63639" y="1616"/>
                        <a:pt x="63924" y="2756"/>
                      </a:cubicBezTo>
                      <a:cubicBezTo>
                        <a:pt x="64210" y="3897"/>
                        <a:pt x="64400" y="5133"/>
                        <a:pt x="64400" y="6558"/>
                      </a:cubicBezTo>
                      <a:cubicBezTo>
                        <a:pt x="64400" y="9410"/>
                        <a:pt x="63639" y="11596"/>
                        <a:pt x="62212" y="13117"/>
                      </a:cubicBezTo>
                      <a:cubicBezTo>
                        <a:pt x="60785" y="14638"/>
                        <a:pt x="58217" y="15303"/>
                        <a:pt x="54507" y="15303"/>
                      </a:cubicBezTo>
                      <a:lnTo>
                        <a:pt x="18454" y="15303"/>
                      </a:lnTo>
                      <a:lnTo>
                        <a:pt x="18454" y="22242"/>
                      </a:lnTo>
                      <a:lnTo>
                        <a:pt x="13698" y="22242"/>
                      </a:lnTo>
                      <a:lnTo>
                        <a:pt x="13698" y="15303"/>
                      </a:lnTo>
                      <a:lnTo>
                        <a:pt x="0" y="15303"/>
                      </a:lnTo>
                      <a:lnTo>
                        <a:pt x="0" y="9600"/>
                      </a:lnTo>
                      <a:lnTo>
                        <a:pt x="13698" y="9600"/>
                      </a:lnTo>
                      <a:lnTo>
                        <a:pt x="13698" y="380"/>
                      </a:lnTo>
                      <a:lnTo>
                        <a:pt x="18454" y="380"/>
                      </a:lnTo>
                      <a:lnTo>
                        <a:pt x="18454" y="9600"/>
                      </a:lnTo>
                      <a:lnTo>
                        <a:pt x="52224" y="9600"/>
                      </a:lnTo>
                      <a:cubicBezTo>
                        <a:pt x="53460" y="9600"/>
                        <a:pt x="54507" y="9600"/>
                        <a:pt x="55363" y="9505"/>
                      </a:cubicBezTo>
                      <a:cubicBezTo>
                        <a:pt x="56219" y="9505"/>
                        <a:pt x="56980" y="9220"/>
                        <a:pt x="57551" y="8935"/>
                      </a:cubicBezTo>
                      <a:cubicBezTo>
                        <a:pt x="58122" y="8650"/>
                        <a:pt x="58502" y="8174"/>
                        <a:pt x="58787" y="7509"/>
                      </a:cubicBezTo>
                      <a:cubicBezTo>
                        <a:pt x="59073" y="6844"/>
                        <a:pt x="59168" y="5893"/>
                        <a:pt x="59168" y="4753"/>
                      </a:cubicBezTo>
                      <a:cubicBezTo>
                        <a:pt x="59168" y="3992"/>
                        <a:pt x="59168" y="3232"/>
                        <a:pt x="58978" y="2376"/>
                      </a:cubicBezTo>
                      <a:cubicBezTo>
                        <a:pt x="58787" y="1521"/>
                        <a:pt x="58692" y="760"/>
                        <a:pt x="58502" y="0"/>
                      </a:cubicBezTo>
                      <a:lnTo>
                        <a:pt x="63163" y="0"/>
                      </a:lnTo>
                      <a:close/>
                    </a:path>
                  </a:pathLst>
                </a:custGeom>
                <a:solidFill>
                  <a:srgbClr val="262626"/>
                </a:solidFill>
                <a:ln w="9506" cap="flat">
                  <a:noFill/>
                  <a:prstDash val="solid"/>
                  <a:miter/>
                </a:ln>
              </p:spPr>
              <p:txBody>
                <a:bodyPr rtlCol="0" anchor="ctr"/>
                <a:lstStyle/>
                <a:p>
                  <a:endParaRPr lang="en-US"/>
                </a:p>
              </p:txBody>
            </p:sp>
            <p:sp>
              <p:nvSpPr>
                <p:cNvPr id="4610" name="Freeform 4609">
                  <a:extLst>
                    <a:ext uri="{FF2B5EF4-FFF2-40B4-BE49-F238E27FC236}">
                      <a16:creationId xmlns:a16="http://schemas.microsoft.com/office/drawing/2014/main" id="{A7FA2852-EB03-9219-9ABC-E2DF95FD0B1C}"/>
                    </a:ext>
                  </a:extLst>
                </p:cNvPr>
                <p:cNvSpPr/>
                <p:nvPr/>
              </p:nvSpPr>
              <p:spPr>
                <a:xfrm>
                  <a:off x="5353260" y="2539804"/>
                  <a:ext cx="68490" cy="6273"/>
                </a:xfrm>
                <a:custGeom>
                  <a:avLst/>
                  <a:gdLst>
                    <a:gd name="connsiteX0" fmla="*/ 8466 w 68490"/>
                    <a:gd name="connsiteY0" fmla="*/ 6273 h 6273"/>
                    <a:gd name="connsiteX1" fmla="*/ 0 w 68490"/>
                    <a:gd name="connsiteY1" fmla="*/ 6273 h 6273"/>
                    <a:gd name="connsiteX2" fmla="*/ 0 w 68490"/>
                    <a:gd name="connsiteY2" fmla="*/ 0 h 6273"/>
                    <a:gd name="connsiteX3" fmla="*/ 8466 w 68490"/>
                    <a:gd name="connsiteY3" fmla="*/ 0 h 6273"/>
                    <a:gd name="connsiteX4" fmla="*/ 8466 w 68490"/>
                    <a:gd name="connsiteY4" fmla="*/ 6273 h 6273"/>
                    <a:gd name="connsiteX5" fmla="*/ 68490 w 68490"/>
                    <a:gd name="connsiteY5" fmla="*/ 5988 h 6273"/>
                    <a:gd name="connsiteX6" fmla="*/ 19215 w 68490"/>
                    <a:gd name="connsiteY6" fmla="*/ 5988 h 6273"/>
                    <a:gd name="connsiteX7" fmla="*/ 19215 w 68490"/>
                    <a:gd name="connsiteY7" fmla="*/ 285 h 6273"/>
                    <a:gd name="connsiteX8" fmla="*/ 68490 w 68490"/>
                    <a:gd name="connsiteY8" fmla="*/ 285 h 6273"/>
                    <a:gd name="connsiteX9" fmla="*/ 68490 w 68490"/>
                    <a:gd name="connsiteY9" fmla="*/ 5988 h 62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0" h="6273">
                      <a:moveTo>
                        <a:pt x="8466" y="6273"/>
                      </a:moveTo>
                      <a:lnTo>
                        <a:pt x="0" y="6273"/>
                      </a:lnTo>
                      <a:lnTo>
                        <a:pt x="0" y="0"/>
                      </a:lnTo>
                      <a:lnTo>
                        <a:pt x="8466" y="0"/>
                      </a:lnTo>
                      <a:lnTo>
                        <a:pt x="8466" y="6273"/>
                      </a:lnTo>
                      <a:close/>
                      <a:moveTo>
                        <a:pt x="68490" y="5988"/>
                      </a:moveTo>
                      <a:lnTo>
                        <a:pt x="19215" y="5988"/>
                      </a:lnTo>
                      <a:lnTo>
                        <a:pt x="19215" y="285"/>
                      </a:lnTo>
                      <a:lnTo>
                        <a:pt x="68490" y="285"/>
                      </a:lnTo>
                      <a:lnTo>
                        <a:pt x="68490" y="5988"/>
                      </a:lnTo>
                      <a:close/>
                    </a:path>
                  </a:pathLst>
                </a:custGeom>
                <a:solidFill>
                  <a:srgbClr val="262626"/>
                </a:solidFill>
                <a:ln w="9506" cap="flat">
                  <a:noFill/>
                  <a:prstDash val="solid"/>
                  <a:miter/>
                </a:ln>
              </p:spPr>
              <p:txBody>
                <a:bodyPr rtlCol="0" anchor="ctr"/>
                <a:lstStyle/>
                <a:p>
                  <a:endParaRPr lang="en-US"/>
                </a:p>
              </p:txBody>
            </p:sp>
            <p:sp>
              <p:nvSpPr>
                <p:cNvPr id="4611" name="Freeform 4610">
                  <a:extLst>
                    <a:ext uri="{FF2B5EF4-FFF2-40B4-BE49-F238E27FC236}">
                      <a16:creationId xmlns:a16="http://schemas.microsoft.com/office/drawing/2014/main" id="{7415BB79-8209-7319-6422-56DED4E76D73}"/>
                    </a:ext>
                  </a:extLst>
                </p:cNvPr>
                <p:cNvSpPr/>
                <p:nvPr/>
              </p:nvSpPr>
              <p:spPr>
                <a:xfrm>
                  <a:off x="5371238" y="2483059"/>
                  <a:ext cx="51843" cy="45719"/>
                </a:xfrm>
                <a:custGeom>
                  <a:avLst/>
                  <a:gdLst>
                    <a:gd name="connsiteX0" fmla="*/ 51843 w 51843"/>
                    <a:gd name="connsiteY0" fmla="*/ 22907 h 45719"/>
                    <a:gd name="connsiteX1" fmla="*/ 50131 w 51843"/>
                    <a:gd name="connsiteY1" fmla="*/ 31747 h 45719"/>
                    <a:gd name="connsiteX2" fmla="*/ 45280 w 51843"/>
                    <a:gd name="connsiteY2" fmla="*/ 38971 h 45719"/>
                    <a:gd name="connsiteX3" fmla="*/ 37194 w 51843"/>
                    <a:gd name="connsiteY3" fmla="*/ 43913 h 45719"/>
                    <a:gd name="connsiteX4" fmla="*/ 25874 w 51843"/>
                    <a:gd name="connsiteY4" fmla="*/ 45719 h 45719"/>
                    <a:gd name="connsiteX5" fmla="*/ 15791 w 51843"/>
                    <a:gd name="connsiteY5" fmla="*/ 44293 h 45719"/>
                    <a:gd name="connsiteX6" fmla="*/ 7515 w 51843"/>
                    <a:gd name="connsiteY6" fmla="*/ 40016 h 45719"/>
                    <a:gd name="connsiteX7" fmla="*/ 1998 w 51843"/>
                    <a:gd name="connsiteY7" fmla="*/ 32887 h 45719"/>
                    <a:gd name="connsiteX8" fmla="*/ 0 w 51843"/>
                    <a:gd name="connsiteY8" fmla="*/ 22907 h 45719"/>
                    <a:gd name="connsiteX9" fmla="*/ 1998 w 51843"/>
                    <a:gd name="connsiteY9" fmla="*/ 12832 h 45719"/>
                    <a:gd name="connsiteX10" fmla="*/ 7515 w 51843"/>
                    <a:gd name="connsiteY10" fmla="*/ 5703 h 45719"/>
                    <a:gd name="connsiteX11" fmla="*/ 15696 w 51843"/>
                    <a:gd name="connsiteY11" fmla="*/ 1426 h 45719"/>
                    <a:gd name="connsiteX12" fmla="*/ 25874 w 51843"/>
                    <a:gd name="connsiteY12" fmla="*/ 0 h 45719"/>
                    <a:gd name="connsiteX13" fmla="*/ 36528 w 51843"/>
                    <a:gd name="connsiteY13" fmla="*/ 1616 h 45719"/>
                    <a:gd name="connsiteX14" fmla="*/ 44709 w 51843"/>
                    <a:gd name="connsiteY14" fmla="*/ 6178 h 45719"/>
                    <a:gd name="connsiteX15" fmla="*/ 49941 w 51843"/>
                    <a:gd name="connsiteY15" fmla="*/ 13402 h 45719"/>
                    <a:gd name="connsiteX16" fmla="*/ 51843 w 51843"/>
                    <a:gd name="connsiteY16" fmla="*/ 22812 h 45719"/>
                    <a:gd name="connsiteX17" fmla="*/ 25874 w 51843"/>
                    <a:gd name="connsiteY17" fmla="*/ 6178 h 45719"/>
                    <a:gd name="connsiteX18" fmla="*/ 17693 w 51843"/>
                    <a:gd name="connsiteY18" fmla="*/ 7129 h 45719"/>
                    <a:gd name="connsiteX19" fmla="*/ 11130 w 51843"/>
                    <a:gd name="connsiteY19" fmla="*/ 10075 h 45719"/>
                    <a:gd name="connsiteX20" fmla="*/ 6754 w 51843"/>
                    <a:gd name="connsiteY20" fmla="*/ 15208 h 45719"/>
                    <a:gd name="connsiteX21" fmla="*/ 5137 w 51843"/>
                    <a:gd name="connsiteY21" fmla="*/ 22907 h 45719"/>
                    <a:gd name="connsiteX22" fmla="*/ 6849 w 51843"/>
                    <a:gd name="connsiteY22" fmla="*/ 30511 h 45719"/>
                    <a:gd name="connsiteX23" fmla="*/ 11510 w 51843"/>
                    <a:gd name="connsiteY23" fmla="*/ 35644 h 45719"/>
                    <a:gd name="connsiteX24" fmla="*/ 18169 w 51843"/>
                    <a:gd name="connsiteY24" fmla="*/ 38590 h 45719"/>
                    <a:gd name="connsiteX25" fmla="*/ 25874 w 51843"/>
                    <a:gd name="connsiteY25" fmla="*/ 39541 h 45719"/>
                    <a:gd name="connsiteX26" fmla="*/ 34245 w 51843"/>
                    <a:gd name="connsiteY26" fmla="*/ 38495 h 45719"/>
                    <a:gd name="connsiteX27" fmla="*/ 40904 w 51843"/>
                    <a:gd name="connsiteY27" fmla="*/ 35264 h 45719"/>
                    <a:gd name="connsiteX28" fmla="*/ 45185 w 51843"/>
                    <a:gd name="connsiteY28" fmla="*/ 30036 h 45719"/>
                    <a:gd name="connsiteX29" fmla="*/ 46707 w 51843"/>
                    <a:gd name="connsiteY29" fmla="*/ 22812 h 45719"/>
                    <a:gd name="connsiteX30" fmla="*/ 44899 w 51843"/>
                    <a:gd name="connsiteY30" fmla="*/ 15113 h 45719"/>
                    <a:gd name="connsiteX31" fmla="*/ 40143 w 51843"/>
                    <a:gd name="connsiteY31" fmla="*/ 9980 h 45719"/>
                    <a:gd name="connsiteX32" fmla="*/ 33484 w 51843"/>
                    <a:gd name="connsiteY32" fmla="*/ 7034 h 45719"/>
                    <a:gd name="connsiteX33" fmla="*/ 25779 w 51843"/>
                    <a:gd name="connsiteY33" fmla="*/ 6083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51843" h="45719">
                      <a:moveTo>
                        <a:pt x="51843" y="22907"/>
                      </a:moveTo>
                      <a:cubicBezTo>
                        <a:pt x="51843" y="26044"/>
                        <a:pt x="51178" y="29085"/>
                        <a:pt x="50131" y="31747"/>
                      </a:cubicBezTo>
                      <a:cubicBezTo>
                        <a:pt x="49085" y="34503"/>
                        <a:pt x="47468" y="36880"/>
                        <a:pt x="45280" y="38971"/>
                      </a:cubicBezTo>
                      <a:cubicBezTo>
                        <a:pt x="43092" y="41062"/>
                        <a:pt x="40428" y="42678"/>
                        <a:pt x="37194" y="43913"/>
                      </a:cubicBezTo>
                      <a:cubicBezTo>
                        <a:pt x="33960" y="45149"/>
                        <a:pt x="30155" y="45719"/>
                        <a:pt x="25874" y="45719"/>
                      </a:cubicBezTo>
                      <a:cubicBezTo>
                        <a:pt x="22259" y="45719"/>
                        <a:pt x="18835" y="45244"/>
                        <a:pt x="15791" y="44293"/>
                      </a:cubicBezTo>
                      <a:cubicBezTo>
                        <a:pt x="12652" y="43343"/>
                        <a:pt x="9893" y="41917"/>
                        <a:pt x="7515" y="40016"/>
                      </a:cubicBezTo>
                      <a:cubicBezTo>
                        <a:pt x="5137" y="38115"/>
                        <a:pt x="3329" y="35739"/>
                        <a:pt x="1998" y="32887"/>
                      </a:cubicBezTo>
                      <a:cubicBezTo>
                        <a:pt x="666" y="30036"/>
                        <a:pt x="0" y="26709"/>
                        <a:pt x="0" y="22907"/>
                      </a:cubicBezTo>
                      <a:cubicBezTo>
                        <a:pt x="0" y="19105"/>
                        <a:pt x="666" y="15683"/>
                        <a:pt x="1998" y="12832"/>
                      </a:cubicBezTo>
                      <a:cubicBezTo>
                        <a:pt x="3329" y="9980"/>
                        <a:pt x="5232" y="7604"/>
                        <a:pt x="7515" y="5703"/>
                      </a:cubicBezTo>
                      <a:cubicBezTo>
                        <a:pt x="9798" y="3802"/>
                        <a:pt x="12557" y="2376"/>
                        <a:pt x="15696" y="1426"/>
                      </a:cubicBezTo>
                      <a:cubicBezTo>
                        <a:pt x="18835" y="475"/>
                        <a:pt x="22259" y="0"/>
                        <a:pt x="25874" y="0"/>
                      </a:cubicBezTo>
                      <a:cubicBezTo>
                        <a:pt x="29774" y="0"/>
                        <a:pt x="33389" y="570"/>
                        <a:pt x="36528" y="1616"/>
                      </a:cubicBezTo>
                      <a:cubicBezTo>
                        <a:pt x="39667" y="2661"/>
                        <a:pt x="42426" y="4182"/>
                        <a:pt x="44709" y="6178"/>
                      </a:cubicBezTo>
                      <a:cubicBezTo>
                        <a:pt x="46992" y="8174"/>
                        <a:pt x="48704" y="10551"/>
                        <a:pt x="49941" y="13402"/>
                      </a:cubicBezTo>
                      <a:cubicBezTo>
                        <a:pt x="51178" y="16254"/>
                        <a:pt x="51843" y="19295"/>
                        <a:pt x="51843" y="22812"/>
                      </a:cubicBezTo>
                      <a:close/>
                      <a:moveTo>
                        <a:pt x="25874" y="6178"/>
                      </a:moveTo>
                      <a:cubicBezTo>
                        <a:pt x="22925" y="6178"/>
                        <a:pt x="20262" y="6463"/>
                        <a:pt x="17693" y="7129"/>
                      </a:cubicBezTo>
                      <a:cubicBezTo>
                        <a:pt x="15125" y="7794"/>
                        <a:pt x="12937" y="8745"/>
                        <a:pt x="11130" y="10075"/>
                      </a:cubicBezTo>
                      <a:cubicBezTo>
                        <a:pt x="9227" y="11406"/>
                        <a:pt x="7800" y="13117"/>
                        <a:pt x="6754" y="15208"/>
                      </a:cubicBezTo>
                      <a:cubicBezTo>
                        <a:pt x="5708" y="17299"/>
                        <a:pt x="5137" y="19866"/>
                        <a:pt x="5137" y="22907"/>
                      </a:cubicBezTo>
                      <a:cubicBezTo>
                        <a:pt x="5137" y="25949"/>
                        <a:pt x="5708" y="28420"/>
                        <a:pt x="6849" y="30511"/>
                      </a:cubicBezTo>
                      <a:cubicBezTo>
                        <a:pt x="7991" y="32602"/>
                        <a:pt x="9608" y="34408"/>
                        <a:pt x="11510" y="35644"/>
                      </a:cubicBezTo>
                      <a:cubicBezTo>
                        <a:pt x="13413" y="36975"/>
                        <a:pt x="15696" y="37925"/>
                        <a:pt x="18169" y="38590"/>
                      </a:cubicBezTo>
                      <a:cubicBezTo>
                        <a:pt x="20642" y="39256"/>
                        <a:pt x="23211" y="39541"/>
                        <a:pt x="25874" y="39541"/>
                      </a:cubicBezTo>
                      <a:cubicBezTo>
                        <a:pt x="28918" y="39541"/>
                        <a:pt x="31677" y="39161"/>
                        <a:pt x="34245" y="38495"/>
                      </a:cubicBezTo>
                      <a:cubicBezTo>
                        <a:pt x="36814" y="37830"/>
                        <a:pt x="39002" y="36689"/>
                        <a:pt x="40904" y="35264"/>
                      </a:cubicBezTo>
                      <a:cubicBezTo>
                        <a:pt x="42711" y="33838"/>
                        <a:pt x="44138" y="32127"/>
                        <a:pt x="45185" y="30036"/>
                      </a:cubicBezTo>
                      <a:cubicBezTo>
                        <a:pt x="46231" y="27945"/>
                        <a:pt x="46707" y="25569"/>
                        <a:pt x="46707" y="22812"/>
                      </a:cubicBezTo>
                      <a:cubicBezTo>
                        <a:pt x="46707" y="19866"/>
                        <a:pt x="46136" y="17299"/>
                        <a:pt x="44899" y="15113"/>
                      </a:cubicBezTo>
                      <a:cubicBezTo>
                        <a:pt x="43758" y="13022"/>
                        <a:pt x="42141" y="11216"/>
                        <a:pt x="40143" y="9980"/>
                      </a:cubicBezTo>
                      <a:cubicBezTo>
                        <a:pt x="38145" y="8650"/>
                        <a:pt x="35957" y="7699"/>
                        <a:pt x="33484" y="7034"/>
                      </a:cubicBezTo>
                      <a:cubicBezTo>
                        <a:pt x="31011" y="6368"/>
                        <a:pt x="28443" y="6083"/>
                        <a:pt x="25779" y="6083"/>
                      </a:cubicBezTo>
                      <a:close/>
                    </a:path>
                  </a:pathLst>
                </a:custGeom>
                <a:solidFill>
                  <a:srgbClr val="262626"/>
                </a:solidFill>
                <a:ln w="9506" cap="flat">
                  <a:noFill/>
                  <a:prstDash val="solid"/>
                  <a:miter/>
                </a:ln>
              </p:spPr>
              <p:txBody>
                <a:bodyPr rtlCol="0" anchor="ctr"/>
                <a:lstStyle/>
                <a:p>
                  <a:endParaRPr lang="en-US"/>
                </a:p>
              </p:txBody>
            </p:sp>
            <p:sp>
              <p:nvSpPr>
                <p:cNvPr id="4612" name="Freeform 4611">
                  <a:extLst>
                    <a:ext uri="{FF2B5EF4-FFF2-40B4-BE49-F238E27FC236}">
                      <a16:creationId xmlns:a16="http://schemas.microsoft.com/office/drawing/2014/main" id="{172CFC54-183F-43D5-F50A-8CEE94CA518E}"/>
                    </a:ext>
                  </a:extLst>
                </p:cNvPr>
                <p:cNvSpPr/>
                <p:nvPr/>
              </p:nvSpPr>
              <p:spPr>
                <a:xfrm>
                  <a:off x="5371143" y="2433442"/>
                  <a:ext cx="50606" cy="39255"/>
                </a:xfrm>
                <a:custGeom>
                  <a:avLst/>
                  <a:gdLst>
                    <a:gd name="connsiteX0" fmla="*/ 50607 w 50606"/>
                    <a:gd name="connsiteY0" fmla="*/ 33553 h 39255"/>
                    <a:gd name="connsiteX1" fmla="*/ 50607 w 50606"/>
                    <a:gd name="connsiteY1" fmla="*/ 39256 h 39255"/>
                    <a:gd name="connsiteX2" fmla="*/ 1332 w 50606"/>
                    <a:gd name="connsiteY2" fmla="*/ 39256 h 39255"/>
                    <a:gd name="connsiteX3" fmla="*/ 1332 w 50606"/>
                    <a:gd name="connsiteY3" fmla="*/ 33553 h 39255"/>
                    <a:gd name="connsiteX4" fmla="*/ 8181 w 50606"/>
                    <a:gd name="connsiteY4" fmla="*/ 33553 h 39255"/>
                    <a:gd name="connsiteX5" fmla="*/ 2283 w 50606"/>
                    <a:gd name="connsiteY5" fmla="*/ 26424 h 39255"/>
                    <a:gd name="connsiteX6" fmla="*/ 0 w 50606"/>
                    <a:gd name="connsiteY6" fmla="*/ 17584 h 39255"/>
                    <a:gd name="connsiteX7" fmla="*/ 1617 w 50606"/>
                    <a:gd name="connsiteY7" fmla="*/ 9125 h 39255"/>
                    <a:gd name="connsiteX8" fmla="*/ 7039 w 50606"/>
                    <a:gd name="connsiteY8" fmla="*/ 2566 h 39255"/>
                    <a:gd name="connsiteX9" fmla="*/ 12556 w 50606"/>
                    <a:gd name="connsiteY9" fmla="*/ 380 h 39255"/>
                    <a:gd name="connsiteX10" fmla="*/ 18359 w 50606"/>
                    <a:gd name="connsiteY10" fmla="*/ 0 h 39255"/>
                    <a:gd name="connsiteX11" fmla="*/ 50607 w 50606"/>
                    <a:gd name="connsiteY11" fmla="*/ 0 h 39255"/>
                    <a:gd name="connsiteX12" fmla="*/ 50607 w 50606"/>
                    <a:gd name="connsiteY12" fmla="*/ 5703 h 39255"/>
                    <a:gd name="connsiteX13" fmla="*/ 18454 w 50606"/>
                    <a:gd name="connsiteY13" fmla="*/ 5703 h 39255"/>
                    <a:gd name="connsiteX14" fmla="*/ 8466 w 50606"/>
                    <a:gd name="connsiteY14" fmla="*/ 8650 h 39255"/>
                    <a:gd name="connsiteX15" fmla="*/ 5137 w 50606"/>
                    <a:gd name="connsiteY15" fmla="*/ 18440 h 39255"/>
                    <a:gd name="connsiteX16" fmla="*/ 5898 w 50606"/>
                    <a:gd name="connsiteY16" fmla="*/ 23287 h 39255"/>
                    <a:gd name="connsiteX17" fmla="*/ 7991 w 50606"/>
                    <a:gd name="connsiteY17" fmla="*/ 27279 h 39255"/>
                    <a:gd name="connsiteX18" fmla="*/ 11035 w 50606"/>
                    <a:gd name="connsiteY18" fmla="*/ 30226 h 39255"/>
                    <a:gd name="connsiteX19" fmla="*/ 14649 w 50606"/>
                    <a:gd name="connsiteY19" fmla="*/ 32127 h 39255"/>
                    <a:gd name="connsiteX20" fmla="*/ 19215 w 50606"/>
                    <a:gd name="connsiteY20" fmla="*/ 33173 h 39255"/>
                    <a:gd name="connsiteX21" fmla="*/ 23972 w 50606"/>
                    <a:gd name="connsiteY21" fmla="*/ 33363 h 39255"/>
                    <a:gd name="connsiteX22" fmla="*/ 50512 w 50606"/>
                    <a:gd name="connsiteY22" fmla="*/ 33363 h 39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0606" h="39255">
                      <a:moveTo>
                        <a:pt x="50607" y="33553"/>
                      </a:moveTo>
                      <a:lnTo>
                        <a:pt x="50607" y="39256"/>
                      </a:lnTo>
                      <a:lnTo>
                        <a:pt x="1332" y="39256"/>
                      </a:lnTo>
                      <a:lnTo>
                        <a:pt x="1332" y="33553"/>
                      </a:lnTo>
                      <a:lnTo>
                        <a:pt x="8181" y="33553"/>
                      </a:lnTo>
                      <a:cubicBezTo>
                        <a:pt x="5803" y="31272"/>
                        <a:pt x="3805" y="28895"/>
                        <a:pt x="2283" y="26424"/>
                      </a:cubicBezTo>
                      <a:cubicBezTo>
                        <a:pt x="761" y="23953"/>
                        <a:pt x="0" y="21101"/>
                        <a:pt x="0" y="17584"/>
                      </a:cubicBezTo>
                      <a:cubicBezTo>
                        <a:pt x="0" y="14543"/>
                        <a:pt x="476" y="11691"/>
                        <a:pt x="1617" y="9125"/>
                      </a:cubicBezTo>
                      <a:cubicBezTo>
                        <a:pt x="2664" y="6558"/>
                        <a:pt x="4471" y="4372"/>
                        <a:pt x="7039" y="2566"/>
                      </a:cubicBezTo>
                      <a:cubicBezTo>
                        <a:pt x="8847" y="1331"/>
                        <a:pt x="10654" y="665"/>
                        <a:pt x="12556" y="380"/>
                      </a:cubicBezTo>
                      <a:cubicBezTo>
                        <a:pt x="14459" y="95"/>
                        <a:pt x="16362" y="0"/>
                        <a:pt x="18359" y="0"/>
                      </a:cubicBezTo>
                      <a:lnTo>
                        <a:pt x="50607" y="0"/>
                      </a:lnTo>
                      <a:lnTo>
                        <a:pt x="50607" y="5703"/>
                      </a:lnTo>
                      <a:lnTo>
                        <a:pt x="18454" y="5703"/>
                      </a:lnTo>
                      <a:cubicBezTo>
                        <a:pt x="13983" y="5703"/>
                        <a:pt x="10654" y="6654"/>
                        <a:pt x="8466" y="8650"/>
                      </a:cubicBezTo>
                      <a:cubicBezTo>
                        <a:pt x="6278" y="10646"/>
                        <a:pt x="5137" y="13877"/>
                        <a:pt x="5137" y="18440"/>
                      </a:cubicBezTo>
                      <a:cubicBezTo>
                        <a:pt x="5137" y="20246"/>
                        <a:pt x="5422" y="21862"/>
                        <a:pt x="5898" y="23287"/>
                      </a:cubicBezTo>
                      <a:cubicBezTo>
                        <a:pt x="6373" y="24713"/>
                        <a:pt x="7134" y="26044"/>
                        <a:pt x="7991" y="27279"/>
                      </a:cubicBezTo>
                      <a:cubicBezTo>
                        <a:pt x="8847" y="28420"/>
                        <a:pt x="9893" y="29466"/>
                        <a:pt x="11035" y="30226"/>
                      </a:cubicBezTo>
                      <a:cubicBezTo>
                        <a:pt x="12176" y="30986"/>
                        <a:pt x="13413" y="31652"/>
                        <a:pt x="14649" y="32127"/>
                      </a:cubicBezTo>
                      <a:cubicBezTo>
                        <a:pt x="16266" y="32697"/>
                        <a:pt x="17788" y="33078"/>
                        <a:pt x="19215" y="33173"/>
                      </a:cubicBezTo>
                      <a:cubicBezTo>
                        <a:pt x="20642" y="33268"/>
                        <a:pt x="22259" y="33363"/>
                        <a:pt x="23972" y="33363"/>
                      </a:cubicBezTo>
                      <a:lnTo>
                        <a:pt x="50512" y="33363"/>
                      </a:lnTo>
                      <a:close/>
                    </a:path>
                  </a:pathLst>
                </a:custGeom>
                <a:solidFill>
                  <a:srgbClr val="262626"/>
                </a:solidFill>
                <a:ln w="9506" cap="flat">
                  <a:noFill/>
                  <a:prstDash val="solid"/>
                  <a:miter/>
                </a:ln>
              </p:spPr>
              <p:txBody>
                <a:bodyPr rtlCol="0" anchor="ctr"/>
                <a:lstStyle/>
                <a:p>
                  <a:endParaRPr lang="en-US"/>
                </a:p>
              </p:txBody>
            </p:sp>
            <p:sp>
              <p:nvSpPr>
                <p:cNvPr id="4613" name="Freeform 4612">
                  <a:extLst>
                    <a:ext uri="{FF2B5EF4-FFF2-40B4-BE49-F238E27FC236}">
                      <a16:creationId xmlns:a16="http://schemas.microsoft.com/office/drawing/2014/main" id="{995F3BBD-83FF-7537-A8A5-1E48EED32404}"/>
                    </a:ext>
                  </a:extLst>
                </p:cNvPr>
                <p:cNvSpPr/>
                <p:nvPr/>
              </p:nvSpPr>
              <p:spPr>
                <a:xfrm>
                  <a:off x="5351452" y="2373941"/>
                  <a:ext cx="88561" cy="21101"/>
                </a:xfrm>
                <a:custGeom>
                  <a:avLst/>
                  <a:gdLst>
                    <a:gd name="connsiteX0" fmla="*/ 0 w 88561"/>
                    <a:gd name="connsiteY0" fmla="*/ 95 h 21101"/>
                    <a:gd name="connsiteX1" fmla="*/ 21213 w 88561"/>
                    <a:gd name="connsiteY1" fmla="*/ 10741 h 21101"/>
                    <a:gd name="connsiteX2" fmla="*/ 44614 w 88561"/>
                    <a:gd name="connsiteY2" fmla="*/ 14543 h 21101"/>
                    <a:gd name="connsiteX3" fmla="*/ 67634 w 88561"/>
                    <a:gd name="connsiteY3" fmla="*/ 10551 h 21101"/>
                    <a:gd name="connsiteX4" fmla="*/ 88562 w 88561"/>
                    <a:gd name="connsiteY4" fmla="*/ 0 h 21101"/>
                    <a:gd name="connsiteX5" fmla="*/ 88562 w 88561"/>
                    <a:gd name="connsiteY5" fmla="*/ 4848 h 21101"/>
                    <a:gd name="connsiteX6" fmla="*/ 78098 w 88561"/>
                    <a:gd name="connsiteY6" fmla="*/ 11786 h 21101"/>
                    <a:gd name="connsiteX7" fmla="*/ 67729 w 88561"/>
                    <a:gd name="connsiteY7" fmla="*/ 16919 h 21101"/>
                    <a:gd name="connsiteX8" fmla="*/ 56695 w 88561"/>
                    <a:gd name="connsiteY8" fmla="*/ 20056 h 21101"/>
                    <a:gd name="connsiteX9" fmla="*/ 44233 w 88561"/>
                    <a:gd name="connsiteY9" fmla="*/ 21101 h 21101"/>
                    <a:gd name="connsiteX10" fmla="*/ 31867 w 88561"/>
                    <a:gd name="connsiteY10" fmla="*/ 20056 h 21101"/>
                    <a:gd name="connsiteX11" fmla="*/ 20737 w 88561"/>
                    <a:gd name="connsiteY11" fmla="*/ 16919 h 21101"/>
                    <a:gd name="connsiteX12" fmla="*/ 10369 w 88561"/>
                    <a:gd name="connsiteY12" fmla="*/ 11881 h 21101"/>
                    <a:gd name="connsiteX13" fmla="*/ 95 w 88561"/>
                    <a:gd name="connsiteY13" fmla="*/ 5038 h 21101"/>
                    <a:gd name="connsiteX14" fmla="*/ 95 w 88561"/>
                    <a:gd name="connsiteY14" fmla="*/ 190 h 211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8561" h="21101">
                      <a:moveTo>
                        <a:pt x="0" y="95"/>
                      </a:moveTo>
                      <a:cubicBezTo>
                        <a:pt x="6564" y="4657"/>
                        <a:pt x="13698" y="8174"/>
                        <a:pt x="21213" y="10741"/>
                      </a:cubicBezTo>
                      <a:cubicBezTo>
                        <a:pt x="28728" y="13307"/>
                        <a:pt x="36528" y="14543"/>
                        <a:pt x="44614" y="14543"/>
                      </a:cubicBezTo>
                      <a:cubicBezTo>
                        <a:pt x="52700" y="14543"/>
                        <a:pt x="60214" y="13212"/>
                        <a:pt x="67634" y="10551"/>
                      </a:cubicBezTo>
                      <a:cubicBezTo>
                        <a:pt x="75054" y="7889"/>
                        <a:pt x="81998" y="4372"/>
                        <a:pt x="88562" y="0"/>
                      </a:cubicBezTo>
                      <a:lnTo>
                        <a:pt x="88562" y="4848"/>
                      </a:lnTo>
                      <a:cubicBezTo>
                        <a:pt x="84947" y="7414"/>
                        <a:pt x="81427" y="9790"/>
                        <a:pt x="78098" y="11786"/>
                      </a:cubicBezTo>
                      <a:cubicBezTo>
                        <a:pt x="74674" y="13782"/>
                        <a:pt x="71249" y="15493"/>
                        <a:pt x="67729" y="16919"/>
                      </a:cubicBezTo>
                      <a:cubicBezTo>
                        <a:pt x="64210" y="18250"/>
                        <a:pt x="60500" y="19295"/>
                        <a:pt x="56695" y="20056"/>
                      </a:cubicBezTo>
                      <a:cubicBezTo>
                        <a:pt x="52890" y="20816"/>
                        <a:pt x="48704" y="21101"/>
                        <a:pt x="44233" y="21101"/>
                      </a:cubicBezTo>
                      <a:cubicBezTo>
                        <a:pt x="39763" y="21101"/>
                        <a:pt x="35767" y="20721"/>
                        <a:pt x="31867" y="20056"/>
                      </a:cubicBezTo>
                      <a:cubicBezTo>
                        <a:pt x="28062" y="19295"/>
                        <a:pt x="24352" y="18250"/>
                        <a:pt x="20737" y="16919"/>
                      </a:cubicBezTo>
                      <a:cubicBezTo>
                        <a:pt x="17218" y="15588"/>
                        <a:pt x="13698" y="13877"/>
                        <a:pt x="10369" y="11881"/>
                      </a:cubicBezTo>
                      <a:cubicBezTo>
                        <a:pt x="6944" y="9885"/>
                        <a:pt x="3615" y="7604"/>
                        <a:pt x="95" y="5038"/>
                      </a:cubicBezTo>
                      <a:lnTo>
                        <a:pt x="95" y="190"/>
                      </a:lnTo>
                      <a:close/>
                    </a:path>
                  </a:pathLst>
                </a:custGeom>
                <a:solidFill>
                  <a:srgbClr val="262626"/>
                </a:solidFill>
                <a:ln w="9506" cap="flat">
                  <a:noFill/>
                  <a:prstDash val="solid"/>
                  <a:miter/>
                </a:ln>
              </p:spPr>
              <p:txBody>
                <a:bodyPr rtlCol="0" anchor="ctr"/>
                <a:lstStyle/>
                <a:p>
                  <a:endParaRPr lang="en-US"/>
                </a:p>
              </p:txBody>
            </p:sp>
            <p:sp>
              <p:nvSpPr>
                <p:cNvPr id="4614" name="Freeform 4613">
                  <a:extLst>
                    <a:ext uri="{FF2B5EF4-FFF2-40B4-BE49-F238E27FC236}">
                      <a16:creationId xmlns:a16="http://schemas.microsoft.com/office/drawing/2014/main" id="{C2AAD037-51DC-8E53-34D7-3CC7F98CCD82}"/>
                    </a:ext>
                  </a:extLst>
                </p:cNvPr>
                <p:cNvSpPr/>
                <p:nvPr/>
              </p:nvSpPr>
              <p:spPr>
                <a:xfrm>
                  <a:off x="5353260" y="2318051"/>
                  <a:ext cx="69917" cy="45243"/>
                </a:xfrm>
                <a:custGeom>
                  <a:avLst/>
                  <a:gdLst>
                    <a:gd name="connsiteX0" fmla="*/ 0 w 69917"/>
                    <a:gd name="connsiteY0" fmla="*/ 5703 h 45243"/>
                    <a:gd name="connsiteX1" fmla="*/ 0 w 69917"/>
                    <a:gd name="connsiteY1" fmla="*/ 0 h 45243"/>
                    <a:gd name="connsiteX2" fmla="*/ 68490 w 69917"/>
                    <a:gd name="connsiteY2" fmla="*/ 0 h 45243"/>
                    <a:gd name="connsiteX3" fmla="*/ 68490 w 69917"/>
                    <a:gd name="connsiteY3" fmla="*/ 5703 h 45243"/>
                    <a:gd name="connsiteX4" fmla="*/ 59834 w 69917"/>
                    <a:gd name="connsiteY4" fmla="*/ 5703 h 45243"/>
                    <a:gd name="connsiteX5" fmla="*/ 59834 w 69917"/>
                    <a:gd name="connsiteY5" fmla="*/ 5893 h 45243"/>
                    <a:gd name="connsiteX6" fmla="*/ 64210 w 69917"/>
                    <a:gd name="connsiteY6" fmla="*/ 9030 h 45243"/>
                    <a:gd name="connsiteX7" fmla="*/ 67349 w 69917"/>
                    <a:gd name="connsiteY7" fmla="*/ 13307 h 45243"/>
                    <a:gd name="connsiteX8" fmla="*/ 69251 w 69917"/>
                    <a:gd name="connsiteY8" fmla="*/ 18060 h 45243"/>
                    <a:gd name="connsiteX9" fmla="*/ 69917 w 69917"/>
                    <a:gd name="connsiteY9" fmla="*/ 22907 h 45243"/>
                    <a:gd name="connsiteX10" fmla="*/ 67920 w 69917"/>
                    <a:gd name="connsiteY10" fmla="*/ 33078 h 45243"/>
                    <a:gd name="connsiteX11" fmla="*/ 62402 w 69917"/>
                    <a:gd name="connsiteY11" fmla="*/ 40016 h 45243"/>
                    <a:gd name="connsiteX12" fmla="*/ 54222 w 69917"/>
                    <a:gd name="connsiteY12" fmla="*/ 44008 h 45243"/>
                    <a:gd name="connsiteX13" fmla="*/ 44043 w 69917"/>
                    <a:gd name="connsiteY13" fmla="*/ 45244 h 45243"/>
                    <a:gd name="connsiteX14" fmla="*/ 34150 w 69917"/>
                    <a:gd name="connsiteY14" fmla="*/ 43913 h 45243"/>
                    <a:gd name="connsiteX15" fmla="*/ 25779 w 69917"/>
                    <a:gd name="connsiteY15" fmla="*/ 39921 h 45243"/>
                    <a:gd name="connsiteX16" fmla="*/ 20071 w 69917"/>
                    <a:gd name="connsiteY16" fmla="*/ 33078 h 45243"/>
                    <a:gd name="connsiteX17" fmla="*/ 17979 w 69917"/>
                    <a:gd name="connsiteY17" fmla="*/ 23382 h 45243"/>
                    <a:gd name="connsiteX18" fmla="*/ 20262 w 69917"/>
                    <a:gd name="connsiteY18" fmla="*/ 13402 h 45243"/>
                    <a:gd name="connsiteX19" fmla="*/ 27206 w 69917"/>
                    <a:gd name="connsiteY19" fmla="*/ 5798 h 45243"/>
                    <a:gd name="connsiteX20" fmla="*/ 95 w 69917"/>
                    <a:gd name="connsiteY20" fmla="*/ 5798 h 45243"/>
                    <a:gd name="connsiteX21" fmla="*/ 43663 w 69917"/>
                    <a:gd name="connsiteY21" fmla="*/ 5703 h 45243"/>
                    <a:gd name="connsiteX22" fmla="*/ 35767 w 69917"/>
                    <a:gd name="connsiteY22" fmla="*/ 6844 h 45243"/>
                    <a:gd name="connsiteX23" fmla="*/ 29204 w 69917"/>
                    <a:gd name="connsiteY23" fmla="*/ 10170 h 45243"/>
                    <a:gd name="connsiteX24" fmla="*/ 24733 w 69917"/>
                    <a:gd name="connsiteY24" fmla="*/ 15398 h 45243"/>
                    <a:gd name="connsiteX25" fmla="*/ 23116 w 69917"/>
                    <a:gd name="connsiteY25" fmla="*/ 22337 h 45243"/>
                    <a:gd name="connsiteX26" fmla="*/ 24828 w 69917"/>
                    <a:gd name="connsiteY26" fmla="*/ 30036 h 45243"/>
                    <a:gd name="connsiteX27" fmla="*/ 29679 w 69917"/>
                    <a:gd name="connsiteY27" fmla="*/ 35359 h 45243"/>
                    <a:gd name="connsiteX28" fmla="*/ 36718 w 69917"/>
                    <a:gd name="connsiteY28" fmla="*/ 38400 h 45243"/>
                    <a:gd name="connsiteX29" fmla="*/ 45470 w 69917"/>
                    <a:gd name="connsiteY29" fmla="*/ 39161 h 45243"/>
                    <a:gd name="connsiteX30" fmla="*/ 53746 w 69917"/>
                    <a:gd name="connsiteY30" fmla="*/ 37925 h 45243"/>
                    <a:gd name="connsiteX31" fmla="*/ 59739 w 69917"/>
                    <a:gd name="connsiteY31" fmla="*/ 34313 h 45243"/>
                    <a:gd name="connsiteX32" fmla="*/ 63544 w 69917"/>
                    <a:gd name="connsiteY32" fmla="*/ 28990 h 45243"/>
                    <a:gd name="connsiteX33" fmla="*/ 64876 w 69917"/>
                    <a:gd name="connsiteY33" fmla="*/ 22337 h 45243"/>
                    <a:gd name="connsiteX34" fmla="*/ 63259 w 69917"/>
                    <a:gd name="connsiteY34" fmla="*/ 15208 h 45243"/>
                    <a:gd name="connsiteX35" fmla="*/ 58788 w 69917"/>
                    <a:gd name="connsiteY35" fmla="*/ 9980 h 45243"/>
                    <a:gd name="connsiteX36" fmla="*/ 52129 w 69917"/>
                    <a:gd name="connsiteY36" fmla="*/ 6844 h 45243"/>
                    <a:gd name="connsiteX37" fmla="*/ 43758 w 69917"/>
                    <a:gd name="connsiteY37" fmla="*/ 5703 h 452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9917" h="45243">
                      <a:moveTo>
                        <a:pt x="0" y="5703"/>
                      </a:moveTo>
                      <a:lnTo>
                        <a:pt x="0" y="0"/>
                      </a:lnTo>
                      <a:lnTo>
                        <a:pt x="68490" y="0"/>
                      </a:lnTo>
                      <a:lnTo>
                        <a:pt x="68490" y="5703"/>
                      </a:lnTo>
                      <a:lnTo>
                        <a:pt x="59834" y="5703"/>
                      </a:lnTo>
                      <a:lnTo>
                        <a:pt x="59834" y="5893"/>
                      </a:lnTo>
                      <a:cubicBezTo>
                        <a:pt x="61451" y="6749"/>
                        <a:pt x="62973" y="7794"/>
                        <a:pt x="64210" y="9030"/>
                      </a:cubicBezTo>
                      <a:cubicBezTo>
                        <a:pt x="65446" y="10360"/>
                        <a:pt x="66493" y="11786"/>
                        <a:pt x="67349" y="13307"/>
                      </a:cubicBezTo>
                      <a:cubicBezTo>
                        <a:pt x="68205" y="14828"/>
                        <a:pt x="68776" y="16444"/>
                        <a:pt x="69251" y="18060"/>
                      </a:cubicBezTo>
                      <a:cubicBezTo>
                        <a:pt x="69727" y="19675"/>
                        <a:pt x="69917" y="21291"/>
                        <a:pt x="69917" y="22907"/>
                      </a:cubicBezTo>
                      <a:cubicBezTo>
                        <a:pt x="69917" y="26899"/>
                        <a:pt x="69251" y="30321"/>
                        <a:pt x="67920" y="33078"/>
                      </a:cubicBezTo>
                      <a:cubicBezTo>
                        <a:pt x="66588" y="35834"/>
                        <a:pt x="64780" y="38210"/>
                        <a:pt x="62402" y="40016"/>
                      </a:cubicBezTo>
                      <a:cubicBezTo>
                        <a:pt x="60119" y="41822"/>
                        <a:pt x="57361" y="43153"/>
                        <a:pt x="54222" y="44008"/>
                      </a:cubicBezTo>
                      <a:cubicBezTo>
                        <a:pt x="51082" y="44864"/>
                        <a:pt x="47658" y="45244"/>
                        <a:pt x="44043" y="45244"/>
                      </a:cubicBezTo>
                      <a:cubicBezTo>
                        <a:pt x="40619" y="45244"/>
                        <a:pt x="37289" y="44769"/>
                        <a:pt x="34150" y="43913"/>
                      </a:cubicBezTo>
                      <a:cubicBezTo>
                        <a:pt x="31011" y="43058"/>
                        <a:pt x="28252" y="41727"/>
                        <a:pt x="25779" y="39921"/>
                      </a:cubicBezTo>
                      <a:cubicBezTo>
                        <a:pt x="23306" y="38115"/>
                        <a:pt x="21498" y="35834"/>
                        <a:pt x="20071" y="33078"/>
                      </a:cubicBezTo>
                      <a:cubicBezTo>
                        <a:pt x="18645" y="30321"/>
                        <a:pt x="17979" y="27089"/>
                        <a:pt x="17979" y="23382"/>
                      </a:cubicBezTo>
                      <a:cubicBezTo>
                        <a:pt x="17979" y="19866"/>
                        <a:pt x="18740" y="16539"/>
                        <a:pt x="20262" y="13402"/>
                      </a:cubicBezTo>
                      <a:cubicBezTo>
                        <a:pt x="21784" y="10170"/>
                        <a:pt x="24162" y="7699"/>
                        <a:pt x="27206" y="5798"/>
                      </a:cubicBezTo>
                      <a:lnTo>
                        <a:pt x="95" y="5798"/>
                      </a:lnTo>
                      <a:close/>
                      <a:moveTo>
                        <a:pt x="43663" y="5703"/>
                      </a:moveTo>
                      <a:cubicBezTo>
                        <a:pt x="40904" y="5703"/>
                        <a:pt x="38240" y="6083"/>
                        <a:pt x="35767" y="6844"/>
                      </a:cubicBezTo>
                      <a:cubicBezTo>
                        <a:pt x="33294" y="7604"/>
                        <a:pt x="31106" y="8745"/>
                        <a:pt x="29204" y="10170"/>
                      </a:cubicBezTo>
                      <a:cubicBezTo>
                        <a:pt x="27301" y="11596"/>
                        <a:pt x="25874" y="13307"/>
                        <a:pt x="24733" y="15398"/>
                      </a:cubicBezTo>
                      <a:cubicBezTo>
                        <a:pt x="23591" y="17489"/>
                        <a:pt x="23116" y="19770"/>
                        <a:pt x="23116" y="22337"/>
                      </a:cubicBezTo>
                      <a:cubicBezTo>
                        <a:pt x="23116" y="25283"/>
                        <a:pt x="23686" y="27850"/>
                        <a:pt x="24828" y="30036"/>
                      </a:cubicBezTo>
                      <a:cubicBezTo>
                        <a:pt x="25969" y="32222"/>
                        <a:pt x="27586" y="33933"/>
                        <a:pt x="29679" y="35359"/>
                      </a:cubicBezTo>
                      <a:cubicBezTo>
                        <a:pt x="31677" y="36784"/>
                        <a:pt x="34055" y="37735"/>
                        <a:pt x="36718" y="38400"/>
                      </a:cubicBezTo>
                      <a:cubicBezTo>
                        <a:pt x="39382" y="39066"/>
                        <a:pt x="42331" y="39256"/>
                        <a:pt x="45470" y="39161"/>
                      </a:cubicBezTo>
                      <a:cubicBezTo>
                        <a:pt x="48609" y="39161"/>
                        <a:pt x="51368" y="38781"/>
                        <a:pt x="53746" y="37925"/>
                      </a:cubicBezTo>
                      <a:cubicBezTo>
                        <a:pt x="56124" y="37070"/>
                        <a:pt x="58122" y="35929"/>
                        <a:pt x="59739" y="34313"/>
                      </a:cubicBezTo>
                      <a:cubicBezTo>
                        <a:pt x="61356" y="32792"/>
                        <a:pt x="62688" y="30986"/>
                        <a:pt x="63544" y="28990"/>
                      </a:cubicBezTo>
                      <a:cubicBezTo>
                        <a:pt x="64400" y="26994"/>
                        <a:pt x="64876" y="24713"/>
                        <a:pt x="64876" y="22337"/>
                      </a:cubicBezTo>
                      <a:cubicBezTo>
                        <a:pt x="64876" y="19675"/>
                        <a:pt x="64305" y="17299"/>
                        <a:pt x="63259" y="15208"/>
                      </a:cubicBezTo>
                      <a:cubicBezTo>
                        <a:pt x="62212" y="13117"/>
                        <a:pt x="60690" y="11406"/>
                        <a:pt x="58788" y="9980"/>
                      </a:cubicBezTo>
                      <a:cubicBezTo>
                        <a:pt x="56885" y="8555"/>
                        <a:pt x="54697" y="7509"/>
                        <a:pt x="52129" y="6844"/>
                      </a:cubicBezTo>
                      <a:cubicBezTo>
                        <a:pt x="49560" y="6178"/>
                        <a:pt x="46802" y="5703"/>
                        <a:pt x="43758" y="5703"/>
                      </a:cubicBezTo>
                      <a:close/>
                    </a:path>
                  </a:pathLst>
                </a:custGeom>
                <a:solidFill>
                  <a:srgbClr val="262626"/>
                </a:solidFill>
                <a:ln w="9506" cap="flat">
                  <a:noFill/>
                  <a:prstDash val="solid"/>
                  <a:miter/>
                </a:ln>
              </p:spPr>
              <p:txBody>
                <a:bodyPr rtlCol="0" anchor="ctr"/>
                <a:lstStyle/>
                <a:p>
                  <a:endParaRPr lang="en-US"/>
                </a:p>
              </p:txBody>
            </p:sp>
            <p:sp>
              <p:nvSpPr>
                <p:cNvPr id="4615" name="Freeform 4614">
                  <a:extLst>
                    <a:ext uri="{FF2B5EF4-FFF2-40B4-BE49-F238E27FC236}">
                      <a16:creationId xmlns:a16="http://schemas.microsoft.com/office/drawing/2014/main" id="{0D516CB9-8CC8-8A92-C445-9F26A1479361}"/>
                    </a:ext>
                  </a:extLst>
                </p:cNvPr>
                <p:cNvSpPr/>
                <p:nvPr/>
              </p:nvSpPr>
              <p:spPr>
                <a:xfrm>
                  <a:off x="5353260" y="2296000"/>
                  <a:ext cx="21403" cy="6938"/>
                </a:xfrm>
                <a:custGeom>
                  <a:avLst/>
                  <a:gdLst>
                    <a:gd name="connsiteX0" fmla="*/ 11225 w 21403"/>
                    <a:gd name="connsiteY0" fmla="*/ 0 h 6938"/>
                    <a:gd name="connsiteX1" fmla="*/ 17979 w 21403"/>
                    <a:gd name="connsiteY1" fmla="*/ 1901 h 6938"/>
                    <a:gd name="connsiteX2" fmla="*/ 21403 w 21403"/>
                    <a:gd name="connsiteY2" fmla="*/ 6939 h 6938"/>
                    <a:gd name="connsiteX3" fmla="*/ 17884 w 21403"/>
                    <a:gd name="connsiteY3" fmla="*/ 6939 h 6938"/>
                    <a:gd name="connsiteX4" fmla="*/ 15791 w 21403"/>
                    <a:gd name="connsiteY4" fmla="*/ 4753 h 6938"/>
                    <a:gd name="connsiteX5" fmla="*/ 11605 w 21403"/>
                    <a:gd name="connsiteY5" fmla="*/ 3707 h 6938"/>
                    <a:gd name="connsiteX6" fmla="*/ 8371 w 21403"/>
                    <a:gd name="connsiteY6" fmla="*/ 3707 h 6938"/>
                    <a:gd name="connsiteX7" fmla="*/ 8371 w 21403"/>
                    <a:gd name="connsiteY7" fmla="*/ 6939 h 6938"/>
                    <a:gd name="connsiteX8" fmla="*/ 0 w 21403"/>
                    <a:gd name="connsiteY8" fmla="*/ 6939 h 6938"/>
                    <a:gd name="connsiteX9" fmla="*/ 0 w 21403"/>
                    <a:gd name="connsiteY9" fmla="*/ 0 h 6938"/>
                    <a:gd name="connsiteX10" fmla="*/ 11225 w 21403"/>
                    <a:gd name="connsiteY10" fmla="*/ 0 h 6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403" h="6938">
                      <a:moveTo>
                        <a:pt x="11225" y="0"/>
                      </a:moveTo>
                      <a:cubicBezTo>
                        <a:pt x="13983" y="0"/>
                        <a:pt x="16267" y="665"/>
                        <a:pt x="17979" y="1901"/>
                      </a:cubicBezTo>
                      <a:cubicBezTo>
                        <a:pt x="19691" y="3232"/>
                        <a:pt x="20833" y="4848"/>
                        <a:pt x="21403" y="6939"/>
                      </a:cubicBezTo>
                      <a:lnTo>
                        <a:pt x="17884" y="6939"/>
                      </a:lnTo>
                      <a:cubicBezTo>
                        <a:pt x="17408" y="6178"/>
                        <a:pt x="16647" y="5418"/>
                        <a:pt x="15791" y="4753"/>
                      </a:cubicBezTo>
                      <a:cubicBezTo>
                        <a:pt x="14935" y="4087"/>
                        <a:pt x="13508" y="3707"/>
                        <a:pt x="11605" y="3707"/>
                      </a:cubicBezTo>
                      <a:lnTo>
                        <a:pt x="8371" y="3707"/>
                      </a:lnTo>
                      <a:lnTo>
                        <a:pt x="8371" y="6939"/>
                      </a:lnTo>
                      <a:lnTo>
                        <a:pt x="0" y="6939"/>
                      </a:lnTo>
                      <a:lnTo>
                        <a:pt x="0" y="0"/>
                      </a:lnTo>
                      <a:lnTo>
                        <a:pt x="11225" y="0"/>
                      </a:lnTo>
                      <a:close/>
                    </a:path>
                  </a:pathLst>
                </a:custGeom>
                <a:solidFill>
                  <a:srgbClr val="262626"/>
                </a:solidFill>
                <a:ln w="9506" cap="flat">
                  <a:noFill/>
                  <a:prstDash val="solid"/>
                  <a:miter/>
                </a:ln>
              </p:spPr>
              <p:txBody>
                <a:bodyPr rtlCol="0" anchor="ctr"/>
                <a:lstStyle/>
                <a:p>
                  <a:endParaRPr lang="en-US"/>
                </a:p>
              </p:txBody>
            </p:sp>
            <p:sp>
              <p:nvSpPr>
                <p:cNvPr id="4616" name="Freeform 4615">
                  <a:extLst>
                    <a:ext uri="{FF2B5EF4-FFF2-40B4-BE49-F238E27FC236}">
                      <a16:creationId xmlns:a16="http://schemas.microsoft.com/office/drawing/2014/main" id="{B1E9AD0B-9D09-19DE-14F4-15EF56531EEB}"/>
                    </a:ext>
                  </a:extLst>
                </p:cNvPr>
                <p:cNvSpPr/>
                <p:nvPr/>
              </p:nvSpPr>
              <p:spPr>
                <a:xfrm>
                  <a:off x="5351357" y="2263207"/>
                  <a:ext cx="88561" cy="21006"/>
                </a:xfrm>
                <a:custGeom>
                  <a:avLst/>
                  <a:gdLst>
                    <a:gd name="connsiteX0" fmla="*/ 88562 w 88561"/>
                    <a:gd name="connsiteY0" fmla="*/ 20911 h 21006"/>
                    <a:gd name="connsiteX1" fmla="*/ 67349 w 88561"/>
                    <a:gd name="connsiteY1" fmla="*/ 10265 h 21006"/>
                    <a:gd name="connsiteX2" fmla="*/ 43948 w 88561"/>
                    <a:gd name="connsiteY2" fmla="*/ 6463 h 21006"/>
                    <a:gd name="connsiteX3" fmla="*/ 20928 w 88561"/>
                    <a:gd name="connsiteY3" fmla="*/ 10456 h 21006"/>
                    <a:gd name="connsiteX4" fmla="*/ 0 w 88561"/>
                    <a:gd name="connsiteY4" fmla="*/ 21006 h 21006"/>
                    <a:gd name="connsiteX5" fmla="*/ 0 w 88561"/>
                    <a:gd name="connsiteY5" fmla="*/ 16159 h 21006"/>
                    <a:gd name="connsiteX6" fmla="*/ 10464 w 88561"/>
                    <a:gd name="connsiteY6" fmla="*/ 9220 h 21006"/>
                    <a:gd name="connsiteX7" fmla="*/ 20833 w 88561"/>
                    <a:gd name="connsiteY7" fmla="*/ 4182 h 21006"/>
                    <a:gd name="connsiteX8" fmla="*/ 31867 w 88561"/>
                    <a:gd name="connsiteY8" fmla="*/ 1046 h 21006"/>
                    <a:gd name="connsiteX9" fmla="*/ 44329 w 88561"/>
                    <a:gd name="connsiteY9" fmla="*/ 0 h 21006"/>
                    <a:gd name="connsiteX10" fmla="*/ 56695 w 88561"/>
                    <a:gd name="connsiteY10" fmla="*/ 1046 h 21006"/>
                    <a:gd name="connsiteX11" fmla="*/ 67825 w 88561"/>
                    <a:gd name="connsiteY11" fmla="*/ 4182 h 21006"/>
                    <a:gd name="connsiteX12" fmla="*/ 78193 w 88561"/>
                    <a:gd name="connsiteY12" fmla="*/ 9315 h 21006"/>
                    <a:gd name="connsiteX13" fmla="*/ 88467 w 88561"/>
                    <a:gd name="connsiteY13" fmla="*/ 16159 h 21006"/>
                    <a:gd name="connsiteX14" fmla="*/ 88467 w 88561"/>
                    <a:gd name="connsiteY14" fmla="*/ 21006 h 21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8561" h="21006">
                      <a:moveTo>
                        <a:pt x="88562" y="20911"/>
                      </a:moveTo>
                      <a:cubicBezTo>
                        <a:pt x="81998" y="16349"/>
                        <a:pt x="74864" y="12832"/>
                        <a:pt x="67349" y="10265"/>
                      </a:cubicBezTo>
                      <a:cubicBezTo>
                        <a:pt x="59834" y="7699"/>
                        <a:pt x="52034" y="6463"/>
                        <a:pt x="43948" y="6463"/>
                      </a:cubicBezTo>
                      <a:cubicBezTo>
                        <a:pt x="35862" y="6463"/>
                        <a:pt x="28347" y="7794"/>
                        <a:pt x="20928" y="10456"/>
                      </a:cubicBezTo>
                      <a:cubicBezTo>
                        <a:pt x="13508" y="13117"/>
                        <a:pt x="6564" y="16634"/>
                        <a:pt x="0" y="21006"/>
                      </a:cubicBezTo>
                      <a:lnTo>
                        <a:pt x="0" y="16159"/>
                      </a:lnTo>
                      <a:cubicBezTo>
                        <a:pt x="3615" y="13592"/>
                        <a:pt x="7134" y="11216"/>
                        <a:pt x="10464" y="9220"/>
                      </a:cubicBezTo>
                      <a:cubicBezTo>
                        <a:pt x="13888" y="7224"/>
                        <a:pt x="17313" y="5513"/>
                        <a:pt x="20833" y="4182"/>
                      </a:cubicBezTo>
                      <a:cubicBezTo>
                        <a:pt x="24352" y="2852"/>
                        <a:pt x="28062" y="1806"/>
                        <a:pt x="31867" y="1046"/>
                      </a:cubicBezTo>
                      <a:cubicBezTo>
                        <a:pt x="35672" y="285"/>
                        <a:pt x="39858" y="0"/>
                        <a:pt x="44329" y="0"/>
                      </a:cubicBezTo>
                      <a:cubicBezTo>
                        <a:pt x="48799" y="0"/>
                        <a:pt x="52795" y="380"/>
                        <a:pt x="56695" y="1046"/>
                      </a:cubicBezTo>
                      <a:cubicBezTo>
                        <a:pt x="60595" y="1711"/>
                        <a:pt x="64210" y="2852"/>
                        <a:pt x="67825" y="4182"/>
                      </a:cubicBezTo>
                      <a:cubicBezTo>
                        <a:pt x="71344" y="5513"/>
                        <a:pt x="74864" y="7224"/>
                        <a:pt x="78193" y="9315"/>
                      </a:cubicBezTo>
                      <a:cubicBezTo>
                        <a:pt x="81618" y="11311"/>
                        <a:pt x="84947" y="13592"/>
                        <a:pt x="88467" y="16159"/>
                      </a:cubicBezTo>
                      <a:lnTo>
                        <a:pt x="88467" y="21006"/>
                      </a:lnTo>
                      <a:close/>
                    </a:path>
                  </a:pathLst>
                </a:custGeom>
                <a:solidFill>
                  <a:srgbClr val="262626"/>
                </a:solidFill>
                <a:ln w="9506" cap="flat">
                  <a:noFill/>
                  <a:prstDash val="solid"/>
                  <a:miter/>
                </a:ln>
              </p:spPr>
              <p:txBody>
                <a:bodyPr rtlCol="0" anchor="ctr"/>
                <a:lstStyle/>
                <a:p>
                  <a:endParaRPr lang="en-US"/>
                </a:p>
              </p:txBody>
            </p:sp>
          </p:grpSp>
          <p:grpSp>
            <p:nvGrpSpPr>
              <p:cNvPr id="4509" name="Graphic 5">
                <a:extLst>
                  <a:ext uri="{FF2B5EF4-FFF2-40B4-BE49-F238E27FC236}">
                    <a16:creationId xmlns:a16="http://schemas.microsoft.com/office/drawing/2014/main" id="{B9A08B42-5493-E20C-D715-D6898B7E0810}"/>
                  </a:ext>
                </a:extLst>
              </p:cNvPr>
              <p:cNvGrpSpPr/>
              <p:nvPr/>
            </p:nvGrpSpPr>
            <p:grpSpPr>
              <a:xfrm>
                <a:off x="9019684" y="3563930"/>
                <a:ext cx="230575" cy="103606"/>
                <a:chOff x="6238878" y="3738959"/>
                <a:chExt cx="92652" cy="41632"/>
              </a:xfrm>
              <a:solidFill>
                <a:srgbClr val="000000"/>
              </a:solidFill>
            </p:grpSpPr>
            <p:sp>
              <p:nvSpPr>
                <p:cNvPr id="4597" name="Freeform 4596">
                  <a:extLst>
                    <a:ext uri="{FF2B5EF4-FFF2-40B4-BE49-F238E27FC236}">
                      <a16:creationId xmlns:a16="http://schemas.microsoft.com/office/drawing/2014/main" id="{72EDD911-B81B-F0F2-E9B6-55B2006F78E3}"/>
                    </a:ext>
                  </a:extLst>
                </p:cNvPr>
                <p:cNvSpPr/>
                <p:nvPr/>
              </p:nvSpPr>
              <p:spPr>
                <a:xfrm>
                  <a:off x="6238878" y="3738959"/>
                  <a:ext cx="31296" cy="40396"/>
                </a:xfrm>
                <a:custGeom>
                  <a:avLst/>
                  <a:gdLst>
                    <a:gd name="connsiteX0" fmla="*/ 4566 w 31296"/>
                    <a:gd name="connsiteY0" fmla="*/ 40396 h 40396"/>
                    <a:gd name="connsiteX1" fmla="*/ 0 w 31296"/>
                    <a:gd name="connsiteY1" fmla="*/ 40396 h 40396"/>
                    <a:gd name="connsiteX2" fmla="*/ 0 w 31296"/>
                    <a:gd name="connsiteY2" fmla="*/ 1046 h 40396"/>
                    <a:gd name="connsiteX3" fmla="*/ 4566 w 31296"/>
                    <a:gd name="connsiteY3" fmla="*/ 1046 h 40396"/>
                    <a:gd name="connsiteX4" fmla="*/ 4566 w 31296"/>
                    <a:gd name="connsiteY4" fmla="*/ 6558 h 40396"/>
                    <a:gd name="connsiteX5" fmla="*/ 10274 w 31296"/>
                    <a:gd name="connsiteY5" fmla="*/ 1806 h 40396"/>
                    <a:gd name="connsiteX6" fmla="*/ 17313 w 31296"/>
                    <a:gd name="connsiteY6" fmla="*/ 0 h 40396"/>
                    <a:gd name="connsiteX7" fmla="*/ 24067 w 31296"/>
                    <a:gd name="connsiteY7" fmla="*/ 1236 h 40396"/>
                    <a:gd name="connsiteX8" fmla="*/ 29299 w 31296"/>
                    <a:gd name="connsiteY8" fmla="*/ 5608 h 40396"/>
                    <a:gd name="connsiteX9" fmla="*/ 31011 w 31296"/>
                    <a:gd name="connsiteY9" fmla="*/ 9980 h 40396"/>
                    <a:gd name="connsiteX10" fmla="*/ 31296 w 31296"/>
                    <a:gd name="connsiteY10" fmla="*/ 14638 h 40396"/>
                    <a:gd name="connsiteX11" fmla="*/ 31296 w 31296"/>
                    <a:gd name="connsiteY11" fmla="*/ 40396 h 40396"/>
                    <a:gd name="connsiteX12" fmla="*/ 26730 w 31296"/>
                    <a:gd name="connsiteY12" fmla="*/ 40396 h 40396"/>
                    <a:gd name="connsiteX13" fmla="*/ 26730 w 31296"/>
                    <a:gd name="connsiteY13" fmla="*/ 14733 h 40396"/>
                    <a:gd name="connsiteX14" fmla="*/ 24352 w 31296"/>
                    <a:gd name="connsiteY14" fmla="*/ 6749 h 40396"/>
                    <a:gd name="connsiteX15" fmla="*/ 16552 w 31296"/>
                    <a:gd name="connsiteY15" fmla="*/ 4087 h 40396"/>
                    <a:gd name="connsiteX16" fmla="*/ 12652 w 31296"/>
                    <a:gd name="connsiteY16" fmla="*/ 4753 h 40396"/>
                    <a:gd name="connsiteX17" fmla="*/ 9513 w 31296"/>
                    <a:gd name="connsiteY17" fmla="*/ 6463 h 40396"/>
                    <a:gd name="connsiteX18" fmla="*/ 7134 w 31296"/>
                    <a:gd name="connsiteY18" fmla="*/ 8935 h 40396"/>
                    <a:gd name="connsiteX19" fmla="*/ 5612 w 31296"/>
                    <a:gd name="connsiteY19" fmla="*/ 11786 h 40396"/>
                    <a:gd name="connsiteX20" fmla="*/ 4756 w 31296"/>
                    <a:gd name="connsiteY20" fmla="*/ 15398 h 40396"/>
                    <a:gd name="connsiteX21" fmla="*/ 4566 w 31296"/>
                    <a:gd name="connsiteY21" fmla="*/ 19200 h 40396"/>
                    <a:gd name="connsiteX22" fmla="*/ 4566 w 31296"/>
                    <a:gd name="connsiteY22" fmla="*/ 40396 h 403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1296" h="40396">
                      <a:moveTo>
                        <a:pt x="4566" y="40396"/>
                      </a:moveTo>
                      <a:lnTo>
                        <a:pt x="0" y="40396"/>
                      </a:lnTo>
                      <a:lnTo>
                        <a:pt x="0" y="1046"/>
                      </a:lnTo>
                      <a:lnTo>
                        <a:pt x="4566" y="1046"/>
                      </a:lnTo>
                      <a:lnTo>
                        <a:pt x="4566" y="6558"/>
                      </a:lnTo>
                      <a:cubicBezTo>
                        <a:pt x="6374" y="4658"/>
                        <a:pt x="8276" y="3042"/>
                        <a:pt x="10274" y="1806"/>
                      </a:cubicBezTo>
                      <a:cubicBezTo>
                        <a:pt x="12271" y="570"/>
                        <a:pt x="14554" y="0"/>
                        <a:pt x="17313" y="0"/>
                      </a:cubicBezTo>
                      <a:cubicBezTo>
                        <a:pt x="19786" y="0"/>
                        <a:pt x="21974" y="380"/>
                        <a:pt x="24067" y="1236"/>
                      </a:cubicBezTo>
                      <a:cubicBezTo>
                        <a:pt x="26160" y="2091"/>
                        <a:pt x="27872" y="3517"/>
                        <a:pt x="29299" y="5608"/>
                      </a:cubicBezTo>
                      <a:cubicBezTo>
                        <a:pt x="30250" y="7034"/>
                        <a:pt x="30821" y="8459"/>
                        <a:pt x="31011" y="9980"/>
                      </a:cubicBezTo>
                      <a:cubicBezTo>
                        <a:pt x="31201" y="11501"/>
                        <a:pt x="31296" y="13022"/>
                        <a:pt x="31296" y="14638"/>
                      </a:cubicBezTo>
                      <a:lnTo>
                        <a:pt x="31296" y="40396"/>
                      </a:lnTo>
                      <a:lnTo>
                        <a:pt x="26730" y="40396"/>
                      </a:lnTo>
                      <a:lnTo>
                        <a:pt x="26730" y="14733"/>
                      </a:lnTo>
                      <a:cubicBezTo>
                        <a:pt x="26730" y="11216"/>
                        <a:pt x="25969" y="8554"/>
                        <a:pt x="24352" y="6749"/>
                      </a:cubicBezTo>
                      <a:cubicBezTo>
                        <a:pt x="22735" y="4943"/>
                        <a:pt x="20167" y="4087"/>
                        <a:pt x="16552" y="4087"/>
                      </a:cubicBezTo>
                      <a:cubicBezTo>
                        <a:pt x="15125" y="4087"/>
                        <a:pt x="13793" y="4277"/>
                        <a:pt x="12652" y="4753"/>
                      </a:cubicBezTo>
                      <a:cubicBezTo>
                        <a:pt x="11510" y="5228"/>
                        <a:pt x="10464" y="5798"/>
                        <a:pt x="9513" y="6463"/>
                      </a:cubicBezTo>
                      <a:cubicBezTo>
                        <a:pt x="8562" y="7129"/>
                        <a:pt x="7800" y="7984"/>
                        <a:pt x="7134" y="8935"/>
                      </a:cubicBezTo>
                      <a:cubicBezTo>
                        <a:pt x="6469" y="9885"/>
                        <a:pt x="5993" y="10836"/>
                        <a:pt x="5612" y="11786"/>
                      </a:cubicBezTo>
                      <a:cubicBezTo>
                        <a:pt x="5137" y="13022"/>
                        <a:pt x="4851" y="14258"/>
                        <a:pt x="4756" y="15398"/>
                      </a:cubicBezTo>
                      <a:cubicBezTo>
                        <a:pt x="4661" y="16539"/>
                        <a:pt x="4566" y="17870"/>
                        <a:pt x="4566" y="19200"/>
                      </a:cubicBezTo>
                      <a:lnTo>
                        <a:pt x="4566" y="40396"/>
                      </a:lnTo>
                      <a:close/>
                    </a:path>
                  </a:pathLst>
                </a:custGeom>
                <a:solidFill>
                  <a:srgbClr val="000000"/>
                </a:solidFill>
                <a:ln w="9506" cap="flat">
                  <a:noFill/>
                  <a:prstDash val="solid"/>
                  <a:miter/>
                </a:ln>
              </p:spPr>
              <p:txBody>
                <a:bodyPr rtlCol="0" anchor="ctr"/>
                <a:lstStyle/>
                <a:p>
                  <a:endParaRPr lang="en-US"/>
                </a:p>
              </p:txBody>
            </p:sp>
            <p:sp>
              <p:nvSpPr>
                <p:cNvPr id="4598" name="Freeform 4597">
                  <a:extLst>
                    <a:ext uri="{FF2B5EF4-FFF2-40B4-BE49-F238E27FC236}">
                      <a16:creationId xmlns:a16="http://schemas.microsoft.com/office/drawing/2014/main" id="{890FBFD2-0002-0A5A-52C2-1B7B3C26C14B}"/>
                    </a:ext>
                  </a:extLst>
                </p:cNvPr>
                <p:cNvSpPr/>
                <p:nvPr/>
              </p:nvSpPr>
              <p:spPr>
                <a:xfrm>
                  <a:off x="6283492" y="3772701"/>
                  <a:ext cx="5517" cy="6653"/>
                </a:xfrm>
                <a:custGeom>
                  <a:avLst/>
                  <a:gdLst>
                    <a:gd name="connsiteX0" fmla="*/ 0 w 5517"/>
                    <a:gd name="connsiteY0" fmla="*/ 6653 h 6653"/>
                    <a:gd name="connsiteX1" fmla="*/ 0 w 5517"/>
                    <a:gd name="connsiteY1" fmla="*/ 0 h 6653"/>
                    <a:gd name="connsiteX2" fmla="*/ 5517 w 5517"/>
                    <a:gd name="connsiteY2" fmla="*/ 0 h 6653"/>
                    <a:gd name="connsiteX3" fmla="*/ 5517 w 5517"/>
                    <a:gd name="connsiteY3" fmla="*/ 6653 h 6653"/>
                    <a:gd name="connsiteX4" fmla="*/ 0 w 5517"/>
                    <a:gd name="connsiteY4" fmla="*/ 6653 h 66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17" h="6653">
                      <a:moveTo>
                        <a:pt x="0" y="6653"/>
                      </a:moveTo>
                      <a:lnTo>
                        <a:pt x="0" y="0"/>
                      </a:lnTo>
                      <a:lnTo>
                        <a:pt x="5517" y="0"/>
                      </a:lnTo>
                      <a:lnTo>
                        <a:pt x="5517" y="6653"/>
                      </a:lnTo>
                      <a:lnTo>
                        <a:pt x="0" y="6653"/>
                      </a:lnTo>
                      <a:close/>
                    </a:path>
                  </a:pathLst>
                </a:custGeom>
                <a:solidFill>
                  <a:srgbClr val="000000"/>
                </a:solidFill>
                <a:ln w="9506" cap="flat">
                  <a:noFill/>
                  <a:prstDash val="solid"/>
                  <a:miter/>
                </a:ln>
              </p:spPr>
              <p:txBody>
                <a:bodyPr rtlCol="0" anchor="ctr"/>
                <a:lstStyle/>
                <a:p>
                  <a:endParaRPr lang="en-US"/>
                </a:p>
              </p:txBody>
            </p:sp>
            <p:sp>
              <p:nvSpPr>
                <p:cNvPr id="4599" name="Freeform 4598">
                  <a:extLst>
                    <a:ext uri="{FF2B5EF4-FFF2-40B4-BE49-F238E27FC236}">
                      <a16:creationId xmlns:a16="http://schemas.microsoft.com/office/drawing/2014/main" id="{7591B7B7-9222-30A6-CA2D-BAD4AC8E81E6}"/>
                    </a:ext>
                  </a:extLst>
                </p:cNvPr>
                <p:cNvSpPr/>
                <p:nvPr/>
              </p:nvSpPr>
              <p:spPr>
                <a:xfrm>
                  <a:off x="6300519" y="3739149"/>
                  <a:ext cx="31011" cy="41441"/>
                </a:xfrm>
                <a:custGeom>
                  <a:avLst/>
                  <a:gdLst>
                    <a:gd name="connsiteX0" fmla="*/ 4566 w 31011"/>
                    <a:gd name="connsiteY0" fmla="*/ 27850 h 41441"/>
                    <a:gd name="connsiteX1" fmla="*/ 8371 w 31011"/>
                    <a:gd name="connsiteY1" fmla="*/ 35074 h 41441"/>
                    <a:gd name="connsiteX2" fmla="*/ 16362 w 31011"/>
                    <a:gd name="connsiteY2" fmla="*/ 37165 h 41441"/>
                    <a:gd name="connsiteX3" fmla="*/ 20737 w 31011"/>
                    <a:gd name="connsiteY3" fmla="*/ 36594 h 41441"/>
                    <a:gd name="connsiteX4" fmla="*/ 23781 w 31011"/>
                    <a:gd name="connsiteY4" fmla="*/ 34978 h 41441"/>
                    <a:gd name="connsiteX5" fmla="*/ 25589 w 31011"/>
                    <a:gd name="connsiteY5" fmla="*/ 32697 h 41441"/>
                    <a:gd name="connsiteX6" fmla="*/ 26160 w 31011"/>
                    <a:gd name="connsiteY6" fmla="*/ 29941 h 41441"/>
                    <a:gd name="connsiteX7" fmla="*/ 24257 w 31011"/>
                    <a:gd name="connsiteY7" fmla="*/ 25664 h 41441"/>
                    <a:gd name="connsiteX8" fmla="*/ 19596 w 31011"/>
                    <a:gd name="connsiteY8" fmla="*/ 23477 h 41441"/>
                    <a:gd name="connsiteX9" fmla="*/ 13508 w 31011"/>
                    <a:gd name="connsiteY9" fmla="*/ 22147 h 41441"/>
                    <a:gd name="connsiteX10" fmla="*/ 7420 w 31011"/>
                    <a:gd name="connsiteY10" fmla="*/ 20436 h 41441"/>
                    <a:gd name="connsiteX11" fmla="*/ 2759 w 31011"/>
                    <a:gd name="connsiteY11" fmla="*/ 17204 h 41441"/>
                    <a:gd name="connsiteX12" fmla="*/ 856 w 31011"/>
                    <a:gd name="connsiteY12" fmla="*/ 11216 h 41441"/>
                    <a:gd name="connsiteX13" fmla="*/ 4471 w 31011"/>
                    <a:gd name="connsiteY13" fmla="*/ 3137 h 41441"/>
                    <a:gd name="connsiteX14" fmla="*/ 14744 w 31011"/>
                    <a:gd name="connsiteY14" fmla="*/ 0 h 41441"/>
                    <a:gd name="connsiteX15" fmla="*/ 25113 w 31011"/>
                    <a:gd name="connsiteY15" fmla="*/ 2851 h 41441"/>
                    <a:gd name="connsiteX16" fmla="*/ 29964 w 31011"/>
                    <a:gd name="connsiteY16" fmla="*/ 12356 h 41441"/>
                    <a:gd name="connsiteX17" fmla="*/ 25303 w 31011"/>
                    <a:gd name="connsiteY17" fmla="*/ 12356 h 41441"/>
                    <a:gd name="connsiteX18" fmla="*/ 21879 w 31011"/>
                    <a:gd name="connsiteY18" fmla="*/ 5893 h 41441"/>
                    <a:gd name="connsiteX19" fmla="*/ 14649 w 31011"/>
                    <a:gd name="connsiteY19" fmla="*/ 3992 h 41441"/>
                    <a:gd name="connsiteX20" fmla="*/ 7991 w 31011"/>
                    <a:gd name="connsiteY20" fmla="*/ 5893 h 41441"/>
                    <a:gd name="connsiteX21" fmla="*/ 5708 w 31011"/>
                    <a:gd name="connsiteY21" fmla="*/ 10836 h 41441"/>
                    <a:gd name="connsiteX22" fmla="*/ 7610 w 31011"/>
                    <a:gd name="connsiteY22" fmla="*/ 14923 h 41441"/>
                    <a:gd name="connsiteX23" fmla="*/ 12271 w 31011"/>
                    <a:gd name="connsiteY23" fmla="*/ 17204 h 41441"/>
                    <a:gd name="connsiteX24" fmla="*/ 18359 w 31011"/>
                    <a:gd name="connsiteY24" fmla="*/ 18725 h 41441"/>
                    <a:gd name="connsiteX25" fmla="*/ 24447 w 31011"/>
                    <a:gd name="connsiteY25" fmla="*/ 20626 h 41441"/>
                    <a:gd name="connsiteX26" fmla="*/ 29108 w 31011"/>
                    <a:gd name="connsiteY26" fmla="*/ 24048 h 41441"/>
                    <a:gd name="connsiteX27" fmla="*/ 31011 w 31011"/>
                    <a:gd name="connsiteY27" fmla="*/ 29941 h 41441"/>
                    <a:gd name="connsiteX28" fmla="*/ 29774 w 31011"/>
                    <a:gd name="connsiteY28" fmla="*/ 34883 h 41441"/>
                    <a:gd name="connsiteX29" fmla="*/ 26445 w 31011"/>
                    <a:gd name="connsiteY29" fmla="*/ 38495 h 41441"/>
                    <a:gd name="connsiteX30" fmla="*/ 21403 w 31011"/>
                    <a:gd name="connsiteY30" fmla="*/ 40682 h 41441"/>
                    <a:gd name="connsiteX31" fmla="*/ 14935 w 31011"/>
                    <a:gd name="connsiteY31" fmla="*/ 41442 h 41441"/>
                    <a:gd name="connsiteX32" fmla="*/ 8752 w 31011"/>
                    <a:gd name="connsiteY32" fmla="*/ 40396 h 41441"/>
                    <a:gd name="connsiteX33" fmla="*/ 4186 w 31011"/>
                    <a:gd name="connsiteY33" fmla="*/ 37545 h 41441"/>
                    <a:gd name="connsiteX34" fmla="*/ 1237 w 31011"/>
                    <a:gd name="connsiteY34" fmla="*/ 33268 h 41441"/>
                    <a:gd name="connsiteX35" fmla="*/ 0 w 31011"/>
                    <a:gd name="connsiteY35" fmla="*/ 28040 h 41441"/>
                    <a:gd name="connsiteX36" fmla="*/ 4661 w 31011"/>
                    <a:gd name="connsiteY36" fmla="*/ 28040 h 41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1011" h="41441">
                      <a:moveTo>
                        <a:pt x="4566" y="27850"/>
                      </a:moveTo>
                      <a:cubicBezTo>
                        <a:pt x="5232" y="31271"/>
                        <a:pt x="6564" y="33648"/>
                        <a:pt x="8371" y="35074"/>
                      </a:cubicBezTo>
                      <a:cubicBezTo>
                        <a:pt x="10273" y="36499"/>
                        <a:pt x="12842" y="37165"/>
                        <a:pt x="16362" y="37165"/>
                      </a:cubicBezTo>
                      <a:cubicBezTo>
                        <a:pt x="18074" y="37165"/>
                        <a:pt x="19501" y="36975"/>
                        <a:pt x="20737" y="36594"/>
                      </a:cubicBezTo>
                      <a:cubicBezTo>
                        <a:pt x="21974" y="36214"/>
                        <a:pt x="22925" y="35644"/>
                        <a:pt x="23781" y="34978"/>
                      </a:cubicBezTo>
                      <a:cubicBezTo>
                        <a:pt x="24542" y="34313"/>
                        <a:pt x="25208" y="33553"/>
                        <a:pt x="25589" y="32697"/>
                      </a:cubicBezTo>
                      <a:cubicBezTo>
                        <a:pt x="25969" y="31842"/>
                        <a:pt x="26160" y="30891"/>
                        <a:pt x="26160" y="29941"/>
                      </a:cubicBezTo>
                      <a:cubicBezTo>
                        <a:pt x="26160" y="28040"/>
                        <a:pt x="25494" y="26614"/>
                        <a:pt x="24257" y="25664"/>
                      </a:cubicBezTo>
                      <a:cubicBezTo>
                        <a:pt x="23020" y="24713"/>
                        <a:pt x="21498" y="23953"/>
                        <a:pt x="19596" y="23477"/>
                      </a:cubicBezTo>
                      <a:cubicBezTo>
                        <a:pt x="17693" y="23002"/>
                        <a:pt x="15696" y="22527"/>
                        <a:pt x="13508" y="22147"/>
                      </a:cubicBezTo>
                      <a:cubicBezTo>
                        <a:pt x="11320" y="21766"/>
                        <a:pt x="9322" y="21196"/>
                        <a:pt x="7420" y="20436"/>
                      </a:cubicBezTo>
                      <a:cubicBezTo>
                        <a:pt x="5517" y="19675"/>
                        <a:pt x="3995" y="18630"/>
                        <a:pt x="2759" y="17204"/>
                      </a:cubicBezTo>
                      <a:cubicBezTo>
                        <a:pt x="1522" y="15778"/>
                        <a:pt x="856" y="13782"/>
                        <a:pt x="856" y="11216"/>
                      </a:cubicBezTo>
                      <a:cubicBezTo>
                        <a:pt x="856" y="7889"/>
                        <a:pt x="2093" y="5228"/>
                        <a:pt x="4471" y="3137"/>
                      </a:cubicBezTo>
                      <a:cubicBezTo>
                        <a:pt x="6849" y="1046"/>
                        <a:pt x="10273" y="0"/>
                        <a:pt x="14744" y="0"/>
                      </a:cubicBezTo>
                      <a:cubicBezTo>
                        <a:pt x="19215" y="0"/>
                        <a:pt x="22449" y="950"/>
                        <a:pt x="25113" y="2851"/>
                      </a:cubicBezTo>
                      <a:cubicBezTo>
                        <a:pt x="27777" y="4753"/>
                        <a:pt x="29394" y="7889"/>
                        <a:pt x="29964" y="12356"/>
                      </a:cubicBezTo>
                      <a:lnTo>
                        <a:pt x="25303" y="12356"/>
                      </a:lnTo>
                      <a:cubicBezTo>
                        <a:pt x="24923" y="9315"/>
                        <a:pt x="23781" y="7224"/>
                        <a:pt x="21879" y="5893"/>
                      </a:cubicBezTo>
                      <a:cubicBezTo>
                        <a:pt x="19976" y="4562"/>
                        <a:pt x="17598" y="3992"/>
                        <a:pt x="14649" y="3992"/>
                      </a:cubicBezTo>
                      <a:cubicBezTo>
                        <a:pt x="11701" y="3992"/>
                        <a:pt x="9513" y="4657"/>
                        <a:pt x="7991" y="5893"/>
                      </a:cubicBezTo>
                      <a:cubicBezTo>
                        <a:pt x="6468" y="7129"/>
                        <a:pt x="5708" y="8745"/>
                        <a:pt x="5708" y="10836"/>
                      </a:cubicBezTo>
                      <a:cubicBezTo>
                        <a:pt x="5708" y="12642"/>
                        <a:pt x="6374" y="13972"/>
                        <a:pt x="7610" y="14923"/>
                      </a:cubicBezTo>
                      <a:cubicBezTo>
                        <a:pt x="8847" y="15873"/>
                        <a:pt x="10369" y="16634"/>
                        <a:pt x="12271" y="17204"/>
                      </a:cubicBezTo>
                      <a:cubicBezTo>
                        <a:pt x="14174" y="17774"/>
                        <a:pt x="16171" y="18345"/>
                        <a:pt x="18359" y="18725"/>
                      </a:cubicBezTo>
                      <a:cubicBezTo>
                        <a:pt x="20547" y="19200"/>
                        <a:pt x="22545" y="19865"/>
                        <a:pt x="24447" y="20626"/>
                      </a:cubicBezTo>
                      <a:cubicBezTo>
                        <a:pt x="26350" y="21481"/>
                        <a:pt x="27872" y="22622"/>
                        <a:pt x="29108" y="24048"/>
                      </a:cubicBezTo>
                      <a:cubicBezTo>
                        <a:pt x="30345" y="25473"/>
                        <a:pt x="31011" y="27470"/>
                        <a:pt x="31011" y="29941"/>
                      </a:cubicBezTo>
                      <a:cubicBezTo>
                        <a:pt x="31011" y="31842"/>
                        <a:pt x="30630" y="33458"/>
                        <a:pt x="29774" y="34883"/>
                      </a:cubicBezTo>
                      <a:cubicBezTo>
                        <a:pt x="29013" y="36309"/>
                        <a:pt x="27872" y="37545"/>
                        <a:pt x="26445" y="38495"/>
                      </a:cubicBezTo>
                      <a:cubicBezTo>
                        <a:pt x="25018" y="39446"/>
                        <a:pt x="23306" y="40206"/>
                        <a:pt x="21403" y="40682"/>
                      </a:cubicBezTo>
                      <a:cubicBezTo>
                        <a:pt x="19406" y="41157"/>
                        <a:pt x="17313" y="41442"/>
                        <a:pt x="14935" y="41442"/>
                      </a:cubicBezTo>
                      <a:cubicBezTo>
                        <a:pt x="12557" y="41442"/>
                        <a:pt x="10559" y="41062"/>
                        <a:pt x="8752" y="40396"/>
                      </a:cubicBezTo>
                      <a:cubicBezTo>
                        <a:pt x="6944" y="39731"/>
                        <a:pt x="5422" y="38781"/>
                        <a:pt x="4186" y="37545"/>
                      </a:cubicBezTo>
                      <a:cubicBezTo>
                        <a:pt x="2949" y="36309"/>
                        <a:pt x="1903" y="34883"/>
                        <a:pt x="1237" y="33268"/>
                      </a:cubicBezTo>
                      <a:cubicBezTo>
                        <a:pt x="476" y="31652"/>
                        <a:pt x="95" y="29941"/>
                        <a:pt x="0" y="28040"/>
                      </a:cubicBezTo>
                      <a:lnTo>
                        <a:pt x="4661" y="28040"/>
                      </a:lnTo>
                      <a:close/>
                    </a:path>
                  </a:pathLst>
                </a:custGeom>
                <a:solidFill>
                  <a:srgbClr val="000000"/>
                </a:solidFill>
                <a:ln w="9506" cap="flat">
                  <a:noFill/>
                  <a:prstDash val="solid"/>
                  <a:miter/>
                </a:ln>
              </p:spPr>
              <p:txBody>
                <a:bodyPr rtlCol="0" anchor="ctr"/>
                <a:lstStyle/>
                <a:p>
                  <a:endParaRPr lang="en-US"/>
                </a:p>
              </p:txBody>
            </p:sp>
          </p:grpSp>
          <p:grpSp>
            <p:nvGrpSpPr>
              <p:cNvPr id="4510" name="Graphic 5">
                <a:extLst>
                  <a:ext uri="{FF2B5EF4-FFF2-40B4-BE49-F238E27FC236}">
                    <a16:creationId xmlns:a16="http://schemas.microsoft.com/office/drawing/2014/main" id="{6A69FA9A-9A62-7899-5629-CFBBFFB7EF7C}"/>
                  </a:ext>
                </a:extLst>
              </p:cNvPr>
              <p:cNvGrpSpPr/>
              <p:nvPr/>
            </p:nvGrpSpPr>
            <p:grpSpPr>
              <a:xfrm>
                <a:off x="8385127" y="3141054"/>
                <a:ext cx="1293966" cy="251444"/>
                <a:chOff x="6066606" y="3574522"/>
                <a:chExt cx="519955" cy="101038"/>
              </a:xfrm>
              <a:solidFill>
                <a:srgbClr val="262626"/>
              </a:solidFill>
            </p:grpSpPr>
            <p:sp>
              <p:nvSpPr>
                <p:cNvPr id="4587" name="Freeform 4586">
                  <a:extLst>
                    <a:ext uri="{FF2B5EF4-FFF2-40B4-BE49-F238E27FC236}">
                      <a16:creationId xmlns:a16="http://schemas.microsoft.com/office/drawing/2014/main" id="{D138EBAF-AEB1-4A66-E6E2-478518E6D241}"/>
                    </a:ext>
                  </a:extLst>
                </p:cNvPr>
                <p:cNvSpPr/>
                <p:nvPr/>
              </p:nvSpPr>
              <p:spPr>
                <a:xfrm>
                  <a:off x="6066606" y="3574522"/>
                  <a:ext cx="50321" cy="68531"/>
                </a:xfrm>
                <a:custGeom>
                  <a:avLst/>
                  <a:gdLst>
                    <a:gd name="connsiteX0" fmla="*/ 0 w 50321"/>
                    <a:gd name="connsiteY0" fmla="*/ 68436 h 68531"/>
                    <a:gd name="connsiteX1" fmla="*/ 0 w 50321"/>
                    <a:gd name="connsiteY1" fmla="*/ 0 h 68531"/>
                    <a:gd name="connsiteX2" fmla="*/ 24733 w 50321"/>
                    <a:gd name="connsiteY2" fmla="*/ 0 h 68531"/>
                    <a:gd name="connsiteX3" fmla="*/ 35006 w 50321"/>
                    <a:gd name="connsiteY3" fmla="*/ 1236 h 68531"/>
                    <a:gd name="connsiteX4" fmla="*/ 41950 w 50321"/>
                    <a:gd name="connsiteY4" fmla="*/ 4753 h 68531"/>
                    <a:gd name="connsiteX5" fmla="*/ 45945 w 50321"/>
                    <a:gd name="connsiteY5" fmla="*/ 10265 h 68531"/>
                    <a:gd name="connsiteX6" fmla="*/ 47182 w 50321"/>
                    <a:gd name="connsiteY6" fmla="*/ 17204 h 68531"/>
                    <a:gd name="connsiteX7" fmla="*/ 46231 w 50321"/>
                    <a:gd name="connsiteY7" fmla="*/ 23477 h 68531"/>
                    <a:gd name="connsiteX8" fmla="*/ 43758 w 50321"/>
                    <a:gd name="connsiteY8" fmla="*/ 27850 h 68531"/>
                    <a:gd name="connsiteX9" fmla="*/ 40238 w 50321"/>
                    <a:gd name="connsiteY9" fmla="*/ 30606 h 68531"/>
                    <a:gd name="connsiteX10" fmla="*/ 36243 w 50321"/>
                    <a:gd name="connsiteY10" fmla="*/ 32032 h 68531"/>
                    <a:gd name="connsiteX11" fmla="*/ 36243 w 50321"/>
                    <a:gd name="connsiteY11" fmla="*/ 32222 h 68531"/>
                    <a:gd name="connsiteX12" fmla="*/ 46897 w 50321"/>
                    <a:gd name="connsiteY12" fmla="*/ 37830 h 68531"/>
                    <a:gd name="connsiteX13" fmla="*/ 50321 w 50321"/>
                    <a:gd name="connsiteY13" fmla="*/ 49236 h 68531"/>
                    <a:gd name="connsiteX14" fmla="*/ 48704 w 50321"/>
                    <a:gd name="connsiteY14" fmla="*/ 58266 h 68531"/>
                    <a:gd name="connsiteX15" fmla="*/ 44138 w 50321"/>
                    <a:gd name="connsiteY15" fmla="*/ 64254 h 68531"/>
                    <a:gd name="connsiteX16" fmla="*/ 37004 w 50321"/>
                    <a:gd name="connsiteY16" fmla="*/ 67581 h 68531"/>
                    <a:gd name="connsiteX17" fmla="*/ 27967 w 50321"/>
                    <a:gd name="connsiteY17" fmla="*/ 68531 h 68531"/>
                    <a:gd name="connsiteX18" fmla="*/ 0 w 50321"/>
                    <a:gd name="connsiteY18" fmla="*/ 68531 h 68531"/>
                    <a:gd name="connsiteX19" fmla="*/ 6468 w 50321"/>
                    <a:gd name="connsiteY19" fmla="*/ 30226 h 68531"/>
                    <a:gd name="connsiteX20" fmla="*/ 22830 w 50321"/>
                    <a:gd name="connsiteY20" fmla="*/ 30226 h 68531"/>
                    <a:gd name="connsiteX21" fmla="*/ 31296 w 50321"/>
                    <a:gd name="connsiteY21" fmla="*/ 29371 h 68531"/>
                    <a:gd name="connsiteX22" fmla="*/ 36814 w 50321"/>
                    <a:gd name="connsiteY22" fmla="*/ 26804 h 68531"/>
                    <a:gd name="connsiteX23" fmla="*/ 39858 w 50321"/>
                    <a:gd name="connsiteY23" fmla="*/ 22717 h 68531"/>
                    <a:gd name="connsiteX24" fmla="*/ 40714 w 50321"/>
                    <a:gd name="connsiteY24" fmla="*/ 17204 h 68531"/>
                    <a:gd name="connsiteX25" fmla="*/ 39667 w 50321"/>
                    <a:gd name="connsiteY25" fmla="*/ 11786 h 68531"/>
                    <a:gd name="connsiteX26" fmla="*/ 36338 w 50321"/>
                    <a:gd name="connsiteY26" fmla="*/ 8174 h 68531"/>
                    <a:gd name="connsiteX27" fmla="*/ 30440 w 50321"/>
                    <a:gd name="connsiteY27" fmla="*/ 6178 h 68531"/>
                    <a:gd name="connsiteX28" fmla="*/ 21403 w 50321"/>
                    <a:gd name="connsiteY28" fmla="*/ 5608 h 68531"/>
                    <a:gd name="connsiteX29" fmla="*/ 6468 w 50321"/>
                    <a:gd name="connsiteY29" fmla="*/ 5608 h 68531"/>
                    <a:gd name="connsiteX30" fmla="*/ 6468 w 50321"/>
                    <a:gd name="connsiteY30" fmla="*/ 30321 h 68531"/>
                    <a:gd name="connsiteX31" fmla="*/ 6468 w 50321"/>
                    <a:gd name="connsiteY31" fmla="*/ 62923 h 68531"/>
                    <a:gd name="connsiteX32" fmla="*/ 22925 w 50321"/>
                    <a:gd name="connsiteY32" fmla="*/ 62923 h 68531"/>
                    <a:gd name="connsiteX33" fmla="*/ 32248 w 50321"/>
                    <a:gd name="connsiteY33" fmla="*/ 62448 h 68531"/>
                    <a:gd name="connsiteX34" fmla="*/ 38716 w 50321"/>
                    <a:gd name="connsiteY34" fmla="*/ 60452 h 68531"/>
                    <a:gd name="connsiteX35" fmla="*/ 42616 w 50321"/>
                    <a:gd name="connsiteY35" fmla="*/ 56270 h 68531"/>
                    <a:gd name="connsiteX36" fmla="*/ 43853 w 50321"/>
                    <a:gd name="connsiteY36" fmla="*/ 49141 h 68531"/>
                    <a:gd name="connsiteX37" fmla="*/ 42426 w 50321"/>
                    <a:gd name="connsiteY37" fmla="*/ 42202 h 68531"/>
                    <a:gd name="connsiteX38" fmla="*/ 38336 w 50321"/>
                    <a:gd name="connsiteY38" fmla="*/ 38115 h 68531"/>
                    <a:gd name="connsiteX39" fmla="*/ 31962 w 50321"/>
                    <a:gd name="connsiteY39" fmla="*/ 36214 h 68531"/>
                    <a:gd name="connsiteX40" fmla="*/ 23686 w 50321"/>
                    <a:gd name="connsiteY40" fmla="*/ 35644 h 68531"/>
                    <a:gd name="connsiteX41" fmla="*/ 6468 w 50321"/>
                    <a:gd name="connsiteY41" fmla="*/ 35644 h 68531"/>
                    <a:gd name="connsiteX42" fmla="*/ 6468 w 50321"/>
                    <a:gd name="connsiteY42" fmla="*/ 62828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50321" h="68531">
                      <a:moveTo>
                        <a:pt x="0" y="68436"/>
                      </a:moveTo>
                      <a:lnTo>
                        <a:pt x="0" y="0"/>
                      </a:lnTo>
                      <a:lnTo>
                        <a:pt x="24733" y="0"/>
                      </a:lnTo>
                      <a:cubicBezTo>
                        <a:pt x="28728" y="0"/>
                        <a:pt x="32152" y="380"/>
                        <a:pt x="35006" y="1236"/>
                      </a:cubicBezTo>
                      <a:cubicBezTo>
                        <a:pt x="37860" y="2091"/>
                        <a:pt x="40143" y="3232"/>
                        <a:pt x="41950" y="4753"/>
                      </a:cubicBezTo>
                      <a:cubicBezTo>
                        <a:pt x="43758" y="6273"/>
                        <a:pt x="45089" y="8079"/>
                        <a:pt x="45945" y="10265"/>
                      </a:cubicBezTo>
                      <a:cubicBezTo>
                        <a:pt x="46802" y="12357"/>
                        <a:pt x="47182" y="14733"/>
                        <a:pt x="47182" y="17204"/>
                      </a:cubicBezTo>
                      <a:cubicBezTo>
                        <a:pt x="47182" y="19675"/>
                        <a:pt x="46897" y="21671"/>
                        <a:pt x="46231" y="23477"/>
                      </a:cubicBezTo>
                      <a:cubicBezTo>
                        <a:pt x="45565" y="25188"/>
                        <a:pt x="44804" y="26709"/>
                        <a:pt x="43758" y="27850"/>
                      </a:cubicBezTo>
                      <a:cubicBezTo>
                        <a:pt x="42711" y="28990"/>
                        <a:pt x="41570" y="29941"/>
                        <a:pt x="40238" y="30606"/>
                      </a:cubicBezTo>
                      <a:cubicBezTo>
                        <a:pt x="38906" y="31272"/>
                        <a:pt x="37575" y="31747"/>
                        <a:pt x="36243" y="32032"/>
                      </a:cubicBezTo>
                      <a:lnTo>
                        <a:pt x="36243" y="32222"/>
                      </a:lnTo>
                      <a:cubicBezTo>
                        <a:pt x="40999" y="32887"/>
                        <a:pt x="44519" y="34788"/>
                        <a:pt x="46897" y="37830"/>
                      </a:cubicBezTo>
                      <a:cubicBezTo>
                        <a:pt x="49180" y="40872"/>
                        <a:pt x="50321" y="44674"/>
                        <a:pt x="50321" y="49236"/>
                      </a:cubicBezTo>
                      <a:cubicBezTo>
                        <a:pt x="50321" y="52753"/>
                        <a:pt x="49751" y="55794"/>
                        <a:pt x="48704" y="58266"/>
                      </a:cubicBezTo>
                      <a:cubicBezTo>
                        <a:pt x="47563" y="60737"/>
                        <a:pt x="46041" y="62733"/>
                        <a:pt x="44138" y="64254"/>
                      </a:cubicBezTo>
                      <a:cubicBezTo>
                        <a:pt x="42141" y="65775"/>
                        <a:pt x="39762" y="66916"/>
                        <a:pt x="37004" y="67581"/>
                      </a:cubicBezTo>
                      <a:cubicBezTo>
                        <a:pt x="34245" y="68246"/>
                        <a:pt x="31201" y="68531"/>
                        <a:pt x="27967" y="68531"/>
                      </a:cubicBezTo>
                      <a:lnTo>
                        <a:pt x="0" y="68531"/>
                      </a:lnTo>
                      <a:close/>
                      <a:moveTo>
                        <a:pt x="6468" y="30226"/>
                      </a:moveTo>
                      <a:lnTo>
                        <a:pt x="22830" y="30226"/>
                      </a:lnTo>
                      <a:cubicBezTo>
                        <a:pt x="26160" y="30226"/>
                        <a:pt x="29013" y="29941"/>
                        <a:pt x="31296" y="29371"/>
                      </a:cubicBezTo>
                      <a:cubicBezTo>
                        <a:pt x="33579" y="28800"/>
                        <a:pt x="35387" y="27945"/>
                        <a:pt x="36814" y="26804"/>
                      </a:cubicBezTo>
                      <a:cubicBezTo>
                        <a:pt x="38240" y="25664"/>
                        <a:pt x="39192" y="24333"/>
                        <a:pt x="39858" y="22717"/>
                      </a:cubicBezTo>
                      <a:cubicBezTo>
                        <a:pt x="40428" y="21101"/>
                        <a:pt x="40714" y="19295"/>
                        <a:pt x="40714" y="17204"/>
                      </a:cubicBezTo>
                      <a:cubicBezTo>
                        <a:pt x="40714" y="15113"/>
                        <a:pt x="40333" y="13212"/>
                        <a:pt x="39667" y="11786"/>
                      </a:cubicBezTo>
                      <a:cubicBezTo>
                        <a:pt x="39002" y="10265"/>
                        <a:pt x="37860" y="9125"/>
                        <a:pt x="36338" y="8174"/>
                      </a:cubicBezTo>
                      <a:cubicBezTo>
                        <a:pt x="34816" y="7224"/>
                        <a:pt x="32818" y="6558"/>
                        <a:pt x="30440" y="6178"/>
                      </a:cubicBezTo>
                      <a:cubicBezTo>
                        <a:pt x="27967" y="5798"/>
                        <a:pt x="25018" y="5608"/>
                        <a:pt x="21403" y="5608"/>
                      </a:cubicBezTo>
                      <a:lnTo>
                        <a:pt x="6468" y="5608"/>
                      </a:lnTo>
                      <a:lnTo>
                        <a:pt x="6468" y="30321"/>
                      </a:lnTo>
                      <a:close/>
                      <a:moveTo>
                        <a:pt x="6468" y="62923"/>
                      </a:moveTo>
                      <a:lnTo>
                        <a:pt x="22925" y="62923"/>
                      </a:lnTo>
                      <a:cubicBezTo>
                        <a:pt x="26445" y="62923"/>
                        <a:pt x="29584" y="62733"/>
                        <a:pt x="32248" y="62448"/>
                      </a:cubicBezTo>
                      <a:cubicBezTo>
                        <a:pt x="34911" y="62163"/>
                        <a:pt x="37004" y="61498"/>
                        <a:pt x="38716" y="60452"/>
                      </a:cubicBezTo>
                      <a:cubicBezTo>
                        <a:pt x="40428" y="59406"/>
                        <a:pt x="41760" y="58076"/>
                        <a:pt x="42616" y="56270"/>
                      </a:cubicBezTo>
                      <a:cubicBezTo>
                        <a:pt x="43472" y="54464"/>
                        <a:pt x="43853" y="52088"/>
                        <a:pt x="43853" y="49141"/>
                      </a:cubicBezTo>
                      <a:cubicBezTo>
                        <a:pt x="43853" y="46194"/>
                        <a:pt x="43377" y="44008"/>
                        <a:pt x="42426" y="42202"/>
                      </a:cubicBezTo>
                      <a:cubicBezTo>
                        <a:pt x="41475" y="40492"/>
                        <a:pt x="40143" y="39066"/>
                        <a:pt x="38336" y="38115"/>
                      </a:cubicBezTo>
                      <a:cubicBezTo>
                        <a:pt x="36528" y="37165"/>
                        <a:pt x="34435" y="36499"/>
                        <a:pt x="31962" y="36214"/>
                      </a:cubicBezTo>
                      <a:cubicBezTo>
                        <a:pt x="29489" y="35929"/>
                        <a:pt x="26730" y="35644"/>
                        <a:pt x="23686" y="35644"/>
                      </a:cubicBezTo>
                      <a:lnTo>
                        <a:pt x="6468" y="35644"/>
                      </a:lnTo>
                      <a:lnTo>
                        <a:pt x="6468" y="62828"/>
                      </a:lnTo>
                      <a:close/>
                    </a:path>
                  </a:pathLst>
                </a:custGeom>
                <a:solidFill>
                  <a:srgbClr val="262626"/>
                </a:solidFill>
                <a:ln w="9506" cap="flat">
                  <a:noFill/>
                  <a:prstDash val="solid"/>
                  <a:miter/>
                </a:ln>
              </p:spPr>
              <p:txBody>
                <a:bodyPr rtlCol="0" anchor="ctr"/>
                <a:lstStyle/>
                <a:p>
                  <a:endParaRPr lang="en-US"/>
                </a:p>
              </p:txBody>
            </p:sp>
            <p:sp>
              <p:nvSpPr>
                <p:cNvPr id="4588" name="Freeform 4587">
                  <a:extLst>
                    <a:ext uri="{FF2B5EF4-FFF2-40B4-BE49-F238E27FC236}">
                      <a16:creationId xmlns:a16="http://schemas.microsoft.com/office/drawing/2014/main" id="{851404DD-45A3-740A-CA08-852CE5B22223}"/>
                    </a:ext>
                  </a:extLst>
                </p:cNvPr>
                <p:cNvSpPr/>
                <p:nvPr/>
              </p:nvSpPr>
              <p:spPr>
                <a:xfrm>
                  <a:off x="6129389" y="3574522"/>
                  <a:ext cx="44138" cy="68436"/>
                </a:xfrm>
                <a:custGeom>
                  <a:avLst/>
                  <a:gdLst>
                    <a:gd name="connsiteX0" fmla="*/ 0 w 44138"/>
                    <a:gd name="connsiteY0" fmla="*/ 68436 h 68436"/>
                    <a:gd name="connsiteX1" fmla="*/ 0 w 44138"/>
                    <a:gd name="connsiteY1" fmla="*/ 0 h 68436"/>
                    <a:gd name="connsiteX2" fmla="*/ 44138 w 44138"/>
                    <a:gd name="connsiteY2" fmla="*/ 0 h 68436"/>
                    <a:gd name="connsiteX3" fmla="*/ 44138 w 44138"/>
                    <a:gd name="connsiteY3" fmla="*/ 5513 h 68436"/>
                    <a:gd name="connsiteX4" fmla="*/ 6468 w 44138"/>
                    <a:gd name="connsiteY4" fmla="*/ 5513 h 68436"/>
                    <a:gd name="connsiteX5" fmla="*/ 6468 w 44138"/>
                    <a:gd name="connsiteY5" fmla="*/ 30226 h 68436"/>
                    <a:gd name="connsiteX6" fmla="*/ 40714 w 44138"/>
                    <a:gd name="connsiteY6" fmla="*/ 30226 h 68436"/>
                    <a:gd name="connsiteX7" fmla="*/ 40714 w 44138"/>
                    <a:gd name="connsiteY7" fmla="*/ 35739 h 68436"/>
                    <a:gd name="connsiteX8" fmla="*/ 6468 w 44138"/>
                    <a:gd name="connsiteY8" fmla="*/ 35739 h 68436"/>
                    <a:gd name="connsiteX9" fmla="*/ 6468 w 44138"/>
                    <a:gd name="connsiteY9" fmla="*/ 68436 h 68436"/>
                    <a:gd name="connsiteX10" fmla="*/ 0 w 44138"/>
                    <a:gd name="connsiteY10" fmla="*/ 68436 h 68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4138" h="68436">
                      <a:moveTo>
                        <a:pt x="0" y="68436"/>
                      </a:moveTo>
                      <a:lnTo>
                        <a:pt x="0" y="0"/>
                      </a:lnTo>
                      <a:lnTo>
                        <a:pt x="44138" y="0"/>
                      </a:lnTo>
                      <a:lnTo>
                        <a:pt x="44138" y="5513"/>
                      </a:lnTo>
                      <a:lnTo>
                        <a:pt x="6468" y="5513"/>
                      </a:lnTo>
                      <a:lnTo>
                        <a:pt x="6468" y="30226"/>
                      </a:lnTo>
                      <a:lnTo>
                        <a:pt x="40714" y="30226"/>
                      </a:lnTo>
                      <a:lnTo>
                        <a:pt x="40714" y="35739"/>
                      </a:lnTo>
                      <a:lnTo>
                        <a:pt x="6468" y="35739"/>
                      </a:lnTo>
                      <a:lnTo>
                        <a:pt x="6468" y="68436"/>
                      </a:lnTo>
                      <a:lnTo>
                        <a:pt x="0" y="68436"/>
                      </a:lnTo>
                      <a:close/>
                    </a:path>
                  </a:pathLst>
                </a:custGeom>
                <a:solidFill>
                  <a:srgbClr val="262626"/>
                </a:solidFill>
                <a:ln w="9506" cap="flat">
                  <a:noFill/>
                  <a:prstDash val="solid"/>
                  <a:miter/>
                </a:ln>
              </p:spPr>
              <p:txBody>
                <a:bodyPr rtlCol="0" anchor="ctr"/>
                <a:lstStyle/>
                <a:p>
                  <a:endParaRPr lang="en-US"/>
                </a:p>
              </p:txBody>
            </p:sp>
            <p:sp>
              <p:nvSpPr>
                <p:cNvPr id="4589" name="Freeform 4588">
                  <a:extLst>
                    <a:ext uri="{FF2B5EF4-FFF2-40B4-BE49-F238E27FC236}">
                      <a16:creationId xmlns:a16="http://schemas.microsoft.com/office/drawing/2014/main" id="{CF68145B-B3B7-5CEE-DBC0-27B335B4B2FF}"/>
                    </a:ext>
                  </a:extLst>
                </p:cNvPr>
                <p:cNvSpPr/>
                <p:nvPr/>
              </p:nvSpPr>
              <p:spPr>
                <a:xfrm>
                  <a:off x="6176951" y="3635069"/>
                  <a:ext cx="27205" cy="40491"/>
                </a:xfrm>
                <a:custGeom>
                  <a:avLst/>
                  <a:gdLst>
                    <a:gd name="connsiteX0" fmla="*/ 13603 w 27205"/>
                    <a:gd name="connsiteY0" fmla="*/ 40492 h 40491"/>
                    <a:gd name="connsiteX1" fmla="*/ 3044 w 27205"/>
                    <a:gd name="connsiteY1" fmla="*/ 35264 h 40491"/>
                    <a:gd name="connsiteX2" fmla="*/ 0 w 27205"/>
                    <a:gd name="connsiteY2" fmla="*/ 20341 h 40491"/>
                    <a:gd name="connsiteX3" fmla="*/ 3044 w 27205"/>
                    <a:gd name="connsiteY3" fmla="*/ 5323 h 40491"/>
                    <a:gd name="connsiteX4" fmla="*/ 13603 w 27205"/>
                    <a:gd name="connsiteY4" fmla="*/ 0 h 40491"/>
                    <a:gd name="connsiteX5" fmla="*/ 24162 w 27205"/>
                    <a:gd name="connsiteY5" fmla="*/ 5323 h 40491"/>
                    <a:gd name="connsiteX6" fmla="*/ 27206 w 27205"/>
                    <a:gd name="connsiteY6" fmla="*/ 20341 h 40491"/>
                    <a:gd name="connsiteX7" fmla="*/ 24162 w 27205"/>
                    <a:gd name="connsiteY7" fmla="*/ 35264 h 40491"/>
                    <a:gd name="connsiteX8" fmla="*/ 13603 w 27205"/>
                    <a:gd name="connsiteY8" fmla="*/ 40492 h 40491"/>
                    <a:gd name="connsiteX9" fmla="*/ 18074 w 27205"/>
                    <a:gd name="connsiteY9" fmla="*/ 30606 h 40491"/>
                    <a:gd name="connsiteX10" fmla="*/ 19120 w 27205"/>
                    <a:gd name="connsiteY10" fmla="*/ 20246 h 40491"/>
                    <a:gd name="connsiteX11" fmla="*/ 18074 w 27205"/>
                    <a:gd name="connsiteY11" fmla="*/ 9790 h 40491"/>
                    <a:gd name="connsiteX12" fmla="*/ 13603 w 27205"/>
                    <a:gd name="connsiteY12" fmla="*/ 6368 h 40491"/>
                    <a:gd name="connsiteX13" fmla="*/ 9037 w 27205"/>
                    <a:gd name="connsiteY13" fmla="*/ 9790 h 40491"/>
                    <a:gd name="connsiteX14" fmla="*/ 7895 w 27205"/>
                    <a:gd name="connsiteY14" fmla="*/ 20246 h 40491"/>
                    <a:gd name="connsiteX15" fmla="*/ 9037 w 27205"/>
                    <a:gd name="connsiteY15" fmla="*/ 30606 h 40491"/>
                    <a:gd name="connsiteX16" fmla="*/ 13603 w 27205"/>
                    <a:gd name="connsiteY16" fmla="*/ 34218 h 40491"/>
                    <a:gd name="connsiteX17" fmla="*/ 18169 w 27205"/>
                    <a:gd name="connsiteY17" fmla="*/ 30606 h 40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7205" h="40491">
                      <a:moveTo>
                        <a:pt x="13603" y="40492"/>
                      </a:moveTo>
                      <a:cubicBezTo>
                        <a:pt x="8561" y="40492"/>
                        <a:pt x="5137" y="38781"/>
                        <a:pt x="3044" y="35264"/>
                      </a:cubicBezTo>
                      <a:cubicBezTo>
                        <a:pt x="1046" y="31747"/>
                        <a:pt x="0" y="26804"/>
                        <a:pt x="0" y="20341"/>
                      </a:cubicBezTo>
                      <a:cubicBezTo>
                        <a:pt x="0" y="13877"/>
                        <a:pt x="1046" y="8840"/>
                        <a:pt x="3044" y="5323"/>
                      </a:cubicBezTo>
                      <a:cubicBezTo>
                        <a:pt x="5042" y="1806"/>
                        <a:pt x="8561" y="0"/>
                        <a:pt x="13603" y="0"/>
                      </a:cubicBezTo>
                      <a:cubicBezTo>
                        <a:pt x="18645" y="0"/>
                        <a:pt x="22069" y="1806"/>
                        <a:pt x="24162" y="5323"/>
                      </a:cubicBezTo>
                      <a:cubicBezTo>
                        <a:pt x="26160" y="8840"/>
                        <a:pt x="27206" y="13877"/>
                        <a:pt x="27206" y="20341"/>
                      </a:cubicBezTo>
                      <a:cubicBezTo>
                        <a:pt x="27206" y="26804"/>
                        <a:pt x="26160" y="31842"/>
                        <a:pt x="24162" y="35264"/>
                      </a:cubicBezTo>
                      <a:cubicBezTo>
                        <a:pt x="22164" y="38781"/>
                        <a:pt x="18645" y="40492"/>
                        <a:pt x="13603" y="40492"/>
                      </a:cubicBezTo>
                      <a:close/>
                      <a:moveTo>
                        <a:pt x="18074" y="30606"/>
                      </a:moveTo>
                      <a:cubicBezTo>
                        <a:pt x="18740" y="28230"/>
                        <a:pt x="19120" y="24808"/>
                        <a:pt x="19120" y="20246"/>
                      </a:cubicBezTo>
                      <a:cubicBezTo>
                        <a:pt x="19120" y="15683"/>
                        <a:pt x="18740" y="11976"/>
                        <a:pt x="18074" y="9790"/>
                      </a:cubicBezTo>
                      <a:cubicBezTo>
                        <a:pt x="17408" y="7509"/>
                        <a:pt x="15886" y="6368"/>
                        <a:pt x="13603" y="6368"/>
                      </a:cubicBezTo>
                      <a:cubicBezTo>
                        <a:pt x="11320" y="6368"/>
                        <a:pt x="9798" y="7509"/>
                        <a:pt x="9037" y="9790"/>
                      </a:cubicBezTo>
                      <a:cubicBezTo>
                        <a:pt x="8276" y="12071"/>
                        <a:pt x="7895" y="15588"/>
                        <a:pt x="7895" y="20246"/>
                      </a:cubicBezTo>
                      <a:cubicBezTo>
                        <a:pt x="7895" y="24903"/>
                        <a:pt x="8276" y="28230"/>
                        <a:pt x="9037" y="30606"/>
                      </a:cubicBezTo>
                      <a:cubicBezTo>
                        <a:pt x="9798" y="32982"/>
                        <a:pt x="11320" y="34218"/>
                        <a:pt x="13603" y="34218"/>
                      </a:cubicBezTo>
                      <a:cubicBezTo>
                        <a:pt x="15886" y="34218"/>
                        <a:pt x="17408" y="32982"/>
                        <a:pt x="18169" y="30606"/>
                      </a:cubicBezTo>
                      <a:close/>
                    </a:path>
                  </a:pathLst>
                </a:custGeom>
                <a:solidFill>
                  <a:srgbClr val="262626"/>
                </a:solidFill>
                <a:ln w="9506" cap="flat">
                  <a:noFill/>
                  <a:prstDash val="solid"/>
                  <a:miter/>
                </a:ln>
              </p:spPr>
              <p:txBody>
                <a:bodyPr rtlCol="0" anchor="ctr"/>
                <a:lstStyle/>
                <a:p>
                  <a:endParaRPr lang="en-US"/>
                </a:p>
              </p:txBody>
            </p:sp>
            <p:sp>
              <p:nvSpPr>
                <p:cNvPr id="4590" name="Freeform 4589">
                  <a:extLst>
                    <a:ext uri="{FF2B5EF4-FFF2-40B4-BE49-F238E27FC236}">
                      <a16:creationId xmlns:a16="http://schemas.microsoft.com/office/drawing/2014/main" id="{29CE7FD2-B09D-A90C-6C17-49A527AEBA11}"/>
                    </a:ext>
                  </a:extLst>
                </p:cNvPr>
                <p:cNvSpPr/>
                <p:nvPr/>
              </p:nvSpPr>
              <p:spPr>
                <a:xfrm>
                  <a:off x="6209960" y="3635259"/>
                  <a:ext cx="17122" cy="39350"/>
                </a:xfrm>
                <a:custGeom>
                  <a:avLst/>
                  <a:gdLst>
                    <a:gd name="connsiteX0" fmla="*/ 17122 w 17122"/>
                    <a:gd name="connsiteY0" fmla="*/ 39351 h 39350"/>
                    <a:gd name="connsiteX1" fmla="*/ 9227 w 17122"/>
                    <a:gd name="connsiteY1" fmla="*/ 39351 h 39350"/>
                    <a:gd name="connsiteX2" fmla="*/ 9227 w 17122"/>
                    <a:gd name="connsiteY2" fmla="*/ 12262 h 39350"/>
                    <a:gd name="connsiteX3" fmla="*/ 0 w 17122"/>
                    <a:gd name="connsiteY3" fmla="*/ 12262 h 39350"/>
                    <a:gd name="connsiteX4" fmla="*/ 0 w 17122"/>
                    <a:gd name="connsiteY4" fmla="*/ 7034 h 39350"/>
                    <a:gd name="connsiteX5" fmla="*/ 5137 w 17122"/>
                    <a:gd name="connsiteY5" fmla="*/ 6558 h 39350"/>
                    <a:gd name="connsiteX6" fmla="*/ 8942 w 17122"/>
                    <a:gd name="connsiteY6" fmla="*/ 4467 h 39350"/>
                    <a:gd name="connsiteX7" fmla="*/ 10464 w 17122"/>
                    <a:gd name="connsiteY7" fmla="*/ 1616 h 39350"/>
                    <a:gd name="connsiteX8" fmla="*/ 10749 w 17122"/>
                    <a:gd name="connsiteY8" fmla="*/ 0 h 39350"/>
                    <a:gd name="connsiteX9" fmla="*/ 17122 w 17122"/>
                    <a:gd name="connsiteY9" fmla="*/ 0 h 39350"/>
                    <a:gd name="connsiteX10" fmla="*/ 17122 w 17122"/>
                    <a:gd name="connsiteY10" fmla="*/ 39256 h 39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122" h="39350">
                      <a:moveTo>
                        <a:pt x="17122" y="39351"/>
                      </a:moveTo>
                      <a:lnTo>
                        <a:pt x="9227" y="39351"/>
                      </a:lnTo>
                      <a:lnTo>
                        <a:pt x="9227" y="12262"/>
                      </a:lnTo>
                      <a:lnTo>
                        <a:pt x="0" y="12262"/>
                      </a:lnTo>
                      <a:lnTo>
                        <a:pt x="0" y="7034"/>
                      </a:lnTo>
                      <a:cubicBezTo>
                        <a:pt x="2473" y="6939"/>
                        <a:pt x="4186" y="6749"/>
                        <a:pt x="5137" y="6558"/>
                      </a:cubicBezTo>
                      <a:cubicBezTo>
                        <a:pt x="6659" y="6178"/>
                        <a:pt x="7991" y="5513"/>
                        <a:pt x="8942" y="4467"/>
                      </a:cubicBezTo>
                      <a:cubicBezTo>
                        <a:pt x="9607" y="3802"/>
                        <a:pt x="10083" y="2852"/>
                        <a:pt x="10464" y="1616"/>
                      </a:cubicBezTo>
                      <a:cubicBezTo>
                        <a:pt x="10654" y="951"/>
                        <a:pt x="10749" y="380"/>
                        <a:pt x="10749" y="0"/>
                      </a:cubicBezTo>
                      <a:lnTo>
                        <a:pt x="17122" y="0"/>
                      </a:lnTo>
                      <a:lnTo>
                        <a:pt x="17122" y="39256"/>
                      </a:lnTo>
                      <a:close/>
                    </a:path>
                  </a:pathLst>
                </a:custGeom>
                <a:solidFill>
                  <a:srgbClr val="262626"/>
                </a:solidFill>
                <a:ln w="9506" cap="flat">
                  <a:noFill/>
                  <a:prstDash val="solid"/>
                  <a:miter/>
                </a:ln>
              </p:spPr>
              <p:txBody>
                <a:bodyPr rtlCol="0" anchor="ctr"/>
                <a:lstStyle/>
                <a:p>
                  <a:endParaRPr lang="en-US"/>
                </a:p>
              </p:txBody>
            </p:sp>
            <p:sp>
              <p:nvSpPr>
                <p:cNvPr id="4591" name="Freeform 4590">
                  <a:extLst>
                    <a:ext uri="{FF2B5EF4-FFF2-40B4-BE49-F238E27FC236}">
                      <a16:creationId xmlns:a16="http://schemas.microsoft.com/office/drawing/2014/main" id="{FB104EE8-4242-AC5B-9F41-DFDAE5409B84}"/>
                    </a:ext>
                  </a:extLst>
                </p:cNvPr>
                <p:cNvSpPr/>
                <p:nvPr/>
              </p:nvSpPr>
              <p:spPr>
                <a:xfrm>
                  <a:off x="6271030" y="3607029"/>
                  <a:ext cx="47562" cy="24142"/>
                </a:xfrm>
                <a:custGeom>
                  <a:avLst/>
                  <a:gdLst>
                    <a:gd name="connsiteX0" fmla="*/ 47563 w 47562"/>
                    <a:gd name="connsiteY0" fmla="*/ 5703 h 24142"/>
                    <a:gd name="connsiteX1" fmla="*/ 0 w 47562"/>
                    <a:gd name="connsiteY1" fmla="*/ 5703 h 24142"/>
                    <a:gd name="connsiteX2" fmla="*/ 0 w 47562"/>
                    <a:gd name="connsiteY2" fmla="*/ 0 h 24142"/>
                    <a:gd name="connsiteX3" fmla="*/ 47563 w 47562"/>
                    <a:gd name="connsiteY3" fmla="*/ 0 h 24142"/>
                    <a:gd name="connsiteX4" fmla="*/ 47563 w 47562"/>
                    <a:gd name="connsiteY4" fmla="*/ 5703 h 24142"/>
                    <a:gd name="connsiteX5" fmla="*/ 47563 w 47562"/>
                    <a:gd name="connsiteY5" fmla="*/ 24143 h 24142"/>
                    <a:gd name="connsiteX6" fmla="*/ 0 w 47562"/>
                    <a:gd name="connsiteY6" fmla="*/ 24143 h 24142"/>
                    <a:gd name="connsiteX7" fmla="*/ 0 w 47562"/>
                    <a:gd name="connsiteY7" fmla="*/ 18440 h 24142"/>
                    <a:gd name="connsiteX8" fmla="*/ 47563 w 47562"/>
                    <a:gd name="connsiteY8" fmla="*/ 18440 h 24142"/>
                    <a:gd name="connsiteX9" fmla="*/ 47563 w 47562"/>
                    <a:gd name="connsiteY9" fmla="*/ 24143 h 24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7562" h="24142">
                      <a:moveTo>
                        <a:pt x="47563" y="5703"/>
                      </a:moveTo>
                      <a:lnTo>
                        <a:pt x="0" y="5703"/>
                      </a:lnTo>
                      <a:lnTo>
                        <a:pt x="0" y="0"/>
                      </a:lnTo>
                      <a:lnTo>
                        <a:pt x="47563" y="0"/>
                      </a:lnTo>
                      <a:lnTo>
                        <a:pt x="47563" y="5703"/>
                      </a:lnTo>
                      <a:close/>
                      <a:moveTo>
                        <a:pt x="47563" y="24143"/>
                      </a:moveTo>
                      <a:lnTo>
                        <a:pt x="0" y="24143"/>
                      </a:lnTo>
                      <a:lnTo>
                        <a:pt x="0" y="18440"/>
                      </a:lnTo>
                      <a:lnTo>
                        <a:pt x="47563" y="18440"/>
                      </a:lnTo>
                      <a:lnTo>
                        <a:pt x="47563" y="24143"/>
                      </a:lnTo>
                      <a:close/>
                    </a:path>
                  </a:pathLst>
                </a:custGeom>
                <a:solidFill>
                  <a:srgbClr val="262626"/>
                </a:solidFill>
                <a:ln w="9506" cap="flat">
                  <a:noFill/>
                  <a:prstDash val="solid"/>
                  <a:miter/>
                </a:ln>
              </p:spPr>
              <p:txBody>
                <a:bodyPr rtlCol="0" anchor="ctr"/>
                <a:lstStyle/>
                <a:p>
                  <a:endParaRPr lang="en-US"/>
                </a:p>
              </p:txBody>
            </p:sp>
            <p:sp>
              <p:nvSpPr>
                <p:cNvPr id="4592" name="Freeform 4591">
                  <a:extLst>
                    <a:ext uri="{FF2B5EF4-FFF2-40B4-BE49-F238E27FC236}">
                      <a16:creationId xmlns:a16="http://schemas.microsoft.com/office/drawing/2014/main" id="{D1736AD2-58AE-D941-1FB3-3D3273B0C380}"/>
                    </a:ext>
                  </a:extLst>
                </p:cNvPr>
                <p:cNvSpPr/>
                <p:nvPr/>
              </p:nvSpPr>
              <p:spPr>
                <a:xfrm>
                  <a:off x="6364063" y="3576042"/>
                  <a:ext cx="23401" cy="67010"/>
                </a:xfrm>
                <a:custGeom>
                  <a:avLst/>
                  <a:gdLst>
                    <a:gd name="connsiteX0" fmla="*/ 17313 w 23401"/>
                    <a:gd name="connsiteY0" fmla="*/ 17109 h 67010"/>
                    <a:gd name="connsiteX1" fmla="*/ 0 w 23401"/>
                    <a:gd name="connsiteY1" fmla="*/ 17109 h 67010"/>
                    <a:gd name="connsiteX2" fmla="*/ 0 w 23401"/>
                    <a:gd name="connsiteY2" fmla="*/ 13117 h 67010"/>
                    <a:gd name="connsiteX3" fmla="*/ 6849 w 23401"/>
                    <a:gd name="connsiteY3" fmla="*/ 12357 h 67010"/>
                    <a:gd name="connsiteX4" fmla="*/ 12271 w 23401"/>
                    <a:gd name="connsiteY4" fmla="*/ 10551 h 67010"/>
                    <a:gd name="connsiteX5" fmla="*/ 16171 w 23401"/>
                    <a:gd name="connsiteY5" fmla="*/ 6748 h 67010"/>
                    <a:gd name="connsiteX6" fmla="*/ 18550 w 23401"/>
                    <a:gd name="connsiteY6" fmla="*/ 0 h 67010"/>
                    <a:gd name="connsiteX7" fmla="*/ 23401 w 23401"/>
                    <a:gd name="connsiteY7" fmla="*/ 0 h 67010"/>
                    <a:gd name="connsiteX8" fmla="*/ 23401 w 23401"/>
                    <a:gd name="connsiteY8" fmla="*/ 67011 h 67010"/>
                    <a:gd name="connsiteX9" fmla="*/ 17313 w 23401"/>
                    <a:gd name="connsiteY9" fmla="*/ 67011 h 67010"/>
                    <a:gd name="connsiteX10" fmla="*/ 17313 w 23401"/>
                    <a:gd name="connsiteY10" fmla="*/ 17204 h 67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401" h="67010">
                      <a:moveTo>
                        <a:pt x="17313" y="17109"/>
                      </a:moveTo>
                      <a:lnTo>
                        <a:pt x="0" y="17109"/>
                      </a:lnTo>
                      <a:lnTo>
                        <a:pt x="0" y="13117"/>
                      </a:lnTo>
                      <a:cubicBezTo>
                        <a:pt x="2569" y="12927"/>
                        <a:pt x="4851" y="12642"/>
                        <a:pt x="6849" y="12357"/>
                      </a:cubicBezTo>
                      <a:cubicBezTo>
                        <a:pt x="8942" y="12071"/>
                        <a:pt x="10749" y="11406"/>
                        <a:pt x="12271" y="10551"/>
                      </a:cubicBezTo>
                      <a:cubicBezTo>
                        <a:pt x="13793" y="9695"/>
                        <a:pt x="15125" y="8364"/>
                        <a:pt x="16171" y="6748"/>
                      </a:cubicBezTo>
                      <a:cubicBezTo>
                        <a:pt x="17218" y="5038"/>
                        <a:pt x="17979" y="2756"/>
                        <a:pt x="18550" y="0"/>
                      </a:cubicBezTo>
                      <a:lnTo>
                        <a:pt x="23401" y="0"/>
                      </a:lnTo>
                      <a:lnTo>
                        <a:pt x="23401" y="67011"/>
                      </a:lnTo>
                      <a:lnTo>
                        <a:pt x="17313" y="67011"/>
                      </a:lnTo>
                      <a:lnTo>
                        <a:pt x="17313" y="17204"/>
                      </a:lnTo>
                      <a:close/>
                    </a:path>
                  </a:pathLst>
                </a:custGeom>
                <a:solidFill>
                  <a:srgbClr val="262626"/>
                </a:solidFill>
                <a:ln w="9506" cap="flat">
                  <a:noFill/>
                  <a:prstDash val="solid"/>
                  <a:miter/>
                </a:ln>
              </p:spPr>
              <p:txBody>
                <a:bodyPr rtlCol="0" anchor="ctr"/>
                <a:lstStyle/>
                <a:p>
                  <a:endParaRPr lang="en-US"/>
                </a:p>
              </p:txBody>
            </p:sp>
            <p:sp>
              <p:nvSpPr>
                <p:cNvPr id="4593" name="Freeform 4592">
                  <a:extLst>
                    <a:ext uri="{FF2B5EF4-FFF2-40B4-BE49-F238E27FC236}">
                      <a16:creationId xmlns:a16="http://schemas.microsoft.com/office/drawing/2014/main" id="{A950BDBD-EC65-75A4-6016-E7773A3738DC}"/>
                    </a:ext>
                  </a:extLst>
                </p:cNvPr>
                <p:cNvSpPr/>
                <p:nvPr/>
              </p:nvSpPr>
              <p:spPr>
                <a:xfrm>
                  <a:off x="6409248" y="3576137"/>
                  <a:ext cx="45184" cy="68436"/>
                </a:xfrm>
                <a:custGeom>
                  <a:avLst/>
                  <a:gdLst>
                    <a:gd name="connsiteX0" fmla="*/ 7515 w 45184"/>
                    <a:gd name="connsiteY0" fmla="*/ 52088 h 68436"/>
                    <a:gd name="connsiteX1" fmla="*/ 11796 w 45184"/>
                    <a:gd name="connsiteY1" fmla="*/ 60262 h 68436"/>
                    <a:gd name="connsiteX2" fmla="*/ 20547 w 45184"/>
                    <a:gd name="connsiteY2" fmla="*/ 63018 h 68436"/>
                    <a:gd name="connsiteX3" fmla="*/ 30060 w 45184"/>
                    <a:gd name="connsiteY3" fmla="*/ 60072 h 68436"/>
                    <a:gd name="connsiteX4" fmla="*/ 35577 w 45184"/>
                    <a:gd name="connsiteY4" fmla="*/ 52658 h 68436"/>
                    <a:gd name="connsiteX5" fmla="*/ 38241 w 45184"/>
                    <a:gd name="connsiteY5" fmla="*/ 43058 h 68436"/>
                    <a:gd name="connsiteX6" fmla="*/ 39097 w 45184"/>
                    <a:gd name="connsiteY6" fmla="*/ 33363 h 68436"/>
                    <a:gd name="connsiteX7" fmla="*/ 38906 w 45184"/>
                    <a:gd name="connsiteY7" fmla="*/ 33173 h 68436"/>
                    <a:gd name="connsiteX8" fmla="*/ 31392 w 45184"/>
                    <a:gd name="connsiteY8" fmla="*/ 40967 h 68436"/>
                    <a:gd name="connsiteX9" fmla="*/ 20833 w 45184"/>
                    <a:gd name="connsiteY9" fmla="*/ 43628 h 68436"/>
                    <a:gd name="connsiteX10" fmla="*/ 12271 w 45184"/>
                    <a:gd name="connsiteY10" fmla="*/ 42107 h 68436"/>
                    <a:gd name="connsiteX11" fmla="*/ 5708 w 45184"/>
                    <a:gd name="connsiteY11" fmla="*/ 37735 h 68436"/>
                    <a:gd name="connsiteX12" fmla="*/ 1522 w 45184"/>
                    <a:gd name="connsiteY12" fmla="*/ 30891 h 68436"/>
                    <a:gd name="connsiteX13" fmla="*/ 0 w 45184"/>
                    <a:gd name="connsiteY13" fmla="*/ 22052 h 68436"/>
                    <a:gd name="connsiteX14" fmla="*/ 1332 w 45184"/>
                    <a:gd name="connsiteY14" fmla="*/ 13307 h 68436"/>
                    <a:gd name="connsiteX15" fmla="*/ 5327 w 45184"/>
                    <a:gd name="connsiteY15" fmla="*/ 6273 h 68436"/>
                    <a:gd name="connsiteX16" fmla="*/ 12081 w 45184"/>
                    <a:gd name="connsiteY16" fmla="*/ 1616 h 68436"/>
                    <a:gd name="connsiteX17" fmla="*/ 21594 w 45184"/>
                    <a:gd name="connsiteY17" fmla="*/ 0 h 68436"/>
                    <a:gd name="connsiteX18" fmla="*/ 32914 w 45184"/>
                    <a:gd name="connsiteY18" fmla="*/ 2661 h 68436"/>
                    <a:gd name="connsiteX19" fmla="*/ 40143 w 45184"/>
                    <a:gd name="connsiteY19" fmla="*/ 9885 h 68436"/>
                    <a:gd name="connsiteX20" fmla="*/ 44043 w 45184"/>
                    <a:gd name="connsiteY20" fmla="*/ 20626 h 68436"/>
                    <a:gd name="connsiteX21" fmla="*/ 45185 w 45184"/>
                    <a:gd name="connsiteY21" fmla="*/ 33838 h 68436"/>
                    <a:gd name="connsiteX22" fmla="*/ 43377 w 45184"/>
                    <a:gd name="connsiteY22" fmla="*/ 48856 h 68436"/>
                    <a:gd name="connsiteX23" fmla="*/ 38241 w 45184"/>
                    <a:gd name="connsiteY23" fmla="*/ 59692 h 68436"/>
                    <a:gd name="connsiteX24" fmla="*/ 30535 w 45184"/>
                    <a:gd name="connsiteY24" fmla="*/ 66250 h 68436"/>
                    <a:gd name="connsiteX25" fmla="*/ 20737 w 45184"/>
                    <a:gd name="connsiteY25" fmla="*/ 68436 h 68436"/>
                    <a:gd name="connsiteX26" fmla="*/ 13413 w 45184"/>
                    <a:gd name="connsiteY26" fmla="*/ 67486 h 68436"/>
                    <a:gd name="connsiteX27" fmla="*/ 7420 w 45184"/>
                    <a:gd name="connsiteY27" fmla="*/ 64539 h 68436"/>
                    <a:gd name="connsiteX28" fmla="*/ 3234 w 45184"/>
                    <a:gd name="connsiteY28" fmla="*/ 59502 h 68436"/>
                    <a:gd name="connsiteX29" fmla="*/ 1237 w 45184"/>
                    <a:gd name="connsiteY29" fmla="*/ 52373 h 68436"/>
                    <a:gd name="connsiteX30" fmla="*/ 7420 w 45184"/>
                    <a:gd name="connsiteY30" fmla="*/ 52373 h 68436"/>
                    <a:gd name="connsiteX31" fmla="*/ 21784 w 45184"/>
                    <a:gd name="connsiteY31" fmla="*/ 4943 h 68436"/>
                    <a:gd name="connsiteX32" fmla="*/ 10178 w 45184"/>
                    <a:gd name="connsiteY32" fmla="*/ 9695 h 68436"/>
                    <a:gd name="connsiteX33" fmla="*/ 6278 w 45184"/>
                    <a:gd name="connsiteY33" fmla="*/ 22147 h 68436"/>
                    <a:gd name="connsiteX34" fmla="*/ 10274 w 45184"/>
                    <a:gd name="connsiteY34" fmla="*/ 34123 h 68436"/>
                    <a:gd name="connsiteX35" fmla="*/ 21784 w 45184"/>
                    <a:gd name="connsiteY35" fmla="*/ 38400 h 68436"/>
                    <a:gd name="connsiteX36" fmla="*/ 28157 w 45184"/>
                    <a:gd name="connsiteY36" fmla="*/ 37070 h 68436"/>
                    <a:gd name="connsiteX37" fmla="*/ 32914 w 45184"/>
                    <a:gd name="connsiteY37" fmla="*/ 33458 h 68436"/>
                    <a:gd name="connsiteX38" fmla="*/ 35862 w 45184"/>
                    <a:gd name="connsiteY38" fmla="*/ 28135 h 68436"/>
                    <a:gd name="connsiteX39" fmla="*/ 36814 w 45184"/>
                    <a:gd name="connsiteY39" fmla="*/ 21671 h 68436"/>
                    <a:gd name="connsiteX40" fmla="*/ 32818 w 45184"/>
                    <a:gd name="connsiteY40" fmla="*/ 9695 h 68436"/>
                    <a:gd name="connsiteX41" fmla="*/ 21784 w 45184"/>
                    <a:gd name="connsiteY41" fmla="*/ 4943 h 68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45184" h="68436">
                      <a:moveTo>
                        <a:pt x="7515" y="52088"/>
                      </a:moveTo>
                      <a:cubicBezTo>
                        <a:pt x="8181" y="55699"/>
                        <a:pt x="9608" y="58456"/>
                        <a:pt x="11796" y="60262"/>
                      </a:cubicBezTo>
                      <a:cubicBezTo>
                        <a:pt x="13983" y="62068"/>
                        <a:pt x="16837" y="63018"/>
                        <a:pt x="20547" y="63018"/>
                      </a:cubicBezTo>
                      <a:cubicBezTo>
                        <a:pt x="24543" y="63018"/>
                        <a:pt x="27682" y="62068"/>
                        <a:pt x="30060" y="60072"/>
                      </a:cubicBezTo>
                      <a:cubicBezTo>
                        <a:pt x="32438" y="58076"/>
                        <a:pt x="34245" y="55604"/>
                        <a:pt x="35577" y="52658"/>
                      </a:cubicBezTo>
                      <a:cubicBezTo>
                        <a:pt x="36909" y="49711"/>
                        <a:pt x="37765" y="46480"/>
                        <a:pt x="38241" y="43058"/>
                      </a:cubicBezTo>
                      <a:cubicBezTo>
                        <a:pt x="38716" y="39636"/>
                        <a:pt x="39002" y="36309"/>
                        <a:pt x="39097" y="33363"/>
                      </a:cubicBezTo>
                      <a:lnTo>
                        <a:pt x="38906" y="33173"/>
                      </a:lnTo>
                      <a:cubicBezTo>
                        <a:pt x="36909" y="36594"/>
                        <a:pt x="34340" y="39161"/>
                        <a:pt x="31392" y="40967"/>
                      </a:cubicBezTo>
                      <a:cubicBezTo>
                        <a:pt x="28348" y="42773"/>
                        <a:pt x="24828" y="43628"/>
                        <a:pt x="20833" y="43628"/>
                      </a:cubicBezTo>
                      <a:cubicBezTo>
                        <a:pt x="17693" y="43628"/>
                        <a:pt x="14840" y="43153"/>
                        <a:pt x="12271" y="42107"/>
                      </a:cubicBezTo>
                      <a:cubicBezTo>
                        <a:pt x="9703" y="41062"/>
                        <a:pt x="7515" y="39636"/>
                        <a:pt x="5708" y="37735"/>
                      </a:cubicBezTo>
                      <a:cubicBezTo>
                        <a:pt x="3900" y="35834"/>
                        <a:pt x="2473" y="33553"/>
                        <a:pt x="1522" y="30891"/>
                      </a:cubicBezTo>
                      <a:cubicBezTo>
                        <a:pt x="571" y="28230"/>
                        <a:pt x="0" y="25283"/>
                        <a:pt x="0" y="22052"/>
                      </a:cubicBezTo>
                      <a:cubicBezTo>
                        <a:pt x="0" y="18820"/>
                        <a:pt x="476" y="15969"/>
                        <a:pt x="1332" y="13307"/>
                      </a:cubicBezTo>
                      <a:cubicBezTo>
                        <a:pt x="2188" y="10646"/>
                        <a:pt x="3520" y="8269"/>
                        <a:pt x="5327" y="6273"/>
                      </a:cubicBezTo>
                      <a:cubicBezTo>
                        <a:pt x="7134" y="4277"/>
                        <a:pt x="9322" y="2757"/>
                        <a:pt x="12081" y="1616"/>
                      </a:cubicBezTo>
                      <a:cubicBezTo>
                        <a:pt x="14840" y="475"/>
                        <a:pt x="17979" y="0"/>
                        <a:pt x="21594" y="0"/>
                      </a:cubicBezTo>
                      <a:cubicBezTo>
                        <a:pt x="26065" y="0"/>
                        <a:pt x="29870" y="856"/>
                        <a:pt x="32914" y="2661"/>
                      </a:cubicBezTo>
                      <a:cubicBezTo>
                        <a:pt x="35957" y="4467"/>
                        <a:pt x="38336" y="6844"/>
                        <a:pt x="40143" y="9885"/>
                      </a:cubicBezTo>
                      <a:cubicBezTo>
                        <a:pt x="41950" y="12927"/>
                        <a:pt x="43282" y="16539"/>
                        <a:pt x="44043" y="20626"/>
                      </a:cubicBezTo>
                      <a:cubicBezTo>
                        <a:pt x="44804" y="24713"/>
                        <a:pt x="45185" y="29181"/>
                        <a:pt x="45185" y="33838"/>
                      </a:cubicBezTo>
                      <a:cubicBezTo>
                        <a:pt x="45185" y="39541"/>
                        <a:pt x="44614" y="44484"/>
                        <a:pt x="43377" y="48856"/>
                      </a:cubicBezTo>
                      <a:cubicBezTo>
                        <a:pt x="42141" y="53228"/>
                        <a:pt x="40524" y="56745"/>
                        <a:pt x="38241" y="59692"/>
                      </a:cubicBezTo>
                      <a:cubicBezTo>
                        <a:pt x="36053" y="62638"/>
                        <a:pt x="33484" y="64824"/>
                        <a:pt x="30535" y="66250"/>
                      </a:cubicBezTo>
                      <a:cubicBezTo>
                        <a:pt x="27586" y="67676"/>
                        <a:pt x="24257" y="68436"/>
                        <a:pt x="20737" y="68436"/>
                      </a:cubicBezTo>
                      <a:cubicBezTo>
                        <a:pt x="18169" y="68436"/>
                        <a:pt x="15696" y="68151"/>
                        <a:pt x="13413" y="67486"/>
                      </a:cubicBezTo>
                      <a:cubicBezTo>
                        <a:pt x="11130" y="66820"/>
                        <a:pt x="9132" y="65870"/>
                        <a:pt x="7420" y="64539"/>
                      </a:cubicBezTo>
                      <a:cubicBezTo>
                        <a:pt x="5708" y="63209"/>
                        <a:pt x="4281" y="61498"/>
                        <a:pt x="3234" y="59502"/>
                      </a:cubicBezTo>
                      <a:cubicBezTo>
                        <a:pt x="2188" y="57505"/>
                        <a:pt x="1522" y="55129"/>
                        <a:pt x="1237" y="52373"/>
                      </a:cubicBezTo>
                      <a:lnTo>
                        <a:pt x="7420" y="52373"/>
                      </a:lnTo>
                      <a:close/>
                      <a:moveTo>
                        <a:pt x="21784" y="4943"/>
                      </a:moveTo>
                      <a:cubicBezTo>
                        <a:pt x="16647" y="5038"/>
                        <a:pt x="12747" y="6653"/>
                        <a:pt x="10178" y="9695"/>
                      </a:cubicBezTo>
                      <a:cubicBezTo>
                        <a:pt x="7610" y="12737"/>
                        <a:pt x="6278" y="16919"/>
                        <a:pt x="6278" y="22147"/>
                      </a:cubicBezTo>
                      <a:cubicBezTo>
                        <a:pt x="6278" y="27375"/>
                        <a:pt x="7610" y="31272"/>
                        <a:pt x="10274" y="34123"/>
                      </a:cubicBezTo>
                      <a:cubicBezTo>
                        <a:pt x="12937" y="36975"/>
                        <a:pt x="16837" y="38400"/>
                        <a:pt x="21784" y="38400"/>
                      </a:cubicBezTo>
                      <a:cubicBezTo>
                        <a:pt x="24162" y="38400"/>
                        <a:pt x="26255" y="37925"/>
                        <a:pt x="28157" y="37070"/>
                      </a:cubicBezTo>
                      <a:cubicBezTo>
                        <a:pt x="30060" y="36214"/>
                        <a:pt x="31582" y="34979"/>
                        <a:pt x="32914" y="33458"/>
                      </a:cubicBezTo>
                      <a:cubicBezTo>
                        <a:pt x="34245" y="31937"/>
                        <a:pt x="35197" y="30131"/>
                        <a:pt x="35862" y="28135"/>
                      </a:cubicBezTo>
                      <a:cubicBezTo>
                        <a:pt x="36528" y="26139"/>
                        <a:pt x="36814" y="23953"/>
                        <a:pt x="36814" y="21671"/>
                      </a:cubicBezTo>
                      <a:cubicBezTo>
                        <a:pt x="36814" y="16729"/>
                        <a:pt x="35482" y="12737"/>
                        <a:pt x="32818" y="9695"/>
                      </a:cubicBezTo>
                      <a:cubicBezTo>
                        <a:pt x="30155" y="6653"/>
                        <a:pt x="26445" y="5038"/>
                        <a:pt x="21784" y="4943"/>
                      </a:cubicBezTo>
                      <a:close/>
                    </a:path>
                  </a:pathLst>
                </a:custGeom>
                <a:solidFill>
                  <a:srgbClr val="262626"/>
                </a:solidFill>
                <a:ln w="9506" cap="flat">
                  <a:noFill/>
                  <a:prstDash val="solid"/>
                  <a:miter/>
                </a:ln>
              </p:spPr>
              <p:txBody>
                <a:bodyPr rtlCol="0" anchor="ctr"/>
                <a:lstStyle/>
                <a:p>
                  <a:endParaRPr lang="en-US"/>
                </a:p>
              </p:txBody>
            </p:sp>
            <p:sp>
              <p:nvSpPr>
                <p:cNvPr id="4594" name="Freeform 4593">
                  <a:extLst>
                    <a:ext uri="{FF2B5EF4-FFF2-40B4-BE49-F238E27FC236}">
                      <a16:creationId xmlns:a16="http://schemas.microsoft.com/office/drawing/2014/main" id="{894F12E3-3AE0-BE32-0922-3337720EF452}"/>
                    </a:ext>
                  </a:extLst>
                </p:cNvPr>
                <p:cNvSpPr/>
                <p:nvPr/>
              </p:nvSpPr>
              <p:spPr>
                <a:xfrm>
                  <a:off x="6468130" y="3634593"/>
                  <a:ext cx="6944" cy="8364"/>
                </a:xfrm>
                <a:custGeom>
                  <a:avLst/>
                  <a:gdLst>
                    <a:gd name="connsiteX0" fmla="*/ 0 w 6944"/>
                    <a:gd name="connsiteY0" fmla="*/ 8364 h 8364"/>
                    <a:gd name="connsiteX1" fmla="*/ 0 w 6944"/>
                    <a:gd name="connsiteY1" fmla="*/ 0 h 8364"/>
                    <a:gd name="connsiteX2" fmla="*/ 6944 w 6944"/>
                    <a:gd name="connsiteY2" fmla="*/ 0 h 8364"/>
                    <a:gd name="connsiteX3" fmla="*/ 6944 w 6944"/>
                    <a:gd name="connsiteY3" fmla="*/ 8364 h 8364"/>
                    <a:gd name="connsiteX4" fmla="*/ 0 w 6944"/>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4" h="8364">
                      <a:moveTo>
                        <a:pt x="0" y="8364"/>
                      </a:moveTo>
                      <a:lnTo>
                        <a:pt x="0" y="0"/>
                      </a:lnTo>
                      <a:lnTo>
                        <a:pt x="6944" y="0"/>
                      </a:lnTo>
                      <a:lnTo>
                        <a:pt x="6944" y="8364"/>
                      </a:lnTo>
                      <a:lnTo>
                        <a:pt x="0" y="8364"/>
                      </a:lnTo>
                      <a:close/>
                    </a:path>
                  </a:pathLst>
                </a:custGeom>
                <a:solidFill>
                  <a:srgbClr val="262626"/>
                </a:solidFill>
                <a:ln w="9506" cap="flat">
                  <a:noFill/>
                  <a:prstDash val="solid"/>
                  <a:miter/>
                </a:ln>
              </p:spPr>
              <p:txBody>
                <a:bodyPr rtlCol="0" anchor="ctr"/>
                <a:lstStyle/>
                <a:p>
                  <a:endParaRPr lang="en-US"/>
                </a:p>
              </p:txBody>
            </p:sp>
            <p:sp>
              <p:nvSpPr>
                <p:cNvPr id="4595" name="Freeform 4594">
                  <a:extLst>
                    <a:ext uri="{FF2B5EF4-FFF2-40B4-BE49-F238E27FC236}">
                      <a16:creationId xmlns:a16="http://schemas.microsoft.com/office/drawing/2014/main" id="{AB051D45-6084-4D88-49D3-CED17662198C}"/>
                    </a:ext>
                  </a:extLst>
                </p:cNvPr>
                <p:cNvSpPr/>
                <p:nvPr/>
              </p:nvSpPr>
              <p:spPr>
                <a:xfrm>
                  <a:off x="6488582" y="3576137"/>
                  <a:ext cx="45184" cy="68436"/>
                </a:xfrm>
                <a:custGeom>
                  <a:avLst/>
                  <a:gdLst>
                    <a:gd name="connsiteX0" fmla="*/ 7515 w 45184"/>
                    <a:gd name="connsiteY0" fmla="*/ 52088 h 68436"/>
                    <a:gd name="connsiteX1" fmla="*/ 11796 w 45184"/>
                    <a:gd name="connsiteY1" fmla="*/ 60262 h 68436"/>
                    <a:gd name="connsiteX2" fmla="*/ 20547 w 45184"/>
                    <a:gd name="connsiteY2" fmla="*/ 63018 h 68436"/>
                    <a:gd name="connsiteX3" fmla="*/ 30060 w 45184"/>
                    <a:gd name="connsiteY3" fmla="*/ 60072 h 68436"/>
                    <a:gd name="connsiteX4" fmla="*/ 35577 w 45184"/>
                    <a:gd name="connsiteY4" fmla="*/ 52658 h 68436"/>
                    <a:gd name="connsiteX5" fmla="*/ 38241 w 45184"/>
                    <a:gd name="connsiteY5" fmla="*/ 43058 h 68436"/>
                    <a:gd name="connsiteX6" fmla="*/ 39097 w 45184"/>
                    <a:gd name="connsiteY6" fmla="*/ 33363 h 68436"/>
                    <a:gd name="connsiteX7" fmla="*/ 38906 w 45184"/>
                    <a:gd name="connsiteY7" fmla="*/ 33173 h 68436"/>
                    <a:gd name="connsiteX8" fmla="*/ 31392 w 45184"/>
                    <a:gd name="connsiteY8" fmla="*/ 40967 h 68436"/>
                    <a:gd name="connsiteX9" fmla="*/ 20833 w 45184"/>
                    <a:gd name="connsiteY9" fmla="*/ 43628 h 68436"/>
                    <a:gd name="connsiteX10" fmla="*/ 12271 w 45184"/>
                    <a:gd name="connsiteY10" fmla="*/ 42107 h 68436"/>
                    <a:gd name="connsiteX11" fmla="*/ 5708 w 45184"/>
                    <a:gd name="connsiteY11" fmla="*/ 37735 h 68436"/>
                    <a:gd name="connsiteX12" fmla="*/ 1522 w 45184"/>
                    <a:gd name="connsiteY12" fmla="*/ 30891 h 68436"/>
                    <a:gd name="connsiteX13" fmla="*/ 0 w 45184"/>
                    <a:gd name="connsiteY13" fmla="*/ 22052 h 68436"/>
                    <a:gd name="connsiteX14" fmla="*/ 1332 w 45184"/>
                    <a:gd name="connsiteY14" fmla="*/ 13307 h 68436"/>
                    <a:gd name="connsiteX15" fmla="*/ 5327 w 45184"/>
                    <a:gd name="connsiteY15" fmla="*/ 6273 h 68436"/>
                    <a:gd name="connsiteX16" fmla="*/ 12081 w 45184"/>
                    <a:gd name="connsiteY16" fmla="*/ 1616 h 68436"/>
                    <a:gd name="connsiteX17" fmla="*/ 21594 w 45184"/>
                    <a:gd name="connsiteY17" fmla="*/ 0 h 68436"/>
                    <a:gd name="connsiteX18" fmla="*/ 32914 w 45184"/>
                    <a:gd name="connsiteY18" fmla="*/ 2661 h 68436"/>
                    <a:gd name="connsiteX19" fmla="*/ 40143 w 45184"/>
                    <a:gd name="connsiteY19" fmla="*/ 9885 h 68436"/>
                    <a:gd name="connsiteX20" fmla="*/ 44043 w 45184"/>
                    <a:gd name="connsiteY20" fmla="*/ 20626 h 68436"/>
                    <a:gd name="connsiteX21" fmla="*/ 45185 w 45184"/>
                    <a:gd name="connsiteY21" fmla="*/ 33838 h 68436"/>
                    <a:gd name="connsiteX22" fmla="*/ 43377 w 45184"/>
                    <a:gd name="connsiteY22" fmla="*/ 48856 h 68436"/>
                    <a:gd name="connsiteX23" fmla="*/ 38241 w 45184"/>
                    <a:gd name="connsiteY23" fmla="*/ 59692 h 68436"/>
                    <a:gd name="connsiteX24" fmla="*/ 30535 w 45184"/>
                    <a:gd name="connsiteY24" fmla="*/ 66250 h 68436"/>
                    <a:gd name="connsiteX25" fmla="*/ 20738 w 45184"/>
                    <a:gd name="connsiteY25" fmla="*/ 68436 h 68436"/>
                    <a:gd name="connsiteX26" fmla="*/ 13413 w 45184"/>
                    <a:gd name="connsiteY26" fmla="*/ 67486 h 68436"/>
                    <a:gd name="connsiteX27" fmla="*/ 7420 w 45184"/>
                    <a:gd name="connsiteY27" fmla="*/ 64539 h 68436"/>
                    <a:gd name="connsiteX28" fmla="*/ 3234 w 45184"/>
                    <a:gd name="connsiteY28" fmla="*/ 59502 h 68436"/>
                    <a:gd name="connsiteX29" fmla="*/ 1237 w 45184"/>
                    <a:gd name="connsiteY29" fmla="*/ 52373 h 68436"/>
                    <a:gd name="connsiteX30" fmla="*/ 7420 w 45184"/>
                    <a:gd name="connsiteY30" fmla="*/ 52373 h 68436"/>
                    <a:gd name="connsiteX31" fmla="*/ 21784 w 45184"/>
                    <a:gd name="connsiteY31" fmla="*/ 4943 h 68436"/>
                    <a:gd name="connsiteX32" fmla="*/ 10178 w 45184"/>
                    <a:gd name="connsiteY32" fmla="*/ 9695 h 68436"/>
                    <a:gd name="connsiteX33" fmla="*/ 6278 w 45184"/>
                    <a:gd name="connsiteY33" fmla="*/ 22147 h 68436"/>
                    <a:gd name="connsiteX34" fmla="*/ 10274 w 45184"/>
                    <a:gd name="connsiteY34" fmla="*/ 34123 h 68436"/>
                    <a:gd name="connsiteX35" fmla="*/ 21784 w 45184"/>
                    <a:gd name="connsiteY35" fmla="*/ 38400 h 68436"/>
                    <a:gd name="connsiteX36" fmla="*/ 28157 w 45184"/>
                    <a:gd name="connsiteY36" fmla="*/ 37070 h 68436"/>
                    <a:gd name="connsiteX37" fmla="*/ 32914 w 45184"/>
                    <a:gd name="connsiteY37" fmla="*/ 33458 h 68436"/>
                    <a:gd name="connsiteX38" fmla="*/ 35862 w 45184"/>
                    <a:gd name="connsiteY38" fmla="*/ 28135 h 68436"/>
                    <a:gd name="connsiteX39" fmla="*/ 36814 w 45184"/>
                    <a:gd name="connsiteY39" fmla="*/ 21671 h 68436"/>
                    <a:gd name="connsiteX40" fmla="*/ 32818 w 45184"/>
                    <a:gd name="connsiteY40" fmla="*/ 9695 h 68436"/>
                    <a:gd name="connsiteX41" fmla="*/ 21784 w 45184"/>
                    <a:gd name="connsiteY41" fmla="*/ 4943 h 68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45184" h="68436">
                      <a:moveTo>
                        <a:pt x="7515" y="52088"/>
                      </a:moveTo>
                      <a:cubicBezTo>
                        <a:pt x="8181" y="55699"/>
                        <a:pt x="9608" y="58456"/>
                        <a:pt x="11796" y="60262"/>
                      </a:cubicBezTo>
                      <a:cubicBezTo>
                        <a:pt x="13983" y="62068"/>
                        <a:pt x="16837" y="63018"/>
                        <a:pt x="20547" y="63018"/>
                      </a:cubicBezTo>
                      <a:cubicBezTo>
                        <a:pt x="24543" y="63018"/>
                        <a:pt x="27682" y="62068"/>
                        <a:pt x="30060" y="60072"/>
                      </a:cubicBezTo>
                      <a:cubicBezTo>
                        <a:pt x="32438" y="58076"/>
                        <a:pt x="34245" y="55604"/>
                        <a:pt x="35577" y="52658"/>
                      </a:cubicBezTo>
                      <a:cubicBezTo>
                        <a:pt x="36909" y="49711"/>
                        <a:pt x="37765" y="46480"/>
                        <a:pt x="38241" y="43058"/>
                      </a:cubicBezTo>
                      <a:cubicBezTo>
                        <a:pt x="38716" y="39636"/>
                        <a:pt x="39002" y="36309"/>
                        <a:pt x="39097" y="33363"/>
                      </a:cubicBezTo>
                      <a:lnTo>
                        <a:pt x="38906" y="33173"/>
                      </a:lnTo>
                      <a:cubicBezTo>
                        <a:pt x="36909" y="36594"/>
                        <a:pt x="34340" y="39161"/>
                        <a:pt x="31392" y="40967"/>
                      </a:cubicBezTo>
                      <a:cubicBezTo>
                        <a:pt x="28348" y="42773"/>
                        <a:pt x="24828" y="43628"/>
                        <a:pt x="20833" y="43628"/>
                      </a:cubicBezTo>
                      <a:cubicBezTo>
                        <a:pt x="17693" y="43628"/>
                        <a:pt x="14840" y="43153"/>
                        <a:pt x="12271" y="42107"/>
                      </a:cubicBezTo>
                      <a:cubicBezTo>
                        <a:pt x="9703" y="41062"/>
                        <a:pt x="7515" y="39636"/>
                        <a:pt x="5708" y="37735"/>
                      </a:cubicBezTo>
                      <a:cubicBezTo>
                        <a:pt x="3900" y="35834"/>
                        <a:pt x="2473" y="33553"/>
                        <a:pt x="1522" y="30891"/>
                      </a:cubicBezTo>
                      <a:cubicBezTo>
                        <a:pt x="571" y="28230"/>
                        <a:pt x="0" y="25283"/>
                        <a:pt x="0" y="22052"/>
                      </a:cubicBezTo>
                      <a:cubicBezTo>
                        <a:pt x="0" y="18820"/>
                        <a:pt x="476" y="15969"/>
                        <a:pt x="1332" y="13307"/>
                      </a:cubicBezTo>
                      <a:cubicBezTo>
                        <a:pt x="2188" y="10646"/>
                        <a:pt x="3520" y="8269"/>
                        <a:pt x="5327" y="6273"/>
                      </a:cubicBezTo>
                      <a:cubicBezTo>
                        <a:pt x="7134" y="4277"/>
                        <a:pt x="9322" y="2757"/>
                        <a:pt x="12081" y="1616"/>
                      </a:cubicBezTo>
                      <a:cubicBezTo>
                        <a:pt x="14840" y="475"/>
                        <a:pt x="17979" y="0"/>
                        <a:pt x="21594" y="0"/>
                      </a:cubicBezTo>
                      <a:cubicBezTo>
                        <a:pt x="26065" y="0"/>
                        <a:pt x="29870" y="856"/>
                        <a:pt x="32914" y="2661"/>
                      </a:cubicBezTo>
                      <a:cubicBezTo>
                        <a:pt x="35957" y="4467"/>
                        <a:pt x="38336" y="6844"/>
                        <a:pt x="40143" y="9885"/>
                      </a:cubicBezTo>
                      <a:cubicBezTo>
                        <a:pt x="41950" y="12927"/>
                        <a:pt x="43282" y="16539"/>
                        <a:pt x="44043" y="20626"/>
                      </a:cubicBezTo>
                      <a:cubicBezTo>
                        <a:pt x="44804" y="24713"/>
                        <a:pt x="45185" y="29181"/>
                        <a:pt x="45185" y="33838"/>
                      </a:cubicBezTo>
                      <a:cubicBezTo>
                        <a:pt x="45185" y="39541"/>
                        <a:pt x="44614" y="44484"/>
                        <a:pt x="43377" y="48856"/>
                      </a:cubicBezTo>
                      <a:cubicBezTo>
                        <a:pt x="42141" y="53228"/>
                        <a:pt x="40524" y="56745"/>
                        <a:pt x="38241" y="59692"/>
                      </a:cubicBezTo>
                      <a:cubicBezTo>
                        <a:pt x="36053" y="62638"/>
                        <a:pt x="33484" y="64824"/>
                        <a:pt x="30535" y="66250"/>
                      </a:cubicBezTo>
                      <a:cubicBezTo>
                        <a:pt x="27587" y="67676"/>
                        <a:pt x="24257" y="68436"/>
                        <a:pt x="20738" y="68436"/>
                      </a:cubicBezTo>
                      <a:cubicBezTo>
                        <a:pt x="18169" y="68436"/>
                        <a:pt x="15696" y="68151"/>
                        <a:pt x="13413" y="67486"/>
                      </a:cubicBezTo>
                      <a:cubicBezTo>
                        <a:pt x="11130" y="66820"/>
                        <a:pt x="9132" y="65870"/>
                        <a:pt x="7420" y="64539"/>
                      </a:cubicBezTo>
                      <a:cubicBezTo>
                        <a:pt x="5708" y="63209"/>
                        <a:pt x="4281" y="61498"/>
                        <a:pt x="3234" y="59502"/>
                      </a:cubicBezTo>
                      <a:cubicBezTo>
                        <a:pt x="2188" y="57505"/>
                        <a:pt x="1522" y="55129"/>
                        <a:pt x="1237" y="52373"/>
                      </a:cubicBezTo>
                      <a:lnTo>
                        <a:pt x="7420" y="52373"/>
                      </a:lnTo>
                      <a:close/>
                      <a:moveTo>
                        <a:pt x="21784" y="4943"/>
                      </a:moveTo>
                      <a:cubicBezTo>
                        <a:pt x="16647" y="5038"/>
                        <a:pt x="12747" y="6653"/>
                        <a:pt x="10178" y="9695"/>
                      </a:cubicBezTo>
                      <a:cubicBezTo>
                        <a:pt x="7610" y="12737"/>
                        <a:pt x="6278" y="16919"/>
                        <a:pt x="6278" y="22147"/>
                      </a:cubicBezTo>
                      <a:cubicBezTo>
                        <a:pt x="6278" y="27375"/>
                        <a:pt x="7610" y="31272"/>
                        <a:pt x="10274" y="34123"/>
                      </a:cubicBezTo>
                      <a:cubicBezTo>
                        <a:pt x="12937" y="36975"/>
                        <a:pt x="16837" y="38400"/>
                        <a:pt x="21784" y="38400"/>
                      </a:cubicBezTo>
                      <a:cubicBezTo>
                        <a:pt x="24162" y="38400"/>
                        <a:pt x="26255" y="37925"/>
                        <a:pt x="28157" y="37070"/>
                      </a:cubicBezTo>
                      <a:cubicBezTo>
                        <a:pt x="30060" y="36214"/>
                        <a:pt x="31582" y="34979"/>
                        <a:pt x="32914" y="33458"/>
                      </a:cubicBezTo>
                      <a:cubicBezTo>
                        <a:pt x="34245" y="31937"/>
                        <a:pt x="35197" y="30131"/>
                        <a:pt x="35862" y="28135"/>
                      </a:cubicBezTo>
                      <a:cubicBezTo>
                        <a:pt x="36528" y="26139"/>
                        <a:pt x="36814" y="23953"/>
                        <a:pt x="36814" y="21671"/>
                      </a:cubicBezTo>
                      <a:cubicBezTo>
                        <a:pt x="36814" y="16729"/>
                        <a:pt x="35482" y="12737"/>
                        <a:pt x="32818" y="9695"/>
                      </a:cubicBezTo>
                      <a:cubicBezTo>
                        <a:pt x="30155" y="6653"/>
                        <a:pt x="26445" y="5038"/>
                        <a:pt x="21784" y="4943"/>
                      </a:cubicBezTo>
                      <a:close/>
                    </a:path>
                  </a:pathLst>
                </a:custGeom>
                <a:solidFill>
                  <a:srgbClr val="262626"/>
                </a:solidFill>
                <a:ln w="9506" cap="flat">
                  <a:noFill/>
                  <a:prstDash val="solid"/>
                  <a:miter/>
                </a:ln>
              </p:spPr>
              <p:txBody>
                <a:bodyPr rtlCol="0" anchor="ctr"/>
                <a:lstStyle/>
                <a:p>
                  <a:endParaRPr lang="en-US"/>
                </a:p>
              </p:txBody>
            </p:sp>
            <p:sp>
              <p:nvSpPr>
                <p:cNvPr id="4596" name="Freeform 4595">
                  <a:extLst>
                    <a:ext uri="{FF2B5EF4-FFF2-40B4-BE49-F238E27FC236}">
                      <a16:creationId xmlns:a16="http://schemas.microsoft.com/office/drawing/2014/main" id="{F74DAD05-84DF-029B-8A84-235862260C40}"/>
                    </a:ext>
                  </a:extLst>
                </p:cNvPr>
                <p:cNvSpPr/>
                <p:nvPr/>
              </p:nvSpPr>
              <p:spPr>
                <a:xfrm>
                  <a:off x="6542043" y="3575838"/>
                  <a:ext cx="44518" cy="68355"/>
                </a:xfrm>
                <a:custGeom>
                  <a:avLst/>
                  <a:gdLst>
                    <a:gd name="connsiteX0" fmla="*/ 11605 w 44518"/>
                    <a:gd name="connsiteY0" fmla="*/ 31096 h 68355"/>
                    <a:gd name="connsiteX1" fmla="*/ 7325 w 44518"/>
                    <a:gd name="connsiteY1" fmla="*/ 28149 h 68355"/>
                    <a:gd name="connsiteX2" fmla="*/ 4471 w 44518"/>
                    <a:gd name="connsiteY2" fmla="*/ 25203 h 68355"/>
                    <a:gd name="connsiteX3" fmla="*/ 2854 w 44518"/>
                    <a:gd name="connsiteY3" fmla="*/ 21591 h 68355"/>
                    <a:gd name="connsiteX4" fmla="*/ 2378 w 44518"/>
                    <a:gd name="connsiteY4" fmla="*/ 16458 h 68355"/>
                    <a:gd name="connsiteX5" fmla="*/ 3900 w 44518"/>
                    <a:gd name="connsiteY5" fmla="*/ 9995 h 68355"/>
                    <a:gd name="connsiteX6" fmla="*/ 7991 w 44518"/>
                    <a:gd name="connsiteY6" fmla="*/ 4672 h 68355"/>
                    <a:gd name="connsiteX7" fmla="*/ 13983 w 44518"/>
                    <a:gd name="connsiteY7" fmla="*/ 1155 h 68355"/>
                    <a:gd name="connsiteX8" fmla="*/ 21498 w 44518"/>
                    <a:gd name="connsiteY8" fmla="*/ 14 h 68355"/>
                    <a:gd name="connsiteX9" fmla="*/ 29013 w 44518"/>
                    <a:gd name="connsiteY9" fmla="*/ 965 h 68355"/>
                    <a:gd name="connsiteX10" fmla="*/ 35482 w 44518"/>
                    <a:gd name="connsiteY10" fmla="*/ 3911 h 68355"/>
                    <a:gd name="connsiteX11" fmla="*/ 40048 w 44518"/>
                    <a:gd name="connsiteY11" fmla="*/ 9044 h 68355"/>
                    <a:gd name="connsiteX12" fmla="*/ 41760 w 44518"/>
                    <a:gd name="connsiteY12" fmla="*/ 16363 h 68355"/>
                    <a:gd name="connsiteX13" fmla="*/ 39667 w 44518"/>
                    <a:gd name="connsiteY13" fmla="*/ 25298 h 68355"/>
                    <a:gd name="connsiteX14" fmla="*/ 32628 w 44518"/>
                    <a:gd name="connsiteY14" fmla="*/ 31381 h 68355"/>
                    <a:gd name="connsiteX15" fmla="*/ 41379 w 44518"/>
                    <a:gd name="connsiteY15" fmla="*/ 37749 h 68355"/>
                    <a:gd name="connsiteX16" fmla="*/ 44519 w 44518"/>
                    <a:gd name="connsiteY16" fmla="*/ 48015 h 68355"/>
                    <a:gd name="connsiteX17" fmla="*/ 42901 w 44518"/>
                    <a:gd name="connsiteY17" fmla="*/ 56759 h 68355"/>
                    <a:gd name="connsiteX18" fmla="*/ 38145 w 44518"/>
                    <a:gd name="connsiteY18" fmla="*/ 63128 h 68355"/>
                    <a:gd name="connsiteX19" fmla="*/ 30630 w 44518"/>
                    <a:gd name="connsiteY19" fmla="*/ 67025 h 68355"/>
                    <a:gd name="connsiteX20" fmla="*/ 20927 w 44518"/>
                    <a:gd name="connsiteY20" fmla="*/ 68355 h 68355"/>
                    <a:gd name="connsiteX21" fmla="*/ 13603 w 44518"/>
                    <a:gd name="connsiteY21" fmla="*/ 67120 h 68355"/>
                    <a:gd name="connsiteX22" fmla="*/ 6849 w 44518"/>
                    <a:gd name="connsiteY22" fmla="*/ 63413 h 68355"/>
                    <a:gd name="connsiteX23" fmla="*/ 1902 w 44518"/>
                    <a:gd name="connsiteY23" fmla="*/ 57235 h 68355"/>
                    <a:gd name="connsiteX24" fmla="*/ 0 w 44518"/>
                    <a:gd name="connsiteY24" fmla="*/ 48585 h 68355"/>
                    <a:gd name="connsiteX25" fmla="*/ 2949 w 44518"/>
                    <a:gd name="connsiteY25" fmla="*/ 37939 h 68355"/>
                    <a:gd name="connsiteX26" fmla="*/ 11700 w 44518"/>
                    <a:gd name="connsiteY26" fmla="*/ 31001 h 68355"/>
                    <a:gd name="connsiteX27" fmla="*/ 22259 w 44518"/>
                    <a:gd name="connsiteY27" fmla="*/ 34327 h 68355"/>
                    <a:gd name="connsiteX28" fmla="*/ 15791 w 44518"/>
                    <a:gd name="connsiteY28" fmla="*/ 35183 h 68355"/>
                    <a:gd name="connsiteX29" fmla="*/ 10654 w 44518"/>
                    <a:gd name="connsiteY29" fmla="*/ 37749 h 68355"/>
                    <a:gd name="connsiteX30" fmla="*/ 7229 w 44518"/>
                    <a:gd name="connsiteY30" fmla="*/ 42217 h 68355"/>
                    <a:gd name="connsiteX31" fmla="*/ 5993 w 44518"/>
                    <a:gd name="connsiteY31" fmla="*/ 48680 h 68355"/>
                    <a:gd name="connsiteX32" fmla="*/ 7134 w 44518"/>
                    <a:gd name="connsiteY32" fmla="*/ 54478 h 68355"/>
                    <a:gd name="connsiteX33" fmla="*/ 10464 w 44518"/>
                    <a:gd name="connsiteY33" fmla="*/ 59041 h 68355"/>
                    <a:gd name="connsiteX34" fmla="*/ 15696 w 44518"/>
                    <a:gd name="connsiteY34" fmla="*/ 62177 h 68355"/>
                    <a:gd name="connsiteX35" fmla="*/ 22545 w 44518"/>
                    <a:gd name="connsiteY35" fmla="*/ 63318 h 68355"/>
                    <a:gd name="connsiteX36" fmla="*/ 28728 w 44518"/>
                    <a:gd name="connsiteY36" fmla="*/ 62177 h 68355"/>
                    <a:gd name="connsiteX37" fmla="*/ 33674 w 44518"/>
                    <a:gd name="connsiteY37" fmla="*/ 59136 h 68355"/>
                    <a:gd name="connsiteX38" fmla="*/ 37004 w 44518"/>
                    <a:gd name="connsiteY38" fmla="*/ 54383 h 68355"/>
                    <a:gd name="connsiteX39" fmla="*/ 38145 w 44518"/>
                    <a:gd name="connsiteY39" fmla="*/ 48300 h 68355"/>
                    <a:gd name="connsiteX40" fmla="*/ 36908 w 44518"/>
                    <a:gd name="connsiteY40" fmla="*/ 42122 h 68355"/>
                    <a:gd name="connsiteX41" fmla="*/ 33484 w 44518"/>
                    <a:gd name="connsiteY41" fmla="*/ 37749 h 68355"/>
                    <a:gd name="connsiteX42" fmla="*/ 28347 w 44518"/>
                    <a:gd name="connsiteY42" fmla="*/ 35183 h 68355"/>
                    <a:gd name="connsiteX43" fmla="*/ 22069 w 44518"/>
                    <a:gd name="connsiteY43" fmla="*/ 34327 h 68355"/>
                    <a:gd name="connsiteX44" fmla="*/ 21974 w 44518"/>
                    <a:gd name="connsiteY44" fmla="*/ 5242 h 68355"/>
                    <a:gd name="connsiteX45" fmla="*/ 16647 w 44518"/>
                    <a:gd name="connsiteY45" fmla="*/ 6002 h 68355"/>
                    <a:gd name="connsiteX46" fmla="*/ 12271 w 44518"/>
                    <a:gd name="connsiteY46" fmla="*/ 8284 h 68355"/>
                    <a:gd name="connsiteX47" fmla="*/ 9417 w 44518"/>
                    <a:gd name="connsiteY47" fmla="*/ 12086 h 68355"/>
                    <a:gd name="connsiteX48" fmla="*/ 8371 w 44518"/>
                    <a:gd name="connsiteY48" fmla="*/ 17313 h 68355"/>
                    <a:gd name="connsiteX49" fmla="*/ 9513 w 44518"/>
                    <a:gd name="connsiteY49" fmla="*/ 22731 h 68355"/>
                    <a:gd name="connsiteX50" fmla="*/ 12652 w 44518"/>
                    <a:gd name="connsiteY50" fmla="*/ 26343 h 68355"/>
                    <a:gd name="connsiteX51" fmla="*/ 17218 w 44518"/>
                    <a:gd name="connsiteY51" fmla="*/ 28529 h 68355"/>
                    <a:gd name="connsiteX52" fmla="*/ 22545 w 44518"/>
                    <a:gd name="connsiteY52" fmla="*/ 29195 h 68355"/>
                    <a:gd name="connsiteX53" fmla="*/ 27681 w 44518"/>
                    <a:gd name="connsiteY53" fmla="*/ 28529 h 68355"/>
                    <a:gd name="connsiteX54" fmla="*/ 31772 w 44518"/>
                    <a:gd name="connsiteY54" fmla="*/ 26153 h 68355"/>
                    <a:gd name="connsiteX55" fmla="*/ 34530 w 44518"/>
                    <a:gd name="connsiteY55" fmla="*/ 22066 h 68355"/>
                    <a:gd name="connsiteX56" fmla="*/ 35577 w 44518"/>
                    <a:gd name="connsiteY56" fmla="*/ 15983 h 68355"/>
                    <a:gd name="connsiteX57" fmla="*/ 32247 w 44518"/>
                    <a:gd name="connsiteY57" fmla="*/ 8094 h 68355"/>
                    <a:gd name="connsiteX58" fmla="*/ 21974 w 44518"/>
                    <a:gd name="connsiteY58" fmla="*/ 5337 h 68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44518" h="68355">
                      <a:moveTo>
                        <a:pt x="11605" y="31096"/>
                      </a:moveTo>
                      <a:cubicBezTo>
                        <a:pt x="9988" y="30050"/>
                        <a:pt x="8561" y="29100"/>
                        <a:pt x="7325" y="28149"/>
                      </a:cubicBezTo>
                      <a:cubicBezTo>
                        <a:pt x="6183" y="27199"/>
                        <a:pt x="5232" y="26248"/>
                        <a:pt x="4471" y="25203"/>
                      </a:cubicBezTo>
                      <a:cubicBezTo>
                        <a:pt x="3710" y="24157"/>
                        <a:pt x="3139" y="22921"/>
                        <a:pt x="2854" y="21591"/>
                      </a:cubicBezTo>
                      <a:cubicBezTo>
                        <a:pt x="2473" y="20260"/>
                        <a:pt x="2378" y="18549"/>
                        <a:pt x="2378" y="16458"/>
                      </a:cubicBezTo>
                      <a:cubicBezTo>
                        <a:pt x="2378" y="14177"/>
                        <a:pt x="2854" y="11991"/>
                        <a:pt x="3900" y="9995"/>
                      </a:cubicBezTo>
                      <a:cubicBezTo>
                        <a:pt x="4946" y="7998"/>
                        <a:pt x="6278" y="6193"/>
                        <a:pt x="7991" y="4672"/>
                      </a:cubicBezTo>
                      <a:cubicBezTo>
                        <a:pt x="9703" y="3151"/>
                        <a:pt x="11700" y="2010"/>
                        <a:pt x="13983" y="1155"/>
                      </a:cubicBezTo>
                      <a:cubicBezTo>
                        <a:pt x="16266" y="299"/>
                        <a:pt x="18739" y="-81"/>
                        <a:pt x="21498" y="14"/>
                      </a:cubicBezTo>
                      <a:cubicBezTo>
                        <a:pt x="24067" y="14"/>
                        <a:pt x="26540" y="299"/>
                        <a:pt x="29013" y="965"/>
                      </a:cubicBezTo>
                      <a:cubicBezTo>
                        <a:pt x="31487" y="1630"/>
                        <a:pt x="33579" y="2581"/>
                        <a:pt x="35482" y="3911"/>
                      </a:cubicBezTo>
                      <a:cubicBezTo>
                        <a:pt x="37384" y="5242"/>
                        <a:pt x="38906" y="6953"/>
                        <a:pt x="40048" y="9044"/>
                      </a:cubicBezTo>
                      <a:cubicBezTo>
                        <a:pt x="41189" y="11135"/>
                        <a:pt x="41760" y="13607"/>
                        <a:pt x="41760" y="16363"/>
                      </a:cubicBezTo>
                      <a:cubicBezTo>
                        <a:pt x="41760" y="19880"/>
                        <a:pt x="40999" y="22826"/>
                        <a:pt x="39667" y="25298"/>
                      </a:cubicBezTo>
                      <a:cubicBezTo>
                        <a:pt x="38240" y="27769"/>
                        <a:pt x="35862" y="29765"/>
                        <a:pt x="32628" y="31381"/>
                      </a:cubicBezTo>
                      <a:cubicBezTo>
                        <a:pt x="36338" y="32712"/>
                        <a:pt x="39192" y="34803"/>
                        <a:pt x="41379" y="37749"/>
                      </a:cubicBezTo>
                      <a:cubicBezTo>
                        <a:pt x="43472" y="40696"/>
                        <a:pt x="44519" y="44118"/>
                        <a:pt x="44519" y="48015"/>
                      </a:cubicBezTo>
                      <a:cubicBezTo>
                        <a:pt x="44519" y="51342"/>
                        <a:pt x="43948" y="54193"/>
                        <a:pt x="42901" y="56759"/>
                      </a:cubicBezTo>
                      <a:cubicBezTo>
                        <a:pt x="41760" y="59326"/>
                        <a:pt x="40238" y="61417"/>
                        <a:pt x="38145" y="63128"/>
                      </a:cubicBezTo>
                      <a:cubicBezTo>
                        <a:pt x="36052" y="64839"/>
                        <a:pt x="33579" y="66169"/>
                        <a:pt x="30630" y="67025"/>
                      </a:cubicBezTo>
                      <a:cubicBezTo>
                        <a:pt x="27681" y="67880"/>
                        <a:pt x="24447" y="68355"/>
                        <a:pt x="20927" y="68355"/>
                      </a:cubicBezTo>
                      <a:cubicBezTo>
                        <a:pt x="18549" y="68355"/>
                        <a:pt x="16076" y="67975"/>
                        <a:pt x="13603" y="67120"/>
                      </a:cubicBezTo>
                      <a:cubicBezTo>
                        <a:pt x="11130" y="66264"/>
                        <a:pt x="8847" y="65029"/>
                        <a:pt x="6849" y="63413"/>
                      </a:cubicBezTo>
                      <a:cubicBezTo>
                        <a:pt x="4851" y="61797"/>
                        <a:pt x="3234" y="59706"/>
                        <a:pt x="1902" y="57235"/>
                      </a:cubicBezTo>
                      <a:cubicBezTo>
                        <a:pt x="666" y="54763"/>
                        <a:pt x="0" y="51912"/>
                        <a:pt x="0" y="48585"/>
                      </a:cubicBezTo>
                      <a:cubicBezTo>
                        <a:pt x="0" y="44593"/>
                        <a:pt x="951" y="41076"/>
                        <a:pt x="2949" y="37939"/>
                      </a:cubicBezTo>
                      <a:cubicBezTo>
                        <a:pt x="4946" y="34803"/>
                        <a:pt x="7800" y="32521"/>
                        <a:pt x="11700" y="31001"/>
                      </a:cubicBezTo>
                      <a:close/>
                      <a:moveTo>
                        <a:pt x="22259" y="34327"/>
                      </a:moveTo>
                      <a:cubicBezTo>
                        <a:pt x="19881" y="34327"/>
                        <a:pt x="17788" y="34613"/>
                        <a:pt x="15791" y="35183"/>
                      </a:cubicBezTo>
                      <a:cubicBezTo>
                        <a:pt x="13793" y="35753"/>
                        <a:pt x="12081" y="36609"/>
                        <a:pt x="10654" y="37749"/>
                      </a:cubicBezTo>
                      <a:cubicBezTo>
                        <a:pt x="9227" y="38890"/>
                        <a:pt x="8085" y="40411"/>
                        <a:pt x="7229" y="42217"/>
                      </a:cubicBezTo>
                      <a:cubicBezTo>
                        <a:pt x="6373" y="44023"/>
                        <a:pt x="5993" y="46209"/>
                        <a:pt x="5993" y="48680"/>
                      </a:cubicBezTo>
                      <a:cubicBezTo>
                        <a:pt x="5993" y="50771"/>
                        <a:pt x="6373" y="52672"/>
                        <a:pt x="7134" y="54478"/>
                      </a:cubicBezTo>
                      <a:cubicBezTo>
                        <a:pt x="7895" y="56284"/>
                        <a:pt x="9037" y="57805"/>
                        <a:pt x="10464" y="59041"/>
                      </a:cubicBezTo>
                      <a:cubicBezTo>
                        <a:pt x="11891" y="60371"/>
                        <a:pt x="13603" y="61417"/>
                        <a:pt x="15696" y="62177"/>
                      </a:cubicBezTo>
                      <a:cubicBezTo>
                        <a:pt x="17788" y="62938"/>
                        <a:pt x="20071" y="63318"/>
                        <a:pt x="22545" y="63318"/>
                      </a:cubicBezTo>
                      <a:cubicBezTo>
                        <a:pt x="24732" y="63318"/>
                        <a:pt x="26825" y="62938"/>
                        <a:pt x="28728" y="62177"/>
                      </a:cubicBezTo>
                      <a:cubicBezTo>
                        <a:pt x="30630" y="61417"/>
                        <a:pt x="32343" y="60371"/>
                        <a:pt x="33674" y="59136"/>
                      </a:cubicBezTo>
                      <a:cubicBezTo>
                        <a:pt x="35101" y="57805"/>
                        <a:pt x="36243" y="56189"/>
                        <a:pt x="37004" y="54383"/>
                      </a:cubicBezTo>
                      <a:cubicBezTo>
                        <a:pt x="37765" y="52577"/>
                        <a:pt x="38145" y="50486"/>
                        <a:pt x="38145" y="48300"/>
                      </a:cubicBezTo>
                      <a:cubicBezTo>
                        <a:pt x="38145" y="45924"/>
                        <a:pt x="37765" y="43928"/>
                        <a:pt x="36908" y="42122"/>
                      </a:cubicBezTo>
                      <a:cubicBezTo>
                        <a:pt x="36052" y="40411"/>
                        <a:pt x="34911" y="38890"/>
                        <a:pt x="33484" y="37749"/>
                      </a:cubicBezTo>
                      <a:cubicBezTo>
                        <a:pt x="32057" y="36609"/>
                        <a:pt x="30345" y="35753"/>
                        <a:pt x="28347" y="35183"/>
                      </a:cubicBezTo>
                      <a:cubicBezTo>
                        <a:pt x="26350" y="34613"/>
                        <a:pt x="24257" y="34327"/>
                        <a:pt x="22069" y="34327"/>
                      </a:cubicBezTo>
                      <a:close/>
                      <a:moveTo>
                        <a:pt x="21974" y="5242"/>
                      </a:moveTo>
                      <a:cubicBezTo>
                        <a:pt x="20071" y="5242"/>
                        <a:pt x="18264" y="5527"/>
                        <a:pt x="16647" y="6002"/>
                      </a:cubicBezTo>
                      <a:cubicBezTo>
                        <a:pt x="15030" y="6478"/>
                        <a:pt x="13508" y="7238"/>
                        <a:pt x="12271" y="8284"/>
                      </a:cubicBezTo>
                      <a:cubicBezTo>
                        <a:pt x="11034" y="9329"/>
                        <a:pt x="10083" y="10565"/>
                        <a:pt x="9417" y="12086"/>
                      </a:cubicBezTo>
                      <a:cubicBezTo>
                        <a:pt x="8751" y="13607"/>
                        <a:pt x="8371" y="15317"/>
                        <a:pt x="8371" y="17313"/>
                      </a:cubicBezTo>
                      <a:cubicBezTo>
                        <a:pt x="8371" y="19405"/>
                        <a:pt x="8751" y="21210"/>
                        <a:pt x="9513" y="22731"/>
                      </a:cubicBezTo>
                      <a:cubicBezTo>
                        <a:pt x="10273" y="24252"/>
                        <a:pt x="11415" y="25393"/>
                        <a:pt x="12652" y="26343"/>
                      </a:cubicBezTo>
                      <a:cubicBezTo>
                        <a:pt x="13888" y="27294"/>
                        <a:pt x="15505" y="27959"/>
                        <a:pt x="17218" y="28529"/>
                      </a:cubicBezTo>
                      <a:cubicBezTo>
                        <a:pt x="18930" y="29005"/>
                        <a:pt x="20737" y="29195"/>
                        <a:pt x="22545" y="29195"/>
                      </a:cubicBezTo>
                      <a:cubicBezTo>
                        <a:pt x="24352" y="29195"/>
                        <a:pt x="26064" y="29005"/>
                        <a:pt x="27681" y="28529"/>
                      </a:cubicBezTo>
                      <a:cubicBezTo>
                        <a:pt x="29299" y="28054"/>
                        <a:pt x="30630" y="27294"/>
                        <a:pt x="31772" y="26153"/>
                      </a:cubicBezTo>
                      <a:cubicBezTo>
                        <a:pt x="32913" y="25013"/>
                        <a:pt x="33769" y="23682"/>
                        <a:pt x="34530" y="22066"/>
                      </a:cubicBezTo>
                      <a:cubicBezTo>
                        <a:pt x="35196" y="20450"/>
                        <a:pt x="35577" y="18359"/>
                        <a:pt x="35577" y="15983"/>
                      </a:cubicBezTo>
                      <a:cubicBezTo>
                        <a:pt x="35577" y="12561"/>
                        <a:pt x="34435" y="9900"/>
                        <a:pt x="32247" y="8094"/>
                      </a:cubicBezTo>
                      <a:cubicBezTo>
                        <a:pt x="30059" y="6288"/>
                        <a:pt x="26635" y="5337"/>
                        <a:pt x="21974" y="5337"/>
                      </a:cubicBezTo>
                      <a:close/>
                    </a:path>
                  </a:pathLst>
                </a:custGeom>
                <a:solidFill>
                  <a:srgbClr val="262626"/>
                </a:solidFill>
                <a:ln w="9506" cap="flat">
                  <a:noFill/>
                  <a:prstDash val="solid"/>
                  <a:miter/>
                </a:ln>
              </p:spPr>
              <p:txBody>
                <a:bodyPr rtlCol="0" anchor="ctr"/>
                <a:lstStyle/>
                <a:p>
                  <a:endParaRPr lang="en-US"/>
                </a:p>
              </p:txBody>
            </p:sp>
          </p:grpSp>
          <p:grpSp>
            <p:nvGrpSpPr>
              <p:cNvPr id="4511" name="Graphic 5">
                <a:extLst>
                  <a:ext uri="{FF2B5EF4-FFF2-40B4-BE49-F238E27FC236}">
                    <a16:creationId xmlns:a16="http://schemas.microsoft.com/office/drawing/2014/main" id="{4E489ADE-6D14-DF78-16C9-553C748D6E4A}"/>
                  </a:ext>
                </a:extLst>
              </p:cNvPr>
              <p:cNvGrpSpPr/>
              <p:nvPr/>
            </p:nvGrpSpPr>
            <p:grpSpPr>
              <a:xfrm>
                <a:off x="2804820" y="6227643"/>
                <a:ext cx="1061734" cy="218565"/>
                <a:chOff x="5736520" y="3282907"/>
                <a:chExt cx="426637" cy="87826"/>
              </a:xfrm>
              <a:solidFill>
                <a:srgbClr val="000000"/>
              </a:solidFill>
            </p:grpSpPr>
            <p:sp>
              <p:nvSpPr>
                <p:cNvPr id="4579" name="Freeform 4578">
                  <a:extLst>
                    <a:ext uri="{FF2B5EF4-FFF2-40B4-BE49-F238E27FC236}">
                      <a16:creationId xmlns:a16="http://schemas.microsoft.com/office/drawing/2014/main" id="{A10AB62D-CB12-D2F8-A205-3016FCFFADD5}"/>
                    </a:ext>
                  </a:extLst>
                </p:cNvPr>
                <p:cNvSpPr/>
                <p:nvPr/>
              </p:nvSpPr>
              <p:spPr>
                <a:xfrm>
                  <a:off x="5736520" y="3300872"/>
                  <a:ext cx="43757" cy="51897"/>
                </a:xfrm>
                <a:custGeom>
                  <a:avLst/>
                  <a:gdLst>
                    <a:gd name="connsiteX0" fmla="*/ 37194 w 43757"/>
                    <a:gd name="connsiteY0" fmla="*/ 16729 h 51897"/>
                    <a:gd name="connsiteX1" fmla="*/ 31962 w 43757"/>
                    <a:gd name="connsiteY1" fmla="*/ 8079 h 51897"/>
                    <a:gd name="connsiteX2" fmla="*/ 22545 w 43757"/>
                    <a:gd name="connsiteY2" fmla="*/ 5038 h 51897"/>
                    <a:gd name="connsiteX3" fmla="*/ 15030 w 43757"/>
                    <a:gd name="connsiteY3" fmla="*/ 6844 h 51897"/>
                    <a:gd name="connsiteX4" fmla="*/ 9893 w 43757"/>
                    <a:gd name="connsiteY4" fmla="*/ 11596 h 51897"/>
                    <a:gd name="connsiteX5" fmla="*/ 6944 w 43757"/>
                    <a:gd name="connsiteY5" fmla="*/ 18345 h 51897"/>
                    <a:gd name="connsiteX6" fmla="*/ 5993 w 43757"/>
                    <a:gd name="connsiteY6" fmla="*/ 25854 h 51897"/>
                    <a:gd name="connsiteX7" fmla="*/ 6944 w 43757"/>
                    <a:gd name="connsiteY7" fmla="*/ 33458 h 51897"/>
                    <a:gd name="connsiteX8" fmla="*/ 9798 w 43757"/>
                    <a:gd name="connsiteY8" fmla="*/ 40111 h 51897"/>
                    <a:gd name="connsiteX9" fmla="*/ 14935 w 43757"/>
                    <a:gd name="connsiteY9" fmla="*/ 44864 h 51897"/>
                    <a:gd name="connsiteX10" fmla="*/ 22545 w 43757"/>
                    <a:gd name="connsiteY10" fmla="*/ 46670 h 51897"/>
                    <a:gd name="connsiteX11" fmla="*/ 32723 w 43757"/>
                    <a:gd name="connsiteY11" fmla="*/ 43153 h 51897"/>
                    <a:gd name="connsiteX12" fmla="*/ 37670 w 43757"/>
                    <a:gd name="connsiteY12" fmla="*/ 33458 h 51897"/>
                    <a:gd name="connsiteX13" fmla="*/ 43758 w 43757"/>
                    <a:gd name="connsiteY13" fmla="*/ 33458 h 51897"/>
                    <a:gd name="connsiteX14" fmla="*/ 41380 w 43757"/>
                    <a:gd name="connsiteY14" fmla="*/ 40967 h 51897"/>
                    <a:gd name="connsiteX15" fmla="*/ 37099 w 43757"/>
                    <a:gd name="connsiteY15" fmla="*/ 46765 h 51897"/>
                    <a:gd name="connsiteX16" fmla="*/ 30916 w 43757"/>
                    <a:gd name="connsiteY16" fmla="*/ 50567 h 51897"/>
                    <a:gd name="connsiteX17" fmla="*/ 22640 w 43757"/>
                    <a:gd name="connsiteY17" fmla="*/ 51897 h 51897"/>
                    <a:gd name="connsiteX18" fmla="*/ 12461 w 43757"/>
                    <a:gd name="connsiteY18" fmla="*/ 49901 h 51897"/>
                    <a:gd name="connsiteX19" fmla="*/ 5422 w 43757"/>
                    <a:gd name="connsiteY19" fmla="*/ 44388 h 51897"/>
                    <a:gd name="connsiteX20" fmla="*/ 1332 w 43757"/>
                    <a:gd name="connsiteY20" fmla="*/ 36214 h 51897"/>
                    <a:gd name="connsiteX21" fmla="*/ 0 w 43757"/>
                    <a:gd name="connsiteY21" fmla="*/ 26044 h 51897"/>
                    <a:gd name="connsiteX22" fmla="*/ 1427 w 43757"/>
                    <a:gd name="connsiteY22" fmla="*/ 16159 h 51897"/>
                    <a:gd name="connsiteX23" fmla="*/ 5803 w 43757"/>
                    <a:gd name="connsiteY23" fmla="*/ 7794 h 51897"/>
                    <a:gd name="connsiteX24" fmla="*/ 12937 w 43757"/>
                    <a:gd name="connsiteY24" fmla="*/ 2091 h 51897"/>
                    <a:gd name="connsiteX25" fmla="*/ 22640 w 43757"/>
                    <a:gd name="connsiteY25" fmla="*/ 0 h 51897"/>
                    <a:gd name="connsiteX26" fmla="*/ 36528 w 43757"/>
                    <a:gd name="connsiteY26" fmla="*/ 4087 h 51897"/>
                    <a:gd name="connsiteX27" fmla="*/ 43092 w 43757"/>
                    <a:gd name="connsiteY27" fmla="*/ 16824 h 51897"/>
                    <a:gd name="connsiteX28" fmla="*/ 37289 w 43757"/>
                    <a:gd name="connsiteY28" fmla="*/ 16824 h 51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43757" h="51897">
                      <a:moveTo>
                        <a:pt x="37194" y="16729"/>
                      </a:moveTo>
                      <a:cubicBezTo>
                        <a:pt x="36148" y="13022"/>
                        <a:pt x="34435" y="10170"/>
                        <a:pt x="31962" y="8079"/>
                      </a:cubicBezTo>
                      <a:cubicBezTo>
                        <a:pt x="29489" y="5988"/>
                        <a:pt x="26350" y="5038"/>
                        <a:pt x="22545" y="5038"/>
                      </a:cubicBezTo>
                      <a:cubicBezTo>
                        <a:pt x="19596" y="5038"/>
                        <a:pt x="17122" y="5608"/>
                        <a:pt x="15030" y="6844"/>
                      </a:cubicBezTo>
                      <a:cubicBezTo>
                        <a:pt x="12937" y="8079"/>
                        <a:pt x="11225" y="9600"/>
                        <a:pt x="9893" y="11596"/>
                      </a:cubicBezTo>
                      <a:cubicBezTo>
                        <a:pt x="8561" y="13592"/>
                        <a:pt x="7610" y="15873"/>
                        <a:pt x="6944" y="18345"/>
                      </a:cubicBezTo>
                      <a:cubicBezTo>
                        <a:pt x="6278" y="20816"/>
                        <a:pt x="5993" y="23382"/>
                        <a:pt x="5993" y="25854"/>
                      </a:cubicBezTo>
                      <a:cubicBezTo>
                        <a:pt x="5993" y="28325"/>
                        <a:pt x="6278" y="30986"/>
                        <a:pt x="6944" y="33458"/>
                      </a:cubicBezTo>
                      <a:cubicBezTo>
                        <a:pt x="7515" y="35929"/>
                        <a:pt x="8561" y="38115"/>
                        <a:pt x="9798" y="40111"/>
                      </a:cubicBezTo>
                      <a:cubicBezTo>
                        <a:pt x="11130" y="42107"/>
                        <a:pt x="12842" y="43628"/>
                        <a:pt x="14935" y="44864"/>
                      </a:cubicBezTo>
                      <a:cubicBezTo>
                        <a:pt x="17027" y="46004"/>
                        <a:pt x="19596" y="46670"/>
                        <a:pt x="22545" y="46670"/>
                      </a:cubicBezTo>
                      <a:cubicBezTo>
                        <a:pt x="26825" y="46670"/>
                        <a:pt x="30155" y="45529"/>
                        <a:pt x="32723" y="43153"/>
                      </a:cubicBezTo>
                      <a:cubicBezTo>
                        <a:pt x="35291" y="40777"/>
                        <a:pt x="36909" y="37545"/>
                        <a:pt x="37670" y="33458"/>
                      </a:cubicBezTo>
                      <a:lnTo>
                        <a:pt x="43758" y="33458"/>
                      </a:lnTo>
                      <a:cubicBezTo>
                        <a:pt x="43282" y="36214"/>
                        <a:pt x="42426" y="38685"/>
                        <a:pt x="41380" y="40967"/>
                      </a:cubicBezTo>
                      <a:cubicBezTo>
                        <a:pt x="40238" y="43248"/>
                        <a:pt x="38811" y="45149"/>
                        <a:pt x="37099" y="46765"/>
                      </a:cubicBezTo>
                      <a:cubicBezTo>
                        <a:pt x="35387" y="48381"/>
                        <a:pt x="33294" y="49616"/>
                        <a:pt x="30916" y="50567"/>
                      </a:cubicBezTo>
                      <a:cubicBezTo>
                        <a:pt x="28538" y="51422"/>
                        <a:pt x="25779" y="51897"/>
                        <a:pt x="22640" y="51897"/>
                      </a:cubicBezTo>
                      <a:cubicBezTo>
                        <a:pt x="18740" y="51897"/>
                        <a:pt x="15315" y="51232"/>
                        <a:pt x="12461" y="49901"/>
                      </a:cubicBezTo>
                      <a:cubicBezTo>
                        <a:pt x="9608" y="48571"/>
                        <a:pt x="7229" y="46765"/>
                        <a:pt x="5422" y="44388"/>
                      </a:cubicBezTo>
                      <a:cubicBezTo>
                        <a:pt x="3615" y="42107"/>
                        <a:pt x="2188" y="39351"/>
                        <a:pt x="1332" y="36214"/>
                      </a:cubicBezTo>
                      <a:cubicBezTo>
                        <a:pt x="476" y="33077"/>
                        <a:pt x="0" y="29656"/>
                        <a:pt x="0" y="26044"/>
                      </a:cubicBezTo>
                      <a:cubicBezTo>
                        <a:pt x="0" y="22622"/>
                        <a:pt x="476" y="19295"/>
                        <a:pt x="1427" y="16159"/>
                      </a:cubicBezTo>
                      <a:cubicBezTo>
                        <a:pt x="2378" y="13022"/>
                        <a:pt x="3805" y="10265"/>
                        <a:pt x="5803" y="7794"/>
                      </a:cubicBezTo>
                      <a:cubicBezTo>
                        <a:pt x="7705" y="5418"/>
                        <a:pt x="10083" y="3517"/>
                        <a:pt x="12937" y="2091"/>
                      </a:cubicBezTo>
                      <a:cubicBezTo>
                        <a:pt x="15791" y="665"/>
                        <a:pt x="19025" y="0"/>
                        <a:pt x="22640" y="0"/>
                      </a:cubicBezTo>
                      <a:cubicBezTo>
                        <a:pt x="28347" y="0"/>
                        <a:pt x="32913" y="1331"/>
                        <a:pt x="36528" y="4087"/>
                      </a:cubicBezTo>
                      <a:cubicBezTo>
                        <a:pt x="40048" y="6844"/>
                        <a:pt x="42236" y="11026"/>
                        <a:pt x="43092" y="16824"/>
                      </a:cubicBezTo>
                      <a:lnTo>
                        <a:pt x="37289" y="16824"/>
                      </a:lnTo>
                      <a:close/>
                    </a:path>
                  </a:pathLst>
                </a:custGeom>
                <a:solidFill>
                  <a:srgbClr val="000000"/>
                </a:solidFill>
                <a:ln w="9506" cap="flat">
                  <a:noFill/>
                  <a:prstDash val="solid"/>
                  <a:miter/>
                </a:ln>
              </p:spPr>
              <p:txBody>
                <a:bodyPr rtlCol="0" anchor="ctr"/>
                <a:lstStyle/>
                <a:p>
                  <a:endParaRPr lang="en-US"/>
                </a:p>
              </p:txBody>
            </p:sp>
            <p:sp>
              <p:nvSpPr>
                <p:cNvPr id="4580" name="Freeform 4579">
                  <a:extLst>
                    <a:ext uri="{FF2B5EF4-FFF2-40B4-BE49-F238E27FC236}">
                      <a16:creationId xmlns:a16="http://schemas.microsoft.com/office/drawing/2014/main" id="{0CDF50D2-AE41-52A0-6BB0-D40008559BB6}"/>
                    </a:ext>
                  </a:extLst>
                </p:cNvPr>
                <p:cNvSpPr/>
                <p:nvPr/>
              </p:nvSpPr>
              <p:spPr>
                <a:xfrm>
                  <a:off x="5788459" y="3300872"/>
                  <a:ext cx="45755" cy="51802"/>
                </a:xfrm>
                <a:custGeom>
                  <a:avLst/>
                  <a:gdLst>
                    <a:gd name="connsiteX0" fmla="*/ 22830 w 45755"/>
                    <a:gd name="connsiteY0" fmla="*/ 51802 h 51802"/>
                    <a:gd name="connsiteX1" fmla="*/ 13983 w 45755"/>
                    <a:gd name="connsiteY1" fmla="*/ 50091 h 51802"/>
                    <a:gd name="connsiteX2" fmla="*/ 6754 w 45755"/>
                    <a:gd name="connsiteY2" fmla="*/ 45244 h 51802"/>
                    <a:gd name="connsiteX3" fmla="*/ 1807 w 45755"/>
                    <a:gd name="connsiteY3" fmla="*/ 37165 h 51802"/>
                    <a:gd name="connsiteX4" fmla="*/ 0 w 45755"/>
                    <a:gd name="connsiteY4" fmla="*/ 25854 h 51802"/>
                    <a:gd name="connsiteX5" fmla="*/ 1427 w 45755"/>
                    <a:gd name="connsiteY5" fmla="*/ 15778 h 51802"/>
                    <a:gd name="connsiteX6" fmla="*/ 5708 w 45755"/>
                    <a:gd name="connsiteY6" fmla="*/ 7509 h 51802"/>
                    <a:gd name="connsiteX7" fmla="*/ 12842 w 45755"/>
                    <a:gd name="connsiteY7" fmla="*/ 1996 h 51802"/>
                    <a:gd name="connsiteX8" fmla="*/ 22830 w 45755"/>
                    <a:gd name="connsiteY8" fmla="*/ 0 h 51802"/>
                    <a:gd name="connsiteX9" fmla="*/ 32913 w 45755"/>
                    <a:gd name="connsiteY9" fmla="*/ 1996 h 51802"/>
                    <a:gd name="connsiteX10" fmla="*/ 40048 w 45755"/>
                    <a:gd name="connsiteY10" fmla="*/ 7509 h 51802"/>
                    <a:gd name="connsiteX11" fmla="*/ 44329 w 45755"/>
                    <a:gd name="connsiteY11" fmla="*/ 15683 h 51802"/>
                    <a:gd name="connsiteX12" fmla="*/ 45755 w 45755"/>
                    <a:gd name="connsiteY12" fmla="*/ 25854 h 51802"/>
                    <a:gd name="connsiteX13" fmla="*/ 44138 w 45755"/>
                    <a:gd name="connsiteY13" fmla="*/ 36499 h 51802"/>
                    <a:gd name="connsiteX14" fmla="*/ 39572 w 45755"/>
                    <a:gd name="connsiteY14" fmla="*/ 44674 h 51802"/>
                    <a:gd name="connsiteX15" fmla="*/ 32343 w 45755"/>
                    <a:gd name="connsiteY15" fmla="*/ 49901 h 51802"/>
                    <a:gd name="connsiteX16" fmla="*/ 22925 w 45755"/>
                    <a:gd name="connsiteY16" fmla="*/ 51802 h 51802"/>
                    <a:gd name="connsiteX17" fmla="*/ 39572 w 45755"/>
                    <a:gd name="connsiteY17" fmla="*/ 25854 h 51802"/>
                    <a:gd name="connsiteX18" fmla="*/ 38621 w 45755"/>
                    <a:gd name="connsiteY18" fmla="*/ 17679 h 51802"/>
                    <a:gd name="connsiteX19" fmla="*/ 35672 w 45755"/>
                    <a:gd name="connsiteY19" fmla="*/ 11121 h 51802"/>
                    <a:gd name="connsiteX20" fmla="*/ 30535 w 45755"/>
                    <a:gd name="connsiteY20" fmla="*/ 6748 h 51802"/>
                    <a:gd name="connsiteX21" fmla="*/ 22830 w 45755"/>
                    <a:gd name="connsiteY21" fmla="*/ 5133 h 51802"/>
                    <a:gd name="connsiteX22" fmla="*/ 15220 w 45755"/>
                    <a:gd name="connsiteY22" fmla="*/ 6844 h 51802"/>
                    <a:gd name="connsiteX23" fmla="*/ 10083 w 45755"/>
                    <a:gd name="connsiteY23" fmla="*/ 11501 h 51802"/>
                    <a:gd name="connsiteX24" fmla="*/ 7134 w 45755"/>
                    <a:gd name="connsiteY24" fmla="*/ 18155 h 51802"/>
                    <a:gd name="connsiteX25" fmla="*/ 6183 w 45755"/>
                    <a:gd name="connsiteY25" fmla="*/ 25854 h 51802"/>
                    <a:gd name="connsiteX26" fmla="*/ 7229 w 45755"/>
                    <a:gd name="connsiteY26" fmla="*/ 34218 h 51802"/>
                    <a:gd name="connsiteX27" fmla="*/ 10464 w 45755"/>
                    <a:gd name="connsiteY27" fmla="*/ 40872 h 51802"/>
                    <a:gd name="connsiteX28" fmla="*/ 15696 w 45755"/>
                    <a:gd name="connsiteY28" fmla="*/ 45149 h 51802"/>
                    <a:gd name="connsiteX29" fmla="*/ 22925 w 45755"/>
                    <a:gd name="connsiteY29" fmla="*/ 46670 h 51802"/>
                    <a:gd name="connsiteX30" fmla="*/ 30630 w 45755"/>
                    <a:gd name="connsiteY30" fmla="*/ 44864 h 51802"/>
                    <a:gd name="connsiteX31" fmla="*/ 35767 w 45755"/>
                    <a:gd name="connsiteY31" fmla="*/ 40111 h 51802"/>
                    <a:gd name="connsiteX32" fmla="*/ 38716 w 45755"/>
                    <a:gd name="connsiteY32" fmla="*/ 33458 h 51802"/>
                    <a:gd name="connsiteX33" fmla="*/ 39667 w 45755"/>
                    <a:gd name="connsiteY33" fmla="*/ 25759 h 51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5755" h="51802">
                      <a:moveTo>
                        <a:pt x="22830" y="51802"/>
                      </a:moveTo>
                      <a:cubicBezTo>
                        <a:pt x="19691" y="51802"/>
                        <a:pt x="16647" y="51137"/>
                        <a:pt x="13983" y="50091"/>
                      </a:cubicBezTo>
                      <a:cubicBezTo>
                        <a:pt x="11225" y="49046"/>
                        <a:pt x="8847" y="47430"/>
                        <a:pt x="6754" y="45244"/>
                      </a:cubicBezTo>
                      <a:cubicBezTo>
                        <a:pt x="4661" y="43058"/>
                        <a:pt x="3044" y="40396"/>
                        <a:pt x="1807" y="37165"/>
                      </a:cubicBezTo>
                      <a:cubicBezTo>
                        <a:pt x="571" y="33933"/>
                        <a:pt x="0" y="30131"/>
                        <a:pt x="0" y="25854"/>
                      </a:cubicBezTo>
                      <a:cubicBezTo>
                        <a:pt x="0" y="22242"/>
                        <a:pt x="476" y="18820"/>
                        <a:pt x="1427" y="15778"/>
                      </a:cubicBezTo>
                      <a:cubicBezTo>
                        <a:pt x="2378" y="12642"/>
                        <a:pt x="3805" y="9885"/>
                        <a:pt x="5708" y="7509"/>
                      </a:cubicBezTo>
                      <a:cubicBezTo>
                        <a:pt x="7610" y="5133"/>
                        <a:pt x="9988" y="3327"/>
                        <a:pt x="12842" y="1996"/>
                      </a:cubicBezTo>
                      <a:cubicBezTo>
                        <a:pt x="15696" y="665"/>
                        <a:pt x="19025" y="0"/>
                        <a:pt x="22830" y="0"/>
                      </a:cubicBezTo>
                      <a:cubicBezTo>
                        <a:pt x="26635" y="0"/>
                        <a:pt x="30060" y="665"/>
                        <a:pt x="32913" y="1996"/>
                      </a:cubicBezTo>
                      <a:cubicBezTo>
                        <a:pt x="35767" y="3327"/>
                        <a:pt x="38145" y="5228"/>
                        <a:pt x="40048" y="7509"/>
                      </a:cubicBezTo>
                      <a:cubicBezTo>
                        <a:pt x="41950" y="9790"/>
                        <a:pt x="43377" y="12547"/>
                        <a:pt x="44329" y="15683"/>
                      </a:cubicBezTo>
                      <a:cubicBezTo>
                        <a:pt x="45280" y="18820"/>
                        <a:pt x="45755" y="22242"/>
                        <a:pt x="45755" y="25854"/>
                      </a:cubicBezTo>
                      <a:cubicBezTo>
                        <a:pt x="45755" y="29751"/>
                        <a:pt x="45185" y="33363"/>
                        <a:pt x="44138" y="36499"/>
                      </a:cubicBezTo>
                      <a:cubicBezTo>
                        <a:pt x="43092" y="39636"/>
                        <a:pt x="41570" y="42392"/>
                        <a:pt x="39572" y="44674"/>
                      </a:cubicBezTo>
                      <a:cubicBezTo>
                        <a:pt x="37575" y="46955"/>
                        <a:pt x="35196" y="48666"/>
                        <a:pt x="32343" y="49901"/>
                      </a:cubicBezTo>
                      <a:cubicBezTo>
                        <a:pt x="29489" y="51137"/>
                        <a:pt x="26445" y="51802"/>
                        <a:pt x="22925" y="51802"/>
                      </a:cubicBezTo>
                      <a:close/>
                      <a:moveTo>
                        <a:pt x="39572" y="25854"/>
                      </a:moveTo>
                      <a:cubicBezTo>
                        <a:pt x="39572" y="22907"/>
                        <a:pt x="39287" y="20246"/>
                        <a:pt x="38621" y="17679"/>
                      </a:cubicBezTo>
                      <a:cubicBezTo>
                        <a:pt x="37955" y="15113"/>
                        <a:pt x="37004" y="12927"/>
                        <a:pt x="35672" y="11121"/>
                      </a:cubicBezTo>
                      <a:cubicBezTo>
                        <a:pt x="34340" y="9220"/>
                        <a:pt x="32628" y="7794"/>
                        <a:pt x="30535" y="6748"/>
                      </a:cubicBezTo>
                      <a:cubicBezTo>
                        <a:pt x="28443" y="5703"/>
                        <a:pt x="25874" y="5133"/>
                        <a:pt x="22830" y="5133"/>
                      </a:cubicBezTo>
                      <a:cubicBezTo>
                        <a:pt x="19786" y="5133"/>
                        <a:pt x="17313" y="5703"/>
                        <a:pt x="15220" y="6844"/>
                      </a:cubicBezTo>
                      <a:cubicBezTo>
                        <a:pt x="13127" y="7984"/>
                        <a:pt x="11320" y="9600"/>
                        <a:pt x="10083" y="11501"/>
                      </a:cubicBezTo>
                      <a:cubicBezTo>
                        <a:pt x="8752" y="13402"/>
                        <a:pt x="7800" y="15683"/>
                        <a:pt x="7134" y="18155"/>
                      </a:cubicBezTo>
                      <a:cubicBezTo>
                        <a:pt x="6469" y="20626"/>
                        <a:pt x="6183" y="23192"/>
                        <a:pt x="6183" y="25854"/>
                      </a:cubicBezTo>
                      <a:cubicBezTo>
                        <a:pt x="6183" y="28895"/>
                        <a:pt x="6564" y="31652"/>
                        <a:pt x="7229" y="34218"/>
                      </a:cubicBezTo>
                      <a:cubicBezTo>
                        <a:pt x="7895" y="36784"/>
                        <a:pt x="9037" y="38971"/>
                        <a:pt x="10464" y="40872"/>
                      </a:cubicBezTo>
                      <a:cubicBezTo>
                        <a:pt x="11891" y="42678"/>
                        <a:pt x="13603" y="44103"/>
                        <a:pt x="15696" y="45149"/>
                      </a:cubicBezTo>
                      <a:cubicBezTo>
                        <a:pt x="17788" y="46194"/>
                        <a:pt x="20167" y="46670"/>
                        <a:pt x="22925" y="46670"/>
                      </a:cubicBezTo>
                      <a:cubicBezTo>
                        <a:pt x="25874" y="46670"/>
                        <a:pt x="28443" y="46099"/>
                        <a:pt x="30630" y="44864"/>
                      </a:cubicBezTo>
                      <a:cubicBezTo>
                        <a:pt x="32723" y="43723"/>
                        <a:pt x="34531" y="42107"/>
                        <a:pt x="35767" y="40111"/>
                      </a:cubicBezTo>
                      <a:cubicBezTo>
                        <a:pt x="37099" y="38115"/>
                        <a:pt x="38050" y="35929"/>
                        <a:pt x="38716" y="33458"/>
                      </a:cubicBezTo>
                      <a:cubicBezTo>
                        <a:pt x="39382" y="30986"/>
                        <a:pt x="39667" y="28420"/>
                        <a:pt x="39667" y="25759"/>
                      </a:cubicBezTo>
                      <a:close/>
                    </a:path>
                  </a:pathLst>
                </a:custGeom>
                <a:solidFill>
                  <a:srgbClr val="000000"/>
                </a:solidFill>
                <a:ln w="9506" cap="flat">
                  <a:noFill/>
                  <a:prstDash val="solid"/>
                  <a:miter/>
                </a:ln>
              </p:spPr>
              <p:txBody>
                <a:bodyPr rtlCol="0" anchor="ctr"/>
                <a:lstStyle/>
                <a:p>
                  <a:endParaRPr lang="en-US"/>
                </a:p>
              </p:txBody>
            </p:sp>
            <p:sp>
              <p:nvSpPr>
                <p:cNvPr id="4581" name="Freeform 4580">
                  <a:extLst>
                    <a:ext uri="{FF2B5EF4-FFF2-40B4-BE49-F238E27FC236}">
                      <a16:creationId xmlns:a16="http://schemas.microsoft.com/office/drawing/2014/main" id="{5A0BBF0F-3314-8FD3-C4B8-62DC57B04581}"/>
                    </a:ext>
                  </a:extLst>
                </p:cNvPr>
                <p:cNvSpPr/>
                <p:nvPr/>
              </p:nvSpPr>
              <p:spPr>
                <a:xfrm>
                  <a:off x="5843822" y="3300777"/>
                  <a:ext cx="66968" cy="50566"/>
                </a:xfrm>
                <a:custGeom>
                  <a:avLst/>
                  <a:gdLst>
                    <a:gd name="connsiteX0" fmla="*/ 5707 w 66968"/>
                    <a:gd name="connsiteY0" fmla="*/ 50567 h 50566"/>
                    <a:gd name="connsiteX1" fmla="*/ 0 w 66968"/>
                    <a:gd name="connsiteY1" fmla="*/ 50567 h 50566"/>
                    <a:gd name="connsiteX2" fmla="*/ 0 w 66968"/>
                    <a:gd name="connsiteY2" fmla="*/ 1331 h 50566"/>
                    <a:gd name="connsiteX3" fmla="*/ 5707 w 66968"/>
                    <a:gd name="connsiteY3" fmla="*/ 1331 h 50566"/>
                    <a:gd name="connsiteX4" fmla="*/ 5707 w 66968"/>
                    <a:gd name="connsiteY4" fmla="*/ 8745 h 50566"/>
                    <a:gd name="connsiteX5" fmla="*/ 5898 w 66968"/>
                    <a:gd name="connsiteY5" fmla="*/ 8745 h 50566"/>
                    <a:gd name="connsiteX6" fmla="*/ 12176 w 66968"/>
                    <a:gd name="connsiteY6" fmla="*/ 2186 h 50566"/>
                    <a:gd name="connsiteX7" fmla="*/ 21118 w 66968"/>
                    <a:gd name="connsiteY7" fmla="*/ 0 h 50566"/>
                    <a:gd name="connsiteX8" fmla="*/ 26921 w 66968"/>
                    <a:gd name="connsiteY8" fmla="*/ 760 h 50566"/>
                    <a:gd name="connsiteX9" fmla="*/ 30916 w 66968"/>
                    <a:gd name="connsiteY9" fmla="*/ 2852 h 50566"/>
                    <a:gd name="connsiteX10" fmla="*/ 33674 w 66968"/>
                    <a:gd name="connsiteY10" fmla="*/ 5798 h 50566"/>
                    <a:gd name="connsiteX11" fmla="*/ 35482 w 66968"/>
                    <a:gd name="connsiteY11" fmla="*/ 9505 h 50566"/>
                    <a:gd name="connsiteX12" fmla="*/ 42141 w 66968"/>
                    <a:gd name="connsiteY12" fmla="*/ 2281 h 50566"/>
                    <a:gd name="connsiteX13" fmla="*/ 51558 w 66968"/>
                    <a:gd name="connsiteY13" fmla="*/ 0 h 50566"/>
                    <a:gd name="connsiteX14" fmla="*/ 59644 w 66968"/>
                    <a:gd name="connsiteY14" fmla="*/ 1616 h 50566"/>
                    <a:gd name="connsiteX15" fmla="*/ 64210 w 66968"/>
                    <a:gd name="connsiteY15" fmla="*/ 5988 h 50566"/>
                    <a:gd name="connsiteX16" fmla="*/ 66398 w 66968"/>
                    <a:gd name="connsiteY16" fmla="*/ 12262 h 50566"/>
                    <a:gd name="connsiteX17" fmla="*/ 66968 w 66968"/>
                    <a:gd name="connsiteY17" fmla="*/ 19485 h 50566"/>
                    <a:gd name="connsiteX18" fmla="*/ 66968 w 66968"/>
                    <a:gd name="connsiteY18" fmla="*/ 50567 h 50566"/>
                    <a:gd name="connsiteX19" fmla="*/ 61261 w 66968"/>
                    <a:gd name="connsiteY19" fmla="*/ 50567 h 50566"/>
                    <a:gd name="connsiteX20" fmla="*/ 61261 w 66968"/>
                    <a:gd name="connsiteY20" fmla="*/ 16539 h 50566"/>
                    <a:gd name="connsiteX21" fmla="*/ 59073 w 66968"/>
                    <a:gd name="connsiteY21" fmla="*/ 8174 h 50566"/>
                    <a:gd name="connsiteX22" fmla="*/ 50702 w 66968"/>
                    <a:gd name="connsiteY22" fmla="*/ 5133 h 50566"/>
                    <a:gd name="connsiteX23" fmla="*/ 44614 w 66968"/>
                    <a:gd name="connsiteY23" fmla="*/ 6558 h 50566"/>
                    <a:gd name="connsiteX24" fmla="*/ 39477 w 66968"/>
                    <a:gd name="connsiteY24" fmla="*/ 10741 h 50566"/>
                    <a:gd name="connsiteX25" fmla="*/ 37860 w 66968"/>
                    <a:gd name="connsiteY25" fmla="*/ 13687 h 50566"/>
                    <a:gd name="connsiteX26" fmla="*/ 36909 w 66968"/>
                    <a:gd name="connsiteY26" fmla="*/ 17109 h 50566"/>
                    <a:gd name="connsiteX27" fmla="*/ 36433 w 66968"/>
                    <a:gd name="connsiteY27" fmla="*/ 20721 h 50566"/>
                    <a:gd name="connsiteX28" fmla="*/ 36243 w 66968"/>
                    <a:gd name="connsiteY28" fmla="*/ 24048 h 50566"/>
                    <a:gd name="connsiteX29" fmla="*/ 36243 w 66968"/>
                    <a:gd name="connsiteY29" fmla="*/ 50567 h 50566"/>
                    <a:gd name="connsiteX30" fmla="*/ 30535 w 66968"/>
                    <a:gd name="connsiteY30" fmla="*/ 50567 h 50566"/>
                    <a:gd name="connsiteX31" fmla="*/ 30535 w 66968"/>
                    <a:gd name="connsiteY31" fmla="*/ 16539 h 50566"/>
                    <a:gd name="connsiteX32" fmla="*/ 28347 w 66968"/>
                    <a:gd name="connsiteY32" fmla="*/ 8174 h 50566"/>
                    <a:gd name="connsiteX33" fmla="*/ 19976 w 66968"/>
                    <a:gd name="connsiteY33" fmla="*/ 5133 h 50566"/>
                    <a:gd name="connsiteX34" fmla="*/ 13983 w 66968"/>
                    <a:gd name="connsiteY34" fmla="*/ 6558 h 50566"/>
                    <a:gd name="connsiteX35" fmla="*/ 8847 w 66968"/>
                    <a:gd name="connsiteY35" fmla="*/ 10741 h 50566"/>
                    <a:gd name="connsiteX36" fmla="*/ 7229 w 66968"/>
                    <a:gd name="connsiteY36" fmla="*/ 13687 h 50566"/>
                    <a:gd name="connsiteX37" fmla="*/ 6278 w 66968"/>
                    <a:gd name="connsiteY37" fmla="*/ 17109 h 50566"/>
                    <a:gd name="connsiteX38" fmla="*/ 5707 w 66968"/>
                    <a:gd name="connsiteY38" fmla="*/ 20721 h 50566"/>
                    <a:gd name="connsiteX39" fmla="*/ 5612 w 66968"/>
                    <a:gd name="connsiteY39" fmla="*/ 24048 h 50566"/>
                    <a:gd name="connsiteX40" fmla="*/ 5612 w 66968"/>
                    <a:gd name="connsiteY40" fmla="*/ 50567 h 505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6968" h="50566">
                      <a:moveTo>
                        <a:pt x="5707" y="50567"/>
                      </a:moveTo>
                      <a:lnTo>
                        <a:pt x="0" y="50567"/>
                      </a:lnTo>
                      <a:lnTo>
                        <a:pt x="0" y="1331"/>
                      </a:lnTo>
                      <a:lnTo>
                        <a:pt x="5707" y="1331"/>
                      </a:lnTo>
                      <a:lnTo>
                        <a:pt x="5707" y="8745"/>
                      </a:lnTo>
                      <a:lnTo>
                        <a:pt x="5898" y="8745"/>
                      </a:lnTo>
                      <a:cubicBezTo>
                        <a:pt x="7325" y="5893"/>
                        <a:pt x="9417" y="3707"/>
                        <a:pt x="12176" y="2186"/>
                      </a:cubicBezTo>
                      <a:cubicBezTo>
                        <a:pt x="14935" y="665"/>
                        <a:pt x="17883" y="0"/>
                        <a:pt x="21118" y="0"/>
                      </a:cubicBezTo>
                      <a:cubicBezTo>
                        <a:pt x="23401" y="0"/>
                        <a:pt x="25303" y="285"/>
                        <a:pt x="26921" y="760"/>
                      </a:cubicBezTo>
                      <a:cubicBezTo>
                        <a:pt x="28538" y="1236"/>
                        <a:pt x="29869" y="1901"/>
                        <a:pt x="30916" y="2852"/>
                      </a:cubicBezTo>
                      <a:cubicBezTo>
                        <a:pt x="32057" y="3707"/>
                        <a:pt x="32913" y="4658"/>
                        <a:pt x="33674" y="5798"/>
                      </a:cubicBezTo>
                      <a:cubicBezTo>
                        <a:pt x="34435" y="6939"/>
                        <a:pt x="35006" y="8174"/>
                        <a:pt x="35482" y="9505"/>
                      </a:cubicBezTo>
                      <a:cubicBezTo>
                        <a:pt x="37099" y="6273"/>
                        <a:pt x="39382" y="3897"/>
                        <a:pt x="42141" y="2281"/>
                      </a:cubicBezTo>
                      <a:cubicBezTo>
                        <a:pt x="44899" y="760"/>
                        <a:pt x="48038" y="0"/>
                        <a:pt x="51558" y="0"/>
                      </a:cubicBezTo>
                      <a:cubicBezTo>
                        <a:pt x="54887" y="0"/>
                        <a:pt x="57646" y="570"/>
                        <a:pt x="59644" y="1616"/>
                      </a:cubicBezTo>
                      <a:cubicBezTo>
                        <a:pt x="61641" y="2661"/>
                        <a:pt x="63163" y="4182"/>
                        <a:pt x="64210" y="5988"/>
                      </a:cubicBezTo>
                      <a:cubicBezTo>
                        <a:pt x="65256" y="7794"/>
                        <a:pt x="66017" y="9885"/>
                        <a:pt x="66398" y="12262"/>
                      </a:cubicBezTo>
                      <a:cubicBezTo>
                        <a:pt x="66778" y="14638"/>
                        <a:pt x="66968" y="17014"/>
                        <a:pt x="66968" y="19485"/>
                      </a:cubicBezTo>
                      <a:lnTo>
                        <a:pt x="66968" y="50567"/>
                      </a:lnTo>
                      <a:lnTo>
                        <a:pt x="61261" y="50567"/>
                      </a:lnTo>
                      <a:lnTo>
                        <a:pt x="61261" y="16539"/>
                      </a:lnTo>
                      <a:cubicBezTo>
                        <a:pt x="61261" y="13022"/>
                        <a:pt x="60500" y="10170"/>
                        <a:pt x="59073" y="8174"/>
                      </a:cubicBezTo>
                      <a:cubicBezTo>
                        <a:pt x="57551" y="6178"/>
                        <a:pt x="54792" y="5133"/>
                        <a:pt x="50702" y="5133"/>
                      </a:cubicBezTo>
                      <a:cubicBezTo>
                        <a:pt x="48609" y="5133"/>
                        <a:pt x="46611" y="5608"/>
                        <a:pt x="44614" y="6558"/>
                      </a:cubicBezTo>
                      <a:cubicBezTo>
                        <a:pt x="42711" y="7509"/>
                        <a:pt x="40999" y="8840"/>
                        <a:pt x="39477" y="10741"/>
                      </a:cubicBezTo>
                      <a:cubicBezTo>
                        <a:pt x="38811" y="11596"/>
                        <a:pt x="38336" y="12547"/>
                        <a:pt x="37860" y="13687"/>
                      </a:cubicBezTo>
                      <a:cubicBezTo>
                        <a:pt x="37479" y="14828"/>
                        <a:pt x="37099" y="15969"/>
                        <a:pt x="36909" y="17109"/>
                      </a:cubicBezTo>
                      <a:cubicBezTo>
                        <a:pt x="36623" y="18345"/>
                        <a:pt x="36528" y="19485"/>
                        <a:pt x="36433" y="20721"/>
                      </a:cubicBezTo>
                      <a:cubicBezTo>
                        <a:pt x="36338" y="21957"/>
                        <a:pt x="36243" y="23002"/>
                        <a:pt x="36243" y="24048"/>
                      </a:cubicBezTo>
                      <a:lnTo>
                        <a:pt x="36243" y="50567"/>
                      </a:lnTo>
                      <a:lnTo>
                        <a:pt x="30535" y="50567"/>
                      </a:lnTo>
                      <a:lnTo>
                        <a:pt x="30535" y="16539"/>
                      </a:lnTo>
                      <a:cubicBezTo>
                        <a:pt x="30535" y="13022"/>
                        <a:pt x="29774" y="10170"/>
                        <a:pt x="28347" y="8174"/>
                      </a:cubicBezTo>
                      <a:cubicBezTo>
                        <a:pt x="26921" y="6178"/>
                        <a:pt x="24067" y="5133"/>
                        <a:pt x="19976" y="5133"/>
                      </a:cubicBezTo>
                      <a:cubicBezTo>
                        <a:pt x="17883" y="5133"/>
                        <a:pt x="15886" y="5608"/>
                        <a:pt x="13983" y="6558"/>
                      </a:cubicBezTo>
                      <a:cubicBezTo>
                        <a:pt x="12081" y="7509"/>
                        <a:pt x="10369" y="8840"/>
                        <a:pt x="8847" y="10741"/>
                      </a:cubicBezTo>
                      <a:cubicBezTo>
                        <a:pt x="8181" y="11596"/>
                        <a:pt x="7705" y="12547"/>
                        <a:pt x="7229" y="13687"/>
                      </a:cubicBezTo>
                      <a:cubicBezTo>
                        <a:pt x="6754" y="14828"/>
                        <a:pt x="6468" y="15969"/>
                        <a:pt x="6278" y="17109"/>
                      </a:cubicBezTo>
                      <a:cubicBezTo>
                        <a:pt x="5993" y="18345"/>
                        <a:pt x="5898" y="19485"/>
                        <a:pt x="5707" y="20721"/>
                      </a:cubicBezTo>
                      <a:cubicBezTo>
                        <a:pt x="5707" y="21957"/>
                        <a:pt x="5612" y="23002"/>
                        <a:pt x="5612" y="24048"/>
                      </a:cubicBezTo>
                      <a:lnTo>
                        <a:pt x="5612" y="50567"/>
                      </a:lnTo>
                      <a:close/>
                    </a:path>
                  </a:pathLst>
                </a:custGeom>
                <a:solidFill>
                  <a:srgbClr val="000000"/>
                </a:solidFill>
                <a:ln w="9506" cap="flat">
                  <a:noFill/>
                  <a:prstDash val="solid"/>
                  <a:miter/>
                </a:ln>
              </p:spPr>
              <p:txBody>
                <a:bodyPr rtlCol="0" anchor="ctr"/>
                <a:lstStyle/>
                <a:p>
                  <a:endParaRPr lang="en-US"/>
                </a:p>
              </p:txBody>
            </p:sp>
            <p:sp>
              <p:nvSpPr>
                <p:cNvPr id="4582" name="Freeform 4581">
                  <a:extLst>
                    <a:ext uri="{FF2B5EF4-FFF2-40B4-BE49-F238E27FC236}">
                      <a16:creationId xmlns:a16="http://schemas.microsoft.com/office/drawing/2014/main" id="{9D605A04-D393-965C-7F2D-7C4E22C8E4C4}"/>
                    </a:ext>
                  </a:extLst>
                </p:cNvPr>
                <p:cNvSpPr/>
                <p:nvPr/>
              </p:nvSpPr>
              <p:spPr>
                <a:xfrm>
                  <a:off x="5924488" y="3300777"/>
                  <a:ext cx="45374" cy="69957"/>
                </a:xfrm>
                <a:custGeom>
                  <a:avLst/>
                  <a:gdLst>
                    <a:gd name="connsiteX0" fmla="*/ 5708 w 45374"/>
                    <a:gd name="connsiteY0" fmla="*/ 69957 h 69957"/>
                    <a:gd name="connsiteX1" fmla="*/ 0 w 45374"/>
                    <a:gd name="connsiteY1" fmla="*/ 69957 h 69957"/>
                    <a:gd name="connsiteX2" fmla="*/ 0 w 45374"/>
                    <a:gd name="connsiteY2" fmla="*/ 1331 h 69957"/>
                    <a:gd name="connsiteX3" fmla="*/ 5708 w 45374"/>
                    <a:gd name="connsiteY3" fmla="*/ 1331 h 69957"/>
                    <a:gd name="connsiteX4" fmla="*/ 5708 w 45374"/>
                    <a:gd name="connsiteY4" fmla="*/ 9980 h 69957"/>
                    <a:gd name="connsiteX5" fmla="*/ 5898 w 45374"/>
                    <a:gd name="connsiteY5" fmla="*/ 9980 h 69957"/>
                    <a:gd name="connsiteX6" fmla="*/ 9037 w 45374"/>
                    <a:gd name="connsiteY6" fmla="*/ 5703 h 69957"/>
                    <a:gd name="connsiteX7" fmla="*/ 13318 w 45374"/>
                    <a:gd name="connsiteY7" fmla="*/ 2566 h 69957"/>
                    <a:gd name="connsiteX8" fmla="*/ 18169 w 45374"/>
                    <a:gd name="connsiteY8" fmla="*/ 665 h 69957"/>
                    <a:gd name="connsiteX9" fmla="*/ 23020 w 45374"/>
                    <a:gd name="connsiteY9" fmla="*/ 0 h 69957"/>
                    <a:gd name="connsiteX10" fmla="*/ 33199 w 45374"/>
                    <a:gd name="connsiteY10" fmla="*/ 1996 h 69957"/>
                    <a:gd name="connsiteX11" fmla="*/ 40143 w 45374"/>
                    <a:gd name="connsiteY11" fmla="*/ 7414 h 69957"/>
                    <a:gd name="connsiteX12" fmla="*/ 44138 w 45374"/>
                    <a:gd name="connsiteY12" fmla="*/ 15683 h 69957"/>
                    <a:gd name="connsiteX13" fmla="*/ 45375 w 45374"/>
                    <a:gd name="connsiteY13" fmla="*/ 25854 h 69957"/>
                    <a:gd name="connsiteX14" fmla="*/ 44043 w 45374"/>
                    <a:gd name="connsiteY14" fmla="*/ 35739 h 69957"/>
                    <a:gd name="connsiteX15" fmla="*/ 39953 w 45374"/>
                    <a:gd name="connsiteY15" fmla="*/ 44103 h 69957"/>
                    <a:gd name="connsiteX16" fmla="*/ 33104 w 45374"/>
                    <a:gd name="connsiteY16" fmla="*/ 49806 h 69957"/>
                    <a:gd name="connsiteX17" fmla="*/ 23401 w 45374"/>
                    <a:gd name="connsiteY17" fmla="*/ 51993 h 69957"/>
                    <a:gd name="connsiteX18" fmla="*/ 13318 w 45374"/>
                    <a:gd name="connsiteY18" fmla="*/ 49616 h 69957"/>
                    <a:gd name="connsiteX19" fmla="*/ 5803 w 45374"/>
                    <a:gd name="connsiteY19" fmla="*/ 42678 h 69957"/>
                    <a:gd name="connsiteX20" fmla="*/ 5803 w 45374"/>
                    <a:gd name="connsiteY20" fmla="*/ 69957 h 69957"/>
                    <a:gd name="connsiteX21" fmla="*/ 5708 w 45374"/>
                    <a:gd name="connsiteY21" fmla="*/ 26139 h 69957"/>
                    <a:gd name="connsiteX22" fmla="*/ 6849 w 45374"/>
                    <a:gd name="connsiteY22" fmla="*/ 34028 h 69957"/>
                    <a:gd name="connsiteX23" fmla="*/ 10178 w 45374"/>
                    <a:gd name="connsiteY23" fmla="*/ 40587 h 69957"/>
                    <a:gd name="connsiteX24" fmla="*/ 15410 w 45374"/>
                    <a:gd name="connsiteY24" fmla="*/ 45054 h 69957"/>
                    <a:gd name="connsiteX25" fmla="*/ 22450 w 45374"/>
                    <a:gd name="connsiteY25" fmla="*/ 46765 h 69957"/>
                    <a:gd name="connsiteX26" fmla="*/ 30060 w 45374"/>
                    <a:gd name="connsiteY26" fmla="*/ 44959 h 69957"/>
                    <a:gd name="connsiteX27" fmla="*/ 35387 w 45374"/>
                    <a:gd name="connsiteY27" fmla="*/ 40206 h 69957"/>
                    <a:gd name="connsiteX28" fmla="*/ 38431 w 45374"/>
                    <a:gd name="connsiteY28" fmla="*/ 33078 h 69957"/>
                    <a:gd name="connsiteX29" fmla="*/ 39192 w 45374"/>
                    <a:gd name="connsiteY29" fmla="*/ 24333 h 69957"/>
                    <a:gd name="connsiteX30" fmla="*/ 37860 w 45374"/>
                    <a:gd name="connsiteY30" fmla="*/ 16064 h 69957"/>
                    <a:gd name="connsiteX31" fmla="*/ 34245 w 45374"/>
                    <a:gd name="connsiteY31" fmla="*/ 10075 h 69957"/>
                    <a:gd name="connsiteX32" fmla="*/ 28918 w 45374"/>
                    <a:gd name="connsiteY32" fmla="*/ 6273 h 69957"/>
                    <a:gd name="connsiteX33" fmla="*/ 22259 w 45374"/>
                    <a:gd name="connsiteY33" fmla="*/ 5038 h 69957"/>
                    <a:gd name="connsiteX34" fmla="*/ 15125 w 45374"/>
                    <a:gd name="connsiteY34" fmla="*/ 6654 h 69957"/>
                    <a:gd name="connsiteX35" fmla="*/ 9893 w 45374"/>
                    <a:gd name="connsiteY35" fmla="*/ 11026 h 69957"/>
                    <a:gd name="connsiteX36" fmla="*/ 6754 w 45374"/>
                    <a:gd name="connsiteY36" fmla="*/ 17679 h 69957"/>
                    <a:gd name="connsiteX37" fmla="*/ 5708 w 45374"/>
                    <a:gd name="connsiteY37" fmla="*/ 26044 h 69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45374" h="69957">
                      <a:moveTo>
                        <a:pt x="5708" y="69957"/>
                      </a:moveTo>
                      <a:lnTo>
                        <a:pt x="0" y="69957"/>
                      </a:lnTo>
                      <a:lnTo>
                        <a:pt x="0" y="1331"/>
                      </a:lnTo>
                      <a:lnTo>
                        <a:pt x="5708" y="1331"/>
                      </a:lnTo>
                      <a:lnTo>
                        <a:pt x="5708" y="9980"/>
                      </a:lnTo>
                      <a:lnTo>
                        <a:pt x="5898" y="9980"/>
                      </a:lnTo>
                      <a:cubicBezTo>
                        <a:pt x="6754" y="8364"/>
                        <a:pt x="7800" y="6939"/>
                        <a:pt x="9037" y="5703"/>
                      </a:cubicBezTo>
                      <a:cubicBezTo>
                        <a:pt x="10369" y="4467"/>
                        <a:pt x="11796" y="3422"/>
                        <a:pt x="13318" y="2566"/>
                      </a:cubicBezTo>
                      <a:cubicBezTo>
                        <a:pt x="14840" y="1711"/>
                        <a:pt x="16457" y="1141"/>
                        <a:pt x="18169" y="665"/>
                      </a:cubicBezTo>
                      <a:cubicBezTo>
                        <a:pt x="19786" y="190"/>
                        <a:pt x="21403" y="0"/>
                        <a:pt x="23020" y="0"/>
                      </a:cubicBezTo>
                      <a:cubicBezTo>
                        <a:pt x="27016" y="0"/>
                        <a:pt x="30440" y="665"/>
                        <a:pt x="33199" y="1996"/>
                      </a:cubicBezTo>
                      <a:cubicBezTo>
                        <a:pt x="35957" y="3327"/>
                        <a:pt x="38336" y="5133"/>
                        <a:pt x="40143" y="7414"/>
                      </a:cubicBezTo>
                      <a:cubicBezTo>
                        <a:pt x="41950" y="9695"/>
                        <a:pt x="43282" y="12452"/>
                        <a:pt x="44138" y="15683"/>
                      </a:cubicBezTo>
                      <a:cubicBezTo>
                        <a:pt x="44994" y="18915"/>
                        <a:pt x="45375" y="22242"/>
                        <a:pt x="45375" y="25854"/>
                      </a:cubicBezTo>
                      <a:cubicBezTo>
                        <a:pt x="45375" y="29276"/>
                        <a:pt x="44899" y="32602"/>
                        <a:pt x="44043" y="35739"/>
                      </a:cubicBezTo>
                      <a:cubicBezTo>
                        <a:pt x="43187" y="38876"/>
                        <a:pt x="41760" y="41632"/>
                        <a:pt x="39953" y="44103"/>
                      </a:cubicBezTo>
                      <a:cubicBezTo>
                        <a:pt x="38145" y="46575"/>
                        <a:pt x="35862" y="48381"/>
                        <a:pt x="33104" y="49806"/>
                      </a:cubicBezTo>
                      <a:cubicBezTo>
                        <a:pt x="30345" y="51232"/>
                        <a:pt x="27111" y="51993"/>
                        <a:pt x="23401" y="51993"/>
                      </a:cubicBezTo>
                      <a:cubicBezTo>
                        <a:pt x="19881" y="51993"/>
                        <a:pt x="16552" y="51232"/>
                        <a:pt x="13318" y="49616"/>
                      </a:cubicBezTo>
                      <a:cubicBezTo>
                        <a:pt x="10083" y="48096"/>
                        <a:pt x="7610" y="45814"/>
                        <a:pt x="5803" y="42678"/>
                      </a:cubicBezTo>
                      <a:lnTo>
                        <a:pt x="5803" y="69957"/>
                      </a:lnTo>
                      <a:close/>
                      <a:moveTo>
                        <a:pt x="5708" y="26139"/>
                      </a:moveTo>
                      <a:cubicBezTo>
                        <a:pt x="5708" y="28895"/>
                        <a:pt x="6088" y="31557"/>
                        <a:pt x="6849" y="34028"/>
                      </a:cubicBezTo>
                      <a:cubicBezTo>
                        <a:pt x="7610" y="36499"/>
                        <a:pt x="8752" y="38686"/>
                        <a:pt x="10178" y="40587"/>
                      </a:cubicBezTo>
                      <a:cubicBezTo>
                        <a:pt x="11605" y="42488"/>
                        <a:pt x="13318" y="43913"/>
                        <a:pt x="15410" y="45054"/>
                      </a:cubicBezTo>
                      <a:cubicBezTo>
                        <a:pt x="17503" y="46194"/>
                        <a:pt x="19786" y="46765"/>
                        <a:pt x="22450" y="46765"/>
                      </a:cubicBezTo>
                      <a:cubicBezTo>
                        <a:pt x="25398" y="46765"/>
                        <a:pt x="27872" y="46194"/>
                        <a:pt x="30060" y="44959"/>
                      </a:cubicBezTo>
                      <a:cubicBezTo>
                        <a:pt x="32248" y="43723"/>
                        <a:pt x="34055" y="42202"/>
                        <a:pt x="35387" y="40206"/>
                      </a:cubicBezTo>
                      <a:cubicBezTo>
                        <a:pt x="36814" y="38210"/>
                        <a:pt x="37765" y="35834"/>
                        <a:pt x="38431" y="33078"/>
                      </a:cubicBezTo>
                      <a:cubicBezTo>
                        <a:pt x="39097" y="30416"/>
                        <a:pt x="39287" y="27470"/>
                        <a:pt x="39192" y="24333"/>
                      </a:cubicBezTo>
                      <a:cubicBezTo>
                        <a:pt x="39192" y="21196"/>
                        <a:pt x="38811" y="18440"/>
                        <a:pt x="37860" y="16064"/>
                      </a:cubicBezTo>
                      <a:cubicBezTo>
                        <a:pt x="37004" y="13687"/>
                        <a:pt x="35862" y="11691"/>
                        <a:pt x="34245" y="10075"/>
                      </a:cubicBezTo>
                      <a:cubicBezTo>
                        <a:pt x="32723" y="8459"/>
                        <a:pt x="30916" y="7129"/>
                        <a:pt x="28918" y="6273"/>
                      </a:cubicBezTo>
                      <a:cubicBezTo>
                        <a:pt x="26921" y="5418"/>
                        <a:pt x="24637" y="5038"/>
                        <a:pt x="22259" y="5038"/>
                      </a:cubicBezTo>
                      <a:cubicBezTo>
                        <a:pt x="19596" y="5038"/>
                        <a:pt x="17218" y="5608"/>
                        <a:pt x="15125" y="6654"/>
                      </a:cubicBezTo>
                      <a:cubicBezTo>
                        <a:pt x="13032" y="7699"/>
                        <a:pt x="11320" y="9220"/>
                        <a:pt x="9893" y="11026"/>
                      </a:cubicBezTo>
                      <a:cubicBezTo>
                        <a:pt x="8466" y="12832"/>
                        <a:pt x="7420" y="15113"/>
                        <a:pt x="6754" y="17679"/>
                      </a:cubicBezTo>
                      <a:cubicBezTo>
                        <a:pt x="6088" y="20246"/>
                        <a:pt x="5708" y="23002"/>
                        <a:pt x="5708" y="26044"/>
                      </a:cubicBezTo>
                      <a:close/>
                    </a:path>
                  </a:pathLst>
                </a:custGeom>
                <a:solidFill>
                  <a:srgbClr val="000000"/>
                </a:solidFill>
                <a:ln w="9506" cap="flat">
                  <a:noFill/>
                  <a:prstDash val="solid"/>
                  <a:miter/>
                </a:ln>
              </p:spPr>
              <p:txBody>
                <a:bodyPr rtlCol="0" anchor="ctr"/>
                <a:lstStyle/>
                <a:p>
                  <a:endParaRPr lang="en-US"/>
                </a:p>
              </p:txBody>
            </p:sp>
            <p:sp>
              <p:nvSpPr>
                <p:cNvPr id="4583" name="Freeform 4582">
                  <a:extLst>
                    <a:ext uri="{FF2B5EF4-FFF2-40B4-BE49-F238E27FC236}">
                      <a16:creationId xmlns:a16="http://schemas.microsoft.com/office/drawing/2014/main" id="{8642D03C-3182-3C21-0ECD-CEDBBBB065D2}"/>
                    </a:ext>
                  </a:extLst>
                </p:cNvPr>
                <p:cNvSpPr/>
                <p:nvPr/>
              </p:nvSpPr>
              <p:spPr>
                <a:xfrm>
                  <a:off x="5979185" y="3300777"/>
                  <a:ext cx="46421" cy="51802"/>
                </a:xfrm>
                <a:custGeom>
                  <a:avLst/>
                  <a:gdLst>
                    <a:gd name="connsiteX0" fmla="*/ 25398 w 46421"/>
                    <a:gd name="connsiteY0" fmla="*/ 21862 h 51802"/>
                    <a:gd name="connsiteX1" fmla="*/ 29203 w 46421"/>
                    <a:gd name="connsiteY1" fmla="*/ 21291 h 51802"/>
                    <a:gd name="connsiteX2" fmla="*/ 32913 w 46421"/>
                    <a:gd name="connsiteY2" fmla="*/ 20246 h 51802"/>
                    <a:gd name="connsiteX3" fmla="*/ 34721 w 46421"/>
                    <a:gd name="connsiteY3" fmla="*/ 18060 h 51802"/>
                    <a:gd name="connsiteX4" fmla="*/ 35006 w 46421"/>
                    <a:gd name="connsiteY4" fmla="*/ 15113 h 51802"/>
                    <a:gd name="connsiteX5" fmla="*/ 32248 w 46421"/>
                    <a:gd name="connsiteY5" fmla="*/ 7984 h 51802"/>
                    <a:gd name="connsiteX6" fmla="*/ 22735 w 46421"/>
                    <a:gd name="connsiteY6" fmla="*/ 5228 h 51802"/>
                    <a:gd name="connsiteX7" fmla="*/ 17313 w 46421"/>
                    <a:gd name="connsiteY7" fmla="*/ 5703 h 51802"/>
                    <a:gd name="connsiteX8" fmla="*/ 12937 w 46421"/>
                    <a:gd name="connsiteY8" fmla="*/ 7509 h 51802"/>
                    <a:gd name="connsiteX9" fmla="*/ 9893 w 46421"/>
                    <a:gd name="connsiteY9" fmla="*/ 10931 h 51802"/>
                    <a:gd name="connsiteX10" fmla="*/ 8276 w 46421"/>
                    <a:gd name="connsiteY10" fmla="*/ 16254 h 51802"/>
                    <a:gd name="connsiteX11" fmla="*/ 2473 w 46421"/>
                    <a:gd name="connsiteY11" fmla="*/ 16254 h 51802"/>
                    <a:gd name="connsiteX12" fmla="*/ 4471 w 46421"/>
                    <a:gd name="connsiteY12" fmla="*/ 8745 h 51802"/>
                    <a:gd name="connsiteX13" fmla="*/ 8847 w 46421"/>
                    <a:gd name="connsiteY13" fmla="*/ 3707 h 51802"/>
                    <a:gd name="connsiteX14" fmla="*/ 15125 w 46421"/>
                    <a:gd name="connsiteY14" fmla="*/ 856 h 51802"/>
                    <a:gd name="connsiteX15" fmla="*/ 22640 w 46421"/>
                    <a:gd name="connsiteY15" fmla="*/ 0 h 51802"/>
                    <a:gd name="connsiteX16" fmla="*/ 29584 w 46421"/>
                    <a:gd name="connsiteY16" fmla="*/ 760 h 51802"/>
                    <a:gd name="connsiteX17" fmla="*/ 35291 w 46421"/>
                    <a:gd name="connsiteY17" fmla="*/ 3327 h 51802"/>
                    <a:gd name="connsiteX18" fmla="*/ 39097 w 46421"/>
                    <a:gd name="connsiteY18" fmla="*/ 7984 h 51802"/>
                    <a:gd name="connsiteX19" fmla="*/ 40523 w 46421"/>
                    <a:gd name="connsiteY19" fmla="*/ 15208 h 51802"/>
                    <a:gd name="connsiteX20" fmla="*/ 40523 w 46421"/>
                    <a:gd name="connsiteY20" fmla="*/ 42012 h 51802"/>
                    <a:gd name="connsiteX21" fmla="*/ 41665 w 46421"/>
                    <a:gd name="connsiteY21" fmla="*/ 46290 h 51802"/>
                    <a:gd name="connsiteX22" fmla="*/ 46421 w 46421"/>
                    <a:gd name="connsiteY22" fmla="*/ 45814 h 51802"/>
                    <a:gd name="connsiteX23" fmla="*/ 46421 w 46421"/>
                    <a:gd name="connsiteY23" fmla="*/ 50282 h 51802"/>
                    <a:gd name="connsiteX24" fmla="*/ 44424 w 46421"/>
                    <a:gd name="connsiteY24" fmla="*/ 50852 h 51802"/>
                    <a:gd name="connsiteX25" fmla="*/ 41950 w 46421"/>
                    <a:gd name="connsiteY25" fmla="*/ 51232 h 51802"/>
                    <a:gd name="connsiteX26" fmla="*/ 39382 w 46421"/>
                    <a:gd name="connsiteY26" fmla="*/ 50947 h 51802"/>
                    <a:gd name="connsiteX27" fmla="*/ 37099 w 46421"/>
                    <a:gd name="connsiteY27" fmla="*/ 50092 h 51802"/>
                    <a:gd name="connsiteX28" fmla="*/ 35672 w 46421"/>
                    <a:gd name="connsiteY28" fmla="*/ 48381 h 51802"/>
                    <a:gd name="connsiteX29" fmla="*/ 35006 w 46421"/>
                    <a:gd name="connsiteY29" fmla="*/ 46194 h 51802"/>
                    <a:gd name="connsiteX30" fmla="*/ 34816 w 46421"/>
                    <a:gd name="connsiteY30" fmla="*/ 43628 h 51802"/>
                    <a:gd name="connsiteX31" fmla="*/ 26540 w 46421"/>
                    <a:gd name="connsiteY31" fmla="*/ 49711 h 51802"/>
                    <a:gd name="connsiteX32" fmla="*/ 16457 w 46421"/>
                    <a:gd name="connsiteY32" fmla="*/ 51803 h 51802"/>
                    <a:gd name="connsiteX33" fmla="*/ 10274 w 46421"/>
                    <a:gd name="connsiteY33" fmla="*/ 50947 h 51802"/>
                    <a:gd name="connsiteX34" fmla="*/ 4947 w 46421"/>
                    <a:gd name="connsiteY34" fmla="*/ 48286 h 51802"/>
                    <a:gd name="connsiteX35" fmla="*/ 1332 w 46421"/>
                    <a:gd name="connsiteY35" fmla="*/ 43913 h 51802"/>
                    <a:gd name="connsiteX36" fmla="*/ 0 w 46421"/>
                    <a:gd name="connsiteY36" fmla="*/ 37640 h 51802"/>
                    <a:gd name="connsiteX37" fmla="*/ 17218 w 46421"/>
                    <a:gd name="connsiteY37" fmla="*/ 22812 h 51802"/>
                    <a:gd name="connsiteX38" fmla="*/ 25113 w 46421"/>
                    <a:gd name="connsiteY38" fmla="*/ 21767 h 51802"/>
                    <a:gd name="connsiteX39" fmla="*/ 35006 w 46421"/>
                    <a:gd name="connsiteY39" fmla="*/ 24713 h 51802"/>
                    <a:gd name="connsiteX40" fmla="*/ 27682 w 46421"/>
                    <a:gd name="connsiteY40" fmla="*/ 26709 h 51802"/>
                    <a:gd name="connsiteX41" fmla="*/ 20262 w 46421"/>
                    <a:gd name="connsiteY41" fmla="*/ 27470 h 51802"/>
                    <a:gd name="connsiteX42" fmla="*/ 9988 w 46421"/>
                    <a:gd name="connsiteY42" fmla="*/ 30416 h 51802"/>
                    <a:gd name="connsiteX43" fmla="*/ 6373 w 46421"/>
                    <a:gd name="connsiteY43" fmla="*/ 37925 h 51802"/>
                    <a:gd name="connsiteX44" fmla="*/ 7229 w 46421"/>
                    <a:gd name="connsiteY44" fmla="*/ 41917 h 51802"/>
                    <a:gd name="connsiteX45" fmla="*/ 9608 w 46421"/>
                    <a:gd name="connsiteY45" fmla="*/ 44674 h 51802"/>
                    <a:gd name="connsiteX46" fmla="*/ 13032 w 46421"/>
                    <a:gd name="connsiteY46" fmla="*/ 46290 h 51802"/>
                    <a:gd name="connsiteX47" fmla="*/ 17027 w 46421"/>
                    <a:gd name="connsiteY47" fmla="*/ 46860 h 51802"/>
                    <a:gd name="connsiteX48" fmla="*/ 23686 w 46421"/>
                    <a:gd name="connsiteY48" fmla="*/ 46004 h 51802"/>
                    <a:gd name="connsiteX49" fmla="*/ 29394 w 46421"/>
                    <a:gd name="connsiteY49" fmla="*/ 43438 h 51802"/>
                    <a:gd name="connsiteX50" fmla="*/ 33484 w 46421"/>
                    <a:gd name="connsiteY50" fmla="*/ 38971 h 51802"/>
                    <a:gd name="connsiteX51" fmla="*/ 35006 w 46421"/>
                    <a:gd name="connsiteY51" fmla="*/ 32507 h 51802"/>
                    <a:gd name="connsiteX52" fmla="*/ 35006 w 46421"/>
                    <a:gd name="connsiteY52" fmla="*/ 24808 h 51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6421" h="51802">
                      <a:moveTo>
                        <a:pt x="25398" y="21862"/>
                      </a:moveTo>
                      <a:cubicBezTo>
                        <a:pt x="26445" y="21767"/>
                        <a:pt x="27777" y="21576"/>
                        <a:pt x="29203" y="21291"/>
                      </a:cubicBezTo>
                      <a:cubicBezTo>
                        <a:pt x="30725" y="21006"/>
                        <a:pt x="31962" y="20721"/>
                        <a:pt x="32913" y="20246"/>
                      </a:cubicBezTo>
                      <a:cubicBezTo>
                        <a:pt x="33865" y="19770"/>
                        <a:pt x="34435" y="19105"/>
                        <a:pt x="34721" y="18060"/>
                      </a:cubicBezTo>
                      <a:cubicBezTo>
                        <a:pt x="34911" y="17014"/>
                        <a:pt x="35006" y="16064"/>
                        <a:pt x="35006" y="15113"/>
                      </a:cubicBezTo>
                      <a:cubicBezTo>
                        <a:pt x="35006" y="12166"/>
                        <a:pt x="34055" y="9790"/>
                        <a:pt x="32248" y="7984"/>
                      </a:cubicBezTo>
                      <a:cubicBezTo>
                        <a:pt x="30440" y="6178"/>
                        <a:pt x="27206" y="5228"/>
                        <a:pt x="22735" y="5228"/>
                      </a:cubicBezTo>
                      <a:cubicBezTo>
                        <a:pt x="20737" y="5228"/>
                        <a:pt x="18930" y="5418"/>
                        <a:pt x="17313" y="5703"/>
                      </a:cubicBezTo>
                      <a:cubicBezTo>
                        <a:pt x="15696" y="5988"/>
                        <a:pt x="14174" y="6654"/>
                        <a:pt x="12937" y="7509"/>
                      </a:cubicBezTo>
                      <a:cubicBezTo>
                        <a:pt x="11700" y="8364"/>
                        <a:pt x="10654" y="9505"/>
                        <a:pt x="9893" y="10931"/>
                      </a:cubicBezTo>
                      <a:cubicBezTo>
                        <a:pt x="9132" y="12357"/>
                        <a:pt x="8561" y="14163"/>
                        <a:pt x="8276" y="16254"/>
                      </a:cubicBezTo>
                      <a:lnTo>
                        <a:pt x="2473" y="16254"/>
                      </a:lnTo>
                      <a:cubicBezTo>
                        <a:pt x="2664" y="13307"/>
                        <a:pt x="3329" y="10836"/>
                        <a:pt x="4471" y="8745"/>
                      </a:cubicBezTo>
                      <a:cubicBezTo>
                        <a:pt x="5612" y="6654"/>
                        <a:pt x="7039" y="5038"/>
                        <a:pt x="8847" y="3707"/>
                      </a:cubicBezTo>
                      <a:cubicBezTo>
                        <a:pt x="10654" y="2376"/>
                        <a:pt x="12747" y="1426"/>
                        <a:pt x="15125" y="856"/>
                      </a:cubicBezTo>
                      <a:cubicBezTo>
                        <a:pt x="17503" y="285"/>
                        <a:pt x="19976" y="0"/>
                        <a:pt x="22640" y="0"/>
                      </a:cubicBezTo>
                      <a:cubicBezTo>
                        <a:pt x="25113" y="0"/>
                        <a:pt x="27396" y="285"/>
                        <a:pt x="29584" y="760"/>
                      </a:cubicBezTo>
                      <a:cubicBezTo>
                        <a:pt x="31772" y="1236"/>
                        <a:pt x="33674" y="2186"/>
                        <a:pt x="35291" y="3327"/>
                      </a:cubicBezTo>
                      <a:cubicBezTo>
                        <a:pt x="36909" y="4467"/>
                        <a:pt x="38145" y="6083"/>
                        <a:pt x="39097" y="7984"/>
                      </a:cubicBezTo>
                      <a:cubicBezTo>
                        <a:pt x="40048" y="9980"/>
                        <a:pt x="40523" y="12357"/>
                        <a:pt x="40523" y="15208"/>
                      </a:cubicBezTo>
                      <a:lnTo>
                        <a:pt x="40523" y="42012"/>
                      </a:lnTo>
                      <a:cubicBezTo>
                        <a:pt x="40523" y="44198"/>
                        <a:pt x="40904" y="45624"/>
                        <a:pt x="41665" y="46290"/>
                      </a:cubicBezTo>
                      <a:cubicBezTo>
                        <a:pt x="42426" y="46955"/>
                        <a:pt x="44043" y="46765"/>
                        <a:pt x="46421" y="45814"/>
                      </a:cubicBezTo>
                      <a:lnTo>
                        <a:pt x="46421" y="50282"/>
                      </a:lnTo>
                      <a:cubicBezTo>
                        <a:pt x="46421" y="50282"/>
                        <a:pt x="45375" y="50567"/>
                        <a:pt x="44424" y="50852"/>
                      </a:cubicBezTo>
                      <a:cubicBezTo>
                        <a:pt x="43567" y="51137"/>
                        <a:pt x="42711" y="51232"/>
                        <a:pt x="41950" y="51232"/>
                      </a:cubicBezTo>
                      <a:cubicBezTo>
                        <a:pt x="41094" y="51232"/>
                        <a:pt x="40238" y="51137"/>
                        <a:pt x="39382" y="50947"/>
                      </a:cubicBezTo>
                      <a:cubicBezTo>
                        <a:pt x="38431" y="50852"/>
                        <a:pt x="37670" y="50567"/>
                        <a:pt x="37099" y="50092"/>
                      </a:cubicBezTo>
                      <a:cubicBezTo>
                        <a:pt x="36528" y="49616"/>
                        <a:pt x="36052" y="49046"/>
                        <a:pt x="35672" y="48381"/>
                      </a:cubicBezTo>
                      <a:cubicBezTo>
                        <a:pt x="35291" y="47715"/>
                        <a:pt x="35101" y="46955"/>
                        <a:pt x="35006" y="46194"/>
                      </a:cubicBezTo>
                      <a:cubicBezTo>
                        <a:pt x="34911" y="45434"/>
                        <a:pt x="34816" y="44579"/>
                        <a:pt x="34816" y="43628"/>
                      </a:cubicBezTo>
                      <a:cubicBezTo>
                        <a:pt x="32438" y="46290"/>
                        <a:pt x="29679" y="48286"/>
                        <a:pt x="26540" y="49711"/>
                      </a:cubicBezTo>
                      <a:cubicBezTo>
                        <a:pt x="23401" y="51137"/>
                        <a:pt x="20071" y="51803"/>
                        <a:pt x="16457" y="51803"/>
                      </a:cubicBezTo>
                      <a:cubicBezTo>
                        <a:pt x="14269" y="51803"/>
                        <a:pt x="12271" y="51517"/>
                        <a:pt x="10274" y="50947"/>
                      </a:cubicBezTo>
                      <a:cubicBezTo>
                        <a:pt x="8276" y="50377"/>
                        <a:pt x="6468" y="49521"/>
                        <a:pt x="4947" y="48286"/>
                      </a:cubicBezTo>
                      <a:cubicBezTo>
                        <a:pt x="3425" y="47050"/>
                        <a:pt x="2188" y="45624"/>
                        <a:pt x="1332" y="43913"/>
                      </a:cubicBezTo>
                      <a:cubicBezTo>
                        <a:pt x="476" y="42202"/>
                        <a:pt x="0" y="40111"/>
                        <a:pt x="0" y="37640"/>
                      </a:cubicBezTo>
                      <a:cubicBezTo>
                        <a:pt x="0" y="29276"/>
                        <a:pt x="5708" y="24333"/>
                        <a:pt x="17218" y="22812"/>
                      </a:cubicBezTo>
                      <a:lnTo>
                        <a:pt x="25113" y="21767"/>
                      </a:lnTo>
                      <a:close/>
                      <a:moveTo>
                        <a:pt x="35006" y="24713"/>
                      </a:moveTo>
                      <a:cubicBezTo>
                        <a:pt x="32628" y="25759"/>
                        <a:pt x="30155" y="26424"/>
                        <a:pt x="27682" y="26709"/>
                      </a:cubicBezTo>
                      <a:cubicBezTo>
                        <a:pt x="25208" y="26994"/>
                        <a:pt x="22735" y="27280"/>
                        <a:pt x="20262" y="27470"/>
                      </a:cubicBezTo>
                      <a:cubicBezTo>
                        <a:pt x="15886" y="27755"/>
                        <a:pt x="12461" y="28800"/>
                        <a:pt x="9988" y="30416"/>
                      </a:cubicBezTo>
                      <a:cubicBezTo>
                        <a:pt x="7515" y="32032"/>
                        <a:pt x="6373" y="34598"/>
                        <a:pt x="6373" y="37925"/>
                      </a:cubicBezTo>
                      <a:cubicBezTo>
                        <a:pt x="6373" y="39446"/>
                        <a:pt x="6659" y="40777"/>
                        <a:pt x="7229" y="41917"/>
                      </a:cubicBezTo>
                      <a:cubicBezTo>
                        <a:pt x="7800" y="43058"/>
                        <a:pt x="8656" y="43913"/>
                        <a:pt x="9608" y="44674"/>
                      </a:cubicBezTo>
                      <a:cubicBezTo>
                        <a:pt x="10559" y="45434"/>
                        <a:pt x="11700" y="45909"/>
                        <a:pt x="13032" y="46290"/>
                      </a:cubicBezTo>
                      <a:cubicBezTo>
                        <a:pt x="14364" y="46670"/>
                        <a:pt x="15601" y="46860"/>
                        <a:pt x="17027" y="46860"/>
                      </a:cubicBezTo>
                      <a:cubicBezTo>
                        <a:pt x="19310" y="46860"/>
                        <a:pt x="21498" y="46575"/>
                        <a:pt x="23686" y="46004"/>
                      </a:cubicBezTo>
                      <a:cubicBezTo>
                        <a:pt x="25874" y="45434"/>
                        <a:pt x="27777" y="44579"/>
                        <a:pt x="29394" y="43438"/>
                      </a:cubicBezTo>
                      <a:cubicBezTo>
                        <a:pt x="31106" y="42298"/>
                        <a:pt x="32438" y="40777"/>
                        <a:pt x="33484" y="38971"/>
                      </a:cubicBezTo>
                      <a:cubicBezTo>
                        <a:pt x="34531" y="37165"/>
                        <a:pt x="35006" y="34979"/>
                        <a:pt x="35006" y="32507"/>
                      </a:cubicBezTo>
                      <a:lnTo>
                        <a:pt x="35006" y="24808"/>
                      </a:lnTo>
                      <a:close/>
                    </a:path>
                  </a:pathLst>
                </a:custGeom>
                <a:solidFill>
                  <a:srgbClr val="000000"/>
                </a:solidFill>
                <a:ln w="9506" cap="flat">
                  <a:noFill/>
                  <a:prstDash val="solid"/>
                  <a:miter/>
                </a:ln>
              </p:spPr>
              <p:txBody>
                <a:bodyPr rtlCol="0" anchor="ctr"/>
                <a:lstStyle/>
                <a:p>
                  <a:endParaRPr lang="en-US"/>
                </a:p>
              </p:txBody>
            </p:sp>
            <p:sp>
              <p:nvSpPr>
                <p:cNvPr id="4584" name="Freeform 4583">
                  <a:extLst>
                    <a:ext uri="{FF2B5EF4-FFF2-40B4-BE49-F238E27FC236}">
                      <a16:creationId xmlns:a16="http://schemas.microsoft.com/office/drawing/2014/main" id="{5B1E9A94-9371-C884-DD8C-FDD8B75EE22E}"/>
                    </a:ext>
                  </a:extLst>
                </p:cNvPr>
                <p:cNvSpPr/>
                <p:nvPr/>
              </p:nvSpPr>
              <p:spPr>
                <a:xfrm>
                  <a:off x="6035119" y="3300777"/>
                  <a:ext cx="21973" cy="50566"/>
                </a:xfrm>
                <a:custGeom>
                  <a:avLst/>
                  <a:gdLst>
                    <a:gd name="connsiteX0" fmla="*/ 5707 w 21973"/>
                    <a:gd name="connsiteY0" fmla="*/ 50567 h 50566"/>
                    <a:gd name="connsiteX1" fmla="*/ 0 w 21973"/>
                    <a:gd name="connsiteY1" fmla="*/ 50567 h 50566"/>
                    <a:gd name="connsiteX2" fmla="*/ 0 w 21973"/>
                    <a:gd name="connsiteY2" fmla="*/ 1331 h 50566"/>
                    <a:gd name="connsiteX3" fmla="*/ 5707 w 21973"/>
                    <a:gd name="connsiteY3" fmla="*/ 1331 h 50566"/>
                    <a:gd name="connsiteX4" fmla="*/ 5707 w 21973"/>
                    <a:gd name="connsiteY4" fmla="*/ 10551 h 50566"/>
                    <a:gd name="connsiteX5" fmla="*/ 5898 w 21973"/>
                    <a:gd name="connsiteY5" fmla="*/ 10551 h 50566"/>
                    <a:gd name="connsiteX6" fmla="*/ 12081 w 21973"/>
                    <a:gd name="connsiteY6" fmla="*/ 2281 h 50566"/>
                    <a:gd name="connsiteX7" fmla="*/ 21974 w 21973"/>
                    <a:gd name="connsiteY7" fmla="*/ 0 h 50566"/>
                    <a:gd name="connsiteX8" fmla="*/ 21974 w 21973"/>
                    <a:gd name="connsiteY8" fmla="*/ 6178 h 50566"/>
                    <a:gd name="connsiteX9" fmla="*/ 13983 w 21973"/>
                    <a:gd name="connsiteY9" fmla="*/ 7699 h 50566"/>
                    <a:gd name="connsiteX10" fmla="*/ 8942 w 21973"/>
                    <a:gd name="connsiteY10" fmla="*/ 12071 h 50566"/>
                    <a:gd name="connsiteX11" fmla="*/ 6373 w 21973"/>
                    <a:gd name="connsiteY11" fmla="*/ 18535 h 50566"/>
                    <a:gd name="connsiteX12" fmla="*/ 5707 w 21973"/>
                    <a:gd name="connsiteY12" fmla="*/ 26424 h 50566"/>
                    <a:gd name="connsiteX13" fmla="*/ 5707 w 21973"/>
                    <a:gd name="connsiteY13" fmla="*/ 50567 h 505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973" h="50566">
                      <a:moveTo>
                        <a:pt x="5707" y="50567"/>
                      </a:moveTo>
                      <a:lnTo>
                        <a:pt x="0" y="50567"/>
                      </a:lnTo>
                      <a:lnTo>
                        <a:pt x="0" y="1331"/>
                      </a:lnTo>
                      <a:lnTo>
                        <a:pt x="5707" y="1331"/>
                      </a:lnTo>
                      <a:lnTo>
                        <a:pt x="5707" y="10551"/>
                      </a:lnTo>
                      <a:lnTo>
                        <a:pt x="5898" y="10551"/>
                      </a:lnTo>
                      <a:cubicBezTo>
                        <a:pt x="7515" y="6654"/>
                        <a:pt x="9513" y="3897"/>
                        <a:pt x="12081" y="2281"/>
                      </a:cubicBezTo>
                      <a:cubicBezTo>
                        <a:pt x="14554" y="760"/>
                        <a:pt x="17883" y="0"/>
                        <a:pt x="21974" y="0"/>
                      </a:cubicBezTo>
                      <a:lnTo>
                        <a:pt x="21974" y="6178"/>
                      </a:lnTo>
                      <a:cubicBezTo>
                        <a:pt x="18740" y="6178"/>
                        <a:pt x="16076" y="6654"/>
                        <a:pt x="13983" y="7699"/>
                      </a:cubicBezTo>
                      <a:cubicBezTo>
                        <a:pt x="11891" y="8745"/>
                        <a:pt x="10178" y="10265"/>
                        <a:pt x="8942" y="12071"/>
                      </a:cubicBezTo>
                      <a:cubicBezTo>
                        <a:pt x="7705" y="13877"/>
                        <a:pt x="6849" y="16064"/>
                        <a:pt x="6373" y="18535"/>
                      </a:cubicBezTo>
                      <a:cubicBezTo>
                        <a:pt x="5898" y="21006"/>
                        <a:pt x="5707" y="23668"/>
                        <a:pt x="5707" y="26424"/>
                      </a:cubicBezTo>
                      <a:lnTo>
                        <a:pt x="5707" y="50567"/>
                      </a:lnTo>
                      <a:close/>
                    </a:path>
                  </a:pathLst>
                </a:custGeom>
                <a:solidFill>
                  <a:srgbClr val="000000"/>
                </a:solidFill>
                <a:ln w="9506" cap="flat">
                  <a:noFill/>
                  <a:prstDash val="solid"/>
                  <a:miter/>
                </a:ln>
              </p:spPr>
              <p:txBody>
                <a:bodyPr rtlCol="0" anchor="ctr"/>
                <a:lstStyle/>
                <a:p>
                  <a:endParaRPr lang="en-US"/>
                </a:p>
              </p:txBody>
            </p:sp>
            <p:sp>
              <p:nvSpPr>
                <p:cNvPr id="4585" name="Freeform 4584">
                  <a:extLst>
                    <a:ext uri="{FF2B5EF4-FFF2-40B4-BE49-F238E27FC236}">
                      <a16:creationId xmlns:a16="http://schemas.microsoft.com/office/drawing/2014/main" id="{A4E0E945-F1E7-0966-E5EC-B4E8B2327D24}"/>
                    </a:ext>
                  </a:extLst>
                </p:cNvPr>
                <p:cNvSpPr/>
                <p:nvPr/>
              </p:nvSpPr>
              <p:spPr>
                <a:xfrm>
                  <a:off x="6063847" y="3300872"/>
                  <a:ext cx="44427" cy="51897"/>
                </a:xfrm>
                <a:custGeom>
                  <a:avLst/>
                  <a:gdLst>
                    <a:gd name="connsiteX0" fmla="*/ 6183 w 44427"/>
                    <a:gd name="connsiteY0" fmla="*/ 27184 h 51897"/>
                    <a:gd name="connsiteX1" fmla="*/ 7230 w 44427"/>
                    <a:gd name="connsiteY1" fmla="*/ 34788 h 51897"/>
                    <a:gd name="connsiteX2" fmla="*/ 10274 w 44427"/>
                    <a:gd name="connsiteY2" fmla="*/ 40967 h 51897"/>
                    <a:gd name="connsiteX3" fmla="*/ 15410 w 44427"/>
                    <a:gd name="connsiteY3" fmla="*/ 45149 h 51897"/>
                    <a:gd name="connsiteX4" fmla="*/ 22640 w 44427"/>
                    <a:gd name="connsiteY4" fmla="*/ 46765 h 51897"/>
                    <a:gd name="connsiteX5" fmla="*/ 32248 w 44427"/>
                    <a:gd name="connsiteY5" fmla="*/ 43818 h 51897"/>
                    <a:gd name="connsiteX6" fmla="*/ 37575 w 44427"/>
                    <a:gd name="connsiteY6" fmla="*/ 35454 h 51897"/>
                    <a:gd name="connsiteX7" fmla="*/ 43948 w 44427"/>
                    <a:gd name="connsiteY7" fmla="*/ 35454 h 51897"/>
                    <a:gd name="connsiteX8" fmla="*/ 41189 w 44427"/>
                    <a:gd name="connsiteY8" fmla="*/ 42012 h 51897"/>
                    <a:gd name="connsiteX9" fmla="*/ 36909 w 44427"/>
                    <a:gd name="connsiteY9" fmla="*/ 47240 h 51897"/>
                    <a:gd name="connsiteX10" fmla="*/ 30821 w 44427"/>
                    <a:gd name="connsiteY10" fmla="*/ 50662 h 51897"/>
                    <a:gd name="connsiteX11" fmla="*/ 22640 w 44427"/>
                    <a:gd name="connsiteY11" fmla="*/ 51897 h 51897"/>
                    <a:gd name="connsiteX12" fmla="*/ 12461 w 44427"/>
                    <a:gd name="connsiteY12" fmla="*/ 49901 h 51897"/>
                    <a:gd name="connsiteX13" fmla="*/ 5422 w 44427"/>
                    <a:gd name="connsiteY13" fmla="*/ 44388 h 51897"/>
                    <a:gd name="connsiteX14" fmla="*/ 1332 w 44427"/>
                    <a:gd name="connsiteY14" fmla="*/ 36214 h 51897"/>
                    <a:gd name="connsiteX15" fmla="*/ 0 w 44427"/>
                    <a:gd name="connsiteY15" fmla="*/ 26139 h 51897"/>
                    <a:gd name="connsiteX16" fmla="*/ 1617 w 44427"/>
                    <a:gd name="connsiteY16" fmla="*/ 15968 h 51897"/>
                    <a:gd name="connsiteX17" fmla="*/ 6088 w 44427"/>
                    <a:gd name="connsiteY17" fmla="*/ 7604 h 51897"/>
                    <a:gd name="connsiteX18" fmla="*/ 13222 w 44427"/>
                    <a:gd name="connsiteY18" fmla="*/ 1996 h 51897"/>
                    <a:gd name="connsiteX19" fmla="*/ 22735 w 44427"/>
                    <a:gd name="connsiteY19" fmla="*/ 0 h 51897"/>
                    <a:gd name="connsiteX20" fmla="*/ 38716 w 44427"/>
                    <a:gd name="connsiteY20" fmla="*/ 6939 h 51897"/>
                    <a:gd name="connsiteX21" fmla="*/ 44424 w 44427"/>
                    <a:gd name="connsiteY21" fmla="*/ 27184 h 51897"/>
                    <a:gd name="connsiteX22" fmla="*/ 6183 w 44427"/>
                    <a:gd name="connsiteY22" fmla="*/ 27184 h 51897"/>
                    <a:gd name="connsiteX23" fmla="*/ 38336 w 44427"/>
                    <a:gd name="connsiteY23" fmla="*/ 22432 h 51897"/>
                    <a:gd name="connsiteX24" fmla="*/ 37289 w 44427"/>
                    <a:gd name="connsiteY24" fmla="*/ 15683 h 51897"/>
                    <a:gd name="connsiteX25" fmla="*/ 34340 w 44427"/>
                    <a:gd name="connsiteY25" fmla="*/ 10170 h 51897"/>
                    <a:gd name="connsiteX26" fmla="*/ 29394 w 44427"/>
                    <a:gd name="connsiteY26" fmla="*/ 6463 h 51897"/>
                    <a:gd name="connsiteX27" fmla="*/ 22640 w 44427"/>
                    <a:gd name="connsiteY27" fmla="*/ 5038 h 51897"/>
                    <a:gd name="connsiteX28" fmla="*/ 15886 w 44427"/>
                    <a:gd name="connsiteY28" fmla="*/ 6463 h 51897"/>
                    <a:gd name="connsiteX29" fmla="*/ 10940 w 44427"/>
                    <a:gd name="connsiteY29" fmla="*/ 10265 h 51897"/>
                    <a:gd name="connsiteX30" fmla="*/ 7610 w 44427"/>
                    <a:gd name="connsiteY30" fmla="*/ 15778 h 51897"/>
                    <a:gd name="connsiteX31" fmla="*/ 5993 w 44427"/>
                    <a:gd name="connsiteY31" fmla="*/ 22432 h 51897"/>
                    <a:gd name="connsiteX32" fmla="*/ 38145 w 44427"/>
                    <a:gd name="connsiteY32" fmla="*/ 22432 h 51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4427" h="51897">
                      <a:moveTo>
                        <a:pt x="6183" y="27184"/>
                      </a:moveTo>
                      <a:cubicBezTo>
                        <a:pt x="6183" y="29846"/>
                        <a:pt x="6564" y="32412"/>
                        <a:pt x="7230" y="34788"/>
                      </a:cubicBezTo>
                      <a:cubicBezTo>
                        <a:pt x="7895" y="37165"/>
                        <a:pt x="8942" y="39256"/>
                        <a:pt x="10274" y="40967"/>
                      </a:cubicBezTo>
                      <a:cubicBezTo>
                        <a:pt x="11605" y="42678"/>
                        <a:pt x="13413" y="44103"/>
                        <a:pt x="15410" y="45149"/>
                      </a:cubicBezTo>
                      <a:cubicBezTo>
                        <a:pt x="17503" y="46194"/>
                        <a:pt x="19881" y="46765"/>
                        <a:pt x="22640" y="46765"/>
                      </a:cubicBezTo>
                      <a:cubicBezTo>
                        <a:pt x="26350" y="46765"/>
                        <a:pt x="29584" y="45814"/>
                        <a:pt x="32248" y="43818"/>
                      </a:cubicBezTo>
                      <a:cubicBezTo>
                        <a:pt x="34911" y="41822"/>
                        <a:pt x="36718" y="39066"/>
                        <a:pt x="37575" y="35454"/>
                      </a:cubicBezTo>
                      <a:lnTo>
                        <a:pt x="43948" y="35454"/>
                      </a:lnTo>
                      <a:cubicBezTo>
                        <a:pt x="43282" y="37830"/>
                        <a:pt x="42331" y="39921"/>
                        <a:pt x="41189" y="42012"/>
                      </a:cubicBezTo>
                      <a:cubicBezTo>
                        <a:pt x="40048" y="44008"/>
                        <a:pt x="38621" y="45719"/>
                        <a:pt x="36909" y="47240"/>
                      </a:cubicBezTo>
                      <a:cubicBezTo>
                        <a:pt x="35197" y="48761"/>
                        <a:pt x="33199" y="49901"/>
                        <a:pt x="30821" y="50662"/>
                      </a:cubicBezTo>
                      <a:cubicBezTo>
                        <a:pt x="28443" y="51517"/>
                        <a:pt x="25779" y="51897"/>
                        <a:pt x="22640" y="51897"/>
                      </a:cubicBezTo>
                      <a:cubicBezTo>
                        <a:pt x="18740" y="51897"/>
                        <a:pt x="15315" y="51232"/>
                        <a:pt x="12461" y="49901"/>
                      </a:cubicBezTo>
                      <a:cubicBezTo>
                        <a:pt x="9608" y="48571"/>
                        <a:pt x="7230" y="46765"/>
                        <a:pt x="5422" y="44388"/>
                      </a:cubicBezTo>
                      <a:cubicBezTo>
                        <a:pt x="3615" y="42107"/>
                        <a:pt x="2188" y="39351"/>
                        <a:pt x="1332" y="36214"/>
                      </a:cubicBezTo>
                      <a:cubicBezTo>
                        <a:pt x="476" y="33077"/>
                        <a:pt x="0" y="29656"/>
                        <a:pt x="0" y="26139"/>
                      </a:cubicBezTo>
                      <a:cubicBezTo>
                        <a:pt x="0" y="22622"/>
                        <a:pt x="476" y="19105"/>
                        <a:pt x="1617" y="15968"/>
                      </a:cubicBezTo>
                      <a:cubicBezTo>
                        <a:pt x="2664" y="12832"/>
                        <a:pt x="4186" y="10075"/>
                        <a:pt x="6088" y="7604"/>
                      </a:cubicBezTo>
                      <a:cubicBezTo>
                        <a:pt x="7991" y="5228"/>
                        <a:pt x="10369" y="3327"/>
                        <a:pt x="13222" y="1996"/>
                      </a:cubicBezTo>
                      <a:cubicBezTo>
                        <a:pt x="15981" y="665"/>
                        <a:pt x="19215" y="0"/>
                        <a:pt x="22735" y="0"/>
                      </a:cubicBezTo>
                      <a:cubicBezTo>
                        <a:pt x="29489" y="0"/>
                        <a:pt x="34816" y="2281"/>
                        <a:pt x="38716" y="6939"/>
                      </a:cubicBezTo>
                      <a:cubicBezTo>
                        <a:pt x="42616" y="11596"/>
                        <a:pt x="44519" y="18345"/>
                        <a:pt x="44424" y="27184"/>
                      </a:cubicBezTo>
                      <a:lnTo>
                        <a:pt x="6183" y="27184"/>
                      </a:lnTo>
                      <a:close/>
                      <a:moveTo>
                        <a:pt x="38336" y="22432"/>
                      </a:moveTo>
                      <a:cubicBezTo>
                        <a:pt x="38336" y="20056"/>
                        <a:pt x="37955" y="17774"/>
                        <a:pt x="37289" y="15683"/>
                      </a:cubicBezTo>
                      <a:cubicBezTo>
                        <a:pt x="36623" y="13592"/>
                        <a:pt x="35672" y="11691"/>
                        <a:pt x="34340" y="10170"/>
                      </a:cubicBezTo>
                      <a:cubicBezTo>
                        <a:pt x="33009" y="8649"/>
                        <a:pt x="31391" y="7414"/>
                        <a:pt x="29394" y="6463"/>
                      </a:cubicBezTo>
                      <a:cubicBezTo>
                        <a:pt x="27396" y="5513"/>
                        <a:pt x="25208" y="5038"/>
                        <a:pt x="22640" y="5038"/>
                      </a:cubicBezTo>
                      <a:cubicBezTo>
                        <a:pt x="20071" y="5038"/>
                        <a:pt x="17884" y="5513"/>
                        <a:pt x="15886" y="6463"/>
                      </a:cubicBezTo>
                      <a:cubicBezTo>
                        <a:pt x="13983" y="7414"/>
                        <a:pt x="12271" y="8649"/>
                        <a:pt x="10940" y="10265"/>
                      </a:cubicBezTo>
                      <a:cubicBezTo>
                        <a:pt x="9608" y="11881"/>
                        <a:pt x="8466" y="13687"/>
                        <a:pt x="7610" y="15778"/>
                      </a:cubicBezTo>
                      <a:cubicBezTo>
                        <a:pt x="6754" y="17869"/>
                        <a:pt x="6278" y="20056"/>
                        <a:pt x="5993" y="22432"/>
                      </a:cubicBezTo>
                      <a:lnTo>
                        <a:pt x="38145" y="22432"/>
                      </a:lnTo>
                      <a:close/>
                    </a:path>
                  </a:pathLst>
                </a:custGeom>
                <a:solidFill>
                  <a:srgbClr val="000000"/>
                </a:solidFill>
                <a:ln w="9506" cap="flat">
                  <a:noFill/>
                  <a:prstDash val="solid"/>
                  <a:miter/>
                </a:ln>
              </p:spPr>
              <p:txBody>
                <a:bodyPr rtlCol="0" anchor="ctr"/>
                <a:lstStyle/>
                <a:p>
                  <a:endParaRPr lang="en-US"/>
                </a:p>
              </p:txBody>
            </p:sp>
            <p:sp>
              <p:nvSpPr>
                <p:cNvPr id="4586" name="Freeform 4585">
                  <a:extLst>
                    <a:ext uri="{FF2B5EF4-FFF2-40B4-BE49-F238E27FC236}">
                      <a16:creationId xmlns:a16="http://schemas.microsoft.com/office/drawing/2014/main" id="{B5BA714E-0E16-5944-2337-BD10674D7D28}"/>
                    </a:ext>
                  </a:extLst>
                </p:cNvPr>
                <p:cNvSpPr/>
                <p:nvPr/>
              </p:nvSpPr>
              <p:spPr>
                <a:xfrm>
                  <a:off x="6117878" y="3282907"/>
                  <a:ext cx="45279" cy="69861"/>
                </a:xfrm>
                <a:custGeom>
                  <a:avLst/>
                  <a:gdLst>
                    <a:gd name="connsiteX0" fmla="*/ 39572 w 45279"/>
                    <a:gd name="connsiteY0" fmla="*/ 0 h 69861"/>
                    <a:gd name="connsiteX1" fmla="*/ 45280 w 45279"/>
                    <a:gd name="connsiteY1" fmla="*/ 0 h 69861"/>
                    <a:gd name="connsiteX2" fmla="*/ 45280 w 45279"/>
                    <a:gd name="connsiteY2" fmla="*/ 68436 h 69861"/>
                    <a:gd name="connsiteX3" fmla="*/ 39572 w 45279"/>
                    <a:gd name="connsiteY3" fmla="*/ 68436 h 69861"/>
                    <a:gd name="connsiteX4" fmla="*/ 39572 w 45279"/>
                    <a:gd name="connsiteY4" fmla="*/ 59787 h 69861"/>
                    <a:gd name="connsiteX5" fmla="*/ 39382 w 45279"/>
                    <a:gd name="connsiteY5" fmla="*/ 59787 h 69861"/>
                    <a:gd name="connsiteX6" fmla="*/ 36243 w 45279"/>
                    <a:gd name="connsiteY6" fmla="*/ 64159 h 69861"/>
                    <a:gd name="connsiteX7" fmla="*/ 31962 w 45279"/>
                    <a:gd name="connsiteY7" fmla="*/ 67296 h 69861"/>
                    <a:gd name="connsiteX8" fmla="*/ 27206 w 45279"/>
                    <a:gd name="connsiteY8" fmla="*/ 69197 h 69861"/>
                    <a:gd name="connsiteX9" fmla="*/ 22355 w 45279"/>
                    <a:gd name="connsiteY9" fmla="*/ 69862 h 69861"/>
                    <a:gd name="connsiteX10" fmla="*/ 12176 w 45279"/>
                    <a:gd name="connsiteY10" fmla="*/ 67866 h 69861"/>
                    <a:gd name="connsiteX11" fmla="*/ 5232 w 45279"/>
                    <a:gd name="connsiteY11" fmla="*/ 62353 h 69861"/>
                    <a:gd name="connsiteX12" fmla="*/ 1237 w 45279"/>
                    <a:gd name="connsiteY12" fmla="*/ 54179 h 69861"/>
                    <a:gd name="connsiteX13" fmla="*/ 0 w 45279"/>
                    <a:gd name="connsiteY13" fmla="*/ 44008 h 69861"/>
                    <a:gd name="connsiteX14" fmla="*/ 1332 w 45279"/>
                    <a:gd name="connsiteY14" fmla="*/ 34123 h 69861"/>
                    <a:gd name="connsiteX15" fmla="*/ 5327 w 45279"/>
                    <a:gd name="connsiteY15" fmla="*/ 25759 h 69861"/>
                    <a:gd name="connsiteX16" fmla="*/ 12176 w 45279"/>
                    <a:gd name="connsiteY16" fmla="*/ 20056 h 69861"/>
                    <a:gd name="connsiteX17" fmla="*/ 21974 w 45279"/>
                    <a:gd name="connsiteY17" fmla="*/ 17965 h 69861"/>
                    <a:gd name="connsiteX18" fmla="*/ 31962 w 45279"/>
                    <a:gd name="connsiteY18" fmla="*/ 20246 h 69861"/>
                    <a:gd name="connsiteX19" fmla="*/ 39477 w 45279"/>
                    <a:gd name="connsiteY19" fmla="*/ 27184 h 69861"/>
                    <a:gd name="connsiteX20" fmla="*/ 39477 w 45279"/>
                    <a:gd name="connsiteY20" fmla="*/ 95 h 69861"/>
                    <a:gd name="connsiteX21" fmla="*/ 39572 w 45279"/>
                    <a:gd name="connsiteY21" fmla="*/ 43628 h 69861"/>
                    <a:gd name="connsiteX22" fmla="*/ 38431 w 45279"/>
                    <a:gd name="connsiteY22" fmla="*/ 35739 h 69861"/>
                    <a:gd name="connsiteX23" fmla="*/ 35197 w 45279"/>
                    <a:gd name="connsiteY23" fmla="*/ 29180 h 69861"/>
                    <a:gd name="connsiteX24" fmla="*/ 29965 w 45279"/>
                    <a:gd name="connsiteY24" fmla="*/ 24713 h 69861"/>
                    <a:gd name="connsiteX25" fmla="*/ 22925 w 45279"/>
                    <a:gd name="connsiteY25" fmla="*/ 23097 h 69861"/>
                    <a:gd name="connsiteX26" fmla="*/ 15220 w 45279"/>
                    <a:gd name="connsiteY26" fmla="*/ 24808 h 69861"/>
                    <a:gd name="connsiteX27" fmla="*/ 9893 w 45279"/>
                    <a:gd name="connsiteY27" fmla="*/ 29656 h 69861"/>
                    <a:gd name="connsiteX28" fmla="*/ 6849 w 45279"/>
                    <a:gd name="connsiteY28" fmla="*/ 36689 h 69861"/>
                    <a:gd name="connsiteX29" fmla="*/ 6088 w 45279"/>
                    <a:gd name="connsiteY29" fmla="*/ 45434 h 69861"/>
                    <a:gd name="connsiteX30" fmla="*/ 7325 w 45279"/>
                    <a:gd name="connsiteY30" fmla="*/ 53703 h 69861"/>
                    <a:gd name="connsiteX31" fmla="*/ 10940 w 45279"/>
                    <a:gd name="connsiteY31" fmla="*/ 59692 h 69861"/>
                    <a:gd name="connsiteX32" fmla="*/ 16267 w 45279"/>
                    <a:gd name="connsiteY32" fmla="*/ 63494 h 69861"/>
                    <a:gd name="connsiteX33" fmla="*/ 22925 w 45279"/>
                    <a:gd name="connsiteY33" fmla="*/ 64824 h 69861"/>
                    <a:gd name="connsiteX34" fmla="*/ 30060 w 45279"/>
                    <a:gd name="connsiteY34" fmla="*/ 63208 h 69861"/>
                    <a:gd name="connsiteX35" fmla="*/ 35292 w 45279"/>
                    <a:gd name="connsiteY35" fmla="*/ 58741 h 69861"/>
                    <a:gd name="connsiteX36" fmla="*/ 38431 w 45279"/>
                    <a:gd name="connsiteY36" fmla="*/ 52088 h 69861"/>
                    <a:gd name="connsiteX37" fmla="*/ 39572 w 45279"/>
                    <a:gd name="connsiteY37" fmla="*/ 43723 h 69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45279" h="69861">
                      <a:moveTo>
                        <a:pt x="39572" y="0"/>
                      </a:moveTo>
                      <a:lnTo>
                        <a:pt x="45280" y="0"/>
                      </a:lnTo>
                      <a:lnTo>
                        <a:pt x="45280" y="68436"/>
                      </a:lnTo>
                      <a:lnTo>
                        <a:pt x="39572" y="68436"/>
                      </a:lnTo>
                      <a:lnTo>
                        <a:pt x="39572" y="59787"/>
                      </a:lnTo>
                      <a:lnTo>
                        <a:pt x="39382" y="59787"/>
                      </a:lnTo>
                      <a:cubicBezTo>
                        <a:pt x="38526" y="61402"/>
                        <a:pt x="37479" y="62923"/>
                        <a:pt x="36243" y="64159"/>
                      </a:cubicBezTo>
                      <a:cubicBezTo>
                        <a:pt x="34911" y="65395"/>
                        <a:pt x="33484" y="66440"/>
                        <a:pt x="31962" y="67296"/>
                      </a:cubicBezTo>
                      <a:cubicBezTo>
                        <a:pt x="30440" y="68151"/>
                        <a:pt x="28823" y="68721"/>
                        <a:pt x="27206" y="69197"/>
                      </a:cubicBezTo>
                      <a:cubicBezTo>
                        <a:pt x="25589" y="69672"/>
                        <a:pt x="23972" y="69862"/>
                        <a:pt x="22355" y="69862"/>
                      </a:cubicBezTo>
                      <a:cubicBezTo>
                        <a:pt x="18359" y="69862"/>
                        <a:pt x="14935" y="69197"/>
                        <a:pt x="12176" y="67866"/>
                      </a:cubicBezTo>
                      <a:cubicBezTo>
                        <a:pt x="9418" y="66535"/>
                        <a:pt x="7039" y="64729"/>
                        <a:pt x="5232" y="62353"/>
                      </a:cubicBezTo>
                      <a:cubicBezTo>
                        <a:pt x="3425" y="60072"/>
                        <a:pt x="2093" y="57315"/>
                        <a:pt x="1237" y="54179"/>
                      </a:cubicBezTo>
                      <a:cubicBezTo>
                        <a:pt x="381" y="51042"/>
                        <a:pt x="0" y="47620"/>
                        <a:pt x="0" y="44008"/>
                      </a:cubicBezTo>
                      <a:cubicBezTo>
                        <a:pt x="0" y="40586"/>
                        <a:pt x="476" y="37260"/>
                        <a:pt x="1332" y="34123"/>
                      </a:cubicBezTo>
                      <a:cubicBezTo>
                        <a:pt x="2188" y="30986"/>
                        <a:pt x="3520" y="28230"/>
                        <a:pt x="5327" y="25759"/>
                      </a:cubicBezTo>
                      <a:cubicBezTo>
                        <a:pt x="7134" y="23382"/>
                        <a:pt x="9418" y="21481"/>
                        <a:pt x="12176" y="20056"/>
                      </a:cubicBezTo>
                      <a:cubicBezTo>
                        <a:pt x="14935" y="18630"/>
                        <a:pt x="18169" y="17965"/>
                        <a:pt x="21974" y="17965"/>
                      </a:cubicBezTo>
                      <a:cubicBezTo>
                        <a:pt x="25494" y="17965"/>
                        <a:pt x="28823" y="18725"/>
                        <a:pt x="31962" y="20246"/>
                      </a:cubicBezTo>
                      <a:cubicBezTo>
                        <a:pt x="35197" y="21766"/>
                        <a:pt x="37670" y="24143"/>
                        <a:pt x="39477" y="27184"/>
                      </a:cubicBezTo>
                      <a:lnTo>
                        <a:pt x="39477" y="95"/>
                      </a:lnTo>
                      <a:close/>
                      <a:moveTo>
                        <a:pt x="39572" y="43628"/>
                      </a:moveTo>
                      <a:cubicBezTo>
                        <a:pt x="39572" y="40872"/>
                        <a:pt x="39192" y="38210"/>
                        <a:pt x="38431" y="35739"/>
                      </a:cubicBezTo>
                      <a:cubicBezTo>
                        <a:pt x="37670" y="33268"/>
                        <a:pt x="36528" y="31081"/>
                        <a:pt x="35197" y="29180"/>
                      </a:cubicBezTo>
                      <a:cubicBezTo>
                        <a:pt x="33770" y="27279"/>
                        <a:pt x="32058" y="25854"/>
                        <a:pt x="29965" y="24713"/>
                      </a:cubicBezTo>
                      <a:cubicBezTo>
                        <a:pt x="27872" y="23572"/>
                        <a:pt x="25589" y="23097"/>
                        <a:pt x="22925" y="23097"/>
                      </a:cubicBezTo>
                      <a:cubicBezTo>
                        <a:pt x="19976" y="23097"/>
                        <a:pt x="17408" y="23667"/>
                        <a:pt x="15220" y="24808"/>
                      </a:cubicBezTo>
                      <a:cubicBezTo>
                        <a:pt x="13032" y="25949"/>
                        <a:pt x="11320" y="27565"/>
                        <a:pt x="9893" y="29656"/>
                      </a:cubicBezTo>
                      <a:cubicBezTo>
                        <a:pt x="8466" y="31747"/>
                        <a:pt x="7515" y="34028"/>
                        <a:pt x="6849" y="36689"/>
                      </a:cubicBezTo>
                      <a:cubicBezTo>
                        <a:pt x="6183" y="39351"/>
                        <a:pt x="5993" y="42297"/>
                        <a:pt x="6088" y="45434"/>
                      </a:cubicBezTo>
                      <a:cubicBezTo>
                        <a:pt x="6088" y="48571"/>
                        <a:pt x="6469" y="51327"/>
                        <a:pt x="7325" y="53703"/>
                      </a:cubicBezTo>
                      <a:cubicBezTo>
                        <a:pt x="8181" y="56080"/>
                        <a:pt x="9322" y="58076"/>
                        <a:pt x="10940" y="59692"/>
                      </a:cubicBezTo>
                      <a:cubicBezTo>
                        <a:pt x="12461" y="61307"/>
                        <a:pt x="14269" y="62638"/>
                        <a:pt x="16267" y="63494"/>
                      </a:cubicBezTo>
                      <a:cubicBezTo>
                        <a:pt x="18264" y="64349"/>
                        <a:pt x="20547" y="64824"/>
                        <a:pt x="22925" y="64824"/>
                      </a:cubicBezTo>
                      <a:cubicBezTo>
                        <a:pt x="25589" y="64824"/>
                        <a:pt x="27967" y="64254"/>
                        <a:pt x="30060" y="63208"/>
                      </a:cubicBezTo>
                      <a:cubicBezTo>
                        <a:pt x="32152" y="62163"/>
                        <a:pt x="33865" y="60642"/>
                        <a:pt x="35292" y="58741"/>
                      </a:cubicBezTo>
                      <a:cubicBezTo>
                        <a:pt x="36719" y="56840"/>
                        <a:pt x="37765" y="54654"/>
                        <a:pt x="38431" y="52088"/>
                      </a:cubicBezTo>
                      <a:cubicBezTo>
                        <a:pt x="39192" y="49521"/>
                        <a:pt x="39572" y="46765"/>
                        <a:pt x="39572" y="43723"/>
                      </a:cubicBezTo>
                      <a:close/>
                    </a:path>
                  </a:pathLst>
                </a:custGeom>
                <a:solidFill>
                  <a:srgbClr val="000000"/>
                </a:solidFill>
                <a:ln w="9506" cap="flat">
                  <a:noFill/>
                  <a:prstDash val="solid"/>
                  <a:miter/>
                </a:ln>
              </p:spPr>
              <p:txBody>
                <a:bodyPr rtlCol="0" anchor="ctr"/>
                <a:lstStyle/>
                <a:p>
                  <a:endParaRPr lang="en-US"/>
                </a:p>
              </p:txBody>
            </p:sp>
          </p:grpSp>
          <p:grpSp>
            <p:nvGrpSpPr>
              <p:cNvPr id="4512" name="Graphic 5">
                <a:extLst>
                  <a:ext uri="{FF2B5EF4-FFF2-40B4-BE49-F238E27FC236}">
                    <a16:creationId xmlns:a16="http://schemas.microsoft.com/office/drawing/2014/main" id="{F3025B05-EB3B-1AAD-1975-45D56773D61C}"/>
                  </a:ext>
                </a:extLst>
              </p:cNvPr>
              <p:cNvGrpSpPr/>
              <p:nvPr/>
            </p:nvGrpSpPr>
            <p:grpSpPr>
              <a:xfrm>
                <a:off x="4005754" y="6227643"/>
                <a:ext cx="791625" cy="174096"/>
                <a:chOff x="6219092" y="3282907"/>
                <a:chExt cx="318099" cy="69957"/>
              </a:xfrm>
              <a:solidFill>
                <a:srgbClr val="000000"/>
              </a:solidFill>
            </p:grpSpPr>
            <p:sp>
              <p:nvSpPr>
                <p:cNvPr id="4571" name="Freeform 4570">
                  <a:extLst>
                    <a:ext uri="{FF2B5EF4-FFF2-40B4-BE49-F238E27FC236}">
                      <a16:creationId xmlns:a16="http://schemas.microsoft.com/office/drawing/2014/main" id="{7B0EE97D-45A2-00EF-E5D4-73922778BB7A}"/>
                    </a:ext>
                  </a:extLst>
                </p:cNvPr>
                <p:cNvSpPr/>
                <p:nvPr/>
              </p:nvSpPr>
              <p:spPr>
                <a:xfrm>
                  <a:off x="6219092" y="3282907"/>
                  <a:ext cx="6278" cy="68436"/>
                </a:xfrm>
                <a:custGeom>
                  <a:avLst/>
                  <a:gdLst>
                    <a:gd name="connsiteX0" fmla="*/ 0 w 6278"/>
                    <a:gd name="connsiteY0" fmla="*/ 8459 h 68436"/>
                    <a:gd name="connsiteX1" fmla="*/ 0 w 6278"/>
                    <a:gd name="connsiteY1" fmla="*/ 0 h 68436"/>
                    <a:gd name="connsiteX2" fmla="*/ 6278 w 6278"/>
                    <a:gd name="connsiteY2" fmla="*/ 0 h 68436"/>
                    <a:gd name="connsiteX3" fmla="*/ 6278 w 6278"/>
                    <a:gd name="connsiteY3" fmla="*/ 8459 h 68436"/>
                    <a:gd name="connsiteX4" fmla="*/ 0 w 6278"/>
                    <a:gd name="connsiteY4" fmla="*/ 8459 h 68436"/>
                    <a:gd name="connsiteX5" fmla="*/ 285 w 6278"/>
                    <a:gd name="connsiteY5" fmla="*/ 68436 h 68436"/>
                    <a:gd name="connsiteX6" fmla="*/ 285 w 6278"/>
                    <a:gd name="connsiteY6" fmla="*/ 19200 h 68436"/>
                    <a:gd name="connsiteX7" fmla="*/ 5993 w 6278"/>
                    <a:gd name="connsiteY7" fmla="*/ 19200 h 68436"/>
                    <a:gd name="connsiteX8" fmla="*/ 5993 w 6278"/>
                    <a:gd name="connsiteY8" fmla="*/ 68436 h 68436"/>
                    <a:gd name="connsiteX9" fmla="*/ 285 w 6278"/>
                    <a:gd name="connsiteY9" fmla="*/ 68436 h 68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78" h="68436">
                      <a:moveTo>
                        <a:pt x="0" y="8459"/>
                      </a:moveTo>
                      <a:lnTo>
                        <a:pt x="0" y="0"/>
                      </a:lnTo>
                      <a:lnTo>
                        <a:pt x="6278" y="0"/>
                      </a:lnTo>
                      <a:lnTo>
                        <a:pt x="6278" y="8459"/>
                      </a:lnTo>
                      <a:lnTo>
                        <a:pt x="0" y="8459"/>
                      </a:lnTo>
                      <a:close/>
                      <a:moveTo>
                        <a:pt x="285" y="68436"/>
                      </a:moveTo>
                      <a:lnTo>
                        <a:pt x="285" y="19200"/>
                      </a:lnTo>
                      <a:lnTo>
                        <a:pt x="5993" y="19200"/>
                      </a:lnTo>
                      <a:lnTo>
                        <a:pt x="5993" y="68436"/>
                      </a:lnTo>
                      <a:lnTo>
                        <a:pt x="285" y="68436"/>
                      </a:lnTo>
                      <a:close/>
                    </a:path>
                  </a:pathLst>
                </a:custGeom>
                <a:solidFill>
                  <a:srgbClr val="000000"/>
                </a:solidFill>
                <a:ln w="9506" cap="flat">
                  <a:noFill/>
                  <a:prstDash val="solid"/>
                  <a:miter/>
                </a:ln>
              </p:spPr>
              <p:txBody>
                <a:bodyPr rtlCol="0" anchor="ctr"/>
                <a:lstStyle/>
                <a:p>
                  <a:endParaRPr lang="en-US"/>
                </a:p>
              </p:txBody>
            </p:sp>
            <p:sp>
              <p:nvSpPr>
                <p:cNvPr id="4572" name="Freeform 4571">
                  <a:extLst>
                    <a:ext uri="{FF2B5EF4-FFF2-40B4-BE49-F238E27FC236}">
                      <a16:creationId xmlns:a16="http://schemas.microsoft.com/office/drawing/2014/main" id="{924569E8-C142-0B6D-A6CC-9CE81EC4DEE3}"/>
                    </a:ext>
                  </a:extLst>
                </p:cNvPr>
                <p:cNvSpPr/>
                <p:nvPr/>
              </p:nvSpPr>
              <p:spPr>
                <a:xfrm>
                  <a:off x="6237166" y="3300777"/>
                  <a:ext cx="38811" cy="52087"/>
                </a:xfrm>
                <a:custGeom>
                  <a:avLst/>
                  <a:gdLst>
                    <a:gd name="connsiteX0" fmla="*/ 5803 w 38811"/>
                    <a:gd name="connsiteY0" fmla="*/ 35169 h 52087"/>
                    <a:gd name="connsiteX1" fmla="*/ 10654 w 38811"/>
                    <a:gd name="connsiteY1" fmla="*/ 44198 h 52087"/>
                    <a:gd name="connsiteX2" fmla="*/ 20547 w 38811"/>
                    <a:gd name="connsiteY2" fmla="*/ 46765 h 52087"/>
                    <a:gd name="connsiteX3" fmla="*/ 25969 w 38811"/>
                    <a:gd name="connsiteY3" fmla="*/ 46004 h 52087"/>
                    <a:gd name="connsiteX4" fmla="*/ 29774 w 38811"/>
                    <a:gd name="connsiteY4" fmla="*/ 44008 h 52087"/>
                    <a:gd name="connsiteX5" fmla="*/ 31962 w 38811"/>
                    <a:gd name="connsiteY5" fmla="*/ 41062 h 52087"/>
                    <a:gd name="connsiteX6" fmla="*/ 32723 w 38811"/>
                    <a:gd name="connsiteY6" fmla="*/ 37640 h 52087"/>
                    <a:gd name="connsiteX7" fmla="*/ 30345 w 38811"/>
                    <a:gd name="connsiteY7" fmla="*/ 32317 h 52087"/>
                    <a:gd name="connsiteX8" fmla="*/ 24543 w 38811"/>
                    <a:gd name="connsiteY8" fmla="*/ 29561 h 52087"/>
                    <a:gd name="connsiteX9" fmla="*/ 16932 w 38811"/>
                    <a:gd name="connsiteY9" fmla="*/ 27850 h 52087"/>
                    <a:gd name="connsiteX10" fmla="*/ 9322 w 38811"/>
                    <a:gd name="connsiteY10" fmla="*/ 25664 h 52087"/>
                    <a:gd name="connsiteX11" fmla="*/ 3520 w 38811"/>
                    <a:gd name="connsiteY11" fmla="*/ 21576 h 52087"/>
                    <a:gd name="connsiteX12" fmla="*/ 1141 w 38811"/>
                    <a:gd name="connsiteY12" fmla="*/ 14068 h 52087"/>
                    <a:gd name="connsiteX13" fmla="*/ 5612 w 38811"/>
                    <a:gd name="connsiteY13" fmla="*/ 3992 h 52087"/>
                    <a:gd name="connsiteX14" fmla="*/ 18359 w 38811"/>
                    <a:gd name="connsiteY14" fmla="*/ 0 h 52087"/>
                    <a:gd name="connsiteX15" fmla="*/ 31392 w 38811"/>
                    <a:gd name="connsiteY15" fmla="*/ 3612 h 52087"/>
                    <a:gd name="connsiteX16" fmla="*/ 37384 w 38811"/>
                    <a:gd name="connsiteY16" fmla="*/ 15493 h 52087"/>
                    <a:gd name="connsiteX17" fmla="*/ 31582 w 38811"/>
                    <a:gd name="connsiteY17" fmla="*/ 15493 h 52087"/>
                    <a:gd name="connsiteX18" fmla="*/ 27206 w 38811"/>
                    <a:gd name="connsiteY18" fmla="*/ 7414 h 52087"/>
                    <a:gd name="connsiteX19" fmla="*/ 18169 w 38811"/>
                    <a:gd name="connsiteY19" fmla="*/ 5133 h 52087"/>
                    <a:gd name="connsiteX20" fmla="*/ 9893 w 38811"/>
                    <a:gd name="connsiteY20" fmla="*/ 7414 h 52087"/>
                    <a:gd name="connsiteX21" fmla="*/ 7039 w 38811"/>
                    <a:gd name="connsiteY21" fmla="*/ 13592 h 52087"/>
                    <a:gd name="connsiteX22" fmla="*/ 9417 w 38811"/>
                    <a:gd name="connsiteY22" fmla="*/ 18725 h 52087"/>
                    <a:gd name="connsiteX23" fmla="*/ 15315 w 38811"/>
                    <a:gd name="connsiteY23" fmla="*/ 21576 h 52087"/>
                    <a:gd name="connsiteX24" fmla="*/ 22925 w 38811"/>
                    <a:gd name="connsiteY24" fmla="*/ 23573 h 52087"/>
                    <a:gd name="connsiteX25" fmla="*/ 30535 w 38811"/>
                    <a:gd name="connsiteY25" fmla="*/ 25949 h 52087"/>
                    <a:gd name="connsiteX26" fmla="*/ 36433 w 38811"/>
                    <a:gd name="connsiteY26" fmla="*/ 30226 h 52087"/>
                    <a:gd name="connsiteX27" fmla="*/ 38811 w 38811"/>
                    <a:gd name="connsiteY27" fmla="*/ 37640 h 52087"/>
                    <a:gd name="connsiteX28" fmla="*/ 37289 w 38811"/>
                    <a:gd name="connsiteY28" fmla="*/ 43913 h 52087"/>
                    <a:gd name="connsiteX29" fmla="*/ 33104 w 38811"/>
                    <a:gd name="connsiteY29" fmla="*/ 48381 h 52087"/>
                    <a:gd name="connsiteX30" fmla="*/ 26730 w 38811"/>
                    <a:gd name="connsiteY30" fmla="*/ 51137 h 52087"/>
                    <a:gd name="connsiteX31" fmla="*/ 18740 w 38811"/>
                    <a:gd name="connsiteY31" fmla="*/ 52088 h 52087"/>
                    <a:gd name="connsiteX32" fmla="*/ 11035 w 38811"/>
                    <a:gd name="connsiteY32" fmla="*/ 50757 h 52087"/>
                    <a:gd name="connsiteX33" fmla="*/ 5232 w 38811"/>
                    <a:gd name="connsiteY33" fmla="*/ 47145 h 52087"/>
                    <a:gd name="connsiteX34" fmla="*/ 1522 w 38811"/>
                    <a:gd name="connsiteY34" fmla="*/ 41822 h 52087"/>
                    <a:gd name="connsiteX35" fmla="*/ 0 w 38811"/>
                    <a:gd name="connsiteY35" fmla="*/ 35264 h 52087"/>
                    <a:gd name="connsiteX36" fmla="*/ 5803 w 38811"/>
                    <a:gd name="connsiteY36" fmla="*/ 35264 h 520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8811" h="52087">
                      <a:moveTo>
                        <a:pt x="5803" y="35169"/>
                      </a:moveTo>
                      <a:cubicBezTo>
                        <a:pt x="6659" y="39446"/>
                        <a:pt x="8276" y="42393"/>
                        <a:pt x="10654" y="44198"/>
                      </a:cubicBezTo>
                      <a:cubicBezTo>
                        <a:pt x="12937" y="45909"/>
                        <a:pt x="16266" y="46765"/>
                        <a:pt x="20547" y="46765"/>
                      </a:cubicBezTo>
                      <a:cubicBezTo>
                        <a:pt x="22640" y="46765"/>
                        <a:pt x="24447" y="46480"/>
                        <a:pt x="25969" y="46004"/>
                      </a:cubicBezTo>
                      <a:cubicBezTo>
                        <a:pt x="27491" y="45529"/>
                        <a:pt x="28728" y="44864"/>
                        <a:pt x="29774" y="44008"/>
                      </a:cubicBezTo>
                      <a:cubicBezTo>
                        <a:pt x="30726" y="43153"/>
                        <a:pt x="31487" y="42202"/>
                        <a:pt x="31962" y="41062"/>
                      </a:cubicBezTo>
                      <a:cubicBezTo>
                        <a:pt x="32438" y="40016"/>
                        <a:pt x="32723" y="38876"/>
                        <a:pt x="32723" y="37640"/>
                      </a:cubicBezTo>
                      <a:cubicBezTo>
                        <a:pt x="32723" y="35264"/>
                        <a:pt x="31962" y="33458"/>
                        <a:pt x="30345" y="32317"/>
                      </a:cubicBezTo>
                      <a:cubicBezTo>
                        <a:pt x="28823" y="31176"/>
                        <a:pt x="26825" y="30226"/>
                        <a:pt x="24543" y="29561"/>
                      </a:cubicBezTo>
                      <a:cubicBezTo>
                        <a:pt x="22164" y="28895"/>
                        <a:pt x="19691" y="28325"/>
                        <a:pt x="16932" y="27850"/>
                      </a:cubicBezTo>
                      <a:cubicBezTo>
                        <a:pt x="14174" y="27375"/>
                        <a:pt x="11701" y="26709"/>
                        <a:pt x="9322" y="25664"/>
                      </a:cubicBezTo>
                      <a:cubicBezTo>
                        <a:pt x="6944" y="24713"/>
                        <a:pt x="5042" y="23382"/>
                        <a:pt x="3520" y="21576"/>
                      </a:cubicBezTo>
                      <a:cubicBezTo>
                        <a:pt x="1998" y="19770"/>
                        <a:pt x="1141" y="17299"/>
                        <a:pt x="1141" y="14068"/>
                      </a:cubicBezTo>
                      <a:cubicBezTo>
                        <a:pt x="1141" y="9980"/>
                        <a:pt x="2664" y="6558"/>
                        <a:pt x="5612" y="3992"/>
                      </a:cubicBezTo>
                      <a:cubicBezTo>
                        <a:pt x="8656" y="1331"/>
                        <a:pt x="12842" y="0"/>
                        <a:pt x="18359" y="0"/>
                      </a:cubicBezTo>
                      <a:cubicBezTo>
                        <a:pt x="23877" y="0"/>
                        <a:pt x="28062" y="1141"/>
                        <a:pt x="31392" y="3612"/>
                      </a:cubicBezTo>
                      <a:cubicBezTo>
                        <a:pt x="34721" y="5988"/>
                        <a:pt x="36719" y="9980"/>
                        <a:pt x="37384" y="15493"/>
                      </a:cubicBezTo>
                      <a:lnTo>
                        <a:pt x="31582" y="15493"/>
                      </a:lnTo>
                      <a:cubicBezTo>
                        <a:pt x="31106" y="11691"/>
                        <a:pt x="29584" y="9030"/>
                        <a:pt x="27206" y="7414"/>
                      </a:cubicBezTo>
                      <a:cubicBezTo>
                        <a:pt x="24828" y="5893"/>
                        <a:pt x="21784" y="5133"/>
                        <a:pt x="18169" y="5133"/>
                      </a:cubicBezTo>
                      <a:cubicBezTo>
                        <a:pt x="14554" y="5133"/>
                        <a:pt x="11795" y="5893"/>
                        <a:pt x="9893" y="7414"/>
                      </a:cubicBezTo>
                      <a:cubicBezTo>
                        <a:pt x="7991" y="8935"/>
                        <a:pt x="7039" y="11026"/>
                        <a:pt x="7039" y="13592"/>
                      </a:cubicBezTo>
                      <a:cubicBezTo>
                        <a:pt x="7039" y="15778"/>
                        <a:pt x="7800" y="17489"/>
                        <a:pt x="9417" y="18725"/>
                      </a:cubicBezTo>
                      <a:cubicBezTo>
                        <a:pt x="11035" y="19961"/>
                        <a:pt x="12937" y="20816"/>
                        <a:pt x="15315" y="21576"/>
                      </a:cubicBezTo>
                      <a:cubicBezTo>
                        <a:pt x="17693" y="22337"/>
                        <a:pt x="20167" y="23002"/>
                        <a:pt x="22925" y="23573"/>
                      </a:cubicBezTo>
                      <a:cubicBezTo>
                        <a:pt x="25684" y="24143"/>
                        <a:pt x="28157" y="24998"/>
                        <a:pt x="30535" y="25949"/>
                      </a:cubicBezTo>
                      <a:cubicBezTo>
                        <a:pt x="32913" y="26994"/>
                        <a:pt x="34816" y="28420"/>
                        <a:pt x="36433" y="30226"/>
                      </a:cubicBezTo>
                      <a:cubicBezTo>
                        <a:pt x="37955" y="32032"/>
                        <a:pt x="38811" y="34503"/>
                        <a:pt x="38811" y="37640"/>
                      </a:cubicBezTo>
                      <a:cubicBezTo>
                        <a:pt x="38811" y="40016"/>
                        <a:pt x="38336" y="42107"/>
                        <a:pt x="37289" y="43913"/>
                      </a:cubicBezTo>
                      <a:cubicBezTo>
                        <a:pt x="36243" y="45719"/>
                        <a:pt x="34911" y="47240"/>
                        <a:pt x="33104" y="48381"/>
                      </a:cubicBezTo>
                      <a:cubicBezTo>
                        <a:pt x="31296" y="49616"/>
                        <a:pt x="29204" y="50472"/>
                        <a:pt x="26730" y="51137"/>
                      </a:cubicBezTo>
                      <a:cubicBezTo>
                        <a:pt x="24257" y="51707"/>
                        <a:pt x="21593" y="52088"/>
                        <a:pt x="18740" y="52088"/>
                      </a:cubicBezTo>
                      <a:cubicBezTo>
                        <a:pt x="15886" y="52088"/>
                        <a:pt x="13223" y="51707"/>
                        <a:pt x="11035" y="50757"/>
                      </a:cubicBezTo>
                      <a:cubicBezTo>
                        <a:pt x="8752" y="49901"/>
                        <a:pt x="6849" y="48761"/>
                        <a:pt x="5232" y="47145"/>
                      </a:cubicBezTo>
                      <a:cubicBezTo>
                        <a:pt x="3615" y="45624"/>
                        <a:pt x="2378" y="43818"/>
                        <a:pt x="1522" y="41822"/>
                      </a:cubicBezTo>
                      <a:cubicBezTo>
                        <a:pt x="666" y="39826"/>
                        <a:pt x="95" y="37640"/>
                        <a:pt x="0" y="35264"/>
                      </a:cubicBezTo>
                      <a:lnTo>
                        <a:pt x="5803" y="35264"/>
                      </a:lnTo>
                      <a:close/>
                    </a:path>
                  </a:pathLst>
                </a:custGeom>
                <a:solidFill>
                  <a:srgbClr val="000000"/>
                </a:solidFill>
                <a:ln w="9506" cap="flat">
                  <a:noFill/>
                  <a:prstDash val="solid"/>
                  <a:miter/>
                </a:ln>
              </p:spPr>
              <p:txBody>
                <a:bodyPr rtlCol="0" anchor="ctr"/>
                <a:lstStyle/>
                <a:p>
                  <a:endParaRPr lang="en-US"/>
                </a:p>
              </p:txBody>
            </p:sp>
            <p:sp>
              <p:nvSpPr>
                <p:cNvPr id="4573" name="Freeform 4572">
                  <a:extLst>
                    <a:ext uri="{FF2B5EF4-FFF2-40B4-BE49-F238E27FC236}">
                      <a16:creationId xmlns:a16="http://schemas.microsoft.com/office/drawing/2014/main" id="{12C55BBD-09A9-C41F-1AC1-73FFAB94B93E}"/>
                    </a:ext>
                  </a:extLst>
                </p:cNvPr>
                <p:cNvSpPr/>
                <p:nvPr/>
              </p:nvSpPr>
              <p:spPr>
                <a:xfrm>
                  <a:off x="6283968" y="3300872"/>
                  <a:ext cx="45660" cy="51802"/>
                </a:xfrm>
                <a:custGeom>
                  <a:avLst/>
                  <a:gdLst>
                    <a:gd name="connsiteX0" fmla="*/ 22830 w 45660"/>
                    <a:gd name="connsiteY0" fmla="*/ 51802 h 51802"/>
                    <a:gd name="connsiteX1" fmla="*/ 13983 w 45660"/>
                    <a:gd name="connsiteY1" fmla="*/ 50091 h 51802"/>
                    <a:gd name="connsiteX2" fmla="*/ 6754 w 45660"/>
                    <a:gd name="connsiteY2" fmla="*/ 45244 h 51802"/>
                    <a:gd name="connsiteX3" fmla="*/ 1807 w 45660"/>
                    <a:gd name="connsiteY3" fmla="*/ 37165 h 51802"/>
                    <a:gd name="connsiteX4" fmla="*/ 0 w 45660"/>
                    <a:gd name="connsiteY4" fmla="*/ 25854 h 51802"/>
                    <a:gd name="connsiteX5" fmla="*/ 1427 w 45660"/>
                    <a:gd name="connsiteY5" fmla="*/ 15778 h 51802"/>
                    <a:gd name="connsiteX6" fmla="*/ 5707 w 45660"/>
                    <a:gd name="connsiteY6" fmla="*/ 7509 h 51802"/>
                    <a:gd name="connsiteX7" fmla="*/ 12842 w 45660"/>
                    <a:gd name="connsiteY7" fmla="*/ 1996 h 51802"/>
                    <a:gd name="connsiteX8" fmla="*/ 22830 w 45660"/>
                    <a:gd name="connsiteY8" fmla="*/ 0 h 51802"/>
                    <a:gd name="connsiteX9" fmla="*/ 32913 w 45660"/>
                    <a:gd name="connsiteY9" fmla="*/ 1996 h 51802"/>
                    <a:gd name="connsiteX10" fmla="*/ 40048 w 45660"/>
                    <a:gd name="connsiteY10" fmla="*/ 7509 h 51802"/>
                    <a:gd name="connsiteX11" fmla="*/ 44329 w 45660"/>
                    <a:gd name="connsiteY11" fmla="*/ 15683 h 51802"/>
                    <a:gd name="connsiteX12" fmla="*/ 45660 w 45660"/>
                    <a:gd name="connsiteY12" fmla="*/ 25854 h 51802"/>
                    <a:gd name="connsiteX13" fmla="*/ 44043 w 45660"/>
                    <a:gd name="connsiteY13" fmla="*/ 36499 h 51802"/>
                    <a:gd name="connsiteX14" fmla="*/ 39382 w 45660"/>
                    <a:gd name="connsiteY14" fmla="*/ 44674 h 51802"/>
                    <a:gd name="connsiteX15" fmla="*/ 32152 w 45660"/>
                    <a:gd name="connsiteY15" fmla="*/ 49901 h 51802"/>
                    <a:gd name="connsiteX16" fmla="*/ 22735 w 45660"/>
                    <a:gd name="connsiteY16" fmla="*/ 51802 h 51802"/>
                    <a:gd name="connsiteX17" fmla="*/ 39572 w 45660"/>
                    <a:gd name="connsiteY17" fmla="*/ 25854 h 51802"/>
                    <a:gd name="connsiteX18" fmla="*/ 38621 w 45660"/>
                    <a:gd name="connsiteY18" fmla="*/ 17679 h 51802"/>
                    <a:gd name="connsiteX19" fmla="*/ 35672 w 45660"/>
                    <a:gd name="connsiteY19" fmla="*/ 11121 h 51802"/>
                    <a:gd name="connsiteX20" fmla="*/ 30535 w 45660"/>
                    <a:gd name="connsiteY20" fmla="*/ 6748 h 51802"/>
                    <a:gd name="connsiteX21" fmla="*/ 22830 w 45660"/>
                    <a:gd name="connsiteY21" fmla="*/ 5133 h 51802"/>
                    <a:gd name="connsiteX22" fmla="*/ 15220 w 45660"/>
                    <a:gd name="connsiteY22" fmla="*/ 6844 h 51802"/>
                    <a:gd name="connsiteX23" fmla="*/ 10083 w 45660"/>
                    <a:gd name="connsiteY23" fmla="*/ 11501 h 51802"/>
                    <a:gd name="connsiteX24" fmla="*/ 7134 w 45660"/>
                    <a:gd name="connsiteY24" fmla="*/ 18155 h 51802"/>
                    <a:gd name="connsiteX25" fmla="*/ 6183 w 45660"/>
                    <a:gd name="connsiteY25" fmla="*/ 25854 h 51802"/>
                    <a:gd name="connsiteX26" fmla="*/ 7325 w 45660"/>
                    <a:gd name="connsiteY26" fmla="*/ 34218 h 51802"/>
                    <a:gd name="connsiteX27" fmla="*/ 10464 w 45660"/>
                    <a:gd name="connsiteY27" fmla="*/ 40872 h 51802"/>
                    <a:gd name="connsiteX28" fmla="*/ 15696 w 45660"/>
                    <a:gd name="connsiteY28" fmla="*/ 45149 h 51802"/>
                    <a:gd name="connsiteX29" fmla="*/ 22925 w 45660"/>
                    <a:gd name="connsiteY29" fmla="*/ 46670 h 51802"/>
                    <a:gd name="connsiteX30" fmla="*/ 30630 w 45660"/>
                    <a:gd name="connsiteY30" fmla="*/ 44864 h 51802"/>
                    <a:gd name="connsiteX31" fmla="*/ 35767 w 45660"/>
                    <a:gd name="connsiteY31" fmla="*/ 40111 h 51802"/>
                    <a:gd name="connsiteX32" fmla="*/ 38716 w 45660"/>
                    <a:gd name="connsiteY32" fmla="*/ 33458 h 51802"/>
                    <a:gd name="connsiteX33" fmla="*/ 39667 w 45660"/>
                    <a:gd name="connsiteY33" fmla="*/ 25759 h 51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5660" h="51802">
                      <a:moveTo>
                        <a:pt x="22830" y="51802"/>
                      </a:moveTo>
                      <a:cubicBezTo>
                        <a:pt x="19691" y="51802"/>
                        <a:pt x="16742" y="51137"/>
                        <a:pt x="13983" y="50091"/>
                      </a:cubicBezTo>
                      <a:cubicBezTo>
                        <a:pt x="11225" y="49046"/>
                        <a:pt x="8847" y="47430"/>
                        <a:pt x="6754" y="45244"/>
                      </a:cubicBezTo>
                      <a:cubicBezTo>
                        <a:pt x="4661" y="43058"/>
                        <a:pt x="3044" y="40396"/>
                        <a:pt x="1807" y="37165"/>
                      </a:cubicBezTo>
                      <a:cubicBezTo>
                        <a:pt x="571" y="33933"/>
                        <a:pt x="0" y="30131"/>
                        <a:pt x="0" y="25854"/>
                      </a:cubicBezTo>
                      <a:cubicBezTo>
                        <a:pt x="0" y="22242"/>
                        <a:pt x="476" y="18820"/>
                        <a:pt x="1427" y="15778"/>
                      </a:cubicBezTo>
                      <a:cubicBezTo>
                        <a:pt x="2378" y="12642"/>
                        <a:pt x="3805" y="9885"/>
                        <a:pt x="5707" y="7509"/>
                      </a:cubicBezTo>
                      <a:cubicBezTo>
                        <a:pt x="7610" y="5133"/>
                        <a:pt x="9988" y="3327"/>
                        <a:pt x="12842" y="1996"/>
                      </a:cubicBezTo>
                      <a:cubicBezTo>
                        <a:pt x="15696" y="665"/>
                        <a:pt x="19025" y="0"/>
                        <a:pt x="22830" y="0"/>
                      </a:cubicBezTo>
                      <a:cubicBezTo>
                        <a:pt x="26635" y="0"/>
                        <a:pt x="30060" y="665"/>
                        <a:pt x="32913" y="1996"/>
                      </a:cubicBezTo>
                      <a:cubicBezTo>
                        <a:pt x="35767" y="3327"/>
                        <a:pt x="38145" y="5228"/>
                        <a:pt x="40048" y="7509"/>
                      </a:cubicBezTo>
                      <a:cubicBezTo>
                        <a:pt x="41950" y="9790"/>
                        <a:pt x="43377" y="12547"/>
                        <a:pt x="44329" y="15683"/>
                      </a:cubicBezTo>
                      <a:cubicBezTo>
                        <a:pt x="45280" y="18820"/>
                        <a:pt x="45660" y="22242"/>
                        <a:pt x="45660" y="25854"/>
                      </a:cubicBezTo>
                      <a:cubicBezTo>
                        <a:pt x="45660" y="29751"/>
                        <a:pt x="45089" y="33363"/>
                        <a:pt x="44043" y="36499"/>
                      </a:cubicBezTo>
                      <a:cubicBezTo>
                        <a:pt x="42997" y="39636"/>
                        <a:pt x="41379" y="42392"/>
                        <a:pt x="39382" y="44674"/>
                      </a:cubicBezTo>
                      <a:cubicBezTo>
                        <a:pt x="37384" y="46955"/>
                        <a:pt x="35006" y="48666"/>
                        <a:pt x="32152" y="49901"/>
                      </a:cubicBezTo>
                      <a:cubicBezTo>
                        <a:pt x="29299" y="51137"/>
                        <a:pt x="26254" y="51802"/>
                        <a:pt x="22735" y="51802"/>
                      </a:cubicBezTo>
                      <a:close/>
                      <a:moveTo>
                        <a:pt x="39572" y="25854"/>
                      </a:moveTo>
                      <a:cubicBezTo>
                        <a:pt x="39572" y="22907"/>
                        <a:pt x="39287" y="20246"/>
                        <a:pt x="38621" y="17679"/>
                      </a:cubicBezTo>
                      <a:cubicBezTo>
                        <a:pt x="37955" y="15113"/>
                        <a:pt x="37004" y="12927"/>
                        <a:pt x="35672" y="11121"/>
                      </a:cubicBezTo>
                      <a:cubicBezTo>
                        <a:pt x="34340" y="9315"/>
                        <a:pt x="32628" y="7794"/>
                        <a:pt x="30535" y="6748"/>
                      </a:cubicBezTo>
                      <a:cubicBezTo>
                        <a:pt x="28442" y="5703"/>
                        <a:pt x="25874" y="5133"/>
                        <a:pt x="22830" y="5133"/>
                      </a:cubicBezTo>
                      <a:cubicBezTo>
                        <a:pt x="19786" y="5133"/>
                        <a:pt x="17313" y="5703"/>
                        <a:pt x="15220" y="6844"/>
                      </a:cubicBezTo>
                      <a:cubicBezTo>
                        <a:pt x="13127" y="7984"/>
                        <a:pt x="11320" y="9600"/>
                        <a:pt x="10083" y="11501"/>
                      </a:cubicBezTo>
                      <a:cubicBezTo>
                        <a:pt x="8751" y="13402"/>
                        <a:pt x="7800" y="15683"/>
                        <a:pt x="7134" y="18155"/>
                      </a:cubicBezTo>
                      <a:cubicBezTo>
                        <a:pt x="6468" y="20626"/>
                        <a:pt x="6183" y="23192"/>
                        <a:pt x="6183" y="25854"/>
                      </a:cubicBezTo>
                      <a:cubicBezTo>
                        <a:pt x="6183" y="28895"/>
                        <a:pt x="6564" y="31652"/>
                        <a:pt x="7325" y="34218"/>
                      </a:cubicBezTo>
                      <a:cubicBezTo>
                        <a:pt x="8085" y="36784"/>
                        <a:pt x="9132" y="38971"/>
                        <a:pt x="10464" y="40872"/>
                      </a:cubicBezTo>
                      <a:cubicBezTo>
                        <a:pt x="11795" y="42773"/>
                        <a:pt x="13603" y="44103"/>
                        <a:pt x="15696" y="45149"/>
                      </a:cubicBezTo>
                      <a:cubicBezTo>
                        <a:pt x="17788" y="46194"/>
                        <a:pt x="20167" y="46670"/>
                        <a:pt x="22925" y="46670"/>
                      </a:cubicBezTo>
                      <a:cubicBezTo>
                        <a:pt x="25874" y="46670"/>
                        <a:pt x="28442" y="46099"/>
                        <a:pt x="30630" y="44864"/>
                      </a:cubicBezTo>
                      <a:cubicBezTo>
                        <a:pt x="32723" y="43723"/>
                        <a:pt x="34531" y="42107"/>
                        <a:pt x="35767" y="40111"/>
                      </a:cubicBezTo>
                      <a:cubicBezTo>
                        <a:pt x="37099" y="38115"/>
                        <a:pt x="38050" y="35929"/>
                        <a:pt x="38716" y="33458"/>
                      </a:cubicBezTo>
                      <a:cubicBezTo>
                        <a:pt x="39382" y="30986"/>
                        <a:pt x="39667" y="28420"/>
                        <a:pt x="39667" y="25759"/>
                      </a:cubicBezTo>
                      <a:close/>
                    </a:path>
                  </a:pathLst>
                </a:custGeom>
                <a:solidFill>
                  <a:srgbClr val="000000"/>
                </a:solidFill>
                <a:ln w="9506" cap="flat">
                  <a:noFill/>
                  <a:prstDash val="solid"/>
                  <a:miter/>
                </a:ln>
              </p:spPr>
              <p:txBody>
                <a:bodyPr rtlCol="0" anchor="ctr"/>
                <a:lstStyle/>
                <a:p>
                  <a:endParaRPr lang="en-US"/>
                </a:p>
              </p:txBody>
            </p:sp>
            <p:sp>
              <p:nvSpPr>
                <p:cNvPr id="4574" name="Freeform 4573">
                  <a:extLst>
                    <a:ext uri="{FF2B5EF4-FFF2-40B4-BE49-F238E27FC236}">
                      <a16:creationId xmlns:a16="http://schemas.microsoft.com/office/drawing/2014/main" id="{F41C5078-0C49-9E8A-D3CB-02E921BA9599}"/>
                    </a:ext>
                  </a:extLst>
                </p:cNvPr>
                <p:cNvSpPr/>
                <p:nvPr/>
              </p:nvSpPr>
              <p:spPr>
                <a:xfrm>
                  <a:off x="6340948" y="3282907"/>
                  <a:ext cx="5707" cy="68436"/>
                </a:xfrm>
                <a:custGeom>
                  <a:avLst/>
                  <a:gdLst>
                    <a:gd name="connsiteX0" fmla="*/ 0 w 5707"/>
                    <a:gd name="connsiteY0" fmla="*/ 68436 h 68436"/>
                    <a:gd name="connsiteX1" fmla="*/ 0 w 5707"/>
                    <a:gd name="connsiteY1" fmla="*/ 0 h 68436"/>
                    <a:gd name="connsiteX2" fmla="*/ 5708 w 5707"/>
                    <a:gd name="connsiteY2" fmla="*/ 0 h 68436"/>
                    <a:gd name="connsiteX3" fmla="*/ 5708 w 5707"/>
                    <a:gd name="connsiteY3" fmla="*/ 68436 h 68436"/>
                    <a:gd name="connsiteX4" fmla="*/ 0 w 5707"/>
                    <a:gd name="connsiteY4" fmla="*/ 68436 h 684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07" h="68436">
                      <a:moveTo>
                        <a:pt x="0" y="68436"/>
                      </a:moveTo>
                      <a:lnTo>
                        <a:pt x="0" y="0"/>
                      </a:lnTo>
                      <a:lnTo>
                        <a:pt x="5708" y="0"/>
                      </a:lnTo>
                      <a:lnTo>
                        <a:pt x="5708" y="68436"/>
                      </a:lnTo>
                      <a:lnTo>
                        <a:pt x="0" y="68436"/>
                      </a:lnTo>
                      <a:close/>
                    </a:path>
                  </a:pathLst>
                </a:custGeom>
                <a:solidFill>
                  <a:srgbClr val="000000"/>
                </a:solidFill>
                <a:ln w="9506" cap="flat">
                  <a:noFill/>
                  <a:prstDash val="solid"/>
                  <a:miter/>
                </a:ln>
              </p:spPr>
              <p:txBody>
                <a:bodyPr rtlCol="0" anchor="ctr"/>
                <a:lstStyle/>
                <a:p>
                  <a:endParaRPr lang="en-US"/>
                </a:p>
              </p:txBody>
            </p:sp>
            <p:sp>
              <p:nvSpPr>
                <p:cNvPr id="4575" name="Freeform 4574">
                  <a:extLst>
                    <a:ext uri="{FF2B5EF4-FFF2-40B4-BE49-F238E27FC236}">
                      <a16:creationId xmlns:a16="http://schemas.microsoft.com/office/drawing/2014/main" id="{C81DD656-DBD1-8FE2-11B9-30AF2295E80D}"/>
                    </a:ext>
                  </a:extLst>
                </p:cNvPr>
                <p:cNvSpPr/>
                <p:nvPr/>
              </p:nvSpPr>
              <p:spPr>
                <a:xfrm>
                  <a:off x="6358451" y="3300777"/>
                  <a:ext cx="46421" cy="51802"/>
                </a:xfrm>
                <a:custGeom>
                  <a:avLst/>
                  <a:gdLst>
                    <a:gd name="connsiteX0" fmla="*/ 25399 w 46421"/>
                    <a:gd name="connsiteY0" fmla="*/ 21862 h 51802"/>
                    <a:gd name="connsiteX1" fmla="*/ 29204 w 46421"/>
                    <a:gd name="connsiteY1" fmla="*/ 21291 h 51802"/>
                    <a:gd name="connsiteX2" fmla="*/ 32913 w 46421"/>
                    <a:gd name="connsiteY2" fmla="*/ 20246 h 51802"/>
                    <a:gd name="connsiteX3" fmla="*/ 34626 w 46421"/>
                    <a:gd name="connsiteY3" fmla="*/ 18060 h 51802"/>
                    <a:gd name="connsiteX4" fmla="*/ 35006 w 46421"/>
                    <a:gd name="connsiteY4" fmla="*/ 15113 h 51802"/>
                    <a:gd name="connsiteX5" fmla="*/ 32248 w 46421"/>
                    <a:gd name="connsiteY5" fmla="*/ 7984 h 51802"/>
                    <a:gd name="connsiteX6" fmla="*/ 22735 w 46421"/>
                    <a:gd name="connsiteY6" fmla="*/ 5228 h 51802"/>
                    <a:gd name="connsiteX7" fmla="*/ 17313 w 46421"/>
                    <a:gd name="connsiteY7" fmla="*/ 5703 h 51802"/>
                    <a:gd name="connsiteX8" fmla="*/ 12937 w 46421"/>
                    <a:gd name="connsiteY8" fmla="*/ 7509 h 51802"/>
                    <a:gd name="connsiteX9" fmla="*/ 9893 w 46421"/>
                    <a:gd name="connsiteY9" fmla="*/ 10931 h 51802"/>
                    <a:gd name="connsiteX10" fmla="*/ 8276 w 46421"/>
                    <a:gd name="connsiteY10" fmla="*/ 16254 h 51802"/>
                    <a:gd name="connsiteX11" fmla="*/ 2473 w 46421"/>
                    <a:gd name="connsiteY11" fmla="*/ 16254 h 51802"/>
                    <a:gd name="connsiteX12" fmla="*/ 4471 w 46421"/>
                    <a:gd name="connsiteY12" fmla="*/ 8745 h 51802"/>
                    <a:gd name="connsiteX13" fmla="*/ 8847 w 46421"/>
                    <a:gd name="connsiteY13" fmla="*/ 3707 h 51802"/>
                    <a:gd name="connsiteX14" fmla="*/ 15125 w 46421"/>
                    <a:gd name="connsiteY14" fmla="*/ 856 h 51802"/>
                    <a:gd name="connsiteX15" fmla="*/ 22640 w 46421"/>
                    <a:gd name="connsiteY15" fmla="*/ 0 h 51802"/>
                    <a:gd name="connsiteX16" fmla="*/ 29679 w 46421"/>
                    <a:gd name="connsiteY16" fmla="*/ 760 h 51802"/>
                    <a:gd name="connsiteX17" fmla="*/ 35387 w 46421"/>
                    <a:gd name="connsiteY17" fmla="*/ 3327 h 51802"/>
                    <a:gd name="connsiteX18" fmla="*/ 39192 w 46421"/>
                    <a:gd name="connsiteY18" fmla="*/ 7984 h 51802"/>
                    <a:gd name="connsiteX19" fmla="*/ 40524 w 46421"/>
                    <a:gd name="connsiteY19" fmla="*/ 15208 h 51802"/>
                    <a:gd name="connsiteX20" fmla="*/ 40524 w 46421"/>
                    <a:gd name="connsiteY20" fmla="*/ 42012 h 51802"/>
                    <a:gd name="connsiteX21" fmla="*/ 41665 w 46421"/>
                    <a:gd name="connsiteY21" fmla="*/ 46290 h 51802"/>
                    <a:gd name="connsiteX22" fmla="*/ 46421 w 46421"/>
                    <a:gd name="connsiteY22" fmla="*/ 45814 h 51802"/>
                    <a:gd name="connsiteX23" fmla="*/ 46421 w 46421"/>
                    <a:gd name="connsiteY23" fmla="*/ 50282 h 51802"/>
                    <a:gd name="connsiteX24" fmla="*/ 44424 w 46421"/>
                    <a:gd name="connsiteY24" fmla="*/ 50852 h 51802"/>
                    <a:gd name="connsiteX25" fmla="*/ 41950 w 46421"/>
                    <a:gd name="connsiteY25" fmla="*/ 51232 h 51802"/>
                    <a:gd name="connsiteX26" fmla="*/ 39382 w 46421"/>
                    <a:gd name="connsiteY26" fmla="*/ 50947 h 51802"/>
                    <a:gd name="connsiteX27" fmla="*/ 37099 w 46421"/>
                    <a:gd name="connsiteY27" fmla="*/ 50092 h 51802"/>
                    <a:gd name="connsiteX28" fmla="*/ 35672 w 46421"/>
                    <a:gd name="connsiteY28" fmla="*/ 48381 h 51802"/>
                    <a:gd name="connsiteX29" fmla="*/ 35006 w 46421"/>
                    <a:gd name="connsiteY29" fmla="*/ 46194 h 51802"/>
                    <a:gd name="connsiteX30" fmla="*/ 34816 w 46421"/>
                    <a:gd name="connsiteY30" fmla="*/ 43628 h 51802"/>
                    <a:gd name="connsiteX31" fmla="*/ 26540 w 46421"/>
                    <a:gd name="connsiteY31" fmla="*/ 49711 h 51802"/>
                    <a:gd name="connsiteX32" fmla="*/ 16457 w 46421"/>
                    <a:gd name="connsiteY32" fmla="*/ 51803 h 51802"/>
                    <a:gd name="connsiteX33" fmla="*/ 10178 w 46421"/>
                    <a:gd name="connsiteY33" fmla="*/ 50947 h 51802"/>
                    <a:gd name="connsiteX34" fmla="*/ 4946 w 46421"/>
                    <a:gd name="connsiteY34" fmla="*/ 48286 h 51802"/>
                    <a:gd name="connsiteX35" fmla="*/ 1332 w 46421"/>
                    <a:gd name="connsiteY35" fmla="*/ 43913 h 51802"/>
                    <a:gd name="connsiteX36" fmla="*/ 0 w 46421"/>
                    <a:gd name="connsiteY36" fmla="*/ 37640 h 51802"/>
                    <a:gd name="connsiteX37" fmla="*/ 17218 w 46421"/>
                    <a:gd name="connsiteY37" fmla="*/ 22812 h 51802"/>
                    <a:gd name="connsiteX38" fmla="*/ 25113 w 46421"/>
                    <a:gd name="connsiteY38" fmla="*/ 21767 h 51802"/>
                    <a:gd name="connsiteX39" fmla="*/ 35006 w 46421"/>
                    <a:gd name="connsiteY39" fmla="*/ 24713 h 51802"/>
                    <a:gd name="connsiteX40" fmla="*/ 27682 w 46421"/>
                    <a:gd name="connsiteY40" fmla="*/ 26709 h 51802"/>
                    <a:gd name="connsiteX41" fmla="*/ 20262 w 46421"/>
                    <a:gd name="connsiteY41" fmla="*/ 27470 h 51802"/>
                    <a:gd name="connsiteX42" fmla="*/ 9988 w 46421"/>
                    <a:gd name="connsiteY42" fmla="*/ 30416 h 51802"/>
                    <a:gd name="connsiteX43" fmla="*/ 6374 w 46421"/>
                    <a:gd name="connsiteY43" fmla="*/ 37925 h 51802"/>
                    <a:gd name="connsiteX44" fmla="*/ 7230 w 46421"/>
                    <a:gd name="connsiteY44" fmla="*/ 41917 h 51802"/>
                    <a:gd name="connsiteX45" fmla="*/ 9608 w 46421"/>
                    <a:gd name="connsiteY45" fmla="*/ 44674 h 51802"/>
                    <a:gd name="connsiteX46" fmla="*/ 13032 w 46421"/>
                    <a:gd name="connsiteY46" fmla="*/ 46290 h 51802"/>
                    <a:gd name="connsiteX47" fmla="*/ 17028 w 46421"/>
                    <a:gd name="connsiteY47" fmla="*/ 46860 h 51802"/>
                    <a:gd name="connsiteX48" fmla="*/ 23686 w 46421"/>
                    <a:gd name="connsiteY48" fmla="*/ 46004 h 51802"/>
                    <a:gd name="connsiteX49" fmla="*/ 29489 w 46421"/>
                    <a:gd name="connsiteY49" fmla="*/ 43438 h 51802"/>
                    <a:gd name="connsiteX50" fmla="*/ 33484 w 46421"/>
                    <a:gd name="connsiteY50" fmla="*/ 38971 h 51802"/>
                    <a:gd name="connsiteX51" fmla="*/ 35006 w 46421"/>
                    <a:gd name="connsiteY51" fmla="*/ 32507 h 51802"/>
                    <a:gd name="connsiteX52" fmla="*/ 35006 w 46421"/>
                    <a:gd name="connsiteY52" fmla="*/ 24808 h 51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6421" h="51802">
                      <a:moveTo>
                        <a:pt x="25399" y="21862"/>
                      </a:moveTo>
                      <a:cubicBezTo>
                        <a:pt x="26445" y="21767"/>
                        <a:pt x="27777" y="21576"/>
                        <a:pt x="29204" y="21291"/>
                      </a:cubicBezTo>
                      <a:cubicBezTo>
                        <a:pt x="30726" y="21006"/>
                        <a:pt x="31962" y="20721"/>
                        <a:pt x="32913" y="20246"/>
                      </a:cubicBezTo>
                      <a:cubicBezTo>
                        <a:pt x="33865" y="19770"/>
                        <a:pt x="34435" y="19105"/>
                        <a:pt x="34626" y="18060"/>
                      </a:cubicBezTo>
                      <a:cubicBezTo>
                        <a:pt x="34816" y="17014"/>
                        <a:pt x="35006" y="16064"/>
                        <a:pt x="35006" y="15113"/>
                      </a:cubicBezTo>
                      <a:cubicBezTo>
                        <a:pt x="35006" y="12166"/>
                        <a:pt x="34055" y="9790"/>
                        <a:pt x="32248" y="7984"/>
                      </a:cubicBezTo>
                      <a:cubicBezTo>
                        <a:pt x="30345" y="6083"/>
                        <a:pt x="27206" y="5228"/>
                        <a:pt x="22735" y="5228"/>
                      </a:cubicBezTo>
                      <a:cubicBezTo>
                        <a:pt x="20737" y="5228"/>
                        <a:pt x="18930" y="5418"/>
                        <a:pt x="17313" y="5703"/>
                      </a:cubicBezTo>
                      <a:cubicBezTo>
                        <a:pt x="15696" y="6083"/>
                        <a:pt x="14174" y="6654"/>
                        <a:pt x="12937" y="7509"/>
                      </a:cubicBezTo>
                      <a:cubicBezTo>
                        <a:pt x="11701" y="8364"/>
                        <a:pt x="10654" y="9505"/>
                        <a:pt x="9893" y="10931"/>
                      </a:cubicBezTo>
                      <a:cubicBezTo>
                        <a:pt x="9132" y="12357"/>
                        <a:pt x="8561" y="14163"/>
                        <a:pt x="8276" y="16254"/>
                      </a:cubicBezTo>
                      <a:lnTo>
                        <a:pt x="2473" y="16254"/>
                      </a:lnTo>
                      <a:cubicBezTo>
                        <a:pt x="2664" y="13307"/>
                        <a:pt x="3329" y="10836"/>
                        <a:pt x="4471" y="8745"/>
                      </a:cubicBezTo>
                      <a:cubicBezTo>
                        <a:pt x="5612" y="6654"/>
                        <a:pt x="7134" y="5038"/>
                        <a:pt x="8847" y="3707"/>
                      </a:cubicBezTo>
                      <a:cubicBezTo>
                        <a:pt x="10654" y="2376"/>
                        <a:pt x="12747" y="1426"/>
                        <a:pt x="15125" y="856"/>
                      </a:cubicBezTo>
                      <a:cubicBezTo>
                        <a:pt x="17503" y="285"/>
                        <a:pt x="19976" y="0"/>
                        <a:pt x="22640" y="0"/>
                      </a:cubicBezTo>
                      <a:cubicBezTo>
                        <a:pt x="25113" y="0"/>
                        <a:pt x="27396" y="285"/>
                        <a:pt x="29679" y="760"/>
                      </a:cubicBezTo>
                      <a:cubicBezTo>
                        <a:pt x="31867" y="1331"/>
                        <a:pt x="33770" y="2186"/>
                        <a:pt x="35387" y="3327"/>
                      </a:cubicBezTo>
                      <a:cubicBezTo>
                        <a:pt x="37004" y="4467"/>
                        <a:pt x="38240" y="6083"/>
                        <a:pt x="39192" y="7984"/>
                      </a:cubicBezTo>
                      <a:cubicBezTo>
                        <a:pt x="40143" y="9980"/>
                        <a:pt x="40524" y="12357"/>
                        <a:pt x="40524" y="15208"/>
                      </a:cubicBezTo>
                      <a:lnTo>
                        <a:pt x="40524" y="42012"/>
                      </a:lnTo>
                      <a:cubicBezTo>
                        <a:pt x="40524" y="44198"/>
                        <a:pt x="40904" y="45624"/>
                        <a:pt x="41665" y="46290"/>
                      </a:cubicBezTo>
                      <a:cubicBezTo>
                        <a:pt x="42426" y="46860"/>
                        <a:pt x="44043" y="46765"/>
                        <a:pt x="46421" y="45814"/>
                      </a:cubicBezTo>
                      <a:lnTo>
                        <a:pt x="46421" y="50282"/>
                      </a:lnTo>
                      <a:cubicBezTo>
                        <a:pt x="46421" y="50282"/>
                        <a:pt x="45375" y="50567"/>
                        <a:pt x="44424" y="50852"/>
                      </a:cubicBezTo>
                      <a:cubicBezTo>
                        <a:pt x="43568" y="51137"/>
                        <a:pt x="42711" y="51232"/>
                        <a:pt x="41950" y="51232"/>
                      </a:cubicBezTo>
                      <a:cubicBezTo>
                        <a:pt x="41094" y="51232"/>
                        <a:pt x="40238" y="51137"/>
                        <a:pt x="39382" y="50947"/>
                      </a:cubicBezTo>
                      <a:cubicBezTo>
                        <a:pt x="38431" y="50852"/>
                        <a:pt x="37670" y="50567"/>
                        <a:pt x="37099" y="50092"/>
                      </a:cubicBezTo>
                      <a:cubicBezTo>
                        <a:pt x="36528" y="49616"/>
                        <a:pt x="36053" y="49046"/>
                        <a:pt x="35672" y="48381"/>
                      </a:cubicBezTo>
                      <a:cubicBezTo>
                        <a:pt x="35291" y="47715"/>
                        <a:pt x="35101" y="46955"/>
                        <a:pt x="35006" y="46194"/>
                      </a:cubicBezTo>
                      <a:cubicBezTo>
                        <a:pt x="34911" y="45434"/>
                        <a:pt x="34816" y="44579"/>
                        <a:pt x="34816" y="43628"/>
                      </a:cubicBezTo>
                      <a:cubicBezTo>
                        <a:pt x="32438" y="46290"/>
                        <a:pt x="29679" y="48286"/>
                        <a:pt x="26540" y="49711"/>
                      </a:cubicBezTo>
                      <a:cubicBezTo>
                        <a:pt x="23401" y="51137"/>
                        <a:pt x="20072" y="51803"/>
                        <a:pt x="16457" y="51803"/>
                      </a:cubicBezTo>
                      <a:cubicBezTo>
                        <a:pt x="14269" y="51803"/>
                        <a:pt x="12176" y="51517"/>
                        <a:pt x="10178" y="50947"/>
                      </a:cubicBezTo>
                      <a:cubicBezTo>
                        <a:pt x="8181" y="50377"/>
                        <a:pt x="6468" y="49521"/>
                        <a:pt x="4946" y="48286"/>
                      </a:cubicBezTo>
                      <a:cubicBezTo>
                        <a:pt x="3425" y="47050"/>
                        <a:pt x="2188" y="45624"/>
                        <a:pt x="1332" y="43913"/>
                      </a:cubicBezTo>
                      <a:cubicBezTo>
                        <a:pt x="476" y="42202"/>
                        <a:pt x="0" y="40111"/>
                        <a:pt x="0" y="37640"/>
                      </a:cubicBezTo>
                      <a:cubicBezTo>
                        <a:pt x="0" y="29276"/>
                        <a:pt x="5708" y="24333"/>
                        <a:pt x="17218" y="22812"/>
                      </a:cubicBezTo>
                      <a:lnTo>
                        <a:pt x="25113" y="21767"/>
                      </a:lnTo>
                      <a:close/>
                      <a:moveTo>
                        <a:pt x="35006" y="24713"/>
                      </a:moveTo>
                      <a:cubicBezTo>
                        <a:pt x="32628" y="25759"/>
                        <a:pt x="30155" y="26424"/>
                        <a:pt x="27682" y="26709"/>
                      </a:cubicBezTo>
                      <a:cubicBezTo>
                        <a:pt x="25208" y="26994"/>
                        <a:pt x="22735" y="27280"/>
                        <a:pt x="20262" y="27470"/>
                      </a:cubicBezTo>
                      <a:cubicBezTo>
                        <a:pt x="15886" y="27755"/>
                        <a:pt x="12461" y="28800"/>
                        <a:pt x="9988" y="30416"/>
                      </a:cubicBezTo>
                      <a:cubicBezTo>
                        <a:pt x="7515" y="32032"/>
                        <a:pt x="6374" y="34598"/>
                        <a:pt x="6374" y="37925"/>
                      </a:cubicBezTo>
                      <a:cubicBezTo>
                        <a:pt x="6374" y="39446"/>
                        <a:pt x="6659" y="40777"/>
                        <a:pt x="7230" y="41917"/>
                      </a:cubicBezTo>
                      <a:cubicBezTo>
                        <a:pt x="7800" y="43058"/>
                        <a:pt x="8656" y="43913"/>
                        <a:pt x="9608" y="44674"/>
                      </a:cubicBezTo>
                      <a:cubicBezTo>
                        <a:pt x="10559" y="45434"/>
                        <a:pt x="11701" y="45909"/>
                        <a:pt x="13032" y="46290"/>
                      </a:cubicBezTo>
                      <a:cubicBezTo>
                        <a:pt x="14364" y="46670"/>
                        <a:pt x="15601" y="46860"/>
                        <a:pt x="17028" y="46860"/>
                      </a:cubicBezTo>
                      <a:cubicBezTo>
                        <a:pt x="19310" y="46860"/>
                        <a:pt x="21498" y="46575"/>
                        <a:pt x="23686" y="46004"/>
                      </a:cubicBezTo>
                      <a:cubicBezTo>
                        <a:pt x="25874" y="45434"/>
                        <a:pt x="27777" y="44579"/>
                        <a:pt x="29489" y="43438"/>
                      </a:cubicBezTo>
                      <a:cubicBezTo>
                        <a:pt x="31201" y="42298"/>
                        <a:pt x="32533" y="40777"/>
                        <a:pt x="33484" y="38971"/>
                      </a:cubicBezTo>
                      <a:cubicBezTo>
                        <a:pt x="34435" y="37165"/>
                        <a:pt x="35006" y="34979"/>
                        <a:pt x="35006" y="32507"/>
                      </a:cubicBezTo>
                      <a:lnTo>
                        <a:pt x="35006" y="24808"/>
                      </a:lnTo>
                      <a:close/>
                    </a:path>
                  </a:pathLst>
                </a:custGeom>
                <a:solidFill>
                  <a:srgbClr val="000000"/>
                </a:solidFill>
                <a:ln w="9506" cap="flat">
                  <a:noFill/>
                  <a:prstDash val="solid"/>
                  <a:miter/>
                </a:ln>
              </p:spPr>
              <p:txBody>
                <a:bodyPr rtlCol="0" anchor="ctr"/>
                <a:lstStyle/>
                <a:p>
                  <a:endParaRPr lang="en-US"/>
                </a:p>
              </p:txBody>
            </p:sp>
            <p:sp>
              <p:nvSpPr>
                <p:cNvPr id="4576" name="Freeform 4575">
                  <a:extLst>
                    <a:ext uri="{FF2B5EF4-FFF2-40B4-BE49-F238E27FC236}">
                      <a16:creationId xmlns:a16="http://schemas.microsoft.com/office/drawing/2014/main" id="{CF168E2D-7D42-E1E6-D8B1-97D574B60EB4}"/>
                    </a:ext>
                  </a:extLst>
                </p:cNvPr>
                <p:cNvSpPr/>
                <p:nvPr/>
              </p:nvSpPr>
              <p:spPr>
                <a:xfrm>
                  <a:off x="6409153" y="3288325"/>
                  <a:ext cx="22354" cy="64349"/>
                </a:xfrm>
                <a:custGeom>
                  <a:avLst/>
                  <a:gdLst>
                    <a:gd name="connsiteX0" fmla="*/ 22259 w 22354"/>
                    <a:gd name="connsiteY0" fmla="*/ 63209 h 64349"/>
                    <a:gd name="connsiteX1" fmla="*/ 19501 w 22354"/>
                    <a:gd name="connsiteY1" fmla="*/ 63874 h 64349"/>
                    <a:gd name="connsiteX2" fmla="*/ 15696 w 22354"/>
                    <a:gd name="connsiteY2" fmla="*/ 64349 h 64349"/>
                    <a:gd name="connsiteX3" fmla="*/ 9227 w 22354"/>
                    <a:gd name="connsiteY3" fmla="*/ 62163 h 64349"/>
                    <a:gd name="connsiteX4" fmla="*/ 6944 w 22354"/>
                    <a:gd name="connsiteY4" fmla="*/ 54464 h 64349"/>
                    <a:gd name="connsiteX5" fmla="*/ 6944 w 22354"/>
                    <a:gd name="connsiteY5" fmla="*/ 18440 h 64349"/>
                    <a:gd name="connsiteX6" fmla="*/ 0 w 22354"/>
                    <a:gd name="connsiteY6" fmla="*/ 18440 h 64349"/>
                    <a:gd name="connsiteX7" fmla="*/ 0 w 22354"/>
                    <a:gd name="connsiteY7" fmla="*/ 13687 h 64349"/>
                    <a:gd name="connsiteX8" fmla="*/ 6944 w 22354"/>
                    <a:gd name="connsiteY8" fmla="*/ 13687 h 64349"/>
                    <a:gd name="connsiteX9" fmla="*/ 6944 w 22354"/>
                    <a:gd name="connsiteY9" fmla="*/ 0 h 64349"/>
                    <a:gd name="connsiteX10" fmla="*/ 12652 w 22354"/>
                    <a:gd name="connsiteY10" fmla="*/ 0 h 64349"/>
                    <a:gd name="connsiteX11" fmla="*/ 12652 w 22354"/>
                    <a:gd name="connsiteY11" fmla="*/ 13687 h 64349"/>
                    <a:gd name="connsiteX12" fmla="*/ 21879 w 22354"/>
                    <a:gd name="connsiteY12" fmla="*/ 13687 h 64349"/>
                    <a:gd name="connsiteX13" fmla="*/ 21879 w 22354"/>
                    <a:gd name="connsiteY13" fmla="*/ 18440 h 64349"/>
                    <a:gd name="connsiteX14" fmla="*/ 12652 w 22354"/>
                    <a:gd name="connsiteY14" fmla="*/ 18440 h 64349"/>
                    <a:gd name="connsiteX15" fmla="*/ 12652 w 22354"/>
                    <a:gd name="connsiteY15" fmla="*/ 52183 h 64349"/>
                    <a:gd name="connsiteX16" fmla="*/ 12747 w 22354"/>
                    <a:gd name="connsiteY16" fmla="*/ 55319 h 64349"/>
                    <a:gd name="connsiteX17" fmla="*/ 13318 w 22354"/>
                    <a:gd name="connsiteY17" fmla="*/ 57505 h 64349"/>
                    <a:gd name="connsiteX18" fmla="*/ 14840 w 22354"/>
                    <a:gd name="connsiteY18" fmla="*/ 58741 h 64349"/>
                    <a:gd name="connsiteX19" fmla="*/ 17598 w 22354"/>
                    <a:gd name="connsiteY19" fmla="*/ 59121 h 64349"/>
                    <a:gd name="connsiteX20" fmla="*/ 19976 w 22354"/>
                    <a:gd name="connsiteY20" fmla="*/ 58931 h 64349"/>
                    <a:gd name="connsiteX21" fmla="*/ 22354 w 22354"/>
                    <a:gd name="connsiteY21" fmla="*/ 58456 h 64349"/>
                    <a:gd name="connsiteX22" fmla="*/ 22354 w 22354"/>
                    <a:gd name="connsiteY22" fmla="*/ 63113 h 64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2354" h="64349">
                      <a:moveTo>
                        <a:pt x="22259" y="63209"/>
                      </a:moveTo>
                      <a:cubicBezTo>
                        <a:pt x="21593" y="63304"/>
                        <a:pt x="20642" y="63589"/>
                        <a:pt x="19501" y="63874"/>
                      </a:cubicBezTo>
                      <a:cubicBezTo>
                        <a:pt x="18359" y="64159"/>
                        <a:pt x="17122" y="64349"/>
                        <a:pt x="15696" y="64349"/>
                      </a:cubicBezTo>
                      <a:cubicBezTo>
                        <a:pt x="12842" y="64349"/>
                        <a:pt x="10654" y="63589"/>
                        <a:pt x="9227" y="62163"/>
                      </a:cubicBezTo>
                      <a:cubicBezTo>
                        <a:pt x="7705" y="60737"/>
                        <a:pt x="6944" y="58171"/>
                        <a:pt x="6944" y="54464"/>
                      </a:cubicBezTo>
                      <a:lnTo>
                        <a:pt x="6944" y="18440"/>
                      </a:lnTo>
                      <a:lnTo>
                        <a:pt x="0" y="18440"/>
                      </a:lnTo>
                      <a:lnTo>
                        <a:pt x="0" y="13687"/>
                      </a:lnTo>
                      <a:lnTo>
                        <a:pt x="6944" y="13687"/>
                      </a:lnTo>
                      <a:lnTo>
                        <a:pt x="6944" y="0"/>
                      </a:lnTo>
                      <a:lnTo>
                        <a:pt x="12652" y="0"/>
                      </a:lnTo>
                      <a:lnTo>
                        <a:pt x="12652" y="13687"/>
                      </a:lnTo>
                      <a:lnTo>
                        <a:pt x="21879" y="13687"/>
                      </a:lnTo>
                      <a:lnTo>
                        <a:pt x="21879" y="18440"/>
                      </a:lnTo>
                      <a:lnTo>
                        <a:pt x="12652" y="18440"/>
                      </a:lnTo>
                      <a:lnTo>
                        <a:pt x="12652" y="52183"/>
                      </a:lnTo>
                      <a:cubicBezTo>
                        <a:pt x="12652" y="53418"/>
                        <a:pt x="12652" y="54464"/>
                        <a:pt x="12747" y="55319"/>
                      </a:cubicBezTo>
                      <a:cubicBezTo>
                        <a:pt x="12747" y="56175"/>
                        <a:pt x="13032" y="56935"/>
                        <a:pt x="13318" y="57505"/>
                      </a:cubicBezTo>
                      <a:cubicBezTo>
                        <a:pt x="13603" y="58076"/>
                        <a:pt x="14078" y="58456"/>
                        <a:pt x="14840" y="58741"/>
                      </a:cubicBezTo>
                      <a:cubicBezTo>
                        <a:pt x="15600" y="59026"/>
                        <a:pt x="16457" y="59121"/>
                        <a:pt x="17598" y="59121"/>
                      </a:cubicBezTo>
                      <a:cubicBezTo>
                        <a:pt x="18359" y="59121"/>
                        <a:pt x="19120" y="59121"/>
                        <a:pt x="19976" y="58931"/>
                      </a:cubicBezTo>
                      <a:cubicBezTo>
                        <a:pt x="20737" y="58836"/>
                        <a:pt x="21593" y="58646"/>
                        <a:pt x="22354" y="58456"/>
                      </a:cubicBezTo>
                      <a:lnTo>
                        <a:pt x="22354" y="63113"/>
                      </a:lnTo>
                      <a:close/>
                    </a:path>
                  </a:pathLst>
                </a:custGeom>
                <a:solidFill>
                  <a:srgbClr val="000000"/>
                </a:solidFill>
                <a:ln w="9506" cap="flat">
                  <a:noFill/>
                  <a:prstDash val="solid"/>
                  <a:miter/>
                </a:ln>
              </p:spPr>
              <p:txBody>
                <a:bodyPr rtlCol="0" anchor="ctr"/>
                <a:lstStyle/>
                <a:p>
                  <a:endParaRPr lang="en-US"/>
                </a:p>
              </p:txBody>
            </p:sp>
            <p:sp>
              <p:nvSpPr>
                <p:cNvPr id="4577" name="Freeform 4576">
                  <a:extLst>
                    <a:ext uri="{FF2B5EF4-FFF2-40B4-BE49-F238E27FC236}">
                      <a16:creationId xmlns:a16="http://schemas.microsoft.com/office/drawing/2014/main" id="{55C759D2-98E2-77FC-1BF8-18F405ABEB84}"/>
                    </a:ext>
                  </a:extLst>
                </p:cNvPr>
                <p:cNvSpPr/>
                <p:nvPr/>
              </p:nvSpPr>
              <p:spPr>
                <a:xfrm>
                  <a:off x="6437881" y="3300872"/>
                  <a:ext cx="44426" cy="51897"/>
                </a:xfrm>
                <a:custGeom>
                  <a:avLst/>
                  <a:gdLst>
                    <a:gd name="connsiteX0" fmla="*/ 6183 w 44426"/>
                    <a:gd name="connsiteY0" fmla="*/ 27184 h 51897"/>
                    <a:gd name="connsiteX1" fmla="*/ 7230 w 44426"/>
                    <a:gd name="connsiteY1" fmla="*/ 34788 h 51897"/>
                    <a:gd name="connsiteX2" fmla="*/ 10273 w 44426"/>
                    <a:gd name="connsiteY2" fmla="*/ 40967 h 51897"/>
                    <a:gd name="connsiteX3" fmla="*/ 15410 w 44426"/>
                    <a:gd name="connsiteY3" fmla="*/ 45149 h 51897"/>
                    <a:gd name="connsiteX4" fmla="*/ 22640 w 44426"/>
                    <a:gd name="connsiteY4" fmla="*/ 46765 h 51897"/>
                    <a:gd name="connsiteX5" fmla="*/ 32247 w 44426"/>
                    <a:gd name="connsiteY5" fmla="*/ 43818 h 51897"/>
                    <a:gd name="connsiteX6" fmla="*/ 37575 w 44426"/>
                    <a:gd name="connsiteY6" fmla="*/ 35454 h 51897"/>
                    <a:gd name="connsiteX7" fmla="*/ 43948 w 44426"/>
                    <a:gd name="connsiteY7" fmla="*/ 35454 h 51897"/>
                    <a:gd name="connsiteX8" fmla="*/ 41189 w 44426"/>
                    <a:gd name="connsiteY8" fmla="*/ 42012 h 51897"/>
                    <a:gd name="connsiteX9" fmla="*/ 36909 w 44426"/>
                    <a:gd name="connsiteY9" fmla="*/ 47240 h 51897"/>
                    <a:gd name="connsiteX10" fmla="*/ 30821 w 44426"/>
                    <a:gd name="connsiteY10" fmla="*/ 50662 h 51897"/>
                    <a:gd name="connsiteX11" fmla="*/ 22640 w 44426"/>
                    <a:gd name="connsiteY11" fmla="*/ 51897 h 51897"/>
                    <a:gd name="connsiteX12" fmla="*/ 12461 w 44426"/>
                    <a:gd name="connsiteY12" fmla="*/ 49901 h 51897"/>
                    <a:gd name="connsiteX13" fmla="*/ 5422 w 44426"/>
                    <a:gd name="connsiteY13" fmla="*/ 44388 h 51897"/>
                    <a:gd name="connsiteX14" fmla="*/ 1332 w 44426"/>
                    <a:gd name="connsiteY14" fmla="*/ 36214 h 51897"/>
                    <a:gd name="connsiteX15" fmla="*/ 0 w 44426"/>
                    <a:gd name="connsiteY15" fmla="*/ 26139 h 51897"/>
                    <a:gd name="connsiteX16" fmla="*/ 1617 w 44426"/>
                    <a:gd name="connsiteY16" fmla="*/ 15968 h 51897"/>
                    <a:gd name="connsiteX17" fmla="*/ 6088 w 44426"/>
                    <a:gd name="connsiteY17" fmla="*/ 7604 h 51897"/>
                    <a:gd name="connsiteX18" fmla="*/ 13222 w 44426"/>
                    <a:gd name="connsiteY18" fmla="*/ 1996 h 51897"/>
                    <a:gd name="connsiteX19" fmla="*/ 22735 w 44426"/>
                    <a:gd name="connsiteY19" fmla="*/ 0 h 51897"/>
                    <a:gd name="connsiteX20" fmla="*/ 38716 w 44426"/>
                    <a:gd name="connsiteY20" fmla="*/ 6939 h 51897"/>
                    <a:gd name="connsiteX21" fmla="*/ 44423 w 44426"/>
                    <a:gd name="connsiteY21" fmla="*/ 27184 h 51897"/>
                    <a:gd name="connsiteX22" fmla="*/ 6183 w 44426"/>
                    <a:gd name="connsiteY22" fmla="*/ 27184 h 51897"/>
                    <a:gd name="connsiteX23" fmla="*/ 38336 w 44426"/>
                    <a:gd name="connsiteY23" fmla="*/ 22432 h 51897"/>
                    <a:gd name="connsiteX24" fmla="*/ 37384 w 44426"/>
                    <a:gd name="connsiteY24" fmla="*/ 15683 h 51897"/>
                    <a:gd name="connsiteX25" fmla="*/ 34435 w 44426"/>
                    <a:gd name="connsiteY25" fmla="*/ 10170 h 51897"/>
                    <a:gd name="connsiteX26" fmla="*/ 29584 w 44426"/>
                    <a:gd name="connsiteY26" fmla="*/ 6463 h 51897"/>
                    <a:gd name="connsiteX27" fmla="*/ 22830 w 44426"/>
                    <a:gd name="connsiteY27" fmla="*/ 5038 h 51897"/>
                    <a:gd name="connsiteX28" fmla="*/ 16076 w 44426"/>
                    <a:gd name="connsiteY28" fmla="*/ 6463 h 51897"/>
                    <a:gd name="connsiteX29" fmla="*/ 11130 w 44426"/>
                    <a:gd name="connsiteY29" fmla="*/ 10265 h 51897"/>
                    <a:gd name="connsiteX30" fmla="*/ 7895 w 44426"/>
                    <a:gd name="connsiteY30" fmla="*/ 15778 h 51897"/>
                    <a:gd name="connsiteX31" fmla="*/ 6278 w 44426"/>
                    <a:gd name="connsiteY31" fmla="*/ 22432 h 51897"/>
                    <a:gd name="connsiteX32" fmla="*/ 38431 w 44426"/>
                    <a:gd name="connsiteY32" fmla="*/ 22432 h 51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4426" h="51897">
                      <a:moveTo>
                        <a:pt x="6183" y="27184"/>
                      </a:moveTo>
                      <a:cubicBezTo>
                        <a:pt x="6183" y="29846"/>
                        <a:pt x="6564" y="32412"/>
                        <a:pt x="7230" y="34788"/>
                      </a:cubicBezTo>
                      <a:cubicBezTo>
                        <a:pt x="7895" y="37165"/>
                        <a:pt x="8942" y="39256"/>
                        <a:pt x="10273" y="40967"/>
                      </a:cubicBezTo>
                      <a:cubicBezTo>
                        <a:pt x="11605" y="42678"/>
                        <a:pt x="13413" y="44103"/>
                        <a:pt x="15410" y="45149"/>
                      </a:cubicBezTo>
                      <a:cubicBezTo>
                        <a:pt x="17503" y="46194"/>
                        <a:pt x="19881" y="46765"/>
                        <a:pt x="22640" y="46765"/>
                      </a:cubicBezTo>
                      <a:cubicBezTo>
                        <a:pt x="26350" y="46765"/>
                        <a:pt x="29584" y="45814"/>
                        <a:pt x="32247" y="43818"/>
                      </a:cubicBezTo>
                      <a:cubicBezTo>
                        <a:pt x="34911" y="41822"/>
                        <a:pt x="36718" y="39066"/>
                        <a:pt x="37575" y="35454"/>
                      </a:cubicBezTo>
                      <a:lnTo>
                        <a:pt x="43948" y="35454"/>
                      </a:lnTo>
                      <a:cubicBezTo>
                        <a:pt x="43282" y="37830"/>
                        <a:pt x="42331" y="39921"/>
                        <a:pt x="41189" y="42012"/>
                      </a:cubicBezTo>
                      <a:cubicBezTo>
                        <a:pt x="40048" y="44008"/>
                        <a:pt x="38621" y="45719"/>
                        <a:pt x="36909" y="47240"/>
                      </a:cubicBezTo>
                      <a:cubicBezTo>
                        <a:pt x="35197" y="48761"/>
                        <a:pt x="33199" y="49901"/>
                        <a:pt x="30821" y="50662"/>
                      </a:cubicBezTo>
                      <a:cubicBezTo>
                        <a:pt x="28442" y="51517"/>
                        <a:pt x="25779" y="51897"/>
                        <a:pt x="22640" y="51897"/>
                      </a:cubicBezTo>
                      <a:cubicBezTo>
                        <a:pt x="18740" y="51897"/>
                        <a:pt x="15315" y="51232"/>
                        <a:pt x="12461" y="49901"/>
                      </a:cubicBezTo>
                      <a:cubicBezTo>
                        <a:pt x="9608" y="48571"/>
                        <a:pt x="7230" y="46765"/>
                        <a:pt x="5422" y="44388"/>
                      </a:cubicBezTo>
                      <a:cubicBezTo>
                        <a:pt x="3615" y="42107"/>
                        <a:pt x="2188" y="39351"/>
                        <a:pt x="1332" y="36214"/>
                      </a:cubicBezTo>
                      <a:cubicBezTo>
                        <a:pt x="476" y="33077"/>
                        <a:pt x="0" y="29656"/>
                        <a:pt x="0" y="26139"/>
                      </a:cubicBezTo>
                      <a:cubicBezTo>
                        <a:pt x="0" y="22622"/>
                        <a:pt x="476" y="19105"/>
                        <a:pt x="1617" y="15968"/>
                      </a:cubicBezTo>
                      <a:cubicBezTo>
                        <a:pt x="2664" y="12832"/>
                        <a:pt x="4186" y="10075"/>
                        <a:pt x="6088" y="7604"/>
                      </a:cubicBezTo>
                      <a:cubicBezTo>
                        <a:pt x="7991" y="5228"/>
                        <a:pt x="10369" y="3327"/>
                        <a:pt x="13222" y="1996"/>
                      </a:cubicBezTo>
                      <a:cubicBezTo>
                        <a:pt x="15981" y="665"/>
                        <a:pt x="19215" y="0"/>
                        <a:pt x="22735" y="0"/>
                      </a:cubicBezTo>
                      <a:cubicBezTo>
                        <a:pt x="29489" y="0"/>
                        <a:pt x="34816" y="2281"/>
                        <a:pt x="38716" y="6939"/>
                      </a:cubicBezTo>
                      <a:cubicBezTo>
                        <a:pt x="42616" y="11596"/>
                        <a:pt x="44519" y="18345"/>
                        <a:pt x="44423" y="27184"/>
                      </a:cubicBezTo>
                      <a:lnTo>
                        <a:pt x="6183" y="27184"/>
                      </a:lnTo>
                      <a:close/>
                      <a:moveTo>
                        <a:pt x="38336" y="22432"/>
                      </a:moveTo>
                      <a:cubicBezTo>
                        <a:pt x="38336" y="20056"/>
                        <a:pt x="37955" y="17774"/>
                        <a:pt x="37384" y="15683"/>
                      </a:cubicBezTo>
                      <a:cubicBezTo>
                        <a:pt x="36718" y="13592"/>
                        <a:pt x="35767" y="11691"/>
                        <a:pt x="34435" y="10170"/>
                      </a:cubicBezTo>
                      <a:cubicBezTo>
                        <a:pt x="33104" y="8649"/>
                        <a:pt x="31487" y="7414"/>
                        <a:pt x="29584" y="6463"/>
                      </a:cubicBezTo>
                      <a:cubicBezTo>
                        <a:pt x="27586" y="5513"/>
                        <a:pt x="25398" y="5038"/>
                        <a:pt x="22830" y="5038"/>
                      </a:cubicBezTo>
                      <a:cubicBezTo>
                        <a:pt x="20262" y="5038"/>
                        <a:pt x="18074" y="5513"/>
                        <a:pt x="16076" y="6463"/>
                      </a:cubicBezTo>
                      <a:cubicBezTo>
                        <a:pt x="14174" y="7414"/>
                        <a:pt x="12461" y="8649"/>
                        <a:pt x="11130" y="10265"/>
                      </a:cubicBezTo>
                      <a:cubicBezTo>
                        <a:pt x="9798" y="11881"/>
                        <a:pt x="8656" y="13687"/>
                        <a:pt x="7895" y="15778"/>
                      </a:cubicBezTo>
                      <a:cubicBezTo>
                        <a:pt x="7039" y="17869"/>
                        <a:pt x="6564" y="20056"/>
                        <a:pt x="6278" y="22432"/>
                      </a:cubicBezTo>
                      <a:lnTo>
                        <a:pt x="38431" y="22432"/>
                      </a:lnTo>
                      <a:close/>
                    </a:path>
                  </a:pathLst>
                </a:custGeom>
                <a:solidFill>
                  <a:srgbClr val="000000"/>
                </a:solidFill>
                <a:ln w="9506" cap="flat">
                  <a:noFill/>
                  <a:prstDash val="solid"/>
                  <a:miter/>
                </a:ln>
              </p:spPr>
              <p:txBody>
                <a:bodyPr rtlCol="0" anchor="ctr"/>
                <a:lstStyle/>
                <a:p>
                  <a:endParaRPr lang="en-US"/>
                </a:p>
              </p:txBody>
            </p:sp>
            <p:sp>
              <p:nvSpPr>
                <p:cNvPr id="4578" name="Freeform 4577">
                  <a:extLst>
                    <a:ext uri="{FF2B5EF4-FFF2-40B4-BE49-F238E27FC236}">
                      <a16:creationId xmlns:a16="http://schemas.microsoft.com/office/drawing/2014/main" id="{B2FA66E7-1EAA-0E4D-36BD-1578D87212F2}"/>
                    </a:ext>
                  </a:extLst>
                </p:cNvPr>
                <p:cNvSpPr/>
                <p:nvPr/>
              </p:nvSpPr>
              <p:spPr>
                <a:xfrm>
                  <a:off x="6492007" y="3282907"/>
                  <a:ext cx="45184" cy="69861"/>
                </a:xfrm>
                <a:custGeom>
                  <a:avLst/>
                  <a:gdLst>
                    <a:gd name="connsiteX0" fmla="*/ 39477 w 45184"/>
                    <a:gd name="connsiteY0" fmla="*/ 0 h 69861"/>
                    <a:gd name="connsiteX1" fmla="*/ 45185 w 45184"/>
                    <a:gd name="connsiteY1" fmla="*/ 0 h 69861"/>
                    <a:gd name="connsiteX2" fmla="*/ 45185 w 45184"/>
                    <a:gd name="connsiteY2" fmla="*/ 68436 h 69861"/>
                    <a:gd name="connsiteX3" fmla="*/ 39477 w 45184"/>
                    <a:gd name="connsiteY3" fmla="*/ 68436 h 69861"/>
                    <a:gd name="connsiteX4" fmla="*/ 39477 w 45184"/>
                    <a:gd name="connsiteY4" fmla="*/ 59787 h 69861"/>
                    <a:gd name="connsiteX5" fmla="*/ 39287 w 45184"/>
                    <a:gd name="connsiteY5" fmla="*/ 59787 h 69861"/>
                    <a:gd name="connsiteX6" fmla="*/ 36148 w 45184"/>
                    <a:gd name="connsiteY6" fmla="*/ 64159 h 69861"/>
                    <a:gd name="connsiteX7" fmla="*/ 31867 w 45184"/>
                    <a:gd name="connsiteY7" fmla="*/ 67296 h 69861"/>
                    <a:gd name="connsiteX8" fmla="*/ 27111 w 45184"/>
                    <a:gd name="connsiteY8" fmla="*/ 69197 h 69861"/>
                    <a:gd name="connsiteX9" fmla="*/ 22259 w 45184"/>
                    <a:gd name="connsiteY9" fmla="*/ 69862 h 69861"/>
                    <a:gd name="connsiteX10" fmla="*/ 12081 w 45184"/>
                    <a:gd name="connsiteY10" fmla="*/ 67866 h 69861"/>
                    <a:gd name="connsiteX11" fmla="*/ 5232 w 45184"/>
                    <a:gd name="connsiteY11" fmla="*/ 62353 h 69861"/>
                    <a:gd name="connsiteX12" fmla="*/ 1237 w 45184"/>
                    <a:gd name="connsiteY12" fmla="*/ 54179 h 69861"/>
                    <a:gd name="connsiteX13" fmla="*/ 0 w 45184"/>
                    <a:gd name="connsiteY13" fmla="*/ 44008 h 69861"/>
                    <a:gd name="connsiteX14" fmla="*/ 1332 w 45184"/>
                    <a:gd name="connsiteY14" fmla="*/ 34123 h 69861"/>
                    <a:gd name="connsiteX15" fmla="*/ 5327 w 45184"/>
                    <a:gd name="connsiteY15" fmla="*/ 25759 h 69861"/>
                    <a:gd name="connsiteX16" fmla="*/ 12176 w 45184"/>
                    <a:gd name="connsiteY16" fmla="*/ 20056 h 69861"/>
                    <a:gd name="connsiteX17" fmla="*/ 21879 w 45184"/>
                    <a:gd name="connsiteY17" fmla="*/ 17965 h 69861"/>
                    <a:gd name="connsiteX18" fmla="*/ 31867 w 45184"/>
                    <a:gd name="connsiteY18" fmla="*/ 20246 h 69861"/>
                    <a:gd name="connsiteX19" fmla="*/ 39477 w 45184"/>
                    <a:gd name="connsiteY19" fmla="*/ 27184 h 69861"/>
                    <a:gd name="connsiteX20" fmla="*/ 39477 w 45184"/>
                    <a:gd name="connsiteY20" fmla="*/ 95 h 69861"/>
                    <a:gd name="connsiteX21" fmla="*/ 39477 w 45184"/>
                    <a:gd name="connsiteY21" fmla="*/ 43628 h 69861"/>
                    <a:gd name="connsiteX22" fmla="*/ 38336 w 45184"/>
                    <a:gd name="connsiteY22" fmla="*/ 35739 h 69861"/>
                    <a:gd name="connsiteX23" fmla="*/ 35006 w 45184"/>
                    <a:gd name="connsiteY23" fmla="*/ 29180 h 69861"/>
                    <a:gd name="connsiteX24" fmla="*/ 29774 w 45184"/>
                    <a:gd name="connsiteY24" fmla="*/ 24713 h 69861"/>
                    <a:gd name="connsiteX25" fmla="*/ 22830 w 45184"/>
                    <a:gd name="connsiteY25" fmla="*/ 23097 h 69861"/>
                    <a:gd name="connsiteX26" fmla="*/ 15125 w 45184"/>
                    <a:gd name="connsiteY26" fmla="*/ 24808 h 69861"/>
                    <a:gd name="connsiteX27" fmla="*/ 9798 w 45184"/>
                    <a:gd name="connsiteY27" fmla="*/ 29656 h 69861"/>
                    <a:gd name="connsiteX28" fmla="*/ 6754 w 45184"/>
                    <a:gd name="connsiteY28" fmla="*/ 36689 h 69861"/>
                    <a:gd name="connsiteX29" fmla="*/ 5993 w 45184"/>
                    <a:gd name="connsiteY29" fmla="*/ 45434 h 69861"/>
                    <a:gd name="connsiteX30" fmla="*/ 7230 w 45184"/>
                    <a:gd name="connsiteY30" fmla="*/ 53703 h 69861"/>
                    <a:gd name="connsiteX31" fmla="*/ 10844 w 45184"/>
                    <a:gd name="connsiteY31" fmla="*/ 59692 h 69861"/>
                    <a:gd name="connsiteX32" fmla="*/ 16171 w 45184"/>
                    <a:gd name="connsiteY32" fmla="*/ 63494 h 69861"/>
                    <a:gd name="connsiteX33" fmla="*/ 22830 w 45184"/>
                    <a:gd name="connsiteY33" fmla="*/ 64824 h 69861"/>
                    <a:gd name="connsiteX34" fmla="*/ 29964 w 45184"/>
                    <a:gd name="connsiteY34" fmla="*/ 63208 h 69861"/>
                    <a:gd name="connsiteX35" fmla="*/ 35196 w 45184"/>
                    <a:gd name="connsiteY35" fmla="*/ 58741 h 69861"/>
                    <a:gd name="connsiteX36" fmla="*/ 38336 w 45184"/>
                    <a:gd name="connsiteY36" fmla="*/ 52088 h 69861"/>
                    <a:gd name="connsiteX37" fmla="*/ 39477 w 45184"/>
                    <a:gd name="connsiteY37" fmla="*/ 43723 h 69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45184" h="69861">
                      <a:moveTo>
                        <a:pt x="39477" y="0"/>
                      </a:moveTo>
                      <a:lnTo>
                        <a:pt x="45185" y="0"/>
                      </a:lnTo>
                      <a:lnTo>
                        <a:pt x="45185" y="68436"/>
                      </a:lnTo>
                      <a:lnTo>
                        <a:pt x="39477" y="68436"/>
                      </a:lnTo>
                      <a:lnTo>
                        <a:pt x="39477" y="59787"/>
                      </a:lnTo>
                      <a:lnTo>
                        <a:pt x="39287" y="59787"/>
                      </a:lnTo>
                      <a:cubicBezTo>
                        <a:pt x="38431" y="61402"/>
                        <a:pt x="37384" y="62923"/>
                        <a:pt x="36148" y="64159"/>
                      </a:cubicBezTo>
                      <a:cubicBezTo>
                        <a:pt x="34911" y="65395"/>
                        <a:pt x="33389" y="66440"/>
                        <a:pt x="31867" y="67296"/>
                      </a:cubicBezTo>
                      <a:cubicBezTo>
                        <a:pt x="30345" y="68151"/>
                        <a:pt x="28728" y="68721"/>
                        <a:pt x="27111" y="69197"/>
                      </a:cubicBezTo>
                      <a:cubicBezTo>
                        <a:pt x="25494" y="69672"/>
                        <a:pt x="23877" y="69862"/>
                        <a:pt x="22259" y="69862"/>
                      </a:cubicBezTo>
                      <a:cubicBezTo>
                        <a:pt x="18264" y="69862"/>
                        <a:pt x="14840" y="69197"/>
                        <a:pt x="12081" y="67866"/>
                      </a:cubicBezTo>
                      <a:cubicBezTo>
                        <a:pt x="9322" y="66535"/>
                        <a:pt x="6944" y="64729"/>
                        <a:pt x="5232" y="62353"/>
                      </a:cubicBezTo>
                      <a:cubicBezTo>
                        <a:pt x="3424" y="60072"/>
                        <a:pt x="2093" y="57315"/>
                        <a:pt x="1237" y="54179"/>
                      </a:cubicBezTo>
                      <a:cubicBezTo>
                        <a:pt x="381" y="51042"/>
                        <a:pt x="0" y="47620"/>
                        <a:pt x="0" y="44008"/>
                      </a:cubicBezTo>
                      <a:cubicBezTo>
                        <a:pt x="0" y="40586"/>
                        <a:pt x="476" y="37260"/>
                        <a:pt x="1332" y="34123"/>
                      </a:cubicBezTo>
                      <a:cubicBezTo>
                        <a:pt x="2188" y="30986"/>
                        <a:pt x="3615" y="28230"/>
                        <a:pt x="5327" y="25759"/>
                      </a:cubicBezTo>
                      <a:cubicBezTo>
                        <a:pt x="7134" y="23382"/>
                        <a:pt x="9417" y="21481"/>
                        <a:pt x="12176" y="20056"/>
                      </a:cubicBezTo>
                      <a:cubicBezTo>
                        <a:pt x="14935" y="18630"/>
                        <a:pt x="18169" y="17965"/>
                        <a:pt x="21879" y="17965"/>
                      </a:cubicBezTo>
                      <a:cubicBezTo>
                        <a:pt x="25398" y="17965"/>
                        <a:pt x="28728" y="18725"/>
                        <a:pt x="31867" y="20246"/>
                      </a:cubicBezTo>
                      <a:cubicBezTo>
                        <a:pt x="35101" y="21766"/>
                        <a:pt x="37574" y="24143"/>
                        <a:pt x="39477" y="27184"/>
                      </a:cubicBezTo>
                      <a:lnTo>
                        <a:pt x="39477" y="95"/>
                      </a:lnTo>
                      <a:close/>
                      <a:moveTo>
                        <a:pt x="39477" y="43628"/>
                      </a:moveTo>
                      <a:cubicBezTo>
                        <a:pt x="39477" y="40872"/>
                        <a:pt x="39096" y="38210"/>
                        <a:pt x="38336" y="35739"/>
                      </a:cubicBezTo>
                      <a:cubicBezTo>
                        <a:pt x="37574" y="33268"/>
                        <a:pt x="36433" y="31081"/>
                        <a:pt x="35006" y="29180"/>
                      </a:cubicBezTo>
                      <a:cubicBezTo>
                        <a:pt x="33579" y="27279"/>
                        <a:pt x="31867" y="25854"/>
                        <a:pt x="29774" y="24713"/>
                      </a:cubicBezTo>
                      <a:cubicBezTo>
                        <a:pt x="27682" y="23572"/>
                        <a:pt x="25398" y="23097"/>
                        <a:pt x="22830" y="23097"/>
                      </a:cubicBezTo>
                      <a:cubicBezTo>
                        <a:pt x="19881" y="23097"/>
                        <a:pt x="17313" y="23667"/>
                        <a:pt x="15125" y="24808"/>
                      </a:cubicBezTo>
                      <a:cubicBezTo>
                        <a:pt x="12937" y="25949"/>
                        <a:pt x="11225" y="27565"/>
                        <a:pt x="9798" y="29656"/>
                      </a:cubicBezTo>
                      <a:cubicBezTo>
                        <a:pt x="8371" y="31652"/>
                        <a:pt x="7420" y="34028"/>
                        <a:pt x="6754" y="36689"/>
                      </a:cubicBezTo>
                      <a:cubicBezTo>
                        <a:pt x="6088" y="39351"/>
                        <a:pt x="5898" y="42297"/>
                        <a:pt x="5993" y="45434"/>
                      </a:cubicBezTo>
                      <a:cubicBezTo>
                        <a:pt x="5993" y="48571"/>
                        <a:pt x="6373" y="51327"/>
                        <a:pt x="7230" y="53703"/>
                      </a:cubicBezTo>
                      <a:cubicBezTo>
                        <a:pt x="8086" y="56080"/>
                        <a:pt x="9227" y="58076"/>
                        <a:pt x="10844" y="59692"/>
                      </a:cubicBezTo>
                      <a:cubicBezTo>
                        <a:pt x="12366" y="61307"/>
                        <a:pt x="14174" y="62638"/>
                        <a:pt x="16171" y="63494"/>
                      </a:cubicBezTo>
                      <a:cubicBezTo>
                        <a:pt x="18169" y="64349"/>
                        <a:pt x="20452" y="64824"/>
                        <a:pt x="22830" y="64824"/>
                      </a:cubicBezTo>
                      <a:cubicBezTo>
                        <a:pt x="25494" y="64824"/>
                        <a:pt x="27872" y="64254"/>
                        <a:pt x="29964" y="63208"/>
                      </a:cubicBezTo>
                      <a:cubicBezTo>
                        <a:pt x="32057" y="62163"/>
                        <a:pt x="33769" y="60642"/>
                        <a:pt x="35196" y="58741"/>
                      </a:cubicBezTo>
                      <a:cubicBezTo>
                        <a:pt x="36623" y="56840"/>
                        <a:pt x="37670" y="54654"/>
                        <a:pt x="38336" y="52088"/>
                      </a:cubicBezTo>
                      <a:cubicBezTo>
                        <a:pt x="39096" y="49521"/>
                        <a:pt x="39477" y="46765"/>
                        <a:pt x="39477" y="43723"/>
                      </a:cubicBezTo>
                      <a:close/>
                    </a:path>
                  </a:pathLst>
                </a:custGeom>
                <a:solidFill>
                  <a:srgbClr val="000000"/>
                </a:solidFill>
                <a:ln w="9506" cap="flat">
                  <a:noFill/>
                  <a:prstDash val="solid"/>
                  <a:miter/>
                </a:ln>
              </p:spPr>
              <p:txBody>
                <a:bodyPr rtlCol="0" anchor="ctr"/>
                <a:lstStyle/>
                <a:p>
                  <a:endParaRPr lang="en-US"/>
                </a:p>
              </p:txBody>
            </p:sp>
          </p:grpSp>
          <p:grpSp>
            <p:nvGrpSpPr>
              <p:cNvPr id="4513" name="Graphic 5">
                <a:extLst>
                  <a:ext uri="{FF2B5EF4-FFF2-40B4-BE49-F238E27FC236}">
                    <a16:creationId xmlns:a16="http://schemas.microsoft.com/office/drawing/2014/main" id="{BECB54B6-F79C-AA6D-8243-5EC9BAA6C03E}"/>
                  </a:ext>
                </a:extLst>
              </p:cNvPr>
              <p:cNvGrpSpPr/>
              <p:nvPr/>
            </p:nvGrpSpPr>
            <p:grpSpPr>
              <a:xfrm>
                <a:off x="4973036" y="6227643"/>
                <a:ext cx="529564" cy="173857"/>
                <a:chOff x="6607775" y="3282907"/>
                <a:chExt cx="212795" cy="69861"/>
              </a:xfrm>
              <a:solidFill>
                <a:srgbClr val="000000"/>
              </a:solidFill>
            </p:grpSpPr>
            <p:sp>
              <p:nvSpPr>
                <p:cNvPr id="4566" name="Freeform 4565">
                  <a:extLst>
                    <a:ext uri="{FF2B5EF4-FFF2-40B4-BE49-F238E27FC236}">
                      <a16:creationId xmlns:a16="http://schemas.microsoft.com/office/drawing/2014/main" id="{4D333D5E-656D-0677-500A-3E3C90C2D329}"/>
                    </a:ext>
                  </a:extLst>
                </p:cNvPr>
                <p:cNvSpPr/>
                <p:nvPr/>
              </p:nvSpPr>
              <p:spPr>
                <a:xfrm>
                  <a:off x="6607775" y="3300777"/>
                  <a:ext cx="39286" cy="50566"/>
                </a:xfrm>
                <a:custGeom>
                  <a:avLst/>
                  <a:gdLst>
                    <a:gd name="connsiteX0" fmla="*/ 5708 w 39286"/>
                    <a:gd name="connsiteY0" fmla="*/ 50567 h 50566"/>
                    <a:gd name="connsiteX1" fmla="*/ 0 w 39286"/>
                    <a:gd name="connsiteY1" fmla="*/ 50567 h 50566"/>
                    <a:gd name="connsiteX2" fmla="*/ 0 w 39286"/>
                    <a:gd name="connsiteY2" fmla="*/ 1331 h 50566"/>
                    <a:gd name="connsiteX3" fmla="*/ 5708 w 39286"/>
                    <a:gd name="connsiteY3" fmla="*/ 1331 h 50566"/>
                    <a:gd name="connsiteX4" fmla="*/ 5708 w 39286"/>
                    <a:gd name="connsiteY4" fmla="*/ 8174 h 50566"/>
                    <a:gd name="connsiteX5" fmla="*/ 12842 w 39286"/>
                    <a:gd name="connsiteY5" fmla="*/ 2281 h 50566"/>
                    <a:gd name="connsiteX6" fmla="*/ 21689 w 39286"/>
                    <a:gd name="connsiteY6" fmla="*/ 0 h 50566"/>
                    <a:gd name="connsiteX7" fmla="*/ 30155 w 39286"/>
                    <a:gd name="connsiteY7" fmla="*/ 1616 h 50566"/>
                    <a:gd name="connsiteX8" fmla="*/ 36719 w 39286"/>
                    <a:gd name="connsiteY8" fmla="*/ 7034 h 50566"/>
                    <a:gd name="connsiteX9" fmla="*/ 38907 w 39286"/>
                    <a:gd name="connsiteY9" fmla="*/ 12547 h 50566"/>
                    <a:gd name="connsiteX10" fmla="*/ 39287 w 39286"/>
                    <a:gd name="connsiteY10" fmla="*/ 18345 h 50566"/>
                    <a:gd name="connsiteX11" fmla="*/ 39287 w 39286"/>
                    <a:gd name="connsiteY11" fmla="*/ 50567 h 50566"/>
                    <a:gd name="connsiteX12" fmla="*/ 33579 w 39286"/>
                    <a:gd name="connsiteY12" fmla="*/ 50567 h 50566"/>
                    <a:gd name="connsiteX13" fmla="*/ 33579 w 39286"/>
                    <a:gd name="connsiteY13" fmla="*/ 18440 h 50566"/>
                    <a:gd name="connsiteX14" fmla="*/ 30630 w 39286"/>
                    <a:gd name="connsiteY14" fmla="*/ 8459 h 50566"/>
                    <a:gd name="connsiteX15" fmla="*/ 20833 w 39286"/>
                    <a:gd name="connsiteY15" fmla="*/ 5133 h 50566"/>
                    <a:gd name="connsiteX16" fmla="*/ 15981 w 39286"/>
                    <a:gd name="connsiteY16" fmla="*/ 5893 h 50566"/>
                    <a:gd name="connsiteX17" fmla="*/ 11986 w 39286"/>
                    <a:gd name="connsiteY17" fmla="*/ 7984 h 50566"/>
                    <a:gd name="connsiteX18" fmla="*/ 8942 w 39286"/>
                    <a:gd name="connsiteY18" fmla="*/ 11026 h 50566"/>
                    <a:gd name="connsiteX19" fmla="*/ 7039 w 39286"/>
                    <a:gd name="connsiteY19" fmla="*/ 14638 h 50566"/>
                    <a:gd name="connsiteX20" fmla="*/ 5993 w 39286"/>
                    <a:gd name="connsiteY20" fmla="*/ 19200 h 50566"/>
                    <a:gd name="connsiteX21" fmla="*/ 5803 w 39286"/>
                    <a:gd name="connsiteY21" fmla="*/ 23953 h 50566"/>
                    <a:gd name="connsiteX22" fmla="*/ 5803 w 39286"/>
                    <a:gd name="connsiteY22" fmla="*/ 50472 h 505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286" h="50566">
                      <a:moveTo>
                        <a:pt x="5708" y="50567"/>
                      </a:moveTo>
                      <a:lnTo>
                        <a:pt x="0" y="50567"/>
                      </a:lnTo>
                      <a:lnTo>
                        <a:pt x="0" y="1331"/>
                      </a:lnTo>
                      <a:lnTo>
                        <a:pt x="5708" y="1331"/>
                      </a:lnTo>
                      <a:lnTo>
                        <a:pt x="5708" y="8174"/>
                      </a:lnTo>
                      <a:cubicBezTo>
                        <a:pt x="7991" y="5798"/>
                        <a:pt x="10369" y="3802"/>
                        <a:pt x="12842" y="2281"/>
                      </a:cubicBezTo>
                      <a:cubicBezTo>
                        <a:pt x="15315" y="760"/>
                        <a:pt x="18264" y="0"/>
                        <a:pt x="21689" y="0"/>
                      </a:cubicBezTo>
                      <a:cubicBezTo>
                        <a:pt x="24733" y="0"/>
                        <a:pt x="27587" y="475"/>
                        <a:pt x="30155" y="1616"/>
                      </a:cubicBezTo>
                      <a:cubicBezTo>
                        <a:pt x="32723" y="2661"/>
                        <a:pt x="34911" y="4467"/>
                        <a:pt x="36719" y="7034"/>
                      </a:cubicBezTo>
                      <a:cubicBezTo>
                        <a:pt x="37955" y="8840"/>
                        <a:pt x="38621" y="10646"/>
                        <a:pt x="38907" y="12547"/>
                      </a:cubicBezTo>
                      <a:cubicBezTo>
                        <a:pt x="39192" y="14448"/>
                        <a:pt x="39287" y="16349"/>
                        <a:pt x="39287" y="18345"/>
                      </a:cubicBezTo>
                      <a:lnTo>
                        <a:pt x="39287" y="50567"/>
                      </a:lnTo>
                      <a:lnTo>
                        <a:pt x="33579" y="50567"/>
                      </a:lnTo>
                      <a:lnTo>
                        <a:pt x="33579" y="18440"/>
                      </a:lnTo>
                      <a:cubicBezTo>
                        <a:pt x="33579" y="13972"/>
                        <a:pt x="32628" y="10646"/>
                        <a:pt x="30630" y="8459"/>
                      </a:cubicBezTo>
                      <a:cubicBezTo>
                        <a:pt x="28633" y="6273"/>
                        <a:pt x="25399" y="5133"/>
                        <a:pt x="20833" y="5133"/>
                      </a:cubicBezTo>
                      <a:cubicBezTo>
                        <a:pt x="19025" y="5133"/>
                        <a:pt x="17408" y="5418"/>
                        <a:pt x="15981" y="5893"/>
                      </a:cubicBezTo>
                      <a:cubicBezTo>
                        <a:pt x="14554" y="6368"/>
                        <a:pt x="13223" y="7129"/>
                        <a:pt x="11986" y="7984"/>
                      </a:cubicBezTo>
                      <a:cubicBezTo>
                        <a:pt x="10844" y="8840"/>
                        <a:pt x="9798" y="9885"/>
                        <a:pt x="8942" y="11026"/>
                      </a:cubicBezTo>
                      <a:cubicBezTo>
                        <a:pt x="8086" y="12166"/>
                        <a:pt x="7515" y="13402"/>
                        <a:pt x="7039" y="14638"/>
                      </a:cubicBezTo>
                      <a:cubicBezTo>
                        <a:pt x="6469" y="16254"/>
                        <a:pt x="6088" y="17775"/>
                        <a:pt x="5993" y="19200"/>
                      </a:cubicBezTo>
                      <a:cubicBezTo>
                        <a:pt x="5898" y="20626"/>
                        <a:pt x="5803" y="22242"/>
                        <a:pt x="5803" y="23953"/>
                      </a:cubicBezTo>
                      <a:lnTo>
                        <a:pt x="5803" y="50472"/>
                      </a:lnTo>
                      <a:close/>
                    </a:path>
                  </a:pathLst>
                </a:custGeom>
                <a:solidFill>
                  <a:srgbClr val="000000"/>
                </a:solidFill>
                <a:ln w="9506" cap="flat">
                  <a:noFill/>
                  <a:prstDash val="solid"/>
                  <a:miter/>
                </a:ln>
              </p:spPr>
              <p:txBody>
                <a:bodyPr rtlCol="0" anchor="ctr"/>
                <a:lstStyle/>
                <a:p>
                  <a:endParaRPr lang="en-US"/>
                </a:p>
              </p:txBody>
            </p:sp>
            <p:sp>
              <p:nvSpPr>
                <p:cNvPr id="4567" name="Freeform 4566">
                  <a:extLst>
                    <a:ext uri="{FF2B5EF4-FFF2-40B4-BE49-F238E27FC236}">
                      <a16:creationId xmlns:a16="http://schemas.microsoft.com/office/drawing/2014/main" id="{C8BB68C9-CF86-3F20-89D4-8C93FF04AE4F}"/>
                    </a:ext>
                  </a:extLst>
                </p:cNvPr>
                <p:cNvSpPr/>
                <p:nvPr/>
              </p:nvSpPr>
              <p:spPr>
                <a:xfrm>
                  <a:off x="6657525" y="3300872"/>
                  <a:ext cx="45755" cy="51802"/>
                </a:xfrm>
                <a:custGeom>
                  <a:avLst/>
                  <a:gdLst>
                    <a:gd name="connsiteX0" fmla="*/ 22735 w 45755"/>
                    <a:gd name="connsiteY0" fmla="*/ 51802 h 51802"/>
                    <a:gd name="connsiteX1" fmla="*/ 13888 w 45755"/>
                    <a:gd name="connsiteY1" fmla="*/ 50091 h 51802"/>
                    <a:gd name="connsiteX2" fmla="*/ 6659 w 45755"/>
                    <a:gd name="connsiteY2" fmla="*/ 45244 h 51802"/>
                    <a:gd name="connsiteX3" fmla="*/ 1807 w 45755"/>
                    <a:gd name="connsiteY3" fmla="*/ 37165 h 51802"/>
                    <a:gd name="connsiteX4" fmla="*/ 0 w 45755"/>
                    <a:gd name="connsiteY4" fmla="*/ 25854 h 51802"/>
                    <a:gd name="connsiteX5" fmla="*/ 1427 w 45755"/>
                    <a:gd name="connsiteY5" fmla="*/ 15778 h 51802"/>
                    <a:gd name="connsiteX6" fmla="*/ 5708 w 45755"/>
                    <a:gd name="connsiteY6" fmla="*/ 7509 h 51802"/>
                    <a:gd name="connsiteX7" fmla="*/ 12842 w 45755"/>
                    <a:gd name="connsiteY7" fmla="*/ 1996 h 51802"/>
                    <a:gd name="connsiteX8" fmla="*/ 22830 w 45755"/>
                    <a:gd name="connsiteY8" fmla="*/ 0 h 51802"/>
                    <a:gd name="connsiteX9" fmla="*/ 32913 w 45755"/>
                    <a:gd name="connsiteY9" fmla="*/ 1996 h 51802"/>
                    <a:gd name="connsiteX10" fmla="*/ 40048 w 45755"/>
                    <a:gd name="connsiteY10" fmla="*/ 7509 h 51802"/>
                    <a:gd name="connsiteX11" fmla="*/ 44329 w 45755"/>
                    <a:gd name="connsiteY11" fmla="*/ 15683 h 51802"/>
                    <a:gd name="connsiteX12" fmla="*/ 45755 w 45755"/>
                    <a:gd name="connsiteY12" fmla="*/ 25854 h 51802"/>
                    <a:gd name="connsiteX13" fmla="*/ 44138 w 45755"/>
                    <a:gd name="connsiteY13" fmla="*/ 36499 h 51802"/>
                    <a:gd name="connsiteX14" fmla="*/ 39572 w 45755"/>
                    <a:gd name="connsiteY14" fmla="*/ 44674 h 51802"/>
                    <a:gd name="connsiteX15" fmla="*/ 32343 w 45755"/>
                    <a:gd name="connsiteY15" fmla="*/ 49901 h 51802"/>
                    <a:gd name="connsiteX16" fmla="*/ 22925 w 45755"/>
                    <a:gd name="connsiteY16" fmla="*/ 51802 h 51802"/>
                    <a:gd name="connsiteX17" fmla="*/ 39477 w 45755"/>
                    <a:gd name="connsiteY17" fmla="*/ 25854 h 51802"/>
                    <a:gd name="connsiteX18" fmla="*/ 38526 w 45755"/>
                    <a:gd name="connsiteY18" fmla="*/ 17679 h 51802"/>
                    <a:gd name="connsiteX19" fmla="*/ 35577 w 45755"/>
                    <a:gd name="connsiteY19" fmla="*/ 11121 h 51802"/>
                    <a:gd name="connsiteX20" fmla="*/ 30440 w 45755"/>
                    <a:gd name="connsiteY20" fmla="*/ 6748 h 51802"/>
                    <a:gd name="connsiteX21" fmla="*/ 22735 w 45755"/>
                    <a:gd name="connsiteY21" fmla="*/ 5133 h 51802"/>
                    <a:gd name="connsiteX22" fmla="*/ 15125 w 45755"/>
                    <a:gd name="connsiteY22" fmla="*/ 6844 h 51802"/>
                    <a:gd name="connsiteX23" fmla="*/ 9988 w 45755"/>
                    <a:gd name="connsiteY23" fmla="*/ 11501 h 51802"/>
                    <a:gd name="connsiteX24" fmla="*/ 7039 w 45755"/>
                    <a:gd name="connsiteY24" fmla="*/ 18155 h 51802"/>
                    <a:gd name="connsiteX25" fmla="*/ 6088 w 45755"/>
                    <a:gd name="connsiteY25" fmla="*/ 25854 h 51802"/>
                    <a:gd name="connsiteX26" fmla="*/ 7134 w 45755"/>
                    <a:gd name="connsiteY26" fmla="*/ 34218 h 51802"/>
                    <a:gd name="connsiteX27" fmla="*/ 10369 w 45755"/>
                    <a:gd name="connsiteY27" fmla="*/ 40872 h 51802"/>
                    <a:gd name="connsiteX28" fmla="*/ 15601 w 45755"/>
                    <a:gd name="connsiteY28" fmla="*/ 45149 h 51802"/>
                    <a:gd name="connsiteX29" fmla="*/ 22830 w 45755"/>
                    <a:gd name="connsiteY29" fmla="*/ 46670 h 51802"/>
                    <a:gd name="connsiteX30" fmla="*/ 30440 w 45755"/>
                    <a:gd name="connsiteY30" fmla="*/ 44864 h 51802"/>
                    <a:gd name="connsiteX31" fmla="*/ 35577 w 45755"/>
                    <a:gd name="connsiteY31" fmla="*/ 40111 h 51802"/>
                    <a:gd name="connsiteX32" fmla="*/ 38526 w 45755"/>
                    <a:gd name="connsiteY32" fmla="*/ 33458 h 51802"/>
                    <a:gd name="connsiteX33" fmla="*/ 39477 w 45755"/>
                    <a:gd name="connsiteY33" fmla="*/ 25759 h 51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5755" h="51802">
                      <a:moveTo>
                        <a:pt x="22735" y="51802"/>
                      </a:moveTo>
                      <a:cubicBezTo>
                        <a:pt x="19596" y="51802"/>
                        <a:pt x="16552" y="51137"/>
                        <a:pt x="13888" y="50091"/>
                      </a:cubicBezTo>
                      <a:cubicBezTo>
                        <a:pt x="11130" y="49046"/>
                        <a:pt x="8752" y="47430"/>
                        <a:pt x="6659" y="45244"/>
                      </a:cubicBezTo>
                      <a:cubicBezTo>
                        <a:pt x="4566" y="43058"/>
                        <a:pt x="2949" y="40396"/>
                        <a:pt x="1807" y="37165"/>
                      </a:cubicBezTo>
                      <a:cubicBezTo>
                        <a:pt x="571" y="33933"/>
                        <a:pt x="0" y="30131"/>
                        <a:pt x="0" y="25854"/>
                      </a:cubicBezTo>
                      <a:cubicBezTo>
                        <a:pt x="0" y="22242"/>
                        <a:pt x="476" y="18820"/>
                        <a:pt x="1427" y="15778"/>
                      </a:cubicBezTo>
                      <a:cubicBezTo>
                        <a:pt x="2378" y="12642"/>
                        <a:pt x="3805" y="9885"/>
                        <a:pt x="5708" y="7509"/>
                      </a:cubicBezTo>
                      <a:cubicBezTo>
                        <a:pt x="7610" y="5133"/>
                        <a:pt x="9988" y="3327"/>
                        <a:pt x="12842" y="1996"/>
                      </a:cubicBezTo>
                      <a:cubicBezTo>
                        <a:pt x="15696" y="665"/>
                        <a:pt x="19025" y="0"/>
                        <a:pt x="22830" y="0"/>
                      </a:cubicBezTo>
                      <a:cubicBezTo>
                        <a:pt x="26635" y="0"/>
                        <a:pt x="30060" y="665"/>
                        <a:pt x="32913" y="1996"/>
                      </a:cubicBezTo>
                      <a:cubicBezTo>
                        <a:pt x="35767" y="3327"/>
                        <a:pt x="38145" y="5228"/>
                        <a:pt x="40048" y="7509"/>
                      </a:cubicBezTo>
                      <a:cubicBezTo>
                        <a:pt x="41950" y="9790"/>
                        <a:pt x="43377" y="12547"/>
                        <a:pt x="44329" y="15683"/>
                      </a:cubicBezTo>
                      <a:cubicBezTo>
                        <a:pt x="45280" y="18820"/>
                        <a:pt x="45755" y="22242"/>
                        <a:pt x="45755" y="25854"/>
                      </a:cubicBezTo>
                      <a:cubicBezTo>
                        <a:pt x="45755" y="29751"/>
                        <a:pt x="45185" y="33363"/>
                        <a:pt x="44138" y="36499"/>
                      </a:cubicBezTo>
                      <a:cubicBezTo>
                        <a:pt x="43092" y="39636"/>
                        <a:pt x="41570" y="42392"/>
                        <a:pt x="39572" y="44674"/>
                      </a:cubicBezTo>
                      <a:cubicBezTo>
                        <a:pt x="37575" y="46955"/>
                        <a:pt x="35197" y="48666"/>
                        <a:pt x="32343" y="49901"/>
                      </a:cubicBezTo>
                      <a:cubicBezTo>
                        <a:pt x="29489" y="51137"/>
                        <a:pt x="26445" y="51802"/>
                        <a:pt x="22925" y="51802"/>
                      </a:cubicBezTo>
                      <a:close/>
                      <a:moveTo>
                        <a:pt x="39477" y="25854"/>
                      </a:moveTo>
                      <a:cubicBezTo>
                        <a:pt x="39477" y="22907"/>
                        <a:pt x="39192" y="20246"/>
                        <a:pt x="38526" y="17679"/>
                      </a:cubicBezTo>
                      <a:cubicBezTo>
                        <a:pt x="37860" y="15113"/>
                        <a:pt x="36909" y="12927"/>
                        <a:pt x="35577" y="11121"/>
                      </a:cubicBezTo>
                      <a:cubicBezTo>
                        <a:pt x="34245" y="9220"/>
                        <a:pt x="32533" y="7794"/>
                        <a:pt x="30440" y="6748"/>
                      </a:cubicBezTo>
                      <a:cubicBezTo>
                        <a:pt x="28348" y="5703"/>
                        <a:pt x="25779" y="5133"/>
                        <a:pt x="22735" y="5133"/>
                      </a:cubicBezTo>
                      <a:cubicBezTo>
                        <a:pt x="19691" y="5133"/>
                        <a:pt x="17218" y="5703"/>
                        <a:pt x="15125" y="6844"/>
                      </a:cubicBezTo>
                      <a:cubicBezTo>
                        <a:pt x="13032" y="7984"/>
                        <a:pt x="11225" y="9600"/>
                        <a:pt x="9988" y="11501"/>
                      </a:cubicBezTo>
                      <a:cubicBezTo>
                        <a:pt x="8656" y="13402"/>
                        <a:pt x="7705" y="15683"/>
                        <a:pt x="7039" y="18155"/>
                      </a:cubicBezTo>
                      <a:cubicBezTo>
                        <a:pt x="6374" y="20626"/>
                        <a:pt x="6088" y="23192"/>
                        <a:pt x="6088" y="25854"/>
                      </a:cubicBezTo>
                      <a:cubicBezTo>
                        <a:pt x="6088" y="28895"/>
                        <a:pt x="6468" y="31652"/>
                        <a:pt x="7134" y="34218"/>
                      </a:cubicBezTo>
                      <a:cubicBezTo>
                        <a:pt x="7895" y="36784"/>
                        <a:pt x="8942" y="38971"/>
                        <a:pt x="10369" y="40872"/>
                      </a:cubicBezTo>
                      <a:cubicBezTo>
                        <a:pt x="11795" y="42678"/>
                        <a:pt x="13508" y="44103"/>
                        <a:pt x="15601" y="45149"/>
                      </a:cubicBezTo>
                      <a:cubicBezTo>
                        <a:pt x="17693" y="46194"/>
                        <a:pt x="20072" y="46670"/>
                        <a:pt x="22830" y="46670"/>
                      </a:cubicBezTo>
                      <a:cubicBezTo>
                        <a:pt x="25779" y="46670"/>
                        <a:pt x="28348" y="46099"/>
                        <a:pt x="30440" y="44864"/>
                      </a:cubicBezTo>
                      <a:cubicBezTo>
                        <a:pt x="32533" y="43628"/>
                        <a:pt x="34340" y="42107"/>
                        <a:pt x="35577" y="40111"/>
                      </a:cubicBezTo>
                      <a:cubicBezTo>
                        <a:pt x="36909" y="38115"/>
                        <a:pt x="37860" y="35929"/>
                        <a:pt x="38526" y="33458"/>
                      </a:cubicBezTo>
                      <a:cubicBezTo>
                        <a:pt x="39192" y="30986"/>
                        <a:pt x="39477" y="28420"/>
                        <a:pt x="39477" y="25759"/>
                      </a:cubicBezTo>
                      <a:close/>
                    </a:path>
                  </a:pathLst>
                </a:custGeom>
                <a:solidFill>
                  <a:srgbClr val="000000"/>
                </a:solidFill>
                <a:ln w="9506" cap="flat">
                  <a:noFill/>
                  <a:prstDash val="solid"/>
                  <a:miter/>
                </a:ln>
              </p:spPr>
              <p:txBody>
                <a:bodyPr rtlCol="0" anchor="ctr"/>
                <a:lstStyle/>
                <a:p>
                  <a:endParaRPr lang="en-US"/>
                </a:p>
              </p:txBody>
            </p:sp>
            <p:sp>
              <p:nvSpPr>
                <p:cNvPr id="4568" name="Freeform 4567">
                  <a:extLst>
                    <a:ext uri="{FF2B5EF4-FFF2-40B4-BE49-F238E27FC236}">
                      <a16:creationId xmlns:a16="http://schemas.microsoft.com/office/drawing/2014/main" id="{FA03A349-60A5-5AA9-0CA7-06E12C6F4EB3}"/>
                    </a:ext>
                  </a:extLst>
                </p:cNvPr>
                <p:cNvSpPr/>
                <p:nvPr/>
              </p:nvSpPr>
              <p:spPr>
                <a:xfrm>
                  <a:off x="6708322" y="3302107"/>
                  <a:ext cx="44328" cy="49236"/>
                </a:xfrm>
                <a:custGeom>
                  <a:avLst/>
                  <a:gdLst>
                    <a:gd name="connsiteX0" fmla="*/ 0 w 44328"/>
                    <a:gd name="connsiteY0" fmla="*/ 0 h 49236"/>
                    <a:gd name="connsiteX1" fmla="*/ 6183 w 44328"/>
                    <a:gd name="connsiteY1" fmla="*/ 0 h 49236"/>
                    <a:gd name="connsiteX2" fmla="*/ 22164 w 44328"/>
                    <a:gd name="connsiteY2" fmla="*/ 42202 h 49236"/>
                    <a:gd name="connsiteX3" fmla="*/ 38145 w 44328"/>
                    <a:gd name="connsiteY3" fmla="*/ 0 h 49236"/>
                    <a:gd name="connsiteX4" fmla="*/ 44329 w 44328"/>
                    <a:gd name="connsiteY4" fmla="*/ 0 h 49236"/>
                    <a:gd name="connsiteX5" fmla="*/ 25208 w 44328"/>
                    <a:gd name="connsiteY5" fmla="*/ 49236 h 49236"/>
                    <a:gd name="connsiteX6" fmla="*/ 18835 w 44328"/>
                    <a:gd name="connsiteY6" fmla="*/ 49236 h 49236"/>
                    <a:gd name="connsiteX7" fmla="*/ 0 w 44328"/>
                    <a:gd name="connsiteY7" fmla="*/ 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4328" h="49236">
                      <a:moveTo>
                        <a:pt x="0" y="0"/>
                      </a:moveTo>
                      <a:lnTo>
                        <a:pt x="6183" y="0"/>
                      </a:lnTo>
                      <a:lnTo>
                        <a:pt x="22164" y="42202"/>
                      </a:lnTo>
                      <a:lnTo>
                        <a:pt x="38145" y="0"/>
                      </a:lnTo>
                      <a:lnTo>
                        <a:pt x="44329" y="0"/>
                      </a:lnTo>
                      <a:lnTo>
                        <a:pt x="25208" y="49236"/>
                      </a:lnTo>
                      <a:lnTo>
                        <a:pt x="18835" y="49236"/>
                      </a:lnTo>
                      <a:lnTo>
                        <a:pt x="0" y="0"/>
                      </a:lnTo>
                      <a:close/>
                    </a:path>
                  </a:pathLst>
                </a:custGeom>
                <a:solidFill>
                  <a:srgbClr val="000000"/>
                </a:solidFill>
                <a:ln w="9506" cap="flat">
                  <a:noFill/>
                  <a:prstDash val="solid"/>
                  <a:miter/>
                </a:ln>
              </p:spPr>
              <p:txBody>
                <a:bodyPr rtlCol="0" anchor="ctr"/>
                <a:lstStyle/>
                <a:p>
                  <a:endParaRPr lang="en-US"/>
                </a:p>
              </p:txBody>
            </p:sp>
            <p:sp>
              <p:nvSpPr>
                <p:cNvPr id="4569" name="Freeform 4568">
                  <a:extLst>
                    <a:ext uri="{FF2B5EF4-FFF2-40B4-BE49-F238E27FC236}">
                      <a16:creationId xmlns:a16="http://schemas.microsoft.com/office/drawing/2014/main" id="{2F912C48-A95F-BEB7-973B-49D48B4138F6}"/>
                    </a:ext>
                  </a:extLst>
                </p:cNvPr>
                <p:cNvSpPr/>
                <p:nvPr/>
              </p:nvSpPr>
              <p:spPr>
                <a:xfrm>
                  <a:off x="6758454" y="3300872"/>
                  <a:ext cx="44426" cy="51897"/>
                </a:xfrm>
                <a:custGeom>
                  <a:avLst/>
                  <a:gdLst>
                    <a:gd name="connsiteX0" fmla="*/ 6183 w 44426"/>
                    <a:gd name="connsiteY0" fmla="*/ 27184 h 51897"/>
                    <a:gd name="connsiteX1" fmla="*/ 7229 w 44426"/>
                    <a:gd name="connsiteY1" fmla="*/ 34788 h 51897"/>
                    <a:gd name="connsiteX2" fmla="*/ 10273 w 44426"/>
                    <a:gd name="connsiteY2" fmla="*/ 40967 h 51897"/>
                    <a:gd name="connsiteX3" fmla="*/ 15410 w 44426"/>
                    <a:gd name="connsiteY3" fmla="*/ 45149 h 51897"/>
                    <a:gd name="connsiteX4" fmla="*/ 22640 w 44426"/>
                    <a:gd name="connsiteY4" fmla="*/ 46765 h 51897"/>
                    <a:gd name="connsiteX5" fmla="*/ 32247 w 44426"/>
                    <a:gd name="connsiteY5" fmla="*/ 43818 h 51897"/>
                    <a:gd name="connsiteX6" fmla="*/ 37574 w 44426"/>
                    <a:gd name="connsiteY6" fmla="*/ 35454 h 51897"/>
                    <a:gd name="connsiteX7" fmla="*/ 43948 w 44426"/>
                    <a:gd name="connsiteY7" fmla="*/ 35454 h 51897"/>
                    <a:gd name="connsiteX8" fmla="*/ 41189 w 44426"/>
                    <a:gd name="connsiteY8" fmla="*/ 42012 h 51897"/>
                    <a:gd name="connsiteX9" fmla="*/ 36908 w 44426"/>
                    <a:gd name="connsiteY9" fmla="*/ 47240 h 51897"/>
                    <a:gd name="connsiteX10" fmla="*/ 30821 w 44426"/>
                    <a:gd name="connsiteY10" fmla="*/ 50662 h 51897"/>
                    <a:gd name="connsiteX11" fmla="*/ 22640 w 44426"/>
                    <a:gd name="connsiteY11" fmla="*/ 51897 h 51897"/>
                    <a:gd name="connsiteX12" fmla="*/ 12461 w 44426"/>
                    <a:gd name="connsiteY12" fmla="*/ 49901 h 51897"/>
                    <a:gd name="connsiteX13" fmla="*/ 5422 w 44426"/>
                    <a:gd name="connsiteY13" fmla="*/ 44388 h 51897"/>
                    <a:gd name="connsiteX14" fmla="*/ 1332 w 44426"/>
                    <a:gd name="connsiteY14" fmla="*/ 36214 h 51897"/>
                    <a:gd name="connsiteX15" fmla="*/ 0 w 44426"/>
                    <a:gd name="connsiteY15" fmla="*/ 26139 h 51897"/>
                    <a:gd name="connsiteX16" fmla="*/ 1617 w 44426"/>
                    <a:gd name="connsiteY16" fmla="*/ 15968 h 51897"/>
                    <a:gd name="connsiteX17" fmla="*/ 6088 w 44426"/>
                    <a:gd name="connsiteY17" fmla="*/ 7604 h 51897"/>
                    <a:gd name="connsiteX18" fmla="*/ 13222 w 44426"/>
                    <a:gd name="connsiteY18" fmla="*/ 1996 h 51897"/>
                    <a:gd name="connsiteX19" fmla="*/ 22735 w 44426"/>
                    <a:gd name="connsiteY19" fmla="*/ 0 h 51897"/>
                    <a:gd name="connsiteX20" fmla="*/ 38716 w 44426"/>
                    <a:gd name="connsiteY20" fmla="*/ 6939 h 51897"/>
                    <a:gd name="connsiteX21" fmla="*/ 44423 w 44426"/>
                    <a:gd name="connsiteY21" fmla="*/ 27184 h 51897"/>
                    <a:gd name="connsiteX22" fmla="*/ 6183 w 44426"/>
                    <a:gd name="connsiteY22" fmla="*/ 27184 h 51897"/>
                    <a:gd name="connsiteX23" fmla="*/ 38336 w 44426"/>
                    <a:gd name="connsiteY23" fmla="*/ 22432 h 51897"/>
                    <a:gd name="connsiteX24" fmla="*/ 37384 w 44426"/>
                    <a:gd name="connsiteY24" fmla="*/ 15683 h 51897"/>
                    <a:gd name="connsiteX25" fmla="*/ 34435 w 44426"/>
                    <a:gd name="connsiteY25" fmla="*/ 10170 h 51897"/>
                    <a:gd name="connsiteX26" fmla="*/ 29584 w 44426"/>
                    <a:gd name="connsiteY26" fmla="*/ 6463 h 51897"/>
                    <a:gd name="connsiteX27" fmla="*/ 22830 w 44426"/>
                    <a:gd name="connsiteY27" fmla="*/ 5038 h 51897"/>
                    <a:gd name="connsiteX28" fmla="*/ 16076 w 44426"/>
                    <a:gd name="connsiteY28" fmla="*/ 6463 h 51897"/>
                    <a:gd name="connsiteX29" fmla="*/ 11130 w 44426"/>
                    <a:gd name="connsiteY29" fmla="*/ 10265 h 51897"/>
                    <a:gd name="connsiteX30" fmla="*/ 7895 w 44426"/>
                    <a:gd name="connsiteY30" fmla="*/ 15778 h 51897"/>
                    <a:gd name="connsiteX31" fmla="*/ 6278 w 44426"/>
                    <a:gd name="connsiteY31" fmla="*/ 22432 h 51897"/>
                    <a:gd name="connsiteX32" fmla="*/ 38430 w 44426"/>
                    <a:gd name="connsiteY32" fmla="*/ 22432 h 51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4426" h="51897">
                      <a:moveTo>
                        <a:pt x="6183" y="27184"/>
                      </a:moveTo>
                      <a:cubicBezTo>
                        <a:pt x="6183" y="29846"/>
                        <a:pt x="6563" y="32412"/>
                        <a:pt x="7229" y="34788"/>
                      </a:cubicBezTo>
                      <a:cubicBezTo>
                        <a:pt x="7895" y="37165"/>
                        <a:pt x="8942" y="39256"/>
                        <a:pt x="10273" y="40967"/>
                      </a:cubicBezTo>
                      <a:cubicBezTo>
                        <a:pt x="11605" y="42678"/>
                        <a:pt x="13412" y="44103"/>
                        <a:pt x="15410" y="45149"/>
                      </a:cubicBezTo>
                      <a:cubicBezTo>
                        <a:pt x="17503" y="46194"/>
                        <a:pt x="19881" y="46765"/>
                        <a:pt x="22640" y="46765"/>
                      </a:cubicBezTo>
                      <a:cubicBezTo>
                        <a:pt x="26350" y="46765"/>
                        <a:pt x="29584" y="45814"/>
                        <a:pt x="32247" y="43818"/>
                      </a:cubicBezTo>
                      <a:cubicBezTo>
                        <a:pt x="34911" y="41822"/>
                        <a:pt x="36718" y="39066"/>
                        <a:pt x="37574" y="35454"/>
                      </a:cubicBezTo>
                      <a:lnTo>
                        <a:pt x="43948" y="35454"/>
                      </a:lnTo>
                      <a:cubicBezTo>
                        <a:pt x="43282" y="37830"/>
                        <a:pt x="42331" y="39921"/>
                        <a:pt x="41189" y="42012"/>
                      </a:cubicBezTo>
                      <a:cubicBezTo>
                        <a:pt x="40048" y="44008"/>
                        <a:pt x="38621" y="45719"/>
                        <a:pt x="36908" y="47240"/>
                      </a:cubicBezTo>
                      <a:cubicBezTo>
                        <a:pt x="35196" y="48761"/>
                        <a:pt x="33199" y="49901"/>
                        <a:pt x="30821" y="50662"/>
                      </a:cubicBezTo>
                      <a:cubicBezTo>
                        <a:pt x="28442" y="51517"/>
                        <a:pt x="25779" y="51897"/>
                        <a:pt x="22640" y="51897"/>
                      </a:cubicBezTo>
                      <a:cubicBezTo>
                        <a:pt x="18739" y="51897"/>
                        <a:pt x="15315" y="51232"/>
                        <a:pt x="12461" y="49901"/>
                      </a:cubicBezTo>
                      <a:cubicBezTo>
                        <a:pt x="9607" y="48571"/>
                        <a:pt x="7229" y="46765"/>
                        <a:pt x="5422" y="44388"/>
                      </a:cubicBezTo>
                      <a:cubicBezTo>
                        <a:pt x="3615" y="42107"/>
                        <a:pt x="2188" y="39351"/>
                        <a:pt x="1332" y="36214"/>
                      </a:cubicBezTo>
                      <a:cubicBezTo>
                        <a:pt x="476" y="33077"/>
                        <a:pt x="0" y="29656"/>
                        <a:pt x="0" y="26139"/>
                      </a:cubicBezTo>
                      <a:cubicBezTo>
                        <a:pt x="0" y="22622"/>
                        <a:pt x="476" y="19105"/>
                        <a:pt x="1617" y="15968"/>
                      </a:cubicBezTo>
                      <a:cubicBezTo>
                        <a:pt x="2664" y="12832"/>
                        <a:pt x="4185" y="10075"/>
                        <a:pt x="6088" y="7604"/>
                      </a:cubicBezTo>
                      <a:cubicBezTo>
                        <a:pt x="7991" y="5228"/>
                        <a:pt x="10369" y="3327"/>
                        <a:pt x="13222" y="1996"/>
                      </a:cubicBezTo>
                      <a:cubicBezTo>
                        <a:pt x="15981" y="665"/>
                        <a:pt x="19215" y="0"/>
                        <a:pt x="22735" y="0"/>
                      </a:cubicBezTo>
                      <a:cubicBezTo>
                        <a:pt x="29489" y="0"/>
                        <a:pt x="34816" y="2281"/>
                        <a:pt x="38716" y="6939"/>
                      </a:cubicBezTo>
                      <a:cubicBezTo>
                        <a:pt x="42616" y="11596"/>
                        <a:pt x="44519" y="18345"/>
                        <a:pt x="44423" y="27184"/>
                      </a:cubicBezTo>
                      <a:lnTo>
                        <a:pt x="6183" y="27184"/>
                      </a:lnTo>
                      <a:close/>
                      <a:moveTo>
                        <a:pt x="38336" y="22432"/>
                      </a:moveTo>
                      <a:cubicBezTo>
                        <a:pt x="38336" y="20056"/>
                        <a:pt x="37955" y="17774"/>
                        <a:pt x="37384" y="15683"/>
                      </a:cubicBezTo>
                      <a:cubicBezTo>
                        <a:pt x="36718" y="13592"/>
                        <a:pt x="35767" y="11691"/>
                        <a:pt x="34435" y="10170"/>
                      </a:cubicBezTo>
                      <a:cubicBezTo>
                        <a:pt x="33103" y="8649"/>
                        <a:pt x="31487" y="7414"/>
                        <a:pt x="29584" y="6463"/>
                      </a:cubicBezTo>
                      <a:cubicBezTo>
                        <a:pt x="27586" y="5513"/>
                        <a:pt x="25398" y="5038"/>
                        <a:pt x="22830" y="5038"/>
                      </a:cubicBezTo>
                      <a:cubicBezTo>
                        <a:pt x="20261" y="5038"/>
                        <a:pt x="18074" y="5513"/>
                        <a:pt x="16076" y="6463"/>
                      </a:cubicBezTo>
                      <a:cubicBezTo>
                        <a:pt x="14174" y="7414"/>
                        <a:pt x="12461" y="8649"/>
                        <a:pt x="11130" y="10265"/>
                      </a:cubicBezTo>
                      <a:cubicBezTo>
                        <a:pt x="9798" y="11881"/>
                        <a:pt x="8656" y="13687"/>
                        <a:pt x="7895" y="15778"/>
                      </a:cubicBezTo>
                      <a:cubicBezTo>
                        <a:pt x="7039" y="17869"/>
                        <a:pt x="6563" y="20056"/>
                        <a:pt x="6278" y="22432"/>
                      </a:cubicBezTo>
                      <a:lnTo>
                        <a:pt x="38430" y="22432"/>
                      </a:lnTo>
                      <a:close/>
                    </a:path>
                  </a:pathLst>
                </a:custGeom>
                <a:solidFill>
                  <a:srgbClr val="000000"/>
                </a:solidFill>
                <a:ln w="9506" cap="flat">
                  <a:noFill/>
                  <a:prstDash val="solid"/>
                  <a:miter/>
                </a:ln>
              </p:spPr>
              <p:txBody>
                <a:bodyPr rtlCol="0" anchor="ctr"/>
                <a:lstStyle/>
                <a:p>
                  <a:endParaRPr lang="en-US"/>
                </a:p>
              </p:txBody>
            </p:sp>
            <p:sp>
              <p:nvSpPr>
                <p:cNvPr id="4570" name="Freeform 4569">
                  <a:extLst>
                    <a:ext uri="{FF2B5EF4-FFF2-40B4-BE49-F238E27FC236}">
                      <a16:creationId xmlns:a16="http://schemas.microsoft.com/office/drawing/2014/main" id="{41800597-CEE4-DD4A-00CE-DBA8D5CA3255}"/>
                    </a:ext>
                  </a:extLst>
                </p:cNvPr>
                <p:cNvSpPr/>
                <p:nvPr/>
              </p:nvSpPr>
              <p:spPr>
                <a:xfrm>
                  <a:off x="6814863" y="3282907"/>
                  <a:ext cx="5707" cy="68436"/>
                </a:xfrm>
                <a:custGeom>
                  <a:avLst/>
                  <a:gdLst>
                    <a:gd name="connsiteX0" fmla="*/ 0 w 5707"/>
                    <a:gd name="connsiteY0" fmla="*/ 68436 h 68436"/>
                    <a:gd name="connsiteX1" fmla="*/ 0 w 5707"/>
                    <a:gd name="connsiteY1" fmla="*/ 0 h 68436"/>
                    <a:gd name="connsiteX2" fmla="*/ 5708 w 5707"/>
                    <a:gd name="connsiteY2" fmla="*/ 0 h 68436"/>
                    <a:gd name="connsiteX3" fmla="*/ 5708 w 5707"/>
                    <a:gd name="connsiteY3" fmla="*/ 68436 h 68436"/>
                    <a:gd name="connsiteX4" fmla="*/ 0 w 5707"/>
                    <a:gd name="connsiteY4" fmla="*/ 68436 h 684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07" h="68436">
                      <a:moveTo>
                        <a:pt x="0" y="68436"/>
                      </a:moveTo>
                      <a:lnTo>
                        <a:pt x="0" y="0"/>
                      </a:lnTo>
                      <a:lnTo>
                        <a:pt x="5708" y="0"/>
                      </a:lnTo>
                      <a:lnTo>
                        <a:pt x="5708" y="68436"/>
                      </a:lnTo>
                      <a:lnTo>
                        <a:pt x="0" y="68436"/>
                      </a:lnTo>
                      <a:close/>
                    </a:path>
                  </a:pathLst>
                </a:custGeom>
                <a:solidFill>
                  <a:srgbClr val="000000"/>
                </a:solidFill>
                <a:ln w="9506" cap="flat">
                  <a:noFill/>
                  <a:prstDash val="solid"/>
                  <a:miter/>
                </a:ln>
              </p:spPr>
              <p:txBody>
                <a:bodyPr rtlCol="0" anchor="ctr"/>
                <a:lstStyle/>
                <a:p>
                  <a:endParaRPr lang="en-US"/>
                </a:p>
              </p:txBody>
            </p:sp>
          </p:grpSp>
          <p:grpSp>
            <p:nvGrpSpPr>
              <p:cNvPr id="4514" name="Graphic 5">
                <a:extLst>
                  <a:ext uri="{FF2B5EF4-FFF2-40B4-BE49-F238E27FC236}">
                    <a16:creationId xmlns:a16="http://schemas.microsoft.com/office/drawing/2014/main" id="{F1454741-9EA1-8425-038C-87985668DB85}"/>
                  </a:ext>
                </a:extLst>
              </p:cNvPr>
              <p:cNvGrpSpPr/>
              <p:nvPr/>
            </p:nvGrpSpPr>
            <p:grpSpPr>
              <a:xfrm>
                <a:off x="7778979" y="6209193"/>
                <a:ext cx="1061734" cy="218565"/>
                <a:chOff x="5740325" y="4801906"/>
                <a:chExt cx="426637" cy="87826"/>
              </a:xfrm>
              <a:solidFill>
                <a:srgbClr val="000000"/>
              </a:solidFill>
            </p:grpSpPr>
            <p:sp>
              <p:nvSpPr>
                <p:cNvPr id="4558" name="Freeform 4557">
                  <a:extLst>
                    <a:ext uri="{FF2B5EF4-FFF2-40B4-BE49-F238E27FC236}">
                      <a16:creationId xmlns:a16="http://schemas.microsoft.com/office/drawing/2014/main" id="{E224F9BF-A1E0-F1F4-0E26-F908AAB0BE01}"/>
                    </a:ext>
                  </a:extLst>
                </p:cNvPr>
                <p:cNvSpPr/>
                <p:nvPr/>
              </p:nvSpPr>
              <p:spPr>
                <a:xfrm>
                  <a:off x="5740325" y="4819871"/>
                  <a:ext cx="43757" cy="51897"/>
                </a:xfrm>
                <a:custGeom>
                  <a:avLst/>
                  <a:gdLst>
                    <a:gd name="connsiteX0" fmla="*/ 37194 w 43757"/>
                    <a:gd name="connsiteY0" fmla="*/ 16729 h 51897"/>
                    <a:gd name="connsiteX1" fmla="*/ 31962 w 43757"/>
                    <a:gd name="connsiteY1" fmla="*/ 8079 h 51897"/>
                    <a:gd name="connsiteX2" fmla="*/ 22545 w 43757"/>
                    <a:gd name="connsiteY2" fmla="*/ 5038 h 51897"/>
                    <a:gd name="connsiteX3" fmla="*/ 15030 w 43757"/>
                    <a:gd name="connsiteY3" fmla="*/ 6844 h 51897"/>
                    <a:gd name="connsiteX4" fmla="*/ 9893 w 43757"/>
                    <a:gd name="connsiteY4" fmla="*/ 11596 h 51897"/>
                    <a:gd name="connsiteX5" fmla="*/ 6944 w 43757"/>
                    <a:gd name="connsiteY5" fmla="*/ 18345 h 51897"/>
                    <a:gd name="connsiteX6" fmla="*/ 5993 w 43757"/>
                    <a:gd name="connsiteY6" fmla="*/ 25854 h 51897"/>
                    <a:gd name="connsiteX7" fmla="*/ 6944 w 43757"/>
                    <a:gd name="connsiteY7" fmla="*/ 33458 h 51897"/>
                    <a:gd name="connsiteX8" fmla="*/ 9798 w 43757"/>
                    <a:gd name="connsiteY8" fmla="*/ 40111 h 51897"/>
                    <a:gd name="connsiteX9" fmla="*/ 14935 w 43757"/>
                    <a:gd name="connsiteY9" fmla="*/ 44864 h 51897"/>
                    <a:gd name="connsiteX10" fmla="*/ 22545 w 43757"/>
                    <a:gd name="connsiteY10" fmla="*/ 46670 h 51897"/>
                    <a:gd name="connsiteX11" fmla="*/ 32723 w 43757"/>
                    <a:gd name="connsiteY11" fmla="*/ 43153 h 51897"/>
                    <a:gd name="connsiteX12" fmla="*/ 37670 w 43757"/>
                    <a:gd name="connsiteY12" fmla="*/ 33458 h 51897"/>
                    <a:gd name="connsiteX13" fmla="*/ 43758 w 43757"/>
                    <a:gd name="connsiteY13" fmla="*/ 33458 h 51897"/>
                    <a:gd name="connsiteX14" fmla="*/ 41380 w 43757"/>
                    <a:gd name="connsiteY14" fmla="*/ 40967 h 51897"/>
                    <a:gd name="connsiteX15" fmla="*/ 37099 w 43757"/>
                    <a:gd name="connsiteY15" fmla="*/ 46765 h 51897"/>
                    <a:gd name="connsiteX16" fmla="*/ 30916 w 43757"/>
                    <a:gd name="connsiteY16" fmla="*/ 50567 h 51897"/>
                    <a:gd name="connsiteX17" fmla="*/ 22640 w 43757"/>
                    <a:gd name="connsiteY17" fmla="*/ 51898 h 51897"/>
                    <a:gd name="connsiteX18" fmla="*/ 12461 w 43757"/>
                    <a:gd name="connsiteY18" fmla="*/ 49901 h 51897"/>
                    <a:gd name="connsiteX19" fmla="*/ 5422 w 43757"/>
                    <a:gd name="connsiteY19" fmla="*/ 44389 h 51897"/>
                    <a:gd name="connsiteX20" fmla="*/ 1332 w 43757"/>
                    <a:gd name="connsiteY20" fmla="*/ 36214 h 51897"/>
                    <a:gd name="connsiteX21" fmla="*/ 0 w 43757"/>
                    <a:gd name="connsiteY21" fmla="*/ 26044 h 51897"/>
                    <a:gd name="connsiteX22" fmla="*/ 1427 w 43757"/>
                    <a:gd name="connsiteY22" fmla="*/ 16159 h 51897"/>
                    <a:gd name="connsiteX23" fmla="*/ 5803 w 43757"/>
                    <a:gd name="connsiteY23" fmla="*/ 7794 h 51897"/>
                    <a:gd name="connsiteX24" fmla="*/ 12937 w 43757"/>
                    <a:gd name="connsiteY24" fmla="*/ 2091 h 51897"/>
                    <a:gd name="connsiteX25" fmla="*/ 22640 w 43757"/>
                    <a:gd name="connsiteY25" fmla="*/ 0 h 51897"/>
                    <a:gd name="connsiteX26" fmla="*/ 36528 w 43757"/>
                    <a:gd name="connsiteY26" fmla="*/ 4087 h 51897"/>
                    <a:gd name="connsiteX27" fmla="*/ 43092 w 43757"/>
                    <a:gd name="connsiteY27" fmla="*/ 16824 h 51897"/>
                    <a:gd name="connsiteX28" fmla="*/ 37289 w 43757"/>
                    <a:gd name="connsiteY28" fmla="*/ 16824 h 51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43757" h="51897">
                      <a:moveTo>
                        <a:pt x="37194" y="16729"/>
                      </a:moveTo>
                      <a:cubicBezTo>
                        <a:pt x="36148" y="13022"/>
                        <a:pt x="34435" y="10170"/>
                        <a:pt x="31962" y="8079"/>
                      </a:cubicBezTo>
                      <a:cubicBezTo>
                        <a:pt x="29489" y="5988"/>
                        <a:pt x="26350" y="5038"/>
                        <a:pt x="22545" y="5038"/>
                      </a:cubicBezTo>
                      <a:cubicBezTo>
                        <a:pt x="19596" y="5038"/>
                        <a:pt x="17123" y="5608"/>
                        <a:pt x="15030" y="6844"/>
                      </a:cubicBezTo>
                      <a:cubicBezTo>
                        <a:pt x="12937" y="8079"/>
                        <a:pt x="11225" y="9600"/>
                        <a:pt x="9893" y="11596"/>
                      </a:cubicBezTo>
                      <a:cubicBezTo>
                        <a:pt x="8561" y="13592"/>
                        <a:pt x="7610" y="15874"/>
                        <a:pt x="6944" y="18345"/>
                      </a:cubicBezTo>
                      <a:cubicBezTo>
                        <a:pt x="6278" y="20816"/>
                        <a:pt x="5993" y="23383"/>
                        <a:pt x="5993" y="25854"/>
                      </a:cubicBezTo>
                      <a:cubicBezTo>
                        <a:pt x="5993" y="28325"/>
                        <a:pt x="6278" y="30986"/>
                        <a:pt x="6944" y="33458"/>
                      </a:cubicBezTo>
                      <a:cubicBezTo>
                        <a:pt x="7515" y="35929"/>
                        <a:pt x="8561" y="38115"/>
                        <a:pt x="9798" y="40111"/>
                      </a:cubicBezTo>
                      <a:cubicBezTo>
                        <a:pt x="11130" y="42108"/>
                        <a:pt x="12842" y="43628"/>
                        <a:pt x="14935" y="44864"/>
                      </a:cubicBezTo>
                      <a:cubicBezTo>
                        <a:pt x="17027" y="46005"/>
                        <a:pt x="19596" y="46670"/>
                        <a:pt x="22545" y="46670"/>
                      </a:cubicBezTo>
                      <a:cubicBezTo>
                        <a:pt x="26825" y="46670"/>
                        <a:pt x="30155" y="45529"/>
                        <a:pt x="32723" y="43153"/>
                      </a:cubicBezTo>
                      <a:cubicBezTo>
                        <a:pt x="35292" y="40777"/>
                        <a:pt x="36909" y="37545"/>
                        <a:pt x="37670" y="33458"/>
                      </a:cubicBezTo>
                      <a:lnTo>
                        <a:pt x="43758" y="33458"/>
                      </a:lnTo>
                      <a:cubicBezTo>
                        <a:pt x="43282" y="36214"/>
                        <a:pt x="42426" y="38686"/>
                        <a:pt x="41380" y="40967"/>
                      </a:cubicBezTo>
                      <a:cubicBezTo>
                        <a:pt x="40238" y="43248"/>
                        <a:pt x="38811" y="45149"/>
                        <a:pt x="37099" y="46765"/>
                      </a:cubicBezTo>
                      <a:cubicBezTo>
                        <a:pt x="35387" y="48381"/>
                        <a:pt x="33294" y="49616"/>
                        <a:pt x="30916" y="50567"/>
                      </a:cubicBezTo>
                      <a:cubicBezTo>
                        <a:pt x="28538" y="51422"/>
                        <a:pt x="25779" y="51898"/>
                        <a:pt x="22640" y="51898"/>
                      </a:cubicBezTo>
                      <a:cubicBezTo>
                        <a:pt x="18740" y="51898"/>
                        <a:pt x="15315" y="51232"/>
                        <a:pt x="12461" y="49901"/>
                      </a:cubicBezTo>
                      <a:cubicBezTo>
                        <a:pt x="9608" y="48571"/>
                        <a:pt x="7229" y="46765"/>
                        <a:pt x="5422" y="44389"/>
                      </a:cubicBezTo>
                      <a:cubicBezTo>
                        <a:pt x="3615" y="42108"/>
                        <a:pt x="2188" y="39351"/>
                        <a:pt x="1332" y="36214"/>
                      </a:cubicBezTo>
                      <a:cubicBezTo>
                        <a:pt x="476" y="33078"/>
                        <a:pt x="0" y="29656"/>
                        <a:pt x="0" y="26044"/>
                      </a:cubicBezTo>
                      <a:cubicBezTo>
                        <a:pt x="0" y="22622"/>
                        <a:pt x="476" y="19295"/>
                        <a:pt x="1427" y="16159"/>
                      </a:cubicBezTo>
                      <a:cubicBezTo>
                        <a:pt x="2378" y="13022"/>
                        <a:pt x="3805" y="10266"/>
                        <a:pt x="5803" y="7794"/>
                      </a:cubicBezTo>
                      <a:cubicBezTo>
                        <a:pt x="7705" y="5418"/>
                        <a:pt x="10083" y="3517"/>
                        <a:pt x="12937" y="2091"/>
                      </a:cubicBezTo>
                      <a:cubicBezTo>
                        <a:pt x="15791" y="665"/>
                        <a:pt x="19025" y="0"/>
                        <a:pt x="22640" y="0"/>
                      </a:cubicBezTo>
                      <a:cubicBezTo>
                        <a:pt x="28347" y="0"/>
                        <a:pt x="32913" y="1331"/>
                        <a:pt x="36528" y="4087"/>
                      </a:cubicBezTo>
                      <a:cubicBezTo>
                        <a:pt x="40048" y="6844"/>
                        <a:pt x="42236" y="11026"/>
                        <a:pt x="43092" y="16824"/>
                      </a:cubicBezTo>
                      <a:lnTo>
                        <a:pt x="37289" y="16824"/>
                      </a:lnTo>
                      <a:close/>
                    </a:path>
                  </a:pathLst>
                </a:custGeom>
                <a:solidFill>
                  <a:srgbClr val="000000"/>
                </a:solidFill>
                <a:ln w="9506" cap="flat">
                  <a:noFill/>
                  <a:prstDash val="solid"/>
                  <a:miter/>
                </a:ln>
              </p:spPr>
              <p:txBody>
                <a:bodyPr rtlCol="0" anchor="ctr"/>
                <a:lstStyle/>
                <a:p>
                  <a:endParaRPr lang="en-US"/>
                </a:p>
              </p:txBody>
            </p:sp>
            <p:sp>
              <p:nvSpPr>
                <p:cNvPr id="4559" name="Freeform 4558">
                  <a:extLst>
                    <a:ext uri="{FF2B5EF4-FFF2-40B4-BE49-F238E27FC236}">
                      <a16:creationId xmlns:a16="http://schemas.microsoft.com/office/drawing/2014/main" id="{4AE9D063-4273-A1B4-4075-A85F99B076A0}"/>
                    </a:ext>
                  </a:extLst>
                </p:cNvPr>
                <p:cNvSpPr/>
                <p:nvPr/>
              </p:nvSpPr>
              <p:spPr>
                <a:xfrm>
                  <a:off x="5792264" y="4819871"/>
                  <a:ext cx="45755" cy="51802"/>
                </a:xfrm>
                <a:custGeom>
                  <a:avLst/>
                  <a:gdLst>
                    <a:gd name="connsiteX0" fmla="*/ 22830 w 45755"/>
                    <a:gd name="connsiteY0" fmla="*/ 51803 h 51802"/>
                    <a:gd name="connsiteX1" fmla="*/ 13983 w 45755"/>
                    <a:gd name="connsiteY1" fmla="*/ 50092 h 51802"/>
                    <a:gd name="connsiteX2" fmla="*/ 6754 w 45755"/>
                    <a:gd name="connsiteY2" fmla="*/ 45244 h 51802"/>
                    <a:gd name="connsiteX3" fmla="*/ 1807 w 45755"/>
                    <a:gd name="connsiteY3" fmla="*/ 37165 h 51802"/>
                    <a:gd name="connsiteX4" fmla="*/ 0 w 45755"/>
                    <a:gd name="connsiteY4" fmla="*/ 25854 h 51802"/>
                    <a:gd name="connsiteX5" fmla="*/ 1427 w 45755"/>
                    <a:gd name="connsiteY5" fmla="*/ 15778 h 51802"/>
                    <a:gd name="connsiteX6" fmla="*/ 5707 w 45755"/>
                    <a:gd name="connsiteY6" fmla="*/ 7509 h 51802"/>
                    <a:gd name="connsiteX7" fmla="*/ 12842 w 45755"/>
                    <a:gd name="connsiteY7" fmla="*/ 1996 h 51802"/>
                    <a:gd name="connsiteX8" fmla="*/ 22830 w 45755"/>
                    <a:gd name="connsiteY8" fmla="*/ 0 h 51802"/>
                    <a:gd name="connsiteX9" fmla="*/ 32913 w 45755"/>
                    <a:gd name="connsiteY9" fmla="*/ 1996 h 51802"/>
                    <a:gd name="connsiteX10" fmla="*/ 40048 w 45755"/>
                    <a:gd name="connsiteY10" fmla="*/ 7509 h 51802"/>
                    <a:gd name="connsiteX11" fmla="*/ 44328 w 45755"/>
                    <a:gd name="connsiteY11" fmla="*/ 15684 h 51802"/>
                    <a:gd name="connsiteX12" fmla="*/ 45755 w 45755"/>
                    <a:gd name="connsiteY12" fmla="*/ 25854 h 51802"/>
                    <a:gd name="connsiteX13" fmla="*/ 44138 w 45755"/>
                    <a:gd name="connsiteY13" fmla="*/ 36500 h 51802"/>
                    <a:gd name="connsiteX14" fmla="*/ 39572 w 45755"/>
                    <a:gd name="connsiteY14" fmla="*/ 44674 h 51802"/>
                    <a:gd name="connsiteX15" fmla="*/ 32343 w 45755"/>
                    <a:gd name="connsiteY15" fmla="*/ 49901 h 51802"/>
                    <a:gd name="connsiteX16" fmla="*/ 22925 w 45755"/>
                    <a:gd name="connsiteY16" fmla="*/ 51803 h 51802"/>
                    <a:gd name="connsiteX17" fmla="*/ 39572 w 45755"/>
                    <a:gd name="connsiteY17" fmla="*/ 25854 h 51802"/>
                    <a:gd name="connsiteX18" fmla="*/ 38621 w 45755"/>
                    <a:gd name="connsiteY18" fmla="*/ 17680 h 51802"/>
                    <a:gd name="connsiteX19" fmla="*/ 35672 w 45755"/>
                    <a:gd name="connsiteY19" fmla="*/ 11121 h 51802"/>
                    <a:gd name="connsiteX20" fmla="*/ 30535 w 45755"/>
                    <a:gd name="connsiteY20" fmla="*/ 6749 h 51802"/>
                    <a:gd name="connsiteX21" fmla="*/ 22830 w 45755"/>
                    <a:gd name="connsiteY21" fmla="*/ 5133 h 51802"/>
                    <a:gd name="connsiteX22" fmla="*/ 15220 w 45755"/>
                    <a:gd name="connsiteY22" fmla="*/ 6844 h 51802"/>
                    <a:gd name="connsiteX23" fmla="*/ 10083 w 45755"/>
                    <a:gd name="connsiteY23" fmla="*/ 11501 h 51802"/>
                    <a:gd name="connsiteX24" fmla="*/ 7134 w 45755"/>
                    <a:gd name="connsiteY24" fmla="*/ 18155 h 51802"/>
                    <a:gd name="connsiteX25" fmla="*/ 6183 w 45755"/>
                    <a:gd name="connsiteY25" fmla="*/ 25854 h 51802"/>
                    <a:gd name="connsiteX26" fmla="*/ 7229 w 45755"/>
                    <a:gd name="connsiteY26" fmla="*/ 34218 h 51802"/>
                    <a:gd name="connsiteX27" fmla="*/ 10464 w 45755"/>
                    <a:gd name="connsiteY27" fmla="*/ 40872 h 51802"/>
                    <a:gd name="connsiteX28" fmla="*/ 15696 w 45755"/>
                    <a:gd name="connsiteY28" fmla="*/ 45149 h 51802"/>
                    <a:gd name="connsiteX29" fmla="*/ 22925 w 45755"/>
                    <a:gd name="connsiteY29" fmla="*/ 46670 h 51802"/>
                    <a:gd name="connsiteX30" fmla="*/ 30630 w 45755"/>
                    <a:gd name="connsiteY30" fmla="*/ 44864 h 51802"/>
                    <a:gd name="connsiteX31" fmla="*/ 35767 w 45755"/>
                    <a:gd name="connsiteY31" fmla="*/ 40111 h 51802"/>
                    <a:gd name="connsiteX32" fmla="*/ 38716 w 45755"/>
                    <a:gd name="connsiteY32" fmla="*/ 33458 h 51802"/>
                    <a:gd name="connsiteX33" fmla="*/ 39667 w 45755"/>
                    <a:gd name="connsiteY33" fmla="*/ 25759 h 51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5755" h="51802">
                      <a:moveTo>
                        <a:pt x="22830" y="51803"/>
                      </a:moveTo>
                      <a:cubicBezTo>
                        <a:pt x="19691" y="51803"/>
                        <a:pt x="16647" y="51137"/>
                        <a:pt x="13983" y="50092"/>
                      </a:cubicBezTo>
                      <a:cubicBezTo>
                        <a:pt x="11225" y="49046"/>
                        <a:pt x="8847" y="47430"/>
                        <a:pt x="6754" y="45244"/>
                      </a:cubicBezTo>
                      <a:cubicBezTo>
                        <a:pt x="4661" y="43058"/>
                        <a:pt x="3044" y="40396"/>
                        <a:pt x="1807" y="37165"/>
                      </a:cubicBezTo>
                      <a:cubicBezTo>
                        <a:pt x="571" y="33933"/>
                        <a:pt x="0" y="30131"/>
                        <a:pt x="0" y="25854"/>
                      </a:cubicBezTo>
                      <a:cubicBezTo>
                        <a:pt x="0" y="22242"/>
                        <a:pt x="476" y="18820"/>
                        <a:pt x="1427" y="15778"/>
                      </a:cubicBezTo>
                      <a:cubicBezTo>
                        <a:pt x="2378" y="12642"/>
                        <a:pt x="3805" y="9885"/>
                        <a:pt x="5707" y="7509"/>
                      </a:cubicBezTo>
                      <a:cubicBezTo>
                        <a:pt x="7610" y="5133"/>
                        <a:pt x="9988" y="3327"/>
                        <a:pt x="12842" y="1996"/>
                      </a:cubicBezTo>
                      <a:cubicBezTo>
                        <a:pt x="15696" y="665"/>
                        <a:pt x="19025" y="0"/>
                        <a:pt x="22830" y="0"/>
                      </a:cubicBezTo>
                      <a:cubicBezTo>
                        <a:pt x="26635" y="0"/>
                        <a:pt x="30060" y="665"/>
                        <a:pt x="32913" y="1996"/>
                      </a:cubicBezTo>
                      <a:cubicBezTo>
                        <a:pt x="35767" y="3327"/>
                        <a:pt x="38145" y="5228"/>
                        <a:pt x="40048" y="7509"/>
                      </a:cubicBezTo>
                      <a:cubicBezTo>
                        <a:pt x="41950" y="9790"/>
                        <a:pt x="43377" y="12547"/>
                        <a:pt x="44328" y="15684"/>
                      </a:cubicBezTo>
                      <a:cubicBezTo>
                        <a:pt x="45280" y="18820"/>
                        <a:pt x="45755" y="22242"/>
                        <a:pt x="45755" y="25854"/>
                      </a:cubicBezTo>
                      <a:cubicBezTo>
                        <a:pt x="45755" y="29751"/>
                        <a:pt x="45185" y="33363"/>
                        <a:pt x="44138" y="36500"/>
                      </a:cubicBezTo>
                      <a:cubicBezTo>
                        <a:pt x="43092" y="39636"/>
                        <a:pt x="41570" y="42393"/>
                        <a:pt x="39572" y="44674"/>
                      </a:cubicBezTo>
                      <a:cubicBezTo>
                        <a:pt x="37575" y="46955"/>
                        <a:pt x="35196" y="48666"/>
                        <a:pt x="32343" y="49901"/>
                      </a:cubicBezTo>
                      <a:cubicBezTo>
                        <a:pt x="29489" y="51137"/>
                        <a:pt x="26445" y="51803"/>
                        <a:pt x="22925" y="51803"/>
                      </a:cubicBezTo>
                      <a:close/>
                      <a:moveTo>
                        <a:pt x="39572" y="25854"/>
                      </a:moveTo>
                      <a:cubicBezTo>
                        <a:pt x="39572" y="22907"/>
                        <a:pt x="39287" y="20246"/>
                        <a:pt x="38621" y="17680"/>
                      </a:cubicBezTo>
                      <a:cubicBezTo>
                        <a:pt x="37955" y="15113"/>
                        <a:pt x="37004" y="12927"/>
                        <a:pt x="35672" y="11121"/>
                      </a:cubicBezTo>
                      <a:cubicBezTo>
                        <a:pt x="34340" y="9220"/>
                        <a:pt x="32628" y="7794"/>
                        <a:pt x="30535" y="6749"/>
                      </a:cubicBezTo>
                      <a:cubicBezTo>
                        <a:pt x="28442" y="5703"/>
                        <a:pt x="25874" y="5133"/>
                        <a:pt x="22830" y="5133"/>
                      </a:cubicBezTo>
                      <a:cubicBezTo>
                        <a:pt x="19786" y="5133"/>
                        <a:pt x="17313" y="5703"/>
                        <a:pt x="15220" y="6844"/>
                      </a:cubicBezTo>
                      <a:cubicBezTo>
                        <a:pt x="13127" y="7984"/>
                        <a:pt x="11320" y="9600"/>
                        <a:pt x="10083" y="11501"/>
                      </a:cubicBezTo>
                      <a:cubicBezTo>
                        <a:pt x="8752" y="13402"/>
                        <a:pt x="7800" y="15684"/>
                        <a:pt x="7134" y="18155"/>
                      </a:cubicBezTo>
                      <a:cubicBezTo>
                        <a:pt x="6468" y="20626"/>
                        <a:pt x="6183" y="23192"/>
                        <a:pt x="6183" y="25854"/>
                      </a:cubicBezTo>
                      <a:cubicBezTo>
                        <a:pt x="6183" y="28895"/>
                        <a:pt x="6564" y="31652"/>
                        <a:pt x="7229" y="34218"/>
                      </a:cubicBezTo>
                      <a:cubicBezTo>
                        <a:pt x="7895" y="36785"/>
                        <a:pt x="9037" y="38971"/>
                        <a:pt x="10464" y="40872"/>
                      </a:cubicBezTo>
                      <a:cubicBezTo>
                        <a:pt x="11891" y="42678"/>
                        <a:pt x="13603" y="44103"/>
                        <a:pt x="15696" y="45149"/>
                      </a:cubicBezTo>
                      <a:cubicBezTo>
                        <a:pt x="17788" y="46195"/>
                        <a:pt x="20167" y="46670"/>
                        <a:pt x="22925" y="46670"/>
                      </a:cubicBezTo>
                      <a:cubicBezTo>
                        <a:pt x="25874" y="46670"/>
                        <a:pt x="28442" y="46099"/>
                        <a:pt x="30630" y="44864"/>
                      </a:cubicBezTo>
                      <a:cubicBezTo>
                        <a:pt x="32723" y="43723"/>
                        <a:pt x="34530" y="42108"/>
                        <a:pt x="35767" y="40111"/>
                      </a:cubicBezTo>
                      <a:cubicBezTo>
                        <a:pt x="37099" y="38115"/>
                        <a:pt x="38050" y="35929"/>
                        <a:pt x="38716" y="33458"/>
                      </a:cubicBezTo>
                      <a:cubicBezTo>
                        <a:pt x="39382" y="30986"/>
                        <a:pt x="39667" y="28420"/>
                        <a:pt x="39667" y="25759"/>
                      </a:cubicBezTo>
                      <a:close/>
                    </a:path>
                  </a:pathLst>
                </a:custGeom>
                <a:solidFill>
                  <a:srgbClr val="000000"/>
                </a:solidFill>
                <a:ln w="9506" cap="flat">
                  <a:noFill/>
                  <a:prstDash val="solid"/>
                  <a:miter/>
                </a:ln>
              </p:spPr>
              <p:txBody>
                <a:bodyPr rtlCol="0" anchor="ctr"/>
                <a:lstStyle/>
                <a:p>
                  <a:endParaRPr lang="en-US"/>
                </a:p>
              </p:txBody>
            </p:sp>
            <p:sp>
              <p:nvSpPr>
                <p:cNvPr id="4560" name="Freeform 4559">
                  <a:extLst>
                    <a:ext uri="{FF2B5EF4-FFF2-40B4-BE49-F238E27FC236}">
                      <a16:creationId xmlns:a16="http://schemas.microsoft.com/office/drawing/2014/main" id="{8227E666-B5B9-2606-3DFE-C5DF16ABE378}"/>
                    </a:ext>
                  </a:extLst>
                </p:cNvPr>
                <p:cNvSpPr/>
                <p:nvPr/>
              </p:nvSpPr>
              <p:spPr>
                <a:xfrm>
                  <a:off x="5847627" y="4819776"/>
                  <a:ext cx="66968" cy="50566"/>
                </a:xfrm>
                <a:custGeom>
                  <a:avLst/>
                  <a:gdLst>
                    <a:gd name="connsiteX0" fmla="*/ 5708 w 66968"/>
                    <a:gd name="connsiteY0" fmla="*/ 50567 h 50566"/>
                    <a:gd name="connsiteX1" fmla="*/ 0 w 66968"/>
                    <a:gd name="connsiteY1" fmla="*/ 50567 h 50566"/>
                    <a:gd name="connsiteX2" fmla="*/ 0 w 66968"/>
                    <a:gd name="connsiteY2" fmla="*/ 1331 h 50566"/>
                    <a:gd name="connsiteX3" fmla="*/ 5708 w 66968"/>
                    <a:gd name="connsiteY3" fmla="*/ 1331 h 50566"/>
                    <a:gd name="connsiteX4" fmla="*/ 5708 w 66968"/>
                    <a:gd name="connsiteY4" fmla="*/ 8744 h 50566"/>
                    <a:gd name="connsiteX5" fmla="*/ 5898 w 66968"/>
                    <a:gd name="connsiteY5" fmla="*/ 8744 h 50566"/>
                    <a:gd name="connsiteX6" fmla="*/ 12176 w 66968"/>
                    <a:gd name="connsiteY6" fmla="*/ 2186 h 50566"/>
                    <a:gd name="connsiteX7" fmla="*/ 21118 w 66968"/>
                    <a:gd name="connsiteY7" fmla="*/ 0 h 50566"/>
                    <a:gd name="connsiteX8" fmla="*/ 26921 w 66968"/>
                    <a:gd name="connsiteY8" fmla="*/ 760 h 50566"/>
                    <a:gd name="connsiteX9" fmla="*/ 30916 w 66968"/>
                    <a:gd name="connsiteY9" fmla="*/ 2851 h 50566"/>
                    <a:gd name="connsiteX10" fmla="*/ 33674 w 66968"/>
                    <a:gd name="connsiteY10" fmla="*/ 5798 h 50566"/>
                    <a:gd name="connsiteX11" fmla="*/ 35482 w 66968"/>
                    <a:gd name="connsiteY11" fmla="*/ 9505 h 50566"/>
                    <a:gd name="connsiteX12" fmla="*/ 42141 w 66968"/>
                    <a:gd name="connsiteY12" fmla="*/ 2281 h 50566"/>
                    <a:gd name="connsiteX13" fmla="*/ 51558 w 66968"/>
                    <a:gd name="connsiteY13" fmla="*/ 0 h 50566"/>
                    <a:gd name="connsiteX14" fmla="*/ 59644 w 66968"/>
                    <a:gd name="connsiteY14" fmla="*/ 1616 h 50566"/>
                    <a:gd name="connsiteX15" fmla="*/ 64210 w 66968"/>
                    <a:gd name="connsiteY15" fmla="*/ 5988 h 50566"/>
                    <a:gd name="connsiteX16" fmla="*/ 66398 w 66968"/>
                    <a:gd name="connsiteY16" fmla="*/ 12261 h 50566"/>
                    <a:gd name="connsiteX17" fmla="*/ 66968 w 66968"/>
                    <a:gd name="connsiteY17" fmla="*/ 19485 h 50566"/>
                    <a:gd name="connsiteX18" fmla="*/ 66968 w 66968"/>
                    <a:gd name="connsiteY18" fmla="*/ 50567 h 50566"/>
                    <a:gd name="connsiteX19" fmla="*/ 61261 w 66968"/>
                    <a:gd name="connsiteY19" fmla="*/ 50567 h 50566"/>
                    <a:gd name="connsiteX20" fmla="*/ 61261 w 66968"/>
                    <a:gd name="connsiteY20" fmla="*/ 16539 h 50566"/>
                    <a:gd name="connsiteX21" fmla="*/ 59073 w 66968"/>
                    <a:gd name="connsiteY21" fmla="*/ 8174 h 50566"/>
                    <a:gd name="connsiteX22" fmla="*/ 50702 w 66968"/>
                    <a:gd name="connsiteY22" fmla="*/ 5133 h 50566"/>
                    <a:gd name="connsiteX23" fmla="*/ 44614 w 66968"/>
                    <a:gd name="connsiteY23" fmla="*/ 6558 h 50566"/>
                    <a:gd name="connsiteX24" fmla="*/ 39477 w 66968"/>
                    <a:gd name="connsiteY24" fmla="*/ 10741 h 50566"/>
                    <a:gd name="connsiteX25" fmla="*/ 37860 w 66968"/>
                    <a:gd name="connsiteY25" fmla="*/ 13687 h 50566"/>
                    <a:gd name="connsiteX26" fmla="*/ 36909 w 66968"/>
                    <a:gd name="connsiteY26" fmla="*/ 17109 h 50566"/>
                    <a:gd name="connsiteX27" fmla="*/ 36433 w 66968"/>
                    <a:gd name="connsiteY27" fmla="*/ 20721 h 50566"/>
                    <a:gd name="connsiteX28" fmla="*/ 36243 w 66968"/>
                    <a:gd name="connsiteY28" fmla="*/ 24048 h 50566"/>
                    <a:gd name="connsiteX29" fmla="*/ 36243 w 66968"/>
                    <a:gd name="connsiteY29" fmla="*/ 50567 h 50566"/>
                    <a:gd name="connsiteX30" fmla="*/ 30535 w 66968"/>
                    <a:gd name="connsiteY30" fmla="*/ 50567 h 50566"/>
                    <a:gd name="connsiteX31" fmla="*/ 30535 w 66968"/>
                    <a:gd name="connsiteY31" fmla="*/ 16539 h 50566"/>
                    <a:gd name="connsiteX32" fmla="*/ 28347 w 66968"/>
                    <a:gd name="connsiteY32" fmla="*/ 8174 h 50566"/>
                    <a:gd name="connsiteX33" fmla="*/ 19976 w 66968"/>
                    <a:gd name="connsiteY33" fmla="*/ 5133 h 50566"/>
                    <a:gd name="connsiteX34" fmla="*/ 13983 w 66968"/>
                    <a:gd name="connsiteY34" fmla="*/ 6558 h 50566"/>
                    <a:gd name="connsiteX35" fmla="*/ 8847 w 66968"/>
                    <a:gd name="connsiteY35" fmla="*/ 10741 h 50566"/>
                    <a:gd name="connsiteX36" fmla="*/ 7229 w 66968"/>
                    <a:gd name="connsiteY36" fmla="*/ 13687 h 50566"/>
                    <a:gd name="connsiteX37" fmla="*/ 6278 w 66968"/>
                    <a:gd name="connsiteY37" fmla="*/ 17109 h 50566"/>
                    <a:gd name="connsiteX38" fmla="*/ 5708 w 66968"/>
                    <a:gd name="connsiteY38" fmla="*/ 20721 h 50566"/>
                    <a:gd name="connsiteX39" fmla="*/ 5612 w 66968"/>
                    <a:gd name="connsiteY39" fmla="*/ 24048 h 50566"/>
                    <a:gd name="connsiteX40" fmla="*/ 5612 w 66968"/>
                    <a:gd name="connsiteY40" fmla="*/ 50567 h 505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6968" h="50566">
                      <a:moveTo>
                        <a:pt x="5708" y="50567"/>
                      </a:moveTo>
                      <a:lnTo>
                        <a:pt x="0" y="50567"/>
                      </a:lnTo>
                      <a:lnTo>
                        <a:pt x="0" y="1331"/>
                      </a:lnTo>
                      <a:lnTo>
                        <a:pt x="5708" y="1331"/>
                      </a:lnTo>
                      <a:lnTo>
                        <a:pt x="5708" y="8744"/>
                      </a:lnTo>
                      <a:lnTo>
                        <a:pt x="5898" y="8744"/>
                      </a:lnTo>
                      <a:cubicBezTo>
                        <a:pt x="7325" y="5893"/>
                        <a:pt x="9417" y="3707"/>
                        <a:pt x="12176" y="2186"/>
                      </a:cubicBezTo>
                      <a:cubicBezTo>
                        <a:pt x="14935" y="665"/>
                        <a:pt x="17884" y="0"/>
                        <a:pt x="21118" y="0"/>
                      </a:cubicBezTo>
                      <a:cubicBezTo>
                        <a:pt x="23401" y="0"/>
                        <a:pt x="25303" y="285"/>
                        <a:pt x="26921" y="760"/>
                      </a:cubicBezTo>
                      <a:cubicBezTo>
                        <a:pt x="28538" y="1236"/>
                        <a:pt x="29869" y="1901"/>
                        <a:pt x="30916" y="2851"/>
                      </a:cubicBezTo>
                      <a:cubicBezTo>
                        <a:pt x="32057" y="3707"/>
                        <a:pt x="32913" y="4657"/>
                        <a:pt x="33674" y="5798"/>
                      </a:cubicBezTo>
                      <a:cubicBezTo>
                        <a:pt x="34435" y="6938"/>
                        <a:pt x="35006" y="8174"/>
                        <a:pt x="35482" y="9505"/>
                      </a:cubicBezTo>
                      <a:cubicBezTo>
                        <a:pt x="37099" y="6273"/>
                        <a:pt x="39382" y="3897"/>
                        <a:pt x="42141" y="2281"/>
                      </a:cubicBezTo>
                      <a:cubicBezTo>
                        <a:pt x="44899" y="760"/>
                        <a:pt x="48038" y="0"/>
                        <a:pt x="51558" y="0"/>
                      </a:cubicBezTo>
                      <a:cubicBezTo>
                        <a:pt x="54887" y="0"/>
                        <a:pt x="57646" y="570"/>
                        <a:pt x="59644" y="1616"/>
                      </a:cubicBezTo>
                      <a:cubicBezTo>
                        <a:pt x="61641" y="2661"/>
                        <a:pt x="63163" y="4182"/>
                        <a:pt x="64210" y="5988"/>
                      </a:cubicBezTo>
                      <a:cubicBezTo>
                        <a:pt x="65256" y="7794"/>
                        <a:pt x="66017" y="9885"/>
                        <a:pt x="66398" y="12261"/>
                      </a:cubicBezTo>
                      <a:cubicBezTo>
                        <a:pt x="66778" y="14638"/>
                        <a:pt x="66968" y="17014"/>
                        <a:pt x="66968" y="19485"/>
                      </a:cubicBezTo>
                      <a:lnTo>
                        <a:pt x="66968" y="50567"/>
                      </a:lnTo>
                      <a:lnTo>
                        <a:pt x="61261" y="50567"/>
                      </a:lnTo>
                      <a:lnTo>
                        <a:pt x="61261" y="16539"/>
                      </a:lnTo>
                      <a:cubicBezTo>
                        <a:pt x="61261" y="13022"/>
                        <a:pt x="60500" y="10170"/>
                        <a:pt x="59073" y="8174"/>
                      </a:cubicBezTo>
                      <a:cubicBezTo>
                        <a:pt x="57551" y="6178"/>
                        <a:pt x="54792" y="5133"/>
                        <a:pt x="50702" y="5133"/>
                      </a:cubicBezTo>
                      <a:cubicBezTo>
                        <a:pt x="48609" y="5133"/>
                        <a:pt x="46611" y="5608"/>
                        <a:pt x="44614" y="6558"/>
                      </a:cubicBezTo>
                      <a:cubicBezTo>
                        <a:pt x="42711" y="7509"/>
                        <a:pt x="40999" y="8840"/>
                        <a:pt x="39477" y="10741"/>
                      </a:cubicBezTo>
                      <a:cubicBezTo>
                        <a:pt x="38811" y="11596"/>
                        <a:pt x="38336" y="12547"/>
                        <a:pt x="37860" y="13687"/>
                      </a:cubicBezTo>
                      <a:cubicBezTo>
                        <a:pt x="37479" y="14828"/>
                        <a:pt x="37099" y="15968"/>
                        <a:pt x="36909" y="17109"/>
                      </a:cubicBezTo>
                      <a:cubicBezTo>
                        <a:pt x="36623" y="18345"/>
                        <a:pt x="36528" y="19485"/>
                        <a:pt x="36433" y="20721"/>
                      </a:cubicBezTo>
                      <a:cubicBezTo>
                        <a:pt x="36338" y="21957"/>
                        <a:pt x="36243" y="23002"/>
                        <a:pt x="36243" y="24048"/>
                      </a:cubicBezTo>
                      <a:lnTo>
                        <a:pt x="36243" y="50567"/>
                      </a:lnTo>
                      <a:lnTo>
                        <a:pt x="30535" y="50567"/>
                      </a:lnTo>
                      <a:lnTo>
                        <a:pt x="30535" y="16539"/>
                      </a:lnTo>
                      <a:cubicBezTo>
                        <a:pt x="30535" y="13022"/>
                        <a:pt x="29774" y="10170"/>
                        <a:pt x="28347" y="8174"/>
                      </a:cubicBezTo>
                      <a:cubicBezTo>
                        <a:pt x="26921" y="6178"/>
                        <a:pt x="24067" y="5133"/>
                        <a:pt x="19976" y="5133"/>
                      </a:cubicBezTo>
                      <a:cubicBezTo>
                        <a:pt x="17884" y="5133"/>
                        <a:pt x="15886" y="5608"/>
                        <a:pt x="13983" y="6558"/>
                      </a:cubicBezTo>
                      <a:cubicBezTo>
                        <a:pt x="12081" y="7509"/>
                        <a:pt x="10369" y="8840"/>
                        <a:pt x="8847" y="10741"/>
                      </a:cubicBezTo>
                      <a:cubicBezTo>
                        <a:pt x="8181" y="11596"/>
                        <a:pt x="7705" y="12547"/>
                        <a:pt x="7229" y="13687"/>
                      </a:cubicBezTo>
                      <a:cubicBezTo>
                        <a:pt x="6754" y="14828"/>
                        <a:pt x="6469" y="15968"/>
                        <a:pt x="6278" y="17109"/>
                      </a:cubicBezTo>
                      <a:cubicBezTo>
                        <a:pt x="5993" y="18345"/>
                        <a:pt x="5898" y="19485"/>
                        <a:pt x="5708" y="20721"/>
                      </a:cubicBezTo>
                      <a:cubicBezTo>
                        <a:pt x="5708" y="21957"/>
                        <a:pt x="5612" y="23002"/>
                        <a:pt x="5612" y="24048"/>
                      </a:cubicBezTo>
                      <a:lnTo>
                        <a:pt x="5612" y="50567"/>
                      </a:lnTo>
                      <a:close/>
                    </a:path>
                  </a:pathLst>
                </a:custGeom>
                <a:solidFill>
                  <a:srgbClr val="000000"/>
                </a:solidFill>
                <a:ln w="9506" cap="flat">
                  <a:noFill/>
                  <a:prstDash val="solid"/>
                  <a:miter/>
                </a:ln>
              </p:spPr>
              <p:txBody>
                <a:bodyPr rtlCol="0" anchor="ctr"/>
                <a:lstStyle/>
                <a:p>
                  <a:endParaRPr lang="en-US"/>
                </a:p>
              </p:txBody>
            </p:sp>
            <p:sp>
              <p:nvSpPr>
                <p:cNvPr id="4561" name="Freeform 4560">
                  <a:extLst>
                    <a:ext uri="{FF2B5EF4-FFF2-40B4-BE49-F238E27FC236}">
                      <a16:creationId xmlns:a16="http://schemas.microsoft.com/office/drawing/2014/main" id="{2AC13738-663B-B16B-2EE7-C841CA89B50F}"/>
                    </a:ext>
                  </a:extLst>
                </p:cNvPr>
                <p:cNvSpPr/>
                <p:nvPr/>
              </p:nvSpPr>
              <p:spPr>
                <a:xfrm>
                  <a:off x="5928293" y="4819776"/>
                  <a:ext cx="45374" cy="69956"/>
                </a:xfrm>
                <a:custGeom>
                  <a:avLst/>
                  <a:gdLst>
                    <a:gd name="connsiteX0" fmla="*/ 5708 w 45374"/>
                    <a:gd name="connsiteY0" fmla="*/ 69957 h 69956"/>
                    <a:gd name="connsiteX1" fmla="*/ 0 w 45374"/>
                    <a:gd name="connsiteY1" fmla="*/ 69957 h 69956"/>
                    <a:gd name="connsiteX2" fmla="*/ 0 w 45374"/>
                    <a:gd name="connsiteY2" fmla="*/ 1331 h 69956"/>
                    <a:gd name="connsiteX3" fmla="*/ 5708 w 45374"/>
                    <a:gd name="connsiteY3" fmla="*/ 1331 h 69956"/>
                    <a:gd name="connsiteX4" fmla="*/ 5708 w 45374"/>
                    <a:gd name="connsiteY4" fmla="*/ 9980 h 69956"/>
                    <a:gd name="connsiteX5" fmla="*/ 5898 w 45374"/>
                    <a:gd name="connsiteY5" fmla="*/ 9980 h 69956"/>
                    <a:gd name="connsiteX6" fmla="*/ 9037 w 45374"/>
                    <a:gd name="connsiteY6" fmla="*/ 5703 h 69956"/>
                    <a:gd name="connsiteX7" fmla="*/ 13318 w 45374"/>
                    <a:gd name="connsiteY7" fmla="*/ 2566 h 69956"/>
                    <a:gd name="connsiteX8" fmla="*/ 18169 w 45374"/>
                    <a:gd name="connsiteY8" fmla="*/ 665 h 69956"/>
                    <a:gd name="connsiteX9" fmla="*/ 23020 w 45374"/>
                    <a:gd name="connsiteY9" fmla="*/ 0 h 69956"/>
                    <a:gd name="connsiteX10" fmla="*/ 33199 w 45374"/>
                    <a:gd name="connsiteY10" fmla="*/ 1996 h 69956"/>
                    <a:gd name="connsiteX11" fmla="*/ 40143 w 45374"/>
                    <a:gd name="connsiteY11" fmla="*/ 7414 h 69956"/>
                    <a:gd name="connsiteX12" fmla="*/ 44138 w 45374"/>
                    <a:gd name="connsiteY12" fmla="*/ 15683 h 69956"/>
                    <a:gd name="connsiteX13" fmla="*/ 45375 w 45374"/>
                    <a:gd name="connsiteY13" fmla="*/ 25854 h 69956"/>
                    <a:gd name="connsiteX14" fmla="*/ 44043 w 45374"/>
                    <a:gd name="connsiteY14" fmla="*/ 35739 h 69956"/>
                    <a:gd name="connsiteX15" fmla="*/ 39953 w 45374"/>
                    <a:gd name="connsiteY15" fmla="*/ 44103 h 69956"/>
                    <a:gd name="connsiteX16" fmla="*/ 33104 w 45374"/>
                    <a:gd name="connsiteY16" fmla="*/ 49806 h 69956"/>
                    <a:gd name="connsiteX17" fmla="*/ 23401 w 45374"/>
                    <a:gd name="connsiteY17" fmla="*/ 51993 h 69956"/>
                    <a:gd name="connsiteX18" fmla="*/ 13318 w 45374"/>
                    <a:gd name="connsiteY18" fmla="*/ 49616 h 69956"/>
                    <a:gd name="connsiteX19" fmla="*/ 5803 w 45374"/>
                    <a:gd name="connsiteY19" fmla="*/ 42678 h 69956"/>
                    <a:gd name="connsiteX20" fmla="*/ 5803 w 45374"/>
                    <a:gd name="connsiteY20" fmla="*/ 69957 h 69956"/>
                    <a:gd name="connsiteX21" fmla="*/ 5708 w 45374"/>
                    <a:gd name="connsiteY21" fmla="*/ 26139 h 69956"/>
                    <a:gd name="connsiteX22" fmla="*/ 6849 w 45374"/>
                    <a:gd name="connsiteY22" fmla="*/ 34028 h 69956"/>
                    <a:gd name="connsiteX23" fmla="*/ 10178 w 45374"/>
                    <a:gd name="connsiteY23" fmla="*/ 40586 h 69956"/>
                    <a:gd name="connsiteX24" fmla="*/ 15410 w 45374"/>
                    <a:gd name="connsiteY24" fmla="*/ 45054 h 69956"/>
                    <a:gd name="connsiteX25" fmla="*/ 22450 w 45374"/>
                    <a:gd name="connsiteY25" fmla="*/ 46765 h 69956"/>
                    <a:gd name="connsiteX26" fmla="*/ 30060 w 45374"/>
                    <a:gd name="connsiteY26" fmla="*/ 44959 h 69956"/>
                    <a:gd name="connsiteX27" fmla="*/ 35387 w 45374"/>
                    <a:gd name="connsiteY27" fmla="*/ 40206 h 69956"/>
                    <a:gd name="connsiteX28" fmla="*/ 38431 w 45374"/>
                    <a:gd name="connsiteY28" fmla="*/ 33077 h 69956"/>
                    <a:gd name="connsiteX29" fmla="*/ 39192 w 45374"/>
                    <a:gd name="connsiteY29" fmla="*/ 24333 h 69956"/>
                    <a:gd name="connsiteX30" fmla="*/ 37860 w 45374"/>
                    <a:gd name="connsiteY30" fmla="*/ 16064 h 69956"/>
                    <a:gd name="connsiteX31" fmla="*/ 34245 w 45374"/>
                    <a:gd name="connsiteY31" fmla="*/ 10075 h 69956"/>
                    <a:gd name="connsiteX32" fmla="*/ 28918 w 45374"/>
                    <a:gd name="connsiteY32" fmla="*/ 6273 h 69956"/>
                    <a:gd name="connsiteX33" fmla="*/ 22259 w 45374"/>
                    <a:gd name="connsiteY33" fmla="*/ 5038 h 69956"/>
                    <a:gd name="connsiteX34" fmla="*/ 15125 w 45374"/>
                    <a:gd name="connsiteY34" fmla="*/ 6653 h 69956"/>
                    <a:gd name="connsiteX35" fmla="*/ 9893 w 45374"/>
                    <a:gd name="connsiteY35" fmla="*/ 11026 h 69956"/>
                    <a:gd name="connsiteX36" fmla="*/ 6754 w 45374"/>
                    <a:gd name="connsiteY36" fmla="*/ 17679 h 69956"/>
                    <a:gd name="connsiteX37" fmla="*/ 5708 w 45374"/>
                    <a:gd name="connsiteY37" fmla="*/ 26044 h 699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45374" h="69956">
                      <a:moveTo>
                        <a:pt x="5708" y="69957"/>
                      </a:moveTo>
                      <a:lnTo>
                        <a:pt x="0" y="69957"/>
                      </a:lnTo>
                      <a:lnTo>
                        <a:pt x="0" y="1331"/>
                      </a:lnTo>
                      <a:lnTo>
                        <a:pt x="5708" y="1331"/>
                      </a:lnTo>
                      <a:lnTo>
                        <a:pt x="5708" y="9980"/>
                      </a:lnTo>
                      <a:lnTo>
                        <a:pt x="5898" y="9980"/>
                      </a:lnTo>
                      <a:cubicBezTo>
                        <a:pt x="6754" y="8364"/>
                        <a:pt x="7800" y="6938"/>
                        <a:pt x="9037" y="5703"/>
                      </a:cubicBezTo>
                      <a:cubicBezTo>
                        <a:pt x="10369" y="4467"/>
                        <a:pt x="11796" y="3422"/>
                        <a:pt x="13318" y="2566"/>
                      </a:cubicBezTo>
                      <a:cubicBezTo>
                        <a:pt x="14840" y="1711"/>
                        <a:pt x="16457" y="1141"/>
                        <a:pt x="18169" y="665"/>
                      </a:cubicBezTo>
                      <a:cubicBezTo>
                        <a:pt x="19786" y="190"/>
                        <a:pt x="21403" y="0"/>
                        <a:pt x="23020" y="0"/>
                      </a:cubicBezTo>
                      <a:cubicBezTo>
                        <a:pt x="27016" y="0"/>
                        <a:pt x="30440" y="665"/>
                        <a:pt x="33199" y="1996"/>
                      </a:cubicBezTo>
                      <a:cubicBezTo>
                        <a:pt x="35957" y="3327"/>
                        <a:pt x="38336" y="5133"/>
                        <a:pt x="40143" y="7414"/>
                      </a:cubicBezTo>
                      <a:cubicBezTo>
                        <a:pt x="41950" y="9695"/>
                        <a:pt x="43282" y="12452"/>
                        <a:pt x="44138" y="15683"/>
                      </a:cubicBezTo>
                      <a:cubicBezTo>
                        <a:pt x="44994" y="18915"/>
                        <a:pt x="45375" y="22242"/>
                        <a:pt x="45375" y="25854"/>
                      </a:cubicBezTo>
                      <a:cubicBezTo>
                        <a:pt x="45375" y="29275"/>
                        <a:pt x="44899" y="32602"/>
                        <a:pt x="44043" y="35739"/>
                      </a:cubicBezTo>
                      <a:cubicBezTo>
                        <a:pt x="43187" y="38876"/>
                        <a:pt x="41760" y="41632"/>
                        <a:pt x="39953" y="44103"/>
                      </a:cubicBezTo>
                      <a:cubicBezTo>
                        <a:pt x="38145" y="46575"/>
                        <a:pt x="35862" y="48381"/>
                        <a:pt x="33104" y="49806"/>
                      </a:cubicBezTo>
                      <a:cubicBezTo>
                        <a:pt x="30345" y="51232"/>
                        <a:pt x="27111" y="51993"/>
                        <a:pt x="23401" y="51993"/>
                      </a:cubicBezTo>
                      <a:cubicBezTo>
                        <a:pt x="19881" y="51993"/>
                        <a:pt x="16552" y="51232"/>
                        <a:pt x="13318" y="49616"/>
                      </a:cubicBezTo>
                      <a:cubicBezTo>
                        <a:pt x="10083" y="48095"/>
                        <a:pt x="7610" y="45814"/>
                        <a:pt x="5803" y="42678"/>
                      </a:cubicBezTo>
                      <a:lnTo>
                        <a:pt x="5803" y="69957"/>
                      </a:lnTo>
                      <a:close/>
                      <a:moveTo>
                        <a:pt x="5708" y="26139"/>
                      </a:moveTo>
                      <a:cubicBezTo>
                        <a:pt x="5708" y="28895"/>
                        <a:pt x="6088" y="31557"/>
                        <a:pt x="6849" y="34028"/>
                      </a:cubicBezTo>
                      <a:cubicBezTo>
                        <a:pt x="7610" y="36499"/>
                        <a:pt x="8752" y="38686"/>
                        <a:pt x="10178" y="40586"/>
                      </a:cubicBezTo>
                      <a:cubicBezTo>
                        <a:pt x="11605" y="42488"/>
                        <a:pt x="13318" y="43913"/>
                        <a:pt x="15410" y="45054"/>
                      </a:cubicBezTo>
                      <a:cubicBezTo>
                        <a:pt x="17503" y="46194"/>
                        <a:pt x="19786" y="46765"/>
                        <a:pt x="22450" y="46765"/>
                      </a:cubicBezTo>
                      <a:cubicBezTo>
                        <a:pt x="25398" y="46765"/>
                        <a:pt x="27872" y="46194"/>
                        <a:pt x="30060" y="44959"/>
                      </a:cubicBezTo>
                      <a:cubicBezTo>
                        <a:pt x="32248" y="43723"/>
                        <a:pt x="34055" y="42202"/>
                        <a:pt x="35387" y="40206"/>
                      </a:cubicBezTo>
                      <a:cubicBezTo>
                        <a:pt x="36814" y="38210"/>
                        <a:pt x="37765" y="35834"/>
                        <a:pt x="38431" y="33077"/>
                      </a:cubicBezTo>
                      <a:cubicBezTo>
                        <a:pt x="39097" y="30416"/>
                        <a:pt x="39287" y="27469"/>
                        <a:pt x="39192" y="24333"/>
                      </a:cubicBezTo>
                      <a:cubicBezTo>
                        <a:pt x="39192" y="21196"/>
                        <a:pt x="38811" y="18440"/>
                        <a:pt x="37860" y="16064"/>
                      </a:cubicBezTo>
                      <a:cubicBezTo>
                        <a:pt x="37004" y="13687"/>
                        <a:pt x="35862" y="11691"/>
                        <a:pt x="34245" y="10075"/>
                      </a:cubicBezTo>
                      <a:cubicBezTo>
                        <a:pt x="32723" y="8459"/>
                        <a:pt x="30916" y="7129"/>
                        <a:pt x="28918" y="6273"/>
                      </a:cubicBezTo>
                      <a:cubicBezTo>
                        <a:pt x="26921" y="5418"/>
                        <a:pt x="24638" y="5038"/>
                        <a:pt x="22259" y="5038"/>
                      </a:cubicBezTo>
                      <a:cubicBezTo>
                        <a:pt x="19596" y="5038"/>
                        <a:pt x="17218" y="5608"/>
                        <a:pt x="15125" y="6653"/>
                      </a:cubicBezTo>
                      <a:cubicBezTo>
                        <a:pt x="13032" y="7699"/>
                        <a:pt x="11320" y="9220"/>
                        <a:pt x="9893" y="11026"/>
                      </a:cubicBezTo>
                      <a:cubicBezTo>
                        <a:pt x="8466" y="12832"/>
                        <a:pt x="7420" y="15113"/>
                        <a:pt x="6754" y="17679"/>
                      </a:cubicBezTo>
                      <a:cubicBezTo>
                        <a:pt x="6088" y="20246"/>
                        <a:pt x="5708" y="23002"/>
                        <a:pt x="5708" y="26044"/>
                      </a:cubicBezTo>
                      <a:close/>
                    </a:path>
                  </a:pathLst>
                </a:custGeom>
                <a:solidFill>
                  <a:srgbClr val="000000"/>
                </a:solidFill>
                <a:ln w="9506" cap="flat">
                  <a:noFill/>
                  <a:prstDash val="solid"/>
                  <a:miter/>
                </a:ln>
              </p:spPr>
              <p:txBody>
                <a:bodyPr rtlCol="0" anchor="ctr"/>
                <a:lstStyle/>
                <a:p>
                  <a:endParaRPr lang="en-US"/>
                </a:p>
              </p:txBody>
            </p:sp>
            <p:sp>
              <p:nvSpPr>
                <p:cNvPr id="4562" name="Freeform 4561">
                  <a:extLst>
                    <a:ext uri="{FF2B5EF4-FFF2-40B4-BE49-F238E27FC236}">
                      <a16:creationId xmlns:a16="http://schemas.microsoft.com/office/drawing/2014/main" id="{B3D6777F-EA77-A009-5DEA-A96BC898356F}"/>
                    </a:ext>
                  </a:extLst>
                </p:cNvPr>
                <p:cNvSpPr/>
                <p:nvPr/>
              </p:nvSpPr>
              <p:spPr>
                <a:xfrm>
                  <a:off x="5982990" y="4819776"/>
                  <a:ext cx="46421" cy="51802"/>
                </a:xfrm>
                <a:custGeom>
                  <a:avLst/>
                  <a:gdLst>
                    <a:gd name="connsiteX0" fmla="*/ 25398 w 46421"/>
                    <a:gd name="connsiteY0" fmla="*/ 21861 h 51802"/>
                    <a:gd name="connsiteX1" fmla="*/ 29204 w 46421"/>
                    <a:gd name="connsiteY1" fmla="*/ 21291 h 51802"/>
                    <a:gd name="connsiteX2" fmla="*/ 32913 w 46421"/>
                    <a:gd name="connsiteY2" fmla="*/ 20246 h 51802"/>
                    <a:gd name="connsiteX3" fmla="*/ 34721 w 46421"/>
                    <a:gd name="connsiteY3" fmla="*/ 18060 h 51802"/>
                    <a:gd name="connsiteX4" fmla="*/ 35006 w 46421"/>
                    <a:gd name="connsiteY4" fmla="*/ 15113 h 51802"/>
                    <a:gd name="connsiteX5" fmla="*/ 32248 w 46421"/>
                    <a:gd name="connsiteY5" fmla="*/ 7984 h 51802"/>
                    <a:gd name="connsiteX6" fmla="*/ 22735 w 46421"/>
                    <a:gd name="connsiteY6" fmla="*/ 5228 h 51802"/>
                    <a:gd name="connsiteX7" fmla="*/ 17313 w 46421"/>
                    <a:gd name="connsiteY7" fmla="*/ 5703 h 51802"/>
                    <a:gd name="connsiteX8" fmla="*/ 12937 w 46421"/>
                    <a:gd name="connsiteY8" fmla="*/ 7509 h 51802"/>
                    <a:gd name="connsiteX9" fmla="*/ 9893 w 46421"/>
                    <a:gd name="connsiteY9" fmla="*/ 10931 h 51802"/>
                    <a:gd name="connsiteX10" fmla="*/ 8276 w 46421"/>
                    <a:gd name="connsiteY10" fmla="*/ 16254 h 51802"/>
                    <a:gd name="connsiteX11" fmla="*/ 2473 w 46421"/>
                    <a:gd name="connsiteY11" fmla="*/ 16254 h 51802"/>
                    <a:gd name="connsiteX12" fmla="*/ 4471 w 46421"/>
                    <a:gd name="connsiteY12" fmla="*/ 8744 h 51802"/>
                    <a:gd name="connsiteX13" fmla="*/ 8847 w 46421"/>
                    <a:gd name="connsiteY13" fmla="*/ 3707 h 51802"/>
                    <a:gd name="connsiteX14" fmla="*/ 15125 w 46421"/>
                    <a:gd name="connsiteY14" fmla="*/ 855 h 51802"/>
                    <a:gd name="connsiteX15" fmla="*/ 22640 w 46421"/>
                    <a:gd name="connsiteY15" fmla="*/ 0 h 51802"/>
                    <a:gd name="connsiteX16" fmla="*/ 29584 w 46421"/>
                    <a:gd name="connsiteY16" fmla="*/ 760 h 51802"/>
                    <a:gd name="connsiteX17" fmla="*/ 35292 w 46421"/>
                    <a:gd name="connsiteY17" fmla="*/ 3327 h 51802"/>
                    <a:gd name="connsiteX18" fmla="*/ 39097 w 46421"/>
                    <a:gd name="connsiteY18" fmla="*/ 7984 h 51802"/>
                    <a:gd name="connsiteX19" fmla="*/ 40524 w 46421"/>
                    <a:gd name="connsiteY19" fmla="*/ 15208 h 51802"/>
                    <a:gd name="connsiteX20" fmla="*/ 40524 w 46421"/>
                    <a:gd name="connsiteY20" fmla="*/ 42012 h 51802"/>
                    <a:gd name="connsiteX21" fmla="*/ 41665 w 46421"/>
                    <a:gd name="connsiteY21" fmla="*/ 46289 h 51802"/>
                    <a:gd name="connsiteX22" fmla="*/ 46421 w 46421"/>
                    <a:gd name="connsiteY22" fmla="*/ 45814 h 51802"/>
                    <a:gd name="connsiteX23" fmla="*/ 46421 w 46421"/>
                    <a:gd name="connsiteY23" fmla="*/ 50281 h 51802"/>
                    <a:gd name="connsiteX24" fmla="*/ 44424 w 46421"/>
                    <a:gd name="connsiteY24" fmla="*/ 50852 h 51802"/>
                    <a:gd name="connsiteX25" fmla="*/ 41950 w 46421"/>
                    <a:gd name="connsiteY25" fmla="*/ 51232 h 51802"/>
                    <a:gd name="connsiteX26" fmla="*/ 39382 w 46421"/>
                    <a:gd name="connsiteY26" fmla="*/ 50947 h 51802"/>
                    <a:gd name="connsiteX27" fmla="*/ 37099 w 46421"/>
                    <a:gd name="connsiteY27" fmla="*/ 50091 h 51802"/>
                    <a:gd name="connsiteX28" fmla="*/ 35672 w 46421"/>
                    <a:gd name="connsiteY28" fmla="*/ 48381 h 51802"/>
                    <a:gd name="connsiteX29" fmla="*/ 35006 w 46421"/>
                    <a:gd name="connsiteY29" fmla="*/ 46194 h 51802"/>
                    <a:gd name="connsiteX30" fmla="*/ 34816 w 46421"/>
                    <a:gd name="connsiteY30" fmla="*/ 43628 h 51802"/>
                    <a:gd name="connsiteX31" fmla="*/ 26540 w 46421"/>
                    <a:gd name="connsiteY31" fmla="*/ 49711 h 51802"/>
                    <a:gd name="connsiteX32" fmla="*/ 16457 w 46421"/>
                    <a:gd name="connsiteY32" fmla="*/ 51802 h 51802"/>
                    <a:gd name="connsiteX33" fmla="*/ 10274 w 46421"/>
                    <a:gd name="connsiteY33" fmla="*/ 50947 h 51802"/>
                    <a:gd name="connsiteX34" fmla="*/ 4947 w 46421"/>
                    <a:gd name="connsiteY34" fmla="*/ 48285 h 51802"/>
                    <a:gd name="connsiteX35" fmla="*/ 1332 w 46421"/>
                    <a:gd name="connsiteY35" fmla="*/ 43913 h 51802"/>
                    <a:gd name="connsiteX36" fmla="*/ 0 w 46421"/>
                    <a:gd name="connsiteY36" fmla="*/ 37640 h 51802"/>
                    <a:gd name="connsiteX37" fmla="*/ 17218 w 46421"/>
                    <a:gd name="connsiteY37" fmla="*/ 22812 h 51802"/>
                    <a:gd name="connsiteX38" fmla="*/ 25113 w 46421"/>
                    <a:gd name="connsiteY38" fmla="*/ 21766 h 51802"/>
                    <a:gd name="connsiteX39" fmla="*/ 35006 w 46421"/>
                    <a:gd name="connsiteY39" fmla="*/ 24713 h 51802"/>
                    <a:gd name="connsiteX40" fmla="*/ 27682 w 46421"/>
                    <a:gd name="connsiteY40" fmla="*/ 26709 h 51802"/>
                    <a:gd name="connsiteX41" fmla="*/ 20262 w 46421"/>
                    <a:gd name="connsiteY41" fmla="*/ 27469 h 51802"/>
                    <a:gd name="connsiteX42" fmla="*/ 9988 w 46421"/>
                    <a:gd name="connsiteY42" fmla="*/ 30416 h 51802"/>
                    <a:gd name="connsiteX43" fmla="*/ 6373 w 46421"/>
                    <a:gd name="connsiteY43" fmla="*/ 37925 h 51802"/>
                    <a:gd name="connsiteX44" fmla="*/ 7230 w 46421"/>
                    <a:gd name="connsiteY44" fmla="*/ 41917 h 51802"/>
                    <a:gd name="connsiteX45" fmla="*/ 9608 w 46421"/>
                    <a:gd name="connsiteY45" fmla="*/ 44673 h 51802"/>
                    <a:gd name="connsiteX46" fmla="*/ 13032 w 46421"/>
                    <a:gd name="connsiteY46" fmla="*/ 46289 h 51802"/>
                    <a:gd name="connsiteX47" fmla="*/ 17028 w 46421"/>
                    <a:gd name="connsiteY47" fmla="*/ 46860 h 51802"/>
                    <a:gd name="connsiteX48" fmla="*/ 23686 w 46421"/>
                    <a:gd name="connsiteY48" fmla="*/ 46004 h 51802"/>
                    <a:gd name="connsiteX49" fmla="*/ 29394 w 46421"/>
                    <a:gd name="connsiteY49" fmla="*/ 43438 h 51802"/>
                    <a:gd name="connsiteX50" fmla="*/ 33484 w 46421"/>
                    <a:gd name="connsiteY50" fmla="*/ 38971 h 51802"/>
                    <a:gd name="connsiteX51" fmla="*/ 35006 w 46421"/>
                    <a:gd name="connsiteY51" fmla="*/ 32507 h 51802"/>
                    <a:gd name="connsiteX52" fmla="*/ 35006 w 46421"/>
                    <a:gd name="connsiteY52" fmla="*/ 24808 h 51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6421" h="51802">
                      <a:moveTo>
                        <a:pt x="25398" y="21861"/>
                      </a:moveTo>
                      <a:cubicBezTo>
                        <a:pt x="26445" y="21766"/>
                        <a:pt x="27777" y="21576"/>
                        <a:pt x="29204" y="21291"/>
                      </a:cubicBezTo>
                      <a:cubicBezTo>
                        <a:pt x="30726" y="21006"/>
                        <a:pt x="31962" y="20721"/>
                        <a:pt x="32913" y="20246"/>
                      </a:cubicBezTo>
                      <a:cubicBezTo>
                        <a:pt x="33865" y="19770"/>
                        <a:pt x="34436" y="19105"/>
                        <a:pt x="34721" y="18060"/>
                      </a:cubicBezTo>
                      <a:cubicBezTo>
                        <a:pt x="34911" y="17014"/>
                        <a:pt x="35006" y="16064"/>
                        <a:pt x="35006" y="15113"/>
                      </a:cubicBezTo>
                      <a:cubicBezTo>
                        <a:pt x="35006" y="12166"/>
                        <a:pt x="34055" y="9790"/>
                        <a:pt x="32248" y="7984"/>
                      </a:cubicBezTo>
                      <a:cubicBezTo>
                        <a:pt x="30440" y="6178"/>
                        <a:pt x="27206" y="5228"/>
                        <a:pt x="22735" y="5228"/>
                      </a:cubicBezTo>
                      <a:cubicBezTo>
                        <a:pt x="20737" y="5228"/>
                        <a:pt x="18930" y="5418"/>
                        <a:pt x="17313" y="5703"/>
                      </a:cubicBezTo>
                      <a:cubicBezTo>
                        <a:pt x="15696" y="5988"/>
                        <a:pt x="14174" y="6653"/>
                        <a:pt x="12937" y="7509"/>
                      </a:cubicBezTo>
                      <a:cubicBezTo>
                        <a:pt x="11701" y="8364"/>
                        <a:pt x="10654" y="9505"/>
                        <a:pt x="9893" y="10931"/>
                      </a:cubicBezTo>
                      <a:cubicBezTo>
                        <a:pt x="9132" y="12356"/>
                        <a:pt x="8561" y="14162"/>
                        <a:pt x="8276" y="16254"/>
                      </a:cubicBezTo>
                      <a:lnTo>
                        <a:pt x="2473" y="16254"/>
                      </a:lnTo>
                      <a:cubicBezTo>
                        <a:pt x="2664" y="13307"/>
                        <a:pt x="3329" y="10836"/>
                        <a:pt x="4471" y="8744"/>
                      </a:cubicBezTo>
                      <a:cubicBezTo>
                        <a:pt x="5613" y="6653"/>
                        <a:pt x="7039" y="5038"/>
                        <a:pt x="8847" y="3707"/>
                      </a:cubicBezTo>
                      <a:cubicBezTo>
                        <a:pt x="10654" y="2376"/>
                        <a:pt x="12747" y="1426"/>
                        <a:pt x="15125" y="855"/>
                      </a:cubicBezTo>
                      <a:cubicBezTo>
                        <a:pt x="17503" y="285"/>
                        <a:pt x="19976" y="0"/>
                        <a:pt x="22640" y="0"/>
                      </a:cubicBezTo>
                      <a:cubicBezTo>
                        <a:pt x="25113" y="0"/>
                        <a:pt x="27396" y="285"/>
                        <a:pt x="29584" y="760"/>
                      </a:cubicBezTo>
                      <a:cubicBezTo>
                        <a:pt x="31772" y="1236"/>
                        <a:pt x="33675" y="2186"/>
                        <a:pt x="35292" y="3327"/>
                      </a:cubicBezTo>
                      <a:cubicBezTo>
                        <a:pt x="36909" y="4467"/>
                        <a:pt x="38145" y="6083"/>
                        <a:pt x="39097" y="7984"/>
                      </a:cubicBezTo>
                      <a:cubicBezTo>
                        <a:pt x="40048" y="9980"/>
                        <a:pt x="40524" y="12356"/>
                        <a:pt x="40524" y="15208"/>
                      </a:cubicBezTo>
                      <a:lnTo>
                        <a:pt x="40524" y="42012"/>
                      </a:lnTo>
                      <a:cubicBezTo>
                        <a:pt x="40524" y="44198"/>
                        <a:pt x="40904" y="45624"/>
                        <a:pt x="41665" y="46289"/>
                      </a:cubicBezTo>
                      <a:cubicBezTo>
                        <a:pt x="42426" y="46955"/>
                        <a:pt x="44043" y="46765"/>
                        <a:pt x="46421" y="45814"/>
                      </a:cubicBezTo>
                      <a:lnTo>
                        <a:pt x="46421" y="50281"/>
                      </a:lnTo>
                      <a:cubicBezTo>
                        <a:pt x="46421" y="50281"/>
                        <a:pt x="45375" y="50567"/>
                        <a:pt x="44424" y="50852"/>
                      </a:cubicBezTo>
                      <a:cubicBezTo>
                        <a:pt x="43567" y="51137"/>
                        <a:pt x="42711" y="51232"/>
                        <a:pt x="41950" y="51232"/>
                      </a:cubicBezTo>
                      <a:cubicBezTo>
                        <a:pt x="41094" y="51232"/>
                        <a:pt x="40238" y="51137"/>
                        <a:pt x="39382" y="50947"/>
                      </a:cubicBezTo>
                      <a:cubicBezTo>
                        <a:pt x="38431" y="50852"/>
                        <a:pt x="37670" y="50567"/>
                        <a:pt x="37099" y="50091"/>
                      </a:cubicBezTo>
                      <a:cubicBezTo>
                        <a:pt x="36528" y="49616"/>
                        <a:pt x="36053" y="49046"/>
                        <a:pt x="35672" y="48381"/>
                      </a:cubicBezTo>
                      <a:cubicBezTo>
                        <a:pt x="35292" y="47715"/>
                        <a:pt x="35101" y="46955"/>
                        <a:pt x="35006" y="46194"/>
                      </a:cubicBezTo>
                      <a:cubicBezTo>
                        <a:pt x="34911" y="45434"/>
                        <a:pt x="34816" y="44579"/>
                        <a:pt x="34816" y="43628"/>
                      </a:cubicBezTo>
                      <a:cubicBezTo>
                        <a:pt x="32438" y="46289"/>
                        <a:pt x="29679" y="48285"/>
                        <a:pt x="26540" y="49711"/>
                      </a:cubicBezTo>
                      <a:cubicBezTo>
                        <a:pt x="23401" y="51137"/>
                        <a:pt x="20071" y="51802"/>
                        <a:pt x="16457" y="51802"/>
                      </a:cubicBezTo>
                      <a:cubicBezTo>
                        <a:pt x="14269" y="51802"/>
                        <a:pt x="12271" y="51517"/>
                        <a:pt x="10274" y="50947"/>
                      </a:cubicBezTo>
                      <a:cubicBezTo>
                        <a:pt x="8276" y="50377"/>
                        <a:pt x="6469" y="49521"/>
                        <a:pt x="4947" y="48285"/>
                      </a:cubicBezTo>
                      <a:cubicBezTo>
                        <a:pt x="3425" y="47050"/>
                        <a:pt x="2188" y="45624"/>
                        <a:pt x="1332" y="43913"/>
                      </a:cubicBezTo>
                      <a:cubicBezTo>
                        <a:pt x="476" y="42202"/>
                        <a:pt x="0" y="40111"/>
                        <a:pt x="0" y="37640"/>
                      </a:cubicBezTo>
                      <a:cubicBezTo>
                        <a:pt x="0" y="29275"/>
                        <a:pt x="5708" y="24333"/>
                        <a:pt x="17218" y="22812"/>
                      </a:cubicBezTo>
                      <a:lnTo>
                        <a:pt x="25113" y="21766"/>
                      </a:lnTo>
                      <a:close/>
                      <a:moveTo>
                        <a:pt x="35006" y="24713"/>
                      </a:moveTo>
                      <a:cubicBezTo>
                        <a:pt x="32628" y="25759"/>
                        <a:pt x="30155" y="26424"/>
                        <a:pt x="27682" y="26709"/>
                      </a:cubicBezTo>
                      <a:cubicBezTo>
                        <a:pt x="25208" y="26994"/>
                        <a:pt x="22735" y="27279"/>
                        <a:pt x="20262" y="27469"/>
                      </a:cubicBezTo>
                      <a:cubicBezTo>
                        <a:pt x="15886" y="27755"/>
                        <a:pt x="12461" y="28800"/>
                        <a:pt x="9988" y="30416"/>
                      </a:cubicBezTo>
                      <a:cubicBezTo>
                        <a:pt x="7515" y="32032"/>
                        <a:pt x="6373" y="34598"/>
                        <a:pt x="6373" y="37925"/>
                      </a:cubicBezTo>
                      <a:cubicBezTo>
                        <a:pt x="6373" y="39446"/>
                        <a:pt x="6659" y="40776"/>
                        <a:pt x="7230" y="41917"/>
                      </a:cubicBezTo>
                      <a:cubicBezTo>
                        <a:pt x="7800" y="43058"/>
                        <a:pt x="8656" y="43913"/>
                        <a:pt x="9608" y="44673"/>
                      </a:cubicBezTo>
                      <a:cubicBezTo>
                        <a:pt x="10559" y="45434"/>
                        <a:pt x="11701" y="45909"/>
                        <a:pt x="13032" y="46289"/>
                      </a:cubicBezTo>
                      <a:cubicBezTo>
                        <a:pt x="14364" y="46670"/>
                        <a:pt x="15601" y="46860"/>
                        <a:pt x="17028" y="46860"/>
                      </a:cubicBezTo>
                      <a:cubicBezTo>
                        <a:pt x="19310" y="46860"/>
                        <a:pt x="21498" y="46575"/>
                        <a:pt x="23686" y="46004"/>
                      </a:cubicBezTo>
                      <a:cubicBezTo>
                        <a:pt x="25874" y="45434"/>
                        <a:pt x="27777" y="44579"/>
                        <a:pt x="29394" y="43438"/>
                      </a:cubicBezTo>
                      <a:cubicBezTo>
                        <a:pt x="31106" y="42297"/>
                        <a:pt x="32438" y="40776"/>
                        <a:pt x="33484" y="38971"/>
                      </a:cubicBezTo>
                      <a:cubicBezTo>
                        <a:pt x="34531" y="37165"/>
                        <a:pt x="35006" y="34978"/>
                        <a:pt x="35006" y="32507"/>
                      </a:cubicBezTo>
                      <a:lnTo>
                        <a:pt x="35006" y="24808"/>
                      </a:lnTo>
                      <a:close/>
                    </a:path>
                  </a:pathLst>
                </a:custGeom>
                <a:solidFill>
                  <a:srgbClr val="000000"/>
                </a:solidFill>
                <a:ln w="9506" cap="flat">
                  <a:noFill/>
                  <a:prstDash val="solid"/>
                  <a:miter/>
                </a:ln>
              </p:spPr>
              <p:txBody>
                <a:bodyPr rtlCol="0" anchor="ctr"/>
                <a:lstStyle/>
                <a:p>
                  <a:endParaRPr lang="en-US"/>
                </a:p>
              </p:txBody>
            </p:sp>
            <p:sp>
              <p:nvSpPr>
                <p:cNvPr id="4563" name="Freeform 4562">
                  <a:extLst>
                    <a:ext uri="{FF2B5EF4-FFF2-40B4-BE49-F238E27FC236}">
                      <a16:creationId xmlns:a16="http://schemas.microsoft.com/office/drawing/2014/main" id="{52231100-0EAD-94B3-AC3B-BE2EC00CC6FE}"/>
                    </a:ext>
                  </a:extLst>
                </p:cNvPr>
                <p:cNvSpPr/>
                <p:nvPr/>
              </p:nvSpPr>
              <p:spPr>
                <a:xfrm>
                  <a:off x="6038924" y="4819776"/>
                  <a:ext cx="21973" cy="50566"/>
                </a:xfrm>
                <a:custGeom>
                  <a:avLst/>
                  <a:gdLst>
                    <a:gd name="connsiteX0" fmla="*/ 5708 w 21973"/>
                    <a:gd name="connsiteY0" fmla="*/ 50567 h 50566"/>
                    <a:gd name="connsiteX1" fmla="*/ 0 w 21973"/>
                    <a:gd name="connsiteY1" fmla="*/ 50567 h 50566"/>
                    <a:gd name="connsiteX2" fmla="*/ 0 w 21973"/>
                    <a:gd name="connsiteY2" fmla="*/ 1331 h 50566"/>
                    <a:gd name="connsiteX3" fmla="*/ 5708 w 21973"/>
                    <a:gd name="connsiteY3" fmla="*/ 1331 h 50566"/>
                    <a:gd name="connsiteX4" fmla="*/ 5708 w 21973"/>
                    <a:gd name="connsiteY4" fmla="*/ 10550 h 50566"/>
                    <a:gd name="connsiteX5" fmla="*/ 5898 w 21973"/>
                    <a:gd name="connsiteY5" fmla="*/ 10550 h 50566"/>
                    <a:gd name="connsiteX6" fmla="*/ 12081 w 21973"/>
                    <a:gd name="connsiteY6" fmla="*/ 2281 h 50566"/>
                    <a:gd name="connsiteX7" fmla="*/ 21974 w 21973"/>
                    <a:gd name="connsiteY7" fmla="*/ 0 h 50566"/>
                    <a:gd name="connsiteX8" fmla="*/ 21974 w 21973"/>
                    <a:gd name="connsiteY8" fmla="*/ 6178 h 50566"/>
                    <a:gd name="connsiteX9" fmla="*/ 13983 w 21973"/>
                    <a:gd name="connsiteY9" fmla="*/ 7699 h 50566"/>
                    <a:gd name="connsiteX10" fmla="*/ 8942 w 21973"/>
                    <a:gd name="connsiteY10" fmla="*/ 12071 h 50566"/>
                    <a:gd name="connsiteX11" fmla="*/ 6373 w 21973"/>
                    <a:gd name="connsiteY11" fmla="*/ 18535 h 50566"/>
                    <a:gd name="connsiteX12" fmla="*/ 5708 w 21973"/>
                    <a:gd name="connsiteY12" fmla="*/ 26424 h 50566"/>
                    <a:gd name="connsiteX13" fmla="*/ 5708 w 21973"/>
                    <a:gd name="connsiteY13" fmla="*/ 50567 h 505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973" h="50566">
                      <a:moveTo>
                        <a:pt x="5708" y="50567"/>
                      </a:moveTo>
                      <a:lnTo>
                        <a:pt x="0" y="50567"/>
                      </a:lnTo>
                      <a:lnTo>
                        <a:pt x="0" y="1331"/>
                      </a:lnTo>
                      <a:lnTo>
                        <a:pt x="5708" y="1331"/>
                      </a:lnTo>
                      <a:lnTo>
                        <a:pt x="5708" y="10550"/>
                      </a:lnTo>
                      <a:lnTo>
                        <a:pt x="5898" y="10550"/>
                      </a:lnTo>
                      <a:cubicBezTo>
                        <a:pt x="7515" y="6653"/>
                        <a:pt x="9513" y="3897"/>
                        <a:pt x="12081" y="2281"/>
                      </a:cubicBezTo>
                      <a:cubicBezTo>
                        <a:pt x="14554" y="760"/>
                        <a:pt x="17884" y="0"/>
                        <a:pt x="21974" y="0"/>
                      </a:cubicBezTo>
                      <a:lnTo>
                        <a:pt x="21974" y="6178"/>
                      </a:lnTo>
                      <a:cubicBezTo>
                        <a:pt x="18740" y="6178"/>
                        <a:pt x="16076" y="6653"/>
                        <a:pt x="13983" y="7699"/>
                      </a:cubicBezTo>
                      <a:cubicBezTo>
                        <a:pt x="11891" y="8744"/>
                        <a:pt x="10178" y="10265"/>
                        <a:pt x="8942" y="12071"/>
                      </a:cubicBezTo>
                      <a:cubicBezTo>
                        <a:pt x="7705" y="13877"/>
                        <a:pt x="6849" y="16064"/>
                        <a:pt x="6373" y="18535"/>
                      </a:cubicBezTo>
                      <a:cubicBezTo>
                        <a:pt x="5898" y="21006"/>
                        <a:pt x="5708" y="23667"/>
                        <a:pt x="5708" y="26424"/>
                      </a:cubicBezTo>
                      <a:lnTo>
                        <a:pt x="5708" y="50567"/>
                      </a:lnTo>
                      <a:close/>
                    </a:path>
                  </a:pathLst>
                </a:custGeom>
                <a:solidFill>
                  <a:srgbClr val="000000"/>
                </a:solidFill>
                <a:ln w="9506" cap="flat">
                  <a:noFill/>
                  <a:prstDash val="solid"/>
                  <a:miter/>
                </a:ln>
              </p:spPr>
              <p:txBody>
                <a:bodyPr rtlCol="0" anchor="ctr"/>
                <a:lstStyle/>
                <a:p>
                  <a:endParaRPr lang="en-US"/>
                </a:p>
              </p:txBody>
            </p:sp>
            <p:sp>
              <p:nvSpPr>
                <p:cNvPr id="4564" name="Freeform 4563">
                  <a:extLst>
                    <a:ext uri="{FF2B5EF4-FFF2-40B4-BE49-F238E27FC236}">
                      <a16:creationId xmlns:a16="http://schemas.microsoft.com/office/drawing/2014/main" id="{450EA115-7595-173A-D456-42CD325ACF55}"/>
                    </a:ext>
                  </a:extLst>
                </p:cNvPr>
                <p:cNvSpPr/>
                <p:nvPr/>
              </p:nvSpPr>
              <p:spPr>
                <a:xfrm>
                  <a:off x="6067652" y="4819871"/>
                  <a:ext cx="44426" cy="51897"/>
                </a:xfrm>
                <a:custGeom>
                  <a:avLst/>
                  <a:gdLst>
                    <a:gd name="connsiteX0" fmla="*/ 6183 w 44426"/>
                    <a:gd name="connsiteY0" fmla="*/ 27185 h 51897"/>
                    <a:gd name="connsiteX1" fmla="*/ 7229 w 44426"/>
                    <a:gd name="connsiteY1" fmla="*/ 34788 h 51897"/>
                    <a:gd name="connsiteX2" fmla="*/ 10274 w 44426"/>
                    <a:gd name="connsiteY2" fmla="*/ 40967 h 51897"/>
                    <a:gd name="connsiteX3" fmla="*/ 15410 w 44426"/>
                    <a:gd name="connsiteY3" fmla="*/ 45149 h 51897"/>
                    <a:gd name="connsiteX4" fmla="*/ 22640 w 44426"/>
                    <a:gd name="connsiteY4" fmla="*/ 46765 h 51897"/>
                    <a:gd name="connsiteX5" fmla="*/ 32248 w 44426"/>
                    <a:gd name="connsiteY5" fmla="*/ 43818 h 51897"/>
                    <a:gd name="connsiteX6" fmla="*/ 37575 w 44426"/>
                    <a:gd name="connsiteY6" fmla="*/ 35454 h 51897"/>
                    <a:gd name="connsiteX7" fmla="*/ 43948 w 44426"/>
                    <a:gd name="connsiteY7" fmla="*/ 35454 h 51897"/>
                    <a:gd name="connsiteX8" fmla="*/ 41189 w 44426"/>
                    <a:gd name="connsiteY8" fmla="*/ 42012 h 51897"/>
                    <a:gd name="connsiteX9" fmla="*/ 36909 w 44426"/>
                    <a:gd name="connsiteY9" fmla="*/ 47240 h 51897"/>
                    <a:gd name="connsiteX10" fmla="*/ 30821 w 44426"/>
                    <a:gd name="connsiteY10" fmla="*/ 50662 h 51897"/>
                    <a:gd name="connsiteX11" fmla="*/ 22640 w 44426"/>
                    <a:gd name="connsiteY11" fmla="*/ 51898 h 51897"/>
                    <a:gd name="connsiteX12" fmla="*/ 12461 w 44426"/>
                    <a:gd name="connsiteY12" fmla="*/ 49901 h 51897"/>
                    <a:gd name="connsiteX13" fmla="*/ 5422 w 44426"/>
                    <a:gd name="connsiteY13" fmla="*/ 44389 h 51897"/>
                    <a:gd name="connsiteX14" fmla="*/ 1332 w 44426"/>
                    <a:gd name="connsiteY14" fmla="*/ 36214 h 51897"/>
                    <a:gd name="connsiteX15" fmla="*/ 0 w 44426"/>
                    <a:gd name="connsiteY15" fmla="*/ 26139 h 51897"/>
                    <a:gd name="connsiteX16" fmla="*/ 1617 w 44426"/>
                    <a:gd name="connsiteY16" fmla="*/ 15969 h 51897"/>
                    <a:gd name="connsiteX17" fmla="*/ 6088 w 44426"/>
                    <a:gd name="connsiteY17" fmla="*/ 7604 h 51897"/>
                    <a:gd name="connsiteX18" fmla="*/ 13222 w 44426"/>
                    <a:gd name="connsiteY18" fmla="*/ 1996 h 51897"/>
                    <a:gd name="connsiteX19" fmla="*/ 22735 w 44426"/>
                    <a:gd name="connsiteY19" fmla="*/ 0 h 51897"/>
                    <a:gd name="connsiteX20" fmla="*/ 38716 w 44426"/>
                    <a:gd name="connsiteY20" fmla="*/ 6939 h 51897"/>
                    <a:gd name="connsiteX21" fmla="*/ 44424 w 44426"/>
                    <a:gd name="connsiteY21" fmla="*/ 27185 h 51897"/>
                    <a:gd name="connsiteX22" fmla="*/ 6183 w 44426"/>
                    <a:gd name="connsiteY22" fmla="*/ 27185 h 51897"/>
                    <a:gd name="connsiteX23" fmla="*/ 38335 w 44426"/>
                    <a:gd name="connsiteY23" fmla="*/ 22432 h 51897"/>
                    <a:gd name="connsiteX24" fmla="*/ 37384 w 44426"/>
                    <a:gd name="connsiteY24" fmla="*/ 15684 h 51897"/>
                    <a:gd name="connsiteX25" fmla="*/ 34435 w 44426"/>
                    <a:gd name="connsiteY25" fmla="*/ 10170 h 51897"/>
                    <a:gd name="connsiteX26" fmla="*/ 29584 w 44426"/>
                    <a:gd name="connsiteY26" fmla="*/ 6464 h 51897"/>
                    <a:gd name="connsiteX27" fmla="*/ 22830 w 44426"/>
                    <a:gd name="connsiteY27" fmla="*/ 5038 h 51897"/>
                    <a:gd name="connsiteX28" fmla="*/ 16076 w 44426"/>
                    <a:gd name="connsiteY28" fmla="*/ 6464 h 51897"/>
                    <a:gd name="connsiteX29" fmla="*/ 11130 w 44426"/>
                    <a:gd name="connsiteY29" fmla="*/ 10266 h 51897"/>
                    <a:gd name="connsiteX30" fmla="*/ 7800 w 44426"/>
                    <a:gd name="connsiteY30" fmla="*/ 15778 h 51897"/>
                    <a:gd name="connsiteX31" fmla="*/ 6183 w 44426"/>
                    <a:gd name="connsiteY31" fmla="*/ 22432 h 51897"/>
                    <a:gd name="connsiteX32" fmla="*/ 38335 w 44426"/>
                    <a:gd name="connsiteY32" fmla="*/ 22432 h 51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4426" h="51897">
                      <a:moveTo>
                        <a:pt x="6183" y="27185"/>
                      </a:moveTo>
                      <a:cubicBezTo>
                        <a:pt x="6183" y="29846"/>
                        <a:pt x="6564" y="32412"/>
                        <a:pt x="7229" y="34788"/>
                      </a:cubicBezTo>
                      <a:cubicBezTo>
                        <a:pt x="7895" y="37165"/>
                        <a:pt x="8942" y="39256"/>
                        <a:pt x="10274" y="40967"/>
                      </a:cubicBezTo>
                      <a:cubicBezTo>
                        <a:pt x="11605" y="42678"/>
                        <a:pt x="13413" y="44103"/>
                        <a:pt x="15410" y="45149"/>
                      </a:cubicBezTo>
                      <a:cubicBezTo>
                        <a:pt x="17503" y="46195"/>
                        <a:pt x="19881" y="46765"/>
                        <a:pt x="22640" y="46765"/>
                      </a:cubicBezTo>
                      <a:cubicBezTo>
                        <a:pt x="26350" y="46765"/>
                        <a:pt x="29584" y="45814"/>
                        <a:pt x="32248" y="43818"/>
                      </a:cubicBezTo>
                      <a:cubicBezTo>
                        <a:pt x="34911" y="41822"/>
                        <a:pt x="36718" y="39066"/>
                        <a:pt x="37575" y="35454"/>
                      </a:cubicBezTo>
                      <a:lnTo>
                        <a:pt x="43948" y="35454"/>
                      </a:lnTo>
                      <a:cubicBezTo>
                        <a:pt x="43282" y="37830"/>
                        <a:pt x="42331" y="39921"/>
                        <a:pt x="41189" y="42012"/>
                      </a:cubicBezTo>
                      <a:cubicBezTo>
                        <a:pt x="40048" y="44008"/>
                        <a:pt x="38621" y="45719"/>
                        <a:pt x="36909" y="47240"/>
                      </a:cubicBezTo>
                      <a:cubicBezTo>
                        <a:pt x="35196" y="48761"/>
                        <a:pt x="33199" y="49901"/>
                        <a:pt x="30821" y="50662"/>
                      </a:cubicBezTo>
                      <a:cubicBezTo>
                        <a:pt x="28442" y="51517"/>
                        <a:pt x="25779" y="51898"/>
                        <a:pt x="22640" y="51898"/>
                      </a:cubicBezTo>
                      <a:cubicBezTo>
                        <a:pt x="18740" y="51898"/>
                        <a:pt x="15315" y="51232"/>
                        <a:pt x="12461" y="49901"/>
                      </a:cubicBezTo>
                      <a:cubicBezTo>
                        <a:pt x="9608" y="48571"/>
                        <a:pt x="7229" y="46765"/>
                        <a:pt x="5422" y="44389"/>
                      </a:cubicBezTo>
                      <a:cubicBezTo>
                        <a:pt x="3615" y="42108"/>
                        <a:pt x="2188" y="39351"/>
                        <a:pt x="1332" y="36214"/>
                      </a:cubicBezTo>
                      <a:cubicBezTo>
                        <a:pt x="476" y="33078"/>
                        <a:pt x="0" y="29656"/>
                        <a:pt x="0" y="26139"/>
                      </a:cubicBezTo>
                      <a:cubicBezTo>
                        <a:pt x="0" y="22622"/>
                        <a:pt x="476" y="19105"/>
                        <a:pt x="1617" y="15969"/>
                      </a:cubicBezTo>
                      <a:cubicBezTo>
                        <a:pt x="2664" y="12832"/>
                        <a:pt x="4186" y="10076"/>
                        <a:pt x="6088" y="7604"/>
                      </a:cubicBezTo>
                      <a:cubicBezTo>
                        <a:pt x="7991" y="5228"/>
                        <a:pt x="10369" y="3327"/>
                        <a:pt x="13222" y="1996"/>
                      </a:cubicBezTo>
                      <a:cubicBezTo>
                        <a:pt x="15981" y="665"/>
                        <a:pt x="19215" y="0"/>
                        <a:pt x="22735" y="0"/>
                      </a:cubicBezTo>
                      <a:cubicBezTo>
                        <a:pt x="29489" y="0"/>
                        <a:pt x="34816" y="2281"/>
                        <a:pt x="38716" y="6939"/>
                      </a:cubicBezTo>
                      <a:cubicBezTo>
                        <a:pt x="42616" y="11596"/>
                        <a:pt x="44519" y="18345"/>
                        <a:pt x="44424" y="27185"/>
                      </a:cubicBezTo>
                      <a:lnTo>
                        <a:pt x="6183" y="27185"/>
                      </a:lnTo>
                      <a:close/>
                      <a:moveTo>
                        <a:pt x="38335" y="22432"/>
                      </a:moveTo>
                      <a:cubicBezTo>
                        <a:pt x="38335" y="20056"/>
                        <a:pt x="37955" y="17775"/>
                        <a:pt x="37384" y="15684"/>
                      </a:cubicBezTo>
                      <a:cubicBezTo>
                        <a:pt x="36718" y="13592"/>
                        <a:pt x="35767" y="11691"/>
                        <a:pt x="34435" y="10170"/>
                      </a:cubicBezTo>
                      <a:cubicBezTo>
                        <a:pt x="33104" y="8650"/>
                        <a:pt x="31487" y="7414"/>
                        <a:pt x="29584" y="6464"/>
                      </a:cubicBezTo>
                      <a:cubicBezTo>
                        <a:pt x="27586" y="5513"/>
                        <a:pt x="25398" y="5038"/>
                        <a:pt x="22830" y="5038"/>
                      </a:cubicBezTo>
                      <a:cubicBezTo>
                        <a:pt x="20262" y="5038"/>
                        <a:pt x="18074" y="5513"/>
                        <a:pt x="16076" y="6464"/>
                      </a:cubicBezTo>
                      <a:cubicBezTo>
                        <a:pt x="14174" y="7414"/>
                        <a:pt x="12461" y="8650"/>
                        <a:pt x="11130" y="10266"/>
                      </a:cubicBezTo>
                      <a:cubicBezTo>
                        <a:pt x="9798" y="11881"/>
                        <a:pt x="8656" y="13687"/>
                        <a:pt x="7800" y="15778"/>
                      </a:cubicBezTo>
                      <a:cubicBezTo>
                        <a:pt x="6944" y="17870"/>
                        <a:pt x="6468" y="20056"/>
                        <a:pt x="6183" y="22432"/>
                      </a:cubicBezTo>
                      <a:lnTo>
                        <a:pt x="38335" y="22432"/>
                      </a:lnTo>
                      <a:close/>
                    </a:path>
                  </a:pathLst>
                </a:custGeom>
                <a:solidFill>
                  <a:srgbClr val="000000"/>
                </a:solidFill>
                <a:ln w="9506" cap="flat">
                  <a:noFill/>
                  <a:prstDash val="solid"/>
                  <a:miter/>
                </a:ln>
              </p:spPr>
              <p:txBody>
                <a:bodyPr rtlCol="0" anchor="ctr"/>
                <a:lstStyle/>
                <a:p>
                  <a:endParaRPr lang="en-US"/>
                </a:p>
              </p:txBody>
            </p:sp>
            <p:sp>
              <p:nvSpPr>
                <p:cNvPr id="4565" name="Freeform 4564">
                  <a:extLst>
                    <a:ext uri="{FF2B5EF4-FFF2-40B4-BE49-F238E27FC236}">
                      <a16:creationId xmlns:a16="http://schemas.microsoft.com/office/drawing/2014/main" id="{5EA41C02-2433-01EB-4079-92840DE1C737}"/>
                    </a:ext>
                  </a:extLst>
                </p:cNvPr>
                <p:cNvSpPr/>
                <p:nvPr/>
              </p:nvSpPr>
              <p:spPr>
                <a:xfrm>
                  <a:off x="6121778" y="4801906"/>
                  <a:ext cx="45184" cy="69862"/>
                </a:xfrm>
                <a:custGeom>
                  <a:avLst/>
                  <a:gdLst>
                    <a:gd name="connsiteX0" fmla="*/ 39477 w 45184"/>
                    <a:gd name="connsiteY0" fmla="*/ 0 h 69862"/>
                    <a:gd name="connsiteX1" fmla="*/ 45185 w 45184"/>
                    <a:gd name="connsiteY1" fmla="*/ 0 h 69862"/>
                    <a:gd name="connsiteX2" fmla="*/ 45185 w 45184"/>
                    <a:gd name="connsiteY2" fmla="*/ 68436 h 69862"/>
                    <a:gd name="connsiteX3" fmla="*/ 39477 w 45184"/>
                    <a:gd name="connsiteY3" fmla="*/ 68436 h 69862"/>
                    <a:gd name="connsiteX4" fmla="*/ 39477 w 45184"/>
                    <a:gd name="connsiteY4" fmla="*/ 59787 h 69862"/>
                    <a:gd name="connsiteX5" fmla="*/ 39287 w 45184"/>
                    <a:gd name="connsiteY5" fmla="*/ 59787 h 69862"/>
                    <a:gd name="connsiteX6" fmla="*/ 36148 w 45184"/>
                    <a:gd name="connsiteY6" fmla="*/ 64159 h 69862"/>
                    <a:gd name="connsiteX7" fmla="*/ 31867 w 45184"/>
                    <a:gd name="connsiteY7" fmla="*/ 67295 h 69862"/>
                    <a:gd name="connsiteX8" fmla="*/ 27111 w 45184"/>
                    <a:gd name="connsiteY8" fmla="*/ 69197 h 69862"/>
                    <a:gd name="connsiteX9" fmla="*/ 22259 w 45184"/>
                    <a:gd name="connsiteY9" fmla="*/ 69862 h 69862"/>
                    <a:gd name="connsiteX10" fmla="*/ 12081 w 45184"/>
                    <a:gd name="connsiteY10" fmla="*/ 67866 h 69862"/>
                    <a:gd name="connsiteX11" fmla="*/ 5232 w 45184"/>
                    <a:gd name="connsiteY11" fmla="*/ 62353 h 69862"/>
                    <a:gd name="connsiteX12" fmla="*/ 1237 w 45184"/>
                    <a:gd name="connsiteY12" fmla="*/ 54179 h 69862"/>
                    <a:gd name="connsiteX13" fmla="*/ 0 w 45184"/>
                    <a:gd name="connsiteY13" fmla="*/ 44008 h 69862"/>
                    <a:gd name="connsiteX14" fmla="*/ 1332 w 45184"/>
                    <a:gd name="connsiteY14" fmla="*/ 34123 h 69862"/>
                    <a:gd name="connsiteX15" fmla="*/ 5327 w 45184"/>
                    <a:gd name="connsiteY15" fmla="*/ 25759 h 69862"/>
                    <a:gd name="connsiteX16" fmla="*/ 12176 w 45184"/>
                    <a:gd name="connsiteY16" fmla="*/ 20055 h 69862"/>
                    <a:gd name="connsiteX17" fmla="*/ 21879 w 45184"/>
                    <a:gd name="connsiteY17" fmla="*/ 17964 h 69862"/>
                    <a:gd name="connsiteX18" fmla="*/ 31867 w 45184"/>
                    <a:gd name="connsiteY18" fmla="*/ 20246 h 69862"/>
                    <a:gd name="connsiteX19" fmla="*/ 39477 w 45184"/>
                    <a:gd name="connsiteY19" fmla="*/ 27184 h 69862"/>
                    <a:gd name="connsiteX20" fmla="*/ 39477 w 45184"/>
                    <a:gd name="connsiteY20" fmla="*/ 95 h 69862"/>
                    <a:gd name="connsiteX21" fmla="*/ 39477 w 45184"/>
                    <a:gd name="connsiteY21" fmla="*/ 43628 h 69862"/>
                    <a:gd name="connsiteX22" fmla="*/ 38336 w 45184"/>
                    <a:gd name="connsiteY22" fmla="*/ 35739 h 69862"/>
                    <a:gd name="connsiteX23" fmla="*/ 35006 w 45184"/>
                    <a:gd name="connsiteY23" fmla="*/ 29181 h 69862"/>
                    <a:gd name="connsiteX24" fmla="*/ 29774 w 45184"/>
                    <a:gd name="connsiteY24" fmla="*/ 24713 h 69862"/>
                    <a:gd name="connsiteX25" fmla="*/ 22830 w 45184"/>
                    <a:gd name="connsiteY25" fmla="*/ 23097 h 69862"/>
                    <a:gd name="connsiteX26" fmla="*/ 15125 w 45184"/>
                    <a:gd name="connsiteY26" fmla="*/ 24808 h 69862"/>
                    <a:gd name="connsiteX27" fmla="*/ 9798 w 45184"/>
                    <a:gd name="connsiteY27" fmla="*/ 29656 h 69862"/>
                    <a:gd name="connsiteX28" fmla="*/ 6754 w 45184"/>
                    <a:gd name="connsiteY28" fmla="*/ 36689 h 69862"/>
                    <a:gd name="connsiteX29" fmla="*/ 5993 w 45184"/>
                    <a:gd name="connsiteY29" fmla="*/ 45434 h 69862"/>
                    <a:gd name="connsiteX30" fmla="*/ 7230 w 45184"/>
                    <a:gd name="connsiteY30" fmla="*/ 53703 h 69862"/>
                    <a:gd name="connsiteX31" fmla="*/ 10844 w 45184"/>
                    <a:gd name="connsiteY31" fmla="*/ 59692 h 69862"/>
                    <a:gd name="connsiteX32" fmla="*/ 16171 w 45184"/>
                    <a:gd name="connsiteY32" fmla="*/ 63494 h 69862"/>
                    <a:gd name="connsiteX33" fmla="*/ 22830 w 45184"/>
                    <a:gd name="connsiteY33" fmla="*/ 64824 h 69862"/>
                    <a:gd name="connsiteX34" fmla="*/ 29964 w 45184"/>
                    <a:gd name="connsiteY34" fmla="*/ 63208 h 69862"/>
                    <a:gd name="connsiteX35" fmla="*/ 35197 w 45184"/>
                    <a:gd name="connsiteY35" fmla="*/ 58741 h 69862"/>
                    <a:gd name="connsiteX36" fmla="*/ 38336 w 45184"/>
                    <a:gd name="connsiteY36" fmla="*/ 52088 h 69862"/>
                    <a:gd name="connsiteX37" fmla="*/ 39477 w 45184"/>
                    <a:gd name="connsiteY37" fmla="*/ 43723 h 698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45184" h="69862">
                      <a:moveTo>
                        <a:pt x="39477" y="0"/>
                      </a:moveTo>
                      <a:lnTo>
                        <a:pt x="45185" y="0"/>
                      </a:lnTo>
                      <a:lnTo>
                        <a:pt x="45185" y="68436"/>
                      </a:lnTo>
                      <a:lnTo>
                        <a:pt x="39477" y="68436"/>
                      </a:lnTo>
                      <a:lnTo>
                        <a:pt x="39477" y="59787"/>
                      </a:lnTo>
                      <a:lnTo>
                        <a:pt x="39287" y="59787"/>
                      </a:lnTo>
                      <a:cubicBezTo>
                        <a:pt x="38431" y="61402"/>
                        <a:pt x="37385" y="62923"/>
                        <a:pt x="36148" y="64159"/>
                      </a:cubicBezTo>
                      <a:cubicBezTo>
                        <a:pt x="34911" y="65395"/>
                        <a:pt x="33389" y="66440"/>
                        <a:pt x="31867" y="67295"/>
                      </a:cubicBezTo>
                      <a:cubicBezTo>
                        <a:pt x="30345" y="68151"/>
                        <a:pt x="28728" y="68721"/>
                        <a:pt x="27111" y="69197"/>
                      </a:cubicBezTo>
                      <a:cubicBezTo>
                        <a:pt x="25494" y="69672"/>
                        <a:pt x="23877" y="69862"/>
                        <a:pt x="22259" y="69862"/>
                      </a:cubicBezTo>
                      <a:cubicBezTo>
                        <a:pt x="18264" y="69862"/>
                        <a:pt x="14840" y="69197"/>
                        <a:pt x="12081" y="67866"/>
                      </a:cubicBezTo>
                      <a:cubicBezTo>
                        <a:pt x="9322" y="66535"/>
                        <a:pt x="6944" y="64729"/>
                        <a:pt x="5232" y="62353"/>
                      </a:cubicBezTo>
                      <a:cubicBezTo>
                        <a:pt x="3425" y="60072"/>
                        <a:pt x="2093" y="57315"/>
                        <a:pt x="1237" y="54179"/>
                      </a:cubicBezTo>
                      <a:cubicBezTo>
                        <a:pt x="381" y="51042"/>
                        <a:pt x="0" y="47620"/>
                        <a:pt x="0" y="44008"/>
                      </a:cubicBezTo>
                      <a:cubicBezTo>
                        <a:pt x="0" y="40586"/>
                        <a:pt x="476" y="37260"/>
                        <a:pt x="1332" y="34123"/>
                      </a:cubicBezTo>
                      <a:cubicBezTo>
                        <a:pt x="2188" y="30986"/>
                        <a:pt x="3615" y="28230"/>
                        <a:pt x="5327" y="25759"/>
                      </a:cubicBezTo>
                      <a:cubicBezTo>
                        <a:pt x="7134" y="23382"/>
                        <a:pt x="9418" y="21481"/>
                        <a:pt x="12176" y="20055"/>
                      </a:cubicBezTo>
                      <a:cubicBezTo>
                        <a:pt x="14935" y="18630"/>
                        <a:pt x="18169" y="17964"/>
                        <a:pt x="21879" y="17964"/>
                      </a:cubicBezTo>
                      <a:cubicBezTo>
                        <a:pt x="25399" y="17964"/>
                        <a:pt x="28728" y="18725"/>
                        <a:pt x="31867" y="20246"/>
                      </a:cubicBezTo>
                      <a:cubicBezTo>
                        <a:pt x="35101" y="21767"/>
                        <a:pt x="37575" y="24143"/>
                        <a:pt x="39477" y="27184"/>
                      </a:cubicBezTo>
                      <a:lnTo>
                        <a:pt x="39477" y="95"/>
                      </a:lnTo>
                      <a:close/>
                      <a:moveTo>
                        <a:pt x="39477" y="43628"/>
                      </a:moveTo>
                      <a:cubicBezTo>
                        <a:pt x="39477" y="40872"/>
                        <a:pt x="39097" y="38210"/>
                        <a:pt x="38336" y="35739"/>
                      </a:cubicBezTo>
                      <a:cubicBezTo>
                        <a:pt x="37575" y="33268"/>
                        <a:pt x="36433" y="31081"/>
                        <a:pt x="35006" y="29181"/>
                      </a:cubicBezTo>
                      <a:cubicBezTo>
                        <a:pt x="33579" y="27279"/>
                        <a:pt x="31867" y="25854"/>
                        <a:pt x="29774" y="24713"/>
                      </a:cubicBezTo>
                      <a:cubicBezTo>
                        <a:pt x="27682" y="23573"/>
                        <a:pt x="25399" y="23097"/>
                        <a:pt x="22830" y="23097"/>
                      </a:cubicBezTo>
                      <a:cubicBezTo>
                        <a:pt x="19881" y="23097"/>
                        <a:pt x="17313" y="23667"/>
                        <a:pt x="15125" y="24808"/>
                      </a:cubicBezTo>
                      <a:cubicBezTo>
                        <a:pt x="12937" y="25949"/>
                        <a:pt x="11225" y="27565"/>
                        <a:pt x="9798" y="29656"/>
                      </a:cubicBezTo>
                      <a:cubicBezTo>
                        <a:pt x="8371" y="31652"/>
                        <a:pt x="7420" y="34028"/>
                        <a:pt x="6754" y="36689"/>
                      </a:cubicBezTo>
                      <a:cubicBezTo>
                        <a:pt x="6088" y="39351"/>
                        <a:pt x="5898" y="42298"/>
                        <a:pt x="5993" y="45434"/>
                      </a:cubicBezTo>
                      <a:cubicBezTo>
                        <a:pt x="5993" y="48571"/>
                        <a:pt x="6374" y="51327"/>
                        <a:pt x="7230" y="53703"/>
                      </a:cubicBezTo>
                      <a:cubicBezTo>
                        <a:pt x="8086" y="56080"/>
                        <a:pt x="9227" y="58076"/>
                        <a:pt x="10844" y="59692"/>
                      </a:cubicBezTo>
                      <a:cubicBezTo>
                        <a:pt x="12366" y="61308"/>
                        <a:pt x="14174" y="62638"/>
                        <a:pt x="16171" y="63494"/>
                      </a:cubicBezTo>
                      <a:cubicBezTo>
                        <a:pt x="18169" y="64349"/>
                        <a:pt x="20452" y="64824"/>
                        <a:pt x="22830" y="64824"/>
                      </a:cubicBezTo>
                      <a:cubicBezTo>
                        <a:pt x="25494" y="64824"/>
                        <a:pt x="27872" y="64254"/>
                        <a:pt x="29964" y="63208"/>
                      </a:cubicBezTo>
                      <a:cubicBezTo>
                        <a:pt x="32057" y="62163"/>
                        <a:pt x="33770" y="60642"/>
                        <a:pt x="35197" y="58741"/>
                      </a:cubicBezTo>
                      <a:cubicBezTo>
                        <a:pt x="36623" y="56840"/>
                        <a:pt x="37670" y="54654"/>
                        <a:pt x="38336" y="52088"/>
                      </a:cubicBezTo>
                      <a:cubicBezTo>
                        <a:pt x="39097" y="49521"/>
                        <a:pt x="39477" y="46765"/>
                        <a:pt x="39477" y="43723"/>
                      </a:cubicBezTo>
                      <a:close/>
                    </a:path>
                  </a:pathLst>
                </a:custGeom>
                <a:solidFill>
                  <a:srgbClr val="000000"/>
                </a:solidFill>
                <a:ln w="9506" cap="flat">
                  <a:noFill/>
                  <a:prstDash val="solid"/>
                  <a:miter/>
                </a:ln>
              </p:spPr>
              <p:txBody>
                <a:bodyPr rtlCol="0" anchor="ctr"/>
                <a:lstStyle/>
                <a:p>
                  <a:endParaRPr lang="en-US"/>
                </a:p>
              </p:txBody>
            </p:sp>
          </p:grpSp>
          <p:grpSp>
            <p:nvGrpSpPr>
              <p:cNvPr id="4515" name="Graphic 5">
                <a:extLst>
                  <a:ext uri="{FF2B5EF4-FFF2-40B4-BE49-F238E27FC236}">
                    <a16:creationId xmlns:a16="http://schemas.microsoft.com/office/drawing/2014/main" id="{6EDB3F86-D0B7-3595-52FC-62A7A1CD965E}"/>
                  </a:ext>
                </a:extLst>
              </p:cNvPr>
              <p:cNvGrpSpPr/>
              <p:nvPr/>
            </p:nvGrpSpPr>
            <p:grpSpPr>
              <a:xfrm>
                <a:off x="8979913" y="6209193"/>
                <a:ext cx="791625" cy="174093"/>
                <a:chOff x="6222897" y="4801906"/>
                <a:chExt cx="318099" cy="69956"/>
              </a:xfrm>
              <a:solidFill>
                <a:srgbClr val="000000"/>
              </a:solidFill>
            </p:grpSpPr>
            <p:sp>
              <p:nvSpPr>
                <p:cNvPr id="4550" name="Freeform 4549">
                  <a:extLst>
                    <a:ext uri="{FF2B5EF4-FFF2-40B4-BE49-F238E27FC236}">
                      <a16:creationId xmlns:a16="http://schemas.microsoft.com/office/drawing/2014/main" id="{BEF678CA-1F01-5FB0-EA40-93AF9CB1B653}"/>
                    </a:ext>
                  </a:extLst>
                </p:cNvPr>
                <p:cNvSpPr/>
                <p:nvPr/>
              </p:nvSpPr>
              <p:spPr>
                <a:xfrm>
                  <a:off x="6222897" y="4801906"/>
                  <a:ext cx="6278" cy="68436"/>
                </a:xfrm>
                <a:custGeom>
                  <a:avLst/>
                  <a:gdLst>
                    <a:gd name="connsiteX0" fmla="*/ 0 w 6278"/>
                    <a:gd name="connsiteY0" fmla="*/ 8459 h 68436"/>
                    <a:gd name="connsiteX1" fmla="*/ 0 w 6278"/>
                    <a:gd name="connsiteY1" fmla="*/ 0 h 68436"/>
                    <a:gd name="connsiteX2" fmla="*/ 6278 w 6278"/>
                    <a:gd name="connsiteY2" fmla="*/ 0 h 68436"/>
                    <a:gd name="connsiteX3" fmla="*/ 6278 w 6278"/>
                    <a:gd name="connsiteY3" fmla="*/ 8459 h 68436"/>
                    <a:gd name="connsiteX4" fmla="*/ 0 w 6278"/>
                    <a:gd name="connsiteY4" fmla="*/ 8459 h 68436"/>
                    <a:gd name="connsiteX5" fmla="*/ 285 w 6278"/>
                    <a:gd name="connsiteY5" fmla="*/ 68436 h 68436"/>
                    <a:gd name="connsiteX6" fmla="*/ 285 w 6278"/>
                    <a:gd name="connsiteY6" fmla="*/ 19200 h 68436"/>
                    <a:gd name="connsiteX7" fmla="*/ 5993 w 6278"/>
                    <a:gd name="connsiteY7" fmla="*/ 19200 h 68436"/>
                    <a:gd name="connsiteX8" fmla="*/ 5993 w 6278"/>
                    <a:gd name="connsiteY8" fmla="*/ 68436 h 68436"/>
                    <a:gd name="connsiteX9" fmla="*/ 285 w 6278"/>
                    <a:gd name="connsiteY9" fmla="*/ 68436 h 68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78" h="68436">
                      <a:moveTo>
                        <a:pt x="0" y="8459"/>
                      </a:moveTo>
                      <a:lnTo>
                        <a:pt x="0" y="0"/>
                      </a:lnTo>
                      <a:lnTo>
                        <a:pt x="6278" y="0"/>
                      </a:lnTo>
                      <a:lnTo>
                        <a:pt x="6278" y="8459"/>
                      </a:lnTo>
                      <a:lnTo>
                        <a:pt x="0" y="8459"/>
                      </a:lnTo>
                      <a:close/>
                      <a:moveTo>
                        <a:pt x="285" y="68436"/>
                      </a:moveTo>
                      <a:lnTo>
                        <a:pt x="285" y="19200"/>
                      </a:lnTo>
                      <a:lnTo>
                        <a:pt x="5993" y="19200"/>
                      </a:lnTo>
                      <a:lnTo>
                        <a:pt x="5993" y="68436"/>
                      </a:lnTo>
                      <a:lnTo>
                        <a:pt x="285" y="68436"/>
                      </a:lnTo>
                      <a:close/>
                    </a:path>
                  </a:pathLst>
                </a:custGeom>
                <a:solidFill>
                  <a:srgbClr val="000000"/>
                </a:solidFill>
                <a:ln w="9506" cap="flat">
                  <a:noFill/>
                  <a:prstDash val="solid"/>
                  <a:miter/>
                </a:ln>
              </p:spPr>
              <p:txBody>
                <a:bodyPr rtlCol="0" anchor="ctr"/>
                <a:lstStyle/>
                <a:p>
                  <a:endParaRPr lang="en-US"/>
                </a:p>
              </p:txBody>
            </p:sp>
            <p:sp>
              <p:nvSpPr>
                <p:cNvPr id="4551" name="Freeform 4550">
                  <a:extLst>
                    <a:ext uri="{FF2B5EF4-FFF2-40B4-BE49-F238E27FC236}">
                      <a16:creationId xmlns:a16="http://schemas.microsoft.com/office/drawing/2014/main" id="{6F8D4327-26A5-2223-9F24-8A3D81F031EA}"/>
                    </a:ext>
                  </a:extLst>
                </p:cNvPr>
                <p:cNvSpPr/>
                <p:nvPr/>
              </p:nvSpPr>
              <p:spPr>
                <a:xfrm>
                  <a:off x="6240590" y="4819776"/>
                  <a:ext cx="38906" cy="52087"/>
                </a:xfrm>
                <a:custGeom>
                  <a:avLst/>
                  <a:gdLst>
                    <a:gd name="connsiteX0" fmla="*/ 6183 w 38906"/>
                    <a:gd name="connsiteY0" fmla="*/ 35168 h 52087"/>
                    <a:gd name="connsiteX1" fmla="*/ 10939 w 38906"/>
                    <a:gd name="connsiteY1" fmla="*/ 44198 h 52087"/>
                    <a:gd name="connsiteX2" fmla="*/ 20833 w 38906"/>
                    <a:gd name="connsiteY2" fmla="*/ 46765 h 52087"/>
                    <a:gd name="connsiteX3" fmla="*/ 26254 w 38906"/>
                    <a:gd name="connsiteY3" fmla="*/ 46004 h 52087"/>
                    <a:gd name="connsiteX4" fmla="*/ 29964 w 38906"/>
                    <a:gd name="connsiteY4" fmla="*/ 44008 h 52087"/>
                    <a:gd name="connsiteX5" fmla="*/ 32247 w 38906"/>
                    <a:gd name="connsiteY5" fmla="*/ 41062 h 52087"/>
                    <a:gd name="connsiteX6" fmla="*/ 33009 w 38906"/>
                    <a:gd name="connsiteY6" fmla="*/ 37640 h 52087"/>
                    <a:gd name="connsiteX7" fmla="*/ 30630 w 38906"/>
                    <a:gd name="connsiteY7" fmla="*/ 32317 h 52087"/>
                    <a:gd name="connsiteX8" fmla="*/ 24732 w 38906"/>
                    <a:gd name="connsiteY8" fmla="*/ 29561 h 52087"/>
                    <a:gd name="connsiteX9" fmla="*/ 17122 w 38906"/>
                    <a:gd name="connsiteY9" fmla="*/ 27850 h 52087"/>
                    <a:gd name="connsiteX10" fmla="*/ 9513 w 38906"/>
                    <a:gd name="connsiteY10" fmla="*/ 25663 h 52087"/>
                    <a:gd name="connsiteX11" fmla="*/ 3615 w 38906"/>
                    <a:gd name="connsiteY11" fmla="*/ 21576 h 52087"/>
                    <a:gd name="connsiteX12" fmla="*/ 1236 w 38906"/>
                    <a:gd name="connsiteY12" fmla="*/ 14067 h 52087"/>
                    <a:gd name="connsiteX13" fmla="*/ 5803 w 38906"/>
                    <a:gd name="connsiteY13" fmla="*/ 3992 h 52087"/>
                    <a:gd name="connsiteX14" fmla="*/ 18549 w 38906"/>
                    <a:gd name="connsiteY14" fmla="*/ 0 h 52087"/>
                    <a:gd name="connsiteX15" fmla="*/ 31581 w 38906"/>
                    <a:gd name="connsiteY15" fmla="*/ 3612 h 52087"/>
                    <a:gd name="connsiteX16" fmla="*/ 37574 w 38906"/>
                    <a:gd name="connsiteY16" fmla="*/ 15493 h 52087"/>
                    <a:gd name="connsiteX17" fmla="*/ 31772 w 38906"/>
                    <a:gd name="connsiteY17" fmla="*/ 15493 h 52087"/>
                    <a:gd name="connsiteX18" fmla="*/ 27396 w 38906"/>
                    <a:gd name="connsiteY18" fmla="*/ 7414 h 52087"/>
                    <a:gd name="connsiteX19" fmla="*/ 18454 w 38906"/>
                    <a:gd name="connsiteY19" fmla="*/ 5133 h 52087"/>
                    <a:gd name="connsiteX20" fmla="*/ 10178 w 38906"/>
                    <a:gd name="connsiteY20" fmla="*/ 7414 h 52087"/>
                    <a:gd name="connsiteX21" fmla="*/ 7325 w 38906"/>
                    <a:gd name="connsiteY21" fmla="*/ 13592 h 52087"/>
                    <a:gd name="connsiteX22" fmla="*/ 9607 w 38906"/>
                    <a:gd name="connsiteY22" fmla="*/ 18725 h 52087"/>
                    <a:gd name="connsiteX23" fmla="*/ 15505 w 38906"/>
                    <a:gd name="connsiteY23" fmla="*/ 21576 h 52087"/>
                    <a:gd name="connsiteX24" fmla="*/ 23115 w 38906"/>
                    <a:gd name="connsiteY24" fmla="*/ 23572 h 52087"/>
                    <a:gd name="connsiteX25" fmla="*/ 30725 w 38906"/>
                    <a:gd name="connsiteY25" fmla="*/ 25949 h 52087"/>
                    <a:gd name="connsiteX26" fmla="*/ 36528 w 38906"/>
                    <a:gd name="connsiteY26" fmla="*/ 30226 h 52087"/>
                    <a:gd name="connsiteX27" fmla="*/ 38906 w 38906"/>
                    <a:gd name="connsiteY27" fmla="*/ 37640 h 52087"/>
                    <a:gd name="connsiteX28" fmla="*/ 37384 w 38906"/>
                    <a:gd name="connsiteY28" fmla="*/ 43913 h 52087"/>
                    <a:gd name="connsiteX29" fmla="*/ 33199 w 38906"/>
                    <a:gd name="connsiteY29" fmla="*/ 48381 h 52087"/>
                    <a:gd name="connsiteX30" fmla="*/ 26825 w 38906"/>
                    <a:gd name="connsiteY30" fmla="*/ 51137 h 52087"/>
                    <a:gd name="connsiteX31" fmla="*/ 18835 w 38906"/>
                    <a:gd name="connsiteY31" fmla="*/ 52087 h 52087"/>
                    <a:gd name="connsiteX32" fmla="*/ 11034 w 38906"/>
                    <a:gd name="connsiteY32" fmla="*/ 50757 h 52087"/>
                    <a:gd name="connsiteX33" fmla="*/ 5232 w 38906"/>
                    <a:gd name="connsiteY33" fmla="*/ 47145 h 52087"/>
                    <a:gd name="connsiteX34" fmla="*/ 1522 w 38906"/>
                    <a:gd name="connsiteY34" fmla="*/ 41822 h 52087"/>
                    <a:gd name="connsiteX35" fmla="*/ 0 w 38906"/>
                    <a:gd name="connsiteY35" fmla="*/ 35264 h 52087"/>
                    <a:gd name="connsiteX36" fmla="*/ 5803 w 38906"/>
                    <a:gd name="connsiteY36" fmla="*/ 35264 h 520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8906" h="52087">
                      <a:moveTo>
                        <a:pt x="6183" y="35168"/>
                      </a:moveTo>
                      <a:cubicBezTo>
                        <a:pt x="7039" y="39446"/>
                        <a:pt x="8656" y="42392"/>
                        <a:pt x="10939" y="44198"/>
                      </a:cubicBezTo>
                      <a:cubicBezTo>
                        <a:pt x="13222" y="45909"/>
                        <a:pt x="16552" y="46765"/>
                        <a:pt x="20833" y="46765"/>
                      </a:cubicBezTo>
                      <a:cubicBezTo>
                        <a:pt x="22925" y="46765"/>
                        <a:pt x="24732" y="46479"/>
                        <a:pt x="26254" y="46004"/>
                      </a:cubicBezTo>
                      <a:cubicBezTo>
                        <a:pt x="27776" y="45529"/>
                        <a:pt x="29013" y="44864"/>
                        <a:pt x="29964" y="44008"/>
                      </a:cubicBezTo>
                      <a:cubicBezTo>
                        <a:pt x="30916" y="43153"/>
                        <a:pt x="31677" y="42202"/>
                        <a:pt x="32247" y="41062"/>
                      </a:cubicBezTo>
                      <a:cubicBezTo>
                        <a:pt x="32723" y="40016"/>
                        <a:pt x="33009" y="38876"/>
                        <a:pt x="33009" y="37640"/>
                      </a:cubicBezTo>
                      <a:cubicBezTo>
                        <a:pt x="33009" y="35264"/>
                        <a:pt x="32247" y="33458"/>
                        <a:pt x="30630" y="32317"/>
                      </a:cubicBezTo>
                      <a:cubicBezTo>
                        <a:pt x="29108" y="31176"/>
                        <a:pt x="27111" y="30226"/>
                        <a:pt x="24732" y="29561"/>
                      </a:cubicBezTo>
                      <a:cubicBezTo>
                        <a:pt x="22354" y="28895"/>
                        <a:pt x="19881" y="28325"/>
                        <a:pt x="17122" y="27850"/>
                      </a:cubicBezTo>
                      <a:cubicBezTo>
                        <a:pt x="14364" y="27375"/>
                        <a:pt x="11891" y="26709"/>
                        <a:pt x="9513" y="25663"/>
                      </a:cubicBezTo>
                      <a:cubicBezTo>
                        <a:pt x="7134" y="24713"/>
                        <a:pt x="5232" y="23382"/>
                        <a:pt x="3615" y="21576"/>
                      </a:cubicBezTo>
                      <a:cubicBezTo>
                        <a:pt x="1998" y="19770"/>
                        <a:pt x="1236" y="17299"/>
                        <a:pt x="1236" y="14067"/>
                      </a:cubicBezTo>
                      <a:cubicBezTo>
                        <a:pt x="1236" y="9980"/>
                        <a:pt x="2758" y="6558"/>
                        <a:pt x="5803" y="3992"/>
                      </a:cubicBezTo>
                      <a:cubicBezTo>
                        <a:pt x="8847" y="1331"/>
                        <a:pt x="13032" y="0"/>
                        <a:pt x="18549" y="0"/>
                      </a:cubicBezTo>
                      <a:cubicBezTo>
                        <a:pt x="24067" y="0"/>
                        <a:pt x="28157" y="1141"/>
                        <a:pt x="31581" y="3612"/>
                      </a:cubicBezTo>
                      <a:cubicBezTo>
                        <a:pt x="34911" y="5988"/>
                        <a:pt x="36908" y="9980"/>
                        <a:pt x="37574" y="15493"/>
                      </a:cubicBezTo>
                      <a:lnTo>
                        <a:pt x="31772" y="15493"/>
                      </a:lnTo>
                      <a:cubicBezTo>
                        <a:pt x="31296" y="11691"/>
                        <a:pt x="29774" y="9030"/>
                        <a:pt x="27396" y="7414"/>
                      </a:cubicBezTo>
                      <a:cubicBezTo>
                        <a:pt x="25018" y="5893"/>
                        <a:pt x="22069" y="5133"/>
                        <a:pt x="18454" y="5133"/>
                      </a:cubicBezTo>
                      <a:cubicBezTo>
                        <a:pt x="14840" y="5133"/>
                        <a:pt x="12081" y="5893"/>
                        <a:pt x="10178" y="7414"/>
                      </a:cubicBezTo>
                      <a:cubicBezTo>
                        <a:pt x="8276" y="8935"/>
                        <a:pt x="7325" y="11026"/>
                        <a:pt x="7325" y="13592"/>
                      </a:cubicBezTo>
                      <a:cubicBezTo>
                        <a:pt x="7325" y="15778"/>
                        <a:pt x="8085" y="17489"/>
                        <a:pt x="9607" y="18725"/>
                      </a:cubicBezTo>
                      <a:cubicBezTo>
                        <a:pt x="11130" y="19865"/>
                        <a:pt x="13127" y="20816"/>
                        <a:pt x="15505" y="21576"/>
                      </a:cubicBezTo>
                      <a:cubicBezTo>
                        <a:pt x="17883" y="22337"/>
                        <a:pt x="20357" y="23002"/>
                        <a:pt x="23115" y="23572"/>
                      </a:cubicBezTo>
                      <a:cubicBezTo>
                        <a:pt x="25874" y="24143"/>
                        <a:pt x="28347" y="24998"/>
                        <a:pt x="30725" y="25949"/>
                      </a:cubicBezTo>
                      <a:cubicBezTo>
                        <a:pt x="33103" y="26994"/>
                        <a:pt x="35006" y="28420"/>
                        <a:pt x="36528" y="30226"/>
                      </a:cubicBezTo>
                      <a:cubicBezTo>
                        <a:pt x="38050" y="32032"/>
                        <a:pt x="38906" y="34503"/>
                        <a:pt x="38906" y="37640"/>
                      </a:cubicBezTo>
                      <a:cubicBezTo>
                        <a:pt x="38906" y="40016"/>
                        <a:pt x="38430" y="42107"/>
                        <a:pt x="37384" y="43913"/>
                      </a:cubicBezTo>
                      <a:cubicBezTo>
                        <a:pt x="36338" y="45719"/>
                        <a:pt x="35006" y="47240"/>
                        <a:pt x="33199" y="48381"/>
                      </a:cubicBezTo>
                      <a:cubicBezTo>
                        <a:pt x="31391" y="49616"/>
                        <a:pt x="29299" y="50472"/>
                        <a:pt x="26825" y="51137"/>
                      </a:cubicBezTo>
                      <a:cubicBezTo>
                        <a:pt x="24352" y="51707"/>
                        <a:pt x="21689" y="52087"/>
                        <a:pt x="18835" y="52087"/>
                      </a:cubicBezTo>
                      <a:cubicBezTo>
                        <a:pt x="15981" y="52087"/>
                        <a:pt x="13318" y="51707"/>
                        <a:pt x="11034" y="50757"/>
                      </a:cubicBezTo>
                      <a:cubicBezTo>
                        <a:pt x="8751" y="49901"/>
                        <a:pt x="6849" y="48761"/>
                        <a:pt x="5232" y="47145"/>
                      </a:cubicBezTo>
                      <a:cubicBezTo>
                        <a:pt x="3615" y="45624"/>
                        <a:pt x="2378" y="43818"/>
                        <a:pt x="1522" y="41822"/>
                      </a:cubicBezTo>
                      <a:cubicBezTo>
                        <a:pt x="666" y="39826"/>
                        <a:pt x="95" y="37640"/>
                        <a:pt x="0" y="35264"/>
                      </a:cubicBezTo>
                      <a:lnTo>
                        <a:pt x="5803" y="35264"/>
                      </a:lnTo>
                      <a:close/>
                    </a:path>
                  </a:pathLst>
                </a:custGeom>
                <a:solidFill>
                  <a:srgbClr val="000000"/>
                </a:solidFill>
                <a:ln w="9506" cap="flat">
                  <a:noFill/>
                  <a:prstDash val="solid"/>
                  <a:miter/>
                </a:ln>
              </p:spPr>
              <p:txBody>
                <a:bodyPr rtlCol="0" anchor="ctr"/>
                <a:lstStyle/>
                <a:p>
                  <a:endParaRPr lang="en-US"/>
                </a:p>
              </p:txBody>
            </p:sp>
            <p:sp>
              <p:nvSpPr>
                <p:cNvPr id="4552" name="Freeform 4551">
                  <a:extLst>
                    <a:ext uri="{FF2B5EF4-FFF2-40B4-BE49-F238E27FC236}">
                      <a16:creationId xmlns:a16="http://schemas.microsoft.com/office/drawing/2014/main" id="{0EEAB4F4-FB94-EDD1-3A81-F4C8D2D77C3D}"/>
                    </a:ext>
                  </a:extLst>
                </p:cNvPr>
                <p:cNvSpPr/>
                <p:nvPr/>
              </p:nvSpPr>
              <p:spPr>
                <a:xfrm>
                  <a:off x="6287868" y="4819871"/>
                  <a:ext cx="45755" cy="51802"/>
                </a:xfrm>
                <a:custGeom>
                  <a:avLst/>
                  <a:gdLst>
                    <a:gd name="connsiteX0" fmla="*/ 22735 w 45755"/>
                    <a:gd name="connsiteY0" fmla="*/ 51803 h 51802"/>
                    <a:gd name="connsiteX1" fmla="*/ 13888 w 45755"/>
                    <a:gd name="connsiteY1" fmla="*/ 50092 h 51802"/>
                    <a:gd name="connsiteX2" fmla="*/ 6659 w 45755"/>
                    <a:gd name="connsiteY2" fmla="*/ 45244 h 51802"/>
                    <a:gd name="connsiteX3" fmla="*/ 1807 w 45755"/>
                    <a:gd name="connsiteY3" fmla="*/ 37165 h 51802"/>
                    <a:gd name="connsiteX4" fmla="*/ 0 w 45755"/>
                    <a:gd name="connsiteY4" fmla="*/ 25854 h 51802"/>
                    <a:gd name="connsiteX5" fmla="*/ 1427 w 45755"/>
                    <a:gd name="connsiteY5" fmla="*/ 15778 h 51802"/>
                    <a:gd name="connsiteX6" fmla="*/ 5707 w 45755"/>
                    <a:gd name="connsiteY6" fmla="*/ 7509 h 51802"/>
                    <a:gd name="connsiteX7" fmla="*/ 12842 w 45755"/>
                    <a:gd name="connsiteY7" fmla="*/ 1996 h 51802"/>
                    <a:gd name="connsiteX8" fmla="*/ 22830 w 45755"/>
                    <a:gd name="connsiteY8" fmla="*/ 0 h 51802"/>
                    <a:gd name="connsiteX9" fmla="*/ 32913 w 45755"/>
                    <a:gd name="connsiteY9" fmla="*/ 1996 h 51802"/>
                    <a:gd name="connsiteX10" fmla="*/ 40048 w 45755"/>
                    <a:gd name="connsiteY10" fmla="*/ 7509 h 51802"/>
                    <a:gd name="connsiteX11" fmla="*/ 44328 w 45755"/>
                    <a:gd name="connsiteY11" fmla="*/ 15684 h 51802"/>
                    <a:gd name="connsiteX12" fmla="*/ 45755 w 45755"/>
                    <a:gd name="connsiteY12" fmla="*/ 25854 h 51802"/>
                    <a:gd name="connsiteX13" fmla="*/ 44138 w 45755"/>
                    <a:gd name="connsiteY13" fmla="*/ 36500 h 51802"/>
                    <a:gd name="connsiteX14" fmla="*/ 39572 w 45755"/>
                    <a:gd name="connsiteY14" fmla="*/ 44674 h 51802"/>
                    <a:gd name="connsiteX15" fmla="*/ 32343 w 45755"/>
                    <a:gd name="connsiteY15" fmla="*/ 49901 h 51802"/>
                    <a:gd name="connsiteX16" fmla="*/ 22925 w 45755"/>
                    <a:gd name="connsiteY16" fmla="*/ 51803 h 51802"/>
                    <a:gd name="connsiteX17" fmla="*/ 39477 w 45755"/>
                    <a:gd name="connsiteY17" fmla="*/ 25854 h 51802"/>
                    <a:gd name="connsiteX18" fmla="*/ 38526 w 45755"/>
                    <a:gd name="connsiteY18" fmla="*/ 17680 h 51802"/>
                    <a:gd name="connsiteX19" fmla="*/ 35577 w 45755"/>
                    <a:gd name="connsiteY19" fmla="*/ 11121 h 51802"/>
                    <a:gd name="connsiteX20" fmla="*/ 30440 w 45755"/>
                    <a:gd name="connsiteY20" fmla="*/ 6749 h 51802"/>
                    <a:gd name="connsiteX21" fmla="*/ 22735 w 45755"/>
                    <a:gd name="connsiteY21" fmla="*/ 5133 h 51802"/>
                    <a:gd name="connsiteX22" fmla="*/ 15125 w 45755"/>
                    <a:gd name="connsiteY22" fmla="*/ 6844 h 51802"/>
                    <a:gd name="connsiteX23" fmla="*/ 9988 w 45755"/>
                    <a:gd name="connsiteY23" fmla="*/ 11501 h 51802"/>
                    <a:gd name="connsiteX24" fmla="*/ 7039 w 45755"/>
                    <a:gd name="connsiteY24" fmla="*/ 18155 h 51802"/>
                    <a:gd name="connsiteX25" fmla="*/ 6088 w 45755"/>
                    <a:gd name="connsiteY25" fmla="*/ 25854 h 51802"/>
                    <a:gd name="connsiteX26" fmla="*/ 7134 w 45755"/>
                    <a:gd name="connsiteY26" fmla="*/ 34218 h 51802"/>
                    <a:gd name="connsiteX27" fmla="*/ 10369 w 45755"/>
                    <a:gd name="connsiteY27" fmla="*/ 40872 h 51802"/>
                    <a:gd name="connsiteX28" fmla="*/ 15600 w 45755"/>
                    <a:gd name="connsiteY28" fmla="*/ 45149 h 51802"/>
                    <a:gd name="connsiteX29" fmla="*/ 22830 w 45755"/>
                    <a:gd name="connsiteY29" fmla="*/ 46670 h 51802"/>
                    <a:gd name="connsiteX30" fmla="*/ 30440 w 45755"/>
                    <a:gd name="connsiteY30" fmla="*/ 44864 h 51802"/>
                    <a:gd name="connsiteX31" fmla="*/ 35577 w 45755"/>
                    <a:gd name="connsiteY31" fmla="*/ 40111 h 51802"/>
                    <a:gd name="connsiteX32" fmla="*/ 38526 w 45755"/>
                    <a:gd name="connsiteY32" fmla="*/ 33458 h 51802"/>
                    <a:gd name="connsiteX33" fmla="*/ 39477 w 45755"/>
                    <a:gd name="connsiteY33" fmla="*/ 25759 h 51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5755" h="51802">
                      <a:moveTo>
                        <a:pt x="22735" y="51803"/>
                      </a:moveTo>
                      <a:cubicBezTo>
                        <a:pt x="19596" y="51803"/>
                        <a:pt x="16552" y="51137"/>
                        <a:pt x="13888" y="50092"/>
                      </a:cubicBezTo>
                      <a:cubicBezTo>
                        <a:pt x="11130" y="49046"/>
                        <a:pt x="8751" y="47430"/>
                        <a:pt x="6659" y="45244"/>
                      </a:cubicBezTo>
                      <a:cubicBezTo>
                        <a:pt x="4566" y="43058"/>
                        <a:pt x="2949" y="40396"/>
                        <a:pt x="1807" y="37165"/>
                      </a:cubicBezTo>
                      <a:cubicBezTo>
                        <a:pt x="571" y="33933"/>
                        <a:pt x="0" y="30131"/>
                        <a:pt x="0" y="25854"/>
                      </a:cubicBezTo>
                      <a:cubicBezTo>
                        <a:pt x="0" y="22242"/>
                        <a:pt x="476" y="18820"/>
                        <a:pt x="1427" y="15778"/>
                      </a:cubicBezTo>
                      <a:cubicBezTo>
                        <a:pt x="2378" y="12642"/>
                        <a:pt x="3805" y="9885"/>
                        <a:pt x="5707" y="7509"/>
                      </a:cubicBezTo>
                      <a:cubicBezTo>
                        <a:pt x="7610" y="5133"/>
                        <a:pt x="9988" y="3327"/>
                        <a:pt x="12842" y="1996"/>
                      </a:cubicBezTo>
                      <a:cubicBezTo>
                        <a:pt x="15696" y="665"/>
                        <a:pt x="19025" y="0"/>
                        <a:pt x="22830" y="0"/>
                      </a:cubicBezTo>
                      <a:cubicBezTo>
                        <a:pt x="26635" y="0"/>
                        <a:pt x="30059" y="665"/>
                        <a:pt x="32913" y="1996"/>
                      </a:cubicBezTo>
                      <a:cubicBezTo>
                        <a:pt x="35767" y="3327"/>
                        <a:pt x="38145" y="5228"/>
                        <a:pt x="40048" y="7509"/>
                      </a:cubicBezTo>
                      <a:cubicBezTo>
                        <a:pt x="41950" y="9790"/>
                        <a:pt x="43377" y="12547"/>
                        <a:pt x="44328" y="15684"/>
                      </a:cubicBezTo>
                      <a:cubicBezTo>
                        <a:pt x="45280" y="18820"/>
                        <a:pt x="45755" y="22242"/>
                        <a:pt x="45755" y="25854"/>
                      </a:cubicBezTo>
                      <a:cubicBezTo>
                        <a:pt x="45755" y="29751"/>
                        <a:pt x="45185" y="33363"/>
                        <a:pt x="44138" y="36500"/>
                      </a:cubicBezTo>
                      <a:cubicBezTo>
                        <a:pt x="43092" y="39636"/>
                        <a:pt x="41570" y="42393"/>
                        <a:pt x="39572" y="44674"/>
                      </a:cubicBezTo>
                      <a:cubicBezTo>
                        <a:pt x="37574" y="46955"/>
                        <a:pt x="35196" y="48666"/>
                        <a:pt x="32343" y="49901"/>
                      </a:cubicBezTo>
                      <a:cubicBezTo>
                        <a:pt x="29489" y="51137"/>
                        <a:pt x="26445" y="51803"/>
                        <a:pt x="22925" y="51803"/>
                      </a:cubicBezTo>
                      <a:close/>
                      <a:moveTo>
                        <a:pt x="39477" y="25854"/>
                      </a:moveTo>
                      <a:cubicBezTo>
                        <a:pt x="39477" y="22907"/>
                        <a:pt x="39192" y="20246"/>
                        <a:pt x="38526" y="17680"/>
                      </a:cubicBezTo>
                      <a:cubicBezTo>
                        <a:pt x="37860" y="15113"/>
                        <a:pt x="36908" y="12927"/>
                        <a:pt x="35577" y="11121"/>
                      </a:cubicBezTo>
                      <a:cubicBezTo>
                        <a:pt x="34245" y="9220"/>
                        <a:pt x="32533" y="7794"/>
                        <a:pt x="30440" y="6749"/>
                      </a:cubicBezTo>
                      <a:cubicBezTo>
                        <a:pt x="28347" y="5703"/>
                        <a:pt x="25779" y="5133"/>
                        <a:pt x="22735" y="5133"/>
                      </a:cubicBezTo>
                      <a:cubicBezTo>
                        <a:pt x="19691" y="5133"/>
                        <a:pt x="17218" y="5703"/>
                        <a:pt x="15125" y="6844"/>
                      </a:cubicBezTo>
                      <a:cubicBezTo>
                        <a:pt x="13032" y="7984"/>
                        <a:pt x="11225" y="9600"/>
                        <a:pt x="9988" y="11501"/>
                      </a:cubicBezTo>
                      <a:cubicBezTo>
                        <a:pt x="8656" y="13402"/>
                        <a:pt x="7705" y="15684"/>
                        <a:pt x="7039" y="18155"/>
                      </a:cubicBezTo>
                      <a:cubicBezTo>
                        <a:pt x="6373" y="20626"/>
                        <a:pt x="6088" y="23192"/>
                        <a:pt x="6088" y="25854"/>
                      </a:cubicBezTo>
                      <a:cubicBezTo>
                        <a:pt x="6088" y="28895"/>
                        <a:pt x="6468" y="31652"/>
                        <a:pt x="7134" y="34218"/>
                      </a:cubicBezTo>
                      <a:cubicBezTo>
                        <a:pt x="7895" y="36785"/>
                        <a:pt x="8942" y="38971"/>
                        <a:pt x="10369" y="40872"/>
                      </a:cubicBezTo>
                      <a:cubicBezTo>
                        <a:pt x="11795" y="42678"/>
                        <a:pt x="13508" y="44103"/>
                        <a:pt x="15600" y="45149"/>
                      </a:cubicBezTo>
                      <a:cubicBezTo>
                        <a:pt x="17693" y="46195"/>
                        <a:pt x="20071" y="46670"/>
                        <a:pt x="22830" y="46670"/>
                      </a:cubicBezTo>
                      <a:cubicBezTo>
                        <a:pt x="25779" y="46670"/>
                        <a:pt x="28347" y="46099"/>
                        <a:pt x="30440" y="44864"/>
                      </a:cubicBezTo>
                      <a:cubicBezTo>
                        <a:pt x="32533" y="43628"/>
                        <a:pt x="34340" y="42108"/>
                        <a:pt x="35577" y="40111"/>
                      </a:cubicBezTo>
                      <a:cubicBezTo>
                        <a:pt x="36908" y="38115"/>
                        <a:pt x="37860" y="35929"/>
                        <a:pt x="38526" y="33458"/>
                      </a:cubicBezTo>
                      <a:cubicBezTo>
                        <a:pt x="39192" y="30986"/>
                        <a:pt x="39477" y="28420"/>
                        <a:pt x="39477" y="25759"/>
                      </a:cubicBezTo>
                      <a:close/>
                    </a:path>
                  </a:pathLst>
                </a:custGeom>
                <a:solidFill>
                  <a:srgbClr val="000000"/>
                </a:solidFill>
                <a:ln w="9506" cap="flat">
                  <a:noFill/>
                  <a:prstDash val="solid"/>
                  <a:miter/>
                </a:ln>
              </p:spPr>
              <p:txBody>
                <a:bodyPr rtlCol="0" anchor="ctr"/>
                <a:lstStyle/>
                <a:p>
                  <a:endParaRPr lang="en-US"/>
                </a:p>
              </p:txBody>
            </p:sp>
            <p:sp>
              <p:nvSpPr>
                <p:cNvPr id="4553" name="Freeform 4552">
                  <a:extLst>
                    <a:ext uri="{FF2B5EF4-FFF2-40B4-BE49-F238E27FC236}">
                      <a16:creationId xmlns:a16="http://schemas.microsoft.com/office/drawing/2014/main" id="{704A33EB-6FC0-7E10-EC45-F626AD0D4128}"/>
                    </a:ext>
                  </a:extLst>
                </p:cNvPr>
                <p:cNvSpPr/>
                <p:nvPr/>
              </p:nvSpPr>
              <p:spPr>
                <a:xfrm>
                  <a:off x="6344753" y="4801906"/>
                  <a:ext cx="5707" cy="68436"/>
                </a:xfrm>
                <a:custGeom>
                  <a:avLst/>
                  <a:gdLst>
                    <a:gd name="connsiteX0" fmla="*/ 0 w 5707"/>
                    <a:gd name="connsiteY0" fmla="*/ 68436 h 68436"/>
                    <a:gd name="connsiteX1" fmla="*/ 0 w 5707"/>
                    <a:gd name="connsiteY1" fmla="*/ 0 h 68436"/>
                    <a:gd name="connsiteX2" fmla="*/ 5708 w 5707"/>
                    <a:gd name="connsiteY2" fmla="*/ 0 h 68436"/>
                    <a:gd name="connsiteX3" fmla="*/ 5708 w 5707"/>
                    <a:gd name="connsiteY3" fmla="*/ 68436 h 68436"/>
                    <a:gd name="connsiteX4" fmla="*/ 0 w 5707"/>
                    <a:gd name="connsiteY4" fmla="*/ 68436 h 684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07" h="68436">
                      <a:moveTo>
                        <a:pt x="0" y="68436"/>
                      </a:moveTo>
                      <a:lnTo>
                        <a:pt x="0" y="0"/>
                      </a:lnTo>
                      <a:lnTo>
                        <a:pt x="5708" y="0"/>
                      </a:lnTo>
                      <a:lnTo>
                        <a:pt x="5708" y="68436"/>
                      </a:lnTo>
                      <a:lnTo>
                        <a:pt x="0" y="68436"/>
                      </a:lnTo>
                      <a:close/>
                    </a:path>
                  </a:pathLst>
                </a:custGeom>
                <a:solidFill>
                  <a:srgbClr val="000000"/>
                </a:solidFill>
                <a:ln w="9506" cap="flat">
                  <a:noFill/>
                  <a:prstDash val="solid"/>
                  <a:miter/>
                </a:ln>
              </p:spPr>
              <p:txBody>
                <a:bodyPr rtlCol="0" anchor="ctr"/>
                <a:lstStyle/>
                <a:p>
                  <a:endParaRPr lang="en-US"/>
                </a:p>
              </p:txBody>
            </p:sp>
            <p:sp>
              <p:nvSpPr>
                <p:cNvPr id="4554" name="Freeform 4553">
                  <a:extLst>
                    <a:ext uri="{FF2B5EF4-FFF2-40B4-BE49-F238E27FC236}">
                      <a16:creationId xmlns:a16="http://schemas.microsoft.com/office/drawing/2014/main" id="{2CAF91B4-A391-DBCF-2595-8A4E6F1B0645}"/>
                    </a:ext>
                  </a:extLst>
                </p:cNvPr>
                <p:cNvSpPr/>
                <p:nvPr/>
              </p:nvSpPr>
              <p:spPr>
                <a:xfrm>
                  <a:off x="6362256" y="4819776"/>
                  <a:ext cx="46421" cy="51802"/>
                </a:xfrm>
                <a:custGeom>
                  <a:avLst/>
                  <a:gdLst>
                    <a:gd name="connsiteX0" fmla="*/ 25399 w 46421"/>
                    <a:gd name="connsiteY0" fmla="*/ 21861 h 51802"/>
                    <a:gd name="connsiteX1" fmla="*/ 29299 w 46421"/>
                    <a:gd name="connsiteY1" fmla="*/ 21291 h 51802"/>
                    <a:gd name="connsiteX2" fmla="*/ 32914 w 46421"/>
                    <a:gd name="connsiteY2" fmla="*/ 20246 h 51802"/>
                    <a:gd name="connsiteX3" fmla="*/ 34721 w 46421"/>
                    <a:gd name="connsiteY3" fmla="*/ 18060 h 51802"/>
                    <a:gd name="connsiteX4" fmla="*/ 35006 w 46421"/>
                    <a:gd name="connsiteY4" fmla="*/ 15113 h 51802"/>
                    <a:gd name="connsiteX5" fmla="*/ 32248 w 46421"/>
                    <a:gd name="connsiteY5" fmla="*/ 7984 h 51802"/>
                    <a:gd name="connsiteX6" fmla="*/ 22735 w 46421"/>
                    <a:gd name="connsiteY6" fmla="*/ 5228 h 51802"/>
                    <a:gd name="connsiteX7" fmla="*/ 17313 w 46421"/>
                    <a:gd name="connsiteY7" fmla="*/ 5703 h 51802"/>
                    <a:gd name="connsiteX8" fmla="*/ 12937 w 46421"/>
                    <a:gd name="connsiteY8" fmla="*/ 7509 h 51802"/>
                    <a:gd name="connsiteX9" fmla="*/ 9893 w 46421"/>
                    <a:gd name="connsiteY9" fmla="*/ 10931 h 51802"/>
                    <a:gd name="connsiteX10" fmla="*/ 8276 w 46421"/>
                    <a:gd name="connsiteY10" fmla="*/ 16254 h 51802"/>
                    <a:gd name="connsiteX11" fmla="*/ 2473 w 46421"/>
                    <a:gd name="connsiteY11" fmla="*/ 16254 h 51802"/>
                    <a:gd name="connsiteX12" fmla="*/ 4471 w 46421"/>
                    <a:gd name="connsiteY12" fmla="*/ 8744 h 51802"/>
                    <a:gd name="connsiteX13" fmla="*/ 8847 w 46421"/>
                    <a:gd name="connsiteY13" fmla="*/ 3707 h 51802"/>
                    <a:gd name="connsiteX14" fmla="*/ 15125 w 46421"/>
                    <a:gd name="connsiteY14" fmla="*/ 855 h 51802"/>
                    <a:gd name="connsiteX15" fmla="*/ 22640 w 46421"/>
                    <a:gd name="connsiteY15" fmla="*/ 0 h 51802"/>
                    <a:gd name="connsiteX16" fmla="*/ 29584 w 46421"/>
                    <a:gd name="connsiteY16" fmla="*/ 760 h 51802"/>
                    <a:gd name="connsiteX17" fmla="*/ 35292 w 46421"/>
                    <a:gd name="connsiteY17" fmla="*/ 3327 h 51802"/>
                    <a:gd name="connsiteX18" fmla="*/ 39097 w 46421"/>
                    <a:gd name="connsiteY18" fmla="*/ 7984 h 51802"/>
                    <a:gd name="connsiteX19" fmla="*/ 40524 w 46421"/>
                    <a:gd name="connsiteY19" fmla="*/ 15208 h 51802"/>
                    <a:gd name="connsiteX20" fmla="*/ 40524 w 46421"/>
                    <a:gd name="connsiteY20" fmla="*/ 42012 h 51802"/>
                    <a:gd name="connsiteX21" fmla="*/ 41665 w 46421"/>
                    <a:gd name="connsiteY21" fmla="*/ 46289 h 51802"/>
                    <a:gd name="connsiteX22" fmla="*/ 46421 w 46421"/>
                    <a:gd name="connsiteY22" fmla="*/ 45814 h 51802"/>
                    <a:gd name="connsiteX23" fmla="*/ 46421 w 46421"/>
                    <a:gd name="connsiteY23" fmla="*/ 50281 h 51802"/>
                    <a:gd name="connsiteX24" fmla="*/ 44424 w 46421"/>
                    <a:gd name="connsiteY24" fmla="*/ 50852 h 51802"/>
                    <a:gd name="connsiteX25" fmla="*/ 41950 w 46421"/>
                    <a:gd name="connsiteY25" fmla="*/ 51232 h 51802"/>
                    <a:gd name="connsiteX26" fmla="*/ 39382 w 46421"/>
                    <a:gd name="connsiteY26" fmla="*/ 50947 h 51802"/>
                    <a:gd name="connsiteX27" fmla="*/ 37099 w 46421"/>
                    <a:gd name="connsiteY27" fmla="*/ 50091 h 51802"/>
                    <a:gd name="connsiteX28" fmla="*/ 35767 w 46421"/>
                    <a:gd name="connsiteY28" fmla="*/ 48381 h 51802"/>
                    <a:gd name="connsiteX29" fmla="*/ 35006 w 46421"/>
                    <a:gd name="connsiteY29" fmla="*/ 46194 h 51802"/>
                    <a:gd name="connsiteX30" fmla="*/ 34816 w 46421"/>
                    <a:gd name="connsiteY30" fmla="*/ 43628 h 51802"/>
                    <a:gd name="connsiteX31" fmla="*/ 26540 w 46421"/>
                    <a:gd name="connsiteY31" fmla="*/ 49711 h 51802"/>
                    <a:gd name="connsiteX32" fmla="*/ 16457 w 46421"/>
                    <a:gd name="connsiteY32" fmla="*/ 51802 h 51802"/>
                    <a:gd name="connsiteX33" fmla="*/ 10274 w 46421"/>
                    <a:gd name="connsiteY33" fmla="*/ 50947 h 51802"/>
                    <a:gd name="connsiteX34" fmla="*/ 4947 w 46421"/>
                    <a:gd name="connsiteY34" fmla="*/ 48285 h 51802"/>
                    <a:gd name="connsiteX35" fmla="*/ 1332 w 46421"/>
                    <a:gd name="connsiteY35" fmla="*/ 43913 h 51802"/>
                    <a:gd name="connsiteX36" fmla="*/ 0 w 46421"/>
                    <a:gd name="connsiteY36" fmla="*/ 37640 h 51802"/>
                    <a:gd name="connsiteX37" fmla="*/ 17218 w 46421"/>
                    <a:gd name="connsiteY37" fmla="*/ 22812 h 51802"/>
                    <a:gd name="connsiteX38" fmla="*/ 25113 w 46421"/>
                    <a:gd name="connsiteY38" fmla="*/ 21766 h 51802"/>
                    <a:gd name="connsiteX39" fmla="*/ 35006 w 46421"/>
                    <a:gd name="connsiteY39" fmla="*/ 24713 h 51802"/>
                    <a:gd name="connsiteX40" fmla="*/ 27682 w 46421"/>
                    <a:gd name="connsiteY40" fmla="*/ 26709 h 51802"/>
                    <a:gd name="connsiteX41" fmla="*/ 20262 w 46421"/>
                    <a:gd name="connsiteY41" fmla="*/ 27469 h 51802"/>
                    <a:gd name="connsiteX42" fmla="*/ 9988 w 46421"/>
                    <a:gd name="connsiteY42" fmla="*/ 30416 h 51802"/>
                    <a:gd name="connsiteX43" fmla="*/ 6374 w 46421"/>
                    <a:gd name="connsiteY43" fmla="*/ 37925 h 51802"/>
                    <a:gd name="connsiteX44" fmla="*/ 7230 w 46421"/>
                    <a:gd name="connsiteY44" fmla="*/ 41917 h 51802"/>
                    <a:gd name="connsiteX45" fmla="*/ 9608 w 46421"/>
                    <a:gd name="connsiteY45" fmla="*/ 44673 h 51802"/>
                    <a:gd name="connsiteX46" fmla="*/ 13032 w 46421"/>
                    <a:gd name="connsiteY46" fmla="*/ 46289 h 51802"/>
                    <a:gd name="connsiteX47" fmla="*/ 17028 w 46421"/>
                    <a:gd name="connsiteY47" fmla="*/ 46860 h 51802"/>
                    <a:gd name="connsiteX48" fmla="*/ 23686 w 46421"/>
                    <a:gd name="connsiteY48" fmla="*/ 46004 h 51802"/>
                    <a:gd name="connsiteX49" fmla="*/ 29394 w 46421"/>
                    <a:gd name="connsiteY49" fmla="*/ 43438 h 51802"/>
                    <a:gd name="connsiteX50" fmla="*/ 33484 w 46421"/>
                    <a:gd name="connsiteY50" fmla="*/ 38971 h 51802"/>
                    <a:gd name="connsiteX51" fmla="*/ 35006 w 46421"/>
                    <a:gd name="connsiteY51" fmla="*/ 32507 h 51802"/>
                    <a:gd name="connsiteX52" fmla="*/ 35006 w 46421"/>
                    <a:gd name="connsiteY52" fmla="*/ 24808 h 51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6421" h="51802">
                      <a:moveTo>
                        <a:pt x="25399" y="21861"/>
                      </a:moveTo>
                      <a:cubicBezTo>
                        <a:pt x="26445" y="21766"/>
                        <a:pt x="27777" y="21576"/>
                        <a:pt x="29299" y="21291"/>
                      </a:cubicBezTo>
                      <a:cubicBezTo>
                        <a:pt x="30821" y="21006"/>
                        <a:pt x="32057" y="20721"/>
                        <a:pt x="32914" y="20246"/>
                      </a:cubicBezTo>
                      <a:cubicBezTo>
                        <a:pt x="33865" y="19770"/>
                        <a:pt x="34435" y="19105"/>
                        <a:pt x="34721" y="18060"/>
                      </a:cubicBezTo>
                      <a:cubicBezTo>
                        <a:pt x="34911" y="17014"/>
                        <a:pt x="35006" y="16064"/>
                        <a:pt x="35006" y="15113"/>
                      </a:cubicBezTo>
                      <a:cubicBezTo>
                        <a:pt x="35006" y="12166"/>
                        <a:pt x="34055" y="9790"/>
                        <a:pt x="32248" y="7984"/>
                      </a:cubicBezTo>
                      <a:cubicBezTo>
                        <a:pt x="30345" y="6083"/>
                        <a:pt x="27206" y="5228"/>
                        <a:pt x="22735" y="5228"/>
                      </a:cubicBezTo>
                      <a:cubicBezTo>
                        <a:pt x="20738" y="5228"/>
                        <a:pt x="18930" y="5418"/>
                        <a:pt x="17313" y="5703"/>
                      </a:cubicBezTo>
                      <a:cubicBezTo>
                        <a:pt x="15696" y="6083"/>
                        <a:pt x="14174" y="6653"/>
                        <a:pt x="12937" y="7509"/>
                      </a:cubicBezTo>
                      <a:cubicBezTo>
                        <a:pt x="11701" y="8364"/>
                        <a:pt x="10654" y="9505"/>
                        <a:pt x="9893" y="10931"/>
                      </a:cubicBezTo>
                      <a:cubicBezTo>
                        <a:pt x="9132" y="12356"/>
                        <a:pt x="8562" y="14162"/>
                        <a:pt x="8276" y="16254"/>
                      </a:cubicBezTo>
                      <a:lnTo>
                        <a:pt x="2473" y="16254"/>
                      </a:lnTo>
                      <a:cubicBezTo>
                        <a:pt x="2664" y="13307"/>
                        <a:pt x="3329" y="10836"/>
                        <a:pt x="4471" y="8744"/>
                      </a:cubicBezTo>
                      <a:cubicBezTo>
                        <a:pt x="5612" y="6653"/>
                        <a:pt x="7039" y="5038"/>
                        <a:pt x="8847" y="3707"/>
                      </a:cubicBezTo>
                      <a:cubicBezTo>
                        <a:pt x="10654" y="2376"/>
                        <a:pt x="12747" y="1426"/>
                        <a:pt x="15125" y="855"/>
                      </a:cubicBezTo>
                      <a:cubicBezTo>
                        <a:pt x="17503" y="285"/>
                        <a:pt x="19976" y="0"/>
                        <a:pt x="22640" y="0"/>
                      </a:cubicBezTo>
                      <a:cubicBezTo>
                        <a:pt x="25113" y="0"/>
                        <a:pt x="27396" y="285"/>
                        <a:pt x="29584" y="760"/>
                      </a:cubicBezTo>
                      <a:cubicBezTo>
                        <a:pt x="31772" y="1331"/>
                        <a:pt x="33675" y="2186"/>
                        <a:pt x="35292" y="3327"/>
                      </a:cubicBezTo>
                      <a:cubicBezTo>
                        <a:pt x="36909" y="4467"/>
                        <a:pt x="38145" y="6083"/>
                        <a:pt x="39097" y="7984"/>
                      </a:cubicBezTo>
                      <a:cubicBezTo>
                        <a:pt x="40048" y="9980"/>
                        <a:pt x="40524" y="12356"/>
                        <a:pt x="40524" y="15208"/>
                      </a:cubicBezTo>
                      <a:lnTo>
                        <a:pt x="40524" y="42012"/>
                      </a:lnTo>
                      <a:cubicBezTo>
                        <a:pt x="40524" y="44198"/>
                        <a:pt x="40904" y="45624"/>
                        <a:pt x="41665" y="46289"/>
                      </a:cubicBezTo>
                      <a:cubicBezTo>
                        <a:pt x="42426" y="46860"/>
                        <a:pt x="44043" y="46765"/>
                        <a:pt x="46421" y="45814"/>
                      </a:cubicBezTo>
                      <a:lnTo>
                        <a:pt x="46421" y="50281"/>
                      </a:lnTo>
                      <a:cubicBezTo>
                        <a:pt x="46421" y="50281"/>
                        <a:pt x="45280" y="50567"/>
                        <a:pt x="44424" y="50852"/>
                      </a:cubicBezTo>
                      <a:cubicBezTo>
                        <a:pt x="43568" y="51137"/>
                        <a:pt x="42712" y="51232"/>
                        <a:pt x="41950" y="51232"/>
                      </a:cubicBezTo>
                      <a:cubicBezTo>
                        <a:pt x="41094" y="51232"/>
                        <a:pt x="40238" y="51137"/>
                        <a:pt x="39382" y="50947"/>
                      </a:cubicBezTo>
                      <a:cubicBezTo>
                        <a:pt x="38431" y="50852"/>
                        <a:pt x="37670" y="50567"/>
                        <a:pt x="37099" y="50091"/>
                      </a:cubicBezTo>
                      <a:cubicBezTo>
                        <a:pt x="36528" y="49616"/>
                        <a:pt x="36053" y="49046"/>
                        <a:pt x="35767" y="48381"/>
                      </a:cubicBezTo>
                      <a:cubicBezTo>
                        <a:pt x="35387" y="47715"/>
                        <a:pt x="35197" y="46955"/>
                        <a:pt x="35006" y="46194"/>
                      </a:cubicBezTo>
                      <a:cubicBezTo>
                        <a:pt x="34911" y="45434"/>
                        <a:pt x="34816" y="44579"/>
                        <a:pt x="34816" y="43628"/>
                      </a:cubicBezTo>
                      <a:cubicBezTo>
                        <a:pt x="32438" y="46289"/>
                        <a:pt x="29679" y="48285"/>
                        <a:pt x="26540" y="49711"/>
                      </a:cubicBezTo>
                      <a:cubicBezTo>
                        <a:pt x="23401" y="51137"/>
                        <a:pt x="20072" y="51802"/>
                        <a:pt x="16457" y="51802"/>
                      </a:cubicBezTo>
                      <a:cubicBezTo>
                        <a:pt x="14269" y="51802"/>
                        <a:pt x="12271" y="51517"/>
                        <a:pt x="10274" y="50947"/>
                      </a:cubicBezTo>
                      <a:cubicBezTo>
                        <a:pt x="8276" y="50377"/>
                        <a:pt x="6469" y="49521"/>
                        <a:pt x="4947" y="48285"/>
                      </a:cubicBezTo>
                      <a:cubicBezTo>
                        <a:pt x="3425" y="47050"/>
                        <a:pt x="2188" y="45624"/>
                        <a:pt x="1332" y="43913"/>
                      </a:cubicBezTo>
                      <a:cubicBezTo>
                        <a:pt x="476" y="42202"/>
                        <a:pt x="0" y="40111"/>
                        <a:pt x="0" y="37640"/>
                      </a:cubicBezTo>
                      <a:cubicBezTo>
                        <a:pt x="0" y="29275"/>
                        <a:pt x="5708" y="24333"/>
                        <a:pt x="17218" y="22812"/>
                      </a:cubicBezTo>
                      <a:lnTo>
                        <a:pt x="25113" y="21766"/>
                      </a:lnTo>
                      <a:close/>
                      <a:moveTo>
                        <a:pt x="35006" y="24713"/>
                      </a:moveTo>
                      <a:cubicBezTo>
                        <a:pt x="32628" y="25759"/>
                        <a:pt x="30155" y="26424"/>
                        <a:pt x="27682" y="26709"/>
                      </a:cubicBezTo>
                      <a:cubicBezTo>
                        <a:pt x="25208" y="26994"/>
                        <a:pt x="22735" y="27279"/>
                        <a:pt x="20262" y="27469"/>
                      </a:cubicBezTo>
                      <a:cubicBezTo>
                        <a:pt x="15886" y="27755"/>
                        <a:pt x="12461" y="28800"/>
                        <a:pt x="9988" y="30416"/>
                      </a:cubicBezTo>
                      <a:cubicBezTo>
                        <a:pt x="7515" y="32032"/>
                        <a:pt x="6374" y="34598"/>
                        <a:pt x="6374" y="37925"/>
                      </a:cubicBezTo>
                      <a:cubicBezTo>
                        <a:pt x="6374" y="39446"/>
                        <a:pt x="6659" y="40776"/>
                        <a:pt x="7230" y="41917"/>
                      </a:cubicBezTo>
                      <a:cubicBezTo>
                        <a:pt x="7800" y="43058"/>
                        <a:pt x="8656" y="43913"/>
                        <a:pt x="9608" y="44673"/>
                      </a:cubicBezTo>
                      <a:cubicBezTo>
                        <a:pt x="10559" y="45434"/>
                        <a:pt x="11701" y="45909"/>
                        <a:pt x="13032" y="46289"/>
                      </a:cubicBezTo>
                      <a:cubicBezTo>
                        <a:pt x="14364" y="46670"/>
                        <a:pt x="15696" y="46860"/>
                        <a:pt x="17028" y="46860"/>
                      </a:cubicBezTo>
                      <a:cubicBezTo>
                        <a:pt x="19310" y="46860"/>
                        <a:pt x="21498" y="46575"/>
                        <a:pt x="23686" y="46004"/>
                      </a:cubicBezTo>
                      <a:cubicBezTo>
                        <a:pt x="25874" y="45434"/>
                        <a:pt x="27777" y="44579"/>
                        <a:pt x="29394" y="43438"/>
                      </a:cubicBezTo>
                      <a:cubicBezTo>
                        <a:pt x="31106" y="42297"/>
                        <a:pt x="32438" y="40776"/>
                        <a:pt x="33484" y="38971"/>
                      </a:cubicBezTo>
                      <a:cubicBezTo>
                        <a:pt x="34531" y="37165"/>
                        <a:pt x="35006" y="34978"/>
                        <a:pt x="35006" y="32507"/>
                      </a:cubicBezTo>
                      <a:lnTo>
                        <a:pt x="35006" y="24808"/>
                      </a:lnTo>
                      <a:close/>
                    </a:path>
                  </a:pathLst>
                </a:custGeom>
                <a:solidFill>
                  <a:srgbClr val="000000"/>
                </a:solidFill>
                <a:ln w="9506" cap="flat">
                  <a:noFill/>
                  <a:prstDash val="solid"/>
                  <a:miter/>
                </a:ln>
              </p:spPr>
              <p:txBody>
                <a:bodyPr rtlCol="0" anchor="ctr"/>
                <a:lstStyle/>
                <a:p>
                  <a:endParaRPr lang="en-US"/>
                </a:p>
              </p:txBody>
            </p:sp>
            <p:sp>
              <p:nvSpPr>
                <p:cNvPr id="4555" name="Freeform 4554">
                  <a:extLst>
                    <a:ext uri="{FF2B5EF4-FFF2-40B4-BE49-F238E27FC236}">
                      <a16:creationId xmlns:a16="http://schemas.microsoft.com/office/drawing/2014/main" id="{73CCB6DA-47BE-7395-6A8F-9E644CADF900}"/>
                    </a:ext>
                  </a:extLst>
                </p:cNvPr>
                <p:cNvSpPr/>
                <p:nvPr/>
              </p:nvSpPr>
              <p:spPr>
                <a:xfrm>
                  <a:off x="6412958" y="4807324"/>
                  <a:ext cx="22259" cy="64348"/>
                </a:xfrm>
                <a:custGeom>
                  <a:avLst/>
                  <a:gdLst>
                    <a:gd name="connsiteX0" fmla="*/ 22259 w 22259"/>
                    <a:gd name="connsiteY0" fmla="*/ 63208 h 64348"/>
                    <a:gd name="connsiteX1" fmla="*/ 19501 w 22259"/>
                    <a:gd name="connsiteY1" fmla="*/ 63874 h 64348"/>
                    <a:gd name="connsiteX2" fmla="*/ 15696 w 22259"/>
                    <a:gd name="connsiteY2" fmla="*/ 64349 h 64348"/>
                    <a:gd name="connsiteX3" fmla="*/ 9132 w 22259"/>
                    <a:gd name="connsiteY3" fmla="*/ 62163 h 64348"/>
                    <a:gd name="connsiteX4" fmla="*/ 6944 w 22259"/>
                    <a:gd name="connsiteY4" fmla="*/ 54464 h 64348"/>
                    <a:gd name="connsiteX5" fmla="*/ 6944 w 22259"/>
                    <a:gd name="connsiteY5" fmla="*/ 18440 h 64348"/>
                    <a:gd name="connsiteX6" fmla="*/ 0 w 22259"/>
                    <a:gd name="connsiteY6" fmla="*/ 18440 h 64348"/>
                    <a:gd name="connsiteX7" fmla="*/ 0 w 22259"/>
                    <a:gd name="connsiteY7" fmla="*/ 13687 h 64348"/>
                    <a:gd name="connsiteX8" fmla="*/ 6944 w 22259"/>
                    <a:gd name="connsiteY8" fmla="*/ 13687 h 64348"/>
                    <a:gd name="connsiteX9" fmla="*/ 6944 w 22259"/>
                    <a:gd name="connsiteY9" fmla="*/ 0 h 64348"/>
                    <a:gd name="connsiteX10" fmla="*/ 12652 w 22259"/>
                    <a:gd name="connsiteY10" fmla="*/ 0 h 64348"/>
                    <a:gd name="connsiteX11" fmla="*/ 12652 w 22259"/>
                    <a:gd name="connsiteY11" fmla="*/ 13687 h 64348"/>
                    <a:gd name="connsiteX12" fmla="*/ 21879 w 22259"/>
                    <a:gd name="connsiteY12" fmla="*/ 13687 h 64348"/>
                    <a:gd name="connsiteX13" fmla="*/ 21879 w 22259"/>
                    <a:gd name="connsiteY13" fmla="*/ 18440 h 64348"/>
                    <a:gd name="connsiteX14" fmla="*/ 12652 w 22259"/>
                    <a:gd name="connsiteY14" fmla="*/ 18440 h 64348"/>
                    <a:gd name="connsiteX15" fmla="*/ 12652 w 22259"/>
                    <a:gd name="connsiteY15" fmla="*/ 52183 h 64348"/>
                    <a:gd name="connsiteX16" fmla="*/ 12652 w 22259"/>
                    <a:gd name="connsiteY16" fmla="*/ 55319 h 64348"/>
                    <a:gd name="connsiteX17" fmla="*/ 13222 w 22259"/>
                    <a:gd name="connsiteY17" fmla="*/ 57505 h 64348"/>
                    <a:gd name="connsiteX18" fmla="*/ 14649 w 22259"/>
                    <a:gd name="connsiteY18" fmla="*/ 58741 h 64348"/>
                    <a:gd name="connsiteX19" fmla="*/ 17408 w 22259"/>
                    <a:gd name="connsiteY19" fmla="*/ 59121 h 64348"/>
                    <a:gd name="connsiteX20" fmla="*/ 19786 w 22259"/>
                    <a:gd name="connsiteY20" fmla="*/ 58931 h 64348"/>
                    <a:gd name="connsiteX21" fmla="*/ 22164 w 22259"/>
                    <a:gd name="connsiteY21" fmla="*/ 58456 h 64348"/>
                    <a:gd name="connsiteX22" fmla="*/ 22164 w 22259"/>
                    <a:gd name="connsiteY22" fmla="*/ 63113 h 64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2259" h="64348">
                      <a:moveTo>
                        <a:pt x="22259" y="63208"/>
                      </a:moveTo>
                      <a:cubicBezTo>
                        <a:pt x="21593" y="63304"/>
                        <a:pt x="20642" y="63589"/>
                        <a:pt x="19501" y="63874"/>
                      </a:cubicBezTo>
                      <a:cubicBezTo>
                        <a:pt x="18359" y="64159"/>
                        <a:pt x="17122" y="64349"/>
                        <a:pt x="15696" y="64349"/>
                      </a:cubicBezTo>
                      <a:cubicBezTo>
                        <a:pt x="12842" y="64349"/>
                        <a:pt x="10654" y="63589"/>
                        <a:pt x="9132" y="62163"/>
                      </a:cubicBezTo>
                      <a:cubicBezTo>
                        <a:pt x="7610" y="60737"/>
                        <a:pt x="6944" y="58171"/>
                        <a:pt x="6944" y="54464"/>
                      </a:cubicBezTo>
                      <a:lnTo>
                        <a:pt x="6944" y="18440"/>
                      </a:lnTo>
                      <a:lnTo>
                        <a:pt x="0" y="18440"/>
                      </a:lnTo>
                      <a:lnTo>
                        <a:pt x="0" y="13687"/>
                      </a:lnTo>
                      <a:lnTo>
                        <a:pt x="6944" y="13687"/>
                      </a:lnTo>
                      <a:lnTo>
                        <a:pt x="6944" y="0"/>
                      </a:lnTo>
                      <a:lnTo>
                        <a:pt x="12652" y="0"/>
                      </a:lnTo>
                      <a:lnTo>
                        <a:pt x="12652" y="13687"/>
                      </a:lnTo>
                      <a:lnTo>
                        <a:pt x="21879" y="13687"/>
                      </a:lnTo>
                      <a:lnTo>
                        <a:pt x="21879" y="18440"/>
                      </a:lnTo>
                      <a:lnTo>
                        <a:pt x="12652" y="18440"/>
                      </a:lnTo>
                      <a:lnTo>
                        <a:pt x="12652" y="52183"/>
                      </a:lnTo>
                      <a:cubicBezTo>
                        <a:pt x="12652" y="53418"/>
                        <a:pt x="12652" y="54464"/>
                        <a:pt x="12652" y="55319"/>
                      </a:cubicBezTo>
                      <a:cubicBezTo>
                        <a:pt x="12652" y="56175"/>
                        <a:pt x="12937" y="56935"/>
                        <a:pt x="13222" y="57505"/>
                      </a:cubicBezTo>
                      <a:cubicBezTo>
                        <a:pt x="13508" y="58076"/>
                        <a:pt x="13983" y="58456"/>
                        <a:pt x="14649" y="58741"/>
                      </a:cubicBezTo>
                      <a:cubicBezTo>
                        <a:pt x="15315" y="59026"/>
                        <a:pt x="16266" y="59121"/>
                        <a:pt x="17408" y="59121"/>
                      </a:cubicBezTo>
                      <a:cubicBezTo>
                        <a:pt x="18169" y="59121"/>
                        <a:pt x="18930" y="59121"/>
                        <a:pt x="19786" y="58931"/>
                      </a:cubicBezTo>
                      <a:cubicBezTo>
                        <a:pt x="20547" y="58836"/>
                        <a:pt x="21403" y="58646"/>
                        <a:pt x="22164" y="58456"/>
                      </a:cubicBezTo>
                      <a:lnTo>
                        <a:pt x="22164" y="63113"/>
                      </a:lnTo>
                      <a:close/>
                    </a:path>
                  </a:pathLst>
                </a:custGeom>
                <a:solidFill>
                  <a:srgbClr val="000000"/>
                </a:solidFill>
                <a:ln w="9506" cap="flat">
                  <a:noFill/>
                  <a:prstDash val="solid"/>
                  <a:miter/>
                </a:ln>
              </p:spPr>
              <p:txBody>
                <a:bodyPr rtlCol="0" anchor="ctr"/>
                <a:lstStyle/>
                <a:p>
                  <a:endParaRPr lang="en-US"/>
                </a:p>
              </p:txBody>
            </p:sp>
            <p:sp>
              <p:nvSpPr>
                <p:cNvPr id="4556" name="Freeform 4555">
                  <a:extLst>
                    <a:ext uri="{FF2B5EF4-FFF2-40B4-BE49-F238E27FC236}">
                      <a16:creationId xmlns:a16="http://schemas.microsoft.com/office/drawing/2014/main" id="{DB4FDFD8-5FBD-8B3D-6203-6519E81945D1}"/>
                    </a:ext>
                  </a:extLst>
                </p:cNvPr>
                <p:cNvSpPr/>
                <p:nvPr/>
              </p:nvSpPr>
              <p:spPr>
                <a:xfrm>
                  <a:off x="6441781" y="4819871"/>
                  <a:ext cx="44426" cy="51897"/>
                </a:xfrm>
                <a:custGeom>
                  <a:avLst/>
                  <a:gdLst>
                    <a:gd name="connsiteX0" fmla="*/ 6088 w 44426"/>
                    <a:gd name="connsiteY0" fmla="*/ 27185 h 51897"/>
                    <a:gd name="connsiteX1" fmla="*/ 7134 w 44426"/>
                    <a:gd name="connsiteY1" fmla="*/ 34788 h 51897"/>
                    <a:gd name="connsiteX2" fmla="*/ 10273 w 44426"/>
                    <a:gd name="connsiteY2" fmla="*/ 40967 h 51897"/>
                    <a:gd name="connsiteX3" fmla="*/ 15410 w 44426"/>
                    <a:gd name="connsiteY3" fmla="*/ 45149 h 51897"/>
                    <a:gd name="connsiteX4" fmla="*/ 22640 w 44426"/>
                    <a:gd name="connsiteY4" fmla="*/ 46765 h 51897"/>
                    <a:gd name="connsiteX5" fmla="*/ 32247 w 44426"/>
                    <a:gd name="connsiteY5" fmla="*/ 43818 h 51897"/>
                    <a:gd name="connsiteX6" fmla="*/ 37574 w 44426"/>
                    <a:gd name="connsiteY6" fmla="*/ 35454 h 51897"/>
                    <a:gd name="connsiteX7" fmla="*/ 43948 w 44426"/>
                    <a:gd name="connsiteY7" fmla="*/ 35454 h 51897"/>
                    <a:gd name="connsiteX8" fmla="*/ 41189 w 44426"/>
                    <a:gd name="connsiteY8" fmla="*/ 42012 h 51897"/>
                    <a:gd name="connsiteX9" fmla="*/ 36909 w 44426"/>
                    <a:gd name="connsiteY9" fmla="*/ 47240 h 51897"/>
                    <a:gd name="connsiteX10" fmla="*/ 30821 w 44426"/>
                    <a:gd name="connsiteY10" fmla="*/ 50662 h 51897"/>
                    <a:gd name="connsiteX11" fmla="*/ 22640 w 44426"/>
                    <a:gd name="connsiteY11" fmla="*/ 51898 h 51897"/>
                    <a:gd name="connsiteX12" fmla="*/ 12461 w 44426"/>
                    <a:gd name="connsiteY12" fmla="*/ 49901 h 51897"/>
                    <a:gd name="connsiteX13" fmla="*/ 5422 w 44426"/>
                    <a:gd name="connsiteY13" fmla="*/ 44389 h 51897"/>
                    <a:gd name="connsiteX14" fmla="*/ 1332 w 44426"/>
                    <a:gd name="connsiteY14" fmla="*/ 36214 h 51897"/>
                    <a:gd name="connsiteX15" fmla="*/ 0 w 44426"/>
                    <a:gd name="connsiteY15" fmla="*/ 26139 h 51897"/>
                    <a:gd name="connsiteX16" fmla="*/ 1617 w 44426"/>
                    <a:gd name="connsiteY16" fmla="*/ 15969 h 51897"/>
                    <a:gd name="connsiteX17" fmla="*/ 6088 w 44426"/>
                    <a:gd name="connsiteY17" fmla="*/ 7604 h 51897"/>
                    <a:gd name="connsiteX18" fmla="*/ 13222 w 44426"/>
                    <a:gd name="connsiteY18" fmla="*/ 1996 h 51897"/>
                    <a:gd name="connsiteX19" fmla="*/ 22735 w 44426"/>
                    <a:gd name="connsiteY19" fmla="*/ 0 h 51897"/>
                    <a:gd name="connsiteX20" fmla="*/ 38716 w 44426"/>
                    <a:gd name="connsiteY20" fmla="*/ 6939 h 51897"/>
                    <a:gd name="connsiteX21" fmla="*/ 44423 w 44426"/>
                    <a:gd name="connsiteY21" fmla="*/ 27185 h 51897"/>
                    <a:gd name="connsiteX22" fmla="*/ 6183 w 44426"/>
                    <a:gd name="connsiteY22" fmla="*/ 27185 h 51897"/>
                    <a:gd name="connsiteX23" fmla="*/ 38240 w 44426"/>
                    <a:gd name="connsiteY23" fmla="*/ 22432 h 51897"/>
                    <a:gd name="connsiteX24" fmla="*/ 37194 w 44426"/>
                    <a:gd name="connsiteY24" fmla="*/ 15684 h 51897"/>
                    <a:gd name="connsiteX25" fmla="*/ 34245 w 44426"/>
                    <a:gd name="connsiteY25" fmla="*/ 10170 h 51897"/>
                    <a:gd name="connsiteX26" fmla="*/ 29299 w 44426"/>
                    <a:gd name="connsiteY26" fmla="*/ 6464 h 51897"/>
                    <a:gd name="connsiteX27" fmla="*/ 22545 w 44426"/>
                    <a:gd name="connsiteY27" fmla="*/ 5038 h 51897"/>
                    <a:gd name="connsiteX28" fmla="*/ 15791 w 44426"/>
                    <a:gd name="connsiteY28" fmla="*/ 6464 h 51897"/>
                    <a:gd name="connsiteX29" fmla="*/ 10844 w 44426"/>
                    <a:gd name="connsiteY29" fmla="*/ 10266 h 51897"/>
                    <a:gd name="connsiteX30" fmla="*/ 7515 w 44426"/>
                    <a:gd name="connsiteY30" fmla="*/ 15778 h 51897"/>
                    <a:gd name="connsiteX31" fmla="*/ 5898 w 44426"/>
                    <a:gd name="connsiteY31" fmla="*/ 22432 h 51897"/>
                    <a:gd name="connsiteX32" fmla="*/ 38050 w 44426"/>
                    <a:gd name="connsiteY32" fmla="*/ 22432 h 51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4426" h="51897">
                      <a:moveTo>
                        <a:pt x="6088" y="27185"/>
                      </a:moveTo>
                      <a:cubicBezTo>
                        <a:pt x="6088" y="29846"/>
                        <a:pt x="6468" y="32412"/>
                        <a:pt x="7134" y="34788"/>
                      </a:cubicBezTo>
                      <a:cubicBezTo>
                        <a:pt x="7800" y="37165"/>
                        <a:pt x="8847" y="39256"/>
                        <a:pt x="10273" y="40967"/>
                      </a:cubicBezTo>
                      <a:cubicBezTo>
                        <a:pt x="11605" y="42678"/>
                        <a:pt x="13413" y="44103"/>
                        <a:pt x="15410" y="45149"/>
                      </a:cubicBezTo>
                      <a:cubicBezTo>
                        <a:pt x="17408" y="46195"/>
                        <a:pt x="19881" y="46765"/>
                        <a:pt x="22640" y="46765"/>
                      </a:cubicBezTo>
                      <a:cubicBezTo>
                        <a:pt x="26350" y="46765"/>
                        <a:pt x="29584" y="45814"/>
                        <a:pt x="32247" y="43818"/>
                      </a:cubicBezTo>
                      <a:cubicBezTo>
                        <a:pt x="34911" y="41822"/>
                        <a:pt x="36718" y="39066"/>
                        <a:pt x="37574" y="35454"/>
                      </a:cubicBezTo>
                      <a:lnTo>
                        <a:pt x="43948" y="35454"/>
                      </a:lnTo>
                      <a:cubicBezTo>
                        <a:pt x="43282" y="37830"/>
                        <a:pt x="42331" y="39921"/>
                        <a:pt x="41189" y="42012"/>
                      </a:cubicBezTo>
                      <a:cubicBezTo>
                        <a:pt x="40048" y="44008"/>
                        <a:pt x="38621" y="45719"/>
                        <a:pt x="36909" y="47240"/>
                      </a:cubicBezTo>
                      <a:cubicBezTo>
                        <a:pt x="35196" y="48761"/>
                        <a:pt x="33199" y="49901"/>
                        <a:pt x="30821" y="50662"/>
                      </a:cubicBezTo>
                      <a:cubicBezTo>
                        <a:pt x="28442" y="51517"/>
                        <a:pt x="25779" y="51898"/>
                        <a:pt x="22640" y="51898"/>
                      </a:cubicBezTo>
                      <a:cubicBezTo>
                        <a:pt x="18740" y="51898"/>
                        <a:pt x="15315" y="51232"/>
                        <a:pt x="12461" y="49901"/>
                      </a:cubicBezTo>
                      <a:cubicBezTo>
                        <a:pt x="9607" y="48571"/>
                        <a:pt x="7229" y="46765"/>
                        <a:pt x="5422" y="44389"/>
                      </a:cubicBezTo>
                      <a:cubicBezTo>
                        <a:pt x="3615" y="42108"/>
                        <a:pt x="2188" y="39351"/>
                        <a:pt x="1332" y="36214"/>
                      </a:cubicBezTo>
                      <a:cubicBezTo>
                        <a:pt x="476" y="33078"/>
                        <a:pt x="0" y="29656"/>
                        <a:pt x="0" y="26139"/>
                      </a:cubicBezTo>
                      <a:cubicBezTo>
                        <a:pt x="0" y="22622"/>
                        <a:pt x="476" y="19105"/>
                        <a:pt x="1617" y="15969"/>
                      </a:cubicBezTo>
                      <a:cubicBezTo>
                        <a:pt x="2664" y="12832"/>
                        <a:pt x="4186" y="10076"/>
                        <a:pt x="6088" y="7604"/>
                      </a:cubicBezTo>
                      <a:cubicBezTo>
                        <a:pt x="7991" y="5133"/>
                        <a:pt x="10369" y="3327"/>
                        <a:pt x="13222" y="1996"/>
                      </a:cubicBezTo>
                      <a:cubicBezTo>
                        <a:pt x="15981" y="665"/>
                        <a:pt x="19215" y="0"/>
                        <a:pt x="22735" y="0"/>
                      </a:cubicBezTo>
                      <a:cubicBezTo>
                        <a:pt x="29489" y="0"/>
                        <a:pt x="34816" y="2281"/>
                        <a:pt x="38716" y="6939"/>
                      </a:cubicBezTo>
                      <a:cubicBezTo>
                        <a:pt x="42616" y="11596"/>
                        <a:pt x="44519" y="18345"/>
                        <a:pt x="44423" y="27185"/>
                      </a:cubicBezTo>
                      <a:lnTo>
                        <a:pt x="6183" y="27185"/>
                      </a:lnTo>
                      <a:close/>
                      <a:moveTo>
                        <a:pt x="38240" y="22432"/>
                      </a:moveTo>
                      <a:cubicBezTo>
                        <a:pt x="38240" y="20056"/>
                        <a:pt x="37860" y="17775"/>
                        <a:pt x="37194" y="15684"/>
                      </a:cubicBezTo>
                      <a:cubicBezTo>
                        <a:pt x="36528" y="13592"/>
                        <a:pt x="35577" y="11691"/>
                        <a:pt x="34245" y="10170"/>
                      </a:cubicBezTo>
                      <a:cubicBezTo>
                        <a:pt x="32913" y="8650"/>
                        <a:pt x="31296" y="7414"/>
                        <a:pt x="29299" y="6464"/>
                      </a:cubicBezTo>
                      <a:cubicBezTo>
                        <a:pt x="27301" y="5513"/>
                        <a:pt x="25113" y="5038"/>
                        <a:pt x="22545" y="5038"/>
                      </a:cubicBezTo>
                      <a:cubicBezTo>
                        <a:pt x="19976" y="5038"/>
                        <a:pt x="17788" y="5513"/>
                        <a:pt x="15791" y="6464"/>
                      </a:cubicBezTo>
                      <a:cubicBezTo>
                        <a:pt x="13793" y="7414"/>
                        <a:pt x="12176" y="8650"/>
                        <a:pt x="10844" y="10266"/>
                      </a:cubicBezTo>
                      <a:cubicBezTo>
                        <a:pt x="9513" y="11881"/>
                        <a:pt x="8371" y="13687"/>
                        <a:pt x="7515" y="15778"/>
                      </a:cubicBezTo>
                      <a:cubicBezTo>
                        <a:pt x="6659" y="17870"/>
                        <a:pt x="6183" y="20056"/>
                        <a:pt x="5898" y="22432"/>
                      </a:cubicBezTo>
                      <a:lnTo>
                        <a:pt x="38050" y="22432"/>
                      </a:lnTo>
                      <a:close/>
                    </a:path>
                  </a:pathLst>
                </a:custGeom>
                <a:solidFill>
                  <a:srgbClr val="000000"/>
                </a:solidFill>
                <a:ln w="9506" cap="flat">
                  <a:noFill/>
                  <a:prstDash val="solid"/>
                  <a:miter/>
                </a:ln>
              </p:spPr>
              <p:txBody>
                <a:bodyPr rtlCol="0" anchor="ctr"/>
                <a:lstStyle/>
                <a:p>
                  <a:endParaRPr lang="en-US"/>
                </a:p>
              </p:txBody>
            </p:sp>
            <p:sp>
              <p:nvSpPr>
                <p:cNvPr id="4557" name="Freeform 4556">
                  <a:extLst>
                    <a:ext uri="{FF2B5EF4-FFF2-40B4-BE49-F238E27FC236}">
                      <a16:creationId xmlns:a16="http://schemas.microsoft.com/office/drawing/2014/main" id="{C2DD1744-8F30-8A1D-6D6D-3839F7BC98B6}"/>
                    </a:ext>
                  </a:extLst>
                </p:cNvPr>
                <p:cNvSpPr/>
                <p:nvPr/>
              </p:nvSpPr>
              <p:spPr>
                <a:xfrm>
                  <a:off x="6495717" y="4801906"/>
                  <a:ext cx="45279" cy="69862"/>
                </a:xfrm>
                <a:custGeom>
                  <a:avLst/>
                  <a:gdLst>
                    <a:gd name="connsiteX0" fmla="*/ 39572 w 45279"/>
                    <a:gd name="connsiteY0" fmla="*/ 0 h 69862"/>
                    <a:gd name="connsiteX1" fmla="*/ 45280 w 45279"/>
                    <a:gd name="connsiteY1" fmla="*/ 0 h 69862"/>
                    <a:gd name="connsiteX2" fmla="*/ 45280 w 45279"/>
                    <a:gd name="connsiteY2" fmla="*/ 68436 h 69862"/>
                    <a:gd name="connsiteX3" fmla="*/ 39572 w 45279"/>
                    <a:gd name="connsiteY3" fmla="*/ 68436 h 69862"/>
                    <a:gd name="connsiteX4" fmla="*/ 39572 w 45279"/>
                    <a:gd name="connsiteY4" fmla="*/ 59787 h 69862"/>
                    <a:gd name="connsiteX5" fmla="*/ 39382 w 45279"/>
                    <a:gd name="connsiteY5" fmla="*/ 59787 h 69862"/>
                    <a:gd name="connsiteX6" fmla="*/ 36243 w 45279"/>
                    <a:gd name="connsiteY6" fmla="*/ 64159 h 69862"/>
                    <a:gd name="connsiteX7" fmla="*/ 31962 w 45279"/>
                    <a:gd name="connsiteY7" fmla="*/ 67295 h 69862"/>
                    <a:gd name="connsiteX8" fmla="*/ 27206 w 45279"/>
                    <a:gd name="connsiteY8" fmla="*/ 69197 h 69862"/>
                    <a:gd name="connsiteX9" fmla="*/ 22355 w 45279"/>
                    <a:gd name="connsiteY9" fmla="*/ 69862 h 69862"/>
                    <a:gd name="connsiteX10" fmla="*/ 12176 w 45279"/>
                    <a:gd name="connsiteY10" fmla="*/ 67866 h 69862"/>
                    <a:gd name="connsiteX11" fmla="*/ 5232 w 45279"/>
                    <a:gd name="connsiteY11" fmla="*/ 62353 h 69862"/>
                    <a:gd name="connsiteX12" fmla="*/ 1237 w 45279"/>
                    <a:gd name="connsiteY12" fmla="*/ 54179 h 69862"/>
                    <a:gd name="connsiteX13" fmla="*/ 0 w 45279"/>
                    <a:gd name="connsiteY13" fmla="*/ 44008 h 69862"/>
                    <a:gd name="connsiteX14" fmla="*/ 1332 w 45279"/>
                    <a:gd name="connsiteY14" fmla="*/ 34123 h 69862"/>
                    <a:gd name="connsiteX15" fmla="*/ 5327 w 45279"/>
                    <a:gd name="connsiteY15" fmla="*/ 25759 h 69862"/>
                    <a:gd name="connsiteX16" fmla="*/ 12176 w 45279"/>
                    <a:gd name="connsiteY16" fmla="*/ 20055 h 69862"/>
                    <a:gd name="connsiteX17" fmla="*/ 21974 w 45279"/>
                    <a:gd name="connsiteY17" fmla="*/ 17964 h 69862"/>
                    <a:gd name="connsiteX18" fmla="*/ 31962 w 45279"/>
                    <a:gd name="connsiteY18" fmla="*/ 20246 h 69862"/>
                    <a:gd name="connsiteX19" fmla="*/ 39477 w 45279"/>
                    <a:gd name="connsiteY19" fmla="*/ 27184 h 69862"/>
                    <a:gd name="connsiteX20" fmla="*/ 39477 w 45279"/>
                    <a:gd name="connsiteY20" fmla="*/ 95 h 69862"/>
                    <a:gd name="connsiteX21" fmla="*/ 39572 w 45279"/>
                    <a:gd name="connsiteY21" fmla="*/ 43628 h 69862"/>
                    <a:gd name="connsiteX22" fmla="*/ 38431 w 45279"/>
                    <a:gd name="connsiteY22" fmla="*/ 35739 h 69862"/>
                    <a:gd name="connsiteX23" fmla="*/ 35197 w 45279"/>
                    <a:gd name="connsiteY23" fmla="*/ 29181 h 69862"/>
                    <a:gd name="connsiteX24" fmla="*/ 29965 w 45279"/>
                    <a:gd name="connsiteY24" fmla="*/ 24713 h 69862"/>
                    <a:gd name="connsiteX25" fmla="*/ 22925 w 45279"/>
                    <a:gd name="connsiteY25" fmla="*/ 23097 h 69862"/>
                    <a:gd name="connsiteX26" fmla="*/ 15220 w 45279"/>
                    <a:gd name="connsiteY26" fmla="*/ 24808 h 69862"/>
                    <a:gd name="connsiteX27" fmla="*/ 9893 w 45279"/>
                    <a:gd name="connsiteY27" fmla="*/ 29656 h 69862"/>
                    <a:gd name="connsiteX28" fmla="*/ 6849 w 45279"/>
                    <a:gd name="connsiteY28" fmla="*/ 36689 h 69862"/>
                    <a:gd name="connsiteX29" fmla="*/ 6088 w 45279"/>
                    <a:gd name="connsiteY29" fmla="*/ 45434 h 69862"/>
                    <a:gd name="connsiteX30" fmla="*/ 7325 w 45279"/>
                    <a:gd name="connsiteY30" fmla="*/ 53703 h 69862"/>
                    <a:gd name="connsiteX31" fmla="*/ 10940 w 45279"/>
                    <a:gd name="connsiteY31" fmla="*/ 59692 h 69862"/>
                    <a:gd name="connsiteX32" fmla="*/ 16267 w 45279"/>
                    <a:gd name="connsiteY32" fmla="*/ 63494 h 69862"/>
                    <a:gd name="connsiteX33" fmla="*/ 22925 w 45279"/>
                    <a:gd name="connsiteY33" fmla="*/ 64824 h 69862"/>
                    <a:gd name="connsiteX34" fmla="*/ 30060 w 45279"/>
                    <a:gd name="connsiteY34" fmla="*/ 63208 h 69862"/>
                    <a:gd name="connsiteX35" fmla="*/ 35292 w 45279"/>
                    <a:gd name="connsiteY35" fmla="*/ 58741 h 69862"/>
                    <a:gd name="connsiteX36" fmla="*/ 38431 w 45279"/>
                    <a:gd name="connsiteY36" fmla="*/ 52088 h 69862"/>
                    <a:gd name="connsiteX37" fmla="*/ 39572 w 45279"/>
                    <a:gd name="connsiteY37" fmla="*/ 43723 h 698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45279" h="69862">
                      <a:moveTo>
                        <a:pt x="39572" y="0"/>
                      </a:moveTo>
                      <a:lnTo>
                        <a:pt x="45280" y="0"/>
                      </a:lnTo>
                      <a:lnTo>
                        <a:pt x="45280" y="68436"/>
                      </a:lnTo>
                      <a:lnTo>
                        <a:pt x="39572" y="68436"/>
                      </a:lnTo>
                      <a:lnTo>
                        <a:pt x="39572" y="59787"/>
                      </a:lnTo>
                      <a:lnTo>
                        <a:pt x="39382" y="59787"/>
                      </a:lnTo>
                      <a:cubicBezTo>
                        <a:pt x="38526" y="61402"/>
                        <a:pt x="37479" y="62923"/>
                        <a:pt x="36243" y="64159"/>
                      </a:cubicBezTo>
                      <a:cubicBezTo>
                        <a:pt x="34911" y="65395"/>
                        <a:pt x="33484" y="66440"/>
                        <a:pt x="31962" y="67295"/>
                      </a:cubicBezTo>
                      <a:cubicBezTo>
                        <a:pt x="30440" y="68151"/>
                        <a:pt x="28823" y="68721"/>
                        <a:pt x="27206" y="69197"/>
                      </a:cubicBezTo>
                      <a:cubicBezTo>
                        <a:pt x="25589" y="69672"/>
                        <a:pt x="23972" y="69862"/>
                        <a:pt x="22355" y="69862"/>
                      </a:cubicBezTo>
                      <a:cubicBezTo>
                        <a:pt x="18359" y="69862"/>
                        <a:pt x="14935" y="69197"/>
                        <a:pt x="12176" y="67866"/>
                      </a:cubicBezTo>
                      <a:cubicBezTo>
                        <a:pt x="9418" y="66535"/>
                        <a:pt x="7039" y="64729"/>
                        <a:pt x="5232" y="62353"/>
                      </a:cubicBezTo>
                      <a:cubicBezTo>
                        <a:pt x="3425" y="60072"/>
                        <a:pt x="2093" y="57315"/>
                        <a:pt x="1237" y="54179"/>
                      </a:cubicBezTo>
                      <a:cubicBezTo>
                        <a:pt x="381" y="51042"/>
                        <a:pt x="0" y="47620"/>
                        <a:pt x="0" y="44008"/>
                      </a:cubicBezTo>
                      <a:cubicBezTo>
                        <a:pt x="0" y="40586"/>
                        <a:pt x="476" y="37260"/>
                        <a:pt x="1332" y="34123"/>
                      </a:cubicBezTo>
                      <a:cubicBezTo>
                        <a:pt x="2188" y="30986"/>
                        <a:pt x="3520" y="28230"/>
                        <a:pt x="5327" y="25759"/>
                      </a:cubicBezTo>
                      <a:cubicBezTo>
                        <a:pt x="7134" y="23382"/>
                        <a:pt x="9418" y="21481"/>
                        <a:pt x="12176" y="20055"/>
                      </a:cubicBezTo>
                      <a:cubicBezTo>
                        <a:pt x="14935" y="18630"/>
                        <a:pt x="18169" y="17964"/>
                        <a:pt x="21974" y="17964"/>
                      </a:cubicBezTo>
                      <a:cubicBezTo>
                        <a:pt x="25494" y="17964"/>
                        <a:pt x="28823" y="18725"/>
                        <a:pt x="31962" y="20246"/>
                      </a:cubicBezTo>
                      <a:cubicBezTo>
                        <a:pt x="35197" y="21767"/>
                        <a:pt x="37670" y="24143"/>
                        <a:pt x="39477" y="27184"/>
                      </a:cubicBezTo>
                      <a:lnTo>
                        <a:pt x="39477" y="95"/>
                      </a:lnTo>
                      <a:close/>
                      <a:moveTo>
                        <a:pt x="39572" y="43628"/>
                      </a:moveTo>
                      <a:cubicBezTo>
                        <a:pt x="39572" y="40872"/>
                        <a:pt x="39192" y="38210"/>
                        <a:pt x="38431" y="35739"/>
                      </a:cubicBezTo>
                      <a:cubicBezTo>
                        <a:pt x="37670" y="33268"/>
                        <a:pt x="36528" y="31081"/>
                        <a:pt x="35197" y="29181"/>
                      </a:cubicBezTo>
                      <a:cubicBezTo>
                        <a:pt x="33770" y="27279"/>
                        <a:pt x="32058" y="25854"/>
                        <a:pt x="29965" y="24713"/>
                      </a:cubicBezTo>
                      <a:cubicBezTo>
                        <a:pt x="27872" y="23573"/>
                        <a:pt x="25589" y="23097"/>
                        <a:pt x="22925" y="23097"/>
                      </a:cubicBezTo>
                      <a:cubicBezTo>
                        <a:pt x="19976" y="23097"/>
                        <a:pt x="17408" y="23667"/>
                        <a:pt x="15220" y="24808"/>
                      </a:cubicBezTo>
                      <a:cubicBezTo>
                        <a:pt x="13032" y="25949"/>
                        <a:pt x="11320" y="27565"/>
                        <a:pt x="9893" y="29656"/>
                      </a:cubicBezTo>
                      <a:cubicBezTo>
                        <a:pt x="8466" y="31747"/>
                        <a:pt x="7515" y="34028"/>
                        <a:pt x="6849" y="36689"/>
                      </a:cubicBezTo>
                      <a:cubicBezTo>
                        <a:pt x="6183" y="39351"/>
                        <a:pt x="5993" y="42298"/>
                        <a:pt x="6088" y="45434"/>
                      </a:cubicBezTo>
                      <a:cubicBezTo>
                        <a:pt x="6088" y="48571"/>
                        <a:pt x="6469" y="51327"/>
                        <a:pt x="7325" y="53703"/>
                      </a:cubicBezTo>
                      <a:cubicBezTo>
                        <a:pt x="8181" y="56080"/>
                        <a:pt x="9322" y="58076"/>
                        <a:pt x="10940" y="59692"/>
                      </a:cubicBezTo>
                      <a:cubicBezTo>
                        <a:pt x="12461" y="61308"/>
                        <a:pt x="14269" y="62638"/>
                        <a:pt x="16267" y="63494"/>
                      </a:cubicBezTo>
                      <a:cubicBezTo>
                        <a:pt x="18264" y="64349"/>
                        <a:pt x="20547" y="64824"/>
                        <a:pt x="22925" y="64824"/>
                      </a:cubicBezTo>
                      <a:cubicBezTo>
                        <a:pt x="25589" y="64824"/>
                        <a:pt x="27967" y="64254"/>
                        <a:pt x="30060" y="63208"/>
                      </a:cubicBezTo>
                      <a:cubicBezTo>
                        <a:pt x="32152" y="62163"/>
                        <a:pt x="33865" y="60642"/>
                        <a:pt x="35292" y="58741"/>
                      </a:cubicBezTo>
                      <a:cubicBezTo>
                        <a:pt x="36719" y="56840"/>
                        <a:pt x="37765" y="54654"/>
                        <a:pt x="38431" y="52088"/>
                      </a:cubicBezTo>
                      <a:cubicBezTo>
                        <a:pt x="39192" y="49521"/>
                        <a:pt x="39572" y="46765"/>
                        <a:pt x="39572" y="43723"/>
                      </a:cubicBezTo>
                      <a:close/>
                    </a:path>
                  </a:pathLst>
                </a:custGeom>
                <a:solidFill>
                  <a:srgbClr val="000000"/>
                </a:solidFill>
                <a:ln w="9506" cap="flat">
                  <a:noFill/>
                  <a:prstDash val="solid"/>
                  <a:miter/>
                </a:ln>
              </p:spPr>
              <p:txBody>
                <a:bodyPr rtlCol="0" anchor="ctr"/>
                <a:lstStyle/>
                <a:p>
                  <a:endParaRPr lang="en-US"/>
                </a:p>
              </p:txBody>
            </p:sp>
          </p:grpSp>
          <p:grpSp>
            <p:nvGrpSpPr>
              <p:cNvPr id="4516" name="Graphic 5">
                <a:extLst>
                  <a:ext uri="{FF2B5EF4-FFF2-40B4-BE49-F238E27FC236}">
                    <a16:creationId xmlns:a16="http://schemas.microsoft.com/office/drawing/2014/main" id="{B84587E8-FEE7-F326-C5BD-4C465576AC02}"/>
                  </a:ext>
                </a:extLst>
              </p:cNvPr>
              <p:cNvGrpSpPr/>
              <p:nvPr/>
            </p:nvGrpSpPr>
            <p:grpSpPr>
              <a:xfrm>
                <a:off x="9947194" y="6209193"/>
                <a:ext cx="529564" cy="173859"/>
                <a:chOff x="6611580" y="4801906"/>
                <a:chExt cx="212795" cy="69862"/>
              </a:xfrm>
              <a:solidFill>
                <a:srgbClr val="000000"/>
              </a:solidFill>
            </p:grpSpPr>
            <p:sp>
              <p:nvSpPr>
                <p:cNvPr id="4545" name="Freeform 4544">
                  <a:extLst>
                    <a:ext uri="{FF2B5EF4-FFF2-40B4-BE49-F238E27FC236}">
                      <a16:creationId xmlns:a16="http://schemas.microsoft.com/office/drawing/2014/main" id="{8C81831E-9648-B8DB-769C-77E93BE47ADE}"/>
                    </a:ext>
                  </a:extLst>
                </p:cNvPr>
                <p:cNvSpPr/>
                <p:nvPr/>
              </p:nvSpPr>
              <p:spPr>
                <a:xfrm>
                  <a:off x="6611580" y="4819776"/>
                  <a:ext cx="39096" cy="50566"/>
                </a:xfrm>
                <a:custGeom>
                  <a:avLst/>
                  <a:gdLst>
                    <a:gd name="connsiteX0" fmla="*/ 5707 w 39096"/>
                    <a:gd name="connsiteY0" fmla="*/ 50567 h 50566"/>
                    <a:gd name="connsiteX1" fmla="*/ 0 w 39096"/>
                    <a:gd name="connsiteY1" fmla="*/ 50567 h 50566"/>
                    <a:gd name="connsiteX2" fmla="*/ 0 w 39096"/>
                    <a:gd name="connsiteY2" fmla="*/ 1331 h 50566"/>
                    <a:gd name="connsiteX3" fmla="*/ 5707 w 39096"/>
                    <a:gd name="connsiteY3" fmla="*/ 1331 h 50566"/>
                    <a:gd name="connsiteX4" fmla="*/ 5707 w 39096"/>
                    <a:gd name="connsiteY4" fmla="*/ 8174 h 50566"/>
                    <a:gd name="connsiteX5" fmla="*/ 12842 w 39096"/>
                    <a:gd name="connsiteY5" fmla="*/ 2281 h 50566"/>
                    <a:gd name="connsiteX6" fmla="*/ 21593 w 39096"/>
                    <a:gd name="connsiteY6" fmla="*/ 0 h 50566"/>
                    <a:gd name="connsiteX7" fmla="*/ 30059 w 39096"/>
                    <a:gd name="connsiteY7" fmla="*/ 1616 h 50566"/>
                    <a:gd name="connsiteX8" fmla="*/ 36623 w 39096"/>
                    <a:gd name="connsiteY8" fmla="*/ 7034 h 50566"/>
                    <a:gd name="connsiteX9" fmla="*/ 38716 w 39096"/>
                    <a:gd name="connsiteY9" fmla="*/ 12547 h 50566"/>
                    <a:gd name="connsiteX10" fmla="*/ 39096 w 39096"/>
                    <a:gd name="connsiteY10" fmla="*/ 18345 h 50566"/>
                    <a:gd name="connsiteX11" fmla="*/ 39096 w 39096"/>
                    <a:gd name="connsiteY11" fmla="*/ 50567 h 50566"/>
                    <a:gd name="connsiteX12" fmla="*/ 33389 w 39096"/>
                    <a:gd name="connsiteY12" fmla="*/ 50567 h 50566"/>
                    <a:gd name="connsiteX13" fmla="*/ 33389 w 39096"/>
                    <a:gd name="connsiteY13" fmla="*/ 18440 h 50566"/>
                    <a:gd name="connsiteX14" fmla="*/ 30440 w 39096"/>
                    <a:gd name="connsiteY14" fmla="*/ 8459 h 50566"/>
                    <a:gd name="connsiteX15" fmla="*/ 20642 w 39096"/>
                    <a:gd name="connsiteY15" fmla="*/ 5133 h 50566"/>
                    <a:gd name="connsiteX16" fmla="*/ 15791 w 39096"/>
                    <a:gd name="connsiteY16" fmla="*/ 5893 h 50566"/>
                    <a:gd name="connsiteX17" fmla="*/ 11795 w 39096"/>
                    <a:gd name="connsiteY17" fmla="*/ 7984 h 50566"/>
                    <a:gd name="connsiteX18" fmla="*/ 8847 w 39096"/>
                    <a:gd name="connsiteY18" fmla="*/ 11026 h 50566"/>
                    <a:gd name="connsiteX19" fmla="*/ 6944 w 39096"/>
                    <a:gd name="connsiteY19" fmla="*/ 14638 h 50566"/>
                    <a:gd name="connsiteX20" fmla="*/ 5898 w 39096"/>
                    <a:gd name="connsiteY20" fmla="*/ 19200 h 50566"/>
                    <a:gd name="connsiteX21" fmla="*/ 5707 w 39096"/>
                    <a:gd name="connsiteY21" fmla="*/ 23953 h 50566"/>
                    <a:gd name="connsiteX22" fmla="*/ 5707 w 39096"/>
                    <a:gd name="connsiteY22" fmla="*/ 50472 h 505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096" h="50566">
                      <a:moveTo>
                        <a:pt x="5707" y="50567"/>
                      </a:moveTo>
                      <a:lnTo>
                        <a:pt x="0" y="50567"/>
                      </a:lnTo>
                      <a:lnTo>
                        <a:pt x="0" y="1331"/>
                      </a:lnTo>
                      <a:lnTo>
                        <a:pt x="5707" y="1331"/>
                      </a:lnTo>
                      <a:lnTo>
                        <a:pt x="5707" y="8174"/>
                      </a:lnTo>
                      <a:cubicBezTo>
                        <a:pt x="7991" y="5798"/>
                        <a:pt x="10369" y="3802"/>
                        <a:pt x="12842" y="2281"/>
                      </a:cubicBezTo>
                      <a:cubicBezTo>
                        <a:pt x="15315" y="760"/>
                        <a:pt x="18169" y="0"/>
                        <a:pt x="21593" y="0"/>
                      </a:cubicBezTo>
                      <a:cubicBezTo>
                        <a:pt x="24637" y="0"/>
                        <a:pt x="27491" y="475"/>
                        <a:pt x="30059" y="1616"/>
                      </a:cubicBezTo>
                      <a:cubicBezTo>
                        <a:pt x="32628" y="2661"/>
                        <a:pt x="34816" y="4467"/>
                        <a:pt x="36623" y="7034"/>
                      </a:cubicBezTo>
                      <a:cubicBezTo>
                        <a:pt x="37860" y="8840"/>
                        <a:pt x="38526" y="10646"/>
                        <a:pt x="38716" y="12547"/>
                      </a:cubicBezTo>
                      <a:cubicBezTo>
                        <a:pt x="38906" y="14448"/>
                        <a:pt x="39096" y="16349"/>
                        <a:pt x="39096" y="18345"/>
                      </a:cubicBezTo>
                      <a:lnTo>
                        <a:pt x="39096" y="50567"/>
                      </a:lnTo>
                      <a:lnTo>
                        <a:pt x="33389" y="50567"/>
                      </a:lnTo>
                      <a:lnTo>
                        <a:pt x="33389" y="18440"/>
                      </a:lnTo>
                      <a:cubicBezTo>
                        <a:pt x="33389" y="13972"/>
                        <a:pt x="32438" y="10646"/>
                        <a:pt x="30440" y="8459"/>
                      </a:cubicBezTo>
                      <a:cubicBezTo>
                        <a:pt x="28442" y="6273"/>
                        <a:pt x="25208" y="5133"/>
                        <a:pt x="20642" y="5133"/>
                      </a:cubicBezTo>
                      <a:cubicBezTo>
                        <a:pt x="18835" y="5133"/>
                        <a:pt x="17218" y="5418"/>
                        <a:pt x="15791" y="5893"/>
                      </a:cubicBezTo>
                      <a:cubicBezTo>
                        <a:pt x="14364" y="6368"/>
                        <a:pt x="13032" y="7129"/>
                        <a:pt x="11795" y="7984"/>
                      </a:cubicBezTo>
                      <a:cubicBezTo>
                        <a:pt x="10654" y="8840"/>
                        <a:pt x="9607" y="9885"/>
                        <a:pt x="8847" y="11026"/>
                      </a:cubicBezTo>
                      <a:cubicBezTo>
                        <a:pt x="7991" y="12166"/>
                        <a:pt x="7420" y="13402"/>
                        <a:pt x="6944" y="14638"/>
                      </a:cubicBezTo>
                      <a:cubicBezTo>
                        <a:pt x="6373" y="16254"/>
                        <a:pt x="5993" y="17774"/>
                        <a:pt x="5898" y="19200"/>
                      </a:cubicBezTo>
                      <a:cubicBezTo>
                        <a:pt x="5803" y="20626"/>
                        <a:pt x="5707" y="22242"/>
                        <a:pt x="5707" y="23953"/>
                      </a:cubicBezTo>
                      <a:lnTo>
                        <a:pt x="5707" y="50472"/>
                      </a:lnTo>
                      <a:close/>
                    </a:path>
                  </a:pathLst>
                </a:custGeom>
                <a:solidFill>
                  <a:srgbClr val="000000"/>
                </a:solidFill>
                <a:ln w="9506" cap="flat">
                  <a:noFill/>
                  <a:prstDash val="solid"/>
                  <a:miter/>
                </a:ln>
              </p:spPr>
              <p:txBody>
                <a:bodyPr rtlCol="0" anchor="ctr"/>
                <a:lstStyle/>
                <a:p>
                  <a:endParaRPr lang="en-US"/>
                </a:p>
              </p:txBody>
            </p:sp>
            <p:sp>
              <p:nvSpPr>
                <p:cNvPr id="4546" name="Freeform 4545">
                  <a:extLst>
                    <a:ext uri="{FF2B5EF4-FFF2-40B4-BE49-F238E27FC236}">
                      <a16:creationId xmlns:a16="http://schemas.microsoft.com/office/drawing/2014/main" id="{9218DB8A-1537-3FBF-5566-C966960F90FD}"/>
                    </a:ext>
                  </a:extLst>
                </p:cNvPr>
                <p:cNvSpPr/>
                <p:nvPr/>
              </p:nvSpPr>
              <p:spPr>
                <a:xfrm>
                  <a:off x="6661235" y="4819871"/>
                  <a:ext cx="45660" cy="51802"/>
                </a:xfrm>
                <a:custGeom>
                  <a:avLst/>
                  <a:gdLst>
                    <a:gd name="connsiteX0" fmla="*/ 22830 w 45660"/>
                    <a:gd name="connsiteY0" fmla="*/ 51803 h 51802"/>
                    <a:gd name="connsiteX1" fmla="*/ 13983 w 45660"/>
                    <a:gd name="connsiteY1" fmla="*/ 50092 h 51802"/>
                    <a:gd name="connsiteX2" fmla="*/ 6754 w 45660"/>
                    <a:gd name="connsiteY2" fmla="*/ 45244 h 51802"/>
                    <a:gd name="connsiteX3" fmla="*/ 1807 w 45660"/>
                    <a:gd name="connsiteY3" fmla="*/ 37165 h 51802"/>
                    <a:gd name="connsiteX4" fmla="*/ 0 w 45660"/>
                    <a:gd name="connsiteY4" fmla="*/ 25854 h 51802"/>
                    <a:gd name="connsiteX5" fmla="*/ 1427 w 45660"/>
                    <a:gd name="connsiteY5" fmla="*/ 15778 h 51802"/>
                    <a:gd name="connsiteX6" fmla="*/ 5707 w 45660"/>
                    <a:gd name="connsiteY6" fmla="*/ 7509 h 51802"/>
                    <a:gd name="connsiteX7" fmla="*/ 12842 w 45660"/>
                    <a:gd name="connsiteY7" fmla="*/ 1996 h 51802"/>
                    <a:gd name="connsiteX8" fmla="*/ 22830 w 45660"/>
                    <a:gd name="connsiteY8" fmla="*/ 0 h 51802"/>
                    <a:gd name="connsiteX9" fmla="*/ 32913 w 45660"/>
                    <a:gd name="connsiteY9" fmla="*/ 1996 h 51802"/>
                    <a:gd name="connsiteX10" fmla="*/ 40048 w 45660"/>
                    <a:gd name="connsiteY10" fmla="*/ 7509 h 51802"/>
                    <a:gd name="connsiteX11" fmla="*/ 44328 w 45660"/>
                    <a:gd name="connsiteY11" fmla="*/ 15684 h 51802"/>
                    <a:gd name="connsiteX12" fmla="*/ 45660 w 45660"/>
                    <a:gd name="connsiteY12" fmla="*/ 25854 h 51802"/>
                    <a:gd name="connsiteX13" fmla="*/ 44043 w 45660"/>
                    <a:gd name="connsiteY13" fmla="*/ 36500 h 51802"/>
                    <a:gd name="connsiteX14" fmla="*/ 39382 w 45660"/>
                    <a:gd name="connsiteY14" fmla="*/ 44674 h 51802"/>
                    <a:gd name="connsiteX15" fmla="*/ 32152 w 45660"/>
                    <a:gd name="connsiteY15" fmla="*/ 49901 h 51802"/>
                    <a:gd name="connsiteX16" fmla="*/ 22735 w 45660"/>
                    <a:gd name="connsiteY16" fmla="*/ 51803 h 51802"/>
                    <a:gd name="connsiteX17" fmla="*/ 39572 w 45660"/>
                    <a:gd name="connsiteY17" fmla="*/ 25854 h 51802"/>
                    <a:gd name="connsiteX18" fmla="*/ 38621 w 45660"/>
                    <a:gd name="connsiteY18" fmla="*/ 17680 h 51802"/>
                    <a:gd name="connsiteX19" fmla="*/ 35672 w 45660"/>
                    <a:gd name="connsiteY19" fmla="*/ 11121 h 51802"/>
                    <a:gd name="connsiteX20" fmla="*/ 30535 w 45660"/>
                    <a:gd name="connsiteY20" fmla="*/ 6749 h 51802"/>
                    <a:gd name="connsiteX21" fmla="*/ 22830 w 45660"/>
                    <a:gd name="connsiteY21" fmla="*/ 5133 h 51802"/>
                    <a:gd name="connsiteX22" fmla="*/ 15220 w 45660"/>
                    <a:gd name="connsiteY22" fmla="*/ 6844 h 51802"/>
                    <a:gd name="connsiteX23" fmla="*/ 10083 w 45660"/>
                    <a:gd name="connsiteY23" fmla="*/ 11501 h 51802"/>
                    <a:gd name="connsiteX24" fmla="*/ 7134 w 45660"/>
                    <a:gd name="connsiteY24" fmla="*/ 18155 h 51802"/>
                    <a:gd name="connsiteX25" fmla="*/ 6183 w 45660"/>
                    <a:gd name="connsiteY25" fmla="*/ 25854 h 51802"/>
                    <a:gd name="connsiteX26" fmla="*/ 7325 w 45660"/>
                    <a:gd name="connsiteY26" fmla="*/ 34218 h 51802"/>
                    <a:gd name="connsiteX27" fmla="*/ 10464 w 45660"/>
                    <a:gd name="connsiteY27" fmla="*/ 40872 h 51802"/>
                    <a:gd name="connsiteX28" fmla="*/ 15696 w 45660"/>
                    <a:gd name="connsiteY28" fmla="*/ 45149 h 51802"/>
                    <a:gd name="connsiteX29" fmla="*/ 22925 w 45660"/>
                    <a:gd name="connsiteY29" fmla="*/ 46670 h 51802"/>
                    <a:gd name="connsiteX30" fmla="*/ 30630 w 45660"/>
                    <a:gd name="connsiteY30" fmla="*/ 44864 h 51802"/>
                    <a:gd name="connsiteX31" fmla="*/ 35767 w 45660"/>
                    <a:gd name="connsiteY31" fmla="*/ 40111 h 51802"/>
                    <a:gd name="connsiteX32" fmla="*/ 38716 w 45660"/>
                    <a:gd name="connsiteY32" fmla="*/ 33458 h 51802"/>
                    <a:gd name="connsiteX33" fmla="*/ 39667 w 45660"/>
                    <a:gd name="connsiteY33" fmla="*/ 25759 h 51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5660" h="51802">
                      <a:moveTo>
                        <a:pt x="22830" y="51803"/>
                      </a:moveTo>
                      <a:cubicBezTo>
                        <a:pt x="19691" y="51803"/>
                        <a:pt x="16742" y="51137"/>
                        <a:pt x="13983" y="50092"/>
                      </a:cubicBezTo>
                      <a:cubicBezTo>
                        <a:pt x="11225" y="49046"/>
                        <a:pt x="8847" y="47430"/>
                        <a:pt x="6754" y="45244"/>
                      </a:cubicBezTo>
                      <a:cubicBezTo>
                        <a:pt x="4661" y="43058"/>
                        <a:pt x="3044" y="40396"/>
                        <a:pt x="1807" y="37165"/>
                      </a:cubicBezTo>
                      <a:cubicBezTo>
                        <a:pt x="571" y="33933"/>
                        <a:pt x="0" y="30131"/>
                        <a:pt x="0" y="25854"/>
                      </a:cubicBezTo>
                      <a:cubicBezTo>
                        <a:pt x="0" y="22242"/>
                        <a:pt x="476" y="18820"/>
                        <a:pt x="1427" y="15778"/>
                      </a:cubicBezTo>
                      <a:cubicBezTo>
                        <a:pt x="2378" y="12642"/>
                        <a:pt x="3805" y="9885"/>
                        <a:pt x="5707" y="7509"/>
                      </a:cubicBezTo>
                      <a:cubicBezTo>
                        <a:pt x="7610" y="5133"/>
                        <a:pt x="9988" y="3327"/>
                        <a:pt x="12842" y="1996"/>
                      </a:cubicBezTo>
                      <a:cubicBezTo>
                        <a:pt x="15696" y="665"/>
                        <a:pt x="19025" y="0"/>
                        <a:pt x="22830" y="0"/>
                      </a:cubicBezTo>
                      <a:cubicBezTo>
                        <a:pt x="26635" y="0"/>
                        <a:pt x="30059" y="665"/>
                        <a:pt x="32913" y="1996"/>
                      </a:cubicBezTo>
                      <a:cubicBezTo>
                        <a:pt x="35767" y="3327"/>
                        <a:pt x="38145" y="5228"/>
                        <a:pt x="40048" y="7509"/>
                      </a:cubicBezTo>
                      <a:cubicBezTo>
                        <a:pt x="41950" y="9790"/>
                        <a:pt x="43377" y="12547"/>
                        <a:pt x="44328" y="15684"/>
                      </a:cubicBezTo>
                      <a:cubicBezTo>
                        <a:pt x="45280" y="18820"/>
                        <a:pt x="45660" y="22242"/>
                        <a:pt x="45660" y="25854"/>
                      </a:cubicBezTo>
                      <a:cubicBezTo>
                        <a:pt x="45660" y="29751"/>
                        <a:pt x="45089" y="33363"/>
                        <a:pt x="44043" y="36500"/>
                      </a:cubicBezTo>
                      <a:cubicBezTo>
                        <a:pt x="42997" y="39636"/>
                        <a:pt x="41379" y="42393"/>
                        <a:pt x="39382" y="44674"/>
                      </a:cubicBezTo>
                      <a:cubicBezTo>
                        <a:pt x="37384" y="46955"/>
                        <a:pt x="35006" y="48666"/>
                        <a:pt x="32152" y="49901"/>
                      </a:cubicBezTo>
                      <a:cubicBezTo>
                        <a:pt x="29299" y="51137"/>
                        <a:pt x="26254" y="51803"/>
                        <a:pt x="22735" y="51803"/>
                      </a:cubicBezTo>
                      <a:close/>
                      <a:moveTo>
                        <a:pt x="39572" y="25854"/>
                      </a:moveTo>
                      <a:cubicBezTo>
                        <a:pt x="39572" y="22907"/>
                        <a:pt x="39287" y="20246"/>
                        <a:pt x="38621" y="17680"/>
                      </a:cubicBezTo>
                      <a:cubicBezTo>
                        <a:pt x="37955" y="15113"/>
                        <a:pt x="37004" y="12927"/>
                        <a:pt x="35672" y="11121"/>
                      </a:cubicBezTo>
                      <a:cubicBezTo>
                        <a:pt x="34340" y="9315"/>
                        <a:pt x="32628" y="7794"/>
                        <a:pt x="30535" y="6749"/>
                      </a:cubicBezTo>
                      <a:cubicBezTo>
                        <a:pt x="28442" y="5703"/>
                        <a:pt x="25874" y="5133"/>
                        <a:pt x="22830" y="5133"/>
                      </a:cubicBezTo>
                      <a:cubicBezTo>
                        <a:pt x="19786" y="5133"/>
                        <a:pt x="17313" y="5703"/>
                        <a:pt x="15220" y="6844"/>
                      </a:cubicBezTo>
                      <a:cubicBezTo>
                        <a:pt x="13127" y="7984"/>
                        <a:pt x="11320" y="9600"/>
                        <a:pt x="10083" y="11501"/>
                      </a:cubicBezTo>
                      <a:cubicBezTo>
                        <a:pt x="8751" y="13402"/>
                        <a:pt x="7800" y="15684"/>
                        <a:pt x="7134" y="18155"/>
                      </a:cubicBezTo>
                      <a:cubicBezTo>
                        <a:pt x="6468" y="20626"/>
                        <a:pt x="6183" y="23192"/>
                        <a:pt x="6183" y="25854"/>
                      </a:cubicBezTo>
                      <a:cubicBezTo>
                        <a:pt x="6183" y="28895"/>
                        <a:pt x="6563" y="31652"/>
                        <a:pt x="7325" y="34218"/>
                      </a:cubicBezTo>
                      <a:cubicBezTo>
                        <a:pt x="8085" y="36785"/>
                        <a:pt x="9132" y="38971"/>
                        <a:pt x="10464" y="40872"/>
                      </a:cubicBezTo>
                      <a:cubicBezTo>
                        <a:pt x="11795" y="42773"/>
                        <a:pt x="13603" y="44103"/>
                        <a:pt x="15696" y="45149"/>
                      </a:cubicBezTo>
                      <a:cubicBezTo>
                        <a:pt x="17788" y="46195"/>
                        <a:pt x="20167" y="46670"/>
                        <a:pt x="22925" y="46670"/>
                      </a:cubicBezTo>
                      <a:cubicBezTo>
                        <a:pt x="25874" y="46670"/>
                        <a:pt x="28442" y="46099"/>
                        <a:pt x="30630" y="44864"/>
                      </a:cubicBezTo>
                      <a:cubicBezTo>
                        <a:pt x="32723" y="43723"/>
                        <a:pt x="34530" y="42108"/>
                        <a:pt x="35767" y="40111"/>
                      </a:cubicBezTo>
                      <a:cubicBezTo>
                        <a:pt x="37099" y="38115"/>
                        <a:pt x="38050" y="35929"/>
                        <a:pt x="38716" y="33458"/>
                      </a:cubicBezTo>
                      <a:cubicBezTo>
                        <a:pt x="39382" y="30986"/>
                        <a:pt x="39667" y="28420"/>
                        <a:pt x="39667" y="25759"/>
                      </a:cubicBezTo>
                      <a:close/>
                    </a:path>
                  </a:pathLst>
                </a:custGeom>
                <a:solidFill>
                  <a:srgbClr val="000000"/>
                </a:solidFill>
                <a:ln w="9506" cap="flat">
                  <a:noFill/>
                  <a:prstDash val="solid"/>
                  <a:miter/>
                </a:ln>
              </p:spPr>
              <p:txBody>
                <a:bodyPr rtlCol="0" anchor="ctr"/>
                <a:lstStyle/>
                <a:p>
                  <a:endParaRPr lang="en-US"/>
                </a:p>
              </p:txBody>
            </p:sp>
            <p:sp>
              <p:nvSpPr>
                <p:cNvPr id="4547" name="Freeform 4546">
                  <a:extLst>
                    <a:ext uri="{FF2B5EF4-FFF2-40B4-BE49-F238E27FC236}">
                      <a16:creationId xmlns:a16="http://schemas.microsoft.com/office/drawing/2014/main" id="{D4980EB7-02F9-8A57-C3D2-846A73D2DB72}"/>
                    </a:ext>
                  </a:extLst>
                </p:cNvPr>
                <p:cNvSpPr/>
                <p:nvPr/>
              </p:nvSpPr>
              <p:spPr>
                <a:xfrm>
                  <a:off x="6712127" y="4821106"/>
                  <a:ext cx="44328" cy="49236"/>
                </a:xfrm>
                <a:custGeom>
                  <a:avLst/>
                  <a:gdLst>
                    <a:gd name="connsiteX0" fmla="*/ 0 w 44328"/>
                    <a:gd name="connsiteY0" fmla="*/ 0 h 49236"/>
                    <a:gd name="connsiteX1" fmla="*/ 6183 w 44328"/>
                    <a:gd name="connsiteY1" fmla="*/ 0 h 49236"/>
                    <a:gd name="connsiteX2" fmla="*/ 22164 w 44328"/>
                    <a:gd name="connsiteY2" fmla="*/ 42202 h 49236"/>
                    <a:gd name="connsiteX3" fmla="*/ 38145 w 44328"/>
                    <a:gd name="connsiteY3" fmla="*/ 0 h 49236"/>
                    <a:gd name="connsiteX4" fmla="*/ 44329 w 44328"/>
                    <a:gd name="connsiteY4" fmla="*/ 0 h 49236"/>
                    <a:gd name="connsiteX5" fmla="*/ 25208 w 44328"/>
                    <a:gd name="connsiteY5" fmla="*/ 49236 h 49236"/>
                    <a:gd name="connsiteX6" fmla="*/ 18835 w 44328"/>
                    <a:gd name="connsiteY6" fmla="*/ 49236 h 49236"/>
                    <a:gd name="connsiteX7" fmla="*/ 0 w 44328"/>
                    <a:gd name="connsiteY7" fmla="*/ 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4328" h="49236">
                      <a:moveTo>
                        <a:pt x="0" y="0"/>
                      </a:moveTo>
                      <a:lnTo>
                        <a:pt x="6183" y="0"/>
                      </a:lnTo>
                      <a:lnTo>
                        <a:pt x="22164" y="42202"/>
                      </a:lnTo>
                      <a:lnTo>
                        <a:pt x="38145" y="0"/>
                      </a:lnTo>
                      <a:lnTo>
                        <a:pt x="44329" y="0"/>
                      </a:lnTo>
                      <a:lnTo>
                        <a:pt x="25208" y="49236"/>
                      </a:lnTo>
                      <a:lnTo>
                        <a:pt x="18835" y="49236"/>
                      </a:lnTo>
                      <a:lnTo>
                        <a:pt x="0" y="0"/>
                      </a:lnTo>
                      <a:close/>
                    </a:path>
                  </a:pathLst>
                </a:custGeom>
                <a:solidFill>
                  <a:srgbClr val="000000"/>
                </a:solidFill>
                <a:ln w="9506" cap="flat">
                  <a:noFill/>
                  <a:prstDash val="solid"/>
                  <a:miter/>
                </a:ln>
              </p:spPr>
              <p:txBody>
                <a:bodyPr rtlCol="0" anchor="ctr"/>
                <a:lstStyle/>
                <a:p>
                  <a:endParaRPr lang="en-US"/>
                </a:p>
              </p:txBody>
            </p:sp>
            <p:sp>
              <p:nvSpPr>
                <p:cNvPr id="4548" name="Freeform 4547">
                  <a:extLst>
                    <a:ext uri="{FF2B5EF4-FFF2-40B4-BE49-F238E27FC236}">
                      <a16:creationId xmlns:a16="http://schemas.microsoft.com/office/drawing/2014/main" id="{51DBE033-B627-AF1A-A46A-AF900F560B8E}"/>
                    </a:ext>
                  </a:extLst>
                </p:cNvPr>
                <p:cNvSpPr/>
                <p:nvPr/>
              </p:nvSpPr>
              <p:spPr>
                <a:xfrm>
                  <a:off x="6762353" y="4819871"/>
                  <a:ext cx="44427" cy="51897"/>
                </a:xfrm>
                <a:custGeom>
                  <a:avLst/>
                  <a:gdLst>
                    <a:gd name="connsiteX0" fmla="*/ 6088 w 44427"/>
                    <a:gd name="connsiteY0" fmla="*/ 27185 h 51897"/>
                    <a:gd name="connsiteX1" fmla="*/ 7134 w 44427"/>
                    <a:gd name="connsiteY1" fmla="*/ 34788 h 51897"/>
                    <a:gd name="connsiteX2" fmla="*/ 10274 w 44427"/>
                    <a:gd name="connsiteY2" fmla="*/ 40967 h 51897"/>
                    <a:gd name="connsiteX3" fmla="*/ 15411 w 44427"/>
                    <a:gd name="connsiteY3" fmla="*/ 45149 h 51897"/>
                    <a:gd name="connsiteX4" fmla="*/ 22640 w 44427"/>
                    <a:gd name="connsiteY4" fmla="*/ 46765 h 51897"/>
                    <a:gd name="connsiteX5" fmla="*/ 32248 w 44427"/>
                    <a:gd name="connsiteY5" fmla="*/ 43818 h 51897"/>
                    <a:gd name="connsiteX6" fmla="*/ 37575 w 44427"/>
                    <a:gd name="connsiteY6" fmla="*/ 35454 h 51897"/>
                    <a:gd name="connsiteX7" fmla="*/ 43948 w 44427"/>
                    <a:gd name="connsiteY7" fmla="*/ 35454 h 51897"/>
                    <a:gd name="connsiteX8" fmla="*/ 41190 w 44427"/>
                    <a:gd name="connsiteY8" fmla="*/ 42012 h 51897"/>
                    <a:gd name="connsiteX9" fmla="*/ 36909 w 44427"/>
                    <a:gd name="connsiteY9" fmla="*/ 47240 h 51897"/>
                    <a:gd name="connsiteX10" fmla="*/ 30821 w 44427"/>
                    <a:gd name="connsiteY10" fmla="*/ 50662 h 51897"/>
                    <a:gd name="connsiteX11" fmla="*/ 22640 w 44427"/>
                    <a:gd name="connsiteY11" fmla="*/ 51898 h 51897"/>
                    <a:gd name="connsiteX12" fmla="*/ 12461 w 44427"/>
                    <a:gd name="connsiteY12" fmla="*/ 49901 h 51897"/>
                    <a:gd name="connsiteX13" fmla="*/ 5422 w 44427"/>
                    <a:gd name="connsiteY13" fmla="*/ 44389 h 51897"/>
                    <a:gd name="connsiteX14" fmla="*/ 1332 w 44427"/>
                    <a:gd name="connsiteY14" fmla="*/ 36214 h 51897"/>
                    <a:gd name="connsiteX15" fmla="*/ 0 w 44427"/>
                    <a:gd name="connsiteY15" fmla="*/ 26139 h 51897"/>
                    <a:gd name="connsiteX16" fmla="*/ 1617 w 44427"/>
                    <a:gd name="connsiteY16" fmla="*/ 15969 h 51897"/>
                    <a:gd name="connsiteX17" fmla="*/ 6088 w 44427"/>
                    <a:gd name="connsiteY17" fmla="*/ 7604 h 51897"/>
                    <a:gd name="connsiteX18" fmla="*/ 13223 w 44427"/>
                    <a:gd name="connsiteY18" fmla="*/ 1996 h 51897"/>
                    <a:gd name="connsiteX19" fmla="*/ 22735 w 44427"/>
                    <a:gd name="connsiteY19" fmla="*/ 0 h 51897"/>
                    <a:gd name="connsiteX20" fmla="*/ 38716 w 44427"/>
                    <a:gd name="connsiteY20" fmla="*/ 6939 h 51897"/>
                    <a:gd name="connsiteX21" fmla="*/ 44424 w 44427"/>
                    <a:gd name="connsiteY21" fmla="*/ 27185 h 51897"/>
                    <a:gd name="connsiteX22" fmla="*/ 6183 w 44427"/>
                    <a:gd name="connsiteY22" fmla="*/ 27185 h 51897"/>
                    <a:gd name="connsiteX23" fmla="*/ 38241 w 44427"/>
                    <a:gd name="connsiteY23" fmla="*/ 22432 h 51897"/>
                    <a:gd name="connsiteX24" fmla="*/ 37194 w 44427"/>
                    <a:gd name="connsiteY24" fmla="*/ 15684 h 51897"/>
                    <a:gd name="connsiteX25" fmla="*/ 34245 w 44427"/>
                    <a:gd name="connsiteY25" fmla="*/ 10170 h 51897"/>
                    <a:gd name="connsiteX26" fmla="*/ 29299 w 44427"/>
                    <a:gd name="connsiteY26" fmla="*/ 6464 h 51897"/>
                    <a:gd name="connsiteX27" fmla="*/ 22545 w 44427"/>
                    <a:gd name="connsiteY27" fmla="*/ 5038 h 51897"/>
                    <a:gd name="connsiteX28" fmla="*/ 15791 w 44427"/>
                    <a:gd name="connsiteY28" fmla="*/ 6464 h 51897"/>
                    <a:gd name="connsiteX29" fmla="*/ 10844 w 44427"/>
                    <a:gd name="connsiteY29" fmla="*/ 10266 h 51897"/>
                    <a:gd name="connsiteX30" fmla="*/ 7515 w 44427"/>
                    <a:gd name="connsiteY30" fmla="*/ 15778 h 51897"/>
                    <a:gd name="connsiteX31" fmla="*/ 5898 w 44427"/>
                    <a:gd name="connsiteY31" fmla="*/ 22432 h 51897"/>
                    <a:gd name="connsiteX32" fmla="*/ 38050 w 44427"/>
                    <a:gd name="connsiteY32" fmla="*/ 22432 h 51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4427" h="51897">
                      <a:moveTo>
                        <a:pt x="6088" y="27185"/>
                      </a:moveTo>
                      <a:cubicBezTo>
                        <a:pt x="6088" y="29846"/>
                        <a:pt x="6469" y="32412"/>
                        <a:pt x="7134" y="34788"/>
                      </a:cubicBezTo>
                      <a:cubicBezTo>
                        <a:pt x="7800" y="37165"/>
                        <a:pt x="8847" y="39256"/>
                        <a:pt x="10274" y="40967"/>
                      </a:cubicBezTo>
                      <a:cubicBezTo>
                        <a:pt x="11605" y="42678"/>
                        <a:pt x="13413" y="44103"/>
                        <a:pt x="15411" y="45149"/>
                      </a:cubicBezTo>
                      <a:cubicBezTo>
                        <a:pt x="17408" y="46195"/>
                        <a:pt x="19881" y="46765"/>
                        <a:pt x="22640" y="46765"/>
                      </a:cubicBezTo>
                      <a:cubicBezTo>
                        <a:pt x="26350" y="46765"/>
                        <a:pt x="29584" y="45814"/>
                        <a:pt x="32248" y="43818"/>
                      </a:cubicBezTo>
                      <a:cubicBezTo>
                        <a:pt x="34911" y="41822"/>
                        <a:pt x="36719" y="39066"/>
                        <a:pt x="37575" y="35454"/>
                      </a:cubicBezTo>
                      <a:lnTo>
                        <a:pt x="43948" y="35454"/>
                      </a:lnTo>
                      <a:cubicBezTo>
                        <a:pt x="43282" y="37830"/>
                        <a:pt x="42331" y="39921"/>
                        <a:pt x="41190" y="42012"/>
                      </a:cubicBezTo>
                      <a:cubicBezTo>
                        <a:pt x="40048" y="44008"/>
                        <a:pt x="38621" y="45719"/>
                        <a:pt x="36909" y="47240"/>
                      </a:cubicBezTo>
                      <a:cubicBezTo>
                        <a:pt x="35197" y="48761"/>
                        <a:pt x="33199" y="49901"/>
                        <a:pt x="30821" y="50662"/>
                      </a:cubicBezTo>
                      <a:cubicBezTo>
                        <a:pt x="28443" y="51517"/>
                        <a:pt x="25779" y="51898"/>
                        <a:pt x="22640" y="51898"/>
                      </a:cubicBezTo>
                      <a:cubicBezTo>
                        <a:pt x="18740" y="51898"/>
                        <a:pt x="15315" y="51232"/>
                        <a:pt x="12461" y="49901"/>
                      </a:cubicBezTo>
                      <a:cubicBezTo>
                        <a:pt x="9608" y="48571"/>
                        <a:pt x="7230" y="46765"/>
                        <a:pt x="5422" y="44389"/>
                      </a:cubicBezTo>
                      <a:cubicBezTo>
                        <a:pt x="3615" y="42108"/>
                        <a:pt x="2188" y="39351"/>
                        <a:pt x="1332" y="36214"/>
                      </a:cubicBezTo>
                      <a:cubicBezTo>
                        <a:pt x="476" y="33078"/>
                        <a:pt x="0" y="29656"/>
                        <a:pt x="0" y="26139"/>
                      </a:cubicBezTo>
                      <a:cubicBezTo>
                        <a:pt x="0" y="22622"/>
                        <a:pt x="476" y="19105"/>
                        <a:pt x="1617" y="15969"/>
                      </a:cubicBezTo>
                      <a:cubicBezTo>
                        <a:pt x="2664" y="12832"/>
                        <a:pt x="4186" y="10076"/>
                        <a:pt x="6088" y="7604"/>
                      </a:cubicBezTo>
                      <a:cubicBezTo>
                        <a:pt x="7991" y="5133"/>
                        <a:pt x="10369" y="3327"/>
                        <a:pt x="13223" y="1996"/>
                      </a:cubicBezTo>
                      <a:cubicBezTo>
                        <a:pt x="15981" y="665"/>
                        <a:pt x="19216" y="0"/>
                        <a:pt x="22735" y="0"/>
                      </a:cubicBezTo>
                      <a:cubicBezTo>
                        <a:pt x="29489" y="0"/>
                        <a:pt x="34816" y="2281"/>
                        <a:pt x="38716" y="6939"/>
                      </a:cubicBezTo>
                      <a:cubicBezTo>
                        <a:pt x="42616" y="11596"/>
                        <a:pt x="44519" y="18345"/>
                        <a:pt x="44424" y="27185"/>
                      </a:cubicBezTo>
                      <a:lnTo>
                        <a:pt x="6183" y="27185"/>
                      </a:lnTo>
                      <a:close/>
                      <a:moveTo>
                        <a:pt x="38241" y="22432"/>
                      </a:moveTo>
                      <a:cubicBezTo>
                        <a:pt x="38241" y="20056"/>
                        <a:pt x="37860" y="17775"/>
                        <a:pt x="37194" y="15684"/>
                      </a:cubicBezTo>
                      <a:cubicBezTo>
                        <a:pt x="36528" y="13592"/>
                        <a:pt x="35577" y="11691"/>
                        <a:pt x="34245" y="10170"/>
                      </a:cubicBezTo>
                      <a:cubicBezTo>
                        <a:pt x="32914" y="8650"/>
                        <a:pt x="31296" y="7414"/>
                        <a:pt x="29299" y="6464"/>
                      </a:cubicBezTo>
                      <a:cubicBezTo>
                        <a:pt x="27301" y="5513"/>
                        <a:pt x="25113" y="5038"/>
                        <a:pt x="22545" y="5038"/>
                      </a:cubicBezTo>
                      <a:cubicBezTo>
                        <a:pt x="19976" y="5038"/>
                        <a:pt x="17789" y="5513"/>
                        <a:pt x="15791" y="6464"/>
                      </a:cubicBezTo>
                      <a:cubicBezTo>
                        <a:pt x="13793" y="7414"/>
                        <a:pt x="12176" y="8650"/>
                        <a:pt x="10844" y="10266"/>
                      </a:cubicBezTo>
                      <a:cubicBezTo>
                        <a:pt x="9513" y="11881"/>
                        <a:pt x="8371" y="13687"/>
                        <a:pt x="7515" y="15778"/>
                      </a:cubicBezTo>
                      <a:cubicBezTo>
                        <a:pt x="6659" y="17870"/>
                        <a:pt x="6183" y="20056"/>
                        <a:pt x="5898" y="22432"/>
                      </a:cubicBezTo>
                      <a:lnTo>
                        <a:pt x="38050" y="22432"/>
                      </a:lnTo>
                      <a:close/>
                    </a:path>
                  </a:pathLst>
                </a:custGeom>
                <a:solidFill>
                  <a:srgbClr val="000000"/>
                </a:solidFill>
                <a:ln w="9506" cap="flat">
                  <a:noFill/>
                  <a:prstDash val="solid"/>
                  <a:miter/>
                </a:ln>
              </p:spPr>
              <p:txBody>
                <a:bodyPr rtlCol="0" anchor="ctr"/>
                <a:lstStyle/>
                <a:p>
                  <a:endParaRPr lang="en-US"/>
                </a:p>
              </p:txBody>
            </p:sp>
            <p:sp>
              <p:nvSpPr>
                <p:cNvPr id="4549" name="Freeform 4548">
                  <a:extLst>
                    <a:ext uri="{FF2B5EF4-FFF2-40B4-BE49-F238E27FC236}">
                      <a16:creationId xmlns:a16="http://schemas.microsoft.com/office/drawing/2014/main" id="{3EEC0B7B-A848-F15C-E0E0-FE3EFBCAFB69}"/>
                    </a:ext>
                  </a:extLst>
                </p:cNvPr>
                <p:cNvSpPr/>
                <p:nvPr/>
              </p:nvSpPr>
              <p:spPr>
                <a:xfrm>
                  <a:off x="6818668" y="4801906"/>
                  <a:ext cx="5707" cy="68436"/>
                </a:xfrm>
                <a:custGeom>
                  <a:avLst/>
                  <a:gdLst>
                    <a:gd name="connsiteX0" fmla="*/ 0 w 5707"/>
                    <a:gd name="connsiteY0" fmla="*/ 68436 h 68436"/>
                    <a:gd name="connsiteX1" fmla="*/ 0 w 5707"/>
                    <a:gd name="connsiteY1" fmla="*/ 0 h 68436"/>
                    <a:gd name="connsiteX2" fmla="*/ 5708 w 5707"/>
                    <a:gd name="connsiteY2" fmla="*/ 0 h 68436"/>
                    <a:gd name="connsiteX3" fmla="*/ 5708 w 5707"/>
                    <a:gd name="connsiteY3" fmla="*/ 68436 h 68436"/>
                    <a:gd name="connsiteX4" fmla="*/ 0 w 5707"/>
                    <a:gd name="connsiteY4" fmla="*/ 68436 h 684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07" h="68436">
                      <a:moveTo>
                        <a:pt x="0" y="68436"/>
                      </a:moveTo>
                      <a:lnTo>
                        <a:pt x="0" y="0"/>
                      </a:lnTo>
                      <a:lnTo>
                        <a:pt x="5708" y="0"/>
                      </a:lnTo>
                      <a:lnTo>
                        <a:pt x="5708" y="68436"/>
                      </a:lnTo>
                      <a:lnTo>
                        <a:pt x="0" y="68436"/>
                      </a:lnTo>
                      <a:close/>
                    </a:path>
                  </a:pathLst>
                </a:custGeom>
                <a:solidFill>
                  <a:srgbClr val="000000"/>
                </a:solidFill>
                <a:ln w="9506" cap="flat">
                  <a:noFill/>
                  <a:prstDash val="solid"/>
                  <a:miter/>
                </a:ln>
              </p:spPr>
              <p:txBody>
                <a:bodyPr rtlCol="0" anchor="ctr"/>
                <a:lstStyle/>
                <a:p>
                  <a:endParaRPr lang="en-US"/>
                </a:p>
              </p:txBody>
            </p:sp>
          </p:grpSp>
          <p:grpSp>
            <p:nvGrpSpPr>
              <p:cNvPr id="4517" name="Graphic 14">
                <a:extLst>
                  <a:ext uri="{FF2B5EF4-FFF2-40B4-BE49-F238E27FC236}">
                    <a16:creationId xmlns:a16="http://schemas.microsoft.com/office/drawing/2014/main" id="{AB0D60D2-0169-4CF0-9476-33E7F9D5AD4E}"/>
                  </a:ext>
                </a:extLst>
              </p:cNvPr>
              <p:cNvGrpSpPr/>
              <p:nvPr/>
            </p:nvGrpSpPr>
            <p:grpSpPr>
              <a:xfrm>
                <a:off x="1372806" y="5192743"/>
                <a:ext cx="112851" cy="538111"/>
                <a:chOff x="4522543" y="2108081"/>
                <a:chExt cx="36331" cy="173238"/>
              </a:xfrm>
              <a:solidFill>
                <a:srgbClr val="231F20"/>
              </a:solidFill>
            </p:grpSpPr>
            <p:sp>
              <p:nvSpPr>
                <p:cNvPr id="4540" name="Freeform 4539">
                  <a:extLst>
                    <a:ext uri="{FF2B5EF4-FFF2-40B4-BE49-F238E27FC236}">
                      <a16:creationId xmlns:a16="http://schemas.microsoft.com/office/drawing/2014/main" id="{C2FADB84-E2B7-2A4B-D044-6325A62AD869}"/>
                    </a:ext>
                  </a:extLst>
                </p:cNvPr>
                <p:cNvSpPr/>
                <p:nvPr/>
              </p:nvSpPr>
              <p:spPr>
                <a:xfrm>
                  <a:off x="4523484" y="2235324"/>
                  <a:ext cx="34420" cy="45995"/>
                </a:xfrm>
                <a:custGeom>
                  <a:avLst/>
                  <a:gdLst>
                    <a:gd name="connsiteX0" fmla="*/ 29104 w 34420"/>
                    <a:gd name="connsiteY0" fmla="*/ 13070 h 45995"/>
                    <a:gd name="connsiteX1" fmla="*/ 0 w 34420"/>
                    <a:gd name="connsiteY1" fmla="*/ 4043 h 45995"/>
                    <a:gd name="connsiteX2" fmla="*/ 0 w 34420"/>
                    <a:gd name="connsiteY2" fmla="*/ 0 h 45995"/>
                    <a:gd name="connsiteX3" fmla="*/ 34420 w 34420"/>
                    <a:gd name="connsiteY3" fmla="*/ 11160 h 45995"/>
                    <a:gd name="connsiteX4" fmla="*/ 34420 w 34420"/>
                    <a:gd name="connsiteY4" fmla="*/ 15424 h 45995"/>
                    <a:gd name="connsiteX5" fmla="*/ 5511 w 34420"/>
                    <a:gd name="connsiteY5" fmla="*/ 22928 h 45995"/>
                    <a:gd name="connsiteX6" fmla="*/ 5511 w 34420"/>
                    <a:gd name="connsiteY6" fmla="*/ 23067 h 45995"/>
                    <a:gd name="connsiteX7" fmla="*/ 34420 w 34420"/>
                    <a:gd name="connsiteY7" fmla="*/ 30710 h 45995"/>
                    <a:gd name="connsiteX8" fmla="*/ 34420 w 34420"/>
                    <a:gd name="connsiteY8" fmla="*/ 35500 h 45995"/>
                    <a:gd name="connsiteX9" fmla="*/ 0 w 34420"/>
                    <a:gd name="connsiteY9" fmla="*/ 45995 h 45995"/>
                    <a:gd name="connsiteX10" fmla="*/ 0 w 34420"/>
                    <a:gd name="connsiteY10" fmla="*/ 42008 h 45995"/>
                    <a:gd name="connsiteX11" fmla="*/ 29381 w 34420"/>
                    <a:gd name="connsiteY11" fmla="*/ 33091 h 45995"/>
                    <a:gd name="connsiteX12" fmla="*/ 0 w 34420"/>
                    <a:gd name="connsiteY12" fmla="*/ 25116 h 45995"/>
                    <a:gd name="connsiteX13" fmla="*/ 0 w 34420"/>
                    <a:gd name="connsiteY13" fmla="*/ 20658 h 45995"/>
                    <a:gd name="connsiteX14" fmla="*/ 29104 w 34420"/>
                    <a:gd name="connsiteY14" fmla="*/ 13070 h 45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420" h="45995">
                      <a:moveTo>
                        <a:pt x="29104" y="13070"/>
                      </a:moveTo>
                      <a:lnTo>
                        <a:pt x="0" y="4043"/>
                      </a:lnTo>
                      <a:lnTo>
                        <a:pt x="0" y="0"/>
                      </a:lnTo>
                      <a:lnTo>
                        <a:pt x="34420" y="11160"/>
                      </a:lnTo>
                      <a:lnTo>
                        <a:pt x="34420" y="15424"/>
                      </a:lnTo>
                      <a:lnTo>
                        <a:pt x="5511" y="22928"/>
                      </a:lnTo>
                      <a:lnTo>
                        <a:pt x="5511" y="23067"/>
                      </a:lnTo>
                      <a:lnTo>
                        <a:pt x="34420" y="30710"/>
                      </a:lnTo>
                      <a:lnTo>
                        <a:pt x="34420" y="35500"/>
                      </a:lnTo>
                      <a:lnTo>
                        <a:pt x="0" y="45995"/>
                      </a:lnTo>
                      <a:lnTo>
                        <a:pt x="0" y="42008"/>
                      </a:lnTo>
                      <a:lnTo>
                        <a:pt x="29381" y="33091"/>
                      </a:lnTo>
                      <a:lnTo>
                        <a:pt x="0" y="25116"/>
                      </a:lnTo>
                      <a:lnTo>
                        <a:pt x="0" y="20658"/>
                      </a:lnTo>
                      <a:lnTo>
                        <a:pt x="29104" y="13070"/>
                      </a:lnTo>
                      <a:close/>
                    </a:path>
                  </a:pathLst>
                </a:custGeom>
                <a:solidFill>
                  <a:srgbClr val="231F20"/>
                </a:solidFill>
                <a:ln w="2767" cap="flat">
                  <a:noFill/>
                  <a:prstDash val="solid"/>
                  <a:miter/>
                </a:ln>
              </p:spPr>
              <p:txBody>
                <a:bodyPr rtlCol="0" anchor="ctr"/>
                <a:lstStyle/>
                <a:p>
                  <a:endParaRPr lang="en-US"/>
                </a:p>
              </p:txBody>
            </p:sp>
            <p:sp>
              <p:nvSpPr>
                <p:cNvPr id="4541" name="Freeform 4540">
                  <a:extLst>
                    <a:ext uri="{FF2B5EF4-FFF2-40B4-BE49-F238E27FC236}">
                      <a16:creationId xmlns:a16="http://schemas.microsoft.com/office/drawing/2014/main" id="{525CA21C-81D8-8DAC-5676-22E7B8491C99}"/>
                    </a:ext>
                  </a:extLst>
                </p:cNvPr>
                <p:cNvSpPr/>
                <p:nvPr/>
              </p:nvSpPr>
              <p:spPr>
                <a:xfrm>
                  <a:off x="4522543" y="2199879"/>
                  <a:ext cx="36303" cy="31900"/>
                </a:xfrm>
                <a:custGeom>
                  <a:avLst/>
                  <a:gdLst>
                    <a:gd name="connsiteX0" fmla="*/ 36303 w 36303"/>
                    <a:gd name="connsiteY0" fmla="*/ 15950 h 31900"/>
                    <a:gd name="connsiteX1" fmla="*/ 35113 w 36303"/>
                    <a:gd name="connsiteY1" fmla="*/ 22153 h 31900"/>
                    <a:gd name="connsiteX2" fmla="*/ 31735 w 36303"/>
                    <a:gd name="connsiteY2" fmla="*/ 27193 h 31900"/>
                    <a:gd name="connsiteX3" fmla="*/ 26085 w 36303"/>
                    <a:gd name="connsiteY3" fmla="*/ 30627 h 31900"/>
                    <a:gd name="connsiteX4" fmla="*/ 18166 w 36303"/>
                    <a:gd name="connsiteY4" fmla="*/ 31900 h 31900"/>
                    <a:gd name="connsiteX5" fmla="*/ 11077 w 36303"/>
                    <a:gd name="connsiteY5" fmla="*/ 30904 h 31900"/>
                    <a:gd name="connsiteX6" fmla="*/ 5317 w 36303"/>
                    <a:gd name="connsiteY6" fmla="*/ 27913 h 31900"/>
                    <a:gd name="connsiteX7" fmla="*/ 1440 w 36303"/>
                    <a:gd name="connsiteY7" fmla="*/ 22928 h 31900"/>
                    <a:gd name="connsiteX8" fmla="*/ 0 w 36303"/>
                    <a:gd name="connsiteY8" fmla="*/ 15950 h 31900"/>
                    <a:gd name="connsiteX9" fmla="*/ 1440 w 36303"/>
                    <a:gd name="connsiteY9" fmla="*/ 8917 h 31900"/>
                    <a:gd name="connsiteX10" fmla="*/ 5289 w 36303"/>
                    <a:gd name="connsiteY10" fmla="*/ 3932 h 31900"/>
                    <a:gd name="connsiteX11" fmla="*/ 11049 w 36303"/>
                    <a:gd name="connsiteY11" fmla="*/ 969 h 31900"/>
                    <a:gd name="connsiteX12" fmla="*/ 18166 w 36303"/>
                    <a:gd name="connsiteY12" fmla="*/ 0 h 31900"/>
                    <a:gd name="connsiteX13" fmla="*/ 25614 w 36303"/>
                    <a:gd name="connsiteY13" fmla="*/ 1135 h 31900"/>
                    <a:gd name="connsiteX14" fmla="*/ 31319 w 36303"/>
                    <a:gd name="connsiteY14" fmla="*/ 4348 h 31900"/>
                    <a:gd name="connsiteX15" fmla="*/ 35002 w 36303"/>
                    <a:gd name="connsiteY15" fmla="*/ 9387 h 31900"/>
                    <a:gd name="connsiteX16" fmla="*/ 36303 w 36303"/>
                    <a:gd name="connsiteY16" fmla="*/ 15923 h 31900"/>
                    <a:gd name="connsiteX17" fmla="*/ 18166 w 36303"/>
                    <a:gd name="connsiteY17" fmla="*/ 4237 h 31900"/>
                    <a:gd name="connsiteX18" fmla="*/ 12461 w 36303"/>
                    <a:gd name="connsiteY18" fmla="*/ 4901 h 31900"/>
                    <a:gd name="connsiteX19" fmla="*/ 7837 w 36303"/>
                    <a:gd name="connsiteY19" fmla="*/ 6951 h 31900"/>
                    <a:gd name="connsiteX20" fmla="*/ 4735 w 36303"/>
                    <a:gd name="connsiteY20" fmla="*/ 10550 h 31900"/>
                    <a:gd name="connsiteX21" fmla="*/ 3600 w 36303"/>
                    <a:gd name="connsiteY21" fmla="*/ 15923 h 31900"/>
                    <a:gd name="connsiteX22" fmla="*/ 4818 w 36303"/>
                    <a:gd name="connsiteY22" fmla="*/ 21267 h 31900"/>
                    <a:gd name="connsiteX23" fmla="*/ 8086 w 36303"/>
                    <a:gd name="connsiteY23" fmla="*/ 24894 h 31900"/>
                    <a:gd name="connsiteX24" fmla="*/ 12738 w 36303"/>
                    <a:gd name="connsiteY24" fmla="*/ 26944 h 31900"/>
                    <a:gd name="connsiteX25" fmla="*/ 18166 w 36303"/>
                    <a:gd name="connsiteY25" fmla="*/ 27608 h 31900"/>
                    <a:gd name="connsiteX26" fmla="*/ 24036 w 36303"/>
                    <a:gd name="connsiteY26" fmla="*/ 26833 h 31900"/>
                    <a:gd name="connsiteX27" fmla="*/ 28660 w 36303"/>
                    <a:gd name="connsiteY27" fmla="*/ 24618 h 31900"/>
                    <a:gd name="connsiteX28" fmla="*/ 31651 w 36303"/>
                    <a:gd name="connsiteY28" fmla="*/ 20962 h 31900"/>
                    <a:gd name="connsiteX29" fmla="*/ 32704 w 36303"/>
                    <a:gd name="connsiteY29" fmla="*/ 15923 h 31900"/>
                    <a:gd name="connsiteX30" fmla="*/ 31485 w 36303"/>
                    <a:gd name="connsiteY30" fmla="*/ 10578 h 31900"/>
                    <a:gd name="connsiteX31" fmla="*/ 28190 w 36303"/>
                    <a:gd name="connsiteY31" fmla="*/ 6951 h 31900"/>
                    <a:gd name="connsiteX32" fmla="*/ 23538 w 36303"/>
                    <a:gd name="connsiteY32" fmla="*/ 4901 h 31900"/>
                    <a:gd name="connsiteX33" fmla="*/ 18166 w 36303"/>
                    <a:gd name="connsiteY33" fmla="*/ 4237 h 31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6303" h="31900">
                      <a:moveTo>
                        <a:pt x="36303" y="15950"/>
                      </a:moveTo>
                      <a:cubicBezTo>
                        <a:pt x="36248" y="18166"/>
                        <a:pt x="35860" y="20242"/>
                        <a:pt x="35113" y="22153"/>
                      </a:cubicBezTo>
                      <a:cubicBezTo>
                        <a:pt x="34365" y="24091"/>
                        <a:pt x="33230" y="25753"/>
                        <a:pt x="31735" y="27193"/>
                      </a:cubicBezTo>
                      <a:cubicBezTo>
                        <a:pt x="30239" y="28633"/>
                        <a:pt x="28356" y="29768"/>
                        <a:pt x="26085" y="30627"/>
                      </a:cubicBezTo>
                      <a:cubicBezTo>
                        <a:pt x="23814" y="31457"/>
                        <a:pt x="21184" y="31900"/>
                        <a:pt x="18166" y="31900"/>
                      </a:cubicBezTo>
                      <a:cubicBezTo>
                        <a:pt x="15646" y="31900"/>
                        <a:pt x="13292" y="31568"/>
                        <a:pt x="11077" y="30904"/>
                      </a:cubicBezTo>
                      <a:cubicBezTo>
                        <a:pt x="8889" y="30239"/>
                        <a:pt x="6978" y="29242"/>
                        <a:pt x="5317" y="27913"/>
                      </a:cubicBezTo>
                      <a:cubicBezTo>
                        <a:pt x="3683" y="26584"/>
                        <a:pt x="2381" y="24922"/>
                        <a:pt x="1440" y="22928"/>
                      </a:cubicBezTo>
                      <a:cubicBezTo>
                        <a:pt x="499" y="20935"/>
                        <a:pt x="0" y="18609"/>
                        <a:pt x="0" y="15950"/>
                      </a:cubicBezTo>
                      <a:cubicBezTo>
                        <a:pt x="0" y="13292"/>
                        <a:pt x="471" y="10910"/>
                        <a:pt x="1440" y="8917"/>
                      </a:cubicBezTo>
                      <a:cubicBezTo>
                        <a:pt x="2381" y="6923"/>
                        <a:pt x="3683" y="5261"/>
                        <a:pt x="5289" y="3932"/>
                      </a:cubicBezTo>
                      <a:cubicBezTo>
                        <a:pt x="6895" y="2603"/>
                        <a:pt x="8834" y="1606"/>
                        <a:pt x="11049" y="969"/>
                      </a:cubicBezTo>
                      <a:cubicBezTo>
                        <a:pt x="13264" y="332"/>
                        <a:pt x="15646" y="0"/>
                        <a:pt x="18166" y="0"/>
                      </a:cubicBezTo>
                      <a:cubicBezTo>
                        <a:pt x="20907" y="0"/>
                        <a:pt x="23399" y="388"/>
                        <a:pt x="25614" y="1135"/>
                      </a:cubicBezTo>
                      <a:cubicBezTo>
                        <a:pt x="27830" y="1883"/>
                        <a:pt x="29740" y="2963"/>
                        <a:pt x="31319" y="4348"/>
                      </a:cubicBezTo>
                      <a:cubicBezTo>
                        <a:pt x="32925" y="5732"/>
                        <a:pt x="34144" y="7421"/>
                        <a:pt x="35002" y="9387"/>
                      </a:cubicBezTo>
                      <a:cubicBezTo>
                        <a:pt x="35860" y="11353"/>
                        <a:pt x="36303" y="13541"/>
                        <a:pt x="36303" y="15923"/>
                      </a:cubicBezTo>
                      <a:close/>
                      <a:moveTo>
                        <a:pt x="18166" y="4237"/>
                      </a:moveTo>
                      <a:cubicBezTo>
                        <a:pt x="16117" y="4237"/>
                        <a:pt x="14233" y="4458"/>
                        <a:pt x="12461" y="4901"/>
                      </a:cubicBezTo>
                      <a:cubicBezTo>
                        <a:pt x="10689" y="5344"/>
                        <a:pt x="9138" y="6037"/>
                        <a:pt x="7837" y="6951"/>
                      </a:cubicBezTo>
                      <a:cubicBezTo>
                        <a:pt x="6535" y="7892"/>
                        <a:pt x="5511" y="9083"/>
                        <a:pt x="4735" y="10550"/>
                      </a:cubicBezTo>
                      <a:cubicBezTo>
                        <a:pt x="3988" y="12018"/>
                        <a:pt x="3600" y="13818"/>
                        <a:pt x="3600" y="15923"/>
                      </a:cubicBezTo>
                      <a:cubicBezTo>
                        <a:pt x="3600" y="18027"/>
                        <a:pt x="4015" y="19799"/>
                        <a:pt x="4818" y="21267"/>
                      </a:cubicBezTo>
                      <a:cubicBezTo>
                        <a:pt x="5649" y="22762"/>
                        <a:pt x="6729" y="23953"/>
                        <a:pt x="8086" y="24894"/>
                      </a:cubicBezTo>
                      <a:cubicBezTo>
                        <a:pt x="9443" y="25836"/>
                        <a:pt x="10993" y="26501"/>
                        <a:pt x="12738" y="26944"/>
                      </a:cubicBezTo>
                      <a:cubicBezTo>
                        <a:pt x="14483" y="27387"/>
                        <a:pt x="16283" y="27608"/>
                        <a:pt x="18166" y="27608"/>
                      </a:cubicBezTo>
                      <a:cubicBezTo>
                        <a:pt x="20298" y="27608"/>
                        <a:pt x="22264" y="27359"/>
                        <a:pt x="24036" y="26833"/>
                      </a:cubicBezTo>
                      <a:cubicBezTo>
                        <a:pt x="25836" y="26334"/>
                        <a:pt x="27359" y="25587"/>
                        <a:pt x="28660" y="24618"/>
                      </a:cubicBezTo>
                      <a:cubicBezTo>
                        <a:pt x="29962" y="23648"/>
                        <a:pt x="30931" y="22430"/>
                        <a:pt x="31651" y="20962"/>
                      </a:cubicBezTo>
                      <a:cubicBezTo>
                        <a:pt x="32371" y="19495"/>
                        <a:pt x="32704" y="17806"/>
                        <a:pt x="32704" y="15923"/>
                      </a:cubicBezTo>
                      <a:cubicBezTo>
                        <a:pt x="32704" y="13846"/>
                        <a:pt x="32288" y="12046"/>
                        <a:pt x="31485" y="10578"/>
                      </a:cubicBezTo>
                      <a:cubicBezTo>
                        <a:pt x="30655" y="9083"/>
                        <a:pt x="29575" y="7892"/>
                        <a:pt x="28190" y="6951"/>
                      </a:cubicBezTo>
                      <a:cubicBezTo>
                        <a:pt x="26805" y="6009"/>
                        <a:pt x="25254" y="5344"/>
                        <a:pt x="23538" y="4901"/>
                      </a:cubicBezTo>
                      <a:cubicBezTo>
                        <a:pt x="21821" y="4458"/>
                        <a:pt x="20021" y="4237"/>
                        <a:pt x="18166" y="4237"/>
                      </a:cubicBezTo>
                      <a:close/>
                    </a:path>
                  </a:pathLst>
                </a:custGeom>
                <a:solidFill>
                  <a:srgbClr val="231F20"/>
                </a:solidFill>
                <a:ln w="2767" cap="flat">
                  <a:noFill/>
                  <a:prstDash val="solid"/>
                  <a:miter/>
                </a:ln>
              </p:spPr>
              <p:txBody>
                <a:bodyPr rtlCol="0" anchor="ctr"/>
                <a:lstStyle/>
                <a:p>
                  <a:endParaRPr lang="en-US"/>
                </a:p>
              </p:txBody>
            </p:sp>
            <p:sp>
              <p:nvSpPr>
                <p:cNvPr id="4542" name="Freeform 4541">
                  <a:extLst>
                    <a:ext uri="{FF2B5EF4-FFF2-40B4-BE49-F238E27FC236}">
                      <a16:creationId xmlns:a16="http://schemas.microsoft.com/office/drawing/2014/main" id="{91F802D5-0329-111B-1F9C-A12E649FBC34}"/>
                    </a:ext>
                  </a:extLst>
                </p:cNvPr>
                <p:cNvSpPr/>
                <p:nvPr/>
              </p:nvSpPr>
              <p:spPr>
                <a:xfrm>
                  <a:off x="4522543" y="2177006"/>
                  <a:ext cx="35361" cy="15368"/>
                </a:xfrm>
                <a:custGeom>
                  <a:avLst/>
                  <a:gdLst>
                    <a:gd name="connsiteX0" fmla="*/ 35362 w 35361"/>
                    <a:gd name="connsiteY0" fmla="*/ 11381 h 15368"/>
                    <a:gd name="connsiteX1" fmla="*/ 35362 w 35361"/>
                    <a:gd name="connsiteY1" fmla="*/ 15369 h 15368"/>
                    <a:gd name="connsiteX2" fmla="*/ 941 w 35361"/>
                    <a:gd name="connsiteY2" fmla="*/ 15369 h 15368"/>
                    <a:gd name="connsiteX3" fmla="*/ 941 w 35361"/>
                    <a:gd name="connsiteY3" fmla="*/ 11381 h 15368"/>
                    <a:gd name="connsiteX4" fmla="*/ 7394 w 35361"/>
                    <a:gd name="connsiteY4" fmla="*/ 11381 h 15368"/>
                    <a:gd name="connsiteX5" fmla="*/ 7394 w 35361"/>
                    <a:gd name="connsiteY5" fmla="*/ 11243 h 15368"/>
                    <a:gd name="connsiteX6" fmla="*/ 1634 w 35361"/>
                    <a:gd name="connsiteY6" fmla="*/ 6951 h 15368"/>
                    <a:gd name="connsiteX7" fmla="*/ 0 w 35361"/>
                    <a:gd name="connsiteY7" fmla="*/ 0 h 15368"/>
                    <a:gd name="connsiteX8" fmla="*/ 4320 w 35361"/>
                    <a:gd name="connsiteY8" fmla="*/ 0 h 15368"/>
                    <a:gd name="connsiteX9" fmla="*/ 5372 w 35361"/>
                    <a:gd name="connsiteY9" fmla="*/ 5594 h 15368"/>
                    <a:gd name="connsiteX10" fmla="*/ 8418 w 35361"/>
                    <a:gd name="connsiteY10" fmla="*/ 9083 h 15368"/>
                    <a:gd name="connsiteX11" fmla="*/ 12960 w 35361"/>
                    <a:gd name="connsiteY11" fmla="*/ 10883 h 15368"/>
                    <a:gd name="connsiteX12" fmla="*/ 18443 w 35361"/>
                    <a:gd name="connsiteY12" fmla="*/ 11381 h 15368"/>
                    <a:gd name="connsiteX13" fmla="*/ 35334 w 35361"/>
                    <a:gd name="connsiteY13" fmla="*/ 11381 h 153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5361" h="15368">
                      <a:moveTo>
                        <a:pt x="35362" y="11381"/>
                      </a:moveTo>
                      <a:lnTo>
                        <a:pt x="35362" y="15369"/>
                      </a:lnTo>
                      <a:lnTo>
                        <a:pt x="941" y="15369"/>
                      </a:lnTo>
                      <a:lnTo>
                        <a:pt x="941" y="11381"/>
                      </a:lnTo>
                      <a:lnTo>
                        <a:pt x="7394" y="11381"/>
                      </a:lnTo>
                      <a:lnTo>
                        <a:pt x="7394" y="11243"/>
                      </a:lnTo>
                      <a:cubicBezTo>
                        <a:pt x="4652" y="10135"/>
                        <a:pt x="2741" y="8695"/>
                        <a:pt x="1634" y="6951"/>
                      </a:cubicBezTo>
                      <a:cubicBezTo>
                        <a:pt x="554" y="5206"/>
                        <a:pt x="0" y="2880"/>
                        <a:pt x="0" y="0"/>
                      </a:cubicBezTo>
                      <a:lnTo>
                        <a:pt x="4320" y="0"/>
                      </a:lnTo>
                      <a:cubicBezTo>
                        <a:pt x="4265" y="2271"/>
                        <a:pt x="4625" y="4126"/>
                        <a:pt x="5372" y="5594"/>
                      </a:cubicBezTo>
                      <a:cubicBezTo>
                        <a:pt x="6120" y="7061"/>
                        <a:pt x="7145" y="8224"/>
                        <a:pt x="8418" y="9083"/>
                      </a:cubicBezTo>
                      <a:cubicBezTo>
                        <a:pt x="9692" y="9941"/>
                        <a:pt x="11215" y="10550"/>
                        <a:pt x="12960" y="10883"/>
                      </a:cubicBezTo>
                      <a:cubicBezTo>
                        <a:pt x="14704" y="11215"/>
                        <a:pt x="16532" y="11381"/>
                        <a:pt x="18443" y="11381"/>
                      </a:cubicBezTo>
                      <a:lnTo>
                        <a:pt x="35334" y="11381"/>
                      </a:lnTo>
                      <a:close/>
                    </a:path>
                  </a:pathLst>
                </a:custGeom>
                <a:solidFill>
                  <a:srgbClr val="231F20"/>
                </a:solidFill>
                <a:ln w="2767" cap="flat">
                  <a:noFill/>
                  <a:prstDash val="solid"/>
                  <a:miter/>
                </a:ln>
              </p:spPr>
              <p:txBody>
                <a:bodyPr rtlCol="0" anchor="ctr"/>
                <a:lstStyle/>
                <a:p>
                  <a:endParaRPr lang="en-US"/>
                </a:p>
              </p:txBody>
            </p:sp>
            <p:sp>
              <p:nvSpPr>
                <p:cNvPr id="4543" name="Freeform 4542">
                  <a:extLst>
                    <a:ext uri="{FF2B5EF4-FFF2-40B4-BE49-F238E27FC236}">
                      <a16:creationId xmlns:a16="http://schemas.microsoft.com/office/drawing/2014/main" id="{ECE9F796-CCE9-D5B8-63FC-993B28CDB84B}"/>
                    </a:ext>
                  </a:extLst>
                </p:cNvPr>
                <p:cNvSpPr/>
                <p:nvPr/>
              </p:nvSpPr>
              <p:spPr>
                <a:xfrm>
                  <a:off x="4522543" y="2145051"/>
                  <a:ext cx="36247" cy="27137"/>
                </a:xfrm>
                <a:custGeom>
                  <a:avLst/>
                  <a:gdLst>
                    <a:gd name="connsiteX0" fmla="*/ 24618 w 36247"/>
                    <a:gd name="connsiteY0" fmla="*/ 23067 h 27137"/>
                    <a:gd name="connsiteX1" fmla="*/ 30904 w 36247"/>
                    <a:gd name="connsiteY1" fmla="*/ 19716 h 27137"/>
                    <a:gd name="connsiteX2" fmla="*/ 32731 w 36247"/>
                    <a:gd name="connsiteY2" fmla="*/ 12766 h 27137"/>
                    <a:gd name="connsiteX3" fmla="*/ 32205 w 36247"/>
                    <a:gd name="connsiteY3" fmla="*/ 8972 h 27137"/>
                    <a:gd name="connsiteX4" fmla="*/ 30765 w 36247"/>
                    <a:gd name="connsiteY4" fmla="*/ 6341 h 27137"/>
                    <a:gd name="connsiteX5" fmla="*/ 28744 w 36247"/>
                    <a:gd name="connsiteY5" fmla="*/ 4791 h 27137"/>
                    <a:gd name="connsiteX6" fmla="*/ 26362 w 36247"/>
                    <a:gd name="connsiteY6" fmla="*/ 4264 h 27137"/>
                    <a:gd name="connsiteX7" fmla="*/ 22596 w 36247"/>
                    <a:gd name="connsiteY7" fmla="*/ 5898 h 27137"/>
                    <a:gd name="connsiteX8" fmla="*/ 20658 w 36247"/>
                    <a:gd name="connsiteY8" fmla="*/ 9997 h 27137"/>
                    <a:gd name="connsiteX9" fmla="*/ 19467 w 36247"/>
                    <a:gd name="connsiteY9" fmla="*/ 15313 h 27137"/>
                    <a:gd name="connsiteX10" fmla="*/ 17972 w 36247"/>
                    <a:gd name="connsiteY10" fmla="*/ 20630 h 27137"/>
                    <a:gd name="connsiteX11" fmla="*/ 15120 w 36247"/>
                    <a:gd name="connsiteY11" fmla="*/ 24728 h 27137"/>
                    <a:gd name="connsiteX12" fmla="*/ 9858 w 36247"/>
                    <a:gd name="connsiteY12" fmla="*/ 26362 h 27137"/>
                    <a:gd name="connsiteX13" fmla="*/ 2769 w 36247"/>
                    <a:gd name="connsiteY13" fmla="*/ 23205 h 27137"/>
                    <a:gd name="connsiteX14" fmla="*/ 0 w 36247"/>
                    <a:gd name="connsiteY14" fmla="*/ 14261 h 27137"/>
                    <a:gd name="connsiteX15" fmla="*/ 2492 w 36247"/>
                    <a:gd name="connsiteY15" fmla="*/ 5178 h 27137"/>
                    <a:gd name="connsiteX16" fmla="*/ 10827 w 36247"/>
                    <a:gd name="connsiteY16" fmla="*/ 969 h 27137"/>
                    <a:gd name="connsiteX17" fmla="*/ 10827 w 36247"/>
                    <a:gd name="connsiteY17" fmla="*/ 5012 h 27137"/>
                    <a:gd name="connsiteX18" fmla="*/ 5206 w 36247"/>
                    <a:gd name="connsiteY18" fmla="*/ 8030 h 27137"/>
                    <a:gd name="connsiteX19" fmla="*/ 3572 w 36247"/>
                    <a:gd name="connsiteY19" fmla="*/ 14316 h 27137"/>
                    <a:gd name="connsiteX20" fmla="*/ 5206 w 36247"/>
                    <a:gd name="connsiteY20" fmla="*/ 20104 h 27137"/>
                    <a:gd name="connsiteX21" fmla="*/ 9498 w 36247"/>
                    <a:gd name="connsiteY21" fmla="*/ 22098 h 27137"/>
                    <a:gd name="connsiteX22" fmla="*/ 13043 w 36247"/>
                    <a:gd name="connsiteY22" fmla="*/ 20464 h 27137"/>
                    <a:gd name="connsiteX23" fmla="*/ 15037 w 36247"/>
                    <a:gd name="connsiteY23" fmla="*/ 16366 h 27137"/>
                    <a:gd name="connsiteX24" fmla="*/ 16393 w 36247"/>
                    <a:gd name="connsiteY24" fmla="*/ 11049 h 27137"/>
                    <a:gd name="connsiteX25" fmla="*/ 18083 w 36247"/>
                    <a:gd name="connsiteY25" fmla="*/ 5732 h 27137"/>
                    <a:gd name="connsiteX26" fmla="*/ 21045 w 36247"/>
                    <a:gd name="connsiteY26" fmla="*/ 1634 h 27137"/>
                    <a:gd name="connsiteX27" fmla="*/ 26224 w 36247"/>
                    <a:gd name="connsiteY27" fmla="*/ 0 h 27137"/>
                    <a:gd name="connsiteX28" fmla="*/ 30571 w 36247"/>
                    <a:gd name="connsiteY28" fmla="*/ 1052 h 27137"/>
                    <a:gd name="connsiteX29" fmla="*/ 33728 w 36247"/>
                    <a:gd name="connsiteY29" fmla="*/ 3987 h 27137"/>
                    <a:gd name="connsiteX30" fmla="*/ 35611 w 36247"/>
                    <a:gd name="connsiteY30" fmla="*/ 8418 h 27137"/>
                    <a:gd name="connsiteX31" fmla="*/ 36248 w 36247"/>
                    <a:gd name="connsiteY31" fmla="*/ 14039 h 27137"/>
                    <a:gd name="connsiteX32" fmla="*/ 35362 w 36247"/>
                    <a:gd name="connsiteY32" fmla="*/ 19467 h 27137"/>
                    <a:gd name="connsiteX33" fmla="*/ 32870 w 36247"/>
                    <a:gd name="connsiteY33" fmla="*/ 23482 h 27137"/>
                    <a:gd name="connsiteX34" fmla="*/ 29159 w 36247"/>
                    <a:gd name="connsiteY34" fmla="*/ 26085 h 27137"/>
                    <a:gd name="connsiteX35" fmla="*/ 24562 w 36247"/>
                    <a:gd name="connsiteY35" fmla="*/ 27137 h 27137"/>
                    <a:gd name="connsiteX36" fmla="*/ 24562 w 36247"/>
                    <a:gd name="connsiteY36" fmla="*/ 23095 h 27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6247" h="27137">
                      <a:moveTo>
                        <a:pt x="24618" y="23067"/>
                      </a:moveTo>
                      <a:cubicBezTo>
                        <a:pt x="27581" y="22458"/>
                        <a:pt x="29685" y="21322"/>
                        <a:pt x="30904" y="19716"/>
                      </a:cubicBezTo>
                      <a:cubicBezTo>
                        <a:pt x="32122" y="18110"/>
                        <a:pt x="32731" y="15784"/>
                        <a:pt x="32731" y="12766"/>
                      </a:cubicBezTo>
                      <a:cubicBezTo>
                        <a:pt x="32731" y="11298"/>
                        <a:pt x="32565" y="10052"/>
                        <a:pt x="32205" y="8972"/>
                      </a:cubicBezTo>
                      <a:cubicBezTo>
                        <a:pt x="31845" y="7920"/>
                        <a:pt x="31375" y="7034"/>
                        <a:pt x="30765" y="6341"/>
                      </a:cubicBezTo>
                      <a:cubicBezTo>
                        <a:pt x="30156" y="5649"/>
                        <a:pt x="29491" y="5123"/>
                        <a:pt x="28744" y="4791"/>
                      </a:cubicBezTo>
                      <a:cubicBezTo>
                        <a:pt x="27996" y="4431"/>
                        <a:pt x="27193" y="4264"/>
                        <a:pt x="26362" y="4264"/>
                      </a:cubicBezTo>
                      <a:cubicBezTo>
                        <a:pt x="24673" y="4264"/>
                        <a:pt x="23427" y="4818"/>
                        <a:pt x="22596" y="5898"/>
                      </a:cubicBezTo>
                      <a:cubicBezTo>
                        <a:pt x="21765" y="6978"/>
                        <a:pt x="21129" y="8335"/>
                        <a:pt x="20658" y="9997"/>
                      </a:cubicBezTo>
                      <a:cubicBezTo>
                        <a:pt x="20187" y="11658"/>
                        <a:pt x="19799" y="13403"/>
                        <a:pt x="19467" y="15313"/>
                      </a:cubicBezTo>
                      <a:cubicBezTo>
                        <a:pt x="19135" y="17224"/>
                        <a:pt x="18636" y="18996"/>
                        <a:pt x="17972" y="20630"/>
                      </a:cubicBezTo>
                      <a:cubicBezTo>
                        <a:pt x="17307" y="22264"/>
                        <a:pt x="16366" y="23621"/>
                        <a:pt x="15120" y="24728"/>
                      </a:cubicBezTo>
                      <a:cubicBezTo>
                        <a:pt x="13873" y="25836"/>
                        <a:pt x="12129" y="26362"/>
                        <a:pt x="9858" y="26362"/>
                      </a:cubicBezTo>
                      <a:cubicBezTo>
                        <a:pt x="6978" y="26362"/>
                        <a:pt x="4625" y="25310"/>
                        <a:pt x="2769" y="23205"/>
                      </a:cubicBezTo>
                      <a:cubicBezTo>
                        <a:pt x="941" y="21101"/>
                        <a:pt x="0" y="18110"/>
                        <a:pt x="0" y="14261"/>
                      </a:cubicBezTo>
                      <a:cubicBezTo>
                        <a:pt x="0" y="10412"/>
                        <a:pt x="831" y="7504"/>
                        <a:pt x="2492" y="5178"/>
                      </a:cubicBezTo>
                      <a:cubicBezTo>
                        <a:pt x="4154" y="2852"/>
                        <a:pt x="6923" y="1440"/>
                        <a:pt x="10827" y="969"/>
                      </a:cubicBezTo>
                      <a:lnTo>
                        <a:pt x="10827" y="5012"/>
                      </a:lnTo>
                      <a:cubicBezTo>
                        <a:pt x="8169" y="5372"/>
                        <a:pt x="6286" y="6369"/>
                        <a:pt x="5206" y="8030"/>
                      </a:cubicBezTo>
                      <a:cubicBezTo>
                        <a:pt x="4126" y="9692"/>
                        <a:pt x="3572" y="11796"/>
                        <a:pt x="3572" y="14316"/>
                      </a:cubicBezTo>
                      <a:cubicBezTo>
                        <a:pt x="3572" y="16836"/>
                        <a:pt x="4126" y="18775"/>
                        <a:pt x="5206" y="20104"/>
                      </a:cubicBezTo>
                      <a:cubicBezTo>
                        <a:pt x="6286" y="21433"/>
                        <a:pt x="7726" y="22098"/>
                        <a:pt x="9498" y="22098"/>
                      </a:cubicBezTo>
                      <a:cubicBezTo>
                        <a:pt x="11049" y="22098"/>
                        <a:pt x="12240" y="21544"/>
                        <a:pt x="13043" y="20464"/>
                      </a:cubicBezTo>
                      <a:cubicBezTo>
                        <a:pt x="13873" y="19384"/>
                        <a:pt x="14538" y="18027"/>
                        <a:pt x="15037" y="16366"/>
                      </a:cubicBezTo>
                      <a:cubicBezTo>
                        <a:pt x="15535" y="14732"/>
                        <a:pt x="16006" y="12960"/>
                        <a:pt x="16393" y="11049"/>
                      </a:cubicBezTo>
                      <a:cubicBezTo>
                        <a:pt x="16781" y="9138"/>
                        <a:pt x="17363" y="7366"/>
                        <a:pt x="18083" y="5732"/>
                      </a:cubicBezTo>
                      <a:cubicBezTo>
                        <a:pt x="18803" y="4098"/>
                        <a:pt x="19799" y="2741"/>
                        <a:pt x="21045" y="1634"/>
                      </a:cubicBezTo>
                      <a:cubicBezTo>
                        <a:pt x="22292" y="554"/>
                        <a:pt x="24009" y="0"/>
                        <a:pt x="26224" y="0"/>
                      </a:cubicBezTo>
                      <a:cubicBezTo>
                        <a:pt x="27858" y="0"/>
                        <a:pt x="29325" y="360"/>
                        <a:pt x="30571" y="1052"/>
                      </a:cubicBezTo>
                      <a:cubicBezTo>
                        <a:pt x="31845" y="1772"/>
                        <a:pt x="32897" y="2741"/>
                        <a:pt x="33728" y="3987"/>
                      </a:cubicBezTo>
                      <a:cubicBezTo>
                        <a:pt x="34559" y="5234"/>
                        <a:pt x="35196" y="6701"/>
                        <a:pt x="35611" y="8418"/>
                      </a:cubicBezTo>
                      <a:cubicBezTo>
                        <a:pt x="36026" y="10135"/>
                        <a:pt x="36248" y="11990"/>
                        <a:pt x="36248" y="14039"/>
                      </a:cubicBezTo>
                      <a:cubicBezTo>
                        <a:pt x="36248" y="16089"/>
                        <a:pt x="35943" y="17889"/>
                        <a:pt x="35362" y="19467"/>
                      </a:cubicBezTo>
                      <a:cubicBezTo>
                        <a:pt x="34753" y="21045"/>
                        <a:pt x="33922" y="22375"/>
                        <a:pt x="32870" y="23482"/>
                      </a:cubicBezTo>
                      <a:cubicBezTo>
                        <a:pt x="31817" y="24590"/>
                        <a:pt x="30571" y="25448"/>
                        <a:pt x="29159" y="26085"/>
                      </a:cubicBezTo>
                      <a:cubicBezTo>
                        <a:pt x="27747" y="26694"/>
                        <a:pt x="26224" y="27054"/>
                        <a:pt x="24562" y="27137"/>
                      </a:cubicBezTo>
                      <a:lnTo>
                        <a:pt x="24562" y="23095"/>
                      </a:lnTo>
                      <a:close/>
                    </a:path>
                  </a:pathLst>
                </a:custGeom>
                <a:solidFill>
                  <a:srgbClr val="231F20"/>
                </a:solidFill>
                <a:ln w="2767" cap="flat">
                  <a:noFill/>
                  <a:prstDash val="solid"/>
                  <a:miter/>
                </a:ln>
              </p:spPr>
              <p:txBody>
                <a:bodyPr rtlCol="0" anchor="ctr"/>
                <a:lstStyle/>
                <a:p>
                  <a:endParaRPr lang="en-US"/>
                </a:p>
              </p:txBody>
            </p:sp>
            <p:sp>
              <p:nvSpPr>
                <p:cNvPr id="4544" name="Freeform 4543">
                  <a:extLst>
                    <a:ext uri="{FF2B5EF4-FFF2-40B4-BE49-F238E27FC236}">
                      <a16:creationId xmlns:a16="http://schemas.microsoft.com/office/drawing/2014/main" id="{98140118-0858-0247-0530-684137F61239}"/>
                    </a:ext>
                  </a:extLst>
                </p:cNvPr>
                <p:cNvSpPr/>
                <p:nvPr/>
              </p:nvSpPr>
              <p:spPr>
                <a:xfrm>
                  <a:off x="4522571" y="2108081"/>
                  <a:ext cx="36303" cy="30988"/>
                </a:xfrm>
                <a:custGeom>
                  <a:avLst/>
                  <a:gdLst>
                    <a:gd name="connsiteX0" fmla="*/ 19052 w 36303"/>
                    <a:gd name="connsiteY0" fmla="*/ 26668 h 30988"/>
                    <a:gd name="connsiteX1" fmla="*/ 24341 w 36303"/>
                    <a:gd name="connsiteY1" fmla="*/ 25948 h 30988"/>
                    <a:gd name="connsiteX2" fmla="*/ 28660 w 36303"/>
                    <a:gd name="connsiteY2" fmla="*/ 23789 h 30988"/>
                    <a:gd name="connsiteX3" fmla="*/ 31596 w 36303"/>
                    <a:gd name="connsiteY3" fmla="*/ 20161 h 30988"/>
                    <a:gd name="connsiteX4" fmla="*/ 32704 w 36303"/>
                    <a:gd name="connsiteY4" fmla="*/ 15121 h 30988"/>
                    <a:gd name="connsiteX5" fmla="*/ 30655 w 36303"/>
                    <a:gd name="connsiteY5" fmla="*/ 8420 h 30988"/>
                    <a:gd name="connsiteX6" fmla="*/ 24811 w 36303"/>
                    <a:gd name="connsiteY6" fmla="*/ 4709 h 30988"/>
                    <a:gd name="connsiteX7" fmla="*/ 24811 w 36303"/>
                    <a:gd name="connsiteY7" fmla="*/ 251 h 30988"/>
                    <a:gd name="connsiteX8" fmla="*/ 29353 w 36303"/>
                    <a:gd name="connsiteY8" fmla="*/ 2189 h 30988"/>
                    <a:gd name="connsiteX9" fmla="*/ 33008 w 36303"/>
                    <a:gd name="connsiteY9" fmla="*/ 5180 h 30988"/>
                    <a:gd name="connsiteX10" fmla="*/ 35445 w 36303"/>
                    <a:gd name="connsiteY10" fmla="*/ 9444 h 30988"/>
                    <a:gd name="connsiteX11" fmla="*/ 36303 w 36303"/>
                    <a:gd name="connsiteY11" fmla="*/ 15149 h 30988"/>
                    <a:gd name="connsiteX12" fmla="*/ 34919 w 36303"/>
                    <a:gd name="connsiteY12" fmla="*/ 22265 h 30988"/>
                    <a:gd name="connsiteX13" fmla="*/ 31097 w 36303"/>
                    <a:gd name="connsiteY13" fmla="*/ 27194 h 30988"/>
                    <a:gd name="connsiteX14" fmla="*/ 25393 w 36303"/>
                    <a:gd name="connsiteY14" fmla="*/ 30047 h 30988"/>
                    <a:gd name="connsiteX15" fmla="*/ 18304 w 36303"/>
                    <a:gd name="connsiteY15" fmla="*/ 30988 h 30988"/>
                    <a:gd name="connsiteX16" fmla="*/ 11187 w 36303"/>
                    <a:gd name="connsiteY16" fmla="*/ 29881 h 30988"/>
                    <a:gd name="connsiteX17" fmla="*/ 5372 w 36303"/>
                    <a:gd name="connsiteY17" fmla="*/ 26752 h 30988"/>
                    <a:gd name="connsiteX18" fmla="*/ 1440 w 36303"/>
                    <a:gd name="connsiteY18" fmla="*/ 21795 h 30988"/>
                    <a:gd name="connsiteX19" fmla="*/ 0 w 36303"/>
                    <a:gd name="connsiteY19" fmla="*/ 15149 h 30988"/>
                    <a:gd name="connsiteX20" fmla="*/ 4874 w 36303"/>
                    <a:gd name="connsiteY20" fmla="*/ 3989 h 30988"/>
                    <a:gd name="connsiteX21" fmla="*/ 19052 w 36303"/>
                    <a:gd name="connsiteY21" fmla="*/ 2 h 30988"/>
                    <a:gd name="connsiteX22" fmla="*/ 19052 w 36303"/>
                    <a:gd name="connsiteY22" fmla="*/ 26724 h 30988"/>
                    <a:gd name="connsiteX23" fmla="*/ 15729 w 36303"/>
                    <a:gd name="connsiteY23" fmla="*/ 4211 h 30988"/>
                    <a:gd name="connsiteX24" fmla="*/ 10966 w 36303"/>
                    <a:gd name="connsiteY24" fmla="*/ 4903 h 30988"/>
                    <a:gd name="connsiteX25" fmla="*/ 7117 w 36303"/>
                    <a:gd name="connsiteY25" fmla="*/ 6952 h 30988"/>
                    <a:gd name="connsiteX26" fmla="*/ 4514 w 36303"/>
                    <a:gd name="connsiteY26" fmla="*/ 10386 h 30988"/>
                    <a:gd name="connsiteX27" fmla="*/ 3545 w 36303"/>
                    <a:gd name="connsiteY27" fmla="*/ 15093 h 30988"/>
                    <a:gd name="connsiteX28" fmla="*/ 4541 w 36303"/>
                    <a:gd name="connsiteY28" fmla="*/ 19773 h 30988"/>
                    <a:gd name="connsiteX29" fmla="*/ 7200 w 36303"/>
                    <a:gd name="connsiteY29" fmla="*/ 23235 h 30988"/>
                    <a:gd name="connsiteX30" fmla="*/ 11049 w 36303"/>
                    <a:gd name="connsiteY30" fmla="*/ 25533 h 30988"/>
                    <a:gd name="connsiteX31" fmla="*/ 15701 w 36303"/>
                    <a:gd name="connsiteY31" fmla="*/ 26668 h 30988"/>
                    <a:gd name="connsiteX32" fmla="*/ 15701 w 36303"/>
                    <a:gd name="connsiteY32" fmla="*/ 4211 h 30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6303" h="30988">
                      <a:moveTo>
                        <a:pt x="19052" y="26668"/>
                      </a:moveTo>
                      <a:cubicBezTo>
                        <a:pt x="20907" y="26668"/>
                        <a:pt x="22679" y="26419"/>
                        <a:pt x="24341" y="25948"/>
                      </a:cubicBezTo>
                      <a:cubicBezTo>
                        <a:pt x="26002" y="25450"/>
                        <a:pt x="27442" y="24730"/>
                        <a:pt x="28660" y="23789"/>
                      </a:cubicBezTo>
                      <a:cubicBezTo>
                        <a:pt x="29879" y="22847"/>
                        <a:pt x="30848" y="21629"/>
                        <a:pt x="31596" y="20161"/>
                      </a:cubicBezTo>
                      <a:cubicBezTo>
                        <a:pt x="32316" y="18693"/>
                        <a:pt x="32704" y="17004"/>
                        <a:pt x="32704" y="15121"/>
                      </a:cubicBezTo>
                      <a:cubicBezTo>
                        <a:pt x="32704" y="12518"/>
                        <a:pt x="32011" y="10275"/>
                        <a:pt x="30655" y="8420"/>
                      </a:cubicBezTo>
                      <a:cubicBezTo>
                        <a:pt x="29270" y="6564"/>
                        <a:pt x="27331" y="5318"/>
                        <a:pt x="24811" y="4709"/>
                      </a:cubicBezTo>
                      <a:lnTo>
                        <a:pt x="24811" y="251"/>
                      </a:lnTo>
                      <a:cubicBezTo>
                        <a:pt x="26445" y="749"/>
                        <a:pt x="27968" y="1386"/>
                        <a:pt x="29353" y="2189"/>
                      </a:cubicBezTo>
                      <a:cubicBezTo>
                        <a:pt x="30737" y="2992"/>
                        <a:pt x="31956" y="3989"/>
                        <a:pt x="33008" y="5180"/>
                      </a:cubicBezTo>
                      <a:cubicBezTo>
                        <a:pt x="34060" y="6371"/>
                        <a:pt x="34863" y="7783"/>
                        <a:pt x="35445" y="9444"/>
                      </a:cubicBezTo>
                      <a:cubicBezTo>
                        <a:pt x="36026" y="11078"/>
                        <a:pt x="36303" y="12989"/>
                        <a:pt x="36303" y="15149"/>
                      </a:cubicBezTo>
                      <a:cubicBezTo>
                        <a:pt x="36303" y="17890"/>
                        <a:pt x="35833" y="20272"/>
                        <a:pt x="34919" y="22265"/>
                      </a:cubicBezTo>
                      <a:cubicBezTo>
                        <a:pt x="33977" y="24259"/>
                        <a:pt x="32704" y="25893"/>
                        <a:pt x="31097" y="27194"/>
                      </a:cubicBezTo>
                      <a:cubicBezTo>
                        <a:pt x="29491" y="28468"/>
                        <a:pt x="27580" y="29438"/>
                        <a:pt x="25393" y="30047"/>
                      </a:cubicBezTo>
                      <a:cubicBezTo>
                        <a:pt x="23205" y="30656"/>
                        <a:pt x="20852" y="30988"/>
                        <a:pt x="18304" y="30988"/>
                      </a:cubicBezTo>
                      <a:cubicBezTo>
                        <a:pt x="15757" y="30988"/>
                        <a:pt x="13403" y="30628"/>
                        <a:pt x="11187" y="29881"/>
                      </a:cubicBezTo>
                      <a:cubicBezTo>
                        <a:pt x="8972" y="29161"/>
                        <a:pt x="7034" y="28108"/>
                        <a:pt x="5372" y="26752"/>
                      </a:cubicBezTo>
                      <a:cubicBezTo>
                        <a:pt x="3711" y="25395"/>
                        <a:pt x="2409" y="23761"/>
                        <a:pt x="1440" y="21795"/>
                      </a:cubicBezTo>
                      <a:cubicBezTo>
                        <a:pt x="499" y="19856"/>
                        <a:pt x="0" y="17641"/>
                        <a:pt x="0" y="15149"/>
                      </a:cubicBezTo>
                      <a:cubicBezTo>
                        <a:pt x="0" y="10414"/>
                        <a:pt x="1634" y="6675"/>
                        <a:pt x="4874" y="3989"/>
                      </a:cubicBezTo>
                      <a:cubicBezTo>
                        <a:pt x="8141" y="1275"/>
                        <a:pt x="12849" y="-54"/>
                        <a:pt x="19052" y="2"/>
                      </a:cubicBezTo>
                      <a:lnTo>
                        <a:pt x="19052" y="26724"/>
                      </a:lnTo>
                      <a:close/>
                      <a:moveTo>
                        <a:pt x="15729" y="4211"/>
                      </a:moveTo>
                      <a:cubicBezTo>
                        <a:pt x="14040" y="4211"/>
                        <a:pt x="12461" y="4432"/>
                        <a:pt x="10966" y="4903"/>
                      </a:cubicBezTo>
                      <a:cubicBezTo>
                        <a:pt x="9471" y="5374"/>
                        <a:pt x="8197" y="6066"/>
                        <a:pt x="7117" y="6952"/>
                      </a:cubicBezTo>
                      <a:cubicBezTo>
                        <a:pt x="6037" y="7866"/>
                        <a:pt x="5178" y="9001"/>
                        <a:pt x="4514" y="10386"/>
                      </a:cubicBezTo>
                      <a:cubicBezTo>
                        <a:pt x="3877" y="11770"/>
                        <a:pt x="3545" y="13321"/>
                        <a:pt x="3545" y="15093"/>
                      </a:cubicBezTo>
                      <a:cubicBezTo>
                        <a:pt x="3545" y="16866"/>
                        <a:pt x="3877" y="18416"/>
                        <a:pt x="4541" y="19773"/>
                      </a:cubicBezTo>
                      <a:cubicBezTo>
                        <a:pt x="5206" y="21130"/>
                        <a:pt x="6092" y="22265"/>
                        <a:pt x="7200" y="23235"/>
                      </a:cubicBezTo>
                      <a:cubicBezTo>
                        <a:pt x="8307" y="24176"/>
                        <a:pt x="9581" y="24952"/>
                        <a:pt x="11049" y="25533"/>
                      </a:cubicBezTo>
                      <a:cubicBezTo>
                        <a:pt x="12517" y="26115"/>
                        <a:pt x="14067" y="26475"/>
                        <a:pt x="15701" y="26668"/>
                      </a:cubicBezTo>
                      <a:lnTo>
                        <a:pt x="15701" y="4211"/>
                      </a:lnTo>
                      <a:close/>
                    </a:path>
                  </a:pathLst>
                </a:custGeom>
                <a:solidFill>
                  <a:srgbClr val="231F20"/>
                </a:solidFill>
                <a:ln w="2767" cap="flat">
                  <a:noFill/>
                  <a:prstDash val="solid"/>
                  <a:miter/>
                </a:ln>
              </p:spPr>
              <p:txBody>
                <a:bodyPr rtlCol="0" anchor="ctr"/>
                <a:lstStyle/>
                <a:p>
                  <a:endParaRPr lang="en-US"/>
                </a:p>
              </p:txBody>
            </p:sp>
          </p:grpSp>
          <p:grpSp>
            <p:nvGrpSpPr>
              <p:cNvPr id="4518" name="Graphic 14">
                <a:extLst>
                  <a:ext uri="{FF2B5EF4-FFF2-40B4-BE49-F238E27FC236}">
                    <a16:creationId xmlns:a16="http://schemas.microsoft.com/office/drawing/2014/main" id="{DA588098-D58D-3EE8-FAC2-BFC49D155B33}"/>
                  </a:ext>
                </a:extLst>
              </p:cNvPr>
              <p:cNvGrpSpPr/>
              <p:nvPr/>
            </p:nvGrpSpPr>
            <p:grpSpPr>
              <a:xfrm>
                <a:off x="1532075" y="3631743"/>
                <a:ext cx="139860" cy="2204558"/>
                <a:chOff x="4578036" y="1608974"/>
                <a:chExt cx="45026" cy="709729"/>
              </a:xfrm>
              <a:solidFill>
                <a:srgbClr val="231F20"/>
              </a:solidFill>
            </p:grpSpPr>
            <p:sp>
              <p:nvSpPr>
                <p:cNvPr id="4537" name="Freeform 4536">
                  <a:extLst>
                    <a:ext uri="{FF2B5EF4-FFF2-40B4-BE49-F238E27FC236}">
                      <a16:creationId xmlns:a16="http://schemas.microsoft.com/office/drawing/2014/main" id="{9FFEB4E2-1B5E-A8FD-BDE8-59FE78AB592E}"/>
                    </a:ext>
                  </a:extLst>
                </p:cNvPr>
                <p:cNvSpPr/>
                <p:nvPr/>
              </p:nvSpPr>
              <p:spPr>
                <a:xfrm>
                  <a:off x="4600549" y="1648102"/>
                  <a:ext cx="2769" cy="631500"/>
                </a:xfrm>
                <a:custGeom>
                  <a:avLst/>
                  <a:gdLst>
                    <a:gd name="connsiteX0" fmla="*/ 0 w 2769"/>
                    <a:gd name="connsiteY0" fmla="*/ 0 h 631500"/>
                    <a:gd name="connsiteX1" fmla="*/ 0 w 2769"/>
                    <a:gd name="connsiteY1" fmla="*/ 631501 h 631500"/>
                  </a:gdLst>
                  <a:ahLst/>
                  <a:cxnLst>
                    <a:cxn ang="0">
                      <a:pos x="connsiteX0" y="connsiteY0"/>
                    </a:cxn>
                    <a:cxn ang="0">
                      <a:pos x="connsiteX1" y="connsiteY1"/>
                    </a:cxn>
                  </a:cxnLst>
                  <a:rect l="l" t="t" r="r" b="b"/>
                  <a:pathLst>
                    <a:path w="2769" h="631500">
                      <a:moveTo>
                        <a:pt x="0" y="0"/>
                      </a:moveTo>
                      <a:lnTo>
                        <a:pt x="0" y="631501"/>
                      </a:lnTo>
                    </a:path>
                  </a:pathLst>
                </a:custGeom>
                <a:ln w="5534" cap="flat">
                  <a:solidFill>
                    <a:srgbClr val="231F20"/>
                  </a:solidFill>
                  <a:prstDash val="solid"/>
                  <a:miter/>
                </a:ln>
              </p:spPr>
              <p:txBody>
                <a:bodyPr rtlCol="0" anchor="ctr"/>
                <a:lstStyle/>
                <a:p>
                  <a:endParaRPr lang="en-US"/>
                </a:p>
              </p:txBody>
            </p:sp>
            <p:sp>
              <p:nvSpPr>
                <p:cNvPr id="4538" name="Freeform 4537">
                  <a:extLst>
                    <a:ext uri="{FF2B5EF4-FFF2-40B4-BE49-F238E27FC236}">
                      <a16:creationId xmlns:a16="http://schemas.microsoft.com/office/drawing/2014/main" id="{5104187F-6FFB-455B-F3B3-08E89E6B58DB}"/>
                    </a:ext>
                  </a:extLst>
                </p:cNvPr>
                <p:cNvSpPr/>
                <p:nvPr/>
              </p:nvSpPr>
              <p:spPr>
                <a:xfrm>
                  <a:off x="4578036" y="1608974"/>
                  <a:ext cx="45026" cy="55105"/>
                </a:xfrm>
                <a:custGeom>
                  <a:avLst/>
                  <a:gdLst>
                    <a:gd name="connsiteX0" fmla="*/ 22513 w 45026"/>
                    <a:gd name="connsiteY0" fmla="*/ 0 h 55105"/>
                    <a:gd name="connsiteX1" fmla="*/ 0 w 45026"/>
                    <a:gd name="connsiteY1" fmla="*/ 55106 h 55105"/>
                    <a:gd name="connsiteX2" fmla="*/ 22513 w 45026"/>
                    <a:gd name="connsiteY2" fmla="*/ 42035 h 55105"/>
                    <a:gd name="connsiteX3" fmla="*/ 45026 w 45026"/>
                    <a:gd name="connsiteY3" fmla="*/ 55106 h 55105"/>
                    <a:gd name="connsiteX4" fmla="*/ 22513 w 45026"/>
                    <a:gd name="connsiteY4" fmla="*/ 0 h 551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26" h="55105">
                      <a:moveTo>
                        <a:pt x="22513" y="0"/>
                      </a:moveTo>
                      <a:lnTo>
                        <a:pt x="0" y="55106"/>
                      </a:lnTo>
                      <a:lnTo>
                        <a:pt x="22513" y="42035"/>
                      </a:lnTo>
                      <a:lnTo>
                        <a:pt x="45026" y="55106"/>
                      </a:lnTo>
                      <a:lnTo>
                        <a:pt x="22513" y="0"/>
                      </a:lnTo>
                      <a:close/>
                    </a:path>
                  </a:pathLst>
                </a:custGeom>
                <a:solidFill>
                  <a:srgbClr val="231F20"/>
                </a:solidFill>
                <a:ln w="2767" cap="flat">
                  <a:noFill/>
                  <a:prstDash val="solid"/>
                  <a:miter/>
                </a:ln>
              </p:spPr>
              <p:txBody>
                <a:bodyPr rtlCol="0" anchor="ctr"/>
                <a:lstStyle/>
                <a:p>
                  <a:endParaRPr lang="en-US"/>
                </a:p>
              </p:txBody>
            </p:sp>
            <p:sp>
              <p:nvSpPr>
                <p:cNvPr id="4539" name="Freeform 4538">
                  <a:extLst>
                    <a:ext uri="{FF2B5EF4-FFF2-40B4-BE49-F238E27FC236}">
                      <a16:creationId xmlns:a16="http://schemas.microsoft.com/office/drawing/2014/main" id="{6F98D1BC-16FC-E5E8-478F-7C0525C96FA2}"/>
                    </a:ext>
                  </a:extLst>
                </p:cNvPr>
                <p:cNvSpPr/>
                <p:nvPr/>
              </p:nvSpPr>
              <p:spPr>
                <a:xfrm>
                  <a:off x="4578036" y="2263597"/>
                  <a:ext cx="45026" cy="55105"/>
                </a:xfrm>
                <a:custGeom>
                  <a:avLst/>
                  <a:gdLst>
                    <a:gd name="connsiteX0" fmla="*/ 22513 w 45026"/>
                    <a:gd name="connsiteY0" fmla="*/ 55106 h 55105"/>
                    <a:gd name="connsiteX1" fmla="*/ 0 w 45026"/>
                    <a:gd name="connsiteY1" fmla="*/ 0 h 55105"/>
                    <a:gd name="connsiteX2" fmla="*/ 22513 w 45026"/>
                    <a:gd name="connsiteY2" fmla="*/ 13098 h 55105"/>
                    <a:gd name="connsiteX3" fmla="*/ 45026 w 45026"/>
                    <a:gd name="connsiteY3" fmla="*/ 0 h 55105"/>
                    <a:gd name="connsiteX4" fmla="*/ 22513 w 45026"/>
                    <a:gd name="connsiteY4" fmla="*/ 55106 h 551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26" h="55105">
                      <a:moveTo>
                        <a:pt x="22513" y="55106"/>
                      </a:moveTo>
                      <a:lnTo>
                        <a:pt x="0" y="0"/>
                      </a:lnTo>
                      <a:lnTo>
                        <a:pt x="22513" y="13098"/>
                      </a:lnTo>
                      <a:lnTo>
                        <a:pt x="45026" y="0"/>
                      </a:lnTo>
                      <a:lnTo>
                        <a:pt x="22513" y="55106"/>
                      </a:lnTo>
                      <a:close/>
                    </a:path>
                  </a:pathLst>
                </a:custGeom>
                <a:solidFill>
                  <a:srgbClr val="231F20"/>
                </a:solidFill>
                <a:ln w="2767" cap="flat">
                  <a:noFill/>
                  <a:prstDash val="solid"/>
                  <a:miter/>
                </a:ln>
              </p:spPr>
              <p:txBody>
                <a:bodyPr rtlCol="0" anchor="ctr"/>
                <a:lstStyle/>
                <a:p>
                  <a:endParaRPr lang="en-US"/>
                </a:p>
              </p:txBody>
            </p:sp>
          </p:grpSp>
          <p:grpSp>
            <p:nvGrpSpPr>
              <p:cNvPr id="4519" name="Graphic 14">
                <a:extLst>
                  <a:ext uri="{FF2B5EF4-FFF2-40B4-BE49-F238E27FC236}">
                    <a16:creationId xmlns:a16="http://schemas.microsoft.com/office/drawing/2014/main" id="{76251947-B7F2-863F-5C08-48FF9810EE7B}"/>
                  </a:ext>
                </a:extLst>
              </p:cNvPr>
              <p:cNvGrpSpPr/>
              <p:nvPr/>
            </p:nvGrpSpPr>
            <p:grpSpPr>
              <a:xfrm>
                <a:off x="6474418" y="3678206"/>
                <a:ext cx="139860" cy="2204555"/>
                <a:chOff x="6103580" y="1623900"/>
                <a:chExt cx="45026" cy="709728"/>
              </a:xfrm>
              <a:solidFill>
                <a:srgbClr val="231F20"/>
              </a:solidFill>
            </p:grpSpPr>
            <p:sp>
              <p:nvSpPr>
                <p:cNvPr id="4534" name="Freeform 4533">
                  <a:extLst>
                    <a:ext uri="{FF2B5EF4-FFF2-40B4-BE49-F238E27FC236}">
                      <a16:creationId xmlns:a16="http://schemas.microsoft.com/office/drawing/2014/main" id="{9BE4E6D4-12BE-E9C9-1048-6302495388C8}"/>
                    </a:ext>
                  </a:extLst>
                </p:cNvPr>
                <p:cNvSpPr/>
                <p:nvPr/>
              </p:nvSpPr>
              <p:spPr>
                <a:xfrm>
                  <a:off x="6126093" y="1663000"/>
                  <a:ext cx="2769" cy="631528"/>
                </a:xfrm>
                <a:custGeom>
                  <a:avLst/>
                  <a:gdLst>
                    <a:gd name="connsiteX0" fmla="*/ 0 w 2769"/>
                    <a:gd name="connsiteY0" fmla="*/ 0 h 631528"/>
                    <a:gd name="connsiteX1" fmla="*/ 0 w 2769"/>
                    <a:gd name="connsiteY1" fmla="*/ 631529 h 631528"/>
                  </a:gdLst>
                  <a:ahLst/>
                  <a:cxnLst>
                    <a:cxn ang="0">
                      <a:pos x="connsiteX0" y="connsiteY0"/>
                    </a:cxn>
                    <a:cxn ang="0">
                      <a:pos x="connsiteX1" y="connsiteY1"/>
                    </a:cxn>
                  </a:cxnLst>
                  <a:rect l="l" t="t" r="r" b="b"/>
                  <a:pathLst>
                    <a:path w="2769" h="631528">
                      <a:moveTo>
                        <a:pt x="0" y="0"/>
                      </a:moveTo>
                      <a:lnTo>
                        <a:pt x="0" y="631529"/>
                      </a:lnTo>
                    </a:path>
                  </a:pathLst>
                </a:custGeom>
                <a:ln w="5534" cap="flat">
                  <a:solidFill>
                    <a:srgbClr val="231F20"/>
                  </a:solidFill>
                  <a:prstDash val="solid"/>
                  <a:miter/>
                </a:ln>
              </p:spPr>
              <p:txBody>
                <a:bodyPr rtlCol="0" anchor="ctr"/>
                <a:lstStyle/>
                <a:p>
                  <a:endParaRPr lang="en-US"/>
                </a:p>
              </p:txBody>
            </p:sp>
            <p:sp>
              <p:nvSpPr>
                <p:cNvPr id="4535" name="Freeform 4534">
                  <a:extLst>
                    <a:ext uri="{FF2B5EF4-FFF2-40B4-BE49-F238E27FC236}">
                      <a16:creationId xmlns:a16="http://schemas.microsoft.com/office/drawing/2014/main" id="{FBF9D348-87C4-5417-E9B4-20DE15BE166F}"/>
                    </a:ext>
                  </a:extLst>
                </p:cNvPr>
                <p:cNvSpPr/>
                <p:nvPr/>
              </p:nvSpPr>
              <p:spPr>
                <a:xfrm>
                  <a:off x="6103580" y="1623900"/>
                  <a:ext cx="45026" cy="55105"/>
                </a:xfrm>
                <a:custGeom>
                  <a:avLst/>
                  <a:gdLst>
                    <a:gd name="connsiteX0" fmla="*/ 22513 w 45026"/>
                    <a:gd name="connsiteY0" fmla="*/ 0 h 55105"/>
                    <a:gd name="connsiteX1" fmla="*/ 0 w 45026"/>
                    <a:gd name="connsiteY1" fmla="*/ 55106 h 55105"/>
                    <a:gd name="connsiteX2" fmla="*/ 22513 w 45026"/>
                    <a:gd name="connsiteY2" fmla="*/ 42035 h 55105"/>
                    <a:gd name="connsiteX3" fmla="*/ 45026 w 45026"/>
                    <a:gd name="connsiteY3" fmla="*/ 55106 h 55105"/>
                    <a:gd name="connsiteX4" fmla="*/ 22513 w 45026"/>
                    <a:gd name="connsiteY4" fmla="*/ 0 h 551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26" h="55105">
                      <a:moveTo>
                        <a:pt x="22513" y="0"/>
                      </a:moveTo>
                      <a:lnTo>
                        <a:pt x="0" y="55106"/>
                      </a:lnTo>
                      <a:lnTo>
                        <a:pt x="22513" y="42035"/>
                      </a:lnTo>
                      <a:lnTo>
                        <a:pt x="45026" y="55106"/>
                      </a:lnTo>
                      <a:lnTo>
                        <a:pt x="22513" y="0"/>
                      </a:lnTo>
                      <a:close/>
                    </a:path>
                  </a:pathLst>
                </a:custGeom>
                <a:solidFill>
                  <a:srgbClr val="231F20"/>
                </a:solidFill>
                <a:ln w="2767" cap="flat">
                  <a:noFill/>
                  <a:prstDash val="solid"/>
                  <a:miter/>
                </a:ln>
              </p:spPr>
              <p:txBody>
                <a:bodyPr rtlCol="0" anchor="ctr"/>
                <a:lstStyle/>
                <a:p>
                  <a:endParaRPr lang="en-US"/>
                </a:p>
              </p:txBody>
            </p:sp>
            <p:sp>
              <p:nvSpPr>
                <p:cNvPr id="4536" name="Freeform 4535">
                  <a:extLst>
                    <a:ext uri="{FF2B5EF4-FFF2-40B4-BE49-F238E27FC236}">
                      <a16:creationId xmlns:a16="http://schemas.microsoft.com/office/drawing/2014/main" id="{21B2D9F1-08AC-0D0C-154B-D26C0E37451C}"/>
                    </a:ext>
                  </a:extLst>
                </p:cNvPr>
                <p:cNvSpPr/>
                <p:nvPr/>
              </p:nvSpPr>
              <p:spPr>
                <a:xfrm>
                  <a:off x="6103580" y="2278523"/>
                  <a:ext cx="45026" cy="55105"/>
                </a:xfrm>
                <a:custGeom>
                  <a:avLst/>
                  <a:gdLst>
                    <a:gd name="connsiteX0" fmla="*/ 22513 w 45026"/>
                    <a:gd name="connsiteY0" fmla="*/ 55106 h 55105"/>
                    <a:gd name="connsiteX1" fmla="*/ 0 w 45026"/>
                    <a:gd name="connsiteY1" fmla="*/ 0 h 55105"/>
                    <a:gd name="connsiteX2" fmla="*/ 22513 w 45026"/>
                    <a:gd name="connsiteY2" fmla="*/ 13070 h 55105"/>
                    <a:gd name="connsiteX3" fmla="*/ 45026 w 45026"/>
                    <a:gd name="connsiteY3" fmla="*/ 0 h 55105"/>
                    <a:gd name="connsiteX4" fmla="*/ 22513 w 45026"/>
                    <a:gd name="connsiteY4" fmla="*/ 55106 h 551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26" h="55105">
                      <a:moveTo>
                        <a:pt x="22513" y="55106"/>
                      </a:moveTo>
                      <a:lnTo>
                        <a:pt x="0" y="0"/>
                      </a:lnTo>
                      <a:lnTo>
                        <a:pt x="22513" y="13070"/>
                      </a:lnTo>
                      <a:lnTo>
                        <a:pt x="45026" y="0"/>
                      </a:lnTo>
                      <a:lnTo>
                        <a:pt x="22513" y="55106"/>
                      </a:lnTo>
                      <a:close/>
                    </a:path>
                  </a:pathLst>
                </a:custGeom>
                <a:solidFill>
                  <a:srgbClr val="231F20"/>
                </a:solidFill>
                <a:ln w="2767" cap="flat">
                  <a:noFill/>
                  <a:prstDash val="solid"/>
                  <a:miter/>
                </a:ln>
              </p:spPr>
              <p:txBody>
                <a:bodyPr rtlCol="0" anchor="ctr"/>
                <a:lstStyle/>
                <a:p>
                  <a:endParaRPr lang="en-US"/>
                </a:p>
              </p:txBody>
            </p:sp>
          </p:grpSp>
          <p:grpSp>
            <p:nvGrpSpPr>
              <p:cNvPr id="4520" name="Graphic 14">
                <a:extLst>
                  <a:ext uri="{FF2B5EF4-FFF2-40B4-BE49-F238E27FC236}">
                    <a16:creationId xmlns:a16="http://schemas.microsoft.com/office/drawing/2014/main" id="{81D0EFAB-F445-4D6D-DA53-349C8018081C}"/>
                  </a:ext>
                </a:extLst>
              </p:cNvPr>
              <p:cNvGrpSpPr/>
              <p:nvPr/>
            </p:nvGrpSpPr>
            <p:grpSpPr>
              <a:xfrm>
                <a:off x="6235297" y="3720438"/>
                <a:ext cx="154568" cy="506624"/>
                <a:chOff x="6026598" y="1637496"/>
                <a:chExt cx="49761" cy="163101"/>
              </a:xfrm>
              <a:solidFill>
                <a:srgbClr val="231F20"/>
              </a:solidFill>
            </p:grpSpPr>
            <p:sp>
              <p:nvSpPr>
                <p:cNvPr id="4528" name="Freeform 4527">
                  <a:extLst>
                    <a:ext uri="{FF2B5EF4-FFF2-40B4-BE49-F238E27FC236}">
                      <a16:creationId xmlns:a16="http://schemas.microsoft.com/office/drawing/2014/main" id="{989DDC4C-B07E-3769-5672-F3816EAF071A}"/>
                    </a:ext>
                  </a:extLst>
                </p:cNvPr>
                <p:cNvSpPr/>
                <p:nvPr/>
              </p:nvSpPr>
              <p:spPr>
                <a:xfrm>
                  <a:off x="6026598" y="1784842"/>
                  <a:ext cx="48764" cy="15756"/>
                </a:xfrm>
                <a:custGeom>
                  <a:avLst/>
                  <a:gdLst>
                    <a:gd name="connsiteX0" fmla="*/ 17667 w 48764"/>
                    <a:gd name="connsiteY0" fmla="*/ 15756 h 15756"/>
                    <a:gd name="connsiteX1" fmla="*/ 14344 w 48764"/>
                    <a:gd name="connsiteY1" fmla="*/ 15756 h 15756"/>
                    <a:gd name="connsiteX2" fmla="*/ 14344 w 48764"/>
                    <a:gd name="connsiteY2" fmla="*/ 10633 h 15756"/>
                    <a:gd name="connsiteX3" fmla="*/ 8889 w 48764"/>
                    <a:gd name="connsiteY3" fmla="*/ 10633 h 15756"/>
                    <a:gd name="connsiteX4" fmla="*/ 2381 w 48764"/>
                    <a:gd name="connsiteY4" fmla="*/ 8972 h 15756"/>
                    <a:gd name="connsiteX5" fmla="*/ 0 w 48764"/>
                    <a:gd name="connsiteY5" fmla="*/ 3323 h 15756"/>
                    <a:gd name="connsiteX6" fmla="*/ 55 w 48764"/>
                    <a:gd name="connsiteY6" fmla="*/ 1606 h 15756"/>
                    <a:gd name="connsiteX7" fmla="*/ 249 w 48764"/>
                    <a:gd name="connsiteY7" fmla="*/ 0 h 15756"/>
                    <a:gd name="connsiteX8" fmla="*/ 3905 w 48764"/>
                    <a:gd name="connsiteY8" fmla="*/ 0 h 15756"/>
                    <a:gd name="connsiteX9" fmla="*/ 3572 w 48764"/>
                    <a:gd name="connsiteY9" fmla="*/ 2381 h 15756"/>
                    <a:gd name="connsiteX10" fmla="*/ 4126 w 48764"/>
                    <a:gd name="connsiteY10" fmla="*/ 4763 h 15756"/>
                    <a:gd name="connsiteX11" fmla="*/ 5621 w 48764"/>
                    <a:gd name="connsiteY11" fmla="*/ 6037 h 15756"/>
                    <a:gd name="connsiteX12" fmla="*/ 7726 w 48764"/>
                    <a:gd name="connsiteY12" fmla="*/ 6535 h 15756"/>
                    <a:gd name="connsiteX13" fmla="*/ 10080 w 48764"/>
                    <a:gd name="connsiteY13" fmla="*/ 6646 h 15756"/>
                    <a:gd name="connsiteX14" fmla="*/ 14344 w 48764"/>
                    <a:gd name="connsiteY14" fmla="*/ 6646 h 15756"/>
                    <a:gd name="connsiteX15" fmla="*/ 14344 w 48764"/>
                    <a:gd name="connsiteY15" fmla="*/ 0 h 15756"/>
                    <a:gd name="connsiteX16" fmla="*/ 17667 w 48764"/>
                    <a:gd name="connsiteY16" fmla="*/ 0 h 15756"/>
                    <a:gd name="connsiteX17" fmla="*/ 17667 w 48764"/>
                    <a:gd name="connsiteY17" fmla="*/ 6646 h 15756"/>
                    <a:gd name="connsiteX18" fmla="*/ 48764 w 48764"/>
                    <a:gd name="connsiteY18" fmla="*/ 6646 h 15756"/>
                    <a:gd name="connsiteX19" fmla="*/ 48764 w 48764"/>
                    <a:gd name="connsiteY19" fmla="*/ 10633 h 15756"/>
                    <a:gd name="connsiteX20" fmla="*/ 17667 w 48764"/>
                    <a:gd name="connsiteY20" fmla="*/ 10633 h 15756"/>
                    <a:gd name="connsiteX21" fmla="*/ 17667 w 48764"/>
                    <a:gd name="connsiteY21" fmla="*/ 15756 h 15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48764" h="15756">
                      <a:moveTo>
                        <a:pt x="17667" y="15756"/>
                      </a:moveTo>
                      <a:lnTo>
                        <a:pt x="14344" y="15756"/>
                      </a:lnTo>
                      <a:lnTo>
                        <a:pt x="14344" y="10633"/>
                      </a:lnTo>
                      <a:lnTo>
                        <a:pt x="8889" y="10633"/>
                      </a:lnTo>
                      <a:cubicBezTo>
                        <a:pt x="6147" y="10633"/>
                        <a:pt x="3960" y="10080"/>
                        <a:pt x="2381" y="8972"/>
                      </a:cubicBezTo>
                      <a:cubicBezTo>
                        <a:pt x="775" y="7864"/>
                        <a:pt x="0" y="5981"/>
                        <a:pt x="0" y="3323"/>
                      </a:cubicBezTo>
                      <a:cubicBezTo>
                        <a:pt x="0" y="2714"/>
                        <a:pt x="0" y="2132"/>
                        <a:pt x="55" y="1606"/>
                      </a:cubicBezTo>
                      <a:cubicBezTo>
                        <a:pt x="111" y="1080"/>
                        <a:pt x="166" y="554"/>
                        <a:pt x="249" y="0"/>
                      </a:cubicBezTo>
                      <a:lnTo>
                        <a:pt x="3905" y="0"/>
                      </a:lnTo>
                      <a:cubicBezTo>
                        <a:pt x="3683" y="886"/>
                        <a:pt x="3572" y="1689"/>
                        <a:pt x="3572" y="2381"/>
                      </a:cubicBezTo>
                      <a:cubicBezTo>
                        <a:pt x="3572" y="3406"/>
                        <a:pt x="3766" y="4209"/>
                        <a:pt x="4126" y="4763"/>
                      </a:cubicBezTo>
                      <a:cubicBezTo>
                        <a:pt x="4514" y="5344"/>
                        <a:pt x="5012" y="5760"/>
                        <a:pt x="5621" y="6037"/>
                      </a:cubicBezTo>
                      <a:cubicBezTo>
                        <a:pt x="6231" y="6314"/>
                        <a:pt x="6951" y="6480"/>
                        <a:pt x="7726" y="6535"/>
                      </a:cubicBezTo>
                      <a:cubicBezTo>
                        <a:pt x="8501" y="6591"/>
                        <a:pt x="9277" y="6646"/>
                        <a:pt x="10080" y="6646"/>
                      </a:cubicBezTo>
                      <a:lnTo>
                        <a:pt x="14344" y="6646"/>
                      </a:lnTo>
                      <a:lnTo>
                        <a:pt x="14344" y="0"/>
                      </a:lnTo>
                      <a:lnTo>
                        <a:pt x="17667" y="0"/>
                      </a:lnTo>
                      <a:lnTo>
                        <a:pt x="17667" y="6646"/>
                      </a:lnTo>
                      <a:lnTo>
                        <a:pt x="48764" y="6646"/>
                      </a:lnTo>
                      <a:lnTo>
                        <a:pt x="48764" y="10633"/>
                      </a:lnTo>
                      <a:lnTo>
                        <a:pt x="17667" y="10633"/>
                      </a:lnTo>
                      <a:lnTo>
                        <a:pt x="17667" y="15756"/>
                      </a:lnTo>
                      <a:close/>
                    </a:path>
                  </a:pathLst>
                </a:custGeom>
                <a:solidFill>
                  <a:srgbClr val="231F20"/>
                </a:solidFill>
                <a:ln w="2767" cap="flat">
                  <a:noFill/>
                  <a:prstDash val="solid"/>
                  <a:miter/>
                </a:ln>
              </p:spPr>
              <p:txBody>
                <a:bodyPr rtlCol="0" anchor="ctr"/>
                <a:lstStyle/>
                <a:p>
                  <a:endParaRPr lang="en-US"/>
                </a:p>
              </p:txBody>
            </p:sp>
            <p:sp>
              <p:nvSpPr>
                <p:cNvPr id="4529" name="Freeform 4528">
                  <a:extLst>
                    <a:ext uri="{FF2B5EF4-FFF2-40B4-BE49-F238E27FC236}">
                      <a16:creationId xmlns:a16="http://schemas.microsoft.com/office/drawing/2014/main" id="{BAA7848F-CF57-75B9-6C93-9B23DC19FA1D}"/>
                    </a:ext>
                  </a:extLst>
                </p:cNvPr>
                <p:cNvSpPr/>
                <p:nvPr/>
              </p:nvSpPr>
              <p:spPr>
                <a:xfrm>
                  <a:off x="6040056" y="1748040"/>
                  <a:ext cx="36303" cy="32454"/>
                </a:xfrm>
                <a:custGeom>
                  <a:avLst/>
                  <a:gdLst>
                    <a:gd name="connsiteX0" fmla="*/ 15230 w 36303"/>
                    <a:gd name="connsiteY0" fmla="*/ 14815 h 32454"/>
                    <a:gd name="connsiteX1" fmla="*/ 14843 w 36303"/>
                    <a:gd name="connsiteY1" fmla="*/ 12129 h 32454"/>
                    <a:gd name="connsiteX2" fmla="*/ 14123 w 36303"/>
                    <a:gd name="connsiteY2" fmla="*/ 9581 h 32454"/>
                    <a:gd name="connsiteX3" fmla="*/ 12572 w 36303"/>
                    <a:gd name="connsiteY3" fmla="*/ 8363 h 32454"/>
                    <a:gd name="connsiteX4" fmla="*/ 10551 w 36303"/>
                    <a:gd name="connsiteY4" fmla="*/ 8141 h 32454"/>
                    <a:gd name="connsiteX5" fmla="*/ 5538 w 36303"/>
                    <a:gd name="connsiteY5" fmla="*/ 10107 h 32454"/>
                    <a:gd name="connsiteX6" fmla="*/ 3572 w 36303"/>
                    <a:gd name="connsiteY6" fmla="*/ 16726 h 32454"/>
                    <a:gd name="connsiteX7" fmla="*/ 3932 w 36303"/>
                    <a:gd name="connsiteY7" fmla="*/ 20519 h 32454"/>
                    <a:gd name="connsiteX8" fmla="*/ 5206 w 36303"/>
                    <a:gd name="connsiteY8" fmla="*/ 23538 h 32454"/>
                    <a:gd name="connsiteX9" fmla="*/ 7587 w 36303"/>
                    <a:gd name="connsiteY9" fmla="*/ 25670 h 32454"/>
                    <a:gd name="connsiteX10" fmla="*/ 11353 w 36303"/>
                    <a:gd name="connsiteY10" fmla="*/ 26778 h 32454"/>
                    <a:gd name="connsiteX11" fmla="*/ 11353 w 36303"/>
                    <a:gd name="connsiteY11" fmla="*/ 30820 h 32454"/>
                    <a:gd name="connsiteX12" fmla="*/ 6147 w 36303"/>
                    <a:gd name="connsiteY12" fmla="*/ 29436 h 32454"/>
                    <a:gd name="connsiteX13" fmla="*/ 2631 w 36303"/>
                    <a:gd name="connsiteY13" fmla="*/ 26334 h 32454"/>
                    <a:gd name="connsiteX14" fmla="*/ 637 w 36303"/>
                    <a:gd name="connsiteY14" fmla="*/ 21959 h 32454"/>
                    <a:gd name="connsiteX15" fmla="*/ 0 w 36303"/>
                    <a:gd name="connsiteY15" fmla="*/ 16670 h 32454"/>
                    <a:gd name="connsiteX16" fmla="*/ 554 w 36303"/>
                    <a:gd name="connsiteY16" fmla="*/ 11796 h 32454"/>
                    <a:gd name="connsiteX17" fmla="*/ 2354 w 36303"/>
                    <a:gd name="connsiteY17" fmla="*/ 7809 h 32454"/>
                    <a:gd name="connsiteX18" fmla="*/ 5649 w 36303"/>
                    <a:gd name="connsiteY18" fmla="*/ 5151 h 32454"/>
                    <a:gd name="connsiteX19" fmla="*/ 10689 w 36303"/>
                    <a:gd name="connsiteY19" fmla="*/ 4181 h 32454"/>
                    <a:gd name="connsiteX20" fmla="*/ 29436 w 36303"/>
                    <a:gd name="connsiteY20" fmla="*/ 4181 h 32454"/>
                    <a:gd name="connsiteX21" fmla="*/ 32399 w 36303"/>
                    <a:gd name="connsiteY21" fmla="*/ 3351 h 32454"/>
                    <a:gd name="connsiteX22" fmla="*/ 32094 w 36303"/>
                    <a:gd name="connsiteY22" fmla="*/ 0 h 32454"/>
                    <a:gd name="connsiteX23" fmla="*/ 35223 w 36303"/>
                    <a:gd name="connsiteY23" fmla="*/ 0 h 32454"/>
                    <a:gd name="connsiteX24" fmla="*/ 35611 w 36303"/>
                    <a:gd name="connsiteY24" fmla="*/ 1357 h 32454"/>
                    <a:gd name="connsiteX25" fmla="*/ 35888 w 36303"/>
                    <a:gd name="connsiteY25" fmla="*/ 3129 h 32454"/>
                    <a:gd name="connsiteX26" fmla="*/ 35694 w 36303"/>
                    <a:gd name="connsiteY26" fmla="*/ 4929 h 32454"/>
                    <a:gd name="connsiteX27" fmla="*/ 35057 w 36303"/>
                    <a:gd name="connsiteY27" fmla="*/ 6535 h 32454"/>
                    <a:gd name="connsiteX28" fmla="*/ 33866 w 36303"/>
                    <a:gd name="connsiteY28" fmla="*/ 7504 h 32454"/>
                    <a:gd name="connsiteX29" fmla="*/ 32344 w 36303"/>
                    <a:gd name="connsiteY29" fmla="*/ 8003 h 32454"/>
                    <a:gd name="connsiteX30" fmla="*/ 30571 w 36303"/>
                    <a:gd name="connsiteY30" fmla="*/ 8141 h 32454"/>
                    <a:gd name="connsiteX31" fmla="*/ 34836 w 36303"/>
                    <a:gd name="connsiteY31" fmla="*/ 13929 h 32454"/>
                    <a:gd name="connsiteX32" fmla="*/ 36303 w 36303"/>
                    <a:gd name="connsiteY32" fmla="*/ 20962 h 32454"/>
                    <a:gd name="connsiteX33" fmla="*/ 35694 w 36303"/>
                    <a:gd name="connsiteY33" fmla="*/ 25310 h 32454"/>
                    <a:gd name="connsiteX34" fmla="*/ 33839 w 36303"/>
                    <a:gd name="connsiteY34" fmla="*/ 28993 h 32454"/>
                    <a:gd name="connsiteX35" fmla="*/ 30737 w 36303"/>
                    <a:gd name="connsiteY35" fmla="*/ 31513 h 32454"/>
                    <a:gd name="connsiteX36" fmla="*/ 26390 w 36303"/>
                    <a:gd name="connsiteY36" fmla="*/ 32454 h 32454"/>
                    <a:gd name="connsiteX37" fmla="*/ 16033 w 36303"/>
                    <a:gd name="connsiteY37" fmla="*/ 20436 h 32454"/>
                    <a:gd name="connsiteX38" fmla="*/ 15313 w 36303"/>
                    <a:gd name="connsiteY38" fmla="*/ 14926 h 32454"/>
                    <a:gd name="connsiteX39" fmla="*/ 17224 w 36303"/>
                    <a:gd name="connsiteY39" fmla="*/ 8114 h 32454"/>
                    <a:gd name="connsiteX40" fmla="*/ 18609 w 36303"/>
                    <a:gd name="connsiteY40" fmla="*/ 13236 h 32454"/>
                    <a:gd name="connsiteX41" fmla="*/ 19135 w 36303"/>
                    <a:gd name="connsiteY41" fmla="*/ 18415 h 32454"/>
                    <a:gd name="connsiteX42" fmla="*/ 21184 w 36303"/>
                    <a:gd name="connsiteY42" fmla="*/ 25559 h 32454"/>
                    <a:gd name="connsiteX43" fmla="*/ 26445 w 36303"/>
                    <a:gd name="connsiteY43" fmla="*/ 28107 h 32454"/>
                    <a:gd name="connsiteX44" fmla="*/ 29215 w 36303"/>
                    <a:gd name="connsiteY44" fmla="*/ 27470 h 32454"/>
                    <a:gd name="connsiteX45" fmla="*/ 31153 w 36303"/>
                    <a:gd name="connsiteY45" fmla="*/ 25808 h 32454"/>
                    <a:gd name="connsiteX46" fmla="*/ 32288 w 36303"/>
                    <a:gd name="connsiteY46" fmla="*/ 23427 h 32454"/>
                    <a:gd name="connsiteX47" fmla="*/ 32648 w 36303"/>
                    <a:gd name="connsiteY47" fmla="*/ 20658 h 32454"/>
                    <a:gd name="connsiteX48" fmla="*/ 32039 w 36303"/>
                    <a:gd name="connsiteY48" fmla="*/ 16006 h 32454"/>
                    <a:gd name="connsiteX49" fmla="*/ 30211 w 36303"/>
                    <a:gd name="connsiteY49" fmla="*/ 11990 h 32454"/>
                    <a:gd name="connsiteX50" fmla="*/ 27082 w 36303"/>
                    <a:gd name="connsiteY50" fmla="*/ 9166 h 32454"/>
                    <a:gd name="connsiteX51" fmla="*/ 22596 w 36303"/>
                    <a:gd name="connsiteY51" fmla="*/ 8114 h 32454"/>
                    <a:gd name="connsiteX52" fmla="*/ 17224 w 36303"/>
                    <a:gd name="connsiteY52" fmla="*/ 8114 h 324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36303" h="32454">
                      <a:moveTo>
                        <a:pt x="15230" y="14815"/>
                      </a:moveTo>
                      <a:cubicBezTo>
                        <a:pt x="15147" y="14067"/>
                        <a:pt x="15009" y="13153"/>
                        <a:pt x="14843" y="12129"/>
                      </a:cubicBezTo>
                      <a:cubicBezTo>
                        <a:pt x="14677" y="11077"/>
                        <a:pt x="14427" y="10246"/>
                        <a:pt x="14123" y="9581"/>
                      </a:cubicBezTo>
                      <a:cubicBezTo>
                        <a:pt x="13818" y="8917"/>
                        <a:pt x="13292" y="8501"/>
                        <a:pt x="12572" y="8363"/>
                      </a:cubicBezTo>
                      <a:cubicBezTo>
                        <a:pt x="11852" y="8197"/>
                        <a:pt x="11160" y="8141"/>
                        <a:pt x="10551" y="8141"/>
                      </a:cubicBezTo>
                      <a:cubicBezTo>
                        <a:pt x="8501" y="8141"/>
                        <a:pt x="6840" y="8806"/>
                        <a:pt x="5538" y="10107"/>
                      </a:cubicBezTo>
                      <a:cubicBezTo>
                        <a:pt x="4237" y="11409"/>
                        <a:pt x="3572" y="13624"/>
                        <a:pt x="3572" y="16726"/>
                      </a:cubicBezTo>
                      <a:cubicBezTo>
                        <a:pt x="3572" y="18110"/>
                        <a:pt x="3683" y="19356"/>
                        <a:pt x="3932" y="20519"/>
                      </a:cubicBezTo>
                      <a:cubicBezTo>
                        <a:pt x="4181" y="21682"/>
                        <a:pt x="4597" y="22679"/>
                        <a:pt x="5206" y="23538"/>
                      </a:cubicBezTo>
                      <a:cubicBezTo>
                        <a:pt x="5815" y="24396"/>
                        <a:pt x="6591" y="25116"/>
                        <a:pt x="7587" y="25670"/>
                      </a:cubicBezTo>
                      <a:cubicBezTo>
                        <a:pt x="8584" y="26224"/>
                        <a:pt x="9831" y="26584"/>
                        <a:pt x="11353" y="26778"/>
                      </a:cubicBezTo>
                      <a:lnTo>
                        <a:pt x="11353" y="30820"/>
                      </a:lnTo>
                      <a:cubicBezTo>
                        <a:pt x="9304" y="30682"/>
                        <a:pt x="7587" y="30211"/>
                        <a:pt x="6147" y="29436"/>
                      </a:cubicBezTo>
                      <a:cubicBezTo>
                        <a:pt x="4708" y="28661"/>
                        <a:pt x="3545" y="27608"/>
                        <a:pt x="2631" y="26334"/>
                      </a:cubicBezTo>
                      <a:cubicBezTo>
                        <a:pt x="1717" y="25061"/>
                        <a:pt x="1052" y="23621"/>
                        <a:pt x="637" y="21959"/>
                      </a:cubicBezTo>
                      <a:cubicBezTo>
                        <a:pt x="221" y="20298"/>
                        <a:pt x="0" y="18526"/>
                        <a:pt x="0" y="16670"/>
                      </a:cubicBezTo>
                      <a:cubicBezTo>
                        <a:pt x="0" y="14953"/>
                        <a:pt x="194" y="13320"/>
                        <a:pt x="554" y="11796"/>
                      </a:cubicBezTo>
                      <a:cubicBezTo>
                        <a:pt x="941" y="10273"/>
                        <a:pt x="1523" y="8944"/>
                        <a:pt x="2354" y="7809"/>
                      </a:cubicBezTo>
                      <a:cubicBezTo>
                        <a:pt x="3185" y="6674"/>
                        <a:pt x="4265" y="5787"/>
                        <a:pt x="5649" y="5151"/>
                      </a:cubicBezTo>
                      <a:cubicBezTo>
                        <a:pt x="7034" y="4514"/>
                        <a:pt x="8695" y="4181"/>
                        <a:pt x="10689" y="4181"/>
                      </a:cubicBezTo>
                      <a:lnTo>
                        <a:pt x="29436" y="4181"/>
                      </a:lnTo>
                      <a:cubicBezTo>
                        <a:pt x="30987" y="4181"/>
                        <a:pt x="31984" y="3904"/>
                        <a:pt x="32399" y="3351"/>
                      </a:cubicBezTo>
                      <a:cubicBezTo>
                        <a:pt x="32814" y="2797"/>
                        <a:pt x="32731" y="1689"/>
                        <a:pt x="32094" y="0"/>
                      </a:cubicBezTo>
                      <a:lnTo>
                        <a:pt x="35223" y="0"/>
                      </a:lnTo>
                      <a:cubicBezTo>
                        <a:pt x="35306" y="305"/>
                        <a:pt x="35445" y="775"/>
                        <a:pt x="35611" y="1357"/>
                      </a:cubicBezTo>
                      <a:cubicBezTo>
                        <a:pt x="35777" y="1966"/>
                        <a:pt x="35888" y="2548"/>
                        <a:pt x="35888" y="3129"/>
                      </a:cubicBezTo>
                      <a:cubicBezTo>
                        <a:pt x="35888" y="3738"/>
                        <a:pt x="35833" y="4348"/>
                        <a:pt x="35694" y="4929"/>
                      </a:cubicBezTo>
                      <a:cubicBezTo>
                        <a:pt x="35611" y="5594"/>
                        <a:pt x="35390" y="6120"/>
                        <a:pt x="35057" y="6535"/>
                      </a:cubicBezTo>
                      <a:cubicBezTo>
                        <a:pt x="34725" y="6951"/>
                        <a:pt x="34337" y="7255"/>
                        <a:pt x="33866" y="7504"/>
                      </a:cubicBezTo>
                      <a:cubicBezTo>
                        <a:pt x="33396" y="7754"/>
                        <a:pt x="32897" y="7920"/>
                        <a:pt x="32344" y="8003"/>
                      </a:cubicBezTo>
                      <a:cubicBezTo>
                        <a:pt x="31790" y="8086"/>
                        <a:pt x="31208" y="8141"/>
                        <a:pt x="30571" y="8141"/>
                      </a:cubicBezTo>
                      <a:cubicBezTo>
                        <a:pt x="32426" y="9830"/>
                        <a:pt x="33839" y="11741"/>
                        <a:pt x="34836" y="13929"/>
                      </a:cubicBezTo>
                      <a:cubicBezTo>
                        <a:pt x="35805" y="16089"/>
                        <a:pt x="36303" y="18442"/>
                        <a:pt x="36303" y="20962"/>
                      </a:cubicBezTo>
                      <a:cubicBezTo>
                        <a:pt x="36303" y="22458"/>
                        <a:pt x="36110" y="23925"/>
                        <a:pt x="35694" y="25310"/>
                      </a:cubicBezTo>
                      <a:cubicBezTo>
                        <a:pt x="35279" y="26694"/>
                        <a:pt x="34670" y="27941"/>
                        <a:pt x="33839" y="28993"/>
                      </a:cubicBezTo>
                      <a:cubicBezTo>
                        <a:pt x="33008" y="30045"/>
                        <a:pt x="31956" y="30904"/>
                        <a:pt x="30737" y="31513"/>
                      </a:cubicBezTo>
                      <a:cubicBezTo>
                        <a:pt x="29519" y="32122"/>
                        <a:pt x="28079" y="32454"/>
                        <a:pt x="26390" y="32454"/>
                      </a:cubicBezTo>
                      <a:cubicBezTo>
                        <a:pt x="20547" y="32454"/>
                        <a:pt x="17086" y="28439"/>
                        <a:pt x="16033" y="20436"/>
                      </a:cubicBezTo>
                      <a:lnTo>
                        <a:pt x="15313" y="14926"/>
                      </a:lnTo>
                      <a:close/>
                      <a:moveTo>
                        <a:pt x="17224" y="8114"/>
                      </a:moveTo>
                      <a:cubicBezTo>
                        <a:pt x="17944" y="9803"/>
                        <a:pt x="18387" y="11492"/>
                        <a:pt x="18609" y="13236"/>
                      </a:cubicBezTo>
                      <a:cubicBezTo>
                        <a:pt x="18830" y="14981"/>
                        <a:pt x="18996" y="16698"/>
                        <a:pt x="19135" y="18415"/>
                      </a:cubicBezTo>
                      <a:cubicBezTo>
                        <a:pt x="19356" y="21461"/>
                        <a:pt x="20049" y="23842"/>
                        <a:pt x="21184" y="25559"/>
                      </a:cubicBezTo>
                      <a:cubicBezTo>
                        <a:pt x="22347" y="27276"/>
                        <a:pt x="24092" y="28107"/>
                        <a:pt x="26445" y="28107"/>
                      </a:cubicBezTo>
                      <a:cubicBezTo>
                        <a:pt x="27498" y="28107"/>
                        <a:pt x="28439" y="27885"/>
                        <a:pt x="29215" y="27470"/>
                      </a:cubicBezTo>
                      <a:cubicBezTo>
                        <a:pt x="29990" y="27054"/>
                        <a:pt x="30627" y="26501"/>
                        <a:pt x="31153" y="25808"/>
                      </a:cubicBezTo>
                      <a:cubicBezTo>
                        <a:pt x="31651" y="25116"/>
                        <a:pt x="32039" y="24313"/>
                        <a:pt x="32288" y="23427"/>
                      </a:cubicBezTo>
                      <a:cubicBezTo>
                        <a:pt x="32537" y="22513"/>
                        <a:pt x="32648" y="21599"/>
                        <a:pt x="32648" y="20658"/>
                      </a:cubicBezTo>
                      <a:cubicBezTo>
                        <a:pt x="32648" y="19052"/>
                        <a:pt x="32454" y="17501"/>
                        <a:pt x="32039" y="16006"/>
                      </a:cubicBezTo>
                      <a:cubicBezTo>
                        <a:pt x="31651" y="14510"/>
                        <a:pt x="31042" y="13153"/>
                        <a:pt x="30211" y="11990"/>
                      </a:cubicBezTo>
                      <a:cubicBezTo>
                        <a:pt x="29380" y="10827"/>
                        <a:pt x="28356" y="9886"/>
                        <a:pt x="27082" y="9166"/>
                      </a:cubicBezTo>
                      <a:cubicBezTo>
                        <a:pt x="25809" y="8446"/>
                        <a:pt x="24313" y="8114"/>
                        <a:pt x="22596" y="8114"/>
                      </a:cubicBezTo>
                      <a:lnTo>
                        <a:pt x="17224" y="8114"/>
                      </a:lnTo>
                      <a:close/>
                    </a:path>
                  </a:pathLst>
                </a:custGeom>
                <a:solidFill>
                  <a:srgbClr val="231F20"/>
                </a:solidFill>
                <a:ln w="2767" cap="flat">
                  <a:noFill/>
                  <a:prstDash val="solid"/>
                  <a:miter/>
                </a:ln>
              </p:spPr>
              <p:txBody>
                <a:bodyPr rtlCol="0" anchor="ctr"/>
                <a:lstStyle/>
                <a:p>
                  <a:endParaRPr lang="en-US"/>
                </a:p>
              </p:txBody>
            </p:sp>
            <p:sp>
              <p:nvSpPr>
                <p:cNvPr id="4530" name="Freeform 4529">
                  <a:extLst>
                    <a:ext uri="{FF2B5EF4-FFF2-40B4-BE49-F238E27FC236}">
                      <a16:creationId xmlns:a16="http://schemas.microsoft.com/office/drawing/2014/main" id="{3F9FEB01-6677-B770-1216-0B1432E61BCC}"/>
                    </a:ext>
                  </a:extLst>
                </p:cNvPr>
                <p:cNvSpPr/>
                <p:nvPr/>
              </p:nvSpPr>
              <p:spPr>
                <a:xfrm>
                  <a:off x="6039973" y="1716333"/>
                  <a:ext cx="36248" cy="27137"/>
                </a:xfrm>
                <a:custGeom>
                  <a:avLst/>
                  <a:gdLst>
                    <a:gd name="connsiteX0" fmla="*/ 24618 w 36248"/>
                    <a:gd name="connsiteY0" fmla="*/ 23067 h 27137"/>
                    <a:gd name="connsiteX1" fmla="*/ 30904 w 36248"/>
                    <a:gd name="connsiteY1" fmla="*/ 19716 h 27137"/>
                    <a:gd name="connsiteX2" fmla="*/ 32731 w 36248"/>
                    <a:gd name="connsiteY2" fmla="*/ 12766 h 27137"/>
                    <a:gd name="connsiteX3" fmla="*/ 32205 w 36248"/>
                    <a:gd name="connsiteY3" fmla="*/ 8972 h 27137"/>
                    <a:gd name="connsiteX4" fmla="*/ 30765 w 36248"/>
                    <a:gd name="connsiteY4" fmla="*/ 6341 h 27137"/>
                    <a:gd name="connsiteX5" fmla="*/ 28744 w 36248"/>
                    <a:gd name="connsiteY5" fmla="*/ 4791 h 27137"/>
                    <a:gd name="connsiteX6" fmla="*/ 26362 w 36248"/>
                    <a:gd name="connsiteY6" fmla="*/ 4264 h 27137"/>
                    <a:gd name="connsiteX7" fmla="*/ 22596 w 36248"/>
                    <a:gd name="connsiteY7" fmla="*/ 5898 h 27137"/>
                    <a:gd name="connsiteX8" fmla="*/ 20658 w 36248"/>
                    <a:gd name="connsiteY8" fmla="*/ 9997 h 27137"/>
                    <a:gd name="connsiteX9" fmla="*/ 19467 w 36248"/>
                    <a:gd name="connsiteY9" fmla="*/ 15313 h 27137"/>
                    <a:gd name="connsiteX10" fmla="*/ 17972 w 36248"/>
                    <a:gd name="connsiteY10" fmla="*/ 20630 h 27137"/>
                    <a:gd name="connsiteX11" fmla="*/ 15120 w 36248"/>
                    <a:gd name="connsiteY11" fmla="*/ 24728 h 27137"/>
                    <a:gd name="connsiteX12" fmla="*/ 9858 w 36248"/>
                    <a:gd name="connsiteY12" fmla="*/ 26362 h 27137"/>
                    <a:gd name="connsiteX13" fmla="*/ 2769 w 36248"/>
                    <a:gd name="connsiteY13" fmla="*/ 23205 h 27137"/>
                    <a:gd name="connsiteX14" fmla="*/ 0 w 36248"/>
                    <a:gd name="connsiteY14" fmla="*/ 14261 h 27137"/>
                    <a:gd name="connsiteX15" fmla="*/ 2492 w 36248"/>
                    <a:gd name="connsiteY15" fmla="*/ 5178 h 27137"/>
                    <a:gd name="connsiteX16" fmla="*/ 10827 w 36248"/>
                    <a:gd name="connsiteY16" fmla="*/ 969 h 27137"/>
                    <a:gd name="connsiteX17" fmla="*/ 10827 w 36248"/>
                    <a:gd name="connsiteY17" fmla="*/ 5012 h 27137"/>
                    <a:gd name="connsiteX18" fmla="*/ 5206 w 36248"/>
                    <a:gd name="connsiteY18" fmla="*/ 8030 h 27137"/>
                    <a:gd name="connsiteX19" fmla="*/ 3572 w 36248"/>
                    <a:gd name="connsiteY19" fmla="*/ 14316 h 27137"/>
                    <a:gd name="connsiteX20" fmla="*/ 5206 w 36248"/>
                    <a:gd name="connsiteY20" fmla="*/ 20104 h 27137"/>
                    <a:gd name="connsiteX21" fmla="*/ 9498 w 36248"/>
                    <a:gd name="connsiteY21" fmla="*/ 22098 h 27137"/>
                    <a:gd name="connsiteX22" fmla="*/ 13043 w 36248"/>
                    <a:gd name="connsiteY22" fmla="*/ 20464 h 27137"/>
                    <a:gd name="connsiteX23" fmla="*/ 15037 w 36248"/>
                    <a:gd name="connsiteY23" fmla="*/ 16366 h 27137"/>
                    <a:gd name="connsiteX24" fmla="*/ 16393 w 36248"/>
                    <a:gd name="connsiteY24" fmla="*/ 11049 h 27137"/>
                    <a:gd name="connsiteX25" fmla="*/ 18083 w 36248"/>
                    <a:gd name="connsiteY25" fmla="*/ 5732 h 27137"/>
                    <a:gd name="connsiteX26" fmla="*/ 21046 w 36248"/>
                    <a:gd name="connsiteY26" fmla="*/ 1634 h 27137"/>
                    <a:gd name="connsiteX27" fmla="*/ 26224 w 36248"/>
                    <a:gd name="connsiteY27" fmla="*/ 0 h 27137"/>
                    <a:gd name="connsiteX28" fmla="*/ 30571 w 36248"/>
                    <a:gd name="connsiteY28" fmla="*/ 1052 h 27137"/>
                    <a:gd name="connsiteX29" fmla="*/ 33728 w 36248"/>
                    <a:gd name="connsiteY29" fmla="*/ 3988 h 27137"/>
                    <a:gd name="connsiteX30" fmla="*/ 35611 w 36248"/>
                    <a:gd name="connsiteY30" fmla="*/ 8418 h 27137"/>
                    <a:gd name="connsiteX31" fmla="*/ 36248 w 36248"/>
                    <a:gd name="connsiteY31" fmla="*/ 14039 h 27137"/>
                    <a:gd name="connsiteX32" fmla="*/ 35362 w 36248"/>
                    <a:gd name="connsiteY32" fmla="*/ 19467 h 27137"/>
                    <a:gd name="connsiteX33" fmla="*/ 32870 w 36248"/>
                    <a:gd name="connsiteY33" fmla="*/ 23482 h 27137"/>
                    <a:gd name="connsiteX34" fmla="*/ 29159 w 36248"/>
                    <a:gd name="connsiteY34" fmla="*/ 26085 h 27137"/>
                    <a:gd name="connsiteX35" fmla="*/ 24562 w 36248"/>
                    <a:gd name="connsiteY35" fmla="*/ 27137 h 27137"/>
                    <a:gd name="connsiteX36" fmla="*/ 24562 w 36248"/>
                    <a:gd name="connsiteY36" fmla="*/ 23095 h 27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6248" h="27137">
                      <a:moveTo>
                        <a:pt x="24618" y="23067"/>
                      </a:moveTo>
                      <a:cubicBezTo>
                        <a:pt x="27581" y="22458"/>
                        <a:pt x="29685" y="21322"/>
                        <a:pt x="30904" y="19716"/>
                      </a:cubicBezTo>
                      <a:cubicBezTo>
                        <a:pt x="32122" y="18110"/>
                        <a:pt x="32731" y="15784"/>
                        <a:pt x="32731" y="12766"/>
                      </a:cubicBezTo>
                      <a:cubicBezTo>
                        <a:pt x="32731" y="11298"/>
                        <a:pt x="32565" y="10052"/>
                        <a:pt x="32205" y="8972"/>
                      </a:cubicBezTo>
                      <a:cubicBezTo>
                        <a:pt x="31845" y="7920"/>
                        <a:pt x="31375" y="7034"/>
                        <a:pt x="30765" y="6341"/>
                      </a:cubicBezTo>
                      <a:cubicBezTo>
                        <a:pt x="30156" y="5649"/>
                        <a:pt x="29491" y="5123"/>
                        <a:pt x="28744" y="4791"/>
                      </a:cubicBezTo>
                      <a:cubicBezTo>
                        <a:pt x="27996" y="4431"/>
                        <a:pt x="27193" y="4264"/>
                        <a:pt x="26362" y="4264"/>
                      </a:cubicBezTo>
                      <a:cubicBezTo>
                        <a:pt x="24673" y="4264"/>
                        <a:pt x="23427" y="4818"/>
                        <a:pt x="22596" y="5898"/>
                      </a:cubicBezTo>
                      <a:cubicBezTo>
                        <a:pt x="21765" y="6978"/>
                        <a:pt x="21129" y="8335"/>
                        <a:pt x="20658" y="9997"/>
                      </a:cubicBezTo>
                      <a:cubicBezTo>
                        <a:pt x="20187" y="11658"/>
                        <a:pt x="19799" y="13403"/>
                        <a:pt x="19467" y="15313"/>
                      </a:cubicBezTo>
                      <a:cubicBezTo>
                        <a:pt x="19135" y="17224"/>
                        <a:pt x="18637" y="18996"/>
                        <a:pt x="17972" y="20630"/>
                      </a:cubicBezTo>
                      <a:cubicBezTo>
                        <a:pt x="17307" y="22264"/>
                        <a:pt x="16366" y="23621"/>
                        <a:pt x="15120" y="24728"/>
                      </a:cubicBezTo>
                      <a:cubicBezTo>
                        <a:pt x="13873" y="25836"/>
                        <a:pt x="12129" y="26362"/>
                        <a:pt x="9858" y="26362"/>
                      </a:cubicBezTo>
                      <a:cubicBezTo>
                        <a:pt x="6978" y="26362"/>
                        <a:pt x="4625" y="25310"/>
                        <a:pt x="2769" y="23205"/>
                      </a:cubicBezTo>
                      <a:cubicBezTo>
                        <a:pt x="942" y="21101"/>
                        <a:pt x="0" y="18110"/>
                        <a:pt x="0" y="14261"/>
                      </a:cubicBezTo>
                      <a:cubicBezTo>
                        <a:pt x="0" y="10412"/>
                        <a:pt x="831" y="7504"/>
                        <a:pt x="2492" y="5178"/>
                      </a:cubicBezTo>
                      <a:cubicBezTo>
                        <a:pt x="4154" y="2852"/>
                        <a:pt x="6923" y="1440"/>
                        <a:pt x="10827" y="969"/>
                      </a:cubicBezTo>
                      <a:lnTo>
                        <a:pt x="10827" y="5012"/>
                      </a:lnTo>
                      <a:cubicBezTo>
                        <a:pt x="8169" y="5372"/>
                        <a:pt x="6286" y="6369"/>
                        <a:pt x="5206" y="8030"/>
                      </a:cubicBezTo>
                      <a:cubicBezTo>
                        <a:pt x="4126" y="9692"/>
                        <a:pt x="3572" y="11796"/>
                        <a:pt x="3572" y="14316"/>
                      </a:cubicBezTo>
                      <a:cubicBezTo>
                        <a:pt x="3572" y="16836"/>
                        <a:pt x="4126" y="18775"/>
                        <a:pt x="5206" y="20104"/>
                      </a:cubicBezTo>
                      <a:cubicBezTo>
                        <a:pt x="6286" y="21433"/>
                        <a:pt x="7726" y="22098"/>
                        <a:pt x="9498" y="22098"/>
                      </a:cubicBezTo>
                      <a:cubicBezTo>
                        <a:pt x="11049" y="22098"/>
                        <a:pt x="12240" y="21544"/>
                        <a:pt x="13043" y="20464"/>
                      </a:cubicBezTo>
                      <a:cubicBezTo>
                        <a:pt x="13873" y="19384"/>
                        <a:pt x="14538" y="18027"/>
                        <a:pt x="15037" y="16366"/>
                      </a:cubicBezTo>
                      <a:cubicBezTo>
                        <a:pt x="15535" y="14732"/>
                        <a:pt x="16006" y="12960"/>
                        <a:pt x="16393" y="11049"/>
                      </a:cubicBezTo>
                      <a:cubicBezTo>
                        <a:pt x="16781" y="9138"/>
                        <a:pt x="17363" y="7366"/>
                        <a:pt x="18083" y="5732"/>
                      </a:cubicBezTo>
                      <a:cubicBezTo>
                        <a:pt x="18803" y="4098"/>
                        <a:pt x="19799" y="2741"/>
                        <a:pt x="21046" y="1634"/>
                      </a:cubicBezTo>
                      <a:cubicBezTo>
                        <a:pt x="22292" y="554"/>
                        <a:pt x="24009" y="0"/>
                        <a:pt x="26224" y="0"/>
                      </a:cubicBezTo>
                      <a:cubicBezTo>
                        <a:pt x="27858" y="0"/>
                        <a:pt x="29325" y="360"/>
                        <a:pt x="30571" y="1052"/>
                      </a:cubicBezTo>
                      <a:cubicBezTo>
                        <a:pt x="31845" y="1772"/>
                        <a:pt x="32897" y="2741"/>
                        <a:pt x="33728" y="3988"/>
                      </a:cubicBezTo>
                      <a:cubicBezTo>
                        <a:pt x="34559" y="5234"/>
                        <a:pt x="35196" y="6701"/>
                        <a:pt x="35611" y="8418"/>
                      </a:cubicBezTo>
                      <a:cubicBezTo>
                        <a:pt x="36026" y="10135"/>
                        <a:pt x="36248" y="11990"/>
                        <a:pt x="36248" y="14039"/>
                      </a:cubicBezTo>
                      <a:cubicBezTo>
                        <a:pt x="36248" y="16089"/>
                        <a:pt x="35944" y="17889"/>
                        <a:pt x="35362" y="19467"/>
                      </a:cubicBezTo>
                      <a:cubicBezTo>
                        <a:pt x="34753" y="21045"/>
                        <a:pt x="33922" y="22375"/>
                        <a:pt x="32870" y="23482"/>
                      </a:cubicBezTo>
                      <a:cubicBezTo>
                        <a:pt x="31817" y="24590"/>
                        <a:pt x="30571" y="25448"/>
                        <a:pt x="29159" y="26085"/>
                      </a:cubicBezTo>
                      <a:cubicBezTo>
                        <a:pt x="27747" y="26694"/>
                        <a:pt x="26224" y="27054"/>
                        <a:pt x="24562" y="27137"/>
                      </a:cubicBezTo>
                      <a:lnTo>
                        <a:pt x="24562" y="23095"/>
                      </a:lnTo>
                      <a:close/>
                    </a:path>
                  </a:pathLst>
                </a:custGeom>
                <a:solidFill>
                  <a:srgbClr val="231F20"/>
                </a:solidFill>
                <a:ln w="2767" cap="flat">
                  <a:noFill/>
                  <a:prstDash val="solid"/>
                  <a:miter/>
                </a:ln>
              </p:spPr>
              <p:txBody>
                <a:bodyPr rtlCol="0" anchor="ctr"/>
                <a:lstStyle/>
                <a:p>
                  <a:endParaRPr lang="en-US"/>
                </a:p>
              </p:txBody>
            </p:sp>
            <p:sp>
              <p:nvSpPr>
                <p:cNvPr id="4531" name="Freeform 4530">
                  <a:extLst>
                    <a:ext uri="{FF2B5EF4-FFF2-40B4-BE49-F238E27FC236}">
                      <a16:creationId xmlns:a16="http://schemas.microsoft.com/office/drawing/2014/main" id="{F96AFCB6-69CC-F1A6-191C-3029D8664EA2}"/>
                    </a:ext>
                  </a:extLst>
                </p:cNvPr>
                <p:cNvSpPr/>
                <p:nvPr/>
              </p:nvSpPr>
              <p:spPr>
                <a:xfrm>
                  <a:off x="6031361" y="1696396"/>
                  <a:ext cx="44942" cy="15534"/>
                </a:xfrm>
                <a:custGeom>
                  <a:avLst/>
                  <a:gdLst>
                    <a:gd name="connsiteX0" fmla="*/ 44140 w 44942"/>
                    <a:gd name="connsiteY0" fmla="*/ 0 h 15534"/>
                    <a:gd name="connsiteX1" fmla="*/ 44611 w 44942"/>
                    <a:gd name="connsiteY1" fmla="*/ 1938 h 15534"/>
                    <a:gd name="connsiteX2" fmla="*/ 44943 w 44942"/>
                    <a:gd name="connsiteY2" fmla="*/ 4597 h 15534"/>
                    <a:gd name="connsiteX3" fmla="*/ 43448 w 44942"/>
                    <a:gd name="connsiteY3" fmla="*/ 9138 h 15534"/>
                    <a:gd name="connsiteX4" fmla="*/ 38103 w 44942"/>
                    <a:gd name="connsiteY4" fmla="*/ 10689 h 15534"/>
                    <a:gd name="connsiteX5" fmla="*/ 12904 w 44942"/>
                    <a:gd name="connsiteY5" fmla="*/ 10689 h 15534"/>
                    <a:gd name="connsiteX6" fmla="*/ 12904 w 44942"/>
                    <a:gd name="connsiteY6" fmla="*/ 15535 h 15534"/>
                    <a:gd name="connsiteX7" fmla="*/ 9581 w 44942"/>
                    <a:gd name="connsiteY7" fmla="*/ 15535 h 15534"/>
                    <a:gd name="connsiteX8" fmla="*/ 9581 w 44942"/>
                    <a:gd name="connsiteY8" fmla="*/ 10689 h 15534"/>
                    <a:gd name="connsiteX9" fmla="*/ 0 w 44942"/>
                    <a:gd name="connsiteY9" fmla="*/ 10689 h 15534"/>
                    <a:gd name="connsiteX10" fmla="*/ 0 w 44942"/>
                    <a:gd name="connsiteY10" fmla="*/ 6701 h 15534"/>
                    <a:gd name="connsiteX11" fmla="*/ 9581 w 44942"/>
                    <a:gd name="connsiteY11" fmla="*/ 6701 h 15534"/>
                    <a:gd name="connsiteX12" fmla="*/ 9581 w 44942"/>
                    <a:gd name="connsiteY12" fmla="*/ 249 h 15534"/>
                    <a:gd name="connsiteX13" fmla="*/ 12904 w 44942"/>
                    <a:gd name="connsiteY13" fmla="*/ 249 h 15534"/>
                    <a:gd name="connsiteX14" fmla="*/ 12904 w 44942"/>
                    <a:gd name="connsiteY14" fmla="*/ 6701 h 15534"/>
                    <a:gd name="connsiteX15" fmla="*/ 36497 w 44942"/>
                    <a:gd name="connsiteY15" fmla="*/ 6701 h 15534"/>
                    <a:gd name="connsiteX16" fmla="*/ 38685 w 44942"/>
                    <a:gd name="connsiteY16" fmla="*/ 6646 h 15534"/>
                    <a:gd name="connsiteX17" fmla="*/ 40208 w 44942"/>
                    <a:gd name="connsiteY17" fmla="*/ 6258 h 15534"/>
                    <a:gd name="connsiteX18" fmla="*/ 41066 w 44942"/>
                    <a:gd name="connsiteY18" fmla="*/ 5234 h 15534"/>
                    <a:gd name="connsiteX19" fmla="*/ 41343 w 44942"/>
                    <a:gd name="connsiteY19" fmla="*/ 3268 h 15534"/>
                    <a:gd name="connsiteX20" fmla="*/ 41205 w 44942"/>
                    <a:gd name="connsiteY20" fmla="*/ 1634 h 15534"/>
                    <a:gd name="connsiteX21" fmla="*/ 40872 w 44942"/>
                    <a:gd name="connsiteY21" fmla="*/ 0 h 15534"/>
                    <a:gd name="connsiteX22" fmla="*/ 44140 w 44942"/>
                    <a:gd name="connsiteY22" fmla="*/ 0 h 15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4942" h="15534">
                      <a:moveTo>
                        <a:pt x="44140" y="0"/>
                      </a:moveTo>
                      <a:cubicBezTo>
                        <a:pt x="44223" y="498"/>
                        <a:pt x="44389" y="1135"/>
                        <a:pt x="44611" y="1938"/>
                      </a:cubicBezTo>
                      <a:cubicBezTo>
                        <a:pt x="44832" y="2741"/>
                        <a:pt x="44943" y="3628"/>
                        <a:pt x="44943" y="4597"/>
                      </a:cubicBezTo>
                      <a:cubicBezTo>
                        <a:pt x="44943" y="6591"/>
                        <a:pt x="44445" y="8114"/>
                        <a:pt x="43448" y="9138"/>
                      </a:cubicBezTo>
                      <a:cubicBezTo>
                        <a:pt x="42451" y="10163"/>
                        <a:pt x="40679" y="10689"/>
                        <a:pt x="38103" y="10689"/>
                      </a:cubicBezTo>
                      <a:lnTo>
                        <a:pt x="12904" y="10689"/>
                      </a:lnTo>
                      <a:lnTo>
                        <a:pt x="12904" y="15535"/>
                      </a:lnTo>
                      <a:lnTo>
                        <a:pt x="9581" y="15535"/>
                      </a:lnTo>
                      <a:lnTo>
                        <a:pt x="9581" y="10689"/>
                      </a:lnTo>
                      <a:lnTo>
                        <a:pt x="0" y="10689"/>
                      </a:lnTo>
                      <a:lnTo>
                        <a:pt x="0" y="6701"/>
                      </a:lnTo>
                      <a:lnTo>
                        <a:pt x="9581" y="6701"/>
                      </a:lnTo>
                      <a:lnTo>
                        <a:pt x="9581" y="249"/>
                      </a:lnTo>
                      <a:lnTo>
                        <a:pt x="12904" y="249"/>
                      </a:lnTo>
                      <a:lnTo>
                        <a:pt x="12904" y="6701"/>
                      </a:lnTo>
                      <a:lnTo>
                        <a:pt x="36497" y="6701"/>
                      </a:lnTo>
                      <a:cubicBezTo>
                        <a:pt x="37328" y="6701"/>
                        <a:pt x="38076" y="6701"/>
                        <a:pt x="38685" y="6646"/>
                      </a:cubicBezTo>
                      <a:cubicBezTo>
                        <a:pt x="39294" y="6591"/>
                        <a:pt x="39820" y="6480"/>
                        <a:pt x="40208" y="6258"/>
                      </a:cubicBezTo>
                      <a:cubicBezTo>
                        <a:pt x="40596" y="6037"/>
                        <a:pt x="40900" y="5704"/>
                        <a:pt x="41066" y="5234"/>
                      </a:cubicBezTo>
                      <a:cubicBezTo>
                        <a:pt x="41232" y="4763"/>
                        <a:pt x="41343" y="4126"/>
                        <a:pt x="41343" y="3268"/>
                      </a:cubicBezTo>
                      <a:cubicBezTo>
                        <a:pt x="41343" y="2741"/>
                        <a:pt x="41288" y="2188"/>
                        <a:pt x="41205" y="1634"/>
                      </a:cubicBezTo>
                      <a:cubicBezTo>
                        <a:pt x="41122" y="1080"/>
                        <a:pt x="41011" y="526"/>
                        <a:pt x="40872" y="0"/>
                      </a:cubicBezTo>
                      <a:lnTo>
                        <a:pt x="44140" y="0"/>
                      </a:lnTo>
                      <a:close/>
                    </a:path>
                  </a:pathLst>
                </a:custGeom>
                <a:solidFill>
                  <a:srgbClr val="231F20"/>
                </a:solidFill>
                <a:ln w="2767" cap="flat">
                  <a:noFill/>
                  <a:prstDash val="solid"/>
                  <a:miter/>
                </a:ln>
              </p:spPr>
              <p:txBody>
                <a:bodyPr rtlCol="0" anchor="ctr"/>
                <a:lstStyle/>
                <a:p>
                  <a:endParaRPr lang="en-US"/>
                </a:p>
              </p:txBody>
            </p:sp>
            <p:sp>
              <p:nvSpPr>
                <p:cNvPr id="4532" name="Freeform 4531">
                  <a:extLst>
                    <a:ext uri="{FF2B5EF4-FFF2-40B4-BE49-F238E27FC236}">
                      <a16:creationId xmlns:a16="http://schemas.microsoft.com/office/drawing/2014/main" id="{EBAC3DEC-C155-42E5-9EA2-14FEFD75DF96}"/>
                    </a:ext>
                  </a:extLst>
                </p:cNvPr>
                <p:cNvSpPr/>
                <p:nvPr/>
              </p:nvSpPr>
              <p:spPr>
                <a:xfrm>
                  <a:off x="6040028" y="1660894"/>
                  <a:ext cx="36303" cy="30988"/>
                </a:xfrm>
                <a:custGeom>
                  <a:avLst/>
                  <a:gdLst>
                    <a:gd name="connsiteX0" fmla="*/ 19052 w 36303"/>
                    <a:gd name="connsiteY0" fmla="*/ 26668 h 30988"/>
                    <a:gd name="connsiteX1" fmla="*/ 24341 w 36303"/>
                    <a:gd name="connsiteY1" fmla="*/ 25948 h 30988"/>
                    <a:gd name="connsiteX2" fmla="*/ 28660 w 36303"/>
                    <a:gd name="connsiteY2" fmla="*/ 23789 h 30988"/>
                    <a:gd name="connsiteX3" fmla="*/ 31596 w 36303"/>
                    <a:gd name="connsiteY3" fmla="*/ 20161 h 30988"/>
                    <a:gd name="connsiteX4" fmla="*/ 32704 w 36303"/>
                    <a:gd name="connsiteY4" fmla="*/ 15121 h 30988"/>
                    <a:gd name="connsiteX5" fmla="*/ 30655 w 36303"/>
                    <a:gd name="connsiteY5" fmla="*/ 8420 h 30988"/>
                    <a:gd name="connsiteX6" fmla="*/ 24812 w 36303"/>
                    <a:gd name="connsiteY6" fmla="*/ 4709 h 30988"/>
                    <a:gd name="connsiteX7" fmla="*/ 24812 w 36303"/>
                    <a:gd name="connsiteY7" fmla="*/ 251 h 30988"/>
                    <a:gd name="connsiteX8" fmla="*/ 29353 w 36303"/>
                    <a:gd name="connsiteY8" fmla="*/ 2189 h 30988"/>
                    <a:gd name="connsiteX9" fmla="*/ 33008 w 36303"/>
                    <a:gd name="connsiteY9" fmla="*/ 5180 h 30988"/>
                    <a:gd name="connsiteX10" fmla="*/ 35445 w 36303"/>
                    <a:gd name="connsiteY10" fmla="*/ 9444 h 30988"/>
                    <a:gd name="connsiteX11" fmla="*/ 36303 w 36303"/>
                    <a:gd name="connsiteY11" fmla="*/ 15149 h 30988"/>
                    <a:gd name="connsiteX12" fmla="*/ 34919 w 36303"/>
                    <a:gd name="connsiteY12" fmla="*/ 22265 h 30988"/>
                    <a:gd name="connsiteX13" fmla="*/ 31097 w 36303"/>
                    <a:gd name="connsiteY13" fmla="*/ 27195 h 30988"/>
                    <a:gd name="connsiteX14" fmla="*/ 25393 w 36303"/>
                    <a:gd name="connsiteY14" fmla="*/ 30047 h 30988"/>
                    <a:gd name="connsiteX15" fmla="*/ 18304 w 36303"/>
                    <a:gd name="connsiteY15" fmla="*/ 30988 h 30988"/>
                    <a:gd name="connsiteX16" fmla="*/ 11187 w 36303"/>
                    <a:gd name="connsiteY16" fmla="*/ 29881 h 30988"/>
                    <a:gd name="connsiteX17" fmla="*/ 5372 w 36303"/>
                    <a:gd name="connsiteY17" fmla="*/ 26752 h 30988"/>
                    <a:gd name="connsiteX18" fmla="*/ 1440 w 36303"/>
                    <a:gd name="connsiteY18" fmla="*/ 21795 h 30988"/>
                    <a:gd name="connsiteX19" fmla="*/ 0 w 36303"/>
                    <a:gd name="connsiteY19" fmla="*/ 15149 h 30988"/>
                    <a:gd name="connsiteX20" fmla="*/ 4874 w 36303"/>
                    <a:gd name="connsiteY20" fmla="*/ 3989 h 30988"/>
                    <a:gd name="connsiteX21" fmla="*/ 19052 w 36303"/>
                    <a:gd name="connsiteY21" fmla="*/ 2 h 30988"/>
                    <a:gd name="connsiteX22" fmla="*/ 19052 w 36303"/>
                    <a:gd name="connsiteY22" fmla="*/ 26724 h 30988"/>
                    <a:gd name="connsiteX23" fmla="*/ 15729 w 36303"/>
                    <a:gd name="connsiteY23" fmla="*/ 4211 h 30988"/>
                    <a:gd name="connsiteX24" fmla="*/ 10966 w 36303"/>
                    <a:gd name="connsiteY24" fmla="*/ 4903 h 30988"/>
                    <a:gd name="connsiteX25" fmla="*/ 7117 w 36303"/>
                    <a:gd name="connsiteY25" fmla="*/ 6952 h 30988"/>
                    <a:gd name="connsiteX26" fmla="*/ 4514 w 36303"/>
                    <a:gd name="connsiteY26" fmla="*/ 10386 h 30988"/>
                    <a:gd name="connsiteX27" fmla="*/ 3545 w 36303"/>
                    <a:gd name="connsiteY27" fmla="*/ 15093 h 30988"/>
                    <a:gd name="connsiteX28" fmla="*/ 4541 w 36303"/>
                    <a:gd name="connsiteY28" fmla="*/ 19773 h 30988"/>
                    <a:gd name="connsiteX29" fmla="*/ 7200 w 36303"/>
                    <a:gd name="connsiteY29" fmla="*/ 23235 h 30988"/>
                    <a:gd name="connsiteX30" fmla="*/ 11049 w 36303"/>
                    <a:gd name="connsiteY30" fmla="*/ 25533 h 30988"/>
                    <a:gd name="connsiteX31" fmla="*/ 15701 w 36303"/>
                    <a:gd name="connsiteY31" fmla="*/ 26668 h 30988"/>
                    <a:gd name="connsiteX32" fmla="*/ 15701 w 36303"/>
                    <a:gd name="connsiteY32" fmla="*/ 4211 h 30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6303" h="30988">
                      <a:moveTo>
                        <a:pt x="19052" y="26668"/>
                      </a:moveTo>
                      <a:cubicBezTo>
                        <a:pt x="20907" y="26668"/>
                        <a:pt x="22679" y="26419"/>
                        <a:pt x="24341" y="25948"/>
                      </a:cubicBezTo>
                      <a:cubicBezTo>
                        <a:pt x="26002" y="25450"/>
                        <a:pt x="27442" y="24730"/>
                        <a:pt x="28660" y="23789"/>
                      </a:cubicBezTo>
                      <a:cubicBezTo>
                        <a:pt x="29879" y="22847"/>
                        <a:pt x="30848" y="21629"/>
                        <a:pt x="31596" y="20161"/>
                      </a:cubicBezTo>
                      <a:cubicBezTo>
                        <a:pt x="32316" y="18693"/>
                        <a:pt x="32704" y="17004"/>
                        <a:pt x="32704" y="15121"/>
                      </a:cubicBezTo>
                      <a:cubicBezTo>
                        <a:pt x="32704" y="12518"/>
                        <a:pt x="32011" y="10275"/>
                        <a:pt x="30655" y="8420"/>
                      </a:cubicBezTo>
                      <a:cubicBezTo>
                        <a:pt x="29270" y="6564"/>
                        <a:pt x="27331" y="5318"/>
                        <a:pt x="24812" y="4709"/>
                      </a:cubicBezTo>
                      <a:lnTo>
                        <a:pt x="24812" y="251"/>
                      </a:lnTo>
                      <a:cubicBezTo>
                        <a:pt x="26445" y="749"/>
                        <a:pt x="27968" y="1386"/>
                        <a:pt x="29353" y="2189"/>
                      </a:cubicBezTo>
                      <a:cubicBezTo>
                        <a:pt x="30737" y="2992"/>
                        <a:pt x="31956" y="3989"/>
                        <a:pt x="33008" y="5180"/>
                      </a:cubicBezTo>
                      <a:cubicBezTo>
                        <a:pt x="34060" y="6371"/>
                        <a:pt x="34863" y="7783"/>
                        <a:pt x="35445" y="9444"/>
                      </a:cubicBezTo>
                      <a:cubicBezTo>
                        <a:pt x="36026" y="11078"/>
                        <a:pt x="36303" y="12989"/>
                        <a:pt x="36303" y="15149"/>
                      </a:cubicBezTo>
                      <a:cubicBezTo>
                        <a:pt x="36303" y="17890"/>
                        <a:pt x="35833" y="20272"/>
                        <a:pt x="34919" y="22265"/>
                      </a:cubicBezTo>
                      <a:cubicBezTo>
                        <a:pt x="33977" y="24259"/>
                        <a:pt x="32704" y="25893"/>
                        <a:pt x="31097" y="27195"/>
                      </a:cubicBezTo>
                      <a:cubicBezTo>
                        <a:pt x="29491" y="28468"/>
                        <a:pt x="27581" y="29438"/>
                        <a:pt x="25393" y="30047"/>
                      </a:cubicBezTo>
                      <a:cubicBezTo>
                        <a:pt x="23205" y="30656"/>
                        <a:pt x="20852" y="30988"/>
                        <a:pt x="18304" y="30988"/>
                      </a:cubicBezTo>
                      <a:cubicBezTo>
                        <a:pt x="15757" y="30988"/>
                        <a:pt x="13403" y="30628"/>
                        <a:pt x="11187" y="29881"/>
                      </a:cubicBezTo>
                      <a:cubicBezTo>
                        <a:pt x="8972" y="29161"/>
                        <a:pt x="7034" y="28108"/>
                        <a:pt x="5372" y="26752"/>
                      </a:cubicBezTo>
                      <a:cubicBezTo>
                        <a:pt x="3711" y="25395"/>
                        <a:pt x="2409" y="23761"/>
                        <a:pt x="1440" y="21795"/>
                      </a:cubicBezTo>
                      <a:cubicBezTo>
                        <a:pt x="499" y="19856"/>
                        <a:pt x="0" y="17641"/>
                        <a:pt x="0" y="15149"/>
                      </a:cubicBezTo>
                      <a:cubicBezTo>
                        <a:pt x="0" y="10414"/>
                        <a:pt x="1634" y="6675"/>
                        <a:pt x="4874" y="3989"/>
                      </a:cubicBezTo>
                      <a:cubicBezTo>
                        <a:pt x="8141" y="1275"/>
                        <a:pt x="12849" y="-54"/>
                        <a:pt x="19052" y="2"/>
                      </a:cubicBezTo>
                      <a:lnTo>
                        <a:pt x="19052" y="26724"/>
                      </a:lnTo>
                      <a:close/>
                      <a:moveTo>
                        <a:pt x="15729" y="4211"/>
                      </a:moveTo>
                      <a:cubicBezTo>
                        <a:pt x="14040" y="4211"/>
                        <a:pt x="12461" y="4432"/>
                        <a:pt x="10966" y="4903"/>
                      </a:cubicBezTo>
                      <a:cubicBezTo>
                        <a:pt x="9471" y="5374"/>
                        <a:pt x="8197" y="6066"/>
                        <a:pt x="7117" y="6952"/>
                      </a:cubicBezTo>
                      <a:cubicBezTo>
                        <a:pt x="6037" y="7866"/>
                        <a:pt x="5178" y="9001"/>
                        <a:pt x="4514" y="10386"/>
                      </a:cubicBezTo>
                      <a:cubicBezTo>
                        <a:pt x="3877" y="11770"/>
                        <a:pt x="3545" y="13321"/>
                        <a:pt x="3545" y="15093"/>
                      </a:cubicBezTo>
                      <a:cubicBezTo>
                        <a:pt x="3545" y="16866"/>
                        <a:pt x="3877" y="18416"/>
                        <a:pt x="4541" y="19773"/>
                      </a:cubicBezTo>
                      <a:cubicBezTo>
                        <a:pt x="5206" y="21130"/>
                        <a:pt x="6092" y="22265"/>
                        <a:pt x="7200" y="23235"/>
                      </a:cubicBezTo>
                      <a:cubicBezTo>
                        <a:pt x="8307" y="24176"/>
                        <a:pt x="9581" y="24952"/>
                        <a:pt x="11049" y="25533"/>
                      </a:cubicBezTo>
                      <a:cubicBezTo>
                        <a:pt x="12517" y="26115"/>
                        <a:pt x="14067" y="26475"/>
                        <a:pt x="15701" y="26668"/>
                      </a:cubicBezTo>
                      <a:lnTo>
                        <a:pt x="15701" y="4211"/>
                      </a:lnTo>
                      <a:close/>
                    </a:path>
                  </a:pathLst>
                </a:custGeom>
                <a:solidFill>
                  <a:srgbClr val="231F20"/>
                </a:solidFill>
                <a:ln w="2767" cap="flat">
                  <a:noFill/>
                  <a:prstDash val="solid"/>
                  <a:miter/>
                </a:ln>
              </p:spPr>
              <p:txBody>
                <a:bodyPr rtlCol="0" anchor="ctr"/>
                <a:lstStyle/>
                <a:p>
                  <a:endParaRPr lang="en-US"/>
                </a:p>
              </p:txBody>
            </p:sp>
            <p:sp>
              <p:nvSpPr>
                <p:cNvPr id="4533" name="Freeform 4532">
                  <a:extLst>
                    <a:ext uri="{FF2B5EF4-FFF2-40B4-BE49-F238E27FC236}">
                      <a16:creationId xmlns:a16="http://schemas.microsoft.com/office/drawing/2014/main" id="{9CF1C081-7040-B9CA-5252-4F1FED455C56}"/>
                    </a:ext>
                  </a:extLst>
                </p:cNvPr>
                <p:cNvSpPr/>
                <p:nvPr/>
              </p:nvSpPr>
              <p:spPr>
                <a:xfrm>
                  <a:off x="6040001" y="1637496"/>
                  <a:ext cx="35361" cy="15368"/>
                </a:xfrm>
                <a:custGeom>
                  <a:avLst/>
                  <a:gdLst>
                    <a:gd name="connsiteX0" fmla="*/ 35362 w 35361"/>
                    <a:gd name="connsiteY0" fmla="*/ 11381 h 15368"/>
                    <a:gd name="connsiteX1" fmla="*/ 35362 w 35361"/>
                    <a:gd name="connsiteY1" fmla="*/ 15369 h 15368"/>
                    <a:gd name="connsiteX2" fmla="*/ 942 w 35361"/>
                    <a:gd name="connsiteY2" fmla="*/ 15369 h 15368"/>
                    <a:gd name="connsiteX3" fmla="*/ 942 w 35361"/>
                    <a:gd name="connsiteY3" fmla="*/ 11381 h 15368"/>
                    <a:gd name="connsiteX4" fmla="*/ 7394 w 35361"/>
                    <a:gd name="connsiteY4" fmla="*/ 11381 h 15368"/>
                    <a:gd name="connsiteX5" fmla="*/ 7394 w 35361"/>
                    <a:gd name="connsiteY5" fmla="*/ 11243 h 15368"/>
                    <a:gd name="connsiteX6" fmla="*/ 1634 w 35361"/>
                    <a:gd name="connsiteY6" fmla="*/ 6951 h 15368"/>
                    <a:gd name="connsiteX7" fmla="*/ 0 w 35361"/>
                    <a:gd name="connsiteY7" fmla="*/ 0 h 15368"/>
                    <a:gd name="connsiteX8" fmla="*/ 4320 w 35361"/>
                    <a:gd name="connsiteY8" fmla="*/ 0 h 15368"/>
                    <a:gd name="connsiteX9" fmla="*/ 5372 w 35361"/>
                    <a:gd name="connsiteY9" fmla="*/ 5594 h 15368"/>
                    <a:gd name="connsiteX10" fmla="*/ 8418 w 35361"/>
                    <a:gd name="connsiteY10" fmla="*/ 9083 h 15368"/>
                    <a:gd name="connsiteX11" fmla="*/ 12960 w 35361"/>
                    <a:gd name="connsiteY11" fmla="*/ 10883 h 15368"/>
                    <a:gd name="connsiteX12" fmla="*/ 18443 w 35361"/>
                    <a:gd name="connsiteY12" fmla="*/ 11381 h 15368"/>
                    <a:gd name="connsiteX13" fmla="*/ 35334 w 35361"/>
                    <a:gd name="connsiteY13" fmla="*/ 11381 h 153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5361" h="15368">
                      <a:moveTo>
                        <a:pt x="35362" y="11381"/>
                      </a:moveTo>
                      <a:lnTo>
                        <a:pt x="35362" y="15369"/>
                      </a:lnTo>
                      <a:lnTo>
                        <a:pt x="942" y="15369"/>
                      </a:lnTo>
                      <a:lnTo>
                        <a:pt x="942" y="11381"/>
                      </a:lnTo>
                      <a:lnTo>
                        <a:pt x="7394" y="11381"/>
                      </a:lnTo>
                      <a:lnTo>
                        <a:pt x="7394" y="11243"/>
                      </a:lnTo>
                      <a:cubicBezTo>
                        <a:pt x="4652" y="10135"/>
                        <a:pt x="2741" y="8695"/>
                        <a:pt x="1634" y="6951"/>
                      </a:cubicBezTo>
                      <a:cubicBezTo>
                        <a:pt x="554" y="5206"/>
                        <a:pt x="0" y="2880"/>
                        <a:pt x="0" y="0"/>
                      </a:cubicBezTo>
                      <a:lnTo>
                        <a:pt x="4320" y="0"/>
                      </a:lnTo>
                      <a:cubicBezTo>
                        <a:pt x="4265" y="2271"/>
                        <a:pt x="4625" y="4126"/>
                        <a:pt x="5372" y="5594"/>
                      </a:cubicBezTo>
                      <a:cubicBezTo>
                        <a:pt x="6120" y="7061"/>
                        <a:pt x="7145" y="8224"/>
                        <a:pt x="8418" y="9083"/>
                      </a:cubicBezTo>
                      <a:cubicBezTo>
                        <a:pt x="9692" y="9941"/>
                        <a:pt x="11215" y="10550"/>
                        <a:pt x="12960" y="10883"/>
                      </a:cubicBezTo>
                      <a:cubicBezTo>
                        <a:pt x="14704" y="11215"/>
                        <a:pt x="16532" y="11381"/>
                        <a:pt x="18443" y="11381"/>
                      </a:cubicBezTo>
                      <a:lnTo>
                        <a:pt x="35334" y="11381"/>
                      </a:lnTo>
                      <a:close/>
                    </a:path>
                  </a:pathLst>
                </a:custGeom>
                <a:solidFill>
                  <a:srgbClr val="231F20"/>
                </a:solidFill>
                <a:ln w="2767" cap="flat">
                  <a:noFill/>
                  <a:prstDash val="solid"/>
                  <a:miter/>
                </a:ln>
              </p:spPr>
              <p:txBody>
                <a:bodyPr rtlCol="0" anchor="ctr"/>
                <a:lstStyle/>
                <a:p>
                  <a:endParaRPr lang="en-US"/>
                </a:p>
              </p:txBody>
            </p:sp>
          </p:grpSp>
          <p:grpSp>
            <p:nvGrpSpPr>
              <p:cNvPr id="4521" name="Graphic 14">
                <a:extLst>
                  <a:ext uri="{FF2B5EF4-FFF2-40B4-BE49-F238E27FC236}">
                    <a16:creationId xmlns:a16="http://schemas.microsoft.com/office/drawing/2014/main" id="{F63E34C3-FA5D-592A-CFC5-C12C8F97C5DD}"/>
                  </a:ext>
                </a:extLst>
              </p:cNvPr>
              <p:cNvGrpSpPr/>
              <p:nvPr/>
            </p:nvGrpSpPr>
            <p:grpSpPr>
              <a:xfrm>
                <a:off x="6263339" y="5178732"/>
                <a:ext cx="151641" cy="581371"/>
                <a:chOff x="6035626" y="2106975"/>
                <a:chExt cx="48819" cy="187165"/>
              </a:xfrm>
              <a:solidFill>
                <a:srgbClr val="231F20"/>
              </a:solidFill>
            </p:grpSpPr>
            <p:sp>
              <p:nvSpPr>
                <p:cNvPr id="4522" name="Freeform 4521">
                  <a:extLst>
                    <a:ext uri="{FF2B5EF4-FFF2-40B4-BE49-F238E27FC236}">
                      <a16:creationId xmlns:a16="http://schemas.microsoft.com/office/drawing/2014/main" id="{9A92A98C-F096-FF75-8D1C-C766968CDBE4}"/>
                    </a:ext>
                  </a:extLst>
                </p:cNvPr>
                <p:cNvSpPr/>
                <p:nvPr/>
              </p:nvSpPr>
              <p:spPr>
                <a:xfrm>
                  <a:off x="6048087" y="2267003"/>
                  <a:ext cx="36247" cy="27137"/>
                </a:xfrm>
                <a:custGeom>
                  <a:avLst/>
                  <a:gdLst>
                    <a:gd name="connsiteX0" fmla="*/ 24618 w 36247"/>
                    <a:gd name="connsiteY0" fmla="*/ 23067 h 27137"/>
                    <a:gd name="connsiteX1" fmla="*/ 30904 w 36247"/>
                    <a:gd name="connsiteY1" fmla="*/ 19716 h 27137"/>
                    <a:gd name="connsiteX2" fmla="*/ 32731 w 36247"/>
                    <a:gd name="connsiteY2" fmla="*/ 12766 h 27137"/>
                    <a:gd name="connsiteX3" fmla="*/ 32205 w 36247"/>
                    <a:gd name="connsiteY3" fmla="*/ 8972 h 27137"/>
                    <a:gd name="connsiteX4" fmla="*/ 30765 w 36247"/>
                    <a:gd name="connsiteY4" fmla="*/ 6341 h 27137"/>
                    <a:gd name="connsiteX5" fmla="*/ 28744 w 36247"/>
                    <a:gd name="connsiteY5" fmla="*/ 4791 h 27137"/>
                    <a:gd name="connsiteX6" fmla="*/ 26362 w 36247"/>
                    <a:gd name="connsiteY6" fmla="*/ 4264 h 27137"/>
                    <a:gd name="connsiteX7" fmla="*/ 22596 w 36247"/>
                    <a:gd name="connsiteY7" fmla="*/ 5898 h 27137"/>
                    <a:gd name="connsiteX8" fmla="*/ 20658 w 36247"/>
                    <a:gd name="connsiteY8" fmla="*/ 9997 h 27137"/>
                    <a:gd name="connsiteX9" fmla="*/ 19467 w 36247"/>
                    <a:gd name="connsiteY9" fmla="*/ 15313 h 27137"/>
                    <a:gd name="connsiteX10" fmla="*/ 17972 w 36247"/>
                    <a:gd name="connsiteY10" fmla="*/ 20630 h 27137"/>
                    <a:gd name="connsiteX11" fmla="*/ 15119 w 36247"/>
                    <a:gd name="connsiteY11" fmla="*/ 24728 h 27137"/>
                    <a:gd name="connsiteX12" fmla="*/ 9858 w 36247"/>
                    <a:gd name="connsiteY12" fmla="*/ 26362 h 27137"/>
                    <a:gd name="connsiteX13" fmla="*/ 2769 w 36247"/>
                    <a:gd name="connsiteY13" fmla="*/ 23205 h 27137"/>
                    <a:gd name="connsiteX14" fmla="*/ 0 w 36247"/>
                    <a:gd name="connsiteY14" fmla="*/ 14261 h 27137"/>
                    <a:gd name="connsiteX15" fmla="*/ 2492 w 36247"/>
                    <a:gd name="connsiteY15" fmla="*/ 5178 h 27137"/>
                    <a:gd name="connsiteX16" fmla="*/ 10827 w 36247"/>
                    <a:gd name="connsiteY16" fmla="*/ 969 h 27137"/>
                    <a:gd name="connsiteX17" fmla="*/ 10827 w 36247"/>
                    <a:gd name="connsiteY17" fmla="*/ 5012 h 27137"/>
                    <a:gd name="connsiteX18" fmla="*/ 5206 w 36247"/>
                    <a:gd name="connsiteY18" fmla="*/ 8030 h 27137"/>
                    <a:gd name="connsiteX19" fmla="*/ 3572 w 36247"/>
                    <a:gd name="connsiteY19" fmla="*/ 14316 h 27137"/>
                    <a:gd name="connsiteX20" fmla="*/ 5206 w 36247"/>
                    <a:gd name="connsiteY20" fmla="*/ 20104 h 27137"/>
                    <a:gd name="connsiteX21" fmla="*/ 9498 w 36247"/>
                    <a:gd name="connsiteY21" fmla="*/ 22098 h 27137"/>
                    <a:gd name="connsiteX22" fmla="*/ 13043 w 36247"/>
                    <a:gd name="connsiteY22" fmla="*/ 20464 h 27137"/>
                    <a:gd name="connsiteX23" fmla="*/ 15036 w 36247"/>
                    <a:gd name="connsiteY23" fmla="*/ 16366 h 27137"/>
                    <a:gd name="connsiteX24" fmla="*/ 16393 w 36247"/>
                    <a:gd name="connsiteY24" fmla="*/ 11049 h 27137"/>
                    <a:gd name="connsiteX25" fmla="*/ 18083 w 36247"/>
                    <a:gd name="connsiteY25" fmla="*/ 5732 h 27137"/>
                    <a:gd name="connsiteX26" fmla="*/ 21045 w 36247"/>
                    <a:gd name="connsiteY26" fmla="*/ 1634 h 27137"/>
                    <a:gd name="connsiteX27" fmla="*/ 26224 w 36247"/>
                    <a:gd name="connsiteY27" fmla="*/ 0 h 27137"/>
                    <a:gd name="connsiteX28" fmla="*/ 30571 w 36247"/>
                    <a:gd name="connsiteY28" fmla="*/ 1052 h 27137"/>
                    <a:gd name="connsiteX29" fmla="*/ 33728 w 36247"/>
                    <a:gd name="connsiteY29" fmla="*/ 3988 h 27137"/>
                    <a:gd name="connsiteX30" fmla="*/ 35611 w 36247"/>
                    <a:gd name="connsiteY30" fmla="*/ 8418 h 27137"/>
                    <a:gd name="connsiteX31" fmla="*/ 36248 w 36247"/>
                    <a:gd name="connsiteY31" fmla="*/ 14040 h 27137"/>
                    <a:gd name="connsiteX32" fmla="*/ 35362 w 36247"/>
                    <a:gd name="connsiteY32" fmla="*/ 19467 h 27137"/>
                    <a:gd name="connsiteX33" fmla="*/ 32870 w 36247"/>
                    <a:gd name="connsiteY33" fmla="*/ 23482 h 27137"/>
                    <a:gd name="connsiteX34" fmla="*/ 29159 w 36247"/>
                    <a:gd name="connsiteY34" fmla="*/ 26085 h 27137"/>
                    <a:gd name="connsiteX35" fmla="*/ 24562 w 36247"/>
                    <a:gd name="connsiteY35" fmla="*/ 27138 h 27137"/>
                    <a:gd name="connsiteX36" fmla="*/ 24562 w 36247"/>
                    <a:gd name="connsiteY36" fmla="*/ 23095 h 27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6247" h="27137">
                      <a:moveTo>
                        <a:pt x="24618" y="23067"/>
                      </a:moveTo>
                      <a:cubicBezTo>
                        <a:pt x="27580" y="22458"/>
                        <a:pt x="29685" y="21322"/>
                        <a:pt x="30904" y="19716"/>
                      </a:cubicBezTo>
                      <a:cubicBezTo>
                        <a:pt x="32122" y="18110"/>
                        <a:pt x="32731" y="15784"/>
                        <a:pt x="32731" y="12766"/>
                      </a:cubicBezTo>
                      <a:cubicBezTo>
                        <a:pt x="32731" y="11298"/>
                        <a:pt x="32565" y="10052"/>
                        <a:pt x="32205" y="8972"/>
                      </a:cubicBezTo>
                      <a:cubicBezTo>
                        <a:pt x="31845" y="7920"/>
                        <a:pt x="31374" y="7034"/>
                        <a:pt x="30765" y="6341"/>
                      </a:cubicBezTo>
                      <a:cubicBezTo>
                        <a:pt x="30156" y="5649"/>
                        <a:pt x="29491" y="5123"/>
                        <a:pt x="28744" y="4791"/>
                      </a:cubicBezTo>
                      <a:cubicBezTo>
                        <a:pt x="27996" y="4431"/>
                        <a:pt x="27193" y="4264"/>
                        <a:pt x="26362" y="4264"/>
                      </a:cubicBezTo>
                      <a:cubicBezTo>
                        <a:pt x="24673" y="4264"/>
                        <a:pt x="23427" y="4818"/>
                        <a:pt x="22596" y="5898"/>
                      </a:cubicBezTo>
                      <a:cubicBezTo>
                        <a:pt x="21765" y="6978"/>
                        <a:pt x="21129" y="8335"/>
                        <a:pt x="20658" y="9997"/>
                      </a:cubicBezTo>
                      <a:cubicBezTo>
                        <a:pt x="20187" y="11658"/>
                        <a:pt x="19799" y="13403"/>
                        <a:pt x="19467" y="15313"/>
                      </a:cubicBezTo>
                      <a:cubicBezTo>
                        <a:pt x="19135" y="17224"/>
                        <a:pt x="18636" y="18996"/>
                        <a:pt x="17972" y="20630"/>
                      </a:cubicBezTo>
                      <a:cubicBezTo>
                        <a:pt x="17307" y="22264"/>
                        <a:pt x="16366" y="23621"/>
                        <a:pt x="15119" y="24728"/>
                      </a:cubicBezTo>
                      <a:cubicBezTo>
                        <a:pt x="13873" y="25836"/>
                        <a:pt x="12129" y="26362"/>
                        <a:pt x="9858" y="26362"/>
                      </a:cubicBezTo>
                      <a:cubicBezTo>
                        <a:pt x="6978" y="26362"/>
                        <a:pt x="4625" y="25310"/>
                        <a:pt x="2769" y="23205"/>
                      </a:cubicBezTo>
                      <a:cubicBezTo>
                        <a:pt x="941" y="21101"/>
                        <a:pt x="0" y="18110"/>
                        <a:pt x="0" y="14261"/>
                      </a:cubicBezTo>
                      <a:cubicBezTo>
                        <a:pt x="0" y="10412"/>
                        <a:pt x="831" y="7504"/>
                        <a:pt x="2492" y="5178"/>
                      </a:cubicBezTo>
                      <a:cubicBezTo>
                        <a:pt x="4154" y="2852"/>
                        <a:pt x="6923" y="1440"/>
                        <a:pt x="10827" y="969"/>
                      </a:cubicBezTo>
                      <a:lnTo>
                        <a:pt x="10827" y="5012"/>
                      </a:lnTo>
                      <a:cubicBezTo>
                        <a:pt x="8169" y="5372"/>
                        <a:pt x="6286" y="6369"/>
                        <a:pt x="5206" y="8030"/>
                      </a:cubicBezTo>
                      <a:cubicBezTo>
                        <a:pt x="4126" y="9692"/>
                        <a:pt x="3572" y="11797"/>
                        <a:pt x="3572" y="14316"/>
                      </a:cubicBezTo>
                      <a:cubicBezTo>
                        <a:pt x="3572" y="16836"/>
                        <a:pt x="4126" y="18775"/>
                        <a:pt x="5206" y="20104"/>
                      </a:cubicBezTo>
                      <a:cubicBezTo>
                        <a:pt x="6286" y="21433"/>
                        <a:pt x="7726" y="22098"/>
                        <a:pt x="9498" y="22098"/>
                      </a:cubicBezTo>
                      <a:cubicBezTo>
                        <a:pt x="11049" y="22098"/>
                        <a:pt x="12240" y="21544"/>
                        <a:pt x="13043" y="20464"/>
                      </a:cubicBezTo>
                      <a:cubicBezTo>
                        <a:pt x="13873" y="19384"/>
                        <a:pt x="14538" y="18027"/>
                        <a:pt x="15036" y="16366"/>
                      </a:cubicBezTo>
                      <a:cubicBezTo>
                        <a:pt x="15535" y="14732"/>
                        <a:pt x="16006" y="12960"/>
                        <a:pt x="16393" y="11049"/>
                      </a:cubicBezTo>
                      <a:cubicBezTo>
                        <a:pt x="16781" y="9138"/>
                        <a:pt x="17363" y="7366"/>
                        <a:pt x="18083" y="5732"/>
                      </a:cubicBezTo>
                      <a:cubicBezTo>
                        <a:pt x="18803" y="4098"/>
                        <a:pt x="19799" y="2742"/>
                        <a:pt x="21045" y="1634"/>
                      </a:cubicBezTo>
                      <a:cubicBezTo>
                        <a:pt x="22292" y="554"/>
                        <a:pt x="24009" y="0"/>
                        <a:pt x="26224" y="0"/>
                      </a:cubicBezTo>
                      <a:cubicBezTo>
                        <a:pt x="27857" y="0"/>
                        <a:pt x="29325" y="360"/>
                        <a:pt x="30571" y="1052"/>
                      </a:cubicBezTo>
                      <a:cubicBezTo>
                        <a:pt x="31845" y="1772"/>
                        <a:pt x="32897" y="2742"/>
                        <a:pt x="33728" y="3988"/>
                      </a:cubicBezTo>
                      <a:cubicBezTo>
                        <a:pt x="34559" y="5234"/>
                        <a:pt x="35196" y="6701"/>
                        <a:pt x="35611" y="8418"/>
                      </a:cubicBezTo>
                      <a:cubicBezTo>
                        <a:pt x="36026" y="10135"/>
                        <a:pt x="36248" y="11990"/>
                        <a:pt x="36248" y="14040"/>
                      </a:cubicBezTo>
                      <a:cubicBezTo>
                        <a:pt x="36248" y="16089"/>
                        <a:pt x="35943" y="17889"/>
                        <a:pt x="35362" y="19467"/>
                      </a:cubicBezTo>
                      <a:cubicBezTo>
                        <a:pt x="34753" y="21045"/>
                        <a:pt x="33922" y="22375"/>
                        <a:pt x="32870" y="23482"/>
                      </a:cubicBezTo>
                      <a:cubicBezTo>
                        <a:pt x="31817" y="24590"/>
                        <a:pt x="30571" y="25448"/>
                        <a:pt x="29159" y="26085"/>
                      </a:cubicBezTo>
                      <a:cubicBezTo>
                        <a:pt x="27747" y="26694"/>
                        <a:pt x="26224" y="27054"/>
                        <a:pt x="24562" y="27138"/>
                      </a:cubicBezTo>
                      <a:lnTo>
                        <a:pt x="24562" y="23095"/>
                      </a:lnTo>
                      <a:close/>
                    </a:path>
                  </a:pathLst>
                </a:custGeom>
                <a:solidFill>
                  <a:srgbClr val="231F20"/>
                </a:solidFill>
                <a:ln w="2767" cap="flat">
                  <a:noFill/>
                  <a:prstDash val="solid"/>
                  <a:miter/>
                </a:ln>
              </p:spPr>
              <p:txBody>
                <a:bodyPr rtlCol="0" anchor="ctr"/>
                <a:lstStyle/>
                <a:p>
                  <a:endParaRPr lang="en-US"/>
                </a:p>
              </p:txBody>
            </p:sp>
            <p:sp>
              <p:nvSpPr>
                <p:cNvPr id="4523" name="Freeform 4522">
                  <a:extLst>
                    <a:ext uri="{FF2B5EF4-FFF2-40B4-BE49-F238E27FC236}">
                      <a16:creationId xmlns:a16="http://schemas.microsoft.com/office/drawing/2014/main" id="{C62CFADF-4CF1-670C-7B50-F511896217FC}"/>
                    </a:ext>
                  </a:extLst>
                </p:cNvPr>
                <p:cNvSpPr/>
                <p:nvPr/>
              </p:nvSpPr>
              <p:spPr>
                <a:xfrm>
                  <a:off x="6035626" y="2254598"/>
                  <a:ext cx="47850" cy="3987"/>
                </a:xfrm>
                <a:custGeom>
                  <a:avLst/>
                  <a:gdLst>
                    <a:gd name="connsiteX0" fmla="*/ 47851 w 47850"/>
                    <a:gd name="connsiteY0" fmla="*/ 3988 h 3987"/>
                    <a:gd name="connsiteX1" fmla="*/ 0 w 47850"/>
                    <a:gd name="connsiteY1" fmla="*/ 3988 h 3987"/>
                    <a:gd name="connsiteX2" fmla="*/ 0 w 47850"/>
                    <a:gd name="connsiteY2" fmla="*/ 0 h 3987"/>
                    <a:gd name="connsiteX3" fmla="*/ 47851 w 47850"/>
                    <a:gd name="connsiteY3" fmla="*/ 0 h 3987"/>
                    <a:gd name="connsiteX4" fmla="*/ 47851 w 47850"/>
                    <a:gd name="connsiteY4" fmla="*/ 3988 h 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850" h="3987">
                      <a:moveTo>
                        <a:pt x="47851" y="3988"/>
                      </a:moveTo>
                      <a:lnTo>
                        <a:pt x="0" y="3988"/>
                      </a:lnTo>
                      <a:lnTo>
                        <a:pt x="0" y="0"/>
                      </a:lnTo>
                      <a:lnTo>
                        <a:pt x="47851" y="0"/>
                      </a:lnTo>
                      <a:lnTo>
                        <a:pt x="47851" y="3988"/>
                      </a:lnTo>
                      <a:close/>
                    </a:path>
                  </a:pathLst>
                </a:custGeom>
                <a:solidFill>
                  <a:srgbClr val="231F20"/>
                </a:solidFill>
                <a:ln w="2767" cap="flat">
                  <a:noFill/>
                  <a:prstDash val="solid"/>
                  <a:miter/>
                </a:ln>
              </p:spPr>
              <p:txBody>
                <a:bodyPr rtlCol="0" anchor="ctr"/>
                <a:lstStyle/>
                <a:p>
                  <a:endParaRPr lang="en-US"/>
                </a:p>
              </p:txBody>
            </p:sp>
            <p:sp>
              <p:nvSpPr>
                <p:cNvPr id="4524" name="Freeform 4523">
                  <a:extLst>
                    <a:ext uri="{FF2B5EF4-FFF2-40B4-BE49-F238E27FC236}">
                      <a16:creationId xmlns:a16="http://schemas.microsoft.com/office/drawing/2014/main" id="{6169ABD2-9BC2-7CE6-65D4-7F263289A334}"/>
                    </a:ext>
                  </a:extLst>
                </p:cNvPr>
                <p:cNvSpPr/>
                <p:nvPr/>
              </p:nvSpPr>
              <p:spPr>
                <a:xfrm>
                  <a:off x="6048087" y="2214777"/>
                  <a:ext cx="36303" cy="31900"/>
                </a:xfrm>
                <a:custGeom>
                  <a:avLst/>
                  <a:gdLst>
                    <a:gd name="connsiteX0" fmla="*/ 36303 w 36303"/>
                    <a:gd name="connsiteY0" fmla="*/ 15950 h 31900"/>
                    <a:gd name="connsiteX1" fmla="*/ 35112 w 36303"/>
                    <a:gd name="connsiteY1" fmla="*/ 22153 h 31900"/>
                    <a:gd name="connsiteX2" fmla="*/ 31734 w 36303"/>
                    <a:gd name="connsiteY2" fmla="*/ 27193 h 31900"/>
                    <a:gd name="connsiteX3" fmla="*/ 26085 w 36303"/>
                    <a:gd name="connsiteY3" fmla="*/ 30627 h 31900"/>
                    <a:gd name="connsiteX4" fmla="*/ 18165 w 36303"/>
                    <a:gd name="connsiteY4" fmla="*/ 31900 h 31900"/>
                    <a:gd name="connsiteX5" fmla="*/ 11077 w 36303"/>
                    <a:gd name="connsiteY5" fmla="*/ 30904 h 31900"/>
                    <a:gd name="connsiteX6" fmla="*/ 5317 w 36303"/>
                    <a:gd name="connsiteY6" fmla="*/ 27913 h 31900"/>
                    <a:gd name="connsiteX7" fmla="*/ 1440 w 36303"/>
                    <a:gd name="connsiteY7" fmla="*/ 22928 h 31900"/>
                    <a:gd name="connsiteX8" fmla="*/ 0 w 36303"/>
                    <a:gd name="connsiteY8" fmla="*/ 15950 h 31900"/>
                    <a:gd name="connsiteX9" fmla="*/ 1440 w 36303"/>
                    <a:gd name="connsiteY9" fmla="*/ 8917 h 31900"/>
                    <a:gd name="connsiteX10" fmla="*/ 5289 w 36303"/>
                    <a:gd name="connsiteY10" fmla="*/ 3932 h 31900"/>
                    <a:gd name="connsiteX11" fmla="*/ 11049 w 36303"/>
                    <a:gd name="connsiteY11" fmla="*/ 969 h 31900"/>
                    <a:gd name="connsiteX12" fmla="*/ 18165 w 36303"/>
                    <a:gd name="connsiteY12" fmla="*/ 0 h 31900"/>
                    <a:gd name="connsiteX13" fmla="*/ 25614 w 36303"/>
                    <a:gd name="connsiteY13" fmla="*/ 1135 h 31900"/>
                    <a:gd name="connsiteX14" fmla="*/ 31319 w 36303"/>
                    <a:gd name="connsiteY14" fmla="*/ 4348 h 31900"/>
                    <a:gd name="connsiteX15" fmla="*/ 35002 w 36303"/>
                    <a:gd name="connsiteY15" fmla="*/ 9387 h 31900"/>
                    <a:gd name="connsiteX16" fmla="*/ 36303 w 36303"/>
                    <a:gd name="connsiteY16" fmla="*/ 15923 h 31900"/>
                    <a:gd name="connsiteX17" fmla="*/ 18165 w 36303"/>
                    <a:gd name="connsiteY17" fmla="*/ 4264 h 31900"/>
                    <a:gd name="connsiteX18" fmla="*/ 12461 w 36303"/>
                    <a:gd name="connsiteY18" fmla="*/ 4929 h 31900"/>
                    <a:gd name="connsiteX19" fmla="*/ 7837 w 36303"/>
                    <a:gd name="connsiteY19" fmla="*/ 6978 h 31900"/>
                    <a:gd name="connsiteX20" fmla="*/ 4735 w 36303"/>
                    <a:gd name="connsiteY20" fmla="*/ 10578 h 31900"/>
                    <a:gd name="connsiteX21" fmla="*/ 3600 w 36303"/>
                    <a:gd name="connsiteY21" fmla="*/ 15950 h 31900"/>
                    <a:gd name="connsiteX22" fmla="*/ 4818 w 36303"/>
                    <a:gd name="connsiteY22" fmla="*/ 21295 h 31900"/>
                    <a:gd name="connsiteX23" fmla="*/ 8086 w 36303"/>
                    <a:gd name="connsiteY23" fmla="*/ 24922 h 31900"/>
                    <a:gd name="connsiteX24" fmla="*/ 12738 w 36303"/>
                    <a:gd name="connsiteY24" fmla="*/ 26971 h 31900"/>
                    <a:gd name="connsiteX25" fmla="*/ 18165 w 36303"/>
                    <a:gd name="connsiteY25" fmla="*/ 27636 h 31900"/>
                    <a:gd name="connsiteX26" fmla="*/ 24036 w 36303"/>
                    <a:gd name="connsiteY26" fmla="*/ 26861 h 31900"/>
                    <a:gd name="connsiteX27" fmla="*/ 28660 w 36303"/>
                    <a:gd name="connsiteY27" fmla="*/ 24645 h 31900"/>
                    <a:gd name="connsiteX28" fmla="*/ 31651 w 36303"/>
                    <a:gd name="connsiteY28" fmla="*/ 20990 h 31900"/>
                    <a:gd name="connsiteX29" fmla="*/ 32703 w 36303"/>
                    <a:gd name="connsiteY29" fmla="*/ 15950 h 31900"/>
                    <a:gd name="connsiteX30" fmla="*/ 31485 w 36303"/>
                    <a:gd name="connsiteY30" fmla="*/ 10606 h 31900"/>
                    <a:gd name="connsiteX31" fmla="*/ 28190 w 36303"/>
                    <a:gd name="connsiteY31" fmla="*/ 6978 h 31900"/>
                    <a:gd name="connsiteX32" fmla="*/ 23538 w 36303"/>
                    <a:gd name="connsiteY32" fmla="*/ 4929 h 31900"/>
                    <a:gd name="connsiteX33" fmla="*/ 18165 w 36303"/>
                    <a:gd name="connsiteY33" fmla="*/ 4264 h 31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6303" h="31900">
                      <a:moveTo>
                        <a:pt x="36303" y="15950"/>
                      </a:moveTo>
                      <a:cubicBezTo>
                        <a:pt x="36248" y="18166"/>
                        <a:pt x="35860" y="20242"/>
                        <a:pt x="35112" y="22153"/>
                      </a:cubicBezTo>
                      <a:cubicBezTo>
                        <a:pt x="34365" y="24091"/>
                        <a:pt x="33230" y="25753"/>
                        <a:pt x="31734" y="27193"/>
                      </a:cubicBezTo>
                      <a:cubicBezTo>
                        <a:pt x="30239" y="28633"/>
                        <a:pt x="28356" y="29768"/>
                        <a:pt x="26085" y="30627"/>
                      </a:cubicBezTo>
                      <a:cubicBezTo>
                        <a:pt x="23814" y="31457"/>
                        <a:pt x="21184" y="31900"/>
                        <a:pt x="18165" y="31900"/>
                      </a:cubicBezTo>
                      <a:cubicBezTo>
                        <a:pt x="15646" y="31900"/>
                        <a:pt x="13292" y="31568"/>
                        <a:pt x="11077" y="30904"/>
                      </a:cubicBezTo>
                      <a:cubicBezTo>
                        <a:pt x="8889" y="30239"/>
                        <a:pt x="6978" y="29242"/>
                        <a:pt x="5317" y="27913"/>
                      </a:cubicBezTo>
                      <a:cubicBezTo>
                        <a:pt x="3683" y="26584"/>
                        <a:pt x="2381" y="24922"/>
                        <a:pt x="1440" y="22928"/>
                      </a:cubicBezTo>
                      <a:cubicBezTo>
                        <a:pt x="498" y="20935"/>
                        <a:pt x="0" y="18609"/>
                        <a:pt x="0" y="15950"/>
                      </a:cubicBezTo>
                      <a:cubicBezTo>
                        <a:pt x="0" y="13292"/>
                        <a:pt x="471" y="10910"/>
                        <a:pt x="1440" y="8917"/>
                      </a:cubicBezTo>
                      <a:cubicBezTo>
                        <a:pt x="2381" y="6923"/>
                        <a:pt x="3683" y="5261"/>
                        <a:pt x="5289" y="3932"/>
                      </a:cubicBezTo>
                      <a:cubicBezTo>
                        <a:pt x="6895" y="2603"/>
                        <a:pt x="8833" y="1606"/>
                        <a:pt x="11049" y="969"/>
                      </a:cubicBezTo>
                      <a:cubicBezTo>
                        <a:pt x="13264" y="332"/>
                        <a:pt x="15646" y="0"/>
                        <a:pt x="18165" y="0"/>
                      </a:cubicBezTo>
                      <a:cubicBezTo>
                        <a:pt x="20907" y="0"/>
                        <a:pt x="23399" y="388"/>
                        <a:pt x="25614" y="1135"/>
                      </a:cubicBezTo>
                      <a:cubicBezTo>
                        <a:pt x="27830" y="1883"/>
                        <a:pt x="29740" y="2963"/>
                        <a:pt x="31319" y="4348"/>
                      </a:cubicBezTo>
                      <a:cubicBezTo>
                        <a:pt x="32925" y="5732"/>
                        <a:pt x="34143" y="7421"/>
                        <a:pt x="35002" y="9387"/>
                      </a:cubicBezTo>
                      <a:cubicBezTo>
                        <a:pt x="35860" y="11353"/>
                        <a:pt x="36303" y="13541"/>
                        <a:pt x="36303" y="15923"/>
                      </a:cubicBezTo>
                      <a:close/>
                      <a:moveTo>
                        <a:pt x="18165" y="4264"/>
                      </a:moveTo>
                      <a:cubicBezTo>
                        <a:pt x="16116" y="4264"/>
                        <a:pt x="14233" y="4486"/>
                        <a:pt x="12461" y="4929"/>
                      </a:cubicBezTo>
                      <a:cubicBezTo>
                        <a:pt x="10689" y="5372"/>
                        <a:pt x="9138" y="6064"/>
                        <a:pt x="7837" y="6978"/>
                      </a:cubicBezTo>
                      <a:cubicBezTo>
                        <a:pt x="6535" y="7920"/>
                        <a:pt x="5511" y="9110"/>
                        <a:pt x="4735" y="10578"/>
                      </a:cubicBezTo>
                      <a:cubicBezTo>
                        <a:pt x="3987" y="12046"/>
                        <a:pt x="3600" y="13846"/>
                        <a:pt x="3600" y="15950"/>
                      </a:cubicBezTo>
                      <a:cubicBezTo>
                        <a:pt x="3600" y="18055"/>
                        <a:pt x="4015" y="19827"/>
                        <a:pt x="4818" y="21295"/>
                      </a:cubicBezTo>
                      <a:cubicBezTo>
                        <a:pt x="5649" y="22790"/>
                        <a:pt x="6729" y="23981"/>
                        <a:pt x="8086" y="24922"/>
                      </a:cubicBezTo>
                      <a:cubicBezTo>
                        <a:pt x="9443" y="25864"/>
                        <a:pt x="10993" y="26528"/>
                        <a:pt x="12738" y="26971"/>
                      </a:cubicBezTo>
                      <a:cubicBezTo>
                        <a:pt x="14483" y="27414"/>
                        <a:pt x="16283" y="27636"/>
                        <a:pt x="18165" y="27636"/>
                      </a:cubicBezTo>
                      <a:cubicBezTo>
                        <a:pt x="20298" y="27636"/>
                        <a:pt x="22264" y="27387"/>
                        <a:pt x="24036" y="26861"/>
                      </a:cubicBezTo>
                      <a:cubicBezTo>
                        <a:pt x="25836" y="26362"/>
                        <a:pt x="27359" y="25614"/>
                        <a:pt x="28660" y="24645"/>
                      </a:cubicBezTo>
                      <a:cubicBezTo>
                        <a:pt x="29962" y="23676"/>
                        <a:pt x="30931" y="22458"/>
                        <a:pt x="31651" y="20990"/>
                      </a:cubicBezTo>
                      <a:cubicBezTo>
                        <a:pt x="32371" y="19522"/>
                        <a:pt x="32703" y="17833"/>
                        <a:pt x="32703" y="15950"/>
                      </a:cubicBezTo>
                      <a:cubicBezTo>
                        <a:pt x="32703" y="13873"/>
                        <a:pt x="32288" y="12073"/>
                        <a:pt x="31485" y="10606"/>
                      </a:cubicBezTo>
                      <a:cubicBezTo>
                        <a:pt x="30654" y="9110"/>
                        <a:pt x="29574" y="7920"/>
                        <a:pt x="28190" y="6978"/>
                      </a:cubicBezTo>
                      <a:cubicBezTo>
                        <a:pt x="26805" y="6037"/>
                        <a:pt x="25254" y="5372"/>
                        <a:pt x="23538" y="4929"/>
                      </a:cubicBezTo>
                      <a:cubicBezTo>
                        <a:pt x="21821" y="4486"/>
                        <a:pt x="20021" y="4264"/>
                        <a:pt x="18165" y="4264"/>
                      </a:cubicBezTo>
                      <a:close/>
                    </a:path>
                  </a:pathLst>
                </a:custGeom>
                <a:solidFill>
                  <a:srgbClr val="231F20"/>
                </a:solidFill>
                <a:ln w="2767" cap="flat">
                  <a:noFill/>
                  <a:prstDash val="solid"/>
                  <a:miter/>
                </a:ln>
              </p:spPr>
              <p:txBody>
                <a:bodyPr rtlCol="0" anchor="ctr"/>
                <a:lstStyle/>
                <a:p>
                  <a:endParaRPr lang="en-US"/>
                </a:p>
              </p:txBody>
            </p:sp>
            <p:sp>
              <p:nvSpPr>
                <p:cNvPr id="4525" name="Freeform 4524">
                  <a:extLst>
                    <a:ext uri="{FF2B5EF4-FFF2-40B4-BE49-F238E27FC236}">
                      <a16:creationId xmlns:a16="http://schemas.microsoft.com/office/drawing/2014/main" id="{A88AA6A1-63B6-6828-4A6D-B5CA7E5EAD0D}"/>
                    </a:ext>
                  </a:extLst>
                </p:cNvPr>
                <p:cNvSpPr/>
                <p:nvPr/>
              </p:nvSpPr>
              <p:spPr>
                <a:xfrm>
                  <a:off x="6049056" y="2165293"/>
                  <a:ext cx="34420" cy="45995"/>
                </a:xfrm>
                <a:custGeom>
                  <a:avLst/>
                  <a:gdLst>
                    <a:gd name="connsiteX0" fmla="*/ 29104 w 34420"/>
                    <a:gd name="connsiteY0" fmla="*/ 13070 h 45995"/>
                    <a:gd name="connsiteX1" fmla="*/ 0 w 34420"/>
                    <a:gd name="connsiteY1" fmla="*/ 4043 h 45995"/>
                    <a:gd name="connsiteX2" fmla="*/ 0 w 34420"/>
                    <a:gd name="connsiteY2" fmla="*/ 0 h 45995"/>
                    <a:gd name="connsiteX3" fmla="*/ 34420 w 34420"/>
                    <a:gd name="connsiteY3" fmla="*/ 11160 h 45995"/>
                    <a:gd name="connsiteX4" fmla="*/ 34420 w 34420"/>
                    <a:gd name="connsiteY4" fmla="*/ 15424 h 45995"/>
                    <a:gd name="connsiteX5" fmla="*/ 5511 w 34420"/>
                    <a:gd name="connsiteY5" fmla="*/ 22928 h 45995"/>
                    <a:gd name="connsiteX6" fmla="*/ 5511 w 34420"/>
                    <a:gd name="connsiteY6" fmla="*/ 23067 h 45995"/>
                    <a:gd name="connsiteX7" fmla="*/ 34420 w 34420"/>
                    <a:gd name="connsiteY7" fmla="*/ 30710 h 45995"/>
                    <a:gd name="connsiteX8" fmla="*/ 34420 w 34420"/>
                    <a:gd name="connsiteY8" fmla="*/ 35500 h 45995"/>
                    <a:gd name="connsiteX9" fmla="*/ 0 w 34420"/>
                    <a:gd name="connsiteY9" fmla="*/ 45995 h 45995"/>
                    <a:gd name="connsiteX10" fmla="*/ 0 w 34420"/>
                    <a:gd name="connsiteY10" fmla="*/ 42008 h 45995"/>
                    <a:gd name="connsiteX11" fmla="*/ 29380 w 34420"/>
                    <a:gd name="connsiteY11" fmla="*/ 33091 h 45995"/>
                    <a:gd name="connsiteX12" fmla="*/ 0 w 34420"/>
                    <a:gd name="connsiteY12" fmla="*/ 25116 h 45995"/>
                    <a:gd name="connsiteX13" fmla="*/ 0 w 34420"/>
                    <a:gd name="connsiteY13" fmla="*/ 20658 h 45995"/>
                    <a:gd name="connsiteX14" fmla="*/ 29104 w 34420"/>
                    <a:gd name="connsiteY14" fmla="*/ 13070 h 45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420" h="45995">
                      <a:moveTo>
                        <a:pt x="29104" y="13070"/>
                      </a:moveTo>
                      <a:lnTo>
                        <a:pt x="0" y="4043"/>
                      </a:lnTo>
                      <a:lnTo>
                        <a:pt x="0" y="0"/>
                      </a:lnTo>
                      <a:lnTo>
                        <a:pt x="34420" y="11160"/>
                      </a:lnTo>
                      <a:lnTo>
                        <a:pt x="34420" y="15424"/>
                      </a:lnTo>
                      <a:lnTo>
                        <a:pt x="5511" y="22928"/>
                      </a:lnTo>
                      <a:lnTo>
                        <a:pt x="5511" y="23067"/>
                      </a:lnTo>
                      <a:lnTo>
                        <a:pt x="34420" y="30710"/>
                      </a:lnTo>
                      <a:lnTo>
                        <a:pt x="34420" y="35500"/>
                      </a:lnTo>
                      <a:lnTo>
                        <a:pt x="0" y="45995"/>
                      </a:lnTo>
                      <a:lnTo>
                        <a:pt x="0" y="42008"/>
                      </a:lnTo>
                      <a:lnTo>
                        <a:pt x="29380" y="33091"/>
                      </a:lnTo>
                      <a:lnTo>
                        <a:pt x="0" y="25116"/>
                      </a:lnTo>
                      <a:lnTo>
                        <a:pt x="0" y="20658"/>
                      </a:lnTo>
                      <a:lnTo>
                        <a:pt x="29104" y="13070"/>
                      </a:lnTo>
                      <a:close/>
                    </a:path>
                  </a:pathLst>
                </a:custGeom>
                <a:solidFill>
                  <a:srgbClr val="231F20"/>
                </a:solidFill>
                <a:ln w="2767" cap="flat">
                  <a:noFill/>
                  <a:prstDash val="solid"/>
                  <a:miter/>
                </a:ln>
              </p:spPr>
              <p:txBody>
                <a:bodyPr rtlCol="0" anchor="ctr"/>
                <a:lstStyle/>
                <a:p>
                  <a:endParaRPr lang="en-US"/>
                </a:p>
              </p:txBody>
            </p:sp>
            <p:sp>
              <p:nvSpPr>
                <p:cNvPr id="4526" name="Freeform 4525">
                  <a:extLst>
                    <a:ext uri="{FF2B5EF4-FFF2-40B4-BE49-F238E27FC236}">
                      <a16:creationId xmlns:a16="http://schemas.microsoft.com/office/drawing/2014/main" id="{CDD32990-D50F-1977-F16F-AB0101C12D23}"/>
                    </a:ext>
                  </a:extLst>
                </p:cNvPr>
                <p:cNvSpPr/>
                <p:nvPr/>
              </p:nvSpPr>
              <p:spPr>
                <a:xfrm>
                  <a:off x="6048142" y="2130373"/>
                  <a:ext cx="36303" cy="30988"/>
                </a:xfrm>
                <a:custGeom>
                  <a:avLst/>
                  <a:gdLst>
                    <a:gd name="connsiteX0" fmla="*/ 19052 w 36303"/>
                    <a:gd name="connsiteY0" fmla="*/ 26668 h 30988"/>
                    <a:gd name="connsiteX1" fmla="*/ 24340 w 36303"/>
                    <a:gd name="connsiteY1" fmla="*/ 25948 h 30988"/>
                    <a:gd name="connsiteX2" fmla="*/ 28660 w 36303"/>
                    <a:gd name="connsiteY2" fmla="*/ 23789 h 30988"/>
                    <a:gd name="connsiteX3" fmla="*/ 31596 w 36303"/>
                    <a:gd name="connsiteY3" fmla="*/ 20161 h 30988"/>
                    <a:gd name="connsiteX4" fmla="*/ 32703 w 36303"/>
                    <a:gd name="connsiteY4" fmla="*/ 15121 h 30988"/>
                    <a:gd name="connsiteX5" fmla="*/ 30654 w 36303"/>
                    <a:gd name="connsiteY5" fmla="*/ 8420 h 30988"/>
                    <a:gd name="connsiteX6" fmla="*/ 24811 w 36303"/>
                    <a:gd name="connsiteY6" fmla="*/ 4709 h 30988"/>
                    <a:gd name="connsiteX7" fmla="*/ 24811 w 36303"/>
                    <a:gd name="connsiteY7" fmla="*/ 251 h 30988"/>
                    <a:gd name="connsiteX8" fmla="*/ 29353 w 36303"/>
                    <a:gd name="connsiteY8" fmla="*/ 2189 h 30988"/>
                    <a:gd name="connsiteX9" fmla="*/ 33008 w 36303"/>
                    <a:gd name="connsiteY9" fmla="*/ 5180 h 30988"/>
                    <a:gd name="connsiteX10" fmla="*/ 35445 w 36303"/>
                    <a:gd name="connsiteY10" fmla="*/ 9444 h 30988"/>
                    <a:gd name="connsiteX11" fmla="*/ 36303 w 36303"/>
                    <a:gd name="connsiteY11" fmla="*/ 15149 h 30988"/>
                    <a:gd name="connsiteX12" fmla="*/ 34919 w 36303"/>
                    <a:gd name="connsiteY12" fmla="*/ 22266 h 30988"/>
                    <a:gd name="connsiteX13" fmla="*/ 31097 w 36303"/>
                    <a:gd name="connsiteY13" fmla="*/ 27195 h 30988"/>
                    <a:gd name="connsiteX14" fmla="*/ 25393 w 36303"/>
                    <a:gd name="connsiteY14" fmla="*/ 30047 h 30988"/>
                    <a:gd name="connsiteX15" fmla="*/ 18304 w 36303"/>
                    <a:gd name="connsiteY15" fmla="*/ 30988 h 30988"/>
                    <a:gd name="connsiteX16" fmla="*/ 11187 w 36303"/>
                    <a:gd name="connsiteY16" fmla="*/ 29881 h 30988"/>
                    <a:gd name="connsiteX17" fmla="*/ 5372 w 36303"/>
                    <a:gd name="connsiteY17" fmla="*/ 26752 h 30988"/>
                    <a:gd name="connsiteX18" fmla="*/ 1440 w 36303"/>
                    <a:gd name="connsiteY18" fmla="*/ 21795 h 30988"/>
                    <a:gd name="connsiteX19" fmla="*/ 0 w 36303"/>
                    <a:gd name="connsiteY19" fmla="*/ 15149 h 30988"/>
                    <a:gd name="connsiteX20" fmla="*/ 4874 w 36303"/>
                    <a:gd name="connsiteY20" fmla="*/ 3989 h 30988"/>
                    <a:gd name="connsiteX21" fmla="*/ 19052 w 36303"/>
                    <a:gd name="connsiteY21" fmla="*/ 2 h 30988"/>
                    <a:gd name="connsiteX22" fmla="*/ 19052 w 36303"/>
                    <a:gd name="connsiteY22" fmla="*/ 26724 h 30988"/>
                    <a:gd name="connsiteX23" fmla="*/ 15728 w 36303"/>
                    <a:gd name="connsiteY23" fmla="*/ 4211 h 30988"/>
                    <a:gd name="connsiteX24" fmla="*/ 10966 w 36303"/>
                    <a:gd name="connsiteY24" fmla="*/ 4903 h 30988"/>
                    <a:gd name="connsiteX25" fmla="*/ 7117 w 36303"/>
                    <a:gd name="connsiteY25" fmla="*/ 6952 h 30988"/>
                    <a:gd name="connsiteX26" fmla="*/ 4514 w 36303"/>
                    <a:gd name="connsiteY26" fmla="*/ 10386 h 30988"/>
                    <a:gd name="connsiteX27" fmla="*/ 3545 w 36303"/>
                    <a:gd name="connsiteY27" fmla="*/ 15093 h 30988"/>
                    <a:gd name="connsiteX28" fmla="*/ 4541 w 36303"/>
                    <a:gd name="connsiteY28" fmla="*/ 19773 h 30988"/>
                    <a:gd name="connsiteX29" fmla="*/ 7200 w 36303"/>
                    <a:gd name="connsiteY29" fmla="*/ 23235 h 30988"/>
                    <a:gd name="connsiteX30" fmla="*/ 11049 w 36303"/>
                    <a:gd name="connsiteY30" fmla="*/ 25533 h 30988"/>
                    <a:gd name="connsiteX31" fmla="*/ 15701 w 36303"/>
                    <a:gd name="connsiteY31" fmla="*/ 26668 h 30988"/>
                    <a:gd name="connsiteX32" fmla="*/ 15701 w 36303"/>
                    <a:gd name="connsiteY32" fmla="*/ 4211 h 30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6303" h="30988">
                      <a:moveTo>
                        <a:pt x="19052" y="26668"/>
                      </a:moveTo>
                      <a:cubicBezTo>
                        <a:pt x="20907" y="26668"/>
                        <a:pt x="22679" y="26419"/>
                        <a:pt x="24340" y="25948"/>
                      </a:cubicBezTo>
                      <a:cubicBezTo>
                        <a:pt x="26002" y="25450"/>
                        <a:pt x="27442" y="24730"/>
                        <a:pt x="28660" y="23789"/>
                      </a:cubicBezTo>
                      <a:cubicBezTo>
                        <a:pt x="29879" y="22847"/>
                        <a:pt x="30848" y="21629"/>
                        <a:pt x="31596" y="20161"/>
                      </a:cubicBezTo>
                      <a:cubicBezTo>
                        <a:pt x="32316" y="18693"/>
                        <a:pt x="32703" y="17004"/>
                        <a:pt x="32703" y="15121"/>
                      </a:cubicBezTo>
                      <a:cubicBezTo>
                        <a:pt x="32703" y="12518"/>
                        <a:pt x="32011" y="10275"/>
                        <a:pt x="30654" y="8420"/>
                      </a:cubicBezTo>
                      <a:cubicBezTo>
                        <a:pt x="29270" y="6564"/>
                        <a:pt x="27331" y="5318"/>
                        <a:pt x="24811" y="4709"/>
                      </a:cubicBezTo>
                      <a:lnTo>
                        <a:pt x="24811" y="251"/>
                      </a:lnTo>
                      <a:cubicBezTo>
                        <a:pt x="26445" y="749"/>
                        <a:pt x="27968" y="1386"/>
                        <a:pt x="29353" y="2189"/>
                      </a:cubicBezTo>
                      <a:cubicBezTo>
                        <a:pt x="30737" y="2992"/>
                        <a:pt x="31956" y="3989"/>
                        <a:pt x="33008" y="5180"/>
                      </a:cubicBezTo>
                      <a:cubicBezTo>
                        <a:pt x="34060" y="6371"/>
                        <a:pt x="34863" y="7783"/>
                        <a:pt x="35445" y="9444"/>
                      </a:cubicBezTo>
                      <a:cubicBezTo>
                        <a:pt x="36026" y="11078"/>
                        <a:pt x="36303" y="12989"/>
                        <a:pt x="36303" y="15149"/>
                      </a:cubicBezTo>
                      <a:cubicBezTo>
                        <a:pt x="36303" y="17890"/>
                        <a:pt x="35832" y="20272"/>
                        <a:pt x="34919" y="22266"/>
                      </a:cubicBezTo>
                      <a:cubicBezTo>
                        <a:pt x="33977" y="24259"/>
                        <a:pt x="32703" y="25893"/>
                        <a:pt x="31097" y="27195"/>
                      </a:cubicBezTo>
                      <a:cubicBezTo>
                        <a:pt x="29491" y="28468"/>
                        <a:pt x="27580" y="29438"/>
                        <a:pt x="25393" y="30047"/>
                      </a:cubicBezTo>
                      <a:cubicBezTo>
                        <a:pt x="23205" y="30656"/>
                        <a:pt x="20852" y="30988"/>
                        <a:pt x="18304" y="30988"/>
                      </a:cubicBezTo>
                      <a:cubicBezTo>
                        <a:pt x="15756" y="30988"/>
                        <a:pt x="13403" y="30628"/>
                        <a:pt x="11187" y="29881"/>
                      </a:cubicBezTo>
                      <a:cubicBezTo>
                        <a:pt x="8972" y="29161"/>
                        <a:pt x="7033" y="28108"/>
                        <a:pt x="5372" y="26752"/>
                      </a:cubicBezTo>
                      <a:cubicBezTo>
                        <a:pt x="3711" y="25395"/>
                        <a:pt x="2409" y="23761"/>
                        <a:pt x="1440" y="21795"/>
                      </a:cubicBezTo>
                      <a:cubicBezTo>
                        <a:pt x="498" y="19856"/>
                        <a:pt x="0" y="17641"/>
                        <a:pt x="0" y="15149"/>
                      </a:cubicBezTo>
                      <a:cubicBezTo>
                        <a:pt x="0" y="10414"/>
                        <a:pt x="1634" y="6675"/>
                        <a:pt x="4874" y="3989"/>
                      </a:cubicBezTo>
                      <a:cubicBezTo>
                        <a:pt x="8141" y="1275"/>
                        <a:pt x="12849" y="-54"/>
                        <a:pt x="19052" y="2"/>
                      </a:cubicBezTo>
                      <a:lnTo>
                        <a:pt x="19052" y="26724"/>
                      </a:lnTo>
                      <a:close/>
                      <a:moveTo>
                        <a:pt x="15728" y="4211"/>
                      </a:moveTo>
                      <a:cubicBezTo>
                        <a:pt x="14039" y="4211"/>
                        <a:pt x="12461" y="4432"/>
                        <a:pt x="10966" y="4903"/>
                      </a:cubicBezTo>
                      <a:cubicBezTo>
                        <a:pt x="9470" y="5374"/>
                        <a:pt x="8197" y="6066"/>
                        <a:pt x="7117" y="6952"/>
                      </a:cubicBezTo>
                      <a:cubicBezTo>
                        <a:pt x="6037" y="7866"/>
                        <a:pt x="5178" y="9001"/>
                        <a:pt x="4514" y="10386"/>
                      </a:cubicBezTo>
                      <a:cubicBezTo>
                        <a:pt x="3877" y="11770"/>
                        <a:pt x="3545" y="13321"/>
                        <a:pt x="3545" y="15093"/>
                      </a:cubicBezTo>
                      <a:cubicBezTo>
                        <a:pt x="3545" y="16866"/>
                        <a:pt x="3877" y="18416"/>
                        <a:pt x="4541" y="19773"/>
                      </a:cubicBezTo>
                      <a:cubicBezTo>
                        <a:pt x="5206" y="21130"/>
                        <a:pt x="6092" y="22266"/>
                        <a:pt x="7200" y="23235"/>
                      </a:cubicBezTo>
                      <a:cubicBezTo>
                        <a:pt x="8307" y="24176"/>
                        <a:pt x="9581" y="24952"/>
                        <a:pt x="11049" y="25533"/>
                      </a:cubicBezTo>
                      <a:cubicBezTo>
                        <a:pt x="12517" y="26115"/>
                        <a:pt x="14067" y="26475"/>
                        <a:pt x="15701" y="26668"/>
                      </a:cubicBezTo>
                      <a:lnTo>
                        <a:pt x="15701" y="4211"/>
                      </a:lnTo>
                      <a:close/>
                    </a:path>
                  </a:pathLst>
                </a:custGeom>
                <a:solidFill>
                  <a:srgbClr val="231F20"/>
                </a:solidFill>
                <a:ln w="2767" cap="flat">
                  <a:noFill/>
                  <a:prstDash val="solid"/>
                  <a:miter/>
                </a:ln>
              </p:spPr>
              <p:txBody>
                <a:bodyPr rtlCol="0" anchor="ctr"/>
                <a:lstStyle/>
                <a:p>
                  <a:endParaRPr lang="en-US"/>
                </a:p>
              </p:txBody>
            </p:sp>
            <p:sp>
              <p:nvSpPr>
                <p:cNvPr id="4527" name="Freeform 4526">
                  <a:extLst>
                    <a:ext uri="{FF2B5EF4-FFF2-40B4-BE49-F238E27FC236}">
                      <a16:creationId xmlns:a16="http://schemas.microsoft.com/office/drawing/2014/main" id="{21A64769-5C90-9FA4-0391-A4E21A84A65C}"/>
                    </a:ext>
                  </a:extLst>
                </p:cNvPr>
                <p:cNvSpPr/>
                <p:nvPr/>
              </p:nvSpPr>
              <p:spPr>
                <a:xfrm>
                  <a:off x="6048114" y="2106975"/>
                  <a:ext cx="35361" cy="15368"/>
                </a:xfrm>
                <a:custGeom>
                  <a:avLst/>
                  <a:gdLst>
                    <a:gd name="connsiteX0" fmla="*/ 35362 w 35361"/>
                    <a:gd name="connsiteY0" fmla="*/ 11381 h 15368"/>
                    <a:gd name="connsiteX1" fmla="*/ 35362 w 35361"/>
                    <a:gd name="connsiteY1" fmla="*/ 15369 h 15368"/>
                    <a:gd name="connsiteX2" fmla="*/ 941 w 35361"/>
                    <a:gd name="connsiteY2" fmla="*/ 15369 h 15368"/>
                    <a:gd name="connsiteX3" fmla="*/ 941 w 35361"/>
                    <a:gd name="connsiteY3" fmla="*/ 11381 h 15368"/>
                    <a:gd name="connsiteX4" fmla="*/ 7393 w 35361"/>
                    <a:gd name="connsiteY4" fmla="*/ 11381 h 15368"/>
                    <a:gd name="connsiteX5" fmla="*/ 7393 w 35361"/>
                    <a:gd name="connsiteY5" fmla="*/ 11243 h 15368"/>
                    <a:gd name="connsiteX6" fmla="*/ 1634 w 35361"/>
                    <a:gd name="connsiteY6" fmla="*/ 6950 h 15368"/>
                    <a:gd name="connsiteX7" fmla="*/ 0 w 35361"/>
                    <a:gd name="connsiteY7" fmla="*/ 0 h 15368"/>
                    <a:gd name="connsiteX8" fmla="*/ 4320 w 35361"/>
                    <a:gd name="connsiteY8" fmla="*/ 0 h 15368"/>
                    <a:gd name="connsiteX9" fmla="*/ 5372 w 35361"/>
                    <a:gd name="connsiteY9" fmla="*/ 5594 h 15368"/>
                    <a:gd name="connsiteX10" fmla="*/ 8418 w 35361"/>
                    <a:gd name="connsiteY10" fmla="*/ 9083 h 15368"/>
                    <a:gd name="connsiteX11" fmla="*/ 12959 w 35361"/>
                    <a:gd name="connsiteY11" fmla="*/ 10883 h 15368"/>
                    <a:gd name="connsiteX12" fmla="*/ 18443 w 35361"/>
                    <a:gd name="connsiteY12" fmla="*/ 11381 h 15368"/>
                    <a:gd name="connsiteX13" fmla="*/ 35334 w 35361"/>
                    <a:gd name="connsiteY13" fmla="*/ 11381 h 153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5361" h="15368">
                      <a:moveTo>
                        <a:pt x="35362" y="11381"/>
                      </a:moveTo>
                      <a:lnTo>
                        <a:pt x="35362" y="15369"/>
                      </a:lnTo>
                      <a:lnTo>
                        <a:pt x="941" y="15369"/>
                      </a:lnTo>
                      <a:lnTo>
                        <a:pt x="941" y="11381"/>
                      </a:lnTo>
                      <a:lnTo>
                        <a:pt x="7393" y="11381"/>
                      </a:lnTo>
                      <a:lnTo>
                        <a:pt x="7393" y="11243"/>
                      </a:lnTo>
                      <a:cubicBezTo>
                        <a:pt x="4652" y="10135"/>
                        <a:pt x="2741" y="8695"/>
                        <a:pt x="1634" y="6950"/>
                      </a:cubicBezTo>
                      <a:cubicBezTo>
                        <a:pt x="554" y="5206"/>
                        <a:pt x="0" y="2880"/>
                        <a:pt x="0" y="0"/>
                      </a:cubicBezTo>
                      <a:lnTo>
                        <a:pt x="4320" y="0"/>
                      </a:lnTo>
                      <a:cubicBezTo>
                        <a:pt x="4265" y="2271"/>
                        <a:pt x="4624" y="4126"/>
                        <a:pt x="5372" y="5594"/>
                      </a:cubicBezTo>
                      <a:cubicBezTo>
                        <a:pt x="6120" y="7061"/>
                        <a:pt x="7144" y="8224"/>
                        <a:pt x="8418" y="9083"/>
                      </a:cubicBezTo>
                      <a:cubicBezTo>
                        <a:pt x="9692" y="9941"/>
                        <a:pt x="11215" y="10550"/>
                        <a:pt x="12959" y="10883"/>
                      </a:cubicBezTo>
                      <a:cubicBezTo>
                        <a:pt x="14704" y="11215"/>
                        <a:pt x="16532" y="11381"/>
                        <a:pt x="18443" y="11381"/>
                      </a:cubicBezTo>
                      <a:lnTo>
                        <a:pt x="35334" y="11381"/>
                      </a:lnTo>
                      <a:close/>
                    </a:path>
                  </a:pathLst>
                </a:custGeom>
                <a:solidFill>
                  <a:srgbClr val="231F20"/>
                </a:solidFill>
                <a:ln w="2767" cap="flat">
                  <a:noFill/>
                  <a:prstDash val="solid"/>
                  <a:miter/>
                </a:ln>
              </p:spPr>
              <p:txBody>
                <a:bodyPr rtlCol="0" anchor="ctr"/>
                <a:lstStyle/>
                <a:p>
                  <a:endParaRPr lang="en-US"/>
                </a:p>
              </p:txBody>
            </p:sp>
          </p:grpSp>
        </p:grpSp>
      </p:grpSp>
    </p:spTree>
    <p:extLst>
      <p:ext uri="{BB962C8B-B14F-4D97-AF65-F5344CB8AC3E}">
        <p14:creationId xmlns:p14="http://schemas.microsoft.com/office/powerpoint/2010/main" val="378855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0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29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03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30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04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30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04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0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Freeform 23">
            <a:extLst>
              <a:ext uri="{FF2B5EF4-FFF2-40B4-BE49-F238E27FC236}">
                <a16:creationId xmlns:a16="http://schemas.microsoft.com/office/drawing/2014/main" id="{66A86060-E94C-07D5-143F-923D4B386C0D}"/>
              </a:ext>
            </a:extLst>
          </p:cNvPr>
          <p:cNvSpPr/>
          <p:nvPr/>
        </p:nvSpPr>
        <p:spPr>
          <a:xfrm>
            <a:off x="7662644" y="2766630"/>
            <a:ext cx="28555" cy="23777"/>
          </a:xfrm>
          <a:custGeom>
            <a:avLst/>
            <a:gdLst>
              <a:gd name="connsiteX0" fmla="*/ 0 w 11415"/>
              <a:gd name="connsiteY0" fmla="*/ 0 h 9505"/>
              <a:gd name="connsiteX1" fmla="*/ 11415 w 11415"/>
              <a:gd name="connsiteY1" fmla="*/ 0 h 9505"/>
            </a:gdLst>
            <a:ahLst/>
            <a:cxnLst>
              <a:cxn ang="0">
                <a:pos x="connsiteX0" y="connsiteY0"/>
              </a:cxn>
              <a:cxn ang="0">
                <a:pos x="connsiteX1" y="connsiteY1"/>
              </a:cxn>
            </a:cxnLst>
            <a:rect l="l" t="t" r="r" b="b"/>
            <a:pathLst>
              <a:path w="11415" h="9505">
                <a:moveTo>
                  <a:pt x="0" y="0"/>
                </a:moveTo>
                <a:lnTo>
                  <a:pt x="11415" y="0"/>
                </a:lnTo>
              </a:path>
            </a:pathLst>
          </a:custGeom>
          <a:ln w="4753" cap="sq">
            <a:solidFill>
              <a:srgbClr val="262626"/>
            </a:solidFill>
            <a:prstDash val="solid"/>
            <a:round/>
          </a:ln>
        </p:spPr>
        <p:txBody>
          <a:bodyPr rtlCol="0" anchor="ctr"/>
          <a:lstStyle/>
          <a:p>
            <a:endParaRPr lang="en-US"/>
          </a:p>
        </p:txBody>
      </p:sp>
      <p:sp>
        <p:nvSpPr>
          <p:cNvPr id="25" name="Freeform 24">
            <a:extLst>
              <a:ext uri="{FF2B5EF4-FFF2-40B4-BE49-F238E27FC236}">
                <a16:creationId xmlns:a16="http://schemas.microsoft.com/office/drawing/2014/main" id="{1496C235-9E19-6BED-1AD5-90F1C0C65BCA}"/>
              </a:ext>
            </a:extLst>
          </p:cNvPr>
          <p:cNvSpPr/>
          <p:nvPr/>
        </p:nvSpPr>
        <p:spPr>
          <a:xfrm>
            <a:off x="7662644" y="1865709"/>
            <a:ext cx="28555" cy="23777"/>
          </a:xfrm>
          <a:custGeom>
            <a:avLst/>
            <a:gdLst>
              <a:gd name="connsiteX0" fmla="*/ 0 w 11415"/>
              <a:gd name="connsiteY0" fmla="*/ 0 h 9505"/>
              <a:gd name="connsiteX1" fmla="*/ 11415 w 11415"/>
              <a:gd name="connsiteY1" fmla="*/ 0 h 9505"/>
            </a:gdLst>
            <a:ahLst/>
            <a:cxnLst>
              <a:cxn ang="0">
                <a:pos x="connsiteX0" y="connsiteY0"/>
              </a:cxn>
              <a:cxn ang="0">
                <a:pos x="connsiteX1" y="connsiteY1"/>
              </a:cxn>
            </a:cxnLst>
            <a:rect l="l" t="t" r="r" b="b"/>
            <a:pathLst>
              <a:path w="11415" h="9505">
                <a:moveTo>
                  <a:pt x="0" y="0"/>
                </a:moveTo>
                <a:lnTo>
                  <a:pt x="11415" y="0"/>
                </a:lnTo>
              </a:path>
            </a:pathLst>
          </a:custGeom>
          <a:ln w="4753" cap="sq">
            <a:solidFill>
              <a:srgbClr val="262626"/>
            </a:solidFill>
            <a:prstDash val="solid"/>
            <a:round/>
          </a:ln>
        </p:spPr>
        <p:txBody>
          <a:bodyPr rtlCol="0" anchor="ctr"/>
          <a:lstStyle/>
          <a:p>
            <a:endParaRPr lang="en-US"/>
          </a:p>
        </p:txBody>
      </p:sp>
      <p:grpSp>
        <p:nvGrpSpPr>
          <p:cNvPr id="4488" name="Group 4487">
            <a:extLst>
              <a:ext uri="{FF2B5EF4-FFF2-40B4-BE49-F238E27FC236}">
                <a16:creationId xmlns:a16="http://schemas.microsoft.com/office/drawing/2014/main" id="{11618876-58F2-5E42-56F0-EAA824AC8482}"/>
              </a:ext>
            </a:extLst>
          </p:cNvPr>
          <p:cNvGrpSpPr/>
          <p:nvPr/>
        </p:nvGrpSpPr>
        <p:grpSpPr>
          <a:xfrm>
            <a:off x="6404426" y="1467789"/>
            <a:ext cx="5506604" cy="4771358"/>
            <a:chOff x="6405119" y="1550463"/>
            <a:chExt cx="5506604" cy="4771358"/>
          </a:xfrm>
        </p:grpSpPr>
        <p:grpSp>
          <p:nvGrpSpPr>
            <p:cNvPr id="4482" name="Group 4481">
              <a:extLst>
                <a:ext uri="{FF2B5EF4-FFF2-40B4-BE49-F238E27FC236}">
                  <a16:creationId xmlns:a16="http://schemas.microsoft.com/office/drawing/2014/main" id="{BDCEC76B-6EA4-129F-2BD8-854BB1C71C30}"/>
                </a:ext>
              </a:extLst>
            </p:cNvPr>
            <p:cNvGrpSpPr/>
            <p:nvPr/>
          </p:nvGrpSpPr>
          <p:grpSpPr>
            <a:xfrm>
              <a:off x="7635910" y="1550463"/>
              <a:ext cx="2898199" cy="2608999"/>
              <a:chOff x="2405855" y="1524471"/>
              <a:chExt cx="2898199" cy="2608999"/>
            </a:xfrm>
          </p:grpSpPr>
          <p:grpSp>
            <p:nvGrpSpPr>
              <p:cNvPr id="40" name="Graphic 5">
                <a:extLst>
                  <a:ext uri="{FF2B5EF4-FFF2-40B4-BE49-F238E27FC236}">
                    <a16:creationId xmlns:a16="http://schemas.microsoft.com/office/drawing/2014/main" id="{9A6D7905-FA2F-166A-5161-985B90ECC935}"/>
                  </a:ext>
                </a:extLst>
              </p:cNvPr>
              <p:cNvGrpSpPr/>
              <p:nvPr/>
            </p:nvGrpSpPr>
            <p:grpSpPr>
              <a:xfrm>
                <a:off x="2766922" y="1524471"/>
                <a:ext cx="1925813" cy="219701"/>
                <a:chOff x="7468470" y="2048109"/>
                <a:chExt cx="769850" cy="87826"/>
              </a:xfrm>
              <a:solidFill>
                <a:srgbClr val="000000"/>
              </a:solidFill>
            </p:grpSpPr>
            <p:sp>
              <p:nvSpPr>
                <p:cNvPr id="41" name="Freeform 40">
                  <a:extLst>
                    <a:ext uri="{FF2B5EF4-FFF2-40B4-BE49-F238E27FC236}">
                      <a16:creationId xmlns:a16="http://schemas.microsoft.com/office/drawing/2014/main" id="{3E706A88-248D-84E0-7E6F-9CA9148C402E}"/>
                    </a:ext>
                  </a:extLst>
                </p:cNvPr>
                <p:cNvSpPr/>
                <p:nvPr/>
              </p:nvSpPr>
              <p:spPr>
                <a:xfrm>
                  <a:off x="7468470" y="2065978"/>
                  <a:ext cx="21878" cy="50566"/>
                </a:xfrm>
                <a:custGeom>
                  <a:avLst/>
                  <a:gdLst>
                    <a:gd name="connsiteX0" fmla="*/ 5708 w 21878"/>
                    <a:gd name="connsiteY0" fmla="*/ 50567 h 50566"/>
                    <a:gd name="connsiteX1" fmla="*/ 0 w 21878"/>
                    <a:gd name="connsiteY1" fmla="*/ 50567 h 50566"/>
                    <a:gd name="connsiteX2" fmla="*/ 0 w 21878"/>
                    <a:gd name="connsiteY2" fmla="*/ 1331 h 50566"/>
                    <a:gd name="connsiteX3" fmla="*/ 5708 w 21878"/>
                    <a:gd name="connsiteY3" fmla="*/ 1331 h 50566"/>
                    <a:gd name="connsiteX4" fmla="*/ 5708 w 21878"/>
                    <a:gd name="connsiteY4" fmla="*/ 10551 h 50566"/>
                    <a:gd name="connsiteX5" fmla="*/ 5898 w 21878"/>
                    <a:gd name="connsiteY5" fmla="*/ 10551 h 50566"/>
                    <a:gd name="connsiteX6" fmla="*/ 11986 w 21878"/>
                    <a:gd name="connsiteY6" fmla="*/ 2281 h 50566"/>
                    <a:gd name="connsiteX7" fmla="*/ 21879 w 21878"/>
                    <a:gd name="connsiteY7" fmla="*/ 0 h 50566"/>
                    <a:gd name="connsiteX8" fmla="*/ 21879 w 21878"/>
                    <a:gd name="connsiteY8" fmla="*/ 6178 h 50566"/>
                    <a:gd name="connsiteX9" fmla="*/ 13888 w 21878"/>
                    <a:gd name="connsiteY9" fmla="*/ 7699 h 50566"/>
                    <a:gd name="connsiteX10" fmla="*/ 8942 w 21878"/>
                    <a:gd name="connsiteY10" fmla="*/ 12071 h 50566"/>
                    <a:gd name="connsiteX11" fmla="*/ 6374 w 21878"/>
                    <a:gd name="connsiteY11" fmla="*/ 18535 h 50566"/>
                    <a:gd name="connsiteX12" fmla="*/ 5612 w 21878"/>
                    <a:gd name="connsiteY12" fmla="*/ 26424 h 50566"/>
                    <a:gd name="connsiteX13" fmla="*/ 5612 w 21878"/>
                    <a:gd name="connsiteY13" fmla="*/ 50567 h 505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878" h="50566">
                      <a:moveTo>
                        <a:pt x="5708" y="50567"/>
                      </a:moveTo>
                      <a:lnTo>
                        <a:pt x="0" y="50567"/>
                      </a:lnTo>
                      <a:lnTo>
                        <a:pt x="0" y="1331"/>
                      </a:lnTo>
                      <a:lnTo>
                        <a:pt x="5708" y="1331"/>
                      </a:lnTo>
                      <a:lnTo>
                        <a:pt x="5708" y="10551"/>
                      </a:lnTo>
                      <a:lnTo>
                        <a:pt x="5898" y="10551"/>
                      </a:lnTo>
                      <a:cubicBezTo>
                        <a:pt x="7515" y="6654"/>
                        <a:pt x="9513" y="3897"/>
                        <a:pt x="11986" y="2281"/>
                      </a:cubicBezTo>
                      <a:cubicBezTo>
                        <a:pt x="14459" y="760"/>
                        <a:pt x="17788" y="0"/>
                        <a:pt x="21879" y="0"/>
                      </a:cubicBezTo>
                      <a:lnTo>
                        <a:pt x="21879" y="6178"/>
                      </a:lnTo>
                      <a:cubicBezTo>
                        <a:pt x="18645" y="6178"/>
                        <a:pt x="15981" y="6654"/>
                        <a:pt x="13888" y="7699"/>
                      </a:cubicBezTo>
                      <a:cubicBezTo>
                        <a:pt x="11795" y="8745"/>
                        <a:pt x="10178" y="10265"/>
                        <a:pt x="8942" y="12071"/>
                      </a:cubicBezTo>
                      <a:cubicBezTo>
                        <a:pt x="7705" y="13877"/>
                        <a:pt x="6849" y="16064"/>
                        <a:pt x="6374" y="18535"/>
                      </a:cubicBezTo>
                      <a:cubicBezTo>
                        <a:pt x="5898" y="21006"/>
                        <a:pt x="5612" y="23668"/>
                        <a:pt x="5612" y="26424"/>
                      </a:cubicBezTo>
                      <a:lnTo>
                        <a:pt x="5612" y="50567"/>
                      </a:lnTo>
                      <a:close/>
                    </a:path>
                  </a:pathLst>
                </a:custGeom>
                <a:solidFill>
                  <a:srgbClr val="000000"/>
                </a:solidFill>
                <a:ln w="9506" cap="flat">
                  <a:noFill/>
                  <a:prstDash val="solid"/>
                  <a:miter/>
                </a:ln>
              </p:spPr>
              <p:txBody>
                <a:bodyPr rtlCol="0" anchor="ctr"/>
                <a:lstStyle/>
                <a:p>
                  <a:endParaRPr lang="en-US"/>
                </a:p>
              </p:txBody>
            </p:sp>
            <p:sp>
              <p:nvSpPr>
                <p:cNvPr id="42" name="Freeform 41">
                  <a:extLst>
                    <a:ext uri="{FF2B5EF4-FFF2-40B4-BE49-F238E27FC236}">
                      <a16:creationId xmlns:a16="http://schemas.microsoft.com/office/drawing/2014/main" id="{F5AEFD3E-0BBF-E23F-73D7-000921DCCB34}"/>
                    </a:ext>
                  </a:extLst>
                </p:cNvPr>
                <p:cNvSpPr/>
                <p:nvPr/>
              </p:nvSpPr>
              <p:spPr>
                <a:xfrm>
                  <a:off x="7527067" y="2080616"/>
                  <a:ext cx="47562" cy="24142"/>
                </a:xfrm>
                <a:custGeom>
                  <a:avLst/>
                  <a:gdLst>
                    <a:gd name="connsiteX0" fmla="*/ 47563 w 47562"/>
                    <a:gd name="connsiteY0" fmla="*/ 5703 h 24142"/>
                    <a:gd name="connsiteX1" fmla="*/ 0 w 47562"/>
                    <a:gd name="connsiteY1" fmla="*/ 5703 h 24142"/>
                    <a:gd name="connsiteX2" fmla="*/ 0 w 47562"/>
                    <a:gd name="connsiteY2" fmla="*/ 0 h 24142"/>
                    <a:gd name="connsiteX3" fmla="*/ 47563 w 47562"/>
                    <a:gd name="connsiteY3" fmla="*/ 0 h 24142"/>
                    <a:gd name="connsiteX4" fmla="*/ 47563 w 47562"/>
                    <a:gd name="connsiteY4" fmla="*/ 5703 h 24142"/>
                    <a:gd name="connsiteX5" fmla="*/ 47563 w 47562"/>
                    <a:gd name="connsiteY5" fmla="*/ 24143 h 24142"/>
                    <a:gd name="connsiteX6" fmla="*/ 0 w 47562"/>
                    <a:gd name="connsiteY6" fmla="*/ 24143 h 24142"/>
                    <a:gd name="connsiteX7" fmla="*/ 0 w 47562"/>
                    <a:gd name="connsiteY7" fmla="*/ 18440 h 24142"/>
                    <a:gd name="connsiteX8" fmla="*/ 47563 w 47562"/>
                    <a:gd name="connsiteY8" fmla="*/ 18440 h 24142"/>
                    <a:gd name="connsiteX9" fmla="*/ 47563 w 47562"/>
                    <a:gd name="connsiteY9" fmla="*/ 24143 h 24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7562" h="24142">
                      <a:moveTo>
                        <a:pt x="47563" y="5703"/>
                      </a:moveTo>
                      <a:lnTo>
                        <a:pt x="0" y="5703"/>
                      </a:lnTo>
                      <a:lnTo>
                        <a:pt x="0" y="0"/>
                      </a:lnTo>
                      <a:lnTo>
                        <a:pt x="47563" y="0"/>
                      </a:lnTo>
                      <a:lnTo>
                        <a:pt x="47563" y="5703"/>
                      </a:lnTo>
                      <a:close/>
                      <a:moveTo>
                        <a:pt x="47563" y="24143"/>
                      </a:moveTo>
                      <a:lnTo>
                        <a:pt x="0" y="24143"/>
                      </a:lnTo>
                      <a:lnTo>
                        <a:pt x="0" y="18440"/>
                      </a:lnTo>
                      <a:lnTo>
                        <a:pt x="47563" y="18440"/>
                      </a:lnTo>
                      <a:lnTo>
                        <a:pt x="47563" y="24143"/>
                      </a:lnTo>
                      <a:close/>
                    </a:path>
                  </a:pathLst>
                </a:custGeom>
                <a:solidFill>
                  <a:srgbClr val="000000"/>
                </a:solidFill>
                <a:ln w="9506" cap="flat">
                  <a:noFill/>
                  <a:prstDash val="solid"/>
                  <a:miter/>
                </a:ln>
              </p:spPr>
              <p:txBody>
                <a:bodyPr rtlCol="0" anchor="ctr"/>
                <a:lstStyle/>
                <a:p>
                  <a:endParaRPr lang="en-US"/>
                </a:p>
              </p:txBody>
            </p:sp>
            <p:sp>
              <p:nvSpPr>
                <p:cNvPr id="43" name="Freeform 42">
                  <a:extLst>
                    <a:ext uri="{FF2B5EF4-FFF2-40B4-BE49-F238E27FC236}">
                      <a16:creationId xmlns:a16="http://schemas.microsoft.com/office/drawing/2014/main" id="{C1D61473-00C9-32DA-9F19-4011ED019353}"/>
                    </a:ext>
                  </a:extLst>
                </p:cNvPr>
                <p:cNvSpPr/>
                <p:nvPr/>
              </p:nvSpPr>
              <p:spPr>
                <a:xfrm>
                  <a:off x="7612300" y="2049154"/>
                  <a:ext cx="45469" cy="68531"/>
                </a:xfrm>
                <a:custGeom>
                  <a:avLst/>
                  <a:gdLst>
                    <a:gd name="connsiteX0" fmla="*/ 22830 w 45469"/>
                    <a:gd name="connsiteY0" fmla="*/ 380 h 68531"/>
                    <a:gd name="connsiteX1" fmla="*/ 31392 w 45469"/>
                    <a:gd name="connsiteY1" fmla="*/ 1806 h 68531"/>
                    <a:gd name="connsiteX2" fmla="*/ 37575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1094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090 w 45469"/>
                    <a:gd name="connsiteY16" fmla="*/ 10741 h 68531"/>
                    <a:gd name="connsiteX17" fmla="*/ 10939 w 45469"/>
                    <a:gd name="connsiteY17" fmla="*/ 2947 h 68531"/>
                    <a:gd name="connsiteX18" fmla="*/ 22640 w 45469"/>
                    <a:gd name="connsiteY18" fmla="*/ 0 h 68531"/>
                    <a:gd name="connsiteX19" fmla="*/ 39382 w 45469"/>
                    <a:gd name="connsiteY19" fmla="*/ 34408 h 68531"/>
                    <a:gd name="connsiteX20" fmla="*/ 38811 w 45469"/>
                    <a:gd name="connsiteY20" fmla="*/ 23858 h 68531"/>
                    <a:gd name="connsiteX21" fmla="*/ 36433 w 45469"/>
                    <a:gd name="connsiteY21" fmla="*/ 14543 h 68531"/>
                    <a:gd name="connsiteX22" fmla="*/ 31296 w 45469"/>
                    <a:gd name="connsiteY22" fmla="*/ 7984 h 68531"/>
                    <a:gd name="connsiteX23" fmla="*/ 22640 w 45469"/>
                    <a:gd name="connsiteY23" fmla="*/ 5513 h 68531"/>
                    <a:gd name="connsiteX24" fmla="*/ 14364 w 45469"/>
                    <a:gd name="connsiteY24" fmla="*/ 7984 h 68531"/>
                    <a:gd name="connsiteX25" fmla="*/ 9418 w 45469"/>
                    <a:gd name="connsiteY25" fmla="*/ 14733 h 68531"/>
                    <a:gd name="connsiteX26" fmla="*/ 6944 w 45469"/>
                    <a:gd name="connsiteY26" fmla="*/ 24238 h 68531"/>
                    <a:gd name="connsiteX27" fmla="*/ 6183 w 45469"/>
                    <a:gd name="connsiteY27" fmla="*/ 35074 h 68531"/>
                    <a:gd name="connsiteX28" fmla="*/ 6944 w 45469"/>
                    <a:gd name="connsiteY28" fmla="*/ 46765 h 68531"/>
                    <a:gd name="connsiteX29" fmla="*/ 9703 w 45469"/>
                    <a:gd name="connsiteY29" fmla="*/ 55699 h 68531"/>
                    <a:gd name="connsiteX30" fmla="*/ 14745 w 45469"/>
                    <a:gd name="connsiteY30" fmla="*/ 61403 h 68531"/>
                    <a:gd name="connsiteX31" fmla="*/ 22830 w 45469"/>
                    <a:gd name="connsiteY31" fmla="*/ 63494 h 68531"/>
                    <a:gd name="connsiteX32" fmla="*/ 31582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2" y="1806"/>
                      </a:cubicBezTo>
                      <a:cubicBezTo>
                        <a:pt x="33770" y="2756"/>
                        <a:pt x="35862" y="4182"/>
                        <a:pt x="37575" y="5798"/>
                      </a:cubicBezTo>
                      <a:cubicBezTo>
                        <a:pt x="39287" y="7509"/>
                        <a:pt x="40619" y="9505"/>
                        <a:pt x="41665" y="11786"/>
                      </a:cubicBezTo>
                      <a:cubicBezTo>
                        <a:pt x="42712" y="14067"/>
                        <a:pt x="43568"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2" y="55224"/>
                        <a:pt x="41094" y="58361"/>
                      </a:cubicBezTo>
                      <a:cubicBezTo>
                        <a:pt x="39382" y="61498"/>
                        <a:pt x="37099" y="63969"/>
                        <a:pt x="34150" y="65775"/>
                      </a:cubicBezTo>
                      <a:cubicBezTo>
                        <a:pt x="31201" y="67581"/>
                        <a:pt x="27491" y="68531"/>
                        <a:pt x="22830" y="68531"/>
                      </a:cubicBezTo>
                      <a:cubicBezTo>
                        <a:pt x="18169" y="68531"/>
                        <a:pt x="14364" y="67581"/>
                        <a:pt x="11415" y="65775"/>
                      </a:cubicBezTo>
                      <a:cubicBezTo>
                        <a:pt x="8466" y="63969"/>
                        <a:pt x="6183" y="61403"/>
                        <a:pt x="4471" y="58266"/>
                      </a:cubicBezTo>
                      <a:cubicBezTo>
                        <a:pt x="2759" y="55129"/>
                        <a:pt x="1617" y="51517"/>
                        <a:pt x="951" y="47335"/>
                      </a:cubicBezTo>
                      <a:cubicBezTo>
                        <a:pt x="285" y="43153"/>
                        <a:pt x="0" y="38781"/>
                        <a:pt x="0" y="34123"/>
                      </a:cubicBezTo>
                      <a:cubicBezTo>
                        <a:pt x="0" y="29846"/>
                        <a:pt x="285" y="25759"/>
                        <a:pt x="856" y="21671"/>
                      </a:cubicBezTo>
                      <a:cubicBezTo>
                        <a:pt x="1427" y="17584"/>
                        <a:pt x="2473" y="13972"/>
                        <a:pt x="4090" y="10741"/>
                      </a:cubicBezTo>
                      <a:cubicBezTo>
                        <a:pt x="5708" y="7509"/>
                        <a:pt x="7991" y="4943"/>
                        <a:pt x="10939" y="2947"/>
                      </a:cubicBezTo>
                      <a:cubicBezTo>
                        <a:pt x="13888" y="951"/>
                        <a:pt x="17788" y="0"/>
                        <a:pt x="22640" y="0"/>
                      </a:cubicBezTo>
                      <a:close/>
                      <a:moveTo>
                        <a:pt x="39382" y="34408"/>
                      </a:moveTo>
                      <a:cubicBezTo>
                        <a:pt x="39382" y="30796"/>
                        <a:pt x="39192" y="27279"/>
                        <a:pt x="38811" y="23858"/>
                      </a:cubicBezTo>
                      <a:cubicBezTo>
                        <a:pt x="38431" y="20436"/>
                        <a:pt x="37575" y="17299"/>
                        <a:pt x="36433" y="14543"/>
                      </a:cubicBezTo>
                      <a:cubicBezTo>
                        <a:pt x="35197" y="11786"/>
                        <a:pt x="33484" y="9600"/>
                        <a:pt x="31296" y="7984"/>
                      </a:cubicBezTo>
                      <a:cubicBezTo>
                        <a:pt x="29108" y="6368"/>
                        <a:pt x="26255" y="5513"/>
                        <a:pt x="22640" y="5513"/>
                      </a:cubicBezTo>
                      <a:cubicBezTo>
                        <a:pt x="19310" y="5513"/>
                        <a:pt x="16552" y="6368"/>
                        <a:pt x="14364" y="7984"/>
                      </a:cubicBezTo>
                      <a:cubicBezTo>
                        <a:pt x="12271" y="9695"/>
                        <a:pt x="10559" y="11881"/>
                        <a:pt x="9418" y="14733"/>
                      </a:cubicBezTo>
                      <a:cubicBezTo>
                        <a:pt x="8181" y="17489"/>
                        <a:pt x="7420" y="20721"/>
                        <a:pt x="6944" y="24238"/>
                      </a:cubicBezTo>
                      <a:cubicBezTo>
                        <a:pt x="6468" y="27755"/>
                        <a:pt x="6183" y="31367"/>
                        <a:pt x="6183" y="35074"/>
                      </a:cubicBezTo>
                      <a:cubicBezTo>
                        <a:pt x="6183" y="39351"/>
                        <a:pt x="6468" y="43248"/>
                        <a:pt x="6944" y="46765"/>
                      </a:cubicBezTo>
                      <a:cubicBezTo>
                        <a:pt x="7420" y="50282"/>
                        <a:pt x="8371" y="53323"/>
                        <a:pt x="9703" y="55699"/>
                      </a:cubicBezTo>
                      <a:cubicBezTo>
                        <a:pt x="10939" y="58171"/>
                        <a:pt x="12652" y="60072"/>
                        <a:pt x="14745" y="61403"/>
                      </a:cubicBezTo>
                      <a:cubicBezTo>
                        <a:pt x="16837" y="62733"/>
                        <a:pt x="19596" y="63494"/>
                        <a:pt x="22830" y="63494"/>
                      </a:cubicBezTo>
                      <a:cubicBezTo>
                        <a:pt x="26445" y="63494"/>
                        <a:pt x="29299" y="62638"/>
                        <a:pt x="31582" y="60832"/>
                      </a:cubicBezTo>
                      <a:cubicBezTo>
                        <a:pt x="33770" y="59026"/>
                        <a:pt x="35387" y="56745"/>
                        <a:pt x="36528" y="53989"/>
                      </a:cubicBezTo>
                      <a:cubicBezTo>
                        <a:pt x="37670" y="51232"/>
                        <a:pt x="38431" y="48095"/>
                        <a:pt x="38811" y="44579"/>
                      </a:cubicBezTo>
                      <a:cubicBezTo>
                        <a:pt x="39192" y="41062"/>
                        <a:pt x="39382" y="37640"/>
                        <a:pt x="39382" y="34313"/>
                      </a:cubicBezTo>
                      <a:close/>
                    </a:path>
                  </a:pathLst>
                </a:custGeom>
                <a:solidFill>
                  <a:srgbClr val="000000"/>
                </a:solidFill>
                <a:ln w="9506" cap="flat">
                  <a:noFill/>
                  <a:prstDash val="solid"/>
                  <a:miter/>
                </a:ln>
              </p:spPr>
              <p:txBody>
                <a:bodyPr rtlCol="0" anchor="ctr"/>
                <a:lstStyle/>
                <a:p>
                  <a:endParaRPr lang="en-US"/>
                </a:p>
              </p:txBody>
            </p:sp>
            <p:sp>
              <p:nvSpPr>
                <p:cNvPr id="44" name="Freeform 43">
                  <a:extLst>
                    <a:ext uri="{FF2B5EF4-FFF2-40B4-BE49-F238E27FC236}">
                      <a16:creationId xmlns:a16="http://schemas.microsoft.com/office/drawing/2014/main" id="{6751E064-DCB3-64EB-F7F4-A503C0723553}"/>
                    </a:ext>
                  </a:extLst>
                </p:cNvPr>
                <p:cNvSpPr/>
                <p:nvPr/>
              </p:nvSpPr>
              <p:spPr>
                <a:xfrm>
                  <a:off x="7671278" y="2108180"/>
                  <a:ext cx="6943" cy="8364"/>
                </a:xfrm>
                <a:custGeom>
                  <a:avLst/>
                  <a:gdLst>
                    <a:gd name="connsiteX0" fmla="*/ 0 w 6943"/>
                    <a:gd name="connsiteY0" fmla="*/ 8364 h 8364"/>
                    <a:gd name="connsiteX1" fmla="*/ 0 w 6943"/>
                    <a:gd name="connsiteY1" fmla="*/ 0 h 8364"/>
                    <a:gd name="connsiteX2" fmla="*/ 6944 w 6943"/>
                    <a:gd name="connsiteY2" fmla="*/ 0 h 8364"/>
                    <a:gd name="connsiteX3" fmla="*/ 6944 w 6943"/>
                    <a:gd name="connsiteY3" fmla="*/ 8364 h 8364"/>
                    <a:gd name="connsiteX4" fmla="*/ 0 w 6943"/>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3" h="8364">
                      <a:moveTo>
                        <a:pt x="0" y="8364"/>
                      </a:moveTo>
                      <a:lnTo>
                        <a:pt x="0" y="0"/>
                      </a:lnTo>
                      <a:lnTo>
                        <a:pt x="6944" y="0"/>
                      </a:lnTo>
                      <a:lnTo>
                        <a:pt x="6944" y="8364"/>
                      </a:lnTo>
                      <a:lnTo>
                        <a:pt x="0" y="8364"/>
                      </a:lnTo>
                      <a:close/>
                    </a:path>
                  </a:pathLst>
                </a:custGeom>
                <a:solidFill>
                  <a:srgbClr val="000000"/>
                </a:solidFill>
                <a:ln w="9506" cap="flat">
                  <a:noFill/>
                  <a:prstDash val="solid"/>
                  <a:miter/>
                </a:ln>
              </p:spPr>
              <p:txBody>
                <a:bodyPr rtlCol="0" anchor="ctr"/>
                <a:lstStyle/>
                <a:p>
                  <a:endParaRPr lang="en-US"/>
                </a:p>
              </p:txBody>
            </p:sp>
            <p:sp>
              <p:nvSpPr>
                <p:cNvPr id="45" name="Freeform 44">
                  <a:extLst>
                    <a:ext uri="{FF2B5EF4-FFF2-40B4-BE49-F238E27FC236}">
                      <a16:creationId xmlns:a16="http://schemas.microsoft.com/office/drawing/2014/main" id="{5FC51B31-1558-37E4-B81D-09C150D52601}"/>
                    </a:ext>
                  </a:extLst>
                </p:cNvPr>
                <p:cNvSpPr/>
                <p:nvPr/>
              </p:nvSpPr>
              <p:spPr>
                <a:xfrm>
                  <a:off x="7691159" y="2049439"/>
                  <a:ext cx="45469" cy="68341"/>
                </a:xfrm>
                <a:custGeom>
                  <a:avLst/>
                  <a:gdLst>
                    <a:gd name="connsiteX0" fmla="*/ 17884 w 45469"/>
                    <a:gd name="connsiteY0" fmla="*/ 29846 h 68341"/>
                    <a:gd name="connsiteX1" fmla="*/ 25684 w 45469"/>
                    <a:gd name="connsiteY1" fmla="*/ 29276 h 68341"/>
                    <a:gd name="connsiteX2" fmla="*/ 31677 w 45469"/>
                    <a:gd name="connsiteY2" fmla="*/ 27279 h 68341"/>
                    <a:gd name="connsiteX3" fmla="*/ 35672 w 45469"/>
                    <a:gd name="connsiteY3" fmla="*/ 23287 h 68341"/>
                    <a:gd name="connsiteX4" fmla="*/ 37099 w 45469"/>
                    <a:gd name="connsiteY4" fmla="*/ 16919 h 68341"/>
                    <a:gd name="connsiteX5" fmla="*/ 35957 w 45469"/>
                    <a:gd name="connsiteY5" fmla="*/ 11596 h 68341"/>
                    <a:gd name="connsiteX6" fmla="*/ 32818 w 45469"/>
                    <a:gd name="connsiteY6" fmla="*/ 7889 h 68341"/>
                    <a:gd name="connsiteX7" fmla="*/ 28252 w 45469"/>
                    <a:gd name="connsiteY7" fmla="*/ 5798 h 68341"/>
                    <a:gd name="connsiteX8" fmla="*/ 22830 w 45469"/>
                    <a:gd name="connsiteY8" fmla="*/ 5133 h 68341"/>
                    <a:gd name="connsiteX9" fmla="*/ 16932 w 45469"/>
                    <a:gd name="connsiteY9" fmla="*/ 6178 h 68341"/>
                    <a:gd name="connsiteX10" fmla="*/ 12366 w 45469"/>
                    <a:gd name="connsiteY10" fmla="*/ 9125 h 68341"/>
                    <a:gd name="connsiteX11" fmla="*/ 9417 w 45469"/>
                    <a:gd name="connsiteY11" fmla="*/ 13687 h 68341"/>
                    <a:gd name="connsiteX12" fmla="*/ 8371 w 45469"/>
                    <a:gd name="connsiteY12" fmla="*/ 19390 h 68341"/>
                    <a:gd name="connsiteX13" fmla="*/ 2283 w 45469"/>
                    <a:gd name="connsiteY13" fmla="*/ 19390 h 68341"/>
                    <a:gd name="connsiteX14" fmla="*/ 3900 w 45469"/>
                    <a:gd name="connsiteY14" fmla="*/ 11121 h 68341"/>
                    <a:gd name="connsiteX15" fmla="*/ 8751 w 45469"/>
                    <a:gd name="connsiteY15" fmla="*/ 4372 h 68341"/>
                    <a:gd name="connsiteX16" fmla="*/ 15886 w 45469"/>
                    <a:gd name="connsiteY16" fmla="*/ 760 h 68341"/>
                    <a:gd name="connsiteX17" fmla="*/ 24067 w 45469"/>
                    <a:gd name="connsiteY17" fmla="*/ 0 h 68341"/>
                    <a:gd name="connsiteX18" fmla="*/ 31487 w 45469"/>
                    <a:gd name="connsiteY18" fmla="*/ 951 h 68341"/>
                    <a:gd name="connsiteX19" fmla="*/ 37575 w 45469"/>
                    <a:gd name="connsiteY19" fmla="*/ 3992 h 68341"/>
                    <a:gd name="connsiteX20" fmla="*/ 41665 w 45469"/>
                    <a:gd name="connsiteY20" fmla="*/ 9125 h 68341"/>
                    <a:gd name="connsiteX21" fmla="*/ 43187 w 45469"/>
                    <a:gd name="connsiteY21" fmla="*/ 16444 h 68341"/>
                    <a:gd name="connsiteX22" fmla="*/ 40809 w 45469"/>
                    <a:gd name="connsiteY22" fmla="*/ 25473 h 68341"/>
                    <a:gd name="connsiteX23" fmla="*/ 33675 w 45469"/>
                    <a:gd name="connsiteY23" fmla="*/ 31367 h 68341"/>
                    <a:gd name="connsiteX24" fmla="*/ 39572 w 45469"/>
                    <a:gd name="connsiteY24" fmla="*/ 34408 h 68341"/>
                    <a:gd name="connsiteX25" fmla="*/ 43187 w 45469"/>
                    <a:gd name="connsiteY25" fmla="*/ 38495 h 68341"/>
                    <a:gd name="connsiteX26" fmla="*/ 44994 w 45469"/>
                    <a:gd name="connsiteY26" fmla="*/ 43248 h 68341"/>
                    <a:gd name="connsiteX27" fmla="*/ 45470 w 45469"/>
                    <a:gd name="connsiteY27" fmla="*/ 48000 h 68341"/>
                    <a:gd name="connsiteX28" fmla="*/ 44043 w 45469"/>
                    <a:gd name="connsiteY28" fmla="*/ 55795 h 68341"/>
                    <a:gd name="connsiteX29" fmla="*/ 39858 w 45469"/>
                    <a:gd name="connsiteY29" fmla="*/ 62163 h 68341"/>
                    <a:gd name="connsiteX30" fmla="*/ 33104 w 45469"/>
                    <a:gd name="connsiteY30" fmla="*/ 66535 h 68341"/>
                    <a:gd name="connsiteX31" fmla="*/ 23877 w 45469"/>
                    <a:gd name="connsiteY31" fmla="*/ 68341 h 68341"/>
                    <a:gd name="connsiteX32" fmla="*/ 13793 w 45469"/>
                    <a:gd name="connsiteY32" fmla="*/ 67296 h 68341"/>
                    <a:gd name="connsiteX33" fmla="*/ 6659 w 45469"/>
                    <a:gd name="connsiteY33" fmla="*/ 63874 h 68341"/>
                    <a:gd name="connsiteX34" fmla="*/ 2188 w 45469"/>
                    <a:gd name="connsiteY34" fmla="*/ 57505 h 68341"/>
                    <a:gd name="connsiteX35" fmla="*/ 0 w 45469"/>
                    <a:gd name="connsiteY35" fmla="*/ 47620 h 68341"/>
                    <a:gd name="connsiteX36" fmla="*/ 6088 w 45469"/>
                    <a:gd name="connsiteY36" fmla="*/ 47620 h 68341"/>
                    <a:gd name="connsiteX37" fmla="*/ 10654 w 45469"/>
                    <a:gd name="connsiteY37" fmla="*/ 59311 h 68341"/>
                    <a:gd name="connsiteX38" fmla="*/ 22735 w 45469"/>
                    <a:gd name="connsiteY38" fmla="*/ 63304 h 68341"/>
                    <a:gd name="connsiteX39" fmla="*/ 29489 w 45469"/>
                    <a:gd name="connsiteY39" fmla="*/ 62068 h 68341"/>
                    <a:gd name="connsiteX40" fmla="*/ 34816 w 45469"/>
                    <a:gd name="connsiteY40" fmla="*/ 58741 h 68341"/>
                    <a:gd name="connsiteX41" fmla="*/ 38240 w 45469"/>
                    <a:gd name="connsiteY41" fmla="*/ 53894 h 68341"/>
                    <a:gd name="connsiteX42" fmla="*/ 39382 w 45469"/>
                    <a:gd name="connsiteY42" fmla="*/ 48191 h 68341"/>
                    <a:gd name="connsiteX43" fmla="*/ 37479 w 45469"/>
                    <a:gd name="connsiteY43" fmla="*/ 41442 h 68341"/>
                    <a:gd name="connsiteX44" fmla="*/ 32818 w 45469"/>
                    <a:gd name="connsiteY44" fmla="*/ 37165 h 68341"/>
                    <a:gd name="connsiteX45" fmla="*/ 26064 w 45469"/>
                    <a:gd name="connsiteY45" fmla="*/ 35074 h 68341"/>
                    <a:gd name="connsiteX46" fmla="*/ 17788 w 45469"/>
                    <a:gd name="connsiteY46" fmla="*/ 34883 h 68341"/>
                    <a:gd name="connsiteX47" fmla="*/ 17788 w 45469"/>
                    <a:gd name="connsiteY47" fmla="*/ 29941 h 683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45469" h="68341">
                      <a:moveTo>
                        <a:pt x="17884" y="29846"/>
                      </a:moveTo>
                      <a:cubicBezTo>
                        <a:pt x="20737" y="29846"/>
                        <a:pt x="23306" y="29656"/>
                        <a:pt x="25684" y="29276"/>
                      </a:cubicBezTo>
                      <a:cubicBezTo>
                        <a:pt x="28062" y="28895"/>
                        <a:pt x="30060" y="28230"/>
                        <a:pt x="31677" y="27279"/>
                      </a:cubicBezTo>
                      <a:cubicBezTo>
                        <a:pt x="33389" y="26329"/>
                        <a:pt x="34721" y="24998"/>
                        <a:pt x="35672" y="23287"/>
                      </a:cubicBezTo>
                      <a:cubicBezTo>
                        <a:pt x="36623" y="21576"/>
                        <a:pt x="37099" y="19485"/>
                        <a:pt x="37099" y="16919"/>
                      </a:cubicBezTo>
                      <a:cubicBezTo>
                        <a:pt x="37099" y="14828"/>
                        <a:pt x="36718" y="13022"/>
                        <a:pt x="35957" y="11596"/>
                      </a:cubicBezTo>
                      <a:cubicBezTo>
                        <a:pt x="35197" y="10170"/>
                        <a:pt x="34150" y="8840"/>
                        <a:pt x="32818" y="7889"/>
                      </a:cubicBezTo>
                      <a:cubicBezTo>
                        <a:pt x="31487" y="6939"/>
                        <a:pt x="29964" y="6273"/>
                        <a:pt x="28252" y="5798"/>
                      </a:cubicBezTo>
                      <a:cubicBezTo>
                        <a:pt x="26540" y="5323"/>
                        <a:pt x="24637" y="5133"/>
                        <a:pt x="22830" y="5133"/>
                      </a:cubicBezTo>
                      <a:cubicBezTo>
                        <a:pt x="20642" y="5133"/>
                        <a:pt x="18740" y="5513"/>
                        <a:pt x="16932" y="6178"/>
                      </a:cubicBezTo>
                      <a:cubicBezTo>
                        <a:pt x="15220" y="6844"/>
                        <a:pt x="13698" y="7889"/>
                        <a:pt x="12366" y="9125"/>
                      </a:cubicBezTo>
                      <a:cubicBezTo>
                        <a:pt x="11130" y="10456"/>
                        <a:pt x="10083" y="11976"/>
                        <a:pt x="9417" y="13687"/>
                      </a:cubicBezTo>
                      <a:cubicBezTo>
                        <a:pt x="8751" y="15398"/>
                        <a:pt x="8371" y="17299"/>
                        <a:pt x="8371" y="19390"/>
                      </a:cubicBezTo>
                      <a:lnTo>
                        <a:pt x="2283" y="19390"/>
                      </a:lnTo>
                      <a:cubicBezTo>
                        <a:pt x="2283" y="16349"/>
                        <a:pt x="2759" y="13592"/>
                        <a:pt x="3900" y="11121"/>
                      </a:cubicBezTo>
                      <a:cubicBezTo>
                        <a:pt x="4946" y="8650"/>
                        <a:pt x="6564" y="6463"/>
                        <a:pt x="8751" y="4372"/>
                      </a:cubicBezTo>
                      <a:cubicBezTo>
                        <a:pt x="10844" y="2471"/>
                        <a:pt x="13222" y="1236"/>
                        <a:pt x="15886" y="760"/>
                      </a:cubicBezTo>
                      <a:cubicBezTo>
                        <a:pt x="18550" y="285"/>
                        <a:pt x="21213" y="0"/>
                        <a:pt x="24067" y="0"/>
                      </a:cubicBezTo>
                      <a:cubicBezTo>
                        <a:pt x="26920" y="0"/>
                        <a:pt x="29204" y="285"/>
                        <a:pt x="31487" y="951"/>
                      </a:cubicBezTo>
                      <a:cubicBezTo>
                        <a:pt x="33769" y="1616"/>
                        <a:pt x="35862" y="2661"/>
                        <a:pt x="37575" y="3992"/>
                      </a:cubicBezTo>
                      <a:cubicBezTo>
                        <a:pt x="39287" y="5323"/>
                        <a:pt x="40618" y="7129"/>
                        <a:pt x="41665" y="9125"/>
                      </a:cubicBezTo>
                      <a:cubicBezTo>
                        <a:pt x="42711" y="11216"/>
                        <a:pt x="43187" y="13687"/>
                        <a:pt x="43187" y="16444"/>
                      </a:cubicBezTo>
                      <a:cubicBezTo>
                        <a:pt x="43187" y="19961"/>
                        <a:pt x="42426" y="22907"/>
                        <a:pt x="40809" y="25473"/>
                      </a:cubicBezTo>
                      <a:cubicBezTo>
                        <a:pt x="39192" y="28040"/>
                        <a:pt x="36814" y="29941"/>
                        <a:pt x="33675" y="31367"/>
                      </a:cubicBezTo>
                      <a:cubicBezTo>
                        <a:pt x="36053" y="32127"/>
                        <a:pt x="38050" y="33173"/>
                        <a:pt x="39572" y="34408"/>
                      </a:cubicBezTo>
                      <a:cubicBezTo>
                        <a:pt x="41094" y="35644"/>
                        <a:pt x="42331" y="36975"/>
                        <a:pt x="43187" y="38495"/>
                      </a:cubicBezTo>
                      <a:cubicBezTo>
                        <a:pt x="44043" y="40016"/>
                        <a:pt x="44709" y="41537"/>
                        <a:pt x="44994" y="43248"/>
                      </a:cubicBezTo>
                      <a:cubicBezTo>
                        <a:pt x="45280" y="44864"/>
                        <a:pt x="45470" y="46480"/>
                        <a:pt x="45470" y="48000"/>
                      </a:cubicBezTo>
                      <a:cubicBezTo>
                        <a:pt x="45470" y="50757"/>
                        <a:pt x="44994" y="53418"/>
                        <a:pt x="44043" y="55795"/>
                      </a:cubicBezTo>
                      <a:cubicBezTo>
                        <a:pt x="43092" y="58171"/>
                        <a:pt x="41665" y="60357"/>
                        <a:pt x="39858" y="62163"/>
                      </a:cubicBezTo>
                      <a:cubicBezTo>
                        <a:pt x="38050" y="63969"/>
                        <a:pt x="35767" y="65490"/>
                        <a:pt x="33104" y="66535"/>
                      </a:cubicBezTo>
                      <a:cubicBezTo>
                        <a:pt x="30440" y="67676"/>
                        <a:pt x="27301" y="68246"/>
                        <a:pt x="23877" y="68341"/>
                      </a:cubicBezTo>
                      <a:cubicBezTo>
                        <a:pt x="19976" y="68341"/>
                        <a:pt x="16647" y="67961"/>
                        <a:pt x="13793" y="67296"/>
                      </a:cubicBezTo>
                      <a:cubicBezTo>
                        <a:pt x="10939" y="66630"/>
                        <a:pt x="8561" y="65490"/>
                        <a:pt x="6659" y="63874"/>
                      </a:cubicBezTo>
                      <a:cubicBezTo>
                        <a:pt x="4756" y="62258"/>
                        <a:pt x="3234" y="60167"/>
                        <a:pt x="2188" y="57505"/>
                      </a:cubicBezTo>
                      <a:cubicBezTo>
                        <a:pt x="1141" y="54844"/>
                        <a:pt x="381" y="51612"/>
                        <a:pt x="0" y="47620"/>
                      </a:cubicBezTo>
                      <a:lnTo>
                        <a:pt x="6088" y="47620"/>
                      </a:lnTo>
                      <a:cubicBezTo>
                        <a:pt x="6088" y="52753"/>
                        <a:pt x="7610" y="56650"/>
                        <a:pt x="10654" y="59311"/>
                      </a:cubicBezTo>
                      <a:cubicBezTo>
                        <a:pt x="13698" y="61973"/>
                        <a:pt x="17788" y="63304"/>
                        <a:pt x="22735" y="63304"/>
                      </a:cubicBezTo>
                      <a:cubicBezTo>
                        <a:pt x="25113" y="63304"/>
                        <a:pt x="27396" y="62923"/>
                        <a:pt x="29489" y="62068"/>
                      </a:cubicBezTo>
                      <a:cubicBezTo>
                        <a:pt x="31582" y="61212"/>
                        <a:pt x="33389" y="60167"/>
                        <a:pt x="34816" y="58741"/>
                      </a:cubicBezTo>
                      <a:cubicBezTo>
                        <a:pt x="36243" y="57315"/>
                        <a:pt x="37479" y="55699"/>
                        <a:pt x="38240" y="53894"/>
                      </a:cubicBezTo>
                      <a:cubicBezTo>
                        <a:pt x="39002" y="52088"/>
                        <a:pt x="39382" y="50187"/>
                        <a:pt x="39382" y="48191"/>
                      </a:cubicBezTo>
                      <a:cubicBezTo>
                        <a:pt x="39287" y="45434"/>
                        <a:pt x="38621" y="43248"/>
                        <a:pt x="37479" y="41442"/>
                      </a:cubicBezTo>
                      <a:cubicBezTo>
                        <a:pt x="36338" y="39636"/>
                        <a:pt x="34816" y="38210"/>
                        <a:pt x="32818" y="37165"/>
                      </a:cubicBezTo>
                      <a:cubicBezTo>
                        <a:pt x="30916" y="36119"/>
                        <a:pt x="28633" y="35454"/>
                        <a:pt x="26064" y="35074"/>
                      </a:cubicBezTo>
                      <a:cubicBezTo>
                        <a:pt x="23496" y="34693"/>
                        <a:pt x="20737" y="34693"/>
                        <a:pt x="17788" y="34883"/>
                      </a:cubicBezTo>
                      <a:lnTo>
                        <a:pt x="17788" y="29941"/>
                      </a:lnTo>
                      <a:close/>
                    </a:path>
                  </a:pathLst>
                </a:custGeom>
                <a:solidFill>
                  <a:srgbClr val="000000"/>
                </a:solidFill>
                <a:ln w="9506" cap="flat">
                  <a:noFill/>
                  <a:prstDash val="solid"/>
                  <a:miter/>
                </a:ln>
              </p:spPr>
              <p:txBody>
                <a:bodyPr rtlCol="0" anchor="ctr"/>
                <a:lstStyle/>
                <a:p>
                  <a:endParaRPr lang="en-US"/>
                </a:p>
              </p:txBody>
            </p:sp>
            <p:sp>
              <p:nvSpPr>
                <p:cNvPr id="46" name="Freeform 45">
                  <a:extLst>
                    <a:ext uri="{FF2B5EF4-FFF2-40B4-BE49-F238E27FC236}">
                      <a16:creationId xmlns:a16="http://schemas.microsoft.com/office/drawing/2014/main" id="{1A29D203-3C72-7470-E50D-D4873017B11E}"/>
                    </a:ext>
                  </a:extLst>
                </p:cNvPr>
                <p:cNvSpPr/>
                <p:nvPr/>
              </p:nvSpPr>
              <p:spPr>
                <a:xfrm>
                  <a:off x="7744619" y="2049724"/>
                  <a:ext cx="45184" cy="68436"/>
                </a:xfrm>
                <a:custGeom>
                  <a:avLst/>
                  <a:gdLst>
                    <a:gd name="connsiteX0" fmla="*/ 7515 w 45184"/>
                    <a:gd name="connsiteY0" fmla="*/ 52088 h 68436"/>
                    <a:gd name="connsiteX1" fmla="*/ 11795 w 45184"/>
                    <a:gd name="connsiteY1" fmla="*/ 60262 h 68436"/>
                    <a:gd name="connsiteX2" fmla="*/ 20547 w 45184"/>
                    <a:gd name="connsiteY2" fmla="*/ 63018 h 68436"/>
                    <a:gd name="connsiteX3" fmla="*/ 30060 w 45184"/>
                    <a:gd name="connsiteY3" fmla="*/ 60072 h 68436"/>
                    <a:gd name="connsiteX4" fmla="*/ 35577 w 45184"/>
                    <a:gd name="connsiteY4" fmla="*/ 52658 h 68436"/>
                    <a:gd name="connsiteX5" fmla="*/ 38240 w 45184"/>
                    <a:gd name="connsiteY5" fmla="*/ 43058 h 68436"/>
                    <a:gd name="connsiteX6" fmla="*/ 39097 w 45184"/>
                    <a:gd name="connsiteY6" fmla="*/ 33363 h 68436"/>
                    <a:gd name="connsiteX7" fmla="*/ 38906 w 45184"/>
                    <a:gd name="connsiteY7" fmla="*/ 33173 h 68436"/>
                    <a:gd name="connsiteX8" fmla="*/ 31391 w 45184"/>
                    <a:gd name="connsiteY8" fmla="*/ 40967 h 68436"/>
                    <a:gd name="connsiteX9" fmla="*/ 20833 w 45184"/>
                    <a:gd name="connsiteY9" fmla="*/ 43628 h 68436"/>
                    <a:gd name="connsiteX10" fmla="*/ 12271 w 45184"/>
                    <a:gd name="connsiteY10" fmla="*/ 42107 h 68436"/>
                    <a:gd name="connsiteX11" fmla="*/ 5708 w 45184"/>
                    <a:gd name="connsiteY11" fmla="*/ 37735 h 68436"/>
                    <a:gd name="connsiteX12" fmla="*/ 1522 w 45184"/>
                    <a:gd name="connsiteY12" fmla="*/ 30891 h 68436"/>
                    <a:gd name="connsiteX13" fmla="*/ 0 w 45184"/>
                    <a:gd name="connsiteY13" fmla="*/ 22052 h 68436"/>
                    <a:gd name="connsiteX14" fmla="*/ 1332 w 45184"/>
                    <a:gd name="connsiteY14" fmla="*/ 13307 h 68436"/>
                    <a:gd name="connsiteX15" fmla="*/ 5327 w 45184"/>
                    <a:gd name="connsiteY15" fmla="*/ 6273 h 68436"/>
                    <a:gd name="connsiteX16" fmla="*/ 12081 w 45184"/>
                    <a:gd name="connsiteY16" fmla="*/ 1616 h 68436"/>
                    <a:gd name="connsiteX17" fmla="*/ 21593 w 45184"/>
                    <a:gd name="connsiteY17" fmla="*/ 0 h 68436"/>
                    <a:gd name="connsiteX18" fmla="*/ 32913 w 45184"/>
                    <a:gd name="connsiteY18" fmla="*/ 2661 h 68436"/>
                    <a:gd name="connsiteX19" fmla="*/ 40143 w 45184"/>
                    <a:gd name="connsiteY19" fmla="*/ 9885 h 68436"/>
                    <a:gd name="connsiteX20" fmla="*/ 44043 w 45184"/>
                    <a:gd name="connsiteY20" fmla="*/ 20626 h 68436"/>
                    <a:gd name="connsiteX21" fmla="*/ 45185 w 45184"/>
                    <a:gd name="connsiteY21" fmla="*/ 33838 h 68436"/>
                    <a:gd name="connsiteX22" fmla="*/ 43377 w 45184"/>
                    <a:gd name="connsiteY22" fmla="*/ 48856 h 68436"/>
                    <a:gd name="connsiteX23" fmla="*/ 38240 w 45184"/>
                    <a:gd name="connsiteY23" fmla="*/ 59692 h 68436"/>
                    <a:gd name="connsiteX24" fmla="*/ 30535 w 45184"/>
                    <a:gd name="connsiteY24" fmla="*/ 66250 h 68436"/>
                    <a:gd name="connsiteX25" fmla="*/ 20737 w 45184"/>
                    <a:gd name="connsiteY25" fmla="*/ 68436 h 68436"/>
                    <a:gd name="connsiteX26" fmla="*/ 13413 w 45184"/>
                    <a:gd name="connsiteY26" fmla="*/ 67486 h 68436"/>
                    <a:gd name="connsiteX27" fmla="*/ 7420 w 45184"/>
                    <a:gd name="connsiteY27" fmla="*/ 64539 h 68436"/>
                    <a:gd name="connsiteX28" fmla="*/ 3234 w 45184"/>
                    <a:gd name="connsiteY28" fmla="*/ 59501 h 68436"/>
                    <a:gd name="connsiteX29" fmla="*/ 1237 w 45184"/>
                    <a:gd name="connsiteY29" fmla="*/ 52373 h 68436"/>
                    <a:gd name="connsiteX30" fmla="*/ 7420 w 45184"/>
                    <a:gd name="connsiteY30" fmla="*/ 52373 h 68436"/>
                    <a:gd name="connsiteX31" fmla="*/ 21784 w 45184"/>
                    <a:gd name="connsiteY31" fmla="*/ 4943 h 68436"/>
                    <a:gd name="connsiteX32" fmla="*/ 10178 w 45184"/>
                    <a:gd name="connsiteY32" fmla="*/ 9695 h 68436"/>
                    <a:gd name="connsiteX33" fmla="*/ 6278 w 45184"/>
                    <a:gd name="connsiteY33" fmla="*/ 22147 h 68436"/>
                    <a:gd name="connsiteX34" fmla="*/ 10274 w 45184"/>
                    <a:gd name="connsiteY34" fmla="*/ 34123 h 68436"/>
                    <a:gd name="connsiteX35" fmla="*/ 21784 w 45184"/>
                    <a:gd name="connsiteY35" fmla="*/ 38400 h 68436"/>
                    <a:gd name="connsiteX36" fmla="*/ 28157 w 45184"/>
                    <a:gd name="connsiteY36" fmla="*/ 37070 h 68436"/>
                    <a:gd name="connsiteX37" fmla="*/ 32913 w 45184"/>
                    <a:gd name="connsiteY37" fmla="*/ 33458 h 68436"/>
                    <a:gd name="connsiteX38" fmla="*/ 35862 w 45184"/>
                    <a:gd name="connsiteY38" fmla="*/ 28135 h 68436"/>
                    <a:gd name="connsiteX39" fmla="*/ 36814 w 45184"/>
                    <a:gd name="connsiteY39" fmla="*/ 21671 h 68436"/>
                    <a:gd name="connsiteX40" fmla="*/ 32818 w 45184"/>
                    <a:gd name="connsiteY40" fmla="*/ 9695 h 68436"/>
                    <a:gd name="connsiteX41" fmla="*/ 21784 w 45184"/>
                    <a:gd name="connsiteY41" fmla="*/ 4943 h 68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45184" h="68436">
                      <a:moveTo>
                        <a:pt x="7515" y="52088"/>
                      </a:moveTo>
                      <a:cubicBezTo>
                        <a:pt x="8181" y="55699"/>
                        <a:pt x="9608" y="58456"/>
                        <a:pt x="11795" y="60262"/>
                      </a:cubicBezTo>
                      <a:cubicBezTo>
                        <a:pt x="13983" y="62068"/>
                        <a:pt x="16837" y="63018"/>
                        <a:pt x="20547" y="63018"/>
                      </a:cubicBezTo>
                      <a:cubicBezTo>
                        <a:pt x="24543" y="63018"/>
                        <a:pt x="27682" y="62068"/>
                        <a:pt x="30060" y="60072"/>
                      </a:cubicBezTo>
                      <a:cubicBezTo>
                        <a:pt x="32438" y="58076"/>
                        <a:pt x="34245" y="55604"/>
                        <a:pt x="35577" y="52658"/>
                      </a:cubicBezTo>
                      <a:cubicBezTo>
                        <a:pt x="36909" y="49711"/>
                        <a:pt x="37765" y="46480"/>
                        <a:pt x="38240" y="43058"/>
                      </a:cubicBezTo>
                      <a:cubicBezTo>
                        <a:pt x="38716" y="39636"/>
                        <a:pt x="39002" y="36309"/>
                        <a:pt x="39097" y="33363"/>
                      </a:cubicBezTo>
                      <a:lnTo>
                        <a:pt x="38906" y="33173"/>
                      </a:lnTo>
                      <a:cubicBezTo>
                        <a:pt x="36909" y="36594"/>
                        <a:pt x="34340" y="39161"/>
                        <a:pt x="31391" y="40967"/>
                      </a:cubicBezTo>
                      <a:cubicBezTo>
                        <a:pt x="28348" y="42773"/>
                        <a:pt x="24828" y="43628"/>
                        <a:pt x="20833" y="43628"/>
                      </a:cubicBezTo>
                      <a:cubicBezTo>
                        <a:pt x="17693" y="43628"/>
                        <a:pt x="14840" y="43153"/>
                        <a:pt x="12271" y="42107"/>
                      </a:cubicBezTo>
                      <a:cubicBezTo>
                        <a:pt x="9703" y="41062"/>
                        <a:pt x="7515" y="39636"/>
                        <a:pt x="5708" y="37735"/>
                      </a:cubicBezTo>
                      <a:cubicBezTo>
                        <a:pt x="3900" y="35834"/>
                        <a:pt x="2473" y="33553"/>
                        <a:pt x="1522" y="30891"/>
                      </a:cubicBezTo>
                      <a:cubicBezTo>
                        <a:pt x="571" y="28230"/>
                        <a:pt x="0" y="25283"/>
                        <a:pt x="0" y="22052"/>
                      </a:cubicBezTo>
                      <a:cubicBezTo>
                        <a:pt x="0" y="18820"/>
                        <a:pt x="476" y="15968"/>
                        <a:pt x="1332" y="13307"/>
                      </a:cubicBezTo>
                      <a:cubicBezTo>
                        <a:pt x="2188" y="10646"/>
                        <a:pt x="3520" y="8269"/>
                        <a:pt x="5327" y="6273"/>
                      </a:cubicBezTo>
                      <a:cubicBezTo>
                        <a:pt x="7134" y="4277"/>
                        <a:pt x="9322" y="2756"/>
                        <a:pt x="12081" y="1616"/>
                      </a:cubicBezTo>
                      <a:cubicBezTo>
                        <a:pt x="14840" y="475"/>
                        <a:pt x="17979" y="0"/>
                        <a:pt x="21593" y="0"/>
                      </a:cubicBezTo>
                      <a:cubicBezTo>
                        <a:pt x="26064" y="0"/>
                        <a:pt x="29870" y="855"/>
                        <a:pt x="32913" y="2661"/>
                      </a:cubicBezTo>
                      <a:cubicBezTo>
                        <a:pt x="35957" y="4467"/>
                        <a:pt x="38336" y="6844"/>
                        <a:pt x="40143" y="9885"/>
                      </a:cubicBezTo>
                      <a:cubicBezTo>
                        <a:pt x="41950" y="12927"/>
                        <a:pt x="43282" y="16539"/>
                        <a:pt x="44043" y="20626"/>
                      </a:cubicBezTo>
                      <a:cubicBezTo>
                        <a:pt x="44804" y="24713"/>
                        <a:pt x="45185" y="29180"/>
                        <a:pt x="45185" y="33838"/>
                      </a:cubicBezTo>
                      <a:cubicBezTo>
                        <a:pt x="45185" y="39541"/>
                        <a:pt x="44614" y="44484"/>
                        <a:pt x="43377" y="48856"/>
                      </a:cubicBezTo>
                      <a:cubicBezTo>
                        <a:pt x="42141" y="53228"/>
                        <a:pt x="40524" y="56745"/>
                        <a:pt x="38240" y="59692"/>
                      </a:cubicBezTo>
                      <a:cubicBezTo>
                        <a:pt x="36053" y="62638"/>
                        <a:pt x="33484" y="64824"/>
                        <a:pt x="30535" y="66250"/>
                      </a:cubicBezTo>
                      <a:cubicBezTo>
                        <a:pt x="27586" y="67676"/>
                        <a:pt x="24257" y="68436"/>
                        <a:pt x="20737" y="68436"/>
                      </a:cubicBezTo>
                      <a:cubicBezTo>
                        <a:pt x="18169" y="68436"/>
                        <a:pt x="15696" y="68151"/>
                        <a:pt x="13413" y="67486"/>
                      </a:cubicBezTo>
                      <a:cubicBezTo>
                        <a:pt x="11130" y="66820"/>
                        <a:pt x="9132" y="65870"/>
                        <a:pt x="7420" y="64539"/>
                      </a:cubicBezTo>
                      <a:cubicBezTo>
                        <a:pt x="5708" y="63208"/>
                        <a:pt x="4281" y="61498"/>
                        <a:pt x="3234" y="59501"/>
                      </a:cubicBezTo>
                      <a:cubicBezTo>
                        <a:pt x="2188" y="57505"/>
                        <a:pt x="1522" y="55129"/>
                        <a:pt x="1237" y="52373"/>
                      </a:cubicBezTo>
                      <a:lnTo>
                        <a:pt x="7420" y="52373"/>
                      </a:lnTo>
                      <a:close/>
                      <a:moveTo>
                        <a:pt x="21784" y="4943"/>
                      </a:moveTo>
                      <a:cubicBezTo>
                        <a:pt x="16647" y="5038"/>
                        <a:pt x="12747" y="6654"/>
                        <a:pt x="10178" y="9695"/>
                      </a:cubicBezTo>
                      <a:cubicBezTo>
                        <a:pt x="7610" y="12737"/>
                        <a:pt x="6278" y="16919"/>
                        <a:pt x="6278" y="22147"/>
                      </a:cubicBezTo>
                      <a:cubicBezTo>
                        <a:pt x="6278" y="27374"/>
                        <a:pt x="7610" y="31272"/>
                        <a:pt x="10274" y="34123"/>
                      </a:cubicBezTo>
                      <a:cubicBezTo>
                        <a:pt x="12937" y="36975"/>
                        <a:pt x="16837" y="38400"/>
                        <a:pt x="21784" y="38400"/>
                      </a:cubicBezTo>
                      <a:cubicBezTo>
                        <a:pt x="24162" y="38400"/>
                        <a:pt x="26255" y="37925"/>
                        <a:pt x="28157" y="37070"/>
                      </a:cubicBezTo>
                      <a:cubicBezTo>
                        <a:pt x="30060" y="36214"/>
                        <a:pt x="31582" y="34979"/>
                        <a:pt x="32913" y="33458"/>
                      </a:cubicBezTo>
                      <a:cubicBezTo>
                        <a:pt x="34245" y="31937"/>
                        <a:pt x="35197" y="30131"/>
                        <a:pt x="35862" y="28135"/>
                      </a:cubicBezTo>
                      <a:cubicBezTo>
                        <a:pt x="36528" y="26139"/>
                        <a:pt x="36814" y="23953"/>
                        <a:pt x="36814" y="21671"/>
                      </a:cubicBezTo>
                      <a:cubicBezTo>
                        <a:pt x="36814" y="16729"/>
                        <a:pt x="35482" y="12737"/>
                        <a:pt x="32818" y="9695"/>
                      </a:cubicBezTo>
                      <a:cubicBezTo>
                        <a:pt x="30155" y="6654"/>
                        <a:pt x="26445" y="5038"/>
                        <a:pt x="21784" y="4943"/>
                      </a:cubicBezTo>
                      <a:close/>
                    </a:path>
                  </a:pathLst>
                </a:custGeom>
                <a:solidFill>
                  <a:srgbClr val="000000"/>
                </a:solidFill>
                <a:ln w="9506" cap="flat">
                  <a:noFill/>
                  <a:prstDash val="solid"/>
                  <a:miter/>
                </a:ln>
              </p:spPr>
              <p:txBody>
                <a:bodyPr rtlCol="0" anchor="ctr"/>
                <a:lstStyle/>
                <a:p>
                  <a:endParaRPr lang="en-US"/>
                </a:p>
              </p:txBody>
            </p:sp>
            <p:sp>
              <p:nvSpPr>
                <p:cNvPr id="47" name="Freeform 46">
                  <a:extLst>
                    <a:ext uri="{FF2B5EF4-FFF2-40B4-BE49-F238E27FC236}">
                      <a16:creationId xmlns:a16="http://schemas.microsoft.com/office/drawing/2014/main" id="{4C6E7C0F-2B1A-9146-B807-2B7B3980B85F}"/>
                    </a:ext>
                  </a:extLst>
                </p:cNvPr>
                <p:cNvSpPr/>
                <p:nvPr/>
              </p:nvSpPr>
              <p:spPr>
                <a:xfrm>
                  <a:off x="7803407" y="2108275"/>
                  <a:ext cx="7039" cy="21386"/>
                </a:xfrm>
                <a:custGeom>
                  <a:avLst/>
                  <a:gdLst>
                    <a:gd name="connsiteX0" fmla="*/ 7039 w 7039"/>
                    <a:gd name="connsiteY0" fmla="*/ 11121 h 21386"/>
                    <a:gd name="connsiteX1" fmla="*/ 5042 w 7039"/>
                    <a:gd name="connsiteY1" fmla="*/ 17869 h 21386"/>
                    <a:gd name="connsiteX2" fmla="*/ 0 w 7039"/>
                    <a:gd name="connsiteY2" fmla="*/ 21386 h 21386"/>
                    <a:gd name="connsiteX3" fmla="*/ 0 w 7039"/>
                    <a:gd name="connsiteY3" fmla="*/ 17869 h 21386"/>
                    <a:gd name="connsiteX4" fmla="*/ 2188 w 7039"/>
                    <a:gd name="connsiteY4" fmla="*/ 15778 h 21386"/>
                    <a:gd name="connsiteX5" fmla="*/ 3234 w 7039"/>
                    <a:gd name="connsiteY5" fmla="*/ 11596 h 21386"/>
                    <a:gd name="connsiteX6" fmla="*/ 3234 w 7039"/>
                    <a:gd name="connsiteY6" fmla="*/ 8364 h 21386"/>
                    <a:gd name="connsiteX7" fmla="*/ 0 w 7039"/>
                    <a:gd name="connsiteY7" fmla="*/ 8364 h 21386"/>
                    <a:gd name="connsiteX8" fmla="*/ 0 w 7039"/>
                    <a:gd name="connsiteY8" fmla="*/ 0 h 21386"/>
                    <a:gd name="connsiteX9" fmla="*/ 6944 w 7039"/>
                    <a:gd name="connsiteY9" fmla="*/ 0 h 21386"/>
                    <a:gd name="connsiteX10" fmla="*/ 6944 w 7039"/>
                    <a:gd name="connsiteY10" fmla="*/ 11216 h 21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039" h="21386">
                      <a:moveTo>
                        <a:pt x="7039" y="11121"/>
                      </a:moveTo>
                      <a:cubicBezTo>
                        <a:pt x="7039" y="13877"/>
                        <a:pt x="6374" y="16159"/>
                        <a:pt x="5042" y="17869"/>
                      </a:cubicBezTo>
                      <a:cubicBezTo>
                        <a:pt x="3710" y="19580"/>
                        <a:pt x="2093" y="20721"/>
                        <a:pt x="0" y="21386"/>
                      </a:cubicBezTo>
                      <a:lnTo>
                        <a:pt x="0" y="17869"/>
                      </a:lnTo>
                      <a:cubicBezTo>
                        <a:pt x="761" y="17394"/>
                        <a:pt x="1522" y="16634"/>
                        <a:pt x="2188" y="15778"/>
                      </a:cubicBezTo>
                      <a:cubicBezTo>
                        <a:pt x="2854" y="14923"/>
                        <a:pt x="3234" y="13497"/>
                        <a:pt x="3234" y="11596"/>
                      </a:cubicBezTo>
                      <a:lnTo>
                        <a:pt x="3234" y="8364"/>
                      </a:lnTo>
                      <a:lnTo>
                        <a:pt x="0" y="8364"/>
                      </a:lnTo>
                      <a:lnTo>
                        <a:pt x="0" y="0"/>
                      </a:lnTo>
                      <a:lnTo>
                        <a:pt x="6944" y="0"/>
                      </a:lnTo>
                      <a:lnTo>
                        <a:pt x="6944" y="11216"/>
                      </a:lnTo>
                      <a:close/>
                    </a:path>
                  </a:pathLst>
                </a:custGeom>
                <a:solidFill>
                  <a:srgbClr val="000000"/>
                </a:solidFill>
                <a:ln w="9506" cap="flat">
                  <a:noFill/>
                  <a:prstDash val="solid"/>
                  <a:miter/>
                </a:ln>
              </p:spPr>
              <p:txBody>
                <a:bodyPr rtlCol="0" anchor="ctr"/>
                <a:lstStyle/>
                <a:p>
                  <a:endParaRPr lang="en-US"/>
                </a:p>
              </p:txBody>
            </p:sp>
            <p:sp>
              <p:nvSpPr>
                <p:cNvPr id="48" name="Freeform 47">
                  <a:extLst>
                    <a:ext uri="{FF2B5EF4-FFF2-40B4-BE49-F238E27FC236}">
                      <a16:creationId xmlns:a16="http://schemas.microsoft.com/office/drawing/2014/main" id="{3266E6DE-1979-6B23-350F-6B053A961C29}"/>
                    </a:ext>
                  </a:extLst>
                </p:cNvPr>
                <p:cNvSpPr/>
                <p:nvPr/>
              </p:nvSpPr>
              <p:spPr>
                <a:xfrm>
                  <a:off x="7854204" y="2065978"/>
                  <a:ext cx="45184" cy="69957"/>
                </a:xfrm>
                <a:custGeom>
                  <a:avLst/>
                  <a:gdLst>
                    <a:gd name="connsiteX0" fmla="*/ 5708 w 45184"/>
                    <a:gd name="connsiteY0" fmla="*/ 69957 h 69957"/>
                    <a:gd name="connsiteX1" fmla="*/ 0 w 45184"/>
                    <a:gd name="connsiteY1" fmla="*/ 69957 h 69957"/>
                    <a:gd name="connsiteX2" fmla="*/ 0 w 45184"/>
                    <a:gd name="connsiteY2" fmla="*/ 1331 h 69957"/>
                    <a:gd name="connsiteX3" fmla="*/ 5708 w 45184"/>
                    <a:gd name="connsiteY3" fmla="*/ 1331 h 69957"/>
                    <a:gd name="connsiteX4" fmla="*/ 5708 w 45184"/>
                    <a:gd name="connsiteY4" fmla="*/ 9980 h 69957"/>
                    <a:gd name="connsiteX5" fmla="*/ 5898 w 45184"/>
                    <a:gd name="connsiteY5" fmla="*/ 9980 h 69957"/>
                    <a:gd name="connsiteX6" fmla="*/ 9037 w 45184"/>
                    <a:gd name="connsiteY6" fmla="*/ 5703 h 69957"/>
                    <a:gd name="connsiteX7" fmla="*/ 13318 w 45184"/>
                    <a:gd name="connsiteY7" fmla="*/ 2566 h 69957"/>
                    <a:gd name="connsiteX8" fmla="*/ 18074 w 45184"/>
                    <a:gd name="connsiteY8" fmla="*/ 665 h 69957"/>
                    <a:gd name="connsiteX9" fmla="*/ 22925 w 45184"/>
                    <a:gd name="connsiteY9" fmla="*/ 0 h 69957"/>
                    <a:gd name="connsiteX10" fmla="*/ 33104 w 45184"/>
                    <a:gd name="connsiteY10" fmla="*/ 1996 h 69957"/>
                    <a:gd name="connsiteX11" fmla="*/ 39953 w 45184"/>
                    <a:gd name="connsiteY11" fmla="*/ 7414 h 69957"/>
                    <a:gd name="connsiteX12" fmla="*/ 43948 w 45184"/>
                    <a:gd name="connsiteY12" fmla="*/ 15683 h 69957"/>
                    <a:gd name="connsiteX13" fmla="*/ 45185 w 45184"/>
                    <a:gd name="connsiteY13" fmla="*/ 25854 h 69957"/>
                    <a:gd name="connsiteX14" fmla="*/ 43853 w 45184"/>
                    <a:gd name="connsiteY14" fmla="*/ 35739 h 69957"/>
                    <a:gd name="connsiteX15" fmla="*/ 39858 w 45184"/>
                    <a:gd name="connsiteY15" fmla="*/ 44103 h 69957"/>
                    <a:gd name="connsiteX16" fmla="*/ 33009 w 45184"/>
                    <a:gd name="connsiteY16" fmla="*/ 49806 h 69957"/>
                    <a:gd name="connsiteX17" fmla="*/ 23306 w 45184"/>
                    <a:gd name="connsiteY17" fmla="*/ 51993 h 69957"/>
                    <a:gd name="connsiteX18" fmla="*/ 13223 w 45184"/>
                    <a:gd name="connsiteY18" fmla="*/ 49616 h 69957"/>
                    <a:gd name="connsiteX19" fmla="*/ 5708 w 45184"/>
                    <a:gd name="connsiteY19" fmla="*/ 42678 h 69957"/>
                    <a:gd name="connsiteX20" fmla="*/ 5708 w 45184"/>
                    <a:gd name="connsiteY20" fmla="*/ 69957 h 69957"/>
                    <a:gd name="connsiteX21" fmla="*/ 5708 w 45184"/>
                    <a:gd name="connsiteY21" fmla="*/ 26139 h 69957"/>
                    <a:gd name="connsiteX22" fmla="*/ 6849 w 45184"/>
                    <a:gd name="connsiteY22" fmla="*/ 34028 h 69957"/>
                    <a:gd name="connsiteX23" fmla="*/ 10178 w 45184"/>
                    <a:gd name="connsiteY23" fmla="*/ 40586 h 69957"/>
                    <a:gd name="connsiteX24" fmla="*/ 15411 w 45184"/>
                    <a:gd name="connsiteY24" fmla="*/ 45054 h 69957"/>
                    <a:gd name="connsiteX25" fmla="*/ 22355 w 45184"/>
                    <a:gd name="connsiteY25" fmla="*/ 46765 h 69957"/>
                    <a:gd name="connsiteX26" fmla="*/ 30060 w 45184"/>
                    <a:gd name="connsiteY26" fmla="*/ 44959 h 69957"/>
                    <a:gd name="connsiteX27" fmla="*/ 35387 w 45184"/>
                    <a:gd name="connsiteY27" fmla="*/ 40206 h 69957"/>
                    <a:gd name="connsiteX28" fmla="*/ 38431 w 45184"/>
                    <a:gd name="connsiteY28" fmla="*/ 33078 h 69957"/>
                    <a:gd name="connsiteX29" fmla="*/ 39192 w 45184"/>
                    <a:gd name="connsiteY29" fmla="*/ 24333 h 69957"/>
                    <a:gd name="connsiteX30" fmla="*/ 37955 w 45184"/>
                    <a:gd name="connsiteY30" fmla="*/ 16064 h 69957"/>
                    <a:gd name="connsiteX31" fmla="*/ 34340 w 45184"/>
                    <a:gd name="connsiteY31" fmla="*/ 10075 h 69957"/>
                    <a:gd name="connsiteX32" fmla="*/ 29013 w 45184"/>
                    <a:gd name="connsiteY32" fmla="*/ 6273 h 69957"/>
                    <a:gd name="connsiteX33" fmla="*/ 22355 w 45184"/>
                    <a:gd name="connsiteY33" fmla="*/ 5038 h 69957"/>
                    <a:gd name="connsiteX34" fmla="*/ 15220 w 45184"/>
                    <a:gd name="connsiteY34" fmla="*/ 6654 h 69957"/>
                    <a:gd name="connsiteX35" fmla="*/ 9988 w 45184"/>
                    <a:gd name="connsiteY35" fmla="*/ 11026 h 69957"/>
                    <a:gd name="connsiteX36" fmla="*/ 6849 w 45184"/>
                    <a:gd name="connsiteY36" fmla="*/ 17679 h 69957"/>
                    <a:gd name="connsiteX37" fmla="*/ 5708 w 45184"/>
                    <a:gd name="connsiteY37" fmla="*/ 26044 h 69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45184" h="69957">
                      <a:moveTo>
                        <a:pt x="5708" y="69957"/>
                      </a:moveTo>
                      <a:lnTo>
                        <a:pt x="0" y="69957"/>
                      </a:lnTo>
                      <a:lnTo>
                        <a:pt x="0" y="1331"/>
                      </a:lnTo>
                      <a:lnTo>
                        <a:pt x="5708" y="1331"/>
                      </a:lnTo>
                      <a:lnTo>
                        <a:pt x="5708" y="9980"/>
                      </a:lnTo>
                      <a:lnTo>
                        <a:pt x="5898" y="9980"/>
                      </a:lnTo>
                      <a:cubicBezTo>
                        <a:pt x="6754" y="8364"/>
                        <a:pt x="7800" y="6939"/>
                        <a:pt x="9037" y="5703"/>
                      </a:cubicBezTo>
                      <a:cubicBezTo>
                        <a:pt x="10369" y="4467"/>
                        <a:pt x="11796" y="3422"/>
                        <a:pt x="13318" y="2566"/>
                      </a:cubicBezTo>
                      <a:cubicBezTo>
                        <a:pt x="14840" y="1711"/>
                        <a:pt x="16457" y="1141"/>
                        <a:pt x="18074" y="665"/>
                      </a:cubicBezTo>
                      <a:cubicBezTo>
                        <a:pt x="19691" y="190"/>
                        <a:pt x="21308" y="0"/>
                        <a:pt x="22925" y="0"/>
                      </a:cubicBezTo>
                      <a:cubicBezTo>
                        <a:pt x="26921" y="0"/>
                        <a:pt x="30345" y="665"/>
                        <a:pt x="33104" y="1996"/>
                      </a:cubicBezTo>
                      <a:cubicBezTo>
                        <a:pt x="35862" y="3327"/>
                        <a:pt x="38241" y="5133"/>
                        <a:pt x="39953" y="7414"/>
                      </a:cubicBezTo>
                      <a:cubicBezTo>
                        <a:pt x="41760" y="9695"/>
                        <a:pt x="43092" y="12452"/>
                        <a:pt x="43948" y="15683"/>
                      </a:cubicBezTo>
                      <a:cubicBezTo>
                        <a:pt x="44804" y="18915"/>
                        <a:pt x="45185" y="22242"/>
                        <a:pt x="45185" y="25854"/>
                      </a:cubicBezTo>
                      <a:cubicBezTo>
                        <a:pt x="45185" y="29275"/>
                        <a:pt x="44709" y="32602"/>
                        <a:pt x="43853" y="35739"/>
                      </a:cubicBezTo>
                      <a:cubicBezTo>
                        <a:pt x="42997" y="38876"/>
                        <a:pt x="41570" y="41632"/>
                        <a:pt x="39858" y="44103"/>
                      </a:cubicBezTo>
                      <a:cubicBezTo>
                        <a:pt x="38050" y="46480"/>
                        <a:pt x="35767" y="48381"/>
                        <a:pt x="33009" y="49806"/>
                      </a:cubicBezTo>
                      <a:cubicBezTo>
                        <a:pt x="30250" y="51232"/>
                        <a:pt x="27016" y="51993"/>
                        <a:pt x="23306" y="51993"/>
                      </a:cubicBezTo>
                      <a:cubicBezTo>
                        <a:pt x="19786" y="51993"/>
                        <a:pt x="16457" y="51232"/>
                        <a:pt x="13223" y="49616"/>
                      </a:cubicBezTo>
                      <a:cubicBezTo>
                        <a:pt x="9988" y="48095"/>
                        <a:pt x="7515" y="45814"/>
                        <a:pt x="5708" y="42678"/>
                      </a:cubicBezTo>
                      <a:lnTo>
                        <a:pt x="5708" y="69957"/>
                      </a:lnTo>
                      <a:close/>
                      <a:moveTo>
                        <a:pt x="5708" y="26139"/>
                      </a:moveTo>
                      <a:cubicBezTo>
                        <a:pt x="5708" y="28895"/>
                        <a:pt x="6088" y="31557"/>
                        <a:pt x="6849" y="34028"/>
                      </a:cubicBezTo>
                      <a:cubicBezTo>
                        <a:pt x="7610" y="36499"/>
                        <a:pt x="8752" y="38685"/>
                        <a:pt x="10178" y="40586"/>
                      </a:cubicBezTo>
                      <a:cubicBezTo>
                        <a:pt x="11605" y="42487"/>
                        <a:pt x="13318" y="43913"/>
                        <a:pt x="15411" y="45054"/>
                      </a:cubicBezTo>
                      <a:cubicBezTo>
                        <a:pt x="17503" y="46194"/>
                        <a:pt x="19786" y="46765"/>
                        <a:pt x="22355" y="46765"/>
                      </a:cubicBezTo>
                      <a:cubicBezTo>
                        <a:pt x="25303" y="46765"/>
                        <a:pt x="27872" y="46194"/>
                        <a:pt x="30060" y="44959"/>
                      </a:cubicBezTo>
                      <a:cubicBezTo>
                        <a:pt x="32248" y="43818"/>
                        <a:pt x="34055" y="42202"/>
                        <a:pt x="35387" y="40206"/>
                      </a:cubicBezTo>
                      <a:cubicBezTo>
                        <a:pt x="36719" y="38210"/>
                        <a:pt x="37765" y="35834"/>
                        <a:pt x="38431" y="33078"/>
                      </a:cubicBezTo>
                      <a:cubicBezTo>
                        <a:pt x="39097" y="30321"/>
                        <a:pt x="39287" y="27470"/>
                        <a:pt x="39192" y="24333"/>
                      </a:cubicBezTo>
                      <a:cubicBezTo>
                        <a:pt x="39192" y="21196"/>
                        <a:pt x="38811" y="18440"/>
                        <a:pt x="37955" y="16064"/>
                      </a:cubicBezTo>
                      <a:cubicBezTo>
                        <a:pt x="37099" y="13687"/>
                        <a:pt x="35862" y="11691"/>
                        <a:pt x="34340" y="10075"/>
                      </a:cubicBezTo>
                      <a:cubicBezTo>
                        <a:pt x="32818" y="8459"/>
                        <a:pt x="31011" y="7129"/>
                        <a:pt x="29013" y="6273"/>
                      </a:cubicBezTo>
                      <a:cubicBezTo>
                        <a:pt x="27016" y="5418"/>
                        <a:pt x="24733" y="5038"/>
                        <a:pt x="22355" y="5038"/>
                      </a:cubicBezTo>
                      <a:cubicBezTo>
                        <a:pt x="19691" y="5038"/>
                        <a:pt x="17313" y="5608"/>
                        <a:pt x="15220" y="6654"/>
                      </a:cubicBezTo>
                      <a:cubicBezTo>
                        <a:pt x="13127" y="7699"/>
                        <a:pt x="11415" y="9220"/>
                        <a:pt x="9988" y="11026"/>
                      </a:cubicBezTo>
                      <a:cubicBezTo>
                        <a:pt x="8562" y="12832"/>
                        <a:pt x="7515" y="15113"/>
                        <a:pt x="6849" y="17679"/>
                      </a:cubicBezTo>
                      <a:cubicBezTo>
                        <a:pt x="6088" y="20246"/>
                        <a:pt x="5708" y="23002"/>
                        <a:pt x="5708" y="26044"/>
                      </a:cubicBezTo>
                      <a:close/>
                    </a:path>
                  </a:pathLst>
                </a:custGeom>
                <a:solidFill>
                  <a:srgbClr val="000000"/>
                </a:solidFill>
                <a:ln w="9506" cap="flat">
                  <a:noFill/>
                  <a:prstDash val="solid"/>
                  <a:miter/>
                </a:ln>
              </p:spPr>
              <p:txBody>
                <a:bodyPr rtlCol="0" anchor="ctr"/>
                <a:lstStyle/>
                <a:p>
                  <a:endParaRPr lang="en-US"/>
                </a:p>
              </p:txBody>
            </p:sp>
            <p:sp>
              <p:nvSpPr>
                <p:cNvPr id="49" name="Freeform 48">
                  <a:extLst>
                    <a:ext uri="{FF2B5EF4-FFF2-40B4-BE49-F238E27FC236}">
                      <a16:creationId xmlns:a16="http://schemas.microsoft.com/office/drawing/2014/main" id="{C12C7DA0-7F84-55E2-3D3A-30E4E43FCE67}"/>
                    </a:ext>
                  </a:extLst>
                </p:cNvPr>
                <p:cNvSpPr/>
                <p:nvPr/>
              </p:nvSpPr>
              <p:spPr>
                <a:xfrm>
                  <a:off x="7938866" y="2080616"/>
                  <a:ext cx="47562" cy="24142"/>
                </a:xfrm>
                <a:custGeom>
                  <a:avLst/>
                  <a:gdLst>
                    <a:gd name="connsiteX0" fmla="*/ 47563 w 47562"/>
                    <a:gd name="connsiteY0" fmla="*/ 5703 h 24142"/>
                    <a:gd name="connsiteX1" fmla="*/ 0 w 47562"/>
                    <a:gd name="connsiteY1" fmla="*/ 5703 h 24142"/>
                    <a:gd name="connsiteX2" fmla="*/ 0 w 47562"/>
                    <a:gd name="connsiteY2" fmla="*/ 0 h 24142"/>
                    <a:gd name="connsiteX3" fmla="*/ 47563 w 47562"/>
                    <a:gd name="connsiteY3" fmla="*/ 0 h 24142"/>
                    <a:gd name="connsiteX4" fmla="*/ 47563 w 47562"/>
                    <a:gd name="connsiteY4" fmla="*/ 5703 h 24142"/>
                    <a:gd name="connsiteX5" fmla="*/ 47563 w 47562"/>
                    <a:gd name="connsiteY5" fmla="*/ 24143 h 24142"/>
                    <a:gd name="connsiteX6" fmla="*/ 0 w 47562"/>
                    <a:gd name="connsiteY6" fmla="*/ 24143 h 24142"/>
                    <a:gd name="connsiteX7" fmla="*/ 0 w 47562"/>
                    <a:gd name="connsiteY7" fmla="*/ 18440 h 24142"/>
                    <a:gd name="connsiteX8" fmla="*/ 47563 w 47562"/>
                    <a:gd name="connsiteY8" fmla="*/ 18440 h 24142"/>
                    <a:gd name="connsiteX9" fmla="*/ 47563 w 47562"/>
                    <a:gd name="connsiteY9" fmla="*/ 24143 h 24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7562" h="24142">
                      <a:moveTo>
                        <a:pt x="47563" y="5703"/>
                      </a:moveTo>
                      <a:lnTo>
                        <a:pt x="0" y="5703"/>
                      </a:lnTo>
                      <a:lnTo>
                        <a:pt x="0" y="0"/>
                      </a:lnTo>
                      <a:lnTo>
                        <a:pt x="47563" y="0"/>
                      </a:lnTo>
                      <a:lnTo>
                        <a:pt x="47563" y="5703"/>
                      </a:lnTo>
                      <a:close/>
                      <a:moveTo>
                        <a:pt x="47563" y="24143"/>
                      </a:moveTo>
                      <a:lnTo>
                        <a:pt x="0" y="24143"/>
                      </a:lnTo>
                      <a:lnTo>
                        <a:pt x="0" y="18440"/>
                      </a:lnTo>
                      <a:lnTo>
                        <a:pt x="47563" y="18440"/>
                      </a:lnTo>
                      <a:lnTo>
                        <a:pt x="47563" y="24143"/>
                      </a:lnTo>
                      <a:close/>
                    </a:path>
                  </a:pathLst>
                </a:custGeom>
                <a:solidFill>
                  <a:srgbClr val="000000"/>
                </a:solidFill>
                <a:ln w="9506" cap="flat">
                  <a:noFill/>
                  <a:prstDash val="solid"/>
                  <a:miter/>
                </a:ln>
              </p:spPr>
              <p:txBody>
                <a:bodyPr rtlCol="0" anchor="ctr"/>
                <a:lstStyle/>
                <a:p>
                  <a:endParaRPr lang="en-US"/>
                </a:p>
              </p:txBody>
            </p:sp>
            <p:sp>
              <p:nvSpPr>
                <p:cNvPr id="50" name="Freeform 49">
                  <a:extLst>
                    <a:ext uri="{FF2B5EF4-FFF2-40B4-BE49-F238E27FC236}">
                      <a16:creationId xmlns:a16="http://schemas.microsoft.com/office/drawing/2014/main" id="{7451A321-ADE1-BA8D-ECE2-CCBB4C88D0D3}"/>
                    </a:ext>
                  </a:extLst>
                </p:cNvPr>
                <p:cNvSpPr/>
                <p:nvPr/>
              </p:nvSpPr>
              <p:spPr>
                <a:xfrm>
                  <a:off x="8024098" y="2049154"/>
                  <a:ext cx="45469" cy="68531"/>
                </a:xfrm>
                <a:custGeom>
                  <a:avLst/>
                  <a:gdLst>
                    <a:gd name="connsiteX0" fmla="*/ 22830 w 45469"/>
                    <a:gd name="connsiteY0" fmla="*/ 380 h 68531"/>
                    <a:gd name="connsiteX1" fmla="*/ 31391 w 45469"/>
                    <a:gd name="connsiteY1" fmla="*/ 1806 h 68531"/>
                    <a:gd name="connsiteX2" fmla="*/ 37575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1094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090 w 45469"/>
                    <a:gd name="connsiteY16" fmla="*/ 10741 h 68531"/>
                    <a:gd name="connsiteX17" fmla="*/ 10939 w 45469"/>
                    <a:gd name="connsiteY17" fmla="*/ 2947 h 68531"/>
                    <a:gd name="connsiteX18" fmla="*/ 22640 w 45469"/>
                    <a:gd name="connsiteY18" fmla="*/ 0 h 68531"/>
                    <a:gd name="connsiteX19" fmla="*/ 39382 w 45469"/>
                    <a:gd name="connsiteY19" fmla="*/ 34408 h 68531"/>
                    <a:gd name="connsiteX20" fmla="*/ 38811 w 45469"/>
                    <a:gd name="connsiteY20" fmla="*/ 23858 h 68531"/>
                    <a:gd name="connsiteX21" fmla="*/ 36433 w 45469"/>
                    <a:gd name="connsiteY21" fmla="*/ 14543 h 68531"/>
                    <a:gd name="connsiteX22" fmla="*/ 31296 w 45469"/>
                    <a:gd name="connsiteY22" fmla="*/ 7984 h 68531"/>
                    <a:gd name="connsiteX23" fmla="*/ 22640 w 45469"/>
                    <a:gd name="connsiteY23" fmla="*/ 5513 h 68531"/>
                    <a:gd name="connsiteX24" fmla="*/ 14364 w 45469"/>
                    <a:gd name="connsiteY24" fmla="*/ 7984 h 68531"/>
                    <a:gd name="connsiteX25" fmla="*/ 9417 w 45469"/>
                    <a:gd name="connsiteY25" fmla="*/ 14733 h 68531"/>
                    <a:gd name="connsiteX26" fmla="*/ 6944 w 45469"/>
                    <a:gd name="connsiteY26" fmla="*/ 24238 h 68531"/>
                    <a:gd name="connsiteX27" fmla="*/ 6183 w 45469"/>
                    <a:gd name="connsiteY27" fmla="*/ 35074 h 68531"/>
                    <a:gd name="connsiteX28" fmla="*/ 6944 w 45469"/>
                    <a:gd name="connsiteY28" fmla="*/ 46765 h 68531"/>
                    <a:gd name="connsiteX29" fmla="*/ 9703 w 45469"/>
                    <a:gd name="connsiteY29" fmla="*/ 55699 h 68531"/>
                    <a:gd name="connsiteX30" fmla="*/ 14744 w 45469"/>
                    <a:gd name="connsiteY30" fmla="*/ 61403 h 68531"/>
                    <a:gd name="connsiteX31" fmla="*/ 22830 w 45469"/>
                    <a:gd name="connsiteY31" fmla="*/ 63494 h 68531"/>
                    <a:gd name="connsiteX32" fmla="*/ 31582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1" y="1806"/>
                      </a:cubicBezTo>
                      <a:cubicBezTo>
                        <a:pt x="33769" y="2756"/>
                        <a:pt x="35862" y="4182"/>
                        <a:pt x="37575" y="5798"/>
                      </a:cubicBezTo>
                      <a:cubicBezTo>
                        <a:pt x="39287" y="7509"/>
                        <a:pt x="40618" y="9505"/>
                        <a:pt x="41665" y="11786"/>
                      </a:cubicBezTo>
                      <a:cubicBezTo>
                        <a:pt x="42711" y="14067"/>
                        <a:pt x="43567"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1" y="55224"/>
                        <a:pt x="41094" y="58361"/>
                      </a:cubicBezTo>
                      <a:cubicBezTo>
                        <a:pt x="39382" y="61498"/>
                        <a:pt x="37099" y="63969"/>
                        <a:pt x="34150" y="65775"/>
                      </a:cubicBezTo>
                      <a:cubicBezTo>
                        <a:pt x="31201" y="67581"/>
                        <a:pt x="27491" y="68531"/>
                        <a:pt x="22830" y="68531"/>
                      </a:cubicBezTo>
                      <a:cubicBezTo>
                        <a:pt x="18169" y="68531"/>
                        <a:pt x="14364" y="67581"/>
                        <a:pt x="11415" y="65775"/>
                      </a:cubicBezTo>
                      <a:cubicBezTo>
                        <a:pt x="8466" y="63969"/>
                        <a:pt x="6183" y="61403"/>
                        <a:pt x="4471" y="58266"/>
                      </a:cubicBezTo>
                      <a:cubicBezTo>
                        <a:pt x="2759" y="55129"/>
                        <a:pt x="1617" y="51517"/>
                        <a:pt x="951" y="47335"/>
                      </a:cubicBezTo>
                      <a:cubicBezTo>
                        <a:pt x="285" y="43153"/>
                        <a:pt x="0" y="38781"/>
                        <a:pt x="0" y="34123"/>
                      </a:cubicBezTo>
                      <a:cubicBezTo>
                        <a:pt x="0" y="29846"/>
                        <a:pt x="285" y="25759"/>
                        <a:pt x="856" y="21671"/>
                      </a:cubicBezTo>
                      <a:cubicBezTo>
                        <a:pt x="1427" y="17584"/>
                        <a:pt x="2473" y="13972"/>
                        <a:pt x="4090" y="10741"/>
                      </a:cubicBezTo>
                      <a:cubicBezTo>
                        <a:pt x="5708" y="7509"/>
                        <a:pt x="7991" y="4943"/>
                        <a:pt x="10939" y="2947"/>
                      </a:cubicBezTo>
                      <a:cubicBezTo>
                        <a:pt x="13888" y="951"/>
                        <a:pt x="17788" y="0"/>
                        <a:pt x="22640" y="0"/>
                      </a:cubicBezTo>
                      <a:close/>
                      <a:moveTo>
                        <a:pt x="39382" y="34408"/>
                      </a:moveTo>
                      <a:cubicBezTo>
                        <a:pt x="39382" y="30796"/>
                        <a:pt x="39192" y="27279"/>
                        <a:pt x="38811" y="23858"/>
                      </a:cubicBezTo>
                      <a:cubicBezTo>
                        <a:pt x="38431" y="20436"/>
                        <a:pt x="37575" y="17299"/>
                        <a:pt x="36433" y="14543"/>
                      </a:cubicBezTo>
                      <a:cubicBezTo>
                        <a:pt x="35197" y="11786"/>
                        <a:pt x="33484" y="9600"/>
                        <a:pt x="31296" y="7984"/>
                      </a:cubicBezTo>
                      <a:cubicBezTo>
                        <a:pt x="29108" y="6368"/>
                        <a:pt x="26255" y="5513"/>
                        <a:pt x="22640" y="5513"/>
                      </a:cubicBezTo>
                      <a:cubicBezTo>
                        <a:pt x="19310" y="5513"/>
                        <a:pt x="16552" y="6368"/>
                        <a:pt x="14364" y="7984"/>
                      </a:cubicBezTo>
                      <a:cubicBezTo>
                        <a:pt x="12271" y="9695"/>
                        <a:pt x="10559" y="11881"/>
                        <a:pt x="9417" y="14733"/>
                      </a:cubicBezTo>
                      <a:cubicBezTo>
                        <a:pt x="8181" y="17489"/>
                        <a:pt x="7420" y="20721"/>
                        <a:pt x="6944" y="24238"/>
                      </a:cubicBezTo>
                      <a:cubicBezTo>
                        <a:pt x="6468" y="27755"/>
                        <a:pt x="6183" y="31367"/>
                        <a:pt x="6183" y="35074"/>
                      </a:cubicBezTo>
                      <a:cubicBezTo>
                        <a:pt x="6183" y="39351"/>
                        <a:pt x="6468" y="43248"/>
                        <a:pt x="6944" y="46765"/>
                      </a:cubicBezTo>
                      <a:cubicBezTo>
                        <a:pt x="7420" y="50282"/>
                        <a:pt x="8371" y="53323"/>
                        <a:pt x="9703" y="55699"/>
                      </a:cubicBezTo>
                      <a:cubicBezTo>
                        <a:pt x="10939" y="58171"/>
                        <a:pt x="12652" y="60072"/>
                        <a:pt x="14744" y="61403"/>
                      </a:cubicBezTo>
                      <a:cubicBezTo>
                        <a:pt x="16837" y="62733"/>
                        <a:pt x="19596" y="63494"/>
                        <a:pt x="22830" y="63494"/>
                      </a:cubicBezTo>
                      <a:cubicBezTo>
                        <a:pt x="26445" y="63494"/>
                        <a:pt x="29299" y="62638"/>
                        <a:pt x="31582" y="60832"/>
                      </a:cubicBezTo>
                      <a:cubicBezTo>
                        <a:pt x="33769" y="59026"/>
                        <a:pt x="35387" y="56745"/>
                        <a:pt x="36528" y="53989"/>
                      </a:cubicBezTo>
                      <a:cubicBezTo>
                        <a:pt x="37670" y="51232"/>
                        <a:pt x="38431" y="48095"/>
                        <a:pt x="38811" y="44579"/>
                      </a:cubicBezTo>
                      <a:cubicBezTo>
                        <a:pt x="39192" y="41062"/>
                        <a:pt x="39382" y="37640"/>
                        <a:pt x="39382" y="34313"/>
                      </a:cubicBezTo>
                      <a:close/>
                    </a:path>
                  </a:pathLst>
                </a:custGeom>
                <a:solidFill>
                  <a:srgbClr val="000000"/>
                </a:solidFill>
                <a:ln w="9506" cap="flat">
                  <a:noFill/>
                  <a:prstDash val="solid"/>
                  <a:miter/>
                </a:ln>
              </p:spPr>
              <p:txBody>
                <a:bodyPr rtlCol="0" anchor="ctr"/>
                <a:lstStyle/>
                <a:p>
                  <a:endParaRPr lang="en-US"/>
                </a:p>
              </p:txBody>
            </p:sp>
            <p:sp>
              <p:nvSpPr>
                <p:cNvPr id="51" name="Freeform 50">
                  <a:extLst>
                    <a:ext uri="{FF2B5EF4-FFF2-40B4-BE49-F238E27FC236}">
                      <a16:creationId xmlns:a16="http://schemas.microsoft.com/office/drawing/2014/main" id="{6CEB96DC-57FD-D57F-34A6-2263DB64D965}"/>
                    </a:ext>
                  </a:extLst>
                </p:cNvPr>
                <p:cNvSpPr/>
                <p:nvPr/>
              </p:nvSpPr>
              <p:spPr>
                <a:xfrm>
                  <a:off x="8083076" y="2108180"/>
                  <a:ext cx="6943" cy="8364"/>
                </a:xfrm>
                <a:custGeom>
                  <a:avLst/>
                  <a:gdLst>
                    <a:gd name="connsiteX0" fmla="*/ 0 w 6943"/>
                    <a:gd name="connsiteY0" fmla="*/ 8364 h 8364"/>
                    <a:gd name="connsiteX1" fmla="*/ 0 w 6943"/>
                    <a:gd name="connsiteY1" fmla="*/ 0 h 8364"/>
                    <a:gd name="connsiteX2" fmla="*/ 6944 w 6943"/>
                    <a:gd name="connsiteY2" fmla="*/ 0 h 8364"/>
                    <a:gd name="connsiteX3" fmla="*/ 6944 w 6943"/>
                    <a:gd name="connsiteY3" fmla="*/ 8364 h 8364"/>
                    <a:gd name="connsiteX4" fmla="*/ 0 w 6943"/>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3" h="8364">
                      <a:moveTo>
                        <a:pt x="0" y="8364"/>
                      </a:moveTo>
                      <a:lnTo>
                        <a:pt x="0" y="0"/>
                      </a:lnTo>
                      <a:lnTo>
                        <a:pt x="6944" y="0"/>
                      </a:lnTo>
                      <a:lnTo>
                        <a:pt x="6944" y="8364"/>
                      </a:lnTo>
                      <a:lnTo>
                        <a:pt x="0" y="8364"/>
                      </a:lnTo>
                      <a:close/>
                    </a:path>
                  </a:pathLst>
                </a:custGeom>
                <a:solidFill>
                  <a:srgbClr val="000000"/>
                </a:solidFill>
                <a:ln w="9506" cap="flat">
                  <a:noFill/>
                  <a:prstDash val="solid"/>
                  <a:miter/>
                </a:ln>
              </p:spPr>
              <p:txBody>
                <a:bodyPr rtlCol="0" anchor="ctr"/>
                <a:lstStyle/>
                <a:p>
                  <a:endParaRPr lang="en-US"/>
                </a:p>
              </p:txBody>
            </p:sp>
            <p:sp>
              <p:nvSpPr>
                <p:cNvPr id="52" name="Freeform 51">
                  <a:extLst>
                    <a:ext uri="{FF2B5EF4-FFF2-40B4-BE49-F238E27FC236}">
                      <a16:creationId xmlns:a16="http://schemas.microsoft.com/office/drawing/2014/main" id="{5546D11B-F752-AC8D-2596-07D8F250A7ED}"/>
                    </a:ext>
                  </a:extLst>
                </p:cNvPr>
                <p:cNvSpPr/>
                <p:nvPr/>
              </p:nvSpPr>
              <p:spPr>
                <a:xfrm>
                  <a:off x="8103433" y="2049154"/>
                  <a:ext cx="45469" cy="68531"/>
                </a:xfrm>
                <a:custGeom>
                  <a:avLst/>
                  <a:gdLst>
                    <a:gd name="connsiteX0" fmla="*/ 22830 w 45469"/>
                    <a:gd name="connsiteY0" fmla="*/ 380 h 68531"/>
                    <a:gd name="connsiteX1" fmla="*/ 31391 w 45469"/>
                    <a:gd name="connsiteY1" fmla="*/ 1806 h 68531"/>
                    <a:gd name="connsiteX2" fmla="*/ 37575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1094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090 w 45469"/>
                    <a:gd name="connsiteY16" fmla="*/ 10741 h 68531"/>
                    <a:gd name="connsiteX17" fmla="*/ 10939 w 45469"/>
                    <a:gd name="connsiteY17" fmla="*/ 2947 h 68531"/>
                    <a:gd name="connsiteX18" fmla="*/ 22640 w 45469"/>
                    <a:gd name="connsiteY18" fmla="*/ 0 h 68531"/>
                    <a:gd name="connsiteX19" fmla="*/ 39382 w 45469"/>
                    <a:gd name="connsiteY19" fmla="*/ 34408 h 68531"/>
                    <a:gd name="connsiteX20" fmla="*/ 38811 w 45469"/>
                    <a:gd name="connsiteY20" fmla="*/ 23858 h 68531"/>
                    <a:gd name="connsiteX21" fmla="*/ 36433 w 45469"/>
                    <a:gd name="connsiteY21" fmla="*/ 14543 h 68531"/>
                    <a:gd name="connsiteX22" fmla="*/ 31296 w 45469"/>
                    <a:gd name="connsiteY22" fmla="*/ 7984 h 68531"/>
                    <a:gd name="connsiteX23" fmla="*/ 22640 w 45469"/>
                    <a:gd name="connsiteY23" fmla="*/ 5513 h 68531"/>
                    <a:gd name="connsiteX24" fmla="*/ 14364 w 45469"/>
                    <a:gd name="connsiteY24" fmla="*/ 7984 h 68531"/>
                    <a:gd name="connsiteX25" fmla="*/ 9417 w 45469"/>
                    <a:gd name="connsiteY25" fmla="*/ 14733 h 68531"/>
                    <a:gd name="connsiteX26" fmla="*/ 6944 w 45469"/>
                    <a:gd name="connsiteY26" fmla="*/ 24238 h 68531"/>
                    <a:gd name="connsiteX27" fmla="*/ 6183 w 45469"/>
                    <a:gd name="connsiteY27" fmla="*/ 35074 h 68531"/>
                    <a:gd name="connsiteX28" fmla="*/ 6944 w 45469"/>
                    <a:gd name="connsiteY28" fmla="*/ 46765 h 68531"/>
                    <a:gd name="connsiteX29" fmla="*/ 9703 w 45469"/>
                    <a:gd name="connsiteY29" fmla="*/ 55699 h 68531"/>
                    <a:gd name="connsiteX30" fmla="*/ 14744 w 45469"/>
                    <a:gd name="connsiteY30" fmla="*/ 61403 h 68531"/>
                    <a:gd name="connsiteX31" fmla="*/ 22830 w 45469"/>
                    <a:gd name="connsiteY31" fmla="*/ 63494 h 68531"/>
                    <a:gd name="connsiteX32" fmla="*/ 31582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1" y="1806"/>
                      </a:cubicBezTo>
                      <a:cubicBezTo>
                        <a:pt x="33769" y="2756"/>
                        <a:pt x="35862" y="4182"/>
                        <a:pt x="37575" y="5798"/>
                      </a:cubicBezTo>
                      <a:cubicBezTo>
                        <a:pt x="39287" y="7509"/>
                        <a:pt x="40618" y="9505"/>
                        <a:pt x="41665" y="11786"/>
                      </a:cubicBezTo>
                      <a:cubicBezTo>
                        <a:pt x="42711" y="14067"/>
                        <a:pt x="43567"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1" y="55224"/>
                        <a:pt x="41094" y="58361"/>
                      </a:cubicBezTo>
                      <a:cubicBezTo>
                        <a:pt x="39382" y="61498"/>
                        <a:pt x="37099" y="63969"/>
                        <a:pt x="34150" y="65775"/>
                      </a:cubicBezTo>
                      <a:cubicBezTo>
                        <a:pt x="31201" y="67581"/>
                        <a:pt x="27491" y="68531"/>
                        <a:pt x="22830" y="68531"/>
                      </a:cubicBezTo>
                      <a:cubicBezTo>
                        <a:pt x="18169" y="68531"/>
                        <a:pt x="14364" y="67581"/>
                        <a:pt x="11415" y="65775"/>
                      </a:cubicBezTo>
                      <a:cubicBezTo>
                        <a:pt x="8466" y="63969"/>
                        <a:pt x="6183" y="61403"/>
                        <a:pt x="4471" y="58266"/>
                      </a:cubicBezTo>
                      <a:cubicBezTo>
                        <a:pt x="2759" y="55129"/>
                        <a:pt x="1617" y="51517"/>
                        <a:pt x="951" y="47335"/>
                      </a:cubicBezTo>
                      <a:cubicBezTo>
                        <a:pt x="285" y="43153"/>
                        <a:pt x="0" y="38781"/>
                        <a:pt x="0" y="34123"/>
                      </a:cubicBezTo>
                      <a:cubicBezTo>
                        <a:pt x="0" y="29846"/>
                        <a:pt x="285" y="25759"/>
                        <a:pt x="856" y="21671"/>
                      </a:cubicBezTo>
                      <a:cubicBezTo>
                        <a:pt x="1427" y="17584"/>
                        <a:pt x="2473" y="13972"/>
                        <a:pt x="4090" y="10741"/>
                      </a:cubicBezTo>
                      <a:cubicBezTo>
                        <a:pt x="5708" y="7509"/>
                        <a:pt x="7991" y="4943"/>
                        <a:pt x="10939" y="2947"/>
                      </a:cubicBezTo>
                      <a:cubicBezTo>
                        <a:pt x="13888" y="951"/>
                        <a:pt x="17788" y="0"/>
                        <a:pt x="22640" y="0"/>
                      </a:cubicBezTo>
                      <a:close/>
                      <a:moveTo>
                        <a:pt x="39382" y="34408"/>
                      </a:moveTo>
                      <a:cubicBezTo>
                        <a:pt x="39382" y="30796"/>
                        <a:pt x="39192" y="27279"/>
                        <a:pt x="38811" y="23858"/>
                      </a:cubicBezTo>
                      <a:cubicBezTo>
                        <a:pt x="38431" y="20436"/>
                        <a:pt x="37575" y="17299"/>
                        <a:pt x="36433" y="14543"/>
                      </a:cubicBezTo>
                      <a:cubicBezTo>
                        <a:pt x="35197" y="11786"/>
                        <a:pt x="33484" y="9600"/>
                        <a:pt x="31296" y="7984"/>
                      </a:cubicBezTo>
                      <a:cubicBezTo>
                        <a:pt x="29108" y="6368"/>
                        <a:pt x="26255" y="5513"/>
                        <a:pt x="22640" y="5513"/>
                      </a:cubicBezTo>
                      <a:cubicBezTo>
                        <a:pt x="19310" y="5513"/>
                        <a:pt x="16552" y="6368"/>
                        <a:pt x="14364" y="7984"/>
                      </a:cubicBezTo>
                      <a:cubicBezTo>
                        <a:pt x="12271" y="9695"/>
                        <a:pt x="10559" y="11881"/>
                        <a:pt x="9417" y="14733"/>
                      </a:cubicBezTo>
                      <a:cubicBezTo>
                        <a:pt x="8181" y="17489"/>
                        <a:pt x="7420" y="20721"/>
                        <a:pt x="6944" y="24238"/>
                      </a:cubicBezTo>
                      <a:cubicBezTo>
                        <a:pt x="6468" y="27755"/>
                        <a:pt x="6183" y="31367"/>
                        <a:pt x="6183" y="35074"/>
                      </a:cubicBezTo>
                      <a:cubicBezTo>
                        <a:pt x="6183" y="39351"/>
                        <a:pt x="6468" y="43248"/>
                        <a:pt x="6944" y="46765"/>
                      </a:cubicBezTo>
                      <a:cubicBezTo>
                        <a:pt x="7420" y="50282"/>
                        <a:pt x="8371" y="53323"/>
                        <a:pt x="9703" y="55699"/>
                      </a:cubicBezTo>
                      <a:cubicBezTo>
                        <a:pt x="10939" y="58171"/>
                        <a:pt x="12652" y="60072"/>
                        <a:pt x="14744" y="61403"/>
                      </a:cubicBezTo>
                      <a:cubicBezTo>
                        <a:pt x="16837" y="62733"/>
                        <a:pt x="19596" y="63494"/>
                        <a:pt x="22830" y="63494"/>
                      </a:cubicBezTo>
                      <a:cubicBezTo>
                        <a:pt x="26445" y="63494"/>
                        <a:pt x="29299" y="62638"/>
                        <a:pt x="31582" y="60832"/>
                      </a:cubicBezTo>
                      <a:cubicBezTo>
                        <a:pt x="33769" y="59026"/>
                        <a:pt x="35387" y="56745"/>
                        <a:pt x="36528" y="53989"/>
                      </a:cubicBezTo>
                      <a:cubicBezTo>
                        <a:pt x="37670" y="51232"/>
                        <a:pt x="38431" y="48095"/>
                        <a:pt x="38811" y="44579"/>
                      </a:cubicBezTo>
                      <a:cubicBezTo>
                        <a:pt x="39192" y="41062"/>
                        <a:pt x="39382" y="37640"/>
                        <a:pt x="39382" y="34313"/>
                      </a:cubicBezTo>
                      <a:close/>
                    </a:path>
                  </a:pathLst>
                </a:custGeom>
                <a:solidFill>
                  <a:srgbClr val="000000"/>
                </a:solidFill>
                <a:ln w="9506" cap="flat">
                  <a:noFill/>
                  <a:prstDash val="solid"/>
                  <a:miter/>
                </a:ln>
              </p:spPr>
              <p:txBody>
                <a:bodyPr rtlCol="0" anchor="ctr"/>
                <a:lstStyle/>
                <a:p>
                  <a:endParaRPr lang="en-US"/>
                </a:p>
              </p:txBody>
            </p:sp>
            <p:sp>
              <p:nvSpPr>
                <p:cNvPr id="53" name="Freeform 52">
                  <a:extLst>
                    <a:ext uri="{FF2B5EF4-FFF2-40B4-BE49-F238E27FC236}">
                      <a16:creationId xmlns:a16="http://schemas.microsoft.com/office/drawing/2014/main" id="{A8781748-97BD-0C57-469E-105A8EFFA35E}"/>
                    </a:ext>
                  </a:extLst>
                </p:cNvPr>
                <p:cNvSpPr/>
                <p:nvPr/>
              </p:nvSpPr>
              <p:spPr>
                <a:xfrm>
                  <a:off x="8157274" y="2049534"/>
                  <a:ext cx="44518" cy="67105"/>
                </a:xfrm>
                <a:custGeom>
                  <a:avLst/>
                  <a:gdLst>
                    <a:gd name="connsiteX0" fmla="*/ 1998 w 44518"/>
                    <a:gd name="connsiteY0" fmla="*/ 21957 h 67105"/>
                    <a:gd name="connsiteX1" fmla="*/ 3520 w 44518"/>
                    <a:gd name="connsiteY1" fmla="*/ 13022 h 67105"/>
                    <a:gd name="connsiteX2" fmla="*/ 7895 w 44518"/>
                    <a:gd name="connsiteY2" fmla="*/ 6083 h 67105"/>
                    <a:gd name="connsiteX3" fmla="*/ 14840 w 44518"/>
                    <a:gd name="connsiteY3" fmla="*/ 1616 h 67105"/>
                    <a:gd name="connsiteX4" fmla="*/ 23877 w 44518"/>
                    <a:gd name="connsiteY4" fmla="*/ 0 h 67105"/>
                    <a:gd name="connsiteX5" fmla="*/ 32723 w 44518"/>
                    <a:gd name="connsiteY5" fmla="*/ 1426 h 67105"/>
                    <a:gd name="connsiteX6" fmla="*/ 39192 w 44518"/>
                    <a:gd name="connsiteY6" fmla="*/ 5418 h 67105"/>
                    <a:gd name="connsiteX7" fmla="*/ 43187 w 44518"/>
                    <a:gd name="connsiteY7" fmla="*/ 11311 h 67105"/>
                    <a:gd name="connsiteX8" fmla="*/ 44519 w 44518"/>
                    <a:gd name="connsiteY8" fmla="*/ 18535 h 67105"/>
                    <a:gd name="connsiteX9" fmla="*/ 42997 w 44518"/>
                    <a:gd name="connsiteY9" fmla="*/ 26424 h 67105"/>
                    <a:gd name="connsiteX10" fmla="*/ 39096 w 44518"/>
                    <a:gd name="connsiteY10" fmla="*/ 32507 h 67105"/>
                    <a:gd name="connsiteX11" fmla="*/ 33579 w 44518"/>
                    <a:gd name="connsiteY11" fmla="*/ 37260 h 67105"/>
                    <a:gd name="connsiteX12" fmla="*/ 27206 w 44518"/>
                    <a:gd name="connsiteY12" fmla="*/ 41252 h 67105"/>
                    <a:gd name="connsiteX13" fmla="*/ 20833 w 44518"/>
                    <a:gd name="connsiteY13" fmla="*/ 44864 h 67105"/>
                    <a:gd name="connsiteX14" fmla="*/ 15220 w 44518"/>
                    <a:gd name="connsiteY14" fmla="*/ 48476 h 67105"/>
                    <a:gd name="connsiteX15" fmla="*/ 12081 w 44518"/>
                    <a:gd name="connsiteY15" fmla="*/ 51042 h 67105"/>
                    <a:gd name="connsiteX16" fmla="*/ 9322 w 44518"/>
                    <a:gd name="connsiteY16" fmla="*/ 53989 h 67105"/>
                    <a:gd name="connsiteX17" fmla="*/ 7325 w 44518"/>
                    <a:gd name="connsiteY17" fmla="*/ 57600 h 67105"/>
                    <a:gd name="connsiteX18" fmla="*/ 6468 w 44518"/>
                    <a:gd name="connsiteY18" fmla="*/ 61973 h 67105"/>
                    <a:gd name="connsiteX19" fmla="*/ 43853 w 44518"/>
                    <a:gd name="connsiteY19" fmla="*/ 61973 h 67105"/>
                    <a:gd name="connsiteX20" fmla="*/ 43853 w 44518"/>
                    <a:gd name="connsiteY20" fmla="*/ 67106 h 67105"/>
                    <a:gd name="connsiteX21" fmla="*/ 0 w 44518"/>
                    <a:gd name="connsiteY21" fmla="*/ 67106 h 67105"/>
                    <a:gd name="connsiteX22" fmla="*/ 1046 w 44518"/>
                    <a:gd name="connsiteY22" fmla="*/ 58361 h 67105"/>
                    <a:gd name="connsiteX23" fmla="*/ 5232 w 44518"/>
                    <a:gd name="connsiteY23" fmla="*/ 50757 h 67105"/>
                    <a:gd name="connsiteX24" fmla="*/ 12461 w 44518"/>
                    <a:gd name="connsiteY24" fmla="*/ 43913 h 67105"/>
                    <a:gd name="connsiteX25" fmla="*/ 19881 w 44518"/>
                    <a:gd name="connsiteY25" fmla="*/ 38781 h 67105"/>
                    <a:gd name="connsiteX26" fmla="*/ 26730 w 44518"/>
                    <a:gd name="connsiteY26" fmla="*/ 34693 h 67105"/>
                    <a:gd name="connsiteX27" fmla="*/ 32438 w 44518"/>
                    <a:gd name="connsiteY27" fmla="*/ 30606 h 67105"/>
                    <a:gd name="connsiteX28" fmla="*/ 36338 w 44518"/>
                    <a:gd name="connsiteY28" fmla="*/ 25664 h 67105"/>
                    <a:gd name="connsiteX29" fmla="*/ 37765 w 44518"/>
                    <a:gd name="connsiteY29" fmla="*/ 18915 h 67105"/>
                    <a:gd name="connsiteX30" fmla="*/ 36623 w 44518"/>
                    <a:gd name="connsiteY30" fmla="*/ 13117 h 67105"/>
                    <a:gd name="connsiteX31" fmla="*/ 33484 w 44518"/>
                    <a:gd name="connsiteY31" fmla="*/ 8745 h 67105"/>
                    <a:gd name="connsiteX32" fmla="*/ 28823 w 44518"/>
                    <a:gd name="connsiteY32" fmla="*/ 5988 h 67105"/>
                    <a:gd name="connsiteX33" fmla="*/ 23020 w 44518"/>
                    <a:gd name="connsiteY33" fmla="*/ 5133 h 67105"/>
                    <a:gd name="connsiteX34" fmla="*/ 16932 w 44518"/>
                    <a:gd name="connsiteY34" fmla="*/ 6463 h 67105"/>
                    <a:gd name="connsiteX35" fmla="*/ 12271 w 44518"/>
                    <a:gd name="connsiteY35" fmla="*/ 10170 h 67105"/>
                    <a:gd name="connsiteX36" fmla="*/ 9227 w 44518"/>
                    <a:gd name="connsiteY36" fmla="*/ 15493 h 67105"/>
                    <a:gd name="connsiteX37" fmla="*/ 8371 w 44518"/>
                    <a:gd name="connsiteY37" fmla="*/ 21957 h 67105"/>
                    <a:gd name="connsiteX38" fmla="*/ 1903 w 44518"/>
                    <a:gd name="connsiteY38" fmla="*/ 21957 h 67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44518" h="67105">
                      <a:moveTo>
                        <a:pt x="1998" y="21957"/>
                      </a:moveTo>
                      <a:cubicBezTo>
                        <a:pt x="1998" y="18630"/>
                        <a:pt x="2473" y="15683"/>
                        <a:pt x="3520" y="13022"/>
                      </a:cubicBezTo>
                      <a:cubicBezTo>
                        <a:pt x="4566" y="10360"/>
                        <a:pt x="5993" y="7984"/>
                        <a:pt x="7895" y="6083"/>
                      </a:cubicBezTo>
                      <a:cubicBezTo>
                        <a:pt x="9798" y="4182"/>
                        <a:pt x="12081" y="2661"/>
                        <a:pt x="14840" y="1616"/>
                      </a:cubicBezTo>
                      <a:cubicBezTo>
                        <a:pt x="17503" y="570"/>
                        <a:pt x="20547" y="0"/>
                        <a:pt x="23877" y="0"/>
                      </a:cubicBezTo>
                      <a:cubicBezTo>
                        <a:pt x="27206" y="0"/>
                        <a:pt x="30155" y="475"/>
                        <a:pt x="32723" y="1426"/>
                      </a:cubicBezTo>
                      <a:cubicBezTo>
                        <a:pt x="35291" y="2376"/>
                        <a:pt x="37479" y="3707"/>
                        <a:pt x="39192" y="5418"/>
                      </a:cubicBezTo>
                      <a:cubicBezTo>
                        <a:pt x="40904" y="7129"/>
                        <a:pt x="42236" y="9030"/>
                        <a:pt x="43187" y="11311"/>
                      </a:cubicBezTo>
                      <a:cubicBezTo>
                        <a:pt x="44043" y="13592"/>
                        <a:pt x="44519" y="15968"/>
                        <a:pt x="44519" y="18535"/>
                      </a:cubicBezTo>
                      <a:cubicBezTo>
                        <a:pt x="44519" y="21481"/>
                        <a:pt x="44043" y="24143"/>
                        <a:pt x="42997" y="26424"/>
                      </a:cubicBezTo>
                      <a:cubicBezTo>
                        <a:pt x="42045" y="28705"/>
                        <a:pt x="40714" y="30701"/>
                        <a:pt x="39096" y="32507"/>
                      </a:cubicBezTo>
                      <a:cubicBezTo>
                        <a:pt x="37479" y="34313"/>
                        <a:pt x="35672" y="35834"/>
                        <a:pt x="33579" y="37260"/>
                      </a:cubicBezTo>
                      <a:cubicBezTo>
                        <a:pt x="31487" y="38685"/>
                        <a:pt x="29394" y="39921"/>
                        <a:pt x="27206" y="41252"/>
                      </a:cubicBezTo>
                      <a:cubicBezTo>
                        <a:pt x="25018" y="42487"/>
                        <a:pt x="22925" y="43628"/>
                        <a:pt x="20833" y="44864"/>
                      </a:cubicBezTo>
                      <a:cubicBezTo>
                        <a:pt x="18740" y="46004"/>
                        <a:pt x="16837" y="47240"/>
                        <a:pt x="15220" y="48476"/>
                      </a:cubicBezTo>
                      <a:cubicBezTo>
                        <a:pt x="14174" y="49331"/>
                        <a:pt x="13127" y="50187"/>
                        <a:pt x="12081" y="51042"/>
                      </a:cubicBezTo>
                      <a:cubicBezTo>
                        <a:pt x="11035" y="51897"/>
                        <a:pt x="10178" y="52943"/>
                        <a:pt x="9322" y="53989"/>
                      </a:cubicBezTo>
                      <a:cubicBezTo>
                        <a:pt x="8466" y="55034"/>
                        <a:pt x="7800" y="56270"/>
                        <a:pt x="7325" y="57600"/>
                      </a:cubicBezTo>
                      <a:cubicBezTo>
                        <a:pt x="6849" y="58931"/>
                        <a:pt x="6564" y="60357"/>
                        <a:pt x="6468" y="61973"/>
                      </a:cubicBezTo>
                      <a:lnTo>
                        <a:pt x="43853" y="61973"/>
                      </a:lnTo>
                      <a:lnTo>
                        <a:pt x="43853" y="67106"/>
                      </a:lnTo>
                      <a:lnTo>
                        <a:pt x="0" y="67106"/>
                      </a:lnTo>
                      <a:cubicBezTo>
                        <a:pt x="0" y="63874"/>
                        <a:pt x="381" y="60927"/>
                        <a:pt x="1046" y="58361"/>
                      </a:cubicBezTo>
                      <a:cubicBezTo>
                        <a:pt x="1712" y="55795"/>
                        <a:pt x="3044" y="53228"/>
                        <a:pt x="5232" y="50757"/>
                      </a:cubicBezTo>
                      <a:cubicBezTo>
                        <a:pt x="7610" y="48095"/>
                        <a:pt x="9988" y="45814"/>
                        <a:pt x="12461" y="43913"/>
                      </a:cubicBezTo>
                      <a:cubicBezTo>
                        <a:pt x="14935" y="42012"/>
                        <a:pt x="17408" y="40301"/>
                        <a:pt x="19881" y="38781"/>
                      </a:cubicBezTo>
                      <a:cubicBezTo>
                        <a:pt x="22259" y="37260"/>
                        <a:pt x="24542" y="35929"/>
                        <a:pt x="26730" y="34693"/>
                      </a:cubicBezTo>
                      <a:cubicBezTo>
                        <a:pt x="28918" y="33458"/>
                        <a:pt x="30821" y="32127"/>
                        <a:pt x="32438" y="30606"/>
                      </a:cubicBezTo>
                      <a:cubicBezTo>
                        <a:pt x="34055" y="29180"/>
                        <a:pt x="35387" y="27470"/>
                        <a:pt x="36338" y="25664"/>
                      </a:cubicBezTo>
                      <a:cubicBezTo>
                        <a:pt x="37289" y="23858"/>
                        <a:pt x="37765" y="21576"/>
                        <a:pt x="37765" y="18915"/>
                      </a:cubicBezTo>
                      <a:cubicBezTo>
                        <a:pt x="37765" y="16729"/>
                        <a:pt x="37384" y="14828"/>
                        <a:pt x="36623" y="13117"/>
                      </a:cubicBezTo>
                      <a:cubicBezTo>
                        <a:pt x="35862" y="11406"/>
                        <a:pt x="34816" y="9980"/>
                        <a:pt x="33484" y="8745"/>
                      </a:cubicBezTo>
                      <a:cubicBezTo>
                        <a:pt x="32152" y="7509"/>
                        <a:pt x="30630" y="6654"/>
                        <a:pt x="28823" y="5988"/>
                      </a:cubicBezTo>
                      <a:cubicBezTo>
                        <a:pt x="27016" y="5323"/>
                        <a:pt x="25113" y="5133"/>
                        <a:pt x="23020" y="5133"/>
                      </a:cubicBezTo>
                      <a:cubicBezTo>
                        <a:pt x="20833" y="5133"/>
                        <a:pt x="18740" y="5608"/>
                        <a:pt x="16932" y="6463"/>
                      </a:cubicBezTo>
                      <a:cubicBezTo>
                        <a:pt x="15125" y="7414"/>
                        <a:pt x="13603" y="8650"/>
                        <a:pt x="12271" y="10170"/>
                      </a:cubicBezTo>
                      <a:cubicBezTo>
                        <a:pt x="10939" y="11691"/>
                        <a:pt x="9988" y="13497"/>
                        <a:pt x="9227" y="15493"/>
                      </a:cubicBezTo>
                      <a:cubicBezTo>
                        <a:pt x="8466" y="17489"/>
                        <a:pt x="8276" y="19675"/>
                        <a:pt x="8371" y="21957"/>
                      </a:cubicBezTo>
                      <a:lnTo>
                        <a:pt x="1903" y="21957"/>
                      </a:lnTo>
                      <a:close/>
                    </a:path>
                  </a:pathLst>
                </a:custGeom>
                <a:solidFill>
                  <a:srgbClr val="000000"/>
                </a:solidFill>
                <a:ln w="9506" cap="flat">
                  <a:noFill/>
                  <a:prstDash val="solid"/>
                  <a:miter/>
                </a:ln>
              </p:spPr>
              <p:txBody>
                <a:bodyPr rtlCol="0" anchor="ctr"/>
                <a:lstStyle/>
                <a:p>
                  <a:endParaRPr lang="en-US"/>
                </a:p>
              </p:txBody>
            </p:sp>
            <p:sp>
              <p:nvSpPr>
                <p:cNvPr id="54" name="Freeform 53">
                  <a:extLst>
                    <a:ext uri="{FF2B5EF4-FFF2-40B4-BE49-F238E27FC236}">
                      <a16:creationId xmlns:a16="http://schemas.microsoft.com/office/drawing/2014/main" id="{88F96DB9-DC75-57B7-6826-A4A0FAA29FAE}"/>
                    </a:ext>
                  </a:extLst>
                </p:cNvPr>
                <p:cNvSpPr/>
                <p:nvPr/>
              </p:nvSpPr>
              <p:spPr>
                <a:xfrm>
                  <a:off x="8209783" y="2048109"/>
                  <a:ext cx="28537" cy="27184"/>
                </a:xfrm>
                <a:custGeom>
                  <a:avLst/>
                  <a:gdLst>
                    <a:gd name="connsiteX0" fmla="*/ 12271 w 28537"/>
                    <a:gd name="connsiteY0" fmla="*/ 11121 h 27184"/>
                    <a:gd name="connsiteX1" fmla="*/ 12271 w 28537"/>
                    <a:gd name="connsiteY1" fmla="*/ 0 h 27184"/>
                    <a:gd name="connsiteX2" fmla="*/ 16267 w 28537"/>
                    <a:gd name="connsiteY2" fmla="*/ 0 h 27184"/>
                    <a:gd name="connsiteX3" fmla="*/ 16267 w 28537"/>
                    <a:gd name="connsiteY3" fmla="*/ 11121 h 27184"/>
                    <a:gd name="connsiteX4" fmla="*/ 27111 w 28537"/>
                    <a:gd name="connsiteY4" fmla="*/ 7129 h 27184"/>
                    <a:gd name="connsiteX5" fmla="*/ 28538 w 28537"/>
                    <a:gd name="connsiteY5" fmla="*/ 11311 h 27184"/>
                    <a:gd name="connsiteX6" fmla="*/ 17693 w 28537"/>
                    <a:gd name="connsiteY6" fmla="*/ 14828 h 27184"/>
                    <a:gd name="connsiteX7" fmla="*/ 24828 w 28537"/>
                    <a:gd name="connsiteY7" fmla="*/ 24903 h 27184"/>
                    <a:gd name="connsiteX8" fmla="*/ 21118 w 28537"/>
                    <a:gd name="connsiteY8" fmla="*/ 27184 h 27184"/>
                    <a:gd name="connsiteX9" fmla="*/ 14079 w 28537"/>
                    <a:gd name="connsiteY9" fmla="*/ 16919 h 27184"/>
                    <a:gd name="connsiteX10" fmla="*/ 6659 w 28537"/>
                    <a:gd name="connsiteY10" fmla="*/ 26994 h 27184"/>
                    <a:gd name="connsiteX11" fmla="*/ 3329 w 28537"/>
                    <a:gd name="connsiteY11" fmla="*/ 24428 h 27184"/>
                    <a:gd name="connsiteX12" fmla="*/ 10654 w 28537"/>
                    <a:gd name="connsiteY12" fmla="*/ 14828 h 27184"/>
                    <a:gd name="connsiteX13" fmla="*/ 0 w 28537"/>
                    <a:gd name="connsiteY13" fmla="*/ 11026 h 27184"/>
                    <a:gd name="connsiteX14" fmla="*/ 1712 w 28537"/>
                    <a:gd name="connsiteY14" fmla="*/ 7034 h 27184"/>
                    <a:gd name="connsiteX15" fmla="*/ 12271 w 28537"/>
                    <a:gd name="connsiteY15" fmla="*/ 11121 h 2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8537" h="27184">
                      <a:moveTo>
                        <a:pt x="12271" y="11121"/>
                      </a:moveTo>
                      <a:lnTo>
                        <a:pt x="12271" y="0"/>
                      </a:lnTo>
                      <a:lnTo>
                        <a:pt x="16267" y="0"/>
                      </a:lnTo>
                      <a:lnTo>
                        <a:pt x="16267" y="11121"/>
                      </a:lnTo>
                      <a:lnTo>
                        <a:pt x="27111" y="7129"/>
                      </a:lnTo>
                      <a:lnTo>
                        <a:pt x="28538" y="11311"/>
                      </a:lnTo>
                      <a:lnTo>
                        <a:pt x="17693" y="14828"/>
                      </a:lnTo>
                      <a:lnTo>
                        <a:pt x="24828" y="24903"/>
                      </a:lnTo>
                      <a:lnTo>
                        <a:pt x="21118" y="27184"/>
                      </a:lnTo>
                      <a:lnTo>
                        <a:pt x="14079" y="16919"/>
                      </a:lnTo>
                      <a:lnTo>
                        <a:pt x="6659" y="26994"/>
                      </a:lnTo>
                      <a:lnTo>
                        <a:pt x="3329" y="24428"/>
                      </a:lnTo>
                      <a:lnTo>
                        <a:pt x="10654" y="14828"/>
                      </a:lnTo>
                      <a:lnTo>
                        <a:pt x="0" y="11026"/>
                      </a:lnTo>
                      <a:lnTo>
                        <a:pt x="1712" y="7034"/>
                      </a:lnTo>
                      <a:lnTo>
                        <a:pt x="12271" y="11121"/>
                      </a:lnTo>
                      <a:close/>
                    </a:path>
                  </a:pathLst>
                </a:custGeom>
                <a:solidFill>
                  <a:srgbClr val="000000"/>
                </a:solidFill>
                <a:ln w="9506" cap="flat">
                  <a:noFill/>
                  <a:prstDash val="solid"/>
                  <a:miter/>
                </a:ln>
              </p:spPr>
              <p:txBody>
                <a:bodyPr rtlCol="0" anchor="ctr"/>
                <a:lstStyle/>
                <a:p>
                  <a:endParaRPr lang="en-US"/>
                </a:p>
              </p:txBody>
            </p:sp>
          </p:grpSp>
          <p:sp>
            <p:nvSpPr>
              <p:cNvPr id="55" name="Freeform 54">
                <a:extLst>
                  <a:ext uri="{FF2B5EF4-FFF2-40B4-BE49-F238E27FC236}">
                    <a16:creationId xmlns:a16="http://schemas.microsoft.com/office/drawing/2014/main" id="{4E903E8D-F300-6804-3408-E39BD306828B}"/>
                  </a:ext>
                </a:extLst>
              </p:cNvPr>
              <p:cNvSpPr/>
              <p:nvPr/>
            </p:nvSpPr>
            <p:spPr>
              <a:xfrm rot="20946000">
                <a:off x="2840208" y="2855267"/>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56" name="Freeform 55">
                <a:extLst>
                  <a:ext uri="{FF2B5EF4-FFF2-40B4-BE49-F238E27FC236}">
                    <a16:creationId xmlns:a16="http://schemas.microsoft.com/office/drawing/2014/main" id="{84BD70AF-08E7-23DB-3636-1FB0421AA490}"/>
                  </a:ext>
                </a:extLst>
              </p:cNvPr>
              <p:cNvSpPr/>
              <p:nvPr/>
            </p:nvSpPr>
            <p:spPr>
              <a:xfrm rot="20803200">
                <a:off x="3120268" y="2086055"/>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57" name="Freeform 56">
                <a:extLst>
                  <a:ext uri="{FF2B5EF4-FFF2-40B4-BE49-F238E27FC236}">
                    <a16:creationId xmlns:a16="http://schemas.microsoft.com/office/drawing/2014/main" id="{821235AA-7881-3FEE-EFA4-009EBFE61241}"/>
                  </a:ext>
                </a:extLst>
              </p:cNvPr>
              <p:cNvSpPr/>
              <p:nvPr/>
            </p:nvSpPr>
            <p:spPr>
              <a:xfrm rot="20803200">
                <a:off x="5015712" y="2020372"/>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58" name="Freeform 57">
                <a:extLst>
                  <a:ext uri="{FF2B5EF4-FFF2-40B4-BE49-F238E27FC236}">
                    <a16:creationId xmlns:a16="http://schemas.microsoft.com/office/drawing/2014/main" id="{94D2A030-C39A-9735-9ABF-25B46268D3D1}"/>
                  </a:ext>
                </a:extLst>
              </p:cNvPr>
              <p:cNvSpPr/>
              <p:nvPr/>
            </p:nvSpPr>
            <p:spPr>
              <a:xfrm rot="20803200">
                <a:off x="3559096" y="2731330"/>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59" name="Freeform 58">
                <a:extLst>
                  <a:ext uri="{FF2B5EF4-FFF2-40B4-BE49-F238E27FC236}">
                    <a16:creationId xmlns:a16="http://schemas.microsoft.com/office/drawing/2014/main" id="{06A0BFD1-C85B-B0BF-5F63-8C9CB65E70B8}"/>
                  </a:ext>
                </a:extLst>
              </p:cNvPr>
              <p:cNvSpPr/>
              <p:nvPr/>
            </p:nvSpPr>
            <p:spPr>
              <a:xfrm rot="20803200">
                <a:off x="4532609" y="3144995"/>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60" name="Freeform 59">
                <a:extLst>
                  <a:ext uri="{FF2B5EF4-FFF2-40B4-BE49-F238E27FC236}">
                    <a16:creationId xmlns:a16="http://schemas.microsoft.com/office/drawing/2014/main" id="{CB315B9B-B179-480D-AA78-F93233410092}"/>
                  </a:ext>
                </a:extLst>
              </p:cNvPr>
              <p:cNvSpPr/>
              <p:nvPr/>
            </p:nvSpPr>
            <p:spPr>
              <a:xfrm rot="20946000">
                <a:off x="2434525" y="3269460"/>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61" name="Freeform 60">
                <a:extLst>
                  <a:ext uri="{FF2B5EF4-FFF2-40B4-BE49-F238E27FC236}">
                    <a16:creationId xmlns:a16="http://schemas.microsoft.com/office/drawing/2014/main" id="{30B4F265-39C6-3C23-523D-5BD9104D1F89}"/>
                  </a:ext>
                </a:extLst>
              </p:cNvPr>
              <p:cNvSpPr/>
              <p:nvPr/>
            </p:nvSpPr>
            <p:spPr>
              <a:xfrm rot="20803200">
                <a:off x="3908554" y="3146219"/>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62" name="Freeform 61">
                <a:extLst>
                  <a:ext uri="{FF2B5EF4-FFF2-40B4-BE49-F238E27FC236}">
                    <a16:creationId xmlns:a16="http://schemas.microsoft.com/office/drawing/2014/main" id="{4E338F79-613C-5B63-DCB4-D2DF3E9BBA8C}"/>
                  </a:ext>
                </a:extLst>
              </p:cNvPr>
              <p:cNvSpPr/>
              <p:nvPr/>
            </p:nvSpPr>
            <p:spPr>
              <a:xfrm rot="20803200">
                <a:off x="4205747" y="3547159"/>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63" name="Freeform 62">
                <a:extLst>
                  <a:ext uri="{FF2B5EF4-FFF2-40B4-BE49-F238E27FC236}">
                    <a16:creationId xmlns:a16="http://schemas.microsoft.com/office/drawing/2014/main" id="{0CC0CD47-D4CF-0BDD-4011-E56DCAAB4346}"/>
                  </a:ext>
                </a:extLst>
              </p:cNvPr>
              <p:cNvSpPr/>
              <p:nvPr/>
            </p:nvSpPr>
            <p:spPr>
              <a:xfrm rot="20803200">
                <a:off x="3423099" y="2790472"/>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4510" name="Freeform 4509">
                <a:extLst>
                  <a:ext uri="{FF2B5EF4-FFF2-40B4-BE49-F238E27FC236}">
                    <a16:creationId xmlns:a16="http://schemas.microsoft.com/office/drawing/2014/main" id="{B1FA81D6-9F40-230B-C88E-1A8ABC8741F9}"/>
                  </a:ext>
                </a:extLst>
              </p:cNvPr>
              <p:cNvSpPr/>
              <p:nvPr/>
            </p:nvSpPr>
            <p:spPr>
              <a:xfrm rot="20946000">
                <a:off x="2405855" y="3388035"/>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4511" name="Freeform 4510">
                <a:extLst>
                  <a:ext uri="{FF2B5EF4-FFF2-40B4-BE49-F238E27FC236}">
                    <a16:creationId xmlns:a16="http://schemas.microsoft.com/office/drawing/2014/main" id="{D1E3F467-99A2-36F4-C837-470499C917F2}"/>
                  </a:ext>
                </a:extLst>
              </p:cNvPr>
              <p:cNvSpPr/>
              <p:nvPr/>
            </p:nvSpPr>
            <p:spPr>
              <a:xfrm rot="20803200">
                <a:off x="4698251" y="2553566"/>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4512" name="Freeform 4511">
                <a:extLst>
                  <a:ext uri="{FF2B5EF4-FFF2-40B4-BE49-F238E27FC236}">
                    <a16:creationId xmlns:a16="http://schemas.microsoft.com/office/drawing/2014/main" id="{9F192171-5414-CB91-0914-27457FBEA415}"/>
                  </a:ext>
                </a:extLst>
              </p:cNvPr>
              <p:cNvSpPr/>
              <p:nvPr/>
            </p:nvSpPr>
            <p:spPr>
              <a:xfrm rot="20803200">
                <a:off x="3830643" y="2876050"/>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4513" name="Freeform 4512">
                <a:extLst>
                  <a:ext uri="{FF2B5EF4-FFF2-40B4-BE49-F238E27FC236}">
                    <a16:creationId xmlns:a16="http://schemas.microsoft.com/office/drawing/2014/main" id="{FA62B455-4201-D159-7FAF-4FC8A4C927A8}"/>
                  </a:ext>
                </a:extLst>
              </p:cNvPr>
              <p:cNvSpPr/>
              <p:nvPr/>
            </p:nvSpPr>
            <p:spPr>
              <a:xfrm rot="20803200">
                <a:off x="3726221" y="2244030"/>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4514" name="Freeform 4513">
                <a:extLst>
                  <a:ext uri="{FF2B5EF4-FFF2-40B4-BE49-F238E27FC236}">
                    <a16:creationId xmlns:a16="http://schemas.microsoft.com/office/drawing/2014/main" id="{88A6DEAB-4914-C375-A8A4-882CD102448E}"/>
                  </a:ext>
                </a:extLst>
              </p:cNvPr>
              <p:cNvSpPr/>
              <p:nvPr/>
            </p:nvSpPr>
            <p:spPr>
              <a:xfrm rot="20803200">
                <a:off x="4612075" y="2375751"/>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4515" name="Freeform 4514">
                <a:extLst>
                  <a:ext uri="{FF2B5EF4-FFF2-40B4-BE49-F238E27FC236}">
                    <a16:creationId xmlns:a16="http://schemas.microsoft.com/office/drawing/2014/main" id="{4BA1570A-BAF9-2279-A241-1B4974BDD798}"/>
                  </a:ext>
                </a:extLst>
              </p:cNvPr>
              <p:cNvSpPr/>
              <p:nvPr/>
            </p:nvSpPr>
            <p:spPr>
              <a:xfrm rot="20803200">
                <a:off x="4829279" y="3214363"/>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4516" name="Freeform 4515">
                <a:extLst>
                  <a:ext uri="{FF2B5EF4-FFF2-40B4-BE49-F238E27FC236}">
                    <a16:creationId xmlns:a16="http://schemas.microsoft.com/office/drawing/2014/main" id="{C5D006AF-0D16-EE77-B170-992F0FDA9A2C}"/>
                  </a:ext>
                </a:extLst>
              </p:cNvPr>
              <p:cNvSpPr/>
              <p:nvPr/>
            </p:nvSpPr>
            <p:spPr>
              <a:xfrm rot="20803200">
                <a:off x="3463424" y="4032655"/>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4517" name="Freeform 4516">
                <a:extLst>
                  <a:ext uri="{FF2B5EF4-FFF2-40B4-BE49-F238E27FC236}">
                    <a16:creationId xmlns:a16="http://schemas.microsoft.com/office/drawing/2014/main" id="{10E4F71E-6629-11EF-8244-E39E205A50ED}"/>
                  </a:ext>
                </a:extLst>
              </p:cNvPr>
              <p:cNvSpPr/>
              <p:nvPr/>
            </p:nvSpPr>
            <p:spPr>
              <a:xfrm rot="20803200">
                <a:off x="4612220" y="2257416"/>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4518" name="Freeform 4517">
                <a:extLst>
                  <a:ext uri="{FF2B5EF4-FFF2-40B4-BE49-F238E27FC236}">
                    <a16:creationId xmlns:a16="http://schemas.microsoft.com/office/drawing/2014/main" id="{86D18084-9538-BCF9-8650-694EAA98CF63}"/>
                  </a:ext>
                </a:extLst>
              </p:cNvPr>
              <p:cNvSpPr/>
              <p:nvPr/>
            </p:nvSpPr>
            <p:spPr>
              <a:xfrm rot="20803200">
                <a:off x="4653018" y="2731335"/>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4554" name="Freeform 4553">
                <a:extLst>
                  <a:ext uri="{FF2B5EF4-FFF2-40B4-BE49-F238E27FC236}">
                    <a16:creationId xmlns:a16="http://schemas.microsoft.com/office/drawing/2014/main" id="{A046693C-0E06-4D98-A155-7FFCA5442019}"/>
                  </a:ext>
                </a:extLst>
              </p:cNvPr>
              <p:cNvSpPr/>
              <p:nvPr/>
            </p:nvSpPr>
            <p:spPr>
              <a:xfrm rot="20803200">
                <a:off x="4931667" y="1901589"/>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4555" name="Freeform 4554">
                <a:extLst>
                  <a:ext uri="{FF2B5EF4-FFF2-40B4-BE49-F238E27FC236}">
                    <a16:creationId xmlns:a16="http://schemas.microsoft.com/office/drawing/2014/main" id="{88542470-B466-F103-0C1F-FD1CB9B1B67B}"/>
                  </a:ext>
                </a:extLst>
              </p:cNvPr>
              <p:cNvSpPr/>
              <p:nvPr/>
            </p:nvSpPr>
            <p:spPr>
              <a:xfrm rot="20803200">
                <a:off x="4818363" y="3031085"/>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4556" name="Freeform 4555">
                <a:extLst>
                  <a:ext uri="{FF2B5EF4-FFF2-40B4-BE49-F238E27FC236}">
                    <a16:creationId xmlns:a16="http://schemas.microsoft.com/office/drawing/2014/main" id="{220822B8-7645-791F-4853-3C7631443905}"/>
                  </a:ext>
                </a:extLst>
              </p:cNvPr>
              <p:cNvSpPr/>
              <p:nvPr/>
            </p:nvSpPr>
            <p:spPr>
              <a:xfrm rot="20803200">
                <a:off x="4303282" y="2494357"/>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4557" name="Freeform 4556">
                <a:extLst>
                  <a:ext uri="{FF2B5EF4-FFF2-40B4-BE49-F238E27FC236}">
                    <a16:creationId xmlns:a16="http://schemas.microsoft.com/office/drawing/2014/main" id="{16F9A06D-DAA5-7598-B9F3-DDAAE0D5A9A5}"/>
                  </a:ext>
                </a:extLst>
              </p:cNvPr>
              <p:cNvSpPr/>
              <p:nvPr/>
            </p:nvSpPr>
            <p:spPr>
              <a:xfrm rot="20803200">
                <a:off x="4885391" y="2797294"/>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4558" name="Freeform 4557">
                <a:extLst>
                  <a:ext uri="{FF2B5EF4-FFF2-40B4-BE49-F238E27FC236}">
                    <a16:creationId xmlns:a16="http://schemas.microsoft.com/office/drawing/2014/main" id="{57F58798-D524-2698-AEE0-767336854711}"/>
                  </a:ext>
                </a:extLst>
              </p:cNvPr>
              <p:cNvSpPr/>
              <p:nvPr/>
            </p:nvSpPr>
            <p:spPr>
              <a:xfrm rot="20803200">
                <a:off x="4637911" y="3102957"/>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4559" name="Freeform 4558">
                <a:extLst>
                  <a:ext uri="{FF2B5EF4-FFF2-40B4-BE49-F238E27FC236}">
                    <a16:creationId xmlns:a16="http://schemas.microsoft.com/office/drawing/2014/main" id="{45A776C3-941A-418B-D5BB-A86693C3DDB0}"/>
                  </a:ext>
                </a:extLst>
              </p:cNvPr>
              <p:cNvSpPr/>
              <p:nvPr/>
            </p:nvSpPr>
            <p:spPr>
              <a:xfrm rot="20803200">
                <a:off x="4042086" y="2491345"/>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4560" name="Freeform 4559">
                <a:extLst>
                  <a:ext uri="{FF2B5EF4-FFF2-40B4-BE49-F238E27FC236}">
                    <a16:creationId xmlns:a16="http://schemas.microsoft.com/office/drawing/2014/main" id="{ED2D8B41-C13E-B0FD-C440-6C118C5518E4}"/>
                  </a:ext>
                </a:extLst>
              </p:cNvPr>
              <p:cNvSpPr/>
              <p:nvPr/>
            </p:nvSpPr>
            <p:spPr>
              <a:xfrm rot="20803200">
                <a:off x="4004233" y="3324226"/>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4561" name="Freeform 4560">
                <a:extLst>
                  <a:ext uri="{FF2B5EF4-FFF2-40B4-BE49-F238E27FC236}">
                    <a16:creationId xmlns:a16="http://schemas.microsoft.com/office/drawing/2014/main" id="{BC76E53E-E976-A2EA-6848-E5755D4F88AF}"/>
                  </a:ext>
                </a:extLst>
              </p:cNvPr>
              <p:cNvSpPr/>
              <p:nvPr/>
            </p:nvSpPr>
            <p:spPr>
              <a:xfrm rot="20803200">
                <a:off x="4845061" y="2850051"/>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4562" name="Freeform 4561">
                <a:extLst>
                  <a:ext uri="{FF2B5EF4-FFF2-40B4-BE49-F238E27FC236}">
                    <a16:creationId xmlns:a16="http://schemas.microsoft.com/office/drawing/2014/main" id="{7E190D91-16E7-6DCE-685A-AC7C4A55A6DF}"/>
                  </a:ext>
                </a:extLst>
              </p:cNvPr>
              <p:cNvSpPr/>
              <p:nvPr/>
            </p:nvSpPr>
            <p:spPr>
              <a:xfrm rot="20803200">
                <a:off x="4177780" y="3265070"/>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4563" name="Freeform 4562">
                <a:extLst>
                  <a:ext uri="{FF2B5EF4-FFF2-40B4-BE49-F238E27FC236}">
                    <a16:creationId xmlns:a16="http://schemas.microsoft.com/office/drawing/2014/main" id="{A30B6608-DD51-0215-5854-56E24A1C21A6}"/>
                  </a:ext>
                </a:extLst>
              </p:cNvPr>
              <p:cNvSpPr/>
              <p:nvPr/>
            </p:nvSpPr>
            <p:spPr>
              <a:xfrm rot="20803200">
                <a:off x="3846055" y="3403370"/>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4564" name="Freeform 4563">
                <a:extLst>
                  <a:ext uri="{FF2B5EF4-FFF2-40B4-BE49-F238E27FC236}">
                    <a16:creationId xmlns:a16="http://schemas.microsoft.com/office/drawing/2014/main" id="{DF4FF577-BB51-65EF-6DBF-A505CC8138F2}"/>
                  </a:ext>
                </a:extLst>
              </p:cNvPr>
              <p:cNvSpPr/>
              <p:nvPr/>
            </p:nvSpPr>
            <p:spPr>
              <a:xfrm rot="20803200">
                <a:off x="4358939" y="2841321"/>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4581" name="Freeform 4580">
                <a:extLst>
                  <a:ext uri="{FF2B5EF4-FFF2-40B4-BE49-F238E27FC236}">
                    <a16:creationId xmlns:a16="http://schemas.microsoft.com/office/drawing/2014/main" id="{09B7E2EA-997C-A263-B507-25426C38DA03}"/>
                  </a:ext>
                </a:extLst>
              </p:cNvPr>
              <p:cNvSpPr/>
              <p:nvPr/>
            </p:nvSpPr>
            <p:spPr>
              <a:xfrm rot="20803200">
                <a:off x="5049708" y="2850159"/>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4583" name="Freeform 4582">
                <a:extLst>
                  <a:ext uri="{FF2B5EF4-FFF2-40B4-BE49-F238E27FC236}">
                    <a16:creationId xmlns:a16="http://schemas.microsoft.com/office/drawing/2014/main" id="{04CCC905-064A-2B75-E200-D2B1141E2E27}"/>
                  </a:ext>
                </a:extLst>
              </p:cNvPr>
              <p:cNvSpPr/>
              <p:nvPr/>
            </p:nvSpPr>
            <p:spPr>
              <a:xfrm rot="20803200">
                <a:off x="4059344" y="3028023"/>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4584" name="Freeform 4583">
                <a:extLst>
                  <a:ext uri="{FF2B5EF4-FFF2-40B4-BE49-F238E27FC236}">
                    <a16:creationId xmlns:a16="http://schemas.microsoft.com/office/drawing/2014/main" id="{371CF3E5-547E-2532-C797-6BFDDFC7790B}"/>
                  </a:ext>
                </a:extLst>
              </p:cNvPr>
              <p:cNvSpPr/>
              <p:nvPr/>
            </p:nvSpPr>
            <p:spPr>
              <a:xfrm>
                <a:off x="2456383" y="2344309"/>
                <a:ext cx="2847671" cy="1434480"/>
              </a:xfrm>
              <a:custGeom>
                <a:avLst/>
                <a:gdLst>
                  <a:gd name="connsiteX0" fmla="*/ 11510 w 1138366"/>
                  <a:gd name="connsiteY0" fmla="*/ 568211 h 573438"/>
                  <a:gd name="connsiteX1" fmla="*/ 23020 w 1138366"/>
                  <a:gd name="connsiteY1" fmla="*/ 562983 h 573438"/>
                  <a:gd name="connsiteX2" fmla="*/ 34530 w 1138366"/>
                  <a:gd name="connsiteY2" fmla="*/ 557755 h 573438"/>
                  <a:gd name="connsiteX3" fmla="*/ 46041 w 1138366"/>
                  <a:gd name="connsiteY3" fmla="*/ 552528 h 573438"/>
                  <a:gd name="connsiteX4" fmla="*/ 57551 w 1138366"/>
                  <a:gd name="connsiteY4" fmla="*/ 547300 h 573438"/>
                  <a:gd name="connsiteX5" fmla="*/ 69061 w 1138366"/>
                  <a:gd name="connsiteY5" fmla="*/ 542072 h 573438"/>
                  <a:gd name="connsiteX6" fmla="*/ 80476 w 1138366"/>
                  <a:gd name="connsiteY6" fmla="*/ 536844 h 573438"/>
                  <a:gd name="connsiteX7" fmla="*/ 91986 w 1138366"/>
                  <a:gd name="connsiteY7" fmla="*/ 531616 h 573438"/>
                  <a:gd name="connsiteX8" fmla="*/ 103496 w 1138366"/>
                  <a:gd name="connsiteY8" fmla="*/ 526484 h 573438"/>
                  <a:gd name="connsiteX9" fmla="*/ 115007 w 1138366"/>
                  <a:gd name="connsiteY9" fmla="*/ 521256 h 573438"/>
                  <a:gd name="connsiteX10" fmla="*/ 126517 w 1138366"/>
                  <a:gd name="connsiteY10" fmla="*/ 516123 h 573438"/>
                  <a:gd name="connsiteX11" fmla="*/ 138027 w 1138366"/>
                  <a:gd name="connsiteY11" fmla="*/ 510990 h 573438"/>
                  <a:gd name="connsiteX12" fmla="*/ 149537 w 1138366"/>
                  <a:gd name="connsiteY12" fmla="*/ 505763 h 573438"/>
                  <a:gd name="connsiteX13" fmla="*/ 161047 w 1138366"/>
                  <a:gd name="connsiteY13" fmla="*/ 500630 h 573438"/>
                  <a:gd name="connsiteX14" fmla="*/ 172462 w 1138366"/>
                  <a:gd name="connsiteY14" fmla="*/ 495497 h 573438"/>
                  <a:gd name="connsiteX15" fmla="*/ 183973 w 1138366"/>
                  <a:gd name="connsiteY15" fmla="*/ 490365 h 573438"/>
                  <a:gd name="connsiteX16" fmla="*/ 195483 w 1138366"/>
                  <a:gd name="connsiteY16" fmla="*/ 485327 h 573438"/>
                  <a:gd name="connsiteX17" fmla="*/ 206993 w 1138366"/>
                  <a:gd name="connsiteY17" fmla="*/ 480194 h 573438"/>
                  <a:gd name="connsiteX18" fmla="*/ 218503 w 1138366"/>
                  <a:gd name="connsiteY18" fmla="*/ 475157 h 573438"/>
                  <a:gd name="connsiteX19" fmla="*/ 230013 w 1138366"/>
                  <a:gd name="connsiteY19" fmla="*/ 470024 h 573438"/>
                  <a:gd name="connsiteX20" fmla="*/ 241523 w 1138366"/>
                  <a:gd name="connsiteY20" fmla="*/ 464986 h 573438"/>
                  <a:gd name="connsiteX21" fmla="*/ 253034 w 1138366"/>
                  <a:gd name="connsiteY21" fmla="*/ 459948 h 573438"/>
                  <a:gd name="connsiteX22" fmla="*/ 264449 w 1138366"/>
                  <a:gd name="connsiteY22" fmla="*/ 454911 h 573438"/>
                  <a:gd name="connsiteX23" fmla="*/ 275959 w 1138366"/>
                  <a:gd name="connsiteY23" fmla="*/ 449968 h 573438"/>
                  <a:gd name="connsiteX24" fmla="*/ 287469 w 1138366"/>
                  <a:gd name="connsiteY24" fmla="*/ 444931 h 573438"/>
                  <a:gd name="connsiteX25" fmla="*/ 298979 w 1138366"/>
                  <a:gd name="connsiteY25" fmla="*/ 439988 h 573438"/>
                  <a:gd name="connsiteX26" fmla="*/ 310489 w 1138366"/>
                  <a:gd name="connsiteY26" fmla="*/ 435045 h 573438"/>
                  <a:gd name="connsiteX27" fmla="*/ 322000 w 1138366"/>
                  <a:gd name="connsiteY27" fmla="*/ 430103 h 573438"/>
                  <a:gd name="connsiteX28" fmla="*/ 333510 w 1138366"/>
                  <a:gd name="connsiteY28" fmla="*/ 425255 h 573438"/>
                  <a:gd name="connsiteX29" fmla="*/ 345020 w 1138366"/>
                  <a:gd name="connsiteY29" fmla="*/ 420312 h 573438"/>
                  <a:gd name="connsiteX30" fmla="*/ 356435 w 1138366"/>
                  <a:gd name="connsiteY30" fmla="*/ 415465 h 573438"/>
                  <a:gd name="connsiteX31" fmla="*/ 367945 w 1138366"/>
                  <a:gd name="connsiteY31" fmla="*/ 410712 h 573438"/>
                  <a:gd name="connsiteX32" fmla="*/ 379455 w 1138366"/>
                  <a:gd name="connsiteY32" fmla="*/ 405865 h 573438"/>
                  <a:gd name="connsiteX33" fmla="*/ 390966 w 1138366"/>
                  <a:gd name="connsiteY33" fmla="*/ 401112 h 573438"/>
                  <a:gd name="connsiteX34" fmla="*/ 402476 w 1138366"/>
                  <a:gd name="connsiteY34" fmla="*/ 396360 h 573438"/>
                  <a:gd name="connsiteX35" fmla="*/ 413986 w 1138366"/>
                  <a:gd name="connsiteY35" fmla="*/ 391702 h 573438"/>
                  <a:gd name="connsiteX36" fmla="*/ 425496 w 1138366"/>
                  <a:gd name="connsiteY36" fmla="*/ 387045 h 573438"/>
                  <a:gd name="connsiteX37" fmla="*/ 437007 w 1138366"/>
                  <a:gd name="connsiteY37" fmla="*/ 382387 h 573438"/>
                  <a:gd name="connsiteX38" fmla="*/ 448421 w 1138366"/>
                  <a:gd name="connsiteY38" fmla="*/ 377825 h 573438"/>
                  <a:gd name="connsiteX39" fmla="*/ 459932 w 1138366"/>
                  <a:gd name="connsiteY39" fmla="*/ 373263 h 573438"/>
                  <a:gd name="connsiteX40" fmla="*/ 471442 w 1138366"/>
                  <a:gd name="connsiteY40" fmla="*/ 368795 h 573438"/>
                  <a:gd name="connsiteX41" fmla="*/ 482952 w 1138366"/>
                  <a:gd name="connsiteY41" fmla="*/ 364328 h 573438"/>
                  <a:gd name="connsiteX42" fmla="*/ 494462 w 1138366"/>
                  <a:gd name="connsiteY42" fmla="*/ 359956 h 573438"/>
                  <a:gd name="connsiteX43" fmla="*/ 505973 w 1138366"/>
                  <a:gd name="connsiteY43" fmla="*/ 355583 h 573438"/>
                  <a:gd name="connsiteX44" fmla="*/ 517483 w 1138366"/>
                  <a:gd name="connsiteY44" fmla="*/ 351306 h 573438"/>
                  <a:gd name="connsiteX45" fmla="*/ 528993 w 1138366"/>
                  <a:gd name="connsiteY45" fmla="*/ 347124 h 573438"/>
                  <a:gd name="connsiteX46" fmla="*/ 540408 w 1138366"/>
                  <a:gd name="connsiteY46" fmla="*/ 342942 h 573438"/>
                  <a:gd name="connsiteX47" fmla="*/ 551918 w 1138366"/>
                  <a:gd name="connsiteY47" fmla="*/ 338854 h 573438"/>
                  <a:gd name="connsiteX48" fmla="*/ 563428 w 1138366"/>
                  <a:gd name="connsiteY48" fmla="*/ 334862 h 573438"/>
                  <a:gd name="connsiteX49" fmla="*/ 574939 w 1138366"/>
                  <a:gd name="connsiteY49" fmla="*/ 330870 h 573438"/>
                  <a:gd name="connsiteX50" fmla="*/ 586449 w 1138366"/>
                  <a:gd name="connsiteY50" fmla="*/ 326973 h 573438"/>
                  <a:gd name="connsiteX51" fmla="*/ 597959 w 1138366"/>
                  <a:gd name="connsiteY51" fmla="*/ 323266 h 573438"/>
                  <a:gd name="connsiteX52" fmla="*/ 609469 w 1138366"/>
                  <a:gd name="connsiteY52" fmla="*/ 319559 h 573438"/>
                  <a:gd name="connsiteX53" fmla="*/ 620979 w 1138366"/>
                  <a:gd name="connsiteY53" fmla="*/ 315947 h 573438"/>
                  <a:gd name="connsiteX54" fmla="*/ 632394 w 1138366"/>
                  <a:gd name="connsiteY54" fmla="*/ 312335 h 573438"/>
                  <a:gd name="connsiteX55" fmla="*/ 643904 w 1138366"/>
                  <a:gd name="connsiteY55" fmla="*/ 308914 h 573438"/>
                  <a:gd name="connsiteX56" fmla="*/ 655415 w 1138366"/>
                  <a:gd name="connsiteY56" fmla="*/ 305587 h 573438"/>
                  <a:gd name="connsiteX57" fmla="*/ 666925 w 1138366"/>
                  <a:gd name="connsiteY57" fmla="*/ 302355 h 573438"/>
                  <a:gd name="connsiteX58" fmla="*/ 678435 w 1138366"/>
                  <a:gd name="connsiteY58" fmla="*/ 299218 h 573438"/>
                  <a:gd name="connsiteX59" fmla="*/ 689945 w 1138366"/>
                  <a:gd name="connsiteY59" fmla="*/ 296177 h 573438"/>
                  <a:gd name="connsiteX60" fmla="*/ 701455 w 1138366"/>
                  <a:gd name="connsiteY60" fmla="*/ 293135 h 573438"/>
                  <a:gd name="connsiteX61" fmla="*/ 712965 w 1138366"/>
                  <a:gd name="connsiteY61" fmla="*/ 290284 h 573438"/>
                  <a:gd name="connsiteX62" fmla="*/ 724381 w 1138366"/>
                  <a:gd name="connsiteY62" fmla="*/ 287527 h 573438"/>
                  <a:gd name="connsiteX63" fmla="*/ 735891 w 1138366"/>
                  <a:gd name="connsiteY63" fmla="*/ 284961 h 573438"/>
                  <a:gd name="connsiteX64" fmla="*/ 747401 w 1138366"/>
                  <a:gd name="connsiteY64" fmla="*/ 282395 h 573438"/>
                  <a:gd name="connsiteX65" fmla="*/ 758911 w 1138366"/>
                  <a:gd name="connsiteY65" fmla="*/ 279923 h 573438"/>
                  <a:gd name="connsiteX66" fmla="*/ 770421 w 1138366"/>
                  <a:gd name="connsiteY66" fmla="*/ 277547 h 573438"/>
                  <a:gd name="connsiteX67" fmla="*/ 781931 w 1138366"/>
                  <a:gd name="connsiteY67" fmla="*/ 275266 h 573438"/>
                  <a:gd name="connsiteX68" fmla="*/ 793442 w 1138366"/>
                  <a:gd name="connsiteY68" fmla="*/ 273080 h 573438"/>
                  <a:gd name="connsiteX69" fmla="*/ 804952 w 1138366"/>
                  <a:gd name="connsiteY69" fmla="*/ 270988 h 573438"/>
                  <a:gd name="connsiteX70" fmla="*/ 816367 w 1138366"/>
                  <a:gd name="connsiteY70" fmla="*/ 268992 h 573438"/>
                  <a:gd name="connsiteX71" fmla="*/ 827877 w 1138366"/>
                  <a:gd name="connsiteY71" fmla="*/ 267091 h 573438"/>
                  <a:gd name="connsiteX72" fmla="*/ 839387 w 1138366"/>
                  <a:gd name="connsiteY72" fmla="*/ 265285 h 573438"/>
                  <a:gd name="connsiteX73" fmla="*/ 850897 w 1138366"/>
                  <a:gd name="connsiteY73" fmla="*/ 263479 h 573438"/>
                  <a:gd name="connsiteX74" fmla="*/ 862408 w 1138366"/>
                  <a:gd name="connsiteY74" fmla="*/ 261769 h 573438"/>
                  <a:gd name="connsiteX75" fmla="*/ 873918 w 1138366"/>
                  <a:gd name="connsiteY75" fmla="*/ 260153 h 573438"/>
                  <a:gd name="connsiteX76" fmla="*/ 885428 w 1138366"/>
                  <a:gd name="connsiteY76" fmla="*/ 258632 h 573438"/>
                  <a:gd name="connsiteX77" fmla="*/ 896843 w 1138366"/>
                  <a:gd name="connsiteY77" fmla="*/ 257111 h 573438"/>
                  <a:gd name="connsiteX78" fmla="*/ 908353 w 1138366"/>
                  <a:gd name="connsiteY78" fmla="*/ 255685 h 573438"/>
                  <a:gd name="connsiteX79" fmla="*/ 919863 w 1138366"/>
                  <a:gd name="connsiteY79" fmla="*/ 254260 h 573438"/>
                  <a:gd name="connsiteX80" fmla="*/ 931374 w 1138366"/>
                  <a:gd name="connsiteY80" fmla="*/ 252929 h 573438"/>
                  <a:gd name="connsiteX81" fmla="*/ 942884 w 1138366"/>
                  <a:gd name="connsiteY81" fmla="*/ 251693 h 573438"/>
                  <a:gd name="connsiteX82" fmla="*/ 954394 w 1138366"/>
                  <a:gd name="connsiteY82" fmla="*/ 250458 h 573438"/>
                  <a:gd name="connsiteX83" fmla="*/ 965904 w 1138366"/>
                  <a:gd name="connsiteY83" fmla="*/ 249222 h 573438"/>
                  <a:gd name="connsiteX84" fmla="*/ 977414 w 1138366"/>
                  <a:gd name="connsiteY84" fmla="*/ 248081 h 573438"/>
                  <a:gd name="connsiteX85" fmla="*/ 988829 w 1138366"/>
                  <a:gd name="connsiteY85" fmla="*/ 247036 h 573438"/>
                  <a:gd name="connsiteX86" fmla="*/ 1000340 w 1138366"/>
                  <a:gd name="connsiteY86" fmla="*/ 245895 h 573438"/>
                  <a:gd name="connsiteX87" fmla="*/ 1011850 w 1138366"/>
                  <a:gd name="connsiteY87" fmla="*/ 244945 h 573438"/>
                  <a:gd name="connsiteX88" fmla="*/ 1023360 w 1138366"/>
                  <a:gd name="connsiteY88" fmla="*/ 243899 h 573438"/>
                  <a:gd name="connsiteX89" fmla="*/ 1034870 w 1138366"/>
                  <a:gd name="connsiteY89" fmla="*/ 242949 h 573438"/>
                  <a:gd name="connsiteX90" fmla="*/ 1046380 w 1138366"/>
                  <a:gd name="connsiteY90" fmla="*/ 241998 h 573438"/>
                  <a:gd name="connsiteX91" fmla="*/ 1057891 w 1138366"/>
                  <a:gd name="connsiteY91" fmla="*/ 241048 h 573438"/>
                  <a:gd name="connsiteX92" fmla="*/ 1069401 w 1138366"/>
                  <a:gd name="connsiteY92" fmla="*/ 240192 h 573438"/>
                  <a:gd name="connsiteX93" fmla="*/ 1080816 w 1138366"/>
                  <a:gd name="connsiteY93" fmla="*/ 239337 h 573438"/>
                  <a:gd name="connsiteX94" fmla="*/ 1092326 w 1138366"/>
                  <a:gd name="connsiteY94" fmla="*/ 238481 h 573438"/>
                  <a:gd name="connsiteX95" fmla="*/ 1103836 w 1138366"/>
                  <a:gd name="connsiteY95" fmla="*/ 237721 h 573438"/>
                  <a:gd name="connsiteX96" fmla="*/ 1115346 w 1138366"/>
                  <a:gd name="connsiteY96" fmla="*/ 236960 h 573438"/>
                  <a:gd name="connsiteX97" fmla="*/ 1126857 w 1138366"/>
                  <a:gd name="connsiteY97" fmla="*/ 236105 h 573438"/>
                  <a:gd name="connsiteX98" fmla="*/ 1138367 w 1138366"/>
                  <a:gd name="connsiteY98" fmla="*/ 235440 h 573438"/>
                  <a:gd name="connsiteX99" fmla="*/ 1138367 w 1138366"/>
                  <a:gd name="connsiteY99" fmla="*/ 0 h 573438"/>
                  <a:gd name="connsiteX100" fmla="*/ 1126857 w 1138366"/>
                  <a:gd name="connsiteY100" fmla="*/ 5038 h 573438"/>
                  <a:gd name="connsiteX101" fmla="*/ 1115346 w 1138366"/>
                  <a:gd name="connsiteY101" fmla="*/ 9980 h 573438"/>
                  <a:gd name="connsiteX102" fmla="*/ 1103836 w 1138366"/>
                  <a:gd name="connsiteY102" fmla="*/ 14923 h 573438"/>
                  <a:gd name="connsiteX103" fmla="*/ 1092326 w 1138366"/>
                  <a:gd name="connsiteY103" fmla="*/ 19866 h 573438"/>
                  <a:gd name="connsiteX104" fmla="*/ 1080816 w 1138366"/>
                  <a:gd name="connsiteY104" fmla="*/ 24808 h 573438"/>
                  <a:gd name="connsiteX105" fmla="*/ 1069401 w 1138366"/>
                  <a:gd name="connsiteY105" fmla="*/ 29656 h 573438"/>
                  <a:gd name="connsiteX106" fmla="*/ 1057891 w 1138366"/>
                  <a:gd name="connsiteY106" fmla="*/ 34503 h 573438"/>
                  <a:gd name="connsiteX107" fmla="*/ 1046380 w 1138366"/>
                  <a:gd name="connsiteY107" fmla="*/ 39351 h 573438"/>
                  <a:gd name="connsiteX108" fmla="*/ 1034870 w 1138366"/>
                  <a:gd name="connsiteY108" fmla="*/ 44198 h 573438"/>
                  <a:gd name="connsiteX109" fmla="*/ 1023360 w 1138366"/>
                  <a:gd name="connsiteY109" fmla="*/ 48951 h 573438"/>
                  <a:gd name="connsiteX110" fmla="*/ 1011850 w 1138366"/>
                  <a:gd name="connsiteY110" fmla="*/ 53703 h 573438"/>
                  <a:gd name="connsiteX111" fmla="*/ 1000340 w 1138366"/>
                  <a:gd name="connsiteY111" fmla="*/ 58361 h 573438"/>
                  <a:gd name="connsiteX112" fmla="*/ 988829 w 1138366"/>
                  <a:gd name="connsiteY112" fmla="*/ 63113 h 573438"/>
                  <a:gd name="connsiteX113" fmla="*/ 977414 w 1138366"/>
                  <a:gd name="connsiteY113" fmla="*/ 67676 h 573438"/>
                  <a:gd name="connsiteX114" fmla="*/ 965904 w 1138366"/>
                  <a:gd name="connsiteY114" fmla="*/ 72333 h 573438"/>
                  <a:gd name="connsiteX115" fmla="*/ 954394 w 1138366"/>
                  <a:gd name="connsiteY115" fmla="*/ 76896 h 573438"/>
                  <a:gd name="connsiteX116" fmla="*/ 942884 w 1138366"/>
                  <a:gd name="connsiteY116" fmla="*/ 81363 h 573438"/>
                  <a:gd name="connsiteX117" fmla="*/ 931374 w 1138366"/>
                  <a:gd name="connsiteY117" fmla="*/ 85830 h 573438"/>
                  <a:gd name="connsiteX118" fmla="*/ 919863 w 1138366"/>
                  <a:gd name="connsiteY118" fmla="*/ 90298 h 573438"/>
                  <a:gd name="connsiteX119" fmla="*/ 908353 w 1138366"/>
                  <a:gd name="connsiteY119" fmla="*/ 94575 h 573438"/>
                  <a:gd name="connsiteX120" fmla="*/ 896843 w 1138366"/>
                  <a:gd name="connsiteY120" fmla="*/ 98947 h 573438"/>
                  <a:gd name="connsiteX121" fmla="*/ 885428 w 1138366"/>
                  <a:gd name="connsiteY121" fmla="*/ 103130 h 573438"/>
                  <a:gd name="connsiteX122" fmla="*/ 873918 w 1138366"/>
                  <a:gd name="connsiteY122" fmla="*/ 107312 h 573438"/>
                  <a:gd name="connsiteX123" fmla="*/ 862408 w 1138366"/>
                  <a:gd name="connsiteY123" fmla="*/ 111494 h 573438"/>
                  <a:gd name="connsiteX124" fmla="*/ 850897 w 1138366"/>
                  <a:gd name="connsiteY124" fmla="*/ 115486 h 573438"/>
                  <a:gd name="connsiteX125" fmla="*/ 839387 w 1138366"/>
                  <a:gd name="connsiteY125" fmla="*/ 119478 h 573438"/>
                  <a:gd name="connsiteX126" fmla="*/ 827877 w 1138366"/>
                  <a:gd name="connsiteY126" fmla="*/ 123375 h 573438"/>
                  <a:gd name="connsiteX127" fmla="*/ 816367 w 1138366"/>
                  <a:gd name="connsiteY127" fmla="*/ 127177 h 573438"/>
                  <a:gd name="connsiteX128" fmla="*/ 804952 w 1138366"/>
                  <a:gd name="connsiteY128" fmla="*/ 130979 h 573438"/>
                  <a:gd name="connsiteX129" fmla="*/ 793442 w 1138366"/>
                  <a:gd name="connsiteY129" fmla="*/ 134591 h 573438"/>
                  <a:gd name="connsiteX130" fmla="*/ 781931 w 1138366"/>
                  <a:gd name="connsiteY130" fmla="*/ 138203 h 573438"/>
                  <a:gd name="connsiteX131" fmla="*/ 770421 w 1138366"/>
                  <a:gd name="connsiteY131" fmla="*/ 141625 h 573438"/>
                  <a:gd name="connsiteX132" fmla="*/ 758911 w 1138366"/>
                  <a:gd name="connsiteY132" fmla="*/ 145047 h 573438"/>
                  <a:gd name="connsiteX133" fmla="*/ 747401 w 1138366"/>
                  <a:gd name="connsiteY133" fmla="*/ 148278 h 573438"/>
                  <a:gd name="connsiteX134" fmla="*/ 735891 w 1138366"/>
                  <a:gd name="connsiteY134" fmla="*/ 151510 h 573438"/>
                  <a:gd name="connsiteX135" fmla="*/ 724381 w 1138366"/>
                  <a:gd name="connsiteY135" fmla="*/ 154552 h 573438"/>
                  <a:gd name="connsiteX136" fmla="*/ 712965 w 1138366"/>
                  <a:gd name="connsiteY136" fmla="*/ 157593 h 573438"/>
                  <a:gd name="connsiteX137" fmla="*/ 701455 w 1138366"/>
                  <a:gd name="connsiteY137" fmla="*/ 160445 h 573438"/>
                  <a:gd name="connsiteX138" fmla="*/ 689945 w 1138366"/>
                  <a:gd name="connsiteY138" fmla="*/ 163201 h 573438"/>
                  <a:gd name="connsiteX139" fmla="*/ 678435 w 1138366"/>
                  <a:gd name="connsiteY139" fmla="*/ 165958 h 573438"/>
                  <a:gd name="connsiteX140" fmla="*/ 666925 w 1138366"/>
                  <a:gd name="connsiteY140" fmla="*/ 168524 h 573438"/>
                  <a:gd name="connsiteX141" fmla="*/ 655415 w 1138366"/>
                  <a:gd name="connsiteY141" fmla="*/ 170996 h 573438"/>
                  <a:gd name="connsiteX142" fmla="*/ 643904 w 1138366"/>
                  <a:gd name="connsiteY142" fmla="*/ 173372 h 573438"/>
                  <a:gd name="connsiteX143" fmla="*/ 632394 w 1138366"/>
                  <a:gd name="connsiteY143" fmla="*/ 175748 h 573438"/>
                  <a:gd name="connsiteX144" fmla="*/ 620979 w 1138366"/>
                  <a:gd name="connsiteY144" fmla="*/ 177934 h 573438"/>
                  <a:gd name="connsiteX145" fmla="*/ 609469 w 1138366"/>
                  <a:gd name="connsiteY145" fmla="*/ 180025 h 573438"/>
                  <a:gd name="connsiteX146" fmla="*/ 597959 w 1138366"/>
                  <a:gd name="connsiteY146" fmla="*/ 182116 h 573438"/>
                  <a:gd name="connsiteX147" fmla="*/ 586449 w 1138366"/>
                  <a:gd name="connsiteY147" fmla="*/ 184017 h 573438"/>
                  <a:gd name="connsiteX148" fmla="*/ 574939 w 1138366"/>
                  <a:gd name="connsiteY148" fmla="*/ 185918 h 573438"/>
                  <a:gd name="connsiteX149" fmla="*/ 563428 w 1138366"/>
                  <a:gd name="connsiteY149" fmla="*/ 187724 h 573438"/>
                  <a:gd name="connsiteX150" fmla="*/ 551918 w 1138366"/>
                  <a:gd name="connsiteY150" fmla="*/ 189435 h 573438"/>
                  <a:gd name="connsiteX151" fmla="*/ 540408 w 1138366"/>
                  <a:gd name="connsiteY151" fmla="*/ 191051 h 573438"/>
                  <a:gd name="connsiteX152" fmla="*/ 528993 w 1138366"/>
                  <a:gd name="connsiteY152" fmla="*/ 192667 h 573438"/>
                  <a:gd name="connsiteX153" fmla="*/ 517483 w 1138366"/>
                  <a:gd name="connsiteY153" fmla="*/ 194188 h 573438"/>
                  <a:gd name="connsiteX154" fmla="*/ 505973 w 1138366"/>
                  <a:gd name="connsiteY154" fmla="*/ 195614 h 573438"/>
                  <a:gd name="connsiteX155" fmla="*/ 494462 w 1138366"/>
                  <a:gd name="connsiteY155" fmla="*/ 197039 h 573438"/>
                  <a:gd name="connsiteX156" fmla="*/ 482952 w 1138366"/>
                  <a:gd name="connsiteY156" fmla="*/ 198370 h 573438"/>
                  <a:gd name="connsiteX157" fmla="*/ 471442 w 1138366"/>
                  <a:gd name="connsiteY157" fmla="*/ 199701 h 573438"/>
                  <a:gd name="connsiteX158" fmla="*/ 459932 w 1138366"/>
                  <a:gd name="connsiteY158" fmla="*/ 200936 h 573438"/>
                  <a:gd name="connsiteX159" fmla="*/ 448421 w 1138366"/>
                  <a:gd name="connsiteY159" fmla="*/ 202172 h 573438"/>
                  <a:gd name="connsiteX160" fmla="*/ 437007 w 1138366"/>
                  <a:gd name="connsiteY160" fmla="*/ 203313 h 573438"/>
                  <a:gd name="connsiteX161" fmla="*/ 425496 w 1138366"/>
                  <a:gd name="connsiteY161" fmla="*/ 204453 h 573438"/>
                  <a:gd name="connsiteX162" fmla="*/ 413986 w 1138366"/>
                  <a:gd name="connsiteY162" fmla="*/ 205499 h 573438"/>
                  <a:gd name="connsiteX163" fmla="*/ 402476 w 1138366"/>
                  <a:gd name="connsiteY163" fmla="*/ 206544 h 573438"/>
                  <a:gd name="connsiteX164" fmla="*/ 390966 w 1138366"/>
                  <a:gd name="connsiteY164" fmla="*/ 207590 h 573438"/>
                  <a:gd name="connsiteX165" fmla="*/ 379455 w 1138366"/>
                  <a:gd name="connsiteY165" fmla="*/ 208540 h 573438"/>
                  <a:gd name="connsiteX166" fmla="*/ 367945 w 1138366"/>
                  <a:gd name="connsiteY166" fmla="*/ 209491 h 573438"/>
                  <a:gd name="connsiteX167" fmla="*/ 356435 w 1138366"/>
                  <a:gd name="connsiteY167" fmla="*/ 210441 h 573438"/>
                  <a:gd name="connsiteX168" fmla="*/ 345020 w 1138366"/>
                  <a:gd name="connsiteY168" fmla="*/ 211297 h 573438"/>
                  <a:gd name="connsiteX169" fmla="*/ 333510 w 1138366"/>
                  <a:gd name="connsiteY169" fmla="*/ 212152 h 573438"/>
                  <a:gd name="connsiteX170" fmla="*/ 322000 w 1138366"/>
                  <a:gd name="connsiteY170" fmla="*/ 213008 h 573438"/>
                  <a:gd name="connsiteX171" fmla="*/ 310489 w 1138366"/>
                  <a:gd name="connsiteY171" fmla="*/ 213863 h 573438"/>
                  <a:gd name="connsiteX172" fmla="*/ 298979 w 1138366"/>
                  <a:gd name="connsiteY172" fmla="*/ 214624 h 573438"/>
                  <a:gd name="connsiteX173" fmla="*/ 287469 w 1138366"/>
                  <a:gd name="connsiteY173" fmla="*/ 215384 h 573438"/>
                  <a:gd name="connsiteX174" fmla="*/ 275959 w 1138366"/>
                  <a:gd name="connsiteY174" fmla="*/ 216144 h 573438"/>
                  <a:gd name="connsiteX175" fmla="*/ 264449 w 1138366"/>
                  <a:gd name="connsiteY175" fmla="*/ 216905 h 573438"/>
                  <a:gd name="connsiteX176" fmla="*/ 253034 w 1138366"/>
                  <a:gd name="connsiteY176" fmla="*/ 217665 h 573438"/>
                  <a:gd name="connsiteX177" fmla="*/ 241523 w 1138366"/>
                  <a:gd name="connsiteY177" fmla="*/ 218331 h 573438"/>
                  <a:gd name="connsiteX178" fmla="*/ 230013 w 1138366"/>
                  <a:gd name="connsiteY178" fmla="*/ 218996 h 573438"/>
                  <a:gd name="connsiteX179" fmla="*/ 218503 w 1138366"/>
                  <a:gd name="connsiteY179" fmla="*/ 219661 h 573438"/>
                  <a:gd name="connsiteX180" fmla="*/ 206993 w 1138366"/>
                  <a:gd name="connsiteY180" fmla="*/ 220327 h 573438"/>
                  <a:gd name="connsiteX181" fmla="*/ 195483 w 1138366"/>
                  <a:gd name="connsiteY181" fmla="*/ 220992 h 573438"/>
                  <a:gd name="connsiteX182" fmla="*/ 183973 w 1138366"/>
                  <a:gd name="connsiteY182" fmla="*/ 221657 h 573438"/>
                  <a:gd name="connsiteX183" fmla="*/ 172462 w 1138366"/>
                  <a:gd name="connsiteY183" fmla="*/ 222228 h 573438"/>
                  <a:gd name="connsiteX184" fmla="*/ 161047 w 1138366"/>
                  <a:gd name="connsiteY184" fmla="*/ 222893 h 573438"/>
                  <a:gd name="connsiteX185" fmla="*/ 149537 w 1138366"/>
                  <a:gd name="connsiteY185" fmla="*/ 223463 h 573438"/>
                  <a:gd name="connsiteX186" fmla="*/ 138027 w 1138366"/>
                  <a:gd name="connsiteY186" fmla="*/ 224034 h 573438"/>
                  <a:gd name="connsiteX187" fmla="*/ 126517 w 1138366"/>
                  <a:gd name="connsiteY187" fmla="*/ 224604 h 573438"/>
                  <a:gd name="connsiteX188" fmla="*/ 115007 w 1138366"/>
                  <a:gd name="connsiteY188" fmla="*/ 225174 h 573438"/>
                  <a:gd name="connsiteX189" fmla="*/ 103496 w 1138366"/>
                  <a:gd name="connsiteY189" fmla="*/ 225744 h 573438"/>
                  <a:gd name="connsiteX190" fmla="*/ 91986 w 1138366"/>
                  <a:gd name="connsiteY190" fmla="*/ 226315 h 573438"/>
                  <a:gd name="connsiteX191" fmla="*/ 80476 w 1138366"/>
                  <a:gd name="connsiteY191" fmla="*/ 226885 h 573438"/>
                  <a:gd name="connsiteX192" fmla="*/ 69061 w 1138366"/>
                  <a:gd name="connsiteY192" fmla="*/ 227360 h 573438"/>
                  <a:gd name="connsiteX193" fmla="*/ 57551 w 1138366"/>
                  <a:gd name="connsiteY193" fmla="*/ 227931 h 573438"/>
                  <a:gd name="connsiteX194" fmla="*/ 46041 w 1138366"/>
                  <a:gd name="connsiteY194" fmla="*/ 228406 h 573438"/>
                  <a:gd name="connsiteX195" fmla="*/ 34530 w 1138366"/>
                  <a:gd name="connsiteY195" fmla="*/ 228976 h 573438"/>
                  <a:gd name="connsiteX196" fmla="*/ 23020 w 1138366"/>
                  <a:gd name="connsiteY196" fmla="*/ 229451 h 573438"/>
                  <a:gd name="connsiteX197" fmla="*/ 11510 w 1138366"/>
                  <a:gd name="connsiteY197" fmla="*/ 230022 h 573438"/>
                  <a:gd name="connsiteX198" fmla="*/ 0 w 1138366"/>
                  <a:gd name="connsiteY198" fmla="*/ 230497 h 573438"/>
                  <a:gd name="connsiteX199" fmla="*/ 0 w 1138366"/>
                  <a:gd name="connsiteY199" fmla="*/ 573439 h 573438"/>
                  <a:gd name="connsiteX200" fmla="*/ 11510 w 1138366"/>
                  <a:gd name="connsiteY200" fmla="*/ 568211 h 573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1138366" h="573438">
                    <a:moveTo>
                      <a:pt x="11510" y="568211"/>
                    </a:moveTo>
                    <a:lnTo>
                      <a:pt x="23020" y="562983"/>
                    </a:lnTo>
                    <a:lnTo>
                      <a:pt x="34530" y="557755"/>
                    </a:lnTo>
                    <a:lnTo>
                      <a:pt x="46041" y="552528"/>
                    </a:lnTo>
                    <a:lnTo>
                      <a:pt x="57551" y="547300"/>
                    </a:lnTo>
                    <a:lnTo>
                      <a:pt x="69061" y="542072"/>
                    </a:lnTo>
                    <a:lnTo>
                      <a:pt x="80476" y="536844"/>
                    </a:lnTo>
                    <a:lnTo>
                      <a:pt x="91986" y="531616"/>
                    </a:lnTo>
                    <a:lnTo>
                      <a:pt x="103496" y="526484"/>
                    </a:lnTo>
                    <a:lnTo>
                      <a:pt x="115007" y="521256"/>
                    </a:lnTo>
                    <a:lnTo>
                      <a:pt x="126517" y="516123"/>
                    </a:lnTo>
                    <a:lnTo>
                      <a:pt x="138027" y="510990"/>
                    </a:lnTo>
                    <a:lnTo>
                      <a:pt x="149537" y="505763"/>
                    </a:lnTo>
                    <a:lnTo>
                      <a:pt x="161047" y="500630"/>
                    </a:lnTo>
                    <a:lnTo>
                      <a:pt x="172462" y="495497"/>
                    </a:lnTo>
                    <a:lnTo>
                      <a:pt x="183973" y="490365"/>
                    </a:lnTo>
                    <a:lnTo>
                      <a:pt x="195483" y="485327"/>
                    </a:lnTo>
                    <a:lnTo>
                      <a:pt x="206993" y="480194"/>
                    </a:lnTo>
                    <a:lnTo>
                      <a:pt x="218503" y="475157"/>
                    </a:lnTo>
                    <a:lnTo>
                      <a:pt x="230013" y="470024"/>
                    </a:lnTo>
                    <a:lnTo>
                      <a:pt x="241523" y="464986"/>
                    </a:lnTo>
                    <a:lnTo>
                      <a:pt x="253034" y="459948"/>
                    </a:lnTo>
                    <a:lnTo>
                      <a:pt x="264449" y="454911"/>
                    </a:lnTo>
                    <a:lnTo>
                      <a:pt x="275959" y="449968"/>
                    </a:lnTo>
                    <a:lnTo>
                      <a:pt x="287469" y="444931"/>
                    </a:lnTo>
                    <a:lnTo>
                      <a:pt x="298979" y="439988"/>
                    </a:lnTo>
                    <a:lnTo>
                      <a:pt x="310489" y="435045"/>
                    </a:lnTo>
                    <a:lnTo>
                      <a:pt x="322000" y="430103"/>
                    </a:lnTo>
                    <a:lnTo>
                      <a:pt x="333510" y="425255"/>
                    </a:lnTo>
                    <a:lnTo>
                      <a:pt x="345020" y="420312"/>
                    </a:lnTo>
                    <a:lnTo>
                      <a:pt x="356435" y="415465"/>
                    </a:lnTo>
                    <a:lnTo>
                      <a:pt x="367945" y="410712"/>
                    </a:lnTo>
                    <a:lnTo>
                      <a:pt x="379455" y="405865"/>
                    </a:lnTo>
                    <a:lnTo>
                      <a:pt x="390966" y="401112"/>
                    </a:lnTo>
                    <a:lnTo>
                      <a:pt x="402476" y="396360"/>
                    </a:lnTo>
                    <a:lnTo>
                      <a:pt x="413986" y="391702"/>
                    </a:lnTo>
                    <a:lnTo>
                      <a:pt x="425496" y="387045"/>
                    </a:lnTo>
                    <a:lnTo>
                      <a:pt x="437007" y="382387"/>
                    </a:lnTo>
                    <a:lnTo>
                      <a:pt x="448421" y="377825"/>
                    </a:lnTo>
                    <a:lnTo>
                      <a:pt x="459932" y="373263"/>
                    </a:lnTo>
                    <a:lnTo>
                      <a:pt x="471442" y="368795"/>
                    </a:lnTo>
                    <a:lnTo>
                      <a:pt x="482952" y="364328"/>
                    </a:lnTo>
                    <a:lnTo>
                      <a:pt x="494462" y="359956"/>
                    </a:lnTo>
                    <a:lnTo>
                      <a:pt x="505973" y="355583"/>
                    </a:lnTo>
                    <a:lnTo>
                      <a:pt x="517483" y="351306"/>
                    </a:lnTo>
                    <a:lnTo>
                      <a:pt x="528993" y="347124"/>
                    </a:lnTo>
                    <a:lnTo>
                      <a:pt x="540408" y="342942"/>
                    </a:lnTo>
                    <a:lnTo>
                      <a:pt x="551918" y="338854"/>
                    </a:lnTo>
                    <a:lnTo>
                      <a:pt x="563428" y="334862"/>
                    </a:lnTo>
                    <a:lnTo>
                      <a:pt x="574939" y="330870"/>
                    </a:lnTo>
                    <a:lnTo>
                      <a:pt x="586449" y="326973"/>
                    </a:lnTo>
                    <a:lnTo>
                      <a:pt x="597959" y="323266"/>
                    </a:lnTo>
                    <a:lnTo>
                      <a:pt x="609469" y="319559"/>
                    </a:lnTo>
                    <a:lnTo>
                      <a:pt x="620979" y="315947"/>
                    </a:lnTo>
                    <a:lnTo>
                      <a:pt x="632394" y="312335"/>
                    </a:lnTo>
                    <a:lnTo>
                      <a:pt x="643904" y="308914"/>
                    </a:lnTo>
                    <a:lnTo>
                      <a:pt x="655415" y="305587"/>
                    </a:lnTo>
                    <a:lnTo>
                      <a:pt x="666925" y="302355"/>
                    </a:lnTo>
                    <a:lnTo>
                      <a:pt x="678435" y="299218"/>
                    </a:lnTo>
                    <a:lnTo>
                      <a:pt x="689945" y="296177"/>
                    </a:lnTo>
                    <a:lnTo>
                      <a:pt x="701455" y="293135"/>
                    </a:lnTo>
                    <a:lnTo>
                      <a:pt x="712965" y="290284"/>
                    </a:lnTo>
                    <a:lnTo>
                      <a:pt x="724381" y="287527"/>
                    </a:lnTo>
                    <a:lnTo>
                      <a:pt x="735891" y="284961"/>
                    </a:lnTo>
                    <a:lnTo>
                      <a:pt x="747401" y="282395"/>
                    </a:lnTo>
                    <a:lnTo>
                      <a:pt x="758911" y="279923"/>
                    </a:lnTo>
                    <a:lnTo>
                      <a:pt x="770421" y="277547"/>
                    </a:lnTo>
                    <a:lnTo>
                      <a:pt x="781931" y="275266"/>
                    </a:lnTo>
                    <a:lnTo>
                      <a:pt x="793442" y="273080"/>
                    </a:lnTo>
                    <a:lnTo>
                      <a:pt x="804952" y="270988"/>
                    </a:lnTo>
                    <a:lnTo>
                      <a:pt x="816367" y="268992"/>
                    </a:lnTo>
                    <a:lnTo>
                      <a:pt x="827877" y="267091"/>
                    </a:lnTo>
                    <a:lnTo>
                      <a:pt x="839387" y="265285"/>
                    </a:lnTo>
                    <a:lnTo>
                      <a:pt x="850897" y="263479"/>
                    </a:lnTo>
                    <a:lnTo>
                      <a:pt x="862408" y="261769"/>
                    </a:lnTo>
                    <a:lnTo>
                      <a:pt x="873918" y="260153"/>
                    </a:lnTo>
                    <a:lnTo>
                      <a:pt x="885428" y="258632"/>
                    </a:lnTo>
                    <a:lnTo>
                      <a:pt x="896843" y="257111"/>
                    </a:lnTo>
                    <a:lnTo>
                      <a:pt x="908353" y="255685"/>
                    </a:lnTo>
                    <a:lnTo>
                      <a:pt x="919863" y="254260"/>
                    </a:lnTo>
                    <a:lnTo>
                      <a:pt x="931374" y="252929"/>
                    </a:lnTo>
                    <a:lnTo>
                      <a:pt x="942884" y="251693"/>
                    </a:lnTo>
                    <a:lnTo>
                      <a:pt x="954394" y="250458"/>
                    </a:lnTo>
                    <a:lnTo>
                      <a:pt x="965904" y="249222"/>
                    </a:lnTo>
                    <a:lnTo>
                      <a:pt x="977414" y="248081"/>
                    </a:lnTo>
                    <a:lnTo>
                      <a:pt x="988829" y="247036"/>
                    </a:lnTo>
                    <a:lnTo>
                      <a:pt x="1000340" y="245895"/>
                    </a:lnTo>
                    <a:lnTo>
                      <a:pt x="1011850" y="244945"/>
                    </a:lnTo>
                    <a:lnTo>
                      <a:pt x="1023360" y="243899"/>
                    </a:lnTo>
                    <a:lnTo>
                      <a:pt x="1034870" y="242949"/>
                    </a:lnTo>
                    <a:lnTo>
                      <a:pt x="1046380" y="241998"/>
                    </a:lnTo>
                    <a:lnTo>
                      <a:pt x="1057891" y="241048"/>
                    </a:lnTo>
                    <a:lnTo>
                      <a:pt x="1069401" y="240192"/>
                    </a:lnTo>
                    <a:lnTo>
                      <a:pt x="1080816" y="239337"/>
                    </a:lnTo>
                    <a:lnTo>
                      <a:pt x="1092326" y="238481"/>
                    </a:lnTo>
                    <a:lnTo>
                      <a:pt x="1103836" y="237721"/>
                    </a:lnTo>
                    <a:lnTo>
                      <a:pt x="1115346" y="236960"/>
                    </a:lnTo>
                    <a:lnTo>
                      <a:pt x="1126857" y="236105"/>
                    </a:lnTo>
                    <a:lnTo>
                      <a:pt x="1138367" y="235440"/>
                    </a:lnTo>
                    <a:lnTo>
                      <a:pt x="1138367" y="0"/>
                    </a:lnTo>
                    <a:lnTo>
                      <a:pt x="1126857" y="5038"/>
                    </a:lnTo>
                    <a:lnTo>
                      <a:pt x="1115346" y="9980"/>
                    </a:lnTo>
                    <a:lnTo>
                      <a:pt x="1103836" y="14923"/>
                    </a:lnTo>
                    <a:lnTo>
                      <a:pt x="1092326" y="19866"/>
                    </a:lnTo>
                    <a:lnTo>
                      <a:pt x="1080816" y="24808"/>
                    </a:lnTo>
                    <a:lnTo>
                      <a:pt x="1069401" y="29656"/>
                    </a:lnTo>
                    <a:lnTo>
                      <a:pt x="1057891" y="34503"/>
                    </a:lnTo>
                    <a:lnTo>
                      <a:pt x="1046380" y="39351"/>
                    </a:lnTo>
                    <a:lnTo>
                      <a:pt x="1034870" y="44198"/>
                    </a:lnTo>
                    <a:lnTo>
                      <a:pt x="1023360" y="48951"/>
                    </a:lnTo>
                    <a:lnTo>
                      <a:pt x="1011850" y="53703"/>
                    </a:lnTo>
                    <a:lnTo>
                      <a:pt x="1000340" y="58361"/>
                    </a:lnTo>
                    <a:lnTo>
                      <a:pt x="988829" y="63113"/>
                    </a:lnTo>
                    <a:lnTo>
                      <a:pt x="977414" y="67676"/>
                    </a:lnTo>
                    <a:lnTo>
                      <a:pt x="965904" y="72333"/>
                    </a:lnTo>
                    <a:lnTo>
                      <a:pt x="954394" y="76896"/>
                    </a:lnTo>
                    <a:lnTo>
                      <a:pt x="942884" y="81363"/>
                    </a:lnTo>
                    <a:lnTo>
                      <a:pt x="931374" y="85830"/>
                    </a:lnTo>
                    <a:lnTo>
                      <a:pt x="919863" y="90298"/>
                    </a:lnTo>
                    <a:lnTo>
                      <a:pt x="908353" y="94575"/>
                    </a:lnTo>
                    <a:lnTo>
                      <a:pt x="896843" y="98947"/>
                    </a:lnTo>
                    <a:lnTo>
                      <a:pt x="885428" y="103130"/>
                    </a:lnTo>
                    <a:lnTo>
                      <a:pt x="873918" y="107312"/>
                    </a:lnTo>
                    <a:lnTo>
                      <a:pt x="862408" y="111494"/>
                    </a:lnTo>
                    <a:lnTo>
                      <a:pt x="850897" y="115486"/>
                    </a:lnTo>
                    <a:lnTo>
                      <a:pt x="839387" y="119478"/>
                    </a:lnTo>
                    <a:lnTo>
                      <a:pt x="827877" y="123375"/>
                    </a:lnTo>
                    <a:lnTo>
                      <a:pt x="816367" y="127177"/>
                    </a:lnTo>
                    <a:lnTo>
                      <a:pt x="804952" y="130979"/>
                    </a:lnTo>
                    <a:lnTo>
                      <a:pt x="793442" y="134591"/>
                    </a:lnTo>
                    <a:lnTo>
                      <a:pt x="781931" y="138203"/>
                    </a:lnTo>
                    <a:lnTo>
                      <a:pt x="770421" y="141625"/>
                    </a:lnTo>
                    <a:lnTo>
                      <a:pt x="758911" y="145047"/>
                    </a:lnTo>
                    <a:lnTo>
                      <a:pt x="747401" y="148278"/>
                    </a:lnTo>
                    <a:lnTo>
                      <a:pt x="735891" y="151510"/>
                    </a:lnTo>
                    <a:lnTo>
                      <a:pt x="724381" y="154552"/>
                    </a:lnTo>
                    <a:lnTo>
                      <a:pt x="712965" y="157593"/>
                    </a:lnTo>
                    <a:lnTo>
                      <a:pt x="701455" y="160445"/>
                    </a:lnTo>
                    <a:lnTo>
                      <a:pt x="689945" y="163201"/>
                    </a:lnTo>
                    <a:lnTo>
                      <a:pt x="678435" y="165958"/>
                    </a:lnTo>
                    <a:lnTo>
                      <a:pt x="666925" y="168524"/>
                    </a:lnTo>
                    <a:lnTo>
                      <a:pt x="655415" y="170996"/>
                    </a:lnTo>
                    <a:lnTo>
                      <a:pt x="643904" y="173372"/>
                    </a:lnTo>
                    <a:lnTo>
                      <a:pt x="632394" y="175748"/>
                    </a:lnTo>
                    <a:lnTo>
                      <a:pt x="620979" y="177934"/>
                    </a:lnTo>
                    <a:lnTo>
                      <a:pt x="609469" y="180025"/>
                    </a:lnTo>
                    <a:lnTo>
                      <a:pt x="597959" y="182116"/>
                    </a:lnTo>
                    <a:lnTo>
                      <a:pt x="586449" y="184017"/>
                    </a:lnTo>
                    <a:lnTo>
                      <a:pt x="574939" y="185918"/>
                    </a:lnTo>
                    <a:lnTo>
                      <a:pt x="563428" y="187724"/>
                    </a:lnTo>
                    <a:lnTo>
                      <a:pt x="551918" y="189435"/>
                    </a:lnTo>
                    <a:lnTo>
                      <a:pt x="540408" y="191051"/>
                    </a:lnTo>
                    <a:lnTo>
                      <a:pt x="528993" y="192667"/>
                    </a:lnTo>
                    <a:lnTo>
                      <a:pt x="517483" y="194188"/>
                    </a:lnTo>
                    <a:lnTo>
                      <a:pt x="505973" y="195614"/>
                    </a:lnTo>
                    <a:lnTo>
                      <a:pt x="494462" y="197039"/>
                    </a:lnTo>
                    <a:lnTo>
                      <a:pt x="482952" y="198370"/>
                    </a:lnTo>
                    <a:lnTo>
                      <a:pt x="471442" y="199701"/>
                    </a:lnTo>
                    <a:lnTo>
                      <a:pt x="459932" y="200936"/>
                    </a:lnTo>
                    <a:lnTo>
                      <a:pt x="448421" y="202172"/>
                    </a:lnTo>
                    <a:lnTo>
                      <a:pt x="437007" y="203313"/>
                    </a:lnTo>
                    <a:lnTo>
                      <a:pt x="425496" y="204453"/>
                    </a:lnTo>
                    <a:lnTo>
                      <a:pt x="413986" y="205499"/>
                    </a:lnTo>
                    <a:lnTo>
                      <a:pt x="402476" y="206544"/>
                    </a:lnTo>
                    <a:lnTo>
                      <a:pt x="390966" y="207590"/>
                    </a:lnTo>
                    <a:lnTo>
                      <a:pt x="379455" y="208540"/>
                    </a:lnTo>
                    <a:lnTo>
                      <a:pt x="367945" y="209491"/>
                    </a:lnTo>
                    <a:lnTo>
                      <a:pt x="356435" y="210441"/>
                    </a:lnTo>
                    <a:lnTo>
                      <a:pt x="345020" y="211297"/>
                    </a:lnTo>
                    <a:lnTo>
                      <a:pt x="333510" y="212152"/>
                    </a:lnTo>
                    <a:lnTo>
                      <a:pt x="322000" y="213008"/>
                    </a:lnTo>
                    <a:lnTo>
                      <a:pt x="310489" y="213863"/>
                    </a:lnTo>
                    <a:lnTo>
                      <a:pt x="298979" y="214624"/>
                    </a:lnTo>
                    <a:lnTo>
                      <a:pt x="287469" y="215384"/>
                    </a:lnTo>
                    <a:lnTo>
                      <a:pt x="275959" y="216144"/>
                    </a:lnTo>
                    <a:lnTo>
                      <a:pt x="264449" y="216905"/>
                    </a:lnTo>
                    <a:lnTo>
                      <a:pt x="253034" y="217665"/>
                    </a:lnTo>
                    <a:lnTo>
                      <a:pt x="241523" y="218331"/>
                    </a:lnTo>
                    <a:lnTo>
                      <a:pt x="230013" y="218996"/>
                    </a:lnTo>
                    <a:lnTo>
                      <a:pt x="218503" y="219661"/>
                    </a:lnTo>
                    <a:lnTo>
                      <a:pt x="206993" y="220327"/>
                    </a:lnTo>
                    <a:lnTo>
                      <a:pt x="195483" y="220992"/>
                    </a:lnTo>
                    <a:lnTo>
                      <a:pt x="183973" y="221657"/>
                    </a:lnTo>
                    <a:lnTo>
                      <a:pt x="172462" y="222228"/>
                    </a:lnTo>
                    <a:lnTo>
                      <a:pt x="161047" y="222893"/>
                    </a:lnTo>
                    <a:lnTo>
                      <a:pt x="149537" y="223463"/>
                    </a:lnTo>
                    <a:lnTo>
                      <a:pt x="138027" y="224034"/>
                    </a:lnTo>
                    <a:lnTo>
                      <a:pt x="126517" y="224604"/>
                    </a:lnTo>
                    <a:lnTo>
                      <a:pt x="115007" y="225174"/>
                    </a:lnTo>
                    <a:lnTo>
                      <a:pt x="103496" y="225744"/>
                    </a:lnTo>
                    <a:lnTo>
                      <a:pt x="91986" y="226315"/>
                    </a:lnTo>
                    <a:lnTo>
                      <a:pt x="80476" y="226885"/>
                    </a:lnTo>
                    <a:lnTo>
                      <a:pt x="69061" y="227360"/>
                    </a:lnTo>
                    <a:lnTo>
                      <a:pt x="57551" y="227931"/>
                    </a:lnTo>
                    <a:lnTo>
                      <a:pt x="46041" y="228406"/>
                    </a:lnTo>
                    <a:lnTo>
                      <a:pt x="34530" y="228976"/>
                    </a:lnTo>
                    <a:lnTo>
                      <a:pt x="23020" y="229451"/>
                    </a:lnTo>
                    <a:lnTo>
                      <a:pt x="11510" y="230022"/>
                    </a:lnTo>
                    <a:lnTo>
                      <a:pt x="0" y="230497"/>
                    </a:lnTo>
                    <a:lnTo>
                      <a:pt x="0" y="573439"/>
                    </a:lnTo>
                    <a:lnTo>
                      <a:pt x="11510" y="568211"/>
                    </a:lnTo>
                    <a:close/>
                  </a:path>
                </a:pathLst>
              </a:custGeom>
              <a:solidFill>
                <a:srgbClr val="1EAED3">
                  <a:alpha val="20000"/>
                </a:srgbClr>
              </a:solidFill>
              <a:ln w="9506" cap="flat">
                <a:noFill/>
                <a:prstDash val="solid"/>
                <a:miter/>
              </a:ln>
            </p:spPr>
            <p:txBody>
              <a:bodyPr rtlCol="0" anchor="ctr"/>
              <a:lstStyle/>
              <a:p>
                <a:endParaRPr lang="en-US"/>
              </a:p>
            </p:txBody>
          </p:sp>
          <p:sp>
            <p:nvSpPr>
              <p:cNvPr id="4585" name="Freeform 4584">
                <a:extLst>
                  <a:ext uri="{FF2B5EF4-FFF2-40B4-BE49-F238E27FC236}">
                    <a16:creationId xmlns:a16="http://schemas.microsoft.com/office/drawing/2014/main" id="{68A2E8A3-0493-C78D-E97D-F5A4B3A95AA3}"/>
                  </a:ext>
                </a:extLst>
              </p:cNvPr>
              <p:cNvSpPr/>
              <p:nvPr/>
            </p:nvSpPr>
            <p:spPr>
              <a:xfrm>
                <a:off x="2456383" y="2638671"/>
                <a:ext cx="2847671" cy="711176"/>
              </a:xfrm>
              <a:custGeom>
                <a:avLst/>
                <a:gdLst>
                  <a:gd name="connsiteX0" fmla="*/ 0 w 1138366"/>
                  <a:gd name="connsiteY0" fmla="*/ 284295 h 284295"/>
                  <a:gd name="connsiteX1" fmla="*/ 11510 w 1138366"/>
                  <a:gd name="connsiteY1" fmla="*/ 281444 h 284295"/>
                  <a:gd name="connsiteX2" fmla="*/ 23020 w 1138366"/>
                  <a:gd name="connsiteY2" fmla="*/ 278497 h 284295"/>
                  <a:gd name="connsiteX3" fmla="*/ 34530 w 1138366"/>
                  <a:gd name="connsiteY3" fmla="*/ 275646 h 284295"/>
                  <a:gd name="connsiteX4" fmla="*/ 46041 w 1138366"/>
                  <a:gd name="connsiteY4" fmla="*/ 272794 h 284295"/>
                  <a:gd name="connsiteX5" fmla="*/ 57551 w 1138366"/>
                  <a:gd name="connsiteY5" fmla="*/ 269943 h 284295"/>
                  <a:gd name="connsiteX6" fmla="*/ 69061 w 1138366"/>
                  <a:gd name="connsiteY6" fmla="*/ 267091 h 284295"/>
                  <a:gd name="connsiteX7" fmla="*/ 80476 w 1138366"/>
                  <a:gd name="connsiteY7" fmla="*/ 264145 h 284295"/>
                  <a:gd name="connsiteX8" fmla="*/ 91986 w 1138366"/>
                  <a:gd name="connsiteY8" fmla="*/ 261293 h 284295"/>
                  <a:gd name="connsiteX9" fmla="*/ 103496 w 1138366"/>
                  <a:gd name="connsiteY9" fmla="*/ 258442 h 284295"/>
                  <a:gd name="connsiteX10" fmla="*/ 115007 w 1138366"/>
                  <a:gd name="connsiteY10" fmla="*/ 255590 h 284295"/>
                  <a:gd name="connsiteX11" fmla="*/ 126517 w 1138366"/>
                  <a:gd name="connsiteY11" fmla="*/ 252739 h 284295"/>
                  <a:gd name="connsiteX12" fmla="*/ 138027 w 1138366"/>
                  <a:gd name="connsiteY12" fmla="*/ 249792 h 284295"/>
                  <a:gd name="connsiteX13" fmla="*/ 149537 w 1138366"/>
                  <a:gd name="connsiteY13" fmla="*/ 246941 h 284295"/>
                  <a:gd name="connsiteX14" fmla="*/ 161047 w 1138366"/>
                  <a:gd name="connsiteY14" fmla="*/ 244089 h 284295"/>
                  <a:gd name="connsiteX15" fmla="*/ 172462 w 1138366"/>
                  <a:gd name="connsiteY15" fmla="*/ 241238 h 284295"/>
                  <a:gd name="connsiteX16" fmla="*/ 183973 w 1138366"/>
                  <a:gd name="connsiteY16" fmla="*/ 238386 h 284295"/>
                  <a:gd name="connsiteX17" fmla="*/ 195483 w 1138366"/>
                  <a:gd name="connsiteY17" fmla="*/ 235440 h 284295"/>
                  <a:gd name="connsiteX18" fmla="*/ 206993 w 1138366"/>
                  <a:gd name="connsiteY18" fmla="*/ 232588 h 284295"/>
                  <a:gd name="connsiteX19" fmla="*/ 218503 w 1138366"/>
                  <a:gd name="connsiteY19" fmla="*/ 229737 h 284295"/>
                  <a:gd name="connsiteX20" fmla="*/ 230013 w 1138366"/>
                  <a:gd name="connsiteY20" fmla="*/ 226885 h 284295"/>
                  <a:gd name="connsiteX21" fmla="*/ 241523 w 1138366"/>
                  <a:gd name="connsiteY21" fmla="*/ 224034 h 284295"/>
                  <a:gd name="connsiteX22" fmla="*/ 253034 w 1138366"/>
                  <a:gd name="connsiteY22" fmla="*/ 221087 h 284295"/>
                  <a:gd name="connsiteX23" fmla="*/ 264449 w 1138366"/>
                  <a:gd name="connsiteY23" fmla="*/ 218236 h 284295"/>
                  <a:gd name="connsiteX24" fmla="*/ 275959 w 1138366"/>
                  <a:gd name="connsiteY24" fmla="*/ 215384 h 284295"/>
                  <a:gd name="connsiteX25" fmla="*/ 287469 w 1138366"/>
                  <a:gd name="connsiteY25" fmla="*/ 212533 h 284295"/>
                  <a:gd name="connsiteX26" fmla="*/ 298979 w 1138366"/>
                  <a:gd name="connsiteY26" fmla="*/ 209681 h 284295"/>
                  <a:gd name="connsiteX27" fmla="*/ 310489 w 1138366"/>
                  <a:gd name="connsiteY27" fmla="*/ 206734 h 284295"/>
                  <a:gd name="connsiteX28" fmla="*/ 322000 w 1138366"/>
                  <a:gd name="connsiteY28" fmla="*/ 203883 h 284295"/>
                  <a:gd name="connsiteX29" fmla="*/ 333510 w 1138366"/>
                  <a:gd name="connsiteY29" fmla="*/ 201031 h 284295"/>
                  <a:gd name="connsiteX30" fmla="*/ 345020 w 1138366"/>
                  <a:gd name="connsiteY30" fmla="*/ 198180 h 284295"/>
                  <a:gd name="connsiteX31" fmla="*/ 356435 w 1138366"/>
                  <a:gd name="connsiteY31" fmla="*/ 195233 h 284295"/>
                  <a:gd name="connsiteX32" fmla="*/ 367945 w 1138366"/>
                  <a:gd name="connsiteY32" fmla="*/ 192382 h 284295"/>
                  <a:gd name="connsiteX33" fmla="*/ 379455 w 1138366"/>
                  <a:gd name="connsiteY33" fmla="*/ 189530 h 284295"/>
                  <a:gd name="connsiteX34" fmla="*/ 390966 w 1138366"/>
                  <a:gd name="connsiteY34" fmla="*/ 186679 h 284295"/>
                  <a:gd name="connsiteX35" fmla="*/ 402476 w 1138366"/>
                  <a:gd name="connsiteY35" fmla="*/ 183827 h 284295"/>
                  <a:gd name="connsiteX36" fmla="*/ 413986 w 1138366"/>
                  <a:gd name="connsiteY36" fmla="*/ 180881 h 284295"/>
                  <a:gd name="connsiteX37" fmla="*/ 425496 w 1138366"/>
                  <a:gd name="connsiteY37" fmla="*/ 178029 h 284295"/>
                  <a:gd name="connsiteX38" fmla="*/ 437007 w 1138366"/>
                  <a:gd name="connsiteY38" fmla="*/ 175178 h 284295"/>
                  <a:gd name="connsiteX39" fmla="*/ 448421 w 1138366"/>
                  <a:gd name="connsiteY39" fmla="*/ 172326 h 284295"/>
                  <a:gd name="connsiteX40" fmla="*/ 459932 w 1138366"/>
                  <a:gd name="connsiteY40" fmla="*/ 169475 h 284295"/>
                  <a:gd name="connsiteX41" fmla="*/ 471442 w 1138366"/>
                  <a:gd name="connsiteY41" fmla="*/ 166528 h 284295"/>
                  <a:gd name="connsiteX42" fmla="*/ 482952 w 1138366"/>
                  <a:gd name="connsiteY42" fmla="*/ 163677 h 284295"/>
                  <a:gd name="connsiteX43" fmla="*/ 494462 w 1138366"/>
                  <a:gd name="connsiteY43" fmla="*/ 160825 h 284295"/>
                  <a:gd name="connsiteX44" fmla="*/ 505973 w 1138366"/>
                  <a:gd name="connsiteY44" fmla="*/ 157974 h 284295"/>
                  <a:gd name="connsiteX45" fmla="*/ 517483 w 1138366"/>
                  <a:gd name="connsiteY45" fmla="*/ 155122 h 284295"/>
                  <a:gd name="connsiteX46" fmla="*/ 528993 w 1138366"/>
                  <a:gd name="connsiteY46" fmla="*/ 152176 h 284295"/>
                  <a:gd name="connsiteX47" fmla="*/ 540408 w 1138366"/>
                  <a:gd name="connsiteY47" fmla="*/ 149324 h 284295"/>
                  <a:gd name="connsiteX48" fmla="*/ 551918 w 1138366"/>
                  <a:gd name="connsiteY48" fmla="*/ 146473 h 284295"/>
                  <a:gd name="connsiteX49" fmla="*/ 563428 w 1138366"/>
                  <a:gd name="connsiteY49" fmla="*/ 143621 h 284295"/>
                  <a:gd name="connsiteX50" fmla="*/ 574939 w 1138366"/>
                  <a:gd name="connsiteY50" fmla="*/ 140770 h 284295"/>
                  <a:gd name="connsiteX51" fmla="*/ 586449 w 1138366"/>
                  <a:gd name="connsiteY51" fmla="*/ 137823 h 284295"/>
                  <a:gd name="connsiteX52" fmla="*/ 597959 w 1138366"/>
                  <a:gd name="connsiteY52" fmla="*/ 134971 h 284295"/>
                  <a:gd name="connsiteX53" fmla="*/ 609469 w 1138366"/>
                  <a:gd name="connsiteY53" fmla="*/ 132120 h 284295"/>
                  <a:gd name="connsiteX54" fmla="*/ 620979 w 1138366"/>
                  <a:gd name="connsiteY54" fmla="*/ 129268 h 284295"/>
                  <a:gd name="connsiteX55" fmla="*/ 632394 w 1138366"/>
                  <a:gd name="connsiteY55" fmla="*/ 126417 h 284295"/>
                  <a:gd name="connsiteX56" fmla="*/ 643904 w 1138366"/>
                  <a:gd name="connsiteY56" fmla="*/ 123470 h 284295"/>
                  <a:gd name="connsiteX57" fmla="*/ 655415 w 1138366"/>
                  <a:gd name="connsiteY57" fmla="*/ 120619 h 284295"/>
                  <a:gd name="connsiteX58" fmla="*/ 666925 w 1138366"/>
                  <a:gd name="connsiteY58" fmla="*/ 117767 h 284295"/>
                  <a:gd name="connsiteX59" fmla="*/ 678435 w 1138366"/>
                  <a:gd name="connsiteY59" fmla="*/ 114916 h 284295"/>
                  <a:gd name="connsiteX60" fmla="*/ 689945 w 1138366"/>
                  <a:gd name="connsiteY60" fmla="*/ 111969 h 284295"/>
                  <a:gd name="connsiteX61" fmla="*/ 701455 w 1138366"/>
                  <a:gd name="connsiteY61" fmla="*/ 109118 h 284295"/>
                  <a:gd name="connsiteX62" fmla="*/ 712965 w 1138366"/>
                  <a:gd name="connsiteY62" fmla="*/ 106266 h 284295"/>
                  <a:gd name="connsiteX63" fmla="*/ 724381 w 1138366"/>
                  <a:gd name="connsiteY63" fmla="*/ 103415 h 284295"/>
                  <a:gd name="connsiteX64" fmla="*/ 735891 w 1138366"/>
                  <a:gd name="connsiteY64" fmla="*/ 100563 h 284295"/>
                  <a:gd name="connsiteX65" fmla="*/ 747401 w 1138366"/>
                  <a:gd name="connsiteY65" fmla="*/ 97617 h 284295"/>
                  <a:gd name="connsiteX66" fmla="*/ 758911 w 1138366"/>
                  <a:gd name="connsiteY66" fmla="*/ 94765 h 284295"/>
                  <a:gd name="connsiteX67" fmla="*/ 770421 w 1138366"/>
                  <a:gd name="connsiteY67" fmla="*/ 91914 h 284295"/>
                  <a:gd name="connsiteX68" fmla="*/ 781931 w 1138366"/>
                  <a:gd name="connsiteY68" fmla="*/ 89062 h 284295"/>
                  <a:gd name="connsiteX69" fmla="*/ 793442 w 1138366"/>
                  <a:gd name="connsiteY69" fmla="*/ 86211 h 284295"/>
                  <a:gd name="connsiteX70" fmla="*/ 804952 w 1138366"/>
                  <a:gd name="connsiteY70" fmla="*/ 83264 h 284295"/>
                  <a:gd name="connsiteX71" fmla="*/ 816367 w 1138366"/>
                  <a:gd name="connsiteY71" fmla="*/ 80413 h 284295"/>
                  <a:gd name="connsiteX72" fmla="*/ 827877 w 1138366"/>
                  <a:gd name="connsiteY72" fmla="*/ 77561 h 284295"/>
                  <a:gd name="connsiteX73" fmla="*/ 839387 w 1138366"/>
                  <a:gd name="connsiteY73" fmla="*/ 74710 h 284295"/>
                  <a:gd name="connsiteX74" fmla="*/ 850897 w 1138366"/>
                  <a:gd name="connsiteY74" fmla="*/ 71858 h 284295"/>
                  <a:gd name="connsiteX75" fmla="*/ 862408 w 1138366"/>
                  <a:gd name="connsiteY75" fmla="*/ 68911 h 284295"/>
                  <a:gd name="connsiteX76" fmla="*/ 873918 w 1138366"/>
                  <a:gd name="connsiteY76" fmla="*/ 66060 h 284295"/>
                  <a:gd name="connsiteX77" fmla="*/ 885428 w 1138366"/>
                  <a:gd name="connsiteY77" fmla="*/ 63208 h 284295"/>
                  <a:gd name="connsiteX78" fmla="*/ 896843 w 1138366"/>
                  <a:gd name="connsiteY78" fmla="*/ 60357 h 284295"/>
                  <a:gd name="connsiteX79" fmla="*/ 908353 w 1138366"/>
                  <a:gd name="connsiteY79" fmla="*/ 57505 h 284295"/>
                  <a:gd name="connsiteX80" fmla="*/ 919863 w 1138366"/>
                  <a:gd name="connsiteY80" fmla="*/ 54559 h 284295"/>
                  <a:gd name="connsiteX81" fmla="*/ 931374 w 1138366"/>
                  <a:gd name="connsiteY81" fmla="*/ 51707 h 284295"/>
                  <a:gd name="connsiteX82" fmla="*/ 942884 w 1138366"/>
                  <a:gd name="connsiteY82" fmla="*/ 48856 h 284295"/>
                  <a:gd name="connsiteX83" fmla="*/ 954394 w 1138366"/>
                  <a:gd name="connsiteY83" fmla="*/ 46004 h 284295"/>
                  <a:gd name="connsiteX84" fmla="*/ 965904 w 1138366"/>
                  <a:gd name="connsiteY84" fmla="*/ 43153 h 284295"/>
                  <a:gd name="connsiteX85" fmla="*/ 977414 w 1138366"/>
                  <a:gd name="connsiteY85" fmla="*/ 40206 h 284295"/>
                  <a:gd name="connsiteX86" fmla="*/ 988829 w 1138366"/>
                  <a:gd name="connsiteY86" fmla="*/ 37355 h 284295"/>
                  <a:gd name="connsiteX87" fmla="*/ 1000340 w 1138366"/>
                  <a:gd name="connsiteY87" fmla="*/ 34503 h 284295"/>
                  <a:gd name="connsiteX88" fmla="*/ 1011850 w 1138366"/>
                  <a:gd name="connsiteY88" fmla="*/ 31652 h 284295"/>
                  <a:gd name="connsiteX89" fmla="*/ 1023360 w 1138366"/>
                  <a:gd name="connsiteY89" fmla="*/ 28800 h 284295"/>
                  <a:gd name="connsiteX90" fmla="*/ 1034870 w 1138366"/>
                  <a:gd name="connsiteY90" fmla="*/ 25854 h 284295"/>
                  <a:gd name="connsiteX91" fmla="*/ 1046380 w 1138366"/>
                  <a:gd name="connsiteY91" fmla="*/ 23002 h 284295"/>
                  <a:gd name="connsiteX92" fmla="*/ 1057891 w 1138366"/>
                  <a:gd name="connsiteY92" fmla="*/ 20151 h 284295"/>
                  <a:gd name="connsiteX93" fmla="*/ 1069401 w 1138366"/>
                  <a:gd name="connsiteY93" fmla="*/ 17299 h 284295"/>
                  <a:gd name="connsiteX94" fmla="*/ 1080816 w 1138366"/>
                  <a:gd name="connsiteY94" fmla="*/ 14353 h 284295"/>
                  <a:gd name="connsiteX95" fmla="*/ 1092326 w 1138366"/>
                  <a:gd name="connsiteY95" fmla="*/ 11501 h 284295"/>
                  <a:gd name="connsiteX96" fmla="*/ 1103836 w 1138366"/>
                  <a:gd name="connsiteY96" fmla="*/ 8650 h 284295"/>
                  <a:gd name="connsiteX97" fmla="*/ 1115346 w 1138366"/>
                  <a:gd name="connsiteY97" fmla="*/ 5798 h 284295"/>
                  <a:gd name="connsiteX98" fmla="*/ 1126857 w 1138366"/>
                  <a:gd name="connsiteY98" fmla="*/ 2947 h 284295"/>
                  <a:gd name="connsiteX99" fmla="*/ 1138367 w 1138366"/>
                  <a:gd name="connsiteY99" fmla="*/ 0 h 284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138366" h="284295">
                    <a:moveTo>
                      <a:pt x="0" y="284295"/>
                    </a:moveTo>
                    <a:lnTo>
                      <a:pt x="11510" y="281444"/>
                    </a:lnTo>
                    <a:lnTo>
                      <a:pt x="23020" y="278497"/>
                    </a:lnTo>
                    <a:lnTo>
                      <a:pt x="34530" y="275646"/>
                    </a:lnTo>
                    <a:lnTo>
                      <a:pt x="46041" y="272794"/>
                    </a:lnTo>
                    <a:lnTo>
                      <a:pt x="57551" y="269943"/>
                    </a:lnTo>
                    <a:lnTo>
                      <a:pt x="69061" y="267091"/>
                    </a:lnTo>
                    <a:lnTo>
                      <a:pt x="80476" y="264145"/>
                    </a:lnTo>
                    <a:lnTo>
                      <a:pt x="91986" y="261293"/>
                    </a:lnTo>
                    <a:lnTo>
                      <a:pt x="103496" y="258442"/>
                    </a:lnTo>
                    <a:lnTo>
                      <a:pt x="115007" y="255590"/>
                    </a:lnTo>
                    <a:lnTo>
                      <a:pt x="126517" y="252739"/>
                    </a:lnTo>
                    <a:lnTo>
                      <a:pt x="138027" y="249792"/>
                    </a:lnTo>
                    <a:lnTo>
                      <a:pt x="149537" y="246941"/>
                    </a:lnTo>
                    <a:lnTo>
                      <a:pt x="161047" y="244089"/>
                    </a:lnTo>
                    <a:lnTo>
                      <a:pt x="172462" y="241238"/>
                    </a:lnTo>
                    <a:lnTo>
                      <a:pt x="183973" y="238386"/>
                    </a:lnTo>
                    <a:lnTo>
                      <a:pt x="195483" y="235440"/>
                    </a:lnTo>
                    <a:lnTo>
                      <a:pt x="206993" y="232588"/>
                    </a:lnTo>
                    <a:lnTo>
                      <a:pt x="218503" y="229737"/>
                    </a:lnTo>
                    <a:lnTo>
                      <a:pt x="230013" y="226885"/>
                    </a:lnTo>
                    <a:lnTo>
                      <a:pt x="241523" y="224034"/>
                    </a:lnTo>
                    <a:lnTo>
                      <a:pt x="253034" y="221087"/>
                    </a:lnTo>
                    <a:lnTo>
                      <a:pt x="264449" y="218236"/>
                    </a:lnTo>
                    <a:lnTo>
                      <a:pt x="275959" y="215384"/>
                    </a:lnTo>
                    <a:lnTo>
                      <a:pt x="287469" y="212533"/>
                    </a:lnTo>
                    <a:lnTo>
                      <a:pt x="298979" y="209681"/>
                    </a:lnTo>
                    <a:lnTo>
                      <a:pt x="310489" y="206734"/>
                    </a:lnTo>
                    <a:lnTo>
                      <a:pt x="322000" y="203883"/>
                    </a:lnTo>
                    <a:lnTo>
                      <a:pt x="333510" y="201031"/>
                    </a:lnTo>
                    <a:lnTo>
                      <a:pt x="345020" y="198180"/>
                    </a:lnTo>
                    <a:lnTo>
                      <a:pt x="356435" y="195233"/>
                    </a:lnTo>
                    <a:lnTo>
                      <a:pt x="367945" y="192382"/>
                    </a:lnTo>
                    <a:lnTo>
                      <a:pt x="379455" y="189530"/>
                    </a:lnTo>
                    <a:lnTo>
                      <a:pt x="390966" y="186679"/>
                    </a:lnTo>
                    <a:lnTo>
                      <a:pt x="402476" y="183827"/>
                    </a:lnTo>
                    <a:lnTo>
                      <a:pt x="413986" y="180881"/>
                    </a:lnTo>
                    <a:lnTo>
                      <a:pt x="425496" y="178029"/>
                    </a:lnTo>
                    <a:lnTo>
                      <a:pt x="437007" y="175178"/>
                    </a:lnTo>
                    <a:lnTo>
                      <a:pt x="448421" y="172326"/>
                    </a:lnTo>
                    <a:lnTo>
                      <a:pt x="459932" y="169475"/>
                    </a:lnTo>
                    <a:lnTo>
                      <a:pt x="471442" y="166528"/>
                    </a:lnTo>
                    <a:lnTo>
                      <a:pt x="482952" y="163677"/>
                    </a:lnTo>
                    <a:lnTo>
                      <a:pt x="494462" y="160825"/>
                    </a:lnTo>
                    <a:lnTo>
                      <a:pt x="505973" y="157974"/>
                    </a:lnTo>
                    <a:lnTo>
                      <a:pt x="517483" y="155122"/>
                    </a:lnTo>
                    <a:lnTo>
                      <a:pt x="528993" y="152176"/>
                    </a:lnTo>
                    <a:lnTo>
                      <a:pt x="540408" y="149324"/>
                    </a:lnTo>
                    <a:lnTo>
                      <a:pt x="551918" y="146473"/>
                    </a:lnTo>
                    <a:lnTo>
                      <a:pt x="563428" y="143621"/>
                    </a:lnTo>
                    <a:lnTo>
                      <a:pt x="574939" y="140770"/>
                    </a:lnTo>
                    <a:lnTo>
                      <a:pt x="586449" y="137823"/>
                    </a:lnTo>
                    <a:lnTo>
                      <a:pt x="597959" y="134971"/>
                    </a:lnTo>
                    <a:lnTo>
                      <a:pt x="609469" y="132120"/>
                    </a:lnTo>
                    <a:lnTo>
                      <a:pt x="620979" y="129268"/>
                    </a:lnTo>
                    <a:lnTo>
                      <a:pt x="632394" y="126417"/>
                    </a:lnTo>
                    <a:lnTo>
                      <a:pt x="643904" y="123470"/>
                    </a:lnTo>
                    <a:lnTo>
                      <a:pt x="655415" y="120619"/>
                    </a:lnTo>
                    <a:lnTo>
                      <a:pt x="666925" y="117767"/>
                    </a:lnTo>
                    <a:lnTo>
                      <a:pt x="678435" y="114916"/>
                    </a:lnTo>
                    <a:lnTo>
                      <a:pt x="689945" y="111969"/>
                    </a:lnTo>
                    <a:lnTo>
                      <a:pt x="701455" y="109118"/>
                    </a:lnTo>
                    <a:lnTo>
                      <a:pt x="712965" y="106266"/>
                    </a:lnTo>
                    <a:lnTo>
                      <a:pt x="724381" y="103415"/>
                    </a:lnTo>
                    <a:lnTo>
                      <a:pt x="735891" y="100563"/>
                    </a:lnTo>
                    <a:lnTo>
                      <a:pt x="747401" y="97617"/>
                    </a:lnTo>
                    <a:lnTo>
                      <a:pt x="758911" y="94765"/>
                    </a:lnTo>
                    <a:lnTo>
                      <a:pt x="770421" y="91914"/>
                    </a:lnTo>
                    <a:lnTo>
                      <a:pt x="781931" y="89062"/>
                    </a:lnTo>
                    <a:lnTo>
                      <a:pt x="793442" y="86211"/>
                    </a:lnTo>
                    <a:lnTo>
                      <a:pt x="804952" y="83264"/>
                    </a:lnTo>
                    <a:lnTo>
                      <a:pt x="816367" y="80413"/>
                    </a:lnTo>
                    <a:lnTo>
                      <a:pt x="827877" y="77561"/>
                    </a:lnTo>
                    <a:lnTo>
                      <a:pt x="839387" y="74710"/>
                    </a:lnTo>
                    <a:lnTo>
                      <a:pt x="850897" y="71858"/>
                    </a:lnTo>
                    <a:lnTo>
                      <a:pt x="862408" y="68911"/>
                    </a:lnTo>
                    <a:lnTo>
                      <a:pt x="873918" y="66060"/>
                    </a:lnTo>
                    <a:lnTo>
                      <a:pt x="885428" y="63208"/>
                    </a:lnTo>
                    <a:lnTo>
                      <a:pt x="896843" y="60357"/>
                    </a:lnTo>
                    <a:lnTo>
                      <a:pt x="908353" y="57505"/>
                    </a:lnTo>
                    <a:lnTo>
                      <a:pt x="919863" y="54559"/>
                    </a:lnTo>
                    <a:lnTo>
                      <a:pt x="931374" y="51707"/>
                    </a:lnTo>
                    <a:lnTo>
                      <a:pt x="942884" y="48856"/>
                    </a:lnTo>
                    <a:lnTo>
                      <a:pt x="954394" y="46004"/>
                    </a:lnTo>
                    <a:lnTo>
                      <a:pt x="965904" y="43153"/>
                    </a:lnTo>
                    <a:lnTo>
                      <a:pt x="977414" y="40206"/>
                    </a:lnTo>
                    <a:lnTo>
                      <a:pt x="988829" y="37355"/>
                    </a:lnTo>
                    <a:lnTo>
                      <a:pt x="1000340" y="34503"/>
                    </a:lnTo>
                    <a:lnTo>
                      <a:pt x="1011850" y="31652"/>
                    </a:lnTo>
                    <a:lnTo>
                      <a:pt x="1023360" y="28800"/>
                    </a:lnTo>
                    <a:lnTo>
                      <a:pt x="1034870" y="25854"/>
                    </a:lnTo>
                    <a:lnTo>
                      <a:pt x="1046380" y="23002"/>
                    </a:lnTo>
                    <a:lnTo>
                      <a:pt x="1057891" y="20151"/>
                    </a:lnTo>
                    <a:lnTo>
                      <a:pt x="1069401" y="17299"/>
                    </a:lnTo>
                    <a:lnTo>
                      <a:pt x="1080816" y="14353"/>
                    </a:lnTo>
                    <a:lnTo>
                      <a:pt x="1092326" y="11501"/>
                    </a:lnTo>
                    <a:lnTo>
                      <a:pt x="1103836" y="8650"/>
                    </a:lnTo>
                    <a:lnTo>
                      <a:pt x="1115346" y="5798"/>
                    </a:lnTo>
                    <a:lnTo>
                      <a:pt x="1126857" y="2947"/>
                    </a:lnTo>
                    <a:lnTo>
                      <a:pt x="1138367" y="0"/>
                    </a:lnTo>
                  </a:path>
                </a:pathLst>
              </a:custGeom>
              <a:noFill/>
              <a:ln w="38100" cap="flat">
                <a:solidFill>
                  <a:srgbClr val="1EAED3"/>
                </a:solidFill>
                <a:prstDash val="solid"/>
                <a:miter/>
              </a:ln>
            </p:spPr>
            <p:txBody>
              <a:bodyPr rtlCol="0" anchor="ctr"/>
              <a:lstStyle/>
              <a:p>
                <a:endParaRPr lang="en-US"/>
              </a:p>
            </p:txBody>
          </p:sp>
        </p:grpSp>
        <p:sp>
          <p:nvSpPr>
            <p:cNvPr id="4723" name="TextBox 4722">
              <a:extLst>
                <a:ext uri="{FF2B5EF4-FFF2-40B4-BE49-F238E27FC236}">
                  <a16:creationId xmlns:a16="http://schemas.microsoft.com/office/drawing/2014/main" id="{F77B4FD5-6D36-BA1F-3845-8027D66F5C01}"/>
                </a:ext>
              </a:extLst>
            </p:cNvPr>
            <p:cNvSpPr txBox="1"/>
            <p:nvPr/>
          </p:nvSpPr>
          <p:spPr>
            <a:xfrm>
              <a:off x="6405119" y="5921711"/>
              <a:ext cx="5506604" cy="400110"/>
            </a:xfrm>
            <a:prstGeom prst="rect">
              <a:avLst/>
            </a:prstGeom>
            <a:noFill/>
          </p:spPr>
          <p:txBody>
            <a:bodyPr wrap="square" rtlCol="0">
              <a:spAutoFit/>
            </a:bodyPr>
            <a:lstStyle/>
            <a:p>
              <a:r>
                <a:rPr lang="en-US" sz="2000" dirty="0">
                  <a:latin typeface="Helvetica" pitchFamily="2" charset="0"/>
                </a:rPr>
                <a:t>Greater EM benefit for subjects with better WM</a:t>
              </a:r>
            </a:p>
          </p:txBody>
        </p:sp>
      </p:grpSp>
      <p:grpSp>
        <p:nvGrpSpPr>
          <p:cNvPr id="4485" name="Group 4484">
            <a:extLst>
              <a:ext uri="{FF2B5EF4-FFF2-40B4-BE49-F238E27FC236}">
                <a16:creationId xmlns:a16="http://schemas.microsoft.com/office/drawing/2014/main" id="{1F905919-94DB-F9F6-0438-75E6E7F1B0C2}"/>
              </a:ext>
            </a:extLst>
          </p:cNvPr>
          <p:cNvGrpSpPr/>
          <p:nvPr/>
        </p:nvGrpSpPr>
        <p:grpSpPr>
          <a:xfrm>
            <a:off x="641621" y="1462459"/>
            <a:ext cx="5585368" cy="4776688"/>
            <a:chOff x="95554" y="1554503"/>
            <a:chExt cx="5585368" cy="4776688"/>
          </a:xfrm>
        </p:grpSpPr>
        <p:sp>
          <p:nvSpPr>
            <p:cNvPr id="3477" name="Freeform 3476">
              <a:extLst>
                <a:ext uri="{FF2B5EF4-FFF2-40B4-BE49-F238E27FC236}">
                  <a16:creationId xmlns:a16="http://schemas.microsoft.com/office/drawing/2014/main" id="{A41CCB70-38CC-5D8B-91DB-003105F9844D}"/>
                </a:ext>
              </a:extLst>
            </p:cNvPr>
            <p:cNvSpPr/>
            <p:nvPr/>
          </p:nvSpPr>
          <p:spPr>
            <a:xfrm rot="21260400">
              <a:off x="4250439" y="2765081"/>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grpSp>
          <p:nvGrpSpPr>
            <p:cNvPr id="4614" name="Graphic 5">
              <a:extLst>
                <a:ext uri="{FF2B5EF4-FFF2-40B4-BE49-F238E27FC236}">
                  <a16:creationId xmlns:a16="http://schemas.microsoft.com/office/drawing/2014/main" id="{7CC7193F-5490-4BD0-3CAC-D882D5B1149E}"/>
                </a:ext>
              </a:extLst>
            </p:cNvPr>
            <p:cNvGrpSpPr/>
            <p:nvPr/>
          </p:nvGrpSpPr>
          <p:grpSpPr>
            <a:xfrm>
              <a:off x="2021690" y="1554503"/>
              <a:ext cx="1926050" cy="219701"/>
              <a:chOff x="7472180" y="3574522"/>
              <a:chExt cx="769945" cy="87826"/>
            </a:xfrm>
            <a:solidFill>
              <a:srgbClr val="000000"/>
            </a:solidFill>
          </p:grpSpPr>
          <p:sp>
            <p:nvSpPr>
              <p:cNvPr id="4615" name="Freeform 4614">
                <a:extLst>
                  <a:ext uri="{FF2B5EF4-FFF2-40B4-BE49-F238E27FC236}">
                    <a16:creationId xmlns:a16="http://schemas.microsoft.com/office/drawing/2014/main" id="{73B81A4D-1DE4-67A2-B438-BD01BA47712C}"/>
                  </a:ext>
                </a:extLst>
              </p:cNvPr>
              <p:cNvSpPr/>
              <p:nvPr/>
            </p:nvSpPr>
            <p:spPr>
              <a:xfrm>
                <a:off x="7472180" y="3592391"/>
                <a:ext cx="21878" cy="50566"/>
              </a:xfrm>
              <a:custGeom>
                <a:avLst/>
                <a:gdLst>
                  <a:gd name="connsiteX0" fmla="*/ 5707 w 21878"/>
                  <a:gd name="connsiteY0" fmla="*/ 50567 h 50566"/>
                  <a:gd name="connsiteX1" fmla="*/ 0 w 21878"/>
                  <a:gd name="connsiteY1" fmla="*/ 50567 h 50566"/>
                  <a:gd name="connsiteX2" fmla="*/ 0 w 21878"/>
                  <a:gd name="connsiteY2" fmla="*/ 1331 h 50566"/>
                  <a:gd name="connsiteX3" fmla="*/ 5707 w 21878"/>
                  <a:gd name="connsiteY3" fmla="*/ 1331 h 50566"/>
                  <a:gd name="connsiteX4" fmla="*/ 5707 w 21878"/>
                  <a:gd name="connsiteY4" fmla="*/ 10551 h 50566"/>
                  <a:gd name="connsiteX5" fmla="*/ 5898 w 21878"/>
                  <a:gd name="connsiteY5" fmla="*/ 10551 h 50566"/>
                  <a:gd name="connsiteX6" fmla="*/ 11986 w 21878"/>
                  <a:gd name="connsiteY6" fmla="*/ 2281 h 50566"/>
                  <a:gd name="connsiteX7" fmla="*/ 21879 w 21878"/>
                  <a:gd name="connsiteY7" fmla="*/ 0 h 50566"/>
                  <a:gd name="connsiteX8" fmla="*/ 21879 w 21878"/>
                  <a:gd name="connsiteY8" fmla="*/ 6178 h 50566"/>
                  <a:gd name="connsiteX9" fmla="*/ 13888 w 21878"/>
                  <a:gd name="connsiteY9" fmla="*/ 7699 h 50566"/>
                  <a:gd name="connsiteX10" fmla="*/ 8847 w 21878"/>
                  <a:gd name="connsiteY10" fmla="*/ 12071 h 50566"/>
                  <a:gd name="connsiteX11" fmla="*/ 6278 w 21878"/>
                  <a:gd name="connsiteY11" fmla="*/ 18535 h 50566"/>
                  <a:gd name="connsiteX12" fmla="*/ 5517 w 21878"/>
                  <a:gd name="connsiteY12" fmla="*/ 26424 h 50566"/>
                  <a:gd name="connsiteX13" fmla="*/ 5517 w 21878"/>
                  <a:gd name="connsiteY13" fmla="*/ 50567 h 505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878" h="50566">
                    <a:moveTo>
                      <a:pt x="5707" y="50567"/>
                    </a:moveTo>
                    <a:lnTo>
                      <a:pt x="0" y="50567"/>
                    </a:lnTo>
                    <a:lnTo>
                      <a:pt x="0" y="1331"/>
                    </a:lnTo>
                    <a:lnTo>
                      <a:pt x="5707" y="1331"/>
                    </a:lnTo>
                    <a:lnTo>
                      <a:pt x="5707" y="10551"/>
                    </a:lnTo>
                    <a:lnTo>
                      <a:pt x="5898" y="10551"/>
                    </a:lnTo>
                    <a:cubicBezTo>
                      <a:pt x="7515" y="6653"/>
                      <a:pt x="9513" y="3897"/>
                      <a:pt x="11986" y="2281"/>
                    </a:cubicBezTo>
                    <a:cubicBezTo>
                      <a:pt x="14459" y="760"/>
                      <a:pt x="17788" y="0"/>
                      <a:pt x="21879" y="0"/>
                    </a:cubicBezTo>
                    <a:lnTo>
                      <a:pt x="21879" y="6178"/>
                    </a:lnTo>
                    <a:cubicBezTo>
                      <a:pt x="18645" y="6178"/>
                      <a:pt x="15981" y="6653"/>
                      <a:pt x="13888" y="7699"/>
                    </a:cubicBezTo>
                    <a:cubicBezTo>
                      <a:pt x="11795" y="8745"/>
                      <a:pt x="10178" y="10265"/>
                      <a:pt x="8847" y="12071"/>
                    </a:cubicBezTo>
                    <a:cubicBezTo>
                      <a:pt x="7610" y="13877"/>
                      <a:pt x="6754" y="16064"/>
                      <a:pt x="6278" y="18535"/>
                    </a:cubicBezTo>
                    <a:cubicBezTo>
                      <a:pt x="5803" y="21006"/>
                      <a:pt x="5517" y="23667"/>
                      <a:pt x="5517" y="26424"/>
                    </a:cubicBezTo>
                    <a:lnTo>
                      <a:pt x="5517" y="50567"/>
                    </a:lnTo>
                    <a:close/>
                  </a:path>
                </a:pathLst>
              </a:custGeom>
              <a:solidFill>
                <a:srgbClr val="000000"/>
              </a:solidFill>
              <a:ln w="9506" cap="flat">
                <a:noFill/>
                <a:prstDash val="solid"/>
                <a:miter/>
              </a:ln>
            </p:spPr>
            <p:txBody>
              <a:bodyPr rtlCol="0" anchor="ctr"/>
              <a:lstStyle/>
              <a:p>
                <a:endParaRPr lang="en-US"/>
              </a:p>
            </p:txBody>
          </p:sp>
          <p:sp>
            <p:nvSpPr>
              <p:cNvPr id="4616" name="Freeform 4615">
                <a:extLst>
                  <a:ext uri="{FF2B5EF4-FFF2-40B4-BE49-F238E27FC236}">
                    <a16:creationId xmlns:a16="http://schemas.microsoft.com/office/drawing/2014/main" id="{66EC7436-10CA-0493-ECBB-F45C00E6127B}"/>
                  </a:ext>
                </a:extLst>
              </p:cNvPr>
              <p:cNvSpPr/>
              <p:nvPr/>
            </p:nvSpPr>
            <p:spPr>
              <a:xfrm>
                <a:off x="7530777" y="3607029"/>
                <a:ext cx="47562" cy="24142"/>
              </a:xfrm>
              <a:custGeom>
                <a:avLst/>
                <a:gdLst>
                  <a:gd name="connsiteX0" fmla="*/ 47563 w 47562"/>
                  <a:gd name="connsiteY0" fmla="*/ 5703 h 24142"/>
                  <a:gd name="connsiteX1" fmla="*/ 0 w 47562"/>
                  <a:gd name="connsiteY1" fmla="*/ 5703 h 24142"/>
                  <a:gd name="connsiteX2" fmla="*/ 0 w 47562"/>
                  <a:gd name="connsiteY2" fmla="*/ 0 h 24142"/>
                  <a:gd name="connsiteX3" fmla="*/ 47563 w 47562"/>
                  <a:gd name="connsiteY3" fmla="*/ 0 h 24142"/>
                  <a:gd name="connsiteX4" fmla="*/ 47563 w 47562"/>
                  <a:gd name="connsiteY4" fmla="*/ 5703 h 24142"/>
                  <a:gd name="connsiteX5" fmla="*/ 47563 w 47562"/>
                  <a:gd name="connsiteY5" fmla="*/ 24143 h 24142"/>
                  <a:gd name="connsiteX6" fmla="*/ 0 w 47562"/>
                  <a:gd name="connsiteY6" fmla="*/ 24143 h 24142"/>
                  <a:gd name="connsiteX7" fmla="*/ 0 w 47562"/>
                  <a:gd name="connsiteY7" fmla="*/ 18440 h 24142"/>
                  <a:gd name="connsiteX8" fmla="*/ 47563 w 47562"/>
                  <a:gd name="connsiteY8" fmla="*/ 18440 h 24142"/>
                  <a:gd name="connsiteX9" fmla="*/ 47563 w 47562"/>
                  <a:gd name="connsiteY9" fmla="*/ 24143 h 24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7562" h="24142">
                    <a:moveTo>
                      <a:pt x="47563" y="5703"/>
                    </a:moveTo>
                    <a:lnTo>
                      <a:pt x="0" y="5703"/>
                    </a:lnTo>
                    <a:lnTo>
                      <a:pt x="0" y="0"/>
                    </a:lnTo>
                    <a:lnTo>
                      <a:pt x="47563" y="0"/>
                    </a:lnTo>
                    <a:lnTo>
                      <a:pt x="47563" y="5703"/>
                    </a:lnTo>
                    <a:close/>
                    <a:moveTo>
                      <a:pt x="47563" y="24143"/>
                    </a:moveTo>
                    <a:lnTo>
                      <a:pt x="0" y="24143"/>
                    </a:lnTo>
                    <a:lnTo>
                      <a:pt x="0" y="18440"/>
                    </a:lnTo>
                    <a:lnTo>
                      <a:pt x="47563" y="18440"/>
                    </a:lnTo>
                    <a:lnTo>
                      <a:pt x="47563" y="24143"/>
                    </a:lnTo>
                    <a:close/>
                  </a:path>
                </a:pathLst>
              </a:custGeom>
              <a:solidFill>
                <a:srgbClr val="000000"/>
              </a:solidFill>
              <a:ln w="9506" cap="flat">
                <a:noFill/>
                <a:prstDash val="solid"/>
                <a:miter/>
              </a:ln>
            </p:spPr>
            <p:txBody>
              <a:bodyPr rtlCol="0" anchor="ctr"/>
              <a:lstStyle/>
              <a:p>
                <a:endParaRPr lang="en-US"/>
              </a:p>
            </p:txBody>
          </p:sp>
          <p:sp>
            <p:nvSpPr>
              <p:cNvPr id="4617" name="Freeform 4616">
                <a:extLst>
                  <a:ext uri="{FF2B5EF4-FFF2-40B4-BE49-F238E27FC236}">
                    <a16:creationId xmlns:a16="http://schemas.microsoft.com/office/drawing/2014/main" id="{16ED514F-B202-B56D-71E4-81DE00B11C6B}"/>
                  </a:ext>
                </a:extLst>
              </p:cNvPr>
              <p:cNvSpPr/>
              <p:nvPr/>
            </p:nvSpPr>
            <p:spPr>
              <a:xfrm>
                <a:off x="7616105" y="3575567"/>
                <a:ext cx="45469" cy="68531"/>
              </a:xfrm>
              <a:custGeom>
                <a:avLst/>
                <a:gdLst>
                  <a:gd name="connsiteX0" fmla="*/ 22830 w 45469"/>
                  <a:gd name="connsiteY0" fmla="*/ 380 h 68531"/>
                  <a:gd name="connsiteX1" fmla="*/ 31392 w 45469"/>
                  <a:gd name="connsiteY1" fmla="*/ 1806 h 68531"/>
                  <a:gd name="connsiteX2" fmla="*/ 37575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0999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186 w 45469"/>
                  <a:gd name="connsiteY16" fmla="*/ 10741 h 68531"/>
                  <a:gd name="connsiteX17" fmla="*/ 11035 w 45469"/>
                  <a:gd name="connsiteY17" fmla="*/ 2947 h 68531"/>
                  <a:gd name="connsiteX18" fmla="*/ 22735 w 45469"/>
                  <a:gd name="connsiteY18" fmla="*/ 0 h 68531"/>
                  <a:gd name="connsiteX19" fmla="*/ 39287 w 45469"/>
                  <a:gd name="connsiteY19" fmla="*/ 34408 h 68531"/>
                  <a:gd name="connsiteX20" fmla="*/ 38716 w 45469"/>
                  <a:gd name="connsiteY20" fmla="*/ 23858 h 68531"/>
                  <a:gd name="connsiteX21" fmla="*/ 36338 w 45469"/>
                  <a:gd name="connsiteY21" fmla="*/ 14543 h 68531"/>
                  <a:gd name="connsiteX22" fmla="*/ 31201 w 45469"/>
                  <a:gd name="connsiteY22" fmla="*/ 7984 h 68531"/>
                  <a:gd name="connsiteX23" fmla="*/ 22545 w 45469"/>
                  <a:gd name="connsiteY23" fmla="*/ 5513 h 68531"/>
                  <a:gd name="connsiteX24" fmla="*/ 14269 w 45469"/>
                  <a:gd name="connsiteY24" fmla="*/ 7984 h 68531"/>
                  <a:gd name="connsiteX25" fmla="*/ 9322 w 45469"/>
                  <a:gd name="connsiteY25" fmla="*/ 14733 h 68531"/>
                  <a:gd name="connsiteX26" fmla="*/ 6754 w 45469"/>
                  <a:gd name="connsiteY26" fmla="*/ 24238 h 68531"/>
                  <a:gd name="connsiteX27" fmla="*/ 6088 w 45469"/>
                  <a:gd name="connsiteY27" fmla="*/ 35074 h 68531"/>
                  <a:gd name="connsiteX28" fmla="*/ 6849 w 45469"/>
                  <a:gd name="connsiteY28" fmla="*/ 46765 h 68531"/>
                  <a:gd name="connsiteX29" fmla="*/ 9608 w 45469"/>
                  <a:gd name="connsiteY29" fmla="*/ 55699 h 68531"/>
                  <a:gd name="connsiteX30" fmla="*/ 14745 w 45469"/>
                  <a:gd name="connsiteY30" fmla="*/ 61403 h 68531"/>
                  <a:gd name="connsiteX31" fmla="*/ 22830 w 45469"/>
                  <a:gd name="connsiteY31" fmla="*/ 63494 h 68531"/>
                  <a:gd name="connsiteX32" fmla="*/ 31487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2" y="1806"/>
                    </a:cubicBezTo>
                    <a:cubicBezTo>
                      <a:pt x="33770" y="2757"/>
                      <a:pt x="35862" y="4182"/>
                      <a:pt x="37575" y="5798"/>
                    </a:cubicBezTo>
                    <a:cubicBezTo>
                      <a:pt x="39287" y="7509"/>
                      <a:pt x="40619" y="9505"/>
                      <a:pt x="41665" y="11786"/>
                    </a:cubicBezTo>
                    <a:cubicBezTo>
                      <a:pt x="42712" y="14067"/>
                      <a:pt x="43568"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2" y="55224"/>
                      <a:pt x="40999" y="58361"/>
                    </a:cubicBezTo>
                    <a:cubicBezTo>
                      <a:pt x="39287" y="61498"/>
                      <a:pt x="37004" y="63969"/>
                      <a:pt x="34150" y="65775"/>
                    </a:cubicBezTo>
                    <a:cubicBezTo>
                      <a:pt x="31296" y="67581"/>
                      <a:pt x="27491" y="68531"/>
                      <a:pt x="22830" y="68531"/>
                    </a:cubicBezTo>
                    <a:cubicBezTo>
                      <a:pt x="18169" y="68531"/>
                      <a:pt x="14364" y="67581"/>
                      <a:pt x="11415" y="65775"/>
                    </a:cubicBezTo>
                    <a:cubicBezTo>
                      <a:pt x="8466" y="63969"/>
                      <a:pt x="6183" y="61403"/>
                      <a:pt x="4471" y="58266"/>
                    </a:cubicBezTo>
                    <a:cubicBezTo>
                      <a:pt x="2759" y="55129"/>
                      <a:pt x="1617" y="51517"/>
                      <a:pt x="951" y="47335"/>
                    </a:cubicBezTo>
                    <a:cubicBezTo>
                      <a:pt x="285" y="43153"/>
                      <a:pt x="0" y="38781"/>
                      <a:pt x="0" y="34123"/>
                    </a:cubicBezTo>
                    <a:cubicBezTo>
                      <a:pt x="0" y="29846"/>
                      <a:pt x="285" y="25759"/>
                      <a:pt x="856" y="21671"/>
                    </a:cubicBezTo>
                    <a:cubicBezTo>
                      <a:pt x="1427" y="17584"/>
                      <a:pt x="2569" y="13972"/>
                      <a:pt x="4186" y="10741"/>
                    </a:cubicBezTo>
                    <a:cubicBezTo>
                      <a:pt x="5803" y="7509"/>
                      <a:pt x="8086" y="4943"/>
                      <a:pt x="11035" y="2947"/>
                    </a:cubicBezTo>
                    <a:cubicBezTo>
                      <a:pt x="13983" y="951"/>
                      <a:pt x="17884" y="0"/>
                      <a:pt x="22735" y="0"/>
                    </a:cubicBezTo>
                    <a:close/>
                    <a:moveTo>
                      <a:pt x="39287" y="34408"/>
                    </a:moveTo>
                    <a:cubicBezTo>
                      <a:pt x="39287" y="30796"/>
                      <a:pt x="39097" y="27279"/>
                      <a:pt x="38716" y="23858"/>
                    </a:cubicBezTo>
                    <a:cubicBezTo>
                      <a:pt x="38336" y="20436"/>
                      <a:pt x="37479" y="17299"/>
                      <a:pt x="36338" y="14543"/>
                    </a:cubicBezTo>
                    <a:cubicBezTo>
                      <a:pt x="35101" y="11786"/>
                      <a:pt x="33389" y="9600"/>
                      <a:pt x="31201" y="7984"/>
                    </a:cubicBezTo>
                    <a:cubicBezTo>
                      <a:pt x="29013" y="6368"/>
                      <a:pt x="26160" y="5513"/>
                      <a:pt x="22545" y="5513"/>
                    </a:cubicBezTo>
                    <a:cubicBezTo>
                      <a:pt x="19216" y="5513"/>
                      <a:pt x="16457" y="6368"/>
                      <a:pt x="14269" y="7984"/>
                    </a:cubicBezTo>
                    <a:cubicBezTo>
                      <a:pt x="12176" y="9695"/>
                      <a:pt x="10464" y="11881"/>
                      <a:pt x="9322" y="14733"/>
                    </a:cubicBezTo>
                    <a:cubicBezTo>
                      <a:pt x="8086" y="17489"/>
                      <a:pt x="7325" y="20721"/>
                      <a:pt x="6754" y="24238"/>
                    </a:cubicBezTo>
                    <a:cubicBezTo>
                      <a:pt x="6278" y="27755"/>
                      <a:pt x="6088" y="31367"/>
                      <a:pt x="6088" y="35074"/>
                    </a:cubicBezTo>
                    <a:cubicBezTo>
                      <a:pt x="6088" y="39351"/>
                      <a:pt x="6374" y="43248"/>
                      <a:pt x="6849" y="46765"/>
                    </a:cubicBezTo>
                    <a:cubicBezTo>
                      <a:pt x="7325" y="50282"/>
                      <a:pt x="8276" y="53323"/>
                      <a:pt x="9608" y="55699"/>
                    </a:cubicBezTo>
                    <a:cubicBezTo>
                      <a:pt x="10844" y="58171"/>
                      <a:pt x="12557" y="60072"/>
                      <a:pt x="14745" y="61403"/>
                    </a:cubicBezTo>
                    <a:cubicBezTo>
                      <a:pt x="16837" y="62733"/>
                      <a:pt x="19596" y="63494"/>
                      <a:pt x="22830" y="63494"/>
                    </a:cubicBezTo>
                    <a:cubicBezTo>
                      <a:pt x="26445" y="63494"/>
                      <a:pt x="29299" y="62638"/>
                      <a:pt x="31487" y="60832"/>
                    </a:cubicBezTo>
                    <a:cubicBezTo>
                      <a:pt x="33675" y="59026"/>
                      <a:pt x="35292" y="56745"/>
                      <a:pt x="36528" y="53989"/>
                    </a:cubicBezTo>
                    <a:cubicBezTo>
                      <a:pt x="37670" y="51232"/>
                      <a:pt x="38431" y="48095"/>
                      <a:pt x="38811" y="44579"/>
                    </a:cubicBezTo>
                    <a:cubicBezTo>
                      <a:pt x="39192" y="41062"/>
                      <a:pt x="39382" y="37640"/>
                      <a:pt x="39382" y="34313"/>
                    </a:cubicBezTo>
                    <a:close/>
                  </a:path>
                </a:pathLst>
              </a:custGeom>
              <a:solidFill>
                <a:srgbClr val="000000"/>
              </a:solidFill>
              <a:ln w="9506" cap="flat">
                <a:noFill/>
                <a:prstDash val="solid"/>
                <a:miter/>
              </a:ln>
            </p:spPr>
            <p:txBody>
              <a:bodyPr rtlCol="0" anchor="ctr"/>
              <a:lstStyle/>
              <a:p>
                <a:endParaRPr lang="en-US"/>
              </a:p>
            </p:txBody>
          </p:sp>
          <p:sp>
            <p:nvSpPr>
              <p:cNvPr id="4618" name="Freeform 4617">
                <a:extLst>
                  <a:ext uri="{FF2B5EF4-FFF2-40B4-BE49-F238E27FC236}">
                    <a16:creationId xmlns:a16="http://schemas.microsoft.com/office/drawing/2014/main" id="{98A5C92A-734B-F768-9A29-46323C9486A5}"/>
                  </a:ext>
                </a:extLst>
              </p:cNvPr>
              <p:cNvSpPr/>
              <p:nvPr/>
            </p:nvSpPr>
            <p:spPr>
              <a:xfrm>
                <a:off x="7675083" y="3634593"/>
                <a:ext cx="6944" cy="8364"/>
              </a:xfrm>
              <a:custGeom>
                <a:avLst/>
                <a:gdLst>
                  <a:gd name="connsiteX0" fmla="*/ 0 w 6944"/>
                  <a:gd name="connsiteY0" fmla="*/ 8364 h 8364"/>
                  <a:gd name="connsiteX1" fmla="*/ 0 w 6944"/>
                  <a:gd name="connsiteY1" fmla="*/ 0 h 8364"/>
                  <a:gd name="connsiteX2" fmla="*/ 6944 w 6944"/>
                  <a:gd name="connsiteY2" fmla="*/ 0 h 8364"/>
                  <a:gd name="connsiteX3" fmla="*/ 6944 w 6944"/>
                  <a:gd name="connsiteY3" fmla="*/ 8364 h 8364"/>
                  <a:gd name="connsiteX4" fmla="*/ 0 w 6944"/>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4" h="8364">
                    <a:moveTo>
                      <a:pt x="0" y="8364"/>
                    </a:moveTo>
                    <a:lnTo>
                      <a:pt x="0" y="0"/>
                    </a:lnTo>
                    <a:lnTo>
                      <a:pt x="6944" y="0"/>
                    </a:lnTo>
                    <a:lnTo>
                      <a:pt x="6944" y="8364"/>
                    </a:lnTo>
                    <a:lnTo>
                      <a:pt x="0" y="8364"/>
                    </a:lnTo>
                    <a:close/>
                  </a:path>
                </a:pathLst>
              </a:custGeom>
              <a:solidFill>
                <a:srgbClr val="000000"/>
              </a:solidFill>
              <a:ln w="9506" cap="flat">
                <a:noFill/>
                <a:prstDash val="solid"/>
                <a:miter/>
              </a:ln>
            </p:spPr>
            <p:txBody>
              <a:bodyPr rtlCol="0" anchor="ctr"/>
              <a:lstStyle/>
              <a:p>
                <a:endParaRPr lang="en-US"/>
              </a:p>
            </p:txBody>
          </p:sp>
          <p:sp>
            <p:nvSpPr>
              <p:cNvPr id="4667" name="Freeform 4666">
                <a:extLst>
                  <a:ext uri="{FF2B5EF4-FFF2-40B4-BE49-F238E27FC236}">
                    <a16:creationId xmlns:a16="http://schemas.microsoft.com/office/drawing/2014/main" id="{1E6F4927-2D8F-21B0-EC23-E78374DB47EC}"/>
                  </a:ext>
                </a:extLst>
              </p:cNvPr>
              <p:cNvSpPr/>
              <p:nvPr/>
            </p:nvSpPr>
            <p:spPr>
              <a:xfrm>
                <a:off x="7694964" y="3575852"/>
                <a:ext cx="45469" cy="68341"/>
              </a:xfrm>
              <a:custGeom>
                <a:avLst/>
                <a:gdLst>
                  <a:gd name="connsiteX0" fmla="*/ 17884 w 45469"/>
                  <a:gd name="connsiteY0" fmla="*/ 29846 h 68341"/>
                  <a:gd name="connsiteX1" fmla="*/ 25684 w 45469"/>
                  <a:gd name="connsiteY1" fmla="*/ 29276 h 68341"/>
                  <a:gd name="connsiteX2" fmla="*/ 31677 w 45469"/>
                  <a:gd name="connsiteY2" fmla="*/ 27280 h 68341"/>
                  <a:gd name="connsiteX3" fmla="*/ 35577 w 45469"/>
                  <a:gd name="connsiteY3" fmla="*/ 23287 h 68341"/>
                  <a:gd name="connsiteX4" fmla="*/ 37004 w 45469"/>
                  <a:gd name="connsiteY4" fmla="*/ 16919 h 68341"/>
                  <a:gd name="connsiteX5" fmla="*/ 35862 w 45469"/>
                  <a:gd name="connsiteY5" fmla="*/ 11596 h 68341"/>
                  <a:gd name="connsiteX6" fmla="*/ 32723 w 45469"/>
                  <a:gd name="connsiteY6" fmla="*/ 7889 h 68341"/>
                  <a:gd name="connsiteX7" fmla="*/ 28157 w 45469"/>
                  <a:gd name="connsiteY7" fmla="*/ 5798 h 68341"/>
                  <a:gd name="connsiteX8" fmla="*/ 22735 w 45469"/>
                  <a:gd name="connsiteY8" fmla="*/ 5133 h 68341"/>
                  <a:gd name="connsiteX9" fmla="*/ 16837 w 45469"/>
                  <a:gd name="connsiteY9" fmla="*/ 6178 h 68341"/>
                  <a:gd name="connsiteX10" fmla="*/ 12366 w 45469"/>
                  <a:gd name="connsiteY10" fmla="*/ 9125 h 68341"/>
                  <a:gd name="connsiteX11" fmla="*/ 9417 w 45469"/>
                  <a:gd name="connsiteY11" fmla="*/ 13687 h 68341"/>
                  <a:gd name="connsiteX12" fmla="*/ 8371 w 45469"/>
                  <a:gd name="connsiteY12" fmla="*/ 19390 h 68341"/>
                  <a:gd name="connsiteX13" fmla="*/ 2283 w 45469"/>
                  <a:gd name="connsiteY13" fmla="*/ 19390 h 68341"/>
                  <a:gd name="connsiteX14" fmla="*/ 3900 w 45469"/>
                  <a:gd name="connsiteY14" fmla="*/ 11121 h 68341"/>
                  <a:gd name="connsiteX15" fmla="*/ 8752 w 45469"/>
                  <a:gd name="connsiteY15" fmla="*/ 4372 h 68341"/>
                  <a:gd name="connsiteX16" fmla="*/ 15886 w 45469"/>
                  <a:gd name="connsiteY16" fmla="*/ 760 h 68341"/>
                  <a:gd name="connsiteX17" fmla="*/ 24067 w 45469"/>
                  <a:gd name="connsiteY17" fmla="*/ 0 h 68341"/>
                  <a:gd name="connsiteX18" fmla="*/ 31487 w 45469"/>
                  <a:gd name="connsiteY18" fmla="*/ 951 h 68341"/>
                  <a:gd name="connsiteX19" fmla="*/ 37575 w 45469"/>
                  <a:gd name="connsiteY19" fmla="*/ 3992 h 68341"/>
                  <a:gd name="connsiteX20" fmla="*/ 41665 w 45469"/>
                  <a:gd name="connsiteY20" fmla="*/ 9125 h 68341"/>
                  <a:gd name="connsiteX21" fmla="*/ 43187 w 45469"/>
                  <a:gd name="connsiteY21" fmla="*/ 16444 h 68341"/>
                  <a:gd name="connsiteX22" fmla="*/ 40809 w 45469"/>
                  <a:gd name="connsiteY22" fmla="*/ 25474 h 68341"/>
                  <a:gd name="connsiteX23" fmla="*/ 33675 w 45469"/>
                  <a:gd name="connsiteY23" fmla="*/ 31367 h 68341"/>
                  <a:gd name="connsiteX24" fmla="*/ 39572 w 45469"/>
                  <a:gd name="connsiteY24" fmla="*/ 34408 h 68341"/>
                  <a:gd name="connsiteX25" fmla="*/ 43187 w 45469"/>
                  <a:gd name="connsiteY25" fmla="*/ 38495 h 68341"/>
                  <a:gd name="connsiteX26" fmla="*/ 44994 w 45469"/>
                  <a:gd name="connsiteY26" fmla="*/ 43248 h 68341"/>
                  <a:gd name="connsiteX27" fmla="*/ 45470 w 45469"/>
                  <a:gd name="connsiteY27" fmla="*/ 48000 h 68341"/>
                  <a:gd name="connsiteX28" fmla="*/ 44043 w 45469"/>
                  <a:gd name="connsiteY28" fmla="*/ 55795 h 68341"/>
                  <a:gd name="connsiteX29" fmla="*/ 39858 w 45469"/>
                  <a:gd name="connsiteY29" fmla="*/ 62163 h 68341"/>
                  <a:gd name="connsiteX30" fmla="*/ 33104 w 45469"/>
                  <a:gd name="connsiteY30" fmla="*/ 66535 h 68341"/>
                  <a:gd name="connsiteX31" fmla="*/ 23877 w 45469"/>
                  <a:gd name="connsiteY31" fmla="*/ 68341 h 68341"/>
                  <a:gd name="connsiteX32" fmla="*/ 13793 w 45469"/>
                  <a:gd name="connsiteY32" fmla="*/ 67296 h 68341"/>
                  <a:gd name="connsiteX33" fmla="*/ 6659 w 45469"/>
                  <a:gd name="connsiteY33" fmla="*/ 63874 h 68341"/>
                  <a:gd name="connsiteX34" fmla="*/ 2188 w 45469"/>
                  <a:gd name="connsiteY34" fmla="*/ 57505 h 68341"/>
                  <a:gd name="connsiteX35" fmla="*/ 0 w 45469"/>
                  <a:gd name="connsiteY35" fmla="*/ 47620 h 68341"/>
                  <a:gd name="connsiteX36" fmla="*/ 6088 w 45469"/>
                  <a:gd name="connsiteY36" fmla="*/ 47620 h 68341"/>
                  <a:gd name="connsiteX37" fmla="*/ 10654 w 45469"/>
                  <a:gd name="connsiteY37" fmla="*/ 59311 h 68341"/>
                  <a:gd name="connsiteX38" fmla="*/ 22735 w 45469"/>
                  <a:gd name="connsiteY38" fmla="*/ 63304 h 68341"/>
                  <a:gd name="connsiteX39" fmla="*/ 29489 w 45469"/>
                  <a:gd name="connsiteY39" fmla="*/ 62068 h 68341"/>
                  <a:gd name="connsiteX40" fmla="*/ 34816 w 45469"/>
                  <a:gd name="connsiteY40" fmla="*/ 58741 h 68341"/>
                  <a:gd name="connsiteX41" fmla="*/ 38240 w 45469"/>
                  <a:gd name="connsiteY41" fmla="*/ 53894 h 68341"/>
                  <a:gd name="connsiteX42" fmla="*/ 39382 w 45469"/>
                  <a:gd name="connsiteY42" fmla="*/ 48191 h 68341"/>
                  <a:gd name="connsiteX43" fmla="*/ 37479 w 45469"/>
                  <a:gd name="connsiteY43" fmla="*/ 41442 h 68341"/>
                  <a:gd name="connsiteX44" fmla="*/ 32818 w 45469"/>
                  <a:gd name="connsiteY44" fmla="*/ 37165 h 68341"/>
                  <a:gd name="connsiteX45" fmla="*/ 26064 w 45469"/>
                  <a:gd name="connsiteY45" fmla="*/ 35074 h 68341"/>
                  <a:gd name="connsiteX46" fmla="*/ 17788 w 45469"/>
                  <a:gd name="connsiteY46" fmla="*/ 34883 h 68341"/>
                  <a:gd name="connsiteX47" fmla="*/ 17788 w 45469"/>
                  <a:gd name="connsiteY47" fmla="*/ 29941 h 683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45469" h="68341">
                    <a:moveTo>
                      <a:pt x="17884" y="29846"/>
                    </a:moveTo>
                    <a:cubicBezTo>
                      <a:pt x="20737" y="29846"/>
                      <a:pt x="23306" y="29656"/>
                      <a:pt x="25684" y="29276"/>
                    </a:cubicBezTo>
                    <a:cubicBezTo>
                      <a:pt x="28062" y="28895"/>
                      <a:pt x="30060" y="28230"/>
                      <a:pt x="31677" y="27280"/>
                    </a:cubicBezTo>
                    <a:cubicBezTo>
                      <a:pt x="33389" y="26329"/>
                      <a:pt x="34626" y="24998"/>
                      <a:pt x="35577" y="23287"/>
                    </a:cubicBezTo>
                    <a:cubicBezTo>
                      <a:pt x="36528" y="21576"/>
                      <a:pt x="37004" y="19485"/>
                      <a:pt x="37004" y="16919"/>
                    </a:cubicBezTo>
                    <a:cubicBezTo>
                      <a:pt x="37004" y="14828"/>
                      <a:pt x="36623" y="13022"/>
                      <a:pt x="35862" y="11596"/>
                    </a:cubicBezTo>
                    <a:cubicBezTo>
                      <a:pt x="35101" y="10170"/>
                      <a:pt x="34055" y="8840"/>
                      <a:pt x="32723" y="7889"/>
                    </a:cubicBezTo>
                    <a:cubicBezTo>
                      <a:pt x="31392" y="6939"/>
                      <a:pt x="29870" y="6273"/>
                      <a:pt x="28157" y="5798"/>
                    </a:cubicBezTo>
                    <a:cubicBezTo>
                      <a:pt x="26445" y="5323"/>
                      <a:pt x="24543" y="5133"/>
                      <a:pt x="22735" y="5133"/>
                    </a:cubicBezTo>
                    <a:cubicBezTo>
                      <a:pt x="20547" y="5133"/>
                      <a:pt x="18645" y="5513"/>
                      <a:pt x="16837" y="6178"/>
                    </a:cubicBezTo>
                    <a:cubicBezTo>
                      <a:pt x="15030" y="6844"/>
                      <a:pt x="13603" y="7889"/>
                      <a:pt x="12366" y="9125"/>
                    </a:cubicBezTo>
                    <a:cubicBezTo>
                      <a:pt x="11130" y="10360"/>
                      <a:pt x="10083" y="11976"/>
                      <a:pt x="9417" y="13687"/>
                    </a:cubicBezTo>
                    <a:cubicBezTo>
                      <a:pt x="8752" y="15398"/>
                      <a:pt x="8371" y="17299"/>
                      <a:pt x="8371" y="19390"/>
                    </a:cubicBezTo>
                    <a:lnTo>
                      <a:pt x="2283" y="19390"/>
                    </a:lnTo>
                    <a:cubicBezTo>
                      <a:pt x="2283" y="16349"/>
                      <a:pt x="2759" y="13592"/>
                      <a:pt x="3900" y="11121"/>
                    </a:cubicBezTo>
                    <a:cubicBezTo>
                      <a:pt x="4946" y="8650"/>
                      <a:pt x="6564" y="6463"/>
                      <a:pt x="8752" y="4372"/>
                    </a:cubicBezTo>
                    <a:cubicBezTo>
                      <a:pt x="10844" y="2471"/>
                      <a:pt x="13223" y="1236"/>
                      <a:pt x="15886" y="760"/>
                    </a:cubicBezTo>
                    <a:cubicBezTo>
                      <a:pt x="18550" y="190"/>
                      <a:pt x="21213" y="0"/>
                      <a:pt x="24067" y="0"/>
                    </a:cubicBezTo>
                    <a:cubicBezTo>
                      <a:pt x="26730" y="0"/>
                      <a:pt x="29204" y="285"/>
                      <a:pt x="31487" y="951"/>
                    </a:cubicBezTo>
                    <a:cubicBezTo>
                      <a:pt x="33770" y="1616"/>
                      <a:pt x="35862" y="2661"/>
                      <a:pt x="37575" y="3992"/>
                    </a:cubicBezTo>
                    <a:cubicBezTo>
                      <a:pt x="39287" y="5323"/>
                      <a:pt x="40618" y="7129"/>
                      <a:pt x="41665" y="9125"/>
                    </a:cubicBezTo>
                    <a:cubicBezTo>
                      <a:pt x="42711" y="11216"/>
                      <a:pt x="43187" y="13687"/>
                      <a:pt x="43187" y="16444"/>
                    </a:cubicBezTo>
                    <a:cubicBezTo>
                      <a:pt x="43187" y="19961"/>
                      <a:pt x="42426" y="22907"/>
                      <a:pt x="40809" y="25474"/>
                    </a:cubicBezTo>
                    <a:cubicBezTo>
                      <a:pt x="39287" y="28040"/>
                      <a:pt x="36909" y="29941"/>
                      <a:pt x="33675" y="31367"/>
                    </a:cubicBezTo>
                    <a:cubicBezTo>
                      <a:pt x="36053" y="32127"/>
                      <a:pt x="38050" y="33173"/>
                      <a:pt x="39572" y="34408"/>
                    </a:cubicBezTo>
                    <a:cubicBezTo>
                      <a:pt x="41094" y="35644"/>
                      <a:pt x="42331" y="36975"/>
                      <a:pt x="43187" y="38495"/>
                    </a:cubicBezTo>
                    <a:cubicBezTo>
                      <a:pt x="44043" y="40016"/>
                      <a:pt x="44709" y="41537"/>
                      <a:pt x="44994" y="43248"/>
                    </a:cubicBezTo>
                    <a:cubicBezTo>
                      <a:pt x="45280" y="44959"/>
                      <a:pt x="45470" y="46480"/>
                      <a:pt x="45470" y="48000"/>
                    </a:cubicBezTo>
                    <a:cubicBezTo>
                      <a:pt x="45470" y="50757"/>
                      <a:pt x="44994" y="53418"/>
                      <a:pt x="44043" y="55795"/>
                    </a:cubicBezTo>
                    <a:cubicBezTo>
                      <a:pt x="43092" y="58171"/>
                      <a:pt x="41665" y="60357"/>
                      <a:pt x="39858" y="62163"/>
                    </a:cubicBezTo>
                    <a:cubicBezTo>
                      <a:pt x="38050" y="63969"/>
                      <a:pt x="35767" y="65490"/>
                      <a:pt x="33104" y="66535"/>
                    </a:cubicBezTo>
                    <a:cubicBezTo>
                      <a:pt x="30345" y="67676"/>
                      <a:pt x="27301" y="68246"/>
                      <a:pt x="23877" y="68341"/>
                    </a:cubicBezTo>
                    <a:cubicBezTo>
                      <a:pt x="19976" y="68341"/>
                      <a:pt x="16647" y="67961"/>
                      <a:pt x="13793" y="67296"/>
                    </a:cubicBezTo>
                    <a:cubicBezTo>
                      <a:pt x="10939" y="66630"/>
                      <a:pt x="8561" y="65490"/>
                      <a:pt x="6659" y="63874"/>
                    </a:cubicBezTo>
                    <a:cubicBezTo>
                      <a:pt x="4756" y="62258"/>
                      <a:pt x="3234" y="60167"/>
                      <a:pt x="2188" y="57505"/>
                    </a:cubicBezTo>
                    <a:cubicBezTo>
                      <a:pt x="1141" y="54844"/>
                      <a:pt x="381" y="51612"/>
                      <a:pt x="0" y="47620"/>
                    </a:cubicBezTo>
                    <a:lnTo>
                      <a:pt x="6088" y="47620"/>
                    </a:lnTo>
                    <a:cubicBezTo>
                      <a:pt x="6088" y="52753"/>
                      <a:pt x="7610" y="56650"/>
                      <a:pt x="10654" y="59311"/>
                    </a:cubicBezTo>
                    <a:cubicBezTo>
                      <a:pt x="13698" y="61973"/>
                      <a:pt x="17788" y="63304"/>
                      <a:pt x="22735" y="63304"/>
                    </a:cubicBezTo>
                    <a:cubicBezTo>
                      <a:pt x="25113" y="63304"/>
                      <a:pt x="27396" y="62923"/>
                      <a:pt x="29489" y="62068"/>
                    </a:cubicBezTo>
                    <a:cubicBezTo>
                      <a:pt x="31582" y="61212"/>
                      <a:pt x="33389" y="60167"/>
                      <a:pt x="34816" y="58741"/>
                    </a:cubicBezTo>
                    <a:cubicBezTo>
                      <a:pt x="36243" y="57315"/>
                      <a:pt x="37479" y="55699"/>
                      <a:pt x="38240" y="53894"/>
                    </a:cubicBezTo>
                    <a:cubicBezTo>
                      <a:pt x="39002" y="52088"/>
                      <a:pt x="39382" y="50187"/>
                      <a:pt x="39382" y="48191"/>
                    </a:cubicBezTo>
                    <a:cubicBezTo>
                      <a:pt x="39287" y="45434"/>
                      <a:pt x="38621" y="43248"/>
                      <a:pt x="37479" y="41442"/>
                    </a:cubicBezTo>
                    <a:cubicBezTo>
                      <a:pt x="36338" y="39636"/>
                      <a:pt x="34816" y="38210"/>
                      <a:pt x="32818" y="37165"/>
                    </a:cubicBezTo>
                    <a:cubicBezTo>
                      <a:pt x="30916" y="36119"/>
                      <a:pt x="28633" y="35454"/>
                      <a:pt x="26064" y="35074"/>
                    </a:cubicBezTo>
                    <a:cubicBezTo>
                      <a:pt x="23496" y="34693"/>
                      <a:pt x="20737" y="34693"/>
                      <a:pt x="17788" y="34883"/>
                    </a:cubicBezTo>
                    <a:lnTo>
                      <a:pt x="17788" y="29941"/>
                    </a:lnTo>
                    <a:close/>
                  </a:path>
                </a:pathLst>
              </a:custGeom>
              <a:solidFill>
                <a:srgbClr val="000000"/>
              </a:solidFill>
              <a:ln w="9506" cap="flat">
                <a:noFill/>
                <a:prstDash val="solid"/>
                <a:miter/>
              </a:ln>
            </p:spPr>
            <p:txBody>
              <a:bodyPr rtlCol="0" anchor="ctr"/>
              <a:lstStyle/>
              <a:p>
                <a:endParaRPr lang="en-US"/>
              </a:p>
            </p:txBody>
          </p:sp>
          <p:sp>
            <p:nvSpPr>
              <p:cNvPr id="4668" name="Freeform 4667">
                <a:extLst>
                  <a:ext uri="{FF2B5EF4-FFF2-40B4-BE49-F238E27FC236}">
                    <a16:creationId xmlns:a16="http://schemas.microsoft.com/office/drawing/2014/main" id="{7FC38D51-14FD-788E-0FFB-954536C0606C}"/>
                  </a:ext>
                </a:extLst>
              </p:cNvPr>
              <p:cNvSpPr/>
              <p:nvPr/>
            </p:nvSpPr>
            <p:spPr>
              <a:xfrm>
                <a:off x="7749280" y="3575947"/>
                <a:ext cx="44423" cy="67105"/>
              </a:xfrm>
              <a:custGeom>
                <a:avLst/>
                <a:gdLst>
                  <a:gd name="connsiteX0" fmla="*/ 1903 w 44423"/>
                  <a:gd name="connsiteY0" fmla="*/ 21957 h 67105"/>
                  <a:gd name="connsiteX1" fmla="*/ 3425 w 44423"/>
                  <a:gd name="connsiteY1" fmla="*/ 13022 h 67105"/>
                  <a:gd name="connsiteX2" fmla="*/ 7800 w 44423"/>
                  <a:gd name="connsiteY2" fmla="*/ 6083 h 67105"/>
                  <a:gd name="connsiteX3" fmla="*/ 14745 w 44423"/>
                  <a:gd name="connsiteY3" fmla="*/ 1616 h 67105"/>
                  <a:gd name="connsiteX4" fmla="*/ 23781 w 44423"/>
                  <a:gd name="connsiteY4" fmla="*/ 0 h 67105"/>
                  <a:gd name="connsiteX5" fmla="*/ 32628 w 44423"/>
                  <a:gd name="connsiteY5" fmla="*/ 1426 h 67105"/>
                  <a:gd name="connsiteX6" fmla="*/ 39097 w 44423"/>
                  <a:gd name="connsiteY6" fmla="*/ 5418 h 67105"/>
                  <a:gd name="connsiteX7" fmla="*/ 43092 w 44423"/>
                  <a:gd name="connsiteY7" fmla="*/ 11311 h 67105"/>
                  <a:gd name="connsiteX8" fmla="*/ 44424 w 44423"/>
                  <a:gd name="connsiteY8" fmla="*/ 18535 h 67105"/>
                  <a:gd name="connsiteX9" fmla="*/ 42902 w 44423"/>
                  <a:gd name="connsiteY9" fmla="*/ 26424 h 67105"/>
                  <a:gd name="connsiteX10" fmla="*/ 39002 w 44423"/>
                  <a:gd name="connsiteY10" fmla="*/ 32507 h 67105"/>
                  <a:gd name="connsiteX11" fmla="*/ 33484 w 44423"/>
                  <a:gd name="connsiteY11" fmla="*/ 37260 h 67105"/>
                  <a:gd name="connsiteX12" fmla="*/ 27206 w 44423"/>
                  <a:gd name="connsiteY12" fmla="*/ 41252 h 67105"/>
                  <a:gd name="connsiteX13" fmla="*/ 20833 w 44423"/>
                  <a:gd name="connsiteY13" fmla="*/ 44864 h 67105"/>
                  <a:gd name="connsiteX14" fmla="*/ 15220 w 44423"/>
                  <a:gd name="connsiteY14" fmla="*/ 48476 h 67105"/>
                  <a:gd name="connsiteX15" fmla="*/ 12081 w 44423"/>
                  <a:gd name="connsiteY15" fmla="*/ 51042 h 67105"/>
                  <a:gd name="connsiteX16" fmla="*/ 9322 w 44423"/>
                  <a:gd name="connsiteY16" fmla="*/ 53989 h 67105"/>
                  <a:gd name="connsiteX17" fmla="*/ 7325 w 44423"/>
                  <a:gd name="connsiteY17" fmla="*/ 57600 h 67105"/>
                  <a:gd name="connsiteX18" fmla="*/ 6469 w 44423"/>
                  <a:gd name="connsiteY18" fmla="*/ 61973 h 67105"/>
                  <a:gd name="connsiteX19" fmla="*/ 43853 w 44423"/>
                  <a:gd name="connsiteY19" fmla="*/ 61973 h 67105"/>
                  <a:gd name="connsiteX20" fmla="*/ 43853 w 44423"/>
                  <a:gd name="connsiteY20" fmla="*/ 67106 h 67105"/>
                  <a:gd name="connsiteX21" fmla="*/ 0 w 44423"/>
                  <a:gd name="connsiteY21" fmla="*/ 67106 h 67105"/>
                  <a:gd name="connsiteX22" fmla="*/ 1047 w 44423"/>
                  <a:gd name="connsiteY22" fmla="*/ 58361 h 67105"/>
                  <a:gd name="connsiteX23" fmla="*/ 5232 w 44423"/>
                  <a:gd name="connsiteY23" fmla="*/ 50757 h 67105"/>
                  <a:gd name="connsiteX24" fmla="*/ 12557 w 44423"/>
                  <a:gd name="connsiteY24" fmla="*/ 43913 h 67105"/>
                  <a:gd name="connsiteX25" fmla="*/ 19976 w 44423"/>
                  <a:gd name="connsiteY25" fmla="*/ 38780 h 67105"/>
                  <a:gd name="connsiteX26" fmla="*/ 26825 w 44423"/>
                  <a:gd name="connsiteY26" fmla="*/ 34693 h 67105"/>
                  <a:gd name="connsiteX27" fmla="*/ 32533 w 44423"/>
                  <a:gd name="connsiteY27" fmla="*/ 30606 h 67105"/>
                  <a:gd name="connsiteX28" fmla="*/ 36433 w 44423"/>
                  <a:gd name="connsiteY28" fmla="*/ 25664 h 67105"/>
                  <a:gd name="connsiteX29" fmla="*/ 37860 w 44423"/>
                  <a:gd name="connsiteY29" fmla="*/ 18915 h 67105"/>
                  <a:gd name="connsiteX30" fmla="*/ 36719 w 44423"/>
                  <a:gd name="connsiteY30" fmla="*/ 13117 h 67105"/>
                  <a:gd name="connsiteX31" fmla="*/ 33579 w 44423"/>
                  <a:gd name="connsiteY31" fmla="*/ 8745 h 67105"/>
                  <a:gd name="connsiteX32" fmla="*/ 28918 w 44423"/>
                  <a:gd name="connsiteY32" fmla="*/ 5988 h 67105"/>
                  <a:gd name="connsiteX33" fmla="*/ 23116 w 44423"/>
                  <a:gd name="connsiteY33" fmla="*/ 5133 h 67105"/>
                  <a:gd name="connsiteX34" fmla="*/ 17028 w 44423"/>
                  <a:gd name="connsiteY34" fmla="*/ 6463 h 67105"/>
                  <a:gd name="connsiteX35" fmla="*/ 12366 w 44423"/>
                  <a:gd name="connsiteY35" fmla="*/ 10170 h 67105"/>
                  <a:gd name="connsiteX36" fmla="*/ 9322 w 44423"/>
                  <a:gd name="connsiteY36" fmla="*/ 15493 h 67105"/>
                  <a:gd name="connsiteX37" fmla="*/ 8466 w 44423"/>
                  <a:gd name="connsiteY37" fmla="*/ 21957 h 67105"/>
                  <a:gd name="connsiteX38" fmla="*/ 1998 w 44423"/>
                  <a:gd name="connsiteY38" fmla="*/ 21957 h 67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44423" h="67105">
                    <a:moveTo>
                      <a:pt x="1903" y="21957"/>
                    </a:moveTo>
                    <a:cubicBezTo>
                      <a:pt x="1903" y="18630"/>
                      <a:pt x="2378" y="15683"/>
                      <a:pt x="3425" y="13022"/>
                    </a:cubicBezTo>
                    <a:cubicBezTo>
                      <a:pt x="4471" y="10360"/>
                      <a:pt x="5898" y="7984"/>
                      <a:pt x="7800" y="6083"/>
                    </a:cubicBezTo>
                    <a:cubicBezTo>
                      <a:pt x="9703" y="4182"/>
                      <a:pt x="11986" y="2661"/>
                      <a:pt x="14745" y="1616"/>
                    </a:cubicBezTo>
                    <a:cubicBezTo>
                      <a:pt x="17408" y="570"/>
                      <a:pt x="20452" y="0"/>
                      <a:pt x="23781" y="0"/>
                    </a:cubicBezTo>
                    <a:cubicBezTo>
                      <a:pt x="27111" y="0"/>
                      <a:pt x="30060" y="475"/>
                      <a:pt x="32628" y="1426"/>
                    </a:cubicBezTo>
                    <a:cubicBezTo>
                      <a:pt x="35197" y="2376"/>
                      <a:pt x="37385" y="3707"/>
                      <a:pt x="39097" y="5418"/>
                    </a:cubicBezTo>
                    <a:cubicBezTo>
                      <a:pt x="40809" y="7129"/>
                      <a:pt x="42141" y="9030"/>
                      <a:pt x="43092" y="11311"/>
                    </a:cubicBezTo>
                    <a:cubicBezTo>
                      <a:pt x="43948" y="13592"/>
                      <a:pt x="44424" y="15968"/>
                      <a:pt x="44424" y="18535"/>
                    </a:cubicBezTo>
                    <a:cubicBezTo>
                      <a:pt x="44424" y="21481"/>
                      <a:pt x="43948" y="24143"/>
                      <a:pt x="42902" y="26424"/>
                    </a:cubicBezTo>
                    <a:cubicBezTo>
                      <a:pt x="41950" y="28705"/>
                      <a:pt x="40619" y="30701"/>
                      <a:pt x="39002" y="32507"/>
                    </a:cubicBezTo>
                    <a:cubicBezTo>
                      <a:pt x="37385" y="34313"/>
                      <a:pt x="35577" y="35834"/>
                      <a:pt x="33484" y="37260"/>
                    </a:cubicBezTo>
                    <a:cubicBezTo>
                      <a:pt x="31392" y="38685"/>
                      <a:pt x="29299" y="39921"/>
                      <a:pt x="27206" y="41252"/>
                    </a:cubicBezTo>
                    <a:cubicBezTo>
                      <a:pt x="25018" y="42487"/>
                      <a:pt x="22925" y="43628"/>
                      <a:pt x="20833" y="44864"/>
                    </a:cubicBezTo>
                    <a:cubicBezTo>
                      <a:pt x="18740" y="46004"/>
                      <a:pt x="16837" y="47240"/>
                      <a:pt x="15220" y="48476"/>
                    </a:cubicBezTo>
                    <a:cubicBezTo>
                      <a:pt x="14174" y="49331"/>
                      <a:pt x="13127" y="50187"/>
                      <a:pt x="12081" y="51042"/>
                    </a:cubicBezTo>
                    <a:cubicBezTo>
                      <a:pt x="11035" y="51992"/>
                      <a:pt x="10178" y="52943"/>
                      <a:pt x="9322" y="53989"/>
                    </a:cubicBezTo>
                    <a:cubicBezTo>
                      <a:pt x="8466" y="55034"/>
                      <a:pt x="7800" y="56270"/>
                      <a:pt x="7325" y="57600"/>
                    </a:cubicBezTo>
                    <a:cubicBezTo>
                      <a:pt x="6849" y="58931"/>
                      <a:pt x="6564" y="60357"/>
                      <a:pt x="6469" y="61973"/>
                    </a:cubicBezTo>
                    <a:lnTo>
                      <a:pt x="43853" y="61973"/>
                    </a:lnTo>
                    <a:lnTo>
                      <a:pt x="43853" y="67106"/>
                    </a:lnTo>
                    <a:lnTo>
                      <a:pt x="0" y="67106"/>
                    </a:lnTo>
                    <a:cubicBezTo>
                      <a:pt x="0" y="63874"/>
                      <a:pt x="381" y="60927"/>
                      <a:pt x="1047" y="58361"/>
                    </a:cubicBezTo>
                    <a:cubicBezTo>
                      <a:pt x="1712" y="55794"/>
                      <a:pt x="3044" y="53228"/>
                      <a:pt x="5232" y="50757"/>
                    </a:cubicBezTo>
                    <a:cubicBezTo>
                      <a:pt x="7610" y="48095"/>
                      <a:pt x="9988" y="45814"/>
                      <a:pt x="12557" y="43913"/>
                    </a:cubicBezTo>
                    <a:cubicBezTo>
                      <a:pt x="15030" y="42012"/>
                      <a:pt x="17503" y="40301"/>
                      <a:pt x="19976" y="38780"/>
                    </a:cubicBezTo>
                    <a:cubicBezTo>
                      <a:pt x="22355" y="37260"/>
                      <a:pt x="24638" y="35929"/>
                      <a:pt x="26825" y="34693"/>
                    </a:cubicBezTo>
                    <a:cubicBezTo>
                      <a:pt x="29013" y="33458"/>
                      <a:pt x="30916" y="32127"/>
                      <a:pt x="32533" y="30606"/>
                    </a:cubicBezTo>
                    <a:cubicBezTo>
                      <a:pt x="34150" y="29180"/>
                      <a:pt x="35482" y="27470"/>
                      <a:pt x="36433" y="25664"/>
                    </a:cubicBezTo>
                    <a:cubicBezTo>
                      <a:pt x="37385" y="23858"/>
                      <a:pt x="37860" y="21576"/>
                      <a:pt x="37860" y="18915"/>
                    </a:cubicBezTo>
                    <a:cubicBezTo>
                      <a:pt x="37860" y="16729"/>
                      <a:pt x="37479" y="14828"/>
                      <a:pt x="36719" y="13117"/>
                    </a:cubicBezTo>
                    <a:cubicBezTo>
                      <a:pt x="35957" y="11406"/>
                      <a:pt x="34911" y="9980"/>
                      <a:pt x="33579" y="8745"/>
                    </a:cubicBezTo>
                    <a:cubicBezTo>
                      <a:pt x="32248" y="7509"/>
                      <a:pt x="30726" y="6653"/>
                      <a:pt x="28918" y="5988"/>
                    </a:cubicBezTo>
                    <a:cubicBezTo>
                      <a:pt x="27111" y="5418"/>
                      <a:pt x="25208" y="5133"/>
                      <a:pt x="23116" y="5133"/>
                    </a:cubicBezTo>
                    <a:cubicBezTo>
                      <a:pt x="20928" y="5133"/>
                      <a:pt x="18835" y="5608"/>
                      <a:pt x="17028" y="6463"/>
                    </a:cubicBezTo>
                    <a:cubicBezTo>
                      <a:pt x="15220" y="7414"/>
                      <a:pt x="13698" y="8649"/>
                      <a:pt x="12366" y="10170"/>
                    </a:cubicBezTo>
                    <a:cubicBezTo>
                      <a:pt x="11035" y="11691"/>
                      <a:pt x="10083" y="13497"/>
                      <a:pt x="9322" y="15493"/>
                    </a:cubicBezTo>
                    <a:cubicBezTo>
                      <a:pt x="8656" y="17489"/>
                      <a:pt x="8371" y="19675"/>
                      <a:pt x="8466" y="21957"/>
                    </a:cubicBezTo>
                    <a:lnTo>
                      <a:pt x="1998" y="21957"/>
                    </a:lnTo>
                    <a:close/>
                  </a:path>
                </a:pathLst>
              </a:custGeom>
              <a:solidFill>
                <a:srgbClr val="000000"/>
              </a:solidFill>
              <a:ln w="9506" cap="flat">
                <a:noFill/>
                <a:prstDash val="solid"/>
                <a:miter/>
              </a:ln>
            </p:spPr>
            <p:txBody>
              <a:bodyPr rtlCol="0" anchor="ctr"/>
              <a:lstStyle/>
              <a:p>
                <a:endParaRPr lang="en-US"/>
              </a:p>
            </p:txBody>
          </p:sp>
          <p:sp>
            <p:nvSpPr>
              <p:cNvPr id="4669" name="Freeform 4668">
                <a:extLst>
                  <a:ext uri="{FF2B5EF4-FFF2-40B4-BE49-F238E27FC236}">
                    <a16:creationId xmlns:a16="http://schemas.microsoft.com/office/drawing/2014/main" id="{7B505B85-50E2-C60E-48E0-8EFEEED2392D}"/>
                  </a:ext>
                </a:extLst>
              </p:cNvPr>
              <p:cNvSpPr/>
              <p:nvPr/>
            </p:nvSpPr>
            <p:spPr>
              <a:xfrm>
                <a:off x="7807212" y="3634688"/>
                <a:ext cx="7039" cy="21386"/>
              </a:xfrm>
              <a:custGeom>
                <a:avLst/>
                <a:gdLst>
                  <a:gd name="connsiteX0" fmla="*/ 7039 w 7039"/>
                  <a:gd name="connsiteY0" fmla="*/ 11121 h 21386"/>
                  <a:gd name="connsiteX1" fmla="*/ 5042 w 7039"/>
                  <a:gd name="connsiteY1" fmla="*/ 17870 h 21386"/>
                  <a:gd name="connsiteX2" fmla="*/ 0 w 7039"/>
                  <a:gd name="connsiteY2" fmla="*/ 21386 h 21386"/>
                  <a:gd name="connsiteX3" fmla="*/ 0 w 7039"/>
                  <a:gd name="connsiteY3" fmla="*/ 17870 h 21386"/>
                  <a:gd name="connsiteX4" fmla="*/ 2188 w 7039"/>
                  <a:gd name="connsiteY4" fmla="*/ 15778 h 21386"/>
                  <a:gd name="connsiteX5" fmla="*/ 3234 w 7039"/>
                  <a:gd name="connsiteY5" fmla="*/ 11596 h 21386"/>
                  <a:gd name="connsiteX6" fmla="*/ 3234 w 7039"/>
                  <a:gd name="connsiteY6" fmla="*/ 8364 h 21386"/>
                  <a:gd name="connsiteX7" fmla="*/ 0 w 7039"/>
                  <a:gd name="connsiteY7" fmla="*/ 8364 h 21386"/>
                  <a:gd name="connsiteX8" fmla="*/ 0 w 7039"/>
                  <a:gd name="connsiteY8" fmla="*/ 0 h 21386"/>
                  <a:gd name="connsiteX9" fmla="*/ 6944 w 7039"/>
                  <a:gd name="connsiteY9" fmla="*/ 0 h 21386"/>
                  <a:gd name="connsiteX10" fmla="*/ 6944 w 7039"/>
                  <a:gd name="connsiteY10" fmla="*/ 11216 h 21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039" h="21386">
                    <a:moveTo>
                      <a:pt x="7039" y="11121"/>
                    </a:moveTo>
                    <a:cubicBezTo>
                      <a:pt x="7039" y="13877"/>
                      <a:pt x="6373" y="16159"/>
                      <a:pt x="5042" y="17870"/>
                    </a:cubicBezTo>
                    <a:cubicBezTo>
                      <a:pt x="3710" y="19580"/>
                      <a:pt x="2092" y="20721"/>
                      <a:pt x="0" y="21386"/>
                    </a:cubicBezTo>
                    <a:lnTo>
                      <a:pt x="0" y="17870"/>
                    </a:lnTo>
                    <a:cubicBezTo>
                      <a:pt x="761" y="17394"/>
                      <a:pt x="1522" y="16634"/>
                      <a:pt x="2188" y="15778"/>
                    </a:cubicBezTo>
                    <a:cubicBezTo>
                      <a:pt x="2854" y="14923"/>
                      <a:pt x="3234" y="13497"/>
                      <a:pt x="3234" y="11596"/>
                    </a:cubicBezTo>
                    <a:lnTo>
                      <a:pt x="3234" y="8364"/>
                    </a:lnTo>
                    <a:lnTo>
                      <a:pt x="0" y="8364"/>
                    </a:lnTo>
                    <a:lnTo>
                      <a:pt x="0" y="0"/>
                    </a:lnTo>
                    <a:lnTo>
                      <a:pt x="6944" y="0"/>
                    </a:lnTo>
                    <a:lnTo>
                      <a:pt x="6944" y="11216"/>
                    </a:lnTo>
                    <a:close/>
                  </a:path>
                </a:pathLst>
              </a:custGeom>
              <a:solidFill>
                <a:srgbClr val="000000"/>
              </a:solidFill>
              <a:ln w="9506" cap="flat">
                <a:noFill/>
                <a:prstDash val="solid"/>
                <a:miter/>
              </a:ln>
            </p:spPr>
            <p:txBody>
              <a:bodyPr rtlCol="0" anchor="ctr"/>
              <a:lstStyle/>
              <a:p>
                <a:endParaRPr lang="en-US"/>
              </a:p>
            </p:txBody>
          </p:sp>
          <p:sp>
            <p:nvSpPr>
              <p:cNvPr id="4670" name="Freeform 4669">
                <a:extLst>
                  <a:ext uri="{FF2B5EF4-FFF2-40B4-BE49-F238E27FC236}">
                    <a16:creationId xmlns:a16="http://schemas.microsoft.com/office/drawing/2014/main" id="{7E9B525A-9FA0-DE9C-321A-A519F6B09F21}"/>
                  </a:ext>
                </a:extLst>
              </p:cNvPr>
              <p:cNvSpPr/>
              <p:nvPr/>
            </p:nvSpPr>
            <p:spPr>
              <a:xfrm>
                <a:off x="7858009" y="3592391"/>
                <a:ext cx="45279" cy="69957"/>
              </a:xfrm>
              <a:custGeom>
                <a:avLst/>
                <a:gdLst>
                  <a:gd name="connsiteX0" fmla="*/ 5707 w 45279"/>
                  <a:gd name="connsiteY0" fmla="*/ 69957 h 69957"/>
                  <a:gd name="connsiteX1" fmla="*/ 0 w 45279"/>
                  <a:gd name="connsiteY1" fmla="*/ 69957 h 69957"/>
                  <a:gd name="connsiteX2" fmla="*/ 0 w 45279"/>
                  <a:gd name="connsiteY2" fmla="*/ 1331 h 69957"/>
                  <a:gd name="connsiteX3" fmla="*/ 5707 w 45279"/>
                  <a:gd name="connsiteY3" fmla="*/ 1331 h 69957"/>
                  <a:gd name="connsiteX4" fmla="*/ 5707 w 45279"/>
                  <a:gd name="connsiteY4" fmla="*/ 9980 h 69957"/>
                  <a:gd name="connsiteX5" fmla="*/ 5898 w 45279"/>
                  <a:gd name="connsiteY5" fmla="*/ 9980 h 69957"/>
                  <a:gd name="connsiteX6" fmla="*/ 9132 w 45279"/>
                  <a:gd name="connsiteY6" fmla="*/ 5703 h 69957"/>
                  <a:gd name="connsiteX7" fmla="*/ 13413 w 45279"/>
                  <a:gd name="connsiteY7" fmla="*/ 2566 h 69957"/>
                  <a:gd name="connsiteX8" fmla="*/ 18264 w 45279"/>
                  <a:gd name="connsiteY8" fmla="*/ 665 h 69957"/>
                  <a:gd name="connsiteX9" fmla="*/ 23115 w 45279"/>
                  <a:gd name="connsiteY9" fmla="*/ 0 h 69957"/>
                  <a:gd name="connsiteX10" fmla="*/ 33294 w 45279"/>
                  <a:gd name="connsiteY10" fmla="*/ 1996 h 69957"/>
                  <a:gd name="connsiteX11" fmla="*/ 40143 w 45279"/>
                  <a:gd name="connsiteY11" fmla="*/ 7414 h 69957"/>
                  <a:gd name="connsiteX12" fmla="*/ 44043 w 45279"/>
                  <a:gd name="connsiteY12" fmla="*/ 15683 h 69957"/>
                  <a:gd name="connsiteX13" fmla="*/ 45280 w 45279"/>
                  <a:gd name="connsiteY13" fmla="*/ 25854 h 69957"/>
                  <a:gd name="connsiteX14" fmla="*/ 43948 w 45279"/>
                  <a:gd name="connsiteY14" fmla="*/ 35739 h 69957"/>
                  <a:gd name="connsiteX15" fmla="*/ 39953 w 45279"/>
                  <a:gd name="connsiteY15" fmla="*/ 44103 h 69957"/>
                  <a:gd name="connsiteX16" fmla="*/ 33103 w 45279"/>
                  <a:gd name="connsiteY16" fmla="*/ 49806 h 69957"/>
                  <a:gd name="connsiteX17" fmla="*/ 23306 w 45279"/>
                  <a:gd name="connsiteY17" fmla="*/ 51993 h 69957"/>
                  <a:gd name="connsiteX18" fmla="*/ 13318 w 45279"/>
                  <a:gd name="connsiteY18" fmla="*/ 49616 h 69957"/>
                  <a:gd name="connsiteX19" fmla="*/ 5803 w 45279"/>
                  <a:gd name="connsiteY19" fmla="*/ 42678 h 69957"/>
                  <a:gd name="connsiteX20" fmla="*/ 5803 w 45279"/>
                  <a:gd name="connsiteY20" fmla="*/ 69957 h 69957"/>
                  <a:gd name="connsiteX21" fmla="*/ 5707 w 45279"/>
                  <a:gd name="connsiteY21" fmla="*/ 26139 h 69957"/>
                  <a:gd name="connsiteX22" fmla="*/ 6849 w 45279"/>
                  <a:gd name="connsiteY22" fmla="*/ 34028 h 69957"/>
                  <a:gd name="connsiteX23" fmla="*/ 10178 w 45279"/>
                  <a:gd name="connsiteY23" fmla="*/ 40587 h 69957"/>
                  <a:gd name="connsiteX24" fmla="*/ 15410 w 45279"/>
                  <a:gd name="connsiteY24" fmla="*/ 45054 h 69957"/>
                  <a:gd name="connsiteX25" fmla="*/ 22354 w 45279"/>
                  <a:gd name="connsiteY25" fmla="*/ 46765 h 69957"/>
                  <a:gd name="connsiteX26" fmla="*/ 29964 w 45279"/>
                  <a:gd name="connsiteY26" fmla="*/ 44959 h 69957"/>
                  <a:gd name="connsiteX27" fmla="*/ 35291 w 45279"/>
                  <a:gd name="connsiteY27" fmla="*/ 40206 h 69957"/>
                  <a:gd name="connsiteX28" fmla="*/ 38336 w 45279"/>
                  <a:gd name="connsiteY28" fmla="*/ 33077 h 69957"/>
                  <a:gd name="connsiteX29" fmla="*/ 39096 w 45279"/>
                  <a:gd name="connsiteY29" fmla="*/ 24333 h 69957"/>
                  <a:gd name="connsiteX30" fmla="*/ 37860 w 45279"/>
                  <a:gd name="connsiteY30" fmla="*/ 16064 h 69957"/>
                  <a:gd name="connsiteX31" fmla="*/ 34245 w 45279"/>
                  <a:gd name="connsiteY31" fmla="*/ 10075 h 69957"/>
                  <a:gd name="connsiteX32" fmla="*/ 28918 w 45279"/>
                  <a:gd name="connsiteY32" fmla="*/ 6273 h 69957"/>
                  <a:gd name="connsiteX33" fmla="*/ 22259 w 45279"/>
                  <a:gd name="connsiteY33" fmla="*/ 5038 h 69957"/>
                  <a:gd name="connsiteX34" fmla="*/ 15125 w 45279"/>
                  <a:gd name="connsiteY34" fmla="*/ 6653 h 69957"/>
                  <a:gd name="connsiteX35" fmla="*/ 9893 w 45279"/>
                  <a:gd name="connsiteY35" fmla="*/ 11026 h 69957"/>
                  <a:gd name="connsiteX36" fmla="*/ 6754 w 45279"/>
                  <a:gd name="connsiteY36" fmla="*/ 17679 h 69957"/>
                  <a:gd name="connsiteX37" fmla="*/ 5612 w 45279"/>
                  <a:gd name="connsiteY37" fmla="*/ 26044 h 69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45279" h="69957">
                    <a:moveTo>
                      <a:pt x="5707" y="69957"/>
                    </a:moveTo>
                    <a:lnTo>
                      <a:pt x="0" y="69957"/>
                    </a:lnTo>
                    <a:lnTo>
                      <a:pt x="0" y="1331"/>
                    </a:lnTo>
                    <a:lnTo>
                      <a:pt x="5707" y="1331"/>
                    </a:lnTo>
                    <a:lnTo>
                      <a:pt x="5707" y="9980"/>
                    </a:lnTo>
                    <a:lnTo>
                      <a:pt x="5898" y="9980"/>
                    </a:lnTo>
                    <a:cubicBezTo>
                      <a:pt x="6754" y="8364"/>
                      <a:pt x="7800" y="6939"/>
                      <a:pt x="9132" y="5703"/>
                    </a:cubicBezTo>
                    <a:cubicBezTo>
                      <a:pt x="10464" y="4467"/>
                      <a:pt x="11891" y="3422"/>
                      <a:pt x="13413" y="2566"/>
                    </a:cubicBezTo>
                    <a:cubicBezTo>
                      <a:pt x="14934" y="1711"/>
                      <a:pt x="16552" y="1141"/>
                      <a:pt x="18264" y="665"/>
                    </a:cubicBezTo>
                    <a:cubicBezTo>
                      <a:pt x="19881" y="190"/>
                      <a:pt x="21498" y="0"/>
                      <a:pt x="23115" y="0"/>
                    </a:cubicBezTo>
                    <a:cubicBezTo>
                      <a:pt x="27111" y="0"/>
                      <a:pt x="30535" y="665"/>
                      <a:pt x="33294" y="1996"/>
                    </a:cubicBezTo>
                    <a:cubicBezTo>
                      <a:pt x="36052" y="3327"/>
                      <a:pt x="38430" y="5133"/>
                      <a:pt x="40143" y="7414"/>
                    </a:cubicBezTo>
                    <a:cubicBezTo>
                      <a:pt x="41950" y="9695"/>
                      <a:pt x="43282" y="12452"/>
                      <a:pt x="44043" y="15683"/>
                    </a:cubicBezTo>
                    <a:cubicBezTo>
                      <a:pt x="44899" y="18820"/>
                      <a:pt x="45280" y="22242"/>
                      <a:pt x="45280" y="25854"/>
                    </a:cubicBezTo>
                    <a:cubicBezTo>
                      <a:pt x="45280" y="29276"/>
                      <a:pt x="44804" y="32602"/>
                      <a:pt x="43948" y="35739"/>
                    </a:cubicBezTo>
                    <a:cubicBezTo>
                      <a:pt x="43092" y="38876"/>
                      <a:pt x="41760" y="41632"/>
                      <a:pt x="39953" y="44103"/>
                    </a:cubicBezTo>
                    <a:cubicBezTo>
                      <a:pt x="38145" y="46480"/>
                      <a:pt x="35862" y="48381"/>
                      <a:pt x="33103" y="49806"/>
                    </a:cubicBezTo>
                    <a:cubicBezTo>
                      <a:pt x="30345" y="51232"/>
                      <a:pt x="27111" y="51993"/>
                      <a:pt x="23306" y="51993"/>
                    </a:cubicBezTo>
                    <a:cubicBezTo>
                      <a:pt x="19786" y="51993"/>
                      <a:pt x="16457" y="51232"/>
                      <a:pt x="13318" y="49616"/>
                    </a:cubicBezTo>
                    <a:cubicBezTo>
                      <a:pt x="10178" y="48000"/>
                      <a:pt x="7610" y="45814"/>
                      <a:pt x="5803" y="42678"/>
                    </a:cubicBezTo>
                    <a:lnTo>
                      <a:pt x="5803" y="69957"/>
                    </a:lnTo>
                    <a:close/>
                    <a:moveTo>
                      <a:pt x="5707" y="26139"/>
                    </a:moveTo>
                    <a:cubicBezTo>
                      <a:pt x="5707" y="28895"/>
                      <a:pt x="6088" y="31557"/>
                      <a:pt x="6849" y="34028"/>
                    </a:cubicBezTo>
                    <a:cubicBezTo>
                      <a:pt x="7610" y="36499"/>
                      <a:pt x="8751" y="38685"/>
                      <a:pt x="10178" y="40587"/>
                    </a:cubicBezTo>
                    <a:cubicBezTo>
                      <a:pt x="11605" y="42488"/>
                      <a:pt x="13318" y="43913"/>
                      <a:pt x="15410" y="45054"/>
                    </a:cubicBezTo>
                    <a:cubicBezTo>
                      <a:pt x="17408" y="46194"/>
                      <a:pt x="19786" y="46765"/>
                      <a:pt x="22354" y="46765"/>
                    </a:cubicBezTo>
                    <a:cubicBezTo>
                      <a:pt x="25303" y="46765"/>
                      <a:pt x="27776" y="46194"/>
                      <a:pt x="29964" y="44959"/>
                    </a:cubicBezTo>
                    <a:cubicBezTo>
                      <a:pt x="32152" y="43723"/>
                      <a:pt x="33960" y="42202"/>
                      <a:pt x="35291" y="40206"/>
                    </a:cubicBezTo>
                    <a:cubicBezTo>
                      <a:pt x="36623" y="38210"/>
                      <a:pt x="37670" y="35834"/>
                      <a:pt x="38336" y="33077"/>
                    </a:cubicBezTo>
                    <a:cubicBezTo>
                      <a:pt x="39001" y="30321"/>
                      <a:pt x="39192" y="27470"/>
                      <a:pt x="39096" y="24333"/>
                    </a:cubicBezTo>
                    <a:cubicBezTo>
                      <a:pt x="39096" y="21196"/>
                      <a:pt x="38716" y="18440"/>
                      <a:pt x="37860" y="16064"/>
                    </a:cubicBezTo>
                    <a:cubicBezTo>
                      <a:pt x="37004" y="13687"/>
                      <a:pt x="35862" y="11691"/>
                      <a:pt x="34245" y="10075"/>
                    </a:cubicBezTo>
                    <a:cubicBezTo>
                      <a:pt x="32628" y="8459"/>
                      <a:pt x="30916" y="7129"/>
                      <a:pt x="28918" y="6273"/>
                    </a:cubicBezTo>
                    <a:cubicBezTo>
                      <a:pt x="26920" y="5418"/>
                      <a:pt x="24637" y="5038"/>
                      <a:pt x="22259" y="5038"/>
                    </a:cubicBezTo>
                    <a:cubicBezTo>
                      <a:pt x="19596" y="5038"/>
                      <a:pt x="17218" y="5608"/>
                      <a:pt x="15125" y="6653"/>
                    </a:cubicBezTo>
                    <a:cubicBezTo>
                      <a:pt x="13032" y="7699"/>
                      <a:pt x="11320" y="9220"/>
                      <a:pt x="9893" y="11026"/>
                    </a:cubicBezTo>
                    <a:cubicBezTo>
                      <a:pt x="8466" y="12832"/>
                      <a:pt x="7420" y="15113"/>
                      <a:pt x="6754" y="17679"/>
                    </a:cubicBezTo>
                    <a:cubicBezTo>
                      <a:pt x="6088" y="20246"/>
                      <a:pt x="5612" y="23002"/>
                      <a:pt x="5612" y="26044"/>
                    </a:cubicBezTo>
                    <a:close/>
                  </a:path>
                </a:pathLst>
              </a:custGeom>
              <a:solidFill>
                <a:srgbClr val="000000"/>
              </a:solidFill>
              <a:ln w="9506" cap="flat">
                <a:noFill/>
                <a:prstDash val="solid"/>
                <a:miter/>
              </a:ln>
            </p:spPr>
            <p:txBody>
              <a:bodyPr rtlCol="0" anchor="ctr"/>
              <a:lstStyle/>
              <a:p>
                <a:endParaRPr lang="en-US"/>
              </a:p>
            </p:txBody>
          </p:sp>
          <p:sp>
            <p:nvSpPr>
              <p:cNvPr id="4671" name="Freeform 4670">
                <a:extLst>
                  <a:ext uri="{FF2B5EF4-FFF2-40B4-BE49-F238E27FC236}">
                    <a16:creationId xmlns:a16="http://schemas.microsoft.com/office/drawing/2014/main" id="{82C8F30A-0C64-9E77-2B10-B9B252B557AF}"/>
                  </a:ext>
                </a:extLst>
              </p:cNvPr>
              <p:cNvSpPr/>
              <p:nvPr/>
            </p:nvSpPr>
            <p:spPr>
              <a:xfrm>
                <a:off x="7942575" y="3607029"/>
                <a:ext cx="47562" cy="24142"/>
              </a:xfrm>
              <a:custGeom>
                <a:avLst/>
                <a:gdLst>
                  <a:gd name="connsiteX0" fmla="*/ 47563 w 47562"/>
                  <a:gd name="connsiteY0" fmla="*/ 5703 h 24142"/>
                  <a:gd name="connsiteX1" fmla="*/ 0 w 47562"/>
                  <a:gd name="connsiteY1" fmla="*/ 5703 h 24142"/>
                  <a:gd name="connsiteX2" fmla="*/ 0 w 47562"/>
                  <a:gd name="connsiteY2" fmla="*/ 0 h 24142"/>
                  <a:gd name="connsiteX3" fmla="*/ 47563 w 47562"/>
                  <a:gd name="connsiteY3" fmla="*/ 0 h 24142"/>
                  <a:gd name="connsiteX4" fmla="*/ 47563 w 47562"/>
                  <a:gd name="connsiteY4" fmla="*/ 5703 h 24142"/>
                  <a:gd name="connsiteX5" fmla="*/ 47563 w 47562"/>
                  <a:gd name="connsiteY5" fmla="*/ 24143 h 24142"/>
                  <a:gd name="connsiteX6" fmla="*/ 0 w 47562"/>
                  <a:gd name="connsiteY6" fmla="*/ 24143 h 24142"/>
                  <a:gd name="connsiteX7" fmla="*/ 0 w 47562"/>
                  <a:gd name="connsiteY7" fmla="*/ 18440 h 24142"/>
                  <a:gd name="connsiteX8" fmla="*/ 47563 w 47562"/>
                  <a:gd name="connsiteY8" fmla="*/ 18440 h 24142"/>
                  <a:gd name="connsiteX9" fmla="*/ 47563 w 47562"/>
                  <a:gd name="connsiteY9" fmla="*/ 24143 h 24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7562" h="24142">
                    <a:moveTo>
                      <a:pt x="47563" y="5703"/>
                    </a:moveTo>
                    <a:lnTo>
                      <a:pt x="0" y="5703"/>
                    </a:lnTo>
                    <a:lnTo>
                      <a:pt x="0" y="0"/>
                    </a:lnTo>
                    <a:lnTo>
                      <a:pt x="47563" y="0"/>
                    </a:lnTo>
                    <a:lnTo>
                      <a:pt x="47563" y="5703"/>
                    </a:lnTo>
                    <a:close/>
                    <a:moveTo>
                      <a:pt x="47563" y="24143"/>
                    </a:moveTo>
                    <a:lnTo>
                      <a:pt x="0" y="24143"/>
                    </a:lnTo>
                    <a:lnTo>
                      <a:pt x="0" y="18440"/>
                    </a:lnTo>
                    <a:lnTo>
                      <a:pt x="47563" y="18440"/>
                    </a:lnTo>
                    <a:lnTo>
                      <a:pt x="47563" y="24143"/>
                    </a:lnTo>
                    <a:close/>
                  </a:path>
                </a:pathLst>
              </a:custGeom>
              <a:solidFill>
                <a:srgbClr val="000000"/>
              </a:solidFill>
              <a:ln w="9506" cap="flat">
                <a:noFill/>
                <a:prstDash val="solid"/>
                <a:miter/>
              </a:ln>
            </p:spPr>
            <p:txBody>
              <a:bodyPr rtlCol="0" anchor="ctr"/>
              <a:lstStyle/>
              <a:p>
                <a:endParaRPr lang="en-US"/>
              </a:p>
            </p:txBody>
          </p:sp>
          <p:sp>
            <p:nvSpPr>
              <p:cNvPr id="3456" name="Freeform 3455">
                <a:extLst>
                  <a:ext uri="{FF2B5EF4-FFF2-40B4-BE49-F238E27FC236}">
                    <a16:creationId xmlns:a16="http://schemas.microsoft.com/office/drawing/2014/main" id="{177A6EE5-BA8B-EC11-0466-349EC98AA630}"/>
                  </a:ext>
                </a:extLst>
              </p:cNvPr>
              <p:cNvSpPr/>
              <p:nvPr/>
            </p:nvSpPr>
            <p:spPr>
              <a:xfrm>
                <a:off x="8027903" y="3575567"/>
                <a:ext cx="45469" cy="68531"/>
              </a:xfrm>
              <a:custGeom>
                <a:avLst/>
                <a:gdLst>
                  <a:gd name="connsiteX0" fmla="*/ 22830 w 45469"/>
                  <a:gd name="connsiteY0" fmla="*/ 380 h 68531"/>
                  <a:gd name="connsiteX1" fmla="*/ 31392 w 45469"/>
                  <a:gd name="connsiteY1" fmla="*/ 1806 h 68531"/>
                  <a:gd name="connsiteX2" fmla="*/ 37575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0999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186 w 45469"/>
                  <a:gd name="connsiteY16" fmla="*/ 10741 h 68531"/>
                  <a:gd name="connsiteX17" fmla="*/ 11035 w 45469"/>
                  <a:gd name="connsiteY17" fmla="*/ 2947 h 68531"/>
                  <a:gd name="connsiteX18" fmla="*/ 22735 w 45469"/>
                  <a:gd name="connsiteY18" fmla="*/ 0 h 68531"/>
                  <a:gd name="connsiteX19" fmla="*/ 39287 w 45469"/>
                  <a:gd name="connsiteY19" fmla="*/ 34408 h 68531"/>
                  <a:gd name="connsiteX20" fmla="*/ 38716 w 45469"/>
                  <a:gd name="connsiteY20" fmla="*/ 23858 h 68531"/>
                  <a:gd name="connsiteX21" fmla="*/ 36338 w 45469"/>
                  <a:gd name="connsiteY21" fmla="*/ 14543 h 68531"/>
                  <a:gd name="connsiteX22" fmla="*/ 31201 w 45469"/>
                  <a:gd name="connsiteY22" fmla="*/ 7984 h 68531"/>
                  <a:gd name="connsiteX23" fmla="*/ 22545 w 45469"/>
                  <a:gd name="connsiteY23" fmla="*/ 5513 h 68531"/>
                  <a:gd name="connsiteX24" fmla="*/ 14269 w 45469"/>
                  <a:gd name="connsiteY24" fmla="*/ 7984 h 68531"/>
                  <a:gd name="connsiteX25" fmla="*/ 9322 w 45469"/>
                  <a:gd name="connsiteY25" fmla="*/ 14733 h 68531"/>
                  <a:gd name="connsiteX26" fmla="*/ 6754 w 45469"/>
                  <a:gd name="connsiteY26" fmla="*/ 24238 h 68531"/>
                  <a:gd name="connsiteX27" fmla="*/ 6088 w 45469"/>
                  <a:gd name="connsiteY27" fmla="*/ 35074 h 68531"/>
                  <a:gd name="connsiteX28" fmla="*/ 6849 w 45469"/>
                  <a:gd name="connsiteY28" fmla="*/ 46765 h 68531"/>
                  <a:gd name="connsiteX29" fmla="*/ 9608 w 45469"/>
                  <a:gd name="connsiteY29" fmla="*/ 55699 h 68531"/>
                  <a:gd name="connsiteX30" fmla="*/ 14745 w 45469"/>
                  <a:gd name="connsiteY30" fmla="*/ 61403 h 68531"/>
                  <a:gd name="connsiteX31" fmla="*/ 22830 w 45469"/>
                  <a:gd name="connsiteY31" fmla="*/ 63494 h 68531"/>
                  <a:gd name="connsiteX32" fmla="*/ 31487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2" y="1806"/>
                    </a:cubicBezTo>
                    <a:cubicBezTo>
                      <a:pt x="33770" y="2757"/>
                      <a:pt x="35862" y="4182"/>
                      <a:pt x="37575" y="5798"/>
                    </a:cubicBezTo>
                    <a:cubicBezTo>
                      <a:pt x="39287" y="7509"/>
                      <a:pt x="40618" y="9505"/>
                      <a:pt x="41665" y="11786"/>
                    </a:cubicBezTo>
                    <a:cubicBezTo>
                      <a:pt x="42711" y="14067"/>
                      <a:pt x="43568"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1" y="55224"/>
                      <a:pt x="40999" y="58361"/>
                    </a:cubicBezTo>
                    <a:cubicBezTo>
                      <a:pt x="39287" y="61498"/>
                      <a:pt x="37004" y="63969"/>
                      <a:pt x="34150" y="65775"/>
                    </a:cubicBezTo>
                    <a:cubicBezTo>
                      <a:pt x="31296" y="67581"/>
                      <a:pt x="27491" y="68531"/>
                      <a:pt x="22830" y="68531"/>
                    </a:cubicBezTo>
                    <a:cubicBezTo>
                      <a:pt x="18169" y="68531"/>
                      <a:pt x="14364" y="67581"/>
                      <a:pt x="11415" y="65775"/>
                    </a:cubicBezTo>
                    <a:cubicBezTo>
                      <a:pt x="8466" y="63969"/>
                      <a:pt x="6183" y="61403"/>
                      <a:pt x="4471" y="58266"/>
                    </a:cubicBezTo>
                    <a:cubicBezTo>
                      <a:pt x="2759" y="55129"/>
                      <a:pt x="1617" y="51517"/>
                      <a:pt x="951" y="47335"/>
                    </a:cubicBezTo>
                    <a:cubicBezTo>
                      <a:pt x="285" y="43153"/>
                      <a:pt x="0" y="38781"/>
                      <a:pt x="0" y="34123"/>
                    </a:cubicBezTo>
                    <a:cubicBezTo>
                      <a:pt x="0" y="29846"/>
                      <a:pt x="285" y="25759"/>
                      <a:pt x="856" y="21671"/>
                    </a:cubicBezTo>
                    <a:cubicBezTo>
                      <a:pt x="1427" y="17584"/>
                      <a:pt x="2568" y="13972"/>
                      <a:pt x="4186" y="10741"/>
                    </a:cubicBezTo>
                    <a:cubicBezTo>
                      <a:pt x="5803" y="7509"/>
                      <a:pt x="8086" y="4943"/>
                      <a:pt x="11035" y="2947"/>
                    </a:cubicBezTo>
                    <a:cubicBezTo>
                      <a:pt x="13983" y="951"/>
                      <a:pt x="17884" y="0"/>
                      <a:pt x="22735" y="0"/>
                    </a:cubicBezTo>
                    <a:close/>
                    <a:moveTo>
                      <a:pt x="39287" y="34408"/>
                    </a:moveTo>
                    <a:cubicBezTo>
                      <a:pt x="39287" y="30796"/>
                      <a:pt x="39097" y="27279"/>
                      <a:pt x="38716" y="23858"/>
                    </a:cubicBezTo>
                    <a:cubicBezTo>
                      <a:pt x="38336" y="20436"/>
                      <a:pt x="37479" y="17299"/>
                      <a:pt x="36338" y="14543"/>
                    </a:cubicBezTo>
                    <a:cubicBezTo>
                      <a:pt x="35101" y="11786"/>
                      <a:pt x="33389" y="9600"/>
                      <a:pt x="31201" y="7984"/>
                    </a:cubicBezTo>
                    <a:cubicBezTo>
                      <a:pt x="29013" y="6368"/>
                      <a:pt x="26160" y="5513"/>
                      <a:pt x="22545" y="5513"/>
                    </a:cubicBezTo>
                    <a:cubicBezTo>
                      <a:pt x="19215" y="5513"/>
                      <a:pt x="16457" y="6368"/>
                      <a:pt x="14269" y="7984"/>
                    </a:cubicBezTo>
                    <a:cubicBezTo>
                      <a:pt x="12176" y="9695"/>
                      <a:pt x="10464" y="11881"/>
                      <a:pt x="9322" y="14733"/>
                    </a:cubicBezTo>
                    <a:cubicBezTo>
                      <a:pt x="8086" y="17489"/>
                      <a:pt x="7325" y="20721"/>
                      <a:pt x="6754" y="24238"/>
                    </a:cubicBezTo>
                    <a:cubicBezTo>
                      <a:pt x="6278" y="27755"/>
                      <a:pt x="6088" y="31367"/>
                      <a:pt x="6088" y="35074"/>
                    </a:cubicBezTo>
                    <a:cubicBezTo>
                      <a:pt x="6088" y="39351"/>
                      <a:pt x="6374" y="43248"/>
                      <a:pt x="6849" y="46765"/>
                    </a:cubicBezTo>
                    <a:cubicBezTo>
                      <a:pt x="7325" y="50282"/>
                      <a:pt x="8276" y="53323"/>
                      <a:pt x="9608" y="55699"/>
                    </a:cubicBezTo>
                    <a:cubicBezTo>
                      <a:pt x="10844" y="58171"/>
                      <a:pt x="12557" y="60072"/>
                      <a:pt x="14745" y="61403"/>
                    </a:cubicBezTo>
                    <a:cubicBezTo>
                      <a:pt x="16837" y="62733"/>
                      <a:pt x="19596" y="63494"/>
                      <a:pt x="22830" y="63494"/>
                    </a:cubicBezTo>
                    <a:cubicBezTo>
                      <a:pt x="26445" y="63494"/>
                      <a:pt x="29299" y="62638"/>
                      <a:pt x="31487" y="60832"/>
                    </a:cubicBezTo>
                    <a:cubicBezTo>
                      <a:pt x="33675" y="59026"/>
                      <a:pt x="35291" y="56745"/>
                      <a:pt x="36528" y="53989"/>
                    </a:cubicBezTo>
                    <a:cubicBezTo>
                      <a:pt x="37670" y="51232"/>
                      <a:pt x="38431" y="48095"/>
                      <a:pt x="38811" y="44579"/>
                    </a:cubicBezTo>
                    <a:cubicBezTo>
                      <a:pt x="39192" y="41062"/>
                      <a:pt x="39382" y="37640"/>
                      <a:pt x="39382" y="34313"/>
                    </a:cubicBezTo>
                    <a:close/>
                  </a:path>
                </a:pathLst>
              </a:custGeom>
              <a:solidFill>
                <a:srgbClr val="000000"/>
              </a:solidFill>
              <a:ln w="9506" cap="flat">
                <a:noFill/>
                <a:prstDash val="solid"/>
                <a:miter/>
              </a:ln>
            </p:spPr>
            <p:txBody>
              <a:bodyPr rtlCol="0" anchor="ctr"/>
              <a:lstStyle/>
              <a:p>
                <a:endParaRPr lang="en-US"/>
              </a:p>
            </p:txBody>
          </p:sp>
          <p:sp>
            <p:nvSpPr>
              <p:cNvPr id="3457" name="Freeform 3456">
                <a:extLst>
                  <a:ext uri="{FF2B5EF4-FFF2-40B4-BE49-F238E27FC236}">
                    <a16:creationId xmlns:a16="http://schemas.microsoft.com/office/drawing/2014/main" id="{6CAE739F-2E06-7F19-62C8-5E214AED87CF}"/>
                  </a:ext>
                </a:extLst>
              </p:cNvPr>
              <p:cNvSpPr/>
              <p:nvPr/>
            </p:nvSpPr>
            <p:spPr>
              <a:xfrm>
                <a:off x="8086786" y="3634593"/>
                <a:ext cx="6944" cy="8364"/>
              </a:xfrm>
              <a:custGeom>
                <a:avLst/>
                <a:gdLst>
                  <a:gd name="connsiteX0" fmla="*/ 0 w 6944"/>
                  <a:gd name="connsiteY0" fmla="*/ 8364 h 8364"/>
                  <a:gd name="connsiteX1" fmla="*/ 0 w 6944"/>
                  <a:gd name="connsiteY1" fmla="*/ 0 h 8364"/>
                  <a:gd name="connsiteX2" fmla="*/ 6944 w 6944"/>
                  <a:gd name="connsiteY2" fmla="*/ 0 h 8364"/>
                  <a:gd name="connsiteX3" fmla="*/ 6944 w 6944"/>
                  <a:gd name="connsiteY3" fmla="*/ 8364 h 8364"/>
                  <a:gd name="connsiteX4" fmla="*/ 0 w 6944"/>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4" h="8364">
                    <a:moveTo>
                      <a:pt x="0" y="8364"/>
                    </a:moveTo>
                    <a:lnTo>
                      <a:pt x="0" y="0"/>
                    </a:lnTo>
                    <a:lnTo>
                      <a:pt x="6944" y="0"/>
                    </a:lnTo>
                    <a:lnTo>
                      <a:pt x="6944" y="8364"/>
                    </a:lnTo>
                    <a:lnTo>
                      <a:pt x="0" y="8364"/>
                    </a:lnTo>
                    <a:close/>
                  </a:path>
                </a:pathLst>
              </a:custGeom>
              <a:solidFill>
                <a:srgbClr val="000000"/>
              </a:solidFill>
              <a:ln w="9506" cap="flat">
                <a:noFill/>
                <a:prstDash val="solid"/>
                <a:miter/>
              </a:ln>
            </p:spPr>
            <p:txBody>
              <a:bodyPr rtlCol="0" anchor="ctr"/>
              <a:lstStyle/>
              <a:p>
                <a:endParaRPr lang="en-US"/>
              </a:p>
            </p:txBody>
          </p:sp>
          <p:sp>
            <p:nvSpPr>
              <p:cNvPr id="3458" name="Freeform 3457">
                <a:extLst>
                  <a:ext uri="{FF2B5EF4-FFF2-40B4-BE49-F238E27FC236}">
                    <a16:creationId xmlns:a16="http://schemas.microsoft.com/office/drawing/2014/main" id="{5F71045B-54B9-402E-7F4C-5DEB59AB4BE1}"/>
                  </a:ext>
                </a:extLst>
              </p:cNvPr>
              <p:cNvSpPr/>
              <p:nvPr/>
            </p:nvSpPr>
            <p:spPr>
              <a:xfrm>
                <a:off x="8107238" y="3575567"/>
                <a:ext cx="45469" cy="68531"/>
              </a:xfrm>
              <a:custGeom>
                <a:avLst/>
                <a:gdLst>
                  <a:gd name="connsiteX0" fmla="*/ 22830 w 45469"/>
                  <a:gd name="connsiteY0" fmla="*/ 380 h 68531"/>
                  <a:gd name="connsiteX1" fmla="*/ 31392 w 45469"/>
                  <a:gd name="connsiteY1" fmla="*/ 1806 h 68531"/>
                  <a:gd name="connsiteX2" fmla="*/ 37575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0999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186 w 45469"/>
                  <a:gd name="connsiteY16" fmla="*/ 10741 h 68531"/>
                  <a:gd name="connsiteX17" fmla="*/ 11035 w 45469"/>
                  <a:gd name="connsiteY17" fmla="*/ 2947 h 68531"/>
                  <a:gd name="connsiteX18" fmla="*/ 22735 w 45469"/>
                  <a:gd name="connsiteY18" fmla="*/ 0 h 68531"/>
                  <a:gd name="connsiteX19" fmla="*/ 39287 w 45469"/>
                  <a:gd name="connsiteY19" fmla="*/ 34408 h 68531"/>
                  <a:gd name="connsiteX20" fmla="*/ 38716 w 45469"/>
                  <a:gd name="connsiteY20" fmla="*/ 23858 h 68531"/>
                  <a:gd name="connsiteX21" fmla="*/ 36338 w 45469"/>
                  <a:gd name="connsiteY21" fmla="*/ 14543 h 68531"/>
                  <a:gd name="connsiteX22" fmla="*/ 31201 w 45469"/>
                  <a:gd name="connsiteY22" fmla="*/ 7984 h 68531"/>
                  <a:gd name="connsiteX23" fmla="*/ 22545 w 45469"/>
                  <a:gd name="connsiteY23" fmla="*/ 5513 h 68531"/>
                  <a:gd name="connsiteX24" fmla="*/ 14269 w 45469"/>
                  <a:gd name="connsiteY24" fmla="*/ 7984 h 68531"/>
                  <a:gd name="connsiteX25" fmla="*/ 9322 w 45469"/>
                  <a:gd name="connsiteY25" fmla="*/ 14733 h 68531"/>
                  <a:gd name="connsiteX26" fmla="*/ 6754 w 45469"/>
                  <a:gd name="connsiteY26" fmla="*/ 24238 h 68531"/>
                  <a:gd name="connsiteX27" fmla="*/ 6088 w 45469"/>
                  <a:gd name="connsiteY27" fmla="*/ 35074 h 68531"/>
                  <a:gd name="connsiteX28" fmla="*/ 6849 w 45469"/>
                  <a:gd name="connsiteY28" fmla="*/ 46765 h 68531"/>
                  <a:gd name="connsiteX29" fmla="*/ 9608 w 45469"/>
                  <a:gd name="connsiteY29" fmla="*/ 55699 h 68531"/>
                  <a:gd name="connsiteX30" fmla="*/ 14745 w 45469"/>
                  <a:gd name="connsiteY30" fmla="*/ 61403 h 68531"/>
                  <a:gd name="connsiteX31" fmla="*/ 22830 w 45469"/>
                  <a:gd name="connsiteY31" fmla="*/ 63494 h 68531"/>
                  <a:gd name="connsiteX32" fmla="*/ 31487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2" y="1806"/>
                    </a:cubicBezTo>
                    <a:cubicBezTo>
                      <a:pt x="33770" y="2757"/>
                      <a:pt x="35862" y="4182"/>
                      <a:pt x="37575" y="5798"/>
                    </a:cubicBezTo>
                    <a:cubicBezTo>
                      <a:pt x="39287" y="7509"/>
                      <a:pt x="40619" y="9505"/>
                      <a:pt x="41665" y="11786"/>
                    </a:cubicBezTo>
                    <a:cubicBezTo>
                      <a:pt x="42712" y="14067"/>
                      <a:pt x="43568"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2" y="55224"/>
                      <a:pt x="40999" y="58361"/>
                    </a:cubicBezTo>
                    <a:cubicBezTo>
                      <a:pt x="39287" y="61498"/>
                      <a:pt x="37004" y="63969"/>
                      <a:pt x="34150" y="65775"/>
                    </a:cubicBezTo>
                    <a:cubicBezTo>
                      <a:pt x="31296" y="67581"/>
                      <a:pt x="27491" y="68531"/>
                      <a:pt x="22830" y="68531"/>
                    </a:cubicBezTo>
                    <a:cubicBezTo>
                      <a:pt x="18169" y="68531"/>
                      <a:pt x="14364" y="67581"/>
                      <a:pt x="11415" y="65775"/>
                    </a:cubicBezTo>
                    <a:cubicBezTo>
                      <a:pt x="8466" y="63969"/>
                      <a:pt x="6183" y="61403"/>
                      <a:pt x="4471" y="58266"/>
                    </a:cubicBezTo>
                    <a:cubicBezTo>
                      <a:pt x="2759" y="55129"/>
                      <a:pt x="1617" y="51517"/>
                      <a:pt x="951" y="47335"/>
                    </a:cubicBezTo>
                    <a:cubicBezTo>
                      <a:pt x="285" y="43153"/>
                      <a:pt x="0" y="38781"/>
                      <a:pt x="0" y="34123"/>
                    </a:cubicBezTo>
                    <a:cubicBezTo>
                      <a:pt x="0" y="29846"/>
                      <a:pt x="285" y="25759"/>
                      <a:pt x="856" y="21671"/>
                    </a:cubicBezTo>
                    <a:cubicBezTo>
                      <a:pt x="1427" y="17584"/>
                      <a:pt x="2569" y="13972"/>
                      <a:pt x="4186" y="10741"/>
                    </a:cubicBezTo>
                    <a:cubicBezTo>
                      <a:pt x="5803" y="7509"/>
                      <a:pt x="8086" y="4943"/>
                      <a:pt x="11035" y="2947"/>
                    </a:cubicBezTo>
                    <a:cubicBezTo>
                      <a:pt x="13983" y="951"/>
                      <a:pt x="17884" y="0"/>
                      <a:pt x="22735" y="0"/>
                    </a:cubicBezTo>
                    <a:close/>
                    <a:moveTo>
                      <a:pt x="39287" y="34408"/>
                    </a:moveTo>
                    <a:cubicBezTo>
                      <a:pt x="39287" y="30796"/>
                      <a:pt x="39097" y="27279"/>
                      <a:pt x="38716" y="23858"/>
                    </a:cubicBezTo>
                    <a:cubicBezTo>
                      <a:pt x="38336" y="20436"/>
                      <a:pt x="37479" y="17299"/>
                      <a:pt x="36338" y="14543"/>
                    </a:cubicBezTo>
                    <a:cubicBezTo>
                      <a:pt x="35101" y="11786"/>
                      <a:pt x="33389" y="9600"/>
                      <a:pt x="31201" y="7984"/>
                    </a:cubicBezTo>
                    <a:cubicBezTo>
                      <a:pt x="29013" y="6368"/>
                      <a:pt x="26160" y="5513"/>
                      <a:pt x="22545" y="5513"/>
                    </a:cubicBezTo>
                    <a:cubicBezTo>
                      <a:pt x="19216" y="5513"/>
                      <a:pt x="16457" y="6368"/>
                      <a:pt x="14269" y="7984"/>
                    </a:cubicBezTo>
                    <a:cubicBezTo>
                      <a:pt x="12176" y="9695"/>
                      <a:pt x="10464" y="11881"/>
                      <a:pt x="9322" y="14733"/>
                    </a:cubicBezTo>
                    <a:cubicBezTo>
                      <a:pt x="8086" y="17489"/>
                      <a:pt x="7325" y="20721"/>
                      <a:pt x="6754" y="24238"/>
                    </a:cubicBezTo>
                    <a:cubicBezTo>
                      <a:pt x="6278" y="27755"/>
                      <a:pt x="6088" y="31367"/>
                      <a:pt x="6088" y="35074"/>
                    </a:cubicBezTo>
                    <a:cubicBezTo>
                      <a:pt x="6088" y="39351"/>
                      <a:pt x="6374" y="43248"/>
                      <a:pt x="6849" y="46765"/>
                    </a:cubicBezTo>
                    <a:cubicBezTo>
                      <a:pt x="7325" y="50282"/>
                      <a:pt x="8276" y="53323"/>
                      <a:pt x="9608" y="55699"/>
                    </a:cubicBezTo>
                    <a:cubicBezTo>
                      <a:pt x="10844" y="58171"/>
                      <a:pt x="12557" y="60072"/>
                      <a:pt x="14745" y="61403"/>
                    </a:cubicBezTo>
                    <a:cubicBezTo>
                      <a:pt x="16837" y="62733"/>
                      <a:pt x="19596" y="63494"/>
                      <a:pt x="22830" y="63494"/>
                    </a:cubicBezTo>
                    <a:cubicBezTo>
                      <a:pt x="26445" y="63494"/>
                      <a:pt x="29299" y="62638"/>
                      <a:pt x="31487" y="60832"/>
                    </a:cubicBezTo>
                    <a:cubicBezTo>
                      <a:pt x="33675" y="59026"/>
                      <a:pt x="35292" y="56745"/>
                      <a:pt x="36528" y="53989"/>
                    </a:cubicBezTo>
                    <a:cubicBezTo>
                      <a:pt x="37670" y="51232"/>
                      <a:pt x="38431" y="48095"/>
                      <a:pt x="38811" y="44579"/>
                    </a:cubicBezTo>
                    <a:cubicBezTo>
                      <a:pt x="39192" y="41062"/>
                      <a:pt x="39382" y="37640"/>
                      <a:pt x="39382" y="34313"/>
                    </a:cubicBezTo>
                    <a:close/>
                  </a:path>
                </a:pathLst>
              </a:custGeom>
              <a:solidFill>
                <a:srgbClr val="000000"/>
              </a:solidFill>
              <a:ln w="9506" cap="flat">
                <a:noFill/>
                <a:prstDash val="solid"/>
                <a:miter/>
              </a:ln>
            </p:spPr>
            <p:txBody>
              <a:bodyPr rtlCol="0" anchor="ctr"/>
              <a:lstStyle/>
              <a:p>
                <a:endParaRPr lang="en-US"/>
              </a:p>
            </p:txBody>
          </p:sp>
          <p:sp>
            <p:nvSpPr>
              <p:cNvPr id="3459" name="Freeform 3458">
                <a:extLst>
                  <a:ext uri="{FF2B5EF4-FFF2-40B4-BE49-F238E27FC236}">
                    <a16:creationId xmlns:a16="http://schemas.microsoft.com/office/drawing/2014/main" id="{0FE9F004-BA56-60FD-17B7-5CFADCA71E62}"/>
                  </a:ext>
                </a:extLst>
              </p:cNvPr>
              <p:cNvSpPr/>
              <p:nvPr/>
            </p:nvSpPr>
            <p:spPr>
              <a:xfrm>
                <a:off x="8159842" y="3576613"/>
                <a:ext cx="46040" cy="66345"/>
              </a:xfrm>
              <a:custGeom>
                <a:avLst/>
                <a:gdLst>
                  <a:gd name="connsiteX0" fmla="*/ 30630 w 46040"/>
                  <a:gd name="connsiteY0" fmla="*/ 49806 h 66345"/>
                  <a:gd name="connsiteX1" fmla="*/ 0 w 46040"/>
                  <a:gd name="connsiteY1" fmla="*/ 49806 h 66345"/>
                  <a:gd name="connsiteX2" fmla="*/ 0 w 46040"/>
                  <a:gd name="connsiteY2" fmla="*/ 44579 h 66345"/>
                  <a:gd name="connsiteX3" fmla="*/ 31201 w 46040"/>
                  <a:gd name="connsiteY3" fmla="*/ 0 h 66345"/>
                  <a:gd name="connsiteX4" fmla="*/ 36719 w 46040"/>
                  <a:gd name="connsiteY4" fmla="*/ 0 h 66345"/>
                  <a:gd name="connsiteX5" fmla="*/ 36719 w 46040"/>
                  <a:gd name="connsiteY5" fmla="*/ 44674 h 66345"/>
                  <a:gd name="connsiteX6" fmla="*/ 46041 w 46040"/>
                  <a:gd name="connsiteY6" fmla="*/ 44674 h 66345"/>
                  <a:gd name="connsiteX7" fmla="*/ 46041 w 46040"/>
                  <a:gd name="connsiteY7" fmla="*/ 49806 h 66345"/>
                  <a:gd name="connsiteX8" fmla="*/ 36719 w 46040"/>
                  <a:gd name="connsiteY8" fmla="*/ 49806 h 66345"/>
                  <a:gd name="connsiteX9" fmla="*/ 36719 w 46040"/>
                  <a:gd name="connsiteY9" fmla="*/ 66345 h 66345"/>
                  <a:gd name="connsiteX10" fmla="*/ 30630 w 46040"/>
                  <a:gd name="connsiteY10" fmla="*/ 66345 h 66345"/>
                  <a:gd name="connsiteX11" fmla="*/ 30630 w 46040"/>
                  <a:gd name="connsiteY11" fmla="*/ 49806 h 66345"/>
                  <a:gd name="connsiteX12" fmla="*/ 5993 w 46040"/>
                  <a:gd name="connsiteY12" fmla="*/ 44674 h 66345"/>
                  <a:gd name="connsiteX13" fmla="*/ 30630 w 46040"/>
                  <a:gd name="connsiteY13" fmla="*/ 44674 h 66345"/>
                  <a:gd name="connsiteX14" fmla="*/ 30630 w 46040"/>
                  <a:gd name="connsiteY14" fmla="*/ 9125 h 66345"/>
                  <a:gd name="connsiteX15" fmla="*/ 5993 w 46040"/>
                  <a:gd name="connsiteY15" fmla="*/ 44674 h 66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040" h="66345">
                    <a:moveTo>
                      <a:pt x="30630" y="49806"/>
                    </a:moveTo>
                    <a:lnTo>
                      <a:pt x="0" y="49806"/>
                    </a:lnTo>
                    <a:lnTo>
                      <a:pt x="0" y="44579"/>
                    </a:lnTo>
                    <a:lnTo>
                      <a:pt x="31201" y="0"/>
                    </a:lnTo>
                    <a:lnTo>
                      <a:pt x="36719" y="0"/>
                    </a:lnTo>
                    <a:lnTo>
                      <a:pt x="36719" y="44674"/>
                    </a:lnTo>
                    <a:lnTo>
                      <a:pt x="46041" y="44674"/>
                    </a:lnTo>
                    <a:lnTo>
                      <a:pt x="46041" y="49806"/>
                    </a:lnTo>
                    <a:lnTo>
                      <a:pt x="36719" y="49806"/>
                    </a:lnTo>
                    <a:lnTo>
                      <a:pt x="36719" y="66345"/>
                    </a:lnTo>
                    <a:lnTo>
                      <a:pt x="30630" y="66345"/>
                    </a:lnTo>
                    <a:lnTo>
                      <a:pt x="30630" y="49806"/>
                    </a:lnTo>
                    <a:close/>
                    <a:moveTo>
                      <a:pt x="5993" y="44674"/>
                    </a:moveTo>
                    <a:lnTo>
                      <a:pt x="30630" y="44674"/>
                    </a:lnTo>
                    <a:lnTo>
                      <a:pt x="30630" y="9125"/>
                    </a:lnTo>
                    <a:lnTo>
                      <a:pt x="5993" y="44674"/>
                    </a:lnTo>
                    <a:close/>
                  </a:path>
                </a:pathLst>
              </a:custGeom>
              <a:solidFill>
                <a:srgbClr val="000000"/>
              </a:solidFill>
              <a:ln w="9506" cap="flat">
                <a:noFill/>
                <a:prstDash val="solid"/>
                <a:miter/>
              </a:ln>
            </p:spPr>
            <p:txBody>
              <a:bodyPr rtlCol="0" anchor="ctr"/>
              <a:lstStyle/>
              <a:p>
                <a:endParaRPr lang="en-US"/>
              </a:p>
            </p:txBody>
          </p:sp>
          <p:sp>
            <p:nvSpPr>
              <p:cNvPr id="3460" name="Freeform 3459">
                <a:extLst>
                  <a:ext uri="{FF2B5EF4-FFF2-40B4-BE49-F238E27FC236}">
                    <a16:creationId xmlns:a16="http://schemas.microsoft.com/office/drawing/2014/main" id="{F11CB87E-1845-924D-B62A-A1A49F3D9384}"/>
                  </a:ext>
                </a:extLst>
              </p:cNvPr>
              <p:cNvSpPr/>
              <p:nvPr/>
            </p:nvSpPr>
            <p:spPr>
              <a:xfrm>
                <a:off x="8213588" y="3574522"/>
                <a:ext cx="28537" cy="27184"/>
              </a:xfrm>
              <a:custGeom>
                <a:avLst/>
                <a:gdLst>
                  <a:gd name="connsiteX0" fmla="*/ 12271 w 28537"/>
                  <a:gd name="connsiteY0" fmla="*/ 11121 h 27184"/>
                  <a:gd name="connsiteX1" fmla="*/ 12271 w 28537"/>
                  <a:gd name="connsiteY1" fmla="*/ 0 h 27184"/>
                  <a:gd name="connsiteX2" fmla="*/ 16267 w 28537"/>
                  <a:gd name="connsiteY2" fmla="*/ 0 h 27184"/>
                  <a:gd name="connsiteX3" fmla="*/ 16267 w 28537"/>
                  <a:gd name="connsiteY3" fmla="*/ 11121 h 27184"/>
                  <a:gd name="connsiteX4" fmla="*/ 27111 w 28537"/>
                  <a:gd name="connsiteY4" fmla="*/ 7129 h 27184"/>
                  <a:gd name="connsiteX5" fmla="*/ 28538 w 28537"/>
                  <a:gd name="connsiteY5" fmla="*/ 11311 h 27184"/>
                  <a:gd name="connsiteX6" fmla="*/ 17693 w 28537"/>
                  <a:gd name="connsiteY6" fmla="*/ 14828 h 27184"/>
                  <a:gd name="connsiteX7" fmla="*/ 24828 w 28537"/>
                  <a:gd name="connsiteY7" fmla="*/ 24903 h 27184"/>
                  <a:gd name="connsiteX8" fmla="*/ 21118 w 28537"/>
                  <a:gd name="connsiteY8" fmla="*/ 27184 h 27184"/>
                  <a:gd name="connsiteX9" fmla="*/ 14079 w 28537"/>
                  <a:gd name="connsiteY9" fmla="*/ 16919 h 27184"/>
                  <a:gd name="connsiteX10" fmla="*/ 6659 w 28537"/>
                  <a:gd name="connsiteY10" fmla="*/ 26994 h 27184"/>
                  <a:gd name="connsiteX11" fmla="*/ 3329 w 28537"/>
                  <a:gd name="connsiteY11" fmla="*/ 24428 h 27184"/>
                  <a:gd name="connsiteX12" fmla="*/ 10654 w 28537"/>
                  <a:gd name="connsiteY12" fmla="*/ 14828 h 27184"/>
                  <a:gd name="connsiteX13" fmla="*/ 0 w 28537"/>
                  <a:gd name="connsiteY13" fmla="*/ 11026 h 27184"/>
                  <a:gd name="connsiteX14" fmla="*/ 1712 w 28537"/>
                  <a:gd name="connsiteY14" fmla="*/ 7034 h 27184"/>
                  <a:gd name="connsiteX15" fmla="*/ 12271 w 28537"/>
                  <a:gd name="connsiteY15" fmla="*/ 11121 h 2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8537" h="27184">
                    <a:moveTo>
                      <a:pt x="12271" y="11121"/>
                    </a:moveTo>
                    <a:lnTo>
                      <a:pt x="12271" y="0"/>
                    </a:lnTo>
                    <a:lnTo>
                      <a:pt x="16267" y="0"/>
                    </a:lnTo>
                    <a:lnTo>
                      <a:pt x="16267" y="11121"/>
                    </a:lnTo>
                    <a:lnTo>
                      <a:pt x="27111" y="7129"/>
                    </a:lnTo>
                    <a:lnTo>
                      <a:pt x="28538" y="11311"/>
                    </a:lnTo>
                    <a:lnTo>
                      <a:pt x="17693" y="14828"/>
                    </a:lnTo>
                    <a:lnTo>
                      <a:pt x="24828" y="24903"/>
                    </a:lnTo>
                    <a:lnTo>
                      <a:pt x="21118" y="27184"/>
                    </a:lnTo>
                    <a:lnTo>
                      <a:pt x="14079" y="16919"/>
                    </a:lnTo>
                    <a:lnTo>
                      <a:pt x="6659" y="26994"/>
                    </a:lnTo>
                    <a:lnTo>
                      <a:pt x="3329" y="24428"/>
                    </a:lnTo>
                    <a:lnTo>
                      <a:pt x="10654" y="14828"/>
                    </a:lnTo>
                    <a:lnTo>
                      <a:pt x="0" y="11026"/>
                    </a:lnTo>
                    <a:lnTo>
                      <a:pt x="1712" y="7034"/>
                    </a:lnTo>
                    <a:lnTo>
                      <a:pt x="12271" y="11121"/>
                    </a:lnTo>
                    <a:close/>
                  </a:path>
                </a:pathLst>
              </a:custGeom>
              <a:solidFill>
                <a:srgbClr val="000000"/>
              </a:solidFill>
              <a:ln w="9506" cap="flat">
                <a:noFill/>
                <a:prstDash val="solid"/>
                <a:miter/>
              </a:ln>
            </p:spPr>
            <p:txBody>
              <a:bodyPr rtlCol="0" anchor="ctr"/>
              <a:lstStyle/>
              <a:p>
                <a:endParaRPr lang="en-US"/>
              </a:p>
            </p:txBody>
          </p:sp>
        </p:grpSp>
        <p:sp>
          <p:nvSpPr>
            <p:cNvPr id="3461" name="Freeform 3460">
              <a:extLst>
                <a:ext uri="{FF2B5EF4-FFF2-40B4-BE49-F238E27FC236}">
                  <a16:creationId xmlns:a16="http://schemas.microsoft.com/office/drawing/2014/main" id="{63D1C807-830C-35F1-2EBC-508FC2386D36}"/>
                </a:ext>
              </a:extLst>
            </p:cNvPr>
            <p:cNvSpPr/>
            <p:nvPr/>
          </p:nvSpPr>
          <p:spPr>
            <a:xfrm rot="21260400">
              <a:off x="1356388" y="2867093"/>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62" name="Freeform 3461">
              <a:extLst>
                <a:ext uri="{FF2B5EF4-FFF2-40B4-BE49-F238E27FC236}">
                  <a16:creationId xmlns:a16="http://schemas.microsoft.com/office/drawing/2014/main" id="{858B6D43-18CF-759E-480E-B63436F47FDB}"/>
                </a:ext>
              </a:extLst>
            </p:cNvPr>
            <p:cNvSpPr/>
            <p:nvPr/>
          </p:nvSpPr>
          <p:spPr>
            <a:xfrm rot="21260400">
              <a:off x="2765087" y="2097381"/>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63" name="Freeform 3462">
              <a:extLst>
                <a:ext uri="{FF2B5EF4-FFF2-40B4-BE49-F238E27FC236}">
                  <a16:creationId xmlns:a16="http://schemas.microsoft.com/office/drawing/2014/main" id="{5662723D-BE21-90BF-67D4-A70657838BCE}"/>
                </a:ext>
              </a:extLst>
            </p:cNvPr>
            <p:cNvSpPr/>
            <p:nvPr/>
          </p:nvSpPr>
          <p:spPr>
            <a:xfrm rot="21260400">
              <a:off x="3351581" y="2031598"/>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64" name="Freeform 3463">
              <a:extLst>
                <a:ext uri="{FF2B5EF4-FFF2-40B4-BE49-F238E27FC236}">
                  <a16:creationId xmlns:a16="http://schemas.microsoft.com/office/drawing/2014/main" id="{5EEC4834-1F28-859C-7BD2-C2713DA02546}"/>
                </a:ext>
              </a:extLst>
            </p:cNvPr>
            <p:cNvSpPr/>
            <p:nvPr/>
          </p:nvSpPr>
          <p:spPr>
            <a:xfrm rot="21260400">
              <a:off x="2390878" y="2742909"/>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65" name="Freeform 3464">
              <a:extLst>
                <a:ext uri="{FF2B5EF4-FFF2-40B4-BE49-F238E27FC236}">
                  <a16:creationId xmlns:a16="http://schemas.microsoft.com/office/drawing/2014/main" id="{705AB899-EE12-D8AC-22EE-64FE6DAED550}"/>
                </a:ext>
              </a:extLst>
            </p:cNvPr>
            <p:cNvSpPr/>
            <p:nvPr/>
          </p:nvSpPr>
          <p:spPr>
            <a:xfrm rot="21260400">
              <a:off x="3255817" y="3156424"/>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66" name="Freeform 3465">
              <a:extLst>
                <a:ext uri="{FF2B5EF4-FFF2-40B4-BE49-F238E27FC236}">
                  <a16:creationId xmlns:a16="http://schemas.microsoft.com/office/drawing/2014/main" id="{5E357D96-86EF-61B6-85A4-A914AFB0B67E}"/>
                </a:ext>
              </a:extLst>
            </p:cNvPr>
            <p:cNvSpPr/>
            <p:nvPr/>
          </p:nvSpPr>
          <p:spPr>
            <a:xfrm rot="21260400">
              <a:off x="1710841" y="3281424"/>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67" name="Freeform 3466">
              <a:extLst>
                <a:ext uri="{FF2B5EF4-FFF2-40B4-BE49-F238E27FC236}">
                  <a16:creationId xmlns:a16="http://schemas.microsoft.com/office/drawing/2014/main" id="{6597155F-7E36-FF1D-EE10-543B351B44F3}"/>
                </a:ext>
              </a:extLst>
            </p:cNvPr>
            <p:cNvSpPr/>
            <p:nvPr/>
          </p:nvSpPr>
          <p:spPr>
            <a:xfrm rot="21260400">
              <a:off x="3822159" y="3157670"/>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68" name="Freeform 3467">
              <a:extLst>
                <a:ext uri="{FF2B5EF4-FFF2-40B4-BE49-F238E27FC236}">
                  <a16:creationId xmlns:a16="http://schemas.microsoft.com/office/drawing/2014/main" id="{9A422208-3967-F3B1-885B-C0C479AC025F}"/>
                </a:ext>
              </a:extLst>
            </p:cNvPr>
            <p:cNvSpPr/>
            <p:nvPr/>
          </p:nvSpPr>
          <p:spPr>
            <a:xfrm rot="21260400">
              <a:off x="2701422" y="3558865"/>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69" name="Freeform 3468">
              <a:extLst>
                <a:ext uri="{FF2B5EF4-FFF2-40B4-BE49-F238E27FC236}">
                  <a16:creationId xmlns:a16="http://schemas.microsoft.com/office/drawing/2014/main" id="{04FE5731-073B-044C-7A00-0FB02618C377}"/>
                </a:ext>
              </a:extLst>
            </p:cNvPr>
            <p:cNvSpPr/>
            <p:nvPr/>
          </p:nvSpPr>
          <p:spPr>
            <a:xfrm rot="21260400">
              <a:off x="2232823" y="2802181"/>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70" name="Freeform 3469">
              <a:extLst>
                <a:ext uri="{FF2B5EF4-FFF2-40B4-BE49-F238E27FC236}">
                  <a16:creationId xmlns:a16="http://schemas.microsoft.com/office/drawing/2014/main" id="{2A2F8760-B081-82E4-1BBF-327B49B2B939}"/>
                </a:ext>
              </a:extLst>
            </p:cNvPr>
            <p:cNvSpPr/>
            <p:nvPr/>
          </p:nvSpPr>
          <p:spPr>
            <a:xfrm rot="21260400">
              <a:off x="1710869" y="3399734"/>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71" name="Freeform 3470">
              <a:extLst>
                <a:ext uri="{FF2B5EF4-FFF2-40B4-BE49-F238E27FC236}">
                  <a16:creationId xmlns:a16="http://schemas.microsoft.com/office/drawing/2014/main" id="{12B9DDFA-D033-9AB6-9167-AE8E3709F9B9}"/>
                </a:ext>
              </a:extLst>
            </p:cNvPr>
            <p:cNvSpPr/>
            <p:nvPr/>
          </p:nvSpPr>
          <p:spPr>
            <a:xfrm rot="21260400">
              <a:off x="3651451" y="2565112"/>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72" name="Freeform 3471">
              <a:extLst>
                <a:ext uri="{FF2B5EF4-FFF2-40B4-BE49-F238E27FC236}">
                  <a16:creationId xmlns:a16="http://schemas.microsoft.com/office/drawing/2014/main" id="{F310880E-C263-1287-E220-0B46CBFA983D}"/>
                </a:ext>
              </a:extLst>
            </p:cNvPr>
            <p:cNvSpPr/>
            <p:nvPr/>
          </p:nvSpPr>
          <p:spPr>
            <a:xfrm rot="21260400">
              <a:off x="3553565" y="2887276"/>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73" name="Freeform 3472">
              <a:extLst>
                <a:ext uri="{FF2B5EF4-FFF2-40B4-BE49-F238E27FC236}">
                  <a16:creationId xmlns:a16="http://schemas.microsoft.com/office/drawing/2014/main" id="{16109B15-D5E8-31B5-C989-6E0C5D18AB09}"/>
                </a:ext>
              </a:extLst>
            </p:cNvPr>
            <p:cNvSpPr/>
            <p:nvPr/>
          </p:nvSpPr>
          <p:spPr>
            <a:xfrm rot="21260400">
              <a:off x="3716238" y="2255394"/>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74" name="Freeform 3473">
              <a:extLst>
                <a:ext uri="{FF2B5EF4-FFF2-40B4-BE49-F238E27FC236}">
                  <a16:creationId xmlns:a16="http://schemas.microsoft.com/office/drawing/2014/main" id="{A9CDBFBF-8955-C28F-C56E-D360D970AFDB}"/>
                </a:ext>
              </a:extLst>
            </p:cNvPr>
            <p:cNvSpPr/>
            <p:nvPr/>
          </p:nvSpPr>
          <p:spPr>
            <a:xfrm rot="21260400">
              <a:off x="3584489" y="2387105"/>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75" name="Freeform 3474">
              <a:extLst>
                <a:ext uri="{FF2B5EF4-FFF2-40B4-BE49-F238E27FC236}">
                  <a16:creationId xmlns:a16="http://schemas.microsoft.com/office/drawing/2014/main" id="{18412A0F-D3FA-8DBC-F22C-C5474EB1F4F7}"/>
                </a:ext>
              </a:extLst>
            </p:cNvPr>
            <p:cNvSpPr/>
            <p:nvPr/>
          </p:nvSpPr>
          <p:spPr>
            <a:xfrm rot="21260400">
              <a:off x="2670969" y="4044320"/>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76" name="Freeform 3475">
              <a:extLst>
                <a:ext uri="{FF2B5EF4-FFF2-40B4-BE49-F238E27FC236}">
                  <a16:creationId xmlns:a16="http://schemas.microsoft.com/office/drawing/2014/main" id="{273D8DB3-62B5-04C3-0D34-DC8E30AA8BD1}"/>
                </a:ext>
              </a:extLst>
            </p:cNvPr>
            <p:cNvSpPr/>
            <p:nvPr/>
          </p:nvSpPr>
          <p:spPr>
            <a:xfrm rot="21260400">
              <a:off x="3584439" y="2268559"/>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78" name="Freeform 3477">
              <a:extLst>
                <a:ext uri="{FF2B5EF4-FFF2-40B4-BE49-F238E27FC236}">
                  <a16:creationId xmlns:a16="http://schemas.microsoft.com/office/drawing/2014/main" id="{362EFF82-BE56-1D35-BA2F-0369E96E2806}"/>
                </a:ext>
              </a:extLst>
            </p:cNvPr>
            <p:cNvSpPr/>
            <p:nvPr/>
          </p:nvSpPr>
          <p:spPr>
            <a:xfrm rot="21260400">
              <a:off x="3675976" y="1913165"/>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79" name="Freeform 3478">
              <a:extLst>
                <a:ext uri="{FF2B5EF4-FFF2-40B4-BE49-F238E27FC236}">
                  <a16:creationId xmlns:a16="http://schemas.microsoft.com/office/drawing/2014/main" id="{A09FD61E-2F71-D7F6-10A0-86790E7F7A27}"/>
                </a:ext>
              </a:extLst>
            </p:cNvPr>
            <p:cNvSpPr/>
            <p:nvPr/>
          </p:nvSpPr>
          <p:spPr>
            <a:xfrm rot="21260400">
              <a:off x="2907157" y="3042251"/>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80" name="Freeform 3479">
              <a:extLst>
                <a:ext uri="{FF2B5EF4-FFF2-40B4-BE49-F238E27FC236}">
                  <a16:creationId xmlns:a16="http://schemas.microsoft.com/office/drawing/2014/main" id="{8A221938-3FBF-EE80-68C0-FDE05F19067B}"/>
                </a:ext>
              </a:extLst>
            </p:cNvPr>
            <p:cNvSpPr/>
            <p:nvPr/>
          </p:nvSpPr>
          <p:spPr>
            <a:xfrm rot="21260400">
              <a:off x="3346788" y="2505776"/>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81" name="Freeform 3480">
              <a:extLst>
                <a:ext uri="{FF2B5EF4-FFF2-40B4-BE49-F238E27FC236}">
                  <a16:creationId xmlns:a16="http://schemas.microsoft.com/office/drawing/2014/main" id="{C9FC01D2-BD10-813E-45A4-18A860899C66}"/>
                </a:ext>
              </a:extLst>
            </p:cNvPr>
            <p:cNvSpPr/>
            <p:nvPr/>
          </p:nvSpPr>
          <p:spPr>
            <a:xfrm rot="21260400">
              <a:off x="3909117" y="2808635"/>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82" name="Freeform 3481">
              <a:extLst>
                <a:ext uri="{FF2B5EF4-FFF2-40B4-BE49-F238E27FC236}">
                  <a16:creationId xmlns:a16="http://schemas.microsoft.com/office/drawing/2014/main" id="{D83E0124-0203-C7EA-B049-273A51763295}"/>
                </a:ext>
              </a:extLst>
            </p:cNvPr>
            <p:cNvSpPr/>
            <p:nvPr/>
          </p:nvSpPr>
          <p:spPr>
            <a:xfrm rot="21260400">
              <a:off x="2857636" y="3114306"/>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83" name="Freeform 3482">
              <a:extLst>
                <a:ext uri="{FF2B5EF4-FFF2-40B4-BE49-F238E27FC236}">
                  <a16:creationId xmlns:a16="http://schemas.microsoft.com/office/drawing/2014/main" id="{7BDEC252-AF5E-ADAE-10D9-4A2F373EE6FC}"/>
                </a:ext>
              </a:extLst>
            </p:cNvPr>
            <p:cNvSpPr/>
            <p:nvPr/>
          </p:nvSpPr>
          <p:spPr>
            <a:xfrm rot="21260400">
              <a:off x="3270706" y="2502834"/>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84" name="Freeform 3483">
              <a:extLst>
                <a:ext uri="{FF2B5EF4-FFF2-40B4-BE49-F238E27FC236}">
                  <a16:creationId xmlns:a16="http://schemas.microsoft.com/office/drawing/2014/main" id="{13263C77-8E23-6DEA-A0ED-D8D3B973BD09}"/>
                </a:ext>
              </a:extLst>
            </p:cNvPr>
            <p:cNvSpPr/>
            <p:nvPr/>
          </p:nvSpPr>
          <p:spPr>
            <a:xfrm rot="21260400">
              <a:off x="2493386" y="3335780"/>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85" name="Freeform 3484">
              <a:extLst>
                <a:ext uri="{FF2B5EF4-FFF2-40B4-BE49-F238E27FC236}">
                  <a16:creationId xmlns:a16="http://schemas.microsoft.com/office/drawing/2014/main" id="{C708BA8C-F37E-7FBD-C96A-1EF7665F8B43}"/>
                </a:ext>
              </a:extLst>
            </p:cNvPr>
            <p:cNvSpPr/>
            <p:nvPr/>
          </p:nvSpPr>
          <p:spPr>
            <a:xfrm rot="21260400">
              <a:off x="3857921" y="2861215"/>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86" name="Freeform 3485">
              <a:extLst>
                <a:ext uri="{FF2B5EF4-FFF2-40B4-BE49-F238E27FC236}">
                  <a16:creationId xmlns:a16="http://schemas.microsoft.com/office/drawing/2014/main" id="{E6689A93-7A79-47ED-824F-E25862826A8B}"/>
                </a:ext>
              </a:extLst>
            </p:cNvPr>
            <p:cNvSpPr/>
            <p:nvPr/>
          </p:nvSpPr>
          <p:spPr>
            <a:xfrm rot="21260400">
              <a:off x="3940827" y="3276168"/>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87" name="Freeform 3486">
              <a:extLst>
                <a:ext uri="{FF2B5EF4-FFF2-40B4-BE49-F238E27FC236}">
                  <a16:creationId xmlns:a16="http://schemas.microsoft.com/office/drawing/2014/main" id="{7E639803-F854-CA67-2D39-1CBC0E9615DE}"/>
                </a:ext>
              </a:extLst>
            </p:cNvPr>
            <p:cNvSpPr/>
            <p:nvPr/>
          </p:nvSpPr>
          <p:spPr>
            <a:xfrm rot="21260400">
              <a:off x="3744373" y="3414461"/>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88" name="Freeform 3487">
              <a:extLst>
                <a:ext uri="{FF2B5EF4-FFF2-40B4-BE49-F238E27FC236}">
                  <a16:creationId xmlns:a16="http://schemas.microsoft.com/office/drawing/2014/main" id="{99C96870-9856-2C01-B1F9-39D538479CC7}"/>
                </a:ext>
              </a:extLst>
            </p:cNvPr>
            <p:cNvSpPr/>
            <p:nvPr/>
          </p:nvSpPr>
          <p:spPr>
            <a:xfrm rot="21260400">
              <a:off x="3179079" y="2852549"/>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89" name="Freeform 3488">
              <a:extLst>
                <a:ext uri="{FF2B5EF4-FFF2-40B4-BE49-F238E27FC236}">
                  <a16:creationId xmlns:a16="http://schemas.microsoft.com/office/drawing/2014/main" id="{D547565A-2B71-2538-500E-F8B65065C473}"/>
                </a:ext>
              </a:extLst>
            </p:cNvPr>
            <p:cNvSpPr/>
            <p:nvPr/>
          </p:nvSpPr>
          <p:spPr>
            <a:xfrm rot="21260400">
              <a:off x="3299294" y="2861350"/>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90" name="Freeform 3489">
              <a:extLst>
                <a:ext uri="{FF2B5EF4-FFF2-40B4-BE49-F238E27FC236}">
                  <a16:creationId xmlns:a16="http://schemas.microsoft.com/office/drawing/2014/main" id="{9F4D2734-B97F-971E-792D-5D821F988697}"/>
                </a:ext>
              </a:extLst>
            </p:cNvPr>
            <p:cNvSpPr/>
            <p:nvPr/>
          </p:nvSpPr>
          <p:spPr>
            <a:xfrm rot="21260400">
              <a:off x="3061725" y="3039152"/>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3491" name="Freeform 3490">
              <a:extLst>
                <a:ext uri="{FF2B5EF4-FFF2-40B4-BE49-F238E27FC236}">
                  <a16:creationId xmlns:a16="http://schemas.microsoft.com/office/drawing/2014/main" id="{A70DC13C-3DC8-2072-E2C6-400A73E513B2}"/>
                </a:ext>
              </a:extLst>
            </p:cNvPr>
            <p:cNvSpPr/>
            <p:nvPr/>
          </p:nvSpPr>
          <p:spPr>
            <a:xfrm>
              <a:off x="1406356" y="2357527"/>
              <a:ext cx="2847671" cy="1409752"/>
            </a:xfrm>
            <a:custGeom>
              <a:avLst/>
              <a:gdLst>
                <a:gd name="connsiteX0" fmla="*/ 46041 w 1138366"/>
                <a:gd name="connsiteY0" fmla="*/ 543022 h 563553"/>
                <a:gd name="connsiteX1" fmla="*/ 57551 w 1138366"/>
                <a:gd name="connsiteY1" fmla="*/ 537985 h 563553"/>
                <a:gd name="connsiteX2" fmla="*/ 68966 w 1138366"/>
                <a:gd name="connsiteY2" fmla="*/ 532852 h 563553"/>
                <a:gd name="connsiteX3" fmla="*/ 80476 w 1138366"/>
                <a:gd name="connsiteY3" fmla="*/ 527719 h 563553"/>
                <a:gd name="connsiteX4" fmla="*/ 91986 w 1138366"/>
                <a:gd name="connsiteY4" fmla="*/ 522682 h 563553"/>
                <a:gd name="connsiteX5" fmla="*/ 103497 w 1138366"/>
                <a:gd name="connsiteY5" fmla="*/ 517549 h 563553"/>
                <a:gd name="connsiteX6" fmla="*/ 115007 w 1138366"/>
                <a:gd name="connsiteY6" fmla="*/ 512511 h 563553"/>
                <a:gd name="connsiteX7" fmla="*/ 126517 w 1138366"/>
                <a:gd name="connsiteY7" fmla="*/ 507474 h 563553"/>
                <a:gd name="connsiteX8" fmla="*/ 138027 w 1138366"/>
                <a:gd name="connsiteY8" fmla="*/ 502341 h 563553"/>
                <a:gd name="connsiteX9" fmla="*/ 149442 w 1138366"/>
                <a:gd name="connsiteY9" fmla="*/ 497303 h 563553"/>
                <a:gd name="connsiteX10" fmla="*/ 160952 w 1138366"/>
                <a:gd name="connsiteY10" fmla="*/ 492266 h 563553"/>
                <a:gd name="connsiteX11" fmla="*/ 172463 w 1138366"/>
                <a:gd name="connsiteY11" fmla="*/ 487323 h 563553"/>
                <a:gd name="connsiteX12" fmla="*/ 183973 w 1138366"/>
                <a:gd name="connsiteY12" fmla="*/ 482285 h 563553"/>
                <a:gd name="connsiteX13" fmla="*/ 195483 w 1138366"/>
                <a:gd name="connsiteY13" fmla="*/ 477248 h 563553"/>
                <a:gd name="connsiteX14" fmla="*/ 206993 w 1138366"/>
                <a:gd name="connsiteY14" fmla="*/ 472305 h 563553"/>
                <a:gd name="connsiteX15" fmla="*/ 218503 w 1138366"/>
                <a:gd name="connsiteY15" fmla="*/ 467362 h 563553"/>
                <a:gd name="connsiteX16" fmla="*/ 230013 w 1138366"/>
                <a:gd name="connsiteY16" fmla="*/ 462325 h 563553"/>
                <a:gd name="connsiteX17" fmla="*/ 241429 w 1138366"/>
                <a:gd name="connsiteY17" fmla="*/ 457382 h 563553"/>
                <a:gd name="connsiteX18" fmla="*/ 252939 w 1138366"/>
                <a:gd name="connsiteY18" fmla="*/ 452535 h 563553"/>
                <a:gd name="connsiteX19" fmla="*/ 264449 w 1138366"/>
                <a:gd name="connsiteY19" fmla="*/ 447592 h 563553"/>
                <a:gd name="connsiteX20" fmla="*/ 275959 w 1138366"/>
                <a:gd name="connsiteY20" fmla="*/ 442744 h 563553"/>
                <a:gd name="connsiteX21" fmla="*/ 287469 w 1138366"/>
                <a:gd name="connsiteY21" fmla="*/ 437802 h 563553"/>
                <a:gd name="connsiteX22" fmla="*/ 298979 w 1138366"/>
                <a:gd name="connsiteY22" fmla="*/ 432954 h 563553"/>
                <a:gd name="connsiteX23" fmla="*/ 310489 w 1138366"/>
                <a:gd name="connsiteY23" fmla="*/ 428202 h 563553"/>
                <a:gd name="connsiteX24" fmla="*/ 322000 w 1138366"/>
                <a:gd name="connsiteY24" fmla="*/ 423354 h 563553"/>
                <a:gd name="connsiteX25" fmla="*/ 333415 w 1138366"/>
                <a:gd name="connsiteY25" fmla="*/ 418602 h 563553"/>
                <a:gd name="connsiteX26" fmla="*/ 344925 w 1138366"/>
                <a:gd name="connsiteY26" fmla="*/ 413849 h 563553"/>
                <a:gd name="connsiteX27" fmla="*/ 356435 w 1138366"/>
                <a:gd name="connsiteY27" fmla="*/ 409097 h 563553"/>
                <a:gd name="connsiteX28" fmla="*/ 367945 w 1138366"/>
                <a:gd name="connsiteY28" fmla="*/ 404344 h 563553"/>
                <a:gd name="connsiteX29" fmla="*/ 379455 w 1138366"/>
                <a:gd name="connsiteY29" fmla="*/ 399687 h 563553"/>
                <a:gd name="connsiteX30" fmla="*/ 390966 w 1138366"/>
                <a:gd name="connsiteY30" fmla="*/ 395029 h 563553"/>
                <a:gd name="connsiteX31" fmla="*/ 402476 w 1138366"/>
                <a:gd name="connsiteY31" fmla="*/ 390467 h 563553"/>
                <a:gd name="connsiteX32" fmla="*/ 413986 w 1138366"/>
                <a:gd name="connsiteY32" fmla="*/ 385904 h 563553"/>
                <a:gd name="connsiteX33" fmla="*/ 425401 w 1138366"/>
                <a:gd name="connsiteY33" fmla="*/ 381342 h 563553"/>
                <a:gd name="connsiteX34" fmla="*/ 436911 w 1138366"/>
                <a:gd name="connsiteY34" fmla="*/ 376874 h 563553"/>
                <a:gd name="connsiteX35" fmla="*/ 448421 w 1138366"/>
                <a:gd name="connsiteY35" fmla="*/ 372407 h 563553"/>
                <a:gd name="connsiteX36" fmla="*/ 459932 w 1138366"/>
                <a:gd name="connsiteY36" fmla="*/ 368035 h 563553"/>
                <a:gd name="connsiteX37" fmla="*/ 471442 w 1138366"/>
                <a:gd name="connsiteY37" fmla="*/ 363662 h 563553"/>
                <a:gd name="connsiteX38" fmla="*/ 482952 w 1138366"/>
                <a:gd name="connsiteY38" fmla="*/ 359385 h 563553"/>
                <a:gd name="connsiteX39" fmla="*/ 494462 w 1138366"/>
                <a:gd name="connsiteY39" fmla="*/ 355108 h 563553"/>
                <a:gd name="connsiteX40" fmla="*/ 505973 w 1138366"/>
                <a:gd name="connsiteY40" fmla="*/ 350926 h 563553"/>
                <a:gd name="connsiteX41" fmla="*/ 517387 w 1138366"/>
                <a:gd name="connsiteY41" fmla="*/ 346839 h 563553"/>
                <a:gd name="connsiteX42" fmla="*/ 528898 w 1138366"/>
                <a:gd name="connsiteY42" fmla="*/ 342751 h 563553"/>
                <a:gd name="connsiteX43" fmla="*/ 540408 w 1138366"/>
                <a:gd name="connsiteY43" fmla="*/ 338759 h 563553"/>
                <a:gd name="connsiteX44" fmla="*/ 551918 w 1138366"/>
                <a:gd name="connsiteY44" fmla="*/ 334862 h 563553"/>
                <a:gd name="connsiteX45" fmla="*/ 563428 w 1138366"/>
                <a:gd name="connsiteY45" fmla="*/ 331060 h 563553"/>
                <a:gd name="connsiteX46" fmla="*/ 574939 w 1138366"/>
                <a:gd name="connsiteY46" fmla="*/ 327258 h 563553"/>
                <a:gd name="connsiteX47" fmla="*/ 586449 w 1138366"/>
                <a:gd name="connsiteY47" fmla="*/ 323646 h 563553"/>
                <a:gd name="connsiteX48" fmla="*/ 597959 w 1138366"/>
                <a:gd name="connsiteY48" fmla="*/ 320034 h 563553"/>
                <a:gd name="connsiteX49" fmla="*/ 609374 w 1138366"/>
                <a:gd name="connsiteY49" fmla="*/ 316613 h 563553"/>
                <a:gd name="connsiteX50" fmla="*/ 620884 w 1138366"/>
                <a:gd name="connsiteY50" fmla="*/ 313191 h 563553"/>
                <a:gd name="connsiteX51" fmla="*/ 632394 w 1138366"/>
                <a:gd name="connsiteY51" fmla="*/ 309864 h 563553"/>
                <a:gd name="connsiteX52" fmla="*/ 643904 w 1138366"/>
                <a:gd name="connsiteY52" fmla="*/ 306727 h 563553"/>
                <a:gd name="connsiteX53" fmla="*/ 655415 w 1138366"/>
                <a:gd name="connsiteY53" fmla="*/ 303686 h 563553"/>
                <a:gd name="connsiteX54" fmla="*/ 666925 w 1138366"/>
                <a:gd name="connsiteY54" fmla="*/ 300644 h 563553"/>
                <a:gd name="connsiteX55" fmla="*/ 678435 w 1138366"/>
                <a:gd name="connsiteY55" fmla="*/ 297793 h 563553"/>
                <a:gd name="connsiteX56" fmla="*/ 689945 w 1138366"/>
                <a:gd name="connsiteY56" fmla="*/ 295131 h 563553"/>
                <a:gd name="connsiteX57" fmla="*/ 701360 w 1138366"/>
                <a:gd name="connsiteY57" fmla="*/ 292470 h 563553"/>
                <a:gd name="connsiteX58" fmla="*/ 712870 w 1138366"/>
                <a:gd name="connsiteY58" fmla="*/ 289903 h 563553"/>
                <a:gd name="connsiteX59" fmla="*/ 724381 w 1138366"/>
                <a:gd name="connsiteY59" fmla="*/ 287527 h 563553"/>
                <a:gd name="connsiteX60" fmla="*/ 735891 w 1138366"/>
                <a:gd name="connsiteY60" fmla="*/ 285246 h 563553"/>
                <a:gd name="connsiteX61" fmla="*/ 747401 w 1138366"/>
                <a:gd name="connsiteY61" fmla="*/ 283060 h 563553"/>
                <a:gd name="connsiteX62" fmla="*/ 758911 w 1138366"/>
                <a:gd name="connsiteY62" fmla="*/ 281064 h 563553"/>
                <a:gd name="connsiteX63" fmla="*/ 770421 w 1138366"/>
                <a:gd name="connsiteY63" fmla="*/ 279068 h 563553"/>
                <a:gd name="connsiteX64" fmla="*/ 781932 w 1138366"/>
                <a:gd name="connsiteY64" fmla="*/ 277262 h 563553"/>
                <a:gd name="connsiteX65" fmla="*/ 793347 w 1138366"/>
                <a:gd name="connsiteY65" fmla="*/ 275551 h 563553"/>
                <a:gd name="connsiteX66" fmla="*/ 804857 w 1138366"/>
                <a:gd name="connsiteY66" fmla="*/ 273935 h 563553"/>
                <a:gd name="connsiteX67" fmla="*/ 816367 w 1138366"/>
                <a:gd name="connsiteY67" fmla="*/ 272414 h 563553"/>
                <a:gd name="connsiteX68" fmla="*/ 827877 w 1138366"/>
                <a:gd name="connsiteY68" fmla="*/ 270893 h 563553"/>
                <a:gd name="connsiteX69" fmla="*/ 839387 w 1138366"/>
                <a:gd name="connsiteY69" fmla="*/ 269563 h 563553"/>
                <a:gd name="connsiteX70" fmla="*/ 850898 w 1138366"/>
                <a:gd name="connsiteY70" fmla="*/ 268327 h 563553"/>
                <a:gd name="connsiteX71" fmla="*/ 862408 w 1138366"/>
                <a:gd name="connsiteY71" fmla="*/ 267091 h 563553"/>
                <a:gd name="connsiteX72" fmla="*/ 873918 w 1138366"/>
                <a:gd name="connsiteY72" fmla="*/ 266046 h 563553"/>
                <a:gd name="connsiteX73" fmla="*/ 885333 w 1138366"/>
                <a:gd name="connsiteY73" fmla="*/ 265000 h 563553"/>
                <a:gd name="connsiteX74" fmla="*/ 896843 w 1138366"/>
                <a:gd name="connsiteY74" fmla="*/ 264050 h 563553"/>
                <a:gd name="connsiteX75" fmla="*/ 908353 w 1138366"/>
                <a:gd name="connsiteY75" fmla="*/ 263099 h 563553"/>
                <a:gd name="connsiteX76" fmla="*/ 919864 w 1138366"/>
                <a:gd name="connsiteY76" fmla="*/ 262339 h 563553"/>
                <a:gd name="connsiteX77" fmla="*/ 931374 w 1138366"/>
                <a:gd name="connsiteY77" fmla="*/ 261579 h 563553"/>
                <a:gd name="connsiteX78" fmla="*/ 942884 w 1138366"/>
                <a:gd name="connsiteY78" fmla="*/ 260818 h 563553"/>
                <a:gd name="connsiteX79" fmla="*/ 954394 w 1138366"/>
                <a:gd name="connsiteY79" fmla="*/ 260153 h 563553"/>
                <a:gd name="connsiteX80" fmla="*/ 965904 w 1138366"/>
                <a:gd name="connsiteY80" fmla="*/ 259582 h 563553"/>
                <a:gd name="connsiteX81" fmla="*/ 977319 w 1138366"/>
                <a:gd name="connsiteY81" fmla="*/ 259012 h 563553"/>
                <a:gd name="connsiteX82" fmla="*/ 988830 w 1138366"/>
                <a:gd name="connsiteY82" fmla="*/ 258442 h 563553"/>
                <a:gd name="connsiteX83" fmla="*/ 1000340 w 1138366"/>
                <a:gd name="connsiteY83" fmla="*/ 257967 h 563553"/>
                <a:gd name="connsiteX84" fmla="*/ 1011850 w 1138366"/>
                <a:gd name="connsiteY84" fmla="*/ 257491 h 563553"/>
                <a:gd name="connsiteX85" fmla="*/ 1023360 w 1138366"/>
                <a:gd name="connsiteY85" fmla="*/ 257111 h 563553"/>
                <a:gd name="connsiteX86" fmla="*/ 1034870 w 1138366"/>
                <a:gd name="connsiteY86" fmla="*/ 256731 h 563553"/>
                <a:gd name="connsiteX87" fmla="*/ 1046380 w 1138366"/>
                <a:gd name="connsiteY87" fmla="*/ 256446 h 563553"/>
                <a:gd name="connsiteX88" fmla="*/ 1057796 w 1138366"/>
                <a:gd name="connsiteY88" fmla="*/ 256066 h 563553"/>
                <a:gd name="connsiteX89" fmla="*/ 1069306 w 1138366"/>
                <a:gd name="connsiteY89" fmla="*/ 255780 h 563553"/>
                <a:gd name="connsiteX90" fmla="*/ 1080816 w 1138366"/>
                <a:gd name="connsiteY90" fmla="*/ 255590 h 563553"/>
                <a:gd name="connsiteX91" fmla="*/ 1092326 w 1138366"/>
                <a:gd name="connsiteY91" fmla="*/ 255305 h 563553"/>
                <a:gd name="connsiteX92" fmla="*/ 1103836 w 1138366"/>
                <a:gd name="connsiteY92" fmla="*/ 255115 h 563553"/>
                <a:gd name="connsiteX93" fmla="*/ 1115346 w 1138366"/>
                <a:gd name="connsiteY93" fmla="*/ 254925 h 563553"/>
                <a:gd name="connsiteX94" fmla="*/ 1126857 w 1138366"/>
                <a:gd name="connsiteY94" fmla="*/ 254830 h 563553"/>
                <a:gd name="connsiteX95" fmla="*/ 1138367 w 1138366"/>
                <a:gd name="connsiteY95" fmla="*/ 254640 h 563553"/>
                <a:gd name="connsiteX96" fmla="*/ 1138367 w 1138366"/>
                <a:gd name="connsiteY96" fmla="*/ 0 h 563553"/>
                <a:gd name="connsiteX97" fmla="*/ 1126857 w 1138366"/>
                <a:gd name="connsiteY97" fmla="*/ 4848 h 563553"/>
                <a:gd name="connsiteX98" fmla="*/ 1115346 w 1138366"/>
                <a:gd name="connsiteY98" fmla="*/ 9695 h 563553"/>
                <a:gd name="connsiteX99" fmla="*/ 1103836 w 1138366"/>
                <a:gd name="connsiteY99" fmla="*/ 14543 h 563553"/>
                <a:gd name="connsiteX100" fmla="*/ 1092326 w 1138366"/>
                <a:gd name="connsiteY100" fmla="*/ 19295 h 563553"/>
                <a:gd name="connsiteX101" fmla="*/ 1080816 w 1138366"/>
                <a:gd name="connsiteY101" fmla="*/ 24048 h 563553"/>
                <a:gd name="connsiteX102" fmla="*/ 1069306 w 1138366"/>
                <a:gd name="connsiteY102" fmla="*/ 28800 h 563553"/>
                <a:gd name="connsiteX103" fmla="*/ 1057796 w 1138366"/>
                <a:gd name="connsiteY103" fmla="*/ 33553 h 563553"/>
                <a:gd name="connsiteX104" fmla="*/ 1046380 w 1138366"/>
                <a:gd name="connsiteY104" fmla="*/ 38305 h 563553"/>
                <a:gd name="connsiteX105" fmla="*/ 1034870 w 1138366"/>
                <a:gd name="connsiteY105" fmla="*/ 42963 h 563553"/>
                <a:gd name="connsiteX106" fmla="*/ 1023360 w 1138366"/>
                <a:gd name="connsiteY106" fmla="*/ 47525 h 563553"/>
                <a:gd name="connsiteX107" fmla="*/ 1011850 w 1138366"/>
                <a:gd name="connsiteY107" fmla="*/ 52183 h 563553"/>
                <a:gd name="connsiteX108" fmla="*/ 1000340 w 1138366"/>
                <a:gd name="connsiteY108" fmla="*/ 56745 h 563553"/>
                <a:gd name="connsiteX109" fmla="*/ 988830 w 1138366"/>
                <a:gd name="connsiteY109" fmla="*/ 61212 h 563553"/>
                <a:gd name="connsiteX110" fmla="*/ 977319 w 1138366"/>
                <a:gd name="connsiteY110" fmla="*/ 65775 h 563553"/>
                <a:gd name="connsiteX111" fmla="*/ 965904 w 1138366"/>
                <a:gd name="connsiteY111" fmla="*/ 70147 h 563553"/>
                <a:gd name="connsiteX112" fmla="*/ 954394 w 1138366"/>
                <a:gd name="connsiteY112" fmla="*/ 74614 h 563553"/>
                <a:gd name="connsiteX113" fmla="*/ 942884 w 1138366"/>
                <a:gd name="connsiteY113" fmla="*/ 78892 h 563553"/>
                <a:gd name="connsiteX114" fmla="*/ 931374 w 1138366"/>
                <a:gd name="connsiteY114" fmla="*/ 83169 h 563553"/>
                <a:gd name="connsiteX115" fmla="*/ 919864 w 1138366"/>
                <a:gd name="connsiteY115" fmla="*/ 87446 h 563553"/>
                <a:gd name="connsiteX116" fmla="*/ 908353 w 1138366"/>
                <a:gd name="connsiteY116" fmla="*/ 91629 h 563553"/>
                <a:gd name="connsiteX117" fmla="*/ 896843 w 1138366"/>
                <a:gd name="connsiteY117" fmla="*/ 95716 h 563553"/>
                <a:gd name="connsiteX118" fmla="*/ 885333 w 1138366"/>
                <a:gd name="connsiteY118" fmla="*/ 99803 h 563553"/>
                <a:gd name="connsiteX119" fmla="*/ 873918 w 1138366"/>
                <a:gd name="connsiteY119" fmla="*/ 103795 h 563553"/>
                <a:gd name="connsiteX120" fmla="*/ 862408 w 1138366"/>
                <a:gd name="connsiteY120" fmla="*/ 107692 h 563553"/>
                <a:gd name="connsiteX121" fmla="*/ 850898 w 1138366"/>
                <a:gd name="connsiteY121" fmla="*/ 111494 h 563553"/>
                <a:gd name="connsiteX122" fmla="*/ 839387 w 1138366"/>
                <a:gd name="connsiteY122" fmla="*/ 115201 h 563553"/>
                <a:gd name="connsiteX123" fmla="*/ 827877 w 1138366"/>
                <a:gd name="connsiteY123" fmla="*/ 118908 h 563553"/>
                <a:gd name="connsiteX124" fmla="*/ 816367 w 1138366"/>
                <a:gd name="connsiteY124" fmla="*/ 122425 h 563553"/>
                <a:gd name="connsiteX125" fmla="*/ 804857 w 1138366"/>
                <a:gd name="connsiteY125" fmla="*/ 125942 h 563553"/>
                <a:gd name="connsiteX126" fmla="*/ 793347 w 1138366"/>
                <a:gd name="connsiteY126" fmla="*/ 129268 h 563553"/>
                <a:gd name="connsiteX127" fmla="*/ 781932 w 1138366"/>
                <a:gd name="connsiteY127" fmla="*/ 132595 h 563553"/>
                <a:gd name="connsiteX128" fmla="*/ 770421 w 1138366"/>
                <a:gd name="connsiteY128" fmla="*/ 135732 h 563553"/>
                <a:gd name="connsiteX129" fmla="*/ 758911 w 1138366"/>
                <a:gd name="connsiteY129" fmla="*/ 138773 h 563553"/>
                <a:gd name="connsiteX130" fmla="*/ 747401 w 1138366"/>
                <a:gd name="connsiteY130" fmla="*/ 141720 h 563553"/>
                <a:gd name="connsiteX131" fmla="*/ 735891 w 1138366"/>
                <a:gd name="connsiteY131" fmla="*/ 144571 h 563553"/>
                <a:gd name="connsiteX132" fmla="*/ 724381 w 1138366"/>
                <a:gd name="connsiteY132" fmla="*/ 147328 h 563553"/>
                <a:gd name="connsiteX133" fmla="*/ 712870 w 1138366"/>
                <a:gd name="connsiteY133" fmla="*/ 149989 h 563553"/>
                <a:gd name="connsiteX134" fmla="*/ 701360 w 1138366"/>
                <a:gd name="connsiteY134" fmla="*/ 152461 h 563553"/>
                <a:gd name="connsiteX135" fmla="*/ 689945 w 1138366"/>
                <a:gd name="connsiteY135" fmla="*/ 154837 h 563553"/>
                <a:gd name="connsiteX136" fmla="*/ 678435 w 1138366"/>
                <a:gd name="connsiteY136" fmla="*/ 157118 h 563553"/>
                <a:gd name="connsiteX137" fmla="*/ 666925 w 1138366"/>
                <a:gd name="connsiteY137" fmla="*/ 159209 h 563553"/>
                <a:gd name="connsiteX138" fmla="*/ 655415 w 1138366"/>
                <a:gd name="connsiteY138" fmla="*/ 161300 h 563553"/>
                <a:gd name="connsiteX139" fmla="*/ 643904 w 1138366"/>
                <a:gd name="connsiteY139" fmla="*/ 163201 h 563553"/>
                <a:gd name="connsiteX140" fmla="*/ 632394 w 1138366"/>
                <a:gd name="connsiteY140" fmla="*/ 165007 h 563553"/>
                <a:gd name="connsiteX141" fmla="*/ 620884 w 1138366"/>
                <a:gd name="connsiteY141" fmla="*/ 166813 h 563553"/>
                <a:gd name="connsiteX142" fmla="*/ 609374 w 1138366"/>
                <a:gd name="connsiteY142" fmla="*/ 168429 h 563553"/>
                <a:gd name="connsiteX143" fmla="*/ 597959 w 1138366"/>
                <a:gd name="connsiteY143" fmla="*/ 169950 h 563553"/>
                <a:gd name="connsiteX144" fmla="*/ 586449 w 1138366"/>
                <a:gd name="connsiteY144" fmla="*/ 171376 h 563553"/>
                <a:gd name="connsiteX145" fmla="*/ 574939 w 1138366"/>
                <a:gd name="connsiteY145" fmla="*/ 172706 h 563553"/>
                <a:gd name="connsiteX146" fmla="*/ 563428 w 1138366"/>
                <a:gd name="connsiteY146" fmla="*/ 173942 h 563553"/>
                <a:gd name="connsiteX147" fmla="*/ 551918 w 1138366"/>
                <a:gd name="connsiteY147" fmla="*/ 175083 h 563553"/>
                <a:gd name="connsiteX148" fmla="*/ 540408 w 1138366"/>
                <a:gd name="connsiteY148" fmla="*/ 176223 h 563553"/>
                <a:gd name="connsiteX149" fmla="*/ 528898 w 1138366"/>
                <a:gd name="connsiteY149" fmla="*/ 177269 h 563553"/>
                <a:gd name="connsiteX150" fmla="*/ 517387 w 1138366"/>
                <a:gd name="connsiteY150" fmla="*/ 178219 h 563553"/>
                <a:gd name="connsiteX151" fmla="*/ 505973 w 1138366"/>
                <a:gd name="connsiteY151" fmla="*/ 179075 h 563553"/>
                <a:gd name="connsiteX152" fmla="*/ 494462 w 1138366"/>
                <a:gd name="connsiteY152" fmla="*/ 179930 h 563553"/>
                <a:gd name="connsiteX153" fmla="*/ 482952 w 1138366"/>
                <a:gd name="connsiteY153" fmla="*/ 180691 h 563553"/>
                <a:gd name="connsiteX154" fmla="*/ 471442 w 1138366"/>
                <a:gd name="connsiteY154" fmla="*/ 181356 h 563553"/>
                <a:gd name="connsiteX155" fmla="*/ 459932 w 1138366"/>
                <a:gd name="connsiteY155" fmla="*/ 182021 h 563553"/>
                <a:gd name="connsiteX156" fmla="*/ 448421 w 1138366"/>
                <a:gd name="connsiteY156" fmla="*/ 182592 h 563553"/>
                <a:gd name="connsiteX157" fmla="*/ 436911 w 1138366"/>
                <a:gd name="connsiteY157" fmla="*/ 183162 h 563553"/>
                <a:gd name="connsiteX158" fmla="*/ 425401 w 1138366"/>
                <a:gd name="connsiteY158" fmla="*/ 183732 h 563553"/>
                <a:gd name="connsiteX159" fmla="*/ 413986 w 1138366"/>
                <a:gd name="connsiteY159" fmla="*/ 184207 h 563553"/>
                <a:gd name="connsiteX160" fmla="*/ 402476 w 1138366"/>
                <a:gd name="connsiteY160" fmla="*/ 184588 h 563553"/>
                <a:gd name="connsiteX161" fmla="*/ 390966 w 1138366"/>
                <a:gd name="connsiteY161" fmla="*/ 185063 h 563553"/>
                <a:gd name="connsiteX162" fmla="*/ 379455 w 1138366"/>
                <a:gd name="connsiteY162" fmla="*/ 185443 h 563553"/>
                <a:gd name="connsiteX163" fmla="*/ 367945 w 1138366"/>
                <a:gd name="connsiteY163" fmla="*/ 185728 h 563553"/>
                <a:gd name="connsiteX164" fmla="*/ 356435 w 1138366"/>
                <a:gd name="connsiteY164" fmla="*/ 186013 h 563553"/>
                <a:gd name="connsiteX165" fmla="*/ 344925 w 1138366"/>
                <a:gd name="connsiteY165" fmla="*/ 186299 h 563553"/>
                <a:gd name="connsiteX166" fmla="*/ 333415 w 1138366"/>
                <a:gd name="connsiteY166" fmla="*/ 186584 h 563553"/>
                <a:gd name="connsiteX167" fmla="*/ 322000 w 1138366"/>
                <a:gd name="connsiteY167" fmla="*/ 186774 h 563553"/>
                <a:gd name="connsiteX168" fmla="*/ 310489 w 1138366"/>
                <a:gd name="connsiteY168" fmla="*/ 186964 h 563553"/>
                <a:gd name="connsiteX169" fmla="*/ 298979 w 1138366"/>
                <a:gd name="connsiteY169" fmla="*/ 187154 h 563553"/>
                <a:gd name="connsiteX170" fmla="*/ 287469 w 1138366"/>
                <a:gd name="connsiteY170" fmla="*/ 187344 h 563553"/>
                <a:gd name="connsiteX171" fmla="*/ 275959 w 1138366"/>
                <a:gd name="connsiteY171" fmla="*/ 187439 h 563553"/>
                <a:gd name="connsiteX172" fmla="*/ 264449 w 1138366"/>
                <a:gd name="connsiteY172" fmla="*/ 187629 h 563553"/>
                <a:gd name="connsiteX173" fmla="*/ 252939 w 1138366"/>
                <a:gd name="connsiteY173" fmla="*/ 187724 h 563553"/>
                <a:gd name="connsiteX174" fmla="*/ 241429 w 1138366"/>
                <a:gd name="connsiteY174" fmla="*/ 187819 h 563553"/>
                <a:gd name="connsiteX175" fmla="*/ 230013 w 1138366"/>
                <a:gd name="connsiteY175" fmla="*/ 187819 h 563553"/>
                <a:gd name="connsiteX176" fmla="*/ 218503 w 1138366"/>
                <a:gd name="connsiteY176" fmla="*/ 187915 h 563553"/>
                <a:gd name="connsiteX177" fmla="*/ 206993 w 1138366"/>
                <a:gd name="connsiteY177" fmla="*/ 187915 h 563553"/>
                <a:gd name="connsiteX178" fmla="*/ 195483 w 1138366"/>
                <a:gd name="connsiteY178" fmla="*/ 187915 h 563553"/>
                <a:gd name="connsiteX179" fmla="*/ 183973 w 1138366"/>
                <a:gd name="connsiteY179" fmla="*/ 188010 h 563553"/>
                <a:gd name="connsiteX180" fmla="*/ 172463 w 1138366"/>
                <a:gd name="connsiteY180" fmla="*/ 188010 h 563553"/>
                <a:gd name="connsiteX181" fmla="*/ 160952 w 1138366"/>
                <a:gd name="connsiteY181" fmla="*/ 187915 h 563553"/>
                <a:gd name="connsiteX182" fmla="*/ 149442 w 1138366"/>
                <a:gd name="connsiteY182" fmla="*/ 187915 h 563553"/>
                <a:gd name="connsiteX183" fmla="*/ 138027 w 1138366"/>
                <a:gd name="connsiteY183" fmla="*/ 187915 h 563553"/>
                <a:gd name="connsiteX184" fmla="*/ 126517 w 1138366"/>
                <a:gd name="connsiteY184" fmla="*/ 187819 h 563553"/>
                <a:gd name="connsiteX185" fmla="*/ 115007 w 1138366"/>
                <a:gd name="connsiteY185" fmla="*/ 187819 h 563553"/>
                <a:gd name="connsiteX186" fmla="*/ 103497 w 1138366"/>
                <a:gd name="connsiteY186" fmla="*/ 187724 h 563553"/>
                <a:gd name="connsiteX187" fmla="*/ 91986 w 1138366"/>
                <a:gd name="connsiteY187" fmla="*/ 187629 h 563553"/>
                <a:gd name="connsiteX188" fmla="*/ 80476 w 1138366"/>
                <a:gd name="connsiteY188" fmla="*/ 187534 h 563553"/>
                <a:gd name="connsiteX189" fmla="*/ 68966 w 1138366"/>
                <a:gd name="connsiteY189" fmla="*/ 187439 h 563553"/>
                <a:gd name="connsiteX190" fmla="*/ 57551 w 1138366"/>
                <a:gd name="connsiteY190" fmla="*/ 187344 h 563553"/>
                <a:gd name="connsiteX191" fmla="*/ 46041 w 1138366"/>
                <a:gd name="connsiteY191" fmla="*/ 187249 h 563553"/>
                <a:gd name="connsiteX192" fmla="*/ 34531 w 1138366"/>
                <a:gd name="connsiteY192" fmla="*/ 187154 h 563553"/>
                <a:gd name="connsiteX193" fmla="*/ 23020 w 1138366"/>
                <a:gd name="connsiteY193" fmla="*/ 187059 h 563553"/>
                <a:gd name="connsiteX194" fmla="*/ 11510 w 1138366"/>
                <a:gd name="connsiteY194" fmla="*/ 186964 h 563553"/>
                <a:gd name="connsiteX195" fmla="*/ 0 w 1138366"/>
                <a:gd name="connsiteY195" fmla="*/ 186774 h 563553"/>
                <a:gd name="connsiteX196" fmla="*/ 0 w 1138366"/>
                <a:gd name="connsiteY196" fmla="*/ 563553 h 563553"/>
                <a:gd name="connsiteX197" fmla="*/ 11510 w 1138366"/>
                <a:gd name="connsiteY197" fmla="*/ 558420 h 563553"/>
                <a:gd name="connsiteX198" fmla="*/ 23020 w 1138366"/>
                <a:gd name="connsiteY198" fmla="*/ 553288 h 563553"/>
                <a:gd name="connsiteX199" fmla="*/ 34531 w 1138366"/>
                <a:gd name="connsiteY199" fmla="*/ 548155 h 563553"/>
                <a:gd name="connsiteX200" fmla="*/ 46041 w 1138366"/>
                <a:gd name="connsiteY200" fmla="*/ 543022 h 56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1138366" h="563553">
                  <a:moveTo>
                    <a:pt x="46041" y="543022"/>
                  </a:moveTo>
                  <a:lnTo>
                    <a:pt x="57551" y="537985"/>
                  </a:lnTo>
                  <a:lnTo>
                    <a:pt x="68966" y="532852"/>
                  </a:lnTo>
                  <a:lnTo>
                    <a:pt x="80476" y="527719"/>
                  </a:lnTo>
                  <a:lnTo>
                    <a:pt x="91986" y="522682"/>
                  </a:lnTo>
                  <a:lnTo>
                    <a:pt x="103497" y="517549"/>
                  </a:lnTo>
                  <a:lnTo>
                    <a:pt x="115007" y="512511"/>
                  </a:lnTo>
                  <a:lnTo>
                    <a:pt x="126517" y="507474"/>
                  </a:lnTo>
                  <a:lnTo>
                    <a:pt x="138027" y="502341"/>
                  </a:lnTo>
                  <a:lnTo>
                    <a:pt x="149442" y="497303"/>
                  </a:lnTo>
                  <a:lnTo>
                    <a:pt x="160952" y="492266"/>
                  </a:lnTo>
                  <a:lnTo>
                    <a:pt x="172463" y="487323"/>
                  </a:lnTo>
                  <a:lnTo>
                    <a:pt x="183973" y="482285"/>
                  </a:lnTo>
                  <a:lnTo>
                    <a:pt x="195483" y="477248"/>
                  </a:lnTo>
                  <a:lnTo>
                    <a:pt x="206993" y="472305"/>
                  </a:lnTo>
                  <a:lnTo>
                    <a:pt x="218503" y="467362"/>
                  </a:lnTo>
                  <a:lnTo>
                    <a:pt x="230013" y="462325"/>
                  </a:lnTo>
                  <a:lnTo>
                    <a:pt x="241429" y="457382"/>
                  </a:lnTo>
                  <a:lnTo>
                    <a:pt x="252939" y="452535"/>
                  </a:lnTo>
                  <a:lnTo>
                    <a:pt x="264449" y="447592"/>
                  </a:lnTo>
                  <a:lnTo>
                    <a:pt x="275959" y="442744"/>
                  </a:lnTo>
                  <a:lnTo>
                    <a:pt x="287469" y="437802"/>
                  </a:lnTo>
                  <a:lnTo>
                    <a:pt x="298979" y="432954"/>
                  </a:lnTo>
                  <a:lnTo>
                    <a:pt x="310489" y="428202"/>
                  </a:lnTo>
                  <a:lnTo>
                    <a:pt x="322000" y="423354"/>
                  </a:lnTo>
                  <a:lnTo>
                    <a:pt x="333415" y="418602"/>
                  </a:lnTo>
                  <a:lnTo>
                    <a:pt x="344925" y="413849"/>
                  </a:lnTo>
                  <a:lnTo>
                    <a:pt x="356435" y="409097"/>
                  </a:lnTo>
                  <a:lnTo>
                    <a:pt x="367945" y="404344"/>
                  </a:lnTo>
                  <a:lnTo>
                    <a:pt x="379455" y="399687"/>
                  </a:lnTo>
                  <a:lnTo>
                    <a:pt x="390966" y="395029"/>
                  </a:lnTo>
                  <a:lnTo>
                    <a:pt x="402476" y="390467"/>
                  </a:lnTo>
                  <a:lnTo>
                    <a:pt x="413986" y="385904"/>
                  </a:lnTo>
                  <a:lnTo>
                    <a:pt x="425401" y="381342"/>
                  </a:lnTo>
                  <a:lnTo>
                    <a:pt x="436911" y="376874"/>
                  </a:lnTo>
                  <a:lnTo>
                    <a:pt x="448421" y="372407"/>
                  </a:lnTo>
                  <a:lnTo>
                    <a:pt x="459932" y="368035"/>
                  </a:lnTo>
                  <a:lnTo>
                    <a:pt x="471442" y="363662"/>
                  </a:lnTo>
                  <a:lnTo>
                    <a:pt x="482952" y="359385"/>
                  </a:lnTo>
                  <a:lnTo>
                    <a:pt x="494462" y="355108"/>
                  </a:lnTo>
                  <a:lnTo>
                    <a:pt x="505973" y="350926"/>
                  </a:lnTo>
                  <a:lnTo>
                    <a:pt x="517387" y="346839"/>
                  </a:lnTo>
                  <a:lnTo>
                    <a:pt x="528898" y="342751"/>
                  </a:lnTo>
                  <a:lnTo>
                    <a:pt x="540408" y="338759"/>
                  </a:lnTo>
                  <a:lnTo>
                    <a:pt x="551918" y="334862"/>
                  </a:lnTo>
                  <a:lnTo>
                    <a:pt x="563428" y="331060"/>
                  </a:lnTo>
                  <a:lnTo>
                    <a:pt x="574939" y="327258"/>
                  </a:lnTo>
                  <a:lnTo>
                    <a:pt x="586449" y="323646"/>
                  </a:lnTo>
                  <a:lnTo>
                    <a:pt x="597959" y="320034"/>
                  </a:lnTo>
                  <a:lnTo>
                    <a:pt x="609374" y="316613"/>
                  </a:lnTo>
                  <a:lnTo>
                    <a:pt x="620884" y="313191"/>
                  </a:lnTo>
                  <a:lnTo>
                    <a:pt x="632394" y="309864"/>
                  </a:lnTo>
                  <a:lnTo>
                    <a:pt x="643904" y="306727"/>
                  </a:lnTo>
                  <a:lnTo>
                    <a:pt x="655415" y="303686"/>
                  </a:lnTo>
                  <a:lnTo>
                    <a:pt x="666925" y="300644"/>
                  </a:lnTo>
                  <a:lnTo>
                    <a:pt x="678435" y="297793"/>
                  </a:lnTo>
                  <a:lnTo>
                    <a:pt x="689945" y="295131"/>
                  </a:lnTo>
                  <a:lnTo>
                    <a:pt x="701360" y="292470"/>
                  </a:lnTo>
                  <a:lnTo>
                    <a:pt x="712870" y="289903"/>
                  </a:lnTo>
                  <a:lnTo>
                    <a:pt x="724381" y="287527"/>
                  </a:lnTo>
                  <a:lnTo>
                    <a:pt x="735891" y="285246"/>
                  </a:lnTo>
                  <a:lnTo>
                    <a:pt x="747401" y="283060"/>
                  </a:lnTo>
                  <a:lnTo>
                    <a:pt x="758911" y="281064"/>
                  </a:lnTo>
                  <a:lnTo>
                    <a:pt x="770421" y="279068"/>
                  </a:lnTo>
                  <a:lnTo>
                    <a:pt x="781932" y="277262"/>
                  </a:lnTo>
                  <a:lnTo>
                    <a:pt x="793347" y="275551"/>
                  </a:lnTo>
                  <a:lnTo>
                    <a:pt x="804857" y="273935"/>
                  </a:lnTo>
                  <a:lnTo>
                    <a:pt x="816367" y="272414"/>
                  </a:lnTo>
                  <a:lnTo>
                    <a:pt x="827877" y="270893"/>
                  </a:lnTo>
                  <a:lnTo>
                    <a:pt x="839387" y="269563"/>
                  </a:lnTo>
                  <a:lnTo>
                    <a:pt x="850898" y="268327"/>
                  </a:lnTo>
                  <a:lnTo>
                    <a:pt x="862408" y="267091"/>
                  </a:lnTo>
                  <a:lnTo>
                    <a:pt x="873918" y="266046"/>
                  </a:lnTo>
                  <a:lnTo>
                    <a:pt x="885333" y="265000"/>
                  </a:lnTo>
                  <a:lnTo>
                    <a:pt x="896843" y="264050"/>
                  </a:lnTo>
                  <a:lnTo>
                    <a:pt x="908353" y="263099"/>
                  </a:lnTo>
                  <a:lnTo>
                    <a:pt x="919864" y="262339"/>
                  </a:lnTo>
                  <a:lnTo>
                    <a:pt x="931374" y="261579"/>
                  </a:lnTo>
                  <a:lnTo>
                    <a:pt x="942884" y="260818"/>
                  </a:lnTo>
                  <a:lnTo>
                    <a:pt x="954394" y="260153"/>
                  </a:lnTo>
                  <a:lnTo>
                    <a:pt x="965904" y="259582"/>
                  </a:lnTo>
                  <a:lnTo>
                    <a:pt x="977319" y="259012"/>
                  </a:lnTo>
                  <a:lnTo>
                    <a:pt x="988830" y="258442"/>
                  </a:lnTo>
                  <a:lnTo>
                    <a:pt x="1000340" y="257967"/>
                  </a:lnTo>
                  <a:lnTo>
                    <a:pt x="1011850" y="257491"/>
                  </a:lnTo>
                  <a:lnTo>
                    <a:pt x="1023360" y="257111"/>
                  </a:lnTo>
                  <a:lnTo>
                    <a:pt x="1034870" y="256731"/>
                  </a:lnTo>
                  <a:lnTo>
                    <a:pt x="1046380" y="256446"/>
                  </a:lnTo>
                  <a:lnTo>
                    <a:pt x="1057796" y="256066"/>
                  </a:lnTo>
                  <a:lnTo>
                    <a:pt x="1069306" y="255780"/>
                  </a:lnTo>
                  <a:lnTo>
                    <a:pt x="1080816" y="255590"/>
                  </a:lnTo>
                  <a:lnTo>
                    <a:pt x="1092326" y="255305"/>
                  </a:lnTo>
                  <a:lnTo>
                    <a:pt x="1103836" y="255115"/>
                  </a:lnTo>
                  <a:lnTo>
                    <a:pt x="1115346" y="254925"/>
                  </a:lnTo>
                  <a:lnTo>
                    <a:pt x="1126857" y="254830"/>
                  </a:lnTo>
                  <a:lnTo>
                    <a:pt x="1138367" y="254640"/>
                  </a:lnTo>
                  <a:lnTo>
                    <a:pt x="1138367" y="0"/>
                  </a:lnTo>
                  <a:lnTo>
                    <a:pt x="1126857" y="4848"/>
                  </a:lnTo>
                  <a:lnTo>
                    <a:pt x="1115346" y="9695"/>
                  </a:lnTo>
                  <a:lnTo>
                    <a:pt x="1103836" y="14543"/>
                  </a:lnTo>
                  <a:lnTo>
                    <a:pt x="1092326" y="19295"/>
                  </a:lnTo>
                  <a:lnTo>
                    <a:pt x="1080816" y="24048"/>
                  </a:lnTo>
                  <a:lnTo>
                    <a:pt x="1069306" y="28800"/>
                  </a:lnTo>
                  <a:lnTo>
                    <a:pt x="1057796" y="33553"/>
                  </a:lnTo>
                  <a:lnTo>
                    <a:pt x="1046380" y="38305"/>
                  </a:lnTo>
                  <a:lnTo>
                    <a:pt x="1034870" y="42963"/>
                  </a:lnTo>
                  <a:lnTo>
                    <a:pt x="1023360" y="47525"/>
                  </a:lnTo>
                  <a:lnTo>
                    <a:pt x="1011850" y="52183"/>
                  </a:lnTo>
                  <a:lnTo>
                    <a:pt x="1000340" y="56745"/>
                  </a:lnTo>
                  <a:lnTo>
                    <a:pt x="988830" y="61212"/>
                  </a:lnTo>
                  <a:lnTo>
                    <a:pt x="977319" y="65775"/>
                  </a:lnTo>
                  <a:lnTo>
                    <a:pt x="965904" y="70147"/>
                  </a:lnTo>
                  <a:lnTo>
                    <a:pt x="954394" y="74614"/>
                  </a:lnTo>
                  <a:lnTo>
                    <a:pt x="942884" y="78892"/>
                  </a:lnTo>
                  <a:lnTo>
                    <a:pt x="931374" y="83169"/>
                  </a:lnTo>
                  <a:lnTo>
                    <a:pt x="919864" y="87446"/>
                  </a:lnTo>
                  <a:lnTo>
                    <a:pt x="908353" y="91629"/>
                  </a:lnTo>
                  <a:lnTo>
                    <a:pt x="896843" y="95716"/>
                  </a:lnTo>
                  <a:lnTo>
                    <a:pt x="885333" y="99803"/>
                  </a:lnTo>
                  <a:lnTo>
                    <a:pt x="873918" y="103795"/>
                  </a:lnTo>
                  <a:lnTo>
                    <a:pt x="862408" y="107692"/>
                  </a:lnTo>
                  <a:lnTo>
                    <a:pt x="850898" y="111494"/>
                  </a:lnTo>
                  <a:lnTo>
                    <a:pt x="839387" y="115201"/>
                  </a:lnTo>
                  <a:lnTo>
                    <a:pt x="827877" y="118908"/>
                  </a:lnTo>
                  <a:lnTo>
                    <a:pt x="816367" y="122425"/>
                  </a:lnTo>
                  <a:lnTo>
                    <a:pt x="804857" y="125942"/>
                  </a:lnTo>
                  <a:lnTo>
                    <a:pt x="793347" y="129268"/>
                  </a:lnTo>
                  <a:lnTo>
                    <a:pt x="781932" y="132595"/>
                  </a:lnTo>
                  <a:lnTo>
                    <a:pt x="770421" y="135732"/>
                  </a:lnTo>
                  <a:lnTo>
                    <a:pt x="758911" y="138773"/>
                  </a:lnTo>
                  <a:lnTo>
                    <a:pt x="747401" y="141720"/>
                  </a:lnTo>
                  <a:lnTo>
                    <a:pt x="735891" y="144571"/>
                  </a:lnTo>
                  <a:lnTo>
                    <a:pt x="724381" y="147328"/>
                  </a:lnTo>
                  <a:lnTo>
                    <a:pt x="712870" y="149989"/>
                  </a:lnTo>
                  <a:lnTo>
                    <a:pt x="701360" y="152461"/>
                  </a:lnTo>
                  <a:lnTo>
                    <a:pt x="689945" y="154837"/>
                  </a:lnTo>
                  <a:lnTo>
                    <a:pt x="678435" y="157118"/>
                  </a:lnTo>
                  <a:lnTo>
                    <a:pt x="666925" y="159209"/>
                  </a:lnTo>
                  <a:lnTo>
                    <a:pt x="655415" y="161300"/>
                  </a:lnTo>
                  <a:lnTo>
                    <a:pt x="643904" y="163201"/>
                  </a:lnTo>
                  <a:lnTo>
                    <a:pt x="632394" y="165007"/>
                  </a:lnTo>
                  <a:lnTo>
                    <a:pt x="620884" y="166813"/>
                  </a:lnTo>
                  <a:lnTo>
                    <a:pt x="609374" y="168429"/>
                  </a:lnTo>
                  <a:lnTo>
                    <a:pt x="597959" y="169950"/>
                  </a:lnTo>
                  <a:lnTo>
                    <a:pt x="586449" y="171376"/>
                  </a:lnTo>
                  <a:lnTo>
                    <a:pt x="574939" y="172706"/>
                  </a:lnTo>
                  <a:lnTo>
                    <a:pt x="563428" y="173942"/>
                  </a:lnTo>
                  <a:lnTo>
                    <a:pt x="551918" y="175083"/>
                  </a:lnTo>
                  <a:lnTo>
                    <a:pt x="540408" y="176223"/>
                  </a:lnTo>
                  <a:lnTo>
                    <a:pt x="528898" y="177269"/>
                  </a:lnTo>
                  <a:lnTo>
                    <a:pt x="517387" y="178219"/>
                  </a:lnTo>
                  <a:lnTo>
                    <a:pt x="505973" y="179075"/>
                  </a:lnTo>
                  <a:lnTo>
                    <a:pt x="494462" y="179930"/>
                  </a:lnTo>
                  <a:lnTo>
                    <a:pt x="482952" y="180691"/>
                  </a:lnTo>
                  <a:lnTo>
                    <a:pt x="471442" y="181356"/>
                  </a:lnTo>
                  <a:lnTo>
                    <a:pt x="459932" y="182021"/>
                  </a:lnTo>
                  <a:lnTo>
                    <a:pt x="448421" y="182592"/>
                  </a:lnTo>
                  <a:lnTo>
                    <a:pt x="436911" y="183162"/>
                  </a:lnTo>
                  <a:lnTo>
                    <a:pt x="425401" y="183732"/>
                  </a:lnTo>
                  <a:lnTo>
                    <a:pt x="413986" y="184207"/>
                  </a:lnTo>
                  <a:lnTo>
                    <a:pt x="402476" y="184588"/>
                  </a:lnTo>
                  <a:lnTo>
                    <a:pt x="390966" y="185063"/>
                  </a:lnTo>
                  <a:lnTo>
                    <a:pt x="379455" y="185443"/>
                  </a:lnTo>
                  <a:lnTo>
                    <a:pt x="367945" y="185728"/>
                  </a:lnTo>
                  <a:lnTo>
                    <a:pt x="356435" y="186013"/>
                  </a:lnTo>
                  <a:lnTo>
                    <a:pt x="344925" y="186299"/>
                  </a:lnTo>
                  <a:lnTo>
                    <a:pt x="333415" y="186584"/>
                  </a:lnTo>
                  <a:lnTo>
                    <a:pt x="322000" y="186774"/>
                  </a:lnTo>
                  <a:lnTo>
                    <a:pt x="310489" y="186964"/>
                  </a:lnTo>
                  <a:lnTo>
                    <a:pt x="298979" y="187154"/>
                  </a:lnTo>
                  <a:lnTo>
                    <a:pt x="287469" y="187344"/>
                  </a:lnTo>
                  <a:lnTo>
                    <a:pt x="275959" y="187439"/>
                  </a:lnTo>
                  <a:lnTo>
                    <a:pt x="264449" y="187629"/>
                  </a:lnTo>
                  <a:lnTo>
                    <a:pt x="252939" y="187724"/>
                  </a:lnTo>
                  <a:lnTo>
                    <a:pt x="241429" y="187819"/>
                  </a:lnTo>
                  <a:lnTo>
                    <a:pt x="230013" y="187819"/>
                  </a:lnTo>
                  <a:lnTo>
                    <a:pt x="218503" y="187915"/>
                  </a:lnTo>
                  <a:lnTo>
                    <a:pt x="206993" y="187915"/>
                  </a:lnTo>
                  <a:lnTo>
                    <a:pt x="195483" y="187915"/>
                  </a:lnTo>
                  <a:lnTo>
                    <a:pt x="183973" y="188010"/>
                  </a:lnTo>
                  <a:lnTo>
                    <a:pt x="172463" y="188010"/>
                  </a:lnTo>
                  <a:lnTo>
                    <a:pt x="160952" y="187915"/>
                  </a:lnTo>
                  <a:lnTo>
                    <a:pt x="149442" y="187915"/>
                  </a:lnTo>
                  <a:lnTo>
                    <a:pt x="138027" y="187915"/>
                  </a:lnTo>
                  <a:lnTo>
                    <a:pt x="126517" y="187819"/>
                  </a:lnTo>
                  <a:lnTo>
                    <a:pt x="115007" y="187819"/>
                  </a:lnTo>
                  <a:lnTo>
                    <a:pt x="103497" y="187724"/>
                  </a:lnTo>
                  <a:lnTo>
                    <a:pt x="91986" y="187629"/>
                  </a:lnTo>
                  <a:lnTo>
                    <a:pt x="80476" y="187534"/>
                  </a:lnTo>
                  <a:lnTo>
                    <a:pt x="68966" y="187439"/>
                  </a:lnTo>
                  <a:lnTo>
                    <a:pt x="57551" y="187344"/>
                  </a:lnTo>
                  <a:lnTo>
                    <a:pt x="46041" y="187249"/>
                  </a:lnTo>
                  <a:lnTo>
                    <a:pt x="34531" y="187154"/>
                  </a:lnTo>
                  <a:lnTo>
                    <a:pt x="23020" y="187059"/>
                  </a:lnTo>
                  <a:lnTo>
                    <a:pt x="11510" y="186964"/>
                  </a:lnTo>
                  <a:lnTo>
                    <a:pt x="0" y="186774"/>
                  </a:lnTo>
                  <a:lnTo>
                    <a:pt x="0" y="563553"/>
                  </a:lnTo>
                  <a:lnTo>
                    <a:pt x="11510" y="558420"/>
                  </a:lnTo>
                  <a:lnTo>
                    <a:pt x="23020" y="553288"/>
                  </a:lnTo>
                  <a:lnTo>
                    <a:pt x="34531" y="548155"/>
                  </a:lnTo>
                  <a:lnTo>
                    <a:pt x="46041" y="543022"/>
                  </a:lnTo>
                  <a:close/>
                </a:path>
              </a:pathLst>
            </a:custGeom>
            <a:solidFill>
              <a:srgbClr val="1EAED3">
                <a:alpha val="20000"/>
              </a:srgbClr>
            </a:solidFill>
            <a:ln w="9506" cap="flat">
              <a:noFill/>
              <a:prstDash val="solid"/>
              <a:miter/>
            </a:ln>
          </p:spPr>
          <p:txBody>
            <a:bodyPr rtlCol="0" anchor="ctr"/>
            <a:lstStyle/>
            <a:p>
              <a:endParaRPr lang="en-US"/>
            </a:p>
          </p:txBody>
        </p:sp>
        <p:sp>
          <p:nvSpPr>
            <p:cNvPr id="3492" name="Freeform 3491">
              <a:extLst>
                <a:ext uri="{FF2B5EF4-FFF2-40B4-BE49-F238E27FC236}">
                  <a16:creationId xmlns:a16="http://schemas.microsoft.com/office/drawing/2014/main" id="{4FBD5771-56A9-F951-4C7A-CD613CD049F6}"/>
                </a:ext>
              </a:extLst>
            </p:cNvPr>
            <p:cNvSpPr/>
            <p:nvPr/>
          </p:nvSpPr>
          <p:spPr>
            <a:xfrm>
              <a:off x="1406356" y="2675906"/>
              <a:ext cx="2847671" cy="620110"/>
            </a:xfrm>
            <a:custGeom>
              <a:avLst/>
              <a:gdLst>
                <a:gd name="connsiteX0" fmla="*/ 0 w 1138366"/>
                <a:gd name="connsiteY0" fmla="*/ 247891 h 247891"/>
                <a:gd name="connsiteX1" fmla="*/ 11510 w 1138366"/>
                <a:gd name="connsiteY1" fmla="*/ 245420 h 247891"/>
                <a:gd name="connsiteX2" fmla="*/ 23020 w 1138366"/>
                <a:gd name="connsiteY2" fmla="*/ 242949 h 247891"/>
                <a:gd name="connsiteX3" fmla="*/ 34531 w 1138366"/>
                <a:gd name="connsiteY3" fmla="*/ 240382 h 247891"/>
                <a:gd name="connsiteX4" fmla="*/ 46041 w 1138366"/>
                <a:gd name="connsiteY4" fmla="*/ 237911 h 247891"/>
                <a:gd name="connsiteX5" fmla="*/ 57551 w 1138366"/>
                <a:gd name="connsiteY5" fmla="*/ 235345 h 247891"/>
                <a:gd name="connsiteX6" fmla="*/ 68966 w 1138366"/>
                <a:gd name="connsiteY6" fmla="*/ 232873 h 247891"/>
                <a:gd name="connsiteX7" fmla="*/ 80476 w 1138366"/>
                <a:gd name="connsiteY7" fmla="*/ 230402 h 247891"/>
                <a:gd name="connsiteX8" fmla="*/ 91986 w 1138366"/>
                <a:gd name="connsiteY8" fmla="*/ 227836 h 247891"/>
                <a:gd name="connsiteX9" fmla="*/ 103497 w 1138366"/>
                <a:gd name="connsiteY9" fmla="*/ 225364 h 247891"/>
                <a:gd name="connsiteX10" fmla="*/ 115007 w 1138366"/>
                <a:gd name="connsiteY10" fmla="*/ 222893 h 247891"/>
                <a:gd name="connsiteX11" fmla="*/ 126517 w 1138366"/>
                <a:gd name="connsiteY11" fmla="*/ 220327 h 247891"/>
                <a:gd name="connsiteX12" fmla="*/ 138027 w 1138366"/>
                <a:gd name="connsiteY12" fmla="*/ 217855 h 247891"/>
                <a:gd name="connsiteX13" fmla="*/ 149442 w 1138366"/>
                <a:gd name="connsiteY13" fmla="*/ 215384 h 247891"/>
                <a:gd name="connsiteX14" fmla="*/ 160952 w 1138366"/>
                <a:gd name="connsiteY14" fmla="*/ 212818 h 247891"/>
                <a:gd name="connsiteX15" fmla="*/ 172463 w 1138366"/>
                <a:gd name="connsiteY15" fmla="*/ 210346 h 247891"/>
                <a:gd name="connsiteX16" fmla="*/ 183973 w 1138366"/>
                <a:gd name="connsiteY16" fmla="*/ 207875 h 247891"/>
                <a:gd name="connsiteX17" fmla="*/ 195483 w 1138366"/>
                <a:gd name="connsiteY17" fmla="*/ 205309 h 247891"/>
                <a:gd name="connsiteX18" fmla="*/ 206993 w 1138366"/>
                <a:gd name="connsiteY18" fmla="*/ 202837 h 247891"/>
                <a:gd name="connsiteX19" fmla="*/ 218503 w 1138366"/>
                <a:gd name="connsiteY19" fmla="*/ 200366 h 247891"/>
                <a:gd name="connsiteX20" fmla="*/ 230013 w 1138366"/>
                <a:gd name="connsiteY20" fmla="*/ 197800 h 247891"/>
                <a:gd name="connsiteX21" fmla="*/ 241429 w 1138366"/>
                <a:gd name="connsiteY21" fmla="*/ 195328 h 247891"/>
                <a:gd name="connsiteX22" fmla="*/ 252939 w 1138366"/>
                <a:gd name="connsiteY22" fmla="*/ 192857 h 247891"/>
                <a:gd name="connsiteX23" fmla="*/ 264449 w 1138366"/>
                <a:gd name="connsiteY23" fmla="*/ 190291 h 247891"/>
                <a:gd name="connsiteX24" fmla="*/ 275959 w 1138366"/>
                <a:gd name="connsiteY24" fmla="*/ 187819 h 247891"/>
                <a:gd name="connsiteX25" fmla="*/ 287469 w 1138366"/>
                <a:gd name="connsiteY25" fmla="*/ 185348 h 247891"/>
                <a:gd name="connsiteX26" fmla="*/ 298979 w 1138366"/>
                <a:gd name="connsiteY26" fmla="*/ 182782 h 247891"/>
                <a:gd name="connsiteX27" fmla="*/ 310489 w 1138366"/>
                <a:gd name="connsiteY27" fmla="*/ 180310 h 247891"/>
                <a:gd name="connsiteX28" fmla="*/ 322000 w 1138366"/>
                <a:gd name="connsiteY28" fmla="*/ 177839 h 247891"/>
                <a:gd name="connsiteX29" fmla="*/ 333415 w 1138366"/>
                <a:gd name="connsiteY29" fmla="*/ 175273 h 247891"/>
                <a:gd name="connsiteX30" fmla="*/ 344925 w 1138366"/>
                <a:gd name="connsiteY30" fmla="*/ 172801 h 247891"/>
                <a:gd name="connsiteX31" fmla="*/ 356435 w 1138366"/>
                <a:gd name="connsiteY31" fmla="*/ 170330 h 247891"/>
                <a:gd name="connsiteX32" fmla="*/ 367945 w 1138366"/>
                <a:gd name="connsiteY32" fmla="*/ 167764 h 247891"/>
                <a:gd name="connsiteX33" fmla="*/ 379455 w 1138366"/>
                <a:gd name="connsiteY33" fmla="*/ 165292 h 247891"/>
                <a:gd name="connsiteX34" fmla="*/ 390966 w 1138366"/>
                <a:gd name="connsiteY34" fmla="*/ 162821 h 247891"/>
                <a:gd name="connsiteX35" fmla="*/ 402476 w 1138366"/>
                <a:gd name="connsiteY35" fmla="*/ 160255 h 247891"/>
                <a:gd name="connsiteX36" fmla="*/ 413986 w 1138366"/>
                <a:gd name="connsiteY36" fmla="*/ 157783 h 247891"/>
                <a:gd name="connsiteX37" fmla="*/ 425401 w 1138366"/>
                <a:gd name="connsiteY37" fmla="*/ 155312 h 247891"/>
                <a:gd name="connsiteX38" fmla="*/ 436911 w 1138366"/>
                <a:gd name="connsiteY38" fmla="*/ 152746 h 247891"/>
                <a:gd name="connsiteX39" fmla="*/ 448421 w 1138366"/>
                <a:gd name="connsiteY39" fmla="*/ 150275 h 247891"/>
                <a:gd name="connsiteX40" fmla="*/ 459932 w 1138366"/>
                <a:gd name="connsiteY40" fmla="*/ 147803 h 247891"/>
                <a:gd name="connsiteX41" fmla="*/ 471442 w 1138366"/>
                <a:gd name="connsiteY41" fmla="*/ 145237 h 247891"/>
                <a:gd name="connsiteX42" fmla="*/ 482952 w 1138366"/>
                <a:gd name="connsiteY42" fmla="*/ 142766 h 247891"/>
                <a:gd name="connsiteX43" fmla="*/ 494462 w 1138366"/>
                <a:gd name="connsiteY43" fmla="*/ 140294 h 247891"/>
                <a:gd name="connsiteX44" fmla="*/ 505973 w 1138366"/>
                <a:gd name="connsiteY44" fmla="*/ 137728 h 247891"/>
                <a:gd name="connsiteX45" fmla="*/ 517387 w 1138366"/>
                <a:gd name="connsiteY45" fmla="*/ 135257 h 247891"/>
                <a:gd name="connsiteX46" fmla="*/ 528898 w 1138366"/>
                <a:gd name="connsiteY46" fmla="*/ 132690 h 247891"/>
                <a:gd name="connsiteX47" fmla="*/ 540408 w 1138366"/>
                <a:gd name="connsiteY47" fmla="*/ 130219 h 247891"/>
                <a:gd name="connsiteX48" fmla="*/ 551918 w 1138366"/>
                <a:gd name="connsiteY48" fmla="*/ 127748 h 247891"/>
                <a:gd name="connsiteX49" fmla="*/ 563428 w 1138366"/>
                <a:gd name="connsiteY49" fmla="*/ 125181 h 247891"/>
                <a:gd name="connsiteX50" fmla="*/ 574939 w 1138366"/>
                <a:gd name="connsiteY50" fmla="*/ 122710 h 247891"/>
                <a:gd name="connsiteX51" fmla="*/ 586449 w 1138366"/>
                <a:gd name="connsiteY51" fmla="*/ 120239 h 247891"/>
                <a:gd name="connsiteX52" fmla="*/ 597959 w 1138366"/>
                <a:gd name="connsiteY52" fmla="*/ 117672 h 247891"/>
                <a:gd name="connsiteX53" fmla="*/ 609374 w 1138366"/>
                <a:gd name="connsiteY53" fmla="*/ 115201 h 247891"/>
                <a:gd name="connsiteX54" fmla="*/ 620884 w 1138366"/>
                <a:gd name="connsiteY54" fmla="*/ 112730 h 247891"/>
                <a:gd name="connsiteX55" fmla="*/ 632394 w 1138366"/>
                <a:gd name="connsiteY55" fmla="*/ 110163 h 247891"/>
                <a:gd name="connsiteX56" fmla="*/ 643904 w 1138366"/>
                <a:gd name="connsiteY56" fmla="*/ 107692 h 247891"/>
                <a:gd name="connsiteX57" fmla="*/ 655415 w 1138366"/>
                <a:gd name="connsiteY57" fmla="*/ 105221 h 247891"/>
                <a:gd name="connsiteX58" fmla="*/ 666925 w 1138366"/>
                <a:gd name="connsiteY58" fmla="*/ 102654 h 247891"/>
                <a:gd name="connsiteX59" fmla="*/ 678435 w 1138366"/>
                <a:gd name="connsiteY59" fmla="*/ 100183 h 247891"/>
                <a:gd name="connsiteX60" fmla="*/ 689945 w 1138366"/>
                <a:gd name="connsiteY60" fmla="*/ 97712 h 247891"/>
                <a:gd name="connsiteX61" fmla="*/ 701360 w 1138366"/>
                <a:gd name="connsiteY61" fmla="*/ 95145 h 247891"/>
                <a:gd name="connsiteX62" fmla="*/ 712870 w 1138366"/>
                <a:gd name="connsiteY62" fmla="*/ 92674 h 247891"/>
                <a:gd name="connsiteX63" fmla="*/ 724381 w 1138366"/>
                <a:gd name="connsiteY63" fmla="*/ 90203 h 247891"/>
                <a:gd name="connsiteX64" fmla="*/ 735891 w 1138366"/>
                <a:gd name="connsiteY64" fmla="*/ 87636 h 247891"/>
                <a:gd name="connsiteX65" fmla="*/ 747401 w 1138366"/>
                <a:gd name="connsiteY65" fmla="*/ 85165 h 247891"/>
                <a:gd name="connsiteX66" fmla="*/ 758911 w 1138366"/>
                <a:gd name="connsiteY66" fmla="*/ 82694 h 247891"/>
                <a:gd name="connsiteX67" fmla="*/ 770421 w 1138366"/>
                <a:gd name="connsiteY67" fmla="*/ 80127 h 247891"/>
                <a:gd name="connsiteX68" fmla="*/ 781932 w 1138366"/>
                <a:gd name="connsiteY68" fmla="*/ 77656 h 247891"/>
                <a:gd name="connsiteX69" fmla="*/ 793347 w 1138366"/>
                <a:gd name="connsiteY69" fmla="*/ 75185 h 247891"/>
                <a:gd name="connsiteX70" fmla="*/ 804857 w 1138366"/>
                <a:gd name="connsiteY70" fmla="*/ 72618 h 247891"/>
                <a:gd name="connsiteX71" fmla="*/ 816367 w 1138366"/>
                <a:gd name="connsiteY71" fmla="*/ 70147 h 247891"/>
                <a:gd name="connsiteX72" fmla="*/ 827877 w 1138366"/>
                <a:gd name="connsiteY72" fmla="*/ 67676 h 247891"/>
                <a:gd name="connsiteX73" fmla="*/ 839387 w 1138366"/>
                <a:gd name="connsiteY73" fmla="*/ 65109 h 247891"/>
                <a:gd name="connsiteX74" fmla="*/ 850898 w 1138366"/>
                <a:gd name="connsiteY74" fmla="*/ 62638 h 247891"/>
                <a:gd name="connsiteX75" fmla="*/ 862408 w 1138366"/>
                <a:gd name="connsiteY75" fmla="*/ 60167 h 247891"/>
                <a:gd name="connsiteX76" fmla="*/ 873918 w 1138366"/>
                <a:gd name="connsiteY76" fmla="*/ 57600 h 247891"/>
                <a:gd name="connsiteX77" fmla="*/ 885333 w 1138366"/>
                <a:gd name="connsiteY77" fmla="*/ 55129 h 247891"/>
                <a:gd name="connsiteX78" fmla="*/ 896843 w 1138366"/>
                <a:gd name="connsiteY78" fmla="*/ 52658 h 247891"/>
                <a:gd name="connsiteX79" fmla="*/ 908353 w 1138366"/>
                <a:gd name="connsiteY79" fmla="*/ 50092 h 247891"/>
                <a:gd name="connsiteX80" fmla="*/ 919864 w 1138366"/>
                <a:gd name="connsiteY80" fmla="*/ 47620 h 247891"/>
                <a:gd name="connsiteX81" fmla="*/ 931374 w 1138366"/>
                <a:gd name="connsiteY81" fmla="*/ 45149 h 247891"/>
                <a:gd name="connsiteX82" fmla="*/ 942884 w 1138366"/>
                <a:gd name="connsiteY82" fmla="*/ 42583 h 247891"/>
                <a:gd name="connsiteX83" fmla="*/ 954394 w 1138366"/>
                <a:gd name="connsiteY83" fmla="*/ 40111 h 247891"/>
                <a:gd name="connsiteX84" fmla="*/ 965904 w 1138366"/>
                <a:gd name="connsiteY84" fmla="*/ 37640 h 247891"/>
                <a:gd name="connsiteX85" fmla="*/ 977319 w 1138366"/>
                <a:gd name="connsiteY85" fmla="*/ 35074 h 247891"/>
                <a:gd name="connsiteX86" fmla="*/ 988830 w 1138366"/>
                <a:gd name="connsiteY86" fmla="*/ 32602 h 247891"/>
                <a:gd name="connsiteX87" fmla="*/ 1000340 w 1138366"/>
                <a:gd name="connsiteY87" fmla="*/ 30036 h 247891"/>
                <a:gd name="connsiteX88" fmla="*/ 1011850 w 1138366"/>
                <a:gd name="connsiteY88" fmla="*/ 27565 h 247891"/>
                <a:gd name="connsiteX89" fmla="*/ 1023360 w 1138366"/>
                <a:gd name="connsiteY89" fmla="*/ 25093 h 247891"/>
                <a:gd name="connsiteX90" fmla="*/ 1034870 w 1138366"/>
                <a:gd name="connsiteY90" fmla="*/ 22527 h 247891"/>
                <a:gd name="connsiteX91" fmla="*/ 1046380 w 1138366"/>
                <a:gd name="connsiteY91" fmla="*/ 20056 h 247891"/>
                <a:gd name="connsiteX92" fmla="*/ 1057796 w 1138366"/>
                <a:gd name="connsiteY92" fmla="*/ 17584 h 247891"/>
                <a:gd name="connsiteX93" fmla="*/ 1069306 w 1138366"/>
                <a:gd name="connsiteY93" fmla="*/ 15018 h 247891"/>
                <a:gd name="connsiteX94" fmla="*/ 1080816 w 1138366"/>
                <a:gd name="connsiteY94" fmla="*/ 12547 h 247891"/>
                <a:gd name="connsiteX95" fmla="*/ 1092326 w 1138366"/>
                <a:gd name="connsiteY95" fmla="*/ 10075 h 247891"/>
                <a:gd name="connsiteX96" fmla="*/ 1103836 w 1138366"/>
                <a:gd name="connsiteY96" fmla="*/ 7509 h 247891"/>
                <a:gd name="connsiteX97" fmla="*/ 1115346 w 1138366"/>
                <a:gd name="connsiteY97" fmla="*/ 5038 h 247891"/>
                <a:gd name="connsiteX98" fmla="*/ 1126857 w 1138366"/>
                <a:gd name="connsiteY98" fmla="*/ 2566 h 247891"/>
                <a:gd name="connsiteX99" fmla="*/ 1138367 w 1138366"/>
                <a:gd name="connsiteY99" fmla="*/ 0 h 247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138366" h="247891">
                  <a:moveTo>
                    <a:pt x="0" y="247891"/>
                  </a:moveTo>
                  <a:lnTo>
                    <a:pt x="11510" y="245420"/>
                  </a:lnTo>
                  <a:lnTo>
                    <a:pt x="23020" y="242949"/>
                  </a:lnTo>
                  <a:lnTo>
                    <a:pt x="34531" y="240382"/>
                  </a:lnTo>
                  <a:lnTo>
                    <a:pt x="46041" y="237911"/>
                  </a:lnTo>
                  <a:lnTo>
                    <a:pt x="57551" y="235345"/>
                  </a:lnTo>
                  <a:lnTo>
                    <a:pt x="68966" y="232873"/>
                  </a:lnTo>
                  <a:lnTo>
                    <a:pt x="80476" y="230402"/>
                  </a:lnTo>
                  <a:lnTo>
                    <a:pt x="91986" y="227836"/>
                  </a:lnTo>
                  <a:lnTo>
                    <a:pt x="103497" y="225364"/>
                  </a:lnTo>
                  <a:lnTo>
                    <a:pt x="115007" y="222893"/>
                  </a:lnTo>
                  <a:lnTo>
                    <a:pt x="126517" y="220327"/>
                  </a:lnTo>
                  <a:lnTo>
                    <a:pt x="138027" y="217855"/>
                  </a:lnTo>
                  <a:lnTo>
                    <a:pt x="149442" y="215384"/>
                  </a:lnTo>
                  <a:lnTo>
                    <a:pt x="160952" y="212818"/>
                  </a:lnTo>
                  <a:lnTo>
                    <a:pt x="172463" y="210346"/>
                  </a:lnTo>
                  <a:lnTo>
                    <a:pt x="183973" y="207875"/>
                  </a:lnTo>
                  <a:lnTo>
                    <a:pt x="195483" y="205309"/>
                  </a:lnTo>
                  <a:lnTo>
                    <a:pt x="206993" y="202837"/>
                  </a:lnTo>
                  <a:lnTo>
                    <a:pt x="218503" y="200366"/>
                  </a:lnTo>
                  <a:lnTo>
                    <a:pt x="230013" y="197800"/>
                  </a:lnTo>
                  <a:lnTo>
                    <a:pt x="241429" y="195328"/>
                  </a:lnTo>
                  <a:lnTo>
                    <a:pt x="252939" y="192857"/>
                  </a:lnTo>
                  <a:lnTo>
                    <a:pt x="264449" y="190291"/>
                  </a:lnTo>
                  <a:lnTo>
                    <a:pt x="275959" y="187819"/>
                  </a:lnTo>
                  <a:lnTo>
                    <a:pt x="287469" y="185348"/>
                  </a:lnTo>
                  <a:lnTo>
                    <a:pt x="298979" y="182782"/>
                  </a:lnTo>
                  <a:lnTo>
                    <a:pt x="310489" y="180310"/>
                  </a:lnTo>
                  <a:lnTo>
                    <a:pt x="322000" y="177839"/>
                  </a:lnTo>
                  <a:lnTo>
                    <a:pt x="333415" y="175273"/>
                  </a:lnTo>
                  <a:lnTo>
                    <a:pt x="344925" y="172801"/>
                  </a:lnTo>
                  <a:lnTo>
                    <a:pt x="356435" y="170330"/>
                  </a:lnTo>
                  <a:lnTo>
                    <a:pt x="367945" y="167764"/>
                  </a:lnTo>
                  <a:lnTo>
                    <a:pt x="379455" y="165292"/>
                  </a:lnTo>
                  <a:lnTo>
                    <a:pt x="390966" y="162821"/>
                  </a:lnTo>
                  <a:lnTo>
                    <a:pt x="402476" y="160255"/>
                  </a:lnTo>
                  <a:lnTo>
                    <a:pt x="413986" y="157783"/>
                  </a:lnTo>
                  <a:lnTo>
                    <a:pt x="425401" y="155312"/>
                  </a:lnTo>
                  <a:lnTo>
                    <a:pt x="436911" y="152746"/>
                  </a:lnTo>
                  <a:lnTo>
                    <a:pt x="448421" y="150275"/>
                  </a:lnTo>
                  <a:lnTo>
                    <a:pt x="459932" y="147803"/>
                  </a:lnTo>
                  <a:lnTo>
                    <a:pt x="471442" y="145237"/>
                  </a:lnTo>
                  <a:lnTo>
                    <a:pt x="482952" y="142766"/>
                  </a:lnTo>
                  <a:lnTo>
                    <a:pt x="494462" y="140294"/>
                  </a:lnTo>
                  <a:lnTo>
                    <a:pt x="505973" y="137728"/>
                  </a:lnTo>
                  <a:lnTo>
                    <a:pt x="517387" y="135257"/>
                  </a:lnTo>
                  <a:lnTo>
                    <a:pt x="528898" y="132690"/>
                  </a:lnTo>
                  <a:lnTo>
                    <a:pt x="540408" y="130219"/>
                  </a:lnTo>
                  <a:lnTo>
                    <a:pt x="551918" y="127748"/>
                  </a:lnTo>
                  <a:lnTo>
                    <a:pt x="563428" y="125181"/>
                  </a:lnTo>
                  <a:lnTo>
                    <a:pt x="574939" y="122710"/>
                  </a:lnTo>
                  <a:lnTo>
                    <a:pt x="586449" y="120239"/>
                  </a:lnTo>
                  <a:lnTo>
                    <a:pt x="597959" y="117672"/>
                  </a:lnTo>
                  <a:lnTo>
                    <a:pt x="609374" y="115201"/>
                  </a:lnTo>
                  <a:lnTo>
                    <a:pt x="620884" y="112730"/>
                  </a:lnTo>
                  <a:lnTo>
                    <a:pt x="632394" y="110163"/>
                  </a:lnTo>
                  <a:lnTo>
                    <a:pt x="643904" y="107692"/>
                  </a:lnTo>
                  <a:lnTo>
                    <a:pt x="655415" y="105221"/>
                  </a:lnTo>
                  <a:lnTo>
                    <a:pt x="666925" y="102654"/>
                  </a:lnTo>
                  <a:lnTo>
                    <a:pt x="678435" y="100183"/>
                  </a:lnTo>
                  <a:lnTo>
                    <a:pt x="689945" y="97712"/>
                  </a:lnTo>
                  <a:lnTo>
                    <a:pt x="701360" y="95145"/>
                  </a:lnTo>
                  <a:lnTo>
                    <a:pt x="712870" y="92674"/>
                  </a:lnTo>
                  <a:lnTo>
                    <a:pt x="724381" y="90203"/>
                  </a:lnTo>
                  <a:lnTo>
                    <a:pt x="735891" y="87636"/>
                  </a:lnTo>
                  <a:lnTo>
                    <a:pt x="747401" y="85165"/>
                  </a:lnTo>
                  <a:lnTo>
                    <a:pt x="758911" y="82694"/>
                  </a:lnTo>
                  <a:lnTo>
                    <a:pt x="770421" y="80127"/>
                  </a:lnTo>
                  <a:lnTo>
                    <a:pt x="781932" y="77656"/>
                  </a:lnTo>
                  <a:lnTo>
                    <a:pt x="793347" y="75185"/>
                  </a:lnTo>
                  <a:lnTo>
                    <a:pt x="804857" y="72618"/>
                  </a:lnTo>
                  <a:lnTo>
                    <a:pt x="816367" y="70147"/>
                  </a:lnTo>
                  <a:lnTo>
                    <a:pt x="827877" y="67676"/>
                  </a:lnTo>
                  <a:lnTo>
                    <a:pt x="839387" y="65109"/>
                  </a:lnTo>
                  <a:lnTo>
                    <a:pt x="850898" y="62638"/>
                  </a:lnTo>
                  <a:lnTo>
                    <a:pt x="862408" y="60167"/>
                  </a:lnTo>
                  <a:lnTo>
                    <a:pt x="873918" y="57600"/>
                  </a:lnTo>
                  <a:lnTo>
                    <a:pt x="885333" y="55129"/>
                  </a:lnTo>
                  <a:lnTo>
                    <a:pt x="896843" y="52658"/>
                  </a:lnTo>
                  <a:lnTo>
                    <a:pt x="908353" y="50092"/>
                  </a:lnTo>
                  <a:lnTo>
                    <a:pt x="919864" y="47620"/>
                  </a:lnTo>
                  <a:lnTo>
                    <a:pt x="931374" y="45149"/>
                  </a:lnTo>
                  <a:lnTo>
                    <a:pt x="942884" y="42583"/>
                  </a:lnTo>
                  <a:lnTo>
                    <a:pt x="954394" y="40111"/>
                  </a:lnTo>
                  <a:lnTo>
                    <a:pt x="965904" y="37640"/>
                  </a:lnTo>
                  <a:lnTo>
                    <a:pt x="977319" y="35074"/>
                  </a:lnTo>
                  <a:lnTo>
                    <a:pt x="988830" y="32602"/>
                  </a:lnTo>
                  <a:lnTo>
                    <a:pt x="1000340" y="30036"/>
                  </a:lnTo>
                  <a:lnTo>
                    <a:pt x="1011850" y="27565"/>
                  </a:lnTo>
                  <a:lnTo>
                    <a:pt x="1023360" y="25093"/>
                  </a:lnTo>
                  <a:lnTo>
                    <a:pt x="1034870" y="22527"/>
                  </a:lnTo>
                  <a:lnTo>
                    <a:pt x="1046380" y="20056"/>
                  </a:lnTo>
                  <a:lnTo>
                    <a:pt x="1057796" y="17584"/>
                  </a:lnTo>
                  <a:lnTo>
                    <a:pt x="1069306" y="15018"/>
                  </a:lnTo>
                  <a:lnTo>
                    <a:pt x="1080816" y="12547"/>
                  </a:lnTo>
                  <a:lnTo>
                    <a:pt x="1092326" y="10075"/>
                  </a:lnTo>
                  <a:lnTo>
                    <a:pt x="1103836" y="7509"/>
                  </a:lnTo>
                  <a:lnTo>
                    <a:pt x="1115346" y="5038"/>
                  </a:lnTo>
                  <a:lnTo>
                    <a:pt x="1126857" y="2566"/>
                  </a:lnTo>
                  <a:lnTo>
                    <a:pt x="1138367" y="0"/>
                  </a:lnTo>
                </a:path>
              </a:pathLst>
            </a:custGeom>
            <a:noFill/>
            <a:ln w="38100" cap="flat">
              <a:solidFill>
                <a:srgbClr val="1EAED3"/>
              </a:solidFill>
              <a:prstDash val="solid"/>
              <a:round/>
            </a:ln>
          </p:spPr>
          <p:txBody>
            <a:bodyPr rtlCol="0" anchor="ctr"/>
            <a:lstStyle/>
            <a:p>
              <a:endParaRPr lang="en-US"/>
            </a:p>
          </p:txBody>
        </p:sp>
        <p:sp>
          <p:nvSpPr>
            <p:cNvPr id="4724" name="TextBox 4723">
              <a:extLst>
                <a:ext uri="{FF2B5EF4-FFF2-40B4-BE49-F238E27FC236}">
                  <a16:creationId xmlns:a16="http://schemas.microsoft.com/office/drawing/2014/main" id="{B84B2430-A281-AAA5-6C4F-2151CB2ED888}"/>
                </a:ext>
              </a:extLst>
            </p:cNvPr>
            <p:cNvSpPr txBox="1"/>
            <p:nvPr/>
          </p:nvSpPr>
          <p:spPr>
            <a:xfrm>
              <a:off x="95554" y="5931081"/>
              <a:ext cx="5585368" cy="400110"/>
            </a:xfrm>
            <a:prstGeom prst="rect">
              <a:avLst/>
            </a:prstGeom>
            <a:noFill/>
          </p:spPr>
          <p:txBody>
            <a:bodyPr wrap="square" rtlCol="0">
              <a:spAutoFit/>
            </a:bodyPr>
            <a:lstStyle/>
            <a:p>
              <a:r>
                <a:rPr lang="en-US" sz="2000" dirty="0">
                  <a:latin typeface="Helvetica" pitchFamily="2" charset="0"/>
                </a:rPr>
                <a:t>Greater EM benefit for subjects with better LTM</a:t>
              </a:r>
            </a:p>
          </p:txBody>
        </p:sp>
      </p:grpSp>
      <p:grpSp>
        <p:nvGrpSpPr>
          <p:cNvPr id="4481" name="Group 4480">
            <a:extLst>
              <a:ext uri="{FF2B5EF4-FFF2-40B4-BE49-F238E27FC236}">
                <a16:creationId xmlns:a16="http://schemas.microsoft.com/office/drawing/2014/main" id="{37EA241C-A0D3-B68B-EB31-ABFB31A5F321}"/>
              </a:ext>
            </a:extLst>
          </p:cNvPr>
          <p:cNvGrpSpPr/>
          <p:nvPr/>
        </p:nvGrpSpPr>
        <p:grpSpPr>
          <a:xfrm>
            <a:off x="1129793" y="1432804"/>
            <a:ext cx="3712660" cy="4109337"/>
            <a:chOff x="6521225" y="1524848"/>
            <a:chExt cx="3712660" cy="4109337"/>
          </a:xfrm>
        </p:grpSpPr>
        <p:grpSp>
          <p:nvGrpSpPr>
            <p:cNvPr id="3506" name="Graphic 5">
              <a:extLst>
                <a:ext uri="{FF2B5EF4-FFF2-40B4-BE49-F238E27FC236}">
                  <a16:creationId xmlns:a16="http://schemas.microsoft.com/office/drawing/2014/main" id="{83C66ABA-D6D4-CD6A-56E0-39E586288C8B}"/>
                </a:ext>
              </a:extLst>
            </p:cNvPr>
            <p:cNvGrpSpPr/>
            <p:nvPr/>
          </p:nvGrpSpPr>
          <p:grpSpPr>
            <a:xfrm>
              <a:off x="6521225" y="2440748"/>
              <a:ext cx="177992" cy="1124664"/>
              <a:chOff x="7003211" y="3918984"/>
              <a:chExt cx="71153" cy="449588"/>
            </a:xfrm>
            <a:solidFill>
              <a:srgbClr val="000000"/>
            </a:solidFill>
          </p:grpSpPr>
          <p:sp>
            <p:nvSpPr>
              <p:cNvPr id="3507" name="Freeform 3506">
                <a:extLst>
                  <a:ext uri="{FF2B5EF4-FFF2-40B4-BE49-F238E27FC236}">
                    <a16:creationId xmlns:a16="http://schemas.microsoft.com/office/drawing/2014/main" id="{8E5D7243-1630-0F88-D645-FC5CCB12B115}"/>
                  </a:ext>
                </a:extLst>
              </p:cNvPr>
              <p:cNvSpPr/>
              <p:nvPr/>
            </p:nvSpPr>
            <p:spPr>
              <a:xfrm>
                <a:off x="7004543" y="4322092"/>
                <a:ext cx="68490" cy="46479"/>
              </a:xfrm>
              <a:custGeom>
                <a:avLst/>
                <a:gdLst>
                  <a:gd name="connsiteX0" fmla="*/ 68490 w 68490"/>
                  <a:gd name="connsiteY0" fmla="*/ 46480 h 46479"/>
                  <a:gd name="connsiteX1" fmla="*/ 0 w 68490"/>
                  <a:gd name="connsiteY1" fmla="*/ 46480 h 46479"/>
                  <a:gd name="connsiteX2" fmla="*/ 0 w 68490"/>
                  <a:gd name="connsiteY2" fmla="*/ 950 h 46479"/>
                  <a:gd name="connsiteX3" fmla="*/ 5517 w 68490"/>
                  <a:gd name="connsiteY3" fmla="*/ 950 h 46479"/>
                  <a:gd name="connsiteX4" fmla="*/ 5517 w 68490"/>
                  <a:gd name="connsiteY4" fmla="*/ 40016 h 46479"/>
                  <a:gd name="connsiteX5" fmla="*/ 30250 w 68490"/>
                  <a:gd name="connsiteY5" fmla="*/ 40016 h 46479"/>
                  <a:gd name="connsiteX6" fmla="*/ 30250 w 68490"/>
                  <a:gd name="connsiteY6" fmla="*/ 4753 h 46479"/>
                  <a:gd name="connsiteX7" fmla="*/ 35767 w 68490"/>
                  <a:gd name="connsiteY7" fmla="*/ 4753 h 46479"/>
                  <a:gd name="connsiteX8" fmla="*/ 35767 w 68490"/>
                  <a:gd name="connsiteY8" fmla="*/ 40016 h 46479"/>
                  <a:gd name="connsiteX9" fmla="*/ 62973 w 68490"/>
                  <a:gd name="connsiteY9" fmla="*/ 40016 h 46479"/>
                  <a:gd name="connsiteX10" fmla="*/ 62973 w 68490"/>
                  <a:gd name="connsiteY10" fmla="*/ 0 h 46479"/>
                  <a:gd name="connsiteX11" fmla="*/ 68490 w 68490"/>
                  <a:gd name="connsiteY11" fmla="*/ 0 h 46479"/>
                  <a:gd name="connsiteX12" fmla="*/ 68490 w 68490"/>
                  <a:gd name="connsiteY12" fmla="*/ 46480 h 46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8490" h="46479">
                    <a:moveTo>
                      <a:pt x="68490" y="46480"/>
                    </a:moveTo>
                    <a:lnTo>
                      <a:pt x="0" y="46480"/>
                    </a:lnTo>
                    <a:lnTo>
                      <a:pt x="0" y="950"/>
                    </a:lnTo>
                    <a:lnTo>
                      <a:pt x="5517" y="950"/>
                    </a:lnTo>
                    <a:lnTo>
                      <a:pt x="5517" y="40016"/>
                    </a:lnTo>
                    <a:lnTo>
                      <a:pt x="30250" y="40016"/>
                    </a:lnTo>
                    <a:lnTo>
                      <a:pt x="30250" y="4753"/>
                    </a:lnTo>
                    <a:lnTo>
                      <a:pt x="35767" y="4753"/>
                    </a:lnTo>
                    <a:lnTo>
                      <a:pt x="35767" y="40016"/>
                    </a:lnTo>
                    <a:lnTo>
                      <a:pt x="62973" y="40016"/>
                    </a:lnTo>
                    <a:lnTo>
                      <a:pt x="62973" y="0"/>
                    </a:lnTo>
                    <a:lnTo>
                      <a:pt x="68490" y="0"/>
                    </a:lnTo>
                    <a:lnTo>
                      <a:pt x="68490" y="46480"/>
                    </a:lnTo>
                    <a:close/>
                  </a:path>
                </a:pathLst>
              </a:custGeom>
              <a:solidFill>
                <a:srgbClr val="000000"/>
              </a:solidFill>
              <a:ln w="9506" cap="flat">
                <a:noFill/>
                <a:prstDash val="solid"/>
                <a:miter/>
              </a:ln>
            </p:spPr>
            <p:txBody>
              <a:bodyPr rtlCol="0" anchor="ctr"/>
              <a:lstStyle/>
              <a:p>
                <a:endParaRPr lang="en-US"/>
              </a:p>
            </p:txBody>
          </p:sp>
          <p:sp>
            <p:nvSpPr>
              <p:cNvPr id="3508" name="Freeform 3507">
                <a:extLst>
                  <a:ext uri="{FF2B5EF4-FFF2-40B4-BE49-F238E27FC236}">
                    <a16:creationId xmlns:a16="http://schemas.microsoft.com/office/drawing/2014/main" id="{6461D44E-A5B6-4894-0EB3-06DB6F9439BD}"/>
                  </a:ext>
                </a:extLst>
              </p:cNvPr>
              <p:cNvSpPr/>
              <p:nvPr/>
            </p:nvSpPr>
            <p:spPr>
              <a:xfrm>
                <a:off x="7004543" y="4246432"/>
                <a:ext cx="68490" cy="64349"/>
              </a:xfrm>
              <a:custGeom>
                <a:avLst/>
                <a:gdLst>
                  <a:gd name="connsiteX0" fmla="*/ 68490 w 68490"/>
                  <a:gd name="connsiteY0" fmla="*/ 64349 h 64349"/>
                  <a:gd name="connsiteX1" fmla="*/ 0 w 68490"/>
                  <a:gd name="connsiteY1" fmla="*/ 64349 h 64349"/>
                  <a:gd name="connsiteX2" fmla="*/ 0 w 68490"/>
                  <a:gd name="connsiteY2" fmla="*/ 54464 h 64349"/>
                  <a:gd name="connsiteX3" fmla="*/ 60404 w 68490"/>
                  <a:gd name="connsiteY3" fmla="*/ 32032 h 64349"/>
                  <a:gd name="connsiteX4" fmla="*/ 60404 w 68490"/>
                  <a:gd name="connsiteY4" fmla="*/ 31842 h 64349"/>
                  <a:gd name="connsiteX5" fmla="*/ 0 w 68490"/>
                  <a:gd name="connsiteY5" fmla="*/ 9790 h 64349"/>
                  <a:gd name="connsiteX6" fmla="*/ 0 w 68490"/>
                  <a:gd name="connsiteY6" fmla="*/ 0 h 64349"/>
                  <a:gd name="connsiteX7" fmla="*/ 68490 w 68490"/>
                  <a:gd name="connsiteY7" fmla="*/ 0 h 64349"/>
                  <a:gd name="connsiteX8" fmla="*/ 68490 w 68490"/>
                  <a:gd name="connsiteY8" fmla="*/ 6463 h 64349"/>
                  <a:gd name="connsiteX9" fmla="*/ 7420 w 68490"/>
                  <a:gd name="connsiteY9" fmla="*/ 6463 h 64349"/>
                  <a:gd name="connsiteX10" fmla="*/ 7420 w 68490"/>
                  <a:gd name="connsiteY10" fmla="*/ 6653 h 64349"/>
                  <a:gd name="connsiteX11" fmla="*/ 68490 w 68490"/>
                  <a:gd name="connsiteY11" fmla="*/ 29085 h 64349"/>
                  <a:gd name="connsiteX12" fmla="*/ 68490 w 68490"/>
                  <a:gd name="connsiteY12" fmla="*/ 35169 h 64349"/>
                  <a:gd name="connsiteX13" fmla="*/ 7420 w 68490"/>
                  <a:gd name="connsiteY13" fmla="*/ 57696 h 64349"/>
                  <a:gd name="connsiteX14" fmla="*/ 7420 w 68490"/>
                  <a:gd name="connsiteY14" fmla="*/ 57886 h 64349"/>
                  <a:gd name="connsiteX15" fmla="*/ 68490 w 68490"/>
                  <a:gd name="connsiteY15" fmla="*/ 57886 h 64349"/>
                  <a:gd name="connsiteX16" fmla="*/ 68490 w 68490"/>
                  <a:gd name="connsiteY16" fmla="*/ 64349 h 64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490" h="64349">
                    <a:moveTo>
                      <a:pt x="68490" y="64349"/>
                    </a:moveTo>
                    <a:lnTo>
                      <a:pt x="0" y="64349"/>
                    </a:lnTo>
                    <a:lnTo>
                      <a:pt x="0" y="54464"/>
                    </a:lnTo>
                    <a:lnTo>
                      <a:pt x="60404" y="32032"/>
                    </a:lnTo>
                    <a:lnTo>
                      <a:pt x="60404" y="31842"/>
                    </a:lnTo>
                    <a:lnTo>
                      <a:pt x="0" y="9790"/>
                    </a:lnTo>
                    <a:lnTo>
                      <a:pt x="0" y="0"/>
                    </a:lnTo>
                    <a:lnTo>
                      <a:pt x="68490" y="0"/>
                    </a:lnTo>
                    <a:lnTo>
                      <a:pt x="68490" y="6463"/>
                    </a:lnTo>
                    <a:lnTo>
                      <a:pt x="7420" y="6463"/>
                    </a:lnTo>
                    <a:lnTo>
                      <a:pt x="7420" y="6653"/>
                    </a:lnTo>
                    <a:lnTo>
                      <a:pt x="68490" y="29085"/>
                    </a:lnTo>
                    <a:lnTo>
                      <a:pt x="68490" y="35169"/>
                    </a:lnTo>
                    <a:lnTo>
                      <a:pt x="7420" y="57696"/>
                    </a:lnTo>
                    <a:lnTo>
                      <a:pt x="7420" y="57886"/>
                    </a:lnTo>
                    <a:lnTo>
                      <a:pt x="68490" y="57886"/>
                    </a:lnTo>
                    <a:lnTo>
                      <a:pt x="68490" y="64349"/>
                    </a:lnTo>
                    <a:close/>
                  </a:path>
                </a:pathLst>
              </a:custGeom>
              <a:solidFill>
                <a:srgbClr val="000000"/>
              </a:solidFill>
              <a:ln w="9506" cap="flat">
                <a:noFill/>
                <a:prstDash val="solid"/>
                <a:miter/>
              </a:ln>
            </p:spPr>
            <p:txBody>
              <a:bodyPr rtlCol="0" anchor="ctr"/>
              <a:lstStyle/>
              <a:p>
                <a:endParaRPr lang="en-US"/>
              </a:p>
            </p:txBody>
          </p:sp>
          <p:sp>
            <p:nvSpPr>
              <p:cNvPr id="3509" name="Freeform 3508">
                <a:extLst>
                  <a:ext uri="{FF2B5EF4-FFF2-40B4-BE49-F238E27FC236}">
                    <a16:creationId xmlns:a16="http://schemas.microsoft.com/office/drawing/2014/main" id="{F4D43492-09D2-AB8F-2AEC-DD2F314B78F4}"/>
                  </a:ext>
                </a:extLst>
              </p:cNvPr>
              <p:cNvSpPr/>
              <p:nvPr/>
            </p:nvSpPr>
            <p:spPr>
              <a:xfrm>
                <a:off x="7004543" y="4154614"/>
                <a:ext cx="68585" cy="50281"/>
              </a:xfrm>
              <a:custGeom>
                <a:avLst/>
                <a:gdLst>
                  <a:gd name="connsiteX0" fmla="*/ 68490 w 68585"/>
                  <a:gd name="connsiteY0" fmla="*/ 50282 h 50281"/>
                  <a:gd name="connsiteX1" fmla="*/ 0 w 68585"/>
                  <a:gd name="connsiteY1" fmla="*/ 50282 h 50281"/>
                  <a:gd name="connsiteX2" fmla="*/ 0 w 68585"/>
                  <a:gd name="connsiteY2" fmla="*/ 25569 h 50281"/>
                  <a:gd name="connsiteX3" fmla="*/ 1237 w 68585"/>
                  <a:gd name="connsiteY3" fmla="*/ 15303 h 50281"/>
                  <a:gd name="connsiteX4" fmla="*/ 4756 w 68585"/>
                  <a:gd name="connsiteY4" fmla="*/ 8364 h 50281"/>
                  <a:gd name="connsiteX5" fmla="*/ 10273 w 68585"/>
                  <a:gd name="connsiteY5" fmla="*/ 4372 h 50281"/>
                  <a:gd name="connsiteX6" fmla="*/ 17313 w 68585"/>
                  <a:gd name="connsiteY6" fmla="*/ 3137 h 50281"/>
                  <a:gd name="connsiteX7" fmla="*/ 23496 w 68585"/>
                  <a:gd name="connsiteY7" fmla="*/ 4087 h 50281"/>
                  <a:gd name="connsiteX8" fmla="*/ 27872 w 68585"/>
                  <a:gd name="connsiteY8" fmla="*/ 6558 h 50281"/>
                  <a:gd name="connsiteX9" fmla="*/ 30630 w 68585"/>
                  <a:gd name="connsiteY9" fmla="*/ 10075 h 50281"/>
                  <a:gd name="connsiteX10" fmla="*/ 32057 w 68585"/>
                  <a:gd name="connsiteY10" fmla="*/ 14068 h 50281"/>
                  <a:gd name="connsiteX11" fmla="*/ 32247 w 68585"/>
                  <a:gd name="connsiteY11" fmla="*/ 14068 h 50281"/>
                  <a:gd name="connsiteX12" fmla="*/ 37860 w 68585"/>
                  <a:gd name="connsiteY12" fmla="*/ 3517 h 50281"/>
                  <a:gd name="connsiteX13" fmla="*/ 49275 w 68585"/>
                  <a:gd name="connsiteY13" fmla="*/ 0 h 50281"/>
                  <a:gd name="connsiteX14" fmla="*/ 58312 w 68585"/>
                  <a:gd name="connsiteY14" fmla="*/ 1711 h 50281"/>
                  <a:gd name="connsiteX15" fmla="*/ 64305 w 68585"/>
                  <a:gd name="connsiteY15" fmla="*/ 6273 h 50281"/>
                  <a:gd name="connsiteX16" fmla="*/ 67539 w 68585"/>
                  <a:gd name="connsiteY16" fmla="*/ 13402 h 50281"/>
                  <a:gd name="connsiteX17" fmla="*/ 68585 w 68585"/>
                  <a:gd name="connsiteY17" fmla="*/ 22337 h 50281"/>
                  <a:gd name="connsiteX18" fmla="*/ 68585 w 68585"/>
                  <a:gd name="connsiteY18" fmla="*/ 50282 h 50281"/>
                  <a:gd name="connsiteX19" fmla="*/ 30250 w 68585"/>
                  <a:gd name="connsiteY19" fmla="*/ 43818 h 50281"/>
                  <a:gd name="connsiteX20" fmla="*/ 30250 w 68585"/>
                  <a:gd name="connsiteY20" fmla="*/ 27470 h 50281"/>
                  <a:gd name="connsiteX21" fmla="*/ 29394 w 68585"/>
                  <a:gd name="connsiteY21" fmla="*/ 19010 h 50281"/>
                  <a:gd name="connsiteX22" fmla="*/ 26920 w 68585"/>
                  <a:gd name="connsiteY22" fmla="*/ 13497 h 50281"/>
                  <a:gd name="connsiteX23" fmla="*/ 22830 w 68585"/>
                  <a:gd name="connsiteY23" fmla="*/ 10551 h 50281"/>
                  <a:gd name="connsiteX24" fmla="*/ 17313 w 68585"/>
                  <a:gd name="connsiteY24" fmla="*/ 9695 h 50281"/>
                  <a:gd name="connsiteX25" fmla="*/ 11795 w 68585"/>
                  <a:gd name="connsiteY25" fmla="*/ 10741 h 50281"/>
                  <a:gd name="connsiteX26" fmla="*/ 8181 w 68585"/>
                  <a:gd name="connsiteY26" fmla="*/ 14068 h 50281"/>
                  <a:gd name="connsiteX27" fmla="*/ 6183 w 68585"/>
                  <a:gd name="connsiteY27" fmla="*/ 19961 h 50281"/>
                  <a:gd name="connsiteX28" fmla="*/ 5517 w 68585"/>
                  <a:gd name="connsiteY28" fmla="*/ 28895 h 50281"/>
                  <a:gd name="connsiteX29" fmla="*/ 5517 w 68585"/>
                  <a:gd name="connsiteY29" fmla="*/ 43818 h 50281"/>
                  <a:gd name="connsiteX30" fmla="*/ 30250 w 68585"/>
                  <a:gd name="connsiteY30" fmla="*/ 43818 h 50281"/>
                  <a:gd name="connsiteX31" fmla="*/ 62973 w 68585"/>
                  <a:gd name="connsiteY31" fmla="*/ 43818 h 50281"/>
                  <a:gd name="connsiteX32" fmla="*/ 62973 w 68585"/>
                  <a:gd name="connsiteY32" fmla="*/ 27375 h 50281"/>
                  <a:gd name="connsiteX33" fmla="*/ 62497 w 68585"/>
                  <a:gd name="connsiteY33" fmla="*/ 18155 h 50281"/>
                  <a:gd name="connsiteX34" fmla="*/ 60500 w 68585"/>
                  <a:gd name="connsiteY34" fmla="*/ 11596 h 50281"/>
                  <a:gd name="connsiteX35" fmla="*/ 56314 w 68585"/>
                  <a:gd name="connsiteY35" fmla="*/ 7699 h 50281"/>
                  <a:gd name="connsiteX36" fmla="*/ 49180 w 68585"/>
                  <a:gd name="connsiteY36" fmla="*/ 6463 h 50281"/>
                  <a:gd name="connsiteX37" fmla="*/ 42331 w 68585"/>
                  <a:gd name="connsiteY37" fmla="*/ 7889 h 50281"/>
                  <a:gd name="connsiteX38" fmla="*/ 38336 w 68585"/>
                  <a:gd name="connsiteY38" fmla="*/ 11976 h 50281"/>
                  <a:gd name="connsiteX39" fmla="*/ 36338 w 68585"/>
                  <a:gd name="connsiteY39" fmla="*/ 18345 h 50281"/>
                  <a:gd name="connsiteX40" fmla="*/ 35767 w 68585"/>
                  <a:gd name="connsiteY40" fmla="*/ 26614 h 50281"/>
                  <a:gd name="connsiteX41" fmla="*/ 35767 w 68585"/>
                  <a:gd name="connsiteY41" fmla="*/ 43818 h 50281"/>
                  <a:gd name="connsiteX42" fmla="*/ 62973 w 68585"/>
                  <a:gd name="connsiteY42" fmla="*/ 43818 h 50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585" h="50281">
                    <a:moveTo>
                      <a:pt x="68490" y="50282"/>
                    </a:moveTo>
                    <a:lnTo>
                      <a:pt x="0" y="50282"/>
                    </a:lnTo>
                    <a:lnTo>
                      <a:pt x="0" y="25569"/>
                    </a:lnTo>
                    <a:cubicBezTo>
                      <a:pt x="0" y="21576"/>
                      <a:pt x="380" y="18155"/>
                      <a:pt x="1237" y="15303"/>
                    </a:cubicBezTo>
                    <a:cubicBezTo>
                      <a:pt x="2093" y="12452"/>
                      <a:pt x="3234" y="10170"/>
                      <a:pt x="4756" y="8364"/>
                    </a:cubicBezTo>
                    <a:cubicBezTo>
                      <a:pt x="6278" y="6558"/>
                      <a:pt x="8085" y="5228"/>
                      <a:pt x="10273" y="4372"/>
                    </a:cubicBezTo>
                    <a:cubicBezTo>
                      <a:pt x="12366" y="3517"/>
                      <a:pt x="14744" y="3137"/>
                      <a:pt x="17313" y="3137"/>
                    </a:cubicBezTo>
                    <a:cubicBezTo>
                      <a:pt x="19881" y="3137"/>
                      <a:pt x="21784" y="3422"/>
                      <a:pt x="23496" y="4087"/>
                    </a:cubicBezTo>
                    <a:cubicBezTo>
                      <a:pt x="25208" y="4753"/>
                      <a:pt x="26730" y="5513"/>
                      <a:pt x="27872" y="6558"/>
                    </a:cubicBezTo>
                    <a:cubicBezTo>
                      <a:pt x="29013" y="7604"/>
                      <a:pt x="29964" y="8745"/>
                      <a:pt x="30630" y="10075"/>
                    </a:cubicBezTo>
                    <a:cubicBezTo>
                      <a:pt x="31296" y="11406"/>
                      <a:pt x="31772" y="12737"/>
                      <a:pt x="32057" y="14068"/>
                    </a:cubicBezTo>
                    <a:lnTo>
                      <a:pt x="32247" y="14068"/>
                    </a:lnTo>
                    <a:cubicBezTo>
                      <a:pt x="32913" y="9315"/>
                      <a:pt x="34816" y="5798"/>
                      <a:pt x="37860" y="3517"/>
                    </a:cubicBezTo>
                    <a:cubicBezTo>
                      <a:pt x="40904" y="1236"/>
                      <a:pt x="44709" y="0"/>
                      <a:pt x="49275" y="0"/>
                    </a:cubicBezTo>
                    <a:cubicBezTo>
                      <a:pt x="52795" y="0"/>
                      <a:pt x="55839" y="570"/>
                      <a:pt x="58312" y="1711"/>
                    </a:cubicBezTo>
                    <a:cubicBezTo>
                      <a:pt x="60785" y="2852"/>
                      <a:pt x="62783" y="4372"/>
                      <a:pt x="64305" y="6273"/>
                    </a:cubicBezTo>
                    <a:cubicBezTo>
                      <a:pt x="65827" y="8174"/>
                      <a:pt x="66968" y="10646"/>
                      <a:pt x="67539" y="13402"/>
                    </a:cubicBezTo>
                    <a:cubicBezTo>
                      <a:pt x="68205" y="16159"/>
                      <a:pt x="68585" y="19105"/>
                      <a:pt x="68585" y="22337"/>
                    </a:cubicBezTo>
                    <a:lnTo>
                      <a:pt x="68585" y="50282"/>
                    </a:lnTo>
                    <a:close/>
                    <a:moveTo>
                      <a:pt x="30250" y="43818"/>
                    </a:moveTo>
                    <a:lnTo>
                      <a:pt x="30250" y="27470"/>
                    </a:lnTo>
                    <a:cubicBezTo>
                      <a:pt x="30250" y="24143"/>
                      <a:pt x="29964" y="21291"/>
                      <a:pt x="29394" y="19010"/>
                    </a:cubicBezTo>
                    <a:cubicBezTo>
                      <a:pt x="28823" y="16729"/>
                      <a:pt x="27967" y="14923"/>
                      <a:pt x="26920" y="13497"/>
                    </a:cubicBezTo>
                    <a:cubicBezTo>
                      <a:pt x="25779" y="12071"/>
                      <a:pt x="24447" y="11121"/>
                      <a:pt x="22830" y="10551"/>
                    </a:cubicBezTo>
                    <a:cubicBezTo>
                      <a:pt x="21213" y="9980"/>
                      <a:pt x="19310" y="9695"/>
                      <a:pt x="17313" y="9695"/>
                    </a:cubicBezTo>
                    <a:cubicBezTo>
                      <a:pt x="15315" y="9695"/>
                      <a:pt x="13318" y="10075"/>
                      <a:pt x="11795" y="10741"/>
                    </a:cubicBezTo>
                    <a:cubicBezTo>
                      <a:pt x="10273" y="11406"/>
                      <a:pt x="9132" y="12547"/>
                      <a:pt x="8181" y="14068"/>
                    </a:cubicBezTo>
                    <a:cubicBezTo>
                      <a:pt x="7229" y="15588"/>
                      <a:pt x="6564" y="17584"/>
                      <a:pt x="6183" y="19961"/>
                    </a:cubicBezTo>
                    <a:cubicBezTo>
                      <a:pt x="5803" y="22432"/>
                      <a:pt x="5517" y="25378"/>
                      <a:pt x="5517" y="28895"/>
                    </a:cubicBezTo>
                    <a:lnTo>
                      <a:pt x="5517" y="43818"/>
                    </a:lnTo>
                    <a:lnTo>
                      <a:pt x="30250" y="43818"/>
                    </a:lnTo>
                    <a:close/>
                    <a:moveTo>
                      <a:pt x="62973" y="43818"/>
                    </a:moveTo>
                    <a:lnTo>
                      <a:pt x="62973" y="27375"/>
                    </a:lnTo>
                    <a:cubicBezTo>
                      <a:pt x="62973" y="23858"/>
                      <a:pt x="62783" y="20721"/>
                      <a:pt x="62497" y="18155"/>
                    </a:cubicBezTo>
                    <a:cubicBezTo>
                      <a:pt x="62212" y="15493"/>
                      <a:pt x="61546" y="13307"/>
                      <a:pt x="60500" y="11596"/>
                    </a:cubicBezTo>
                    <a:cubicBezTo>
                      <a:pt x="59548" y="9885"/>
                      <a:pt x="58122" y="8650"/>
                      <a:pt x="56314" y="7699"/>
                    </a:cubicBezTo>
                    <a:cubicBezTo>
                      <a:pt x="54507" y="6844"/>
                      <a:pt x="52129" y="6463"/>
                      <a:pt x="49180" y="6463"/>
                    </a:cubicBezTo>
                    <a:cubicBezTo>
                      <a:pt x="46231" y="6463"/>
                      <a:pt x="44043" y="6939"/>
                      <a:pt x="42331" y="7889"/>
                    </a:cubicBezTo>
                    <a:cubicBezTo>
                      <a:pt x="40618" y="8840"/>
                      <a:pt x="39192" y="10170"/>
                      <a:pt x="38336" y="11976"/>
                    </a:cubicBezTo>
                    <a:cubicBezTo>
                      <a:pt x="37384" y="13782"/>
                      <a:pt x="36718" y="15873"/>
                      <a:pt x="36338" y="18345"/>
                    </a:cubicBezTo>
                    <a:cubicBezTo>
                      <a:pt x="35957" y="20816"/>
                      <a:pt x="35767" y="23573"/>
                      <a:pt x="35767" y="26614"/>
                    </a:cubicBezTo>
                    <a:lnTo>
                      <a:pt x="35767" y="43818"/>
                    </a:lnTo>
                    <a:lnTo>
                      <a:pt x="62973" y="43818"/>
                    </a:lnTo>
                    <a:close/>
                  </a:path>
                </a:pathLst>
              </a:custGeom>
              <a:solidFill>
                <a:srgbClr val="000000"/>
              </a:solidFill>
              <a:ln w="9506" cap="flat">
                <a:noFill/>
                <a:prstDash val="solid"/>
                <a:miter/>
              </a:ln>
            </p:spPr>
            <p:txBody>
              <a:bodyPr rtlCol="0" anchor="ctr"/>
              <a:lstStyle/>
              <a:p>
                <a:endParaRPr lang="en-US"/>
              </a:p>
            </p:txBody>
          </p:sp>
          <p:sp>
            <p:nvSpPr>
              <p:cNvPr id="3510" name="Freeform 3509">
                <a:extLst>
                  <a:ext uri="{FF2B5EF4-FFF2-40B4-BE49-F238E27FC236}">
                    <a16:creationId xmlns:a16="http://schemas.microsoft.com/office/drawing/2014/main" id="{A890DE4E-9FD4-5653-3CDA-8E8E939917B1}"/>
                  </a:ext>
                </a:extLst>
              </p:cNvPr>
              <p:cNvSpPr/>
              <p:nvPr/>
            </p:nvSpPr>
            <p:spPr>
              <a:xfrm>
                <a:off x="7022427" y="4100622"/>
                <a:ext cx="51938" cy="44391"/>
              </a:xfrm>
              <a:custGeom>
                <a:avLst/>
                <a:gdLst>
                  <a:gd name="connsiteX0" fmla="*/ 27301 w 51938"/>
                  <a:gd name="connsiteY0" fmla="*/ 38214 h 44391"/>
                  <a:gd name="connsiteX1" fmla="*/ 34816 w 51938"/>
                  <a:gd name="connsiteY1" fmla="*/ 37168 h 44391"/>
                  <a:gd name="connsiteX2" fmla="*/ 40999 w 51938"/>
                  <a:gd name="connsiteY2" fmla="*/ 34126 h 44391"/>
                  <a:gd name="connsiteX3" fmla="*/ 45185 w 51938"/>
                  <a:gd name="connsiteY3" fmla="*/ 28994 h 44391"/>
                  <a:gd name="connsiteX4" fmla="*/ 46802 w 51938"/>
                  <a:gd name="connsiteY4" fmla="*/ 21770 h 44391"/>
                  <a:gd name="connsiteX5" fmla="*/ 43853 w 51938"/>
                  <a:gd name="connsiteY5" fmla="*/ 12170 h 44391"/>
                  <a:gd name="connsiteX6" fmla="*/ 35482 w 51938"/>
                  <a:gd name="connsiteY6" fmla="*/ 6847 h 44391"/>
                  <a:gd name="connsiteX7" fmla="*/ 35482 w 51938"/>
                  <a:gd name="connsiteY7" fmla="*/ 479 h 44391"/>
                  <a:gd name="connsiteX8" fmla="*/ 41950 w 51938"/>
                  <a:gd name="connsiteY8" fmla="*/ 3235 h 44391"/>
                  <a:gd name="connsiteX9" fmla="*/ 47182 w 51938"/>
                  <a:gd name="connsiteY9" fmla="*/ 7512 h 44391"/>
                  <a:gd name="connsiteX10" fmla="*/ 50702 w 51938"/>
                  <a:gd name="connsiteY10" fmla="*/ 13596 h 44391"/>
                  <a:gd name="connsiteX11" fmla="*/ 51938 w 51938"/>
                  <a:gd name="connsiteY11" fmla="*/ 21770 h 44391"/>
                  <a:gd name="connsiteX12" fmla="*/ 49941 w 51938"/>
                  <a:gd name="connsiteY12" fmla="*/ 31940 h 44391"/>
                  <a:gd name="connsiteX13" fmla="*/ 44519 w 51938"/>
                  <a:gd name="connsiteY13" fmla="*/ 38974 h 44391"/>
                  <a:gd name="connsiteX14" fmla="*/ 36338 w 51938"/>
                  <a:gd name="connsiteY14" fmla="*/ 43061 h 44391"/>
                  <a:gd name="connsiteX15" fmla="*/ 26160 w 51938"/>
                  <a:gd name="connsiteY15" fmla="*/ 44392 h 44391"/>
                  <a:gd name="connsiteX16" fmla="*/ 15981 w 51938"/>
                  <a:gd name="connsiteY16" fmla="*/ 42776 h 44391"/>
                  <a:gd name="connsiteX17" fmla="*/ 7610 w 51938"/>
                  <a:gd name="connsiteY17" fmla="*/ 38309 h 44391"/>
                  <a:gd name="connsiteX18" fmla="*/ 1998 w 51938"/>
                  <a:gd name="connsiteY18" fmla="*/ 31180 h 44391"/>
                  <a:gd name="connsiteX19" fmla="*/ 0 w 51938"/>
                  <a:gd name="connsiteY19" fmla="*/ 21675 h 44391"/>
                  <a:gd name="connsiteX20" fmla="*/ 7039 w 51938"/>
                  <a:gd name="connsiteY20" fmla="*/ 5706 h 44391"/>
                  <a:gd name="connsiteX21" fmla="*/ 27301 w 51938"/>
                  <a:gd name="connsiteY21" fmla="*/ 3 h 44391"/>
                  <a:gd name="connsiteX22" fmla="*/ 27301 w 51938"/>
                  <a:gd name="connsiteY22" fmla="*/ 38214 h 44391"/>
                  <a:gd name="connsiteX23" fmla="*/ 22545 w 51938"/>
                  <a:gd name="connsiteY23" fmla="*/ 6087 h 44391"/>
                  <a:gd name="connsiteX24" fmla="*/ 15791 w 51938"/>
                  <a:gd name="connsiteY24" fmla="*/ 7037 h 44391"/>
                  <a:gd name="connsiteX25" fmla="*/ 10273 w 51938"/>
                  <a:gd name="connsiteY25" fmla="*/ 9984 h 44391"/>
                  <a:gd name="connsiteX26" fmla="*/ 6563 w 51938"/>
                  <a:gd name="connsiteY26" fmla="*/ 14926 h 44391"/>
                  <a:gd name="connsiteX27" fmla="*/ 5137 w 51938"/>
                  <a:gd name="connsiteY27" fmla="*/ 21675 h 44391"/>
                  <a:gd name="connsiteX28" fmla="*/ 6563 w 51938"/>
                  <a:gd name="connsiteY28" fmla="*/ 28423 h 44391"/>
                  <a:gd name="connsiteX29" fmla="*/ 10369 w 51938"/>
                  <a:gd name="connsiteY29" fmla="*/ 33366 h 44391"/>
                  <a:gd name="connsiteX30" fmla="*/ 15886 w 51938"/>
                  <a:gd name="connsiteY30" fmla="*/ 36693 h 44391"/>
                  <a:gd name="connsiteX31" fmla="*/ 22545 w 51938"/>
                  <a:gd name="connsiteY31" fmla="*/ 38309 h 44391"/>
                  <a:gd name="connsiteX32" fmla="*/ 22545 w 51938"/>
                  <a:gd name="connsiteY32" fmla="*/ 6182 h 44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1938" h="44391">
                    <a:moveTo>
                      <a:pt x="27301" y="38214"/>
                    </a:moveTo>
                    <a:cubicBezTo>
                      <a:pt x="29964" y="38214"/>
                      <a:pt x="32438" y="37833"/>
                      <a:pt x="34816" y="37168"/>
                    </a:cubicBezTo>
                    <a:cubicBezTo>
                      <a:pt x="37194" y="36503"/>
                      <a:pt x="39287" y="35457"/>
                      <a:pt x="40999" y="34126"/>
                    </a:cubicBezTo>
                    <a:cubicBezTo>
                      <a:pt x="42711" y="32796"/>
                      <a:pt x="44138" y="30990"/>
                      <a:pt x="45185" y="28994"/>
                    </a:cubicBezTo>
                    <a:cubicBezTo>
                      <a:pt x="46231" y="26903"/>
                      <a:pt x="46802" y="24526"/>
                      <a:pt x="46802" y="21770"/>
                    </a:cubicBezTo>
                    <a:cubicBezTo>
                      <a:pt x="46802" y="18063"/>
                      <a:pt x="45850" y="14831"/>
                      <a:pt x="43853" y="12170"/>
                    </a:cubicBezTo>
                    <a:cubicBezTo>
                      <a:pt x="41855" y="9508"/>
                      <a:pt x="39096" y="7702"/>
                      <a:pt x="35482" y="6847"/>
                    </a:cubicBezTo>
                    <a:lnTo>
                      <a:pt x="35482" y="479"/>
                    </a:lnTo>
                    <a:cubicBezTo>
                      <a:pt x="37860" y="1144"/>
                      <a:pt x="39953" y="2095"/>
                      <a:pt x="41950" y="3235"/>
                    </a:cubicBezTo>
                    <a:cubicBezTo>
                      <a:pt x="43948" y="4376"/>
                      <a:pt x="45660" y="5801"/>
                      <a:pt x="47182" y="7512"/>
                    </a:cubicBezTo>
                    <a:cubicBezTo>
                      <a:pt x="48704" y="9223"/>
                      <a:pt x="49846" y="11219"/>
                      <a:pt x="50702" y="13596"/>
                    </a:cubicBezTo>
                    <a:cubicBezTo>
                      <a:pt x="51558" y="15972"/>
                      <a:pt x="51938" y="18633"/>
                      <a:pt x="51938" y="21770"/>
                    </a:cubicBezTo>
                    <a:cubicBezTo>
                      <a:pt x="51938" y="25667"/>
                      <a:pt x="51272" y="29089"/>
                      <a:pt x="49941" y="31940"/>
                    </a:cubicBezTo>
                    <a:cubicBezTo>
                      <a:pt x="48609" y="34792"/>
                      <a:pt x="46802" y="37168"/>
                      <a:pt x="44519" y="38974"/>
                    </a:cubicBezTo>
                    <a:cubicBezTo>
                      <a:pt x="42235" y="40780"/>
                      <a:pt x="39477" y="42206"/>
                      <a:pt x="36338" y="43061"/>
                    </a:cubicBezTo>
                    <a:cubicBezTo>
                      <a:pt x="33199" y="43917"/>
                      <a:pt x="29774" y="44392"/>
                      <a:pt x="26160" y="44392"/>
                    </a:cubicBezTo>
                    <a:cubicBezTo>
                      <a:pt x="22545" y="44392"/>
                      <a:pt x="19120" y="43917"/>
                      <a:pt x="15981" y="42776"/>
                    </a:cubicBezTo>
                    <a:cubicBezTo>
                      <a:pt x="12842" y="41730"/>
                      <a:pt x="10083" y="40210"/>
                      <a:pt x="7610" y="38309"/>
                    </a:cubicBezTo>
                    <a:cubicBezTo>
                      <a:pt x="5232" y="36408"/>
                      <a:pt x="3329" y="34031"/>
                      <a:pt x="1998" y="31180"/>
                    </a:cubicBezTo>
                    <a:cubicBezTo>
                      <a:pt x="666" y="28423"/>
                      <a:pt x="0" y="25192"/>
                      <a:pt x="0" y="21675"/>
                    </a:cubicBezTo>
                    <a:cubicBezTo>
                      <a:pt x="0" y="14926"/>
                      <a:pt x="2378" y="9603"/>
                      <a:pt x="7039" y="5706"/>
                    </a:cubicBezTo>
                    <a:cubicBezTo>
                      <a:pt x="11700" y="1809"/>
                      <a:pt x="18454" y="-92"/>
                      <a:pt x="27301" y="3"/>
                    </a:cubicBezTo>
                    <a:lnTo>
                      <a:pt x="27301" y="38214"/>
                    </a:lnTo>
                    <a:close/>
                    <a:moveTo>
                      <a:pt x="22545" y="6087"/>
                    </a:moveTo>
                    <a:cubicBezTo>
                      <a:pt x="20167" y="6087"/>
                      <a:pt x="17883" y="6467"/>
                      <a:pt x="15791" y="7037"/>
                    </a:cubicBezTo>
                    <a:cubicBezTo>
                      <a:pt x="13698" y="7702"/>
                      <a:pt x="11795" y="8653"/>
                      <a:pt x="10273" y="9984"/>
                    </a:cubicBezTo>
                    <a:cubicBezTo>
                      <a:pt x="8751" y="11314"/>
                      <a:pt x="7515" y="12930"/>
                      <a:pt x="6563" y="14926"/>
                    </a:cubicBezTo>
                    <a:cubicBezTo>
                      <a:pt x="5612" y="16922"/>
                      <a:pt x="5137" y="19108"/>
                      <a:pt x="5137" y="21675"/>
                    </a:cubicBezTo>
                    <a:cubicBezTo>
                      <a:pt x="5137" y="24241"/>
                      <a:pt x="5612" y="26427"/>
                      <a:pt x="6563" y="28423"/>
                    </a:cubicBezTo>
                    <a:cubicBezTo>
                      <a:pt x="7515" y="30324"/>
                      <a:pt x="8751" y="32035"/>
                      <a:pt x="10369" y="33366"/>
                    </a:cubicBezTo>
                    <a:cubicBezTo>
                      <a:pt x="11986" y="34697"/>
                      <a:pt x="13793" y="35837"/>
                      <a:pt x="15886" y="36693"/>
                    </a:cubicBezTo>
                    <a:cubicBezTo>
                      <a:pt x="17979" y="37548"/>
                      <a:pt x="20167" y="38024"/>
                      <a:pt x="22545" y="38309"/>
                    </a:cubicBezTo>
                    <a:lnTo>
                      <a:pt x="22545" y="6182"/>
                    </a:lnTo>
                    <a:close/>
                  </a:path>
                </a:pathLst>
              </a:custGeom>
              <a:solidFill>
                <a:srgbClr val="000000"/>
              </a:solidFill>
              <a:ln w="9506" cap="flat">
                <a:noFill/>
                <a:prstDash val="solid"/>
                <a:miter/>
              </a:ln>
            </p:spPr>
            <p:txBody>
              <a:bodyPr rtlCol="0" anchor="ctr"/>
              <a:lstStyle/>
              <a:p>
                <a:endParaRPr lang="en-US"/>
              </a:p>
            </p:txBody>
          </p:sp>
          <p:sp>
            <p:nvSpPr>
              <p:cNvPr id="3511" name="Freeform 3510">
                <a:extLst>
                  <a:ext uri="{FF2B5EF4-FFF2-40B4-BE49-F238E27FC236}">
                    <a16:creationId xmlns:a16="http://schemas.microsoft.com/office/drawing/2014/main" id="{FEDD0704-A8D0-E729-4F91-1C5CF3BA8FA6}"/>
                  </a:ext>
                </a:extLst>
              </p:cNvPr>
              <p:cNvSpPr/>
              <p:nvPr/>
            </p:nvSpPr>
            <p:spPr>
              <a:xfrm>
                <a:off x="7022427" y="4050248"/>
                <a:ext cx="50796" cy="39255"/>
              </a:xfrm>
              <a:custGeom>
                <a:avLst/>
                <a:gdLst>
                  <a:gd name="connsiteX0" fmla="*/ 50607 w 50796"/>
                  <a:gd name="connsiteY0" fmla="*/ 33553 h 39255"/>
                  <a:gd name="connsiteX1" fmla="*/ 50607 w 50796"/>
                  <a:gd name="connsiteY1" fmla="*/ 39256 h 39255"/>
                  <a:gd name="connsiteX2" fmla="*/ 1332 w 50796"/>
                  <a:gd name="connsiteY2" fmla="*/ 39256 h 39255"/>
                  <a:gd name="connsiteX3" fmla="*/ 1332 w 50796"/>
                  <a:gd name="connsiteY3" fmla="*/ 33553 h 39255"/>
                  <a:gd name="connsiteX4" fmla="*/ 8181 w 50796"/>
                  <a:gd name="connsiteY4" fmla="*/ 33553 h 39255"/>
                  <a:gd name="connsiteX5" fmla="*/ 2283 w 50796"/>
                  <a:gd name="connsiteY5" fmla="*/ 26424 h 39255"/>
                  <a:gd name="connsiteX6" fmla="*/ 0 w 50796"/>
                  <a:gd name="connsiteY6" fmla="*/ 17584 h 39255"/>
                  <a:gd name="connsiteX7" fmla="*/ 1617 w 50796"/>
                  <a:gd name="connsiteY7" fmla="*/ 9125 h 39255"/>
                  <a:gd name="connsiteX8" fmla="*/ 7134 w 50796"/>
                  <a:gd name="connsiteY8" fmla="*/ 2566 h 39255"/>
                  <a:gd name="connsiteX9" fmla="*/ 12652 w 50796"/>
                  <a:gd name="connsiteY9" fmla="*/ 380 h 39255"/>
                  <a:gd name="connsiteX10" fmla="*/ 18549 w 50796"/>
                  <a:gd name="connsiteY10" fmla="*/ 0 h 39255"/>
                  <a:gd name="connsiteX11" fmla="*/ 50797 w 50796"/>
                  <a:gd name="connsiteY11" fmla="*/ 0 h 39255"/>
                  <a:gd name="connsiteX12" fmla="*/ 50797 w 50796"/>
                  <a:gd name="connsiteY12" fmla="*/ 5703 h 39255"/>
                  <a:gd name="connsiteX13" fmla="*/ 18645 w 50796"/>
                  <a:gd name="connsiteY13" fmla="*/ 5703 h 39255"/>
                  <a:gd name="connsiteX14" fmla="*/ 8656 w 50796"/>
                  <a:gd name="connsiteY14" fmla="*/ 8650 h 39255"/>
                  <a:gd name="connsiteX15" fmla="*/ 5327 w 50796"/>
                  <a:gd name="connsiteY15" fmla="*/ 18440 h 39255"/>
                  <a:gd name="connsiteX16" fmla="*/ 6088 w 50796"/>
                  <a:gd name="connsiteY16" fmla="*/ 23287 h 39255"/>
                  <a:gd name="connsiteX17" fmla="*/ 8276 w 50796"/>
                  <a:gd name="connsiteY17" fmla="*/ 27279 h 39255"/>
                  <a:gd name="connsiteX18" fmla="*/ 11320 w 50796"/>
                  <a:gd name="connsiteY18" fmla="*/ 30226 h 39255"/>
                  <a:gd name="connsiteX19" fmla="*/ 14934 w 50796"/>
                  <a:gd name="connsiteY19" fmla="*/ 32127 h 39255"/>
                  <a:gd name="connsiteX20" fmla="*/ 19501 w 50796"/>
                  <a:gd name="connsiteY20" fmla="*/ 33173 h 39255"/>
                  <a:gd name="connsiteX21" fmla="*/ 24257 w 50796"/>
                  <a:gd name="connsiteY21" fmla="*/ 33363 h 39255"/>
                  <a:gd name="connsiteX22" fmla="*/ 50797 w 50796"/>
                  <a:gd name="connsiteY22" fmla="*/ 33363 h 39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0796" h="39255">
                    <a:moveTo>
                      <a:pt x="50607" y="33553"/>
                    </a:moveTo>
                    <a:lnTo>
                      <a:pt x="50607" y="39256"/>
                    </a:lnTo>
                    <a:lnTo>
                      <a:pt x="1332" y="39256"/>
                    </a:lnTo>
                    <a:lnTo>
                      <a:pt x="1332" y="33553"/>
                    </a:lnTo>
                    <a:lnTo>
                      <a:pt x="8181" y="33553"/>
                    </a:lnTo>
                    <a:cubicBezTo>
                      <a:pt x="5803" y="31271"/>
                      <a:pt x="3805" y="28895"/>
                      <a:pt x="2283" y="26424"/>
                    </a:cubicBezTo>
                    <a:cubicBezTo>
                      <a:pt x="761" y="23953"/>
                      <a:pt x="0" y="21101"/>
                      <a:pt x="0" y="17584"/>
                    </a:cubicBezTo>
                    <a:cubicBezTo>
                      <a:pt x="0" y="14543"/>
                      <a:pt x="571" y="11691"/>
                      <a:pt x="1617" y="9125"/>
                    </a:cubicBezTo>
                    <a:cubicBezTo>
                      <a:pt x="2664" y="6558"/>
                      <a:pt x="4471" y="4372"/>
                      <a:pt x="7134" y="2566"/>
                    </a:cubicBezTo>
                    <a:cubicBezTo>
                      <a:pt x="8942" y="1331"/>
                      <a:pt x="10749" y="665"/>
                      <a:pt x="12652" y="380"/>
                    </a:cubicBezTo>
                    <a:cubicBezTo>
                      <a:pt x="14554" y="95"/>
                      <a:pt x="16457" y="0"/>
                      <a:pt x="18549" y="0"/>
                    </a:cubicBezTo>
                    <a:lnTo>
                      <a:pt x="50797" y="0"/>
                    </a:lnTo>
                    <a:lnTo>
                      <a:pt x="50797" y="5703"/>
                    </a:lnTo>
                    <a:lnTo>
                      <a:pt x="18645" y="5703"/>
                    </a:lnTo>
                    <a:cubicBezTo>
                      <a:pt x="14174" y="5703"/>
                      <a:pt x="10844" y="6653"/>
                      <a:pt x="8656" y="8650"/>
                    </a:cubicBezTo>
                    <a:cubicBezTo>
                      <a:pt x="6468" y="10646"/>
                      <a:pt x="5327" y="13877"/>
                      <a:pt x="5327" y="18440"/>
                    </a:cubicBezTo>
                    <a:cubicBezTo>
                      <a:pt x="5327" y="20246"/>
                      <a:pt x="5612" y="21862"/>
                      <a:pt x="6088" y="23287"/>
                    </a:cubicBezTo>
                    <a:cubicBezTo>
                      <a:pt x="6563" y="24713"/>
                      <a:pt x="7325" y="26044"/>
                      <a:pt x="8276" y="27279"/>
                    </a:cubicBezTo>
                    <a:cubicBezTo>
                      <a:pt x="9132" y="28420"/>
                      <a:pt x="10178" y="29466"/>
                      <a:pt x="11320" y="30226"/>
                    </a:cubicBezTo>
                    <a:cubicBezTo>
                      <a:pt x="12461" y="31081"/>
                      <a:pt x="13698" y="31652"/>
                      <a:pt x="14934" y="32127"/>
                    </a:cubicBezTo>
                    <a:cubicBezTo>
                      <a:pt x="16552" y="32697"/>
                      <a:pt x="18074" y="33077"/>
                      <a:pt x="19501" y="33173"/>
                    </a:cubicBezTo>
                    <a:cubicBezTo>
                      <a:pt x="20927" y="33268"/>
                      <a:pt x="22545" y="33363"/>
                      <a:pt x="24257" y="33363"/>
                    </a:cubicBezTo>
                    <a:lnTo>
                      <a:pt x="50797" y="33363"/>
                    </a:lnTo>
                    <a:close/>
                  </a:path>
                </a:pathLst>
              </a:custGeom>
              <a:solidFill>
                <a:srgbClr val="000000"/>
              </a:solidFill>
              <a:ln w="9506" cap="flat">
                <a:noFill/>
                <a:prstDash val="solid"/>
                <a:miter/>
              </a:ln>
            </p:spPr>
            <p:txBody>
              <a:bodyPr rtlCol="0" anchor="ctr"/>
              <a:lstStyle/>
              <a:p>
                <a:endParaRPr lang="en-US"/>
              </a:p>
            </p:txBody>
          </p:sp>
          <p:sp>
            <p:nvSpPr>
              <p:cNvPr id="3512" name="Freeform 3511">
                <a:extLst>
                  <a:ext uri="{FF2B5EF4-FFF2-40B4-BE49-F238E27FC236}">
                    <a16:creationId xmlns:a16="http://schemas.microsoft.com/office/drawing/2014/main" id="{BCE84356-E047-77CA-6AB8-2C24172CD0CE}"/>
                  </a:ext>
                </a:extLst>
              </p:cNvPr>
              <p:cNvSpPr/>
              <p:nvPr/>
            </p:nvSpPr>
            <p:spPr>
              <a:xfrm>
                <a:off x="7022427" y="3994926"/>
                <a:ext cx="51938" cy="44392"/>
              </a:xfrm>
              <a:custGeom>
                <a:avLst/>
                <a:gdLst>
                  <a:gd name="connsiteX0" fmla="*/ 27301 w 51938"/>
                  <a:gd name="connsiteY0" fmla="*/ 38214 h 44392"/>
                  <a:gd name="connsiteX1" fmla="*/ 34816 w 51938"/>
                  <a:gd name="connsiteY1" fmla="*/ 37168 h 44392"/>
                  <a:gd name="connsiteX2" fmla="*/ 40999 w 51938"/>
                  <a:gd name="connsiteY2" fmla="*/ 34127 h 44392"/>
                  <a:gd name="connsiteX3" fmla="*/ 45185 w 51938"/>
                  <a:gd name="connsiteY3" fmla="*/ 28994 h 44392"/>
                  <a:gd name="connsiteX4" fmla="*/ 46802 w 51938"/>
                  <a:gd name="connsiteY4" fmla="*/ 21770 h 44392"/>
                  <a:gd name="connsiteX5" fmla="*/ 43853 w 51938"/>
                  <a:gd name="connsiteY5" fmla="*/ 12170 h 44392"/>
                  <a:gd name="connsiteX6" fmla="*/ 35482 w 51938"/>
                  <a:gd name="connsiteY6" fmla="*/ 6847 h 44392"/>
                  <a:gd name="connsiteX7" fmla="*/ 35482 w 51938"/>
                  <a:gd name="connsiteY7" fmla="*/ 479 h 44392"/>
                  <a:gd name="connsiteX8" fmla="*/ 41950 w 51938"/>
                  <a:gd name="connsiteY8" fmla="*/ 3235 h 44392"/>
                  <a:gd name="connsiteX9" fmla="*/ 47182 w 51938"/>
                  <a:gd name="connsiteY9" fmla="*/ 7512 h 44392"/>
                  <a:gd name="connsiteX10" fmla="*/ 50702 w 51938"/>
                  <a:gd name="connsiteY10" fmla="*/ 13596 h 44392"/>
                  <a:gd name="connsiteX11" fmla="*/ 51938 w 51938"/>
                  <a:gd name="connsiteY11" fmla="*/ 21770 h 44392"/>
                  <a:gd name="connsiteX12" fmla="*/ 49941 w 51938"/>
                  <a:gd name="connsiteY12" fmla="*/ 31940 h 44392"/>
                  <a:gd name="connsiteX13" fmla="*/ 44519 w 51938"/>
                  <a:gd name="connsiteY13" fmla="*/ 38974 h 44392"/>
                  <a:gd name="connsiteX14" fmla="*/ 36338 w 51938"/>
                  <a:gd name="connsiteY14" fmla="*/ 43061 h 44392"/>
                  <a:gd name="connsiteX15" fmla="*/ 26160 w 51938"/>
                  <a:gd name="connsiteY15" fmla="*/ 44392 h 44392"/>
                  <a:gd name="connsiteX16" fmla="*/ 15981 w 51938"/>
                  <a:gd name="connsiteY16" fmla="*/ 42776 h 44392"/>
                  <a:gd name="connsiteX17" fmla="*/ 7610 w 51938"/>
                  <a:gd name="connsiteY17" fmla="*/ 38309 h 44392"/>
                  <a:gd name="connsiteX18" fmla="*/ 1998 w 51938"/>
                  <a:gd name="connsiteY18" fmla="*/ 31180 h 44392"/>
                  <a:gd name="connsiteX19" fmla="*/ 0 w 51938"/>
                  <a:gd name="connsiteY19" fmla="*/ 21675 h 44392"/>
                  <a:gd name="connsiteX20" fmla="*/ 7039 w 51938"/>
                  <a:gd name="connsiteY20" fmla="*/ 5706 h 44392"/>
                  <a:gd name="connsiteX21" fmla="*/ 27301 w 51938"/>
                  <a:gd name="connsiteY21" fmla="*/ 3 h 44392"/>
                  <a:gd name="connsiteX22" fmla="*/ 27301 w 51938"/>
                  <a:gd name="connsiteY22" fmla="*/ 38214 h 44392"/>
                  <a:gd name="connsiteX23" fmla="*/ 22545 w 51938"/>
                  <a:gd name="connsiteY23" fmla="*/ 6087 h 44392"/>
                  <a:gd name="connsiteX24" fmla="*/ 15791 w 51938"/>
                  <a:gd name="connsiteY24" fmla="*/ 7037 h 44392"/>
                  <a:gd name="connsiteX25" fmla="*/ 10273 w 51938"/>
                  <a:gd name="connsiteY25" fmla="*/ 9984 h 44392"/>
                  <a:gd name="connsiteX26" fmla="*/ 6563 w 51938"/>
                  <a:gd name="connsiteY26" fmla="*/ 14926 h 44392"/>
                  <a:gd name="connsiteX27" fmla="*/ 5137 w 51938"/>
                  <a:gd name="connsiteY27" fmla="*/ 21675 h 44392"/>
                  <a:gd name="connsiteX28" fmla="*/ 6563 w 51938"/>
                  <a:gd name="connsiteY28" fmla="*/ 28423 h 44392"/>
                  <a:gd name="connsiteX29" fmla="*/ 10369 w 51938"/>
                  <a:gd name="connsiteY29" fmla="*/ 33366 h 44392"/>
                  <a:gd name="connsiteX30" fmla="*/ 15886 w 51938"/>
                  <a:gd name="connsiteY30" fmla="*/ 36693 h 44392"/>
                  <a:gd name="connsiteX31" fmla="*/ 22545 w 51938"/>
                  <a:gd name="connsiteY31" fmla="*/ 38309 h 44392"/>
                  <a:gd name="connsiteX32" fmla="*/ 22545 w 51938"/>
                  <a:gd name="connsiteY32" fmla="*/ 6182 h 443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1938" h="44392">
                    <a:moveTo>
                      <a:pt x="27301" y="38214"/>
                    </a:moveTo>
                    <a:cubicBezTo>
                      <a:pt x="29964" y="38214"/>
                      <a:pt x="32438" y="37834"/>
                      <a:pt x="34816" y="37168"/>
                    </a:cubicBezTo>
                    <a:cubicBezTo>
                      <a:pt x="37194" y="36503"/>
                      <a:pt x="39287" y="35457"/>
                      <a:pt x="40999" y="34127"/>
                    </a:cubicBezTo>
                    <a:cubicBezTo>
                      <a:pt x="42711" y="32796"/>
                      <a:pt x="44138" y="30990"/>
                      <a:pt x="45185" y="28994"/>
                    </a:cubicBezTo>
                    <a:cubicBezTo>
                      <a:pt x="46231" y="26903"/>
                      <a:pt x="46802" y="24526"/>
                      <a:pt x="46802" y="21770"/>
                    </a:cubicBezTo>
                    <a:cubicBezTo>
                      <a:pt x="46802" y="18063"/>
                      <a:pt x="45850" y="14831"/>
                      <a:pt x="43853" y="12170"/>
                    </a:cubicBezTo>
                    <a:cubicBezTo>
                      <a:pt x="41855" y="9508"/>
                      <a:pt x="39096" y="7703"/>
                      <a:pt x="35482" y="6847"/>
                    </a:cubicBezTo>
                    <a:lnTo>
                      <a:pt x="35482" y="479"/>
                    </a:lnTo>
                    <a:cubicBezTo>
                      <a:pt x="37860" y="1144"/>
                      <a:pt x="39953" y="2095"/>
                      <a:pt x="41950" y="3235"/>
                    </a:cubicBezTo>
                    <a:cubicBezTo>
                      <a:pt x="43948" y="4376"/>
                      <a:pt x="45660" y="5801"/>
                      <a:pt x="47182" y="7512"/>
                    </a:cubicBezTo>
                    <a:cubicBezTo>
                      <a:pt x="48704" y="9223"/>
                      <a:pt x="49846" y="11219"/>
                      <a:pt x="50702" y="13596"/>
                    </a:cubicBezTo>
                    <a:cubicBezTo>
                      <a:pt x="51558" y="15972"/>
                      <a:pt x="51938" y="18633"/>
                      <a:pt x="51938" y="21770"/>
                    </a:cubicBezTo>
                    <a:cubicBezTo>
                      <a:pt x="51938" y="25667"/>
                      <a:pt x="51272" y="29089"/>
                      <a:pt x="49941" y="31940"/>
                    </a:cubicBezTo>
                    <a:cubicBezTo>
                      <a:pt x="48609" y="34792"/>
                      <a:pt x="46802" y="37168"/>
                      <a:pt x="44519" y="38974"/>
                    </a:cubicBezTo>
                    <a:cubicBezTo>
                      <a:pt x="42235" y="40780"/>
                      <a:pt x="39477" y="42206"/>
                      <a:pt x="36338" y="43061"/>
                    </a:cubicBezTo>
                    <a:cubicBezTo>
                      <a:pt x="33199" y="43917"/>
                      <a:pt x="29774" y="44392"/>
                      <a:pt x="26160" y="44392"/>
                    </a:cubicBezTo>
                    <a:cubicBezTo>
                      <a:pt x="22545" y="44392"/>
                      <a:pt x="19120" y="43917"/>
                      <a:pt x="15981" y="42776"/>
                    </a:cubicBezTo>
                    <a:cubicBezTo>
                      <a:pt x="12842" y="41730"/>
                      <a:pt x="10083" y="40210"/>
                      <a:pt x="7610" y="38309"/>
                    </a:cubicBezTo>
                    <a:cubicBezTo>
                      <a:pt x="5232" y="36408"/>
                      <a:pt x="3329" y="34031"/>
                      <a:pt x="1998" y="31180"/>
                    </a:cubicBezTo>
                    <a:cubicBezTo>
                      <a:pt x="666" y="28423"/>
                      <a:pt x="0" y="25192"/>
                      <a:pt x="0" y="21675"/>
                    </a:cubicBezTo>
                    <a:cubicBezTo>
                      <a:pt x="0" y="14926"/>
                      <a:pt x="2378" y="9604"/>
                      <a:pt x="7039" y="5706"/>
                    </a:cubicBezTo>
                    <a:cubicBezTo>
                      <a:pt x="11700" y="1809"/>
                      <a:pt x="18454" y="-92"/>
                      <a:pt x="27301" y="3"/>
                    </a:cubicBezTo>
                    <a:lnTo>
                      <a:pt x="27301" y="38214"/>
                    </a:lnTo>
                    <a:close/>
                    <a:moveTo>
                      <a:pt x="22545" y="6087"/>
                    </a:moveTo>
                    <a:cubicBezTo>
                      <a:pt x="20167" y="6087"/>
                      <a:pt x="17883" y="6467"/>
                      <a:pt x="15791" y="7037"/>
                    </a:cubicBezTo>
                    <a:cubicBezTo>
                      <a:pt x="13698" y="7703"/>
                      <a:pt x="11795" y="8653"/>
                      <a:pt x="10273" y="9984"/>
                    </a:cubicBezTo>
                    <a:cubicBezTo>
                      <a:pt x="8751" y="11314"/>
                      <a:pt x="7515" y="12930"/>
                      <a:pt x="6563" y="14926"/>
                    </a:cubicBezTo>
                    <a:cubicBezTo>
                      <a:pt x="5612" y="16922"/>
                      <a:pt x="5137" y="19109"/>
                      <a:pt x="5137" y="21675"/>
                    </a:cubicBezTo>
                    <a:cubicBezTo>
                      <a:pt x="5137" y="24241"/>
                      <a:pt x="5612" y="26428"/>
                      <a:pt x="6563" y="28423"/>
                    </a:cubicBezTo>
                    <a:cubicBezTo>
                      <a:pt x="7515" y="30324"/>
                      <a:pt x="8751" y="32035"/>
                      <a:pt x="10369" y="33366"/>
                    </a:cubicBezTo>
                    <a:cubicBezTo>
                      <a:pt x="11986" y="34697"/>
                      <a:pt x="13793" y="35837"/>
                      <a:pt x="15886" y="36693"/>
                    </a:cubicBezTo>
                    <a:cubicBezTo>
                      <a:pt x="17979" y="37548"/>
                      <a:pt x="20167" y="38024"/>
                      <a:pt x="22545" y="38309"/>
                    </a:cubicBezTo>
                    <a:lnTo>
                      <a:pt x="22545" y="6182"/>
                    </a:lnTo>
                    <a:close/>
                  </a:path>
                </a:pathLst>
              </a:custGeom>
              <a:solidFill>
                <a:srgbClr val="000000"/>
              </a:solidFill>
              <a:ln w="9506" cap="flat">
                <a:noFill/>
                <a:prstDash val="solid"/>
                <a:miter/>
              </a:ln>
            </p:spPr>
            <p:txBody>
              <a:bodyPr rtlCol="0" anchor="ctr"/>
              <a:lstStyle/>
              <a:p>
                <a:endParaRPr lang="en-US"/>
              </a:p>
            </p:txBody>
          </p:sp>
          <p:sp>
            <p:nvSpPr>
              <p:cNvPr id="3513" name="Freeform 3512">
                <a:extLst>
                  <a:ext uri="{FF2B5EF4-FFF2-40B4-BE49-F238E27FC236}">
                    <a16:creationId xmlns:a16="http://schemas.microsoft.com/office/drawing/2014/main" id="{A9C8636A-B667-D602-56CC-93484DFA4699}"/>
                  </a:ext>
                </a:extLst>
              </p:cNvPr>
              <p:cNvSpPr/>
              <p:nvPr/>
            </p:nvSpPr>
            <p:spPr>
              <a:xfrm>
                <a:off x="7003211" y="3966224"/>
                <a:ext cx="69631" cy="22621"/>
              </a:xfrm>
              <a:custGeom>
                <a:avLst/>
                <a:gdLst>
                  <a:gd name="connsiteX0" fmla="*/ 25303 w 69631"/>
                  <a:gd name="connsiteY0" fmla="*/ 22527 h 22621"/>
                  <a:gd name="connsiteX1" fmla="*/ 20547 w 69631"/>
                  <a:gd name="connsiteY1" fmla="*/ 22527 h 22621"/>
                  <a:gd name="connsiteX2" fmla="*/ 20547 w 69631"/>
                  <a:gd name="connsiteY2" fmla="*/ 15208 h 22621"/>
                  <a:gd name="connsiteX3" fmla="*/ 12747 w 69631"/>
                  <a:gd name="connsiteY3" fmla="*/ 15208 h 22621"/>
                  <a:gd name="connsiteX4" fmla="*/ 3425 w 69631"/>
                  <a:gd name="connsiteY4" fmla="*/ 12832 h 22621"/>
                  <a:gd name="connsiteX5" fmla="*/ 0 w 69631"/>
                  <a:gd name="connsiteY5" fmla="*/ 4753 h 22621"/>
                  <a:gd name="connsiteX6" fmla="*/ 0 w 69631"/>
                  <a:gd name="connsiteY6" fmla="*/ 2281 h 22621"/>
                  <a:gd name="connsiteX7" fmla="*/ 285 w 69631"/>
                  <a:gd name="connsiteY7" fmla="*/ 0 h 22621"/>
                  <a:gd name="connsiteX8" fmla="*/ 5517 w 69631"/>
                  <a:gd name="connsiteY8" fmla="*/ 0 h 22621"/>
                  <a:gd name="connsiteX9" fmla="*/ 5042 w 69631"/>
                  <a:gd name="connsiteY9" fmla="*/ 3422 h 22621"/>
                  <a:gd name="connsiteX10" fmla="*/ 5803 w 69631"/>
                  <a:gd name="connsiteY10" fmla="*/ 6844 h 22621"/>
                  <a:gd name="connsiteX11" fmla="*/ 7896 w 69631"/>
                  <a:gd name="connsiteY11" fmla="*/ 8649 h 22621"/>
                  <a:gd name="connsiteX12" fmla="*/ 10939 w 69631"/>
                  <a:gd name="connsiteY12" fmla="*/ 9410 h 22621"/>
                  <a:gd name="connsiteX13" fmla="*/ 14269 w 69631"/>
                  <a:gd name="connsiteY13" fmla="*/ 9600 h 22621"/>
                  <a:gd name="connsiteX14" fmla="*/ 20357 w 69631"/>
                  <a:gd name="connsiteY14" fmla="*/ 9600 h 22621"/>
                  <a:gd name="connsiteX15" fmla="*/ 20357 w 69631"/>
                  <a:gd name="connsiteY15" fmla="*/ 95 h 22621"/>
                  <a:gd name="connsiteX16" fmla="*/ 25113 w 69631"/>
                  <a:gd name="connsiteY16" fmla="*/ 95 h 22621"/>
                  <a:gd name="connsiteX17" fmla="*/ 25113 w 69631"/>
                  <a:gd name="connsiteY17" fmla="*/ 9600 h 22621"/>
                  <a:gd name="connsiteX18" fmla="*/ 69632 w 69631"/>
                  <a:gd name="connsiteY18" fmla="*/ 9600 h 22621"/>
                  <a:gd name="connsiteX19" fmla="*/ 69632 w 69631"/>
                  <a:gd name="connsiteY19" fmla="*/ 15303 h 22621"/>
                  <a:gd name="connsiteX20" fmla="*/ 25113 w 69631"/>
                  <a:gd name="connsiteY20" fmla="*/ 15303 h 22621"/>
                  <a:gd name="connsiteX21" fmla="*/ 25113 w 69631"/>
                  <a:gd name="connsiteY21" fmla="*/ 22622 h 226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69631" h="22621">
                    <a:moveTo>
                      <a:pt x="25303" y="22527"/>
                    </a:moveTo>
                    <a:lnTo>
                      <a:pt x="20547" y="22527"/>
                    </a:lnTo>
                    <a:lnTo>
                      <a:pt x="20547" y="15208"/>
                    </a:lnTo>
                    <a:lnTo>
                      <a:pt x="12747" y="15208"/>
                    </a:lnTo>
                    <a:cubicBezTo>
                      <a:pt x="8847" y="15208"/>
                      <a:pt x="5708" y="14448"/>
                      <a:pt x="3425" y="12832"/>
                    </a:cubicBezTo>
                    <a:cubicBezTo>
                      <a:pt x="1141" y="11216"/>
                      <a:pt x="0" y="8554"/>
                      <a:pt x="0" y="4753"/>
                    </a:cubicBezTo>
                    <a:cubicBezTo>
                      <a:pt x="0" y="3897"/>
                      <a:pt x="0" y="3042"/>
                      <a:pt x="0" y="2281"/>
                    </a:cubicBezTo>
                    <a:cubicBezTo>
                      <a:pt x="0" y="1521"/>
                      <a:pt x="190" y="760"/>
                      <a:pt x="285" y="0"/>
                    </a:cubicBezTo>
                    <a:lnTo>
                      <a:pt x="5517" y="0"/>
                    </a:lnTo>
                    <a:cubicBezTo>
                      <a:pt x="5232" y="1236"/>
                      <a:pt x="5042" y="2376"/>
                      <a:pt x="5042" y="3422"/>
                    </a:cubicBezTo>
                    <a:cubicBezTo>
                      <a:pt x="5042" y="4848"/>
                      <a:pt x="5327" y="5988"/>
                      <a:pt x="5803" y="6844"/>
                    </a:cubicBezTo>
                    <a:cubicBezTo>
                      <a:pt x="6374" y="7699"/>
                      <a:pt x="7039" y="8269"/>
                      <a:pt x="7896" y="8649"/>
                    </a:cubicBezTo>
                    <a:cubicBezTo>
                      <a:pt x="8752" y="9030"/>
                      <a:pt x="9798" y="9220"/>
                      <a:pt x="10939" y="9410"/>
                    </a:cubicBezTo>
                    <a:cubicBezTo>
                      <a:pt x="12081" y="9410"/>
                      <a:pt x="13127" y="9600"/>
                      <a:pt x="14269" y="9600"/>
                    </a:cubicBezTo>
                    <a:lnTo>
                      <a:pt x="20357" y="9600"/>
                    </a:lnTo>
                    <a:lnTo>
                      <a:pt x="20357" y="95"/>
                    </a:lnTo>
                    <a:lnTo>
                      <a:pt x="25113" y="95"/>
                    </a:lnTo>
                    <a:lnTo>
                      <a:pt x="25113" y="9600"/>
                    </a:lnTo>
                    <a:lnTo>
                      <a:pt x="69632" y="9600"/>
                    </a:lnTo>
                    <a:lnTo>
                      <a:pt x="69632" y="15303"/>
                    </a:lnTo>
                    <a:lnTo>
                      <a:pt x="25113" y="15303"/>
                    </a:lnTo>
                    <a:lnTo>
                      <a:pt x="25113" y="22622"/>
                    </a:lnTo>
                    <a:close/>
                  </a:path>
                </a:pathLst>
              </a:custGeom>
              <a:solidFill>
                <a:srgbClr val="000000"/>
              </a:solidFill>
              <a:ln w="9506" cap="flat">
                <a:noFill/>
                <a:prstDash val="solid"/>
                <a:miter/>
              </a:ln>
            </p:spPr>
            <p:txBody>
              <a:bodyPr rtlCol="0" anchor="ctr"/>
              <a:lstStyle/>
              <a:p>
                <a:endParaRPr lang="en-US"/>
              </a:p>
            </p:txBody>
          </p:sp>
          <p:sp>
            <p:nvSpPr>
              <p:cNvPr id="3514" name="Freeform 3513">
                <a:extLst>
                  <a:ext uri="{FF2B5EF4-FFF2-40B4-BE49-F238E27FC236}">
                    <a16:creationId xmlns:a16="http://schemas.microsoft.com/office/drawing/2014/main" id="{2D468F22-18AE-75C6-A97E-3BC241185AC9}"/>
                  </a:ext>
                </a:extLst>
              </p:cNvPr>
              <p:cNvSpPr/>
              <p:nvPr/>
            </p:nvSpPr>
            <p:spPr>
              <a:xfrm>
                <a:off x="7004543" y="3950541"/>
                <a:ext cx="68490" cy="6273"/>
              </a:xfrm>
              <a:custGeom>
                <a:avLst/>
                <a:gdLst>
                  <a:gd name="connsiteX0" fmla="*/ 8466 w 68490"/>
                  <a:gd name="connsiteY0" fmla="*/ 6273 h 6273"/>
                  <a:gd name="connsiteX1" fmla="*/ 0 w 68490"/>
                  <a:gd name="connsiteY1" fmla="*/ 6273 h 6273"/>
                  <a:gd name="connsiteX2" fmla="*/ 0 w 68490"/>
                  <a:gd name="connsiteY2" fmla="*/ 0 h 6273"/>
                  <a:gd name="connsiteX3" fmla="*/ 8466 w 68490"/>
                  <a:gd name="connsiteY3" fmla="*/ 0 h 6273"/>
                  <a:gd name="connsiteX4" fmla="*/ 8466 w 68490"/>
                  <a:gd name="connsiteY4" fmla="*/ 6273 h 6273"/>
                  <a:gd name="connsiteX5" fmla="*/ 68490 w 68490"/>
                  <a:gd name="connsiteY5" fmla="*/ 5988 h 6273"/>
                  <a:gd name="connsiteX6" fmla="*/ 19215 w 68490"/>
                  <a:gd name="connsiteY6" fmla="*/ 5988 h 6273"/>
                  <a:gd name="connsiteX7" fmla="*/ 19215 w 68490"/>
                  <a:gd name="connsiteY7" fmla="*/ 285 h 6273"/>
                  <a:gd name="connsiteX8" fmla="*/ 68490 w 68490"/>
                  <a:gd name="connsiteY8" fmla="*/ 285 h 6273"/>
                  <a:gd name="connsiteX9" fmla="*/ 68490 w 68490"/>
                  <a:gd name="connsiteY9" fmla="*/ 5988 h 62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0" h="6273">
                    <a:moveTo>
                      <a:pt x="8466" y="6273"/>
                    </a:moveTo>
                    <a:lnTo>
                      <a:pt x="0" y="6273"/>
                    </a:lnTo>
                    <a:lnTo>
                      <a:pt x="0" y="0"/>
                    </a:lnTo>
                    <a:lnTo>
                      <a:pt x="8466" y="0"/>
                    </a:lnTo>
                    <a:lnTo>
                      <a:pt x="8466" y="6273"/>
                    </a:lnTo>
                    <a:close/>
                    <a:moveTo>
                      <a:pt x="68490" y="5988"/>
                    </a:moveTo>
                    <a:lnTo>
                      <a:pt x="19215" y="5988"/>
                    </a:lnTo>
                    <a:lnTo>
                      <a:pt x="19215" y="285"/>
                    </a:lnTo>
                    <a:lnTo>
                      <a:pt x="68490" y="285"/>
                    </a:lnTo>
                    <a:lnTo>
                      <a:pt x="68490" y="5988"/>
                    </a:lnTo>
                    <a:close/>
                  </a:path>
                </a:pathLst>
              </a:custGeom>
              <a:solidFill>
                <a:srgbClr val="000000"/>
              </a:solidFill>
              <a:ln w="9506" cap="flat">
                <a:noFill/>
                <a:prstDash val="solid"/>
                <a:miter/>
              </a:ln>
            </p:spPr>
            <p:txBody>
              <a:bodyPr rtlCol="0" anchor="ctr"/>
              <a:lstStyle/>
              <a:p>
                <a:endParaRPr lang="en-US"/>
              </a:p>
            </p:txBody>
          </p:sp>
          <p:sp>
            <p:nvSpPr>
              <p:cNvPr id="3515" name="Freeform 3514">
                <a:extLst>
                  <a:ext uri="{FF2B5EF4-FFF2-40B4-BE49-F238E27FC236}">
                    <a16:creationId xmlns:a16="http://schemas.microsoft.com/office/drawing/2014/main" id="{B640C5E2-78AB-578C-65AE-B12F18F40CFF}"/>
                  </a:ext>
                </a:extLst>
              </p:cNvPr>
              <p:cNvSpPr/>
              <p:nvPr/>
            </p:nvSpPr>
            <p:spPr>
              <a:xfrm>
                <a:off x="7010156" y="3918984"/>
                <a:ext cx="64209" cy="22241"/>
              </a:xfrm>
              <a:custGeom>
                <a:avLst/>
                <a:gdLst>
                  <a:gd name="connsiteX0" fmla="*/ 63068 w 64209"/>
                  <a:gd name="connsiteY0" fmla="*/ 0 h 22241"/>
                  <a:gd name="connsiteX1" fmla="*/ 63734 w 64209"/>
                  <a:gd name="connsiteY1" fmla="*/ 2756 h 22241"/>
                  <a:gd name="connsiteX2" fmla="*/ 64210 w 64209"/>
                  <a:gd name="connsiteY2" fmla="*/ 6558 h 22241"/>
                  <a:gd name="connsiteX3" fmla="*/ 62117 w 64209"/>
                  <a:gd name="connsiteY3" fmla="*/ 13117 h 22241"/>
                  <a:gd name="connsiteX4" fmla="*/ 54507 w 64209"/>
                  <a:gd name="connsiteY4" fmla="*/ 15303 h 22241"/>
                  <a:gd name="connsiteX5" fmla="*/ 18454 w 64209"/>
                  <a:gd name="connsiteY5" fmla="*/ 15303 h 22241"/>
                  <a:gd name="connsiteX6" fmla="*/ 18454 w 64209"/>
                  <a:gd name="connsiteY6" fmla="*/ 22242 h 22241"/>
                  <a:gd name="connsiteX7" fmla="*/ 13698 w 64209"/>
                  <a:gd name="connsiteY7" fmla="*/ 22242 h 22241"/>
                  <a:gd name="connsiteX8" fmla="*/ 13698 w 64209"/>
                  <a:gd name="connsiteY8" fmla="*/ 15303 h 22241"/>
                  <a:gd name="connsiteX9" fmla="*/ 0 w 64209"/>
                  <a:gd name="connsiteY9" fmla="*/ 15303 h 22241"/>
                  <a:gd name="connsiteX10" fmla="*/ 0 w 64209"/>
                  <a:gd name="connsiteY10" fmla="*/ 9600 h 22241"/>
                  <a:gd name="connsiteX11" fmla="*/ 13698 w 64209"/>
                  <a:gd name="connsiteY11" fmla="*/ 9600 h 22241"/>
                  <a:gd name="connsiteX12" fmla="*/ 13698 w 64209"/>
                  <a:gd name="connsiteY12" fmla="*/ 380 h 22241"/>
                  <a:gd name="connsiteX13" fmla="*/ 18454 w 64209"/>
                  <a:gd name="connsiteY13" fmla="*/ 380 h 22241"/>
                  <a:gd name="connsiteX14" fmla="*/ 18454 w 64209"/>
                  <a:gd name="connsiteY14" fmla="*/ 9600 h 22241"/>
                  <a:gd name="connsiteX15" fmla="*/ 52224 w 64209"/>
                  <a:gd name="connsiteY15" fmla="*/ 9600 h 22241"/>
                  <a:gd name="connsiteX16" fmla="*/ 55363 w 64209"/>
                  <a:gd name="connsiteY16" fmla="*/ 9505 h 22241"/>
                  <a:gd name="connsiteX17" fmla="*/ 57551 w 64209"/>
                  <a:gd name="connsiteY17" fmla="*/ 8935 h 22241"/>
                  <a:gd name="connsiteX18" fmla="*/ 58787 w 64209"/>
                  <a:gd name="connsiteY18" fmla="*/ 7509 h 22241"/>
                  <a:gd name="connsiteX19" fmla="*/ 59168 w 64209"/>
                  <a:gd name="connsiteY19" fmla="*/ 4753 h 22241"/>
                  <a:gd name="connsiteX20" fmla="*/ 58978 w 64209"/>
                  <a:gd name="connsiteY20" fmla="*/ 2376 h 22241"/>
                  <a:gd name="connsiteX21" fmla="*/ 58502 w 64209"/>
                  <a:gd name="connsiteY21" fmla="*/ 0 h 22241"/>
                  <a:gd name="connsiteX22" fmla="*/ 63163 w 64209"/>
                  <a:gd name="connsiteY22" fmla="*/ 0 h 222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4209" h="22241">
                    <a:moveTo>
                      <a:pt x="63068" y="0"/>
                    </a:moveTo>
                    <a:cubicBezTo>
                      <a:pt x="63163" y="665"/>
                      <a:pt x="63449" y="1616"/>
                      <a:pt x="63734" y="2756"/>
                    </a:cubicBezTo>
                    <a:cubicBezTo>
                      <a:pt x="64019" y="3897"/>
                      <a:pt x="64210" y="5133"/>
                      <a:pt x="64210" y="6558"/>
                    </a:cubicBezTo>
                    <a:cubicBezTo>
                      <a:pt x="64210" y="9410"/>
                      <a:pt x="63544" y="11596"/>
                      <a:pt x="62117" y="13117"/>
                    </a:cubicBezTo>
                    <a:cubicBezTo>
                      <a:pt x="60690" y="14638"/>
                      <a:pt x="58122" y="15303"/>
                      <a:pt x="54507" y="15303"/>
                    </a:cubicBezTo>
                    <a:lnTo>
                      <a:pt x="18454" y="15303"/>
                    </a:lnTo>
                    <a:lnTo>
                      <a:pt x="18454" y="22242"/>
                    </a:lnTo>
                    <a:lnTo>
                      <a:pt x="13698" y="22242"/>
                    </a:lnTo>
                    <a:lnTo>
                      <a:pt x="13698" y="15303"/>
                    </a:lnTo>
                    <a:lnTo>
                      <a:pt x="0" y="15303"/>
                    </a:lnTo>
                    <a:lnTo>
                      <a:pt x="0" y="9600"/>
                    </a:lnTo>
                    <a:lnTo>
                      <a:pt x="13698" y="9600"/>
                    </a:lnTo>
                    <a:lnTo>
                      <a:pt x="13698" y="380"/>
                    </a:lnTo>
                    <a:lnTo>
                      <a:pt x="18454" y="380"/>
                    </a:lnTo>
                    <a:lnTo>
                      <a:pt x="18454" y="9600"/>
                    </a:lnTo>
                    <a:lnTo>
                      <a:pt x="52224" y="9600"/>
                    </a:lnTo>
                    <a:cubicBezTo>
                      <a:pt x="53460" y="9600"/>
                      <a:pt x="54507" y="9600"/>
                      <a:pt x="55363" y="9505"/>
                    </a:cubicBezTo>
                    <a:cubicBezTo>
                      <a:pt x="56219" y="9505"/>
                      <a:pt x="56980" y="9220"/>
                      <a:pt x="57551" y="8935"/>
                    </a:cubicBezTo>
                    <a:cubicBezTo>
                      <a:pt x="58122" y="8650"/>
                      <a:pt x="58502" y="8174"/>
                      <a:pt x="58787" y="7509"/>
                    </a:cubicBezTo>
                    <a:cubicBezTo>
                      <a:pt x="59073" y="6844"/>
                      <a:pt x="59168" y="5893"/>
                      <a:pt x="59168" y="4753"/>
                    </a:cubicBezTo>
                    <a:cubicBezTo>
                      <a:pt x="59168" y="3992"/>
                      <a:pt x="59168" y="3232"/>
                      <a:pt x="58978" y="2376"/>
                    </a:cubicBezTo>
                    <a:cubicBezTo>
                      <a:pt x="58787" y="1521"/>
                      <a:pt x="58692" y="760"/>
                      <a:pt x="58502" y="0"/>
                    </a:cubicBezTo>
                    <a:lnTo>
                      <a:pt x="63163" y="0"/>
                    </a:lnTo>
                    <a:close/>
                  </a:path>
                </a:pathLst>
              </a:custGeom>
              <a:solidFill>
                <a:srgbClr val="000000"/>
              </a:solidFill>
              <a:ln w="9506" cap="flat">
                <a:noFill/>
                <a:prstDash val="solid"/>
                <a:miter/>
              </a:ln>
            </p:spPr>
            <p:txBody>
              <a:bodyPr rtlCol="0" anchor="ctr"/>
              <a:lstStyle/>
              <a:p>
                <a:endParaRPr lang="en-US"/>
              </a:p>
            </p:txBody>
          </p:sp>
        </p:grpSp>
        <p:sp>
          <p:nvSpPr>
            <p:cNvPr id="4605" name="Freeform 4604">
              <a:extLst>
                <a:ext uri="{FF2B5EF4-FFF2-40B4-BE49-F238E27FC236}">
                  <a16:creationId xmlns:a16="http://schemas.microsoft.com/office/drawing/2014/main" id="{F064B823-89E0-5AF7-D992-4384D849A04F}"/>
                </a:ext>
              </a:extLst>
            </p:cNvPr>
            <p:cNvSpPr/>
            <p:nvPr/>
          </p:nvSpPr>
          <p:spPr>
            <a:xfrm>
              <a:off x="7343855" y="4453967"/>
              <a:ext cx="2847671" cy="23777"/>
            </a:xfrm>
            <a:custGeom>
              <a:avLst/>
              <a:gdLst>
                <a:gd name="connsiteX0" fmla="*/ 0 w 1138366"/>
                <a:gd name="connsiteY0" fmla="*/ 0 h 9505"/>
                <a:gd name="connsiteX1" fmla="*/ 1138367 w 1138366"/>
                <a:gd name="connsiteY1" fmla="*/ 0 h 9505"/>
              </a:gdLst>
              <a:ahLst/>
              <a:cxnLst>
                <a:cxn ang="0">
                  <a:pos x="connsiteX0" y="connsiteY0"/>
                </a:cxn>
                <a:cxn ang="0">
                  <a:pos x="connsiteX1" y="connsiteY1"/>
                </a:cxn>
              </a:cxnLst>
              <a:rect l="l" t="t" r="r" b="b"/>
              <a:pathLst>
                <a:path w="1138366" h="9505">
                  <a:moveTo>
                    <a:pt x="0" y="0"/>
                  </a:moveTo>
                  <a:lnTo>
                    <a:pt x="1138367" y="0"/>
                  </a:lnTo>
                </a:path>
              </a:pathLst>
            </a:custGeom>
            <a:ln w="4753" cap="sq">
              <a:solidFill>
                <a:srgbClr val="262626"/>
              </a:solidFill>
              <a:prstDash val="solid"/>
              <a:round/>
            </a:ln>
          </p:spPr>
          <p:txBody>
            <a:bodyPr rtlCol="0" anchor="ctr"/>
            <a:lstStyle/>
            <a:p>
              <a:endParaRPr lang="en-US"/>
            </a:p>
          </p:txBody>
        </p:sp>
        <p:sp>
          <p:nvSpPr>
            <p:cNvPr id="4606" name="Freeform 4605">
              <a:extLst>
                <a:ext uri="{FF2B5EF4-FFF2-40B4-BE49-F238E27FC236}">
                  <a16:creationId xmlns:a16="http://schemas.microsoft.com/office/drawing/2014/main" id="{3EF79D5F-6A5F-03B3-0572-C36216C73825}"/>
                </a:ext>
              </a:extLst>
            </p:cNvPr>
            <p:cNvSpPr/>
            <p:nvPr/>
          </p:nvSpPr>
          <p:spPr>
            <a:xfrm>
              <a:off x="7439517" y="4425672"/>
              <a:ext cx="23795" cy="28292"/>
            </a:xfrm>
            <a:custGeom>
              <a:avLst/>
              <a:gdLst>
                <a:gd name="connsiteX0" fmla="*/ 0 w 9512"/>
                <a:gd name="connsiteY0" fmla="*/ 11311 h 11310"/>
                <a:gd name="connsiteX1" fmla="*/ 0 w 9512"/>
                <a:gd name="connsiteY1" fmla="*/ 0 h 11310"/>
              </a:gdLst>
              <a:ahLst/>
              <a:cxnLst>
                <a:cxn ang="0">
                  <a:pos x="connsiteX0" y="connsiteY0"/>
                </a:cxn>
                <a:cxn ang="0">
                  <a:pos x="connsiteX1" y="connsiteY1"/>
                </a:cxn>
              </a:cxnLst>
              <a:rect l="l" t="t" r="r" b="b"/>
              <a:pathLst>
                <a:path w="9512" h="11310">
                  <a:moveTo>
                    <a:pt x="0" y="11311"/>
                  </a:moveTo>
                  <a:lnTo>
                    <a:pt x="0" y="0"/>
                  </a:lnTo>
                </a:path>
              </a:pathLst>
            </a:custGeom>
            <a:ln w="4753" cap="sq">
              <a:solidFill>
                <a:srgbClr val="262626"/>
              </a:solidFill>
              <a:prstDash val="solid"/>
              <a:round/>
            </a:ln>
          </p:spPr>
          <p:txBody>
            <a:bodyPr rtlCol="0" anchor="ctr"/>
            <a:lstStyle/>
            <a:p>
              <a:endParaRPr lang="en-US"/>
            </a:p>
          </p:txBody>
        </p:sp>
        <p:sp>
          <p:nvSpPr>
            <p:cNvPr id="4607" name="Freeform 4606">
              <a:extLst>
                <a:ext uri="{FF2B5EF4-FFF2-40B4-BE49-F238E27FC236}">
                  <a16:creationId xmlns:a16="http://schemas.microsoft.com/office/drawing/2014/main" id="{185E0A57-95D5-B9DB-2FBB-B2EED947F296}"/>
                </a:ext>
              </a:extLst>
            </p:cNvPr>
            <p:cNvSpPr/>
            <p:nvPr/>
          </p:nvSpPr>
          <p:spPr>
            <a:xfrm>
              <a:off x="8347096" y="4425672"/>
              <a:ext cx="23795" cy="28292"/>
            </a:xfrm>
            <a:custGeom>
              <a:avLst/>
              <a:gdLst>
                <a:gd name="connsiteX0" fmla="*/ 0 w 9512"/>
                <a:gd name="connsiteY0" fmla="*/ 11311 h 11310"/>
                <a:gd name="connsiteX1" fmla="*/ 0 w 9512"/>
                <a:gd name="connsiteY1" fmla="*/ 0 h 11310"/>
              </a:gdLst>
              <a:ahLst/>
              <a:cxnLst>
                <a:cxn ang="0">
                  <a:pos x="connsiteX0" y="connsiteY0"/>
                </a:cxn>
                <a:cxn ang="0">
                  <a:pos x="connsiteX1" y="connsiteY1"/>
                </a:cxn>
              </a:cxnLst>
              <a:rect l="l" t="t" r="r" b="b"/>
              <a:pathLst>
                <a:path w="9512" h="11310">
                  <a:moveTo>
                    <a:pt x="0" y="11311"/>
                  </a:moveTo>
                  <a:lnTo>
                    <a:pt x="0" y="0"/>
                  </a:lnTo>
                </a:path>
              </a:pathLst>
            </a:custGeom>
            <a:ln w="4753" cap="sq">
              <a:solidFill>
                <a:srgbClr val="262626"/>
              </a:solidFill>
              <a:prstDash val="solid"/>
              <a:round/>
            </a:ln>
          </p:spPr>
          <p:txBody>
            <a:bodyPr rtlCol="0" anchor="ctr"/>
            <a:lstStyle/>
            <a:p>
              <a:endParaRPr lang="en-US"/>
            </a:p>
          </p:txBody>
        </p:sp>
        <p:sp>
          <p:nvSpPr>
            <p:cNvPr id="4160" name="Freeform 4159">
              <a:extLst>
                <a:ext uri="{FF2B5EF4-FFF2-40B4-BE49-F238E27FC236}">
                  <a16:creationId xmlns:a16="http://schemas.microsoft.com/office/drawing/2014/main" id="{266F8D8E-C112-DCED-BD7B-EE97B3429EDC}"/>
                </a:ext>
              </a:extLst>
            </p:cNvPr>
            <p:cNvSpPr/>
            <p:nvPr/>
          </p:nvSpPr>
          <p:spPr>
            <a:xfrm>
              <a:off x="9254916" y="4425672"/>
              <a:ext cx="23795" cy="28292"/>
            </a:xfrm>
            <a:custGeom>
              <a:avLst/>
              <a:gdLst>
                <a:gd name="connsiteX0" fmla="*/ 0 w 9512"/>
                <a:gd name="connsiteY0" fmla="*/ 11311 h 11310"/>
                <a:gd name="connsiteX1" fmla="*/ 0 w 9512"/>
                <a:gd name="connsiteY1" fmla="*/ 0 h 11310"/>
              </a:gdLst>
              <a:ahLst/>
              <a:cxnLst>
                <a:cxn ang="0">
                  <a:pos x="connsiteX0" y="connsiteY0"/>
                </a:cxn>
                <a:cxn ang="0">
                  <a:pos x="connsiteX1" y="connsiteY1"/>
                </a:cxn>
              </a:cxnLst>
              <a:rect l="l" t="t" r="r" b="b"/>
              <a:pathLst>
                <a:path w="9512" h="11310">
                  <a:moveTo>
                    <a:pt x="0" y="11311"/>
                  </a:moveTo>
                  <a:lnTo>
                    <a:pt x="0" y="0"/>
                  </a:lnTo>
                </a:path>
              </a:pathLst>
            </a:custGeom>
            <a:ln w="4753" cap="sq">
              <a:solidFill>
                <a:srgbClr val="262626"/>
              </a:solidFill>
              <a:prstDash val="solid"/>
              <a:round/>
            </a:ln>
          </p:spPr>
          <p:txBody>
            <a:bodyPr rtlCol="0" anchor="ctr"/>
            <a:lstStyle/>
            <a:p>
              <a:endParaRPr lang="en-US"/>
            </a:p>
          </p:txBody>
        </p:sp>
        <p:sp>
          <p:nvSpPr>
            <p:cNvPr id="4161" name="Freeform 4160">
              <a:extLst>
                <a:ext uri="{FF2B5EF4-FFF2-40B4-BE49-F238E27FC236}">
                  <a16:creationId xmlns:a16="http://schemas.microsoft.com/office/drawing/2014/main" id="{DCFB85AB-C87E-E29C-6009-7A218099778D}"/>
                </a:ext>
              </a:extLst>
            </p:cNvPr>
            <p:cNvSpPr/>
            <p:nvPr/>
          </p:nvSpPr>
          <p:spPr>
            <a:xfrm>
              <a:off x="10210090" y="4425672"/>
              <a:ext cx="23795" cy="28292"/>
            </a:xfrm>
            <a:custGeom>
              <a:avLst/>
              <a:gdLst>
                <a:gd name="connsiteX0" fmla="*/ 0 w 9512"/>
                <a:gd name="connsiteY0" fmla="*/ 11311 h 11310"/>
                <a:gd name="connsiteX1" fmla="*/ 0 w 9512"/>
                <a:gd name="connsiteY1" fmla="*/ 0 h 11310"/>
              </a:gdLst>
              <a:ahLst/>
              <a:cxnLst>
                <a:cxn ang="0">
                  <a:pos x="connsiteX0" y="connsiteY0"/>
                </a:cxn>
                <a:cxn ang="0">
                  <a:pos x="connsiteX1" y="connsiteY1"/>
                </a:cxn>
              </a:cxnLst>
              <a:rect l="l" t="t" r="r" b="b"/>
              <a:pathLst>
                <a:path w="9512" h="11310">
                  <a:moveTo>
                    <a:pt x="0" y="11311"/>
                  </a:moveTo>
                  <a:lnTo>
                    <a:pt x="0" y="0"/>
                  </a:lnTo>
                </a:path>
              </a:pathLst>
            </a:custGeom>
            <a:ln w="4753" cap="sq">
              <a:solidFill>
                <a:srgbClr val="262626"/>
              </a:solidFill>
              <a:prstDash val="solid"/>
              <a:round/>
            </a:ln>
          </p:spPr>
          <p:txBody>
            <a:bodyPr rtlCol="0" anchor="ctr"/>
            <a:lstStyle/>
            <a:p>
              <a:endParaRPr lang="en-US"/>
            </a:p>
          </p:txBody>
        </p:sp>
        <p:sp>
          <p:nvSpPr>
            <p:cNvPr id="4162" name="Freeform 4161">
              <a:extLst>
                <a:ext uri="{FF2B5EF4-FFF2-40B4-BE49-F238E27FC236}">
                  <a16:creationId xmlns:a16="http://schemas.microsoft.com/office/drawing/2014/main" id="{13CDD543-D91C-0D53-D53C-6A2A55980260}"/>
                </a:ext>
              </a:extLst>
            </p:cNvPr>
            <p:cNvSpPr/>
            <p:nvPr/>
          </p:nvSpPr>
          <p:spPr>
            <a:xfrm>
              <a:off x="7376455" y="4508891"/>
              <a:ext cx="58536" cy="167628"/>
            </a:xfrm>
            <a:custGeom>
              <a:avLst/>
              <a:gdLst>
                <a:gd name="connsiteX0" fmla="*/ 17313 w 23400"/>
                <a:gd name="connsiteY0" fmla="*/ 17109 h 67010"/>
                <a:gd name="connsiteX1" fmla="*/ 0 w 23400"/>
                <a:gd name="connsiteY1" fmla="*/ 17109 h 67010"/>
                <a:gd name="connsiteX2" fmla="*/ 0 w 23400"/>
                <a:gd name="connsiteY2" fmla="*/ 13117 h 67010"/>
                <a:gd name="connsiteX3" fmla="*/ 6849 w 23400"/>
                <a:gd name="connsiteY3" fmla="*/ 12356 h 67010"/>
                <a:gd name="connsiteX4" fmla="*/ 12271 w 23400"/>
                <a:gd name="connsiteY4" fmla="*/ 10551 h 67010"/>
                <a:gd name="connsiteX5" fmla="*/ 16171 w 23400"/>
                <a:gd name="connsiteY5" fmla="*/ 6748 h 67010"/>
                <a:gd name="connsiteX6" fmla="*/ 18550 w 23400"/>
                <a:gd name="connsiteY6" fmla="*/ 0 h 67010"/>
                <a:gd name="connsiteX7" fmla="*/ 23401 w 23400"/>
                <a:gd name="connsiteY7" fmla="*/ 0 h 67010"/>
                <a:gd name="connsiteX8" fmla="*/ 23401 w 23400"/>
                <a:gd name="connsiteY8" fmla="*/ 67010 h 67010"/>
                <a:gd name="connsiteX9" fmla="*/ 17313 w 23400"/>
                <a:gd name="connsiteY9" fmla="*/ 67010 h 67010"/>
                <a:gd name="connsiteX10" fmla="*/ 17313 w 23400"/>
                <a:gd name="connsiteY10" fmla="*/ 17204 h 67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400" h="67010">
                  <a:moveTo>
                    <a:pt x="17313" y="17109"/>
                  </a:moveTo>
                  <a:lnTo>
                    <a:pt x="0" y="17109"/>
                  </a:lnTo>
                  <a:lnTo>
                    <a:pt x="0" y="13117"/>
                  </a:lnTo>
                  <a:cubicBezTo>
                    <a:pt x="2568" y="12927"/>
                    <a:pt x="4851" y="12642"/>
                    <a:pt x="6849" y="12356"/>
                  </a:cubicBezTo>
                  <a:cubicBezTo>
                    <a:pt x="8942" y="12071"/>
                    <a:pt x="10749" y="11406"/>
                    <a:pt x="12271" y="10551"/>
                  </a:cubicBezTo>
                  <a:cubicBezTo>
                    <a:pt x="13793" y="9695"/>
                    <a:pt x="15125" y="8364"/>
                    <a:pt x="16171" y="6748"/>
                  </a:cubicBezTo>
                  <a:cubicBezTo>
                    <a:pt x="17218" y="5038"/>
                    <a:pt x="17979" y="2757"/>
                    <a:pt x="18550" y="0"/>
                  </a:cubicBezTo>
                  <a:lnTo>
                    <a:pt x="23401" y="0"/>
                  </a:lnTo>
                  <a:lnTo>
                    <a:pt x="23401" y="67010"/>
                  </a:lnTo>
                  <a:lnTo>
                    <a:pt x="17313" y="67010"/>
                  </a:lnTo>
                  <a:lnTo>
                    <a:pt x="17313" y="17204"/>
                  </a:lnTo>
                  <a:close/>
                </a:path>
              </a:pathLst>
            </a:custGeom>
            <a:solidFill>
              <a:srgbClr val="262626"/>
            </a:solidFill>
            <a:ln w="9506" cap="flat">
              <a:noFill/>
              <a:prstDash val="solid"/>
              <a:miter/>
            </a:ln>
          </p:spPr>
          <p:txBody>
            <a:bodyPr rtlCol="0" anchor="ctr"/>
            <a:lstStyle/>
            <a:p>
              <a:endParaRPr lang="en-US"/>
            </a:p>
          </p:txBody>
        </p:sp>
        <p:sp>
          <p:nvSpPr>
            <p:cNvPr id="4163" name="Freeform 4162">
              <a:extLst>
                <a:ext uri="{FF2B5EF4-FFF2-40B4-BE49-F238E27FC236}">
                  <a16:creationId xmlns:a16="http://schemas.microsoft.com/office/drawing/2014/main" id="{B248329D-1B1C-F7B9-E53F-E88E9C40CADE}"/>
                </a:ext>
              </a:extLst>
            </p:cNvPr>
            <p:cNvSpPr/>
            <p:nvPr/>
          </p:nvSpPr>
          <p:spPr>
            <a:xfrm>
              <a:off x="8267142" y="4508653"/>
              <a:ext cx="111364" cy="167866"/>
            </a:xfrm>
            <a:custGeom>
              <a:avLst/>
              <a:gdLst>
                <a:gd name="connsiteX0" fmla="*/ 1998 w 44518"/>
                <a:gd name="connsiteY0" fmla="*/ 21957 h 67105"/>
                <a:gd name="connsiteX1" fmla="*/ 3520 w 44518"/>
                <a:gd name="connsiteY1" fmla="*/ 13022 h 67105"/>
                <a:gd name="connsiteX2" fmla="*/ 7896 w 44518"/>
                <a:gd name="connsiteY2" fmla="*/ 6083 h 67105"/>
                <a:gd name="connsiteX3" fmla="*/ 14840 w 44518"/>
                <a:gd name="connsiteY3" fmla="*/ 1616 h 67105"/>
                <a:gd name="connsiteX4" fmla="*/ 23877 w 44518"/>
                <a:gd name="connsiteY4" fmla="*/ 0 h 67105"/>
                <a:gd name="connsiteX5" fmla="*/ 32723 w 44518"/>
                <a:gd name="connsiteY5" fmla="*/ 1426 h 67105"/>
                <a:gd name="connsiteX6" fmla="*/ 39192 w 44518"/>
                <a:gd name="connsiteY6" fmla="*/ 5418 h 67105"/>
                <a:gd name="connsiteX7" fmla="*/ 43187 w 44518"/>
                <a:gd name="connsiteY7" fmla="*/ 11311 h 67105"/>
                <a:gd name="connsiteX8" fmla="*/ 44519 w 44518"/>
                <a:gd name="connsiteY8" fmla="*/ 18535 h 67105"/>
                <a:gd name="connsiteX9" fmla="*/ 42997 w 44518"/>
                <a:gd name="connsiteY9" fmla="*/ 26424 h 67105"/>
                <a:gd name="connsiteX10" fmla="*/ 39097 w 44518"/>
                <a:gd name="connsiteY10" fmla="*/ 32507 h 67105"/>
                <a:gd name="connsiteX11" fmla="*/ 33579 w 44518"/>
                <a:gd name="connsiteY11" fmla="*/ 37260 h 67105"/>
                <a:gd name="connsiteX12" fmla="*/ 27206 w 44518"/>
                <a:gd name="connsiteY12" fmla="*/ 41252 h 67105"/>
                <a:gd name="connsiteX13" fmla="*/ 20833 w 44518"/>
                <a:gd name="connsiteY13" fmla="*/ 44864 h 67105"/>
                <a:gd name="connsiteX14" fmla="*/ 15220 w 44518"/>
                <a:gd name="connsiteY14" fmla="*/ 48476 h 67105"/>
                <a:gd name="connsiteX15" fmla="*/ 12081 w 44518"/>
                <a:gd name="connsiteY15" fmla="*/ 51042 h 67105"/>
                <a:gd name="connsiteX16" fmla="*/ 9322 w 44518"/>
                <a:gd name="connsiteY16" fmla="*/ 53989 h 67105"/>
                <a:gd name="connsiteX17" fmla="*/ 7325 w 44518"/>
                <a:gd name="connsiteY17" fmla="*/ 57600 h 67105"/>
                <a:gd name="connsiteX18" fmla="*/ 6469 w 44518"/>
                <a:gd name="connsiteY18" fmla="*/ 61973 h 67105"/>
                <a:gd name="connsiteX19" fmla="*/ 43853 w 44518"/>
                <a:gd name="connsiteY19" fmla="*/ 61973 h 67105"/>
                <a:gd name="connsiteX20" fmla="*/ 43853 w 44518"/>
                <a:gd name="connsiteY20" fmla="*/ 67106 h 67105"/>
                <a:gd name="connsiteX21" fmla="*/ 0 w 44518"/>
                <a:gd name="connsiteY21" fmla="*/ 67106 h 67105"/>
                <a:gd name="connsiteX22" fmla="*/ 1047 w 44518"/>
                <a:gd name="connsiteY22" fmla="*/ 58361 h 67105"/>
                <a:gd name="connsiteX23" fmla="*/ 5232 w 44518"/>
                <a:gd name="connsiteY23" fmla="*/ 50757 h 67105"/>
                <a:gd name="connsiteX24" fmla="*/ 12461 w 44518"/>
                <a:gd name="connsiteY24" fmla="*/ 43913 h 67105"/>
                <a:gd name="connsiteX25" fmla="*/ 19881 w 44518"/>
                <a:gd name="connsiteY25" fmla="*/ 38781 h 67105"/>
                <a:gd name="connsiteX26" fmla="*/ 26730 w 44518"/>
                <a:gd name="connsiteY26" fmla="*/ 34694 h 67105"/>
                <a:gd name="connsiteX27" fmla="*/ 32438 w 44518"/>
                <a:gd name="connsiteY27" fmla="*/ 30606 h 67105"/>
                <a:gd name="connsiteX28" fmla="*/ 36338 w 44518"/>
                <a:gd name="connsiteY28" fmla="*/ 25664 h 67105"/>
                <a:gd name="connsiteX29" fmla="*/ 37765 w 44518"/>
                <a:gd name="connsiteY29" fmla="*/ 18915 h 67105"/>
                <a:gd name="connsiteX30" fmla="*/ 36623 w 44518"/>
                <a:gd name="connsiteY30" fmla="*/ 13117 h 67105"/>
                <a:gd name="connsiteX31" fmla="*/ 33484 w 44518"/>
                <a:gd name="connsiteY31" fmla="*/ 8745 h 67105"/>
                <a:gd name="connsiteX32" fmla="*/ 28823 w 44518"/>
                <a:gd name="connsiteY32" fmla="*/ 5988 h 67105"/>
                <a:gd name="connsiteX33" fmla="*/ 23020 w 44518"/>
                <a:gd name="connsiteY33" fmla="*/ 5133 h 67105"/>
                <a:gd name="connsiteX34" fmla="*/ 16932 w 44518"/>
                <a:gd name="connsiteY34" fmla="*/ 6464 h 67105"/>
                <a:gd name="connsiteX35" fmla="*/ 12271 w 44518"/>
                <a:gd name="connsiteY35" fmla="*/ 10170 h 67105"/>
                <a:gd name="connsiteX36" fmla="*/ 9227 w 44518"/>
                <a:gd name="connsiteY36" fmla="*/ 15493 h 67105"/>
                <a:gd name="connsiteX37" fmla="*/ 8371 w 44518"/>
                <a:gd name="connsiteY37" fmla="*/ 21957 h 67105"/>
                <a:gd name="connsiteX38" fmla="*/ 1903 w 44518"/>
                <a:gd name="connsiteY38" fmla="*/ 21957 h 67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44518" h="67105">
                  <a:moveTo>
                    <a:pt x="1998" y="21957"/>
                  </a:moveTo>
                  <a:cubicBezTo>
                    <a:pt x="1998" y="18630"/>
                    <a:pt x="2473" y="15684"/>
                    <a:pt x="3520" y="13022"/>
                  </a:cubicBezTo>
                  <a:cubicBezTo>
                    <a:pt x="4566" y="10360"/>
                    <a:pt x="5993" y="7984"/>
                    <a:pt x="7896" y="6083"/>
                  </a:cubicBezTo>
                  <a:cubicBezTo>
                    <a:pt x="9798" y="4182"/>
                    <a:pt x="12081" y="2661"/>
                    <a:pt x="14840" y="1616"/>
                  </a:cubicBezTo>
                  <a:cubicBezTo>
                    <a:pt x="17503" y="570"/>
                    <a:pt x="20547" y="0"/>
                    <a:pt x="23877" y="0"/>
                  </a:cubicBezTo>
                  <a:cubicBezTo>
                    <a:pt x="27206" y="0"/>
                    <a:pt x="30155" y="475"/>
                    <a:pt x="32723" y="1426"/>
                  </a:cubicBezTo>
                  <a:cubicBezTo>
                    <a:pt x="35292" y="2376"/>
                    <a:pt x="37479" y="3707"/>
                    <a:pt x="39192" y="5418"/>
                  </a:cubicBezTo>
                  <a:cubicBezTo>
                    <a:pt x="40904" y="7129"/>
                    <a:pt x="42236" y="9030"/>
                    <a:pt x="43187" y="11311"/>
                  </a:cubicBezTo>
                  <a:cubicBezTo>
                    <a:pt x="44043" y="13592"/>
                    <a:pt x="44519" y="15969"/>
                    <a:pt x="44519" y="18535"/>
                  </a:cubicBezTo>
                  <a:cubicBezTo>
                    <a:pt x="44519" y="21481"/>
                    <a:pt x="44043" y="24143"/>
                    <a:pt x="42997" y="26424"/>
                  </a:cubicBezTo>
                  <a:cubicBezTo>
                    <a:pt x="42046" y="28705"/>
                    <a:pt x="40714" y="30701"/>
                    <a:pt x="39097" y="32507"/>
                  </a:cubicBezTo>
                  <a:cubicBezTo>
                    <a:pt x="37479" y="34313"/>
                    <a:pt x="35672" y="35834"/>
                    <a:pt x="33579" y="37260"/>
                  </a:cubicBezTo>
                  <a:cubicBezTo>
                    <a:pt x="31487" y="38686"/>
                    <a:pt x="29394" y="39921"/>
                    <a:pt x="27206" y="41252"/>
                  </a:cubicBezTo>
                  <a:cubicBezTo>
                    <a:pt x="25018" y="42488"/>
                    <a:pt x="22925" y="43628"/>
                    <a:pt x="20833" y="44864"/>
                  </a:cubicBezTo>
                  <a:cubicBezTo>
                    <a:pt x="18740" y="46004"/>
                    <a:pt x="16837" y="47240"/>
                    <a:pt x="15220" y="48476"/>
                  </a:cubicBezTo>
                  <a:cubicBezTo>
                    <a:pt x="14174" y="49331"/>
                    <a:pt x="13127" y="50187"/>
                    <a:pt x="12081" y="51042"/>
                  </a:cubicBezTo>
                  <a:cubicBezTo>
                    <a:pt x="11035" y="51898"/>
                    <a:pt x="10178" y="52943"/>
                    <a:pt x="9322" y="53989"/>
                  </a:cubicBezTo>
                  <a:cubicBezTo>
                    <a:pt x="8466" y="55034"/>
                    <a:pt x="7800" y="56270"/>
                    <a:pt x="7325" y="57600"/>
                  </a:cubicBezTo>
                  <a:cubicBezTo>
                    <a:pt x="6849" y="58931"/>
                    <a:pt x="6564" y="60357"/>
                    <a:pt x="6469" y="61973"/>
                  </a:cubicBezTo>
                  <a:lnTo>
                    <a:pt x="43853" y="61973"/>
                  </a:lnTo>
                  <a:lnTo>
                    <a:pt x="43853" y="67106"/>
                  </a:lnTo>
                  <a:lnTo>
                    <a:pt x="0" y="67106"/>
                  </a:lnTo>
                  <a:cubicBezTo>
                    <a:pt x="0" y="63874"/>
                    <a:pt x="381" y="60927"/>
                    <a:pt x="1047" y="58361"/>
                  </a:cubicBezTo>
                  <a:cubicBezTo>
                    <a:pt x="1712" y="55795"/>
                    <a:pt x="3044" y="53228"/>
                    <a:pt x="5232" y="50757"/>
                  </a:cubicBezTo>
                  <a:cubicBezTo>
                    <a:pt x="7610" y="48095"/>
                    <a:pt x="9988" y="45814"/>
                    <a:pt x="12461" y="43913"/>
                  </a:cubicBezTo>
                  <a:cubicBezTo>
                    <a:pt x="14935" y="42012"/>
                    <a:pt x="17408" y="40302"/>
                    <a:pt x="19881" y="38781"/>
                  </a:cubicBezTo>
                  <a:cubicBezTo>
                    <a:pt x="22259" y="37260"/>
                    <a:pt x="24543" y="35929"/>
                    <a:pt x="26730" y="34694"/>
                  </a:cubicBezTo>
                  <a:cubicBezTo>
                    <a:pt x="28918" y="33458"/>
                    <a:pt x="30821" y="32127"/>
                    <a:pt x="32438" y="30606"/>
                  </a:cubicBezTo>
                  <a:cubicBezTo>
                    <a:pt x="34055" y="29181"/>
                    <a:pt x="35387" y="27470"/>
                    <a:pt x="36338" y="25664"/>
                  </a:cubicBezTo>
                  <a:cubicBezTo>
                    <a:pt x="37289" y="23858"/>
                    <a:pt x="37765" y="21577"/>
                    <a:pt x="37765" y="18915"/>
                  </a:cubicBezTo>
                  <a:cubicBezTo>
                    <a:pt x="37765" y="16729"/>
                    <a:pt x="37385" y="14828"/>
                    <a:pt x="36623" y="13117"/>
                  </a:cubicBezTo>
                  <a:cubicBezTo>
                    <a:pt x="35862" y="11406"/>
                    <a:pt x="34816" y="9980"/>
                    <a:pt x="33484" y="8745"/>
                  </a:cubicBezTo>
                  <a:cubicBezTo>
                    <a:pt x="32152" y="7509"/>
                    <a:pt x="30630" y="6654"/>
                    <a:pt x="28823" y="5988"/>
                  </a:cubicBezTo>
                  <a:cubicBezTo>
                    <a:pt x="27016" y="5323"/>
                    <a:pt x="25113" y="5133"/>
                    <a:pt x="23020" y="5133"/>
                  </a:cubicBezTo>
                  <a:cubicBezTo>
                    <a:pt x="20833" y="5133"/>
                    <a:pt x="18740" y="5608"/>
                    <a:pt x="16932" y="6464"/>
                  </a:cubicBezTo>
                  <a:cubicBezTo>
                    <a:pt x="15125" y="7414"/>
                    <a:pt x="13603" y="8650"/>
                    <a:pt x="12271" y="10170"/>
                  </a:cubicBezTo>
                  <a:cubicBezTo>
                    <a:pt x="10940" y="11691"/>
                    <a:pt x="9988" y="13497"/>
                    <a:pt x="9227" y="15493"/>
                  </a:cubicBezTo>
                  <a:cubicBezTo>
                    <a:pt x="8466" y="17489"/>
                    <a:pt x="8276" y="19675"/>
                    <a:pt x="8371" y="21957"/>
                  </a:cubicBezTo>
                  <a:lnTo>
                    <a:pt x="1903" y="21957"/>
                  </a:lnTo>
                  <a:close/>
                </a:path>
              </a:pathLst>
            </a:custGeom>
            <a:solidFill>
              <a:srgbClr val="262626"/>
            </a:solidFill>
            <a:ln w="9506" cap="flat">
              <a:noFill/>
              <a:prstDash val="solid"/>
              <a:miter/>
            </a:ln>
          </p:spPr>
          <p:txBody>
            <a:bodyPr rtlCol="0" anchor="ctr"/>
            <a:lstStyle/>
            <a:p>
              <a:endParaRPr lang="en-US"/>
            </a:p>
          </p:txBody>
        </p:sp>
        <p:sp>
          <p:nvSpPr>
            <p:cNvPr id="4164" name="Freeform 4163">
              <a:extLst>
                <a:ext uri="{FF2B5EF4-FFF2-40B4-BE49-F238E27FC236}">
                  <a16:creationId xmlns:a16="http://schemas.microsoft.com/office/drawing/2014/main" id="{32710E8B-BA8C-06DE-C03F-8CE56F3B1E4C}"/>
                </a:ext>
              </a:extLst>
            </p:cNvPr>
            <p:cNvSpPr/>
            <p:nvPr/>
          </p:nvSpPr>
          <p:spPr>
            <a:xfrm>
              <a:off x="9171155" y="4508416"/>
              <a:ext cx="113743" cy="170958"/>
            </a:xfrm>
            <a:custGeom>
              <a:avLst/>
              <a:gdLst>
                <a:gd name="connsiteX0" fmla="*/ 17883 w 45469"/>
                <a:gd name="connsiteY0" fmla="*/ 29846 h 68341"/>
                <a:gd name="connsiteX1" fmla="*/ 25684 w 45469"/>
                <a:gd name="connsiteY1" fmla="*/ 29275 h 68341"/>
                <a:gd name="connsiteX2" fmla="*/ 31677 w 45469"/>
                <a:gd name="connsiteY2" fmla="*/ 27279 h 68341"/>
                <a:gd name="connsiteX3" fmla="*/ 35672 w 45469"/>
                <a:gd name="connsiteY3" fmla="*/ 23287 h 68341"/>
                <a:gd name="connsiteX4" fmla="*/ 37099 w 45469"/>
                <a:gd name="connsiteY4" fmla="*/ 16919 h 68341"/>
                <a:gd name="connsiteX5" fmla="*/ 35957 w 45469"/>
                <a:gd name="connsiteY5" fmla="*/ 11596 h 68341"/>
                <a:gd name="connsiteX6" fmla="*/ 32818 w 45469"/>
                <a:gd name="connsiteY6" fmla="*/ 7889 h 68341"/>
                <a:gd name="connsiteX7" fmla="*/ 28252 w 45469"/>
                <a:gd name="connsiteY7" fmla="*/ 5798 h 68341"/>
                <a:gd name="connsiteX8" fmla="*/ 22830 w 45469"/>
                <a:gd name="connsiteY8" fmla="*/ 5133 h 68341"/>
                <a:gd name="connsiteX9" fmla="*/ 16932 w 45469"/>
                <a:gd name="connsiteY9" fmla="*/ 6178 h 68341"/>
                <a:gd name="connsiteX10" fmla="*/ 12366 w 45469"/>
                <a:gd name="connsiteY10" fmla="*/ 9125 h 68341"/>
                <a:gd name="connsiteX11" fmla="*/ 9417 w 45469"/>
                <a:gd name="connsiteY11" fmla="*/ 13687 h 68341"/>
                <a:gd name="connsiteX12" fmla="*/ 8371 w 45469"/>
                <a:gd name="connsiteY12" fmla="*/ 19390 h 68341"/>
                <a:gd name="connsiteX13" fmla="*/ 2283 w 45469"/>
                <a:gd name="connsiteY13" fmla="*/ 19390 h 68341"/>
                <a:gd name="connsiteX14" fmla="*/ 3900 w 45469"/>
                <a:gd name="connsiteY14" fmla="*/ 11121 h 68341"/>
                <a:gd name="connsiteX15" fmla="*/ 8751 w 45469"/>
                <a:gd name="connsiteY15" fmla="*/ 4372 h 68341"/>
                <a:gd name="connsiteX16" fmla="*/ 15886 w 45469"/>
                <a:gd name="connsiteY16" fmla="*/ 760 h 68341"/>
                <a:gd name="connsiteX17" fmla="*/ 24067 w 45469"/>
                <a:gd name="connsiteY17" fmla="*/ 0 h 68341"/>
                <a:gd name="connsiteX18" fmla="*/ 31487 w 45469"/>
                <a:gd name="connsiteY18" fmla="*/ 950 h 68341"/>
                <a:gd name="connsiteX19" fmla="*/ 37574 w 45469"/>
                <a:gd name="connsiteY19" fmla="*/ 3992 h 68341"/>
                <a:gd name="connsiteX20" fmla="*/ 41665 w 45469"/>
                <a:gd name="connsiteY20" fmla="*/ 9125 h 68341"/>
                <a:gd name="connsiteX21" fmla="*/ 43187 w 45469"/>
                <a:gd name="connsiteY21" fmla="*/ 16444 h 68341"/>
                <a:gd name="connsiteX22" fmla="*/ 40809 w 45469"/>
                <a:gd name="connsiteY22" fmla="*/ 25473 h 68341"/>
                <a:gd name="connsiteX23" fmla="*/ 33674 w 45469"/>
                <a:gd name="connsiteY23" fmla="*/ 31366 h 68341"/>
                <a:gd name="connsiteX24" fmla="*/ 39572 w 45469"/>
                <a:gd name="connsiteY24" fmla="*/ 34408 h 68341"/>
                <a:gd name="connsiteX25" fmla="*/ 43187 w 45469"/>
                <a:gd name="connsiteY25" fmla="*/ 38495 h 68341"/>
                <a:gd name="connsiteX26" fmla="*/ 44994 w 45469"/>
                <a:gd name="connsiteY26" fmla="*/ 43248 h 68341"/>
                <a:gd name="connsiteX27" fmla="*/ 45470 w 45469"/>
                <a:gd name="connsiteY27" fmla="*/ 48000 h 68341"/>
                <a:gd name="connsiteX28" fmla="*/ 44043 w 45469"/>
                <a:gd name="connsiteY28" fmla="*/ 55794 h 68341"/>
                <a:gd name="connsiteX29" fmla="*/ 39858 w 45469"/>
                <a:gd name="connsiteY29" fmla="*/ 62163 h 68341"/>
                <a:gd name="connsiteX30" fmla="*/ 33103 w 45469"/>
                <a:gd name="connsiteY30" fmla="*/ 66535 h 68341"/>
                <a:gd name="connsiteX31" fmla="*/ 23876 w 45469"/>
                <a:gd name="connsiteY31" fmla="*/ 68341 h 68341"/>
                <a:gd name="connsiteX32" fmla="*/ 13793 w 45469"/>
                <a:gd name="connsiteY32" fmla="*/ 67295 h 68341"/>
                <a:gd name="connsiteX33" fmla="*/ 6659 w 45469"/>
                <a:gd name="connsiteY33" fmla="*/ 63874 h 68341"/>
                <a:gd name="connsiteX34" fmla="*/ 2188 w 45469"/>
                <a:gd name="connsiteY34" fmla="*/ 57505 h 68341"/>
                <a:gd name="connsiteX35" fmla="*/ 0 w 45469"/>
                <a:gd name="connsiteY35" fmla="*/ 47620 h 68341"/>
                <a:gd name="connsiteX36" fmla="*/ 6088 w 45469"/>
                <a:gd name="connsiteY36" fmla="*/ 47620 h 68341"/>
                <a:gd name="connsiteX37" fmla="*/ 10654 w 45469"/>
                <a:gd name="connsiteY37" fmla="*/ 59311 h 68341"/>
                <a:gd name="connsiteX38" fmla="*/ 22735 w 45469"/>
                <a:gd name="connsiteY38" fmla="*/ 63304 h 68341"/>
                <a:gd name="connsiteX39" fmla="*/ 29489 w 45469"/>
                <a:gd name="connsiteY39" fmla="*/ 62068 h 68341"/>
                <a:gd name="connsiteX40" fmla="*/ 34816 w 45469"/>
                <a:gd name="connsiteY40" fmla="*/ 58741 h 68341"/>
                <a:gd name="connsiteX41" fmla="*/ 38240 w 45469"/>
                <a:gd name="connsiteY41" fmla="*/ 53893 h 68341"/>
                <a:gd name="connsiteX42" fmla="*/ 39382 w 45469"/>
                <a:gd name="connsiteY42" fmla="*/ 48190 h 68341"/>
                <a:gd name="connsiteX43" fmla="*/ 37479 w 45469"/>
                <a:gd name="connsiteY43" fmla="*/ 41442 h 68341"/>
                <a:gd name="connsiteX44" fmla="*/ 32818 w 45469"/>
                <a:gd name="connsiteY44" fmla="*/ 37165 h 68341"/>
                <a:gd name="connsiteX45" fmla="*/ 26064 w 45469"/>
                <a:gd name="connsiteY45" fmla="*/ 35074 h 68341"/>
                <a:gd name="connsiteX46" fmla="*/ 17788 w 45469"/>
                <a:gd name="connsiteY46" fmla="*/ 34883 h 68341"/>
                <a:gd name="connsiteX47" fmla="*/ 17788 w 45469"/>
                <a:gd name="connsiteY47" fmla="*/ 29941 h 683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45469" h="68341">
                  <a:moveTo>
                    <a:pt x="17883" y="29846"/>
                  </a:moveTo>
                  <a:cubicBezTo>
                    <a:pt x="20737" y="29846"/>
                    <a:pt x="23306" y="29656"/>
                    <a:pt x="25684" y="29275"/>
                  </a:cubicBezTo>
                  <a:cubicBezTo>
                    <a:pt x="28062" y="28895"/>
                    <a:pt x="30060" y="28230"/>
                    <a:pt x="31677" y="27279"/>
                  </a:cubicBezTo>
                  <a:cubicBezTo>
                    <a:pt x="33389" y="26329"/>
                    <a:pt x="34721" y="24998"/>
                    <a:pt x="35672" y="23287"/>
                  </a:cubicBezTo>
                  <a:cubicBezTo>
                    <a:pt x="36623" y="21576"/>
                    <a:pt x="37099" y="19485"/>
                    <a:pt x="37099" y="16919"/>
                  </a:cubicBezTo>
                  <a:cubicBezTo>
                    <a:pt x="37099" y="14828"/>
                    <a:pt x="36718" y="13022"/>
                    <a:pt x="35957" y="11596"/>
                  </a:cubicBezTo>
                  <a:cubicBezTo>
                    <a:pt x="35196" y="10170"/>
                    <a:pt x="34150" y="8840"/>
                    <a:pt x="32818" y="7889"/>
                  </a:cubicBezTo>
                  <a:cubicBezTo>
                    <a:pt x="31487" y="6938"/>
                    <a:pt x="29964" y="6273"/>
                    <a:pt x="28252" y="5798"/>
                  </a:cubicBezTo>
                  <a:cubicBezTo>
                    <a:pt x="26540" y="5323"/>
                    <a:pt x="24637" y="5133"/>
                    <a:pt x="22830" y="5133"/>
                  </a:cubicBezTo>
                  <a:cubicBezTo>
                    <a:pt x="20642" y="5133"/>
                    <a:pt x="18740" y="5513"/>
                    <a:pt x="16932" y="6178"/>
                  </a:cubicBezTo>
                  <a:cubicBezTo>
                    <a:pt x="15220" y="6844"/>
                    <a:pt x="13698" y="7889"/>
                    <a:pt x="12366" y="9125"/>
                  </a:cubicBezTo>
                  <a:cubicBezTo>
                    <a:pt x="11130" y="10455"/>
                    <a:pt x="10083" y="11976"/>
                    <a:pt x="9417" y="13687"/>
                  </a:cubicBezTo>
                  <a:cubicBezTo>
                    <a:pt x="8751" y="15398"/>
                    <a:pt x="8371" y="17299"/>
                    <a:pt x="8371" y="19390"/>
                  </a:cubicBezTo>
                  <a:lnTo>
                    <a:pt x="2283" y="19390"/>
                  </a:lnTo>
                  <a:cubicBezTo>
                    <a:pt x="2283" y="16349"/>
                    <a:pt x="2758" y="13592"/>
                    <a:pt x="3900" y="11121"/>
                  </a:cubicBezTo>
                  <a:cubicBezTo>
                    <a:pt x="4946" y="8650"/>
                    <a:pt x="6564" y="6463"/>
                    <a:pt x="8751" y="4372"/>
                  </a:cubicBezTo>
                  <a:cubicBezTo>
                    <a:pt x="10844" y="2471"/>
                    <a:pt x="13222" y="1236"/>
                    <a:pt x="15886" y="760"/>
                  </a:cubicBezTo>
                  <a:cubicBezTo>
                    <a:pt x="18549" y="285"/>
                    <a:pt x="21213" y="0"/>
                    <a:pt x="24067" y="0"/>
                  </a:cubicBezTo>
                  <a:cubicBezTo>
                    <a:pt x="26920" y="0"/>
                    <a:pt x="29203" y="285"/>
                    <a:pt x="31487" y="950"/>
                  </a:cubicBezTo>
                  <a:cubicBezTo>
                    <a:pt x="33769" y="1616"/>
                    <a:pt x="35862" y="2661"/>
                    <a:pt x="37574" y="3992"/>
                  </a:cubicBezTo>
                  <a:cubicBezTo>
                    <a:pt x="39287" y="5323"/>
                    <a:pt x="40618" y="7129"/>
                    <a:pt x="41665" y="9125"/>
                  </a:cubicBezTo>
                  <a:cubicBezTo>
                    <a:pt x="42711" y="11216"/>
                    <a:pt x="43187" y="13687"/>
                    <a:pt x="43187" y="16444"/>
                  </a:cubicBezTo>
                  <a:cubicBezTo>
                    <a:pt x="43187" y="19960"/>
                    <a:pt x="42426" y="22907"/>
                    <a:pt x="40809" y="25473"/>
                  </a:cubicBezTo>
                  <a:cubicBezTo>
                    <a:pt x="39192" y="28040"/>
                    <a:pt x="36814" y="29941"/>
                    <a:pt x="33674" y="31366"/>
                  </a:cubicBezTo>
                  <a:cubicBezTo>
                    <a:pt x="36052" y="32127"/>
                    <a:pt x="38050" y="33172"/>
                    <a:pt x="39572" y="34408"/>
                  </a:cubicBezTo>
                  <a:cubicBezTo>
                    <a:pt x="41094" y="35644"/>
                    <a:pt x="42331" y="36974"/>
                    <a:pt x="43187" y="38495"/>
                  </a:cubicBezTo>
                  <a:cubicBezTo>
                    <a:pt x="44043" y="40016"/>
                    <a:pt x="44709" y="41537"/>
                    <a:pt x="44994" y="43248"/>
                  </a:cubicBezTo>
                  <a:cubicBezTo>
                    <a:pt x="45280" y="44864"/>
                    <a:pt x="45470" y="46479"/>
                    <a:pt x="45470" y="48000"/>
                  </a:cubicBezTo>
                  <a:cubicBezTo>
                    <a:pt x="45470" y="50757"/>
                    <a:pt x="44994" y="53418"/>
                    <a:pt x="44043" y="55794"/>
                  </a:cubicBezTo>
                  <a:cubicBezTo>
                    <a:pt x="43092" y="58171"/>
                    <a:pt x="41665" y="60357"/>
                    <a:pt x="39858" y="62163"/>
                  </a:cubicBezTo>
                  <a:cubicBezTo>
                    <a:pt x="38050" y="63969"/>
                    <a:pt x="35767" y="65490"/>
                    <a:pt x="33103" y="66535"/>
                  </a:cubicBezTo>
                  <a:cubicBezTo>
                    <a:pt x="30440" y="67676"/>
                    <a:pt x="27301" y="68246"/>
                    <a:pt x="23876" y="68341"/>
                  </a:cubicBezTo>
                  <a:cubicBezTo>
                    <a:pt x="19976" y="68341"/>
                    <a:pt x="16647" y="67961"/>
                    <a:pt x="13793" y="67295"/>
                  </a:cubicBezTo>
                  <a:cubicBezTo>
                    <a:pt x="10939" y="66630"/>
                    <a:pt x="8561" y="65490"/>
                    <a:pt x="6659" y="63874"/>
                  </a:cubicBezTo>
                  <a:cubicBezTo>
                    <a:pt x="4756" y="62258"/>
                    <a:pt x="3234" y="60167"/>
                    <a:pt x="2188" y="57505"/>
                  </a:cubicBezTo>
                  <a:cubicBezTo>
                    <a:pt x="1141" y="54844"/>
                    <a:pt x="380" y="51612"/>
                    <a:pt x="0" y="47620"/>
                  </a:cubicBezTo>
                  <a:lnTo>
                    <a:pt x="6088" y="47620"/>
                  </a:lnTo>
                  <a:cubicBezTo>
                    <a:pt x="6088" y="52753"/>
                    <a:pt x="7610" y="56650"/>
                    <a:pt x="10654" y="59311"/>
                  </a:cubicBezTo>
                  <a:cubicBezTo>
                    <a:pt x="13698" y="61973"/>
                    <a:pt x="17788" y="63304"/>
                    <a:pt x="22735" y="63304"/>
                  </a:cubicBezTo>
                  <a:cubicBezTo>
                    <a:pt x="25113" y="63304"/>
                    <a:pt x="27396" y="62923"/>
                    <a:pt x="29489" y="62068"/>
                  </a:cubicBezTo>
                  <a:cubicBezTo>
                    <a:pt x="31581" y="61212"/>
                    <a:pt x="33389" y="60167"/>
                    <a:pt x="34816" y="58741"/>
                  </a:cubicBezTo>
                  <a:cubicBezTo>
                    <a:pt x="36243" y="57315"/>
                    <a:pt x="37479" y="55699"/>
                    <a:pt x="38240" y="53893"/>
                  </a:cubicBezTo>
                  <a:cubicBezTo>
                    <a:pt x="39001" y="52087"/>
                    <a:pt x="39382" y="50187"/>
                    <a:pt x="39382" y="48190"/>
                  </a:cubicBezTo>
                  <a:cubicBezTo>
                    <a:pt x="39287" y="45434"/>
                    <a:pt x="38621" y="43248"/>
                    <a:pt x="37479" y="41442"/>
                  </a:cubicBezTo>
                  <a:cubicBezTo>
                    <a:pt x="36338" y="39636"/>
                    <a:pt x="34816" y="38210"/>
                    <a:pt x="32818" y="37165"/>
                  </a:cubicBezTo>
                  <a:cubicBezTo>
                    <a:pt x="30916" y="36119"/>
                    <a:pt x="28633" y="35454"/>
                    <a:pt x="26064" y="35074"/>
                  </a:cubicBezTo>
                  <a:cubicBezTo>
                    <a:pt x="23496" y="34693"/>
                    <a:pt x="20737" y="34693"/>
                    <a:pt x="17788" y="34883"/>
                  </a:cubicBezTo>
                  <a:lnTo>
                    <a:pt x="17788" y="29941"/>
                  </a:lnTo>
                  <a:close/>
                </a:path>
              </a:pathLst>
            </a:custGeom>
            <a:solidFill>
              <a:srgbClr val="262626"/>
            </a:solidFill>
            <a:ln w="9506" cap="flat">
              <a:noFill/>
              <a:prstDash val="solid"/>
              <a:miter/>
            </a:ln>
          </p:spPr>
          <p:txBody>
            <a:bodyPr rtlCol="0" anchor="ctr"/>
            <a:lstStyle/>
            <a:p>
              <a:endParaRPr lang="en-US"/>
            </a:p>
          </p:txBody>
        </p:sp>
        <p:sp>
          <p:nvSpPr>
            <p:cNvPr id="4165" name="Freeform 4164">
              <a:extLst>
                <a:ext uri="{FF2B5EF4-FFF2-40B4-BE49-F238E27FC236}">
                  <a16:creationId xmlns:a16="http://schemas.microsoft.com/office/drawing/2014/main" id="{07A337DF-3BFC-61D1-01F5-68259AE18389}"/>
                </a:ext>
              </a:extLst>
            </p:cNvPr>
            <p:cNvSpPr/>
            <p:nvPr/>
          </p:nvSpPr>
          <p:spPr>
            <a:xfrm>
              <a:off x="10079450" y="4510319"/>
              <a:ext cx="115171" cy="165965"/>
            </a:xfrm>
            <a:custGeom>
              <a:avLst/>
              <a:gdLst>
                <a:gd name="connsiteX0" fmla="*/ 30630 w 46040"/>
                <a:gd name="connsiteY0" fmla="*/ 49806 h 66345"/>
                <a:gd name="connsiteX1" fmla="*/ 0 w 46040"/>
                <a:gd name="connsiteY1" fmla="*/ 49806 h 66345"/>
                <a:gd name="connsiteX2" fmla="*/ 0 w 46040"/>
                <a:gd name="connsiteY2" fmla="*/ 44579 h 66345"/>
                <a:gd name="connsiteX3" fmla="*/ 31201 w 46040"/>
                <a:gd name="connsiteY3" fmla="*/ 0 h 66345"/>
                <a:gd name="connsiteX4" fmla="*/ 36719 w 46040"/>
                <a:gd name="connsiteY4" fmla="*/ 0 h 66345"/>
                <a:gd name="connsiteX5" fmla="*/ 36719 w 46040"/>
                <a:gd name="connsiteY5" fmla="*/ 44674 h 66345"/>
                <a:gd name="connsiteX6" fmla="*/ 46041 w 46040"/>
                <a:gd name="connsiteY6" fmla="*/ 44674 h 66345"/>
                <a:gd name="connsiteX7" fmla="*/ 46041 w 46040"/>
                <a:gd name="connsiteY7" fmla="*/ 49806 h 66345"/>
                <a:gd name="connsiteX8" fmla="*/ 36719 w 46040"/>
                <a:gd name="connsiteY8" fmla="*/ 49806 h 66345"/>
                <a:gd name="connsiteX9" fmla="*/ 36719 w 46040"/>
                <a:gd name="connsiteY9" fmla="*/ 66345 h 66345"/>
                <a:gd name="connsiteX10" fmla="*/ 30630 w 46040"/>
                <a:gd name="connsiteY10" fmla="*/ 66345 h 66345"/>
                <a:gd name="connsiteX11" fmla="*/ 30630 w 46040"/>
                <a:gd name="connsiteY11" fmla="*/ 49806 h 66345"/>
                <a:gd name="connsiteX12" fmla="*/ 5993 w 46040"/>
                <a:gd name="connsiteY12" fmla="*/ 44674 h 66345"/>
                <a:gd name="connsiteX13" fmla="*/ 30630 w 46040"/>
                <a:gd name="connsiteY13" fmla="*/ 44674 h 66345"/>
                <a:gd name="connsiteX14" fmla="*/ 30630 w 46040"/>
                <a:gd name="connsiteY14" fmla="*/ 9125 h 66345"/>
                <a:gd name="connsiteX15" fmla="*/ 5993 w 46040"/>
                <a:gd name="connsiteY15" fmla="*/ 44674 h 66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040" h="66345">
                  <a:moveTo>
                    <a:pt x="30630" y="49806"/>
                  </a:moveTo>
                  <a:lnTo>
                    <a:pt x="0" y="49806"/>
                  </a:lnTo>
                  <a:lnTo>
                    <a:pt x="0" y="44579"/>
                  </a:lnTo>
                  <a:lnTo>
                    <a:pt x="31201" y="0"/>
                  </a:lnTo>
                  <a:lnTo>
                    <a:pt x="36719" y="0"/>
                  </a:lnTo>
                  <a:lnTo>
                    <a:pt x="36719" y="44674"/>
                  </a:lnTo>
                  <a:lnTo>
                    <a:pt x="46041" y="44674"/>
                  </a:lnTo>
                  <a:lnTo>
                    <a:pt x="46041" y="49806"/>
                  </a:lnTo>
                  <a:lnTo>
                    <a:pt x="36719" y="49806"/>
                  </a:lnTo>
                  <a:lnTo>
                    <a:pt x="36719" y="66345"/>
                  </a:lnTo>
                  <a:lnTo>
                    <a:pt x="30630" y="66345"/>
                  </a:lnTo>
                  <a:lnTo>
                    <a:pt x="30630" y="49806"/>
                  </a:lnTo>
                  <a:close/>
                  <a:moveTo>
                    <a:pt x="5993" y="44674"/>
                  </a:moveTo>
                  <a:lnTo>
                    <a:pt x="30630" y="44674"/>
                  </a:lnTo>
                  <a:lnTo>
                    <a:pt x="30630" y="9125"/>
                  </a:lnTo>
                  <a:lnTo>
                    <a:pt x="5993" y="44674"/>
                  </a:lnTo>
                  <a:close/>
                </a:path>
              </a:pathLst>
            </a:custGeom>
            <a:solidFill>
              <a:srgbClr val="262626"/>
            </a:solidFill>
            <a:ln w="9506" cap="flat">
              <a:noFill/>
              <a:prstDash val="solid"/>
              <a:miter/>
            </a:ln>
          </p:spPr>
          <p:txBody>
            <a:bodyPr rtlCol="0" anchor="ctr"/>
            <a:lstStyle/>
            <a:p>
              <a:endParaRPr lang="en-US"/>
            </a:p>
          </p:txBody>
        </p:sp>
        <p:sp>
          <p:nvSpPr>
            <p:cNvPr id="4166" name="Freeform 4165">
              <a:extLst>
                <a:ext uri="{FF2B5EF4-FFF2-40B4-BE49-F238E27FC236}">
                  <a16:creationId xmlns:a16="http://schemas.microsoft.com/office/drawing/2014/main" id="{ECD440DF-32F1-AC9E-C757-4D7732DD4431}"/>
                </a:ext>
              </a:extLst>
            </p:cNvPr>
            <p:cNvSpPr/>
            <p:nvPr/>
          </p:nvSpPr>
          <p:spPr>
            <a:xfrm>
              <a:off x="7343855" y="1608782"/>
              <a:ext cx="23795" cy="2845185"/>
            </a:xfrm>
            <a:custGeom>
              <a:avLst/>
              <a:gdLst>
                <a:gd name="connsiteX0" fmla="*/ 0 w 9512"/>
                <a:gd name="connsiteY0" fmla="*/ 1137372 h 1137372"/>
                <a:gd name="connsiteX1" fmla="*/ 0 w 9512"/>
                <a:gd name="connsiteY1" fmla="*/ 0 h 1137372"/>
              </a:gdLst>
              <a:ahLst/>
              <a:cxnLst>
                <a:cxn ang="0">
                  <a:pos x="connsiteX0" y="connsiteY0"/>
                </a:cxn>
                <a:cxn ang="0">
                  <a:pos x="connsiteX1" y="connsiteY1"/>
                </a:cxn>
              </a:cxnLst>
              <a:rect l="l" t="t" r="r" b="b"/>
              <a:pathLst>
                <a:path w="9512" h="1137372">
                  <a:moveTo>
                    <a:pt x="0" y="1137372"/>
                  </a:moveTo>
                  <a:lnTo>
                    <a:pt x="0" y="0"/>
                  </a:lnTo>
                </a:path>
              </a:pathLst>
            </a:custGeom>
            <a:ln w="4753" cap="sq">
              <a:solidFill>
                <a:srgbClr val="262626"/>
              </a:solidFill>
              <a:prstDash val="solid"/>
              <a:round/>
            </a:ln>
          </p:spPr>
          <p:txBody>
            <a:bodyPr rtlCol="0" anchor="ctr"/>
            <a:lstStyle/>
            <a:p>
              <a:endParaRPr lang="en-US"/>
            </a:p>
          </p:txBody>
        </p:sp>
        <p:sp>
          <p:nvSpPr>
            <p:cNvPr id="4167" name="Freeform 4166">
              <a:extLst>
                <a:ext uri="{FF2B5EF4-FFF2-40B4-BE49-F238E27FC236}">
                  <a16:creationId xmlns:a16="http://schemas.microsoft.com/office/drawing/2014/main" id="{C083F563-58EE-796A-10C3-01361874FC99}"/>
                </a:ext>
              </a:extLst>
            </p:cNvPr>
            <p:cNvSpPr/>
            <p:nvPr/>
          </p:nvSpPr>
          <p:spPr>
            <a:xfrm>
              <a:off x="7343855" y="3505492"/>
              <a:ext cx="28555" cy="23777"/>
            </a:xfrm>
            <a:custGeom>
              <a:avLst/>
              <a:gdLst>
                <a:gd name="connsiteX0" fmla="*/ 0 w 11415"/>
                <a:gd name="connsiteY0" fmla="*/ 0 h 9505"/>
                <a:gd name="connsiteX1" fmla="*/ 11415 w 11415"/>
                <a:gd name="connsiteY1" fmla="*/ 0 h 9505"/>
              </a:gdLst>
              <a:ahLst/>
              <a:cxnLst>
                <a:cxn ang="0">
                  <a:pos x="connsiteX0" y="connsiteY0"/>
                </a:cxn>
                <a:cxn ang="0">
                  <a:pos x="connsiteX1" y="connsiteY1"/>
                </a:cxn>
              </a:cxnLst>
              <a:rect l="l" t="t" r="r" b="b"/>
              <a:pathLst>
                <a:path w="11415" h="9505">
                  <a:moveTo>
                    <a:pt x="0" y="0"/>
                  </a:moveTo>
                  <a:lnTo>
                    <a:pt x="11415" y="0"/>
                  </a:lnTo>
                </a:path>
              </a:pathLst>
            </a:custGeom>
            <a:ln w="4753" cap="sq">
              <a:solidFill>
                <a:srgbClr val="262626"/>
              </a:solidFill>
              <a:prstDash val="solid"/>
              <a:round/>
            </a:ln>
          </p:spPr>
          <p:txBody>
            <a:bodyPr rtlCol="0" anchor="ctr"/>
            <a:lstStyle/>
            <a:p>
              <a:endParaRPr lang="en-US"/>
            </a:p>
          </p:txBody>
        </p:sp>
        <p:sp>
          <p:nvSpPr>
            <p:cNvPr id="4168" name="Freeform 4167">
              <a:extLst>
                <a:ext uri="{FF2B5EF4-FFF2-40B4-BE49-F238E27FC236}">
                  <a16:creationId xmlns:a16="http://schemas.microsoft.com/office/drawing/2014/main" id="{DBBB718E-1626-ED4A-5858-C6C347A5BE8A}"/>
                </a:ext>
              </a:extLst>
            </p:cNvPr>
            <p:cNvSpPr/>
            <p:nvPr/>
          </p:nvSpPr>
          <p:spPr>
            <a:xfrm>
              <a:off x="7343855" y="2557257"/>
              <a:ext cx="28555" cy="23777"/>
            </a:xfrm>
            <a:custGeom>
              <a:avLst/>
              <a:gdLst>
                <a:gd name="connsiteX0" fmla="*/ 0 w 11415"/>
                <a:gd name="connsiteY0" fmla="*/ 0 h 9505"/>
                <a:gd name="connsiteX1" fmla="*/ 11415 w 11415"/>
                <a:gd name="connsiteY1" fmla="*/ 0 h 9505"/>
              </a:gdLst>
              <a:ahLst/>
              <a:cxnLst>
                <a:cxn ang="0">
                  <a:pos x="connsiteX0" y="connsiteY0"/>
                </a:cxn>
                <a:cxn ang="0">
                  <a:pos x="connsiteX1" y="connsiteY1"/>
                </a:cxn>
              </a:cxnLst>
              <a:rect l="l" t="t" r="r" b="b"/>
              <a:pathLst>
                <a:path w="11415" h="9505">
                  <a:moveTo>
                    <a:pt x="0" y="0"/>
                  </a:moveTo>
                  <a:lnTo>
                    <a:pt x="11415" y="0"/>
                  </a:lnTo>
                </a:path>
              </a:pathLst>
            </a:custGeom>
            <a:ln w="4753" cap="sq">
              <a:solidFill>
                <a:srgbClr val="262626"/>
              </a:solidFill>
              <a:prstDash val="solid"/>
              <a:round/>
            </a:ln>
          </p:spPr>
          <p:txBody>
            <a:bodyPr rtlCol="0" anchor="ctr"/>
            <a:lstStyle/>
            <a:p>
              <a:endParaRPr lang="en-US"/>
            </a:p>
          </p:txBody>
        </p:sp>
        <p:sp>
          <p:nvSpPr>
            <p:cNvPr id="4169" name="Freeform 4168">
              <a:extLst>
                <a:ext uri="{FF2B5EF4-FFF2-40B4-BE49-F238E27FC236}">
                  <a16:creationId xmlns:a16="http://schemas.microsoft.com/office/drawing/2014/main" id="{7F453DB2-2474-ADF2-E21B-792846C6159A}"/>
                </a:ext>
              </a:extLst>
            </p:cNvPr>
            <p:cNvSpPr/>
            <p:nvPr/>
          </p:nvSpPr>
          <p:spPr>
            <a:xfrm>
              <a:off x="7343855" y="1608782"/>
              <a:ext cx="28555" cy="23777"/>
            </a:xfrm>
            <a:custGeom>
              <a:avLst/>
              <a:gdLst>
                <a:gd name="connsiteX0" fmla="*/ 0 w 11415"/>
                <a:gd name="connsiteY0" fmla="*/ 0 h 9505"/>
                <a:gd name="connsiteX1" fmla="*/ 11415 w 11415"/>
                <a:gd name="connsiteY1" fmla="*/ 0 h 9505"/>
              </a:gdLst>
              <a:ahLst/>
              <a:cxnLst>
                <a:cxn ang="0">
                  <a:pos x="connsiteX0" y="connsiteY0"/>
                </a:cxn>
                <a:cxn ang="0">
                  <a:pos x="connsiteX1" y="connsiteY1"/>
                </a:cxn>
              </a:cxnLst>
              <a:rect l="l" t="t" r="r" b="b"/>
              <a:pathLst>
                <a:path w="11415" h="9505">
                  <a:moveTo>
                    <a:pt x="0" y="0"/>
                  </a:moveTo>
                  <a:lnTo>
                    <a:pt x="11415" y="0"/>
                  </a:lnTo>
                </a:path>
              </a:pathLst>
            </a:custGeom>
            <a:ln w="4753" cap="sq">
              <a:solidFill>
                <a:srgbClr val="262626"/>
              </a:solidFill>
              <a:prstDash val="solid"/>
              <a:round/>
            </a:ln>
          </p:spPr>
          <p:txBody>
            <a:bodyPr rtlCol="0" anchor="ctr"/>
            <a:lstStyle/>
            <a:p>
              <a:endParaRPr lang="en-US"/>
            </a:p>
          </p:txBody>
        </p:sp>
        <p:grpSp>
          <p:nvGrpSpPr>
            <p:cNvPr id="4170" name="Graphic 5">
              <a:extLst>
                <a:ext uri="{FF2B5EF4-FFF2-40B4-BE49-F238E27FC236}">
                  <a16:creationId xmlns:a16="http://schemas.microsoft.com/office/drawing/2014/main" id="{A720FF7A-7EC4-47AA-CAE5-73FF02535082}"/>
                </a:ext>
              </a:extLst>
            </p:cNvPr>
            <p:cNvGrpSpPr/>
            <p:nvPr/>
          </p:nvGrpSpPr>
          <p:grpSpPr>
            <a:xfrm>
              <a:off x="6783697" y="4370033"/>
              <a:ext cx="390969" cy="171433"/>
              <a:chOff x="7108135" y="4690222"/>
              <a:chExt cx="156291" cy="68531"/>
            </a:xfrm>
            <a:solidFill>
              <a:srgbClr val="262626"/>
            </a:solidFill>
          </p:grpSpPr>
          <p:sp>
            <p:nvSpPr>
              <p:cNvPr id="4171" name="Freeform 4170">
                <a:extLst>
                  <a:ext uri="{FF2B5EF4-FFF2-40B4-BE49-F238E27FC236}">
                    <a16:creationId xmlns:a16="http://schemas.microsoft.com/office/drawing/2014/main" id="{F7ED6D3E-A31B-0F5A-22C3-D8DEB6BE069F}"/>
                  </a:ext>
                </a:extLst>
              </p:cNvPr>
              <p:cNvSpPr/>
              <p:nvPr/>
            </p:nvSpPr>
            <p:spPr>
              <a:xfrm>
                <a:off x="7108135" y="4729953"/>
                <a:ext cx="24066" cy="5893"/>
              </a:xfrm>
              <a:custGeom>
                <a:avLst/>
                <a:gdLst>
                  <a:gd name="connsiteX0" fmla="*/ 24067 w 24066"/>
                  <a:gd name="connsiteY0" fmla="*/ 0 h 5893"/>
                  <a:gd name="connsiteX1" fmla="*/ 24067 w 24066"/>
                  <a:gd name="connsiteY1" fmla="*/ 5893 h 5893"/>
                  <a:gd name="connsiteX2" fmla="*/ 0 w 24066"/>
                  <a:gd name="connsiteY2" fmla="*/ 5893 h 5893"/>
                  <a:gd name="connsiteX3" fmla="*/ 0 w 24066"/>
                  <a:gd name="connsiteY3" fmla="*/ 0 h 5893"/>
                  <a:gd name="connsiteX4" fmla="*/ 24067 w 24066"/>
                  <a:gd name="connsiteY4" fmla="*/ 0 h 58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066" h="5893">
                    <a:moveTo>
                      <a:pt x="24067" y="0"/>
                    </a:moveTo>
                    <a:lnTo>
                      <a:pt x="24067" y="5893"/>
                    </a:lnTo>
                    <a:lnTo>
                      <a:pt x="0" y="5893"/>
                    </a:lnTo>
                    <a:lnTo>
                      <a:pt x="0" y="0"/>
                    </a:lnTo>
                    <a:lnTo>
                      <a:pt x="24067" y="0"/>
                    </a:lnTo>
                    <a:close/>
                  </a:path>
                </a:pathLst>
              </a:custGeom>
              <a:solidFill>
                <a:srgbClr val="262626"/>
              </a:solidFill>
              <a:ln w="9506" cap="flat">
                <a:noFill/>
                <a:prstDash val="solid"/>
                <a:miter/>
              </a:ln>
            </p:spPr>
            <p:txBody>
              <a:bodyPr rtlCol="0" anchor="ctr"/>
              <a:lstStyle/>
              <a:p>
                <a:endParaRPr lang="en-US"/>
              </a:p>
            </p:txBody>
          </p:sp>
          <p:sp>
            <p:nvSpPr>
              <p:cNvPr id="4172" name="Freeform 4171">
                <a:extLst>
                  <a:ext uri="{FF2B5EF4-FFF2-40B4-BE49-F238E27FC236}">
                    <a16:creationId xmlns:a16="http://schemas.microsoft.com/office/drawing/2014/main" id="{99C8379D-F0E8-4AAA-ED1A-FC86A5009266}"/>
                  </a:ext>
                </a:extLst>
              </p:cNvPr>
              <p:cNvSpPr/>
              <p:nvPr/>
            </p:nvSpPr>
            <p:spPr>
              <a:xfrm>
                <a:off x="7139621" y="4690222"/>
                <a:ext cx="45469" cy="68531"/>
              </a:xfrm>
              <a:custGeom>
                <a:avLst/>
                <a:gdLst>
                  <a:gd name="connsiteX0" fmla="*/ 22830 w 45469"/>
                  <a:gd name="connsiteY0" fmla="*/ 380 h 68531"/>
                  <a:gd name="connsiteX1" fmla="*/ 31392 w 45469"/>
                  <a:gd name="connsiteY1" fmla="*/ 1806 h 68531"/>
                  <a:gd name="connsiteX2" fmla="*/ 37575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1094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091 w 45469"/>
                  <a:gd name="connsiteY16" fmla="*/ 10741 h 68531"/>
                  <a:gd name="connsiteX17" fmla="*/ 10939 w 45469"/>
                  <a:gd name="connsiteY17" fmla="*/ 2947 h 68531"/>
                  <a:gd name="connsiteX18" fmla="*/ 22640 w 45469"/>
                  <a:gd name="connsiteY18" fmla="*/ 0 h 68531"/>
                  <a:gd name="connsiteX19" fmla="*/ 39382 w 45469"/>
                  <a:gd name="connsiteY19" fmla="*/ 34408 h 68531"/>
                  <a:gd name="connsiteX20" fmla="*/ 38811 w 45469"/>
                  <a:gd name="connsiteY20" fmla="*/ 23858 h 68531"/>
                  <a:gd name="connsiteX21" fmla="*/ 36433 w 45469"/>
                  <a:gd name="connsiteY21" fmla="*/ 14543 h 68531"/>
                  <a:gd name="connsiteX22" fmla="*/ 31296 w 45469"/>
                  <a:gd name="connsiteY22" fmla="*/ 7984 h 68531"/>
                  <a:gd name="connsiteX23" fmla="*/ 22640 w 45469"/>
                  <a:gd name="connsiteY23" fmla="*/ 5513 h 68531"/>
                  <a:gd name="connsiteX24" fmla="*/ 14364 w 45469"/>
                  <a:gd name="connsiteY24" fmla="*/ 7984 h 68531"/>
                  <a:gd name="connsiteX25" fmla="*/ 9418 w 45469"/>
                  <a:gd name="connsiteY25" fmla="*/ 14733 h 68531"/>
                  <a:gd name="connsiteX26" fmla="*/ 6944 w 45469"/>
                  <a:gd name="connsiteY26" fmla="*/ 24238 h 68531"/>
                  <a:gd name="connsiteX27" fmla="*/ 6183 w 45469"/>
                  <a:gd name="connsiteY27" fmla="*/ 35074 h 68531"/>
                  <a:gd name="connsiteX28" fmla="*/ 6944 w 45469"/>
                  <a:gd name="connsiteY28" fmla="*/ 46765 h 68531"/>
                  <a:gd name="connsiteX29" fmla="*/ 9703 w 45469"/>
                  <a:gd name="connsiteY29" fmla="*/ 55699 h 68531"/>
                  <a:gd name="connsiteX30" fmla="*/ 14745 w 45469"/>
                  <a:gd name="connsiteY30" fmla="*/ 61402 h 68531"/>
                  <a:gd name="connsiteX31" fmla="*/ 22830 w 45469"/>
                  <a:gd name="connsiteY31" fmla="*/ 63494 h 68531"/>
                  <a:gd name="connsiteX32" fmla="*/ 31582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2" y="1806"/>
                    </a:cubicBezTo>
                    <a:cubicBezTo>
                      <a:pt x="33770" y="2757"/>
                      <a:pt x="35862" y="4182"/>
                      <a:pt x="37575" y="5798"/>
                    </a:cubicBezTo>
                    <a:cubicBezTo>
                      <a:pt x="39287" y="7509"/>
                      <a:pt x="40619" y="9505"/>
                      <a:pt x="41665" y="11786"/>
                    </a:cubicBezTo>
                    <a:cubicBezTo>
                      <a:pt x="42712" y="14068"/>
                      <a:pt x="43568"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2" y="55224"/>
                      <a:pt x="41094" y="58361"/>
                    </a:cubicBezTo>
                    <a:cubicBezTo>
                      <a:pt x="39382" y="61498"/>
                      <a:pt x="37099" y="63969"/>
                      <a:pt x="34150" y="65775"/>
                    </a:cubicBezTo>
                    <a:cubicBezTo>
                      <a:pt x="31201" y="67581"/>
                      <a:pt x="27491" y="68531"/>
                      <a:pt x="22830" y="68531"/>
                    </a:cubicBezTo>
                    <a:cubicBezTo>
                      <a:pt x="18169" y="68531"/>
                      <a:pt x="14364" y="67581"/>
                      <a:pt x="11415" y="65775"/>
                    </a:cubicBezTo>
                    <a:cubicBezTo>
                      <a:pt x="8466" y="63969"/>
                      <a:pt x="6183" y="61402"/>
                      <a:pt x="4471" y="58266"/>
                    </a:cubicBezTo>
                    <a:cubicBezTo>
                      <a:pt x="2759" y="55129"/>
                      <a:pt x="1617" y="51517"/>
                      <a:pt x="951" y="47335"/>
                    </a:cubicBezTo>
                    <a:cubicBezTo>
                      <a:pt x="285" y="43153"/>
                      <a:pt x="0" y="38780"/>
                      <a:pt x="0" y="34123"/>
                    </a:cubicBezTo>
                    <a:cubicBezTo>
                      <a:pt x="0" y="29846"/>
                      <a:pt x="285" y="25759"/>
                      <a:pt x="856" y="21671"/>
                    </a:cubicBezTo>
                    <a:cubicBezTo>
                      <a:pt x="1427" y="17584"/>
                      <a:pt x="2473" y="13972"/>
                      <a:pt x="4091" y="10741"/>
                    </a:cubicBezTo>
                    <a:cubicBezTo>
                      <a:pt x="5708" y="7509"/>
                      <a:pt x="7991" y="4943"/>
                      <a:pt x="10939" y="2947"/>
                    </a:cubicBezTo>
                    <a:cubicBezTo>
                      <a:pt x="13889" y="951"/>
                      <a:pt x="17788" y="0"/>
                      <a:pt x="22640" y="0"/>
                    </a:cubicBezTo>
                    <a:close/>
                    <a:moveTo>
                      <a:pt x="39382" y="34408"/>
                    </a:moveTo>
                    <a:cubicBezTo>
                      <a:pt x="39382" y="30796"/>
                      <a:pt x="39192" y="27279"/>
                      <a:pt x="38811" y="23858"/>
                    </a:cubicBezTo>
                    <a:cubicBezTo>
                      <a:pt x="38431" y="20436"/>
                      <a:pt x="37575" y="17299"/>
                      <a:pt x="36433" y="14543"/>
                    </a:cubicBezTo>
                    <a:cubicBezTo>
                      <a:pt x="35197" y="11786"/>
                      <a:pt x="33484" y="9600"/>
                      <a:pt x="31296" y="7984"/>
                    </a:cubicBezTo>
                    <a:cubicBezTo>
                      <a:pt x="29108" y="6368"/>
                      <a:pt x="26255" y="5513"/>
                      <a:pt x="22640" y="5513"/>
                    </a:cubicBezTo>
                    <a:cubicBezTo>
                      <a:pt x="19310" y="5513"/>
                      <a:pt x="16552" y="6368"/>
                      <a:pt x="14364" y="7984"/>
                    </a:cubicBezTo>
                    <a:cubicBezTo>
                      <a:pt x="12271" y="9695"/>
                      <a:pt x="10559" y="11881"/>
                      <a:pt x="9418" y="14733"/>
                    </a:cubicBezTo>
                    <a:cubicBezTo>
                      <a:pt x="8181" y="17489"/>
                      <a:pt x="7420" y="20721"/>
                      <a:pt x="6944" y="24238"/>
                    </a:cubicBezTo>
                    <a:cubicBezTo>
                      <a:pt x="6469" y="27755"/>
                      <a:pt x="6183" y="31366"/>
                      <a:pt x="6183" y="35074"/>
                    </a:cubicBezTo>
                    <a:cubicBezTo>
                      <a:pt x="6183" y="39351"/>
                      <a:pt x="6469" y="43248"/>
                      <a:pt x="6944" y="46765"/>
                    </a:cubicBezTo>
                    <a:cubicBezTo>
                      <a:pt x="7420" y="50282"/>
                      <a:pt x="8371" y="53323"/>
                      <a:pt x="9703" y="55699"/>
                    </a:cubicBezTo>
                    <a:cubicBezTo>
                      <a:pt x="10939" y="58171"/>
                      <a:pt x="12652" y="60072"/>
                      <a:pt x="14745" y="61402"/>
                    </a:cubicBezTo>
                    <a:cubicBezTo>
                      <a:pt x="16837" y="62733"/>
                      <a:pt x="19596" y="63494"/>
                      <a:pt x="22830" y="63494"/>
                    </a:cubicBezTo>
                    <a:cubicBezTo>
                      <a:pt x="26445" y="63494"/>
                      <a:pt x="29299" y="62638"/>
                      <a:pt x="31582" y="60832"/>
                    </a:cubicBezTo>
                    <a:cubicBezTo>
                      <a:pt x="33770" y="59026"/>
                      <a:pt x="35387" y="56745"/>
                      <a:pt x="36528" y="53989"/>
                    </a:cubicBezTo>
                    <a:cubicBezTo>
                      <a:pt x="37670" y="51232"/>
                      <a:pt x="38431" y="48095"/>
                      <a:pt x="38811" y="44579"/>
                    </a:cubicBezTo>
                    <a:cubicBezTo>
                      <a:pt x="39192" y="41062"/>
                      <a:pt x="39382" y="37640"/>
                      <a:pt x="39382" y="34313"/>
                    </a:cubicBezTo>
                    <a:close/>
                  </a:path>
                </a:pathLst>
              </a:custGeom>
              <a:solidFill>
                <a:srgbClr val="262626"/>
              </a:solidFill>
              <a:ln w="9506" cap="flat">
                <a:noFill/>
                <a:prstDash val="solid"/>
                <a:miter/>
              </a:ln>
            </p:spPr>
            <p:txBody>
              <a:bodyPr rtlCol="0" anchor="ctr"/>
              <a:lstStyle/>
              <a:p>
                <a:endParaRPr lang="en-US"/>
              </a:p>
            </p:txBody>
          </p:sp>
          <p:sp>
            <p:nvSpPr>
              <p:cNvPr id="4173" name="Freeform 4172">
                <a:extLst>
                  <a:ext uri="{FF2B5EF4-FFF2-40B4-BE49-F238E27FC236}">
                    <a16:creationId xmlns:a16="http://schemas.microsoft.com/office/drawing/2014/main" id="{17C352F0-EE13-1BA9-2DEA-257CF0E702B9}"/>
                  </a:ext>
                </a:extLst>
              </p:cNvPr>
              <p:cNvSpPr/>
              <p:nvPr/>
            </p:nvSpPr>
            <p:spPr>
              <a:xfrm>
                <a:off x="7198599" y="4749248"/>
                <a:ext cx="6944" cy="8364"/>
              </a:xfrm>
              <a:custGeom>
                <a:avLst/>
                <a:gdLst>
                  <a:gd name="connsiteX0" fmla="*/ 0 w 6944"/>
                  <a:gd name="connsiteY0" fmla="*/ 8364 h 8364"/>
                  <a:gd name="connsiteX1" fmla="*/ 0 w 6944"/>
                  <a:gd name="connsiteY1" fmla="*/ 0 h 8364"/>
                  <a:gd name="connsiteX2" fmla="*/ 6944 w 6944"/>
                  <a:gd name="connsiteY2" fmla="*/ 0 h 8364"/>
                  <a:gd name="connsiteX3" fmla="*/ 6944 w 6944"/>
                  <a:gd name="connsiteY3" fmla="*/ 8364 h 8364"/>
                  <a:gd name="connsiteX4" fmla="*/ 0 w 6944"/>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4" h="8364">
                    <a:moveTo>
                      <a:pt x="0" y="8364"/>
                    </a:moveTo>
                    <a:lnTo>
                      <a:pt x="0" y="0"/>
                    </a:lnTo>
                    <a:lnTo>
                      <a:pt x="6944" y="0"/>
                    </a:lnTo>
                    <a:lnTo>
                      <a:pt x="6944" y="8364"/>
                    </a:lnTo>
                    <a:lnTo>
                      <a:pt x="0" y="8364"/>
                    </a:lnTo>
                    <a:close/>
                  </a:path>
                </a:pathLst>
              </a:custGeom>
              <a:solidFill>
                <a:srgbClr val="262626"/>
              </a:solidFill>
              <a:ln w="9506" cap="flat">
                <a:noFill/>
                <a:prstDash val="solid"/>
                <a:miter/>
              </a:ln>
            </p:spPr>
            <p:txBody>
              <a:bodyPr rtlCol="0" anchor="ctr"/>
              <a:lstStyle/>
              <a:p>
                <a:endParaRPr lang="en-US"/>
              </a:p>
            </p:txBody>
          </p:sp>
          <p:sp>
            <p:nvSpPr>
              <p:cNvPr id="4174" name="Freeform 4173">
                <a:extLst>
                  <a:ext uri="{FF2B5EF4-FFF2-40B4-BE49-F238E27FC236}">
                    <a16:creationId xmlns:a16="http://schemas.microsoft.com/office/drawing/2014/main" id="{F410AF4D-6FA0-8FC7-C0D6-3BF66DC4248B}"/>
                  </a:ext>
                </a:extLst>
              </p:cNvPr>
              <p:cNvSpPr/>
              <p:nvPr/>
            </p:nvSpPr>
            <p:spPr>
              <a:xfrm>
                <a:off x="7219907" y="4690602"/>
                <a:ext cx="44518" cy="67105"/>
              </a:xfrm>
              <a:custGeom>
                <a:avLst/>
                <a:gdLst>
                  <a:gd name="connsiteX0" fmla="*/ 1998 w 44518"/>
                  <a:gd name="connsiteY0" fmla="*/ 21957 h 67105"/>
                  <a:gd name="connsiteX1" fmla="*/ 3520 w 44518"/>
                  <a:gd name="connsiteY1" fmla="*/ 13022 h 67105"/>
                  <a:gd name="connsiteX2" fmla="*/ 7896 w 44518"/>
                  <a:gd name="connsiteY2" fmla="*/ 6083 h 67105"/>
                  <a:gd name="connsiteX3" fmla="*/ 14840 w 44518"/>
                  <a:gd name="connsiteY3" fmla="*/ 1616 h 67105"/>
                  <a:gd name="connsiteX4" fmla="*/ 23877 w 44518"/>
                  <a:gd name="connsiteY4" fmla="*/ 0 h 67105"/>
                  <a:gd name="connsiteX5" fmla="*/ 32723 w 44518"/>
                  <a:gd name="connsiteY5" fmla="*/ 1426 h 67105"/>
                  <a:gd name="connsiteX6" fmla="*/ 39192 w 44518"/>
                  <a:gd name="connsiteY6" fmla="*/ 5418 h 67105"/>
                  <a:gd name="connsiteX7" fmla="*/ 43187 w 44518"/>
                  <a:gd name="connsiteY7" fmla="*/ 11311 h 67105"/>
                  <a:gd name="connsiteX8" fmla="*/ 44519 w 44518"/>
                  <a:gd name="connsiteY8" fmla="*/ 18535 h 67105"/>
                  <a:gd name="connsiteX9" fmla="*/ 42997 w 44518"/>
                  <a:gd name="connsiteY9" fmla="*/ 26424 h 67105"/>
                  <a:gd name="connsiteX10" fmla="*/ 39097 w 44518"/>
                  <a:gd name="connsiteY10" fmla="*/ 32507 h 67105"/>
                  <a:gd name="connsiteX11" fmla="*/ 33579 w 44518"/>
                  <a:gd name="connsiteY11" fmla="*/ 37260 h 67105"/>
                  <a:gd name="connsiteX12" fmla="*/ 27206 w 44518"/>
                  <a:gd name="connsiteY12" fmla="*/ 41252 h 67105"/>
                  <a:gd name="connsiteX13" fmla="*/ 20833 w 44518"/>
                  <a:gd name="connsiteY13" fmla="*/ 44864 h 67105"/>
                  <a:gd name="connsiteX14" fmla="*/ 15220 w 44518"/>
                  <a:gd name="connsiteY14" fmla="*/ 48475 h 67105"/>
                  <a:gd name="connsiteX15" fmla="*/ 12081 w 44518"/>
                  <a:gd name="connsiteY15" fmla="*/ 51042 h 67105"/>
                  <a:gd name="connsiteX16" fmla="*/ 9322 w 44518"/>
                  <a:gd name="connsiteY16" fmla="*/ 53989 h 67105"/>
                  <a:gd name="connsiteX17" fmla="*/ 7325 w 44518"/>
                  <a:gd name="connsiteY17" fmla="*/ 57600 h 67105"/>
                  <a:gd name="connsiteX18" fmla="*/ 6468 w 44518"/>
                  <a:gd name="connsiteY18" fmla="*/ 61973 h 67105"/>
                  <a:gd name="connsiteX19" fmla="*/ 43853 w 44518"/>
                  <a:gd name="connsiteY19" fmla="*/ 61973 h 67105"/>
                  <a:gd name="connsiteX20" fmla="*/ 43853 w 44518"/>
                  <a:gd name="connsiteY20" fmla="*/ 67106 h 67105"/>
                  <a:gd name="connsiteX21" fmla="*/ 0 w 44518"/>
                  <a:gd name="connsiteY21" fmla="*/ 67106 h 67105"/>
                  <a:gd name="connsiteX22" fmla="*/ 1047 w 44518"/>
                  <a:gd name="connsiteY22" fmla="*/ 58361 h 67105"/>
                  <a:gd name="connsiteX23" fmla="*/ 5232 w 44518"/>
                  <a:gd name="connsiteY23" fmla="*/ 50757 h 67105"/>
                  <a:gd name="connsiteX24" fmla="*/ 12461 w 44518"/>
                  <a:gd name="connsiteY24" fmla="*/ 43913 h 67105"/>
                  <a:gd name="connsiteX25" fmla="*/ 19881 w 44518"/>
                  <a:gd name="connsiteY25" fmla="*/ 38780 h 67105"/>
                  <a:gd name="connsiteX26" fmla="*/ 26730 w 44518"/>
                  <a:gd name="connsiteY26" fmla="*/ 34693 h 67105"/>
                  <a:gd name="connsiteX27" fmla="*/ 32438 w 44518"/>
                  <a:gd name="connsiteY27" fmla="*/ 30606 h 67105"/>
                  <a:gd name="connsiteX28" fmla="*/ 36338 w 44518"/>
                  <a:gd name="connsiteY28" fmla="*/ 25663 h 67105"/>
                  <a:gd name="connsiteX29" fmla="*/ 37765 w 44518"/>
                  <a:gd name="connsiteY29" fmla="*/ 18915 h 67105"/>
                  <a:gd name="connsiteX30" fmla="*/ 36623 w 44518"/>
                  <a:gd name="connsiteY30" fmla="*/ 13117 h 67105"/>
                  <a:gd name="connsiteX31" fmla="*/ 33484 w 44518"/>
                  <a:gd name="connsiteY31" fmla="*/ 8744 h 67105"/>
                  <a:gd name="connsiteX32" fmla="*/ 28823 w 44518"/>
                  <a:gd name="connsiteY32" fmla="*/ 5988 h 67105"/>
                  <a:gd name="connsiteX33" fmla="*/ 23020 w 44518"/>
                  <a:gd name="connsiteY33" fmla="*/ 5133 h 67105"/>
                  <a:gd name="connsiteX34" fmla="*/ 16932 w 44518"/>
                  <a:gd name="connsiteY34" fmla="*/ 6463 h 67105"/>
                  <a:gd name="connsiteX35" fmla="*/ 12271 w 44518"/>
                  <a:gd name="connsiteY35" fmla="*/ 10170 h 67105"/>
                  <a:gd name="connsiteX36" fmla="*/ 9227 w 44518"/>
                  <a:gd name="connsiteY36" fmla="*/ 15493 h 67105"/>
                  <a:gd name="connsiteX37" fmla="*/ 8371 w 44518"/>
                  <a:gd name="connsiteY37" fmla="*/ 21957 h 67105"/>
                  <a:gd name="connsiteX38" fmla="*/ 1903 w 44518"/>
                  <a:gd name="connsiteY38" fmla="*/ 21957 h 67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44518" h="67105">
                    <a:moveTo>
                      <a:pt x="1998" y="21957"/>
                    </a:moveTo>
                    <a:cubicBezTo>
                      <a:pt x="1998" y="18630"/>
                      <a:pt x="2473" y="15683"/>
                      <a:pt x="3520" y="13022"/>
                    </a:cubicBezTo>
                    <a:cubicBezTo>
                      <a:pt x="4566" y="10360"/>
                      <a:pt x="5993" y="7984"/>
                      <a:pt x="7896" y="6083"/>
                    </a:cubicBezTo>
                    <a:cubicBezTo>
                      <a:pt x="9798" y="4182"/>
                      <a:pt x="12081" y="2661"/>
                      <a:pt x="14840" y="1616"/>
                    </a:cubicBezTo>
                    <a:cubicBezTo>
                      <a:pt x="17503" y="570"/>
                      <a:pt x="20547" y="0"/>
                      <a:pt x="23877" y="0"/>
                    </a:cubicBezTo>
                    <a:cubicBezTo>
                      <a:pt x="27206" y="0"/>
                      <a:pt x="30155" y="475"/>
                      <a:pt x="32723" y="1426"/>
                    </a:cubicBezTo>
                    <a:cubicBezTo>
                      <a:pt x="35291" y="2376"/>
                      <a:pt x="37479" y="3707"/>
                      <a:pt x="39192" y="5418"/>
                    </a:cubicBezTo>
                    <a:cubicBezTo>
                      <a:pt x="40904" y="7129"/>
                      <a:pt x="42236" y="9030"/>
                      <a:pt x="43187" y="11311"/>
                    </a:cubicBezTo>
                    <a:cubicBezTo>
                      <a:pt x="44043" y="13592"/>
                      <a:pt x="44519" y="15968"/>
                      <a:pt x="44519" y="18535"/>
                    </a:cubicBezTo>
                    <a:cubicBezTo>
                      <a:pt x="44519" y="21481"/>
                      <a:pt x="44043" y="24143"/>
                      <a:pt x="42997" y="26424"/>
                    </a:cubicBezTo>
                    <a:cubicBezTo>
                      <a:pt x="42046" y="28705"/>
                      <a:pt x="40714" y="30701"/>
                      <a:pt x="39097" y="32507"/>
                    </a:cubicBezTo>
                    <a:cubicBezTo>
                      <a:pt x="37479" y="34313"/>
                      <a:pt x="35672" y="35834"/>
                      <a:pt x="33579" y="37260"/>
                    </a:cubicBezTo>
                    <a:cubicBezTo>
                      <a:pt x="31487" y="38685"/>
                      <a:pt x="29394" y="39921"/>
                      <a:pt x="27206" y="41252"/>
                    </a:cubicBezTo>
                    <a:cubicBezTo>
                      <a:pt x="25018" y="42488"/>
                      <a:pt x="22925" y="43628"/>
                      <a:pt x="20833" y="44864"/>
                    </a:cubicBezTo>
                    <a:cubicBezTo>
                      <a:pt x="18740" y="46004"/>
                      <a:pt x="16837" y="47240"/>
                      <a:pt x="15220" y="48475"/>
                    </a:cubicBezTo>
                    <a:cubicBezTo>
                      <a:pt x="14174" y="49331"/>
                      <a:pt x="13127" y="50187"/>
                      <a:pt x="12081" y="51042"/>
                    </a:cubicBezTo>
                    <a:cubicBezTo>
                      <a:pt x="11035" y="51897"/>
                      <a:pt x="10178" y="52943"/>
                      <a:pt x="9322" y="53989"/>
                    </a:cubicBezTo>
                    <a:cubicBezTo>
                      <a:pt x="8466" y="55034"/>
                      <a:pt x="7800" y="56270"/>
                      <a:pt x="7325" y="57600"/>
                    </a:cubicBezTo>
                    <a:cubicBezTo>
                      <a:pt x="6849" y="58931"/>
                      <a:pt x="6564" y="60357"/>
                      <a:pt x="6468" y="61973"/>
                    </a:cubicBezTo>
                    <a:lnTo>
                      <a:pt x="43853" y="61973"/>
                    </a:lnTo>
                    <a:lnTo>
                      <a:pt x="43853" y="67106"/>
                    </a:lnTo>
                    <a:lnTo>
                      <a:pt x="0" y="67106"/>
                    </a:lnTo>
                    <a:cubicBezTo>
                      <a:pt x="0" y="63874"/>
                      <a:pt x="381" y="60927"/>
                      <a:pt x="1047" y="58361"/>
                    </a:cubicBezTo>
                    <a:cubicBezTo>
                      <a:pt x="1712" y="55794"/>
                      <a:pt x="3044" y="53228"/>
                      <a:pt x="5232" y="50757"/>
                    </a:cubicBezTo>
                    <a:cubicBezTo>
                      <a:pt x="7610" y="48095"/>
                      <a:pt x="9988" y="45814"/>
                      <a:pt x="12461" y="43913"/>
                    </a:cubicBezTo>
                    <a:cubicBezTo>
                      <a:pt x="14935" y="42012"/>
                      <a:pt x="17408" y="40301"/>
                      <a:pt x="19881" y="38780"/>
                    </a:cubicBezTo>
                    <a:cubicBezTo>
                      <a:pt x="22259" y="37260"/>
                      <a:pt x="24543" y="35929"/>
                      <a:pt x="26730" y="34693"/>
                    </a:cubicBezTo>
                    <a:cubicBezTo>
                      <a:pt x="28918" y="33458"/>
                      <a:pt x="30821" y="32127"/>
                      <a:pt x="32438" y="30606"/>
                    </a:cubicBezTo>
                    <a:cubicBezTo>
                      <a:pt x="34055" y="29180"/>
                      <a:pt x="35387" y="27469"/>
                      <a:pt x="36338" y="25663"/>
                    </a:cubicBezTo>
                    <a:cubicBezTo>
                      <a:pt x="37289" y="23857"/>
                      <a:pt x="37765" y="21576"/>
                      <a:pt x="37765" y="18915"/>
                    </a:cubicBezTo>
                    <a:cubicBezTo>
                      <a:pt x="37765" y="16729"/>
                      <a:pt x="37384" y="14828"/>
                      <a:pt x="36623" y="13117"/>
                    </a:cubicBezTo>
                    <a:cubicBezTo>
                      <a:pt x="35862" y="11406"/>
                      <a:pt x="34816" y="9980"/>
                      <a:pt x="33484" y="8744"/>
                    </a:cubicBezTo>
                    <a:cubicBezTo>
                      <a:pt x="32152" y="7509"/>
                      <a:pt x="30630" y="6653"/>
                      <a:pt x="28823" y="5988"/>
                    </a:cubicBezTo>
                    <a:cubicBezTo>
                      <a:pt x="27016" y="5323"/>
                      <a:pt x="25113" y="5133"/>
                      <a:pt x="23020" y="5133"/>
                    </a:cubicBezTo>
                    <a:cubicBezTo>
                      <a:pt x="20833" y="5133"/>
                      <a:pt x="18740" y="5608"/>
                      <a:pt x="16932" y="6463"/>
                    </a:cubicBezTo>
                    <a:cubicBezTo>
                      <a:pt x="15125" y="7414"/>
                      <a:pt x="13603" y="8650"/>
                      <a:pt x="12271" y="10170"/>
                    </a:cubicBezTo>
                    <a:cubicBezTo>
                      <a:pt x="10939" y="11691"/>
                      <a:pt x="9988" y="13497"/>
                      <a:pt x="9227" y="15493"/>
                    </a:cubicBezTo>
                    <a:cubicBezTo>
                      <a:pt x="8466" y="17489"/>
                      <a:pt x="8276" y="19675"/>
                      <a:pt x="8371" y="21957"/>
                    </a:cubicBezTo>
                    <a:lnTo>
                      <a:pt x="1903" y="21957"/>
                    </a:lnTo>
                    <a:close/>
                  </a:path>
                </a:pathLst>
              </a:custGeom>
              <a:solidFill>
                <a:srgbClr val="262626"/>
              </a:solidFill>
              <a:ln w="9506" cap="flat">
                <a:noFill/>
                <a:prstDash val="solid"/>
                <a:miter/>
              </a:ln>
            </p:spPr>
            <p:txBody>
              <a:bodyPr rtlCol="0" anchor="ctr"/>
              <a:lstStyle/>
              <a:p>
                <a:endParaRPr lang="en-US"/>
              </a:p>
            </p:txBody>
          </p:sp>
        </p:grpSp>
        <p:sp>
          <p:nvSpPr>
            <p:cNvPr id="4175" name="Freeform 4174">
              <a:extLst>
                <a:ext uri="{FF2B5EF4-FFF2-40B4-BE49-F238E27FC236}">
                  <a16:creationId xmlns:a16="http://schemas.microsoft.com/office/drawing/2014/main" id="{FE507700-22B2-449E-C727-CE4FB907B2E6}"/>
                </a:ext>
              </a:extLst>
            </p:cNvPr>
            <p:cNvSpPr/>
            <p:nvPr/>
          </p:nvSpPr>
          <p:spPr>
            <a:xfrm>
              <a:off x="7054256" y="3421796"/>
              <a:ext cx="113743" cy="171433"/>
            </a:xfrm>
            <a:custGeom>
              <a:avLst/>
              <a:gdLst>
                <a:gd name="connsiteX0" fmla="*/ 22830 w 45469"/>
                <a:gd name="connsiteY0" fmla="*/ 380 h 68531"/>
                <a:gd name="connsiteX1" fmla="*/ 31392 w 45469"/>
                <a:gd name="connsiteY1" fmla="*/ 1806 h 68531"/>
                <a:gd name="connsiteX2" fmla="*/ 37575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1094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091 w 45469"/>
                <a:gd name="connsiteY16" fmla="*/ 10741 h 68531"/>
                <a:gd name="connsiteX17" fmla="*/ 10940 w 45469"/>
                <a:gd name="connsiteY17" fmla="*/ 2947 h 68531"/>
                <a:gd name="connsiteX18" fmla="*/ 22640 w 45469"/>
                <a:gd name="connsiteY18" fmla="*/ 0 h 68531"/>
                <a:gd name="connsiteX19" fmla="*/ 39382 w 45469"/>
                <a:gd name="connsiteY19" fmla="*/ 34408 h 68531"/>
                <a:gd name="connsiteX20" fmla="*/ 38811 w 45469"/>
                <a:gd name="connsiteY20" fmla="*/ 23858 h 68531"/>
                <a:gd name="connsiteX21" fmla="*/ 36433 w 45469"/>
                <a:gd name="connsiteY21" fmla="*/ 14543 h 68531"/>
                <a:gd name="connsiteX22" fmla="*/ 31296 w 45469"/>
                <a:gd name="connsiteY22" fmla="*/ 7984 h 68531"/>
                <a:gd name="connsiteX23" fmla="*/ 22640 w 45469"/>
                <a:gd name="connsiteY23" fmla="*/ 5513 h 68531"/>
                <a:gd name="connsiteX24" fmla="*/ 14364 w 45469"/>
                <a:gd name="connsiteY24" fmla="*/ 7984 h 68531"/>
                <a:gd name="connsiteX25" fmla="*/ 9418 w 45469"/>
                <a:gd name="connsiteY25" fmla="*/ 14733 h 68531"/>
                <a:gd name="connsiteX26" fmla="*/ 6944 w 45469"/>
                <a:gd name="connsiteY26" fmla="*/ 24238 h 68531"/>
                <a:gd name="connsiteX27" fmla="*/ 6183 w 45469"/>
                <a:gd name="connsiteY27" fmla="*/ 35074 h 68531"/>
                <a:gd name="connsiteX28" fmla="*/ 6944 w 45469"/>
                <a:gd name="connsiteY28" fmla="*/ 46765 h 68531"/>
                <a:gd name="connsiteX29" fmla="*/ 9703 w 45469"/>
                <a:gd name="connsiteY29" fmla="*/ 55700 h 68531"/>
                <a:gd name="connsiteX30" fmla="*/ 14745 w 45469"/>
                <a:gd name="connsiteY30" fmla="*/ 61402 h 68531"/>
                <a:gd name="connsiteX31" fmla="*/ 22830 w 45469"/>
                <a:gd name="connsiteY31" fmla="*/ 63494 h 68531"/>
                <a:gd name="connsiteX32" fmla="*/ 31582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2" y="1806"/>
                  </a:cubicBezTo>
                  <a:cubicBezTo>
                    <a:pt x="33770" y="2757"/>
                    <a:pt x="35862" y="4182"/>
                    <a:pt x="37575" y="5798"/>
                  </a:cubicBezTo>
                  <a:cubicBezTo>
                    <a:pt x="39287" y="7509"/>
                    <a:pt x="40619" y="9505"/>
                    <a:pt x="41665" y="11786"/>
                  </a:cubicBezTo>
                  <a:cubicBezTo>
                    <a:pt x="42712" y="14067"/>
                    <a:pt x="43568"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2" y="55224"/>
                    <a:pt x="41094" y="58361"/>
                  </a:cubicBezTo>
                  <a:cubicBezTo>
                    <a:pt x="39382" y="61498"/>
                    <a:pt x="37099" y="63969"/>
                    <a:pt x="34150" y="65775"/>
                  </a:cubicBezTo>
                  <a:cubicBezTo>
                    <a:pt x="31201" y="67581"/>
                    <a:pt x="27491" y="68531"/>
                    <a:pt x="22830" y="68531"/>
                  </a:cubicBezTo>
                  <a:cubicBezTo>
                    <a:pt x="18169" y="68531"/>
                    <a:pt x="14364" y="67581"/>
                    <a:pt x="11415" y="65775"/>
                  </a:cubicBezTo>
                  <a:cubicBezTo>
                    <a:pt x="8466" y="63969"/>
                    <a:pt x="6183" y="61402"/>
                    <a:pt x="4471" y="58266"/>
                  </a:cubicBezTo>
                  <a:cubicBezTo>
                    <a:pt x="2759" y="55129"/>
                    <a:pt x="1617" y="51517"/>
                    <a:pt x="951" y="47335"/>
                  </a:cubicBezTo>
                  <a:cubicBezTo>
                    <a:pt x="285" y="43153"/>
                    <a:pt x="0" y="38781"/>
                    <a:pt x="0" y="34123"/>
                  </a:cubicBezTo>
                  <a:cubicBezTo>
                    <a:pt x="0" y="29846"/>
                    <a:pt x="285" y="25759"/>
                    <a:pt x="856" y="21671"/>
                  </a:cubicBezTo>
                  <a:cubicBezTo>
                    <a:pt x="1427" y="17584"/>
                    <a:pt x="2473" y="13972"/>
                    <a:pt x="4091" y="10741"/>
                  </a:cubicBezTo>
                  <a:cubicBezTo>
                    <a:pt x="5708" y="7509"/>
                    <a:pt x="7991" y="4943"/>
                    <a:pt x="10940" y="2947"/>
                  </a:cubicBezTo>
                  <a:cubicBezTo>
                    <a:pt x="13889" y="951"/>
                    <a:pt x="17789" y="0"/>
                    <a:pt x="22640" y="0"/>
                  </a:cubicBezTo>
                  <a:close/>
                  <a:moveTo>
                    <a:pt x="39382" y="34408"/>
                  </a:moveTo>
                  <a:cubicBezTo>
                    <a:pt x="39382" y="30796"/>
                    <a:pt x="39192" y="27279"/>
                    <a:pt x="38811" y="23858"/>
                  </a:cubicBezTo>
                  <a:cubicBezTo>
                    <a:pt x="38431" y="20436"/>
                    <a:pt x="37575" y="17299"/>
                    <a:pt x="36433" y="14543"/>
                  </a:cubicBezTo>
                  <a:cubicBezTo>
                    <a:pt x="35197" y="11786"/>
                    <a:pt x="33484" y="9600"/>
                    <a:pt x="31296" y="7984"/>
                  </a:cubicBezTo>
                  <a:cubicBezTo>
                    <a:pt x="29108" y="6368"/>
                    <a:pt x="26255" y="5513"/>
                    <a:pt x="22640" y="5513"/>
                  </a:cubicBezTo>
                  <a:cubicBezTo>
                    <a:pt x="19310" y="5513"/>
                    <a:pt x="16552" y="6368"/>
                    <a:pt x="14364" y="7984"/>
                  </a:cubicBezTo>
                  <a:cubicBezTo>
                    <a:pt x="12271" y="9695"/>
                    <a:pt x="10559" y="11881"/>
                    <a:pt x="9418" y="14733"/>
                  </a:cubicBezTo>
                  <a:cubicBezTo>
                    <a:pt x="8181" y="17489"/>
                    <a:pt x="7420" y="20721"/>
                    <a:pt x="6944" y="24238"/>
                  </a:cubicBezTo>
                  <a:cubicBezTo>
                    <a:pt x="6469" y="27755"/>
                    <a:pt x="6183" y="31367"/>
                    <a:pt x="6183" y="35074"/>
                  </a:cubicBezTo>
                  <a:cubicBezTo>
                    <a:pt x="6183" y="39351"/>
                    <a:pt x="6469" y="43248"/>
                    <a:pt x="6944" y="46765"/>
                  </a:cubicBezTo>
                  <a:cubicBezTo>
                    <a:pt x="7420" y="50282"/>
                    <a:pt x="8371" y="53323"/>
                    <a:pt x="9703" y="55700"/>
                  </a:cubicBezTo>
                  <a:cubicBezTo>
                    <a:pt x="10940" y="58171"/>
                    <a:pt x="12652" y="60072"/>
                    <a:pt x="14745" y="61402"/>
                  </a:cubicBezTo>
                  <a:cubicBezTo>
                    <a:pt x="16837" y="62733"/>
                    <a:pt x="19596" y="63494"/>
                    <a:pt x="22830" y="63494"/>
                  </a:cubicBezTo>
                  <a:cubicBezTo>
                    <a:pt x="26445" y="63494"/>
                    <a:pt x="29299" y="62638"/>
                    <a:pt x="31582" y="60832"/>
                  </a:cubicBezTo>
                  <a:cubicBezTo>
                    <a:pt x="33770" y="59026"/>
                    <a:pt x="35387" y="56745"/>
                    <a:pt x="36528" y="53989"/>
                  </a:cubicBezTo>
                  <a:cubicBezTo>
                    <a:pt x="37670" y="51232"/>
                    <a:pt x="38431" y="48095"/>
                    <a:pt x="38811" y="44579"/>
                  </a:cubicBezTo>
                  <a:cubicBezTo>
                    <a:pt x="39192" y="41062"/>
                    <a:pt x="39382" y="37640"/>
                    <a:pt x="39382" y="34313"/>
                  </a:cubicBezTo>
                  <a:close/>
                </a:path>
              </a:pathLst>
            </a:custGeom>
            <a:solidFill>
              <a:srgbClr val="262626"/>
            </a:solidFill>
            <a:ln w="9506" cap="flat">
              <a:noFill/>
              <a:prstDash val="solid"/>
              <a:miter/>
            </a:ln>
          </p:spPr>
          <p:txBody>
            <a:bodyPr rtlCol="0" anchor="ctr"/>
            <a:lstStyle/>
            <a:p>
              <a:endParaRPr lang="en-US"/>
            </a:p>
          </p:txBody>
        </p:sp>
        <p:grpSp>
          <p:nvGrpSpPr>
            <p:cNvPr id="4176" name="Graphic 5">
              <a:extLst>
                <a:ext uri="{FF2B5EF4-FFF2-40B4-BE49-F238E27FC236}">
                  <a16:creationId xmlns:a16="http://schemas.microsoft.com/office/drawing/2014/main" id="{AD29D112-4A60-65A8-0FCB-17CACD3F6615}"/>
                </a:ext>
              </a:extLst>
            </p:cNvPr>
            <p:cNvGrpSpPr/>
            <p:nvPr/>
          </p:nvGrpSpPr>
          <p:grpSpPr>
            <a:xfrm>
              <a:off x="6873645" y="2473323"/>
              <a:ext cx="312203" cy="171433"/>
              <a:chOff x="7144092" y="3932006"/>
              <a:chExt cx="124804" cy="68531"/>
            </a:xfrm>
            <a:solidFill>
              <a:srgbClr val="262626"/>
            </a:solidFill>
          </p:grpSpPr>
          <p:sp>
            <p:nvSpPr>
              <p:cNvPr id="4177" name="Freeform 4176">
                <a:extLst>
                  <a:ext uri="{FF2B5EF4-FFF2-40B4-BE49-F238E27FC236}">
                    <a16:creationId xmlns:a16="http://schemas.microsoft.com/office/drawing/2014/main" id="{170EF363-C120-A2C8-4040-BAC5EBB2B052}"/>
                  </a:ext>
                </a:extLst>
              </p:cNvPr>
              <p:cNvSpPr/>
              <p:nvPr/>
            </p:nvSpPr>
            <p:spPr>
              <a:xfrm>
                <a:off x="7144092" y="3932006"/>
                <a:ext cx="45469" cy="68531"/>
              </a:xfrm>
              <a:custGeom>
                <a:avLst/>
                <a:gdLst>
                  <a:gd name="connsiteX0" fmla="*/ 22830 w 45469"/>
                  <a:gd name="connsiteY0" fmla="*/ 380 h 68531"/>
                  <a:gd name="connsiteX1" fmla="*/ 31392 w 45469"/>
                  <a:gd name="connsiteY1" fmla="*/ 1806 h 68531"/>
                  <a:gd name="connsiteX2" fmla="*/ 37575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1094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090 w 45469"/>
                  <a:gd name="connsiteY16" fmla="*/ 10741 h 68531"/>
                  <a:gd name="connsiteX17" fmla="*/ 10939 w 45469"/>
                  <a:gd name="connsiteY17" fmla="*/ 2947 h 68531"/>
                  <a:gd name="connsiteX18" fmla="*/ 22640 w 45469"/>
                  <a:gd name="connsiteY18" fmla="*/ 0 h 68531"/>
                  <a:gd name="connsiteX19" fmla="*/ 39382 w 45469"/>
                  <a:gd name="connsiteY19" fmla="*/ 34408 h 68531"/>
                  <a:gd name="connsiteX20" fmla="*/ 38811 w 45469"/>
                  <a:gd name="connsiteY20" fmla="*/ 23858 h 68531"/>
                  <a:gd name="connsiteX21" fmla="*/ 36433 w 45469"/>
                  <a:gd name="connsiteY21" fmla="*/ 14543 h 68531"/>
                  <a:gd name="connsiteX22" fmla="*/ 31296 w 45469"/>
                  <a:gd name="connsiteY22" fmla="*/ 7984 h 68531"/>
                  <a:gd name="connsiteX23" fmla="*/ 22640 w 45469"/>
                  <a:gd name="connsiteY23" fmla="*/ 5513 h 68531"/>
                  <a:gd name="connsiteX24" fmla="*/ 14364 w 45469"/>
                  <a:gd name="connsiteY24" fmla="*/ 7984 h 68531"/>
                  <a:gd name="connsiteX25" fmla="*/ 9418 w 45469"/>
                  <a:gd name="connsiteY25" fmla="*/ 14733 h 68531"/>
                  <a:gd name="connsiteX26" fmla="*/ 6944 w 45469"/>
                  <a:gd name="connsiteY26" fmla="*/ 24238 h 68531"/>
                  <a:gd name="connsiteX27" fmla="*/ 6183 w 45469"/>
                  <a:gd name="connsiteY27" fmla="*/ 35074 h 68531"/>
                  <a:gd name="connsiteX28" fmla="*/ 6944 w 45469"/>
                  <a:gd name="connsiteY28" fmla="*/ 46765 h 68531"/>
                  <a:gd name="connsiteX29" fmla="*/ 9703 w 45469"/>
                  <a:gd name="connsiteY29" fmla="*/ 55699 h 68531"/>
                  <a:gd name="connsiteX30" fmla="*/ 14745 w 45469"/>
                  <a:gd name="connsiteY30" fmla="*/ 61403 h 68531"/>
                  <a:gd name="connsiteX31" fmla="*/ 22830 w 45469"/>
                  <a:gd name="connsiteY31" fmla="*/ 63494 h 68531"/>
                  <a:gd name="connsiteX32" fmla="*/ 31582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2" y="1806"/>
                    </a:cubicBezTo>
                    <a:cubicBezTo>
                      <a:pt x="33770" y="2757"/>
                      <a:pt x="35862" y="4182"/>
                      <a:pt x="37575" y="5798"/>
                    </a:cubicBezTo>
                    <a:cubicBezTo>
                      <a:pt x="39287" y="7509"/>
                      <a:pt x="40619" y="9505"/>
                      <a:pt x="41665" y="11786"/>
                    </a:cubicBezTo>
                    <a:cubicBezTo>
                      <a:pt x="42712" y="14067"/>
                      <a:pt x="43568"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2" y="55224"/>
                      <a:pt x="41094" y="58361"/>
                    </a:cubicBezTo>
                    <a:cubicBezTo>
                      <a:pt x="39382" y="61498"/>
                      <a:pt x="37099" y="63969"/>
                      <a:pt x="34150" y="65775"/>
                    </a:cubicBezTo>
                    <a:cubicBezTo>
                      <a:pt x="31201" y="67581"/>
                      <a:pt x="27491" y="68531"/>
                      <a:pt x="22830" y="68531"/>
                    </a:cubicBezTo>
                    <a:cubicBezTo>
                      <a:pt x="18169" y="68531"/>
                      <a:pt x="14364" y="67581"/>
                      <a:pt x="11415" y="65775"/>
                    </a:cubicBezTo>
                    <a:cubicBezTo>
                      <a:pt x="8466" y="63969"/>
                      <a:pt x="6183" y="61403"/>
                      <a:pt x="4471" y="58266"/>
                    </a:cubicBezTo>
                    <a:cubicBezTo>
                      <a:pt x="2759" y="55129"/>
                      <a:pt x="1617" y="51517"/>
                      <a:pt x="951" y="47335"/>
                    </a:cubicBezTo>
                    <a:cubicBezTo>
                      <a:pt x="285" y="43153"/>
                      <a:pt x="0" y="38781"/>
                      <a:pt x="0" y="34123"/>
                    </a:cubicBezTo>
                    <a:cubicBezTo>
                      <a:pt x="0" y="29846"/>
                      <a:pt x="285" y="25759"/>
                      <a:pt x="856" y="21671"/>
                    </a:cubicBezTo>
                    <a:cubicBezTo>
                      <a:pt x="1427" y="17584"/>
                      <a:pt x="2473" y="13972"/>
                      <a:pt x="4090" y="10741"/>
                    </a:cubicBezTo>
                    <a:cubicBezTo>
                      <a:pt x="5708" y="7509"/>
                      <a:pt x="7991" y="4943"/>
                      <a:pt x="10939" y="2947"/>
                    </a:cubicBezTo>
                    <a:cubicBezTo>
                      <a:pt x="13889" y="951"/>
                      <a:pt x="17788" y="0"/>
                      <a:pt x="22640" y="0"/>
                    </a:cubicBezTo>
                    <a:close/>
                    <a:moveTo>
                      <a:pt x="39382" y="34408"/>
                    </a:moveTo>
                    <a:cubicBezTo>
                      <a:pt x="39382" y="30796"/>
                      <a:pt x="39192" y="27279"/>
                      <a:pt x="38811" y="23858"/>
                    </a:cubicBezTo>
                    <a:cubicBezTo>
                      <a:pt x="38431" y="20436"/>
                      <a:pt x="37575" y="17299"/>
                      <a:pt x="36433" y="14543"/>
                    </a:cubicBezTo>
                    <a:cubicBezTo>
                      <a:pt x="35197" y="11786"/>
                      <a:pt x="33484" y="9600"/>
                      <a:pt x="31296" y="7984"/>
                    </a:cubicBezTo>
                    <a:cubicBezTo>
                      <a:pt x="29108" y="6368"/>
                      <a:pt x="26255" y="5513"/>
                      <a:pt x="22640" y="5513"/>
                    </a:cubicBezTo>
                    <a:cubicBezTo>
                      <a:pt x="19310" y="5513"/>
                      <a:pt x="16552" y="6368"/>
                      <a:pt x="14364" y="7984"/>
                    </a:cubicBezTo>
                    <a:cubicBezTo>
                      <a:pt x="12271" y="9695"/>
                      <a:pt x="10559" y="11881"/>
                      <a:pt x="9418" y="14733"/>
                    </a:cubicBezTo>
                    <a:cubicBezTo>
                      <a:pt x="8181" y="17489"/>
                      <a:pt x="7420" y="20721"/>
                      <a:pt x="6944" y="24238"/>
                    </a:cubicBezTo>
                    <a:cubicBezTo>
                      <a:pt x="6468" y="27755"/>
                      <a:pt x="6183" y="31367"/>
                      <a:pt x="6183" y="35074"/>
                    </a:cubicBezTo>
                    <a:cubicBezTo>
                      <a:pt x="6183" y="39351"/>
                      <a:pt x="6468" y="43248"/>
                      <a:pt x="6944" y="46765"/>
                    </a:cubicBezTo>
                    <a:cubicBezTo>
                      <a:pt x="7420" y="50282"/>
                      <a:pt x="8371" y="53323"/>
                      <a:pt x="9703" y="55699"/>
                    </a:cubicBezTo>
                    <a:cubicBezTo>
                      <a:pt x="10939" y="58171"/>
                      <a:pt x="12652" y="60072"/>
                      <a:pt x="14745" y="61403"/>
                    </a:cubicBezTo>
                    <a:cubicBezTo>
                      <a:pt x="16837" y="62733"/>
                      <a:pt x="19596" y="63494"/>
                      <a:pt x="22830" y="63494"/>
                    </a:cubicBezTo>
                    <a:cubicBezTo>
                      <a:pt x="26445" y="63494"/>
                      <a:pt x="29299" y="62638"/>
                      <a:pt x="31582" y="60832"/>
                    </a:cubicBezTo>
                    <a:cubicBezTo>
                      <a:pt x="33770" y="59026"/>
                      <a:pt x="35387" y="56745"/>
                      <a:pt x="36528" y="53989"/>
                    </a:cubicBezTo>
                    <a:cubicBezTo>
                      <a:pt x="37670" y="51232"/>
                      <a:pt x="38431" y="48095"/>
                      <a:pt x="38811" y="44579"/>
                    </a:cubicBezTo>
                    <a:cubicBezTo>
                      <a:pt x="39192" y="41062"/>
                      <a:pt x="39382" y="37640"/>
                      <a:pt x="39382" y="34313"/>
                    </a:cubicBezTo>
                    <a:close/>
                  </a:path>
                </a:pathLst>
              </a:custGeom>
              <a:solidFill>
                <a:srgbClr val="262626"/>
              </a:solidFill>
              <a:ln w="9506" cap="flat">
                <a:noFill/>
                <a:prstDash val="solid"/>
                <a:miter/>
              </a:ln>
            </p:spPr>
            <p:txBody>
              <a:bodyPr rtlCol="0" anchor="ctr"/>
              <a:lstStyle/>
              <a:p>
                <a:endParaRPr lang="en-US"/>
              </a:p>
            </p:txBody>
          </p:sp>
          <p:sp>
            <p:nvSpPr>
              <p:cNvPr id="4608" name="Freeform 4607">
                <a:extLst>
                  <a:ext uri="{FF2B5EF4-FFF2-40B4-BE49-F238E27FC236}">
                    <a16:creationId xmlns:a16="http://schemas.microsoft.com/office/drawing/2014/main" id="{02ED4442-7D59-9742-C44C-BE4B6041A437}"/>
                  </a:ext>
                </a:extLst>
              </p:cNvPr>
              <p:cNvSpPr/>
              <p:nvPr/>
            </p:nvSpPr>
            <p:spPr>
              <a:xfrm>
                <a:off x="7203070" y="3991032"/>
                <a:ext cx="6943" cy="8364"/>
              </a:xfrm>
              <a:custGeom>
                <a:avLst/>
                <a:gdLst>
                  <a:gd name="connsiteX0" fmla="*/ 0 w 6943"/>
                  <a:gd name="connsiteY0" fmla="*/ 8364 h 8364"/>
                  <a:gd name="connsiteX1" fmla="*/ 0 w 6943"/>
                  <a:gd name="connsiteY1" fmla="*/ 0 h 8364"/>
                  <a:gd name="connsiteX2" fmla="*/ 6944 w 6943"/>
                  <a:gd name="connsiteY2" fmla="*/ 0 h 8364"/>
                  <a:gd name="connsiteX3" fmla="*/ 6944 w 6943"/>
                  <a:gd name="connsiteY3" fmla="*/ 8364 h 8364"/>
                  <a:gd name="connsiteX4" fmla="*/ 0 w 6943"/>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3" h="8364">
                    <a:moveTo>
                      <a:pt x="0" y="8364"/>
                    </a:moveTo>
                    <a:lnTo>
                      <a:pt x="0" y="0"/>
                    </a:lnTo>
                    <a:lnTo>
                      <a:pt x="6944" y="0"/>
                    </a:lnTo>
                    <a:lnTo>
                      <a:pt x="6944" y="8364"/>
                    </a:lnTo>
                    <a:lnTo>
                      <a:pt x="0" y="8364"/>
                    </a:lnTo>
                    <a:close/>
                  </a:path>
                </a:pathLst>
              </a:custGeom>
              <a:solidFill>
                <a:srgbClr val="262626"/>
              </a:solidFill>
              <a:ln w="9506" cap="flat">
                <a:noFill/>
                <a:prstDash val="solid"/>
                <a:miter/>
              </a:ln>
            </p:spPr>
            <p:txBody>
              <a:bodyPr rtlCol="0" anchor="ctr"/>
              <a:lstStyle/>
              <a:p>
                <a:endParaRPr lang="en-US"/>
              </a:p>
            </p:txBody>
          </p:sp>
          <p:sp>
            <p:nvSpPr>
              <p:cNvPr id="4609" name="Freeform 4608">
                <a:extLst>
                  <a:ext uri="{FF2B5EF4-FFF2-40B4-BE49-F238E27FC236}">
                    <a16:creationId xmlns:a16="http://schemas.microsoft.com/office/drawing/2014/main" id="{BFF3284B-981A-C182-FC29-4957EB089BBA}"/>
                  </a:ext>
                </a:extLst>
              </p:cNvPr>
              <p:cNvSpPr/>
              <p:nvPr/>
            </p:nvSpPr>
            <p:spPr>
              <a:xfrm>
                <a:off x="7224378" y="3932386"/>
                <a:ext cx="44518" cy="67105"/>
              </a:xfrm>
              <a:custGeom>
                <a:avLst/>
                <a:gdLst>
                  <a:gd name="connsiteX0" fmla="*/ 1998 w 44518"/>
                  <a:gd name="connsiteY0" fmla="*/ 21957 h 67105"/>
                  <a:gd name="connsiteX1" fmla="*/ 3520 w 44518"/>
                  <a:gd name="connsiteY1" fmla="*/ 13022 h 67105"/>
                  <a:gd name="connsiteX2" fmla="*/ 7896 w 44518"/>
                  <a:gd name="connsiteY2" fmla="*/ 6083 h 67105"/>
                  <a:gd name="connsiteX3" fmla="*/ 14840 w 44518"/>
                  <a:gd name="connsiteY3" fmla="*/ 1616 h 67105"/>
                  <a:gd name="connsiteX4" fmla="*/ 23877 w 44518"/>
                  <a:gd name="connsiteY4" fmla="*/ 0 h 67105"/>
                  <a:gd name="connsiteX5" fmla="*/ 32723 w 44518"/>
                  <a:gd name="connsiteY5" fmla="*/ 1426 h 67105"/>
                  <a:gd name="connsiteX6" fmla="*/ 39192 w 44518"/>
                  <a:gd name="connsiteY6" fmla="*/ 5418 h 67105"/>
                  <a:gd name="connsiteX7" fmla="*/ 43187 w 44518"/>
                  <a:gd name="connsiteY7" fmla="*/ 11311 h 67105"/>
                  <a:gd name="connsiteX8" fmla="*/ 44519 w 44518"/>
                  <a:gd name="connsiteY8" fmla="*/ 18535 h 67105"/>
                  <a:gd name="connsiteX9" fmla="*/ 42997 w 44518"/>
                  <a:gd name="connsiteY9" fmla="*/ 26424 h 67105"/>
                  <a:gd name="connsiteX10" fmla="*/ 39097 w 44518"/>
                  <a:gd name="connsiteY10" fmla="*/ 32507 h 67105"/>
                  <a:gd name="connsiteX11" fmla="*/ 33579 w 44518"/>
                  <a:gd name="connsiteY11" fmla="*/ 37260 h 67105"/>
                  <a:gd name="connsiteX12" fmla="*/ 27206 w 44518"/>
                  <a:gd name="connsiteY12" fmla="*/ 41252 h 67105"/>
                  <a:gd name="connsiteX13" fmla="*/ 20833 w 44518"/>
                  <a:gd name="connsiteY13" fmla="*/ 44864 h 67105"/>
                  <a:gd name="connsiteX14" fmla="*/ 15220 w 44518"/>
                  <a:gd name="connsiteY14" fmla="*/ 48476 h 67105"/>
                  <a:gd name="connsiteX15" fmla="*/ 12081 w 44518"/>
                  <a:gd name="connsiteY15" fmla="*/ 51042 h 67105"/>
                  <a:gd name="connsiteX16" fmla="*/ 9322 w 44518"/>
                  <a:gd name="connsiteY16" fmla="*/ 53989 h 67105"/>
                  <a:gd name="connsiteX17" fmla="*/ 7325 w 44518"/>
                  <a:gd name="connsiteY17" fmla="*/ 57600 h 67105"/>
                  <a:gd name="connsiteX18" fmla="*/ 6468 w 44518"/>
                  <a:gd name="connsiteY18" fmla="*/ 61973 h 67105"/>
                  <a:gd name="connsiteX19" fmla="*/ 43853 w 44518"/>
                  <a:gd name="connsiteY19" fmla="*/ 61973 h 67105"/>
                  <a:gd name="connsiteX20" fmla="*/ 43853 w 44518"/>
                  <a:gd name="connsiteY20" fmla="*/ 67106 h 67105"/>
                  <a:gd name="connsiteX21" fmla="*/ 0 w 44518"/>
                  <a:gd name="connsiteY21" fmla="*/ 67106 h 67105"/>
                  <a:gd name="connsiteX22" fmla="*/ 1047 w 44518"/>
                  <a:gd name="connsiteY22" fmla="*/ 58361 h 67105"/>
                  <a:gd name="connsiteX23" fmla="*/ 5232 w 44518"/>
                  <a:gd name="connsiteY23" fmla="*/ 50757 h 67105"/>
                  <a:gd name="connsiteX24" fmla="*/ 12461 w 44518"/>
                  <a:gd name="connsiteY24" fmla="*/ 43913 h 67105"/>
                  <a:gd name="connsiteX25" fmla="*/ 19881 w 44518"/>
                  <a:gd name="connsiteY25" fmla="*/ 38780 h 67105"/>
                  <a:gd name="connsiteX26" fmla="*/ 26730 w 44518"/>
                  <a:gd name="connsiteY26" fmla="*/ 34693 h 67105"/>
                  <a:gd name="connsiteX27" fmla="*/ 32438 w 44518"/>
                  <a:gd name="connsiteY27" fmla="*/ 30606 h 67105"/>
                  <a:gd name="connsiteX28" fmla="*/ 36338 w 44518"/>
                  <a:gd name="connsiteY28" fmla="*/ 25664 h 67105"/>
                  <a:gd name="connsiteX29" fmla="*/ 37765 w 44518"/>
                  <a:gd name="connsiteY29" fmla="*/ 18915 h 67105"/>
                  <a:gd name="connsiteX30" fmla="*/ 36623 w 44518"/>
                  <a:gd name="connsiteY30" fmla="*/ 13117 h 67105"/>
                  <a:gd name="connsiteX31" fmla="*/ 33484 w 44518"/>
                  <a:gd name="connsiteY31" fmla="*/ 8745 h 67105"/>
                  <a:gd name="connsiteX32" fmla="*/ 28823 w 44518"/>
                  <a:gd name="connsiteY32" fmla="*/ 5988 h 67105"/>
                  <a:gd name="connsiteX33" fmla="*/ 23020 w 44518"/>
                  <a:gd name="connsiteY33" fmla="*/ 5133 h 67105"/>
                  <a:gd name="connsiteX34" fmla="*/ 16932 w 44518"/>
                  <a:gd name="connsiteY34" fmla="*/ 6463 h 67105"/>
                  <a:gd name="connsiteX35" fmla="*/ 12271 w 44518"/>
                  <a:gd name="connsiteY35" fmla="*/ 10170 h 67105"/>
                  <a:gd name="connsiteX36" fmla="*/ 9227 w 44518"/>
                  <a:gd name="connsiteY36" fmla="*/ 15493 h 67105"/>
                  <a:gd name="connsiteX37" fmla="*/ 8371 w 44518"/>
                  <a:gd name="connsiteY37" fmla="*/ 21957 h 67105"/>
                  <a:gd name="connsiteX38" fmla="*/ 1903 w 44518"/>
                  <a:gd name="connsiteY38" fmla="*/ 21957 h 67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44518" h="67105">
                    <a:moveTo>
                      <a:pt x="1998" y="21957"/>
                    </a:moveTo>
                    <a:cubicBezTo>
                      <a:pt x="1998" y="18630"/>
                      <a:pt x="2473" y="15683"/>
                      <a:pt x="3520" y="13022"/>
                    </a:cubicBezTo>
                    <a:cubicBezTo>
                      <a:pt x="4566" y="10360"/>
                      <a:pt x="5993" y="7984"/>
                      <a:pt x="7896" y="6083"/>
                    </a:cubicBezTo>
                    <a:cubicBezTo>
                      <a:pt x="9798" y="4182"/>
                      <a:pt x="12081" y="2661"/>
                      <a:pt x="14840" y="1616"/>
                    </a:cubicBezTo>
                    <a:cubicBezTo>
                      <a:pt x="17503" y="570"/>
                      <a:pt x="20547" y="0"/>
                      <a:pt x="23877" y="0"/>
                    </a:cubicBezTo>
                    <a:cubicBezTo>
                      <a:pt x="27206" y="0"/>
                      <a:pt x="30155" y="475"/>
                      <a:pt x="32723" y="1426"/>
                    </a:cubicBezTo>
                    <a:cubicBezTo>
                      <a:pt x="35291" y="2376"/>
                      <a:pt x="37479" y="3707"/>
                      <a:pt x="39192" y="5418"/>
                    </a:cubicBezTo>
                    <a:cubicBezTo>
                      <a:pt x="40904" y="7129"/>
                      <a:pt x="42236" y="9030"/>
                      <a:pt x="43187" y="11311"/>
                    </a:cubicBezTo>
                    <a:cubicBezTo>
                      <a:pt x="44043" y="13592"/>
                      <a:pt x="44519" y="15968"/>
                      <a:pt x="44519" y="18535"/>
                    </a:cubicBezTo>
                    <a:cubicBezTo>
                      <a:pt x="44519" y="21481"/>
                      <a:pt x="44043" y="24143"/>
                      <a:pt x="42997" y="26424"/>
                    </a:cubicBezTo>
                    <a:cubicBezTo>
                      <a:pt x="42046" y="28705"/>
                      <a:pt x="40714" y="30701"/>
                      <a:pt x="39097" y="32507"/>
                    </a:cubicBezTo>
                    <a:cubicBezTo>
                      <a:pt x="37479" y="34313"/>
                      <a:pt x="35672" y="35834"/>
                      <a:pt x="33579" y="37260"/>
                    </a:cubicBezTo>
                    <a:cubicBezTo>
                      <a:pt x="31487" y="38685"/>
                      <a:pt x="29394" y="39921"/>
                      <a:pt x="27206" y="41252"/>
                    </a:cubicBezTo>
                    <a:cubicBezTo>
                      <a:pt x="25018" y="42487"/>
                      <a:pt x="22925" y="43628"/>
                      <a:pt x="20833" y="44864"/>
                    </a:cubicBezTo>
                    <a:cubicBezTo>
                      <a:pt x="18740" y="46004"/>
                      <a:pt x="16837" y="47240"/>
                      <a:pt x="15220" y="48476"/>
                    </a:cubicBezTo>
                    <a:cubicBezTo>
                      <a:pt x="14174" y="49331"/>
                      <a:pt x="13127" y="50187"/>
                      <a:pt x="12081" y="51042"/>
                    </a:cubicBezTo>
                    <a:cubicBezTo>
                      <a:pt x="11035" y="51897"/>
                      <a:pt x="10178" y="52943"/>
                      <a:pt x="9322" y="53989"/>
                    </a:cubicBezTo>
                    <a:cubicBezTo>
                      <a:pt x="8466" y="55034"/>
                      <a:pt x="7800" y="56270"/>
                      <a:pt x="7325" y="57600"/>
                    </a:cubicBezTo>
                    <a:cubicBezTo>
                      <a:pt x="6849" y="58931"/>
                      <a:pt x="6564" y="60357"/>
                      <a:pt x="6468" y="61973"/>
                    </a:cubicBezTo>
                    <a:lnTo>
                      <a:pt x="43853" y="61973"/>
                    </a:lnTo>
                    <a:lnTo>
                      <a:pt x="43853" y="67106"/>
                    </a:lnTo>
                    <a:lnTo>
                      <a:pt x="0" y="67106"/>
                    </a:lnTo>
                    <a:cubicBezTo>
                      <a:pt x="0" y="63874"/>
                      <a:pt x="381" y="60927"/>
                      <a:pt x="1047" y="58361"/>
                    </a:cubicBezTo>
                    <a:cubicBezTo>
                      <a:pt x="1712" y="55794"/>
                      <a:pt x="3044" y="53228"/>
                      <a:pt x="5232" y="50757"/>
                    </a:cubicBezTo>
                    <a:cubicBezTo>
                      <a:pt x="7610" y="48095"/>
                      <a:pt x="9988" y="45814"/>
                      <a:pt x="12461" y="43913"/>
                    </a:cubicBezTo>
                    <a:cubicBezTo>
                      <a:pt x="14935" y="42012"/>
                      <a:pt x="17408" y="40301"/>
                      <a:pt x="19881" y="38780"/>
                    </a:cubicBezTo>
                    <a:cubicBezTo>
                      <a:pt x="22259" y="37260"/>
                      <a:pt x="24543" y="35929"/>
                      <a:pt x="26730" y="34693"/>
                    </a:cubicBezTo>
                    <a:cubicBezTo>
                      <a:pt x="28918" y="33458"/>
                      <a:pt x="30821" y="32127"/>
                      <a:pt x="32438" y="30606"/>
                    </a:cubicBezTo>
                    <a:cubicBezTo>
                      <a:pt x="34055" y="29180"/>
                      <a:pt x="35387" y="27470"/>
                      <a:pt x="36338" y="25664"/>
                    </a:cubicBezTo>
                    <a:cubicBezTo>
                      <a:pt x="37289" y="23858"/>
                      <a:pt x="37765" y="21576"/>
                      <a:pt x="37765" y="18915"/>
                    </a:cubicBezTo>
                    <a:cubicBezTo>
                      <a:pt x="37765" y="16729"/>
                      <a:pt x="37384" y="14828"/>
                      <a:pt x="36623" y="13117"/>
                    </a:cubicBezTo>
                    <a:cubicBezTo>
                      <a:pt x="35862" y="11406"/>
                      <a:pt x="34816" y="9980"/>
                      <a:pt x="33484" y="8745"/>
                    </a:cubicBezTo>
                    <a:cubicBezTo>
                      <a:pt x="32152" y="7509"/>
                      <a:pt x="30630" y="6653"/>
                      <a:pt x="28823" y="5988"/>
                    </a:cubicBezTo>
                    <a:cubicBezTo>
                      <a:pt x="27016" y="5323"/>
                      <a:pt x="25113" y="5133"/>
                      <a:pt x="23020" y="5133"/>
                    </a:cubicBezTo>
                    <a:cubicBezTo>
                      <a:pt x="20833" y="5133"/>
                      <a:pt x="18740" y="5608"/>
                      <a:pt x="16932" y="6463"/>
                    </a:cubicBezTo>
                    <a:cubicBezTo>
                      <a:pt x="15125" y="7414"/>
                      <a:pt x="13603" y="8649"/>
                      <a:pt x="12271" y="10170"/>
                    </a:cubicBezTo>
                    <a:cubicBezTo>
                      <a:pt x="10939" y="11691"/>
                      <a:pt x="9988" y="13497"/>
                      <a:pt x="9227" y="15493"/>
                    </a:cubicBezTo>
                    <a:cubicBezTo>
                      <a:pt x="8466" y="17489"/>
                      <a:pt x="8276" y="19675"/>
                      <a:pt x="8371" y="21957"/>
                    </a:cubicBezTo>
                    <a:lnTo>
                      <a:pt x="1903" y="21957"/>
                    </a:lnTo>
                    <a:close/>
                  </a:path>
                </a:pathLst>
              </a:custGeom>
              <a:solidFill>
                <a:srgbClr val="262626"/>
              </a:solidFill>
              <a:ln w="9506" cap="flat">
                <a:noFill/>
                <a:prstDash val="solid"/>
                <a:miter/>
              </a:ln>
            </p:spPr>
            <p:txBody>
              <a:bodyPr rtlCol="0" anchor="ctr"/>
              <a:lstStyle/>
              <a:p>
                <a:endParaRPr lang="en-US"/>
              </a:p>
            </p:txBody>
          </p:sp>
        </p:grpSp>
        <p:grpSp>
          <p:nvGrpSpPr>
            <p:cNvPr id="4610" name="Graphic 5">
              <a:extLst>
                <a:ext uri="{FF2B5EF4-FFF2-40B4-BE49-F238E27FC236}">
                  <a16:creationId xmlns:a16="http://schemas.microsoft.com/office/drawing/2014/main" id="{E7FEC7E7-EF96-6354-1EA0-FA9475D260BE}"/>
                </a:ext>
              </a:extLst>
            </p:cNvPr>
            <p:cNvGrpSpPr/>
            <p:nvPr/>
          </p:nvGrpSpPr>
          <p:grpSpPr>
            <a:xfrm>
              <a:off x="6873645" y="1524848"/>
              <a:ext cx="313156" cy="171433"/>
              <a:chOff x="7144092" y="3552850"/>
              <a:chExt cx="125185" cy="68531"/>
            </a:xfrm>
            <a:solidFill>
              <a:srgbClr val="262626"/>
            </a:solidFill>
          </p:grpSpPr>
          <p:sp>
            <p:nvSpPr>
              <p:cNvPr id="4611" name="Freeform 4610">
                <a:extLst>
                  <a:ext uri="{FF2B5EF4-FFF2-40B4-BE49-F238E27FC236}">
                    <a16:creationId xmlns:a16="http://schemas.microsoft.com/office/drawing/2014/main" id="{97516A8B-5523-67D9-B071-D27DF5B64A16}"/>
                  </a:ext>
                </a:extLst>
              </p:cNvPr>
              <p:cNvSpPr/>
              <p:nvPr/>
            </p:nvSpPr>
            <p:spPr>
              <a:xfrm>
                <a:off x="7144092" y="3552850"/>
                <a:ext cx="45469" cy="68531"/>
              </a:xfrm>
              <a:custGeom>
                <a:avLst/>
                <a:gdLst>
                  <a:gd name="connsiteX0" fmla="*/ 22830 w 45469"/>
                  <a:gd name="connsiteY0" fmla="*/ 380 h 68531"/>
                  <a:gd name="connsiteX1" fmla="*/ 31392 w 45469"/>
                  <a:gd name="connsiteY1" fmla="*/ 1806 h 68531"/>
                  <a:gd name="connsiteX2" fmla="*/ 37575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1094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090 w 45469"/>
                  <a:gd name="connsiteY16" fmla="*/ 10741 h 68531"/>
                  <a:gd name="connsiteX17" fmla="*/ 10939 w 45469"/>
                  <a:gd name="connsiteY17" fmla="*/ 2947 h 68531"/>
                  <a:gd name="connsiteX18" fmla="*/ 22640 w 45469"/>
                  <a:gd name="connsiteY18" fmla="*/ 0 h 68531"/>
                  <a:gd name="connsiteX19" fmla="*/ 39382 w 45469"/>
                  <a:gd name="connsiteY19" fmla="*/ 34408 h 68531"/>
                  <a:gd name="connsiteX20" fmla="*/ 38811 w 45469"/>
                  <a:gd name="connsiteY20" fmla="*/ 23858 h 68531"/>
                  <a:gd name="connsiteX21" fmla="*/ 36433 w 45469"/>
                  <a:gd name="connsiteY21" fmla="*/ 14543 h 68531"/>
                  <a:gd name="connsiteX22" fmla="*/ 31296 w 45469"/>
                  <a:gd name="connsiteY22" fmla="*/ 7984 h 68531"/>
                  <a:gd name="connsiteX23" fmla="*/ 22640 w 45469"/>
                  <a:gd name="connsiteY23" fmla="*/ 5513 h 68531"/>
                  <a:gd name="connsiteX24" fmla="*/ 14364 w 45469"/>
                  <a:gd name="connsiteY24" fmla="*/ 7984 h 68531"/>
                  <a:gd name="connsiteX25" fmla="*/ 9418 w 45469"/>
                  <a:gd name="connsiteY25" fmla="*/ 14733 h 68531"/>
                  <a:gd name="connsiteX26" fmla="*/ 6944 w 45469"/>
                  <a:gd name="connsiteY26" fmla="*/ 24238 h 68531"/>
                  <a:gd name="connsiteX27" fmla="*/ 6183 w 45469"/>
                  <a:gd name="connsiteY27" fmla="*/ 35074 h 68531"/>
                  <a:gd name="connsiteX28" fmla="*/ 6944 w 45469"/>
                  <a:gd name="connsiteY28" fmla="*/ 46765 h 68531"/>
                  <a:gd name="connsiteX29" fmla="*/ 9703 w 45469"/>
                  <a:gd name="connsiteY29" fmla="*/ 55699 h 68531"/>
                  <a:gd name="connsiteX30" fmla="*/ 14745 w 45469"/>
                  <a:gd name="connsiteY30" fmla="*/ 61403 h 68531"/>
                  <a:gd name="connsiteX31" fmla="*/ 22830 w 45469"/>
                  <a:gd name="connsiteY31" fmla="*/ 63494 h 68531"/>
                  <a:gd name="connsiteX32" fmla="*/ 31582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2" y="1806"/>
                    </a:cubicBezTo>
                    <a:cubicBezTo>
                      <a:pt x="33770" y="2757"/>
                      <a:pt x="35862" y="4182"/>
                      <a:pt x="37575" y="5798"/>
                    </a:cubicBezTo>
                    <a:cubicBezTo>
                      <a:pt x="39287" y="7509"/>
                      <a:pt x="40619" y="9505"/>
                      <a:pt x="41665" y="11786"/>
                    </a:cubicBezTo>
                    <a:cubicBezTo>
                      <a:pt x="42712" y="14067"/>
                      <a:pt x="43568"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2" y="55224"/>
                      <a:pt x="41094" y="58361"/>
                    </a:cubicBezTo>
                    <a:cubicBezTo>
                      <a:pt x="39382" y="61498"/>
                      <a:pt x="37099" y="63969"/>
                      <a:pt x="34150" y="65775"/>
                    </a:cubicBezTo>
                    <a:cubicBezTo>
                      <a:pt x="31201" y="67581"/>
                      <a:pt x="27491" y="68531"/>
                      <a:pt x="22830" y="68531"/>
                    </a:cubicBezTo>
                    <a:cubicBezTo>
                      <a:pt x="18169" y="68531"/>
                      <a:pt x="14364" y="67581"/>
                      <a:pt x="11415" y="65775"/>
                    </a:cubicBezTo>
                    <a:cubicBezTo>
                      <a:pt x="8466" y="63969"/>
                      <a:pt x="6183" y="61403"/>
                      <a:pt x="4471" y="58266"/>
                    </a:cubicBezTo>
                    <a:cubicBezTo>
                      <a:pt x="2759" y="55129"/>
                      <a:pt x="1617" y="51517"/>
                      <a:pt x="951" y="47335"/>
                    </a:cubicBezTo>
                    <a:cubicBezTo>
                      <a:pt x="285" y="43153"/>
                      <a:pt x="0" y="38781"/>
                      <a:pt x="0" y="34123"/>
                    </a:cubicBezTo>
                    <a:cubicBezTo>
                      <a:pt x="0" y="29846"/>
                      <a:pt x="285" y="25759"/>
                      <a:pt x="856" y="21671"/>
                    </a:cubicBezTo>
                    <a:cubicBezTo>
                      <a:pt x="1427" y="17584"/>
                      <a:pt x="2473" y="13972"/>
                      <a:pt x="4090" y="10741"/>
                    </a:cubicBezTo>
                    <a:cubicBezTo>
                      <a:pt x="5708" y="7509"/>
                      <a:pt x="7991" y="4943"/>
                      <a:pt x="10939" y="2947"/>
                    </a:cubicBezTo>
                    <a:cubicBezTo>
                      <a:pt x="13889" y="951"/>
                      <a:pt x="17788" y="0"/>
                      <a:pt x="22640" y="0"/>
                    </a:cubicBezTo>
                    <a:close/>
                    <a:moveTo>
                      <a:pt x="39382" y="34408"/>
                    </a:moveTo>
                    <a:cubicBezTo>
                      <a:pt x="39382" y="30796"/>
                      <a:pt x="39192" y="27279"/>
                      <a:pt x="38811" y="23858"/>
                    </a:cubicBezTo>
                    <a:cubicBezTo>
                      <a:pt x="38431" y="20436"/>
                      <a:pt x="37575" y="17299"/>
                      <a:pt x="36433" y="14543"/>
                    </a:cubicBezTo>
                    <a:cubicBezTo>
                      <a:pt x="35197" y="11786"/>
                      <a:pt x="33484" y="9600"/>
                      <a:pt x="31296" y="7984"/>
                    </a:cubicBezTo>
                    <a:cubicBezTo>
                      <a:pt x="29108" y="6368"/>
                      <a:pt x="26255" y="5513"/>
                      <a:pt x="22640" y="5513"/>
                    </a:cubicBezTo>
                    <a:cubicBezTo>
                      <a:pt x="19310" y="5513"/>
                      <a:pt x="16552" y="6368"/>
                      <a:pt x="14364" y="7984"/>
                    </a:cubicBezTo>
                    <a:cubicBezTo>
                      <a:pt x="12271" y="9695"/>
                      <a:pt x="10559" y="11881"/>
                      <a:pt x="9418" y="14733"/>
                    </a:cubicBezTo>
                    <a:cubicBezTo>
                      <a:pt x="8181" y="17489"/>
                      <a:pt x="7420" y="20721"/>
                      <a:pt x="6944" y="24238"/>
                    </a:cubicBezTo>
                    <a:cubicBezTo>
                      <a:pt x="6468" y="27755"/>
                      <a:pt x="6183" y="31367"/>
                      <a:pt x="6183" y="35074"/>
                    </a:cubicBezTo>
                    <a:cubicBezTo>
                      <a:pt x="6183" y="39351"/>
                      <a:pt x="6468" y="43248"/>
                      <a:pt x="6944" y="46765"/>
                    </a:cubicBezTo>
                    <a:cubicBezTo>
                      <a:pt x="7420" y="50282"/>
                      <a:pt x="8371" y="53323"/>
                      <a:pt x="9703" y="55699"/>
                    </a:cubicBezTo>
                    <a:cubicBezTo>
                      <a:pt x="10939" y="58171"/>
                      <a:pt x="12652" y="60072"/>
                      <a:pt x="14745" y="61403"/>
                    </a:cubicBezTo>
                    <a:cubicBezTo>
                      <a:pt x="16837" y="62733"/>
                      <a:pt x="19596" y="63494"/>
                      <a:pt x="22830" y="63494"/>
                    </a:cubicBezTo>
                    <a:cubicBezTo>
                      <a:pt x="26445" y="63494"/>
                      <a:pt x="29299" y="62638"/>
                      <a:pt x="31582" y="60832"/>
                    </a:cubicBezTo>
                    <a:cubicBezTo>
                      <a:pt x="33770" y="59026"/>
                      <a:pt x="35387" y="56745"/>
                      <a:pt x="36528" y="53989"/>
                    </a:cubicBezTo>
                    <a:cubicBezTo>
                      <a:pt x="37670" y="51232"/>
                      <a:pt x="38431" y="48095"/>
                      <a:pt x="38811" y="44579"/>
                    </a:cubicBezTo>
                    <a:cubicBezTo>
                      <a:pt x="39192" y="41062"/>
                      <a:pt x="39382" y="37640"/>
                      <a:pt x="39382" y="34313"/>
                    </a:cubicBezTo>
                    <a:close/>
                  </a:path>
                </a:pathLst>
              </a:custGeom>
              <a:solidFill>
                <a:srgbClr val="262626"/>
              </a:solidFill>
              <a:ln w="9506" cap="flat">
                <a:noFill/>
                <a:prstDash val="solid"/>
                <a:miter/>
              </a:ln>
            </p:spPr>
            <p:txBody>
              <a:bodyPr rtlCol="0" anchor="ctr"/>
              <a:lstStyle/>
              <a:p>
                <a:endParaRPr lang="en-US"/>
              </a:p>
            </p:txBody>
          </p:sp>
          <p:sp>
            <p:nvSpPr>
              <p:cNvPr id="4612" name="Freeform 4611">
                <a:extLst>
                  <a:ext uri="{FF2B5EF4-FFF2-40B4-BE49-F238E27FC236}">
                    <a16:creationId xmlns:a16="http://schemas.microsoft.com/office/drawing/2014/main" id="{9CE42371-17A1-DFFA-C218-4F0D44353F6F}"/>
                  </a:ext>
                </a:extLst>
              </p:cNvPr>
              <p:cNvSpPr/>
              <p:nvPr/>
            </p:nvSpPr>
            <p:spPr>
              <a:xfrm>
                <a:off x="7203070" y="3611876"/>
                <a:ext cx="6943" cy="8364"/>
              </a:xfrm>
              <a:custGeom>
                <a:avLst/>
                <a:gdLst>
                  <a:gd name="connsiteX0" fmla="*/ 0 w 6943"/>
                  <a:gd name="connsiteY0" fmla="*/ 8364 h 8364"/>
                  <a:gd name="connsiteX1" fmla="*/ 0 w 6943"/>
                  <a:gd name="connsiteY1" fmla="*/ 0 h 8364"/>
                  <a:gd name="connsiteX2" fmla="*/ 6944 w 6943"/>
                  <a:gd name="connsiteY2" fmla="*/ 0 h 8364"/>
                  <a:gd name="connsiteX3" fmla="*/ 6944 w 6943"/>
                  <a:gd name="connsiteY3" fmla="*/ 8364 h 8364"/>
                  <a:gd name="connsiteX4" fmla="*/ 0 w 6943"/>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3" h="8364">
                    <a:moveTo>
                      <a:pt x="0" y="8364"/>
                    </a:moveTo>
                    <a:lnTo>
                      <a:pt x="0" y="0"/>
                    </a:lnTo>
                    <a:lnTo>
                      <a:pt x="6944" y="0"/>
                    </a:lnTo>
                    <a:lnTo>
                      <a:pt x="6944" y="8364"/>
                    </a:lnTo>
                    <a:lnTo>
                      <a:pt x="0" y="8364"/>
                    </a:lnTo>
                    <a:close/>
                  </a:path>
                </a:pathLst>
              </a:custGeom>
              <a:solidFill>
                <a:srgbClr val="262626"/>
              </a:solidFill>
              <a:ln w="9506" cap="flat">
                <a:noFill/>
                <a:prstDash val="solid"/>
                <a:miter/>
              </a:ln>
            </p:spPr>
            <p:txBody>
              <a:bodyPr rtlCol="0" anchor="ctr"/>
              <a:lstStyle/>
              <a:p>
                <a:endParaRPr lang="en-US"/>
              </a:p>
            </p:txBody>
          </p:sp>
          <p:sp>
            <p:nvSpPr>
              <p:cNvPr id="4613" name="Freeform 4612">
                <a:extLst>
                  <a:ext uri="{FF2B5EF4-FFF2-40B4-BE49-F238E27FC236}">
                    <a16:creationId xmlns:a16="http://schemas.microsoft.com/office/drawing/2014/main" id="{0E23B79F-8293-62CD-8967-375F6D6918C2}"/>
                  </a:ext>
                </a:extLst>
              </p:cNvPr>
              <p:cNvSpPr/>
              <p:nvPr/>
            </p:nvSpPr>
            <p:spPr>
              <a:xfrm>
                <a:off x="7223237" y="3553896"/>
                <a:ext cx="46040" cy="66345"/>
              </a:xfrm>
              <a:custGeom>
                <a:avLst/>
                <a:gdLst>
                  <a:gd name="connsiteX0" fmla="*/ 30630 w 46040"/>
                  <a:gd name="connsiteY0" fmla="*/ 49806 h 66345"/>
                  <a:gd name="connsiteX1" fmla="*/ 0 w 46040"/>
                  <a:gd name="connsiteY1" fmla="*/ 49806 h 66345"/>
                  <a:gd name="connsiteX2" fmla="*/ 0 w 46040"/>
                  <a:gd name="connsiteY2" fmla="*/ 44579 h 66345"/>
                  <a:gd name="connsiteX3" fmla="*/ 31201 w 46040"/>
                  <a:gd name="connsiteY3" fmla="*/ 0 h 66345"/>
                  <a:gd name="connsiteX4" fmla="*/ 36718 w 46040"/>
                  <a:gd name="connsiteY4" fmla="*/ 0 h 66345"/>
                  <a:gd name="connsiteX5" fmla="*/ 36718 w 46040"/>
                  <a:gd name="connsiteY5" fmla="*/ 44674 h 66345"/>
                  <a:gd name="connsiteX6" fmla="*/ 46041 w 46040"/>
                  <a:gd name="connsiteY6" fmla="*/ 44674 h 66345"/>
                  <a:gd name="connsiteX7" fmla="*/ 46041 w 46040"/>
                  <a:gd name="connsiteY7" fmla="*/ 49806 h 66345"/>
                  <a:gd name="connsiteX8" fmla="*/ 36718 w 46040"/>
                  <a:gd name="connsiteY8" fmla="*/ 49806 h 66345"/>
                  <a:gd name="connsiteX9" fmla="*/ 36718 w 46040"/>
                  <a:gd name="connsiteY9" fmla="*/ 66345 h 66345"/>
                  <a:gd name="connsiteX10" fmla="*/ 30630 w 46040"/>
                  <a:gd name="connsiteY10" fmla="*/ 66345 h 66345"/>
                  <a:gd name="connsiteX11" fmla="*/ 30630 w 46040"/>
                  <a:gd name="connsiteY11" fmla="*/ 49806 h 66345"/>
                  <a:gd name="connsiteX12" fmla="*/ 5993 w 46040"/>
                  <a:gd name="connsiteY12" fmla="*/ 44674 h 66345"/>
                  <a:gd name="connsiteX13" fmla="*/ 30630 w 46040"/>
                  <a:gd name="connsiteY13" fmla="*/ 44674 h 66345"/>
                  <a:gd name="connsiteX14" fmla="*/ 30630 w 46040"/>
                  <a:gd name="connsiteY14" fmla="*/ 9125 h 66345"/>
                  <a:gd name="connsiteX15" fmla="*/ 5993 w 46040"/>
                  <a:gd name="connsiteY15" fmla="*/ 44674 h 66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040" h="66345">
                    <a:moveTo>
                      <a:pt x="30630" y="49806"/>
                    </a:moveTo>
                    <a:lnTo>
                      <a:pt x="0" y="49806"/>
                    </a:lnTo>
                    <a:lnTo>
                      <a:pt x="0" y="44579"/>
                    </a:lnTo>
                    <a:lnTo>
                      <a:pt x="31201" y="0"/>
                    </a:lnTo>
                    <a:lnTo>
                      <a:pt x="36718" y="0"/>
                    </a:lnTo>
                    <a:lnTo>
                      <a:pt x="36718" y="44674"/>
                    </a:lnTo>
                    <a:lnTo>
                      <a:pt x="46041" y="44674"/>
                    </a:lnTo>
                    <a:lnTo>
                      <a:pt x="46041" y="49806"/>
                    </a:lnTo>
                    <a:lnTo>
                      <a:pt x="36718" y="49806"/>
                    </a:lnTo>
                    <a:lnTo>
                      <a:pt x="36718" y="66345"/>
                    </a:lnTo>
                    <a:lnTo>
                      <a:pt x="30630" y="66345"/>
                    </a:lnTo>
                    <a:lnTo>
                      <a:pt x="30630" y="49806"/>
                    </a:lnTo>
                    <a:close/>
                    <a:moveTo>
                      <a:pt x="5993" y="44674"/>
                    </a:moveTo>
                    <a:lnTo>
                      <a:pt x="30630" y="44674"/>
                    </a:lnTo>
                    <a:lnTo>
                      <a:pt x="30630" y="9125"/>
                    </a:lnTo>
                    <a:lnTo>
                      <a:pt x="5993" y="44674"/>
                    </a:lnTo>
                    <a:close/>
                  </a:path>
                </a:pathLst>
              </a:custGeom>
              <a:solidFill>
                <a:srgbClr val="262626"/>
              </a:solidFill>
              <a:ln w="9506" cap="flat">
                <a:noFill/>
                <a:prstDash val="solid"/>
                <a:miter/>
              </a:ln>
            </p:spPr>
            <p:txBody>
              <a:bodyPr rtlCol="0" anchor="ctr"/>
              <a:lstStyle/>
              <a:p>
                <a:endParaRPr lang="en-US"/>
              </a:p>
            </p:txBody>
          </p:sp>
        </p:grpSp>
        <p:grpSp>
          <p:nvGrpSpPr>
            <p:cNvPr id="3493" name="Graphic 5">
              <a:extLst>
                <a:ext uri="{FF2B5EF4-FFF2-40B4-BE49-F238E27FC236}">
                  <a16:creationId xmlns:a16="http://schemas.microsoft.com/office/drawing/2014/main" id="{362F8CEB-2741-B22E-157B-3A9ED35E4542}"/>
                </a:ext>
              </a:extLst>
            </p:cNvPr>
            <p:cNvGrpSpPr/>
            <p:nvPr/>
          </p:nvGrpSpPr>
          <p:grpSpPr>
            <a:xfrm>
              <a:off x="8046250" y="4808226"/>
              <a:ext cx="1487728" cy="221839"/>
              <a:chOff x="7617817" y="4834604"/>
              <a:chExt cx="594724" cy="88681"/>
            </a:xfrm>
            <a:solidFill>
              <a:srgbClr val="000000"/>
            </a:solidFill>
          </p:grpSpPr>
          <p:sp>
            <p:nvSpPr>
              <p:cNvPr id="3494" name="Freeform 3493">
                <a:extLst>
                  <a:ext uri="{FF2B5EF4-FFF2-40B4-BE49-F238E27FC236}">
                    <a16:creationId xmlns:a16="http://schemas.microsoft.com/office/drawing/2014/main" id="{7F3DB8D4-EA46-32B2-DD38-086264C550D2}"/>
                  </a:ext>
                </a:extLst>
              </p:cNvPr>
              <p:cNvSpPr/>
              <p:nvPr/>
            </p:nvSpPr>
            <p:spPr>
              <a:xfrm>
                <a:off x="7617817" y="4836600"/>
                <a:ext cx="43186" cy="68436"/>
              </a:xfrm>
              <a:custGeom>
                <a:avLst/>
                <a:gdLst>
                  <a:gd name="connsiteX0" fmla="*/ 0 w 43186"/>
                  <a:gd name="connsiteY0" fmla="*/ 68436 h 68436"/>
                  <a:gd name="connsiteX1" fmla="*/ 0 w 43186"/>
                  <a:gd name="connsiteY1" fmla="*/ 0 h 68436"/>
                  <a:gd name="connsiteX2" fmla="*/ 6468 w 43186"/>
                  <a:gd name="connsiteY2" fmla="*/ 0 h 68436"/>
                  <a:gd name="connsiteX3" fmla="*/ 6468 w 43186"/>
                  <a:gd name="connsiteY3" fmla="*/ 62923 h 68436"/>
                  <a:gd name="connsiteX4" fmla="*/ 43187 w 43186"/>
                  <a:gd name="connsiteY4" fmla="*/ 62923 h 68436"/>
                  <a:gd name="connsiteX5" fmla="*/ 43187 w 43186"/>
                  <a:gd name="connsiteY5" fmla="*/ 68436 h 68436"/>
                  <a:gd name="connsiteX6" fmla="*/ 0 w 43186"/>
                  <a:gd name="connsiteY6" fmla="*/ 68436 h 68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186" h="68436">
                    <a:moveTo>
                      <a:pt x="0" y="68436"/>
                    </a:moveTo>
                    <a:lnTo>
                      <a:pt x="0" y="0"/>
                    </a:lnTo>
                    <a:lnTo>
                      <a:pt x="6468" y="0"/>
                    </a:lnTo>
                    <a:lnTo>
                      <a:pt x="6468" y="62923"/>
                    </a:lnTo>
                    <a:lnTo>
                      <a:pt x="43187" y="62923"/>
                    </a:lnTo>
                    <a:lnTo>
                      <a:pt x="43187" y="68436"/>
                    </a:lnTo>
                    <a:lnTo>
                      <a:pt x="0" y="68436"/>
                    </a:lnTo>
                    <a:close/>
                  </a:path>
                </a:pathLst>
              </a:custGeom>
              <a:solidFill>
                <a:srgbClr val="000000"/>
              </a:solidFill>
              <a:ln w="9506" cap="flat">
                <a:noFill/>
                <a:prstDash val="solid"/>
                <a:miter/>
              </a:ln>
            </p:spPr>
            <p:txBody>
              <a:bodyPr rtlCol="0" anchor="ctr"/>
              <a:lstStyle/>
              <a:p>
                <a:endParaRPr lang="en-US"/>
              </a:p>
            </p:txBody>
          </p:sp>
          <p:sp>
            <p:nvSpPr>
              <p:cNvPr id="3495" name="Freeform 3494">
                <a:extLst>
                  <a:ext uri="{FF2B5EF4-FFF2-40B4-BE49-F238E27FC236}">
                    <a16:creationId xmlns:a16="http://schemas.microsoft.com/office/drawing/2014/main" id="{3A566279-0497-2D6A-1D97-E183B8BB46A0}"/>
                  </a:ext>
                </a:extLst>
              </p:cNvPr>
              <p:cNvSpPr/>
              <p:nvPr/>
            </p:nvSpPr>
            <p:spPr>
              <a:xfrm>
                <a:off x="7664524" y="4836600"/>
                <a:ext cx="49845" cy="68436"/>
              </a:xfrm>
              <a:custGeom>
                <a:avLst/>
                <a:gdLst>
                  <a:gd name="connsiteX0" fmla="*/ 0 w 49845"/>
                  <a:gd name="connsiteY0" fmla="*/ 0 h 68436"/>
                  <a:gd name="connsiteX1" fmla="*/ 49846 w 49845"/>
                  <a:gd name="connsiteY1" fmla="*/ 0 h 68436"/>
                  <a:gd name="connsiteX2" fmla="*/ 49846 w 49845"/>
                  <a:gd name="connsiteY2" fmla="*/ 5513 h 68436"/>
                  <a:gd name="connsiteX3" fmla="*/ 28157 w 49845"/>
                  <a:gd name="connsiteY3" fmla="*/ 5513 h 68436"/>
                  <a:gd name="connsiteX4" fmla="*/ 28157 w 49845"/>
                  <a:gd name="connsiteY4" fmla="*/ 68436 h 68436"/>
                  <a:gd name="connsiteX5" fmla="*/ 21689 w 49845"/>
                  <a:gd name="connsiteY5" fmla="*/ 68436 h 68436"/>
                  <a:gd name="connsiteX6" fmla="*/ 21689 w 49845"/>
                  <a:gd name="connsiteY6" fmla="*/ 5513 h 68436"/>
                  <a:gd name="connsiteX7" fmla="*/ 0 w 49845"/>
                  <a:gd name="connsiteY7" fmla="*/ 5513 h 68436"/>
                  <a:gd name="connsiteX8" fmla="*/ 0 w 49845"/>
                  <a:gd name="connsiteY8" fmla="*/ 0 h 68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9845" h="68436">
                    <a:moveTo>
                      <a:pt x="0" y="0"/>
                    </a:moveTo>
                    <a:lnTo>
                      <a:pt x="49846" y="0"/>
                    </a:lnTo>
                    <a:lnTo>
                      <a:pt x="49846" y="5513"/>
                    </a:lnTo>
                    <a:lnTo>
                      <a:pt x="28157" y="5513"/>
                    </a:lnTo>
                    <a:lnTo>
                      <a:pt x="28157" y="68436"/>
                    </a:lnTo>
                    <a:lnTo>
                      <a:pt x="21689" y="68436"/>
                    </a:lnTo>
                    <a:lnTo>
                      <a:pt x="21689" y="5513"/>
                    </a:lnTo>
                    <a:lnTo>
                      <a:pt x="0" y="5513"/>
                    </a:lnTo>
                    <a:lnTo>
                      <a:pt x="0" y="0"/>
                    </a:lnTo>
                    <a:close/>
                  </a:path>
                </a:pathLst>
              </a:custGeom>
              <a:solidFill>
                <a:srgbClr val="000000"/>
              </a:solidFill>
              <a:ln w="9506" cap="flat">
                <a:noFill/>
                <a:prstDash val="solid"/>
                <a:miter/>
              </a:ln>
            </p:spPr>
            <p:txBody>
              <a:bodyPr rtlCol="0" anchor="ctr"/>
              <a:lstStyle/>
              <a:p>
                <a:endParaRPr lang="en-US"/>
              </a:p>
            </p:txBody>
          </p:sp>
          <p:sp>
            <p:nvSpPr>
              <p:cNvPr id="3497" name="Freeform 3496">
                <a:extLst>
                  <a:ext uri="{FF2B5EF4-FFF2-40B4-BE49-F238E27FC236}">
                    <a16:creationId xmlns:a16="http://schemas.microsoft.com/office/drawing/2014/main" id="{035104DB-7FA4-DDEE-43EF-D21124F6F398}"/>
                  </a:ext>
                </a:extLst>
              </p:cNvPr>
              <p:cNvSpPr/>
              <p:nvPr/>
            </p:nvSpPr>
            <p:spPr>
              <a:xfrm>
                <a:off x="7727663" y="4836600"/>
                <a:ext cx="64399" cy="68436"/>
              </a:xfrm>
              <a:custGeom>
                <a:avLst/>
                <a:gdLst>
                  <a:gd name="connsiteX0" fmla="*/ 0 w 64399"/>
                  <a:gd name="connsiteY0" fmla="*/ 68436 h 68436"/>
                  <a:gd name="connsiteX1" fmla="*/ 0 w 64399"/>
                  <a:gd name="connsiteY1" fmla="*/ 0 h 68436"/>
                  <a:gd name="connsiteX2" fmla="*/ 9893 w 64399"/>
                  <a:gd name="connsiteY2" fmla="*/ 0 h 68436"/>
                  <a:gd name="connsiteX3" fmla="*/ 32343 w 64399"/>
                  <a:gd name="connsiteY3" fmla="*/ 60357 h 68436"/>
                  <a:gd name="connsiteX4" fmla="*/ 32533 w 64399"/>
                  <a:gd name="connsiteY4" fmla="*/ 60357 h 68436"/>
                  <a:gd name="connsiteX5" fmla="*/ 54602 w 64399"/>
                  <a:gd name="connsiteY5" fmla="*/ 0 h 68436"/>
                  <a:gd name="connsiteX6" fmla="*/ 64400 w 64399"/>
                  <a:gd name="connsiteY6" fmla="*/ 0 h 68436"/>
                  <a:gd name="connsiteX7" fmla="*/ 64400 w 64399"/>
                  <a:gd name="connsiteY7" fmla="*/ 68436 h 68436"/>
                  <a:gd name="connsiteX8" fmla="*/ 57931 w 64399"/>
                  <a:gd name="connsiteY8" fmla="*/ 68436 h 68436"/>
                  <a:gd name="connsiteX9" fmla="*/ 57931 w 64399"/>
                  <a:gd name="connsiteY9" fmla="*/ 7414 h 68436"/>
                  <a:gd name="connsiteX10" fmla="*/ 57741 w 64399"/>
                  <a:gd name="connsiteY10" fmla="*/ 7414 h 68436"/>
                  <a:gd name="connsiteX11" fmla="*/ 35291 w 64399"/>
                  <a:gd name="connsiteY11" fmla="*/ 68436 h 68436"/>
                  <a:gd name="connsiteX12" fmla="*/ 29204 w 64399"/>
                  <a:gd name="connsiteY12" fmla="*/ 68436 h 68436"/>
                  <a:gd name="connsiteX13" fmla="*/ 6659 w 64399"/>
                  <a:gd name="connsiteY13" fmla="*/ 7414 h 68436"/>
                  <a:gd name="connsiteX14" fmla="*/ 6468 w 64399"/>
                  <a:gd name="connsiteY14" fmla="*/ 7414 h 68436"/>
                  <a:gd name="connsiteX15" fmla="*/ 6468 w 64399"/>
                  <a:gd name="connsiteY15" fmla="*/ 68436 h 68436"/>
                  <a:gd name="connsiteX16" fmla="*/ 0 w 64399"/>
                  <a:gd name="connsiteY16" fmla="*/ 68436 h 68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4399" h="68436">
                    <a:moveTo>
                      <a:pt x="0" y="68436"/>
                    </a:moveTo>
                    <a:lnTo>
                      <a:pt x="0" y="0"/>
                    </a:lnTo>
                    <a:lnTo>
                      <a:pt x="9893" y="0"/>
                    </a:lnTo>
                    <a:lnTo>
                      <a:pt x="32343" y="60357"/>
                    </a:lnTo>
                    <a:lnTo>
                      <a:pt x="32533" y="60357"/>
                    </a:lnTo>
                    <a:lnTo>
                      <a:pt x="54602" y="0"/>
                    </a:lnTo>
                    <a:lnTo>
                      <a:pt x="64400" y="0"/>
                    </a:lnTo>
                    <a:lnTo>
                      <a:pt x="64400" y="68436"/>
                    </a:lnTo>
                    <a:lnTo>
                      <a:pt x="57931" y="68436"/>
                    </a:lnTo>
                    <a:lnTo>
                      <a:pt x="57931" y="7414"/>
                    </a:lnTo>
                    <a:lnTo>
                      <a:pt x="57741" y="7414"/>
                    </a:lnTo>
                    <a:lnTo>
                      <a:pt x="35291" y="68436"/>
                    </a:lnTo>
                    <a:lnTo>
                      <a:pt x="29204" y="68436"/>
                    </a:lnTo>
                    <a:lnTo>
                      <a:pt x="6659" y="7414"/>
                    </a:lnTo>
                    <a:lnTo>
                      <a:pt x="6468" y="7414"/>
                    </a:lnTo>
                    <a:lnTo>
                      <a:pt x="6468" y="68436"/>
                    </a:lnTo>
                    <a:lnTo>
                      <a:pt x="0" y="68436"/>
                    </a:lnTo>
                    <a:close/>
                  </a:path>
                </a:pathLst>
              </a:custGeom>
              <a:solidFill>
                <a:srgbClr val="000000"/>
              </a:solidFill>
              <a:ln w="9506" cap="flat">
                <a:noFill/>
                <a:prstDash val="solid"/>
                <a:miter/>
              </a:ln>
            </p:spPr>
            <p:txBody>
              <a:bodyPr rtlCol="0" anchor="ctr"/>
              <a:lstStyle/>
              <a:p>
                <a:endParaRPr lang="en-US"/>
              </a:p>
            </p:txBody>
          </p:sp>
          <p:sp>
            <p:nvSpPr>
              <p:cNvPr id="3498" name="Freeform 3497">
                <a:extLst>
                  <a:ext uri="{FF2B5EF4-FFF2-40B4-BE49-F238E27FC236}">
                    <a16:creationId xmlns:a16="http://schemas.microsoft.com/office/drawing/2014/main" id="{949A30CB-494E-3F0E-EE65-E98D4854A816}"/>
                  </a:ext>
                </a:extLst>
              </p:cNvPr>
              <p:cNvSpPr/>
              <p:nvPr/>
            </p:nvSpPr>
            <p:spPr>
              <a:xfrm>
                <a:off x="7825761" y="4834604"/>
                <a:ext cx="49750" cy="72238"/>
              </a:xfrm>
              <a:custGeom>
                <a:avLst/>
                <a:gdLst>
                  <a:gd name="connsiteX0" fmla="*/ 6183 w 49750"/>
                  <a:gd name="connsiteY0" fmla="*/ 49997 h 72238"/>
                  <a:gd name="connsiteX1" fmla="*/ 8276 w 49750"/>
                  <a:gd name="connsiteY1" fmla="*/ 57696 h 72238"/>
                  <a:gd name="connsiteX2" fmla="*/ 12557 w 49750"/>
                  <a:gd name="connsiteY2" fmla="*/ 62828 h 72238"/>
                  <a:gd name="connsiteX3" fmla="*/ 18550 w 49750"/>
                  <a:gd name="connsiteY3" fmla="*/ 65775 h 72238"/>
                  <a:gd name="connsiteX4" fmla="*/ 25874 w 49750"/>
                  <a:gd name="connsiteY4" fmla="*/ 66630 h 72238"/>
                  <a:gd name="connsiteX5" fmla="*/ 33770 w 49750"/>
                  <a:gd name="connsiteY5" fmla="*/ 65490 h 72238"/>
                  <a:gd name="connsiteX6" fmla="*/ 39192 w 49750"/>
                  <a:gd name="connsiteY6" fmla="*/ 62353 h 72238"/>
                  <a:gd name="connsiteX7" fmla="*/ 42236 w 49750"/>
                  <a:gd name="connsiteY7" fmla="*/ 57790 h 72238"/>
                  <a:gd name="connsiteX8" fmla="*/ 43282 w 49750"/>
                  <a:gd name="connsiteY8" fmla="*/ 52373 h 72238"/>
                  <a:gd name="connsiteX9" fmla="*/ 41475 w 49750"/>
                  <a:gd name="connsiteY9" fmla="*/ 45909 h 72238"/>
                  <a:gd name="connsiteX10" fmla="*/ 36719 w 49750"/>
                  <a:gd name="connsiteY10" fmla="*/ 41917 h 72238"/>
                  <a:gd name="connsiteX11" fmla="*/ 30060 w 49750"/>
                  <a:gd name="connsiteY11" fmla="*/ 39351 h 72238"/>
                  <a:gd name="connsiteX12" fmla="*/ 22355 w 49750"/>
                  <a:gd name="connsiteY12" fmla="*/ 37545 h 72238"/>
                  <a:gd name="connsiteX13" fmla="*/ 14649 w 49750"/>
                  <a:gd name="connsiteY13" fmla="*/ 35359 h 72238"/>
                  <a:gd name="connsiteX14" fmla="*/ 7991 w 49750"/>
                  <a:gd name="connsiteY14" fmla="*/ 32032 h 72238"/>
                  <a:gd name="connsiteX15" fmla="*/ 3329 w 49750"/>
                  <a:gd name="connsiteY15" fmla="*/ 26709 h 72238"/>
                  <a:gd name="connsiteX16" fmla="*/ 1522 w 49750"/>
                  <a:gd name="connsiteY16" fmla="*/ 18345 h 72238"/>
                  <a:gd name="connsiteX17" fmla="*/ 3044 w 49750"/>
                  <a:gd name="connsiteY17" fmla="*/ 11501 h 72238"/>
                  <a:gd name="connsiteX18" fmla="*/ 7420 w 49750"/>
                  <a:gd name="connsiteY18" fmla="*/ 5608 h 72238"/>
                  <a:gd name="connsiteX19" fmla="*/ 14745 w 49750"/>
                  <a:gd name="connsiteY19" fmla="*/ 1521 h 72238"/>
                  <a:gd name="connsiteX20" fmla="*/ 24828 w 49750"/>
                  <a:gd name="connsiteY20" fmla="*/ 0 h 72238"/>
                  <a:gd name="connsiteX21" fmla="*/ 34911 w 49750"/>
                  <a:gd name="connsiteY21" fmla="*/ 1616 h 72238"/>
                  <a:gd name="connsiteX22" fmla="*/ 42046 w 49750"/>
                  <a:gd name="connsiteY22" fmla="*/ 6083 h 72238"/>
                  <a:gd name="connsiteX23" fmla="*/ 46326 w 49750"/>
                  <a:gd name="connsiteY23" fmla="*/ 12642 h 72238"/>
                  <a:gd name="connsiteX24" fmla="*/ 47753 w 49750"/>
                  <a:gd name="connsiteY24" fmla="*/ 20531 h 72238"/>
                  <a:gd name="connsiteX25" fmla="*/ 41570 w 49750"/>
                  <a:gd name="connsiteY25" fmla="*/ 20531 h 72238"/>
                  <a:gd name="connsiteX26" fmla="*/ 40238 w 49750"/>
                  <a:gd name="connsiteY26" fmla="*/ 13782 h 72238"/>
                  <a:gd name="connsiteX27" fmla="*/ 36433 w 49750"/>
                  <a:gd name="connsiteY27" fmla="*/ 9125 h 72238"/>
                  <a:gd name="connsiteX28" fmla="*/ 31011 w 49750"/>
                  <a:gd name="connsiteY28" fmla="*/ 6463 h 72238"/>
                  <a:gd name="connsiteX29" fmla="*/ 24733 w 49750"/>
                  <a:gd name="connsiteY29" fmla="*/ 5608 h 72238"/>
                  <a:gd name="connsiteX30" fmla="*/ 16362 w 49750"/>
                  <a:gd name="connsiteY30" fmla="*/ 7034 h 72238"/>
                  <a:gd name="connsiteX31" fmla="*/ 10939 w 49750"/>
                  <a:gd name="connsiteY31" fmla="*/ 10646 h 72238"/>
                  <a:gd name="connsiteX32" fmla="*/ 8181 w 49750"/>
                  <a:gd name="connsiteY32" fmla="*/ 15493 h 72238"/>
                  <a:gd name="connsiteX33" fmla="*/ 7896 w 49750"/>
                  <a:gd name="connsiteY33" fmla="*/ 20816 h 72238"/>
                  <a:gd name="connsiteX34" fmla="*/ 10559 w 49750"/>
                  <a:gd name="connsiteY34" fmla="*/ 26139 h 72238"/>
                  <a:gd name="connsiteX35" fmla="*/ 15696 w 49750"/>
                  <a:gd name="connsiteY35" fmla="*/ 29466 h 72238"/>
                  <a:gd name="connsiteX36" fmla="*/ 22450 w 49750"/>
                  <a:gd name="connsiteY36" fmla="*/ 31557 h 72238"/>
                  <a:gd name="connsiteX37" fmla="*/ 29870 w 49750"/>
                  <a:gd name="connsiteY37" fmla="*/ 33268 h 72238"/>
                  <a:gd name="connsiteX38" fmla="*/ 37289 w 49750"/>
                  <a:gd name="connsiteY38" fmla="*/ 35454 h 72238"/>
                  <a:gd name="connsiteX39" fmla="*/ 43663 w 49750"/>
                  <a:gd name="connsiteY39" fmla="*/ 38780 h 72238"/>
                  <a:gd name="connsiteX40" fmla="*/ 48133 w 49750"/>
                  <a:gd name="connsiteY40" fmla="*/ 44103 h 72238"/>
                  <a:gd name="connsiteX41" fmla="*/ 49751 w 49750"/>
                  <a:gd name="connsiteY41" fmla="*/ 52278 h 72238"/>
                  <a:gd name="connsiteX42" fmla="*/ 43187 w 49750"/>
                  <a:gd name="connsiteY42" fmla="*/ 67010 h 72238"/>
                  <a:gd name="connsiteX43" fmla="*/ 24733 w 49750"/>
                  <a:gd name="connsiteY43" fmla="*/ 72238 h 72238"/>
                  <a:gd name="connsiteX44" fmla="*/ 14840 w 49750"/>
                  <a:gd name="connsiteY44" fmla="*/ 70812 h 72238"/>
                  <a:gd name="connsiteX45" fmla="*/ 6944 w 49750"/>
                  <a:gd name="connsiteY45" fmla="*/ 66630 h 72238"/>
                  <a:gd name="connsiteX46" fmla="*/ 1807 w 49750"/>
                  <a:gd name="connsiteY46" fmla="*/ 59692 h 72238"/>
                  <a:gd name="connsiteX47" fmla="*/ 0 w 49750"/>
                  <a:gd name="connsiteY47" fmla="*/ 49997 h 72238"/>
                  <a:gd name="connsiteX48" fmla="*/ 6278 w 49750"/>
                  <a:gd name="connsiteY48" fmla="*/ 49997 h 722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49750" h="72238">
                    <a:moveTo>
                      <a:pt x="6183" y="49997"/>
                    </a:moveTo>
                    <a:cubicBezTo>
                      <a:pt x="6468" y="53038"/>
                      <a:pt x="7134" y="55604"/>
                      <a:pt x="8276" y="57696"/>
                    </a:cubicBezTo>
                    <a:cubicBezTo>
                      <a:pt x="9417" y="59787"/>
                      <a:pt x="10844" y="61498"/>
                      <a:pt x="12557" y="62828"/>
                    </a:cubicBezTo>
                    <a:cubicBezTo>
                      <a:pt x="14269" y="64159"/>
                      <a:pt x="16266" y="65110"/>
                      <a:pt x="18550" y="65775"/>
                    </a:cubicBezTo>
                    <a:cubicBezTo>
                      <a:pt x="20833" y="66440"/>
                      <a:pt x="23306" y="66630"/>
                      <a:pt x="25874" y="66630"/>
                    </a:cubicBezTo>
                    <a:cubicBezTo>
                      <a:pt x="28918" y="66630"/>
                      <a:pt x="31582" y="66250"/>
                      <a:pt x="33770" y="65490"/>
                    </a:cubicBezTo>
                    <a:cubicBezTo>
                      <a:pt x="35957" y="64729"/>
                      <a:pt x="37765" y="63684"/>
                      <a:pt x="39192" y="62353"/>
                    </a:cubicBezTo>
                    <a:cubicBezTo>
                      <a:pt x="40618" y="61022"/>
                      <a:pt x="41570" y="59596"/>
                      <a:pt x="42236" y="57790"/>
                    </a:cubicBezTo>
                    <a:cubicBezTo>
                      <a:pt x="42902" y="56080"/>
                      <a:pt x="43282" y="54274"/>
                      <a:pt x="43282" y="52373"/>
                    </a:cubicBezTo>
                    <a:cubicBezTo>
                      <a:pt x="43282" y="49711"/>
                      <a:pt x="42711" y="47525"/>
                      <a:pt x="41475" y="45909"/>
                    </a:cubicBezTo>
                    <a:cubicBezTo>
                      <a:pt x="40238" y="44293"/>
                      <a:pt x="38716" y="42963"/>
                      <a:pt x="36719" y="41917"/>
                    </a:cubicBezTo>
                    <a:cubicBezTo>
                      <a:pt x="34816" y="40872"/>
                      <a:pt x="32533" y="40016"/>
                      <a:pt x="30060" y="39351"/>
                    </a:cubicBezTo>
                    <a:cubicBezTo>
                      <a:pt x="27586" y="38686"/>
                      <a:pt x="25018" y="38115"/>
                      <a:pt x="22355" y="37545"/>
                    </a:cubicBezTo>
                    <a:cubicBezTo>
                      <a:pt x="19691" y="36974"/>
                      <a:pt x="17123" y="36214"/>
                      <a:pt x="14649" y="35359"/>
                    </a:cubicBezTo>
                    <a:cubicBezTo>
                      <a:pt x="12176" y="34503"/>
                      <a:pt x="9893" y="33458"/>
                      <a:pt x="7991" y="32032"/>
                    </a:cubicBezTo>
                    <a:cubicBezTo>
                      <a:pt x="6088" y="30606"/>
                      <a:pt x="4471" y="28895"/>
                      <a:pt x="3329" y="26709"/>
                    </a:cubicBezTo>
                    <a:cubicBezTo>
                      <a:pt x="2093" y="24523"/>
                      <a:pt x="1522" y="21767"/>
                      <a:pt x="1522" y="18345"/>
                    </a:cubicBezTo>
                    <a:cubicBezTo>
                      <a:pt x="1522" y="15968"/>
                      <a:pt x="1998" y="13687"/>
                      <a:pt x="3044" y="11501"/>
                    </a:cubicBezTo>
                    <a:cubicBezTo>
                      <a:pt x="3995" y="9315"/>
                      <a:pt x="5517" y="7319"/>
                      <a:pt x="7420" y="5608"/>
                    </a:cubicBezTo>
                    <a:cubicBezTo>
                      <a:pt x="9322" y="3897"/>
                      <a:pt x="11795" y="2566"/>
                      <a:pt x="14745" y="1521"/>
                    </a:cubicBezTo>
                    <a:cubicBezTo>
                      <a:pt x="17693" y="475"/>
                      <a:pt x="21023" y="0"/>
                      <a:pt x="24828" y="0"/>
                    </a:cubicBezTo>
                    <a:cubicBezTo>
                      <a:pt x="28633" y="0"/>
                      <a:pt x="32057" y="570"/>
                      <a:pt x="34911" y="1616"/>
                    </a:cubicBezTo>
                    <a:cubicBezTo>
                      <a:pt x="37765" y="2661"/>
                      <a:pt x="40143" y="4182"/>
                      <a:pt x="42046" y="6083"/>
                    </a:cubicBezTo>
                    <a:cubicBezTo>
                      <a:pt x="43948" y="7984"/>
                      <a:pt x="45375" y="10075"/>
                      <a:pt x="46326" y="12642"/>
                    </a:cubicBezTo>
                    <a:cubicBezTo>
                      <a:pt x="47277" y="15113"/>
                      <a:pt x="47753" y="17774"/>
                      <a:pt x="47753" y="20531"/>
                    </a:cubicBezTo>
                    <a:lnTo>
                      <a:pt x="41570" y="20531"/>
                    </a:lnTo>
                    <a:cubicBezTo>
                      <a:pt x="41570" y="17964"/>
                      <a:pt x="41094" y="15683"/>
                      <a:pt x="40238" y="13782"/>
                    </a:cubicBezTo>
                    <a:cubicBezTo>
                      <a:pt x="39287" y="11881"/>
                      <a:pt x="38050" y="10360"/>
                      <a:pt x="36433" y="9125"/>
                    </a:cubicBezTo>
                    <a:cubicBezTo>
                      <a:pt x="34816" y="7889"/>
                      <a:pt x="33009" y="7034"/>
                      <a:pt x="31011" y="6463"/>
                    </a:cubicBezTo>
                    <a:cubicBezTo>
                      <a:pt x="29013" y="5893"/>
                      <a:pt x="26921" y="5608"/>
                      <a:pt x="24733" y="5608"/>
                    </a:cubicBezTo>
                    <a:cubicBezTo>
                      <a:pt x="21403" y="5608"/>
                      <a:pt x="18645" y="6083"/>
                      <a:pt x="16362" y="7034"/>
                    </a:cubicBezTo>
                    <a:cubicBezTo>
                      <a:pt x="14079" y="7984"/>
                      <a:pt x="12271" y="9125"/>
                      <a:pt x="10939" y="10646"/>
                    </a:cubicBezTo>
                    <a:cubicBezTo>
                      <a:pt x="9608" y="12166"/>
                      <a:pt x="8656" y="13687"/>
                      <a:pt x="8181" y="15493"/>
                    </a:cubicBezTo>
                    <a:cubicBezTo>
                      <a:pt x="7705" y="17299"/>
                      <a:pt x="7610" y="19010"/>
                      <a:pt x="7896" y="20816"/>
                    </a:cubicBezTo>
                    <a:cubicBezTo>
                      <a:pt x="8276" y="23002"/>
                      <a:pt x="9132" y="24808"/>
                      <a:pt x="10559" y="26139"/>
                    </a:cubicBezTo>
                    <a:cubicBezTo>
                      <a:pt x="11986" y="27469"/>
                      <a:pt x="13698" y="28610"/>
                      <a:pt x="15696" y="29466"/>
                    </a:cubicBezTo>
                    <a:cubicBezTo>
                      <a:pt x="17693" y="30321"/>
                      <a:pt x="19976" y="30986"/>
                      <a:pt x="22450" y="31557"/>
                    </a:cubicBezTo>
                    <a:cubicBezTo>
                      <a:pt x="24923" y="32127"/>
                      <a:pt x="27396" y="32697"/>
                      <a:pt x="29870" y="33268"/>
                    </a:cubicBezTo>
                    <a:cubicBezTo>
                      <a:pt x="32438" y="33838"/>
                      <a:pt x="34911" y="34598"/>
                      <a:pt x="37289" y="35454"/>
                    </a:cubicBezTo>
                    <a:cubicBezTo>
                      <a:pt x="39667" y="36309"/>
                      <a:pt x="41760" y="37355"/>
                      <a:pt x="43663" y="38780"/>
                    </a:cubicBezTo>
                    <a:cubicBezTo>
                      <a:pt x="45565" y="40206"/>
                      <a:pt x="46992" y="41917"/>
                      <a:pt x="48133" y="44103"/>
                    </a:cubicBezTo>
                    <a:cubicBezTo>
                      <a:pt x="49275" y="46289"/>
                      <a:pt x="49751" y="49046"/>
                      <a:pt x="49751" y="52278"/>
                    </a:cubicBezTo>
                    <a:cubicBezTo>
                      <a:pt x="49751" y="58646"/>
                      <a:pt x="47563" y="63494"/>
                      <a:pt x="43187" y="67010"/>
                    </a:cubicBezTo>
                    <a:cubicBezTo>
                      <a:pt x="38811" y="70527"/>
                      <a:pt x="32628" y="72238"/>
                      <a:pt x="24733" y="72238"/>
                    </a:cubicBezTo>
                    <a:cubicBezTo>
                      <a:pt x="21213" y="72238"/>
                      <a:pt x="17884" y="71763"/>
                      <a:pt x="14840" y="70812"/>
                    </a:cubicBezTo>
                    <a:cubicBezTo>
                      <a:pt x="11795" y="69862"/>
                      <a:pt x="9132" y="68531"/>
                      <a:pt x="6944" y="66630"/>
                    </a:cubicBezTo>
                    <a:cubicBezTo>
                      <a:pt x="4756" y="64729"/>
                      <a:pt x="3044" y="62448"/>
                      <a:pt x="1807" y="59692"/>
                    </a:cubicBezTo>
                    <a:cubicBezTo>
                      <a:pt x="571" y="56935"/>
                      <a:pt x="0" y="53703"/>
                      <a:pt x="0" y="49997"/>
                    </a:cubicBezTo>
                    <a:lnTo>
                      <a:pt x="6278" y="49997"/>
                    </a:lnTo>
                    <a:close/>
                  </a:path>
                </a:pathLst>
              </a:custGeom>
              <a:solidFill>
                <a:srgbClr val="000000"/>
              </a:solidFill>
              <a:ln w="9506" cap="flat">
                <a:noFill/>
                <a:prstDash val="solid"/>
                <a:miter/>
              </a:ln>
            </p:spPr>
            <p:txBody>
              <a:bodyPr rtlCol="0" anchor="ctr"/>
              <a:lstStyle/>
              <a:p>
                <a:endParaRPr lang="en-US"/>
              </a:p>
            </p:txBody>
          </p:sp>
          <p:sp>
            <p:nvSpPr>
              <p:cNvPr id="3499" name="Freeform 3498">
                <a:extLst>
                  <a:ext uri="{FF2B5EF4-FFF2-40B4-BE49-F238E27FC236}">
                    <a16:creationId xmlns:a16="http://schemas.microsoft.com/office/drawing/2014/main" id="{7DC8E429-73DD-3DBD-83D0-34D1B798A932}"/>
                  </a:ext>
                </a:extLst>
              </p:cNvPr>
              <p:cNvSpPr/>
              <p:nvPr/>
            </p:nvSpPr>
            <p:spPr>
              <a:xfrm>
                <a:off x="7884073" y="4854564"/>
                <a:ext cx="43852" cy="51897"/>
              </a:xfrm>
              <a:custGeom>
                <a:avLst/>
                <a:gdLst>
                  <a:gd name="connsiteX0" fmla="*/ 37384 w 43852"/>
                  <a:gd name="connsiteY0" fmla="*/ 16729 h 51897"/>
                  <a:gd name="connsiteX1" fmla="*/ 32152 w 43852"/>
                  <a:gd name="connsiteY1" fmla="*/ 8079 h 51897"/>
                  <a:gd name="connsiteX2" fmla="*/ 22735 w 43852"/>
                  <a:gd name="connsiteY2" fmla="*/ 5038 h 51897"/>
                  <a:gd name="connsiteX3" fmla="*/ 15220 w 43852"/>
                  <a:gd name="connsiteY3" fmla="*/ 6844 h 51897"/>
                  <a:gd name="connsiteX4" fmla="*/ 10083 w 43852"/>
                  <a:gd name="connsiteY4" fmla="*/ 11596 h 51897"/>
                  <a:gd name="connsiteX5" fmla="*/ 7134 w 43852"/>
                  <a:gd name="connsiteY5" fmla="*/ 18345 h 51897"/>
                  <a:gd name="connsiteX6" fmla="*/ 6183 w 43852"/>
                  <a:gd name="connsiteY6" fmla="*/ 25854 h 51897"/>
                  <a:gd name="connsiteX7" fmla="*/ 7039 w 43852"/>
                  <a:gd name="connsiteY7" fmla="*/ 33458 h 51897"/>
                  <a:gd name="connsiteX8" fmla="*/ 9893 w 43852"/>
                  <a:gd name="connsiteY8" fmla="*/ 40111 h 51897"/>
                  <a:gd name="connsiteX9" fmla="*/ 15030 w 43852"/>
                  <a:gd name="connsiteY9" fmla="*/ 44864 h 51897"/>
                  <a:gd name="connsiteX10" fmla="*/ 22640 w 43852"/>
                  <a:gd name="connsiteY10" fmla="*/ 46670 h 51897"/>
                  <a:gd name="connsiteX11" fmla="*/ 32818 w 43852"/>
                  <a:gd name="connsiteY11" fmla="*/ 43153 h 51897"/>
                  <a:gd name="connsiteX12" fmla="*/ 37765 w 43852"/>
                  <a:gd name="connsiteY12" fmla="*/ 33458 h 51897"/>
                  <a:gd name="connsiteX13" fmla="*/ 43853 w 43852"/>
                  <a:gd name="connsiteY13" fmla="*/ 33458 h 51897"/>
                  <a:gd name="connsiteX14" fmla="*/ 41475 w 43852"/>
                  <a:gd name="connsiteY14" fmla="*/ 40967 h 51897"/>
                  <a:gd name="connsiteX15" fmla="*/ 37194 w 43852"/>
                  <a:gd name="connsiteY15" fmla="*/ 46765 h 51897"/>
                  <a:gd name="connsiteX16" fmla="*/ 30916 w 43852"/>
                  <a:gd name="connsiteY16" fmla="*/ 50567 h 51897"/>
                  <a:gd name="connsiteX17" fmla="*/ 22640 w 43852"/>
                  <a:gd name="connsiteY17" fmla="*/ 51897 h 51897"/>
                  <a:gd name="connsiteX18" fmla="*/ 12461 w 43852"/>
                  <a:gd name="connsiteY18" fmla="*/ 49901 h 51897"/>
                  <a:gd name="connsiteX19" fmla="*/ 5422 w 43852"/>
                  <a:gd name="connsiteY19" fmla="*/ 44388 h 51897"/>
                  <a:gd name="connsiteX20" fmla="*/ 1332 w 43852"/>
                  <a:gd name="connsiteY20" fmla="*/ 36214 h 51897"/>
                  <a:gd name="connsiteX21" fmla="*/ 0 w 43852"/>
                  <a:gd name="connsiteY21" fmla="*/ 26044 h 51897"/>
                  <a:gd name="connsiteX22" fmla="*/ 1522 w 43852"/>
                  <a:gd name="connsiteY22" fmla="*/ 16158 h 51897"/>
                  <a:gd name="connsiteX23" fmla="*/ 5898 w 43852"/>
                  <a:gd name="connsiteY23" fmla="*/ 7794 h 51897"/>
                  <a:gd name="connsiteX24" fmla="*/ 13032 w 43852"/>
                  <a:gd name="connsiteY24" fmla="*/ 2091 h 51897"/>
                  <a:gd name="connsiteX25" fmla="*/ 22830 w 43852"/>
                  <a:gd name="connsiteY25" fmla="*/ 0 h 51897"/>
                  <a:gd name="connsiteX26" fmla="*/ 36718 w 43852"/>
                  <a:gd name="connsiteY26" fmla="*/ 4087 h 51897"/>
                  <a:gd name="connsiteX27" fmla="*/ 43282 w 43852"/>
                  <a:gd name="connsiteY27" fmla="*/ 16824 h 51897"/>
                  <a:gd name="connsiteX28" fmla="*/ 37479 w 43852"/>
                  <a:gd name="connsiteY28" fmla="*/ 16824 h 51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43852" h="51897">
                    <a:moveTo>
                      <a:pt x="37384" y="16729"/>
                    </a:moveTo>
                    <a:cubicBezTo>
                      <a:pt x="36338" y="13022"/>
                      <a:pt x="34626" y="10170"/>
                      <a:pt x="32152" y="8079"/>
                    </a:cubicBezTo>
                    <a:cubicBezTo>
                      <a:pt x="29679" y="5988"/>
                      <a:pt x="26540" y="5038"/>
                      <a:pt x="22735" y="5038"/>
                    </a:cubicBezTo>
                    <a:cubicBezTo>
                      <a:pt x="19786" y="5038"/>
                      <a:pt x="17313" y="5608"/>
                      <a:pt x="15220" y="6844"/>
                    </a:cubicBezTo>
                    <a:cubicBezTo>
                      <a:pt x="13127" y="8079"/>
                      <a:pt x="11415" y="9600"/>
                      <a:pt x="10083" y="11596"/>
                    </a:cubicBezTo>
                    <a:cubicBezTo>
                      <a:pt x="8752" y="13592"/>
                      <a:pt x="7800" y="15873"/>
                      <a:pt x="7134" y="18345"/>
                    </a:cubicBezTo>
                    <a:cubicBezTo>
                      <a:pt x="6468" y="20816"/>
                      <a:pt x="6183" y="23382"/>
                      <a:pt x="6183" y="25854"/>
                    </a:cubicBezTo>
                    <a:cubicBezTo>
                      <a:pt x="6183" y="28325"/>
                      <a:pt x="6468" y="30986"/>
                      <a:pt x="7039" y="33458"/>
                    </a:cubicBezTo>
                    <a:cubicBezTo>
                      <a:pt x="7610" y="35929"/>
                      <a:pt x="8656" y="38115"/>
                      <a:pt x="9893" y="40111"/>
                    </a:cubicBezTo>
                    <a:cubicBezTo>
                      <a:pt x="11225" y="42107"/>
                      <a:pt x="12937" y="43628"/>
                      <a:pt x="15030" y="44864"/>
                    </a:cubicBezTo>
                    <a:cubicBezTo>
                      <a:pt x="17122" y="46004"/>
                      <a:pt x="19691" y="46670"/>
                      <a:pt x="22640" y="46670"/>
                    </a:cubicBezTo>
                    <a:cubicBezTo>
                      <a:pt x="26920" y="46670"/>
                      <a:pt x="30250" y="45529"/>
                      <a:pt x="32818" y="43153"/>
                    </a:cubicBezTo>
                    <a:cubicBezTo>
                      <a:pt x="35387" y="40776"/>
                      <a:pt x="37004" y="37545"/>
                      <a:pt x="37765" y="33458"/>
                    </a:cubicBezTo>
                    <a:lnTo>
                      <a:pt x="43853" y="33458"/>
                    </a:lnTo>
                    <a:cubicBezTo>
                      <a:pt x="43377" y="36214"/>
                      <a:pt x="42521" y="38685"/>
                      <a:pt x="41475" y="40967"/>
                    </a:cubicBezTo>
                    <a:cubicBezTo>
                      <a:pt x="40333" y="43248"/>
                      <a:pt x="38906" y="45149"/>
                      <a:pt x="37194" y="46765"/>
                    </a:cubicBezTo>
                    <a:cubicBezTo>
                      <a:pt x="35482" y="48381"/>
                      <a:pt x="33389" y="49616"/>
                      <a:pt x="30916" y="50567"/>
                    </a:cubicBezTo>
                    <a:cubicBezTo>
                      <a:pt x="28538" y="51422"/>
                      <a:pt x="25779" y="51897"/>
                      <a:pt x="22640" y="51897"/>
                    </a:cubicBezTo>
                    <a:cubicBezTo>
                      <a:pt x="18740" y="51897"/>
                      <a:pt x="15315" y="51232"/>
                      <a:pt x="12461" y="49901"/>
                    </a:cubicBezTo>
                    <a:cubicBezTo>
                      <a:pt x="9608" y="48571"/>
                      <a:pt x="7230" y="46765"/>
                      <a:pt x="5422" y="44388"/>
                    </a:cubicBezTo>
                    <a:cubicBezTo>
                      <a:pt x="3615" y="42107"/>
                      <a:pt x="2188" y="39351"/>
                      <a:pt x="1332" y="36214"/>
                    </a:cubicBezTo>
                    <a:cubicBezTo>
                      <a:pt x="476" y="33077"/>
                      <a:pt x="0" y="29656"/>
                      <a:pt x="0" y="26044"/>
                    </a:cubicBezTo>
                    <a:cubicBezTo>
                      <a:pt x="0" y="22622"/>
                      <a:pt x="476" y="19295"/>
                      <a:pt x="1522" y="16158"/>
                    </a:cubicBezTo>
                    <a:cubicBezTo>
                      <a:pt x="2473" y="13022"/>
                      <a:pt x="3900" y="10265"/>
                      <a:pt x="5898" y="7794"/>
                    </a:cubicBezTo>
                    <a:cubicBezTo>
                      <a:pt x="7800" y="5418"/>
                      <a:pt x="10178" y="3517"/>
                      <a:pt x="13032" y="2091"/>
                    </a:cubicBezTo>
                    <a:cubicBezTo>
                      <a:pt x="15886" y="665"/>
                      <a:pt x="19120" y="0"/>
                      <a:pt x="22830" y="0"/>
                    </a:cubicBezTo>
                    <a:cubicBezTo>
                      <a:pt x="28538" y="0"/>
                      <a:pt x="33104" y="1331"/>
                      <a:pt x="36718" y="4087"/>
                    </a:cubicBezTo>
                    <a:cubicBezTo>
                      <a:pt x="40238" y="6844"/>
                      <a:pt x="42426" y="11026"/>
                      <a:pt x="43282" y="16824"/>
                    </a:cubicBezTo>
                    <a:lnTo>
                      <a:pt x="37479" y="16824"/>
                    </a:lnTo>
                    <a:close/>
                  </a:path>
                </a:pathLst>
              </a:custGeom>
              <a:solidFill>
                <a:srgbClr val="000000"/>
              </a:solidFill>
              <a:ln w="9506" cap="flat">
                <a:noFill/>
                <a:prstDash val="solid"/>
                <a:miter/>
              </a:ln>
            </p:spPr>
            <p:txBody>
              <a:bodyPr rtlCol="0" anchor="ctr"/>
              <a:lstStyle/>
              <a:p>
                <a:endParaRPr lang="en-US"/>
              </a:p>
            </p:txBody>
          </p:sp>
          <p:sp>
            <p:nvSpPr>
              <p:cNvPr id="3500" name="Freeform 3499">
                <a:extLst>
                  <a:ext uri="{FF2B5EF4-FFF2-40B4-BE49-F238E27FC236}">
                    <a16:creationId xmlns:a16="http://schemas.microsoft.com/office/drawing/2014/main" id="{CD8165EC-81F0-C105-816D-3BF1A4C03896}"/>
                  </a:ext>
                </a:extLst>
              </p:cNvPr>
              <p:cNvSpPr/>
              <p:nvPr/>
            </p:nvSpPr>
            <p:spPr>
              <a:xfrm>
                <a:off x="7936202" y="4854564"/>
                <a:ext cx="45755" cy="51802"/>
              </a:xfrm>
              <a:custGeom>
                <a:avLst/>
                <a:gdLst>
                  <a:gd name="connsiteX0" fmla="*/ 22830 w 45755"/>
                  <a:gd name="connsiteY0" fmla="*/ 51802 h 51802"/>
                  <a:gd name="connsiteX1" fmla="*/ 13983 w 45755"/>
                  <a:gd name="connsiteY1" fmla="*/ 50091 h 51802"/>
                  <a:gd name="connsiteX2" fmla="*/ 6754 w 45755"/>
                  <a:gd name="connsiteY2" fmla="*/ 45244 h 51802"/>
                  <a:gd name="connsiteX3" fmla="*/ 1807 w 45755"/>
                  <a:gd name="connsiteY3" fmla="*/ 37165 h 51802"/>
                  <a:gd name="connsiteX4" fmla="*/ 0 w 45755"/>
                  <a:gd name="connsiteY4" fmla="*/ 25854 h 51802"/>
                  <a:gd name="connsiteX5" fmla="*/ 1427 w 45755"/>
                  <a:gd name="connsiteY5" fmla="*/ 15778 h 51802"/>
                  <a:gd name="connsiteX6" fmla="*/ 5707 w 45755"/>
                  <a:gd name="connsiteY6" fmla="*/ 7509 h 51802"/>
                  <a:gd name="connsiteX7" fmla="*/ 12842 w 45755"/>
                  <a:gd name="connsiteY7" fmla="*/ 1996 h 51802"/>
                  <a:gd name="connsiteX8" fmla="*/ 22830 w 45755"/>
                  <a:gd name="connsiteY8" fmla="*/ 0 h 51802"/>
                  <a:gd name="connsiteX9" fmla="*/ 32913 w 45755"/>
                  <a:gd name="connsiteY9" fmla="*/ 1996 h 51802"/>
                  <a:gd name="connsiteX10" fmla="*/ 40048 w 45755"/>
                  <a:gd name="connsiteY10" fmla="*/ 7509 h 51802"/>
                  <a:gd name="connsiteX11" fmla="*/ 44328 w 45755"/>
                  <a:gd name="connsiteY11" fmla="*/ 15683 h 51802"/>
                  <a:gd name="connsiteX12" fmla="*/ 45755 w 45755"/>
                  <a:gd name="connsiteY12" fmla="*/ 25854 h 51802"/>
                  <a:gd name="connsiteX13" fmla="*/ 44138 w 45755"/>
                  <a:gd name="connsiteY13" fmla="*/ 36499 h 51802"/>
                  <a:gd name="connsiteX14" fmla="*/ 39572 w 45755"/>
                  <a:gd name="connsiteY14" fmla="*/ 44673 h 51802"/>
                  <a:gd name="connsiteX15" fmla="*/ 32343 w 45755"/>
                  <a:gd name="connsiteY15" fmla="*/ 49901 h 51802"/>
                  <a:gd name="connsiteX16" fmla="*/ 22925 w 45755"/>
                  <a:gd name="connsiteY16" fmla="*/ 51802 h 51802"/>
                  <a:gd name="connsiteX17" fmla="*/ 39572 w 45755"/>
                  <a:gd name="connsiteY17" fmla="*/ 25854 h 51802"/>
                  <a:gd name="connsiteX18" fmla="*/ 38621 w 45755"/>
                  <a:gd name="connsiteY18" fmla="*/ 17679 h 51802"/>
                  <a:gd name="connsiteX19" fmla="*/ 35672 w 45755"/>
                  <a:gd name="connsiteY19" fmla="*/ 11121 h 51802"/>
                  <a:gd name="connsiteX20" fmla="*/ 30535 w 45755"/>
                  <a:gd name="connsiteY20" fmla="*/ 6748 h 51802"/>
                  <a:gd name="connsiteX21" fmla="*/ 22830 w 45755"/>
                  <a:gd name="connsiteY21" fmla="*/ 5133 h 51802"/>
                  <a:gd name="connsiteX22" fmla="*/ 15220 w 45755"/>
                  <a:gd name="connsiteY22" fmla="*/ 6844 h 51802"/>
                  <a:gd name="connsiteX23" fmla="*/ 10083 w 45755"/>
                  <a:gd name="connsiteY23" fmla="*/ 11501 h 51802"/>
                  <a:gd name="connsiteX24" fmla="*/ 7134 w 45755"/>
                  <a:gd name="connsiteY24" fmla="*/ 18155 h 51802"/>
                  <a:gd name="connsiteX25" fmla="*/ 6183 w 45755"/>
                  <a:gd name="connsiteY25" fmla="*/ 25854 h 51802"/>
                  <a:gd name="connsiteX26" fmla="*/ 7229 w 45755"/>
                  <a:gd name="connsiteY26" fmla="*/ 34218 h 51802"/>
                  <a:gd name="connsiteX27" fmla="*/ 10464 w 45755"/>
                  <a:gd name="connsiteY27" fmla="*/ 40872 h 51802"/>
                  <a:gd name="connsiteX28" fmla="*/ 15696 w 45755"/>
                  <a:gd name="connsiteY28" fmla="*/ 45149 h 51802"/>
                  <a:gd name="connsiteX29" fmla="*/ 22925 w 45755"/>
                  <a:gd name="connsiteY29" fmla="*/ 46670 h 51802"/>
                  <a:gd name="connsiteX30" fmla="*/ 30630 w 45755"/>
                  <a:gd name="connsiteY30" fmla="*/ 44864 h 51802"/>
                  <a:gd name="connsiteX31" fmla="*/ 35767 w 45755"/>
                  <a:gd name="connsiteY31" fmla="*/ 40111 h 51802"/>
                  <a:gd name="connsiteX32" fmla="*/ 38716 w 45755"/>
                  <a:gd name="connsiteY32" fmla="*/ 33458 h 51802"/>
                  <a:gd name="connsiteX33" fmla="*/ 39667 w 45755"/>
                  <a:gd name="connsiteY33" fmla="*/ 25759 h 51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5755" h="51802">
                    <a:moveTo>
                      <a:pt x="22830" y="51802"/>
                    </a:moveTo>
                    <a:cubicBezTo>
                      <a:pt x="19691" y="51802"/>
                      <a:pt x="16647" y="51137"/>
                      <a:pt x="13983" y="50091"/>
                    </a:cubicBezTo>
                    <a:cubicBezTo>
                      <a:pt x="11225" y="49046"/>
                      <a:pt x="8847" y="47430"/>
                      <a:pt x="6754" y="45244"/>
                    </a:cubicBezTo>
                    <a:cubicBezTo>
                      <a:pt x="4661" y="43058"/>
                      <a:pt x="3044" y="40396"/>
                      <a:pt x="1807" y="37165"/>
                    </a:cubicBezTo>
                    <a:cubicBezTo>
                      <a:pt x="571" y="33933"/>
                      <a:pt x="0" y="30131"/>
                      <a:pt x="0" y="25854"/>
                    </a:cubicBezTo>
                    <a:cubicBezTo>
                      <a:pt x="0" y="22242"/>
                      <a:pt x="476" y="18820"/>
                      <a:pt x="1427" y="15778"/>
                    </a:cubicBezTo>
                    <a:cubicBezTo>
                      <a:pt x="2378" y="12642"/>
                      <a:pt x="3805" y="9885"/>
                      <a:pt x="5707" y="7509"/>
                    </a:cubicBezTo>
                    <a:cubicBezTo>
                      <a:pt x="7610" y="5133"/>
                      <a:pt x="9988" y="3327"/>
                      <a:pt x="12842" y="1996"/>
                    </a:cubicBezTo>
                    <a:cubicBezTo>
                      <a:pt x="15696" y="665"/>
                      <a:pt x="19025" y="0"/>
                      <a:pt x="22830" y="0"/>
                    </a:cubicBezTo>
                    <a:cubicBezTo>
                      <a:pt x="26635" y="0"/>
                      <a:pt x="30059" y="665"/>
                      <a:pt x="32913" y="1996"/>
                    </a:cubicBezTo>
                    <a:cubicBezTo>
                      <a:pt x="35767" y="3327"/>
                      <a:pt x="38145" y="5228"/>
                      <a:pt x="40048" y="7509"/>
                    </a:cubicBezTo>
                    <a:cubicBezTo>
                      <a:pt x="41950" y="9790"/>
                      <a:pt x="43377" y="12546"/>
                      <a:pt x="44328" y="15683"/>
                    </a:cubicBezTo>
                    <a:cubicBezTo>
                      <a:pt x="45280" y="18820"/>
                      <a:pt x="45755" y="22242"/>
                      <a:pt x="45755" y="25854"/>
                    </a:cubicBezTo>
                    <a:cubicBezTo>
                      <a:pt x="45755" y="29751"/>
                      <a:pt x="45185" y="33362"/>
                      <a:pt x="44138" y="36499"/>
                    </a:cubicBezTo>
                    <a:cubicBezTo>
                      <a:pt x="43092" y="39636"/>
                      <a:pt x="41570" y="42392"/>
                      <a:pt x="39572" y="44673"/>
                    </a:cubicBezTo>
                    <a:cubicBezTo>
                      <a:pt x="37574" y="46955"/>
                      <a:pt x="35196" y="48666"/>
                      <a:pt x="32343" y="49901"/>
                    </a:cubicBezTo>
                    <a:cubicBezTo>
                      <a:pt x="29489" y="51137"/>
                      <a:pt x="26445" y="51802"/>
                      <a:pt x="22925" y="51802"/>
                    </a:cubicBezTo>
                    <a:close/>
                    <a:moveTo>
                      <a:pt x="39572" y="25854"/>
                    </a:moveTo>
                    <a:cubicBezTo>
                      <a:pt x="39572" y="22907"/>
                      <a:pt x="39287" y="20245"/>
                      <a:pt x="38621" y="17679"/>
                    </a:cubicBezTo>
                    <a:cubicBezTo>
                      <a:pt x="37955" y="15113"/>
                      <a:pt x="37004" y="12927"/>
                      <a:pt x="35672" y="11121"/>
                    </a:cubicBezTo>
                    <a:cubicBezTo>
                      <a:pt x="34340" y="9220"/>
                      <a:pt x="32628" y="7794"/>
                      <a:pt x="30535" y="6748"/>
                    </a:cubicBezTo>
                    <a:cubicBezTo>
                      <a:pt x="28442" y="5703"/>
                      <a:pt x="25874" y="5133"/>
                      <a:pt x="22830" y="5133"/>
                    </a:cubicBezTo>
                    <a:cubicBezTo>
                      <a:pt x="19786" y="5133"/>
                      <a:pt x="17313" y="5703"/>
                      <a:pt x="15220" y="6844"/>
                    </a:cubicBezTo>
                    <a:cubicBezTo>
                      <a:pt x="13127" y="7984"/>
                      <a:pt x="11320" y="9600"/>
                      <a:pt x="10083" y="11501"/>
                    </a:cubicBezTo>
                    <a:cubicBezTo>
                      <a:pt x="8751" y="13402"/>
                      <a:pt x="7800" y="15683"/>
                      <a:pt x="7134" y="18155"/>
                    </a:cubicBezTo>
                    <a:cubicBezTo>
                      <a:pt x="6468" y="20626"/>
                      <a:pt x="6183" y="23192"/>
                      <a:pt x="6183" y="25854"/>
                    </a:cubicBezTo>
                    <a:cubicBezTo>
                      <a:pt x="6183" y="28895"/>
                      <a:pt x="6564" y="31652"/>
                      <a:pt x="7229" y="34218"/>
                    </a:cubicBezTo>
                    <a:cubicBezTo>
                      <a:pt x="7991" y="36784"/>
                      <a:pt x="9037" y="38970"/>
                      <a:pt x="10464" y="40872"/>
                    </a:cubicBezTo>
                    <a:cubicBezTo>
                      <a:pt x="11891" y="42773"/>
                      <a:pt x="13603" y="44103"/>
                      <a:pt x="15696" y="45149"/>
                    </a:cubicBezTo>
                    <a:cubicBezTo>
                      <a:pt x="17788" y="46194"/>
                      <a:pt x="20167" y="46670"/>
                      <a:pt x="22925" y="46670"/>
                    </a:cubicBezTo>
                    <a:cubicBezTo>
                      <a:pt x="25874" y="46670"/>
                      <a:pt x="28442" y="46099"/>
                      <a:pt x="30630" y="44864"/>
                    </a:cubicBezTo>
                    <a:cubicBezTo>
                      <a:pt x="32723" y="43723"/>
                      <a:pt x="34435" y="42107"/>
                      <a:pt x="35767" y="40111"/>
                    </a:cubicBezTo>
                    <a:cubicBezTo>
                      <a:pt x="37099" y="38115"/>
                      <a:pt x="38050" y="35929"/>
                      <a:pt x="38716" y="33458"/>
                    </a:cubicBezTo>
                    <a:cubicBezTo>
                      <a:pt x="39382" y="30986"/>
                      <a:pt x="39667" y="28420"/>
                      <a:pt x="39667" y="25759"/>
                    </a:cubicBezTo>
                    <a:close/>
                  </a:path>
                </a:pathLst>
              </a:custGeom>
              <a:solidFill>
                <a:srgbClr val="000000"/>
              </a:solidFill>
              <a:ln w="9506" cap="flat">
                <a:noFill/>
                <a:prstDash val="solid"/>
                <a:miter/>
              </a:ln>
            </p:spPr>
            <p:txBody>
              <a:bodyPr rtlCol="0" anchor="ctr"/>
              <a:lstStyle/>
              <a:p>
                <a:endParaRPr lang="en-US"/>
              </a:p>
            </p:txBody>
          </p:sp>
          <p:sp>
            <p:nvSpPr>
              <p:cNvPr id="3501" name="Freeform 3500">
                <a:extLst>
                  <a:ext uri="{FF2B5EF4-FFF2-40B4-BE49-F238E27FC236}">
                    <a16:creationId xmlns:a16="http://schemas.microsoft.com/office/drawing/2014/main" id="{5F8B98AE-05B4-5A9A-CCEF-F9DB7854D981}"/>
                  </a:ext>
                </a:extLst>
              </p:cNvPr>
              <p:cNvSpPr/>
              <p:nvPr/>
            </p:nvSpPr>
            <p:spPr>
              <a:xfrm>
                <a:off x="7992612" y="4854469"/>
                <a:ext cx="21973" cy="50566"/>
              </a:xfrm>
              <a:custGeom>
                <a:avLst/>
                <a:gdLst>
                  <a:gd name="connsiteX0" fmla="*/ 5708 w 21973"/>
                  <a:gd name="connsiteY0" fmla="*/ 50567 h 50566"/>
                  <a:gd name="connsiteX1" fmla="*/ 0 w 21973"/>
                  <a:gd name="connsiteY1" fmla="*/ 50567 h 50566"/>
                  <a:gd name="connsiteX2" fmla="*/ 0 w 21973"/>
                  <a:gd name="connsiteY2" fmla="*/ 1331 h 50566"/>
                  <a:gd name="connsiteX3" fmla="*/ 5708 w 21973"/>
                  <a:gd name="connsiteY3" fmla="*/ 1331 h 50566"/>
                  <a:gd name="connsiteX4" fmla="*/ 5708 w 21973"/>
                  <a:gd name="connsiteY4" fmla="*/ 10550 h 50566"/>
                  <a:gd name="connsiteX5" fmla="*/ 5898 w 21973"/>
                  <a:gd name="connsiteY5" fmla="*/ 10550 h 50566"/>
                  <a:gd name="connsiteX6" fmla="*/ 12081 w 21973"/>
                  <a:gd name="connsiteY6" fmla="*/ 2281 h 50566"/>
                  <a:gd name="connsiteX7" fmla="*/ 21974 w 21973"/>
                  <a:gd name="connsiteY7" fmla="*/ 0 h 50566"/>
                  <a:gd name="connsiteX8" fmla="*/ 21974 w 21973"/>
                  <a:gd name="connsiteY8" fmla="*/ 6178 h 50566"/>
                  <a:gd name="connsiteX9" fmla="*/ 13983 w 21973"/>
                  <a:gd name="connsiteY9" fmla="*/ 7699 h 50566"/>
                  <a:gd name="connsiteX10" fmla="*/ 8942 w 21973"/>
                  <a:gd name="connsiteY10" fmla="*/ 12071 h 50566"/>
                  <a:gd name="connsiteX11" fmla="*/ 6373 w 21973"/>
                  <a:gd name="connsiteY11" fmla="*/ 18535 h 50566"/>
                  <a:gd name="connsiteX12" fmla="*/ 5612 w 21973"/>
                  <a:gd name="connsiteY12" fmla="*/ 26424 h 50566"/>
                  <a:gd name="connsiteX13" fmla="*/ 5612 w 21973"/>
                  <a:gd name="connsiteY13" fmla="*/ 50567 h 505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973" h="50566">
                    <a:moveTo>
                      <a:pt x="5708" y="50567"/>
                    </a:moveTo>
                    <a:lnTo>
                      <a:pt x="0" y="50567"/>
                    </a:lnTo>
                    <a:lnTo>
                      <a:pt x="0" y="1331"/>
                    </a:lnTo>
                    <a:lnTo>
                      <a:pt x="5708" y="1331"/>
                    </a:lnTo>
                    <a:lnTo>
                      <a:pt x="5708" y="10550"/>
                    </a:lnTo>
                    <a:lnTo>
                      <a:pt x="5898" y="10550"/>
                    </a:lnTo>
                    <a:cubicBezTo>
                      <a:pt x="7515" y="6654"/>
                      <a:pt x="9513" y="3897"/>
                      <a:pt x="12081" y="2281"/>
                    </a:cubicBezTo>
                    <a:cubicBezTo>
                      <a:pt x="14554" y="760"/>
                      <a:pt x="17884" y="0"/>
                      <a:pt x="21974" y="0"/>
                    </a:cubicBezTo>
                    <a:lnTo>
                      <a:pt x="21974" y="6178"/>
                    </a:lnTo>
                    <a:cubicBezTo>
                      <a:pt x="18740" y="6178"/>
                      <a:pt x="16076" y="6654"/>
                      <a:pt x="13983" y="7699"/>
                    </a:cubicBezTo>
                    <a:cubicBezTo>
                      <a:pt x="11891" y="8745"/>
                      <a:pt x="10178" y="10265"/>
                      <a:pt x="8942" y="12071"/>
                    </a:cubicBezTo>
                    <a:cubicBezTo>
                      <a:pt x="7705" y="13877"/>
                      <a:pt x="6849" y="16064"/>
                      <a:pt x="6373" y="18535"/>
                    </a:cubicBezTo>
                    <a:cubicBezTo>
                      <a:pt x="5898" y="21006"/>
                      <a:pt x="5612" y="23667"/>
                      <a:pt x="5612" y="26424"/>
                    </a:cubicBezTo>
                    <a:lnTo>
                      <a:pt x="5612" y="50567"/>
                    </a:lnTo>
                    <a:close/>
                  </a:path>
                </a:pathLst>
              </a:custGeom>
              <a:solidFill>
                <a:srgbClr val="000000"/>
              </a:solidFill>
              <a:ln w="9506" cap="flat">
                <a:noFill/>
                <a:prstDash val="solid"/>
                <a:miter/>
              </a:ln>
            </p:spPr>
            <p:txBody>
              <a:bodyPr rtlCol="0" anchor="ctr"/>
              <a:lstStyle/>
              <a:p>
                <a:endParaRPr lang="en-US"/>
              </a:p>
            </p:txBody>
          </p:sp>
          <p:sp>
            <p:nvSpPr>
              <p:cNvPr id="3502" name="Freeform 3501">
                <a:extLst>
                  <a:ext uri="{FF2B5EF4-FFF2-40B4-BE49-F238E27FC236}">
                    <a16:creationId xmlns:a16="http://schemas.microsoft.com/office/drawing/2014/main" id="{E6487E21-94EE-01EC-A9D7-2A6CE4494A0F}"/>
                  </a:ext>
                </a:extLst>
              </p:cNvPr>
              <p:cNvSpPr/>
              <p:nvPr/>
            </p:nvSpPr>
            <p:spPr>
              <a:xfrm>
                <a:off x="8021435" y="4854564"/>
                <a:ext cx="44426" cy="51897"/>
              </a:xfrm>
              <a:custGeom>
                <a:avLst/>
                <a:gdLst>
                  <a:gd name="connsiteX0" fmla="*/ 6088 w 44426"/>
                  <a:gd name="connsiteY0" fmla="*/ 27184 h 51897"/>
                  <a:gd name="connsiteX1" fmla="*/ 7134 w 44426"/>
                  <a:gd name="connsiteY1" fmla="*/ 34788 h 51897"/>
                  <a:gd name="connsiteX2" fmla="*/ 10273 w 44426"/>
                  <a:gd name="connsiteY2" fmla="*/ 40967 h 51897"/>
                  <a:gd name="connsiteX3" fmla="*/ 15410 w 44426"/>
                  <a:gd name="connsiteY3" fmla="*/ 45149 h 51897"/>
                  <a:gd name="connsiteX4" fmla="*/ 22640 w 44426"/>
                  <a:gd name="connsiteY4" fmla="*/ 46765 h 51897"/>
                  <a:gd name="connsiteX5" fmla="*/ 32247 w 44426"/>
                  <a:gd name="connsiteY5" fmla="*/ 43818 h 51897"/>
                  <a:gd name="connsiteX6" fmla="*/ 37574 w 44426"/>
                  <a:gd name="connsiteY6" fmla="*/ 35454 h 51897"/>
                  <a:gd name="connsiteX7" fmla="*/ 43948 w 44426"/>
                  <a:gd name="connsiteY7" fmla="*/ 35454 h 51897"/>
                  <a:gd name="connsiteX8" fmla="*/ 41189 w 44426"/>
                  <a:gd name="connsiteY8" fmla="*/ 42012 h 51897"/>
                  <a:gd name="connsiteX9" fmla="*/ 36909 w 44426"/>
                  <a:gd name="connsiteY9" fmla="*/ 47240 h 51897"/>
                  <a:gd name="connsiteX10" fmla="*/ 30821 w 44426"/>
                  <a:gd name="connsiteY10" fmla="*/ 50662 h 51897"/>
                  <a:gd name="connsiteX11" fmla="*/ 22640 w 44426"/>
                  <a:gd name="connsiteY11" fmla="*/ 51897 h 51897"/>
                  <a:gd name="connsiteX12" fmla="*/ 12461 w 44426"/>
                  <a:gd name="connsiteY12" fmla="*/ 49901 h 51897"/>
                  <a:gd name="connsiteX13" fmla="*/ 5422 w 44426"/>
                  <a:gd name="connsiteY13" fmla="*/ 44388 h 51897"/>
                  <a:gd name="connsiteX14" fmla="*/ 1332 w 44426"/>
                  <a:gd name="connsiteY14" fmla="*/ 36214 h 51897"/>
                  <a:gd name="connsiteX15" fmla="*/ 0 w 44426"/>
                  <a:gd name="connsiteY15" fmla="*/ 26139 h 51897"/>
                  <a:gd name="connsiteX16" fmla="*/ 1617 w 44426"/>
                  <a:gd name="connsiteY16" fmla="*/ 15968 h 51897"/>
                  <a:gd name="connsiteX17" fmla="*/ 6088 w 44426"/>
                  <a:gd name="connsiteY17" fmla="*/ 7604 h 51897"/>
                  <a:gd name="connsiteX18" fmla="*/ 13222 w 44426"/>
                  <a:gd name="connsiteY18" fmla="*/ 1996 h 51897"/>
                  <a:gd name="connsiteX19" fmla="*/ 22735 w 44426"/>
                  <a:gd name="connsiteY19" fmla="*/ 0 h 51897"/>
                  <a:gd name="connsiteX20" fmla="*/ 38716 w 44426"/>
                  <a:gd name="connsiteY20" fmla="*/ 6938 h 51897"/>
                  <a:gd name="connsiteX21" fmla="*/ 44423 w 44426"/>
                  <a:gd name="connsiteY21" fmla="*/ 27184 h 51897"/>
                  <a:gd name="connsiteX22" fmla="*/ 6183 w 44426"/>
                  <a:gd name="connsiteY22" fmla="*/ 27184 h 51897"/>
                  <a:gd name="connsiteX23" fmla="*/ 38240 w 44426"/>
                  <a:gd name="connsiteY23" fmla="*/ 22432 h 51897"/>
                  <a:gd name="connsiteX24" fmla="*/ 37289 w 44426"/>
                  <a:gd name="connsiteY24" fmla="*/ 15683 h 51897"/>
                  <a:gd name="connsiteX25" fmla="*/ 34340 w 44426"/>
                  <a:gd name="connsiteY25" fmla="*/ 10170 h 51897"/>
                  <a:gd name="connsiteX26" fmla="*/ 29394 w 44426"/>
                  <a:gd name="connsiteY26" fmla="*/ 6463 h 51897"/>
                  <a:gd name="connsiteX27" fmla="*/ 22640 w 44426"/>
                  <a:gd name="connsiteY27" fmla="*/ 5038 h 51897"/>
                  <a:gd name="connsiteX28" fmla="*/ 15886 w 44426"/>
                  <a:gd name="connsiteY28" fmla="*/ 6463 h 51897"/>
                  <a:gd name="connsiteX29" fmla="*/ 10939 w 44426"/>
                  <a:gd name="connsiteY29" fmla="*/ 10265 h 51897"/>
                  <a:gd name="connsiteX30" fmla="*/ 7705 w 44426"/>
                  <a:gd name="connsiteY30" fmla="*/ 15778 h 51897"/>
                  <a:gd name="connsiteX31" fmla="*/ 6088 w 44426"/>
                  <a:gd name="connsiteY31" fmla="*/ 22432 h 51897"/>
                  <a:gd name="connsiteX32" fmla="*/ 38240 w 44426"/>
                  <a:gd name="connsiteY32" fmla="*/ 22432 h 51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4426" h="51897">
                    <a:moveTo>
                      <a:pt x="6088" y="27184"/>
                    </a:moveTo>
                    <a:cubicBezTo>
                      <a:pt x="6088" y="29846"/>
                      <a:pt x="6468" y="32412"/>
                      <a:pt x="7134" y="34788"/>
                    </a:cubicBezTo>
                    <a:cubicBezTo>
                      <a:pt x="7800" y="37165"/>
                      <a:pt x="8847" y="39256"/>
                      <a:pt x="10273" y="40967"/>
                    </a:cubicBezTo>
                    <a:cubicBezTo>
                      <a:pt x="11605" y="42678"/>
                      <a:pt x="13413" y="44103"/>
                      <a:pt x="15410" y="45149"/>
                    </a:cubicBezTo>
                    <a:cubicBezTo>
                      <a:pt x="17408" y="46194"/>
                      <a:pt x="19881" y="46765"/>
                      <a:pt x="22640" y="46765"/>
                    </a:cubicBezTo>
                    <a:cubicBezTo>
                      <a:pt x="26350" y="46765"/>
                      <a:pt x="29584" y="45814"/>
                      <a:pt x="32247" y="43818"/>
                    </a:cubicBezTo>
                    <a:cubicBezTo>
                      <a:pt x="34911" y="41822"/>
                      <a:pt x="36718" y="39066"/>
                      <a:pt x="37574" y="35454"/>
                    </a:cubicBezTo>
                    <a:lnTo>
                      <a:pt x="43948" y="35454"/>
                    </a:lnTo>
                    <a:cubicBezTo>
                      <a:pt x="43282" y="37830"/>
                      <a:pt x="42331" y="39921"/>
                      <a:pt x="41189" y="42012"/>
                    </a:cubicBezTo>
                    <a:cubicBezTo>
                      <a:pt x="40048" y="44008"/>
                      <a:pt x="38621" y="45719"/>
                      <a:pt x="36909" y="47240"/>
                    </a:cubicBezTo>
                    <a:cubicBezTo>
                      <a:pt x="35196" y="48761"/>
                      <a:pt x="33199" y="49901"/>
                      <a:pt x="30821" y="50662"/>
                    </a:cubicBezTo>
                    <a:cubicBezTo>
                      <a:pt x="28442" y="51517"/>
                      <a:pt x="25779" y="51897"/>
                      <a:pt x="22640" y="51897"/>
                    </a:cubicBezTo>
                    <a:cubicBezTo>
                      <a:pt x="18740" y="51897"/>
                      <a:pt x="15315" y="51232"/>
                      <a:pt x="12461" y="49901"/>
                    </a:cubicBezTo>
                    <a:cubicBezTo>
                      <a:pt x="9608" y="48571"/>
                      <a:pt x="7230" y="46765"/>
                      <a:pt x="5422" y="44388"/>
                    </a:cubicBezTo>
                    <a:cubicBezTo>
                      <a:pt x="3615" y="42107"/>
                      <a:pt x="2188" y="39351"/>
                      <a:pt x="1332" y="36214"/>
                    </a:cubicBezTo>
                    <a:cubicBezTo>
                      <a:pt x="476" y="33077"/>
                      <a:pt x="0" y="29656"/>
                      <a:pt x="0" y="26139"/>
                    </a:cubicBezTo>
                    <a:cubicBezTo>
                      <a:pt x="0" y="22622"/>
                      <a:pt x="476" y="19105"/>
                      <a:pt x="1617" y="15968"/>
                    </a:cubicBezTo>
                    <a:cubicBezTo>
                      <a:pt x="2664" y="12832"/>
                      <a:pt x="4186" y="10075"/>
                      <a:pt x="6088" y="7604"/>
                    </a:cubicBezTo>
                    <a:cubicBezTo>
                      <a:pt x="7991" y="5133"/>
                      <a:pt x="10369" y="3327"/>
                      <a:pt x="13222" y="1996"/>
                    </a:cubicBezTo>
                    <a:cubicBezTo>
                      <a:pt x="15981" y="665"/>
                      <a:pt x="19215" y="0"/>
                      <a:pt x="22735" y="0"/>
                    </a:cubicBezTo>
                    <a:cubicBezTo>
                      <a:pt x="29489" y="0"/>
                      <a:pt x="34816" y="2281"/>
                      <a:pt x="38716" y="6938"/>
                    </a:cubicBezTo>
                    <a:cubicBezTo>
                      <a:pt x="42616" y="11596"/>
                      <a:pt x="44519" y="18345"/>
                      <a:pt x="44423" y="27184"/>
                    </a:cubicBezTo>
                    <a:lnTo>
                      <a:pt x="6183" y="27184"/>
                    </a:lnTo>
                    <a:close/>
                    <a:moveTo>
                      <a:pt x="38240" y="22432"/>
                    </a:moveTo>
                    <a:cubicBezTo>
                      <a:pt x="38240" y="20055"/>
                      <a:pt x="37860" y="17774"/>
                      <a:pt x="37289" y="15683"/>
                    </a:cubicBezTo>
                    <a:cubicBezTo>
                      <a:pt x="36623" y="13592"/>
                      <a:pt x="35672" y="11691"/>
                      <a:pt x="34340" y="10170"/>
                    </a:cubicBezTo>
                    <a:cubicBezTo>
                      <a:pt x="33009" y="8650"/>
                      <a:pt x="31391" y="7414"/>
                      <a:pt x="29394" y="6463"/>
                    </a:cubicBezTo>
                    <a:cubicBezTo>
                      <a:pt x="27396" y="5513"/>
                      <a:pt x="25208" y="5038"/>
                      <a:pt x="22640" y="5038"/>
                    </a:cubicBezTo>
                    <a:cubicBezTo>
                      <a:pt x="20071" y="5038"/>
                      <a:pt x="17884" y="5513"/>
                      <a:pt x="15886" y="6463"/>
                    </a:cubicBezTo>
                    <a:cubicBezTo>
                      <a:pt x="13983" y="7414"/>
                      <a:pt x="12271" y="8650"/>
                      <a:pt x="10939" y="10265"/>
                    </a:cubicBezTo>
                    <a:cubicBezTo>
                      <a:pt x="9608" y="11881"/>
                      <a:pt x="8466" y="13687"/>
                      <a:pt x="7705" y="15778"/>
                    </a:cubicBezTo>
                    <a:cubicBezTo>
                      <a:pt x="6849" y="17869"/>
                      <a:pt x="6373" y="20055"/>
                      <a:pt x="6088" y="22432"/>
                    </a:cubicBezTo>
                    <a:lnTo>
                      <a:pt x="38240" y="22432"/>
                    </a:lnTo>
                    <a:close/>
                  </a:path>
                </a:pathLst>
              </a:custGeom>
              <a:solidFill>
                <a:srgbClr val="000000"/>
              </a:solidFill>
              <a:ln w="9506" cap="flat">
                <a:noFill/>
                <a:prstDash val="solid"/>
                <a:miter/>
              </a:ln>
            </p:spPr>
            <p:txBody>
              <a:bodyPr rtlCol="0" anchor="ctr"/>
              <a:lstStyle/>
              <a:p>
                <a:endParaRPr lang="en-US"/>
              </a:p>
            </p:txBody>
          </p:sp>
          <p:sp>
            <p:nvSpPr>
              <p:cNvPr id="3503" name="Freeform 3502">
                <a:extLst>
                  <a:ext uri="{FF2B5EF4-FFF2-40B4-BE49-F238E27FC236}">
                    <a16:creationId xmlns:a16="http://schemas.microsoft.com/office/drawing/2014/main" id="{F664C054-1B74-A1AA-47EC-2D80155D808B}"/>
                  </a:ext>
                </a:extLst>
              </p:cNvPr>
              <p:cNvSpPr/>
              <p:nvPr/>
            </p:nvSpPr>
            <p:spPr>
              <a:xfrm>
                <a:off x="8101721" y="4834794"/>
                <a:ext cx="21117" cy="88491"/>
              </a:xfrm>
              <a:custGeom>
                <a:avLst/>
                <a:gdLst>
                  <a:gd name="connsiteX0" fmla="*/ 21023 w 21117"/>
                  <a:gd name="connsiteY0" fmla="*/ 0 h 88491"/>
                  <a:gd name="connsiteX1" fmla="*/ 10369 w 21117"/>
                  <a:gd name="connsiteY1" fmla="*/ 21196 h 88491"/>
                  <a:gd name="connsiteX2" fmla="*/ 6564 w 21117"/>
                  <a:gd name="connsiteY2" fmla="*/ 44579 h 88491"/>
                  <a:gd name="connsiteX3" fmla="*/ 10559 w 21117"/>
                  <a:gd name="connsiteY3" fmla="*/ 67581 h 88491"/>
                  <a:gd name="connsiteX4" fmla="*/ 21118 w 21117"/>
                  <a:gd name="connsiteY4" fmla="*/ 88492 h 88491"/>
                  <a:gd name="connsiteX5" fmla="*/ 16266 w 21117"/>
                  <a:gd name="connsiteY5" fmla="*/ 88492 h 88491"/>
                  <a:gd name="connsiteX6" fmla="*/ 9322 w 21117"/>
                  <a:gd name="connsiteY6" fmla="*/ 78036 h 88491"/>
                  <a:gd name="connsiteX7" fmla="*/ 4186 w 21117"/>
                  <a:gd name="connsiteY7" fmla="*/ 67676 h 88491"/>
                  <a:gd name="connsiteX8" fmla="*/ 1046 w 21117"/>
                  <a:gd name="connsiteY8" fmla="*/ 56650 h 88491"/>
                  <a:gd name="connsiteX9" fmla="*/ 0 w 21117"/>
                  <a:gd name="connsiteY9" fmla="*/ 44198 h 88491"/>
                  <a:gd name="connsiteX10" fmla="*/ 1046 w 21117"/>
                  <a:gd name="connsiteY10" fmla="*/ 31842 h 88491"/>
                  <a:gd name="connsiteX11" fmla="*/ 4186 w 21117"/>
                  <a:gd name="connsiteY11" fmla="*/ 20721 h 88491"/>
                  <a:gd name="connsiteX12" fmla="*/ 9227 w 21117"/>
                  <a:gd name="connsiteY12" fmla="*/ 10360 h 88491"/>
                  <a:gd name="connsiteX13" fmla="*/ 16076 w 21117"/>
                  <a:gd name="connsiteY13" fmla="*/ 95 h 88491"/>
                  <a:gd name="connsiteX14" fmla="*/ 20927 w 21117"/>
                  <a:gd name="connsiteY14" fmla="*/ 95 h 88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1117" h="88491">
                    <a:moveTo>
                      <a:pt x="21023" y="0"/>
                    </a:moveTo>
                    <a:cubicBezTo>
                      <a:pt x="16457" y="6558"/>
                      <a:pt x="12842" y="13687"/>
                      <a:pt x="10369" y="21196"/>
                    </a:cubicBezTo>
                    <a:cubicBezTo>
                      <a:pt x="7895" y="28705"/>
                      <a:pt x="6564" y="36499"/>
                      <a:pt x="6564" y="44579"/>
                    </a:cubicBezTo>
                    <a:cubicBezTo>
                      <a:pt x="6564" y="52658"/>
                      <a:pt x="7895" y="60167"/>
                      <a:pt x="10559" y="67581"/>
                    </a:cubicBezTo>
                    <a:cubicBezTo>
                      <a:pt x="13222" y="74995"/>
                      <a:pt x="16742" y="81933"/>
                      <a:pt x="21118" y="88492"/>
                    </a:cubicBezTo>
                    <a:lnTo>
                      <a:pt x="16266" y="88492"/>
                    </a:lnTo>
                    <a:cubicBezTo>
                      <a:pt x="13698" y="84880"/>
                      <a:pt x="11320" y="81363"/>
                      <a:pt x="9322" y="78036"/>
                    </a:cubicBezTo>
                    <a:cubicBezTo>
                      <a:pt x="7325" y="74615"/>
                      <a:pt x="5612" y="71193"/>
                      <a:pt x="4186" y="67676"/>
                    </a:cubicBezTo>
                    <a:cubicBezTo>
                      <a:pt x="2854" y="64159"/>
                      <a:pt x="1807" y="60452"/>
                      <a:pt x="1046" y="56650"/>
                    </a:cubicBezTo>
                    <a:cubicBezTo>
                      <a:pt x="285" y="52848"/>
                      <a:pt x="0" y="48666"/>
                      <a:pt x="0" y="44198"/>
                    </a:cubicBezTo>
                    <a:cubicBezTo>
                      <a:pt x="0" y="39731"/>
                      <a:pt x="381" y="35739"/>
                      <a:pt x="1046" y="31842"/>
                    </a:cubicBezTo>
                    <a:cubicBezTo>
                      <a:pt x="1807" y="28040"/>
                      <a:pt x="2854" y="24333"/>
                      <a:pt x="4186" y="20721"/>
                    </a:cubicBezTo>
                    <a:cubicBezTo>
                      <a:pt x="5517" y="17204"/>
                      <a:pt x="7229" y="13687"/>
                      <a:pt x="9227" y="10360"/>
                    </a:cubicBezTo>
                    <a:cubicBezTo>
                      <a:pt x="11225" y="6939"/>
                      <a:pt x="13508" y="3612"/>
                      <a:pt x="16076" y="95"/>
                    </a:cubicBezTo>
                    <a:lnTo>
                      <a:pt x="20927" y="95"/>
                    </a:lnTo>
                    <a:close/>
                  </a:path>
                </a:pathLst>
              </a:custGeom>
              <a:solidFill>
                <a:srgbClr val="000000"/>
              </a:solidFill>
              <a:ln w="9506" cap="flat">
                <a:noFill/>
                <a:prstDash val="solid"/>
                <a:miter/>
              </a:ln>
            </p:spPr>
            <p:txBody>
              <a:bodyPr rtlCol="0" anchor="ctr"/>
              <a:lstStyle/>
              <a:p>
                <a:endParaRPr lang="en-US"/>
              </a:p>
            </p:txBody>
          </p:sp>
          <p:sp>
            <p:nvSpPr>
              <p:cNvPr id="3505" name="Freeform 3504">
                <a:extLst>
                  <a:ext uri="{FF2B5EF4-FFF2-40B4-BE49-F238E27FC236}">
                    <a16:creationId xmlns:a16="http://schemas.microsoft.com/office/drawing/2014/main" id="{00A79CCE-85FA-958F-E7AD-ED9B62576564}"/>
                  </a:ext>
                </a:extLst>
              </p:cNvPr>
              <p:cNvSpPr/>
              <p:nvPr/>
            </p:nvSpPr>
            <p:spPr>
              <a:xfrm>
                <a:off x="8191519" y="4834699"/>
                <a:ext cx="21022" cy="88491"/>
              </a:xfrm>
              <a:custGeom>
                <a:avLst/>
                <a:gdLst>
                  <a:gd name="connsiteX0" fmla="*/ 95 w 21022"/>
                  <a:gd name="connsiteY0" fmla="*/ 88492 h 88491"/>
                  <a:gd name="connsiteX1" fmla="*/ 10749 w 21022"/>
                  <a:gd name="connsiteY1" fmla="*/ 67295 h 88491"/>
                  <a:gd name="connsiteX2" fmla="*/ 14554 w 21022"/>
                  <a:gd name="connsiteY2" fmla="*/ 43913 h 88491"/>
                  <a:gd name="connsiteX3" fmla="*/ 10559 w 21022"/>
                  <a:gd name="connsiteY3" fmla="*/ 20911 h 88491"/>
                  <a:gd name="connsiteX4" fmla="*/ 0 w 21022"/>
                  <a:gd name="connsiteY4" fmla="*/ 0 h 88491"/>
                  <a:gd name="connsiteX5" fmla="*/ 4851 w 21022"/>
                  <a:gd name="connsiteY5" fmla="*/ 0 h 88491"/>
                  <a:gd name="connsiteX6" fmla="*/ 11795 w 21022"/>
                  <a:gd name="connsiteY6" fmla="*/ 10455 h 88491"/>
                  <a:gd name="connsiteX7" fmla="*/ 16837 w 21022"/>
                  <a:gd name="connsiteY7" fmla="*/ 20816 h 88491"/>
                  <a:gd name="connsiteX8" fmla="*/ 19976 w 21022"/>
                  <a:gd name="connsiteY8" fmla="*/ 31842 h 88491"/>
                  <a:gd name="connsiteX9" fmla="*/ 21023 w 21022"/>
                  <a:gd name="connsiteY9" fmla="*/ 44293 h 88491"/>
                  <a:gd name="connsiteX10" fmla="*/ 19976 w 21022"/>
                  <a:gd name="connsiteY10" fmla="*/ 56650 h 88491"/>
                  <a:gd name="connsiteX11" fmla="*/ 16837 w 21022"/>
                  <a:gd name="connsiteY11" fmla="*/ 67771 h 88491"/>
                  <a:gd name="connsiteX12" fmla="*/ 11700 w 21022"/>
                  <a:gd name="connsiteY12" fmla="*/ 78131 h 88491"/>
                  <a:gd name="connsiteX13" fmla="*/ 4851 w 21022"/>
                  <a:gd name="connsiteY13" fmla="*/ 88397 h 88491"/>
                  <a:gd name="connsiteX14" fmla="*/ 0 w 21022"/>
                  <a:gd name="connsiteY14" fmla="*/ 88397 h 88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1022" h="88491">
                    <a:moveTo>
                      <a:pt x="95" y="88492"/>
                    </a:moveTo>
                    <a:cubicBezTo>
                      <a:pt x="4661" y="81933"/>
                      <a:pt x="8276" y="74805"/>
                      <a:pt x="10749" y="67295"/>
                    </a:cubicBezTo>
                    <a:cubicBezTo>
                      <a:pt x="13222" y="59786"/>
                      <a:pt x="14554" y="51992"/>
                      <a:pt x="14554" y="43913"/>
                    </a:cubicBezTo>
                    <a:cubicBezTo>
                      <a:pt x="14554" y="35834"/>
                      <a:pt x="13222" y="28325"/>
                      <a:pt x="10559" y="20911"/>
                    </a:cubicBezTo>
                    <a:cubicBezTo>
                      <a:pt x="7895" y="13497"/>
                      <a:pt x="4376" y="6558"/>
                      <a:pt x="0" y="0"/>
                    </a:cubicBezTo>
                    <a:lnTo>
                      <a:pt x="4851" y="0"/>
                    </a:lnTo>
                    <a:cubicBezTo>
                      <a:pt x="7420" y="3612"/>
                      <a:pt x="9798" y="7129"/>
                      <a:pt x="11795" y="10455"/>
                    </a:cubicBezTo>
                    <a:cubicBezTo>
                      <a:pt x="13793" y="13877"/>
                      <a:pt x="15506" y="17299"/>
                      <a:pt x="16837" y="20816"/>
                    </a:cubicBezTo>
                    <a:cubicBezTo>
                      <a:pt x="18169" y="24333"/>
                      <a:pt x="19215" y="28040"/>
                      <a:pt x="19976" y="31842"/>
                    </a:cubicBezTo>
                    <a:cubicBezTo>
                      <a:pt x="20737" y="35644"/>
                      <a:pt x="21023" y="39826"/>
                      <a:pt x="21023" y="44293"/>
                    </a:cubicBezTo>
                    <a:cubicBezTo>
                      <a:pt x="21023" y="48761"/>
                      <a:pt x="20642" y="52753"/>
                      <a:pt x="19976" y="56650"/>
                    </a:cubicBezTo>
                    <a:cubicBezTo>
                      <a:pt x="19310" y="60547"/>
                      <a:pt x="18169" y="64159"/>
                      <a:pt x="16837" y="67771"/>
                    </a:cubicBezTo>
                    <a:cubicBezTo>
                      <a:pt x="15506" y="71288"/>
                      <a:pt x="13793" y="74805"/>
                      <a:pt x="11700" y="78131"/>
                    </a:cubicBezTo>
                    <a:cubicBezTo>
                      <a:pt x="9703" y="81553"/>
                      <a:pt x="7420" y="84880"/>
                      <a:pt x="4851" y="88397"/>
                    </a:cubicBezTo>
                    <a:lnTo>
                      <a:pt x="0" y="88397"/>
                    </a:lnTo>
                    <a:close/>
                  </a:path>
                </a:pathLst>
              </a:custGeom>
              <a:solidFill>
                <a:srgbClr val="000000"/>
              </a:solidFill>
              <a:ln w="9506" cap="flat">
                <a:noFill/>
                <a:prstDash val="solid"/>
                <a:miter/>
              </a:ln>
            </p:spPr>
            <p:txBody>
              <a:bodyPr rtlCol="0" anchor="ctr"/>
              <a:lstStyle/>
              <a:p>
                <a:endParaRPr lang="en-US"/>
              </a:p>
            </p:txBody>
          </p:sp>
        </p:grpSp>
        <p:grpSp>
          <p:nvGrpSpPr>
            <p:cNvPr id="4705" name="Graphic 14">
              <a:extLst>
                <a:ext uri="{FF2B5EF4-FFF2-40B4-BE49-F238E27FC236}">
                  <a16:creationId xmlns:a16="http://schemas.microsoft.com/office/drawing/2014/main" id="{B92B53BE-5687-06EB-F3DA-41F4B7BFE3C2}"/>
                </a:ext>
              </a:extLst>
            </p:cNvPr>
            <p:cNvGrpSpPr/>
            <p:nvPr/>
          </p:nvGrpSpPr>
          <p:grpSpPr>
            <a:xfrm rot="5400000">
              <a:off x="9566531" y="5287261"/>
              <a:ext cx="151641" cy="517378"/>
              <a:chOff x="4501968" y="1615205"/>
              <a:chExt cx="48819" cy="166563"/>
            </a:xfrm>
            <a:solidFill>
              <a:srgbClr val="231F20"/>
            </a:solidFill>
          </p:grpSpPr>
          <p:sp>
            <p:nvSpPr>
              <p:cNvPr id="4706" name="Freeform 4705">
                <a:extLst>
                  <a:ext uri="{FF2B5EF4-FFF2-40B4-BE49-F238E27FC236}">
                    <a16:creationId xmlns:a16="http://schemas.microsoft.com/office/drawing/2014/main" id="{E623E183-E615-352C-6BA7-6FC1801780E2}"/>
                  </a:ext>
                </a:extLst>
              </p:cNvPr>
              <p:cNvSpPr/>
              <p:nvPr/>
            </p:nvSpPr>
            <p:spPr>
              <a:xfrm>
                <a:off x="4501968" y="1750117"/>
                <a:ext cx="48792" cy="31651"/>
              </a:xfrm>
              <a:custGeom>
                <a:avLst/>
                <a:gdLst>
                  <a:gd name="connsiteX0" fmla="*/ 47850 w 48792"/>
                  <a:gd name="connsiteY0" fmla="*/ 27664 h 31651"/>
                  <a:gd name="connsiteX1" fmla="*/ 47850 w 48792"/>
                  <a:gd name="connsiteY1" fmla="*/ 31651 h 31651"/>
                  <a:gd name="connsiteX2" fmla="*/ 0 w 48792"/>
                  <a:gd name="connsiteY2" fmla="*/ 31651 h 31651"/>
                  <a:gd name="connsiteX3" fmla="*/ 0 w 48792"/>
                  <a:gd name="connsiteY3" fmla="*/ 27664 h 31651"/>
                  <a:gd name="connsiteX4" fmla="*/ 18941 w 48792"/>
                  <a:gd name="connsiteY4" fmla="*/ 27664 h 31651"/>
                  <a:gd name="connsiteX5" fmla="*/ 14123 w 48792"/>
                  <a:gd name="connsiteY5" fmla="*/ 22375 h 31651"/>
                  <a:gd name="connsiteX6" fmla="*/ 12489 w 48792"/>
                  <a:gd name="connsiteY6" fmla="*/ 15369 h 31651"/>
                  <a:gd name="connsiteX7" fmla="*/ 13984 w 48792"/>
                  <a:gd name="connsiteY7" fmla="*/ 8557 h 31651"/>
                  <a:gd name="connsiteX8" fmla="*/ 17972 w 48792"/>
                  <a:gd name="connsiteY8" fmla="*/ 3766 h 31651"/>
                  <a:gd name="connsiteX9" fmla="*/ 23787 w 48792"/>
                  <a:gd name="connsiteY9" fmla="*/ 941 h 31651"/>
                  <a:gd name="connsiteX10" fmla="*/ 30710 w 48792"/>
                  <a:gd name="connsiteY10" fmla="*/ 0 h 31651"/>
                  <a:gd name="connsiteX11" fmla="*/ 37826 w 48792"/>
                  <a:gd name="connsiteY11" fmla="*/ 858 h 31651"/>
                  <a:gd name="connsiteX12" fmla="*/ 43586 w 48792"/>
                  <a:gd name="connsiteY12" fmla="*/ 3628 h 31651"/>
                  <a:gd name="connsiteX13" fmla="*/ 47408 w 48792"/>
                  <a:gd name="connsiteY13" fmla="*/ 8446 h 31651"/>
                  <a:gd name="connsiteX14" fmla="*/ 48792 w 48792"/>
                  <a:gd name="connsiteY14" fmla="*/ 15563 h 31651"/>
                  <a:gd name="connsiteX15" fmla="*/ 48321 w 48792"/>
                  <a:gd name="connsiteY15" fmla="*/ 18941 h 31651"/>
                  <a:gd name="connsiteX16" fmla="*/ 46992 w 48792"/>
                  <a:gd name="connsiteY16" fmla="*/ 22292 h 31651"/>
                  <a:gd name="connsiteX17" fmla="*/ 44832 w 48792"/>
                  <a:gd name="connsiteY17" fmla="*/ 25282 h 31651"/>
                  <a:gd name="connsiteX18" fmla="*/ 41814 w 48792"/>
                  <a:gd name="connsiteY18" fmla="*/ 27497 h 31651"/>
                  <a:gd name="connsiteX19" fmla="*/ 41814 w 48792"/>
                  <a:gd name="connsiteY19" fmla="*/ 27636 h 31651"/>
                  <a:gd name="connsiteX20" fmla="*/ 47850 w 48792"/>
                  <a:gd name="connsiteY20" fmla="*/ 27636 h 31651"/>
                  <a:gd name="connsiteX21" fmla="*/ 30516 w 48792"/>
                  <a:gd name="connsiteY21" fmla="*/ 27664 h 31651"/>
                  <a:gd name="connsiteX22" fmla="*/ 36331 w 48792"/>
                  <a:gd name="connsiteY22" fmla="*/ 26888 h 31651"/>
                  <a:gd name="connsiteX23" fmla="*/ 40983 w 48792"/>
                  <a:gd name="connsiteY23" fmla="*/ 24673 h 31651"/>
                  <a:gd name="connsiteX24" fmla="*/ 44084 w 48792"/>
                  <a:gd name="connsiteY24" fmla="*/ 21018 h 31651"/>
                  <a:gd name="connsiteX25" fmla="*/ 45220 w 48792"/>
                  <a:gd name="connsiteY25" fmla="*/ 16033 h 31651"/>
                  <a:gd name="connsiteX26" fmla="*/ 44334 w 48792"/>
                  <a:gd name="connsiteY26" fmla="*/ 11381 h 31651"/>
                  <a:gd name="connsiteX27" fmla="*/ 41703 w 48792"/>
                  <a:gd name="connsiteY27" fmla="*/ 7670 h 31651"/>
                  <a:gd name="connsiteX28" fmla="*/ 37494 w 48792"/>
                  <a:gd name="connsiteY28" fmla="*/ 5178 h 31651"/>
                  <a:gd name="connsiteX29" fmla="*/ 31734 w 48792"/>
                  <a:gd name="connsiteY29" fmla="*/ 4292 h 31651"/>
                  <a:gd name="connsiteX30" fmla="*/ 25642 w 48792"/>
                  <a:gd name="connsiteY30" fmla="*/ 4818 h 31651"/>
                  <a:gd name="connsiteX31" fmla="*/ 20685 w 48792"/>
                  <a:gd name="connsiteY31" fmla="*/ 6951 h 31651"/>
                  <a:gd name="connsiteX32" fmla="*/ 17335 w 48792"/>
                  <a:gd name="connsiteY32" fmla="*/ 10717 h 31651"/>
                  <a:gd name="connsiteX33" fmla="*/ 16116 w 48792"/>
                  <a:gd name="connsiteY33" fmla="*/ 16061 h 31651"/>
                  <a:gd name="connsiteX34" fmla="*/ 17279 w 48792"/>
                  <a:gd name="connsiteY34" fmla="*/ 20935 h 31651"/>
                  <a:gd name="connsiteX35" fmla="*/ 20409 w 48792"/>
                  <a:gd name="connsiteY35" fmla="*/ 24590 h 31651"/>
                  <a:gd name="connsiteX36" fmla="*/ 25005 w 48792"/>
                  <a:gd name="connsiteY36" fmla="*/ 26888 h 31651"/>
                  <a:gd name="connsiteX37" fmla="*/ 30543 w 48792"/>
                  <a:gd name="connsiteY37" fmla="*/ 27691 h 316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48792" h="31651">
                    <a:moveTo>
                      <a:pt x="47850" y="27664"/>
                    </a:moveTo>
                    <a:lnTo>
                      <a:pt x="47850" y="31651"/>
                    </a:lnTo>
                    <a:lnTo>
                      <a:pt x="0" y="31651"/>
                    </a:lnTo>
                    <a:lnTo>
                      <a:pt x="0" y="27664"/>
                    </a:lnTo>
                    <a:lnTo>
                      <a:pt x="18941" y="27664"/>
                    </a:lnTo>
                    <a:cubicBezTo>
                      <a:pt x="16808" y="26390"/>
                      <a:pt x="15203" y="24618"/>
                      <a:pt x="14123" y="22375"/>
                    </a:cubicBezTo>
                    <a:cubicBezTo>
                      <a:pt x="13043" y="20132"/>
                      <a:pt x="12489" y="17806"/>
                      <a:pt x="12489" y="15369"/>
                    </a:cubicBezTo>
                    <a:cubicBezTo>
                      <a:pt x="12489" y="12766"/>
                      <a:pt x="12987" y="10495"/>
                      <a:pt x="13984" y="8557"/>
                    </a:cubicBezTo>
                    <a:cubicBezTo>
                      <a:pt x="14981" y="6618"/>
                      <a:pt x="16310" y="5040"/>
                      <a:pt x="17972" y="3766"/>
                    </a:cubicBezTo>
                    <a:cubicBezTo>
                      <a:pt x="19633" y="2492"/>
                      <a:pt x="21571" y="1551"/>
                      <a:pt x="23787" y="941"/>
                    </a:cubicBezTo>
                    <a:cubicBezTo>
                      <a:pt x="26002" y="332"/>
                      <a:pt x="28300" y="0"/>
                      <a:pt x="30710" y="0"/>
                    </a:cubicBezTo>
                    <a:cubicBezTo>
                      <a:pt x="33230" y="0"/>
                      <a:pt x="35611" y="277"/>
                      <a:pt x="37826" y="858"/>
                    </a:cubicBezTo>
                    <a:cubicBezTo>
                      <a:pt x="40042" y="1440"/>
                      <a:pt x="41952" y="2354"/>
                      <a:pt x="43586" y="3628"/>
                    </a:cubicBezTo>
                    <a:cubicBezTo>
                      <a:pt x="45192" y="4901"/>
                      <a:pt x="46466" y="6507"/>
                      <a:pt x="47408" y="8446"/>
                    </a:cubicBezTo>
                    <a:cubicBezTo>
                      <a:pt x="48349" y="10384"/>
                      <a:pt x="48792" y="12766"/>
                      <a:pt x="48792" y="15563"/>
                    </a:cubicBezTo>
                    <a:cubicBezTo>
                      <a:pt x="48792" y="16670"/>
                      <a:pt x="48626" y="17806"/>
                      <a:pt x="48321" y="18941"/>
                    </a:cubicBezTo>
                    <a:cubicBezTo>
                      <a:pt x="48017" y="20104"/>
                      <a:pt x="47574" y="21212"/>
                      <a:pt x="46992" y="22292"/>
                    </a:cubicBezTo>
                    <a:cubicBezTo>
                      <a:pt x="46411" y="23371"/>
                      <a:pt x="45691" y="24368"/>
                      <a:pt x="44832" y="25282"/>
                    </a:cubicBezTo>
                    <a:cubicBezTo>
                      <a:pt x="43974" y="26196"/>
                      <a:pt x="42949" y="26944"/>
                      <a:pt x="41814" y="27497"/>
                    </a:cubicBezTo>
                    <a:lnTo>
                      <a:pt x="41814" y="27636"/>
                    </a:lnTo>
                    <a:lnTo>
                      <a:pt x="47850" y="27636"/>
                    </a:lnTo>
                    <a:close/>
                    <a:moveTo>
                      <a:pt x="30516" y="27664"/>
                    </a:moveTo>
                    <a:cubicBezTo>
                      <a:pt x="32592" y="27664"/>
                      <a:pt x="34531" y="27414"/>
                      <a:pt x="36331" y="26888"/>
                    </a:cubicBezTo>
                    <a:cubicBezTo>
                      <a:pt x="38131" y="26362"/>
                      <a:pt x="39682" y="25642"/>
                      <a:pt x="40983" y="24673"/>
                    </a:cubicBezTo>
                    <a:cubicBezTo>
                      <a:pt x="42284" y="23704"/>
                      <a:pt x="43309" y="22485"/>
                      <a:pt x="44084" y="21018"/>
                    </a:cubicBezTo>
                    <a:cubicBezTo>
                      <a:pt x="44832" y="19550"/>
                      <a:pt x="45220" y="17889"/>
                      <a:pt x="45220" y="16033"/>
                    </a:cubicBezTo>
                    <a:cubicBezTo>
                      <a:pt x="45220" y="14344"/>
                      <a:pt x="44915" y="12793"/>
                      <a:pt x="44334" y="11381"/>
                    </a:cubicBezTo>
                    <a:cubicBezTo>
                      <a:pt x="43724" y="9969"/>
                      <a:pt x="42866" y="8723"/>
                      <a:pt x="41703" y="7670"/>
                    </a:cubicBezTo>
                    <a:cubicBezTo>
                      <a:pt x="40540" y="6618"/>
                      <a:pt x="39156" y="5787"/>
                      <a:pt x="37494" y="5178"/>
                    </a:cubicBezTo>
                    <a:cubicBezTo>
                      <a:pt x="35832" y="4569"/>
                      <a:pt x="33922" y="4292"/>
                      <a:pt x="31734" y="4292"/>
                    </a:cubicBezTo>
                    <a:cubicBezTo>
                      <a:pt x="29574" y="4209"/>
                      <a:pt x="27525" y="4375"/>
                      <a:pt x="25642" y="4818"/>
                    </a:cubicBezTo>
                    <a:cubicBezTo>
                      <a:pt x="23759" y="5261"/>
                      <a:pt x="22098" y="5981"/>
                      <a:pt x="20685" y="6951"/>
                    </a:cubicBezTo>
                    <a:cubicBezTo>
                      <a:pt x="19273" y="7920"/>
                      <a:pt x="18138" y="9166"/>
                      <a:pt x="17335" y="10717"/>
                    </a:cubicBezTo>
                    <a:cubicBezTo>
                      <a:pt x="16504" y="12240"/>
                      <a:pt x="16116" y="14039"/>
                      <a:pt x="16116" y="16061"/>
                    </a:cubicBezTo>
                    <a:cubicBezTo>
                      <a:pt x="16116" y="17889"/>
                      <a:pt x="16504" y="19495"/>
                      <a:pt x="17279" y="20935"/>
                    </a:cubicBezTo>
                    <a:cubicBezTo>
                      <a:pt x="18054" y="22375"/>
                      <a:pt x="19107" y="23593"/>
                      <a:pt x="20409" y="24590"/>
                    </a:cubicBezTo>
                    <a:cubicBezTo>
                      <a:pt x="21710" y="25587"/>
                      <a:pt x="23233" y="26362"/>
                      <a:pt x="25005" y="26888"/>
                    </a:cubicBezTo>
                    <a:cubicBezTo>
                      <a:pt x="26750" y="27414"/>
                      <a:pt x="28605" y="27691"/>
                      <a:pt x="30543" y="27691"/>
                    </a:cubicBezTo>
                    <a:close/>
                  </a:path>
                </a:pathLst>
              </a:custGeom>
              <a:solidFill>
                <a:srgbClr val="231F20"/>
              </a:solidFill>
              <a:ln w="2767" cap="flat">
                <a:noFill/>
                <a:prstDash val="solid"/>
                <a:miter/>
              </a:ln>
            </p:spPr>
            <p:txBody>
              <a:bodyPr rtlCol="0" anchor="ctr"/>
              <a:lstStyle/>
              <a:p>
                <a:endParaRPr lang="en-US"/>
              </a:p>
            </p:txBody>
          </p:sp>
          <p:sp>
            <p:nvSpPr>
              <p:cNvPr id="4707" name="Freeform 4706">
                <a:extLst>
                  <a:ext uri="{FF2B5EF4-FFF2-40B4-BE49-F238E27FC236}">
                    <a16:creationId xmlns:a16="http://schemas.microsoft.com/office/drawing/2014/main" id="{A11B4044-2FBE-1DA3-FAC6-AD0FAAD2ED63}"/>
                  </a:ext>
                </a:extLst>
              </p:cNvPr>
              <p:cNvSpPr/>
              <p:nvPr/>
            </p:nvSpPr>
            <p:spPr>
              <a:xfrm>
                <a:off x="4514485" y="1712510"/>
                <a:ext cx="36303" cy="30988"/>
              </a:xfrm>
              <a:custGeom>
                <a:avLst/>
                <a:gdLst>
                  <a:gd name="connsiteX0" fmla="*/ 19052 w 36303"/>
                  <a:gd name="connsiteY0" fmla="*/ 26668 h 30988"/>
                  <a:gd name="connsiteX1" fmla="*/ 24341 w 36303"/>
                  <a:gd name="connsiteY1" fmla="*/ 25948 h 30988"/>
                  <a:gd name="connsiteX2" fmla="*/ 28661 w 36303"/>
                  <a:gd name="connsiteY2" fmla="*/ 23789 h 30988"/>
                  <a:gd name="connsiteX3" fmla="*/ 31596 w 36303"/>
                  <a:gd name="connsiteY3" fmla="*/ 20161 h 30988"/>
                  <a:gd name="connsiteX4" fmla="*/ 32704 w 36303"/>
                  <a:gd name="connsiteY4" fmla="*/ 15121 h 30988"/>
                  <a:gd name="connsiteX5" fmla="*/ 30655 w 36303"/>
                  <a:gd name="connsiteY5" fmla="*/ 8420 h 30988"/>
                  <a:gd name="connsiteX6" fmla="*/ 24812 w 36303"/>
                  <a:gd name="connsiteY6" fmla="*/ 4709 h 30988"/>
                  <a:gd name="connsiteX7" fmla="*/ 24812 w 36303"/>
                  <a:gd name="connsiteY7" fmla="*/ 251 h 30988"/>
                  <a:gd name="connsiteX8" fmla="*/ 29353 w 36303"/>
                  <a:gd name="connsiteY8" fmla="*/ 2189 h 30988"/>
                  <a:gd name="connsiteX9" fmla="*/ 33008 w 36303"/>
                  <a:gd name="connsiteY9" fmla="*/ 5180 h 30988"/>
                  <a:gd name="connsiteX10" fmla="*/ 35445 w 36303"/>
                  <a:gd name="connsiteY10" fmla="*/ 9444 h 30988"/>
                  <a:gd name="connsiteX11" fmla="*/ 36304 w 36303"/>
                  <a:gd name="connsiteY11" fmla="*/ 15149 h 30988"/>
                  <a:gd name="connsiteX12" fmla="*/ 34919 w 36303"/>
                  <a:gd name="connsiteY12" fmla="*/ 22265 h 30988"/>
                  <a:gd name="connsiteX13" fmla="*/ 31098 w 36303"/>
                  <a:gd name="connsiteY13" fmla="*/ 27195 h 30988"/>
                  <a:gd name="connsiteX14" fmla="*/ 25393 w 36303"/>
                  <a:gd name="connsiteY14" fmla="*/ 30047 h 30988"/>
                  <a:gd name="connsiteX15" fmla="*/ 18304 w 36303"/>
                  <a:gd name="connsiteY15" fmla="*/ 30988 h 30988"/>
                  <a:gd name="connsiteX16" fmla="*/ 11187 w 36303"/>
                  <a:gd name="connsiteY16" fmla="*/ 29881 h 30988"/>
                  <a:gd name="connsiteX17" fmla="*/ 5372 w 36303"/>
                  <a:gd name="connsiteY17" fmla="*/ 26752 h 30988"/>
                  <a:gd name="connsiteX18" fmla="*/ 1440 w 36303"/>
                  <a:gd name="connsiteY18" fmla="*/ 21795 h 30988"/>
                  <a:gd name="connsiteX19" fmla="*/ 0 w 36303"/>
                  <a:gd name="connsiteY19" fmla="*/ 15149 h 30988"/>
                  <a:gd name="connsiteX20" fmla="*/ 4874 w 36303"/>
                  <a:gd name="connsiteY20" fmla="*/ 3989 h 30988"/>
                  <a:gd name="connsiteX21" fmla="*/ 19052 w 36303"/>
                  <a:gd name="connsiteY21" fmla="*/ 2 h 30988"/>
                  <a:gd name="connsiteX22" fmla="*/ 19052 w 36303"/>
                  <a:gd name="connsiteY22" fmla="*/ 26724 h 30988"/>
                  <a:gd name="connsiteX23" fmla="*/ 15729 w 36303"/>
                  <a:gd name="connsiteY23" fmla="*/ 4211 h 30988"/>
                  <a:gd name="connsiteX24" fmla="*/ 10966 w 36303"/>
                  <a:gd name="connsiteY24" fmla="*/ 4903 h 30988"/>
                  <a:gd name="connsiteX25" fmla="*/ 7117 w 36303"/>
                  <a:gd name="connsiteY25" fmla="*/ 6952 h 30988"/>
                  <a:gd name="connsiteX26" fmla="*/ 4514 w 36303"/>
                  <a:gd name="connsiteY26" fmla="*/ 10386 h 30988"/>
                  <a:gd name="connsiteX27" fmla="*/ 3545 w 36303"/>
                  <a:gd name="connsiteY27" fmla="*/ 15093 h 30988"/>
                  <a:gd name="connsiteX28" fmla="*/ 4541 w 36303"/>
                  <a:gd name="connsiteY28" fmla="*/ 19773 h 30988"/>
                  <a:gd name="connsiteX29" fmla="*/ 7200 w 36303"/>
                  <a:gd name="connsiteY29" fmla="*/ 23235 h 30988"/>
                  <a:gd name="connsiteX30" fmla="*/ 11049 w 36303"/>
                  <a:gd name="connsiteY30" fmla="*/ 25533 h 30988"/>
                  <a:gd name="connsiteX31" fmla="*/ 15701 w 36303"/>
                  <a:gd name="connsiteY31" fmla="*/ 26668 h 30988"/>
                  <a:gd name="connsiteX32" fmla="*/ 15701 w 36303"/>
                  <a:gd name="connsiteY32" fmla="*/ 4211 h 30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6303" h="30988">
                    <a:moveTo>
                      <a:pt x="19052" y="26668"/>
                    </a:moveTo>
                    <a:cubicBezTo>
                      <a:pt x="20907" y="26668"/>
                      <a:pt x="22679" y="26419"/>
                      <a:pt x="24341" y="25948"/>
                    </a:cubicBezTo>
                    <a:cubicBezTo>
                      <a:pt x="26002" y="25450"/>
                      <a:pt x="27442" y="24730"/>
                      <a:pt x="28661" y="23789"/>
                    </a:cubicBezTo>
                    <a:cubicBezTo>
                      <a:pt x="29879" y="22847"/>
                      <a:pt x="30848" y="21629"/>
                      <a:pt x="31596" y="20161"/>
                    </a:cubicBezTo>
                    <a:cubicBezTo>
                      <a:pt x="32316" y="18693"/>
                      <a:pt x="32704" y="17004"/>
                      <a:pt x="32704" y="15121"/>
                    </a:cubicBezTo>
                    <a:cubicBezTo>
                      <a:pt x="32704" y="12518"/>
                      <a:pt x="32011" y="10275"/>
                      <a:pt x="30655" y="8420"/>
                    </a:cubicBezTo>
                    <a:cubicBezTo>
                      <a:pt x="29270" y="6564"/>
                      <a:pt x="27332" y="5318"/>
                      <a:pt x="24812" y="4709"/>
                    </a:cubicBezTo>
                    <a:lnTo>
                      <a:pt x="24812" y="251"/>
                    </a:lnTo>
                    <a:cubicBezTo>
                      <a:pt x="26445" y="749"/>
                      <a:pt x="27969" y="1386"/>
                      <a:pt x="29353" y="2189"/>
                    </a:cubicBezTo>
                    <a:cubicBezTo>
                      <a:pt x="30738" y="2992"/>
                      <a:pt x="31956" y="3989"/>
                      <a:pt x="33008" y="5180"/>
                    </a:cubicBezTo>
                    <a:cubicBezTo>
                      <a:pt x="34060" y="6371"/>
                      <a:pt x="34864" y="7783"/>
                      <a:pt x="35445" y="9444"/>
                    </a:cubicBezTo>
                    <a:cubicBezTo>
                      <a:pt x="36026" y="11078"/>
                      <a:pt x="36304" y="12989"/>
                      <a:pt x="36304" y="15149"/>
                    </a:cubicBezTo>
                    <a:cubicBezTo>
                      <a:pt x="36304" y="17890"/>
                      <a:pt x="35833" y="20272"/>
                      <a:pt x="34919" y="22265"/>
                    </a:cubicBezTo>
                    <a:cubicBezTo>
                      <a:pt x="33977" y="24259"/>
                      <a:pt x="32704" y="25893"/>
                      <a:pt x="31098" y="27195"/>
                    </a:cubicBezTo>
                    <a:cubicBezTo>
                      <a:pt x="29491" y="28468"/>
                      <a:pt x="27581" y="29438"/>
                      <a:pt x="25393" y="30047"/>
                    </a:cubicBezTo>
                    <a:cubicBezTo>
                      <a:pt x="23205" y="30656"/>
                      <a:pt x="20852" y="30988"/>
                      <a:pt x="18304" y="30988"/>
                    </a:cubicBezTo>
                    <a:cubicBezTo>
                      <a:pt x="15757" y="30988"/>
                      <a:pt x="13403" y="30628"/>
                      <a:pt x="11187" y="29881"/>
                    </a:cubicBezTo>
                    <a:cubicBezTo>
                      <a:pt x="8972" y="29161"/>
                      <a:pt x="7034" y="28108"/>
                      <a:pt x="5372" y="26752"/>
                    </a:cubicBezTo>
                    <a:cubicBezTo>
                      <a:pt x="3711" y="25395"/>
                      <a:pt x="2409" y="23761"/>
                      <a:pt x="1440" y="21795"/>
                    </a:cubicBezTo>
                    <a:cubicBezTo>
                      <a:pt x="499" y="19856"/>
                      <a:pt x="0" y="17641"/>
                      <a:pt x="0" y="15149"/>
                    </a:cubicBezTo>
                    <a:cubicBezTo>
                      <a:pt x="0" y="10414"/>
                      <a:pt x="1634" y="6675"/>
                      <a:pt x="4874" y="3989"/>
                    </a:cubicBezTo>
                    <a:cubicBezTo>
                      <a:pt x="8141" y="1275"/>
                      <a:pt x="12849" y="-54"/>
                      <a:pt x="19052" y="2"/>
                    </a:cubicBezTo>
                    <a:lnTo>
                      <a:pt x="19052" y="26724"/>
                    </a:lnTo>
                    <a:close/>
                    <a:moveTo>
                      <a:pt x="15729" y="4211"/>
                    </a:moveTo>
                    <a:cubicBezTo>
                      <a:pt x="14040" y="4211"/>
                      <a:pt x="12461" y="4432"/>
                      <a:pt x="10966" y="4903"/>
                    </a:cubicBezTo>
                    <a:cubicBezTo>
                      <a:pt x="9471" y="5374"/>
                      <a:pt x="8197" y="6066"/>
                      <a:pt x="7117" y="6952"/>
                    </a:cubicBezTo>
                    <a:cubicBezTo>
                      <a:pt x="6037" y="7866"/>
                      <a:pt x="5179" y="9001"/>
                      <a:pt x="4514" y="10386"/>
                    </a:cubicBezTo>
                    <a:cubicBezTo>
                      <a:pt x="3877" y="11770"/>
                      <a:pt x="3545" y="13321"/>
                      <a:pt x="3545" y="15093"/>
                    </a:cubicBezTo>
                    <a:cubicBezTo>
                      <a:pt x="3545" y="16866"/>
                      <a:pt x="3877" y="18416"/>
                      <a:pt x="4541" y="19773"/>
                    </a:cubicBezTo>
                    <a:cubicBezTo>
                      <a:pt x="5206" y="21130"/>
                      <a:pt x="6092" y="22265"/>
                      <a:pt x="7200" y="23235"/>
                    </a:cubicBezTo>
                    <a:cubicBezTo>
                      <a:pt x="8307" y="24176"/>
                      <a:pt x="9581" y="24952"/>
                      <a:pt x="11049" y="25533"/>
                    </a:cubicBezTo>
                    <a:cubicBezTo>
                      <a:pt x="12517" y="26115"/>
                      <a:pt x="14067" y="26475"/>
                      <a:pt x="15701" y="26668"/>
                    </a:cubicBezTo>
                    <a:lnTo>
                      <a:pt x="15701" y="4211"/>
                    </a:lnTo>
                    <a:close/>
                  </a:path>
                </a:pathLst>
              </a:custGeom>
              <a:solidFill>
                <a:srgbClr val="231F20"/>
              </a:solidFill>
              <a:ln w="2767" cap="flat">
                <a:noFill/>
                <a:prstDash val="solid"/>
                <a:miter/>
              </a:ln>
            </p:spPr>
            <p:txBody>
              <a:bodyPr rtlCol="0" anchor="ctr"/>
              <a:lstStyle/>
              <a:p>
                <a:endParaRPr lang="en-US"/>
              </a:p>
            </p:txBody>
          </p:sp>
          <p:sp>
            <p:nvSpPr>
              <p:cNvPr id="4708" name="Freeform 4707">
                <a:extLst>
                  <a:ext uri="{FF2B5EF4-FFF2-40B4-BE49-F238E27FC236}">
                    <a16:creationId xmlns:a16="http://schemas.microsoft.com/office/drawing/2014/main" id="{CC77F64D-9472-D6F1-7118-7956FE51876A}"/>
                  </a:ext>
                </a:extLst>
              </p:cNvPr>
              <p:cNvSpPr/>
              <p:nvPr/>
            </p:nvSpPr>
            <p:spPr>
              <a:xfrm>
                <a:off x="4505817" y="1692574"/>
                <a:ext cx="44942" cy="15534"/>
              </a:xfrm>
              <a:custGeom>
                <a:avLst/>
                <a:gdLst>
                  <a:gd name="connsiteX0" fmla="*/ 44140 w 44942"/>
                  <a:gd name="connsiteY0" fmla="*/ 0 h 15534"/>
                  <a:gd name="connsiteX1" fmla="*/ 44611 w 44942"/>
                  <a:gd name="connsiteY1" fmla="*/ 1938 h 15534"/>
                  <a:gd name="connsiteX2" fmla="*/ 44943 w 44942"/>
                  <a:gd name="connsiteY2" fmla="*/ 4597 h 15534"/>
                  <a:gd name="connsiteX3" fmla="*/ 43448 w 44942"/>
                  <a:gd name="connsiteY3" fmla="*/ 9138 h 15534"/>
                  <a:gd name="connsiteX4" fmla="*/ 38103 w 44942"/>
                  <a:gd name="connsiteY4" fmla="*/ 10689 h 15534"/>
                  <a:gd name="connsiteX5" fmla="*/ 12904 w 44942"/>
                  <a:gd name="connsiteY5" fmla="*/ 10689 h 15534"/>
                  <a:gd name="connsiteX6" fmla="*/ 12904 w 44942"/>
                  <a:gd name="connsiteY6" fmla="*/ 15535 h 15534"/>
                  <a:gd name="connsiteX7" fmla="*/ 9581 w 44942"/>
                  <a:gd name="connsiteY7" fmla="*/ 15535 h 15534"/>
                  <a:gd name="connsiteX8" fmla="*/ 9581 w 44942"/>
                  <a:gd name="connsiteY8" fmla="*/ 10689 h 15534"/>
                  <a:gd name="connsiteX9" fmla="*/ 0 w 44942"/>
                  <a:gd name="connsiteY9" fmla="*/ 10689 h 15534"/>
                  <a:gd name="connsiteX10" fmla="*/ 0 w 44942"/>
                  <a:gd name="connsiteY10" fmla="*/ 6701 h 15534"/>
                  <a:gd name="connsiteX11" fmla="*/ 9581 w 44942"/>
                  <a:gd name="connsiteY11" fmla="*/ 6701 h 15534"/>
                  <a:gd name="connsiteX12" fmla="*/ 9581 w 44942"/>
                  <a:gd name="connsiteY12" fmla="*/ 249 h 15534"/>
                  <a:gd name="connsiteX13" fmla="*/ 12904 w 44942"/>
                  <a:gd name="connsiteY13" fmla="*/ 249 h 15534"/>
                  <a:gd name="connsiteX14" fmla="*/ 12904 w 44942"/>
                  <a:gd name="connsiteY14" fmla="*/ 6701 h 15534"/>
                  <a:gd name="connsiteX15" fmla="*/ 36497 w 44942"/>
                  <a:gd name="connsiteY15" fmla="*/ 6701 h 15534"/>
                  <a:gd name="connsiteX16" fmla="*/ 38685 w 44942"/>
                  <a:gd name="connsiteY16" fmla="*/ 6646 h 15534"/>
                  <a:gd name="connsiteX17" fmla="*/ 40208 w 44942"/>
                  <a:gd name="connsiteY17" fmla="*/ 6258 h 15534"/>
                  <a:gd name="connsiteX18" fmla="*/ 41066 w 44942"/>
                  <a:gd name="connsiteY18" fmla="*/ 5234 h 15534"/>
                  <a:gd name="connsiteX19" fmla="*/ 41343 w 44942"/>
                  <a:gd name="connsiteY19" fmla="*/ 3268 h 15534"/>
                  <a:gd name="connsiteX20" fmla="*/ 41204 w 44942"/>
                  <a:gd name="connsiteY20" fmla="*/ 1634 h 15534"/>
                  <a:gd name="connsiteX21" fmla="*/ 40872 w 44942"/>
                  <a:gd name="connsiteY21" fmla="*/ 0 h 15534"/>
                  <a:gd name="connsiteX22" fmla="*/ 44140 w 44942"/>
                  <a:gd name="connsiteY22" fmla="*/ 0 h 15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4942" h="15534">
                    <a:moveTo>
                      <a:pt x="44140" y="0"/>
                    </a:moveTo>
                    <a:cubicBezTo>
                      <a:pt x="44223" y="498"/>
                      <a:pt x="44389" y="1135"/>
                      <a:pt x="44611" y="1938"/>
                    </a:cubicBezTo>
                    <a:cubicBezTo>
                      <a:pt x="44832" y="2741"/>
                      <a:pt x="44943" y="3628"/>
                      <a:pt x="44943" y="4597"/>
                    </a:cubicBezTo>
                    <a:cubicBezTo>
                      <a:pt x="44943" y="6591"/>
                      <a:pt x="44444" y="8114"/>
                      <a:pt x="43448" y="9138"/>
                    </a:cubicBezTo>
                    <a:cubicBezTo>
                      <a:pt x="42451" y="10163"/>
                      <a:pt x="40678" y="10689"/>
                      <a:pt x="38103" y="10689"/>
                    </a:cubicBezTo>
                    <a:lnTo>
                      <a:pt x="12904" y="10689"/>
                    </a:lnTo>
                    <a:lnTo>
                      <a:pt x="12904" y="15535"/>
                    </a:lnTo>
                    <a:lnTo>
                      <a:pt x="9581" y="15535"/>
                    </a:lnTo>
                    <a:lnTo>
                      <a:pt x="9581" y="10689"/>
                    </a:lnTo>
                    <a:lnTo>
                      <a:pt x="0" y="10689"/>
                    </a:lnTo>
                    <a:lnTo>
                      <a:pt x="0" y="6701"/>
                    </a:lnTo>
                    <a:lnTo>
                      <a:pt x="9581" y="6701"/>
                    </a:lnTo>
                    <a:lnTo>
                      <a:pt x="9581" y="249"/>
                    </a:lnTo>
                    <a:lnTo>
                      <a:pt x="12904" y="249"/>
                    </a:lnTo>
                    <a:lnTo>
                      <a:pt x="12904" y="6701"/>
                    </a:lnTo>
                    <a:lnTo>
                      <a:pt x="36497" y="6701"/>
                    </a:lnTo>
                    <a:cubicBezTo>
                      <a:pt x="37328" y="6701"/>
                      <a:pt x="38076" y="6701"/>
                      <a:pt x="38685" y="6646"/>
                    </a:cubicBezTo>
                    <a:cubicBezTo>
                      <a:pt x="39294" y="6591"/>
                      <a:pt x="39820" y="6480"/>
                      <a:pt x="40208" y="6258"/>
                    </a:cubicBezTo>
                    <a:cubicBezTo>
                      <a:pt x="40595" y="6037"/>
                      <a:pt x="40900" y="5704"/>
                      <a:pt x="41066" y="5234"/>
                    </a:cubicBezTo>
                    <a:cubicBezTo>
                      <a:pt x="41232" y="4763"/>
                      <a:pt x="41343" y="4126"/>
                      <a:pt x="41343" y="3268"/>
                    </a:cubicBezTo>
                    <a:cubicBezTo>
                      <a:pt x="41343" y="2741"/>
                      <a:pt x="41288" y="2188"/>
                      <a:pt x="41204" y="1634"/>
                    </a:cubicBezTo>
                    <a:cubicBezTo>
                      <a:pt x="41122" y="1080"/>
                      <a:pt x="41011" y="526"/>
                      <a:pt x="40872" y="0"/>
                    </a:cubicBezTo>
                    <a:lnTo>
                      <a:pt x="44140" y="0"/>
                    </a:lnTo>
                    <a:close/>
                  </a:path>
                </a:pathLst>
              </a:custGeom>
              <a:solidFill>
                <a:srgbClr val="231F20"/>
              </a:solidFill>
              <a:ln w="2767" cap="flat">
                <a:noFill/>
                <a:prstDash val="solid"/>
                <a:miter/>
              </a:ln>
            </p:spPr>
            <p:txBody>
              <a:bodyPr rtlCol="0" anchor="ctr"/>
              <a:lstStyle/>
              <a:p>
                <a:endParaRPr lang="en-US"/>
              </a:p>
            </p:txBody>
          </p:sp>
          <p:sp>
            <p:nvSpPr>
              <p:cNvPr id="4709" name="Freeform 4708">
                <a:extLst>
                  <a:ext uri="{FF2B5EF4-FFF2-40B4-BE49-F238E27FC236}">
                    <a16:creationId xmlns:a16="http://schemas.microsoft.com/office/drawing/2014/main" id="{2BBFF566-56AA-59C8-EC23-F8A4B3B1775C}"/>
                  </a:ext>
                </a:extLst>
              </p:cNvPr>
              <p:cNvSpPr/>
              <p:nvPr/>
            </p:nvSpPr>
            <p:spPr>
              <a:xfrm>
                <a:off x="4505817" y="1674104"/>
                <a:ext cx="44942" cy="15534"/>
              </a:xfrm>
              <a:custGeom>
                <a:avLst/>
                <a:gdLst>
                  <a:gd name="connsiteX0" fmla="*/ 44140 w 44942"/>
                  <a:gd name="connsiteY0" fmla="*/ 0 h 15534"/>
                  <a:gd name="connsiteX1" fmla="*/ 44611 w 44942"/>
                  <a:gd name="connsiteY1" fmla="*/ 1938 h 15534"/>
                  <a:gd name="connsiteX2" fmla="*/ 44943 w 44942"/>
                  <a:gd name="connsiteY2" fmla="*/ 4597 h 15534"/>
                  <a:gd name="connsiteX3" fmla="*/ 43448 w 44942"/>
                  <a:gd name="connsiteY3" fmla="*/ 9138 h 15534"/>
                  <a:gd name="connsiteX4" fmla="*/ 38103 w 44942"/>
                  <a:gd name="connsiteY4" fmla="*/ 10689 h 15534"/>
                  <a:gd name="connsiteX5" fmla="*/ 12904 w 44942"/>
                  <a:gd name="connsiteY5" fmla="*/ 10689 h 15534"/>
                  <a:gd name="connsiteX6" fmla="*/ 12904 w 44942"/>
                  <a:gd name="connsiteY6" fmla="*/ 15535 h 15534"/>
                  <a:gd name="connsiteX7" fmla="*/ 9581 w 44942"/>
                  <a:gd name="connsiteY7" fmla="*/ 15535 h 15534"/>
                  <a:gd name="connsiteX8" fmla="*/ 9581 w 44942"/>
                  <a:gd name="connsiteY8" fmla="*/ 10689 h 15534"/>
                  <a:gd name="connsiteX9" fmla="*/ 0 w 44942"/>
                  <a:gd name="connsiteY9" fmla="*/ 10689 h 15534"/>
                  <a:gd name="connsiteX10" fmla="*/ 0 w 44942"/>
                  <a:gd name="connsiteY10" fmla="*/ 6701 h 15534"/>
                  <a:gd name="connsiteX11" fmla="*/ 9581 w 44942"/>
                  <a:gd name="connsiteY11" fmla="*/ 6701 h 15534"/>
                  <a:gd name="connsiteX12" fmla="*/ 9581 w 44942"/>
                  <a:gd name="connsiteY12" fmla="*/ 249 h 15534"/>
                  <a:gd name="connsiteX13" fmla="*/ 12904 w 44942"/>
                  <a:gd name="connsiteY13" fmla="*/ 249 h 15534"/>
                  <a:gd name="connsiteX14" fmla="*/ 12904 w 44942"/>
                  <a:gd name="connsiteY14" fmla="*/ 6701 h 15534"/>
                  <a:gd name="connsiteX15" fmla="*/ 36497 w 44942"/>
                  <a:gd name="connsiteY15" fmla="*/ 6701 h 15534"/>
                  <a:gd name="connsiteX16" fmla="*/ 38685 w 44942"/>
                  <a:gd name="connsiteY16" fmla="*/ 6646 h 15534"/>
                  <a:gd name="connsiteX17" fmla="*/ 40208 w 44942"/>
                  <a:gd name="connsiteY17" fmla="*/ 6258 h 15534"/>
                  <a:gd name="connsiteX18" fmla="*/ 41066 w 44942"/>
                  <a:gd name="connsiteY18" fmla="*/ 5234 h 15534"/>
                  <a:gd name="connsiteX19" fmla="*/ 41343 w 44942"/>
                  <a:gd name="connsiteY19" fmla="*/ 3268 h 15534"/>
                  <a:gd name="connsiteX20" fmla="*/ 41204 w 44942"/>
                  <a:gd name="connsiteY20" fmla="*/ 1634 h 15534"/>
                  <a:gd name="connsiteX21" fmla="*/ 40872 w 44942"/>
                  <a:gd name="connsiteY21" fmla="*/ 0 h 15534"/>
                  <a:gd name="connsiteX22" fmla="*/ 44140 w 44942"/>
                  <a:gd name="connsiteY22" fmla="*/ 0 h 15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4942" h="15534">
                    <a:moveTo>
                      <a:pt x="44140" y="0"/>
                    </a:moveTo>
                    <a:cubicBezTo>
                      <a:pt x="44223" y="498"/>
                      <a:pt x="44389" y="1135"/>
                      <a:pt x="44611" y="1938"/>
                    </a:cubicBezTo>
                    <a:cubicBezTo>
                      <a:pt x="44832" y="2741"/>
                      <a:pt x="44943" y="3628"/>
                      <a:pt x="44943" y="4597"/>
                    </a:cubicBezTo>
                    <a:cubicBezTo>
                      <a:pt x="44943" y="6591"/>
                      <a:pt x="44444" y="8114"/>
                      <a:pt x="43448" y="9138"/>
                    </a:cubicBezTo>
                    <a:cubicBezTo>
                      <a:pt x="42451" y="10163"/>
                      <a:pt x="40678" y="10689"/>
                      <a:pt x="38103" y="10689"/>
                    </a:cubicBezTo>
                    <a:lnTo>
                      <a:pt x="12904" y="10689"/>
                    </a:lnTo>
                    <a:lnTo>
                      <a:pt x="12904" y="15535"/>
                    </a:lnTo>
                    <a:lnTo>
                      <a:pt x="9581" y="15535"/>
                    </a:lnTo>
                    <a:lnTo>
                      <a:pt x="9581" y="10689"/>
                    </a:lnTo>
                    <a:lnTo>
                      <a:pt x="0" y="10689"/>
                    </a:lnTo>
                    <a:lnTo>
                      <a:pt x="0" y="6701"/>
                    </a:lnTo>
                    <a:lnTo>
                      <a:pt x="9581" y="6701"/>
                    </a:lnTo>
                    <a:lnTo>
                      <a:pt x="9581" y="249"/>
                    </a:lnTo>
                    <a:lnTo>
                      <a:pt x="12904" y="249"/>
                    </a:lnTo>
                    <a:lnTo>
                      <a:pt x="12904" y="6701"/>
                    </a:lnTo>
                    <a:lnTo>
                      <a:pt x="36497" y="6701"/>
                    </a:lnTo>
                    <a:cubicBezTo>
                      <a:pt x="37328" y="6701"/>
                      <a:pt x="38076" y="6701"/>
                      <a:pt x="38685" y="6646"/>
                    </a:cubicBezTo>
                    <a:cubicBezTo>
                      <a:pt x="39294" y="6591"/>
                      <a:pt x="39820" y="6480"/>
                      <a:pt x="40208" y="6258"/>
                    </a:cubicBezTo>
                    <a:cubicBezTo>
                      <a:pt x="40595" y="6037"/>
                      <a:pt x="40900" y="5704"/>
                      <a:pt x="41066" y="5234"/>
                    </a:cubicBezTo>
                    <a:cubicBezTo>
                      <a:pt x="41232" y="4763"/>
                      <a:pt x="41343" y="4126"/>
                      <a:pt x="41343" y="3268"/>
                    </a:cubicBezTo>
                    <a:cubicBezTo>
                      <a:pt x="41343" y="2741"/>
                      <a:pt x="41288" y="2188"/>
                      <a:pt x="41204" y="1634"/>
                    </a:cubicBezTo>
                    <a:cubicBezTo>
                      <a:pt x="41122" y="1080"/>
                      <a:pt x="41011" y="526"/>
                      <a:pt x="40872" y="0"/>
                    </a:cubicBezTo>
                    <a:lnTo>
                      <a:pt x="44140" y="0"/>
                    </a:lnTo>
                    <a:close/>
                  </a:path>
                </a:pathLst>
              </a:custGeom>
              <a:solidFill>
                <a:srgbClr val="231F20"/>
              </a:solidFill>
              <a:ln w="2767" cap="flat">
                <a:noFill/>
                <a:prstDash val="solid"/>
                <a:miter/>
              </a:ln>
            </p:spPr>
            <p:txBody>
              <a:bodyPr rtlCol="0" anchor="ctr"/>
              <a:lstStyle/>
              <a:p>
                <a:endParaRPr lang="en-US"/>
              </a:p>
            </p:txBody>
          </p:sp>
          <p:sp>
            <p:nvSpPr>
              <p:cNvPr id="4710" name="Freeform 4709">
                <a:extLst>
                  <a:ext uri="{FF2B5EF4-FFF2-40B4-BE49-F238E27FC236}">
                    <a16:creationId xmlns:a16="http://schemas.microsoft.com/office/drawing/2014/main" id="{CCC3CFC5-CEE9-1194-DC0C-20B5D0780698}"/>
                  </a:ext>
                </a:extLst>
              </p:cNvPr>
              <p:cNvSpPr/>
              <p:nvPr/>
            </p:nvSpPr>
            <p:spPr>
              <a:xfrm>
                <a:off x="4514485" y="1638602"/>
                <a:ext cx="36303" cy="30988"/>
              </a:xfrm>
              <a:custGeom>
                <a:avLst/>
                <a:gdLst>
                  <a:gd name="connsiteX0" fmla="*/ 19052 w 36303"/>
                  <a:gd name="connsiteY0" fmla="*/ 26668 h 30988"/>
                  <a:gd name="connsiteX1" fmla="*/ 24341 w 36303"/>
                  <a:gd name="connsiteY1" fmla="*/ 25948 h 30988"/>
                  <a:gd name="connsiteX2" fmla="*/ 28661 w 36303"/>
                  <a:gd name="connsiteY2" fmla="*/ 23789 h 30988"/>
                  <a:gd name="connsiteX3" fmla="*/ 31596 w 36303"/>
                  <a:gd name="connsiteY3" fmla="*/ 20161 h 30988"/>
                  <a:gd name="connsiteX4" fmla="*/ 32704 w 36303"/>
                  <a:gd name="connsiteY4" fmla="*/ 15121 h 30988"/>
                  <a:gd name="connsiteX5" fmla="*/ 30655 w 36303"/>
                  <a:gd name="connsiteY5" fmla="*/ 8420 h 30988"/>
                  <a:gd name="connsiteX6" fmla="*/ 24812 w 36303"/>
                  <a:gd name="connsiteY6" fmla="*/ 4709 h 30988"/>
                  <a:gd name="connsiteX7" fmla="*/ 24812 w 36303"/>
                  <a:gd name="connsiteY7" fmla="*/ 251 h 30988"/>
                  <a:gd name="connsiteX8" fmla="*/ 29353 w 36303"/>
                  <a:gd name="connsiteY8" fmla="*/ 2189 h 30988"/>
                  <a:gd name="connsiteX9" fmla="*/ 33008 w 36303"/>
                  <a:gd name="connsiteY9" fmla="*/ 5180 h 30988"/>
                  <a:gd name="connsiteX10" fmla="*/ 35445 w 36303"/>
                  <a:gd name="connsiteY10" fmla="*/ 9444 h 30988"/>
                  <a:gd name="connsiteX11" fmla="*/ 36304 w 36303"/>
                  <a:gd name="connsiteY11" fmla="*/ 15149 h 30988"/>
                  <a:gd name="connsiteX12" fmla="*/ 34919 w 36303"/>
                  <a:gd name="connsiteY12" fmla="*/ 22265 h 30988"/>
                  <a:gd name="connsiteX13" fmla="*/ 31098 w 36303"/>
                  <a:gd name="connsiteY13" fmla="*/ 27195 h 30988"/>
                  <a:gd name="connsiteX14" fmla="*/ 25393 w 36303"/>
                  <a:gd name="connsiteY14" fmla="*/ 30047 h 30988"/>
                  <a:gd name="connsiteX15" fmla="*/ 18304 w 36303"/>
                  <a:gd name="connsiteY15" fmla="*/ 30988 h 30988"/>
                  <a:gd name="connsiteX16" fmla="*/ 11187 w 36303"/>
                  <a:gd name="connsiteY16" fmla="*/ 29881 h 30988"/>
                  <a:gd name="connsiteX17" fmla="*/ 5372 w 36303"/>
                  <a:gd name="connsiteY17" fmla="*/ 26752 h 30988"/>
                  <a:gd name="connsiteX18" fmla="*/ 1440 w 36303"/>
                  <a:gd name="connsiteY18" fmla="*/ 21795 h 30988"/>
                  <a:gd name="connsiteX19" fmla="*/ 0 w 36303"/>
                  <a:gd name="connsiteY19" fmla="*/ 15149 h 30988"/>
                  <a:gd name="connsiteX20" fmla="*/ 4874 w 36303"/>
                  <a:gd name="connsiteY20" fmla="*/ 3989 h 30988"/>
                  <a:gd name="connsiteX21" fmla="*/ 19052 w 36303"/>
                  <a:gd name="connsiteY21" fmla="*/ 2 h 30988"/>
                  <a:gd name="connsiteX22" fmla="*/ 19052 w 36303"/>
                  <a:gd name="connsiteY22" fmla="*/ 26724 h 30988"/>
                  <a:gd name="connsiteX23" fmla="*/ 15729 w 36303"/>
                  <a:gd name="connsiteY23" fmla="*/ 4211 h 30988"/>
                  <a:gd name="connsiteX24" fmla="*/ 10966 w 36303"/>
                  <a:gd name="connsiteY24" fmla="*/ 4903 h 30988"/>
                  <a:gd name="connsiteX25" fmla="*/ 7117 w 36303"/>
                  <a:gd name="connsiteY25" fmla="*/ 6952 h 30988"/>
                  <a:gd name="connsiteX26" fmla="*/ 4514 w 36303"/>
                  <a:gd name="connsiteY26" fmla="*/ 10386 h 30988"/>
                  <a:gd name="connsiteX27" fmla="*/ 3545 w 36303"/>
                  <a:gd name="connsiteY27" fmla="*/ 15093 h 30988"/>
                  <a:gd name="connsiteX28" fmla="*/ 4541 w 36303"/>
                  <a:gd name="connsiteY28" fmla="*/ 19773 h 30988"/>
                  <a:gd name="connsiteX29" fmla="*/ 7200 w 36303"/>
                  <a:gd name="connsiteY29" fmla="*/ 23235 h 30988"/>
                  <a:gd name="connsiteX30" fmla="*/ 11049 w 36303"/>
                  <a:gd name="connsiteY30" fmla="*/ 25533 h 30988"/>
                  <a:gd name="connsiteX31" fmla="*/ 15701 w 36303"/>
                  <a:gd name="connsiteY31" fmla="*/ 26668 h 30988"/>
                  <a:gd name="connsiteX32" fmla="*/ 15701 w 36303"/>
                  <a:gd name="connsiteY32" fmla="*/ 4211 h 30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6303" h="30988">
                    <a:moveTo>
                      <a:pt x="19052" y="26668"/>
                    </a:moveTo>
                    <a:cubicBezTo>
                      <a:pt x="20907" y="26668"/>
                      <a:pt x="22679" y="26419"/>
                      <a:pt x="24341" y="25948"/>
                    </a:cubicBezTo>
                    <a:cubicBezTo>
                      <a:pt x="26002" y="25450"/>
                      <a:pt x="27442" y="24730"/>
                      <a:pt x="28661" y="23789"/>
                    </a:cubicBezTo>
                    <a:cubicBezTo>
                      <a:pt x="29879" y="22847"/>
                      <a:pt x="30848" y="21629"/>
                      <a:pt x="31596" y="20161"/>
                    </a:cubicBezTo>
                    <a:cubicBezTo>
                      <a:pt x="32316" y="18693"/>
                      <a:pt x="32704" y="17004"/>
                      <a:pt x="32704" y="15121"/>
                    </a:cubicBezTo>
                    <a:cubicBezTo>
                      <a:pt x="32704" y="12518"/>
                      <a:pt x="32011" y="10275"/>
                      <a:pt x="30655" y="8420"/>
                    </a:cubicBezTo>
                    <a:cubicBezTo>
                      <a:pt x="29270" y="6564"/>
                      <a:pt x="27332" y="5318"/>
                      <a:pt x="24812" y="4709"/>
                    </a:cubicBezTo>
                    <a:lnTo>
                      <a:pt x="24812" y="251"/>
                    </a:lnTo>
                    <a:cubicBezTo>
                      <a:pt x="26445" y="749"/>
                      <a:pt x="27969" y="1386"/>
                      <a:pt x="29353" y="2189"/>
                    </a:cubicBezTo>
                    <a:cubicBezTo>
                      <a:pt x="30738" y="2992"/>
                      <a:pt x="31956" y="3989"/>
                      <a:pt x="33008" y="5180"/>
                    </a:cubicBezTo>
                    <a:cubicBezTo>
                      <a:pt x="34060" y="6371"/>
                      <a:pt x="34864" y="7783"/>
                      <a:pt x="35445" y="9444"/>
                    </a:cubicBezTo>
                    <a:cubicBezTo>
                      <a:pt x="36026" y="11078"/>
                      <a:pt x="36304" y="12989"/>
                      <a:pt x="36304" y="15149"/>
                    </a:cubicBezTo>
                    <a:cubicBezTo>
                      <a:pt x="36304" y="17890"/>
                      <a:pt x="35833" y="20272"/>
                      <a:pt x="34919" y="22265"/>
                    </a:cubicBezTo>
                    <a:cubicBezTo>
                      <a:pt x="33977" y="24259"/>
                      <a:pt x="32704" y="25893"/>
                      <a:pt x="31098" y="27195"/>
                    </a:cubicBezTo>
                    <a:cubicBezTo>
                      <a:pt x="29491" y="28468"/>
                      <a:pt x="27581" y="29438"/>
                      <a:pt x="25393" y="30047"/>
                    </a:cubicBezTo>
                    <a:cubicBezTo>
                      <a:pt x="23205" y="30656"/>
                      <a:pt x="20852" y="30988"/>
                      <a:pt x="18304" y="30988"/>
                    </a:cubicBezTo>
                    <a:cubicBezTo>
                      <a:pt x="15757" y="30988"/>
                      <a:pt x="13403" y="30628"/>
                      <a:pt x="11187" y="29881"/>
                    </a:cubicBezTo>
                    <a:cubicBezTo>
                      <a:pt x="8972" y="29161"/>
                      <a:pt x="7034" y="28108"/>
                      <a:pt x="5372" y="26752"/>
                    </a:cubicBezTo>
                    <a:cubicBezTo>
                      <a:pt x="3711" y="25395"/>
                      <a:pt x="2409" y="23761"/>
                      <a:pt x="1440" y="21795"/>
                    </a:cubicBezTo>
                    <a:cubicBezTo>
                      <a:pt x="499" y="19856"/>
                      <a:pt x="0" y="17641"/>
                      <a:pt x="0" y="15149"/>
                    </a:cubicBezTo>
                    <a:cubicBezTo>
                      <a:pt x="0" y="10414"/>
                      <a:pt x="1634" y="6675"/>
                      <a:pt x="4874" y="3989"/>
                    </a:cubicBezTo>
                    <a:cubicBezTo>
                      <a:pt x="8141" y="1275"/>
                      <a:pt x="12849" y="-54"/>
                      <a:pt x="19052" y="2"/>
                    </a:cubicBezTo>
                    <a:lnTo>
                      <a:pt x="19052" y="26724"/>
                    </a:lnTo>
                    <a:close/>
                    <a:moveTo>
                      <a:pt x="15729" y="4211"/>
                    </a:moveTo>
                    <a:cubicBezTo>
                      <a:pt x="14040" y="4211"/>
                      <a:pt x="12461" y="4432"/>
                      <a:pt x="10966" y="4903"/>
                    </a:cubicBezTo>
                    <a:cubicBezTo>
                      <a:pt x="9471" y="5374"/>
                      <a:pt x="8197" y="6066"/>
                      <a:pt x="7117" y="6952"/>
                    </a:cubicBezTo>
                    <a:cubicBezTo>
                      <a:pt x="6037" y="7866"/>
                      <a:pt x="5179" y="9001"/>
                      <a:pt x="4514" y="10386"/>
                    </a:cubicBezTo>
                    <a:cubicBezTo>
                      <a:pt x="3877" y="11770"/>
                      <a:pt x="3545" y="13321"/>
                      <a:pt x="3545" y="15093"/>
                    </a:cubicBezTo>
                    <a:cubicBezTo>
                      <a:pt x="3545" y="16866"/>
                      <a:pt x="3877" y="18416"/>
                      <a:pt x="4541" y="19773"/>
                    </a:cubicBezTo>
                    <a:cubicBezTo>
                      <a:pt x="5206" y="21130"/>
                      <a:pt x="6092" y="22265"/>
                      <a:pt x="7200" y="23235"/>
                    </a:cubicBezTo>
                    <a:cubicBezTo>
                      <a:pt x="8307" y="24176"/>
                      <a:pt x="9581" y="24952"/>
                      <a:pt x="11049" y="25533"/>
                    </a:cubicBezTo>
                    <a:cubicBezTo>
                      <a:pt x="12517" y="26115"/>
                      <a:pt x="14067" y="26475"/>
                      <a:pt x="15701" y="26668"/>
                    </a:cubicBezTo>
                    <a:lnTo>
                      <a:pt x="15701" y="4211"/>
                    </a:lnTo>
                    <a:close/>
                  </a:path>
                </a:pathLst>
              </a:custGeom>
              <a:solidFill>
                <a:srgbClr val="231F20"/>
              </a:solidFill>
              <a:ln w="2767" cap="flat">
                <a:noFill/>
                <a:prstDash val="solid"/>
                <a:miter/>
              </a:ln>
            </p:spPr>
            <p:txBody>
              <a:bodyPr rtlCol="0" anchor="ctr"/>
              <a:lstStyle/>
              <a:p>
                <a:endParaRPr lang="en-US"/>
              </a:p>
            </p:txBody>
          </p:sp>
          <p:sp>
            <p:nvSpPr>
              <p:cNvPr id="4711" name="Freeform 4710">
                <a:extLst>
                  <a:ext uri="{FF2B5EF4-FFF2-40B4-BE49-F238E27FC236}">
                    <a16:creationId xmlns:a16="http://schemas.microsoft.com/office/drawing/2014/main" id="{CD9A5808-3343-66CE-7907-A3967D200815}"/>
                  </a:ext>
                </a:extLst>
              </p:cNvPr>
              <p:cNvSpPr/>
              <p:nvPr/>
            </p:nvSpPr>
            <p:spPr>
              <a:xfrm>
                <a:off x="4514457" y="1615205"/>
                <a:ext cx="35361" cy="15368"/>
              </a:xfrm>
              <a:custGeom>
                <a:avLst/>
                <a:gdLst>
                  <a:gd name="connsiteX0" fmla="*/ 35362 w 35361"/>
                  <a:gd name="connsiteY0" fmla="*/ 11381 h 15368"/>
                  <a:gd name="connsiteX1" fmla="*/ 35362 w 35361"/>
                  <a:gd name="connsiteY1" fmla="*/ 15369 h 15368"/>
                  <a:gd name="connsiteX2" fmla="*/ 941 w 35361"/>
                  <a:gd name="connsiteY2" fmla="*/ 15369 h 15368"/>
                  <a:gd name="connsiteX3" fmla="*/ 941 w 35361"/>
                  <a:gd name="connsiteY3" fmla="*/ 11381 h 15368"/>
                  <a:gd name="connsiteX4" fmla="*/ 7393 w 35361"/>
                  <a:gd name="connsiteY4" fmla="*/ 11381 h 15368"/>
                  <a:gd name="connsiteX5" fmla="*/ 7393 w 35361"/>
                  <a:gd name="connsiteY5" fmla="*/ 11243 h 15368"/>
                  <a:gd name="connsiteX6" fmla="*/ 1634 w 35361"/>
                  <a:gd name="connsiteY6" fmla="*/ 6951 h 15368"/>
                  <a:gd name="connsiteX7" fmla="*/ 0 w 35361"/>
                  <a:gd name="connsiteY7" fmla="*/ 0 h 15368"/>
                  <a:gd name="connsiteX8" fmla="*/ 4320 w 35361"/>
                  <a:gd name="connsiteY8" fmla="*/ 0 h 15368"/>
                  <a:gd name="connsiteX9" fmla="*/ 5372 w 35361"/>
                  <a:gd name="connsiteY9" fmla="*/ 5594 h 15368"/>
                  <a:gd name="connsiteX10" fmla="*/ 8418 w 35361"/>
                  <a:gd name="connsiteY10" fmla="*/ 9083 h 15368"/>
                  <a:gd name="connsiteX11" fmla="*/ 12959 w 35361"/>
                  <a:gd name="connsiteY11" fmla="*/ 10883 h 15368"/>
                  <a:gd name="connsiteX12" fmla="*/ 18442 w 35361"/>
                  <a:gd name="connsiteY12" fmla="*/ 11381 h 15368"/>
                  <a:gd name="connsiteX13" fmla="*/ 35334 w 35361"/>
                  <a:gd name="connsiteY13" fmla="*/ 11381 h 153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5361" h="15368">
                    <a:moveTo>
                      <a:pt x="35362" y="11381"/>
                    </a:moveTo>
                    <a:lnTo>
                      <a:pt x="35362" y="15369"/>
                    </a:lnTo>
                    <a:lnTo>
                      <a:pt x="941" y="15369"/>
                    </a:lnTo>
                    <a:lnTo>
                      <a:pt x="941" y="11381"/>
                    </a:lnTo>
                    <a:lnTo>
                      <a:pt x="7393" y="11381"/>
                    </a:lnTo>
                    <a:lnTo>
                      <a:pt x="7393" y="11243"/>
                    </a:lnTo>
                    <a:cubicBezTo>
                      <a:pt x="4652" y="10135"/>
                      <a:pt x="2741" y="8695"/>
                      <a:pt x="1634" y="6951"/>
                    </a:cubicBezTo>
                    <a:cubicBezTo>
                      <a:pt x="554" y="5206"/>
                      <a:pt x="0" y="2880"/>
                      <a:pt x="0" y="0"/>
                    </a:cubicBezTo>
                    <a:lnTo>
                      <a:pt x="4320" y="0"/>
                    </a:lnTo>
                    <a:cubicBezTo>
                      <a:pt x="4264" y="2271"/>
                      <a:pt x="4624" y="4126"/>
                      <a:pt x="5372" y="5594"/>
                    </a:cubicBezTo>
                    <a:cubicBezTo>
                      <a:pt x="6120" y="7061"/>
                      <a:pt x="7144" y="8224"/>
                      <a:pt x="8418" y="9083"/>
                    </a:cubicBezTo>
                    <a:cubicBezTo>
                      <a:pt x="9692" y="9941"/>
                      <a:pt x="11215" y="10550"/>
                      <a:pt x="12959" y="10883"/>
                    </a:cubicBezTo>
                    <a:cubicBezTo>
                      <a:pt x="14704" y="11215"/>
                      <a:pt x="16532" y="11381"/>
                      <a:pt x="18442" y="11381"/>
                    </a:cubicBezTo>
                    <a:lnTo>
                      <a:pt x="35334" y="11381"/>
                    </a:lnTo>
                    <a:close/>
                  </a:path>
                </a:pathLst>
              </a:custGeom>
              <a:solidFill>
                <a:srgbClr val="231F20"/>
              </a:solidFill>
              <a:ln w="2767" cap="flat">
                <a:noFill/>
                <a:prstDash val="solid"/>
                <a:miter/>
              </a:ln>
            </p:spPr>
            <p:txBody>
              <a:bodyPr rtlCol="0" anchor="ctr"/>
              <a:lstStyle/>
              <a:p>
                <a:endParaRPr lang="en-US"/>
              </a:p>
            </p:txBody>
          </p:sp>
        </p:grpSp>
        <p:grpSp>
          <p:nvGrpSpPr>
            <p:cNvPr id="4712" name="Graphic 14">
              <a:extLst>
                <a:ext uri="{FF2B5EF4-FFF2-40B4-BE49-F238E27FC236}">
                  <a16:creationId xmlns:a16="http://schemas.microsoft.com/office/drawing/2014/main" id="{06925957-66E1-57D0-0235-D7AC2A1216A0}"/>
                </a:ext>
              </a:extLst>
            </p:cNvPr>
            <p:cNvGrpSpPr/>
            <p:nvPr/>
          </p:nvGrpSpPr>
          <p:grpSpPr>
            <a:xfrm rot="5400000">
              <a:off x="7950391" y="5308704"/>
              <a:ext cx="112851" cy="538111"/>
              <a:chOff x="4522543" y="2108081"/>
              <a:chExt cx="36331" cy="173238"/>
            </a:xfrm>
            <a:solidFill>
              <a:srgbClr val="231F20"/>
            </a:solidFill>
          </p:grpSpPr>
          <p:sp>
            <p:nvSpPr>
              <p:cNvPr id="4713" name="Freeform 4712">
                <a:extLst>
                  <a:ext uri="{FF2B5EF4-FFF2-40B4-BE49-F238E27FC236}">
                    <a16:creationId xmlns:a16="http://schemas.microsoft.com/office/drawing/2014/main" id="{61D69F11-F5BF-C4DA-314F-F3516264C5DF}"/>
                  </a:ext>
                </a:extLst>
              </p:cNvPr>
              <p:cNvSpPr/>
              <p:nvPr/>
            </p:nvSpPr>
            <p:spPr>
              <a:xfrm>
                <a:off x="4523484" y="2235324"/>
                <a:ext cx="34420" cy="45995"/>
              </a:xfrm>
              <a:custGeom>
                <a:avLst/>
                <a:gdLst>
                  <a:gd name="connsiteX0" fmla="*/ 29104 w 34420"/>
                  <a:gd name="connsiteY0" fmla="*/ 13070 h 45995"/>
                  <a:gd name="connsiteX1" fmla="*/ 0 w 34420"/>
                  <a:gd name="connsiteY1" fmla="*/ 4043 h 45995"/>
                  <a:gd name="connsiteX2" fmla="*/ 0 w 34420"/>
                  <a:gd name="connsiteY2" fmla="*/ 0 h 45995"/>
                  <a:gd name="connsiteX3" fmla="*/ 34420 w 34420"/>
                  <a:gd name="connsiteY3" fmla="*/ 11160 h 45995"/>
                  <a:gd name="connsiteX4" fmla="*/ 34420 w 34420"/>
                  <a:gd name="connsiteY4" fmla="*/ 15424 h 45995"/>
                  <a:gd name="connsiteX5" fmla="*/ 5511 w 34420"/>
                  <a:gd name="connsiteY5" fmla="*/ 22928 h 45995"/>
                  <a:gd name="connsiteX6" fmla="*/ 5511 w 34420"/>
                  <a:gd name="connsiteY6" fmla="*/ 23067 h 45995"/>
                  <a:gd name="connsiteX7" fmla="*/ 34420 w 34420"/>
                  <a:gd name="connsiteY7" fmla="*/ 30710 h 45995"/>
                  <a:gd name="connsiteX8" fmla="*/ 34420 w 34420"/>
                  <a:gd name="connsiteY8" fmla="*/ 35500 h 45995"/>
                  <a:gd name="connsiteX9" fmla="*/ 0 w 34420"/>
                  <a:gd name="connsiteY9" fmla="*/ 45995 h 45995"/>
                  <a:gd name="connsiteX10" fmla="*/ 0 w 34420"/>
                  <a:gd name="connsiteY10" fmla="*/ 42008 h 45995"/>
                  <a:gd name="connsiteX11" fmla="*/ 29381 w 34420"/>
                  <a:gd name="connsiteY11" fmla="*/ 33091 h 45995"/>
                  <a:gd name="connsiteX12" fmla="*/ 0 w 34420"/>
                  <a:gd name="connsiteY12" fmla="*/ 25116 h 45995"/>
                  <a:gd name="connsiteX13" fmla="*/ 0 w 34420"/>
                  <a:gd name="connsiteY13" fmla="*/ 20658 h 45995"/>
                  <a:gd name="connsiteX14" fmla="*/ 29104 w 34420"/>
                  <a:gd name="connsiteY14" fmla="*/ 13070 h 45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420" h="45995">
                    <a:moveTo>
                      <a:pt x="29104" y="13070"/>
                    </a:moveTo>
                    <a:lnTo>
                      <a:pt x="0" y="4043"/>
                    </a:lnTo>
                    <a:lnTo>
                      <a:pt x="0" y="0"/>
                    </a:lnTo>
                    <a:lnTo>
                      <a:pt x="34420" y="11160"/>
                    </a:lnTo>
                    <a:lnTo>
                      <a:pt x="34420" y="15424"/>
                    </a:lnTo>
                    <a:lnTo>
                      <a:pt x="5511" y="22928"/>
                    </a:lnTo>
                    <a:lnTo>
                      <a:pt x="5511" y="23067"/>
                    </a:lnTo>
                    <a:lnTo>
                      <a:pt x="34420" y="30710"/>
                    </a:lnTo>
                    <a:lnTo>
                      <a:pt x="34420" y="35500"/>
                    </a:lnTo>
                    <a:lnTo>
                      <a:pt x="0" y="45995"/>
                    </a:lnTo>
                    <a:lnTo>
                      <a:pt x="0" y="42008"/>
                    </a:lnTo>
                    <a:lnTo>
                      <a:pt x="29381" y="33091"/>
                    </a:lnTo>
                    <a:lnTo>
                      <a:pt x="0" y="25116"/>
                    </a:lnTo>
                    <a:lnTo>
                      <a:pt x="0" y="20658"/>
                    </a:lnTo>
                    <a:lnTo>
                      <a:pt x="29104" y="13070"/>
                    </a:lnTo>
                    <a:close/>
                  </a:path>
                </a:pathLst>
              </a:custGeom>
              <a:solidFill>
                <a:srgbClr val="231F20"/>
              </a:solidFill>
              <a:ln w="2767" cap="flat">
                <a:noFill/>
                <a:prstDash val="solid"/>
                <a:miter/>
              </a:ln>
            </p:spPr>
            <p:txBody>
              <a:bodyPr rtlCol="0" anchor="ctr"/>
              <a:lstStyle/>
              <a:p>
                <a:endParaRPr lang="en-US"/>
              </a:p>
            </p:txBody>
          </p:sp>
          <p:sp>
            <p:nvSpPr>
              <p:cNvPr id="4714" name="Freeform 4713">
                <a:extLst>
                  <a:ext uri="{FF2B5EF4-FFF2-40B4-BE49-F238E27FC236}">
                    <a16:creationId xmlns:a16="http://schemas.microsoft.com/office/drawing/2014/main" id="{E7233689-CAB4-84E8-E648-0924CB125638}"/>
                  </a:ext>
                </a:extLst>
              </p:cNvPr>
              <p:cNvSpPr/>
              <p:nvPr/>
            </p:nvSpPr>
            <p:spPr>
              <a:xfrm>
                <a:off x="4522543" y="2199879"/>
                <a:ext cx="36303" cy="31900"/>
              </a:xfrm>
              <a:custGeom>
                <a:avLst/>
                <a:gdLst>
                  <a:gd name="connsiteX0" fmla="*/ 36303 w 36303"/>
                  <a:gd name="connsiteY0" fmla="*/ 15950 h 31900"/>
                  <a:gd name="connsiteX1" fmla="*/ 35113 w 36303"/>
                  <a:gd name="connsiteY1" fmla="*/ 22153 h 31900"/>
                  <a:gd name="connsiteX2" fmla="*/ 31735 w 36303"/>
                  <a:gd name="connsiteY2" fmla="*/ 27193 h 31900"/>
                  <a:gd name="connsiteX3" fmla="*/ 26085 w 36303"/>
                  <a:gd name="connsiteY3" fmla="*/ 30627 h 31900"/>
                  <a:gd name="connsiteX4" fmla="*/ 18166 w 36303"/>
                  <a:gd name="connsiteY4" fmla="*/ 31900 h 31900"/>
                  <a:gd name="connsiteX5" fmla="*/ 11077 w 36303"/>
                  <a:gd name="connsiteY5" fmla="*/ 30904 h 31900"/>
                  <a:gd name="connsiteX6" fmla="*/ 5317 w 36303"/>
                  <a:gd name="connsiteY6" fmla="*/ 27913 h 31900"/>
                  <a:gd name="connsiteX7" fmla="*/ 1440 w 36303"/>
                  <a:gd name="connsiteY7" fmla="*/ 22928 h 31900"/>
                  <a:gd name="connsiteX8" fmla="*/ 0 w 36303"/>
                  <a:gd name="connsiteY8" fmla="*/ 15950 h 31900"/>
                  <a:gd name="connsiteX9" fmla="*/ 1440 w 36303"/>
                  <a:gd name="connsiteY9" fmla="*/ 8917 h 31900"/>
                  <a:gd name="connsiteX10" fmla="*/ 5289 w 36303"/>
                  <a:gd name="connsiteY10" fmla="*/ 3932 h 31900"/>
                  <a:gd name="connsiteX11" fmla="*/ 11049 w 36303"/>
                  <a:gd name="connsiteY11" fmla="*/ 969 h 31900"/>
                  <a:gd name="connsiteX12" fmla="*/ 18166 w 36303"/>
                  <a:gd name="connsiteY12" fmla="*/ 0 h 31900"/>
                  <a:gd name="connsiteX13" fmla="*/ 25614 w 36303"/>
                  <a:gd name="connsiteY13" fmla="*/ 1135 h 31900"/>
                  <a:gd name="connsiteX14" fmla="*/ 31319 w 36303"/>
                  <a:gd name="connsiteY14" fmla="*/ 4348 h 31900"/>
                  <a:gd name="connsiteX15" fmla="*/ 35002 w 36303"/>
                  <a:gd name="connsiteY15" fmla="*/ 9387 h 31900"/>
                  <a:gd name="connsiteX16" fmla="*/ 36303 w 36303"/>
                  <a:gd name="connsiteY16" fmla="*/ 15923 h 31900"/>
                  <a:gd name="connsiteX17" fmla="*/ 18166 w 36303"/>
                  <a:gd name="connsiteY17" fmla="*/ 4237 h 31900"/>
                  <a:gd name="connsiteX18" fmla="*/ 12461 w 36303"/>
                  <a:gd name="connsiteY18" fmla="*/ 4901 h 31900"/>
                  <a:gd name="connsiteX19" fmla="*/ 7837 w 36303"/>
                  <a:gd name="connsiteY19" fmla="*/ 6951 h 31900"/>
                  <a:gd name="connsiteX20" fmla="*/ 4735 w 36303"/>
                  <a:gd name="connsiteY20" fmla="*/ 10550 h 31900"/>
                  <a:gd name="connsiteX21" fmla="*/ 3600 w 36303"/>
                  <a:gd name="connsiteY21" fmla="*/ 15923 h 31900"/>
                  <a:gd name="connsiteX22" fmla="*/ 4818 w 36303"/>
                  <a:gd name="connsiteY22" fmla="*/ 21267 h 31900"/>
                  <a:gd name="connsiteX23" fmla="*/ 8086 w 36303"/>
                  <a:gd name="connsiteY23" fmla="*/ 24894 h 31900"/>
                  <a:gd name="connsiteX24" fmla="*/ 12738 w 36303"/>
                  <a:gd name="connsiteY24" fmla="*/ 26944 h 31900"/>
                  <a:gd name="connsiteX25" fmla="*/ 18166 w 36303"/>
                  <a:gd name="connsiteY25" fmla="*/ 27608 h 31900"/>
                  <a:gd name="connsiteX26" fmla="*/ 24036 w 36303"/>
                  <a:gd name="connsiteY26" fmla="*/ 26833 h 31900"/>
                  <a:gd name="connsiteX27" fmla="*/ 28660 w 36303"/>
                  <a:gd name="connsiteY27" fmla="*/ 24618 h 31900"/>
                  <a:gd name="connsiteX28" fmla="*/ 31651 w 36303"/>
                  <a:gd name="connsiteY28" fmla="*/ 20962 h 31900"/>
                  <a:gd name="connsiteX29" fmla="*/ 32704 w 36303"/>
                  <a:gd name="connsiteY29" fmla="*/ 15923 h 31900"/>
                  <a:gd name="connsiteX30" fmla="*/ 31485 w 36303"/>
                  <a:gd name="connsiteY30" fmla="*/ 10578 h 31900"/>
                  <a:gd name="connsiteX31" fmla="*/ 28190 w 36303"/>
                  <a:gd name="connsiteY31" fmla="*/ 6951 h 31900"/>
                  <a:gd name="connsiteX32" fmla="*/ 23538 w 36303"/>
                  <a:gd name="connsiteY32" fmla="*/ 4901 h 31900"/>
                  <a:gd name="connsiteX33" fmla="*/ 18166 w 36303"/>
                  <a:gd name="connsiteY33" fmla="*/ 4237 h 31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6303" h="31900">
                    <a:moveTo>
                      <a:pt x="36303" y="15950"/>
                    </a:moveTo>
                    <a:cubicBezTo>
                      <a:pt x="36248" y="18166"/>
                      <a:pt x="35860" y="20242"/>
                      <a:pt x="35113" y="22153"/>
                    </a:cubicBezTo>
                    <a:cubicBezTo>
                      <a:pt x="34365" y="24091"/>
                      <a:pt x="33230" y="25753"/>
                      <a:pt x="31735" y="27193"/>
                    </a:cubicBezTo>
                    <a:cubicBezTo>
                      <a:pt x="30239" y="28633"/>
                      <a:pt x="28356" y="29768"/>
                      <a:pt x="26085" y="30627"/>
                    </a:cubicBezTo>
                    <a:cubicBezTo>
                      <a:pt x="23814" y="31457"/>
                      <a:pt x="21184" y="31900"/>
                      <a:pt x="18166" y="31900"/>
                    </a:cubicBezTo>
                    <a:cubicBezTo>
                      <a:pt x="15646" y="31900"/>
                      <a:pt x="13292" y="31568"/>
                      <a:pt x="11077" y="30904"/>
                    </a:cubicBezTo>
                    <a:cubicBezTo>
                      <a:pt x="8889" y="30239"/>
                      <a:pt x="6978" y="29242"/>
                      <a:pt x="5317" y="27913"/>
                    </a:cubicBezTo>
                    <a:cubicBezTo>
                      <a:pt x="3683" y="26584"/>
                      <a:pt x="2381" y="24922"/>
                      <a:pt x="1440" y="22928"/>
                    </a:cubicBezTo>
                    <a:cubicBezTo>
                      <a:pt x="499" y="20935"/>
                      <a:pt x="0" y="18609"/>
                      <a:pt x="0" y="15950"/>
                    </a:cubicBezTo>
                    <a:cubicBezTo>
                      <a:pt x="0" y="13292"/>
                      <a:pt x="471" y="10910"/>
                      <a:pt x="1440" y="8917"/>
                    </a:cubicBezTo>
                    <a:cubicBezTo>
                      <a:pt x="2381" y="6923"/>
                      <a:pt x="3683" y="5261"/>
                      <a:pt x="5289" y="3932"/>
                    </a:cubicBezTo>
                    <a:cubicBezTo>
                      <a:pt x="6895" y="2603"/>
                      <a:pt x="8834" y="1606"/>
                      <a:pt x="11049" y="969"/>
                    </a:cubicBezTo>
                    <a:cubicBezTo>
                      <a:pt x="13264" y="332"/>
                      <a:pt x="15646" y="0"/>
                      <a:pt x="18166" y="0"/>
                    </a:cubicBezTo>
                    <a:cubicBezTo>
                      <a:pt x="20907" y="0"/>
                      <a:pt x="23399" y="388"/>
                      <a:pt x="25614" y="1135"/>
                    </a:cubicBezTo>
                    <a:cubicBezTo>
                      <a:pt x="27830" y="1883"/>
                      <a:pt x="29740" y="2963"/>
                      <a:pt x="31319" y="4348"/>
                    </a:cubicBezTo>
                    <a:cubicBezTo>
                      <a:pt x="32925" y="5732"/>
                      <a:pt x="34144" y="7421"/>
                      <a:pt x="35002" y="9387"/>
                    </a:cubicBezTo>
                    <a:cubicBezTo>
                      <a:pt x="35860" y="11353"/>
                      <a:pt x="36303" y="13541"/>
                      <a:pt x="36303" y="15923"/>
                    </a:cubicBezTo>
                    <a:close/>
                    <a:moveTo>
                      <a:pt x="18166" y="4237"/>
                    </a:moveTo>
                    <a:cubicBezTo>
                      <a:pt x="16117" y="4237"/>
                      <a:pt x="14233" y="4458"/>
                      <a:pt x="12461" y="4901"/>
                    </a:cubicBezTo>
                    <a:cubicBezTo>
                      <a:pt x="10689" y="5344"/>
                      <a:pt x="9138" y="6037"/>
                      <a:pt x="7837" y="6951"/>
                    </a:cubicBezTo>
                    <a:cubicBezTo>
                      <a:pt x="6535" y="7892"/>
                      <a:pt x="5511" y="9083"/>
                      <a:pt x="4735" y="10550"/>
                    </a:cubicBezTo>
                    <a:cubicBezTo>
                      <a:pt x="3988" y="12018"/>
                      <a:pt x="3600" y="13818"/>
                      <a:pt x="3600" y="15923"/>
                    </a:cubicBezTo>
                    <a:cubicBezTo>
                      <a:pt x="3600" y="18027"/>
                      <a:pt x="4015" y="19799"/>
                      <a:pt x="4818" y="21267"/>
                    </a:cubicBezTo>
                    <a:cubicBezTo>
                      <a:pt x="5649" y="22762"/>
                      <a:pt x="6729" y="23953"/>
                      <a:pt x="8086" y="24894"/>
                    </a:cubicBezTo>
                    <a:cubicBezTo>
                      <a:pt x="9443" y="25836"/>
                      <a:pt x="10993" y="26501"/>
                      <a:pt x="12738" y="26944"/>
                    </a:cubicBezTo>
                    <a:cubicBezTo>
                      <a:pt x="14483" y="27387"/>
                      <a:pt x="16283" y="27608"/>
                      <a:pt x="18166" y="27608"/>
                    </a:cubicBezTo>
                    <a:cubicBezTo>
                      <a:pt x="20298" y="27608"/>
                      <a:pt x="22264" y="27359"/>
                      <a:pt x="24036" y="26833"/>
                    </a:cubicBezTo>
                    <a:cubicBezTo>
                      <a:pt x="25836" y="26334"/>
                      <a:pt x="27359" y="25587"/>
                      <a:pt x="28660" y="24618"/>
                    </a:cubicBezTo>
                    <a:cubicBezTo>
                      <a:pt x="29962" y="23648"/>
                      <a:pt x="30931" y="22430"/>
                      <a:pt x="31651" y="20962"/>
                    </a:cubicBezTo>
                    <a:cubicBezTo>
                      <a:pt x="32371" y="19495"/>
                      <a:pt x="32704" y="17806"/>
                      <a:pt x="32704" y="15923"/>
                    </a:cubicBezTo>
                    <a:cubicBezTo>
                      <a:pt x="32704" y="13846"/>
                      <a:pt x="32288" y="12046"/>
                      <a:pt x="31485" y="10578"/>
                    </a:cubicBezTo>
                    <a:cubicBezTo>
                      <a:pt x="30655" y="9083"/>
                      <a:pt x="29575" y="7892"/>
                      <a:pt x="28190" y="6951"/>
                    </a:cubicBezTo>
                    <a:cubicBezTo>
                      <a:pt x="26805" y="6009"/>
                      <a:pt x="25254" y="5344"/>
                      <a:pt x="23538" y="4901"/>
                    </a:cubicBezTo>
                    <a:cubicBezTo>
                      <a:pt x="21821" y="4458"/>
                      <a:pt x="20021" y="4237"/>
                      <a:pt x="18166" y="4237"/>
                    </a:cubicBezTo>
                    <a:close/>
                  </a:path>
                </a:pathLst>
              </a:custGeom>
              <a:solidFill>
                <a:srgbClr val="231F20"/>
              </a:solidFill>
              <a:ln w="2767" cap="flat">
                <a:noFill/>
                <a:prstDash val="solid"/>
                <a:miter/>
              </a:ln>
            </p:spPr>
            <p:txBody>
              <a:bodyPr rtlCol="0" anchor="ctr"/>
              <a:lstStyle/>
              <a:p>
                <a:endParaRPr lang="en-US"/>
              </a:p>
            </p:txBody>
          </p:sp>
          <p:sp>
            <p:nvSpPr>
              <p:cNvPr id="4715" name="Freeform 4714">
                <a:extLst>
                  <a:ext uri="{FF2B5EF4-FFF2-40B4-BE49-F238E27FC236}">
                    <a16:creationId xmlns:a16="http://schemas.microsoft.com/office/drawing/2014/main" id="{39DEAF05-4EF3-63B7-8112-9D7E2D9226BB}"/>
                  </a:ext>
                </a:extLst>
              </p:cNvPr>
              <p:cNvSpPr/>
              <p:nvPr/>
            </p:nvSpPr>
            <p:spPr>
              <a:xfrm>
                <a:off x="4522543" y="2177006"/>
                <a:ext cx="35361" cy="15368"/>
              </a:xfrm>
              <a:custGeom>
                <a:avLst/>
                <a:gdLst>
                  <a:gd name="connsiteX0" fmla="*/ 35362 w 35361"/>
                  <a:gd name="connsiteY0" fmla="*/ 11381 h 15368"/>
                  <a:gd name="connsiteX1" fmla="*/ 35362 w 35361"/>
                  <a:gd name="connsiteY1" fmla="*/ 15369 h 15368"/>
                  <a:gd name="connsiteX2" fmla="*/ 941 w 35361"/>
                  <a:gd name="connsiteY2" fmla="*/ 15369 h 15368"/>
                  <a:gd name="connsiteX3" fmla="*/ 941 w 35361"/>
                  <a:gd name="connsiteY3" fmla="*/ 11381 h 15368"/>
                  <a:gd name="connsiteX4" fmla="*/ 7394 w 35361"/>
                  <a:gd name="connsiteY4" fmla="*/ 11381 h 15368"/>
                  <a:gd name="connsiteX5" fmla="*/ 7394 w 35361"/>
                  <a:gd name="connsiteY5" fmla="*/ 11243 h 15368"/>
                  <a:gd name="connsiteX6" fmla="*/ 1634 w 35361"/>
                  <a:gd name="connsiteY6" fmla="*/ 6951 h 15368"/>
                  <a:gd name="connsiteX7" fmla="*/ 0 w 35361"/>
                  <a:gd name="connsiteY7" fmla="*/ 0 h 15368"/>
                  <a:gd name="connsiteX8" fmla="*/ 4320 w 35361"/>
                  <a:gd name="connsiteY8" fmla="*/ 0 h 15368"/>
                  <a:gd name="connsiteX9" fmla="*/ 5372 w 35361"/>
                  <a:gd name="connsiteY9" fmla="*/ 5594 h 15368"/>
                  <a:gd name="connsiteX10" fmla="*/ 8418 w 35361"/>
                  <a:gd name="connsiteY10" fmla="*/ 9083 h 15368"/>
                  <a:gd name="connsiteX11" fmla="*/ 12960 w 35361"/>
                  <a:gd name="connsiteY11" fmla="*/ 10883 h 15368"/>
                  <a:gd name="connsiteX12" fmla="*/ 18443 w 35361"/>
                  <a:gd name="connsiteY12" fmla="*/ 11381 h 15368"/>
                  <a:gd name="connsiteX13" fmla="*/ 35334 w 35361"/>
                  <a:gd name="connsiteY13" fmla="*/ 11381 h 153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5361" h="15368">
                    <a:moveTo>
                      <a:pt x="35362" y="11381"/>
                    </a:moveTo>
                    <a:lnTo>
                      <a:pt x="35362" y="15369"/>
                    </a:lnTo>
                    <a:lnTo>
                      <a:pt x="941" y="15369"/>
                    </a:lnTo>
                    <a:lnTo>
                      <a:pt x="941" y="11381"/>
                    </a:lnTo>
                    <a:lnTo>
                      <a:pt x="7394" y="11381"/>
                    </a:lnTo>
                    <a:lnTo>
                      <a:pt x="7394" y="11243"/>
                    </a:lnTo>
                    <a:cubicBezTo>
                      <a:pt x="4652" y="10135"/>
                      <a:pt x="2741" y="8695"/>
                      <a:pt x="1634" y="6951"/>
                    </a:cubicBezTo>
                    <a:cubicBezTo>
                      <a:pt x="554" y="5206"/>
                      <a:pt x="0" y="2880"/>
                      <a:pt x="0" y="0"/>
                    </a:cubicBezTo>
                    <a:lnTo>
                      <a:pt x="4320" y="0"/>
                    </a:lnTo>
                    <a:cubicBezTo>
                      <a:pt x="4265" y="2271"/>
                      <a:pt x="4625" y="4126"/>
                      <a:pt x="5372" y="5594"/>
                    </a:cubicBezTo>
                    <a:cubicBezTo>
                      <a:pt x="6120" y="7061"/>
                      <a:pt x="7145" y="8224"/>
                      <a:pt x="8418" y="9083"/>
                    </a:cubicBezTo>
                    <a:cubicBezTo>
                      <a:pt x="9692" y="9941"/>
                      <a:pt x="11215" y="10550"/>
                      <a:pt x="12960" y="10883"/>
                    </a:cubicBezTo>
                    <a:cubicBezTo>
                      <a:pt x="14704" y="11215"/>
                      <a:pt x="16532" y="11381"/>
                      <a:pt x="18443" y="11381"/>
                    </a:cubicBezTo>
                    <a:lnTo>
                      <a:pt x="35334" y="11381"/>
                    </a:lnTo>
                    <a:close/>
                  </a:path>
                </a:pathLst>
              </a:custGeom>
              <a:solidFill>
                <a:srgbClr val="231F20"/>
              </a:solidFill>
              <a:ln w="2767" cap="flat">
                <a:noFill/>
                <a:prstDash val="solid"/>
                <a:miter/>
              </a:ln>
            </p:spPr>
            <p:txBody>
              <a:bodyPr rtlCol="0" anchor="ctr"/>
              <a:lstStyle/>
              <a:p>
                <a:endParaRPr lang="en-US"/>
              </a:p>
            </p:txBody>
          </p:sp>
          <p:sp>
            <p:nvSpPr>
              <p:cNvPr id="4716" name="Freeform 4715">
                <a:extLst>
                  <a:ext uri="{FF2B5EF4-FFF2-40B4-BE49-F238E27FC236}">
                    <a16:creationId xmlns:a16="http://schemas.microsoft.com/office/drawing/2014/main" id="{5C2A7D8A-CE51-0B26-77DE-AE4E810B3C33}"/>
                  </a:ext>
                </a:extLst>
              </p:cNvPr>
              <p:cNvSpPr/>
              <p:nvPr/>
            </p:nvSpPr>
            <p:spPr>
              <a:xfrm>
                <a:off x="4522543" y="2145051"/>
                <a:ext cx="36247" cy="27137"/>
              </a:xfrm>
              <a:custGeom>
                <a:avLst/>
                <a:gdLst>
                  <a:gd name="connsiteX0" fmla="*/ 24618 w 36247"/>
                  <a:gd name="connsiteY0" fmla="*/ 23067 h 27137"/>
                  <a:gd name="connsiteX1" fmla="*/ 30904 w 36247"/>
                  <a:gd name="connsiteY1" fmla="*/ 19716 h 27137"/>
                  <a:gd name="connsiteX2" fmla="*/ 32731 w 36247"/>
                  <a:gd name="connsiteY2" fmla="*/ 12766 h 27137"/>
                  <a:gd name="connsiteX3" fmla="*/ 32205 w 36247"/>
                  <a:gd name="connsiteY3" fmla="*/ 8972 h 27137"/>
                  <a:gd name="connsiteX4" fmla="*/ 30765 w 36247"/>
                  <a:gd name="connsiteY4" fmla="*/ 6341 h 27137"/>
                  <a:gd name="connsiteX5" fmla="*/ 28744 w 36247"/>
                  <a:gd name="connsiteY5" fmla="*/ 4791 h 27137"/>
                  <a:gd name="connsiteX6" fmla="*/ 26362 w 36247"/>
                  <a:gd name="connsiteY6" fmla="*/ 4264 h 27137"/>
                  <a:gd name="connsiteX7" fmla="*/ 22596 w 36247"/>
                  <a:gd name="connsiteY7" fmla="*/ 5898 h 27137"/>
                  <a:gd name="connsiteX8" fmla="*/ 20658 w 36247"/>
                  <a:gd name="connsiteY8" fmla="*/ 9997 h 27137"/>
                  <a:gd name="connsiteX9" fmla="*/ 19467 w 36247"/>
                  <a:gd name="connsiteY9" fmla="*/ 15313 h 27137"/>
                  <a:gd name="connsiteX10" fmla="*/ 17972 w 36247"/>
                  <a:gd name="connsiteY10" fmla="*/ 20630 h 27137"/>
                  <a:gd name="connsiteX11" fmla="*/ 15120 w 36247"/>
                  <a:gd name="connsiteY11" fmla="*/ 24728 h 27137"/>
                  <a:gd name="connsiteX12" fmla="*/ 9858 w 36247"/>
                  <a:gd name="connsiteY12" fmla="*/ 26362 h 27137"/>
                  <a:gd name="connsiteX13" fmla="*/ 2769 w 36247"/>
                  <a:gd name="connsiteY13" fmla="*/ 23205 h 27137"/>
                  <a:gd name="connsiteX14" fmla="*/ 0 w 36247"/>
                  <a:gd name="connsiteY14" fmla="*/ 14261 h 27137"/>
                  <a:gd name="connsiteX15" fmla="*/ 2492 w 36247"/>
                  <a:gd name="connsiteY15" fmla="*/ 5178 h 27137"/>
                  <a:gd name="connsiteX16" fmla="*/ 10827 w 36247"/>
                  <a:gd name="connsiteY16" fmla="*/ 969 h 27137"/>
                  <a:gd name="connsiteX17" fmla="*/ 10827 w 36247"/>
                  <a:gd name="connsiteY17" fmla="*/ 5012 h 27137"/>
                  <a:gd name="connsiteX18" fmla="*/ 5206 w 36247"/>
                  <a:gd name="connsiteY18" fmla="*/ 8030 h 27137"/>
                  <a:gd name="connsiteX19" fmla="*/ 3572 w 36247"/>
                  <a:gd name="connsiteY19" fmla="*/ 14316 h 27137"/>
                  <a:gd name="connsiteX20" fmla="*/ 5206 w 36247"/>
                  <a:gd name="connsiteY20" fmla="*/ 20104 h 27137"/>
                  <a:gd name="connsiteX21" fmla="*/ 9498 w 36247"/>
                  <a:gd name="connsiteY21" fmla="*/ 22098 h 27137"/>
                  <a:gd name="connsiteX22" fmla="*/ 13043 w 36247"/>
                  <a:gd name="connsiteY22" fmla="*/ 20464 h 27137"/>
                  <a:gd name="connsiteX23" fmla="*/ 15037 w 36247"/>
                  <a:gd name="connsiteY23" fmla="*/ 16366 h 27137"/>
                  <a:gd name="connsiteX24" fmla="*/ 16393 w 36247"/>
                  <a:gd name="connsiteY24" fmla="*/ 11049 h 27137"/>
                  <a:gd name="connsiteX25" fmla="*/ 18083 w 36247"/>
                  <a:gd name="connsiteY25" fmla="*/ 5732 h 27137"/>
                  <a:gd name="connsiteX26" fmla="*/ 21045 w 36247"/>
                  <a:gd name="connsiteY26" fmla="*/ 1634 h 27137"/>
                  <a:gd name="connsiteX27" fmla="*/ 26224 w 36247"/>
                  <a:gd name="connsiteY27" fmla="*/ 0 h 27137"/>
                  <a:gd name="connsiteX28" fmla="*/ 30571 w 36247"/>
                  <a:gd name="connsiteY28" fmla="*/ 1052 h 27137"/>
                  <a:gd name="connsiteX29" fmla="*/ 33728 w 36247"/>
                  <a:gd name="connsiteY29" fmla="*/ 3987 h 27137"/>
                  <a:gd name="connsiteX30" fmla="*/ 35611 w 36247"/>
                  <a:gd name="connsiteY30" fmla="*/ 8418 h 27137"/>
                  <a:gd name="connsiteX31" fmla="*/ 36248 w 36247"/>
                  <a:gd name="connsiteY31" fmla="*/ 14039 h 27137"/>
                  <a:gd name="connsiteX32" fmla="*/ 35362 w 36247"/>
                  <a:gd name="connsiteY32" fmla="*/ 19467 h 27137"/>
                  <a:gd name="connsiteX33" fmla="*/ 32870 w 36247"/>
                  <a:gd name="connsiteY33" fmla="*/ 23482 h 27137"/>
                  <a:gd name="connsiteX34" fmla="*/ 29159 w 36247"/>
                  <a:gd name="connsiteY34" fmla="*/ 26085 h 27137"/>
                  <a:gd name="connsiteX35" fmla="*/ 24562 w 36247"/>
                  <a:gd name="connsiteY35" fmla="*/ 27137 h 27137"/>
                  <a:gd name="connsiteX36" fmla="*/ 24562 w 36247"/>
                  <a:gd name="connsiteY36" fmla="*/ 23095 h 27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6247" h="27137">
                    <a:moveTo>
                      <a:pt x="24618" y="23067"/>
                    </a:moveTo>
                    <a:cubicBezTo>
                      <a:pt x="27581" y="22458"/>
                      <a:pt x="29685" y="21322"/>
                      <a:pt x="30904" y="19716"/>
                    </a:cubicBezTo>
                    <a:cubicBezTo>
                      <a:pt x="32122" y="18110"/>
                      <a:pt x="32731" y="15784"/>
                      <a:pt x="32731" y="12766"/>
                    </a:cubicBezTo>
                    <a:cubicBezTo>
                      <a:pt x="32731" y="11298"/>
                      <a:pt x="32565" y="10052"/>
                      <a:pt x="32205" y="8972"/>
                    </a:cubicBezTo>
                    <a:cubicBezTo>
                      <a:pt x="31845" y="7920"/>
                      <a:pt x="31375" y="7034"/>
                      <a:pt x="30765" y="6341"/>
                    </a:cubicBezTo>
                    <a:cubicBezTo>
                      <a:pt x="30156" y="5649"/>
                      <a:pt x="29491" y="5123"/>
                      <a:pt x="28744" y="4791"/>
                    </a:cubicBezTo>
                    <a:cubicBezTo>
                      <a:pt x="27996" y="4431"/>
                      <a:pt x="27193" y="4264"/>
                      <a:pt x="26362" y="4264"/>
                    </a:cubicBezTo>
                    <a:cubicBezTo>
                      <a:pt x="24673" y="4264"/>
                      <a:pt x="23427" y="4818"/>
                      <a:pt x="22596" y="5898"/>
                    </a:cubicBezTo>
                    <a:cubicBezTo>
                      <a:pt x="21765" y="6978"/>
                      <a:pt x="21129" y="8335"/>
                      <a:pt x="20658" y="9997"/>
                    </a:cubicBezTo>
                    <a:cubicBezTo>
                      <a:pt x="20187" y="11658"/>
                      <a:pt x="19799" y="13403"/>
                      <a:pt x="19467" y="15313"/>
                    </a:cubicBezTo>
                    <a:cubicBezTo>
                      <a:pt x="19135" y="17224"/>
                      <a:pt x="18636" y="18996"/>
                      <a:pt x="17972" y="20630"/>
                    </a:cubicBezTo>
                    <a:cubicBezTo>
                      <a:pt x="17307" y="22264"/>
                      <a:pt x="16366" y="23621"/>
                      <a:pt x="15120" y="24728"/>
                    </a:cubicBezTo>
                    <a:cubicBezTo>
                      <a:pt x="13873" y="25836"/>
                      <a:pt x="12129" y="26362"/>
                      <a:pt x="9858" y="26362"/>
                    </a:cubicBezTo>
                    <a:cubicBezTo>
                      <a:pt x="6978" y="26362"/>
                      <a:pt x="4625" y="25310"/>
                      <a:pt x="2769" y="23205"/>
                    </a:cubicBezTo>
                    <a:cubicBezTo>
                      <a:pt x="941" y="21101"/>
                      <a:pt x="0" y="18110"/>
                      <a:pt x="0" y="14261"/>
                    </a:cubicBezTo>
                    <a:cubicBezTo>
                      <a:pt x="0" y="10412"/>
                      <a:pt x="831" y="7504"/>
                      <a:pt x="2492" y="5178"/>
                    </a:cubicBezTo>
                    <a:cubicBezTo>
                      <a:pt x="4154" y="2852"/>
                      <a:pt x="6923" y="1440"/>
                      <a:pt x="10827" y="969"/>
                    </a:cubicBezTo>
                    <a:lnTo>
                      <a:pt x="10827" y="5012"/>
                    </a:lnTo>
                    <a:cubicBezTo>
                      <a:pt x="8169" y="5372"/>
                      <a:pt x="6286" y="6369"/>
                      <a:pt x="5206" y="8030"/>
                    </a:cubicBezTo>
                    <a:cubicBezTo>
                      <a:pt x="4126" y="9692"/>
                      <a:pt x="3572" y="11796"/>
                      <a:pt x="3572" y="14316"/>
                    </a:cubicBezTo>
                    <a:cubicBezTo>
                      <a:pt x="3572" y="16836"/>
                      <a:pt x="4126" y="18775"/>
                      <a:pt x="5206" y="20104"/>
                    </a:cubicBezTo>
                    <a:cubicBezTo>
                      <a:pt x="6286" y="21433"/>
                      <a:pt x="7726" y="22098"/>
                      <a:pt x="9498" y="22098"/>
                    </a:cubicBezTo>
                    <a:cubicBezTo>
                      <a:pt x="11049" y="22098"/>
                      <a:pt x="12240" y="21544"/>
                      <a:pt x="13043" y="20464"/>
                    </a:cubicBezTo>
                    <a:cubicBezTo>
                      <a:pt x="13873" y="19384"/>
                      <a:pt x="14538" y="18027"/>
                      <a:pt x="15037" y="16366"/>
                    </a:cubicBezTo>
                    <a:cubicBezTo>
                      <a:pt x="15535" y="14732"/>
                      <a:pt x="16006" y="12960"/>
                      <a:pt x="16393" y="11049"/>
                    </a:cubicBezTo>
                    <a:cubicBezTo>
                      <a:pt x="16781" y="9138"/>
                      <a:pt x="17363" y="7366"/>
                      <a:pt x="18083" y="5732"/>
                    </a:cubicBezTo>
                    <a:cubicBezTo>
                      <a:pt x="18803" y="4098"/>
                      <a:pt x="19799" y="2741"/>
                      <a:pt x="21045" y="1634"/>
                    </a:cubicBezTo>
                    <a:cubicBezTo>
                      <a:pt x="22292" y="554"/>
                      <a:pt x="24009" y="0"/>
                      <a:pt x="26224" y="0"/>
                    </a:cubicBezTo>
                    <a:cubicBezTo>
                      <a:pt x="27858" y="0"/>
                      <a:pt x="29325" y="360"/>
                      <a:pt x="30571" y="1052"/>
                    </a:cubicBezTo>
                    <a:cubicBezTo>
                      <a:pt x="31845" y="1772"/>
                      <a:pt x="32897" y="2741"/>
                      <a:pt x="33728" y="3987"/>
                    </a:cubicBezTo>
                    <a:cubicBezTo>
                      <a:pt x="34559" y="5234"/>
                      <a:pt x="35196" y="6701"/>
                      <a:pt x="35611" y="8418"/>
                    </a:cubicBezTo>
                    <a:cubicBezTo>
                      <a:pt x="36026" y="10135"/>
                      <a:pt x="36248" y="11990"/>
                      <a:pt x="36248" y="14039"/>
                    </a:cubicBezTo>
                    <a:cubicBezTo>
                      <a:pt x="36248" y="16089"/>
                      <a:pt x="35943" y="17889"/>
                      <a:pt x="35362" y="19467"/>
                    </a:cubicBezTo>
                    <a:cubicBezTo>
                      <a:pt x="34753" y="21045"/>
                      <a:pt x="33922" y="22375"/>
                      <a:pt x="32870" y="23482"/>
                    </a:cubicBezTo>
                    <a:cubicBezTo>
                      <a:pt x="31817" y="24590"/>
                      <a:pt x="30571" y="25448"/>
                      <a:pt x="29159" y="26085"/>
                    </a:cubicBezTo>
                    <a:cubicBezTo>
                      <a:pt x="27747" y="26694"/>
                      <a:pt x="26224" y="27054"/>
                      <a:pt x="24562" y="27137"/>
                    </a:cubicBezTo>
                    <a:lnTo>
                      <a:pt x="24562" y="23095"/>
                    </a:lnTo>
                    <a:close/>
                  </a:path>
                </a:pathLst>
              </a:custGeom>
              <a:solidFill>
                <a:srgbClr val="231F20"/>
              </a:solidFill>
              <a:ln w="2767" cap="flat">
                <a:noFill/>
                <a:prstDash val="solid"/>
                <a:miter/>
              </a:ln>
            </p:spPr>
            <p:txBody>
              <a:bodyPr rtlCol="0" anchor="ctr"/>
              <a:lstStyle/>
              <a:p>
                <a:endParaRPr lang="en-US"/>
              </a:p>
            </p:txBody>
          </p:sp>
          <p:sp>
            <p:nvSpPr>
              <p:cNvPr id="4717" name="Freeform 4716">
                <a:extLst>
                  <a:ext uri="{FF2B5EF4-FFF2-40B4-BE49-F238E27FC236}">
                    <a16:creationId xmlns:a16="http://schemas.microsoft.com/office/drawing/2014/main" id="{FBBF9980-02AE-C656-7872-DFF5AFA3B88B}"/>
                  </a:ext>
                </a:extLst>
              </p:cNvPr>
              <p:cNvSpPr/>
              <p:nvPr/>
            </p:nvSpPr>
            <p:spPr>
              <a:xfrm>
                <a:off x="4522571" y="2108081"/>
                <a:ext cx="36303" cy="30988"/>
              </a:xfrm>
              <a:custGeom>
                <a:avLst/>
                <a:gdLst>
                  <a:gd name="connsiteX0" fmla="*/ 19052 w 36303"/>
                  <a:gd name="connsiteY0" fmla="*/ 26668 h 30988"/>
                  <a:gd name="connsiteX1" fmla="*/ 24341 w 36303"/>
                  <a:gd name="connsiteY1" fmla="*/ 25948 h 30988"/>
                  <a:gd name="connsiteX2" fmla="*/ 28660 w 36303"/>
                  <a:gd name="connsiteY2" fmla="*/ 23789 h 30988"/>
                  <a:gd name="connsiteX3" fmla="*/ 31596 w 36303"/>
                  <a:gd name="connsiteY3" fmla="*/ 20161 h 30988"/>
                  <a:gd name="connsiteX4" fmla="*/ 32704 w 36303"/>
                  <a:gd name="connsiteY4" fmla="*/ 15121 h 30988"/>
                  <a:gd name="connsiteX5" fmla="*/ 30655 w 36303"/>
                  <a:gd name="connsiteY5" fmla="*/ 8420 h 30988"/>
                  <a:gd name="connsiteX6" fmla="*/ 24811 w 36303"/>
                  <a:gd name="connsiteY6" fmla="*/ 4709 h 30988"/>
                  <a:gd name="connsiteX7" fmla="*/ 24811 w 36303"/>
                  <a:gd name="connsiteY7" fmla="*/ 251 h 30988"/>
                  <a:gd name="connsiteX8" fmla="*/ 29353 w 36303"/>
                  <a:gd name="connsiteY8" fmla="*/ 2189 h 30988"/>
                  <a:gd name="connsiteX9" fmla="*/ 33008 w 36303"/>
                  <a:gd name="connsiteY9" fmla="*/ 5180 h 30988"/>
                  <a:gd name="connsiteX10" fmla="*/ 35445 w 36303"/>
                  <a:gd name="connsiteY10" fmla="*/ 9444 h 30988"/>
                  <a:gd name="connsiteX11" fmla="*/ 36303 w 36303"/>
                  <a:gd name="connsiteY11" fmla="*/ 15149 h 30988"/>
                  <a:gd name="connsiteX12" fmla="*/ 34919 w 36303"/>
                  <a:gd name="connsiteY12" fmla="*/ 22265 h 30988"/>
                  <a:gd name="connsiteX13" fmla="*/ 31097 w 36303"/>
                  <a:gd name="connsiteY13" fmla="*/ 27194 h 30988"/>
                  <a:gd name="connsiteX14" fmla="*/ 25393 w 36303"/>
                  <a:gd name="connsiteY14" fmla="*/ 30047 h 30988"/>
                  <a:gd name="connsiteX15" fmla="*/ 18304 w 36303"/>
                  <a:gd name="connsiteY15" fmla="*/ 30988 h 30988"/>
                  <a:gd name="connsiteX16" fmla="*/ 11187 w 36303"/>
                  <a:gd name="connsiteY16" fmla="*/ 29881 h 30988"/>
                  <a:gd name="connsiteX17" fmla="*/ 5372 w 36303"/>
                  <a:gd name="connsiteY17" fmla="*/ 26752 h 30988"/>
                  <a:gd name="connsiteX18" fmla="*/ 1440 w 36303"/>
                  <a:gd name="connsiteY18" fmla="*/ 21795 h 30988"/>
                  <a:gd name="connsiteX19" fmla="*/ 0 w 36303"/>
                  <a:gd name="connsiteY19" fmla="*/ 15149 h 30988"/>
                  <a:gd name="connsiteX20" fmla="*/ 4874 w 36303"/>
                  <a:gd name="connsiteY20" fmla="*/ 3989 h 30988"/>
                  <a:gd name="connsiteX21" fmla="*/ 19052 w 36303"/>
                  <a:gd name="connsiteY21" fmla="*/ 2 h 30988"/>
                  <a:gd name="connsiteX22" fmla="*/ 19052 w 36303"/>
                  <a:gd name="connsiteY22" fmla="*/ 26724 h 30988"/>
                  <a:gd name="connsiteX23" fmla="*/ 15729 w 36303"/>
                  <a:gd name="connsiteY23" fmla="*/ 4211 h 30988"/>
                  <a:gd name="connsiteX24" fmla="*/ 10966 w 36303"/>
                  <a:gd name="connsiteY24" fmla="*/ 4903 h 30988"/>
                  <a:gd name="connsiteX25" fmla="*/ 7117 w 36303"/>
                  <a:gd name="connsiteY25" fmla="*/ 6952 h 30988"/>
                  <a:gd name="connsiteX26" fmla="*/ 4514 w 36303"/>
                  <a:gd name="connsiteY26" fmla="*/ 10386 h 30988"/>
                  <a:gd name="connsiteX27" fmla="*/ 3545 w 36303"/>
                  <a:gd name="connsiteY27" fmla="*/ 15093 h 30988"/>
                  <a:gd name="connsiteX28" fmla="*/ 4541 w 36303"/>
                  <a:gd name="connsiteY28" fmla="*/ 19773 h 30988"/>
                  <a:gd name="connsiteX29" fmla="*/ 7200 w 36303"/>
                  <a:gd name="connsiteY29" fmla="*/ 23235 h 30988"/>
                  <a:gd name="connsiteX30" fmla="*/ 11049 w 36303"/>
                  <a:gd name="connsiteY30" fmla="*/ 25533 h 30988"/>
                  <a:gd name="connsiteX31" fmla="*/ 15701 w 36303"/>
                  <a:gd name="connsiteY31" fmla="*/ 26668 h 30988"/>
                  <a:gd name="connsiteX32" fmla="*/ 15701 w 36303"/>
                  <a:gd name="connsiteY32" fmla="*/ 4211 h 30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6303" h="30988">
                    <a:moveTo>
                      <a:pt x="19052" y="26668"/>
                    </a:moveTo>
                    <a:cubicBezTo>
                      <a:pt x="20907" y="26668"/>
                      <a:pt x="22679" y="26419"/>
                      <a:pt x="24341" y="25948"/>
                    </a:cubicBezTo>
                    <a:cubicBezTo>
                      <a:pt x="26002" y="25450"/>
                      <a:pt x="27442" y="24730"/>
                      <a:pt x="28660" y="23789"/>
                    </a:cubicBezTo>
                    <a:cubicBezTo>
                      <a:pt x="29879" y="22847"/>
                      <a:pt x="30848" y="21629"/>
                      <a:pt x="31596" y="20161"/>
                    </a:cubicBezTo>
                    <a:cubicBezTo>
                      <a:pt x="32316" y="18693"/>
                      <a:pt x="32704" y="17004"/>
                      <a:pt x="32704" y="15121"/>
                    </a:cubicBezTo>
                    <a:cubicBezTo>
                      <a:pt x="32704" y="12518"/>
                      <a:pt x="32011" y="10275"/>
                      <a:pt x="30655" y="8420"/>
                    </a:cubicBezTo>
                    <a:cubicBezTo>
                      <a:pt x="29270" y="6564"/>
                      <a:pt x="27331" y="5318"/>
                      <a:pt x="24811" y="4709"/>
                    </a:cubicBezTo>
                    <a:lnTo>
                      <a:pt x="24811" y="251"/>
                    </a:lnTo>
                    <a:cubicBezTo>
                      <a:pt x="26445" y="749"/>
                      <a:pt x="27968" y="1386"/>
                      <a:pt x="29353" y="2189"/>
                    </a:cubicBezTo>
                    <a:cubicBezTo>
                      <a:pt x="30737" y="2992"/>
                      <a:pt x="31956" y="3989"/>
                      <a:pt x="33008" y="5180"/>
                    </a:cubicBezTo>
                    <a:cubicBezTo>
                      <a:pt x="34060" y="6371"/>
                      <a:pt x="34863" y="7783"/>
                      <a:pt x="35445" y="9444"/>
                    </a:cubicBezTo>
                    <a:cubicBezTo>
                      <a:pt x="36026" y="11078"/>
                      <a:pt x="36303" y="12989"/>
                      <a:pt x="36303" y="15149"/>
                    </a:cubicBezTo>
                    <a:cubicBezTo>
                      <a:pt x="36303" y="17890"/>
                      <a:pt x="35833" y="20272"/>
                      <a:pt x="34919" y="22265"/>
                    </a:cubicBezTo>
                    <a:cubicBezTo>
                      <a:pt x="33977" y="24259"/>
                      <a:pt x="32704" y="25893"/>
                      <a:pt x="31097" y="27194"/>
                    </a:cubicBezTo>
                    <a:cubicBezTo>
                      <a:pt x="29491" y="28468"/>
                      <a:pt x="27580" y="29438"/>
                      <a:pt x="25393" y="30047"/>
                    </a:cubicBezTo>
                    <a:cubicBezTo>
                      <a:pt x="23205" y="30656"/>
                      <a:pt x="20852" y="30988"/>
                      <a:pt x="18304" y="30988"/>
                    </a:cubicBezTo>
                    <a:cubicBezTo>
                      <a:pt x="15757" y="30988"/>
                      <a:pt x="13403" y="30628"/>
                      <a:pt x="11187" y="29881"/>
                    </a:cubicBezTo>
                    <a:cubicBezTo>
                      <a:pt x="8972" y="29161"/>
                      <a:pt x="7034" y="28108"/>
                      <a:pt x="5372" y="26752"/>
                    </a:cubicBezTo>
                    <a:cubicBezTo>
                      <a:pt x="3711" y="25395"/>
                      <a:pt x="2409" y="23761"/>
                      <a:pt x="1440" y="21795"/>
                    </a:cubicBezTo>
                    <a:cubicBezTo>
                      <a:pt x="499" y="19856"/>
                      <a:pt x="0" y="17641"/>
                      <a:pt x="0" y="15149"/>
                    </a:cubicBezTo>
                    <a:cubicBezTo>
                      <a:pt x="0" y="10414"/>
                      <a:pt x="1634" y="6675"/>
                      <a:pt x="4874" y="3989"/>
                    </a:cubicBezTo>
                    <a:cubicBezTo>
                      <a:pt x="8141" y="1275"/>
                      <a:pt x="12849" y="-54"/>
                      <a:pt x="19052" y="2"/>
                    </a:cubicBezTo>
                    <a:lnTo>
                      <a:pt x="19052" y="26724"/>
                    </a:lnTo>
                    <a:close/>
                    <a:moveTo>
                      <a:pt x="15729" y="4211"/>
                    </a:moveTo>
                    <a:cubicBezTo>
                      <a:pt x="14040" y="4211"/>
                      <a:pt x="12461" y="4432"/>
                      <a:pt x="10966" y="4903"/>
                    </a:cubicBezTo>
                    <a:cubicBezTo>
                      <a:pt x="9471" y="5374"/>
                      <a:pt x="8197" y="6066"/>
                      <a:pt x="7117" y="6952"/>
                    </a:cubicBezTo>
                    <a:cubicBezTo>
                      <a:pt x="6037" y="7866"/>
                      <a:pt x="5178" y="9001"/>
                      <a:pt x="4514" y="10386"/>
                    </a:cubicBezTo>
                    <a:cubicBezTo>
                      <a:pt x="3877" y="11770"/>
                      <a:pt x="3545" y="13321"/>
                      <a:pt x="3545" y="15093"/>
                    </a:cubicBezTo>
                    <a:cubicBezTo>
                      <a:pt x="3545" y="16866"/>
                      <a:pt x="3877" y="18416"/>
                      <a:pt x="4541" y="19773"/>
                    </a:cubicBezTo>
                    <a:cubicBezTo>
                      <a:pt x="5206" y="21130"/>
                      <a:pt x="6092" y="22265"/>
                      <a:pt x="7200" y="23235"/>
                    </a:cubicBezTo>
                    <a:cubicBezTo>
                      <a:pt x="8307" y="24176"/>
                      <a:pt x="9581" y="24952"/>
                      <a:pt x="11049" y="25533"/>
                    </a:cubicBezTo>
                    <a:cubicBezTo>
                      <a:pt x="12517" y="26115"/>
                      <a:pt x="14067" y="26475"/>
                      <a:pt x="15701" y="26668"/>
                    </a:cubicBezTo>
                    <a:lnTo>
                      <a:pt x="15701" y="4211"/>
                    </a:lnTo>
                    <a:close/>
                  </a:path>
                </a:pathLst>
              </a:custGeom>
              <a:solidFill>
                <a:srgbClr val="231F20"/>
              </a:solidFill>
              <a:ln w="2767" cap="flat">
                <a:noFill/>
                <a:prstDash val="solid"/>
                <a:miter/>
              </a:ln>
            </p:spPr>
            <p:txBody>
              <a:bodyPr rtlCol="0" anchor="ctr"/>
              <a:lstStyle/>
              <a:p>
                <a:endParaRPr lang="en-US"/>
              </a:p>
            </p:txBody>
          </p:sp>
        </p:grpSp>
        <p:grpSp>
          <p:nvGrpSpPr>
            <p:cNvPr id="4718" name="Graphic 14">
              <a:extLst>
                <a:ext uri="{FF2B5EF4-FFF2-40B4-BE49-F238E27FC236}">
                  <a16:creationId xmlns:a16="http://schemas.microsoft.com/office/drawing/2014/main" id="{1FFAD38D-1AC4-15AB-C014-038AAB9419E8}"/>
                </a:ext>
              </a:extLst>
            </p:cNvPr>
            <p:cNvGrpSpPr/>
            <p:nvPr/>
          </p:nvGrpSpPr>
          <p:grpSpPr>
            <a:xfrm rot="5400000">
              <a:off x="8720226" y="4149069"/>
              <a:ext cx="139860" cy="2204558"/>
              <a:chOff x="4578036" y="1608974"/>
              <a:chExt cx="45026" cy="709729"/>
            </a:xfrm>
            <a:solidFill>
              <a:srgbClr val="231F20"/>
            </a:solidFill>
          </p:grpSpPr>
          <p:sp>
            <p:nvSpPr>
              <p:cNvPr id="4719" name="Freeform 4718">
                <a:extLst>
                  <a:ext uri="{FF2B5EF4-FFF2-40B4-BE49-F238E27FC236}">
                    <a16:creationId xmlns:a16="http://schemas.microsoft.com/office/drawing/2014/main" id="{CEAB054E-96F2-13E1-AEBA-B60E59FFCFA1}"/>
                  </a:ext>
                </a:extLst>
              </p:cNvPr>
              <p:cNvSpPr/>
              <p:nvPr/>
            </p:nvSpPr>
            <p:spPr>
              <a:xfrm>
                <a:off x="4600549" y="1648102"/>
                <a:ext cx="2769" cy="631500"/>
              </a:xfrm>
              <a:custGeom>
                <a:avLst/>
                <a:gdLst>
                  <a:gd name="connsiteX0" fmla="*/ 0 w 2769"/>
                  <a:gd name="connsiteY0" fmla="*/ 0 h 631500"/>
                  <a:gd name="connsiteX1" fmla="*/ 0 w 2769"/>
                  <a:gd name="connsiteY1" fmla="*/ 631501 h 631500"/>
                </a:gdLst>
                <a:ahLst/>
                <a:cxnLst>
                  <a:cxn ang="0">
                    <a:pos x="connsiteX0" y="connsiteY0"/>
                  </a:cxn>
                  <a:cxn ang="0">
                    <a:pos x="connsiteX1" y="connsiteY1"/>
                  </a:cxn>
                </a:cxnLst>
                <a:rect l="l" t="t" r="r" b="b"/>
                <a:pathLst>
                  <a:path w="2769" h="631500">
                    <a:moveTo>
                      <a:pt x="0" y="0"/>
                    </a:moveTo>
                    <a:lnTo>
                      <a:pt x="0" y="631501"/>
                    </a:lnTo>
                  </a:path>
                </a:pathLst>
              </a:custGeom>
              <a:ln w="5534" cap="flat">
                <a:solidFill>
                  <a:srgbClr val="231F20"/>
                </a:solidFill>
                <a:prstDash val="solid"/>
                <a:miter/>
              </a:ln>
            </p:spPr>
            <p:txBody>
              <a:bodyPr rtlCol="0" anchor="ctr"/>
              <a:lstStyle/>
              <a:p>
                <a:endParaRPr lang="en-US"/>
              </a:p>
            </p:txBody>
          </p:sp>
          <p:sp>
            <p:nvSpPr>
              <p:cNvPr id="4720" name="Freeform 4719">
                <a:extLst>
                  <a:ext uri="{FF2B5EF4-FFF2-40B4-BE49-F238E27FC236}">
                    <a16:creationId xmlns:a16="http://schemas.microsoft.com/office/drawing/2014/main" id="{F5A9B57E-018D-AC6B-8AFA-52A188723422}"/>
                  </a:ext>
                </a:extLst>
              </p:cNvPr>
              <p:cNvSpPr/>
              <p:nvPr/>
            </p:nvSpPr>
            <p:spPr>
              <a:xfrm>
                <a:off x="4578036" y="1608974"/>
                <a:ext cx="45026" cy="55105"/>
              </a:xfrm>
              <a:custGeom>
                <a:avLst/>
                <a:gdLst>
                  <a:gd name="connsiteX0" fmla="*/ 22513 w 45026"/>
                  <a:gd name="connsiteY0" fmla="*/ 0 h 55105"/>
                  <a:gd name="connsiteX1" fmla="*/ 0 w 45026"/>
                  <a:gd name="connsiteY1" fmla="*/ 55106 h 55105"/>
                  <a:gd name="connsiteX2" fmla="*/ 22513 w 45026"/>
                  <a:gd name="connsiteY2" fmla="*/ 42035 h 55105"/>
                  <a:gd name="connsiteX3" fmla="*/ 45026 w 45026"/>
                  <a:gd name="connsiteY3" fmla="*/ 55106 h 55105"/>
                  <a:gd name="connsiteX4" fmla="*/ 22513 w 45026"/>
                  <a:gd name="connsiteY4" fmla="*/ 0 h 551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26" h="55105">
                    <a:moveTo>
                      <a:pt x="22513" y="0"/>
                    </a:moveTo>
                    <a:lnTo>
                      <a:pt x="0" y="55106"/>
                    </a:lnTo>
                    <a:lnTo>
                      <a:pt x="22513" y="42035"/>
                    </a:lnTo>
                    <a:lnTo>
                      <a:pt x="45026" y="55106"/>
                    </a:lnTo>
                    <a:lnTo>
                      <a:pt x="22513" y="0"/>
                    </a:lnTo>
                    <a:close/>
                  </a:path>
                </a:pathLst>
              </a:custGeom>
              <a:solidFill>
                <a:srgbClr val="231F20"/>
              </a:solidFill>
              <a:ln w="2767" cap="flat">
                <a:noFill/>
                <a:prstDash val="solid"/>
                <a:miter/>
              </a:ln>
            </p:spPr>
            <p:txBody>
              <a:bodyPr rtlCol="0" anchor="ctr"/>
              <a:lstStyle/>
              <a:p>
                <a:endParaRPr lang="en-US"/>
              </a:p>
            </p:txBody>
          </p:sp>
          <p:sp>
            <p:nvSpPr>
              <p:cNvPr id="4721" name="Freeform 4720">
                <a:extLst>
                  <a:ext uri="{FF2B5EF4-FFF2-40B4-BE49-F238E27FC236}">
                    <a16:creationId xmlns:a16="http://schemas.microsoft.com/office/drawing/2014/main" id="{1AEF756C-CC45-18C8-6920-4F04F8D0E74C}"/>
                  </a:ext>
                </a:extLst>
              </p:cNvPr>
              <p:cNvSpPr/>
              <p:nvPr/>
            </p:nvSpPr>
            <p:spPr>
              <a:xfrm>
                <a:off x="4578036" y="2263597"/>
                <a:ext cx="45026" cy="55105"/>
              </a:xfrm>
              <a:custGeom>
                <a:avLst/>
                <a:gdLst>
                  <a:gd name="connsiteX0" fmla="*/ 22513 w 45026"/>
                  <a:gd name="connsiteY0" fmla="*/ 55106 h 55105"/>
                  <a:gd name="connsiteX1" fmla="*/ 0 w 45026"/>
                  <a:gd name="connsiteY1" fmla="*/ 0 h 55105"/>
                  <a:gd name="connsiteX2" fmla="*/ 22513 w 45026"/>
                  <a:gd name="connsiteY2" fmla="*/ 13098 h 55105"/>
                  <a:gd name="connsiteX3" fmla="*/ 45026 w 45026"/>
                  <a:gd name="connsiteY3" fmla="*/ 0 h 55105"/>
                  <a:gd name="connsiteX4" fmla="*/ 22513 w 45026"/>
                  <a:gd name="connsiteY4" fmla="*/ 55106 h 551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26" h="55105">
                    <a:moveTo>
                      <a:pt x="22513" y="55106"/>
                    </a:moveTo>
                    <a:lnTo>
                      <a:pt x="0" y="0"/>
                    </a:lnTo>
                    <a:lnTo>
                      <a:pt x="22513" y="13098"/>
                    </a:lnTo>
                    <a:lnTo>
                      <a:pt x="45026" y="0"/>
                    </a:lnTo>
                    <a:lnTo>
                      <a:pt x="22513" y="55106"/>
                    </a:lnTo>
                    <a:close/>
                  </a:path>
                </a:pathLst>
              </a:custGeom>
              <a:solidFill>
                <a:srgbClr val="231F20"/>
              </a:solidFill>
              <a:ln w="2767" cap="flat">
                <a:noFill/>
                <a:prstDash val="solid"/>
                <a:miter/>
              </a:ln>
            </p:spPr>
            <p:txBody>
              <a:bodyPr rtlCol="0" anchor="ctr"/>
              <a:lstStyle/>
              <a:p>
                <a:endParaRPr lang="en-US"/>
              </a:p>
            </p:txBody>
          </p:sp>
        </p:grpSp>
        <p:sp>
          <p:nvSpPr>
            <p:cNvPr id="4572" name="TextBox 4571">
              <a:extLst>
                <a:ext uri="{FF2B5EF4-FFF2-40B4-BE49-F238E27FC236}">
                  <a16:creationId xmlns:a16="http://schemas.microsoft.com/office/drawing/2014/main" id="{50086199-0765-ECB7-A464-5EEDC6921152}"/>
                </a:ext>
              </a:extLst>
            </p:cNvPr>
            <p:cNvSpPr txBox="1"/>
            <p:nvPr/>
          </p:nvSpPr>
          <p:spPr>
            <a:xfrm>
              <a:off x="9212017" y="4708189"/>
              <a:ext cx="377026" cy="369332"/>
            </a:xfrm>
            <a:prstGeom prst="rect">
              <a:avLst/>
            </a:prstGeom>
            <a:noFill/>
          </p:spPr>
          <p:txBody>
            <a:bodyPr wrap="none" rtlCol="0">
              <a:spAutoFit/>
            </a:bodyPr>
            <a:lstStyle/>
            <a:p>
              <a:r>
                <a:rPr lang="en-US" i="1" dirty="0">
                  <a:latin typeface="HELVETICA LIGHT" panose="020B0403020202020204" pitchFamily="34" charset="0"/>
                </a:rPr>
                <a:t>d’</a:t>
              </a:r>
            </a:p>
          </p:txBody>
        </p:sp>
      </p:grpSp>
      <p:grpSp>
        <p:nvGrpSpPr>
          <p:cNvPr id="4492" name="Group 4491">
            <a:extLst>
              <a:ext uri="{FF2B5EF4-FFF2-40B4-BE49-F238E27FC236}">
                <a16:creationId xmlns:a16="http://schemas.microsoft.com/office/drawing/2014/main" id="{321A201C-610F-CC48-4216-1AF0CA28707E}"/>
              </a:ext>
            </a:extLst>
          </p:cNvPr>
          <p:cNvGrpSpPr/>
          <p:nvPr/>
        </p:nvGrpSpPr>
        <p:grpSpPr>
          <a:xfrm>
            <a:off x="6832419" y="1545263"/>
            <a:ext cx="3669826" cy="4006248"/>
            <a:chOff x="6833112" y="1627937"/>
            <a:chExt cx="3669826" cy="4006248"/>
          </a:xfrm>
        </p:grpSpPr>
        <p:sp>
          <p:nvSpPr>
            <p:cNvPr id="4571" name="TextBox 4570">
              <a:extLst>
                <a:ext uri="{FF2B5EF4-FFF2-40B4-BE49-F238E27FC236}">
                  <a16:creationId xmlns:a16="http://schemas.microsoft.com/office/drawing/2014/main" id="{CCE52F4D-E546-0A39-6F3A-8768DFF26C63}"/>
                </a:ext>
              </a:extLst>
            </p:cNvPr>
            <p:cNvSpPr txBox="1"/>
            <p:nvPr/>
          </p:nvSpPr>
          <p:spPr>
            <a:xfrm>
              <a:off x="10099801" y="4682599"/>
              <a:ext cx="377026" cy="369332"/>
            </a:xfrm>
            <a:prstGeom prst="rect">
              <a:avLst/>
            </a:prstGeom>
            <a:noFill/>
          </p:spPr>
          <p:txBody>
            <a:bodyPr wrap="none" rtlCol="0">
              <a:spAutoFit/>
            </a:bodyPr>
            <a:lstStyle/>
            <a:p>
              <a:r>
                <a:rPr lang="en-US" i="1" dirty="0">
                  <a:latin typeface="HELVETICA LIGHT" panose="020B0403020202020204" pitchFamily="34" charset="0"/>
                </a:rPr>
                <a:t>d’</a:t>
              </a:r>
            </a:p>
          </p:txBody>
        </p:sp>
        <p:grpSp>
          <p:nvGrpSpPr>
            <p:cNvPr id="4480" name="Group 4479">
              <a:extLst>
                <a:ext uri="{FF2B5EF4-FFF2-40B4-BE49-F238E27FC236}">
                  <a16:creationId xmlns:a16="http://schemas.microsoft.com/office/drawing/2014/main" id="{C4D310A1-7E36-29B3-1AF9-CE54770F7F18}"/>
                </a:ext>
              </a:extLst>
            </p:cNvPr>
            <p:cNvGrpSpPr/>
            <p:nvPr/>
          </p:nvGrpSpPr>
          <p:grpSpPr>
            <a:xfrm>
              <a:off x="6833112" y="1627937"/>
              <a:ext cx="3669826" cy="4006248"/>
              <a:chOff x="1603057" y="1595802"/>
              <a:chExt cx="3669826" cy="4006248"/>
            </a:xfrm>
          </p:grpSpPr>
          <p:grpSp>
            <p:nvGrpSpPr>
              <p:cNvPr id="3" name="Graphic 5">
                <a:extLst>
                  <a:ext uri="{FF2B5EF4-FFF2-40B4-BE49-F238E27FC236}">
                    <a16:creationId xmlns:a16="http://schemas.microsoft.com/office/drawing/2014/main" id="{2874E356-A0BB-04E1-C9BC-A18BBD5DD45F}"/>
                  </a:ext>
                </a:extLst>
              </p:cNvPr>
              <p:cNvGrpSpPr/>
              <p:nvPr/>
            </p:nvGrpSpPr>
            <p:grpSpPr>
              <a:xfrm>
                <a:off x="1603057" y="2548080"/>
                <a:ext cx="177992" cy="1124661"/>
                <a:chOff x="7003211" y="2457300"/>
                <a:chExt cx="71153" cy="449587"/>
              </a:xfrm>
              <a:solidFill>
                <a:srgbClr val="000000"/>
              </a:solidFill>
            </p:grpSpPr>
            <p:sp>
              <p:nvSpPr>
                <p:cNvPr id="4" name="Freeform 3">
                  <a:extLst>
                    <a:ext uri="{FF2B5EF4-FFF2-40B4-BE49-F238E27FC236}">
                      <a16:creationId xmlns:a16="http://schemas.microsoft.com/office/drawing/2014/main" id="{11EB55B9-467A-1984-EA60-2B22A9B00B3D}"/>
                    </a:ext>
                  </a:extLst>
                </p:cNvPr>
                <p:cNvSpPr/>
                <p:nvPr/>
              </p:nvSpPr>
              <p:spPr>
                <a:xfrm>
                  <a:off x="7004543" y="2860409"/>
                  <a:ext cx="68490" cy="46479"/>
                </a:xfrm>
                <a:custGeom>
                  <a:avLst/>
                  <a:gdLst>
                    <a:gd name="connsiteX0" fmla="*/ 68490 w 68490"/>
                    <a:gd name="connsiteY0" fmla="*/ 46480 h 46479"/>
                    <a:gd name="connsiteX1" fmla="*/ 0 w 68490"/>
                    <a:gd name="connsiteY1" fmla="*/ 46480 h 46479"/>
                    <a:gd name="connsiteX2" fmla="*/ 0 w 68490"/>
                    <a:gd name="connsiteY2" fmla="*/ 950 h 46479"/>
                    <a:gd name="connsiteX3" fmla="*/ 5517 w 68490"/>
                    <a:gd name="connsiteY3" fmla="*/ 950 h 46479"/>
                    <a:gd name="connsiteX4" fmla="*/ 5517 w 68490"/>
                    <a:gd name="connsiteY4" fmla="*/ 40016 h 46479"/>
                    <a:gd name="connsiteX5" fmla="*/ 30250 w 68490"/>
                    <a:gd name="connsiteY5" fmla="*/ 40016 h 46479"/>
                    <a:gd name="connsiteX6" fmla="*/ 30250 w 68490"/>
                    <a:gd name="connsiteY6" fmla="*/ 4753 h 46479"/>
                    <a:gd name="connsiteX7" fmla="*/ 35767 w 68490"/>
                    <a:gd name="connsiteY7" fmla="*/ 4753 h 46479"/>
                    <a:gd name="connsiteX8" fmla="*/ 35767 w 68490"/>
                    <a:gd name="connsiteY8" fmla="*/ 40016 h 46479"/>
                    <a:gd name="connsiteX9" fmla="*/ 62973 w 68490"/>
                    <a:gd name="connsiteY9" fmla="*/ 40016 h 46479"/>
                    <a:gd name="connsiteX10" fmla="*/ 62973 w 68490"/>
                    <a:gd name="connsiteY10" fmla="*/ 0 h 46479"/>
                    <a:gd name="connsiteX11" fmla="*/ 68490 w 68490"/>
                    <a:gd name="connsiteY11" fmla="*/ 0 h 46479"/>
                    <a:gd name="connsiteX12" fmla="*/ 68490 w 68490"/>
                    <a:gd name="connsiteY12" fmla="*/ 46480 h 46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8490" h="46479">
                      <a:moveTo>
                        <a:pt x="68490" y="46480"/>
                      </a:moveTo>
                      <a:lnTo>
                        <a:pt x="0" y="46480"/>
                      </a:lnTo>
                      <a:lnTo>
                        <a:pt x="0" y="950"/>
                      </a:lnTo>
                      <a:lnTo>
                        <a:pt x="5517" y="950"/>
                      </a:lnTo>
                      <a:lnTo>
                        <a:pt x="5517" y="40016"/>
                      </a:lnTo>
                      <a:lnTo>
                        <a:pt x="30250" y="40016"/>
                      </a:lnTo>
                      <a:lnTo>
                        <a:pt x="30250" y="4753"/>
                      </a:lnTo>
                      <a:lnTo>
                        <a:pt x="35767" y="4753"/>
                      </a:lnTo>
                      <a:lnTo>
                        <a:pt x="35767" y="40016"/>
                      </a:lnTo>
                      <a:lnTo>
                        <a:pt x="62973" y="40016"/>
                      </a:lnTo>
                      <a:lnTo>
                        <a:pt x="62973" y="0"/>
                      </a:lnTo>
                      <a:lnTo>
                        <a:pt x="68490" y="0"/>
                      </a:lnTo>
                      <a:lnTo>
                        <a:pt x="68490" y="46480"/>
                      </a:lnTo>
                      <a:close/>
                    </a:path>
                  </a:pathLst>
                </a:custGeom>
                <a:solidFill>
                  <a:srgbClr val="000000"/>
                </a:solidFill>
                <a:ln w="9506" cap="flat">
                  <a:noFill/>
                  <a:prstDash val="solid"/>
                  <a:miter/>
                </a:ln>
              </p:spPr>
              <p:txBody>
                <a:bodyPr rtlCol="0" anchor="ctr"/>
                <a:lstStyle/>
                <a:p>
                  <a:endParaRPr lang="en-US"/>
                </a:p>
              </p:txBody>
            </p:sp>
            <p:sp>
              <p:nvSpPr>
                <p:cNvPr id="5" name="Freeform 4">
                  <a:extLst>
                    <a:ext uri="{FF2B5EF4-FFF2-40B4-BE49-F238E27FC236}">
                      <a16:creationId xmlns:a16="http://schemas.microsoft.com/office/drawing/2014/main" id="{6D13D994-1248-FC66-FE11-A2E5D4065473}"/>
                    </a:ext>
                  </a:extLst>
                </p:cNvPr>
                <p:cNvSpPr/>
                <p:nvPr/>
              </p:nvSpPr>
              <p:spPr>
                <a:xfrm>
                  <a:off x="7004543" y="2784748"/>
                  <a:ext cx="68490" cy="64349"/>
                </a:xfrm>
                <a:custGeom>
                  <a:avLst/>
                  <a:gdLst>
                    <a:gd name="connsiteX0" fmla="*/ 68490 w 68490"/>
                    <a:gd name="connsiteY0" fmla="*/ 64349 h 64349"/>
                    <a:gd name="connsiteX1" fmla="*/ 0 w 68490"/>
                    <a:gd name="connsiteY1" fmla="*/ 64349 h 64349"/>
                    <a:gd name="connsiteX2" fmla="*/ 0 w 68490"/>
                    <a:gd name="connsiteY2" fmla="*/ 54464 h 64349"/>
                    <a:gd name="connsiteX3" fmla="*/ 60404 w 68490"/>
                    <a:gd name="connsiteY3" fmla="*/ 32032 h 64349"/>
                    <a:gd name="connsiteX4" fmla="*/ 60404 w 68490"/>
                    <a:gd name="connsiteY4" fmla="*/ 31842 h 64349"/>
                    <a:gd name="connsiteX5" fmla="*/ 0 w 68490"/>
                    <a:gd name="connsiteY5" fmla="*/ 9790 h 64349"/>
                    <a:gd name="connsiteX6" fmla="*/ 0 w 68490"/>
                    <a:gd name="connsiteY6" fmla="*/ 0 h 64349"/>
                    <a:gd name="connsiteX7" fmla="*/ 68490 w 68490"/>
                    <a:gd name="connsiteY7" fmla="*/ 0 h 64349"/>
                    <a:gd name="connsiteX8" fmla="*/ 68490 w 68490"/>
                    <a:gd name="connsiteY8" fmla="*/ 6463 h 64349"/>
                    <a:gd name="connsiteX9" fmla="*/ 7420 w 68490"/>
                    <a:gd name="connsiteY9" fmla="*/ 6463 h 64349"/>
                    <a:gd name="connsiteX10" fmla="*/ 7420 w 68490"/>
                    <a:gd name="connsiteY10" fmla="*/ 6653 h 64349"/>
                    <a:gd name="connsiteX11" fmla="*/ 68490 w 68490"/>
                    <a:gd name="connsiteY11" fmla="*/ 29085 h 64349"/>
                    <a:gd name="connsiteX12" fmla="*/ 68490 w 68490"/>
                    <a:gd name="connsiteY12" fmla="*/ 35169 h 64349"/>
                    <a:gd name="connsiteX13" fmla="*/ 7420 w 68490"/>
                    <a:gd name="connsiteY13" fmla="*/ 57696 h 64349"/>
                    <a:gd name="connsiteX14" fmla="*/ 7420 w 68490"/>
                    <a:gd name="connsiteY14" fmla="*/ 57886 h 64349"/>
                    <a:gd name="connsiteX15" fmla="*/ 68490 w 68490"/>
                    <a:gd name="connsiteY15" fmla="*/ 57886 h 64349"/>
                    <a:gd name="connsiteX16" fmla="*/ 68490 w 68490"/>
                    <a:gd name="connsiteY16" fmla="*/ 64349 h 64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490" h="64349">
                      <a:moveTo>
                        <a:pt x="68490" y="64349"/>
                      </a:moveTo>
                      <a:lnTo>
                        <a:pt x="0" y="64349"/>
                      </a:lnTo>
                      <a:lnTo>
                        <a:pt x="0" y="54464"/>
                      </a:lnTo>
                      <a:lnTo>
                        <a:pt x="60404" y="32032"/>
                      </a:lnTo>
                      <a:lnTo>
                        <a:pt x="60404" y="31842"/>
                      </a:lnTo>
                      <a:lnTo>
                        <a:pt x="0" y="9790"/>
                      </a:lnTo>
                      <a:lnTo>
                        <a:pt x="0" y="0"/>
                      </a:lnTo>
                      <a:lnTo>
                        <a:pt x="68490" y="0"/>
                      </a:lnTo>
                      <a:lnTo>
                        <a:pt x="68490" y="6463"/>
                      </a:lnTo>
                      <a:lnTo>
                        <a:pt x="7420" y="6463"/>
                      </a:lnTo>
                      <a:lnTo>
                        <a:pt x="7420" y="6653"/>
                      </a:lnTo>
                      <a:lnTo>
                        <a:pt x="68490" y="29085"/>
                      </a:lnTo>
                      <a:lnTo>
                        <a:pt x="68490" y="35169"/>
                      </a:lnTo>
                      <a:lnTo>
                        <a:pt x="7420" y="57696"/>
                      </a:lnTo>
                      <a:lnTo>
                        <a:pt x="7420" y="57886"/>
                      </a:lnTo>
                      <a:lnTo>
                        <a:pt x="68490" y="57886"/>
                      </a:lnTo>
                      <a:lnTo>
                        <a:pt x="68490" y="64349"/>
                      </a:lnTo>
                      <a:close/>
                    </a:path>
                  </a:pathLst>
                </a:custGeom>
                <a:solidFill>
                  <a:srgbClr val="000000"/>
                </a:solidFill>
                <a:ln w="9506" cap="flat">
                  <a:noFill/>
                  <a:prstDash val="solid"/>
                  <a:miter/>
                </a:ln>
              </p:spPr>
              <p:txBody>
                <a:bodyPr rtlCol="0" anchor="ctr"/>
                <a:lstStyle/>
                <a:p>
                  <a:endParaRPr lang="en-US"/>
                </a:p>
              </p:txBody>
            </p:sp>
            <p:sp>
              <p:nvSpPr>
                <p:cNvPr id="6" name="Freeform 5">
                  <a:extLst>
                    <a:ext uri="{FF2B5EF4-FFF2-40B4-BE49-F238E27FC236}">
                      <a16:creationId xmlns:a16="http://schemas.microsoft.com/office/drawing/2014/main" id="{E9FFF1AB-DA5A-B830-2464-238B8BB790DF}"/>
                    </a:ext>
                  </a:extLst>
                </p:cNvPr>
                <p:cNvSpPr/>
                <p:nvPr/>
              </p:nvSpPr>
              <p:spPr>
                <a:xfrm>
                  <a:off x="7004543" y="2692930"/>
                  <a:ext cx="68585" cy="50281"/>
                </a:xfrm>
                <a:custGeom>
                  <a:avLst/>
                  <a:gdLst>
                    <a:gd name="connsiteX0" fmla="*/ 68490 w 68585"/>
                    <a:gd name="connsiteY0" fmla="*/ 50282 h 50281"/>
                    <a:gd name="connsiteX1" fmla="*/ 0 w 68585"/>
                    <a:gd name="connsiteY1" fmla="*/ 50282 h 50281"/>
                    <a:gd name="connsiteX2" fmla="*/ 0 w 68585"/>
                    <a:gd name="connsiteY2" fmla="*/ 25569 h 50281"/>
                    <a:gd name="connsiteX3" fmla="*/ 1237 w 68585"/>
                    <a:gd name="connsiteY3" fmla="*/ 15303 h 50281"/>
                    <a:gd name="connsiteX4" fmla="*/ 4756 w 68585"/>
                    <a:gd name="connsiteY4" fmla="*/ 8364 h 50281"/>
                    <a:gd name="connsiteX5" fmla="*/ 10273 w 68585"/>
                    <a:gd name="connsiteY5" fmla="*/ 4372 h 50281"/>
                    <a:gd name="connsiteX6" fmla="*/ 17313 w 68585"/>
                    <a:gd name="connsiteY6" fmla="*/ 3137 h 50281"/>
                    <a:gd name="connsiteX7" fmla="*/ 23496 w 68585"/>
                    <a:gd name="connsiteY7" fmla="*/ 4087 h 50281"/>
                    <a:gd name="connsiteX8" fmla="*/ 27872 w 68585"/>
                    <a:gd name="connsiteY8" fmla="*/ 6558 h 50281"/>
                    <a:gd name="connsiteX9" fmla="*/ 30630 w 68585"/>
                    <a:gd name="connsiteY9" fmla="*/ 10075 h 50281"/>
                    <a:gd name="connsiteX10" fmla="*/ 32057 w 68585"/>
                    <a:gd name="connsiteY10" fmla="*/ 14067 h 50281"/>
                    <a:gd name="connsiteX11" fmla="*/ 32247 w 68585"/>
                    <a:gd name="connsiteY11" fmla="*/ 14067 h 50281"/>
                    <a:gd name="connsiteX12" fmla="*/ 37860 w 68585"/>
                    <a:gd name="connsiteY12" fmla="*/ 3517 h 50281"/>
                    <a:gd name="connsiteX13" fmla="*/ 49275 w 68585"/>
                    <a:gd name="connsiteY13" fmla="*/ 0 h 50281"/>
                    <a:gd name="connsiteX14" fmla="*/ 58312 w 68585"/>
                    <a:gd name="connsiteY14" fmla="*/ 1711 h 50281"/>
                    <a:gd name="connsiteX15" fmla="*/ 64305 w 68585"/>
                    <a:gd name="connsiteY15" fmla="*/ 6273 h 50281"/>
                    <a:gd name="connsiteX16" fmla="*/ 67539 w 68585"/>
                    <a:gd name="connsiteY16" fmla="*/ 13402 h 50281"/>
                    <a:gd name="connsiteX17" fmla="*/ 68585 w 68585"/>
                    <a:gd name="connsiteY17" fmla="*/ 22337 h 50281"/>
                    <a:gd name="connsiteX18" fmla="*/ 68585 w 68585"/>
                    <a:gd name="connsiteY18" fmla="*/ 50282 h 50281"/>
                    <a:gd name="connsiteX19" fmla="*/ 30250 w 68585"/>
                    <a:gd name="connsiteY19" fmla="*/ 43818 h 50281"/>
                    <a:gd name="connsiteX20" fmla="*/ 30250 w 68585"/>
                    <a:gd name="connsiteY20" fmla="*/ 27470 h 50281"/>
                    <a:gd name="connsiteX21" fmla="*/ 29394 w 68585"/>
                    <a:gd name="connsiteY21" fmla="*/ 19010 h 50281"/>
                    <a:gd name="connsiteX22" fmla="*/ 26920 w 68585"/>
                    <a:gd name="connsiteY22" fmla="*/ 13497 h 50281"/>
                    <a:gd name="connsiteX23" fmla="*/ 22830 w 68585"/>
                    <a:gd name="connsiteY23" fmla="*/ 10551 h 50281"/>
                    <a:gd name="connsiteX24" fmla="*/ 17313 w 68585"/>
                    <a:gd name="connsiteY24" fmla="*/ 9695 h 50281"/>
                    <a:gd name="connsiteX25" fmla="*/ 11795 w 68585"/>
                    <a:gd name="connsiteY25" fmla="*/ 10741 h 50281"/>
                    <a:gd name="connsiteX26" fmla="*/ 8181 w 68585"/>
                    <a:gd name="connsiteY26" fmla="*/ 14067 h 50281"/>
                    <a:gd name="connsiteX27" fmla="*/ 6183 w 68585"/>
                    <a:gd name="connsiteY27" fmla="*/ 19961 h 50281"/>
                    <a:gd name="connsiteX28" fmla="*/ 5517 w 68585"/>
                    <a:gd name="connsiteY28" fmla="*/ 28895 h 50281"/>
                    <a:gd name="connsiteX29" fmla="*/ 5517 w 68585"/>
                    <a:gd name="connsiteY29" fmla="*/ 43818 h 50281"/>
                    <a:gd name="connsiteX30" fmla="*/ 30250 w 68585"/>
                    <a:gd name="connsiteY30" fmla="*/ 43818 h 50281"/>
                    <a:gd name="connsiteX31" fmla="*/ 62973 w 68585"/>
                    <a:gd name="connsiteY31" fmla="*/ 43818 h 50281"/>
                    <a:gd name="connsiteX32" fmla="*/ 62973 w 68585"/>
                    <a:gd name="connsiteY32" fmla="*/ 27375 h 50281"/>
                    <a:gd name="connsiteX33" fmla="*/ 62497 w 68585"/>
                    <a:gd name="connsiteY33" fmla="*/ 18155 h 50281"/>
                    <a:gd name="connsiteX34" fmla="*/ 60500 w 68585"/>
                    <a:gd name="connsiteY34" fmla="*/ 11596 h 50281"/>
                    <a:gd name="connsiteX35" fmla="*/ 56314 w 68585"/>
                    <a:gd name="connsiteY35" fmla="*/ 7699 h 50281"/>
                    <a:gd name="connsiteX36" fmla="*/ 49180 w 68585"/>
                    <a:gd name="connsiteY36" fmla="*/ 6463 h 50281"/>
                    <a:gd name="connsiteX37" fmla="*/ 42331 w 68585"/>
                    <a:gd name="connsiteY37" fmla="*/ 7889 h 50281"/>
                    <a:gd name="connsiteX38" fmla="*/ 38336 w 68585"/>
                    <a:gd name="connsiteY38" fmla="*/ 11976 h 50281"/>
                    <a:gd name="connsiteX39" fmla="*/ 36338 w 68585"/>
                    <a:gd name="connsiteY39" fmla="*/ 18345 h 50281"/>
                    <a:gd name="connsiteX40" fmla="*/ 35767 w 68585"/>
                    <a:gd name="connsiteY40" fmla="*/ 26614 h 50281"/>
                    <a:gd name="connsiteX41" fmla="*/ 35767 w 68585"/>
                    <a:gd name="connsiteY41" fmla="*/ 43818 h 50281"/>
                    <a:gd name="connsiteX42" fmla="*/ 62973 w 68585"/>
                    <a:gd name="connsiteY42" fmla="*/ 43818 h 50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585" h="50281">
                      <a:moveTo>
                        <a:pt x="68490" y="50282"/>
                      </a:moveTo>
                      <a:lnTo>
                        <a:pt x="0" y="50282"/>
                      </a:lnTo>
                      <a:lnTo>
                        <a:pt x="0" y="25569"/>
                      </a:lnTo>
                      <a:cubicBezTo>
                        <a:pt x="0" y="21576"/>
                        <a:pt x="380" y="18155"/>
                        <a:pt x="1237" y="15303"/>
                      </a:cubicBezTo>
                      <a:cubicBezTo>
                        <a:pt x="2093" y="12452"/>
                        <a:pt x="3234" y="10170"/>
                        <a:pt x="4756" y="8364"/>
                      </a:cubicBezTo>
                      <a:cubicBezTo>
                        <a:pt x="6278" y="6558"/>
                        <a:pt x="8085" y="5228"/>
                        <a:pt x="10273" y="4372"/>
                      </a:cubicBezTo>
                      <a:cubicBezTo>
                        <a:pt x="12366" y="3517"/>
                        <a:pt x="14744" y="3137"/>
                        <a:pt x="17313" y="3137"/>
                      </a:cubicBezTo>
                      <a:cubicBezTo>
                        <a:pt x="19881" y="3137"/>
                        <a:pt x="21784" y="3422"/>
                        <a:pt x="23496" y="4087"/>
                      </a:cubicBezTo>
                      <a:cubicBezTo>
                        <a:pt x="25208" y="4753"/>
                        <a:pt x="26730" y="5513"/>
                        <a:pt x="27872" y="6558"/>
                      </a:cubicBezTo>
                      <a:cubicBezTo>
                        <a:pt x="29013" y="7604"/>
                        <a:pt x="29964" y="8745"/>
                        <a:pt x="30630" y="10075"/>
                      </a:cubicBezTo>
                      <a:cubicBezTo>
                        <a:pt x="31296" y="11406"/>
                        <a:pt x="31772" y="12737"/>
                        <a:pt x="32057" y="14067"/>
                      </a:cubicBezTo>
                      <a:lnTo>
                        <a:pt x="32247" y="14067"/>
                      </a:lnTo>
                      <a:cubicBezTo>
                        <a:pt x="32913" y="9315"/>
                        <a:pt x="34816" y="5798"/>
                        <a:pt x="37860" y="3517"/>
                      </a:cubicBezTo>
                      <a:cubicBezTo>
                        <a:pt x="40904" y="1236"/>
                        <a:pt x="44709" y="0"/>
                        <a:pt x="49275" y="0"/>
                      </a:cubicBezTo>
                      <a:cubicBezTo>
                        <a:pt x="52795" y="0"/>
                        <a:pt x="55839" y="570"/>
                        <a:pt x="58312" y="1711"/>
                      </a:cubicBezTo>
                      <a:cubicBezTo>
                        <a:pt x="60785" y="2852"/>
                        <a:pt x="62783" y="4372"/>
                        <a:pt x="64305" y="6273"/>
                      </a:cubicBezTo>
                      <a:cubicBezTo>
                        <a:pt x="65827" y="8174"/>
                        <a:pt x="66968" y="10646"/>
                        <a:pt x="67539" y="13402"/>
                      </a:cubicBezTo>
                      <a:cubicBezTo>
                        <a:pt x="68205" y="16159"/>
                        <a:pt x="68585" y="19105"/>
                        <a:pt x="68585" y="22337"/>
                      </a:cubicBezTo>
                      <a:lnTo>
                        <a:pt x="68585" y="50282"/>
                      </a:lnTo>
                      <a:close/>
                      <a:moveTo>
                        <a:pt x="30250" y="43818"/>
                      </a:moveTo>
                      <a:lnTo>
                        <a:pt x="30250" y="27470"/>
                      </a:lnTo>
                      <a:cubicBezTo>
                        <a:pt x="30250" y="24143"/>
                        <a:pt x="29964" y="21291"/>
                        <a:pt x="29394" y="19010"/>
                      </a:cubicBezTo>
                      <a:cubicBezTo>
                        <a:pt x="28823" y="16729"/>
                        <a:pt x="27967" y="14923"/>
                        <a:pt x="26920" y="13497"/>
                      </a:cubicBezTo>
                      <a:cubicBezTo>
                        <a:pt x="25779" y="12071"/>
                        <a:pt x="24447" y="11121"/>
                        <a:pt x="22830" y="10551"/>
                      </a:cubicBezTo>
                      <a:cubicBezTo>
                        <a:pt x="21213" y="9980"/>
                        <a:pt x="19310" y="9695"/>
                        <a:pt x="17313" y="9695"/>
                      </a:cubicBezTo>
                      <a:cubicBezTo>
                        <a:pt x="15315" y="9695"/>
                        <a:pt x="13318" y="10075"/>
                        <a:pt x="11795" y="10741"/>
                      </a:cubicBezTo>
                      <a:cubicBezTo>
                        <a:pt x="10273" y="11406"/>
                        <a:pt x="9132" y="12547"/>
                        <a:pt x="8181" y="14067"/>
                      </a:cubicBezTo>
                      <a:cubicBezTo>
                        <a:pt x="7229" y="15588"/>
                        <a:pt x="6564" y="17584"/>
                        <a:pt x="6183" y="19961"/>
                      </a:cubicBezTo>
                      <a:cubicBezTo>
                        <a:pt x="5803" y="22432"/>
                        <a:pt x="5517" y="25378"/>
                        <a:pt x="5517" y="28895"/>
                      </a:cubicBezTo>
                      <a:lnTo>
                        <a:pt x="5517" y="43818"/>
                      </a:lnTo>
                      <a:lnTo>
                        <a:pt x="30250" y="43818"/>
                      </a:lnTo>
                      <a:close/>
                      <a:moveTo>
                        <a:pt x="62973" y="43818"/>
                      </a:moveTo>
                      <a:lnTo>
                        <a:pt x="62973" y="27375"/>
                      </a:lnTo>
                      <a:cubicBezTo>
                        <a:pt x="62973" y="23858"/>
                        <a:pt x="62783" y="20721"/>
                        <a:pt x="62497" y="18155"/>
                      </a:cubicBezTo>
                      <a:cubicBezTo>
                        <a:pt x="62212" y="15493"/>
                        <a:pt x="61546" y="13307"/>
                        <a:pt x="60500" y="11596"/>
                      </a:cubicBezTo>
                      <a:cubicBezTo>
                        <a:pt x="59548" y="9885"/>
                        <a:pt x="58122" y="8650"/>
                        <a:pt x="56314" y="7699"/>
                      </a:cubicBezTo>
                      <a:cubicBezTo>
                        <a:pt x="54507" y="6844"/>
                        <a:pt x="52129" y="6463"/>
                        <a:pt x="49180" y="6463"/>
                      </a:cubicBezTo>
                      <a:cubicBezTo>
                        <a:pt x="46231" y="6463"/>
                        <a:pt x="44043" y="6939"/>
                        <a:pt x="42331" y="7889"/>
                      </a:cubicBezTo>
                      <a:cubicBezTo>
                        <a:pt x="40618" y="8840"/>
                        <a:pt x="39192" y="10170"/>
                        <a:pt x="38336" y="11976"/>
                      </a:cubicBezTo>
                      <a:cubicBezTo>
                        <a:pt x="37384" y="13782"/>
                        <a:pt x="36718" y="15873"/>
                        <a:pt x="36338" y="18345"/>
                      </a:cubicBezTo>
                      <a:cubicBezTo>
                        <a:pt x="35957" y="20816"/>
                        <a:pt x="35767" y="23573"/>
                        <a:pt x="35767" y="26614"/>
                      </a:cubicBezTo>
                      <a:lnTo>
                        <a:pt x="35767" y="43818"/>
                      </a:lnTo>
                      <a:lnTo>
                        <a:pt x="62973" y="43818"/>
                      </a:lnTo>
                      <a:close/>
                    </a:path>
                  </a:pathLst>
                </a:custGeom>
                <a:solidFill>
                  <a:srgbClr val="000000"/>
                </a:solidFill>
                <a:ln w="9506" cap="flat">
                  <a:noFill/>
                  <a:prstDash val="solid"/>
                  <a:miter/>
                </a:ln>
              </p:spPr>
              <p:txBody>
                <a:bodyPr rtlCol="0" anchor="ctr"/>
                <a:lstStyle/>
                <a:p>
                  <a:endParaRPr lang="en-US"/>
                </a:p>
              </p:txBody>
            </p:sp>
            <p:sp>
              <p:nvSpPr>
                <p:cNvPr id="7" name="Freeform 6">
                  <a:extLst>
                    <a:ext uri="{FF2B5EF4-FFF2-40B4-BE49-F238E27FC236}">
                      <a16:creationId xmlns:a16="http://schemas.microsoft.com/office/drawing/2014/main" id="{FC2CFA8C-C323-90DB-3C8C-8EC7D51457E3}"/>
                    </a:ext>
                  </a:extLst>
                </p:cNvPr>
                <p:cNvSpPr/>
                <p:nvPr/>
              </p:nvSpPr>
              <p:spPr>
                <a:xfrm>
                  <a:off x="7022427" y="2638938"/>
                  <a:ext cx="51938" cy="44391"/>
                </a:xfrm>
                <a:custGeom>
                  <a:avLst/>
                  <a:gdLst>
                    <a:gd name="connsiteX0" fmla="*/ 27301 w 51938"/>
                    <a:gd name="connsiteY0" fmla="*/ 38214 h 44391"/>
                    <a:gd name="connsiteX1" fmla="*/ 34816 w 51938"/>
                    <a:gd name="connsiteY1" fmla="*/ 37168 h 44391"/>
                    <a:gd name="connsiteX2" fmla="*/ 40999 w 51938"/>
                    <a:gd name="connsiteY2" fmla="*/ 34126 h 44391"/>
                    <a:gd name="connsiteX3" fmla="*/ 45185 w 51938"/>
                    <a:gd name="connsiteY3" fmla="*/ 28994 h 44391"/>
                    <a:gd name="connsiteX4" fmla="*/ 46802 w 51938"/>
                    <a:gd name="connsiteY4" fmla="*/ 21770 h 44391"/>
                    <a:gd name="connsiteX5" fmla="*/ 43853 w 51938"/>
                    <a:gd name="connsiteY5" fmla="*/ 12170 h 44391"/>
                    <a:gd name="connsiteX6" fmla="*/ 35482 w 51938"/>
                    <a:gd name="connsiteY6" fmla="*/ 6847 h 44391"/>
                    <a:gd name="connsiteX7" fmla="*/ 35482 w 51938"/>
                    <a:gd name="connsiteY7" fmla="*/ 479 h 44391"/>
                    <a:gd name="connsiteX8" fmla="*/ 41950 w 51938"/>
                    <a:gd name="connsiteY8" fmla="*/ 3235 h 44391"/>
                    <a:gd name="connsiteX9" fmla="*/ 47182 w 51938"/>
                    <a:gd name="connsiteY9" fmla="*/ 7512 h 44391"/>
                    <a:gd name="connsiteX10" fmla="*/ 50702 w 51938"/>
                    <a:gd name="connsiteY10" fmla="*/ 13596 h 44391"/>
                    <a:gd name="connsiteX11" fmla="*/ 51938 w 51938"/>
                    <a:gd name="connsiteY11" fmla="*/ 21770 h 44391"/>
                    <a:gd name="connsiteX12" fmla="*/ 49941 w 51938"/>
                    <a:gd name="connsiteY12" fmla="*/ 31940 h 44391"/>
                    <a:gd name="connsiteX13" fmla="*/ 44519 w 51938"/>
                    <a:gd name="connsiteY13" fmla="*/ 38974 h 44391"/>
                    <a:gd name="connsiteX14" fmla="*/ 36338 w 51938"/>
                    <a:gd name="connsiteY14" fmla="*/ 43061 h 44391"/>
                    <a:gd name="connsiteX15" fmla="*/ 26160 w 51938"/>
                    <a:gd name="connsiteY15" fmla="*/ 44392 h 44391"/>
                    <a:gd name="connsiteX16" fmla="*/ 15981 w 51938"/>
                    <a:gd name="connsiteY16" fmla="*/ 42776 h 44391"/>
                    <a:gd name="connsiteX17" fmla="*/ 7610 w 51938"/>
                    <a:gd name="connsiteY17" fmla="*/ 38309 h 44391"/>
                    <a:gd name="connsiteX18" fmla="*/ 1998 w 51938"/>
                    <a:gd name="connsiteY18" fmla="*/ 31180 h 44391"/>
                    <a:gd name="connsiteX19" fmla="*/ 0 w 51938"/>
                    <a:gd name="connsiteY19" fmla="*/ 21675 h 44391"/>
                    <a:gd name="connsiteX20" fmla="*/ 7039 w 51938"/>
                    <a:gd name="connsiteY20" fmla="*/ 5706 h 44391"/>
                    <a:gd name="connsiteX21" fmla="*/ 27301 w 51938"/>
                    <a:gd name="connsiteY21" fmla="*/ 3 h 44391"/>
                    <a:gd name="connsiteX22" fmla="*/ 27301 w 51938"/>
                    <a:gd name="connsiteY22" fmla="*/ 38214 h 44391"/>
                    <a:gd name="connsiteX23" fmla="*/ 22545 w 51938"/>
                    <a:gd name="connsiteY23" fmla="*/ 6087 h 44391"/>
                    <a:gd name="connsiteX24" fmla="*/ 15791 w 51938"/>
                    <a:gd name="connsiteY24" fmla="*/ 7037 h 44391"/>
                    <a:gd name="connsiteX25" fmla="*/ 10273 w 51938"/>
                    <a:gd name="connsiteY25" fmla="*/ 9984 h 44391"/>
                    <a:gd name="connsiteX26" fmla="*/ 6563 w 51938"/>
                    <a:gd name="connsiteY26" fmla="*/ 14926 h 44391"/>
                    <a:gd name="connsiteX27" fmla="*/ 5137 w 51938"/>
                    <a:gd name="connsiteY27" fmla="*/ 21675 h 44391"/>
                    <a:gd name="connsiteX28" fmla="*/ 6563 w 51938"/>
                    <a:gd name="connsiteY28" fmla="*/ 28423 h 44391"/>
                    <a:gd name="connsiteX29" fmla="*/ 10369 w 51938"/>
                    <a:gd name="connsiteY29" fmla="*/ 33366 h 44391"/>
                    <a:gd name="connsiteX30" fmla="*/ 15886 w 51938"/>
                    <a:gd name="connsiteY30" fmla="*/ 36693 h 44391"/>
                    <a:gd name="connsiteX31" fmla="*/ 22545 w 51938"/>
                    <a:gd name="connsiteY31" fmla="*/ 38309 h 44391"/>
                    <a:gd name="connsiteX32" fmla="*/ 22545 w 51938"/>
                    <a:gd name="connsiteY32" fmla="*/ 6182 h 44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1938" h="44391">
                      <a:moveTo>
                        <a:pt x="27301" y="38214"/>
                      </a:moveTo>
                      <a:cubicBezTo>
                        <a:pt x="29964" y="38214"/>
                        <a:pt x="32438" y="37833"/>
                        <a:pt x="34816" y="37168"/>
                      </a:cubicBezTo>
                      <a:cubicBezTo>
                        <a:pt x="37194" y="36503"/>
                        <a:pt x="39287" y="35457"/>
                        <a:pt x="40999" y="34126"/>
                      </a:cubicBezTo>
                      <a:cubicBezTo>
                        <a:pt x="42711" y="32796"/>
                        <a:pt x="44138" y="30990"/>
                        <a:pt x="45185" y="28994"/>
                      </a:cubicBezTo>
                      <a:cubicBezTo>
                        <a:pt x="46231" y="26903"/>
                        <a:pt x="46802" y="24526"/>
                        <a:pt x="46802" y="21770"/>
                      </a:cubicBezTo>
                      <a:cubicBezTo>
                        <a:pt x="46802" y="18063"/>
                        <a:pt x="45850" y="14831"/>
                        <a:pt x="43853" y="12170"/>
                      </a:cubicBezTo>
                      <a:cubicBezTo>
                        <a:pt x="41855" y="9508"/>
                        <a:pt x="39096" y="7703"/>
                        <a:pt x="35482" y="6847"/>
                      </a:cubicBezTo>
                      <a:lnTo>
                        <a:pt x="35482" y="479"/>
                      </a:lnTo>
                      <a:cubicBezTo>
                        <a:pt x="37860" y="1144"/>
                        <a:pt x="39953" y="2095"/>
                        <a:pt x="41950" y="3235"/>
                      </a:cubicBezTo>
                      <a:cubicBezTo>
                        <a:pt x="43948" y="4376"/>
                        <a:pt x="45660" y="5801"/>
                        <a:pt x="47182" y="7512"/>
                      </a:cubicBezTo>
                      <a:cubicBezTo>
                        <a:pt x="48704" y="9223"/>
                        <a:pt x="49846" y="11219"/>
                        <a:pt x="50702" y="13596"/>
                      </a:cubicBezTo>
                      <a:cubicBezTo>
                        <a:pt x="51558" y="15972"/>
                        <a:pt x="51938" y="18633"/>
                        <a:pt x="51938" y="21770"/>
                      </a:cubicBezTo>
                      <a:cubicBezTo>
                        <a:pt x="51938" y="25667"/>
                        <a:pt x="51272" y="29089"/>
                        <a:pt x="49941" y="31940"/>
                      </a:cubicBezTo>
                      <a:cubicBezTo>
                        <a:pt x="48609" y="34792"/>
                        <a:pt x="46802" y="37168"/>
                        <a:pt x="44519" y="38974"/>
                      </a:cubicBezTo>
                      <a:cubicBezTo>
                        <a:pt x="42235" y="40780"/>
                        <a:pt x="39477" y="42206"/>
                        <a:pt x="36338" y="43061"/>
                      </a:cubicBezTo>
                      <a:cubicBezTo>
                        <a:pt x="33199" y="43917"/>
                        <a:pt x="29774" y="44392"/>
                        <a:pt x="26160" y="44392"/>
                      </a:cubicBezTo>
                      <a:cubicBezTo>
                        <a:pt x="22545" y="44392"/>
                        <a:pt x="19120" y="43917"/>
                        <a:pt x="15981" y="42776"/>
                      </a:cubicBezTo>
                      <a:cubicBezTo>
                        <a:pt x="12842" y="41730"/>
                        <a:pt x="10083" y="40210"/>
                        <a:pt x="7610" y="38309"/>
                      </a:cubicBezTo>
                      <a:cubicBezTo>
                        <a:pt x="5232" y="36408"/>
                        <a:pt x="3329" y="34031"/>
                        <a:pt x="1998" y="31180"/>
                      </a:cubicBezTo>
                      <a:cubicBezTo>
                        <a:pt x="666" y="28423"/>
                        <a:pt x="0" y="25192"/>
                        <a:pt x="0" y="21675"/>
                      </a:cubicBezTo>
                      <a:cubicBezTo>
                        <a:pt x="0" y="14926"/>
                        <a:pt x="2378" y="9603"/>
                        <a:pt x="7039" y="5706"/>
                      </a:cubicBezTo>
                      <a:cubicBezTo>
                        <a:pt x="11700" y="1809"/>
                        <a:pt x="18454" y="-92"/>
                        <a:pt x="27301" y="3"/>
                      </a:cubicBezTo>
                      <a:lnTo>
                        <a:pt x="27301" y="38214"/>
                      </a:lnTo>
                      <a:close/>
                      <a:moveTo>
                        <a:pt x="22545" y="6087"/>
                      </a:moveTo>
                      <a:cubicBezTo>
                        <a:pt x="20167" y="6087"/>
                        <a:pt x="17883" y="6467"/>
                        <a:pt x="15791" y="7037"/>
                      </a:cubicBezTo>
                      <a:cubicBezTo>
                        <a:pt x="13698" y="7703"/>
                        <a:pt x="11795" y="8653"/>
                        <a:pt x="10273" y="9984"/>
                      </a:cubicBezTo>
                      <a:cubicBezTo>
                        <a:pt x="8751" y="11314"/>
                        <a:pt x="7515" y="12930"/>
                        <a:pt x="6563" y="14926"/>
                      </a:cubicBezTo>
                      <a:cubicBezTo>
                        <a:pt x="5612" y="16922"/>
                        <a:pt x="5137" y="19109"/>
                        <a:pt x="5137" y="21675"/>
                      </a:cubicBezTo>
                      <a:cubicBezTo>
                        <a:pt x="5137" y="24241"/>
                        <a:pt x="5612" y="26427"/>
                        <a:pt x="6563" y="28423"/>
                      </a:cubicBezTo>
                      <a:cubicBezTo>
                        <a:pt x="7515" y="30324"/>
                        <a:pt x="8751" y="32035"/>
                        <a:pt x="10369" y="33366"/>
                      </a:cubicBezTo>
                      <a:cubicBezTo>
                        <a:pt x="11986" y="34697"/>
                        <a:pt x="13793" y="35837"/>
                        <a:pt x="15886" y="36693"/>
                      </a:cubicBezTo>
                      <a:cubicBezTo>
                        <a:pt x="17979" y="37548"/>
                        <a:pt x="20167" y="38024"/>
                        <a:pt x="22545" y="38309"/>
                      </a:cubicBezTo>
                      <a:lnTo>
                        <a:pt x="22545" y="6182"/>
                      </a:lnTo>
                      <a:close/>
                    </a:path>
                  </a:pathLst>
                </a:custGeom>
                <a:solidFill>
                  <a:srgbClr val="000000"/>
                </a:solidFill>
                <a:ln w="9506" cap="flat">
                  <a:noFill/>
                  <a:prstDash val="solid"/>
                  <a:miter/>
                </a:ln>
              </p:spPr>
              <p:txBody>
                <a:bodyPr rtlCol="0" anchor="ctr"/>
                <a:lstStyle/>
                <a:p>
                  <a:endParaRPr lang="en-US"/>
                </a:p>
              </p:txBody>
            </p:sp>
            <p:sp>
              <p:nvSpPr>
                <p:cNvPr id="8" name="Freeform 7">
                  <a:extLst>
                    <a:ext uri="{FF2B5EF4-FFF2-40B4-BE49-F238E27FC236}">
                      <a16:creationId xmlns:a16="http://schemas.microsoft.com/office/drawing/2014/main" id="{E3AED577-DBB2-6937-4FC2-14159012CC2D}"/>
                    </a:ext>
                  </a:extLst>
                </p:cNvPr>
                <p:cNvSpPr/>
                <p:nvPr/>
              </p:nvSpPr>
              <p:spPr>
                <a:xfrm>
                  <a:off x="7022427" y="2588565"/>
                  <a:ext cx="50796" cy="39255"/>
                </a:xfrm>
                <a:custGeom>
                  <a:avLst/>
                  <a:gdLst>
                    <a:gd name="connsiteX0" fmla="*/ 50607 w 50796"/>
                    <a:gd name="connsiteY0" fmla="*/ 33553 h 39255"/>
                    <a:gd name="connsiteX1" fmla="*/ 50607 w 50796"/>
                    <a:gd name="connsiteY1" fmla="*/ 39256 h 39255"/>
                    <a:gd name="connsiteX2" fmla="*/ 1332 w 50796"/>
                    <a:gd name="connsiteY2" fmla="*/ 39256 h 39255"/>
                    <a:gd name="connsiteX3" fmla="*/ 1332 w 50796"/>
                    <a:gd name="connsiteY3" fmla="*/ 33553 h 39255"/>
                    <a:gd name="connsiteX4" fmla="*/ 8181 w 50796"/>
                    <a:gd name="connsiteY4" fmla="*/ 33553 h 39255"/>
                    <a:gd name="connsiteX5" fmla="*/ 2283 w 50796"/>
                    <a:gd name="connsiteY5" fmla="*/ 26424 h 39255"/>
                    <a:gd name="connsiteX6" fmla="*/ 0 w 50796"/>
                    <a:gd name="connsiteY6" fmla="*/ 17584 h 39255"/>
                    <a:gd name="connsiteX7" fmla="*/ 1617 w 50796"/>
                    <a:gd name="connsiteY7" fmla="*/ 9125 h 39255"/>
                    <a:gd name="connsiteX8" fmla="*/ 7134 w 50796"/>
                    <a:gd name="connsiteY8" fmla="*/ 2566 h 39255"/>
                    <a:gd name="connsiteX9" fmla="*/ 12652 w 50796"/>
                    <a:gd name="connsiteY9" fmla="*/ 380 h 39255"/>
                    <a:gd name="connsiteX10" fmla="*/ 18549 w 50796"/>
                    <a:gd name="connsiteY10" fmla="*/ 0 h 39255"/>
                    <a:gd name="connsiteX11" fmla="*/ 50797 w 50796"/>
                    <a:gd name="connsiteY11" fmla="*/ 0 h 39255"/>
                    <a:gd name="connsiteX12" fmla="*/ 50797 w 50796"/>
                    <a:gd name="connsiteY12" fmla="*/ 5703 h 39255"/>
                    <a:gd name="connsiteX13" fmla="*/ 18645 w 50796"/>
                    <a:gd name="connsiteY13" fmla="*/ 5703 h 39255"/>
                    <a:gd name="connsiteX14" fmla="*/ 8656 w 50796"/>
                    <a:gd name="connsiteY14" fmla="*/ 8650 h 39255"/>
                    <a:gd name="connsiteX15" fmla="*/ 5327 w 50796"/>
                    <a:gd name="connsiteY15" fmla="*/ 18440 h 39255"/>
                    <a:gd name="connsiteX16" fmla="*/ 6088 w 50796"/>
                    <a:gd name="connsiteY16" fmla="*/ 23287 h 39255"/>
                    <a:gd name="connsiteX17" fmla="*/ 8276 w 50796"/>
                    <a:gd name="connsiteY17" fmla="*/ 27279 h 39255"/>
                    <a:gd name="connsiteX18" fmla="*/ 11320 w 50796"/>
                    <a:gd name="connsiteY18" fmla="*/ 30226 h 39255"/>
                    <a:gd name="connsiteX19" fmla="*/ 14934 w 50796"/>
                    <a:gd name="connsiteY19" fmla="*/ 32127 h 39255"/>
                    <a:gd name="connsiteX20" fmla="*/ 19501 w 50796"/>
                    <a:gd name="connsiteY20" fmla="*/ 33173 h 39255"/>
                    <a:gd name="connsiteX21" fmla="*/ 24257 w 50796"/>
                    <a:gd name="connsiteY21" fmla="*/ 33363 h 39255"/>
                    <a:gd name="connsiteX22" fmla="*/ 50797 w 50796"/>
                    <a:gd name="connsiteY22" fmla="*/ 33363 h 39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0796" h="39255">
                      <a:moveTo>
                        <a:pt x="50607" y="33553"/>
                      </a:moveTo>
                      <a:lnTo>
                        <a:pt x="50607" y="39256"/>
                      </a:lnTo>
                      <a:lnTo>
                        <a:pt x="1332" y="39256"/>
                      </a:lnTo>
                      <a:lnTo>
                        <a:pt x="1332" y="33553"/>
                      </a:lnTo>
                      <a:lnTo>
                        <a:pt x="8181" y="33553"/>
                      </a:lnTo>
                      <a:cubicBezTo>
                        <a:pt x="5803" y="31272"/>
                        <a:pt x="3805" y="28895"/>
                        <a:pt x="2283" y="26424"/>
                      </a:cubicBezTo>
                      <a:cubicBezTo>
                        <a:pt x="761" y="23953"/>
                        <a:pt x="0" y="21101"/>
                        <a:pt x="0" y="17584"/>
                      </a:cubicBezTo>
                      <a:cubicBezTo>
                        <a:pt x="0" y="14543"/>
                        <a:pt x="571" y="11691"/>
                        <a:pt x="1617" y="9125"/>
                      </a:cubicBezTo>
                      <a:cubicBezTo>
                        <a:pt x="2664" y="6558"/>
                        <a:pt x="4471" y="4372"/>
                        <a:pt x="7134" y="2566"/>
                      </a:cubicBezTo>
                      <a:cubicBezTo>
                        <a:pt x="8942" y="1331"/>
                        <a:pt x="10749" y="665"/>
                        <a:pt x="12652" y="380"/>
                      </a:cubicBezTo>
                      <a:cubicBezTo>
                        <a:pt x="14554" y="95"/>
                        <a:pt x="16457" y="0"/>
                        <a:pt x="18549" y="0"/>
                      </a:cubicBezTo>
                      <a:lnTo>
                        <a:pt x="50797" y="0"/>
                      </a:lnTo>
                      <a:lnTo>
                        <a:pt x="50797" y="5703"/>
                      </a:lnTo>
                      <a:lnTo>
                        <a:pt x="18645" y="5703"/>
                      </a:lnTo>
                      <a:cubicBezTo>
                        <a:pt x="14174" y="5703"/>
                        <a:pt x="10844" y="6653"/>
                        <a:pt x="8656" y="8650"/>
                      </a:cubicBezTo>
                      <a:cubicBezTo>
                        <a:pt x="6468" y="10646"/>
                        <a:pt x="5327" y="13877"/>
                        <a:pt x="5327" y="18440"/>
                      </a:cubicBezTo>
                      <a:cubicBezTo>
                        <a:pt x="5327" y="20246"/>
                        <a:pt x="5612" y="21862"/>
                        <a:pt x="6088" y="23287"/>
                      </a:cubicBezTo>
                      <a:cubicBezTo>
                        <a:pt x="6563" y="24713"/>
                        <a:pt x="7325" y="26044"/>
                        <a:pt x="8276" y="27279"/>
                      </a:cubicBezTo>
                      <a:cubicBezTo>
                        <a:pt x="9132" y="28420"/>
                        <a:pt x="10178" y="29466"/>
                        <a:pt x="11320" y="30226"/>
                      </a:cubicBezTo>
                      <a:cubicBezTo>
                        <a:pt x="12461" y="31081"/>
                        <a:pt x="13698" y="31652"/>
                        <a:pt x="14934" y="32127"/>
                      </a:cubicBezTo>
                      <a:cubicBezTo>
                        <a:pt x="16552" y="32697"/>
                        <a:pt x="18074" y="33077"/>
                        <a:pt x="19501" y="33173"/>
                      </a:cubicBezTo>
                      <a:cubicBezTo>
                        <a:pt x="20927" y="33268"/>
                        <a:pt x="22545" y="33363"/>
                        <a:pt x="24257" y="33363"/>
                      </a:cubicBezTo>
                      <a:lnTo>
                        <a:pt x="50797" y="33363"/>
                      </a:lnTo>
                      <a:close/>
                    </a:path>
                  </a:pathLst>
                </a:custGeom>
                <a:solidFill>
                  <a:srgbClr val="000000"/>
                </a:solidFill>
                <a:ln w="9506" cap="flat">
                  <a:noFill/>
                  <a:prstDash val="solid"/>
                  <a:miter/>
                </a:ln>
              </p:spPr>
              <p:txBody>
                <a:bodyPr rtlCol="0" anchor="ctr"/>
                <a:lstStyle/>
                <a:p>
                  <a:endParaRPr lang="en-US"/>
                </a:p>
              </p:txBody>
            </p:sp>
            <p:sp>
              <p:nvSpPr>
                <p:cNvPr id="9" name="Freeform 8">
                  <a:extLst>
                    <a:ext uri="{FF2B5EF4-FFF2-40B4-BE49-F238E27FC236}">
                      <a16:creationId xmlns:a16="http://schemas.microsoft.com/office/drawing/2014/main" id="{0CCA3B32-171C-7C79-B548-E0386DE02D90}"/>
                    </a:ext>
                  </a:extLst>
                </p:cNvPr>
                <p:cNvSpPr/>
                <p:nvPr/>
              </p:nvSpPr>
              <p:spPr>
                <a:xfrm>
                  <a:off x="7022427" y="2533242"/>
                  <a:ext cx="51938" cy="44391"/>
                </a:xfrm>
                <a:custGeom>
                  <a:avLst/>
                  <a:gdLst>
                    <a:gd name="connsiteX0" fmla="*/ 27301 w 51938"/>
                    <a:gd name="connsiteY0" fmla="*/ 38214 h 44391"/>
                    <a:gd name="connsiteX1" fmla="*/ 34816 w 51938"/>
                    <a:gd name="connsiteY1" fmla="*/ 37168 h 44391"/>
                    <a:gd name="connsiteX2" fmla="*/ 40999 w 51938"/>
                    <a:gd name="connsiteY2" fmla="*/ 34126 h 44391"/>
                    <a:gd name="connsiteX3" fmla="*/ 45185 w 51938"/>
                    <a:gd name="connsiteY3" fmla="*/ 28994 h 44391"/>
                    <a:gd name="connsiteX4" fmla="*/ 46802 w 51938"/>
                    <a:gd name="connsiteY4" fmla="*/ 21770 h 44391"/>
                    <a:gd name="connsiteX5" fmla="*/ 43853 w 51938"/>
                    <a:gd name="connsiteY5" fmla="*/ 12170 h 44391"/>
                    <a:gd name="connsiteX6" fmla="*/ 35482 w 51938"/>
                    <a:gd name="connsiteY6" fmla="*/ 6847 h 44391"/>
                    <a:gd name="connsiteX7" fmla="*/ 35482 w 51938"/>
                    <a:gd name="connsiteY7" fmla="*/ 479 h 44391"/>
                    <a:gd name="connsiteX8" fmla="*/ 41950 w 51938"/>
                    <a:gd name="connsiteY8" fmla="*/ 3235 h 44391"/>
                    <a:gd name="connsiteX9" fmla="*/ 47182 w 51938"/>
                    <a:gd name="connsiteY9" fmla="*/ 7512 h 44391"/>
                    <a:gd name="connsiteX10" fmla="*/ 50702 w 51938"/>
                    <a:gd name="connsiteY10" fmla="*/ 13596 h 44391"/>
                    <a:gd name="connsiteX11" fmla="*/ 51938 w 51938"/>
                    <a:gd name="connsiteY11" fmla="*/ 21770 h 44391"/>
                    <a:gd name="connsiteX12" fmla="*/ 49941 w 51938"/>
                    <a:gd name="connsiteY12" fmla="*/ 31940 h 44391"/>
                    <a:gd name="connsiteX13" fmla="*/ 44519 w 51938"/>
                    <a:gd name="connsiteY13" fmla="*/ 38974 h 44391"/>
                    <a:gd name="connsiteX14" fmla="*/ 36338 w 51938"/>
                    <a:gd name="connsiteY14" fmla="*/ 43061 h 44391"/>
                    <a:gd name="connsiteX15" fmla="*/ 26160 w 51938"/>
                    <a:gd name="connsiteY15" fmla="*/ 44392 h 44391"/>
                    <a:gd name="connsiteX16" fmla="*/ 15981 w 51938"/>
                    <a:gd name="connsiteY16" fmla="*/ 42776 h 44391"/>
                    <a:gd name="connsiteX17" fmla="*/ 7610 w 51938"/>
                    <a:gd name="connsiteY17" fmla="*/ 38309 h 44391"/>
                    <a:gd name="connsiteX18" fmla="*/ 1998 w 51938"/>
                    <a:gd name="connsiteY18" fmla="*/ 31180 h 44391"/>
                    <a:gd name="connsiteX19" fmla="*/ 0 w 51938"/>
                    <a:gd name="connsiteY19" fmla="*/ 21675 h 44391"/>
                    <a:gd name="connsiteX20" fmla="*/ 7039 w 51938"/>
                    <a:gd name="connsiteY20" fmla="*/ 5706 h 44391"/>
                    <a:gd name="connsiteX21" fmla="*/ 27301 w 51938"/>
                    <a:gd name="connsiteY21" fmla="*/ 3 h 44391"/>
                    <a:gd name="connsiteX22" fmla="*/ 27301 w 51938"/>
                    <a:gd name="connsiteY22" fmla="*/ 38214 h 44391"/>
                    <a:gd name="connsiteX23" fmla="*/ 22545 w 51938"/>
                    <a:gd name="connsiteY23" fmla="*/ 6087 h 44391"/>
                    <a:gd name="connsiteX24" fmla="*/ 15791 w 51938"/>
                    <a:gd name="connsiteY24" fmla="*/ 7037 h 44391"/>
                    <a:gd name="connsiteX25" fmla="*/ 10273 w 51938"/>
                    <a:gd name="connsiteY25" fmla="*/ 9984 h 44391"/>
                    <a:gd name="connsiteX26" fmla="*/ 6563 w 51938"/>
                    <a:gd name="connsiteY26" fmla="*/ 14926 h 44391"/>
                    <a:gd name="connsiteX27" fmla="*/ 5137 w 51938"/>
                    <a:gd name="connsiteY27" fmla="*/ 21675 h 44391"/>
                    <a:gd name="connsiteX28" fmla="*/ 6563 w 51938"/>
                    <a:gd name="connsiteY28" fmla="*/ 28423 h 44391"/>
                    <a:gd name="connsiteX29" fmla="*/ 10369 w 51938"/>
                    <a:gd name="connsiteY29" fmla="*/ 33366 h 44391"/>
                    <a:gd name="connsiteX30" fmla="*/ 15886 w 51938"/>
                    <a:gd name="connsiteY30" fmla="*/ 36693 h 44391"/>
                    <a:gd name="connsiteX31" fmla="*/ 22545 w 51938"/>
                    <a:gd name="connsiteY31" fmla="*/ 38309 h 44391"/>
                    <a:gd name="connsiteX32" fmla="*/ 22545 w 51938"/>
                    <a:gd name="connsiteY32" fmla="*/ 6182 h 44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1938" h="44391">
                      <a:moveTo>
                        <a:pt x="27301" y="38214"/>
                      </a:moveTo>
                      <a:cubicBezTo>
                        <a:pt x="29964" y="38214"/>
                        <a:pt x="32438" y="37833"/>
                        <a:pt x="34816" y="37168"/>
                      </a:cubicBezTo>
                      <a:cubicBezTo>
                        <a:pt x="37194" y="36503"/>
                        <a:pt x="39287" y="35457"/>
                        <a:pt x="40999" y="34126"/>
                      </a:cubicBezTo>
                      <a:cubicBezTo>
                        <a:pt x="42711" y="32796"/>
                        <a:pt x="44138" y="30990"/>
                        <a:pt x="45185" y="28994"/>
                      </a:cubicBezTo>
                      <a:cubicBezTo>
                        <a:pt x="46231" y="26903"/>
                        <a:pt x="46802" y="24526"/>
                        <a:pt x="46802" y="21770"/>
                      </a:cubicBezTo>
                      <a:cubicBezTo>
                        <a:pt x="46802" y="18063"/>
                        <a:pt x="45850" y="14831"/>
                        <a:pt x="43853" y="12170"/>
                      </a:cubicBezTo>
                      <a:cubicBezTo>
                        <a:pt x="41855" y="9508"/>
                        <a:pt x="39096" y="7702"/>
                        <a:pt x="35482" y="6847"/>
                      </a:cubicBezTo>
                      <a:lnTo>
                        <a:pt x="35482" y="479"/>
                      </a:lnTo>
                      <a:cubicBezTo>
                        <a:pt x="37860" y="1144"/>
                        <a:pt x="39953" y="2095"/>
                        <a:pt x="41950" y="3235"/>
                      </a:cubicBezTo>
                      <a:cubicBezTo>
                        <a:pt x="43948" y="4376"/>
                        <a:pt x="45660" y="5801"/>
                        <a:pt x="47182" y="7512"/>
                      </a:cubicBezTo>
                      <a:cubicBezTo>
                        <a:pt x="48704" y="9223"/>
                        <a:pt x="49846" y="11219"/>
                        <a:pt x="50702" y="13596"/>
                      </a:cubicBezTo>
                      <a:cubicBezTo>
                        <a:pt x="51558" y="15972"/>
                        <a:pt x="51938" y="18633"/>
                        <a:pt x="51938" y="21770"/>
                      </a:cubicBezTo>
                      <a:cubicBezTo>
                        <a:pt x="51938" y="25667"/>
                        <a:pt x="51272" y="29089"/>
                        <a:pt x="49941" y="31940"/>
                      </a:cubicBezTo>
                      <a:cubicBezTo>
                        <a:pt x="48609" y="34792"/>
                        <a:pt x="46802" y="37168"/>
                        <a:pt x="44519" y="38974"/>
                      </a:cubicBezTo>
                      <a:cubicBezTo>
                        <a:pt x="42235" y="40780"/>
                        <a:pt x="39477" y="42206"/>
                        <a:pt x="36338" y="43061"/>
                      </a:cubicBezTo>
                      <a:cubicBezTo>
                        <a:pt x="33199" y="43917"/>
                        <a:pt x="29774" y="44392"/>
                        <a:pt x="26160" y="44392"/>
                      </a:cubicBezTo>
                      <a:cubicBezTo>
                        <a:pt x="22545" y="44392"/>
                        <a:pt x="19120" y="43917"/>
                        <a:pt x="15981" y="42776"/>
                      </a:cubicBezTo>
                      <a:cubicBezTo>
                        <a:pt x="12842" y="41730"/>
                        <a:pt x="10083" y="40210"/>
                        <a:pt x="7610" y="38309"/>
                      </a:cubicBezTo>
                      <a:cubicBezTo>
                        <a:pt x="5232" y="36408"/>
                        <a:pt x="3329" y="34031"/>
                        <a:pt x="1998" y="31180"/>
                      </a:cubicBezTo>
                      <a:cubicBezTo>
                        <a:pt x="666" y="28423"/>
                        <a:pt x="0" y="25192"/>
                        <a:pt x="0" y="21675"/>
                      </a:cubicBezTo>
                      <a:cubicBezTo>
                        <a:pt x="0" y="14926"/>
                        <a:pt x="2378" y="9603"/>
                        <a:pt x="7039" y="5706"/>
                      </a:cubicBezTo>
                      <a:cubicBezTo>
                        <a:pt x="11700" y="1809"/>
                        <a:pt x="18454" y="-92"/>
                        <a:pt x="27301" y="3"/>
                      </a:cubicBezTo>
                      <a:lnTo>
                        <a:pt x="27301" y="38214"/>
                      </a:lnTo>
                      <a:close/>
                      <a:moveTo>
                        <a:pt x="22545" y="6087"/>
                      </a:moveTo>
                      <a:cubicBezTo>
                        <a:pt x="20167" y="6087"/>
                        <a:pt x="17883" y="6467"/>
                        <a:pt x="15791" y="7037"/>
                      </a:cubicBezTo>
                      <a:cubicBezTo>
                        <a:pt x="13698" y="7702"/>
                        <a:pt x="11795" y="8653"/>
                        <a:pt x="10273" y="9984"/>
                      </a:cubicBezTo>
                      <a:cubicBezTo>
                        <a:pt x="8751" y="11314"/>
                        <a:pt x="7515" y="12930"/>
                        <a:pt x="6563" y="14926"/>
                      </a:cubicBezTo>
                      <a:cubicBezTo>
                        <a:pt x="5612" y="16922"/>
                        <a:pt x="5137" y="19108"/>
                        <a:pt x="5137" y="21675"/>
                      </a:cubicBezTo>
                      <a:cubicBezTo>
                        <a:pt x="5137" y="24241"/>
                        <a:pt x="5612" y="26427"/>
                        <a:pt x="6563" y="28423"/>
                      </a:cubicBezTo>
                      <a:cubicBezTo>
                        <a:pt x="7515" y="30324"/>
                        <a:pt x="8751" y="32035"/>
                        <a:pt x="10369" y="33366"/>
                      </a:cubicBezTo>
                      <a:cubicBezTo>
                        <a:pt x="11986" y="34697"/>
                        <a:pt x="13793" y="35837"/>
                        <a:pt x="15886" y="36693"/>
                      </a:cubicBezTo>
                      <a:cubicBezTo>
                        <a:pt x="17979" y="37548"/>
                        <a:pt x="20167" y="38024"/>
                        <a:pt x="22545" y="38309"/>
                      </a:cubicBezTo>
                      <a:lnTo>
                        <a:pt x="22545" y="6182"/>
                      </a:lnTo>
                      <a:close/>
                    </a:path>
                  </a:pathLst>
                </a:custGeom>
                <a:solidFill>
                  <a:srgbClr val="000000"/>
                </a:solidFill>
                <a:ln w="95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ED5F3EB2-37FB-DB31-59F5-E17C3BD2A566}"/>
                    </a:ext>
                  </a:extLst>
                </p:cNvPr>
                <p:cNvSpPr/>
                <p:nvPr/>
              </p:nvSpPr>
              <p:spPr>
                <a:xfrm>
                  <a:off x="7003211" y="2504540"/>
                  <a:ext cx="69631" cy="22621"/>
                </a:xfrm>
                <a:custGeom>
                  <a:avLst/>
                  <a:gdLst>
                    <a:gd name="connsiteX0" fmla="*/ 25303 w 69631"/>
                    <a:gd name="connsiteY0" fmla="*/ 22527 h 22621"/>
                    <a:gd name="connsiteX1" fmla="*/ 20547 w 69631"/>
                    <a:gd name="connsiteY1" fmla="*/ 22527 h 22621"/>
                    <a:gd name="connsiteX2" fmla="*/ 20547 w 69631"/>
                    <a:gd name="connsiteY2" fmla="*/ 15208 h 22621"/>
                    <a:gd name="connsiteX3" fmla="*/ 12747 w 69631"/>
                    <a:gd name="connsiteY3" fmla="*/ 15208 h 22621"/>
                    <a:gd name="connsiteX4" fmla="*/ 3425 w 69631"/>
                    <a:gd name="connsiteY4" fmla="*/ 12832 h 22621"/>
                    <a:gd name="connsiteX5" fmla="*/ 0 w 69631"/>
                    <a:gd name="connsiteY5" fmla="*/ 4753 h 22621"/>
                    <a:gd name="connsiteX6" fmla="*/ 0 w 69631"/>
                    <a:gd name="connsiteY6" fmla="*/ 2281 h 22621"/>
                    <a:gd name="connsiteX7" fmla="*/ 285 w 69631"/>
                    <a:gd name="connsiteY7" fmla="*/ 0 h 22621"/>
                    <a:gd name="connsiteX8" fmla="*/ 5517 w 69631"/>
                    <a:gd name="connsiteY8" fmla="*/ 0 h 22621"/>
                    <a:gd name="connsiteX9" fmla="*/ 5042 w 69631"/>
                    <a:gd name="connsiteY9" fmla="*/ 3422 h 22621"/>
                    <a:gd name="connsiteX10" fmla="*/ 5803 w 69631"/>
                    <a:gd name="connsiteY10" fmla="*/ 6844 h 22621"/>
                    <a:gd name="connsiteX11" fmla="*/ 7896 w 69631"/>
                    <a:gd name="connsiteY11" fmla="*/ 8650 h 22621"/>
                    <a:gd name="connsiteX12" fmla="*/ 10939 w 69631"/>
                    <a:gd name="connsiteY12" fmla="*/ 9410 h 22621"/>
                    <a:gd name="connsiteX13" fmla="*/ 14269 w 69631"/>
                    <a:gd name="connsiteY13" fmla="*/ 9600 h 22621"/>
                    <a:gd name="connsiteX14" fmla="*/ 20357 w 69631"/>
                    <a:gd name="connsiteY14" fmla="*/ 9600 h 22621"/>
                    <a:gd name="connsiteX15" fmla="*/ 20357 w 69631"/>
                    <a:gd name="connsiteY15" fmla="*/ 95 h 22621"/>
                    <a:gd name="connsiteX16" fmla="*/ 25113 w 69631"/>
                    <a:gd name="connsiteY16" fmla="*/ 95 h 22621"/>
                    <a:gd name="connsiteX17" fmla="*/ 25113 w 69631"/>
                    <a:gd name="connsiteY17" fmla="*/ 9600 h 22621"/>
                    <a:gd name="connsiteX18" fmla="*/ 69632 w 69631"/>
                    <a:gd name="connsiteY18" fmla="*/ 9600 h 22621"/>
                    <a:gd name="connsiteX19" fmla="*/ 69632 w 69631"/>
                    <a:gd name="connsiteY19" fmla="*/ 15303 h 22621"/>
                    <a:gd name="connsiteX20" fmla="*/ 25113 w 69631"/>
                    <a:gd name="connsiteY20" fmla="*/ 15303 h 22621"/>
                    <a:gd name="connsiteX21" fmla="*/ 25113 w 69631"/>
                    <a:gd name="connsiteY21" fmla="*/ 22622 h 226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69631" h="22621">
                      <a:moveTo>
                        <a:pt x="25303" y="22527"/>
                      </a:moveTo>
                      <a:lnTo>
                        <a:pt x="20547" y="22527"/>
                      </a:lnTo>
                      <a:lnTo>
                        <a:pt x="20547" y="15208"/>
                      </a:lnTo>
                      <a:lnTo>
                        <a:pt x="12747" y="15208"/>
                      </a:lnTo>
                      <a:cubicBezTo>
                        <a:pt x="8847" y="15208"/>
                        <a:pt x="5708" y="14448"/>
                        <a:pt x="3425" y="12832"/>
                      </a:cubicBezTo>
                      <a:cubicBezTo>
                        <a:pt x="1141" y="11216"/>
                        <a:pt x="0" y="8555"/>
                        <a:pt x="0" y="4753"/>
                      </a:cubicBezTo>
                      <a:cubicBezTo>
                        <a:pt x="0" y="3897"/>
                        <a:pt x="0" y="3042"/>
                        <a:pt x="0" y="2281"/>
                      </a:cubicBezTo>
                      <a:cubicBezTo>
                        <a:pt x="0" y="1521"/>
                        <a:pt x="190" y="760"/>
                        <a:pt x="285" y="0"/>
                      </a:cubicBezTo>
                      <a:lnTo>
                        <a:pt x="5517" y="0"/>
                      </a:lnTo>
                      <a:cubicBezTo>
                        <a:pt x="5232" y="1236"/>
                        <a:pt x="5042" y="2376"/>
                        <a:pt x="5042" y="3422"/>
                      </a:cubicBezTo>
                      <a:cubicBezTo>
                        <a:pt x="5042" y="4848"/>
                        <a:pt x="5327" y="5988"/>
                        <a:pt x="5803" y="6844"/>
                      </a:cubicBezTo>
                      <a:cubicBezTo>
                        <a:pt x="6374" y="7699"/>
                        <a:pt x="7039" y="8269"/>
                        <a:pt x="7896" y="8650"/>
                      </a:cubicBezTo>
                      <a:cubicBezTo>
                        <a:pt x="8752" y="9030"/>
                        <a:pt x="9798" y="9220"/>
                        <a:pt x="10939" y="9410"/>
                      </a:cubicBezTo>
                      <a:cubicBezTo>
                        <a:pt x="12081" y="9410"/>
                        <a:pt x="13127" y="9600"/>
                        <a:pt x="14269" y="9600"/>
                      </a:cubicBezTo>
                      <a:lnTo>
                        <a:pt x="20357" y="9600"/>
                      </a:lnTo>
                      <a:lnTo>
                        <a:pt x="20357" y="95"/>
                      </a:lnTo>
                      <a:lnTo>
                        <a:pt x="25113" y="95"/>
                      </a:lnTo>
                      <a:lnTo>
                        <a:pt x="25113" y="9600"/>
                      </a:lnTo>
                      <a:lnTo>
                        <a:pt x="69632" y="9600"/>
                      </a:lnTo>
                      <a:lnTo>
                        <a:pt x="69632" y="15303"/>
                      </a:lnTo>
                      <a:lnTo>
                        <a:pt x="25113" y="15303"/>
                      </a:lnTo>
                      <a:lnTo>
                        <a:pt x="25113" y="22622"/>
                      </a:lnTo>
                      <a:close/>
                    </a:path>
                  </a:pathLst>
                </a:custGeom>
                <a:solidFill>
                  <a:srgbClr val="000000"/>
                </a:solidFill>
                <a:ln w="95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39BAA64E-0583-B8DE-01CE-C170D7BE01B8}"/>
                    </a:ext>
                  </a:extLst>
                </p:cNvPr>
                <p:cNvSpPr/>
                <p:nvPr/>
              </p:nvSpPr>
              <p:spPr>
                <a:xfrm>
                  <a:off x="7004543" y="2488857"/>
                  <a:ext cx="68490" cy="6273"/>
                </a:xfrm>
                <a:custGeom>
                  <a:avLst/>
                  <a:gdLst>
                    <a:gd name="connsiteX0" fmla="*/ 8466 w 68490"/>
                    <a:gd name="connsiteY0" fmla="*/ 6273 h 6273"/>
                    <a:gd name="connsiteX1" fmla="*/ 0 w 68490"/>
                    <a:gd name="connsiteY1" fmla="*/ 6273 h 6273"/>
                    <a:gd name="connsiteX2" fmla="*/ 0 w 68490"/>
                    <a:gd name="connsiteY2" fmla="*/ 0 h 6273"/>
                    <a:gd name="connsiteX3" fmla="*/ 8466 w 68490"/>
                    <a:gd name="connsiteY3" fmla="*/ 0 h 6273"/>
                    <a:gd name="connsiteX4" fmla="*/ 8466 w 68490"/>
                    <a:gd name="connsiteY4" fmla="*/ 6273 h 6273"/>
                    <a:gd name="connsiteX5" fmla="*/ 68490 w 68490"/>
                    <a:gd name="connsiteY5" fmla="*/ 5988 h 6273"/>
                    <a:gd name="connsiteX6" fmla="*/ 19215 w 68490"/>
                    <a:gd name="connsiteY6" fmla="*/ 5988 h 6273"/>
                    <a:gd name="connsiteX7" fmla="*/ 19215 w 68490"/>
                    <a:gd name="connsiteY7" fmla="*/ 285 h 6273"/>
                    <a:gd name="connsiteX8" fmla="*/ 68490 w 68490"/>
                    <a:gd name="connsiteY8" fmla="*/ 285 h 6273"/>
                    <a:gd name="connsiteX9" fmla="*/ 68490 w 68490"/>
                    <a:gd name="connsiteY9" fmla="*/ 5988 h 62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0" h="6273">
                      <a:moveTo>
                        <a:pt x="8466" y="6273"/>
                      </a:moveTo>
                      <a:lnTo>
                        <a:pt x="0" y="6273"/>
                      </a:lnTo>
                      <a:lnTo>
                        <a:pt x="0" y="0"/>
                      </a:lnTo>
                      <a:lnTo>
                        <a:pt x="8466" y="0"/>
                      </a:lnTo>
                      <a:lnTo>
                        <a:pt x="8466" y="6273"/>
                      </a:lnTo>
                      <a:close/>
                      <a:moveTo>
                        <a:pt x="68490" y="5988"/>
                      </a:moveTo>
                      <a:lnTo>
                        <a:pt x="19215" y="5988"/>
                      </a:lnTo>
                      <a:lnTo>
                        <a:pt x="19215" y="285"/>
                      </a:lnTo>
                      <a:lnTo>
                        <a:pt x="68490" y="285"/>
                      </a:lnTo>
                      <a:lnTo>
                        <a:pt x="68490" y="5988"/>
                      </a:lnTo>
                      <a:close/>
                    </a:path>
                  </a:pathLst>
                </a:custGeom>
                <a:solidFill>
                  <a:srgbClr val="000000"/>
                </a:solidFill>
                <a:ln w="9506" cap="flat">
                  <a:noFill/>
                  <a:prstDash val="solid"/>
                  <a:miter/>
                </a:ln>
              </p:spPr>
              <p:txBody>
                <a:bodyPr rtlCol="0" anchor="ctr"/>
                <a:lstStyle/>
                <a:p>
                  <a:endParaRPr lang="en-US"/>
                </a:p>
              </p:txBody>
            </p:sp>
            <p:sp>
              <p:nvSpPr>
                <p:cNvPr id="12" name="Freeform 11">
                  <a:extLst>
                    <a:ext uri="{FF2B5EF4-FFF2-40B4-BE49-F238E27FC236}">
                      <a16:creationId xmlns:a16="http://schemas.microsoft.com/office/drawing/2014/main" id="{9BDA4D3E-DB6B-5D34-24E6-DD53E993E3D8}"/>
                    </a:ext>
                  </a:extLst>
                </p:cNvPr>
                <p:cNvSpPr/>
                <p:nvPr/>
              </p:nvSpPr>
              <p:spPr>
                <a:xfrm>
                  <a:off x="7010156" y="2457300"/>
                  <a:ext cx="64209" cy="22241"/>
                </a:xfrm>
                <a:custGeom>
                  <a:avLst/>
                  <a:gdLst>
                    <a:gd name="connsiteX0" fmla="*/ 63068 w 64209"/>
                    <a:gd name="connsiteY0" fmla="*/ 0 h 22241"/>
                    <a:gd name="connsiteX1" fmla="*/ 63734 w 64209"/>
                    <a:gd name="connsiteY1" fmla="*/ 2756 h 22241"/>
                    <a:gd name="connsiteX2" fmla="*/ 64210 w 64209"/>
                    <a:gd name="connsiteY2" fmla="*/ 6558 h 22241"/>
                    <a:gd name="connsiteX3" fmla="*/ 62117 w 64209"/>
                    <a:gd name="connsiteY3" fmla="*/ 13117 h 22241"/>
                    <a:gd name="connsiteX4" fmla="*/ 54507 w 64209"/>
                    <a:gd name="connsiteY4" fmla="*/ 15303 h 22241"/>
                    <a:gd name="connsiteX5" fmla="*/ 18454 w 64209"/>
                    <a:gd name="connsiteY5" fmla="*/ 15303 h 22241"/>
                    <a:gd name="connsiteX6" fmla="*/ 18454 w 64209"/>
                    <a:gd name="connsiteY6" fmla="*/ 22242 h 22241"/>
                    <a:gd name="connsiteX7" fmla="*/ 13698 w 64209"/>
                    <a:gd name="connsiteY7" fmla="*/ 22242 h 22241"/>
                    <a:gd name="connsiteX8" fmla="*/ 13698 w 64209"/>
                    <a:gd name="connsiteY8" fmla="*/ 15303 h 22241"/>
                    <a:gd name="connsiteX9" fmla="*/ 0 w 64209"/>
                    <a:gd name="connsiteY9" fmla="*/ 15303 h 22241"/>
                    <a:gd name="connsiteX10" fmla="*/ 0 w 64209"/>
                    <a:gd name="connsiteY10" fmla="*/ 9600 h 22241"/>
                    <a:gd name="connsiteX11" fmla="*/ 13698 w 64209"/>
                    <a:gd name="connsiteY11" fmla="*/ 9600 h 22241"/>
                    <a:gd name="connsiteX12" fmla="*/ 13698 w 64209"/>
                    <a:gd name="connsiteY12" fmla="*/ 380 h 22241"/>
                    <a:gd name="connsiteX13" fmla="*/ 18454 w 64209"/>
                    <a:gd name="connsiteY13" fmla="*/ 380 h 22241"/>
                    <a:gd name="connsiteX14" fmla="*/ 18454 w 64209"/>
                    <a:gd name="connsiteY14" fmla="*/ 9600 h 22241"/>
                    <a:gd name="connsiteX15" fmla="*/ 52224 w 64209"/>
                    <a:gd name="connsiteY15" fmla="*/ 9600 h 22241"/>
                    <a:gd name="connsiteX16" fmla="*/ 55363 w 64209"/>
                    <a:gd name="connsiteY16" fmla="*/ 9505 h 22241"/>
                    <a:gd name="connsiteX17" fmla="*/ 57551 w 64209"/>
                    <a:gd name="connsiteY17" fmla="*/ 8935 h 22241"/>
                    <a:gd name="connsiteX18" fmla="*/ 58787 w 64209"/>
                    <a:gd name="connsiteY18" fmla="*/ 7509 h 22241"/>
                    <a:gd name="connsiteX19" fmla="*/ 59168 w 64209"/>
                    <a:gd name="connsiteY19" fmla="*/ 4753 h 22241"/>
                    <a:gd name="connsiteX20" fmla="*/ 58978 w 64209"/>
                    <a:gd name="connsiteY20" fmla="*/ 2376 h 22241"/>
                    <a:gd name="connsiteX21" fmla="*/ 58502 w 64209"/>
                    <a:gd name="connsiteY21" fmla="*/ 0 h 22241"/>
                    <a:gd name="connsiteX22" fmla="*/ 63163 w 64209"/>
                    <a:gd name="connsiteY22" fmla="*/ 0 h 222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4209" h="22241">
                      <a:moveTo>
                        <a:pt x="63068" y="0"/>
                      </a:moveTo>
                      <a:cubicBezTo>
                        <a:pt x="63163" y="665"/>
                        <a:pt x="63449" y="1616"/>
                        <a:pt x="63734" y="2756"/>
                      </a:cubicBezTo>
                      <a:cubicBezTo>
                        <a:pt x="64019" y="3897"/>
                        <a:pt x="64210" y="5133"/>
                        <a:pt x="64210" y="6558"/>
                      </a:cubicBezTo>
                      <a:cubicBezTo>
                        <a:pt x="64210" y="9410"/>
                        <a:pt x="63544" y="11596"/>
                        <a:pt x="62117" y="13117"/>
                      </a:cubicBezTo>
                      <a:cubicBezTo>
                        <a:pt x="60690" y="14638"/>
                        <a:pt x="58122" y="15303"/>
                        <a:pt x="54507" y="15303"/>
                      </a:cubicBezTo>
                      <a:lnTo>
                        <a:pt x="18454" y="15303"/>
                      </a:lnTo>
                      <a:lnTo>
                        <a:pt x="18454" y="22242"/>
                      </a:lnTo>
                      <a:lnTo>
                        <a:pt x="13698" y="22242"/>
                      </a:lnTo>
                      <a:lnTo>
                        <a:pt x="13698" y="15303"/>
                      </a:lnTo>
                      <a:lnTo>
                        <a:pt x="0" y="15303"/>
                      </a:lnTo>
                      <a:lnTo>
                        <a:pt x="0" y="9600"/>
                      </a:lnTo>
                      <a:lnTo>
                        <a:pt x="13698" y="9600"/>
                      </a:lnTo>
                      <a:lnTo>
                        <a:pt x="13698" y="380"/>
                      </a:lnTo>
                      <a:lnTo>
                        <a:pt x="18454" y="380"/>
                      </a:lnTo>
                      <a:lnTo>
                        <a:pt x="18454" y="9600"/>
                      </a:lnTo>
                      <a:lnTo>
                        <a:pt x="52224" y="9600"/>
                      </a:lnTo>
                      <a:cubicBezTo>
                        <a:pt x="53460" y="9600"/>
                        <a:pt x="54507" y="9600"/>
                        <a:pt x="55363" y="9505"/>
                      </a:cubicBezTo>
                      <a:cubicBezTo>
                        <a:pt x="56219" y="9505"/>
                        <a:pt x="56980" y="9220"/>
                        <a:pt x="57551" y="8935"/>
                      </a:cubicBezTo>
                      <a:cubicBezTo>
                        <a:pt x="58122" y="8650"/>
                        <a:pt x="58502" y="8174"/>
                        <a:pt x="58787" y="7509"/>
                      </a:cubicBezTo>
                      <a:cubicBezTo>
                        <a:pt x="59073" y="6844"/>
                        <a:pt x="59168" y="5893"/>
                        <a:pt x="59168" y="4753"/>
                      </a:cubicBezTo>
                      <a:cubicBezTo>
                        <a:pt x="59168" y="3992"/>
                        <a:pt x="59168" y="3232"/>
                        <a:pt x="58978" y="2376"/>
                      </a:cubicBezTo>
                      <a:cubicBezTo>
                        <a:pt x="58787" y="1521"/>
                        <a:pt x="58692" y="760"/>
                        <a:pt x="58502" y="0"/>
                      </a:cubicBezTo>
                      <a:lnTo>
                        <a:pt x="63163" y="0"/>
                      </a:lnTo>
                      <a:close/>
                    </a:path>
                  </a:pathLst>
                </a:custGeom>
                <a:solidFill>
                  <a:srgbClr val="000000"/>
                </a:solidFill>
                <a:ln w="9506" cap="flat">
                  <a:noFill/>
                  <a:prstDash val="solid"/>
                  <a:miter/>
                </a:ln>
              </p:spPr>
              <p:txBody>
                <a:bodyPr rtlCol="0" anchor="ctr"/>
                <a:lstStyle/>
                <a:p>
                  <a:endParaRPr lang="en-US"/>
                </a:p>
              </p:txBody>
            </p:sp>
          </p:grpSp>
          <p:sp>
            <p:nvSpPr>
              <p:cNvPr id="15" name="Freeform 14">
                <a:extLst>
                  <a:ext uri="{FF2B5EF4-FFF2-40B4-BE49-F238E27FC236}">
                    <a16:creationId xmlns:a16="http://schemas.microsoft.com/office/drawing/2014/main" id="{06DDD0D9-000B-11C7-4B3D-7E53FE794197}"/>
                  </a:ext>
                </a:extLst>
              </p:cNvPr>
              <p:cNvSpPr/>
              <p:nvPr/>
            </p:nvSpPr>
            <p:spPr>
              <a:xfrm>
                <a:off x="2439966" y="4441225"/>
                <a:ext cx="2832917" cy="23777"/>
              </a:xfrm>
              <a:custGeom>
                <a:avLst/>
                <a:gdLst>
                  <a:gd name="connsiteX0" fmla="*/ 0 w 1132468"/>
                  <a:gd name="connsiteY0" fmla="*/ 0 h 9505"/>
                  <a:gd name="connsiteX1" fmla="*/ 1132469 w 1132468"/>
                  <a:gd name="connsiteY1" fmla="*/ 0 h 9505"/>
                </a:gdLst>
                <a:ahLst/>
                <a:cxnLst>
                  <a:cxn ang="0">
                    <a:pos x="connsiteX0" y="connsiteY0"/>
                  </a:cxn>
                  <a:cxn ang="0">
                    <a:pos x="connsiteX1" y="connsiteY1"/>
                  </a:cxn>
                </a:cxnLst>
                <a:rect l="l" t="t" r="r" b="b"/>
                <a:pathLst>
                  <a:path w="1132468" h="9505">
                    <a:moveTo>
                      <a:pt x="0" y="0"/>
                    </a:moveTo>
                    <a:lnTo>
                      <a:pt x="1132469" y="0"/>
                    </a:lnTo>
                  </a:path>
                </a:pathLst>
              </a:custGeom>
              <a:ln w="4753" cap="sq">
                <a:solidFill>
                  <a:srgbClr val="262626"/>
                </a:solidFill>
                <a:prstDash val="solid"/>
                <a:round/>
              </a:ln>
            </p:spPr>
            <p:txBody>
              <a:bodyPr rtlCol="0" anchor="ctr"/>
              <a:lstStyle/>
              <a:p>
                <a:endParaRPr lang="en-US"/>
              </a:p>
            </p:txBody>
          </p:sp>
          <p:sp>
            <p:nvSpPr>
              <p:cNvPr id="16" name="Freeform 15">
                <a:extLst>
                  <a:ext uri="{FF2B5EF4-FFF2-40B4-BE49-F238E27FC236}">
                    <a16:creationId xmlns:a16="http://schemas.microsoft.com/office/drawing/2014/main" id="{89BDA1A3-A509-7968-305A-A7D28939D37C}"/>
                  </a:ext>
                </a:extLst>
              </p:cNvPr>
              <p:cNvSpPr/>
              <p:nvPr/>
            </p:nvSpPr>
            <p:spPr>
              <a:xfrm>
                <a:off x="2766209" y="4412692"/>
                <a:ext cx="23795" cy="28533"/>
              </a:xfrm>
              <a:custGeom>
                <a:avLst/>
                <a:gdLst>
                  <a:gd name="connsiteX0" fmla="*/ 0 w 9512"/>
                  <a:gd name="connsiteY0" fmla="*/ 11406 h 11406"/>
                  <a:gd name="connsiteX1" fmla="*/ 0 w 9512"/>
                  <a:gd name="connsiteY1" fmla="*/ 0 h 11406"/>
                </a:gdLst>
                <a:ahLst/>
                <a:cxnLst>
                  <a:cxn ang="0">
                    <a:pos x="connsiteX0" y="connsiteY0"/>
                  </a:cxn>
                  <a:cxn ang="0">
                    <a:pos x="connsiteX1" y="connsiteY1"/>
                  </a:cxn>
                </a:cxnLst>
                <a:rect l="l" t="t" r="r" b="b"/>
                <a:pathLst>
                  <a:path w="9512" h="11406">
                    <a:moveTo>
                      <a:pt x="0" y="11406"/>
                    </a:moveTo>
                    <a:lnTo>
                      <a:pt x="0" y="0"/>
                    </a:lnTo>
                  </a:path>
                </a:pathLst>
              </a:custGeom>
              <a:ln w="4753" cap="sq">
                <a:solidFill>
                  <a:srgbClr val="262626"/>
                </a:solidFill>
                <a:prstDash val="solid"/>
                <a:round/>
              </a:ln>
            </p:spPr>
            <p:txBody>
              <a:bodyPr rtlCol="0" anchor="ctr"/>
              <a:lstStyle/>
              <a:p>
                <a:endParaRPr lang="en-US"/>
              </a:p>
            </p:txBody>
          </p:sp>
          <p:sp>
            <p:nvSpPr>
              <p:cNvPr id="17" name="Freeform 16">
                <a:extLst>
                  <a:ext uri="{FF2B5EF4-FFF2-40B4-BE49-F238E27FC236}">
                    <a16:creationId xmlns:a16="http://schemas.microsoft.com/office/drawing/2014/main" id="{6868624E-4B36-2270-C759-ABDBF336757B}"/>
                  </a:ext>
                </a:extLst>
              </p:cNvPr>
              <p:cNvSpPr/>
              <p:nvPr/>
            </p:nvSpPr>
            <p:spPr>
              <a:xfrm>
                <a:off x="3977426" y="4412692"/>
                <a:ext cx="23795" cy="28533"/>
              </a:xfrm>
              <a:custGeom>
                <a:avLst/>
                <a:gdLst>
                  <a:gd name="connsiteX0" fmla="*/ 0 w 9512"/>
                  <a:gd name="connsiteY0" fmla="*/ 11406 h 11406"/>
                  <a:gd name="connsiteX1" fmla="*/ 0 w 9512"/>
                  <a:gd name="connsiteY1" fmla="*/ 0 h 11406"/>
                </a:gdLst>
                <a:ahLst/>
                <a:cxnLst>
                  <a:cxn ang="0">
                    <a:pos x="connsiteX0" y="connsiteY0"/>
                  </a:cxn>
                  <a:cxn ang="0">
                    <a:pos x="connsiteX1" y="connsiteY1"/>
                  </a:cxn>
                </a:cxnLst>
                <a:rect l="l" t="t" r="r" b="b"/>
                <a:pathLst>
                  <a:path w="9512" h="11406">
                    <a:moveTo>
                      <a:pt x="0" y="11406"/>
                    </a:moveTo>
                    <a:lnTo>
                      <a:pt x="0" y="0"/>
                    </a:lnTo>
                  </a:path>
                </a:pathLst>
              </a:custGeom>
              <a:ln w="4753" cap="sq">
                <a:solidFill>
                  <a:srgbClr val="262626"/>
                </a:solidFill>
                <a:prstDash val="solid"/>
                <a:round/>
              </a:ln>
            </p:spPr>
            <p:txBody>
              <a:bodyPr rtlCol="0" anchor="ctr"/>
              <a:lstStyle/>
              <a:p>
                <a:endParaRPr lang="en-US"/>
              </a:p>
            </p:txBody>
          </p:sp>
          <p:sp>
            <p:nvSpPr>
              <p:cNvPr id="18" name="Freeform 17">
                <a:extLst>
                  <a:ext uri="{FF2B5EF4-FFF2-40B4-BE49-F238E27FC236}">
                    <a16:creationId xmlns:a16="http://schemas.microsoft.com/office/drawing/2014/main" id="{67C582CC-1DF1-4505-2D1B-B4E3033A52AB}"/>
                  </a:ext>
                </a:extLst>
              </p:cNvPr>
              <p:cNvSpPr/>
              <p:nvPr/>
            </p:nvSpPr>
            <p:spPr>
              <a:xfrm>
                <a:off x="5236238" y="4412692"/>
                <a:ext cx="23795" cy="28533"/>
              </a:xfrm>
              <a:custGeom>
                <a:avLst/>
                <a:gdLst>
                  <a:gd name="connsiteX0" fmla="*/ 0 w 9512"/>
                  <a:gd name="connsiteY0" fmla="*/ 11406 h 11406"/>
                  <a:gd name="connsiteX1" fmla="*/ 0 w 9512"/>
                  <a:gd name="connsiteY1" fmla="*/ 0 h 11406"/>
                </a:gdLst>
                <a:ahLst/>
                <a:cxnLst>
                  <a:cxn ang="0">
                    <a:pos x="connsiteX0" y="connsiteY0"/>
                  </a:cxn>
                  <a:cxn ang="0">
                    <a:pos x="connsiteX1" y="connsiteY1"/>
                  </a:cxn>
                </a:cxnLst>
                <a:rect l="l" t="t" r="r" b="b"/>
                <a:pathLst>
                  <a:path w="9512" h="11406">
                    <a:moveTo>
                      <a:pt x="0" y="11406"/>
                    </a:moveTo>
                    <a:lnTo>
                      <a:pt x="0" y="0"/>
                    </a:lnTo>
                  </a:path>
                </a:pathLst>
              </a:custGeom>
              <a:ln w="4753" cap="sq">
                <a:solidFill>
                  <a:srgbClr val="262626"/>
                </a:solidFill>
                <a:prstDash val="solid"/>
                <a:round/>
              </a:ln>
            </p:spPr>
            <p:txBody>
              <a:bodyPr rtlCol="0" anchor="ctr"/>
              <a:lstStyle/>
              <a:p>
                <a:endParaRPr lang="en-US"/>
              </a:p>
            </p:txBody>
          </p:sp>
          <p:sp>
            <p:nvSpPr>
              <p:cNvPr id="19" name="Freeform 18">
                <a:extLst>
                  <a:ext uri="{FF2B5EF4-FFF2-40B4-BE49-F238E27FC236}">
                    <a16:creationId xmlns:a16="http://schemas.microsoft.com/office/drawing/2014/main" id="{5AAE10E5-2A5D-6CD8-F862-E5BE31DFA0D7}"/>
                  </a:ext>
                </a:extLst>
              </p:cNvPr>
              <p:cNvSpPr/>
              <p:nvPr/>
            </p:nvSpPr>
            <p:spPr>
              <a:xfrm>
                <a:off x="2709812" y="4495674"/>
                <a:ext cx="111364" cy="167866"/>
              </a:xfrm>
              <a:custGeom>
                <a:avLst/>
                <a:gdLst>
                  <a:gd name="connsiteX0" fmla="*/ 1998 w 44518"/>
                  <a:gd name="connsiteY0" fmla="*/ 21957 h 67105"/>
                  <a:gd name="connsiteX1" fmla="*/ 3520 w 44518"/>
                  <a:gd name="connsiteY1" fmla="*/ 13022 h 67105"/>
                  <a:gd name="connsiteX2" fmla="*/ 7895 w 44518"/>
                  <a:gd name="connsiteY2" fmla="*/ 6083 h 67105"/>
                  <a:gd name="connsiteX3" fmla="*/ 14840 w 44518"/>
                  <a:gd name="connsiteY3" fmla="*/ 1616 h 67105"/>
                  <a:gd name="connsiteX4" fmla="*/ 23877 w 44518"/>
                  <a:gd name="connsiteY4" fmla="*/ 0 h 67105"/>
                  <a:gd name="connsiteX5" fmla="*/ 32723 w 44518"/>
                  <a:gd name="connsiteY5" fmla="*/ 1426 h 67105"/>
                  <a:gd name="connsiteX6" fmla="*/ 39192 w 44518"/>
                  <a:gd name="connsiteY6" fmla="*/ 5418 h 67105"/>
                  <a:gd name="connsiteX7" fmla="*/ 43187 w 44518"/>
                  <a:gd name="connsiteY7" fmla="*/ 11311 h 67105"/>
                  <a:gd name="connsiteX8" fmla="*/ 44519 w 44518"/>
                  <a:gd name="connsiteY8" fmla="*/ 18535 h 67105"/>
                  <a:gd name="connsiteX9" fmla="*/ 42997 w 44518"/>
                  <a:gd name="connsiteY9" fmla="*/ 26424 h 67105"/>
                  <a:gd name="connsiteX10" fmla="*/ 39096 w 44518"/>
                  <a:gd name="connsiteY10" fmla="*/ 32507 h 67105"/>
                  <a:gd name="connsiteX11" fmla="*/ 33579 w 44518"/>
                  <a:gd name="connsiteY11" fmla="*/ 37260 h 67105"/>
                  <a:gd name="connsiteX12" fmla="*/ 27206 w 44518"/>
                  <a:gd name="connsiteY12" fmla="*/ 41252 h 67105"/>
                  <a:gd name="connsiteX13" fmla="*/ 20833 w 44518"/>
                  <a:gd name="connsiteY13" fmla="*/ 44864 h 67105"/>
                  <a:gd name="connsiteX14" fmla="*/ 15220 w 44518"/>
                  <a:gd name="connsiteY14" fmla="*/ 48476 h 67105"/>
                  <a:gd name="connsiteX15" fmla="*/ 12081 w 44518"/>
                  <a:gd name="connsiteY15" fmla="*/ 51042 h 67105"/>
                  <a:gd name="connsiteX16" fmla="*/ 9322 w 44518"/>
                  <a:gd name="connsiteY16" fmla="*/ 53989 h 67105"/>
                  <a:gd name="connsiteX17" fmla="*/ 7325 w 44518"/>
                  <a:gd name="connsiteY17" fmla="*/ 57601 h 67105"/>
                  <a:gd name="connsiteX18" fmla="*/ 6468 w 44518"/>
                  <a:gd name="connsiteY18" fmla="*/ 61973 h 67105"/>
                  <a:gd name="connsiteX19" fmla="*/ 43853 w 44518"/>
                  <a:gd name="connsiteY19" fmla="*/ 61973 h 67105"/>
                  <a:gd name="connsiteX20" fmla="*/ 43853 w 44518"/>
                  <a:gd name="connsiteY20" fmla="*/ 67106 h 67105"/>
                  <a:gd name="connsiteX21" fmla="*/ 0 w 44518"/>
                  <a:gd name="connsiteY21" fmla="*/ 67106 h 67105"/>
                  <a:gd name="connsiteX22" fmla="*/ 1046 w 44518"/>
                  <a:gd name="connsiteY22" fmla="*/ 58361 h 67105"/>
                  <a:gd name="connsiteX23" fmla="*/ 5232 w 44518"/>
                  <a:gd name="connsiteY23" fmla="*/ 50757 h 67105"/>
                  <a:gd name="connsiteX24" fmla="*/ 12461 w 44518"/>
                  <a:gd name="connsiteY24" fmla="*/ 43913 h 67105"/>
                  <a:gd name="connsiteX25" fmla="*/ 19881 w 44518"/>
                  <a:gd name="connsiteY25" fmla="*/ 38781 h 67105"/>
                  <a:gd name="connsiteX26" fmla="*/ 26730 w 44518"/>
                  <a:gd name="connsiteY26" fmla="*/ 34693 h 67105"/>
                  <a:gd name="connsiteX27" fmla="*/ 32438 w 44518"/>
                  <a:gd name="connsiteY27" fmla="*/ 30606 h 67105"/>
                  <a:gd name="connsiteX28" fmla="*/ 36338 w 44518"/>
                  <a:gd name="connsiteY28" fmla="*/ 25664 h 67105"/>
                  <a:gd name="connsiteX29" fmla="*/ 37765 w 44518"/>
                  <a:gd name="connsiteY29" fmla="*/ 18915 h 67105"/>
                  <a:gd name="connsiteX30" fmla="*/ 36623 w 44518"/>
                  <a:gd name="connsiteY30" fmla="*/ 13117 h 67105"/>
                  <a:gd name="connsiteX31" fmla="*/ 33484 w 44518"/>
                  <a:gd name="connsiteY31" fmla="*/ 8745 h 67105"/>
                  <a:gd name="connsiteX32" fmla="*/ 28823 w 44518"/>
                  <a:gd name="connsiteY32" fmla="*/ 5988 h 67105"/>
                  <a:gd name="connsiteX33" fmla="*/ 23020 w 44518"/>
                  <a:gd name="connsiteY33" fmla="*/ 5133 h 67105"/>
                  <a:gd name="connsiteX34" fmla="*/ 16932 w 44518"/>
                  <a:gd name="connsiteY34" fmla="*/ 6463 h 67105"/>
                  <a:gd name="connsiteX35" fmla="*/ 12271 w 44518"/>
                  <a:gd name="connsiteY35" fmla="*/ 10170 h 67105"/>
                  <a:gd name="connsiteX36" fmla="*/ 9227 w 44518"/>
                  <a:gd name="connsiteY36" fmla="*/ 15493 h 67105"/>
                  <a:gd name="connsiteX37" fmla="*/ 8371 w 44518"/>
                  <a:gd name="connsiteY37" fmla="*/ 21957 h 67105"/>
                  <a:gd name="connsiteX38" fmla="*/ 1902 w 44518"/>
                  <a:gd name="connsiteY38" fmla="*/ 21957 h 67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44518" h="67105">
                    <a:moveTo>
                      <a:pt x="1998" y="21957"/>
                    </a:moveTo>
                    <a:cubicBezTo>
                      <a:pt x="1998" y="18630"/>
                      <a:pt x="2473" y="15683"/>
                      <a:pt x="3520" y="13022"/>
                    </a:cubicBezTo>
                    <a:cubicBezTo>
                      <a:pt x="4566" y="10361"/>
                      <a:pt x="5993" y="7984"/>
                      <a:pt x="7895" y="6083"/>
                    </a:cubicBezTo>
                    <a:cubicBezTo>
                      <a:pt x="9798" y="4182"/>
                      <a:pt x="12081" y="2662"/>
                      <a:pt x="14840" y="1616"/>
                    </a:cubicBezTo>
                    <a:cubicBezTo>
                      <a:pt x="17503" y="570"/>
                      <a:pt x="20547" y="0"/>
                      <a:pt x="23877" y="0"/>
                    </a:cubicBezTo>
                    <a:cubicBezTo>
                      <a:pt x="27206" y="0"/>
                      <a:pt x="30155" y="475"/>
                      <a:pt x="32723" y="1426"/>
                    </a:cubicBezTo>
                    <a:cubicBezTo>
                      <a:pt x="35291" y="2376"/>
                      <a:pt x="37479" y="3707"/>
                      <a:pt x="39192" y="5418"/>
                    </a:cubicBezTo>
                    <a:cubicBezTo>
                      <a:pt x="40904" y="7129"/>
                      <a:pt x="42236" y="9030"/>
                      <a:pt x="43187" y="11311"/>
                    </a:cubicBezTo>
                    <a:cubicBezTo>
                      <a:pt x="44043" y="13592"/>
                      <a:pt x="44519" y="15969"/>
                      <a:pt x="44519" y="18535"/>
                    </a:cubicBezTo>
                    <a:cubicBezTo>
                      <a:pt x="44519" y="21481"/>
                      <a:pt x="44043" y="24143"/>
                      <a:pt x="42997" y="26424"/>
                    </a:cubicBezTo>
                    <a:cubicBezTo>
                      <a:pt x="42045" y="28705"/>
                      <a:pt x="40714" y="30701"/>
                      <a:pt x="39096" y="32507"/>
                    </a:cubicBezTo>
                    <a:cubicBezTo>
                      <a:pt x="37479" y="34313"/>
                      <a:pt x="35672" y="35834"/>
                      <a:pt x="33579" y="37260"/>
                    </a:cubicBezTo>
                    <a:cubicBezTo>
                      <a:pt x="31487" y="38686"/>
                      <a:pt x="29394" y="39921"/>
                      <a:pt x="27206" y="41252"/>
                    </a:cubicBezTo>
                    <a:cubicBezTo>
                      <a:pt x="25018" y="42488"/>
                      <a:pt x="22925" y="43628"/>
                      <a:pt x="20833" y="44864"/>
                    </a:cubicBezTo>
                    <a:cubicBezTo>
                      <a:pt x="18740" y="46004"/>
                      <a:pt x="16837" y="47240"/>
                      <a:pt x="15220" y="48476"/>
                    </a:cubicBezTo>
                    <a:cubicBezTo>
                      <a:pt x="14174" y="49331"/>
                      <a:pt x="13127" y="50187"/>
                      <a:pt x="12081" y="51042"/>
                    </a:cubicBezTo>
                    <a:cubicBezTo>
                      <a:pt x="11035" y="51898"/>
                      <a:pt x="10178" y="52943"/>
                      <a:pt x="9322" y="53989"/>
                    </a:cubicBezTo>
                    <a:cubicBezTo>
                      <a:pt x="8466" y="55034"/>
                      <a:pt x="7800" y="56270"/>
                      <a:pt x="7325" y="57601"/>
                    </a:cubicBezTo>
                    <a:cubicBezTo>
                      <a:pt x="6849" y="58931"/>
                      <a:pt x="6564" y="60357"/>
                      <a:pt x="6468" y="61973"/>
                    </a:cubicBezTo>
                    <a:lnTo>
                      <a:pt x="43853" y="61973"/>
                    </a:lnTo>
                    <a:lnTo>
                      <a:pt x="43853" y="67106"/>
                    </a:lnTo>
                    <a:lnTo>
                      <a:pt x="0" y="67106"/>
                    </a:lnTo>
                    <a:cubicBezTo>
                      <a:pt x="0" y="63874"/>
                      <a:pt x="381" y="60927"/>
                      <a:pt x="1046" y="58361"/>
                    </a:cubicBezTo>
                    <a:cubicBezTo>
                      <a:pt x="1712" y="55795"/>
                      <a:pt x="3044" y="53228"/>
                      <a:pt x="5232" y="50757"/>
                    </a:cubicBezTo>
                    <a:cubicBezTo>
                      <a:pt x="7610" y="48096"/>
                      <a:pt x="9988" y="45814"/>
                      <a:pt x="12461" y="43913"/>
                    </a:cubicBezTo>
                    <a:cubicBezTo>
                      <a:pt x="14935" y="42012"/>
                      <a:pt x="17408" y="40301"/>
                      <a:pt x="19881" y="38781"/>
                    </a:cubicBezTo>
                    <a:cubicBezTo>
                      <a:pt x="22259" y="37260"/>
                      <a:pt x="24542" y="35929"/>
                      <a:pt x="26730" y="34693"/>
                    </a:cubicBezTo>
                    <a:cubicBezTo>
                      <a:pt x="28918" y="33458"/>
                      <a:pt x="30821" y="32127"/>
                      <a:pt x="32438" y="30606"/>
                    </a:cubicBezTo>
                    <a:cubicBezTo>
                      <a:pt x="34055" y="29181"/>
                      <a:pt x="35387" y="27470"/>
                      <a:pt x="36338" y="25664"/>
                    </a:cubicBezTo>
                    <a:cubicBezTo>
                      <a:pt x="37289" y="23858"/>
                      <a:pt x="37765" y="21576"/>
                      <a:pt x="37765" y="18915"/>
                    </a:cubicBezTo>
                    <a:cubicBezTo>
                      <a:pt x="37765" y="16729"/>
                      <a:pt x="37384" y="14828"/>
                      <a:pt x="36623" y="13117"/>
                    </a:cubicBezTo>
                    <a:cubicBezTo>
                      <a:pt x="35862" y="11406"/>
                      <a:pt x="34816" y="9980"/>
                      <a:pt x="33484" y="8745"/>
                    </a:cubicBezTo>
                    <a:cubicBezTo>
                      <a:pt x="32152" y="7509"/>
                      <a:pt x="30630" y="6654"/>
                      <a:pt x="28823" y="5988"/>
                    </a:cubicBezTo>
                    <a:cubicBezTo>
                      <a:pt x="27016" y="5323"/>
                      <a:pt x="25113" y="5133"/>
                      <a:pt x="23020" y="5133"/>
                    </a:cubicBezTo>
                    <a:cubicBezTo>
                      <a:pt x="20833" y="5133"/>
                      <a:pt x="18740" y="5608"/>
                      <a:pt x="16932" y="6463"/>
                    </a:cubicBezTo>
                    <a:cubicBezTo>
                      <a:pt x="15125" y="7414"/>
                      <a:pt x="13603" y="8650"/>
                      <a:pt x="12271" y="10170"/>
                    </a:cubicBezTo>
                    <a:cubicBezTo>
                      <a:pt x="10939" y="11691"/>
                      <a:pt x="9988" y="13497"/>
                      <a:pt x="9227" y="15493"/>
                    </a:cubicBezTo>
                    <a:cubicBezTo>
                      <a:pt x="8466" y="17489"/>
                      <a:pt x="8276" y="19675"/>
                      <a:pt x="8371" y="21957"/>
                    </a:cubicBezTo>
                    <a:lnTo>
                      <a:pt x="1902" y="21957"/>
                    </a:lnTo>
                    <a:close/>
                  </a:path>
                </a:pathLst>
              </a:custGeom>
              <a:solidFill>
                <a:srgbClr val="262626"/>
              </a:solidFill>
              <a:ln w="95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6D46CD53-D37B-B970-AD56-5523093169D7}"/>
                  </a:ext>
                </a:extLst>
              </p:cNvPr>
              <p:cNvSpPr/>
              <p:nvPr/>
            </p:nvSpPr>
            <p:spPr>
              <a:xfrm>
                <a:off x="3917462" y="4495436"/>
                <a:ext cx="113743" cy="170958"/>
              </a:xfrm>
              <a:custGeom>
                <a:avLst/>
                <a:gdLst>
                  <a:gd name="connsiteX0" fmla="*/ 17884 w 45469"/>
                  <a:gd name="connsiteY0" fmla="*/ 29846 h 68341"/>
                  <a:gd name="connsiteX1" fmla="*/ 25684 w 45469"/>
                  <a:gd name="connsiteY1" fmla="*/ 29276 h 68341"/>
                  <a:gd name="connsiteX2" fmla="*/ 31677 w 45469"/>
                  <a:gd name="connsiteY2" fmla="*/ 27279 h 68341"/>
                  <a:gd name="connsiteX3" fmla="*/ 35672 w 45469"/>
                  <a:gd name="connsiteY3" fmla="*/ 23287 h 68341"/>
                  <a:gd name="connsiteX4" fmla="*/ 37099 w 45469"/>
                  <a:gd name="connsiteY4" fmla="*/ 16919 h 68341"/>
                  <a:gd name="connsiteX5" fmla="*/ 35957 w 45469"/>
                  <a:gd name="connsiteY5" fmla="*/ 11596 h 68341"/>
                  <a:gd name="connsiteX6" fmla="*/ 32818 w 45469"/>
                  <a:gd name="connsiteY6" fmla="*/ 7889 h 68341"/>
                  <a:gd name="connsiteX7" fmla="*/ 28252 w 45469"/>
                  <a:gd name="connsiteY7" fmla="*/ 5798 h 68341"/>
                  <a:gd name="connsiteX8" fmla="*/ 22830 w 45469"/>
                  <a:gd name="connsiteY8" fmla="*/ 5133 h 68341"/>
                  <a:gd name="connsiteX9" fmla="*/ 16932 w 45469"/>
                  <a:gd name="connsiteY9" fmla="*/ 6178 h 68341"/>
                  <a:gd name="connsiteX10" fmla="*/ 12366 w 45469"/>
                  <a:gd name="connsiteY10" fmla="*/ 9125 h 68341"/>
                  <a:gd name="connsiteX11" fmla="*/ 9417 w 45469"/>
                  <a:gd name="connsiteY11" fmla="*/ 13687 h 68341"/>
                  <a:gd name="connsiteX12" fmla="*/ 8371 w 45469"/>
                  <a:gd name="connsiteY12" fmla="*/ 19390 h 68341"/>
                  <a:gd name="connsiteX13" fmla="*/ 2283 w 45469"/>
                  <a:gd name="connsiteY13" fmla="*/ 19390 h 68341"/>
                  <a:gd name="connsiteX14" fmla="*/ 3900 w 45469"/>
                  <a:gd name="connsiteY14" fmla="*/ 11121 h 68341"/>
                  <a:gd name="connsiteX15" fmla="*/ 8751 w 45469"/>
                  <a:gd name="connsiteY15" fmla="*/ 4372 h 68341"/>
                  <a:gd name="connsiteX16" fmla="*/ 15886 w 45469"/>
                  <a:gd name="connsiteY16" fmla="*/ 760 h 68341"/>
                  <a:gd name="connsiteX17" fmla="*/ 24067 w 45469"/>
                  <a:gd name="connsiteY17" fmla="*/ 0 h 68341"/>
                  <a:gd name="connsiteX18" fmla="*/ 31487 w 45469"/>
                  <a:gd name="connsiteY18" fmla="*/ 951 h 68341"/>
                  <a:gd name="connsiteX19" fmla="*/ 37574 w 45469"/>
                  <a:gd name="connsiteY19" fmla="*/ 3992 h 68341"/>
                  <a:gd name="connsiteX20" fmla="*/ 41665 w 45469"/>
                  <a:gd name="connsiteY20" fmla="*/ 9125 h 68341"/>
                  <a:gd name="connsiteX21" fmla="*/ 43187 w 45469"/>
                  <a:gd name="connsiteY21" fmla="*/ 16444 h 68341"/>
                  <a:gd name="connsiteX22" fmla="*/ 40809 w 45469"/>
                  <a:gd name="connsiteY22" fmla="*/ 25474 h 68341"/>
                  <a:gd name="connsiteX23" fmla="*/ 33675 w 45469"/>
                  <a:gd name="connsiteY23" fmla="*/ 31367 h 68341"/>
                  <a:gd name="connsiteX24" fmla="*/ 39572 w 45469"/>
                  <a:gd name="connsiteY24" fmla="*/ 34408 h 68341"/>
                  <a:gd name="connsiteX25" fmla="*/ 43187 w 45469"/>
                  <a:gd name="connsiteY25" fmla="*/ 38495 h 68341"/>
                  <a:gd name="connsiteX26" fmla="*/ 44994 w 45469"/>
                  <a:gd name="connsiteY26" fmla="*/ 43248 h 68341"/>
                  <a:gd name="connsiteX27" fmla="*/ 45470 w 45469"/>
                  <a:gd name="connsiteY27" fmla="*/ 48000 h 68341"/>
                  <a:gd name="connsiteX28" fmla="*/ 44043 w 45469"/>
                  <a:gd name="connsiteY28" fmla="*/ 55794 h 68341"/>
                  <a:gd name="connsiteX29" fmla="*/ 39858 w 45469"/>
                  <a:gd name="connsiteY29" fmla="*/ 62163 h 68341"/>
                  <a:gd name="connsiteX30" fmla="*/ 33103 w 45469"/>
                  <a:gd name="connsiteY30" fmla="*/ 66535 h 68341"/>
                  <a:gd name="connsiteX31" fmla="*/ 23877 w 45469"/>
                  <a:gd name="connsiteY31" fmla="*/ 68341 h 68341"/>
                  <a:gd name="connsiteX32" fmla="*/ 13793 w 45469"/>
                  <a:gd name="connsiteY32" fmla="*/ 67296 h 68341"/>
                  <a:gd name="connsiteX33" fmla="*/ 6659 w 45469"/>
                  <a:gd name="connsiteY33" fmla="*/ 63874 h 68341"/>
                  <a:gd name="connsiteX34" fmla="*/ 2188 w 45469"/>
                  <a:gd name="connsiteY34" fmla="*/ 57505 h 68341"/>
                  <a:gd name="connsiteX35" fmla="*/ 0 w 45469"/>
                  <a:gd name="connsiteY35" fmla="*/ 47620 h 68341"/>
                  <a:gd name="connsiteX36" fmla="*/ 6088 w 45469"/>
                  <a:gd name="connsiteY36" fmla="*/ 47620 h 68341"/>
                  <a:gd name="connsiteX37" fmla="*/ 10654 w 45469"/>
                  <a:gd name="connsiteY37" fmla="*/ 59311 h 68341"/>
                  <a:gd name="connsiteX38" fmla="*/ 22735 w 45469"/>
                  <a:gd name="connsiteY38" fmla="*/ 63304 h 68341"/>
                  <a:gd name="connsiteX39" fmla="*/ 29489 w 45469"/>
                  <a:gd name="connsiteY39" fmla="*/ 62068 h 68341"/>
                  <a:gd name="connsiteX40" fmla="*/ 34816 w 45469"/>
                  <a:gd name="connsiteY40" fmla="*/ 58741 h 68341"/>
                  <a:gd name="connsiteX41" fmla="*/ 38240 w 45469"/>
                  <a:gd name="connsiteY41" fmla="*/ 53894 h 68341"/>
                  <a:gd name="connsiteX42" fmla="*/ 39382 w 45469"/>
                  <a:gd name="connsiteY42" fmla="*/ 48191 h 68341"/>
                  <a:gd name="connsiteX43" fmla="*/ 37479 w 45469"/>
                  <a:gd name="connsiteY43" fmla="*/ 41442 h 68341"/>
                  <a:gd name="connsiteX44" fmla="*/ 32818 w 45469"/>
                  <a:gd name="connsiteY44" fmla="*/ 37165 h 68341"/>
                  <a:gd name="connsiteX45" fmla="*/ 26064 w 45469"/>
                  <a:gd name="connsiteY45" fmla="*/ 35074 h 68341"/>
                  <a:gd name="connsiteX46" fmla="*/ 17788 w 45469"/>
                  <a:gd name="connsiteY46" fmla="*/ 34883 h 68341"/>
                  <a:gd name="connsiteX47" fmla="*/ 17788 w 45469"/>
                  <a:gd name="connsiteY47" fmla="*/ 29941 h 683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45469" h="68341">
                    <a:moveTo>
                      <a:pt x="17884" y="29846"/>
                    </a:moveTo>
                    <a:cubicBezTo>
                      <a:pt x="20737" y="29846"/>
                      <a:pt x="23306" y="29656"/>
                      <a:pt x="25684" y="29276"/>
                    </a:cubicBezTo>
                    <a:cubicBezTo>
                      <a:pt x="28062" y="28895"/>
                      <a:pt x="30060" y="28230"/>
                      <a:pt x="31677" y="27279"/>
                    </a:cubicBezTo>
                    <a:cubicBezTo>
                      <a:pt x="33389" y="26329"/>
                      <a:pt x="34721" y="24998"/>
                      <a:pt x="35672" y="23287"/>
                    </a:cubicBezTo>
                    <a:cubicBezTo>
                      <a:pt x="36623" y="21576"/>
                      <a:pt x="37099" y="19485"/>
                      <a:pt x="37099" y="16919"/>
                    </a:cubicBezTo>
                    <a:cubicBezTo>
                      <a:pt x="37099" y="14828"/>
                      <a:pt x="36718" y="13022"/>
                      <a:pt x="35957" y="11596"/>
                    </a:cubicBezTo>
                    <a:cubicBezTo>
                      <a:pt x="35196" y="10170"/>
                      <a:pt x="34150" y="8840"/>
                      <a:pt x="32818" y="7889"/>
                    </a:cubicBezTo>
                    <a:cubicBezTo>
                      <a:pt x="31487" y="6939"/>
                      <a:pt x="29964" y="6273"/>
                      <a:pt x="28252" y="5798"/>
                    </a:cubicBezTo>
                    <a:cubicBezTo>
                      <a:pt x="26540" y="5323"/>
                      <a:pt x="24637" y="5133"/>
                      <a:pt x="22830" y="5133"/>
                    </a:cubicBezTo>
                    <a:cubicBezTo>
                      <a:pt x="20642" y="5133"/>
                      <a:pt x="18740" y="5513"/>
                      <a:pt x="16932" y="6178"/>
                    </a:cubicBezTo>
                    <a:cubicBezTo>
                      <a:pt x="15220" y="6844"/>
                      <a:pt x="13698" y="7889"/>
                      <a:pt x="12366" y="9125"/>
                    </a:cubicBezTo>
                    <a:cubicBezTo>
                      <a:pt x="11130" y="10456"/>
                      <a:pt x="10083" y="11976"/>
                      <a:pt x="9417" y="13687"/>
                    </a:cubicBezTo>
                    <a:cubicBezTo>
                      <a:pt x="8751" y="15398"/>
                      <a:pt x="8371" y="17299"/>
                      <a:pt x="8371" y="19390"/>
                    </a:cubicBezTo>
                    <a:lnTo>
                      <a:pt x="2283" y="19390"/>
                    </a:lnTo>
                    <a:cubicBezTo>
                      <a:pt x="2283" y="16349"/>
                      <a:pt x="2759" y="13592"/>
                      <a:pt x="3900" y="11121"/>
                    </a:cubicBezTo>
                    <a:cubicBezTo>
                      <a:pt x="4946" y="8650"/>
                      <a:pt x="6564" y="6463"/>
                      <a:pt x="8751" y="4372"/>
                    </a:cubicBezTo>
                    <a:cubicBezTo>
                      <a:pt x="10844" y="2471"/>
                      <a:pt x="13222" y="1236"/>
                      <a:pt x="15886" y="760"/>
                    </a:cubicBezTo>
                    <a:cubicBezTo>
                      <a:pt x="18549" y="285"/>
                      <a:pt x="21213" y="0"/>
                      <a:pt x="24067" y="0"/>
                    </a:cubicBezTo>
                    <a:cubicBezTo>
                      <a:pt x="26920" y="0"/>
                      <a:pt x="29204" y="285"/>
                      <a:pt x="31487" y="951"/>
                    </a:cubicBezTo>
                    <a:cubicBezTo>
                      <a:pt x="33769" y="1616"/>
                      <a:pt x="35862" y="2661"/>
                      <a:pt x="37574" y="3992"/>
                    </a:cubicBezTo>
                    <a:cubicBezTo>
                      <a:pt x="39287" y="5323"/>
                      <a:pt x="40618" y="7129"/>
                      <a:pt x="41665" y="9125"/>
                    </a:cubicBezTo>
                    <a:cubicBezTo>
                      <a:pt x="42711" y="11216"/>
                      <a:pt x="43187" y="13687"/>
                      <a:pt x="43187" y="16444"/>
                    </a:cubicBezTo>
                    <a:cubicBezTo>
                      <a:pt x="43187" y="19961"/>
                      <a:pt x="42426" y="22907"/>
                      <a:pt x="40809" y="25474"/>
                    </a:cubicBezTo>
                    <a:cubicBezTo>
                      <a:pt x="39192" y="28040"/>
                      <a:pt x="36814" y="29941"/>
                      <a:pt x="33675" y="31367"/>
                    </a:cubicBezTo>
                    <a:cubicBezTo>
                      <a:pt x="36053" y="32127"/>
                      <a:pt x="38050" y="33173"/>
                      <a:pt x="39572" y="34408"/>
                    </a:cubicBezTo>
                    <a:cubicBezTo>
                      <a:pt x="41094" y="35644"/>
                      <a:pt x="42331" y="36975"/>
                      <a:pt x="43187" y="38495"/>
                    </a:cubicBezTo>
                    <a:cubicBezTo>
                      <a:pt x="44043" y="40016"/>
                      <a:pt x="44709" y="41537"/>
                      <a:pt x="44994" y="43248"/>
                    </a:cubicBezTo>
                    <a:cubicBezTo>
                      <a:pt x="45280" y="44864"/>
                      <a:pt x="45470" y="46480"/>
                      <a:pt x="45470" y="48000"/>
                    </a:cubicBezTo>
                    <a:cubicBezTo>
                      <a:pt x="45470" y="50757"/>
                      <a:pt x="44994" y="53418"/>
                      <a:pt x="44043" y="55794"/>
                    </a:cubicBezTo>
                    <a:cubicBezTo>
                      <a:pt x="43092" y="58171"/>
                      <a:pt x="41665" y="60357"/>
                      <a:pt x="39858" y="62163"/>
                    </a:cubicBezTo>
                    <a:cubicBezTo>
                      <a:pt x="38050" y="63969"/>
                      <a:pt x="35767" y="65490"/>
                      <a:pt x="33103" y="66535"/>
                    </a:cubicBezTo>
                    <a:cubicBezTo>
                      <a:pt x="30440" y="67676"/>
                      <a:pt x="27301" y="68246"/>
                      <a:pt x="23877" y="68341"/>
                    </a:cubicBezTo>
                    <a:cubicBezTo>
                      <a:pt x="19976" y="68341"/>
                      <a:pt x="16647" y="67961"/>
                      <a:pt x="13793" y="67296"/>
                    </a:cubicBezTo>
                    <a:cubicBezTo>
                      <a:pt x="10939" y="66630"/>
                      <a:pt x="8561" y="65490"/>
                      <a:pt x="6659" y="63874"/>
                    </a:cubicBezTo>
                    <a:cubicBezTo>
                      <a:pt x="4756" y="62258"/>
                      <a:pt x="3234" y="60167"/>
                      <a:pt x="2188" y="57505"/>
                    </a:cubicBezTo>
                    <a:cubicBezTo>
                      <a:pt x="1141" y="54844"/>
                      <a:pt x="381" y="51612"/>
                      <a:pt x="0" y="47620"/>
                    </a:cubicBezTo>
                    <a:lnTo>
                      <a:pt x="6088" y="47620"/>
                    </a:lnTo>
                    <a:cubicBezTo>
                      <a:pt x="6088" y="52753"/>
                      <a:pt x="7610" y="56650"/>
                      <a:pt x="10654" y="59311"/>
                    </a:cubicBezTo>
                    <a:cubicBezTo>
                      <a:pt x="13698" y="61973"/>
                      <a:pt x="17788" y="63304"/>
                      <a:pt x="22735" y="63304"/>
                    </a:cubicBezTo>
                    <a:cubicBezTo>
                      <a:pt x="25113" y="63304"/>
                      <a:pt x="27396" y="62923"/>
                      <a:pt x="29489" y="62068"/>
                    </a:cubicBezTo>
                    <a:cubicBezTo>
                      <a:pt x="31582" y="61212"/>
                      <a:pt x="33389" y="60167"/>
                      <a:pt x="34816" y="58741"/>
                    </a:cubicBezTo>
                    <a:cubicBezTo>
                      <a:pt x="36243" y="57315"/>
                      <a:pt x="37479" y="55699"/>
                      <a:pt x="38240" y="53894"/>
                    </a:cubicBezTo>
                    <a:cubicBezTo>
                      <a:pt x="39002" y="52088"/>
                      <a:pt x="39382" y="50187"/>
                      <a:pt x="39382" y="48191"/>
                    </a:cubicBezTo>
                    <a:cubicBezTo>
                      <a:pt x="39287" y="45434"/>
                      <a:pt x="38621" y="43248"/>
                      <a:pt x="37479" y="41442"/>
                    </a:cubicBezTo>
                    <a:cubicBezTo>
                      <a:pt x="36338" y="39636"/>
                      <a:pt x="34816" y="38210"/>
                      <a:pt x="32818" y="37165"/>
                    </a:cubicBezTo>
                    <a:cubicBezTo>
                      <a:pt x="30916" y="36119"/>
                      <a:pt x="28633" y="35454"/>
                      <a:pt x="26064" y="35074"/>
                    </a:cubicBezTo>
                    <a:cubicBezTo>
                      <a:pt x="23496" y="34693"/>
                      <a:pt x="20737" y="34693"/>
                      <a:pt x="17788" y="34883"/>
                    </a:cubicBezTo>
                    <a:lnTo>
                      <a:pt x="17788" y="29941"/>
                    </a:lnTo>
                    <a:close/>
                  </a:path>
                </a:pathLst>
              </a:custGeom>
              <a:solidFill>
                <a:srgbClr val="262626"/>
              </a:solidFill>
              <a:ln w="9506" cap="flat">
                <a:noFill/>
                <a:prstDash val="solid"/>
                <a:miter/>
              </a:ln>
            </p:spPr>
            <p:txBody>
              <a:bodyPr rtlCol="0" anchor="ctr"/>
              <a:lstStyle/>
              <a:p>
                <a:endParaRPr lang="en-US"/>
              </a:p>
            </p:txBody>
          </p:sp>
          <p:sp>
            <p:nvSpPr>
              <p:cNvPr id="21" name="Freeform 20">
                <a:extLst>
                  <a:ext uri="{FF2B5EF4-FFF2-40B4-BE49-F238E27FC236}">
                    <a16:creationId xmlns:a16="http://schemas.microsoft.com/office/drawing/2014/main" id="{0FE06371-89EE-E914-A1CD-54805CAC5562}"/>
                  </a:ext>
                </a:extLst>
              </p:cNvPr>
              <p:cNvSpPr/>
              <p:nvPr/>
            </p:nvSpPr>
            <p:spPr>
              <a:xfrm>
                <a:off x="5129394" y="4497340"/>
                <a:ext cx="115171" cy="165965"/>
              </a:xfrm>
              <a:custGeom>
                <a:avLst/>
                <a:gdLst>
                  <a:gd name="connsiteX0" fmla="*/ 30630 w 46040"/>
                  <a:gd name="connsiteY0" fmla="*/ 49806 h 66345"/>
                  <a:gd name="connsiteX1" fmla="*/ 0 w 46040"/>
                  <a:gd name="connsiteY1" fmla="*/ 49806 h 66345"/>
                  <a:gd name="connsiteX2" fmla="*/ 0 w 46040"/>
                  <a:gd name="connsiteY2" fmla="*/ 44579 h 66345"/>
                  <a:gd name="connsiteX3" fmla="*/ 31201 w 46040"/>
                  <a:gd name="connsiteY3" fmla="*/ 0 h 66345"/>
                  <a:gd name="connsiteX4" fmla="*/ 36719 w 46040"/>
                  <a:gd name="connsiteY4" fmla="*/ 0 h 66345"/>
                  <a:gd name="connsiteX5" fmla="*/ 36719 w 46040"/>
                  <a:gd name="connsiteY5" fmla="*/ 44674 h 66345"/>
                  <a:gd name="connsiteX6" fmla="*/ 46041 w 46040"/>
                  <a:gd name="connsiteY6" fmla="*/ 44674 h 66345"/>
                  <a:gd name="connsiteX7" fmla="*/ 46041 w 46040"/>
                  <a:gd name="connsiteY7" fmla="*/ 49806 h 66345"/>
                  <a:gd name="connsiteX8" fmla="*/ 36719 w 46040"/>
                  <a:gd name="connsiteY8" fmla="*/ 49806 h 66345"/>
                  <a:gd name="connsiteX9" fmla="*/ 36719 w 46040"/>
                  <a:gd name="connsiteY9" fmla="*/ 66345 h 66345"/>
                  <a:gd name="connsiteX10" fmla="*/ 30630 w 46040"/>
                  <a:gd name="connsiteY10" fmla="*/ 66345 h 66345"/>
                  <a:gd name="connsiteX11" fmla="*/ 30630 w 46040"/>
                  <a:gd name="connsiteY11" fmla="*/ 49806 h 66345"/>
                  <a:gd name="connsiteX12" fmla="*/ 5993 w 46040"/>
                  <a:gd name="connsiteY12" fmla="*/ 44674 h 66345"/>
                  <a:gd name="connsiteX13" fmla="*/ 30630 w 46040"/>
                  <a:gd name="connsiteY13" fmla="*/ 44674 h 66345"/>
                  <a:gd name="connsiteX14" fmla="*/ 30630 w 46040"/>
                  <a:gd name="connsiteY14" fmla="*/ 9125 h 66345"/>
                  <a:gd name="connsiteX15" fmla="*/ 5993 w 46040"/>
                  <a:gd name="connsiteY15" fmla="*/ 44674 h 66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040" h="66345">
                    <a:moveTo>
                      <a:pt x="30630" y="49806"/>
                    </a:moveTo>
                    <a:lnTo>
                      <a:pt x="0" y="49806"/>
                    </a:lnTo>
                    <a:lnTo>
                      <a:pt x="0" y="44579"/>
                    </a:lnTo>
                    <a:lnTo>
                      <a:pt x="31201" y="0"/>
                    </a:lnTo>
                    <a:lnTo>
                      <a:pt x="36719" y="0"/>
                    </a:lnTo>
                    <a:lnTo>
                      <a:pt x="36719" y="44674"/>
                    </a:lnTo>
                    <a:lnTo>
                      <a:pt x="46041" y="44674"/>
                    </a:lnTo>
                    <a:lnTo>
                      <a:pt x="46041" y="49806"/>
                    </a:lnTo>
                    <a:lnTo>
                      <a:pt x="36719" y="49806"/>
                    </a:lnTo>
                    <a:lnTo>
                      <a:pt x="36719" y="66345"/>
                    </a:lnTo>
                    <a:lnTo>
                      <a:pt x="30630" y="66345"/>
                    </a:lnTo>
                    <a:lnTo>
                      <a:pt x="30630" y="49806"/>
                    </a:lnTo>
                    <a:close/>
                    <a:moveTo>
                      <a:pt x="5993" y="44674"/>
                    </a:moveTo>
                    <a:lnTo>
                      <a:pt x="30630" y="44674"/>
                    </a:lnTo>
                    <a:lnTo>
                      <a:pt x="30630" y="9125"/>
                    </a:lnTo>
                    <a:lnTo>
                      <a:pt x="5993" y="44674"/>
                    </a:lnTo>
                    <a:close/>
                  </a:path>
                </a:pathLst>
              </a:custGeom>
              <a:solidFill>
                <a:srgbClr val="262626"/>
              </a:solidFill>
              <a:ln w="9506" cap="flat">
                <a:noFill/>
                <a:prstDash val="solid"/>
                <a:miter/>
              </a:ln>
            </p:spPr>
            <p:txBody>
              <a:bodyPr rtlCol="0" anchor="ctr"/>
              <a:lstStyle/>
              <a:p>
                <a:endParaRPr lang="en-US"/>
              </a:p>
            </p:txBody>
          </p:sp>
          <p:sp>
            <p:nvSpPr>
              <p:cNvPr id="22" name="Freeform 21">
                <a:extLst>
                  <a:ext uri="{FF2B5EF4-FFF2-40B4-BE49-F238E27FC236}">
                    <a16:creationId xmlns:a16="http://schemas.microsoft.com/office/drawing/2014/main" id="{435C42DA-D5D2-289F-749A-39D87A59539D}"/>
                  </a:ext>
                </a:extLst>
              </p:cNvPr>
              <p:cNvSpPr/>
              <p:nvPr/>
            </p:nvSpPr>
            <p:spPr>
              <a:xfrm>
                <a:off x="2432589" y="1595802"/>
                <a:ext cx="23795" cy="2845422"/>
              </a:xfrm>
              <a:custGeom>
                <a:avLst/>
                <a:gdLst>
                  <a:gd name="connsiteX0" fmla="*/ 0 w 9512"/>
                  <a:gd name="connsiteY0" fmla="*/ 1137467 h 1137467"/>
                  <a:gd name="connsiteX1" fmla="*/ 0 w 9512"/>
                  <a:gd name="connsiteY1" fmla="*/ 0 h 1137467"/>
                </a:gdLst>
                <a:ahLst/>
                <a:cxnLst>
                  <a:cxn ang="0">
                    <a:pos x="connsiteX0" y="connsiteY0"/>
                  </a:cxn>
                  <a:cxn ang="0">
                    <a:pos x="connsiteX1" y="connsiteY1"/>
                  </a:cxn>
                </a:cxnLst>
                <a:rect l="l" t="t" r="r" b="b"/>
                <a:pathLst>
                  <a:path w="9512" h="1137467">
                    <a:moveTo>
                      <a:pt x="0" y="1137467"/>
                    </a:moveTo>
                    <a:lnTo>
                      <a:pt x="0" y="0"/>
                    </a:lnTo>
                  </a:path>
                </a:pathLst>
              </a:custGeom>
              <a:ln w="4753" cap="sq">
                <a:solidFill>
                  <a:srgbClr val="262626"/>
                </a:solidFill>
                <a:prstDash val="solid"/>
                <a:round/>
              </a:ln>
            </p:spPr>
            <p:txBody>
              <a:bodyPr rtlCol="0" anchor="ctr"/>
              <a:lstStyle/>
              <a:p>
                <a:endParaRPr lang="en-US"/>
              </a:p>
            </p:txBody>
          </p:sp>
          <p:sp>
            <p:nvSpPr>
              <p:cNvPr id="23" name="Freeform 22">
                <a:extLst>
                  <a:ext uri="{FF2B5EF4-FFF2-40B4-BE49-F238E27FC236}">
                    <a16:creationId xmlns:a16="http://schemas.microsoft.com/office/drawing/2014/main" id="{EF00B92A-988F-DC21-C9BB-CBBA684082A5}"/>
                  </a:ext>
                </a:extLst>
              </p:cNvPr>
              <p:cNvSpPr/>
              <p:nvPr/>
            </p:nvSpPr>
            <p:spPr>
              <a:xfrm>
                <a:off x="2432589" y="3492750"/>
                <a:ext cx="28555" cy="23777"/>
              </a:xfrm>
              <a:custGeom>
                <a:avLst/>
                <a:gdLst>
                  <a:gd name="connsiteX0" fmla="*/ 0 w 11415"/>
                  <a:gd name="connsiteY0" fmla="*/ 0 h 9505"/>
                  <a:gd name="connsiteX1" fmla="*/ 11415 w 11415"/>
                  <a:gd name="connsiteY1" fmla="*/ 0 h 9505"/>
                </a:gdLst>
                <a:ahLst/>
                <a:cxnLst>
                  <a:cxn ang="0">
                    <a:pos x="connsiteX0" y="connsiteY0"/>
                  </a:cxn>
                  <a:cxn ang="0">
                    <a:pos x="connsiteX1" y="connsiteY1"/>
                  </a:cxn>
                </a:cxnLst>
                <a:rect l="l" t="t" r="r" b="b"/>
                <a:pathLst>
                  <a:path w="11415" h="9505">
                    <a:moveTo>
                      <a:pt x="0" y="0"/>
                    </a:moveTo>
                    <a:lnTo>
                      <a:pt x="11415" y="0"/>
                    </a:lnTo>
                  </a:path>
                </a:pathLst>
              </a:custGeom>
              <a:ln w="4753" cap="sq">
                <a:solidFill>
                  <a:srgbClr val="262626"/>
                </a:solidFill>
                <a:prstDash val="solid"/>
                <a:round/>
              </a:ln>
            </p:spPr>
            <p:txBody>
              <a:bodyPr rtlCol="0" anchor="ctr"/>
              <a:lstStyle/>
              <a:p>
                <a:endParaRPr lang="en-US"/>
              </a:p>
            </p:txBody>
          </p:sp>
          <p:grpSp>
            <p:nvGrpSpPr>
              <p:cNvPr id="26" name="Graphic 5">
                <a:extLst>
                  <a:ext uri="{FF2B5EF4-FFF2-40B4-BE49-F238E27FC236}">
                    <a16:creationId xmlns:a16="http://schemas.microsoft.com/office/drawing/2014/main" id="{7D0BA630-BF4E-A3BD-BDF9-E2997277FE09}"/>
                  </a:ext>
                </a:extLst>
              </p:cNvPr>
              <p:cNvGrpSpPr/>
              <p:nvPr/>
            </p:nvGrpSpPr>
            <p:grpSpPr>
              <a:xfrm>
                <a:off x="1954764" y="4357291"/>
                <a:ext cx="390969" cy="171433"/>
                <a:chOff x="7143807" y="3180538"/>
                <a:chExt cx="156291" cy="68531"/>
              </a:xfrm>
              <a:solidFill>
                <a:srgbClr val="262626"/>
              </a:solidFill>
            </p:grpSpPr>
            <p:sp>
              <p:nvSpPr>
                <p:cNvPr id="27" name="Freeform 26">
                  <a:extLst>
                    <a:ext uri="{FF2B5EF4-FFF2-40B4-BE49-F238E27FC236}">
                      <a16:creationId xmlns:a16="http://schemas.microsoft.com/office/drawing/2014/main" id="{849B31F1-08BC-CA89-0516-3CDB4D69A33F}"/>
                    </a:ext>
                  </a:extLst>
                </p:cNvPr>
                <p:cNvSpPr/>
                <p:nvPr/>
              </p:nvSpPr>
              <p:spPr>
                <a:xfrm>
                  <a:off x="7143807" y="3220269"/>
                  <a:ext cx="24066" cy="5893"/>
                </a:xfrm>
                <a:custGeom>
                  <a:avLst/>
                  <a:gdLst>
                    <a:gd name="connsiteX0" fmla="*/ 24067 w 24066"/>
                    <a:gd name="connsiteY0" fmla="*/ 0 h 5893"/>
                    <a:gd name="connsiteX1" fmla="*/ 24067 w 24066"/>
                    <a:gd name="connsiteY1" fmla="*/ 5893 h 5893"/>
                    <a:gd name="connsiteX2" fmla="*/ 0 w 24066"/>
                    <a:gd name="connsiteY2" fmla="*/ 5893 h 5893"/>
                    <a:gd name="connsiteX3" fmla="*/ 0 w 24066"/>
                    <a:gd name="connsiteY3" fmla="*/ 0 h 5893"/>
                    <a:gd name="connsiteX4" fmla="*/ 24067 w 24066"/>
                    <a:gd name="connsiteY4" fmla="*/ 0 h 58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066" h="5893">
                      <a:moveTo>
                        <a:pt x="24067" y="0"/>
                      </a:moveTo>
                      <a:lnTo>
                        <a:pt x="24067" y="5893"/>
                      </a:lnTo>
                      <a:lnTo>
                        <a:pt x="0" y="5893"/>
                      </a:lnTo>
                      <a:lnTo>
                        <a:pt x="0" y="0"/>
                      </a:lnTo>
                      <a:lnTo>
                        <a:pt x="24067" y="0"/>
                      </a:lnTo>
                      <a:close/>
                    </a:path>
                  </a:pathLst>
                </a:custGeom>
                <a:solidFill>
                  <a:srgbClr val="262626"/>
                </a:solidFill>
                <a:ln w="9506" cap="flat">
                  <a:noFill/>
                  <a:prstDash val="solid"/>
                  <a:miter/>
                </a:ln>
              </p:spPr>
              <p:txBody>
                <a:bodyPr rtlCol="0" anchor="ctr"/>
                <a:lstStyle/>
                <a:p>
                  <a:endParaRPr lang="en-US"/>
                </a:p>
              </p:txBody>
            </p:sp>
            <p:sp>
              <p:nvSpPr>
                <p:cNvPr id="28" name="Freeform 27">
                  <a:extLst>
                    <a:ext uri="{FF2B5EF4-FFF2-40B4-BE49-F238E27FC236}">
                      <a16:creationId xmlns:a16="http://schemas.microsoft.com/office/drawing/2014/main" id="{5F5C582E-C5ED-CD96-6FF4-9403FEF3DCFA}"/>
                    </a:ext>
                  </a:extLst>
                </p:cNvPr>
                <p:cNvSpPr/>
                <p:nvPr/>
              </p:nvSpPr>
              <p:spPr>
                <a:xfrm>
                  <a:off x="7175293" y="3180538"/>
                  <a:ext cx="45469" cy="68531"/>
                </a:xfrm>
                <a:custGeom>
                  <a:avLst/>
                  <a:gdLst>
                    <a:gd name="connsiteX0" fmla="*/ 22830 w 45469"/>
                    <a:gd name="connsiteY0" fmla="*/ 380 h 68531"/>
                    <a:gd name="connsiteX1" fmla="*/ 31392 w 45469"/>
                    <a:gd name="connsiteY1" fmla="*/ 1806 h 68531"/>
                    <a:gd name="connsiteX2" fmla="*/ 37575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1094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091 w 45469"/>
                    <a:gd name="connsiteY16" fmla="*/ 10741 h 68531"/>
                    <a:gd name="connsiteX17" fmla="*/ 10939 w 45469"/>
                    <a:gd name="connsiteY17" fmla="*/ 2947 h 68531"/>
                    <a:gd name="connsiteX18" fmla="*/ 22640 w 45469"/>
                    <a:gd name="connsiteY18" fmla="*/ 0 h 68531"/>
                    <a:gd name="connsiteX19" fmla="*/ 39382 w 45469"/>
                    <a:gd name="connsiteY19" fmla="*/ 34408 h 68531"/>
                    <a:gd name="connsiteX20" fmla="*/ 38811 w 45469"/>
                    <a:gd name="connsiteY20" fmla="*/ 23858 h 68531"/>
                    <a:gd name="connsiteX21" fmla="*/ 36433 w 45469"/>
                    <a:gd name="connsiteY21" fmla="*/ 14543 h 68531"/>
                    <a:gd name="connsiteX22" fmla="*/ 31296 w 45469"/>
                    <a:gd name="connsiteY22" fmla="*/ 7984 h 68531"/>
                    <a:gd name="connsiteX23" fmla="*/ 22640 w 45469"/>
                    <a:gd name="connsiteY23" fmla="*/ 5513 h 68531"/>
                    <a:gd name="connsiteX24" fmla="*/ 14364 w 45469"/>
                    <a:gd name="connsiteY24" fmla="*/ 7984 h 68531"/>
                    <a:gd name="connsiteX25" fmla="*/ 9418 w 45469"/>
                    <a:gd name="connsiteY25" fmla="*/ 14733 h 68531"/>
                    <a:gd name="connsiteX26" fmla="*/ 6944 w 45469"/>
                    <a:gd name="connsiteY26" fmla="*/ 24238 h 68531"/>
                    <a:gd name="connsiteX27" fmla="*/ 6183 w 45469"/>
                    <a:gd name="connsiteY27" fmla="*/ 35074 h 68531"/>
                    <a:gd name="connsiteX28" fmla="*/ 6944 w 45469"/>
                    <a:gd name="connsiteY28" fmla="*/ 46765 h 68531"/>
                    <a:gd name="connsiteX29" fmla="*/ 9703 w 45469"/>
                    <a:gd name="connsiteY29" fmla="*/ 55699 h 68531"/>
                    <a:gd name="connsiteX30" fmla="*/ 14745 w 45469"/>
                    <a:gd name="connsiteY30" fmla="*/ 61403 h 68531"/>
                    <a:gd name="connsiteX31" fmla="*/ 22830 w 45469"/>
                    <a:gd name="connsiteY31" fmla="*/ 63494 h 68531"/>
                    <a:gd name="connsiteX32" fmla="*/ 31582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2" y="1806"/>
                      </a:cubicBezTo>
                      <a:cubicBezTo>
                        <a:pt x="33770" y="2756"/>
                        <a:pt x="35862" y="4182"/>
                        <a:pt x="37575" y="5798"/>
                      </a:cubicBezTo>
                      <a:cubicBezTo>
                        <a:pt x="39287" y="7509"/>
                        <a:pt x="40619" y="9505"/>
                        <a:pt x="41665" y="11786"/>
                      </a:cubicBezTo>
                      <a:cubicBezTo>
                        <a:pt x="42712" y="14067"/>
                        <a:pt x="43568"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2" y="55224"/>
                        <a:pt x="41094" y="58361"/>
                      </a:cubicBezTo>
                      <a:cubicBezTo>
                        <a:pt x="39382" y="61498"/>
                        <a:pt x="37099" y="63969"/>
                        <a:pt x="34150" y="65775"/>
                      </a:cubicBezTo>
                      <a:cubicBezTo>
                        <a:pt x="31201" y="67581"/>
                        <a:pt x="27491" y="68531"/>
                        <a:pt x="22830" y="68531"/>
                      </a:cubicBezTo>
                      <a:cubicBezTo>
                        <a:pt x="18169" y="68531"/>
                        <a:pt x="14364" y="67581"/>
                        <a:pt x="11415" y="65775"/>
                      </a:cubicBezTo>
                      <a:cubicBezTo>
                        <a:pt x="8466" y="63969"/>
                        <a:pt x="6183" y="61403"/>
                        <a:pt x="4471" y="58266"/>
                      </a:cubicBezTo>
                      <a:cubicBezTo>
                        <a:pt x="2759" y="55129"/>
                        <a:pt x="1617" y="51517"/>
                        <a:pt x="951" y="47335"/>
                      </a:cubicBezTo>
                      <a:cubicBezTo>
                        <a:pt x="285" y="43153"/>
                        <a:pt x="0" y="38781"/>
                        <a:pt x="0" y="34123"/>
                      </a:cubicBezTo>
                      <a:cubicBezTo>
                        <a:pt x="0" y="29846"/>
                        <a:pt x="285" y="25759"/>
                        <a:pt x="856" y="21671"/>
                      </a:cubicBezTo>
                      <a:cubicBezTo>
                        <a:pt x="1427" y="17584"/>
                        <a:pt x="2473" y="13972"/>
                        <a:pt x="4091" y="10741"/>
                      </a:cubicBezTo>
                      <a:cubicBezTo>
                        <a:pt x="5708" y="7509"/>
                        <a:pt x="7991" y="4943"/>
                        <a:pt x="10939" y="2947"/>
                      </a:cubicBezTo>
                      <a:cubicBezTo>
                        <a:pt x="13889" y="951"/>
                        <a:pt x="17788" y="0"/>
                        <a:pt x="22640" y="0"/>
                      </a:cubicBezTo>
                      <a:close/>
                      <a:moveTo>
                        <a:pt x="39382" y="34408"/>
                      </a:moveTo>
                      <a:cubicBezTo>
                        <a:pt x="39382" y="30796"/>
                        <a:pt x="39192" y="27279"/>
                        <a:pt x="38811" y="23858"/>
                      </a:cubicBezTo>
                      <a:cubicBezTo>
                        <a:pt x="38431" y="20436"/>
                        <a:pt x="37575" y="17299"/>
                        <a:pt x="36433" y="14543"/>
                      </a:cubicBezTo>
                      <a:cubicBezTo>
                        <a:pt x="35197" y="11786"/>
                        <a:pt x="33484" y="9600"/>
                        <a:pt x="31296" y="7984"/>
                      </a:cubicBezTo>
                      <a:cubicBezTo>
                        <a:pt x="29108" y="6368"/>
                        <a:pt x="26255" y="5513"/>
                        <a:pt x="22640" y="5513"/>
                      </a:cubicBezTo>
                      <a:cubicBezTo>
                        <a:pt x="19310" y="5513"/>
                        <a:pt x="16552" y="6368"/>
                        <a:pt x="14364" y="7984"/>
                      </a:cubicBezTo>
                      <a:cubicBezTo>
                        <a:pt x="12271" y="9695"/>
                        <a:pt x="10559" y="11881"/>
                        <a:pt x="9418" y="14733"/>
                      </a:cubicBezTo>
                      <a:cubicBezTo>
                        <a:pt x="8181" y="17489"/>
                        <a:pt x="7420" y="20721"/>
                        <a:pt x="6944" y="24238"/>
                      </a:cubicBezTo>
                      <a:cubicBezTo>
                        <a:pt x="6469" y="27755"/>
                        <a:pt x="6183" y="31367"/>
                        <a:pt x="6183" y="35074"/>
                      </a:cubicBezTo>
                      <a:cubicBezTo>
                        <a:pt x="6183" y="39351"/>
                        <a:pt x="6469" y="43248"/>
                        <a:pt x="6944" y="46765"/>
                      </a:cubicBezTo>
                      <a:cubicBezTo>
                        <a:pt x="7420" y="50282"/>
                        <a:pt x="8371" y="53323"/>
                        <a:pt x="9703" y="55699"/>
                      </a:cubicBezTo>
                      <a:cubicBezTo>
                        <a:pt x="10939" y="58171"/>
                        <a:pt x="12652" y="60072"/>
                        <a:pt x="14745" y="61403"/>
                      </a:cubicBezTo>
                      <a:cubicBezTo>
                        <a:pt x="16837" y="62733"/>
                        <a:pt x="19596" y="63494"/>
                        <a:pt x="22830" y="63494"/>
                      </a:cubicBezTo>
                      <a:cubicBezTo>
                        <a:pt x="26445" y="63494"/>
                        <a:pt x="29299" y="62638"/>
                        <a:pt x="31582" y="60832"/>
                      </a:cubicBezTo>
                      <a:cubicBezTo>
                        <a:pt x="33770" y="59026"/>
                        <a:pt x="35387" y="56745"/>
                        <a:pt x="36528" y="53989"/>
                      </a:cubicBezTo>
                      <a:cubicBezTo>
                        <a:pt x="37670" y="51232"/>
                        <a:pt x="38431" y="48095"/>
                        <a:pt x="38811" y="44579"/>
                      </a:cubicBezTo>
                      <a:cubicBezTo>
                        <a:pt x="39192" y="41062"/>
                        <a:pt x="39382" y="37640"/>
                        <a:pt x="39382" y="34313"/>
                      </a:cubicBezTo>
                      <a:close/>
                    </a:path>
                  </a:pathLst>
                </a:custGeom>
                <a:solidFill>
                  <a:srgbClr val="262626"/>
                </a:solidFill>
                <a:ln w="9506" cap="flat">
                  <a:noFill/>
                  <a:prstDash val="solid"/>
                  <a:miter/>
                </a:ln>
              </p:spPr>
              <p:txBody>
                <a:bodyPr rtlCol="0" anchor="ctr"/>
                <a:lstStyle/>
                <a:p>
                  <a:endParaRPr lang="en-US"/>
                </a:p>
              </p:txBody>
            </p:sp>
            <p:sp>
              <p:nvSpPr>
                <p:cNvPr id="29" name="Freeform 28">
                  <a:extLst>
                    <a:ext uri="{FF2B5EF4-FFF2-40B4-BE49-F238E27FC236}">
                      <a16:creationId xmlns:a16="http://schemas.microsoft.com/office/drawing/2014/main" id="{576BC96F-593F-1D0F-B033-F22B0689411B}"/>
                    </a:ext>
                  </a:extLst>
                </p:cNvPr>
                <p:cNvSpPr/>
                <p:nvPr/>
              </p:nvSpPr>
              <p:spPr>
                <a:xfrm>
                  <a:off x="7234271" y="3239564"/>
                  <a:ext cx="6944" cy="8364"/>
                </a:xfrm>
                <a:custGeom>
                  <a:avLst/>
                  <a:gdLst>
                    <a:gd name="connsiteX0" fmla="*/ 0 w 6944"/>
                    <a:gd name="connsiteY0" fmla="*/ 8364 h 8364"/>
                    <a:gd name="connsiteX1" fmla="*/ 0 w 6944"/>
                    <a:gd name="connsiteY1" fmla="*/ 0 h 8364"/>
                    <a:gd name="connsiteX2" fmla="*/ 6944 w 6944"/>
                    <a:gd name="connsiteY2" fmla="*/ 0 h 8364"/>
                    <a:gd name="connsiteX3" fmla="*/ 6944 w 6944"/>
                    <a:gd name="connsiteY3" fmla="*/ 8364 h 8364"/>
                    <a:gd name="connsiteX4" fmla="*/ 0 w 6944"/>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4" h="8364">
                      <a:moveTo>
                        <a:pt x="0" y="8364"/>
                      </a:moveTo>
                      <a:lnTo>
                        <a:pt x="0" y="0"/>
                      </a:lnTo>
                      <a:lnTo>
                        <a:pt x="6944" y="0"/>
                      </a:lnTo>
                      <a:lnTo>
                        <a:pt x="6944" y="8364"/>
                      </a:lnTo>
                      <a:lnTo>
                        <a:pt x="0" y="8364"/>
                      </a:lnTo>
                      <a:close/>
                    </a:path>
                  </a:pathLst>
                </a:custGeom>
                <a:solidFill>
                  <a:srgbClr val="262626"/>
                </a:solidFill>
                <a:ln w="9506" cap="flat">
                  <a:noFill/>
                  <a:prstDash val="solid"/>
                  <a:miter/>
                </a:ln>
              </p:spPr>
              <p:txBody>
                <a:bodyPr rtlCol="0" anchor="ctr"/>
                <a:lstStyle/>
                <a:p>
                  <a:endParaRPr lang="en-US"/>
                </a:p>
              </p:txBody>
            </p:sp>
            <p:sp>
              <p:nvSpPr>
                <p:cNvPr id="30" name="Freeform 29">
                  <a:extLst>
                    <a:ext uri="{FF2B5EF4-FFF2-40B4-BE49-F238E27FC236}">
                      <a16:creationId xmlns:a16="http://schemas.microsoft.com/office/drawing/2014/main" id="{21A380AD-D7FB-E63D-0BEE-D4BEB6B43290}"/>
                    </a:ext>
                  </a:extLst>
                </p:cNvPr>
                <p:cNvSpPr/>
                <p:nvPr/>
              </p:nvSpPr>
              <p:spPr>
                <a:xfrm>
                  <a:off x="7255579" y="3180918"/>
                  <a:ext cx="44518" cy="67105"/>
                </a:xfrm>
                <a:custGeom>
                  <a:avLst/>
                  <a:gdLst>
                    <a:gd name="connsiteX0" fmla="*/ 1998 w 44518"/>
                    <a:gd name="connsiteY0" fmla="*/ 21957 h 67105"/>
                    <a:gd name="connsiteX1" fmla="*/ 3520 w 44518"/>
                    <a:gd name="connsiteY1" fmla="*/ 13022 h 67105"/>
                    <a:gd name="connsiteX2" fmla="*/ 7896 w 44518"/>
                    <a:gd name="connsiteY2" fmla="*/ 6083 h 67105"/>
                    <a:gd name="connsiteX3" fmla="*/ 14840 w 44518"/>
                    <a:gd name="connsiteY3" fmla="*/ 1616 h 67105"/>
                    <a:gd name="connsiteX4" fmla="*/ 23877 w 44518"/>
                    <a:gd name="connsiteY4" fmla="*/ 0 h 67105"/>
                    <a:gd name="connsiteX5" fmla="*/ 32723 w 44518"/>
                    <a:gd name="connsiteY5" fmla="*/ 1426 h 67105"/>
                    <a:gd name="connsiteX6" fmla="*/ 39192 w 44518"/>
                    <a:gd name="connsiteY6" fmla="*/ 5418 h 67105"/>
                    <a:gd name="connsiteX7" fmla="*/ 43187 w 44518"/>
                    <a:gd name="connsiteY7" fmla="*/ 11311 h 67105"/>
                    <a:gd name="connsiteX8" fmla="*/ 44519 w 44518"/>
                    <a:gd name="connsiteY8" fmla="*/ 18535 h 67105"/>
                    <a:gd name="connsiteX9" fmla="*/ 42997 w 44518"/>
                    <a:gd name="connsiteY9" fmla="*/ 26424 h 67105"/>
                    <a:gd name="connsiteX10" fmla="*/ 39097 w 44518"/>
                    <a:gd name="connsiteY10" fmla="*/ 32507 h 67105"/>
                    <a:gd name="connsiteX11" fmla="*/ 33579 w 44518"/>
                    <a:gd name="connsiteY11" fmla="*/ 37260 h 67105"/>
                    <a:gd name="connsiteX12" fmla="*/ 27206 w 44518"/>
                    <a:gd name="connsiteY12" fmla="*/ 41252 h 67105"/>
                    <a:gd name="connsiteX13" fmla="*/ 20833 w 44518"/>
                    <a:gd name="connsiteY13" fmla="*/ 44864 h 67105"/>
                    <a:gd name="connsiteX14" fmla="*/ 15220 w 44518"/>
                    <a:gd name="connsiteY14" fmla="*/ 48476 h 67105"/>
                    <a:gd name="connsiteX15" fmla="*/ 12081 w 44518"/>
                    <a:gd name="connsiteY15" fmla="*/ 51042 h 67105"/>
                    <a:gd name="connsiteX16" fmla="*/ 9322 w 44518"/>
                    <a:gd name="connsiteY16" fmla="*/ 53989 h 67105"/>
                    <a:gd name="connsiteX17" fmla="*/ 7325 w 44518"/>
                    <a:gd name="connsiteY17" fmla="*/ 57601 h 67105"/>
                    <a:gd name="connsiteX18" fmla="*/ 6468 w 44518"/>
                    <a:gd name="connsiteY18" fmla="*/ 61973 h 67105"/>
                    <a:gd name="connsiteX19" fmla="*/ 43853 w 44518"/>
                    <a:gd name="connsiteY19" fmla="*/ 61973 h 67105"/>
                    <a:gd name="connsiteX20" fmla="*/ 43853 w 44518"/>
                    <a:gd name="connsiteY20" fmla="*/ 67106 h 67105"/>
                    <a:gd name="connsiteX21" fmla="*/ 0 w 44518"/>
                    <a:gd name="connsiteY21" fmla="*/ 67106 h 67105"/>
                    <a:gd name="connsiteX22" fmla="*/ 1047 w 44518"/>
                    <a:gd name="connsiteY22" fmla="*/ 58361 h 67105"/>
                    <a:gd name="connsiteX23" fmla="*/ 5232 w 44518"/>
                    <a:gd name="connsiteY23" fmla="*/ 50757 h 67105"/>
                    <a:gd name="connsiteX24" fmla="*/ 12461 w 44518"/>
                    <a:gd name="connsiteY24" fmla="*/ 43913 h 67105"/>
                    <a:gd name="connsiteX25" fmla="*/ 19881 w 44518"/>
                    <a:gd name="connsiteY25" fmla="*/ 38781 h 67105"/>
                    <a:gd name="connsiteX26" fmla="*/ 26730 w 44518"/>
                    <a:gd name="connsiteY26" fmla="*/ 34693 h 67105"/>
                    <a:gd name="connsiteX27" fmla="*/ 32438 w 44518"/>
                    <a:gd name="connsiteY27" fmla="*/ 30606 h 67105"/>
                    <a:gd name="connsiteX28" fmla="*/ 36338 w 44518"/>
                    <a:gd name="connsiteY28" fmla="*/ 25664 h 67105"/>
                    <a:gd name="connsiteX29" fmla="*/ 37765 w 44518"/>
                    <a:gd name="connsiteY29" fmla="*/ 18915 h 67105"/>
                    <a:gd name="connsiteX30" fmla="*/ 36623 w 44518"/>
                    <a:gd name="connsiteY30" fmla="*/ 13117 h 67105"/>
                    <a:gd name="connsiteX31" fmla="*/ 33484 w 44518"/>
                    <a:gd name="connsiteY31" fmla="*/ 8745 h 67105"/>
                    <a:gd name="connsiteX32" fmla="*/ 28823 w 44518"/>
                    <a:gd name="connsiteY32" fmla="*/ 5988 h 67105"/>
                    <a:gd name="connsiteX33" fmla="*/ 23020 w 44518"/>
                    <a:gd name="connsiteY33" fmla="*/ 5133 h 67105"/>
                    <a:gd name="connsiteX34" fmla="*/ 16932 w 44518"/>
                    <a:gd name="connsiteY34" fmla="*/ 6463 h 67105"/>
                    <a:gd name="connsiteX35" fmla="*/ 12271 w 44518"/>
                    <a:gd name="connsiteY35" fmla="*/ 10170 h 67105"/>
                    <a:gd name="connsiteX36" fmla="*/ 9227 w 44518"/>
                    <a:gd name="connsiteY36" fmla="*/ 15493 h 67105"/>
                    <a:gd name="connsiteX37" fmla="*/ 8371 w 44518"/>
                    <a:gd name="connsiteY37" fmla="*/ 21957 h 67105"/>
                    <a:gd name="connsiteX38" fmla="*/ 1903 w 44518"/>
                    <a:gd name="connsiteY38" fmla="*/ 21957 h 67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44518" h="67105">
                      <a:moveTo>
                        <a:pt x="1998" y="21957"/>
                      </a:moveTo>
                      <a:cubicBezTo>
                        <a:pt x="1998" y="18630"/>
                        <a:pt x="2473" y="15683"/>
                        <a:pt x="3520" y="13022"/>
                      </a:cubicBezTo>
                      <a:cubicBezTo>
                        <a:pt x="4566" y="10361"/>
                        <a:pt x="5993" y="7984"/>
                        <a:pt x="7896" y="6083"/>
                      </a:cubicBezTo>
                      <a:cubicBezTo>
                        <a:pt x="9798" y="4182"/>
                        <a:pt x="12081" y="2661"/>
                        <a:pt x="14840" y="1616"/>
                      </a:cubicBezTo>
                      <a:cubicBezTo>
                        <a:pt x="17503" y="570"/>
                        <a:pt x="20547" y="0"/>
                        <a:pt x="23877" y="0"/>
                      </a:cubicBezTo>
                      <a:cubicBezTo>
                        <a:pt x="27206" y="0"/>
                        <a:pt x="30155" y="475"/>
                        <a:pt x="32723" y="1426"/>
                      </a:cubicBezTo>
                      <a:cubicBezTo>
                        <a:pt x="35291" y="2376"/>
                        <a:pt x="37479" y="3707"/>
                        <a:pt x="39192" y="5418"/>
                      </a:cubicBezTo>
                      <a:cubicBezTo>
                        <a:pt x="40904" y="7129"/>
                        <a:pt x="42236" y="9030"/>
                        <a:pt x="43187" y="11311"/>
                      </a:cubicBezTo>
                      <a:cubicBezTo>
                        <a:pt x="44043" y="13592"/>
                        <a:pt x="44519" y="15969"/>
                        <a:pt x="44519" y="18535"/>
                      </a:cubicBezTo>
                      <a:cubicBezTo>
                        <a:pt x="44519" y="21481"/>
                        <a:pt x="44043" y="24143"/>
                        <a:pt x="42997" y="26424"/>
                      </a:cubicBezTo>
                      <a:cubicBezTo>
                        <a:pt x="42046" y="28705"/>
                        <a:pt x="40714" y="30701"/>
                        <a:pt x="39097" y="32507"/>
                      </a:cubicBezTo>
                      <a:cubicBezTo>
                        <a:pt x="37479" y="34313"/>
                        <a:pt x="35672" y="35834"/>
                        <a:pt x="33579" y="37260"/>
                      </a:cubicBezTo>
                      <a:cubicBezTo>
                        <a:pt x="31487" y="38686"/>
                        <a:pt x="29394" y="39921"/>
                        <a:pt x="27206" y="41252"/>
                      </a:cubicBezTo>
                      <a:cubicBezTo>
                        <a:pt x="25018" y="42488"/>
                        <a:pt x="22925" y="43628"/>
                        <a:pt x="20833" y="44864"/>
                      </a:cubicBezTo>
                      <a:cubicBezTo>
                        <a:pt x="18740" y="46004"/>
                        <a:pt x="16837" y="47240"/>
                        <a:pt x="15220" y="48476"/>
                      </a:cubicBezTo>
                      <a:cubicBezTo>
                        <a:pt x="14174" y="49331"/>
                        <a:pt x="13127" y="50187"/>
                        <a:pt x="12081" y="51042"/>
                      </a:cubicBezTo>
                      <a:cubicBezTo>
                        <a:pt x="11035" y="51898"/>
                        <a:pt x="10178" y="52943"/>
                        <a:pt x="9322" y="53989"/>
                      </a:cubicBezTo>
                      <a:cubicBezTo>
                        <a:pt x="8466" y="55034"/>
                        <a:pt x="7800" y="56270"/>
                        <a:pt x="7325" y="57601"/>
                      </a:cubicBezTo>
                      <a:cubicBezTo>
                        <a:pt x="6849" y="58931"/>
                        <a:pt x="6564" y="60357"/>
                        <a:pt x="6468" y="61973"/>
                      </a:cubicBezTo>
                      <a:lnTo>
                        <a:pt x="43853" y="61973"/>
                      </a:lnTo>
                      <a:lnTo>
                        <a:pt x="43853" y="67106"/>
                      </a:lnTo>
                      <a:lnTo>
                        <a:pt x="0" y="67106"/>
                      </a:lnTo>
                      <a:cubicBezTo>
                        <a:pt x="0" y="63874"/>
                        <a:pt x="381" y="60927"/>
                        <a:pt x="1047" y="58361"/>
                      </a:cubicBezTo>
                      <a:cubicBezTo>
                        <a:pt x="1712" y="55795"/>
                        <a:pt x="3044" y="53228"/>
                        <a:pt x="5232" y="50757"/>
                      </a:cubicBezTo>
                      <a:cubicBezTo>
                        <a:pt x="7610" y="48096"/>
                        <a:pt x="9988" y="45814"/>
                        <a:pt x="12461" y="43913"/>
                      </a:cubicBezTo>
                      <a:cubicBezTo>
                        <a:pt x="14935" y="42012"/>
                        <a:pt x="17408" y="40301"/>
                        <a:pt x="19881" y="38781"/>
                      </a:cubicBezTo>
                      <a:cubicBezTo>
                        <a:pt x="22259" y="37260"/>
                        <a:pt x="24543" y="35929"/>
                        <a:pt x="26730" y="34693"/>
                      </a:cubicBezTo>
                      <a:cubicBezTo>
                        <a:pt x="28918" y="33458"/>
                        <a:pt x="30821" y="32127"/>
                        <a:pt x="32438" y="30606"/>
                      </a:cubicBezTo>
                      <a:cubicBezTo>
                        <a:pt x="34055" y="29181"/>
                        <a:pt x="35387" y="27470"/>
                        <a:pt x="36338" y="25664"/>
                      </a:cubicBezTo>
                      <a:cubicBezTo>
                        <a:pt x="37289" y="23858"/>
                        <a:pt x="37765" y="21576"/>
                        <a:pt x="37765" y="18915"/>
                      </a:cubicBezTo>
                      <a:cubicBezTo>
                        <a:pt x="37765" y="16729"/>
                        <a:pt x="37384" y="14828"/>
                        <a:pt x="36623" y="13117"/>
                      </a:cubicBezTo>
                      <a:cubicBezTo>
                        <a:pt x="35862" y="11406"/>
                        <a:pt x="34816" y="9980"/>
                        <a:pt x="33484" y="8745"/>
                      </a:cubicBezTo>
                      <a:cubicBezTo>
                        <a:pt x="32152" y="7509"/>
                        <a:pt x="30630" y="6654"/>
                        <a:pt x="28823" y="5988"/>
                      </a:cubicBezTo>
                      <a:cubicBezTo>
                        <a:pt x="27016" y="5323"/>
                        <a:pt x="25113" y="5133"/>
                        <a:pt x="23020" y="5133"/>
                      </a:cubicBezTo>
                      <a:cubicBezTo>
                        <a:pt x="20833" y="5133"/>
                        <a:pt x="18740" y="5608"/>
                        <a:pt x="16932" y="6463"/>
                      </a:cubicBezTo>
                      <a:cubicBezTo>
                        <a:pt x="15125" y="7414"/>
                        <a:pt x="13603" y="8650"/>
                        <a:pt x="12271" y="10170"/>
                      </a:cubicBezTo>
                      <a:cubicBezTo>
                        <a:pt x="10939" y="11691"/>
                        <a:pt x="9988" y="13497"/>
                        <a:pt x="9227" y="15493"/>
                      </a:cubicBezTo>
                      <a:cubicBezTo>
                        <a:pt x="8466" y="17489"/>
                        <a:pt x="8276" y="19675"/>
                        <a:pt x="8371" y="21957"/>
                      </a:cubicBezTo>
                      <a:lnTo>
                        <a:pt x="1903" y="21957"/>
                      </a:lnTo>
                      <a:close/>
                    </a:path>
                  </a:pathLst>
                </a:custGeom>
                <a:solidFill>
                  <a:srgbClr val="262626"/>
                </a:solidFill>
                <a:ln w="9506" cap="flat">
                  <a:noFill/>
                  <a:prstDash val="solid"/>
                  <a:miter/>
                </a:ln>
              </p:spPr>
              <p:txBody>
                <a:bodyPr rtlCol="0" anchor="ctr"/>
                <a:lstStyle/>
                <a:p>
                  <a:endParaRPr lang="en-US"/>
                </a:p>
              </p:txBody>
            </p:sp>
          </p:grpSp>
          <p:sp>
            <p:nvSpPr>
              <p:cNvPr id="31" name="Freeform 30">
                <a:extLst>
                  <a:ext uri="{FF2B5EF4-FFF2-40B4-BE49-F238E27FC236}">
                    <a16:creationId xmlns:a16="http://schemas.microsoft.com/office/drawing/2014/main" id="{20CC327C-98A3-F8FC-E59A-0D390D482CE9}"/>
                  </a:ext>
                </a:extLst>
              </p:cNvPr>
              <p:cNvSpPr/>
              <p:nvPr/>
            </p:nvSpPr>
            <p:spPr>
              <a:xfrm>
                <a:off x="2093019" y="3432593"/>
                <a:ext cx="113743" cy="171433"/>
              </a:xfrm>
              <a:custGeom>
                <a:avLst/>
                <a:gdLst>
                  <a:gd name="connsiteX0" fmla="*/ 22830 w 45469"/>
                  <a:gd name="connsiteY0" fmla="*/ 380 h 68531"/>
                  <a:gd name="connsiteX1" fmla="*/ 31392 w 45469"/>
                  <a:gd name="connsiteY1" fmla="*/ 1806 h 68531"/>
                  <a:gd name="connsiteX2" fmla="*/ 37575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1094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091 w 45469"/>
                  <a:gd name="connsiteY16" fmla="*/ 10741 h 68531"/>
                  <a:gd name="connsiteX17" fmla="*/ 10939 w 45469"/>
                  <a:gd name="connsiteY17" fmla="*/ 2947 h 68531"/>
                  <a:gd name="connsiteX18" fmla="*/ 22640 w 45469"/>
                  <a:gd name="connsiteY18" fmla="*/ 0 h 68531"/>
                  <a:gd name="connsiteX19" fmla="*/ 39382 w 45469"/>
                  <a:gd name="connsiteY19" fmla="*/ 34408 h 68531"/>
                  <a:gd name="connsiteX20" fmla="*/ 38811 w 45469"/>
                  <a:gd name="connsiteY20" fmla="*/ 23858 h 68531"/>
                  <a:gd name="connsiteX21" fmla="*/ 36433 w 45469"/>
                  <a:gd name="connsiteY21" fmla="*/ 14543 h 68531"/>
                  <a:gd name="connsiteX22" fmla="*/ 31296 w 45469"/>
                  <a:gd name="connsiteY22" fmla="*/ 7984 h 68531"/>
                  <a:gd name="connsiteX23" fmla="*/ 22640 w 45469"/>
                  <a:gd name="connsiteY23" fmla="*/ 5513 h 68531"/>
                  <a:gd name="connsiteX24" fmla="*/ 14364 w 45469"/>
                  <a:gd name="connsiteY24" fmla="*/ 7984 h 68531"/>
                  <a:gd name="connsiteX25" fmla="*/ 9418 w 45469"/>
                  <a:gd name="connsiteY25" fmla="*/ 14733 h 68531"/>
                  <a:gd name="connsiteX26" fmla="*/ 6944 w 45469"/>
                  <a:gd name="connsiteY26" fmla="*/ 24238 h 68531"/>
                  <a:gd name="connsiteX27" fmla="*/ 6183 w 45469"/>
                  <a:gd name="connsiteY27" fmla="*/ 35074 h 68531"/>
                  <a:gd name="connsiteX28" fmla="*/ 6944 w 45469"/>
                  <a:gd name="connsiteY28" fmla="*/ 46765 h 68531"/>
                  <a:gd name="connsiteX29" fmla="*/ 9703 w 45469"/>
                  <a:gd name="connsiteY29" fmla="*/ 55699 h 68531"/>
                  <a:gd name="connsiteX30" fmla="*/ 14745 w 45469"/>
                  <a:gd name="connsiteY30" fmla="*/ 61402 h 68531"/>
                  <a:gd name="connsiteX31" fmla="*/ 22830 w 45469"/>
                  <a:gd name="connsiteY31" fmla="*/ 63494 h 68531"/>
                  <a:gd name="connsiteX32" fmla="*/ 31582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2" y="1806"/>
                    </a:cubicBezTo>
                    <a:cubicBezTo>
                      <a:pt x="33770" y="2756"/>
                      <a:pt x="35862" y="4182"/>
                      <a:pt x="37575" y="5798"/>
                    </a:cubicBezTo>
                    <a:cubicBezTo>
                      <a:pt x="39287" y="7509"/>
                      <a:pt x="40619" y="9505"/>
                      <a:pt x="41665" y="11786"/>
                    </a:cubicBezTo>
                    <a:cubicBezTo>
                      <a:pt x="42712" y="14067"/>
                      <a:pt x="43568"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2" y="55224"/>
                      <a:pt x="41094" y="58361"/>
                    </a:cubicBezTo>
                    <a:cubicBezTo>
                      <a:pt x="39382" y="61498"/>
                      <a:pt x="37099" y="63969"/>
                      <a:pt x="34150" y="65775"/>
                    </a:cubicBezTo>
                    <a:cubicBezTo>
                      <a:pt x="31201" y="67581"/>
                      <a:pt x="27491" y="68531"/>
                      <a:pt x="22830" y="68531"/>
                    </a:cubicBezTo>
                    <a:cubicBezTo>
                      <a:pt x="18169" y="68531"/>
                      <a:pt x="14364" y="67581"/>
                      <a:pt x="11415" y="65775"/>
                    </a:cubicBezTo>
                    <a:cubicBezTo>
                      <a:pt x="8466" y="63969"/>
                      <a:pt x="6183" y="61402"/>
                      <a:pt x="4471" y="58266"/>
                    </a:cubicBezTo>
                    <a:cubicBezTo>
                      <a:pt x="2759" y="55129"/>
                      <a:pt x="1617" y="51517"/>
                      <a:pt x="951" y="47335"/>
                    </a:cubicBezTo>
                    <a:cubicBezTo>
                      <a:pt x="285" y="43153"/>
                      <a:pt x="0" y="38781"/>
                      <a:pt x="0" y="34123"/>
                    </a:cubicBezTo>
                    <a:cubicBezTo>
                      <a:pt x="0" y="29846"/>
                      <a:pt x="285" y="25759"/>
                      <a:pt x="856" y="21671"/>
                    </a:cubicBezTo>
                    <a:cubicBezTo>
                      <a:pt x="1427" y="17584"/>
                      <a:pt x="2473" y="13972"/>
                      <a:pt x="4091" y="10741"/>
                    </a:cubicBezTo>
                    <a:cubicBezTo>
                      <a:pt x="5708" y="7509"/>
                      <a:pt x="7991" y="4943"/>
                      <a:pt x="10939" y="2947"/>
                    </a:cubicBezTo>
                    <a:cubicBezTo>
                      <a:pt x="13889" y="950"/>
                      <a:pt x="17788" y="0"/>
                      <a:pt x="22640" y="0"/>
                    </a:cubicBezTo>
                    <a:close/>
                    <a:moveTo>
                      <a:pt x="39382" y="34408"/>
                    </a:moveTo>
                    <a:cubicBezTo>
                      <a:pt x="39382" y="30796"/>
                      <a:pt x="39192" y="27279"/>
                      <a:pt x="38811" y="23858"/>
                    </a:cubicBezTo>
                    <a:cubicBezTo>
                      <a:pt x="38431" y="20436"/>
                      <a:pt x="37575" y="17299"/>
                      <a:pt x="36433" y="14543"/>
                    </a:cubicBezTo>
                    <a:cubicBezTo>
                      <a:pt x="35197" y="11786"/>
                      <a:pt x="33484" y="9600"/>
                      <a:pt x="31296" y="7984"/>
                    </a:cubicBezTo>
                    <a:cubicBezTo>
                      <a:pt x="29108" y="6368"/>
                      <a:pt x="26255" y="5513"/>
                      <a:pt x="22640" y="5513"/>
                    </a:cubicBezTo>
                    <a:cubicBezTo>
                      <a:pt x="19310" y="5513"/>
                      <a:pt x="16552" y="6368"/>
                      <a:pt x="14364" y="7984"/>
                    </a:cubicBezTo>
                    <a:cubicBezTo>
                      <a:pt x="12271" y="9695"/>
                      <a:pt x="10559" y="11881"/>
                      <a:pt x="9418" y="14733"/>
                    </a:cubicBezTo>
                    <a:cubicBezTo>
                      <a:pt x="8181" y="17489"/>
                      <a:pt x="7420" y="20721"/>
                      <a:pt x="6944" y="24238"/>
                    </a:cubicBezTo>
                    <a:cubicBezTo>
                      <a:pt x="6469" y="27755"/>
                      <a:pt x="6183" y="31367"/>
                      <a:pt x="6183" y="35074"/>
                    </a:cubicBezTo>
                    <a:cubicBezTo>
                      <a:pt x="6183" y="39351"/>
                      <a:pt x="6469" y="43248"/>
                      <a:pt x="6944" y="46765"/>
                    </a:cubicBezTo>
                    <a:cubicBezTo>
                      <a:pt x="7420" y="50282"/>
                      <a:pt x="8371" y="53323"/>
                      <a:pt x="9703" y="55699"/>
                    </a:cubicBezTo>
                    <a:cubicBezTo>
                      <a:pt x="10939" y="58171"/>
                      <a:pt x="12652" y="60072"/>
                      <a:pt x="14745" y="61402"/>
                    </a:cubicBezTo>
                    <a:cubicBezTo>
                      <a:pt x="16837" y="62733"/>
                      <a:pt x="19596" y="63494"/>
                      <a:pt x="22830" y="63494"/>
                    </a:cubicBezTo>
                    <a:cubicBezTo>
                      <a:pt x="26445" y="63494"/>
                      <a:pt x="29299" y="62638"/>
                      <a:pt x="31582" y="60832"/>
                    </a:cubicBezTo>
                    <a:cubicBezTo>
                      <a:pt x="33770" y="59026"/>
                      <a:pt x="35387" y="56745"/>
                      <a:pt x="36528" y="53989"/>
                    </a:cubicBezTo>
                    <a:cubicBezTo>
                      <a:pt x="37670" y="51232"/>
                      <a:pt x="38431" y="48095"/>
                      <a:pt x="38811" y="44579"/>
                    </a:cubicBezTo>
                    <a:cubicBezTo>
                      <a:pt x="39192" y="41062"/>
                      <a:pt x="39382" y="37640"/>
                      <a:pt x="39382" y="34313"/>
                    </a:cubicBezTo>
                    <a:close/>
                  </a:path>
                </a:pathLst>
              </a:custGeom>
              <a:solidFill>
                <a:srgbClr val="262626"/>
              </a:solidFill>
              <a:ln w="9506" cap="flat">
                <a:noFill/>
                <a:prstDash val="solid"/>
                <a:miter/>
              </a:ln>
            </p:spPr>
            <p:txBody>
              <a:bodyPr rtlCol="0" anchor="ctr"/>
              <a:lstStyle/>
              <a:p>
                <a:endParaRPr lang="en-US"/>
              </a:p>
            </p:txBody>
          </p:sp>
          <p:grpSp>
            <p:nvGrpSpPr>
              <p:cNvPr id="32" name="Graphic 5">
                <a:extLst>
                  <a:ext uri="{FF2B5EF4-FFF2-40B4-BE49-F238E27FC236}">
                    <a16:creationId xmlns:a16="http://schemas.microsoft.com/office/drawing/2014/main" id="{28551F48-7DCC-9403-CC49-0B1139C10707}"/>
                  </a:ext>
                </a:extLst>
              </p:cNvPr>
              <p:cNvGrpSpPr/>
              <p:nvPr/>
            </p:nvGrpSpPr>
            <p:grpSpPr>
              <a:xfrm>
                <a:off x="1993788" y="2650561"/>
                <a:ext cx="312203" cy="171433"/>
                <a:chOff x="7159407" y="2498267"/>
                <a:chExt cx="124804" cy="68531"/>
              </a:xfrm>
              <a:solidFill>
                <a:srgbClr val="262626"/>
              </a:solidFill>
            </p:grpSpPr>
            <p:sp>
              <p:nvSpPr>
                <p:cNvPr id="33" name="Freeform 32">
                  <a:extLst>
                    <a:ext uri="{FF2B5EF4-FFF2-40B4-BE49-F238E27FC236}">
                      <a16:creationId xmlns:a16="http://schemas.microsoft.com/office/drawing/2014/main" id="{1B968378-215A-0C4E-3D62-398608C4BCD9}"/>
                    </a:ext>
                  </a:extLst>
                </p:cNvPr>
                <p:cNvSpPr/>
                <p:nvPr/>
              </p:nvSpPr>
              <p:spPr>
                <a:xfrm>
                  <a:off x="7159407" y="2498267"/>
                  <a:ext cx="45469" cy="68531"/>
                </a:xfrm>
                <a:custGeom>
                  <a:avLst/>
                  <a:gdLst>
                    <a:gd name="connsiteX0" fmla="*/ 22830 w 45469"/>
                    <a:gd name="connsiteY0" fmla="*/ 380 h 68531"/>
                    <a:gd name="connsiteX1" fmla="*/ 31391 w 45469"/>
                    <a:gd name="connsiteY1" fmla="*/ 1806 h 68531"/>
                    <a:gd name="connsiteX2" fmla="*/ 37574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1094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090 w 45469"/>
                    <a:gd name="connsiteY16" fmla="*/ 10741 h 68531"/>
                    <a:gd name="connsiteX17" fmla="*/ 10939 w 45469"/>
                    <a:gd name="connsiteY17" fmla="*/ 2947 h 68531"/>
                    <a:gd name="connsiteX18" fmla="*/ 22640 w 45469"/>
                    <a:gd name="connsiteY18" fmla="*/ 0 h 68531"/>
                    <a:gd name="connsiteX19" fmla="*/ 39382 w 45469"/>
                    <a:gd name="connsiteY19" fmla="*/ 34408 h 68531"/>
                    <a:gd name="connsiteX20" fmla="*/ 38811 w 45469"/>
                    <a:gd name="connsiteY20" fmla="*/ 23858 h 68531"/>
                    <a:gd name="connsiteX21" fmla="*/ 36433 w 45469"/>
                    <a:gd name="connsiteY21" fmla="*/ 14543 h 68531"/>
                    <a:gd name="connsiteX22" fmla="*/ 31296 w 45469"/>
                    <a:gd name="connsiteY22" fmla="*/ 7984 h 68531"/>
                    <a:gd name="connsiteX23" fmla="*/ 22640 w 45469"/>
                    <a:gd name="connsiteY23" fmla="*/ 5513 h 68531"/>
                    <a:gd name="connsiteX24" fmla="*/ 14364 w 45469"/>
                    <a:gd name="connsiteY24" fmla="*/ 7984 h 68531"/>
                    <a:gd name="connsiteX25" fmla="*/ 9417 w 45469"/>
                    <a:gd name="connsiteY25" fmla="*/ 14733 h 68531"/>
                    <a:gd name="connsiteX26" fmla="*/ 6944 w 45469"/>
                    <a:gd name="connsiteY26" fmla="*/ 24238 h 68531"/>
                    <a:gd name="connsiteX27" fmla="*/ 6183 w 45469"/>
                    <a:gd name="connsiteY27" fmla="*/ 35074 h 68531"/>
                    <a:gd name="connsiteX28" fmla="*/ 6944 w 45469"/>
                    <a:gd name="connsiteY28" fmla="*/ 46765 h 68531"/>
                    <a:gd name="connsiteX29" fmla="*/ 9703 w 45469"/>
                    <a:gd name="connsiteY29" fmla="*/ 55699 h 68531"/>
                    <a:gd name="connsiteX30" fmla="*/ 14744 w 45469"/>
                    <a:gd name="connsiteY30" fmla="*/ 61402 h 68531"/>
                    <a:gd name="connsiteX31" fmla="*/ 22830 w 45469"/>
                    <a:gd name="connsiteY31" fmla="*/ 63494 h 68531"/>
                    <a:gd name="connsiteX32" fmla="*/ 31581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1" y="1806"/>
                      </a:cubicBezTo>
                      <a:cubicBezTo>
                        <a:pt x="33769" y="2756"/>
                        <a:pt x="35862" y="4182"/>
                        <a:pt x="37574" y="5798"/>
                      </a:cubicBezTo>
                      <a:cubicBezTo>
                        <a:pt x="39287" y="7509"/>
                        <a:pt x="40618" y="9505"/>
                        <a:pt x="41665" y="11786"/>
                      </a:cubicBezTo>
                      <a:cubicBezTo>
                        <a:pt x="42711" y="14067"/>
                        <a:pt x="43567"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1" y="55224"/>
                        <a:pt x="41094" y="58361"/>
                      </a:cubicBezTo>
                      <a:cubicBezTo>
                        <a:pt x="39382" y="61498"/>
                        <a:pt x="37099" y="63969"/>
                        <a:pt x="34150" y="65775"/>
                      </a:cubicBezTo>
                      <a:cubicBezTo>
                        <a:pt x="31201" y="67581"/>
                        <a:pt x="27491" y="68531"/>
                        <a:pt x="22830" y="68531"/>
                      </a:cubicBezTo>
                      <a:cubicBezTo>
                        <a:pt x="18169" y="68531"/>
                        <a:pt x="14364" y="67581"/>
                        <a:pt x="11415" y="65775"/>
                      </a:cubicBezTo>
                      <a:cubicBezTo>
                        <a:pt x="8466" y="63969"/>
                        <a:pt x="6183" y="61402"/>
                        <a:pt x="4471" y="58266"/>
                      </a:cubicBezTo>
                      <a:cubicBezTo>
                        <a:pt x="2758" y="55129"/>
                        <a:pt x="1617" y="51517"/>
                        <a:pt x="951" y="47335"/>
                      </a:cubicBezTo>
                      <a:cubicBezTo>
                        <a:pt x="285" y="43153"/>
                        <a:pt x="0" y="38781"/>
                        <a:pt x="0" y="34123"/>
                      </a:cubicBezTo>
                      <a:cubicBezTo>
                        <a:pt x="0" y="29846"/>
                        <a:pt x="285" y="25759"/>
                        <a:pt x="856" y="21671"/>
                      </a:cubicBezTo>
                      <a:cubicBezTo>
                        <a:pt x="1427" y="17584"/>
                        <a:pt x="2473" y="13972"/>
                        <a:pt x="4090" y="10741"/>
                      </a:cubicBezTo>
                      <a:cubicBezTo>
                        <a:pt x="5708" y="7509"/>
                        <a:pt x="7991" y="4943"/>
                        <a:pt x="10939" y="2947"/>
                      </a:cubicBezTo>
                      <a:cubicBezTo>
                        <a:pt x="13888" y="950"/>
                        <a:pt x="17788" y="0"/>
                        <a:pt x="22640" y="0"/>
                      </a:cubicBezTo>
                      <a:close/>
                      <a:moveTo>
                        <a:pt x="39382" y="34408"/>
                      </a:moveTo>
                      <a:cubicBezTo>
                        <a:pt x="39382" y="30796"/>
                        <a:pt x="39192" y="27279"/>
                        <a:pt x="38811" y="23858"/>
                      </a:cubicBezTo>
                      <a:cubicBezTo>
                        <a:pt x="38430" y="20436"/>
                        <a:pt x="37574" y="17299"/>
                        <a:pt x="36433" y="14543"/>
                      </a:cubicBezTo>
                      <a:cubicBezTo>
                        <a:pt x="35196" y="11786"/>
                        <a:pt x="33484" y="9600"/>
                        <a:pt x="31296" y="7984"/>
                      </a:cubicBezTo>
                      <a:cubicBezTo>
                        <a:pt x="29108" y="6368"/>
                        <a:pt x="26254" y="5513"/>
                        <a:pt x="22640" y="5513"/>
                      </a:cubicBezTo>
                      <a:cubicBezTo>
                        <a:pt x="19310" y="5513"/>
                        <a:pt x="16552" y="6368"/>
                        <a:pt x="14364" y="7984"/>
                      </a:cubicBezTo>
                      <a:cubicBezTo>
                        <a:pt x="12271" y="9695"/>
                        <a:pt x="10559" y="11881"/>
                        <a:pt x="9417" y="14733"/>
                      </a:cubicBezTo>
                      <a:cubicBezTo>
                        <a:pt x="8181" y="17489"/>
                        <a:pt x="7420" y="20721"/>
                        <a:pt x="6944" y="24238"/>
                      </a:cubicBezTo>
                      <a:cubicBezTo>
                        <a:pt x="6468" y="27755"/>
                        <a:pt x="6183" y="31367"/>
                        <a:pt x="6183" y="35074"/>
                      </a:cubicBezTo>
                      <a:cubicBezTo>
                        <a:pt x="6183" y="39351"/>
                        <a:pt x="6468" y="43248"/>
                        <a:pt x="6944" y="46765"/>
                      </a:cubicBezTo>
                      <a:cubicBezTo>
                        <a:pt x="7420" y="50282"/>
                        <a:pt x="8371" y="53323"/>
                        <a:pt x="9703" y="55699"/>
                      </a:cubicBezTo>
                      <a:cubicBezTo>
                        <a:pt x="10939" y="58171"/>
                        <a:pt x="12652" y="60072"/>
                        <a:pt x="14744" y="61402"/>
                      </a:cubicBezTo>
                      <a:cubicBezTo>
                        <a:pt x="16837" y="62733"/>
                        <a:pt x="19596" y="63494"/>
                        <a:pt x="22830" y="63494"/>
                      </a:cubicBezTo>
                      <a:cubicBezTo>
                        <a:pt x="26445" y="63494"/>
                        <a:pt x="29299" y="62638"/>
                        <a:pt x="31581" y="60832"/>
                      </a:cubicBezTo>
                      <a:cubicBezTo>
                        <a:pt x="33769" y="59026"/>
                        <a:pt x="35387" y="56745"/>
                        <a:pt x="36528" y="53989"/>
                      </a:cubicBezTo>
                      <a:cubicBezTo>
                        <a:pt x="37670" y="51232"/>
                        <a:pt x="38430" y="48095"/>
                        <a:pt x="38811" y="44579"/>
                      </a:cubicBezTo>
                      <a:cubicBezTo>
                        <a:pt x="39192" y="41062"/>
                        <a:pt x="39382" y="37640"/>
                        <a:pt x="39382" y="34313"/>
                      </a:cubicBezTo>
                      <a:close/>
                    </a:path>
                  </a:pathLst>
                </a:custGeom>
                <a:solidFill>
                  <a:srgbClr val="262626"/>
                </a:solidFill>
                <a:ln w="9506" cap="flat">
                  <a:noFill/>
                  <a:prstDash val="solid"/>
                  <a:miter/>
                </a:ln>
              </p:spPr>
              <p:txBody>
                <a:bodyPr rtlCol="0" anchor="ctr"/>
                <a:lstStyle/>
                <a:p>
                  <a:endParaRPr lang="en-US"/>
                </a:p>
              </p:txBody>
            </p:sp>
            <p:sp>
              <p:nvSpPr>
                <p:cNvPr id="34" name="Freeform 33">
                  <a:extLst>
                    <a:ext uri="{FF2B5EF4-FFF2-40B4-BE49-F238E27FC236}">
                      <a16:creationId xmlns:a16="http://schemas.microsoft.com/office/drawing/2014/main" id="{0D23FABB-1B75-3475-8512-CAAE0F2429B0}"/>
                    </a:ext>
                  </a:extLst>
                </p:cNvPr>
                <p:cNvSpPr/>
                <p:nvPr/>
              </p:nvSpPr>
              <p:spPr>
                <a:xfrm>
                  <a:off x="7218385" y="2557293"/>
                  <a:ext cx="6944" cy="8364"/>
                </a:xfrm>
                <a:custGeom>
                  <a:avLst/>
                  <a:gdLst>
                    <a:gd name="connsiteX0" fmla="*/ 0 w 6944"/>
                    <a:gd name="connsiteY0" fmla="*/ 8364 h 8364"/>
                    <a:gd name="connsiteX1" fmla="*/ 0 w 6944"/>
                    <a:gd name="connsiteY1" fmla="*/ 0 h 8364"/>
                    <a:gd name="connsiteX2" fmla="*/ 6944 w 6944"/>
                    <a:gd name="connsiteY2" fmla="*/ 0 h 8364"/>
                    <a:gd name="connsiteX3" fmla="*/ 6944 w 6944"/>
                    <a:gd name="connsiteY3" fmla="*/ 8364 h 8364"/>
                    <a:gd name="connsiteX4" fmla="*/ 0 w 6944"/>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4" h="8364">
                      <a:moveTo>
                        <a:pt x="0" y="8364"/>
                      </a:moveTo>
                      <a:lnTo>
                        <a:pt x="0" y="0"/>
                      </a:lnTo>
                      <a:lnTo>
                        <a:pt x="6944" y="0"/>
                      </a:lnTo>
                      <a:lnTo>
                        <a:pt x="6944" y="8364"/>
                      </a:lnTo>
                      <a:lnTo>
                        <a:pt x="0" y="8364"/>
                      </a:lnTo>
                      <a:close/>
                    </a:path>
                  </a:pathLst>
                </a:custGeom>
                <a:solidFill>
                  <a:srgbClr val="262626"/>
                </a:solidFill>
                <a:ln w="9506" cap="flat">
                  <a:noFill/>
                  <a:prstDash val="solid"/>
                  <a:miter/>
                </a:ln>
              </p:spPr>
              <p:txBody>
                <a:bodyPr rtlCol="0" anchor="ctr"/>
                <a:lstStyle/>
                <a:p>
                  <a:endParaRPr lang="en-US"/>
                </a:p>
              </p:txBody>
            </p:sp>
            <p:sp>
              <p:nvSpPr>
                <p:cNvPr id="35" name="Freeform 34">
                  <a:extLst>
                    <a:ext uri="{FF2B5EF4-FFF2-40B4-BE49-F238E27FC236}">
                      <a16:creationId xmlns:a16="http://schemas.microsoft.com/office/drawing/2014/main" id="{47BC0AA8-EF56-BCBD-9152-5C2DCABF710E}"/>
                    </a:ext>
                  </a:extLst>
                </p:cNvPr>
                <p:cNvSpPr/>
                <p:nvPr/>
              </p:nvSpPr>
              <p:spPr>
                <a:xfrm>
                  <a:off x="7239693" y="2498647"/>
                  <a:ext cx="44518" cy="67105"/>
                </a:xfrm>
                <a:custGeom>
                  <a:avLst/>
                  <a:gdLst>
                    <a:gd name="connsiteX0" fmla="*/ 1998 w 44518"/>
                    <a:gd name="connsiteY0" fmla="*/ 21957 h 67105"/>
                    <a:gd name="connsiteX1" fmla="*/ 3520 w 44518"/>
                    <a:gd name="connsiteY1" fmla="*/ 13022 h 67105"/>
                    <a:gd name="connsiteX2" fmla="*/ 7895 w 44518"/>
                    <a:gd name="connsiteY2" fmla="*/ 6083 h 67105"/>
                    <a:gd name="connsiteX3" fmla="*/ 14840 w 44518"/>
                    <a:gd name="connsiteY3" fmla="*/ 1616 h 67105"/>
                    <a:gd name="connsiteX4" fmla="*/ 23876 w 44518"/>
                    <a:gd name="connsiteY4" fmla="*/ 0 h 67105"/>
                    <a:gd name="connsiteX5" fmla="*/ 32723 w 44518"/>
                    <a:gd name="connsiteY5" fmla="*/ 1426 h 67105"/>
                    <a:gd name="connsiteX6" fmla="*/ 39192 w 44518"/>
                    <a:gd name="connsiteY6" fmla="*/ 5418 h 67105"/>
                    <a:gd name="connsiteX7" fmla="*/ 43187 w 44518"/>
                    <a:gd name="connsiteY7" fmla="*/ 11311 h 67105"/>
                    <a:gd name="connsiteX8" fmla="*/ 44519 w 44518"/>
                    <a:gd name="connsiteY8" fmla="*/ 18535 h 67105"/>
                    <a:gd name="connsiteX9" fmla="*/ 42997 w 44518"/>
                    <a:gd name="connsiteY9" fmla="*/ 26424 h 67105"/>
                    <a:gd name="connsiteX10" fmla="*/ 39096 w 44518"/>
                    <a:gd name="connsiteY10" fmla="*/ 32507 h 67105"/>
                    <a:gd name="connsiteX11" fmla="*/ 33579 w 44518"/>
                    <a:gd name="connsiteY11" fmla="*/ 37260 h 67105"/>
                    <a:gd name="connsiteX12" fmla="*/ 27206 w 44518"/>
                    <a:gd name="connsiteY12" fmla="*/ 41252 h 67105"/>
                    <a:gd name="connsiteX13" fmla="*/ 20833 w 44518"/>
                    <a:gd name="connsiteY13" fmla="*/ 44864 h 67105"/>
                    <a:gd name="connsiteX14" fmla="*/ 15220 w 44518"/>
                    <a:gd name="connsiteY14" fmla="*/ 48476 h 67105"/>
                    <a:gd name="connsiteX15" fmla="*/ 12081 w 44518"/>
                    <a:gd name="connsiteY15" fmla="*/ 51042 h 67105"/>
                    <a:gd name="connsiteX16" fmla="*/ 9322 w 44518"/>
                    <a:gd name="connsiteY16" fmla="*/ 53989 h 67105"/>
                    <a:gd name="connsiteX17" fmla="*/ 7325 w 44518"/>
                    <a:gd name="connsiteY17" fmla="*/ 57601 h 67105"/>
                    <a:gd name="connsiteX18" fmla="*/ 6468 w 44518"/>
                    <a:gd name="connsiteY18" fmla="*/ 61973 h 67105"/>
                    <a:gd name="connsiteX19" fmla="*/ 43853 w 44518"/>
                    <a:gd name="connsiteY19" fmla="*/ 61973 h 67105"/>
                    <a:gd name="connsiteX20" fmla="*/ 43853 w 44518"/>
                    <a:gd name="connsiteY20" fmla="*/ 67106 h 67105"/>
                    <a:gd name="connsiteX21" fmla="*/ 0 w 44518"/>
                    <a:gd name="connsiteY21" fmla="*/ 67106 h 67105"/>
                    <a:gd name="connsiteX22" fmla="*/ 1046 w 44518"/>
                    <a:gd name="connsiteY22" fmla="*/ 58361 h 67105"/>
                    <a:gd name="connsiteX23" fmla="*/ 5232 w 44518"/>
                    <a:gd name="connsiteY23" fmla="*/ 50757 h 67105"/>
                    <a:gd name="connsiteX24" fmla="*/ 12461 w 44518"/>
                    <a:gd name="connsiteY24" fmla="*/ 43913 h 67105"/>
                    <a:gd name="connsiteX25" fmla="*/ 19881 w 44518"/>
                    <a:gd name="connsiteY25" fmla="*/ 38781 h 67105"/>
                    <a:gd name="connsiteX26" fmla="*/ 26730 w 44518"/>
                    <a:gd name="connsiteY26" fmla="*/ 34693 h 67105"/>
                    <a:gd name="connsiteX27" fmla="*/ 32438 w 44518"/>
                    <a:gd name="connsiteY27" fmla="*/ 30606 h 67105"/>
                    <a:gd name="connsiteX28" fmla="*/ 36338 w 44518"/>
                    <a:gd name="connsiteY28" fmla="*/ 25664 h 67105"/>
                    <a:gd name="connsiteX29" fmla="*/ 37765 w 44518"/>
                    <a:gd name="connsiteY29" fmla="*/ 18915 h 67105"/>
                    <a:gd name="connsiteX30" fmla="*/ 36623 w 44518"/>
                    <a:gd name="connsiteY30" fmla="*/ 13117 h 67105"/>
                    <a:gd name="connsiteX31" fmla="*/ 33484 w 44518"/>
                    <a:gd name="connsiteY31" fmla="*/ 8745 h 67105"/>
                    <a:gd name="connsiteX32" fmla="*/ 28823 w 44518"/>
                    <a:gd name="connsiteY32" fmla="*/ 5988 h 67105"/>
                    <a:gd name="connsiteX33" fmla="*/ 23020 w 44518"/>
                    <a:gd name="connsiteY33" fmla="*/ 5133 h 67105"/>
                    <a:gd name="connsiteX34" fmla="*/ 16932 w 44518"/>
                    <a:gd name="connsiteY34" fmla="*/ 6463 h 67105"/>
                    <a:gd name="connsiteX35" fmla="*/ 12271 w 44518"/>
                    <a:gd name="connsiteY35" fmla="*/ 10170 h 67105"/>
                    <a:gd name="connsiteX36" fmla="*/ 9227 w 44518"/>
                    <a:gd name="connsiteY36" fmla="*/ 15493 h 67105"/>
                    <a:gd name="connsiteX37" fmla="*/ 8371 w 44518"/>
                    <a:gd name="connsiteY37" fmla="*/ 21957 h 67105"/>
                    <a:gd name="connsiteX38" fmla="*/ 1902 w 44518"/>
                    <a:gd name="connsiteY38" fmla="*/ 21957 h 67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44518" h="67105">
                      <a:moveTo>
                        <a:pt x="1998" y="21957"/>
                      </a:moveTo>
                      <a:cubicBezTo>
                        <a:pt x="1998" y="18630"/>
                        <a:pt x="2473" y="15683"/>
                        <a:pt x="3520" y="13022"/>
                      </a:cubicBezTo>
                      <a:cubicBezTo>
                        <a:pt x="4566" y="10360"/>
                        <a:pt x="5993" y="7984"/>
                        <a:pt x="7895" y="6083"/>
                      </a:cubicBezTo>
                      <a:cubicBezTo>
                        <a:pt x="9798" y="4182"/>
                        <a:pt x="12081" y="2661"/>
                        <a:pt x="14840" y="1616"/>
                      </a:cubicBezTo>
                      <a:cubicBezTo>
                        <a:pt x="17503" y="570"/>
                        <a:pt x="20547" y="0"/>
                        <a:pt x="23876" y="0"/>
                      </a:cubicBezTo>
                      <a:cubicBezTo>
                        <a:pt x="27206" y="0"/>
                        <a:pt x="30155" y="475"/>
                        <a:pt x="32723" y="1426"/>
                      </a:cubicBezTo>
                      <a:cubicBezTo>
                        <a:pt x="35291" y="2376"/>
                        <a:pt x="37479" y="3707"/>
                        <a:pt x="39192" y="5418"/>
                      </a:cubicBezTo>
                      <a:cubicBezTo>
                        <a:pt x="40904" y="7129"/>
                        <a:pt x="42236" y="9030"/>
                        <a:pt x="43187" y="11311"/>
                      </a:cubicBezTo>
                      <a:cubicBezTo>
                        <a:pt x="44043" y="13592"/>
                        <a:pt x="44519" y="15968"/>
                        <a:pt x="44519" y="18535"/>
                      </a:cubicBezTo>
                      <a:cubicBezTo>
                        <a:pt x="44519" y="21481"/>
                        <a:pt x="44043" y="24143"/>
                        <a:pt x="42997" y="26424"/>
                      </a:cubicBezTo>
                      <a:cubicBezTo>
                        <a:pt x="42045" y="28705"/>
                        <a:pt x="40714" y="30701"/>
                        <a:pt x="39096" y="32507"/>
                      </a:cubicBezTo>
                      <a:cubicBezTo>
                        <a:pt x="37479" y="34313"/>
                        <a:pt x="35672" y="35834"/>
                        <a:pt x="33579" y="37260"/>
                      </a:cubicBezTo>
                      <a:cubicBezTo>
                        <a:pt x="31487" y="38686"/>
                        <a:pt x="29394" y="39921"/>
                        <a:pt x="27206" y="41252"/>
                      </a:cubicBezTo>
                      <a:cubicBezTo>
                        <a:pt x="25018" y="42487"/>
                        <a:pt x="22925" y="43628"/>
                        <a:pt x="20833" y="44864"/>
                      </a:cubicBezTo>
                      <a:cubicBezTo>
                        <a:pt x="18740" y="46004"/>
                        <a:pt x="16837" y="47240"/>
                        <a:pt x="15220" y="48476"/>
                      </a:cubicBezTo>
                      <a:cubicBezTo>
                        <a:pt x="14174" y="49331"/>
                        <a:pt x="13127" y="50187"/>
                        <a:pt x="12081" y="51042"/>
                      </a:cubicBezTo>
                      <a:cubicBezTo>
                        <a:pt x="11035" y="51898"/>
                        <a:pt x="10178" y="52943"/>
                        <a:pt x="9322" y="53989"/>
                      </a:cubicBezTo>
                      <a:cubicBezTo>
                        <a:pt x="8466" y="55034"/>
                        <a:pt x="7800" y="56270"/>
                        <a:pt x="7325" y="57601"/>
                      </a:cubicBezTo>
                      <a:cubicBezTo>
                        <a:pt x="6849" y="58931"/>
                        <a:pt x="6564" y="60357"/>
                        <a:pt x="6468" y="61973"/>
                      </a:cubicBezTo>
                      <a:lnTo>
                        <a:pt x="43853" y="61973"/>
                      </a:lnTo>
                      <a:lnTo>
                        <a:pt x="43853" y="67106"/>
                      </a:lnTo>
                      <a:lnTo>
                        <a:pt x="0" y="67106"/>
                      </a:lnTo>
                      <a:cubicBezTo>
                        <a:pt x="0" y="63874"/>
                        <a:pt x="380" y="60927"/>
                        <a:pt x="1046" y="58361"/>
                      </a:cubicBezTo>
                      <a:cubicBezTo>
                        <a:pt x="1712" y="55795"/>
                        <a:pt x="3044" y="53228"/>
                        <a:pt x="5232" y="50757"/>
                      </a:cubicBezTo>
                      <a:cubicBezTo>
                        <a:pt x="7610" y="48095"/>
                        <a:pt x="9988" y="45814"/>
                        <a:pt x="12461" y="43913"/>
                      </a:cubicBezTo>
                      <a:cubicBezTo>
                        <a:pt x="14934" y="42012"/>
                        <a:pt x="17408" y="40301"/>
                        <a:pt x="19881" y="38781"/>
                      </a:cubicBezTo>
                      <a:cubicBezTo>
                        <a:pt x="22259" y="37260"/>
                        <a:pt x="24542" y="35929"/>
                        <a:pt x="26730" y="34693"/>
                      </a:cubicBezTo>
                      <a:cubicBezTo>
                        <a:pt x="28918" y="33458"/>
                        <a:pt x="30821" y="32127"/>
                        <a:pt x="32438" y="30606"/>
                      </a:cubicBezTo>
                      <a:cubicBezTo>
                        <a:pt x="34055" y="29180"/>
                        <a:pt x="35387" y="27470"/>
                        <a:pt x="36338" y="25664"/>
                      </a:cubicBezTo>
                      <a:cubicBezTo>
                        <a:pt x="37289" y="23858"/>
                        <a:pt x="37765" y="21576"/>
                        <a:pt x="37765" y="18915"/>
                      </a:cubicBezTo>
                      <a:cubicBezTo>
                        <a:pt x="37765" y="16729"/>
                        <a:pt x="37384" y="14828"/>
                        <a:pt x="36623" y="13117"/>
                      </a:cubicBezTo>
                      <a:cubicBezTo>
                        <a:pt x="35862" y="11406"/>
                        <a:pt x="34816" y="9980"/>
                        <a:pt x="33484" y="8745"/>
                      </a:cubicBezTo>
                      <a:cubicBezTo>
                        <a:pt x="32152" y="7509"/>
                        <a:pt x="30630" y="6654"/>
                        <a:pt x="28823" y="5988"/>
                      </a:cubicBezTo>
                      <a:cubicBezTo>
                        <a:pt x="27016" y="5323"/>
                        <a:pt x="25113" y="5133"/>
                        <a:pt x="23020" y="5133"/>
                      </a:cubicBezTo>
                      <a:cubicBezTo>
                        <a:pt x="20833" y="5133"/>
                        <a:pt x="18740" y="5608"/>
                        <a:pt x="16932" y="6463"/>
                      </a:cubicBezTo>
                      <a:cubicBezTo>
                        <a:pt x="15125" y="7414"/>
                        <a:pt x="13603" y="8650"/>
                        <a:pt x="12271" y="10170"/>
                      </a:cubicBezTo>
                      <a:cubicBezTo>
                        <a:pt x="10939" y="11691"/>
                        <a:pt x="9988" y="13497"/>
                        <a:pt x="9227" y="15493"/>
                      </a:cubicBezTo>
                      <a:cubicBezTo>
                        <a:pt x="8466" y="17489"/>
                        <a:pt x="8276" y="19675"/>
                        <a:pt x="8371" y="21957"/>
                      </a:cubicBezTo>
                      <a:lnTo>
                        <a:pt x="1902" y="21957"/>
                      </a:lnTo>
                      <a:close/>
                    </a:path>
                  </a:pathLst>
                </a:custGeom>
                <a:solidFill>
                  <a:srgbClr val="262626"/>
                </a:solidFill>
                <a:ln w="9506" cap="flat">
                  <a:noFill/>
                  <a:prstDash val="solid"/>
                  <a:miter/>
                </a:ln>
              </p:spPr>
              <p:txBody>
                <a:bodyPr rtlCol="0" anchor="ctr"/>
                <a:lstStyle/>
                <a:p>
                  <a:endParaRPr lang="en-US"/>
                </a:p>
              </p:txBody>
            </p:sp>
          </p:grpSp>
          <p:grpSp>
            <p:nvGrpSpPr>
              <p:cNvPr id="36" name="Graphic 5">
                <a:extLst>
                  <a:ext uri="{FF2B5EF4-FFF2-40B4-BE49-F238E27FC236}">
                    <a16:creationId xmlns:a16="http://schemas.microsoft.com/office/drawing/2014/main" id="{65FBEA39-33B3-DD80-458C-FD145B8817D7}"/>
                  </a:ext>
                </a:extLst>
              </p:cNvPr>
              <p:cNvGrpSpPr/>
              <p:nvPr/>
            </p:nvGrpSpPr>
            <p:grpSpPr>
              <a:xfrm>
                <a:off x="1993788" y="1725863"/>
                <a:ext cx="313156" cy="171433"/>
                <a:chOff x="7159407" y="2128616"/>
                <a:chExt cx="125185" cy="68531"/>
              </a:xfrm>
              <a:solidFill>
                <a:srgbClr val="262626"/>
              </a:solidFill>
            </p:grpSpPr>
            <p:sp>
              <p:nvSpPr>
                <p:cNvPr id="37" name="Freeform 36">
                  <a:extLst>
                    <a:ext uri="{FF2B5EF4-FFF2-40B4-BE49-F238E27FC236}">
                      <a16:creationId xmlns:a16="http://schemas.microsoft.com/office/drawing/2014/main" id="{B3570A61-D849-FA0D-5FFF-528763CE15E3}"/>
                    </a:ext>
                  </a:extLst>
                </p:cNvPr>
                <p:cNvSpPr/>
                <p:nvPr/>
              </p:nvSpPr>
              <p:spPr>
                <a:xfrm>
                  <a:off x="7159407" y="2128616"/>
                  <a:ext cx="45469" cy="68531"/>
                </a:xfrm>
                <a:custGeom>
                  <a:avLst/>
                  <a:gdLst>
                    <a:gd name="connsiteX0" fmla="*/ 22830 w 45469"/>
                    <a:gd name="connsiteY0" fmla="*/ 380 h 68531"/>
                    <a:gd name="connsiteX1" fmla="*/ 31391 w 45469"/>
                    <a:gd name="connsiteY1" fmla="*/ 1806 h 68531"/>
                    <a:gd name="connsiteX2" fmla="*/ 37574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1094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090 w 45469"/>
                    <a:gd name="connsiteY16" fmla="*/ 10741 h 68531"/>
                    <a:gd name="connsiteX17" fmla="*/ 10939 w 45469"/>
                    <a:gd name="connsiteY17" fmla="*/ 2947 h 68531"/>
                    <a:gd name="connsiteX18" fmla="*/ 22640 w 45469"/>
                    <a:gd name="connsiteY18" fmla="*/ 0 h 68531"/>
                    <a:gd name="connsiteX19" fmla="*/ 39382 w 45469"/>
                    <a:gd name="connsiteY19" fmla="*/ 34408 h 68531"/>
                    <a:gd name="connsiteX20" fmla="*/ 38811 w 45469"/>
                    <a:gd name="connsiteY20" fmla="*/ 23858 h 68531"/>
                    <a:gd name="connsiteX21" fmla="*/ 36433 w 45469"/>
                    <a:gd name="connsiteY21" fmla="*/ 14543 h 68531"/>
                    <a:gd name="connsiteX22" fmla="*/ 31296 w 45469"/>
                    <a:gd name="connsiteY22" fmla="*/ 7984 h 68531"/>
                    <a:gd name="connsiteX23" fmla="*/ 22640 w 45469"/>
                    <a:gd name="connsiteY23" fmla="*/ 5513 h 68531"/>
                    <a:gd name="connsiteX24" fmla="*/ 14364 w 45469"/>
                    <a:gd name="connsiteY24" fmla="*/ 7984 h 68531"/>
                    <a:gd name="connsiteX25" fmla="*/ 9417 w 45469"/>
                    <a:gd name="connsiteY25" fmla="*/ 14733 h 68531"/>
                    <a:gd name="connsiteX26" fmla="*/ 6944 w 45469"/>
                    <a:gd name="connsiteY26" fmla="*/ 24238 h 68531"/>
                    <a:gd name="connsiteX27" fmla="*/ 6183 w 45469"/>
                    <a:gd name="connsiteY27" fmla="*/ 35074 h 68531"/>
                    <a:gd name="connsiteX28" fmla="*/ 6944 w 45469"/>
                    <a:gd name="connsiteY28" fmla="*/ 46765 h 68531"/>
                    <a:gd name="connsiteX29" fmla="*/ 9703 w 45469"/>
                    <a:gd name="connsiteY29" fmla="*/ 55699 h 68531"/>
                    <a:gd name="connsiteX30" fmla="*/ 14744 w 45469"/>
                    <a:gd name="connsiteY30" fmla="*/ 61402 h 68531"/>
                    <a:gd name="connsiteX31" fmla="*/ 22830 w 45469"/>
                    <a:gd name="connsiteY31" fmla="*/ 63494 h 68531"/>
                    <a:gd name="connsiteX32" fmla="*/ 31581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1" y="1806"/>
                      </a:cubicBezTo>
                      <a:cubicBezTo>
                        <a:pt x="33769" y="2756"/>
                        <a:pt x="35862" y="4182"/>
                        <a:pt x="37574" y="5798"/>
                      </a:cubicBezTo>
                      <a:cubicBezTo>
                        <a:pt x="39287" y="7509"/>
                        <a:pt x="40618" y="9505"/>
                        <a:pt x="41665" y="11786"/>
                      </a:cubicBezTo>
                      <a:cubicBezTo>
                        <a:pt x="42711" y="14067"/>
                        <a:pt x="43567"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1" y="55224"/>
                        <a:pt x="41094" y="58361"/>
                      </a:cubicBezTo>
                      <a:cubicBezTo>
                        <a:pt x="39382" y="61498"/>
                        <a:pt x="37099" y="63969"/>
                        <a:pt x="34150" y="65775"/>
                      </a:cubicBezTo>
                      <a:cubicBezTo>
                        <a:pt x="31201" y="67581"/>
                        <a:pt x="27491" y="68531"/>
                        <a:pt x="22830" y="68531"/>
                      </a:cubicBezTo>
                      <a:cubicBezTo>
                        <a:pt x="18169" y="68531"/>
                        <a:pt x="14364" y="67581"/>
                        <a:pt x="11415" y="65775"/>
                      </a:cubicBezTo>
                      <a:cubicBezTo>
                        <a:pt x="8466" y="63969"/>
                        <a:pt x="6183" y="61402"/>
                        <a:pt x="4471" y="58266"/>
                      </a:cubicBezTo>
                      <a:cubicBezTo>
                        <a:pt x="2758" y="55129"/>
                        <a:pt x="1617" y="51517"/>
                        <a:pt x="951" y="47335"/>
                      </a:cubicBezTo>
                      <a:cubicBezTo>
                        <a:pt x="285" y="43153"/>
                        <a:pt x="0" y="38781"/>
                        <a:pt x="0" y="34123"/>
                      </a:cubicBezTo>
                      <a:cubicBezTo>
                        <a:pt x="0" y="29846"/>
                        <a:pt x="285" y="25759"/>
                        <a:pt x="856" y="21671"/>
                      </a:cubicBezTo>
                      <a:cubicBezTo>
                        <a:pt x="1427" y="17584"/>
                        <a:pt x="2473" y="13972"/>
                        <a:pt x="4090" y="10741"/>
                      </a:cubicBezTo>
                      <a:cubicBezTo>
                        <a:pt x="5708" y="7509"/>
                        <a:pt x="7991" y="4943"/>
                        <a:pt x="10939" y="2947"/>
                      </a:cubicBezTo>
                      <a:cubicBezTo>
                        <a:pt x="13888" y="951"/>
                        <a:pt x="17788" y="0"/>
                        <a:pt x="22640" y="0"/>
                      </a:cubicBezTo>
                      <a:close/>
                      <a:moveTo>
                        <a:pt x="39382" y="34408"/>
                      </a:moveTo>
                      <a:cubicBezTo>
                        <a:pt x="39382" y="30796"/>
                        <a:pt x="39192" y="27279"/>
                        <a:pt x="38811" y="23858"/>
                      </a:cubicBezTo>
                      <a:cubicBezTo>
                        <a:pt x="38430" y="20436"/>
                        <a:pt x="37574" y="17299"/>
                        <a:pt x="36433" y="14543"/>
                      </a:cubicBezTo>
                      <a:cubicBezTo>
                        <a:pt x="35196" y="11786"/>
                        <a:pt x="33484" y="9600"/>
                        <a:pt x="31296" y="7984"/>
                      </a:cubicBezTo>
                      <a:cubicBezTo>
                        <a:pt x="29108" y="6368"/>
                        <a:pt x="26254" y="5513"/>
                        <a:pt x="22640" y="5513"/>
                      </a:cubicBezTo>
                      <a:cubicBezTo>
                        <a:pt x="19310" y="5513"/>
                        <a:pt x="16552" y="6368"/>
                        <a:pt x="14364" y="7984"/>
                      </a:cubicBezTo>
                      <a:cubicBezTo>
                        <a:pt x="12271" y="9695"/>
                        <a:pt x="10559" y="11881"/>
                        <a:pt x="9417" y="14733"/>
                      </a:cubicBezTo>
                      <a:cubicBezTo>
                        <a:pt x="8181" y="17489"/>
                        <a:pt x="7420" y="20721"/>
                        <a:pt x="6944" y="24238"/>
                      </a:cubicBezTo>
                      <a:cubicBezTo>
                        <a:pt x="6468" y="27755"/>
                        <a:pt x="6183" y="31367"/>
                        <a:pt x="6183" y="35074"/>
                      </a:cubicBezTo>
                      <a:cubicBezTo>
                        <a:pt x="6183" y="39351"/>
                        <a:pt x="6468" y="43248"/>
                        <a:pt x="6944" y="46765"/>
                      </a:cubicBezTo>
                      <a:cubicBezTo>
                        <a:pt x="7420" y="50282"/>
                        <a:pt x="8371" y="53323"/>
                        <a:pt x="9703" y="55699"/>
                      </a:cubicBezTo>
                      <a:cubicBezTo>
                        <a:pt x="10939" y="58171"/>
                        <a:pt x="12652" y="60072"/>
                        <a:pt x="14744" y="61402"/>
                      </a:cubicBezTo>
                      <a:cubicBezTo>
                        <a:pt x="16837" y="62733"/>
                        <a:pt x="19596" y="63494"/>
                        <a:pt x="22830" y="63494"/>
                      </a:cubicBezTo>
                      <a:cubicBezTo>
                        <a:pt x="26445" y="63494"/>
                        <a:pt x="29299" y="62638"/>
                        <a:pt x="31581" y="60832"/>
                      </a:cubicBezTo>
                      <a:cubicBezTo>
                        <a:pt x="33769" y="59026"/>
                        <a:pt x="35387" y="56745"/>
                        <a:pt x="36528" y="53989"/>
                      </a:cubicBezTo>
                      <a:cubicBezTo>
                        <a:pt x="37670" y="51232"/>
                        <a:pt x="38430" y="48095"/>
                        <a:pt x="38811" y="44579"/>
                      </a:cubicBezTo>
                      <a:cubicBezTo>
                        <a:pt x="39192" y="41062"/>
                        <a:pt x="39382" y="37640"/>
                        <a:pt x="39382" y="34313"/>
                      </a:cubicBezTo>
                      <a:close/>
                    </a:path>
                  </a:pathLst>
                </a:custGeom>
                <a:solidFill>
                  <a:srgbClr val="262626"/>
                </a:solidFill>
                <a:ln w="9506" cap="flat">
                  <a:noFill/>
                  <a:prstDash val="solid"/>
                  <a:miter/>
                </a:ln>
              </p:spPr>
              <p:txBody>
                <a:bodyPr rtlCol="0" anchor="ctr"/>
                <a:lstStyle/>
                <a:p>
                  <a:endParaRPr lang="en-US"/>
                </a:p>
              </p:txBody>
            </p:sp>
            <p:sp>
              <p:nvSpPr>
                <p:cNvPr id="38" name="Freeform 37">
                  <a:extLst>
                    <a:ext uri="{FF2B5EF4-FFF2-40B4-BE49-F238E27FC236}">
                      <a16:creationId xmlns:a16="http://schemas.microsoft.com/office/drawing/2014/main" id="{B3A384C2-ED8E-9B73-D855-4404B9A5D592}"/>
                    </a:ext>
                  </a:extLst>
                </p:cNvPr>
                <p:cNvSpPr/>
                <p:nvPr/>
              </p:nvSpPr>
              <p:spPr>
                <a:xfrm>
                  <a:off x="7218385" y="2187642"/>
                  <a:ext cx="6944" cy="8364"/>
                </a:xfrm>
                <a:custGeom>
                  <a:avLst/>
                  <a:gdLst>
                    <a:gd name="connsiteX0" fmla="*/ 0 w 6944"/>
                    <a:gd name="connsiteY0" fmla="*/ 8364 h 8364"/>
                    <a:gd name="connsiteX1" fmla="*/ 0 w 6944"/>
                    <a:gd name="connsiteY1" fmla="*/ 0 h 8364"/>
                    <a:gd name="connsiteX2" fmla="*/ 6944 w 6944"/>
                    <a:gd name="connsiteY2" fmla="*/ 0 h 8364"/>
                    <a:gd name="connsiteX3" fmla="*/ 6944 w 6944"/>
                    <a:gd name="connsiteY3" fmla="*/ 8364 h 8364"/>
                    <a:gd name="connsiteX4" fmla="*/ 0 w 6944"/>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4" h="8364">
                      <a:moveTo>
                        <a:pt x="0" y="8364"/>
                      </a:moveTo>
                      <a:lnTo>
                        <a:pt x="0" y="0"/>
                      </a:lnTo>
                      <a:lnTo>
                        <a:pt x="6944" y="0"/>
                      </a:lnTo>
                      <a:lnTo>
                        <a:pt x="6944" y="8364"/>
                      </a:lnTo>
                      <a:lnTo>
                        <a:pt x="0" y="8364"/>
                      </a:lnTo>
                      <a:close/>
                    </a:path>
                  </a:pathLst>
                </a:custGeom>
                <a:solidFill>
                  <a:srgbClr val="262626"/>
                </a:solidFill>
                <a:ln w="9506" cap="flat">
                  <a:noFill/>
                  <a:prstDash val="solid"/>
                  <a:miter/>
                </a:ln>
              </p:spPr>
              <p:txBody>
                <a:bodyPr rtlCol="0" anchor="ctr"/>
                <a:lstStyle/>
                <a:p>
                  <a:endParaRPr lang="en-US"/>
                </a:p>
              </p:txBody>
            </p:sp>
            <p:sp>
              <p:nvSpPr>
                <p:cNvPr id="39" name="Freeform 38">
                  <a:extLst>
                    <a:ext uri="{FF2B5EF4-FFF2-40B4-BE49-F238E27FC236}">
                      <a16:creationId xmlns:a16="http://schemas.microsoft.com/office/drawing/2014/main" id="{A2D77885-EEBB-9F1D-8159-5BEF8060CF24}"/>
                    </a:ext>
                  </a:extLst>
                </p:cNvPr>
                <p:cNvSpPr/>
                <p:nvPr/>
              </p:nvSpPr>
              <p:spPr>
                <a:xfrm>
                  <a:off x="7238552" y="2129662"/>
                  <a:ext cx="46040" cy="66345"/>
                </a:xfrm>
                <a:custGeom>
                  <a:avLst/>
                  <a:gdLst>
                    <a:gd name="connsiteX0" fmla="*/ 30630 w 46040"/>
                    <a:gd name="connsiteY0" fmla="*/ 49806 h 66345"/>
                    <a:gd name="connsiteX1" fmla="*/ 0 w 46040"/>
                    <a:gd name="connsiteY1" fmla="*/ 49806 h 66345"/>
                    <a:gd name="connsiteX2" fmla="*/ 0 w 46040"/>
                    <a:gd name="connsiteY2" fmla="*/ 44579 h 66345"/>
                    <a:gd name="connsiteX3" fmla="*/ 31201 w 46040"/>
                    <a:gd name="connsiteY3" fmla="*/ 0 h 66345"/>
                    <a:gd name="connsiteX4" fmla="*/ 36719 w 46040"/>
                    <a:gd name="connsiteY4" fmla="*/ 0 h 66345"/>
                    <a:gd name="connsiteX5" fmla="*/ 36719 w 46040"/>
                    <a:gd name="connsiteY5" fmla="*/ 44674 h 66345"/>
                    <a:gd name="connsiteX6" fmla="*/ 46041 w 46040"/>
                    <a:gd name="connsiteY6" fmla="*/ 44674 h 66345"/>
                    <a:gd name="connsiteX7" fmla="*/ 46041 w 46040"/>
                    <a:gd name="connsiteY7" fmla="*/ 49806 h 66345"/>
                    <a:gd name="connsiteX8" fmla="*/ 36719 w 46040"/>
                    <a:gd name="connsiteY8" fmla="*/ 49806 h 66345"/>
                    <a:gd name="connsiteX9" fmla="*/ 36719 w 46040"/>
                    <a:gd name="connsiteY9" fmla="*/ 66345 h 66345"/>
                    <a:gd name="connsiteX10" fmla="*/ 30630 w 46040"/>
                    <a:gd name="connsiteY10" fmla="*/ 66345 h 66345"/>
                    <a:gd name="connsiteX11" fmla="*/ 30630 w 46040"/>
                    <a:gd name="connsiteY11" fmla="*/ 49806 h 66345"/>
                    <a:gd name="connsiteX12" fmla="*/ 5993 w 46040"/>
                    <a:gd name="connsiteY12" fmla="*/ 44674 h 66345"/>
                    <a:gd name="connsiteX13" fmla="*/ 30630 w 46040"/>
                    <a:gd name="connsiteY13" fmla="*/ 44674 h 66345"/>
                    <a:gd name="connsiteX14" fmla="*/ 30630 w 46040"/>
                    <a:gd name="connsiteY14" fmla="*/ 9125 h 66345"/>
                    <a:gd name="connsiteX15" fmla="*/ 5993 w 46040"/>
                    <a:gd name="connsiteY15" fmla="*/ 44674 h 66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040" h="66345">
                      <a:moveTo>
                        <a:pt x="30630" y="49806"/>
                      </a:moveTo>
                      <a:lnTo>
                        <a:pt x="0" y="49806"/>
                      </a:lnTo>
                      <a:lnTo>
                        <a:pt x="0" y="44579"/>
                      </a:lnTo>
                      <a:lnTo>
                        <a:pt x="31201" y="0"/>
                      </a:lnTo>
                      <a:lnTo>
                        <a:pt x="36719" y="0"/>
                      </a:lnTo>
                      <a:lnTo>
                        <a:pt x="36719" y="44674"/>
                      </a:lnTo>
                      <a:lnTo>
                        <a:pt x="46041" y="44674"/>
                      </a:lnTo>
                      <a:lnTo>
                        <a:pt x="46041" y="49806"/>
                      </a:lnTo>
                      <a:lnTo>
                        <a:pt x="36719" y="49806"/>
                      </a:lnTo>
                      <a:lnTo>
                        <a:pt x="36719" y="66345"/>
                      </a:lnTo>
                      <a:lnTo>
                        <a:pt x="30630" y="66345"/>
                      </a:lnTo>
                      <a:lnTo>
                        <a:pt x="30630" y="49806"/>
                      </a:lnTo>
                      <a:close/>
                      <a:moveTo>
                        <a:pt x="5993" y="44674"/>
                      </a:moveTo>
                      <a:lnTo>
                        <a:pt x="30630" y="44674"/>
                      </a:lnTo>
                      <a:lnTo>
                        <a:pt x="30630" y="9125"/>
                      </a:lnTo>
                      <a:lnTo>
                        <a:pt x="5993" y="44674"/>
                      </a:lnTo>
                      <a:close/>
                    </a:path>
                  </a:pathLst>
                </a:custGeom>
                <a:solidFill>
                  <a:srgbClr val="262626"/>
                </a:solidFill>
                <a:ln w="9506" cap="flat">
                  <a:noFill/>
                  <a:prstDash val="solid"/>
                  <a:miter/>
                </a:ln>
              </p:spPr>
              <p:txBody>
                <a:bodyPr rtlCol="0" anchor="ctr"/>
                <a:lstStyle/>
                <a:p>
                  <a:endParaRPr lang="en-US"/>
                </a:p>
              </p:txBody>
            </p:sp>
          </p:grpSp>
          <p:grpSp>
            <p:nvGrpSpPr>
              <p:cNvPr id="4586" name="Graphic 5">
                <a:extLst>
                  <a:ext uri="{FF2B5EF4-FFF2-40B4-BE49-F238E27FC236}">
                    <a16:creationId xmlns:a16="http://schemas.microsoft.com/office/drawing/2014/main" id="{01D1D87A-81BD-08E6-3CF5-48428230845A}"/>
                  </a:ext>
                </a:extLst>
              </p:cNvPr>
              <p:cNvGrpSpPr/>
              <p:nvPr/>
            </p:nvGrpSpPr>
            <p:grpSpPr>
              <a:xfrm>
                <a:off x="2671976" y="4729168"/>
                <a:ext cx="2522141" cy="221839"/>
                <a:chOff x="7430515" y="3329197"/>
                <a:chExt cx="1008234" cy="88681"/>
              </a:xfrm>
              <a:solidFill>
                <a:srgbClr val="000000"/>
              </a:solidFill>
            </p:grpSpPr>
            <p:sp>
              <p:nvSpPr>
                <p:cNvPr id="4587" name="Freeform 4586">
                  <a:extLst>
                    <a:ext uri="{FF2B5EF4-FFF2-40B4-BE49-F238E27FC236}">
                      <a16:creationId xmlns:a16="http://schemas.microsoft.com/office/drawing/2014/main" id="{AC7F355B-4E68-5955-6AEE-3646758B3370}"/>
                    </a:ext>
                  </a:extLst>
                </p:cNvPr>
                <p:cNvSpPr/>
                <p:nvPr/>
              </p:nvSpPr>
              <p:spPr>
                <a:xfrm>
                  <a:off x="7430515" y="3331193"/>
                  <a:ext cx="81902" cy="68436"/>
                </a:xfrm>
                <a:custGeom>
                  <a:avLst/>
                  <a:gdLst>
                    <a:gd name="connsiteX0" fmla="*/ 60119 w 81902"/>
                    <a:gd name="connsiteY0" fmla="*/ 59311 h 68436"/>
                    <a:gd name="connsiteX1" fmla="*/ 60310 w 81902"/>
                    <a:gd name="connsiteY1" fmla="*/ 59311 h 68436"/>
                    <a:gd name="connsiteX2" fmla="*/ 75244 w 81902"/>
                    <a:gd name="connsiteY2" fmla="*/ 0 h 68436"/>
                    <a:gd name="connsiteX3" fmla="*/ 81903 w 81902"/>
                    <a:gd name="connsiteY3" fmla="*/ 0 h 68436"/>
                    <a:gd name="connsiteX4" fmla="*/ 63924 w 81902"/>
                    <a:gd name="connsiteY4" fmla="*/ 68436 h 68436"/>
                    <a:gd name="connsiteX5" fmla="*/ 56790 w 81902"/>
                    <a:gd name="connsiteY5" fmla="*/ 68436 h 68436"/>
                    <a:gd name="connsiteX6" fmla="*/ 40904 w 81902"/>
                    <a:gd name="connsiteY6" fmla="*/ 7984 h 68436"/>
                    <a:gd name="connsiteX7" fmla="*/ 40714 w 81902"/>
                    <a:gd name="connsiteY7" fmla="*/ 7984 h 68436"/>
                    <a:gd name="connsiteX8" fmla="*/ 24828 w 81902"/>
                    <a:gd name="connsiteY8" fmla="*/ 68436 h 68436"/>
                    <a:gd name="connsiteX9" fmla="*/ 17693 w 81902"/>
                    <a:gd name="connsiteY9" fmla="*/ 68436 h 68436"/>
                    <a:gd name="connsiteX10" fmla="*/ 0 w 81902"/>
                    <a:gd name="connsiteY10" fmla="*/ 0 h 68436"/>
                    <a:gd name="connsiteX11" fmla="*/ 6468 w 81902"/>
                    <a:gd name="connsiteY11" fmla="*/ 0 h 68436"/>
                    <a:gd name="connsiteX12" fmla="*/ 21213 w 81902"/>
                    <a:gd name="connsiteY12" fmla="*/ 59311 h 68436"/>
                    <a:gd name="connsiteX13" fmla="*/ 21403 w 81902"/>
                    <a:gd name="connsiteY13" fmla="*/ 59311 h 68436"/>
                    <a:gd name="connsiteX14" fmla="*/ 37289 w 81902"/>
                    <a:gd name="connsiteY14" fmla="*/ 0 h 68436"/>
                    <a:gd name="connsiteX15" fmla="*/ 44519 w 81902"/>
                    <a:gd name="connsiteY15" fmla="*/ 0 h 68436"/>
                    <a:gd name="connsiteX16" fmla="*/ 60119 w 81902"/>
                    <a:gd name="connsiteY16" fmla="*/ 59311 h 68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1902" h="68436">
                      <a:moveTo>
                        <a:pt x="60119" y="59311"/>
                      </a:moveTo>
                      <a:lnTo>
                        <a:pt x="60310" y="59311"/>
                      </a:lnTo>
                      <a:lnTo>
                        <a:pt x="75244" y="0"/>
                      </a:lnTo>
                      <a:lnTo>
                        <a:pt x="81903" y="0"/>
                      </a:lnTo>
                      <a:lnTo>
                        <a:pt x="63924" y="68436"/>
                      </a:lnTo>
                      <a:lnTo>
                        <a:pt x="56790" y="68436"/>
                      </a:lnTo>
                      <a:lnTo>
                        <a:pt x="40904" y="7984"/>
                      </a:lnTo>
                      <a:lnTo>
                        <a:pt x="40714" y="7984"/>
                      </a:lnTo>
                      <a:lnTo>
                        <a:pt x="24828" y="68436"/>
                      </a:lnTo>
                      <a:lnTo>
                        <a:pt x="17693" y="68436"/>
                      </a:lnTo>
                      <a:lnTo>
                        <a:pt x="0" y="0"/>
                      </a:lnTo>
                      <a:lnTo>
                        <a:pt x="6468" y="0"/>
                      </a:lnTo>
                      <a:lnTo>
                        <a:pt x="21213" y="59311"/>
                      </a:lnTo>
                      <a:lnTo>
                        <a:pt x="21403" y="59311"/>
                      </a:lnTo>
                      <a:lnTo>
                        <a:pt x="37289" y="0"/>
                      </a:lnTo>
                      <a:lnTo>
                        <a:pt x="44519" y="0"/>
                      </a:lnTo>
                      <a:lnTo>
                        <a:pt x="60119" y="59311"/>
                      </a:lnTo>
                      <a:close/>
                    </a:path>
                  </a:pathLst>
                </a:custGeom>
                <a:solidFill>
                  <a:srgbClr val="000000"/>
                </a:solidFill>
                <a:ln w="9506" cap="flat">
                  <a:noFill/>
                  <a:prstDash val="solid"/>
                  <a:miter/>
                </a:ln>
              </p:spPr>
              <p:txBody>
                <a:bodyPr rtlCol="0" anchor="ctr"/>
                <a:lstStyle/>
                <a:p>
                  <a:endParaRPr lang="en-US"/>
                </a:p>
              </p:txBody>
            </p:sp>
            <p:sp>
              <p:nvSpPr>
                <p:cNvPr id="4588" name="Freeform 4587">
                  <a:extLst>
                    <a:ext uri="{FF2B5EF4-FFF2-40B4-BE49-F238E27FC236}">
                      <a16:creationId xmlns:a16="http://schemas.microsoft.com/office/drawing/2014/main" id="{28FFEF7C-130B-362B-F08C-B2B2880D69C5}"/>
                    </a:ext>
                  </a:extLst>
                </p:cNvPr>
                <p:cNvSpPr/>
                <p:nvPr/>
              </p:nvSpPr>
              <p:spPr>
                <a:xfrm>
                  <a:off x="7521170" y="3331193"/>
                  <a:ext cx="64399" cy="68436"/>
                </a:xfrm>
                <a:custGeom>
                  <a:avLst/>
                  <a:gdLst>
                    <a:gd name="connsiteX0" fmla="*/ 0 w 64399"/>
                    <a:gd name="connsiteY0" fmla="*/ 68436 h 68436"/>
                    <a:gd name="connsiteX1" fmla="*/ 0 w 64399"/>
                    <a:gd name="connsiteY1" fmla="*/ 0 h 68436"/>
                    <a:gd name="connsiteX2" fmla="*/ 9893 w 64399"/>
                    <a:gd name="connsiteY2" fmla="*/ 0 h 68436"/>
                    <a:gd name="connsiteX3" fmla="*/ 32343 w 64399"/>
                    <a:gd name="connsiteY3" fmla="*/ 60357 h 68436"/>
                    <a:gd name="connsiteX4" fmla="*/ 32533 w 64399"/>
                    <a:gd name="connsiteY4" fmla="*/ 60357 h 68436"/>
                    <a:gd name="connsiteX5" fmla="*/ 54602 w 64399"/>
                    <a:gd name="connsiteY5" fmla="*/ 0 h 68436"/>
                    <a:gd name="connsiteX6" fmla="*/ 64400 w 64399"/>
                    <a:gd name="connsiteY6" fmla="*/ 0 h 68436"/>
                    <a:gd name="connsiteX7" fmla="*/ 64400 w 64399"/>
                    <a:gd name="connsiteY7" fmla="*/ 68436 h 68436"/>
                    <a:gd name="connsiteX8" fmla="*/ 57931 w 64399"/>
                    <a:gd name="connsiteY8" fmla="*/ 68436 h 68436"/>
                    <a:gd name="connsiteX9" fmla="*/ 57931 w 64399"/>
                    <a:gd name="connsiteY9" fmla="*/ 7414 h 68436"/>
                    <a:gd name="connsiteX10" fmla="*/ 57741 w 64399"/>
                    <a:gd name="connsiteY10" fmla="*/ 7414 h 68436"/>
                    <a:gd name="connsiteX11" fmla="*/ 35291 w 64399"/>
                    <a:gd name="connsiteY11" fmla="*/ 68436 h 68436"/>
                    <a:gd name="connsiteX12" fmla="*/ 29204 w 64399"/>
                    <a:gd name="connsiteY12" fmla="*/ 68436 h 68436"/>
                    <a:gd name="connsiteX13" fmla="*/ 6659 w 64399"/>
                    <a:gd name="connsiteY13" fmla="*/ 7414 h 68436"/>
                    <a:gd name="connsiteX14" fmla="*/ 6468 w 64399"/>
                    <a:gd name="connsiteY14" fmla="*/ 7414 h 68436"/>
                    <a:gd name="connsiteX15" fmla="*/ 6468 w 64399"/>
                    <a:gd name="connsiteY15" fmla="*/ 68436 h 68436"/>
                    <a:gd name="connsiteX16" fmla="*/ 0 w 64399"/>
                    <a:gd name="connsiteY16" fmla="*/ 68436 h 68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4399" h="68436">
                      <a:moveTo>
                        <a:pt x="0" y="68436"/>
                      </a:moveTo>
                      <a:lnTo>
                        <a:pt x="0" y="0"/>
                      </a:lnTo>
                      <a:lnTo>
                        <a:pt x="9893" y="0"/>
                      </a:lnTo>
                      <a:lnTo>
                        <a:pt x="32343" y="60357"/>
                      </a:lnTo>
                      <a:lnTo>
                        <a:pt x="32533" y="60357"/>
                      </a:lnTo>
                      <a:lnTo>
                        <a:pt x="54602" y="0"/>
                      </a:lnTo>
                      <a:lnTo>
                        <a:pt x="64400" y="0"/>
                      </a:lnTo>
                      <a:lnTo>
                        <a:pt x="64400" y="68436"/>
                      </a:lnTo>
                      <a:lnTo>
                        <a:pt x="57931" y="68436"/>
                      </a:lnTo>
                      <a:lnTo>
                        <a:pt x="57931" y="7414"/>
                      </a:lnTo>
                      <a:lnTo>
                        <a:pt x="57741" y="7414"/>
                      </a:lnTo>
                      <a:lnTo>
                        <a:pt x="35291" y="68436"/>
                      </a:lnTo>
                      <a:lnTo>
                        <a:pt x="29204" y="68436"/>
                      </a:lnTo>
                      <a:lnTo>
                        <a:pt x="6659" y="7414"/>
                      </a:lnTo>
                      <a:lnTo>
                        <a:pt x="6468" y="7414"/>
                      </a:lnTo>
                      <a:lnTo>
                        <a:pt x="6468" y="68436"/>
                      </a:lnTo>
                      <a:lnTo>
                        <a:pt x="0" y="68436"/>
                      </a:lnTo>
                      <a:close/>
                    </a:path>
                  </a:pathLst>
                </a:custGeom>
                <a:solidFill>
                  <a:srgbClr val="000000"/>
                </a:solidFill>
                <a:ln w="9506" cap="flat">
                  <a:noFill/>
                  <a:prstDash val="solid"/>
                  <a:miter/>
                </a:ln>
              </p:spPr>
              <p:txBody>
                <a:bodyPr rtlCol="0" anchor="ctr"/>
                <a:lstStyle/>
                <a:p>
                  <a:endParaRPr lang="en-US"/>
                </a:p>
              </p:txBody>
            </p:sp>
            <p:sp>
              <p:nvSpPr>
                <p:cNvPr id="4589" name="Freeform 4588">
                  <a:extLst>
                    <a:ext uri="{FF2B5EF4-FFF2-40B4-BE49-F238E27FC236}">
                      <a16:creationId xmlns:a16="http://schemas.microsoft.com/office/drawing/2014/main" id="{60A81B4E-EC7D-2817-B2E1-0BF3D8899F04}"/>
                    </a:ext>
                  </a:extLst>
                </p:cNvPr>
                <p:cNvSpPr/>
                <p:nvPr/>
              </p:nvSpPr>
              <p:spPr>
                <a:xfrm>
                  <a:off x="7623334" y="3329197"/>
                  <a:ext cx="49845" cy="72238"/>
                </a:xfrm>
                <a:custGeom>
                  <a:avLst/>
                  <a:gdLst>
                    <a:gd name="connsiteX0" fmla="*/ 6468 w 49845"/>
                    <a:gd name="connsiteY0" fmla="*/ 49996 h 72238"/>
                    <a:gd name="connsiteX1" fmla="*/ 8466 w 49845"/>
                    <a:gd name="connsiteY1" fmla="*/ 57696 h 72238"/>
                    <a:gd name="connsiteX2" fmla="*/ 12747 w 49845"/>
                    <a:gd name="connsiteY2" fmla="*/ 62828 h 72238"/>
                    <a:gd name="connsiteX3" fmla="*/ 18740 w 49845"/>
                    <a:gd name="connsiteY3" fmla="*/ 65775 h 72238"/>
                    <a:gd name="connsiteX4" fmla="*/ 26064 w 49845"/>
                    <a:gd name="connsiteY4" fmla="*/ 66630 h 72238"/>
                    <a:gd name="connsiteX5" fmla="*/ 33960 w 49845"/>
                    <a:gd name="connsiteY5" fmla="*/ 65490 h 72238"/>
                    <a:gd name="connsiteX6" fmla="*/ 39382 w 49845"/>
                    <a:gd name="connsiteY6" fmla="*/ 62353 h 72238"/>
                    <a:gd name="connsiteX7" fmla="*/ 42521 w 49845"/>
                    <a:gd name="connsiteY7" fmla="*/ 57791 h 72238"/>
                    <a:gd name="connsiteX8" fmla="*/ 43568 w 49845"/>
                    <a:gd name="connsiteY8" fmla="*/ 52373 h 72238"/>
                    <a:gd name="connsiteX9" fmla="*/ 41760 w 49845"/>
                    <a:gd name="connsiteY9" fmla="*/ 45909 h 72238"/>
                    <a:gd name="connsiteX10" fmla="*/ 37004 w 49845"/>
                    <a:gd name="connsiteY10" fmla="*/ 41917 h 72238"/>
                    <a:gd name="connsiteX11" fmla="*/ 30345 w 49845"/>
                    <a:gd name="connsiteY11" fmla="*/ 39351 h 72238"/>
                    <a:gd name="connsiteX12" fmla="*/ 22640 w 49845"/>
                    <a:gd name="connsiteY12" fmla="*/ 37545 h 72238"/>
                    <a:gd name="connsiteX13" fmla="*/ 14935 w 49845"/>
                    <a:gd name="connsiteY13" fmla="*/ 35359 h 72238"/>
                    <a:gd name="connsiteX14" fmla="*/ 8276 w 49845"/>
                    <a:gd name="connsiteY14" fmla="*/ 32032 h 72238"/>
                    <a:gd name="connsiteX15" fmla="*/ 3520 w 49845"/>
                    <a:gd name="connsiteY15" fmla="*/ 26709 h 72238"/>
                    <a:gd name="connsiteX16" fmla="*/ 1712 w 49845"/>
                    <a:gd name="connsiteY16" fmla="*/ 18345 h 72238"/>
                    <a:gd name="connsiteX17" fmla="*/ 3234 w 49845"/>
                    <a:gd name="connsiteY17" fmla="*/ 11501 h 72238"/>
                    <a:gd name="connsiteX18" fmla="*/ 7610 w 49845"/>
                    <a:gd name="connsiteY18" fmla="*/ 5608 h 72238"/>
                    <a:gd name="connsiteX19" fmla="*/ 14840 w 49845"/>
                    <a:gd name="connsiteY19" fmla="*/ 1521 h 72238"/>
                    <a:gd name="connsiteX20" fmla="*/ 24923 w 49845"/>
                    <a:gd name="connsiteY20" fmla="*/ 0 h 72238"/>
                    <a:gd name="connsiteX21" fmla="*/ 35006 w 49845"/>
                    <a:gd name="connsiteY21" fmla="*/ 1616 h 72238"/>
                    <a:gd name="connsiteX22" fmla="*/ 42141 w 49845"/>
                    <a:gd name="connsiteY22" fmla="*/ 6083 h 72238"/>
                    <a:gd name="connsiteX23" fmla="*/ 46421 w 49845"/>
                    <a:gd name="connsiteY23" fmla="*/ 12642 h 72238"/>
                    <a:gd name="connsiteX24" fmla="*/ 47848 w 49845"/>
                    <a:gd name="connsiteY24" fmla="*/ 20531 h 72238"/>
                    <a:gd name="connsiteX25" fmla="*/ 41665 w 49845"/>
                    <a:gd name="connsiteY25" fmla="*/ 20531 h 72238"/>
                    <a:gd name="connsiteX26" fmla="*/ 40333 w 49845"/>
                    <a:gd name="connsiteY26" fmla="*/ 13782 h 72238"/>
                    <a:gd name="connsiteX27" fmla="*/ 36528 w 49845"/>
                    <a:gd name="connsiteY27" fmla="*/ 9125 h 72238"/>
                    <a:gd name="connsiteX28" fmla="*/ 31106 w 49845"/>
                    <a:gd name="connsiteY28" fmla="*/ 6463 h 72238"/>
                    <a:gd name="connsiteX29" fmla="*/ 24828 w 49845"/>
                    <a:gd name="connsiteY29" fmla="*/ 5608 h 72238"/>
                    <a:gd name="connsiteX30" fmla="*/ 16457 w 49845"/>
                    <a:gd name="connsiteY30" fmla="*/ 7034 h 72238"/>
                    <a:gd name="connsiteX31" fmla="*/ 11035 w 49845"/>
                    <a:gd name="connsiteY31" fmla="*/ 10646 h 72238"/>
                    <a:gd name="connsiteX32" fmla="*/ 8276 w 49845"/>
                    <a:gd name="connsiteY32" fmla="*/ 15493 h 72238"/>
                    <a:gd name="connsiteX33" fmla="*/ 7991 w 49845"/>
                    <a:gd name="connsiteY33" fmla="*/ 20816 h 72238"/>
                    <a:gd name="connsiteX34" fmla="*/ 10654 w 49845"/>
                    <a:gd name="connsiteY34" fmla="*/ 26139 h 72238"/>
                    <a:gd name="connsiteX35" fmla="*/ 15791 w 49845"/>
                    <a:gd name="connsiteY35" fmla="*/ 29466 h 72238"/>
                    <a:gd name="connsiteX36" fmla="*/ 22545 w 49845"/>
                    <a:gd name="connsiteY36" fmla="*/ 31557 h 72238"/>
                    <a:gd name="connsiteX37" fmla="*/ 30060 w 49845"/>
                    <a:gd name="connsiteY37" fmla="*/ 33268 h 72238"/>
                    <a:gd name="connsiteX38" fmla="*/ 37479 w 49845"/>
                    <a:gd name="connsiteY38" fmla="*/ 35454 h 72238"/>
                    <a:gd name="connsiteX39" fmla="*/ 43758 w 49845"/>
                    <a:gd name="connsiteY39" fmla="*/ 38781 h 72238"/>
                    <a:gd name="connsiteX40" fmla="*/ 48229 w 49845"/>
                    <a:gd name="connsiteY40" fmla="*/ 44103 h 72238"/>
                    <a:gd name="connsiteX41" fmla="*/ 49846 w 49845"/>
                    <a:gd name="connsiteY41" fmla="*/ 52278 h 72238"/>
                    <a:gd name="connsiteX42" fmla="*/ 43282 w 49845"/>
                    <a:gd name="connsiteY42" fmla="*/ 67011 h 72238"/>
                    <a:gd name="connsiteX43" fmla="*/ 24828 w 49845"/>
                    <a:gd name="connsiteY43" fmla="*/ 72238 h 72238"/>
                    <a:gd name="connsiteX44" fmla="*/ 14935 w 49845"/>
                    <a:gd name="connsiteY44" fmla="*/ 70812 h 72238"/>
                    <a:gd name="connsiteX45" fmla="*/ 7039 w 49845"/>
                    <a:gd name="connsiteY45" fmla="*/ 66630 h 72238"/>
                    <a:gd name="connsiteX46" fmla="*/ 1903 w 49845"/>
                    <a:gd name="connsiteY46" fmla="*/ 59692 h 72238"/>
                    <a:gd name="connsiteX47" fmla="*/ 0 w 49845"/>
                    <a:gd name="connsiteY47" fmla="*/ 49996 h 72238"/>
                    <a:gd name="connsiteX48" fmla="*/ 6278 w 49845"/>
                    <a:gd name="connsiteY48" fmla="*/ 49996 h 722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49845" h="72238">
                      <a:moveTo>
                        <a:pt x="6468" y="49996"/>
                      </a:moveTo>
                      <a:cubicBezTo>
                        <a:pt x="6754" y="53038"/>
                        <a:pt x="7420" y="55604"/>
                        <a:pt x="8466" y="57696"/>
                      </a:cubicBezTo>
                      <a:cubicBezTo>
                        <a:pt x="9608" y="59787"/>
                        <a:pt x="11035" y="61498"/>
                        <a:pt x="12747" y="62828"/>
                      </a:cubicBezTo>
                      <a:cubicBezTo>
                        <a:pt x="14459" y="64159"/>
                        <a:pt x="16457" y="65110"/>
                        <a:pt x="18740" y="65775"/>
                      </a:cubicBezTo>
                      <a:cubicBezTo>
                        <a:pt x="21023" y="66440"/>
                        <a:pt x="23496" y="66630"/>
                        <a:pt x="26064" y="66630"/>
                      </a:cubicBezTo>
                      <a:cubicBezTo>
                        <a:pt x="29108" y="66630"/>
                        <a:pt x="31772" y="66250"/>
                        <a:pt x="33960" y="65490"/>
                      </a:cubicBezTo>
                      <a:cubicBezTo>
                        <a:pt x="36148" y="64729"/>
                        <a:pt x="37955" y="63684"/>
                        <a:pt x="39382" y="62353"/>
                      </a:cubicBezTo>
                      <a:cubicBezTo>
                        <a:pt x="40809" y="61022"/>
                        <a:pt x="41760" y="59597"/>
                        <a:pt x="42521" y="57791"/>
                      </a:cubicBezTo>
                      <a:cubicBezTo>
                        <a:pt x="43282" y="55985"/>
                        <a:pt x="43568" y="54274"/>
                        <a:pt x="43568" y="52373"/>
                      </a:cubicBezTo>
                      <a:cubicBezTo>
                        <a:pt x="43568" y="49711"/>
                        <a:pt x="42997" y="47525"/>
                        <a:pt x="41760" y="45909"/>
                      </a:cubicBezTo>
                      <a:cubicBezTo>
                        <a:pt x="40524" y="44293"/>
                        <a:pt x="39002" y="42963"/>
                        <a:pt x="37004" y="41917"/>
                      </a:cubicBezTo>
                      <a:cubicBezTo>
                        <a:pt x="35101" y="40872"/>
                        <a:pt x="32818" y="40016"/>
                        <a:pt x="30345" y="39351"/>
                      </a:cubicBezTo>
                      <a:cubicBezTo>
                        <a:pt x="27872" y="38686"/>
                        <a:pt x="25303" y="38115"/>
                        <a:pt x="22640" y="37545"/>
                      </a:cubicBezTo>
                      <a:cubicBezTo>
                        <a:pt x="19976" y="36975"/>
                        <a:pt x="17408" y="36214"/>
                        <a:pt x="14935" y="35359"/>
                      </a:cubicBezTo>
                      <a:cubicBezTo>
                        <a:pt x="12461" y="34503"/>
                        <a:pt x="10178" y="33458"/>
                        <a:pt x="8276" y="32032"/>
                      </a:cubicBezTo>
                      <a:cubicBezTo>
                        <a:pt x="6374" y="30606"/>
                        <a:pt x="4756" y="28895"/>
                        <a:pt x="3520" y="26709"/>
                      </a:cubicBezTo>
                      <a:cubicBezTo>
                        <a:pt x="2283" y="24523"/>
                        <a:pt x="1712" y="21766"/>
                        <a:pt x="1712" y="18345"/>
                      </a:cubicBezTo>
                      <a:cubicBezTo>
                        <a:pt x="1712" y="15968"/>
                        <a:pt x="2188" y="13687"/>
                        <a:pt x="3234" y="11501"/>
                      </a:cubicBezTo>
                      <a:cubicBezTo>
                        <a:pt x="4186" y="9315"/>
                        <a:pt x="5708" y="7319"/>
                        <a:pt x="7610" y="5608"/>
                      </a:cubicBezTo>
                      <a:cubicBezTo>
                        <a:pt x="9513" y="3897"/>
                        <a:pt x="11986" y="2566"/>
                        <a:pt x="14840" y="1521"/>
                      </a:cubicBezTo>
                      <a:cubicBezTo>
                        <a:pt x="17788" y="475"/>
                        <a:pt x="21118" y="0"/>
                        <a:pt x="24923" y="0"/>
                      </a:cubicBezTo>
                      <a:cubicBezTo>
                        <a:pt x="28728" y="0"/>
                        <a:pt x="32152" y="570"/>
                        <a:pt x="35006" y="1616"/>
                      </a:cubicBezTo>
                      <a:cubicBezTo>
                        <a:pt x="37860" y="2661"/>
                        <a:pt x="40333" y="4182"/>
                        <a:pt x="42141" y="6083"/>
                      </a:cubicBezTo>
                      <a:cubicBezTo>
                        <a:pt x="44043" y="7984"/>
                        <a:pt x="45470" y="10075"/>
                        <a:pt x="46421" y="12642"/>
                      </a:cubicBezTo>
                      <a:cubicBezTo>
                        <a:pt x="47373" y="15113"/>
                        <a:pt x="47848" y="17774"/>
                        <a:pt x="47848" y="20531"/>
                      </a:cubicBezTo>
                      <a:lnTo>
                        <a:pt x="41665" y="20531"/>
                      </a:lnTo>
                      <a:cubicBezTo>
                        <a:pt x="41665" y="17965"/>
                        <a:pt x="41190" y="15683"/>
                        <a:pt x="40333" y="13782"/>
                      </a:cubicBezTo>
                      <a:cubicBezTo>
                        <a:pt x="39382" y="11881"/>
                        <a:pt x="38145" y="10360"/>
                        <a:pt x="36528" y="9125"/>
                      </a:cubicBezTo>
                      <a:cubicBezTo>
                        <a:pt x="34911" y="7889"/>
                        <a:pt x="33104" y="7034"/>
                        <a:pt x="31106" y="6463"/>
                      </a:cubicBezTo>
                      <a:cubicBezTo>
                        <a:pt x="29108" y="5893"/>
                        <a:pt x="27016" y="5608"/>
                        <a:pt x="24828" y="5608"/>
                      </a:cubicBezTo>
                      <a:cubicBezTo>
                        <a:pt x="21498" y="5608"/>
                        <a:pt x="18740" y="6083"/>
                        <a:pt x="16457" y="7034"/>
                      </a:cubicBezTo>
                      <a:cubicBezTo>
                        <a:pt x="14174" y="7984"/>
                        <a:pt x="12461" y="9125"/>
                        <a:pt x="11035" y="10646"/>
                      </a:cubicBezTo>
                      <a:cubicBezTo>
                        <a:pt x="9703" y="12071"/>
                        <a:pt x="8752" y="13687"/>
                        <a:pt x="8276" y="15493"/>
                      </a:cubicBezTo>
                      <a:cubicBezTo>
                        <a:pt x="7800" y="17299"/>
                        <a:pt x="7705" y="19010"/>
                        <a:pt x="7991" y="20816"/>
                      </a:cubicBezTo>
                      <a:cubicBezTo>
                        <a:pt x="8371" y="23002"/>
                        <a:pt x="9227" y="24808"/>
                        <a:pt x="10654" y="26139"/>
                      </a:cubicBezTo>
                      <a:cubicBezTo>
                        <a:pt x="12081" y="27470"/>
                        <a:pt x="13793" y="28610"/>
                        <a:pt x="15791" y="29466"/>
                      </a:cubicBezTo>
                      <a:cubicBezTo>
                        <a:pt x="17788" y="30321"/>
                        <a:pt x="20072" y="30986"/>
                        <a:pt x="22545" y="31557"/>
                      </a:cubicBezTo>
                      <a:cubicBezTo>
                        <a:pt x="25018" y="32127"/>
                        <a:pt x="27491" y="32697"/>
                        <a:pt x="30060" y="33268"/>
                      </a:cubicBezTo>
                      <a:cubicBezTo>
                        <a:pt x="32628" y="33838"/>
                        <a:pt x="35101" y="34598"/>
                        <a:pt x="37479" y="35454"/>
                      </a:cubicBezTo>
                      <a:cubicBezTo>
                        <a:pt x="39858" y="36309"/>
                        <a:pt x="41950" y="37355"/>
                        <a:pt x="43758" y="38781"/>
                      </a:cubicBezTo>
                      <a:cubicBezTo>
                        <a:pt x="45565" y="40206"/>
                        <a:pt x="47087" y="41917"/>
                        <a:pt x="48229" y="44103"/>
                      </a:cubicBezTo>
                      <a:cubicBezTo>
                        <a:pt x="49370" y="46289"/>
                        <a:pt x="49846" y="49046"/>
                        <a:pt x="49846" y="52278"/>
                      </a:cubicBezTo>
                      <a:cubicBezTo>
                        <a:pt x="49846" y="58646"/>
                        <a:pt x="47658" y="63494"/>
                        <a:pt x="43282" y="67011"/>
                      </a:cubicBezTo>
                      <a:cubicBezTo>
                        <a:pt x="38906" y="70527"/>
                        <a:pt x="32723" y="72238"/>
                        <a:pt x="24828" y="72238"/>
                      </a:cubicBezTo>
                      <a:cubicBezTo>
                        <a:pt x="21308" y="72238"/>
                        <a:pt x="17979" y="71763"/>
                        <a:pt x="14935" y="70812"/>
                      </a:cubicBezTo>
                      <a:cubicBezTo>
                        <a:pt x="11891" y="69862"/>
                        <a:pt x="9227" y="68531"/>
                        <a:pt x="7039" y="66630"/>
                      </a:cubicBezTo>
                      <a:cubicBezTo>
                        <a:pt x="4851" y="64729"/>
                        <a:pt x="3044" y="62448"/>
                        <a:pt x="1903" y="59692"/>
                      </a:cubicBezTo>
                      <a:cubicBezTo>
                        <a:pt x="761" y="56935"/>
                        <a:pt x="0" y="53703"/>
                        <a:pt x="0" y="49996"/>
                      </a:cubicBezTo>
                      <a:lnTo>
                        <a:pt x="6278" y="49996"/>
                      </a:lnTo>
                      <a:close/>
                    </a:path>
                  </a:pathLst>
                </a:custGeom>
                <a:solidFill>
                  <a:srgbClr val="000000"/>
                </a:solidFill>
                <a:ln w="9506" cap="flat">
                  <a:noFill/>
                  <a:prstDash val="solid"/>
                  <a:miter/>
                </a:ln>
              </p:spPr>
              <p:txBody>
                <a:bodyPr rtlCol="0" anchor="ctr"/>
                <a:lstStyle/>
                <a:p>
                  <a:endParaRPr lang="en-US"/>
                </a:p>
              </p:txBody>
            </p:sp>
            <p:sp>
              <p:nvSpPr>
                <p:cNvPr id="4590" name="Freeform 4589">
                  <a:extLst>
                    <a:ext uri="{FF2B5EF4-FFF2-40B4-BE49-F238E27FC236}">
                      <a16:creationId xmlns:a16="http://schemas.microsoft.com/office/drawing/2014/main" id="{6E7F56E2-B141-AB6F-31D9-22EE6B53ABE6}"/>
                    </a:ext>
                  </a:extLst>
                </p:cNvPr>
                <p:cNvSpPr/>
                <p:nvPr/>
              </p:nvSpPr>
              <p:spPr>
                <a:xfrm>
                  <a:off x="7681646" y="3349062"/>
                  <a:ext cx="46421" cy="51802"/>
                </a:xfrm>
                <a:custGeom>
                  <a:avLst/>
                  <a:gdLst>
                    <a:gd name="connsiteX0" fmla="*/ 25398 w 46421"/>
                    <a:gd name="connsiteY0" fmla="*/ 21862 h 51802"/>
                    <a:gd name="connsiteX1" fmla="*/ 29204 w 46421"/>
                    <a:gd name="connsiteY1" fmla="*/ 21291 h 51802"/>
                    <a:gd name="connsiteX2" fmla="*/ 32913 w 46421"/>
                    <a:gd name="connsiteY2" fmla="*/ 20246 h 51802"/>
                    <a:gd name="connsiteX3" fmla="*/ 34626 w 46421"/>
                    <a:gd name="connsiteY3" fmla="*/ 18060 h 51802"/>
                    <a:gd name="connsiteX4" fmla="*/ 35006 w 46421"/>
                    <a:gd name="connsiteY4" fmla="*/ 15113 h 51802"/>
                    <a:gd name="connsiteX5" fmla="*/ 32247 w 46421"/>
                    <a:gd name="connsiteY5" fmla="*/ 7984 h 51802"/>
                    <a:gd name="connsiteX6" fmla="*/ 22735 w 46421"/>
                    <a:gd name="connsiteY6" fmla="*/ 5228 h 51802"/>
                    <a:gd name="connsiteX7" fmla="*/ 17313 w 46421"/>
                    <a:gd name="connsiteY7" fmla="*/ 5703 h 51802"/>
                    <a:gd name="connsiteX8" fmla="*/ 12937 w 46421"/>
                    <a:gd name="connsiteY8" fmla="*/ 7509 h 51802"/>
                    <a:gd name="connsiteX9" fmla="*/ 9893 w 46421"/>
                    <a:gd name="connsiteY9" fmla="*/ 10931 h 51802"/>
                    <a:gd name="connsiteX10" fmla="*/ 8276 w 46421"/>
                    <a:gd name="connsiteY10" fmla="*/ 16254 h 51802"/>
                    <a:gd name="connsiteX11" fmla="*/ 2473 w 46421"/>
                    <a:gd name="connsiteY11" fmla="*/ 16254 h 51802"/>
                    <a:gd name="connsiteX12" fmla="*/ 4471 w 46421"/>
                    <a:gd name="connsiteY12" fmla="*/ 8745 h 51802"/>
                    <a:gd name="connsiteX13" fmla="*/ 8847 w 46421"/>
                    <a:gd name="connsiteY13" fmla="*/ 3707 h 51802"/>
                    <a:gd name="connsiteX14" fmla="*/ 15125 w 46421"/>
                    <a:gd name="connsiteY14" fmla="*/ 855 h 51802"/>
                    <a:gd name="connsiteX15" fmla="*/ 22640 w 46421"/>
                    <a:gd name="connsiteY15" fmla="*/ 0 h 51802"/>
                    <a:gd name="connsiteX16" fmla="*/ 29679 w 46421"/>
                    <a:gd name="connsiteY16" fmla="*/ 760 h 51802"/>
                    <a:gd name="connsiteX17" fmla="*/ 35387 w 46421"/>
                    <a:gd name="connsiteY17" fmla="*/ 3327 h 51802"/>
                    <a:gd name="connsiteX18" fmla="*/ 39192 w 46421"/>
                    <a:gd name="connsiteY18" fmla="*/ 7984 h 51802"/>
                    <a:gd name="connsiteX19" fmla="*/ 40524 w 46421"/>
                    <a:gd name="connsiteY19" fmla="*/ 15208 h 51802"/>
                    <a:gd name="connsiteX20" fmla="*/ 40524 w 46421"/>
                    <a:gd name="connsiteY20" fmla="*/ 42012 h 51802"/>
                    <a:gd name="connsiteX21" fmla="*/ 41665 w 46421"/>
                    <a:gd name="connsiteY21" fmla="*/ 46290 h 51802"/>
                    <a:gd name="connsiteX22" fmla="*/ 46421 w 46421"/>
                    <a:gd name="connsiteY22" fmla="*/ 45814 h 51802"/>
                    <a:gd name="connsiteX23" fmla="*/ 46421 w 46421"/>
                    <a:gd name="connsiteY23" fmla="*/ 50282 h 51802"/>
                    <a:gd name="connsiteX24" fmla="*/ 44423 w 46421"/>
                    <a:gd name="connsiteY24" fmla="*/ 50852 h 51802"/>
                    <a:gd name="connsiteX25" fmla="*/ 41950 w 46421"/>
                    <a:gd name="connsiteY25" fmla="*/ 51232 h 51802"/>
                    <a:gd name="connsiteX26" fmla="*/ 39382 w 46421"/>
                    <a:gd name="connsiteY26" fmla="*/ 50947 h 51802"/>
                    <a:gd name="connsiteX27" fmla="*/ 37099 w 46421"/>
                    <a:gd name="connsiteY27" fmla="*/ 50092 h 51802"/>
                    <a:gd name="connsiteX28" fmla="*/ 35672 w 46421"/>
                    <a:gd name="connsiteY28" fmla="*/ 48381 h 51802"/>
                    <a:gd name="connsiteX29" fmla="*/ 35006 w 46421"/>
                    <a:gd name="connsiteY29" fmla="*/ 46194 h 51802"/>
                    <a:gd name="connsiteX30" fmla="*/ 34816 w 46421"/>
                    <a:gd name="connsiteY30" fmla="*/ 43628 h 51802"/>
                    <a:gd name="connsiteX31" fmla="*/ 26540 w 46421"/>
                    <a:gd name="connsiteY31" fmla="*/ 49711 h 51802"/>
                    <a:gd name="connsiteX32" fmla="*/ 16457 w 46421"/>
                    <a:gd name="connsiteY32" fmla="*/ 51802 h 51802"/>
                    <a:gd name="connsiteX33" fmla="*/ 10178 w 46421"/>
                    <a:gd name="connsiteY33" fmla="*/ 50947 h 51802"/>
                    <a:gd name="connsiteX34" fmla="*/ 4946 w 46421"/>
                    <a:gd name="connsiteY34" fmla="*/ 48286 h 51802"/>
                    <a:gd name="connsiteX35" fmla="*/ 1332 w 46421"/>
                    <a:gd name="connsiteY35" fmla="*/ 43913 h 51802"/>
                    <a:gd name="connsiteX36" fmla="*/ 0 w 46421"/>
                    <a:gd name="connsiteY36" fmla="*/ 37640 h 51802"/>
                    <a:gd name="connsiteX37" fmla="*/ 17218 w 46421"/>
                    <a:gd name="connsiteY37" fmla="*/ 22812 h 51802"/>
                    <a:gd name="connsiteX38" fmla="*/ 25113 w 46421"/>
                    <a:gd name="connsiteY38" fmla="*/ 21767 h 51802"/>
                    <a:gd name="connsiteX39" fmla="*/ 35006 w 46421"/>
                    <a:gd name="connsiteY39" fmla="*/ 24713 h 51802"/>
                    <a:gd name="connsiteX40" fmla="*/ 27682 w 46421"/>
                    <a:gd name="connsiteY40" fmla="*/ 26709 h 51802"/>
                    <a:gd name="connsiteX41" fmla="*/ 20262 w 46421"/>
                    <a:gd name="connsiteY41" fmla="*/ 27470 h 51802"/>
                    <a:gd name="connsiteX42" fmla="*/ 9988 w 46421"/>
                    <a:gd name="connsiteY42" fmla="*/ 30416 h 51802"/>
                    <a:gd name="connsiteX43" fmla="*/ 6373 w 46421"/>
                    <a:gd name="connsiteY43" fmla="*/ 37925 h 51802"/>
                    <a:gd name="connsiteX44" fmla="*/ 7230 w 46421"/>
                    <a:gd name="connsiteY44" fmla="*/ 41917 h 51802"/>
                    <a:gd name="connsiteX45" fmla="*/ 9608 w 46421"/>
                    <a:gd name="connsiteY45" fmla="*/ 44674 h 51802"/>
                    <a:gd name="connsiteX46" fmla="*/ 13032 w 46421"/>
                    <a:gd name="connsiteY46" fmla="*/ 46290 h 51802"/>
                    <a:gd name="connsiteX47" fmla="*/ 17028 w 46421"/>
                    <a:gd name="connsiteY47" fmla="*/ 46860 h 51802"/>
                    <a:gd name="connsiteX48" fmla="*/ 23686 w 46421"/>
                    <a:gd name="connsiteY48" fmla="*/ 46004 h 51802"/>
                    <a:gd name="connsiteX49" fmla="*/ 29489 w 46421"/>
                    <a:gd name="connsiteY49" fmla="*/ 43438 h 51802"/>
                    <a:gd name="connsiteX50" fmla="*/ 33484 w 46421"/>
                    <a:gd name="connsiteY50" fmla="*/ 38971 h 51802"/>
                    <a:gd name="connsiteX51" fmla="*/ 35006 w 46421"/>
                    <a:gd name="connsiteY51" fmla="*/ 32507 h 51802"/>
                    <a:gd name="connsiteX52" fmla="*/ 35006 w 46421"/>
                    <a:gd name="connsiteY52" fmla="*/ 24808 h 51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6421" h="51802">
                      <a:moveTo>
                        <a:pt x="25398" y="21862"/>
                      </a:moveTo>
                      <a:cubicBezTo>
                        <a:pt x="26445" y="21767"/>
                        <a:pt x="27776" y="21576"/>
                        <a:pt x="29204" y="21291"/>
                      </a:cubicBezTo>
                      <a:cubicBezTo>
                        <a:pt x="30726" y="21006"/>
                        <a:pt x="31962" y="20721"/>
                        <a:pt x="32913" y="20246"/>
                      </a:cubicBezTo>
                      <a:cubicBezTo>
                        <a:pt x="33865" y="19770"/>
                        <a:pt x="34435" y="19105"/>
                        <a:pt x="34626" y="18060"/>
                      </a:cubicBezTo>
                      <a:cubicBezTo>
                        <a:pt x="34816" y="17014"/>
                        <a:pt x="35006" y="16064"/>
                        <a:pt x="35006" y="15113"/>
                      </a:cubicBezTo>
                      <a:cubicBezTo>
                        <a:pt x="35006" y="12166"/>
                        <a:pt x="34055" y="9790"/>
                        <a:pt x="32247" y="7984"/>
                      </a:cubicBezTo>
                      <a:cubicBezTo>
                        <a:pt x="30345" y="6083"/>
                        <a:pt x="27206" y="5228"/>
                        <a:pt x="22735" y="5228"/>
                      </a:cubicBezTo>
                      <a:cubicBezTo>
                        <a:pt x="20737" y="5228"/>
                        <a:pt x="18930" y="5418"/>
                        <a:pt x="17313" y="5703"/>
                      </a:cubicBezTo>
                      <a:cubicBezTo>
                        <a:pt x="15696" y="6083"/>
                        <a:pt x="14174" y="6653"/>
                        <a:pt x="12937" y="7509"/>
                      </a:cubicBezTo>
                      <a:cubicBezTo>
                        <a:pt x="11701" y="8364"/>
                        <a:pt x="10654" y="9505"/>
                        <a:pt x="9893" y="10931"/>
                      </a:cubicBezTo>
                      <a:cubicBezTo>
                        <a:pt x="9132" y="12357"/>
                        <a:pt x="8561" y="14163"/>
                        <a:pt x="8276" y="16254"/>
                      </a:cubicBezTo>
                      <a:lnTo>
                        <a:pt x="2473" y="16254"/>
                      </a:lnTo>
                      <a:cubicBezTo>
                        <a:pt x="2664" y="13307"/>
                        <a:pt x="3329" y="10836"/>
                        <a:pt x="4471" y="8745"/>
                      </a:cubicBezTo>
                      <a:cubicBezTo>
                        <a:pt x="5612" y="6653"/>
                        <a:pt x="7134" y="5038"/>
                        <a:pt x="8847" y="3707"/>
                      </a:cubicBezTo>
                      <a:cubicBezTo>
                        <a:pt x="10654" y="2376"/>
                        <a:pt x="12747" y="1426"/>
                        <a:pt x="15125" y="855"/>
                      </a:cubicBezTo>
                      <a:cubicBezTo>
                        <a:pt x="17503" y="285"/>
                        <a:pt x="19976" y="0"/>
                        <a:pt x="22640" y="0"/>
                      </a:cubicBezTo>
                      <a:cubicBezTo>
                        <a:pt x="25113" y="0"/>
                        <a:pt x="27396" y="285"/>
                        <a:pt x="29679" y="760"/>
                      </a:cubicBezTo>
                      <a:cubicBezTo>
                        <a:pt x="31867" y="1331"/>
                        <a:pt x="33769" y="2186"/>
                        <a:pt x="35387" y="3327"/>
                      </a:cubicBezTo>
                      <a:cubicBezTo>
                        <a:pt x="37004" y="4467"/>
                        <a:pt x="38240" y="6083"/>
                        <a:pt x="39192" y="7984"/>
                      </a:cubicBezTo>
                      <a:cubicBezTo>
                        <a:pt x="40143" y="9980"/>
                        <a:pt x="40524" y="12357"/>
                        <a:pt x="40524" y="15208"/>
                      </a:cubicBezTo>
                      <a:lnTo>
                        <a:pt x="40524" y="42012"/>
                      </a:lnTo>
                      <a:cubicBezTo>
                        <a:pt x="40524" y="44198"/>
                        <a:pt x="40904" y="45624"/>
                        <a:pt x="41665" y="46290"/>
                      </a:cubicBezTo>
                      <a:cubicBezTo>
                        <a:pt x="42426" y="46860"/>
                        <a:pt x="44043" y="46765"/>
                        <a:pt x="46421" y="45814"/>
                      </a:cubicBezTo>
                      <a:lnTo>
                        <a:pt x="46421" y="50282"/>
                      </a:lnTo>
                      <a:cubicBezTo>
                        <a:pt x="46421" y="50282"/>
                        <a:pt x="45375" y="50567"/>
                        <a:pt x="44423" y="50852"/>
                      </a:cubicBezTo>
                      <a:cubicBezTo>
                        <a:pt x="43567" y="51137"/>
                        <a:pt x="42711" y="51232"/>
                        <a:pt x="41950" y="51232"/>
                      </a:cubicBezTo>
                      <a:cubicBezTo>
                        <a:pt x="41094" y="51232"/>
                        <a:pt x="40238" y="51137"/>
                        <a:pt x="39382" y="50947"/>
                      </a:cubicBezTo>
                      <a:cubicBezTo>
                        <a:pt x="38431" y="50852"/>
                        <a:pt x="37670" y="50567"/>
                        <a:pt x="37099" y="50092"/>
                      </a:cubicBezTo>
                      <a:cubicBezTo>
                        <a:pt x="36528" y="49616"/>
                        <a:pt x="36053" y="49046"/>
                        <a:pt x="35672" y="48381"/>
                      </a:cubicBezTo>
                      <a:cubicBezTo>
                        <a:pt x="35291" y="47715"/>
                        <a:pt x="35101" y="46955"/>
                        <a:pt x="35006" y="46194"/>
                      </a:cubicBezTo>
                      <a:cubicBezTo>
                        <a:pt x="34911" y="45434"/>
                        <a:pt x="34816" y="44579"/>
                        <a:pt x="34816" y="43628"/>
                      </a:cubicBezTo>
                      <a:cubicBezTo>
                        <a:pt x="32438" y="46290"/>
                        <a:pt x="29679" y="48286"/>
                        <a:pt x="26540" y="49711"/>
                      </a:cubicBezTo>
                      <a:cubicBezTo>
                        <a:pt x="23401" y="51137"/>
                        <a:pt x="20071" y="51802"/>
                        <a:pt x="16457" y="51802"/>
                      </a:cubicBezTo>
                      <a:cubicBezTo>
                        <a:pt x="14269" y="51802"/>
                        <a:pt x="12176" y="51517"/>
                        <a:pt x="10178" y="50947"/>
                      </a:cubicBezTo>
                      <a:cubicBezTo>
                        <a:pt x="8181" y="50377"/>
                        <a:pt x="6468" y="49521"/>
                        <a:pt x="4946" y="48286"/>
                      </a:cubicBezTo>
                      <a:cubicBezTo>
                        <a:pt x="3424" y="47050"/>
                        <a:pt x="2188" y="45624"/>
                        <a:pt x="1332" y="43913"/>
                      </a:cubicBezTo>
                      <a:cubicBezTo>
                        <a:pt x="476" y="42202"/>
                        <a:pt x="0" y="40111"/>
                        <a:pt x="0" y="37640"/>
                      </a:cubicBezTo>
                      <a:cubicBezTo>
                        <a:pt x="0" y="29276"/>
                        <a:pt x="5708" y="24333"/>
                        <a:pt x="17218" y="22812"/>
                      </a:cubicBezTo>
                      <a:lnTo>
                        <a:pt x="25113" y="21767"/>
                      </a:lnTo>
                      <a:close/>
                      <a:moveTo>
                        <a:pt x="35006" y="24713"/>
                      </a:moveTo>
                      <a:cubicBezTo>
                        <a:pt x="32628" y="25759"/>
                        <a:pt x="30155" y="26424"/>
                        <a:pt x="27682" y="26709"/>
                      </a:cubicBezTo>
                      <a:cubicBezTo>
                        <a:pt x="25208" y="26994"/>
                        <a:pt x="22735" y="27280"/>
                        <a:pt x="20262" y="27470"/>
                      </a:cubicBezTo>
                      <a:cubicBezTo>
                        <a:pt x="15886" y="27755"/>
                        <a:pt x="12461" y="28800"/>
                        <a:pt x="9988" y="30416"/>
                      </a:cubicBezTo>
                      <a:cubicBezTo>
                        <a:pt x="7515" y="32032"/>
                        <a:pt x="6373" y="34598"/>
                        <a:pt x="6373" y="37925"/>
                      </a:cubicBezTo>
                      <a:cubicBezTo>
                        <a:pt x="6373" y="39446"/>
                        <a:pt x="6659" y="40777"/>
                        <a:pt x="7230" y="41917"/>
                      </a:cubicBezTo>
                      <a:cubicBezTo>
                        <a:pt x="7800" y="43058"/>
                        <a:pt x="8656" y="43913"/>
                        <a:pt x="9608" y="44674"/>
                      </a:cubicBezTo>
                      <a:cubicBezTo>
                        <a:pt x="10559" y="45434"/>
                        <a:pt x="11701" y="45909"/>
                        <a:pt x="13032" y="46290"/>
                      </a:cubicBezTo>
                      <a:cubicBezTo>
                        <a:pt x="14364" y="46670"/>
                        <a:pt x="15600" y="46860"/>
                        <a:pt x="17028" y="46860"/>
                      </a:cubicBezTo>
                      <a:cubicBezTo>
                        <a:pt x="19310" y="46860"/>
                        <a:pt x="21498" y="46575"/>
                        <a:pt x="23686" y="46004"/>
                      </a:cubicBezTo>
                      <a:cubicBezTo>
                        <a:pt x="25874" y="45434"/>
                        <a:pt x="27776" y="44579"/>
                        <a:pt x="29489" y="43438"/>
                      </a:cubicBezTo>
                      <a:cubicBezTo>
                        <a:pt x="31201" y="42297"/>
                        <a:pt x="32533" y="40777"/>
                        <a:pt x="33484" y="38971"/>
                      </a:cubicBezTo>
                      <a:cubicBezTo>
                        <a:pt x="34435" y="37165"/>
                        <a:pt x="35006" y="34979"/>
                        <a:pt x="35006" y="32507"/>
                      </a:cubicBezTo>
                      <a:lnTo>
                        <a:pt x="35006" y="24808"/>
                      </a:lnTo>
                      <a:close/>
                    </a:path>
                  </a:pathLst>
                </a:custGeom>
                <a:solidFill>
                  <a:srgbClr val="000000"/>
                </a:solidFill>
                <a:ln w="9506" cap="flat">
                  <a:noFill/>
                  <a:prstDash val="solid"/>
                  <a:miter/>
                </a:ln>
              </p:spPr>
              <p:txBody>
                <a:bodyPr rtlCol="0" anchor="ctr"/>
                <a:lstStyle/>
                <a:p>
                  <a:endParaRPr lang="en-US"/>
                </a:p>
              </p:txBody>
            </p:sp>
            <p:sp>
              <p:nvSpPr>
                <p:cNvPr id="4591" name="Freeform 4590">
                  <a:extLst>
                    <a:ext uri="{FF2B5EF4-FFF2-40B4-BE49-F238E27FC236}">
                      <a16:creationId xmlns:a16="http://schemas.microsoft.com/office/drawing/2014/main" id="{B9AA5F00-6E81-DF2F-A926-DE83DA84DFD8}"/>
                    </a:ext>
                  </a:extLst>
                </p:cNvPr>
                <p:cNvSpPr/>
                <p:nvPr/>
              </p:nvSpPr>
              <p:spPr>
                <a:xfrm>
                  <a:off x="7736534" y="3349062"/>
                  <a:ext cx="66968" cy="50566"/>
                </a:xfrm>
                <a:custGeom>
                  <a:avLst/>
                  <a:gdLst>
                    <a:gd name="connsiteX0" fmla="*/ 5708 w 66968"/>
                    <a:gd name="connsiteY0" fmla="*/ 50567 h 50566"/>
                    <a:gd name="connsiteX1" fmla="*/ 0 w 66968"/>
                    <a:gd name="connsiteY1" fmla="*/ 50567 h 50566"/>
                    <a:gd name="connsiteX2" fmla="*/ 0 w 66968"/>
                    <a:gd name="connsiteY2" fmla="*/ 1331 h 50566"/>
                    <a:gd name="connsiteX3" fmla="*/ 5708 w 66968"/>
                    <a:gd name="connsiteY3" fmla="*/ 1331 h 50566"/>
                    <a:gd name="connsiteX4" fmla="*/ 5708 w 66968"/>
                    <a:gd name="connsiteY4" fmla="*/ 8745 h 50566"/>
                    <a:gd name="connsiteX5" fmla="*/ 5898 w 66968"/>
                    <a:gd name="connsiteY5" fmla="*/ 8745 h 50566"/>
                    <a:gd name="connsiteX6" fmla="*/ 12176 w 66968"/>
                    <a:gd name="connsiteY6" fmla="*/ 2186 h 50566"/>
                    <a:gd name="connsiteX7" fmla="*/ 21118 w 66968"/>
                    <a:gd name="connsiteY7" fmla="*/ 0 h 50566"/>
                    <a:gd name="connsiteX8" fmla="*/ 26921 w 66968"/>
                    <a:gd name="connsiteY8" fmla="*/ 760 h 50566"/>
                    <a:gd name="connsiteX9" fmla="*/ 30916 w 66968"/>
                    <a:gd name="connsiteY9" fmla="*/ 2852 h 50566"/>
                    <a:gd name="connsiteX10" fmla="*/ 33675 w 66968"/>
                    <a:gd name="connsiteY10" fmla="*/ 5798 h 50566"/>
                    <a:gd name="connsiteX11" fmla="*/ 35577 w 66968"/>
                    <a:gd name="connsiteY11" fmla="*/ 9505 h 50566"/>
                    <a:gd name="connsiteX12" fmla="*/ 42236 w 66968"/>
                    <a:gd name="connsiteY12" fmla="*/ 2281 h 50566"/>
                    <a:gd name="connsiteX13" fmla="*/ 51653 w 66968"/>
                    <a:gd name="connsiteY13" fmla="*/ 0 h 50566"/>
                    <a:gd name="connsiteX14" fmla="*/ 59739 w 66968"/>
                    <a:gd name="connsiteY14" fmla="*/ 1616 h 50566"/>
                    <a:gd name="connsiteX15" fmla="*/ 64305 w 66968"/>
                    <a:gd name="connsiteY15" fmla="*/ 5988 h 50566"/>
                    <a:gd name="connsiteX16" fmla="*/ 66493 w 66968"/>
                    <a:gd name="connsiteY16" fmla="*/ 12262 h 50566"/>
                    <a:gd name="connsiteX17" fmla="*/ 66968 w 66968"/>
                    <a:gd name="connsiteY17" fmla="*/ 19485 h 50566"/>
                    <a:gd name="connsiteX18" fmla="*/ 66968 w 66968"/>
                    <a:gd name="connsiteY18" fmla="*/ 50567 h 50566"/>
                    <a:gd name="connsiteX19" fmla="*/ 61261 w 66968"/>
                    <a:gd name="connsiteY19" fmla="*/ 50567 h 50566"/>
                    <a:gd name="connsiteX20" fmla="*/ 61261 w 66968"/>
                    <a:gd name="connsiteY20" fmla="*/ 16539 h 50566"/>
                    <a:gd name="connsiteX21" fmla="*/ 58978 w 66968"/>
                    <a:gd name="connsiteY21" fmla="*/ 8174 h 50566"/>
                    <a:gd name="connsiteX22" fmla="*/ 50607 w 66968"/>
                    <a:gd name="connsiteY22" fmla="*/ 5133 h 50566"/>
                    <a:gd name="connsiteX23" fmla="*/ 44614 w 66968"/>
                    <a:gd name="connsiteY23" fmla="*/ 6558 h 50566"/>
                    <a:gd name="connsiteX24" fmla="*/ 39477 w 66968"/>
                    <a:gd name="connsiteY24" fmla="*/ 10741 h 50566"/>
                    <a:gd name="connsiteX25" fmla="*/ 37860 w 66968"/>
                    <a:gd name="connsiteY25" fmla="*/ 13687 h 50566"/>
                    <a:gd name="connsiteX26" fmla="*/ 36814 w 66968"/>
                    <a:gd name="connsiteY26" fmla="*/ 17109 h 50566"/>
                    <a:gd name="connsiteX27" fmla="*/ 36338 w 66968"/>
                    <a:gd name="connsiteY27" fmla="*/ 20721 h 50566"/>
                    <a:gd name="connsiteX28" fmla="*/ 36243 w 66968"/>
                    <a:gd name="connsiteY28" fmla="*/ 24048 h 50566"/>
                    <a:gd name="connsiteX29" fmla="*/ 36243 w 66968"/>
                    <a:gd name="connsiteY29" fmla="*/ 50567 h 50566"/>
                    <a:gd name="connsiteX30" fmla="*/ 30535 w 66968"/>
                    <a:gd name="connsiteY30" fmla="*/ 50567 h 50566"/>
                    <a:gd name="connsiteX31" fmla="*/ 30535 w 66968"/>
                    <a:gd name="connsiteY31" fmla="*/ 16539 h 50566"/>
                    <a:gd name="connsiteX32" fmla="*/ 28348 w 66968"/>
                    <a:gd name="connsiteY32" fmla="*/ 8174 h 50566"/>
                    <a:gd name="connsiteX33" fmla="*/ 19976 w 66968"/>
                    <a:gd name="connsiteY33" fmla="*/ 5133 h 50566"/>
                    <a:gd name="connsiteX34" fmla="*/ 13983 w 66968"/>
                    <a:gd name="connsiteY34" fmla="*/ 6558 h 50566"/>
                    <a:gd name="connsiteX35" fmla="*/ 8847 w 66968"/>
                    <a:gd name="connsiteY35" fmla="*/ 10741 h 50566"/>
                    <a:gd name="connsiteX36" fmla="*/ 7230 w 66968"/>
                    <a:gd name="connsiteY36" fmla="*/ 13687 h 50566"/>
                    <a:gd name="connsiteX37" fmla="*/ 6183 w 66968"/>
                    <a:gd name="connsiteY37" fmla="*/ 17109 h 50566"/>
                    <a:gd name="connsiteX38" fmla="*/ 5708 w 66968"/>
                    <a:gd name="connsiteY38" fmla="*/ 20721 h 50566"/>
                    <a:gd name="connsiteX39" fmla="*/ 5612 w 66968"/>
                    <a:gd name="connsiteY39" fmla="*/ 24048 h 50566"/>
                    <a:gd name="connsiteX40" fmla="*/ 5612 w 66968"/>
                    <a:gd name="connsiteY40" fmla="*/ 50567 h 505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6968" h="50566">
                      <a:moveTo>
                        <a:pt x="5708" y="50567"/>
                      </a:moveTo>
                      <a:lnTo>
                        <a:pt x="0" y="50567"/>
                      </a:lnTo>
                      <a:lnTo>
                        <a:pt x="0" y="1331"/>
                      </a:lnTo>
                      <a:lnTo>
                        <a:pt x="5708" y="1331"/>
                      </a:lnTo>
                      <a:lnTo>
                        <a:pt x="5708" y="8745"/>
                      </a:lnTo>
                      <a:lnTo>
                        <a:pt x="5898" y="8745"/>
                      </a:lnTo>
                      <a:cubicBezTo>
                        <a:pt x="7325" y="5893"/>
                        <a:pt x="9418" y="3707"/>
                        <a:pt x="12176" y="2186"/>
                      </a:cubicBezTo>
                      <a:cubicBezTo>
                        <a:pt x="14935" y="665"/>
                        <a:pt x="17884" y="0"/>
                        <a:pt x="21118" y="0"/>
                      </a:cubicBezTo>
                      <a:cubicBezTo>
                        <a:pt x="23401" y="0"/>
                        <a:pt x="25303" y="285"/>
                        <a:pt x="26921" y="760"/>
                      </a:cubicBezTo>
                      <a:cubicBezTo>
                        <a:pt x="28538" y="1236"/>
                        <a:pt x="29870" y="1901"/>
                        <a:pt x="30916" y="2852"/>
                      </a:cubicBezTo>
                      <a:cubicBezTo>
                        <a:pt x="32057" y="3707"/>
                        <a:pt x="32914" y="4658"/>
                        <a:pt x="33675" y="5798"/>
                      </a:cubicBezTo>
                      <a:cubicBezTo>
                        <a:pt x="34435" y="6939"/>
                        <a:pt x="35006" y="8174"/>
                        <a:pt x="35577" y="9505"/>
                      </a:cubicBezTo>
                      <a:cubicBezTo>
                        <a:pt x="37194" y="6273"/>
                        <a:pt x="39477" y="3897"/>
                        <a:pt x="42236" y="2281"/>
                      </a:cubicBezTo>
                      <a:cubicBezTo>
                        <a:pt x="44994" y="760"/>
                        <a:pt x="48133" y="0"/>
                        <a:pt x="51653" y="0"/>
                      </a:cubicBezTo>
                      <a:cubicBezTo>
                        <a:pt x="54983" y="0"/>
                        <a:pt x="57741" y="570"/>
                        <a:pt x="59739" y="1616"/>
                      </a:cubicBezTo>
                      <a:cubicBezTo>
                        <a:pt x="61737" y="2661"/>
                        <a:pt x="63258" y="4182"/>
                        <a:pt x="64305" y="5988"/>
                      </a:cubicBezTo>
                      <a:cubicBezTo>
                        <a:pt x="65351" y="7794"/>
                        <a:pt x="66112" y="9885"/>
                        <a:pt x="66493" y="12262"/>
                      </a:cubicBezTo>
                      <a:cubicBezTo>
                        <a:pt x="66873" y="14638"/>
                        <a:pt x="66968" y="17014"/>
                        <a:pt x="66968" y="19485"/>
                      </a:cubicBezTo>
                      <a:lnTo>
                        <a:pt x="66968" y="50567"/>
                      </a:lnTo>
                      <a:lnTo>
                        <a:pt x="61261" y="50567"/>
                      </a:lnTo>
                      <a:lnTo>
                        <a:pt x="61261" y="16539"/>
                      </a:lnTo>
                      <a:cubicBezTo>
                        <a:pt x="61261" y="13022"/>
                        <a:pt x="60500" y="10170"/>
                        <a:pt x="58978" y="8174"/>
                      </a:cubicBezTo>
                      <a:cubicBezTo>
                        <a:pt x="57456" y="6178"/>
                        <a:pt x="54697" y="5133"/>
                        <a:pt x="50607" y="5133"/>
                      </a:cubicBezTo>
                      <a:cubicBezTo>
                        <a:pt x="48514" y="5133"/>
                        <a:pt x="46517" y="5608"/>
                        <a:pt x="44614" y="6558"/>
                      </a:cubicBezTo>
                      <a:cubicBezTo>
                        <a:pt x="42712" y="7509"/>
                        <a:pt x="40999" y="8840"/>
                        <a:pt x="39477" y="10741"/>
                      </a:cubicBezTo>
                      <a:cubicBezTo>
                        <a:pt x="38811" y="11596"/>
                        <a:pt x="38336" y="12547"/>
                        <a:pt x="37860" y="13687"/>
                      </a:cubicBezTo>
                      <a:cubicBezTo>
                        <a:pt x="37385" y="14828"/>
                        <a:pt x="37099" y="15969"/>
                        <a:pt x="36814" y="17109"/>
                      </a:cubicBezTo>
                      <a:cubicBezTo>
                        <a:pt x="36528" y="18345"/>
                        <a:pt x="36433" y="19485"/>
                        <a:pt x="36338" y="20721"/>
                      </a:cubicBezTo>
                      <a:cubicBezTo>
                        <a:pt x="36338" y="21957"/>
                        <a:pt x="36243" y="23002"/>
                        <a:pt x="36243" y="24048"/>
                      </a:cubicBezTo>
                      <a:lnTo>
                        <a:pt x="36243" y="50567"/>
                      </a:lnTo>
                      <a:lnTo>
                        <a:pt x="30535" y="50567"/>
                      </a:lnTo>
                      <a:lnTo>
                        <a:pt x="30535" y="16539"/>
                      </a:lnTo>
                      <a:cubicBezTo>
                        <a:pt x="30535" y="13022"/>
                        <a:pt x="29774" y="10170"/>
                        <a:pt x="28348" y="8174"/>
                      </a:cubicBezTo>
                      <a:cubicBezTo>
                        <a:pt x="26825" y="6178"/>
                        <a:pt x="24067" y="5133"/>
                        <a:pt x="19976" y="5133"/>
                      </a:cubicBezTo>
                      <a:cubicBezTo>
                        <a:pt x="17884" y="5133"/>
                        <a:pt x="15886" y="5608"/>
                        <a:pt x="13983" y="6558"/>
                      </a:cubicBezTo>
                      <a:cubicBezTo>
                        <a:pt x="12081" y="7509"/>
                        <a:pt x="10369" y="8840"/>
                        <a:pt x="8847" y="10741"/>
                      </a:cubicBezTo>
                      <a:cubicBezTo>
                        <a:pt x="8181" y="11596"/>
                        <a:pt x="7705" y="12547"/>
                        <a:pt x="7230" y="13687"/>
                      </a:cubicBezTo>
                      <a:cubicBezTo>
                        <a:pt x="6849" y="14828"/>
                        <a:pt x="6469" y="15969"/>
                        <a:pt x="6183" y="17109"/>
                      </a:cubicBezTo>
                      <a:cubicBezTo>
                        <a:pt x="5898" y="18345"/>
                        <a:pt x="5803" y="19485"/>
                        <a:pt x="5708" y="20721"/>
                      </a:cubicBezTo>
                      <a:cubicBezTo>
                        <a:pt x="5708" y="21957"/>
                        <a:pt x="5612" y="23002"/>
                        <a:pt x="5612" y="24048"/>
                      </a:cubicBezTo>
                      <a:lnTo>
                        <a:pt x="5612" y="50567"/>
                      </a:lnTo>
                      <a:close/>
                    </a:path>
                  </a:pathLst>
                </a:custGeom>
                <a:solidFill>
                  <a:srgbClr val="000000"/>
                </a:solidFill>
                <a:ln w="9506" cap="flat">
                  <a:noFill/>
                  <a:prstDash val="solid"/>
                  <a:miter/>
                </a:ln>
              </p:spPr>
              <p:txBody>
                <a:bodyPr rtlCol="0" anchor="ctr"/>
                <a:lstStyle/>
                <a:p>
                  <a:endParaRPr lang="en-US"/>
                </a:p>
              </p:txBody>
            </p:sp>
            <p:sp>
              <p:nvSpPr>
                <p:cNvPr id="4592" name="Freeform 4591">
                  <a:extLst>
                    <a:ext uri="{FF2B5EF4-FFF2-40B4-BE49-F238E27FC236}">
                      <a16:creationId xmlns:a16="http://schemas.microsoft.com/office/drawing/2014/main" id="{9D0D294D-DE96-4093-F007-9065B8FCE4F5}"/>
                    </a:ext>
                  </a:extLst>
                </p:cNvPr>
                <p:cNvSpPr/>
                <p:nvPr/>
              </p:nvSpPr>
              <p:spPr>
                <a:xfrm>
                  <a:off x="7813966" y="3349157"/>
                  <a:ext cx="44426" cy="51897"/>
                </a:xfrm>
                <a:custGeom>
                  <a:avLst/>
                  <a:gdLst>
                    <a:gd name="connsiteX0" fmla="*/ 6088 w 44426"/>
                    <a:gd name="connsiteY0" fmla="*/ 27184 h 51897"/>
                    <a:gd name="connsiteX1" fmla="*/ 7134 w 44426"/>
                    <a:gd name="connsiteY1" fmla="*/ 34788 h 51897"/>
                    <a:gd name="connsiteX2" fmla="*/ 10273 w 44426"/>
                    <a:gd name="connsiteY2" fmla="*/ 40967 h 51897"/>
                    <a:gd name="connsiteX3" fmla="*/ 15410 w 44426"/>
                    <a:gd name="connsiteY3" fmla="*/ 45149 h 51897"/>
                    <a:gd name="connsiteX4" fmla="*/ 22640 w 44426"/>
                    <a:gd name="connsiteY4" fmla="*/ 46765 h 51897"/>
                    <a:gd name="connsiteX5" fmla="*/ 32247 w 44426"/>
                    <a:gd name="connsiteY5" fmla="*/ 43818 h 51897"/>
                    <a:gd name="connsiteX6" fmla="*/ 37574 w 44426"/>
                    <a:gd name="connsiteY6" fmla="*/ 35454 h 51897"/>
                    <a:gd name="connsiteX7" fmla="*/ 43948 w 44426"/>
                    <a:gd name="connsiteY7" fmla="*/ 35454 h 51897"/>
                    <a:gd name="connsiteX8" fmla="*/ 41189 w 44426"/>
                    <a:gd name="connsiteY8" fmla="*/ 42012 h 51897"/>
                    <a:gd name="connsiteX9" fmla="*/ 36909 w 44426"/>
                    <a:gd name="connsiteY9" fmla="*/ 47240 h 51897"/>
                    <a:gd name="connsiteX10" fmla="*/ 30821 w 44426"/>
                    <a:gd name="connsiteY10" fmla="*/ 50662 h 51897"/>
                    <a:gd name="connsiteX11" fmla="*/ 22640 w 44426"/>
                    <a:gd name="connsiteY11" fmla="*/ 51897 h 51897"/>
                    <a:gd name="connsiteX12" fmla="*/ 12461 w 44426"/>
                    <a:gd name="connsiteY12" fmla="*/ 49901 h 51897"/>
                    <a:gd name="connsiteX13" fmla="*/ 5422 w 44426"/>
                    <a:gd name="connsiteY13" fmla="*/ 44388 h 51897"/>
                    <a:gd name="connsiteX14" fmla="*/ 1332 w 44426"/>
                    <a:gd name="connsiteY14" fmla="*/ 36214 h 51897"/>
                    <a:gd name="connsiteX15" fmla="*/ 0 w 44426"/>
                    <a:gd name="connsiteY15" fmla="*/ 26139 h 51897"/>
                    <a:gd name="connsiteX16" fmla="*/ 1617 w 44426"/>
                    <a:gd name="connsiteY16" fmla="*/ 15968 h 51897"/>
                    <a:gd name="connsiteX17" fmla="*/ 6088 w 44426"/>
                    <a:gd name="connsiteY17" fmla="*/ 7604 h 51897"/>
                    <a:gd name="connsiteX18" fmla="*/ 13222 w 44426"/>
                    <a:gd name="connsiteY18" fmla="*/ 1996 h 51897"/>
                    <a:gd name="connsiteX19" fmla="*/ 22735 w 44426"/>
                    <a:gd name="connsiteY19" fmla="*/ 0 h 51897"/>
                    <a:gd name="connsiteX20" fmla="*/ 38716 w 44426"/>
                    <a:gd name="connsiteY20" fmla="*/ 6939 h 51897"/>
                    <a:gd name="connsiteX21" fmla="*/ 44423 w 44426"/>
                    <a:gd name="connsiteY21" fmla="*/ 27184 h 51897"/>
                    <a:gd name="connsiteX22" fmla="*/ 6183 w 44426"/>
                    <a:gd name="connsiteY22" fmla="*/ 27184 h 51897"/>
                    <a:gd name="connsiteX23" fmla="*/ 38240 w 44426"/>
                    <a:gd name="connsiteY23" fmla="*/ 22432 h 51897"/>
                    <a:gd name="connsiteX24" fmla="*/ 37194 w 44426"/>
                    <a:gd name="connsiteY24" fmla="*/ 15683 h 51897"/>
                    <a:gd name="connsiteX25" fmla="*/ 34245 w 44426"/>
                    <a:gd name="connsiteY25" fmla="*/ 10170 h 51897"/>
                    <a:gd name="connsiteX26" fmla="*/ 29299 w 44426"/>
                    <a:gd name="connsiteY26" fmla="*/ 6463 h 51897"/>
                    <a:gd name="connsiteX27" fmla="*/ 22545 w 44426"/>
                    <a:gd name="connsiteY27" fmla="*/ 5038 h 51897"/>
                    <a:gd name="connsiteX28" fmla="*/ 15791 w 44426"/>
                    <a:gd name="connsiteY28" fmla="*/ 6463 h 51897"/>
                    <a:gd name="connsiteX29" fmla="*/ 10844 w 44426"/>
                    <a:gd name="connsiteY29" fmla="*/ 10265 h 51897"/>
                    <a:gd name="connsiteX30" fmla="*/ 7515 w 44426"/>
                    <a:gd name="connsiteY30" fmla="*/ 15778 h 51897"/>
                    <a:gd name="connsiteX31" fmla="*/ 5898 w 44426"/>
                    <a:gd name="connsiteY31" fmla="*/ 22432 h 51897"/>
                    <a:gd name="connsiteX32" fmla="*/ 38050 w 44426"/>
                    <a:gd name="connsiteY32" fmla="*/ 22432 h 51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4426" h="51897">
                      <a:moveTo>
                        <a:pt x="6088" y="27184"/>
                      </a:moveTo>
                      <a:cubicBezTo>
                        <a:pt x="6088" y="29846"/>
                        <a:pt x="6468" y="32412"/>
                        <a:pt x="7134" y="34788"/>
                      </a:cubicBezTo>
                      <a:cubicBezTo>
                        <a:pt x="7800" y="37165"/>
                        <a:pt x="8847" y="39256"/>
                        <a:pt x="10273" y="40967"/>
                      </a:cubicBezTo>
                      <a:cubicBezTo>
                        <a:pt x="11605" y="42678"/>
                        <a:pt x="13413" y="44103"/>
                        <a:pt x="15410" y="45149"/>
                      </a:cubicBezTo>
                      <a:cubicBezTo>
                        <a:pt x="17408" y="46194"/>
                        <a:pt x="19881" y="46765"/>
                        <a:pt x="22640" y="46765"/>
                      </a:cubicBezTo>
                      <a:cubicBezTo>
                        <a:pt x="26350" y="46765"/>
                        <a:pt x="29584" y="45814"/>
                        <a:pt x="32247" y="43818"/>
                      </a:cubicBezTo>
                      <a:cubicBezTo>
                        <a:pt x="34911" y="41822"/>
                        <a:pt x="36718" y="39066"/>
                        <a:pt x="37574" y="35454"/>
                      </a:cubicBezTo>
                      <a:lnTo>
                        <a:pt x="43948" y="35454"/>
                      </a:lnTo>
                      <a:cubicBezTo>
                        <a:pt x="43282" y="37830"/>
                        <a:pt x="42331" y="39921"/>
                        <a:pt x="41189" y="42012"/>
                      </a:cubicBezTo>
                      <a:cubicBezTo>
                        <a:pt x="40048" y="44008"/>
                        <a:pt x="38621" y="45719"/>
                        <a:pt x="36909" y="47240"/>
                      </a:cubicBezTo>
                      <a:cubicBezTo>
                        <a:pt x="35196" y="48761"/>
                        <a:pt x="33199" y="49901"/>
                        <a:pt x="30821" y="50662"/>
                      </a:cubicBezTo>
                      <a:cubicBezTo>
                        <a:pt x="28442" y="51517"/>
                        <a:pt x="25779" y="51897"/>
                        <a:pt x="22640" y="51897"/>
                      </a:cubicBezTo>
                      <a:cubicBezTo>
                        <a:pt x="18740" y="51897"/>
                        <a:pt x="15315" y="51232"/>
                        <a:pt x="12461" y="49901"/>
                      </a:cubicBezTo>
                      <a:cubicBezTo>
                        <a:pt x="9607" y="48571"/>
                        <a:pt x="7229" y="46765"/>
                        <a:pt x="5422" y="44388"/>
                      </a:cubicBezTo>
                      <a:cubicBezTo>
                        <a:pt x="3615" y="42107"/>
                        <a:pt x="2188" y="39351"/>
                        <a:pt x="1332" y="36214"/>
                      </a:cubicBezTo>
                      <a:cubicBezTo>
                        <a:pt x="476" y="33077"/>
                        <a:pt x="0" y="29656"/>
                        <a:pt x="0" y="26139"/>
                      </a:cubicBezTo>
                      <a:cubicBezTo>
                        <a:pt x="0" y="22622"/>
                        <a:pt x="476" y="19105"/>
                        <a:pt x="1617" y="15968"/>
                      </a:cubicBezTo>
                      <a:cubicBezTo>
                        <a:pt x="2664" y="12832"/>
                        <a:pt x="4186" y="10075"/>
                        <a:pt x="6088" y="7604"/>
                      </a:cubicBezTo>
                      <a:cubicBezTo>
                        <a:pt x="7991" y="5133"/>
                        <a:pt x="10369" y="3327"/>
                        <a:pt x="13222" y="1996"/>
                      </a:cubicBezTo>
                      <a:cubicBezTo>
                        <a:pt x="15981" y="665"/>
                        <a:pt x="19215" y="0"/>
                        <a:pt x="22735" y="0"/>
                      </a:cubicBezTo>
                      <a:cubicBezTo>
                        <a:pt x="29489" y="0"/>
                        <a:pt x="34816" y="2281"/>
                        <a:pt x="38716" y="6939"/>
                      </a:cubicBezTo>
                      <a:cubicBezTo>
                        <a:pt x="42616" y="11596"/>
                        <a:pt x="44519" y="18345"/>
                        <a:pt x="44423" y="27184"/>
                      </a:cubicBezTo>
                      <a:lnTo>
                        <a:pt x="6183" y="27184"/>
                      </a:lnTo>
                      <a:close/>
                      <a:moveTo>
                        <a:pt x="38240" y="22432"/>
                      </a:moveTo>
                      <a:cubicBezTo>
                        <a:pt x="38240" y="20056"/>
                        <a:pt x="37860" y="17774"/>
                        <a:pt x="37194" y="15683"/>
                      </a:cubicBezTo>
                      <a:cubicBezTo>
                        <a:pt x="36528" y="13592"/>
                        <a:pt x="35577" y="11691"/>
                        <a:pt x="34245" y="10170"/>
                      </a:cubicBezTo>
                      <a:cubicBezTo>
                        <a:pt x="32913" y="8649"/>
                        <a:pt x="31296" y="7414"/>
                        <a:pt x="29299" y="6463"/>
                      </a:cubicBezTo>
                      <a:cubicBezTo>
                        <a:pt x="27301" y="5513"/>
                        <a:pt x="25113" y="5038"/>
                        <a:pt x="22545" y="5038"/>
                      </a:cubicBezTo>
                      <a:cubicBezTo>
                        <a:pt x="19976" y="5038"/>
                        <a:pt x="17788" y="5513"/>
                        <a:pt x="15791" y="6463"/>
                      </a:cubicBezTo>
                      <a:cubicBezTo>
                        <a:pt x="13793" y="7414"/>
                        <a:pt x="12176" y="8649"/>
                        <a:pt x="10844" y="10265"/>
                      </a:cubicBezTo>
                      <a:cubicBezTo>
                        <a:pt x="9513" y="11881"/>
                        <a:pt x="8371" y="13687"/>
                        <a:pt x="7515" y="15778"/>
                      </a:cubicBezTo>
                      <a:cubicBezTo>
                        <a:pt x="6659" y="17869"/>
                        <a:pt x="6183" y="20056"/>
                        <a:pt x="5898" y="22432"/>
                      </a:cubicBezTo>
                      <a:lnTo>
                        <a:pt x="38050" y="22432"/>
                      </a:lnTo>
                      <a:close/>
                    </a:path>
                  </a:pathLst>
                </a:custGeom>
                <a:solidFill>
                  <a:srgbClr val="000000"/>
                </a:solidFill>
                <a:ln w="9506" cap="flat">
                  <a:noFill/>
                  <a:prstDash val="solid"/>
                  <a:miter/>
                </a:ln>
              </p:spPr>
              <p:txBody>
                <a:bodyPr rtlCol="0" anchor="ctr"/>
                <a:lstStyle/>
                <a:p>
                  <a:endParaRPr lang="en-US"/>
                </a:p>
              </p:txBody>
            </p:sp>
            <p:sp>
              <p:nvSpPr>
                <p:cNvPr id="4593" name="Freeform 4592">
                  <a:extLst>
                    <a:ext uri="{FF2B5EF4-FFF2-40B4-BE49-F238E27FC236}">
                      <a16:creationId xmlns:a16="http://schemas.microsoft.com/office/drawing/2014/main" id="{CC56DD0E-38FD-3743-5E7E-335D495957BE}"/>
                    </a:ext>
                  </a:extLst>
                </p:cNvPr>
                <p:cNvSpPr/>
                <p:nvPr/>
              </p:nvSpPr>
              <p:spPr>
                <a:xfrm>
                  <a:off x="7896725" y="3331193"/>
                  <a:ext cx="55838" cy="68816"/>
                </a:xfrm>
                <a:custGeom>
                  <a:avLst/>
                  <a:gdLst>
                    <a:gd name="connsiteX0" fmla="*/ 0 w 55838"/>
                    <a:gd name="connsiteY0" fmla="*/ 68436 h 68816"/>
                    <a:gd name="connsiteX1" fmla="*/ 0 w 55838"/>
                    <a:gd name="connsiteY1" fmla="*/ 0 h 68816"/>
                    <a:gd name="connsiteX2" fmla="*/ 23401 w 55838"/>
                    <a:gd name="connsiteY2" fmla="*/ 0 h 68816"/>
                    <a:gd name="connsiteX3" fmla="*/ 29013 w 55838"/>
                    <a:gd name="connsiteY3" fmla="*/ 190 h 68816"/>
                    <a:gd name="connsiteX4" fmla="*/ 34436 w 55838"/>
                    <a:gd name="connsiteY4" fmla="*/ 855 h 68816"/>
                    <a:gd name="connsiteX5" fmla="*/ 39572 w 55838"/>
                    <a:gd name="connsiteY5" fmla="*/ 2471 h 68816"/>
                    <a:gd name="connsiteX6" fmla="*/ 44519 w 55838"/>
                    <a:gd name="connsiteY6" fmla="*/ 5228 h 68816"/>
                    <a:gd name="connsiteX7" fmla="*/ 50131 w 55838"/>
                    <a:gd name="connsiteY7" fmla="*/ 11311 h 68816"/>
                    <a:gd name="connsiteX8" fmla="*/ 53556 w 55838"/>
                    <a:gd name="connsiteY8" fmla="*/ 18820 h 68816"/>
                    <a:gd name="connsiteX9" fmla="*/ 55363 w 55838"/>
                    <a:gd name="connsiteY9" fmla="*/ 26804 h 68816"/>
                    <a:gd name="connsiteX10" fmla="*/ 55839 w 55838"/>
                    <a:gd name="connsiteY10" fmla="*/ 34313 h 68816"/>
                    <a:gd name="connsiteX11" fmla="*/ 55458 w 55838"/>
                    <a:gd name="connsiteY11" fmla="*/ 41252 h 68816"/>
                    <a:gd name="connsiteX12" fmla="*/ 54126 w 55838"/>
                    <a:gd name="connsiteY12" fmla="*/ 48190 h 68816"/>
                    <a:gd name="connsiteX13" fmla="*/ 51558 w 55838"/>
                    <a:gd name="connsiteY13" fmla="*/ 54654 h 68816"/>
                    <a:gd name="connsiteX14" fmla="*/ 47563 w 55838"/>
                    <a:gd name="connsiteY14" fmla="*/ 60357 h 68816"/>
                    <a:gd name="connsiteX15" fmla="*/ 42426 w 55838"/>
                    <a:gd name="connsiteY15" fmla="*/ 64634 h 68816"/>
                    <a:gd name="connsiteX16" fmla="*/ 36528 w 55838"/>
                    <a:gd name="connsiteY16" fmla="*/ 67201 h 68816"/>
                    <a:gd name="connsiteX17" fmla="*/ 30155 w 55838"/>
                    <a:gd name="connsiteY17" fmla="*/ 68436 h 68816"/>
                    <a:gd name="connsiteX18" fmla="*/ 23401 w 55838"/>
                    <a:gd name="connsiteY18" fmla="*/ 68816 h 68816"/>
                    <a:gd name="connsiteX19" fmla="*/ 0 w 55838"/>
                    <a:gd name="connsiteY19" fmla="*/ 68816 h 68816"/>
                    <a:gd name="connsiteX20" fmla="*/ 6469 w 55838"/>
                    <a:gd name="connsiteY20" fmla="*/ 62923 h 68816"/>
                    <a:gd name="connsiteX21" fmla="*/ 21974 w 55838"/>
                    <a:gd name="connsiteY21" fmla="*/ 62923 h 68816"/>
                    <a:gd name="connsiteX22" fmla="*/ 30155 w 55838"/>
                    <a:gd name="connsiteY22" fmla="*/ 62448 h 68816"/>
                    <a:gd name="connsiteX23" fmla="*/ 38050 w 55838"/>
                    <a:gd name="connsiteY23" fmla="*/ 59787 h 68816"/>
                    <a:gd name="connsiteX24" fmla="*/ 43663 w 55838"/>
                    <a:gd name="connsiteY24" fmla="*/ 55129 h 68816"/>
                    <a:gd name="connsiteX25" fmla="*/ 47182 w 55838"/>
                    <a:gd name="connsiteY25" fmla="*/ 48666 h 68816"/>
                    <a:gd name="connsiteX26" fmla="*/ 48990 w 55838"/>
                    <a:gd name="connsiteY26" fmla="*/ 41442 h 68816"/>
                    <a:gd name="connsiteX27" fmla="*/ 49465 w 55838"/>
                    <a:gd name="connsiteY27" fmla="*/ 34123 h 68816"/>
                    <a:gd name="connsiteX28" fmla="*/ 48990 w 55838"/>
                    <a:gd name="connsiteY28" fmla="*/ 26614 h 68816"/>
                    <a:gd name="connsiteX29" fmla="*/ 47182 w 55838"/>
                    <a:gd name="connsiteY29" fmla="*/ 19295 h 68816"/>
                    <a:gd name="connsiteX30" fmla="*/ 43568 w 55838"/>
                    <a:gd name="connsiteY30" fmla="*/ 12927 h 68816"/>
                    <a:gd name="connsiteX31" fmla="*/ 37670 w 55838"/>
                    <a:gd name="connsiteY31" fmla="*/ 8174 h 68816"/>
                    <a:gd name="connsiteX32" fmla="*/ 30440 w 55838"/>
                    <a:gd name="connsiteY32" fmla="*/ 6083 h 68816"/>
                    <a:gd name="connsiteX33" fmla="*/ 21974 w 55838"/>
                    <a:gd name="connsiteY33" fmla="*/ 5608 h 68816"/>
                    <a:gd name="connsiteX34" fmla="*/ 6469 w 55838"/>
                    <a:gd name="connsiteY34" fmla="*/ 5608 h 68816"/>
                    <a:gd name="connsiteX35" fmla="*/ 6469 w 55838"/>
                    <a:gd name="connsiteY35" fmla="*/ 63018 h 68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838" h="68816">
                      <a:moveTo>
                        <a:pt x="0" y="68436"/>
                      </a:moveTo>
                      <a:lnTo>
                        <a:pt x="0" y="0"/>
                      </a:lnTo>
                      <a:lnTo>
                        <a:pt x="23401" y="0"/>
                      </a:lnTo>
                      <a:cubicBezTo>
                        <a:pt x="25303" y="0"/>
                        <a:pt x="27206" y="0"/>
                        <a:pt x="29013" y="190"/>
                      </a:cubicBezTo>
                      <a:cubicBezTo>
                        <a:pt x="30821" y="285"/>
                        <a:pt x="32628" y="475"/>
                        <a:pt x="34436" y="855"/>
                      </a:cubicBezTo>
                      <a:cubicBezTo>
                        <a:pt x="36243" y="1236"/>
                        <a:pt x="37955" y="1711"/>
                        <a:pt x="39572" y="2471"/>
                      </a:cubicBezTo>
                      <a:cubicBezTo>
                        <a:pt x="41285" y="3137"/>
                        <a:pt x="42902" y="4087"/>
                        <a:pt x="44519" y="5228"/>
                      </a:cubicBezTo>
                      <a:cubicBezTo>
                        <a:pt x="46802" y="6843"/>
                        <a:pt x="48704" y="8935"/>
                        <a:pt x="50131" y="11311"/>
                      </a:cubicBezTo>
                      <a:cubicBezTo>
                        <a:pt x="51558" y="13687"/>
                        <a:pt x="52700" y="16159"/>
                        <a:pt x="53556" y="18820"/>
                      </a:cubicBezTo>
                      <a:cubicBezTo>
                        <a:pt x="54412" y="21481"/>
                        <a:pt x="54983" y="24143"/>
                        <a:pt x="55363" y="26804"/>
                      </a:cubicBezTo>
                      <a:cubicBezTo>
                        <a:pt x="55744" y="29466"/>
                        <a:pt x="55839" y="31937"/>
                        <a:pt x="55839" y="34313"/>
                      </a:cubicBezTo>
                      <a:cubicBezTo>
                        <a:pt x="55839" y="36689"/>
                        <a:pt x="55744" y="38876"/>
                        <a:pt x="55458" y="41252"/>
                      </a:cubicBezTo>
                      <a:cubicBezTo>
                        <a:pt x="55173" y="43628"/>
                        <a:pt x="54697" y="45909"/>
                        <a:pt x="54126" y="48190"/>
                      </a:cubicBezTo>
                      <a:cubicBezTo>
                        <a:pt x="53461" y="50472"/>
                        <a:pt x="52604" y="52563"/>
                        <a:pt x="51558" y="54654"/>
                      </a:cubicBezTo>
                      <a:cubicBezTo>
                        <a:pt x="50512" y="56745"/>
                        <a:pt x="49180" y="58646"/>
                        <a:pt x="47563" y="60357"/>
                      </a:cubicBezTo>
                      <a:cubicBezTo>
                        <a:pt x="45946" y="62163"/>
                        <a:pt x="44234" y="63589"/>
                        <a:pt x="42426" y="64634"/>
                      </a:cubicBezTo>
                      <a:cubicBezTo>
                        <a:pt x="40524" y="65680"/>
                        <a:pt x="38621" y="66535"/>
                        <a:pt x="36528" y="67201"/>
                      </a:cubicBezTo>
                      <a:cubicBezTo>
                        <a:pt x="34436" y="67771"/>
                        <a:pt x="32343" y="68246"/>
                        <a:pt x="30155" y="68436"/>
                      </a:cubicBezTo>
                      <a:cubicBezTo>
                        <a:pt x="27967" y="68626"/>
                        <a:pt x="25684" y="68816"/>
                        <a:pt x="23401" y="68816"/>
                      </a:cubicBezTo>
                      <a:lnTo>
                        <a:pt x="0" y="68816"/>
                      </a:lnTo>
                      <a:close/>
                      <a:moveTo>
                        <a:pt x="6469" y="62923"/>
                      </a:moveTo>
                      <a:lnTo>
                        <a:pt x="21974" y="62923"/>
                      </a:lnTo>
                      <a:cubicBezTo>
                        <a:pt x="24923" y="62923"/>
                        <a:pt x="27587" y="62733"/>
                        <a:pt x="30155" y="62448"/>
                      </a:cubicBezTo>
                      <a:cubicBezTo>
                        <a:pt x="32723" y="62068"/>
                        <a:pt x="35292" y="61212"/>
                        <a:pt x="38050" y="59787"/>
                      </a:cubicBezTo>
                      <a:cubicBezTo>
                        <a:pt x="40333" y="58646"/>
                        <a:pt x="42236" y="57125"/>
                        <a:pt x="43663" y="55129"/>
                      </a:cubicBezTo>
                      <a:cubicBezTo>
                        <a:pt x="45090" y="53133"/>
                        <a:pt x="46326" y="51042"/>
                        <a:pt x="47182" y="48666"/>
                      </a:cubicBezTo>
                      <a:cubicBezTo>
                        <a:pt x="48039" y="46384"/>
                        <a:pt x="48609" y="43913"/>
                        <a:pt x="48990" y="41442"/>
                      </a:cubicBezTo>
                      <a:cubicBezTo>
                        <a:pt x="49370" y="38876"/>
                        <a:pt x="49465" y="36499"/>
                        <a:pt x="49465" y="34123"/>
                      </a:cubicBezTo>
                      <a:cubicBezTo>
                        <a:pt x="49465" y="31652"/>
                        <a:pt x="49275" y="29180"/>
                        <a:pt x="48990" y="26614"/>
                      </a:cubicBezTo>
                      <a:cubicBezTo>
                        <a:pt x="48704" y="24048"/>
                        <a:pt x="48039" y="21576"/>
                        <a:pt x="47182" y="19295"/>
                      </a:cubicBezTo>
                      <a:cubicBezTo>
                        <a:pt x="46326" y="17014"/>
                        <a:pt x="45090" y="14828"/>
                        <a:pt x="43568" y="12927"/>
                      </a:cubicBezTo>
                      <a:cubicBezTo>
                        <a:pt x="42046" y="11026"/>
                        <a:pt x="40048" y="9410"/>
                        <a:pt x="37670" y="8174"/>
                      </a:cubicBezTo>
                      <a:cubicBezTo>
                        <a:pt x="35672" y="7129"/>
                        <a:pt x="33199" y="6368"/>
                        <a:pt x="30440" y="6083"/>
                      </a:cubicBezTo>
                      <a:cubicBezTo>
                        <a:pt x="27682" y="5798"/>
                        <a:pt x="24828" y="5608"/>
                        <a:pt x="21974" y="5608"/>
                      </a:cubicBezTo>
                      <a:lnTo>
                        <a:pt x="6469" y="5608"/>
                      </a:lnTo>
                      <a:lnTo>
                        <a:pt x="6469" y="63018"/>
                      </a:lnTo>
                      <a:close/>
                    </a:path>
                  </a:pathLst>
                </a:custGeom>
                <a:solidFill>
                  <a:srgbClr val="000000"/>
                </a:solidFill>
                <a:ln w="9506" cap="flat">
                  <a:noFill/>
                  <a:prstDash val="solid"/>
                  <a:miter/>
                </a:ln>
              </p:spPr>
              <p:txBody>
                <a:bodyPr rtlCol="0" anchor="ctr"/>
                <a:lstStyle/>
                <a:p>
                  <a:endParaRPr lang="en-US"/>
                </a:p>
              </p:txBody>
            </p:sp>
            <p:sp>
              <p:nvSpPr>
                <p:cNvPr id="4594" name="Freeform 4593">
                  <a:extLst>
                    <a:ext uri="{FF2B5EF4-FFF2-40B4-BE49-F238E27FC236}">
                      <a16:creationId xmlns:a16="http://schemas.microsoft.com/office/drawing/2014/main" id="{9DAD1146-B235-D670-9BC7-A7B01289ADE3}"/>
                    </a:ext>
                  </a:extLst>
                </p:cNvPr>
                <p:cNvSpPr/>
                <p:nvPr/>
              </p:nvSpPr>
              <p:spPr>
                <a:xfrm>
                  <a:off x="7961886" y="3349157"/>
                  <a:ext cx="44427" cy="51897"/>
                </a:xfrm>
                <a:custGeom>
                  <a:avLst/>
                  <a:gdLst>
                    <a:gd name="connsiteX0" fmla="*/ 6183 w 44427"/>
                    <a:gd name="connsiteY0" fmla="*/ 27184 h 51897"/>
                    <a:gd name="connsiteX1" fmla="*/ 7230 w 44427"/>
                    <a:gd name="connsiteY1" fmla="*/ 34788 h 51897"/>
                    <a:gd name="connsiteX2" fmla="*/ 10274 w 44427"/>
                    <a:gd name="connsiteY2" fmla="*/ 40967 h 51897"/>
                    <a:gd name="connsiteX3" fmla="*/ 15410 w 44427"/>
                    <a:gd name="connsiteY3" fmla="*/ 45149 h 51897"/>
                    <a:gd name="connsiteX4" fmla="*/ 22640 w 44427"/>
                    <a:gd name="connsiteY4" fmla="*/ 46765 h 51897"/>
                    <a:gd name="connsiteX5" fmla="*/ 32248 w 44427"/>
                    <a:gd name="connsiteY5" fmla="*/ 43818 h 51897"/>
                    <a:gd name="connsiteX6" fmla="*/ 37575 w 44427"/>
                    <a:gd name="connsiteY6" fmla="*/ 35454 h 51897"/>
                    <a:gd name="connsiteX7" fmla="*/ 43948 w 44427"/>
                    <a:gd name="connsiteY7" fmla="*/ 35454 h 51897"/>
                    <a:gd name="connsiteX8" fmla="*/ 41190 w 44427"/>
                    <a:gd name="connsiteY8" fmla="*/ 42012 h 51897"/>
                    <a:gd name="connsiteX9" fmla="*/ 36909 w 44427"/>
                    <a:gd name="connsiteY9" fmla="*/ 47240 h 51897"/>
                    <a:gd name="connsiteX10" fmla="*/ 30821 w 44427"/>
                    <a:gd name="connsiteY10" fmla="*/ 50662 h 51897"/>
                    <a:gd name="connsiteX11" fmla="*/ 22640 w 44427"/>
                    <a:gd name="connsiteY11" fmla="*/ 51897 h 51897"/>
                    <a:gd name="connsiteX12" fmla="*/ 12461 w 44427"/>
                    <a:gd name="connsiteY12" fmla="*/ 49901 h 51897"/>
                    <a:gd name="connsiteX13" fmla="*/ 5422 w 44427"/>
                    <a:gd name="connsiteY13" fmla="*/ 44388 h 51897"/>
                    <a:gd name="connsiteX14" fmla="*/ 1332 w 44427"/>
                    <a:gd name="connsiteY14" fmla="*/ 36214 h 51897"/>
                    <a:gd name="connsiteX15" fmla="*/ 0 w 44427"/>
                    <a:gd name="connsiteY15" fmla="*/ 26139 h 51897"/>
                    <a:gd name="connsiteX16" fmla="*/ 1617 w 44427"/>
                    <a:gd name="connsiteY16" fmla="*/ 15968 h 51897"/>
                    <a:gd name="connsiteX17" fmla="*/ 6088 w 44427"/>
                    <a:gd name="connsiteY17" fmla="*/ 7604 h 51897"/>
                    <a:gd name="connsiteX18" fmla="*/ 13223 w 44427"/>
                    <a:gd name="connsiteY18" fmla="*/ 1996 h 51897"/>
                    <a:gd name="connsiteX19" fmla="*/ 22735 w 44427"/>
                    <a:gd name="connsiteY19" fmla="*/ 0 h 51897"/>
                    <a:gd name="connsiteX20" fmla="*/ 38716 w 44427"/>
                    <a:gd name="connsiteY20" fmla="*/ 6939 h 51897"/>
                    <a:gd name="connsiteX21" fmla="*/ 44424 w 44427"/>
                    <a:gd name="connsiteY21" fmla="*/ 27184 h 51897"/>
                    <a:gd name="connsiteX22" fmla="*/ 6183 w 44427"/>
                    <a:gd name="connsiteY22" fmla="*/ 27184 h 51897"/>
                    <a:gd name="connsiteX23" fmla="*/ 38336 w 44427"/>
                    <a:gd name="connsiteY23" fmla="*/ 22432 h 51897"/>
                    <a:gd name="connsiteX24" fmla="*/ 37384 w 44427"/>
                    <a:gd name="connsiteY24" fmla="*/ 15683 h 51897"/>
                    <a:gd name="connsiteX25" fmla="*/ 34435 w 44427"/>
                    <a:gd name="connsiteY25" fmla="*/ 10170 h 51897"/>
                    <a:gd name="connsiteX26" fmla="*/ 29584 w 44427"/>
                    <a:gd name="connsiteY26" fmla="*/ 6463 h 51897"/>
                    <a:gd name="connsiteX27" fmla="*/ 22830 w 44427"/>
                    <a:gd name="connsiteY27" fmla="*/ 5038 h 51897"/>
                    <a:gd name="connsiteX28" fmla="*/ 16076 w 44427"/>
                    <a:gd name="connsiteY28" fmla="*/ 6463 h 51897"/>
                    <a:gd name="connsiteX29" fmla="*/ 11130 w 44427"/>
                    <a:gd name="connsiteY29" fmla="*/ 10265 h 51897"/>
                    <a:gd name="connsiteX30" fmla="*/ 7896 w 44427"/>
                    <a:gd name="connsiteY30" fmla="*/ 15778 h 51897"/>
                    <a:gd name="connsiteX31" fmla="*/ 6278 w 44427"/>
                    <a:gd name="connsiteY31" fmla="*/ 22432 h 51897"/>
                    <a:gd name="connsiteX32" fmla="*/ 38431 w 44427"/>
                    <a:gd name="connsiteY32" fmla="*/ 22432 h 51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4427" h="51897">
                      <a:moveTo>
                        <a:pt x="6183" y="27184"/>
                      </a:moveTo>
                      <a:cubicBezTo>
                        <a:pt x="6183" y="29846"/>
                        <a:pt x="6564" y="32412"/>
                        <a:pt x="7230" y="34788"/>
                      </a:cubicBezTo>
                      <a:cubicBezTo>
                        <a:pt x="7896" y="37165"/>
                        <a:pt x="8942" y="39256"/>
                        <a:pt x="10274" y="40967"/>
                      </a:cubicBezTo>
                      <a:cubicBezTo>
                        <a:pt x="11605" y="42678"/>
                        <a:pt x="13413" y="44103"/>
                        <a:pt x="15410" y="45149"/>
                      </a:cubicBezTo>
                      <a:cubicBezTo>
                        <a:pt x="17503" y="46194"/>
                        <a:pt x="19881" y="46765"/>
                        <a:pt x="22640" y="46765"/>
                      </a:cubicBezTo>
                      <a:cubicBezTo>
                        <a:pt x="26350" y="46765"/>
                        <a:pt x="29584" y="45814"/>
                        <a:pt x="32248" y="43818"/>
                      </a:cubicBezTo>
                      <a:cubicBezTo>
                        <a:pt x="34911" y="41822"/>
                        <a:pt x="36719" y="39066"/>
                        <a:pt x="37575" y="35454"/>
                      </a:cubicBezTo>
                      <a:lnTo>
                        <a:pt x="43948" y="35454"/>
                      </a:lnTo>
                      <a:cubicBezTo>
                        <a:pt x="43282" y="37830"/>
                        <a:pt x="42331" y="39921"/>
                        <a:pt x="41190" y="42012"/>
                      </a:cubicBezTo>
                      <a:cubicBezTo>
                        <a:pt x="40048" y="44008"/>
                        <a:pt x="38621" y="45719"/>
                        <a:pt x="36909" y="47240"/>
                      </a:cubicBezTo>
                      <a:cubicBezTo>
                        <a:pt x="35197" y="48761"/>
                        <a:pt x="33199" y="49901"/>
                        <a:pt x="30821" y="50662"/>
                      </a:cubicBezTo>
                      <a:cubicBezTo>
                        <a:pt x="28443" y="51517"/>
                        <a:pt x="25779" y="51897"/>
                        <a:pt x="22640" y="51897"/>
                      </a:cubicBezTo>
                      <a:cubicBezTo>
                        <a:pt x="18740" y="51897"/>
                        <a:pt x="15315" y="51232"/>
                        <a:pt x="12461" y="49901"/>
                      </a:cubicBezTo>
                      <a:cubicBezTo>
                        <a:pt x="9608" y="48571"/>
                        <a:pt x="7230" y="46765"/>
                        <a:pt x="5422" y="44388"/>
                      </a:cubicBezTo>
                      <a:cubicBezTo>
                        <a:pt x="3615" y="42107"/>
                        <a:pt x="2188" y="39351"/>
                        <a:pt x="1332" y="36214"/>
                      </a:cubicBezTo>
                      <a:cubicBezTo>
                        <a:pt x="476" y="33077"/>
                        <a:pt x="0" y="29656"/>
                        <a:pt x="0" y="26139"/>
                      </a:cubicBezTo>
                      <a:cubicBezTo>
                        <a:pt x="0" y="22622"/>
                        <a:pt x="476" y="19105"/>
                        <a:pt x="1617" y="15968"/>
                      </a:cubicBezTo>
                      <a:cubicBezTo>
                        <a:pt x="2664" y="12832"/>
                        <a:pt x="4186" y="10075"/>
                        <a:pt x="6088" y="7604"/>
                      </a:cubicBezTo>
                      <a:cubicBezTo>
                        <a:pt x="7991" y="5228"/>
                        <a:pt x="10369" y="3327"/>
                        <a:pt x="13223" y="1996"/>
                      </a:cubicBezTo>
                      <a:cubicBezTo>
                        <a:pt x="15981" y="665"/>
                        <a:pt x="19216" y="0"/>
                        <a:pt x="22735" y="0"/>
                      </a:cubicBezTo>
                      <a:cubicBezTo>
                        <a:pt x="29489" y="0"/>
                        <a:pt x="34816" y="2281"/>
                        <a:pt x="38716" y="6939"/>
                      </a:cubicBezTo>
                      <a:cubicBezTo>
                        <a:pt x="42616" y="11596"/>
                        <a:pt x="44519" y="18345"/>
                        <a:pt x="44424" y="27184"/>
                      </a:cubicBezTo>
                      <a:lnTo>
                        <a:pt x="6183" y="27184"/>
                      </a:lnTo>
                      <a:close/>
                      <a:moveTo>
                        <a:pt x="38336" y="22432"/>
                      </a:moveTo>
                      <a:cubicBezTo>
                        <a:pt x="38336" y="20056"/>
                        <a:pt x="37955" y="17774"/>
                        <a:pt x="37384" y="15683"/>
                      </a:cubicBezTo>
                      <a:cubicBezTo>
                        <a:pt x="36719" y="13592"/>
                        <a:pt x="35767" y="11691"/>
                        <a:pt x="34435" y="10170"/>
                      </a:cubicBezTo>
                      <a:cubicBezTo>
                        <a:pt x="33104" y="8649"/>
                        <a:pt x="31487" y="7414"/>
                        <a:pt x="29584" y="6463"/>
                      </a:cubicBezTo>
                      <a:cubicBezTo>
                        <a:pt x="27586" y="5513"/>
                        <a:pt x="25399" y="5038"/>
                        <a:pt x="22830" y="5038"/>
                      </a:cubicBezTo>
                      <a:cubicBezTo>
                        <a:pt x="20262" y="5038"/>
                        <a:pt x="18074" y="5513"/>
                        <a:pt x="16076" y="6463"/>
                      </a:cubicBezTo>
                      <a:cubicBezTo>
                        <a:pt x="14174" y="7414"/>
                        <a:pt x="12461" y="8649"/>
                        <a:pt x="11130" y="10265"/>
                      </a:cubicBezTo>
                      <a:cubicBezTo>
                        <a:pt x="9798" y="11881"/>
                        <a:pt x="8656" y="13687"/>
                        <a:pt x="7896" y="15778"/>
                      </a:cubicBezTo>
                      <a:cubicBezTo>
                        <a:pt x="7039" y="17869"/>
                        <a:pt x="6564" y="20056"/>
                        <a:pt x="6278" y="22432"/>
                      </a:cubicBezTo>
                      <a:lnTo>
                        <a:pt x="38431" y="22432"/>
                      </a:lnTo>
                      <a:close/>
                    </a:path>
                  </a:pathLst>
                </a:custGeom>
                <a:solidFill>
                  <a:srgbClr val="000000"/>
                </a:solidFill>
                <a:ln w="9506" cap="flat">
                  <a:noFill/>
                  <a:prstDash val="solid"/>
                  <a:miter/>
                </a:ln>
              </p:spPr>
              <p:txBody>
                <a:bodyPr rtlCol="0" anchor="ctr"/>
                <a:lstStyle/>
                <a:p>
                  <a:endParaRPr lang="en-US"/>
                </a:p>
              </p:txBody>
            </p:sp>
            <p:sp>
              <p:nvSpPr>
                <p:cNvPr id="4595" name="Freeform 4594">
                  <a:extLst>
                    <a:ext uri="{FF2B5EF4-FFF2-40B4-BE49-F238E27FC236}">
                      <a16:creationId xmlns:a16="http://schemas.microsoft.com/office/drawing/2014/main" id="{E84D64B9-F69C-D69E-77D3-EE594A27CB31}"/>
                    </a:ext>
                  </a:extLst>
                </p:cNvPr>
                <p:cNvSpPr/>
                <p:nvPr/>
              </p:nvSpPr>
              <p:spPr>
                <a:xfrm>
                  <a:off x="8012493" y="3336611"/>
                  <a:ext cx="22259" cy="64349"/>
                </a:xfrm>
                <a:custGeom>
                  <a:avLst/>
                  <a:gdLst>
                    <a:gd name="connsiteX0" fmla="*/ 22259 w 22259"/>
                    <a:gd name="connsiteY0" fmla="*/ 63208 h 64349"/>
                    <a:gd name="connsiteX1" fmla="*/ 19501 w 22259"/>
                    <a:gd name="connsiteY1" fmla="*/ 63874 h 64349"/>
                    <a:gd name="connsiteX2" fmla="*/ 15696 w 22259"/>
                    <a:gd name="connsiteY2" fmla="*/ 64349 h 64349"/>
                    <a:gd name="connsiteX3" fmla="*/ 9132 w 22259"/>
                    <a:gd name="connsiteY3" fmla="*/ 62163 h 64349"/>
                    <a:gd name="connsiteX4" fmla="*/ 6944 w 22259"/>
                    <a:gd name="connsiteY4" fmla="*/ 54464 h 64349"/>
                    <a:gd name="connsiteX5" fmla="*/ 6944 w 22259"/>
                    <a:gd name="connsiteY5" fmla="*/ 18440 h 64349"/>
                    <a:gd name="connsiteX6" fmla="*/ 0 w 22259"/>
                    <a:gd name="connsiteY6" fmla="*/ 18440 h 64349"/>
                    <a:gd name="connsiteX7" fmla="*/ 0 w 22259"/>
                    <a:gd name="connsiteY7" fmla="*/ 13687 h 64349"/>
                    <a:gd name="connsiteX8" fmla="*/ 6944 w 22259"/>
                    <a:gd name="connsiteY8" fmla="*/ 13687 h 64349"/>
                    <a:gd name="connsiteX9" fmla="*/ 6944 w 22259"/>
                    <a:gd name="connsiteY9" fmla="*/ 0 h 64349"/>
                    <a:gd name="connsiteX10" fmla="*/ 12652 w 22259"/>
                    <a:gd name="connsiteY10" fmla="*/ 0 h 64349"/>
                    <a:gd name="connsiteX11" fmla="*/ 12652 w 22259"/>
                    <a:gd name="connsiteY11" fmla="*/ 13687 h 64349"/>
                    <a:gd name="connsiteX12" fmla="*/ 21879 w 22259"/>
                    <a:gd name="connsiteY12" fmla="*/ 13687 h 64349"/>
                    <a:gd name="connsiteX13" fmla="*/ 21879 w 22259"/>
                    <a:gd name="connsiteY13" fmla="*/ 18440 h 64349"/>
                    <a:gd name="connsiteX14" fmla="*/ 12652 w 22259"/>
                    <a:gd name="connsiteY14" fmla="*/ 18440 h 64349"/>
                    <a:gd name="connsiteX15" fmla="*/ 12652 w 22259"/>
                    <a:gd name="connsiteY15" fmla="*/ 52183 h 64349"/>
                    <a:gd name="connsiteX16" fmla="*/ 12652 w 22259"/>
                    <a:gd name="connsiteY16" fmla="*/ 55319 h 64349"/>
                    <a:gd name="connsiteX17" fmla="*/ 13222 w 22259"/>
                    <a:gd name="connsiteY17" fmla="*/ 57505 h 64349"/>
                    <a:gd name="connsiteX18" fmla="*/ 14649 w 22259"/>
                    <a:gd name="connsiteY18" fmla="*/ 58741 h 64349"/>
                    <a:gd name="connsiteX19" fmla="*/ 17408 w 22259"/>
                    <a:gd name="connsiteY19" fmla="*/ 59121 h 64349"/>
                    <a:gd name="connsiteX20" fmla="*/ 19786 w 22259"/>
                    <a:gd name="connsiteY20" fmla="*/ 58931 h 64349"/>
                    <a:gd name="connsiteX21" fmla="*/ 22164 w 22259"/>
                    <a:gd name="connsiteY21" fmla="*/ 58456 h 64349"/>
                    <a:gd name="connsiteX22" fmla="*/ 22164 w 22259"/>
                    <a:gd name="connsiteY22" fmla="*/ 63113 h 64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2259" h="64349">
                      <a:moveTo>
                        <a:pt x="22259" y="63208"/>
                      </a:moveTo>
                      <a:cubicBezTo>
                        <a:pt x="21593" y="63304"/>
                        <a:pt x="20642" y="63589"/>
                        <a:pt x="19501" y="63874"/>
                      </a:cubicBezTo>
                      <a:cubicBezTo>
                        <a:pt x="18359" y="64159"/>
                        <a:pt x="17122" y="64349"/>
                        <a:pt x="15696" y="64349"/>
                      </a:cubicBezTo>
                      <a:cubicBezTo>
                        <a:pt x="12842" y="64349"/>
                        <a:pt x="10654" y="63589"/>
                        <a:pt x="9132" y="62163"/>
                      </a:cubicBezTo>
                      <a:cubicBezTo>
                        <a:pt x="7610" y="60737"/>
                        <a:pt x="6944" y="58171"/>
                        <a:pt x="6944" y="54464"/>
                      </a:cubicBezTo>
                      <a:lnTo>
                        <a:pt x="6944" y="18440"/>
                      </a:lnTo>
                      <a:lnTo>
                        <a:pt x="0" y="18440"/>
                      </a:lnTo>
                      <a:lnTo>
                        <a:pt x="0" y="13687"/>
                      </a:lnTo>
                      <a:lnTo>
                        <a:pt x="6944" y="13687"/>
                      </a:lnTo>
                      <a:lnTo>
                        <a:pt x="6944" y="0"/>
                      </a:lnTo>
                      <a:lnTo>
                        <a:pt x="12652" y="0"/>
                      </a:lnTo>
                      <a:lnTo>
                        <a:pt x="12652" y="13687"/>
                      </a:lnTo>
                      <a:lnTo>
                        <a:pt x="21879" y="13687"/>
                      </a:lnTo>
                      <a:lnTo>
                        <a:pt x="21879" y="18440"/>
                      </a:lnTo>
                      <a:lnTo>
                        <a:pt x="12652" y="18440"/>
                      </a:lnTo>
                      <a:lnTo>
                        <a:pt x="12652" y="52183"/>
                      </a:lnTo>
                      <a:cubicBezTo>
                        <a:pt x="12652" y="53418"/>
                        <a:pt x="12652" y="54464"/>
                        <a:pt x="12652" y="55319"/>
                      </a:cubicBezTo>
                      <a:cubicBezTo>
                        <a:pt x="12652" y="56175"/>
                        <a:pt x="12937" y="56935"/>
                        <a:pt x="13222" y="57505"/>
                      </a:cubicBezTo>
                      <a:cubicBezTo>
                        <a:pt x="13508" y="58076"/>
                        <a:pt x="13983" y="58456"/>
                        <a:pt x="14649" y="58741"/>
                      </a:cubicBezTo>
                      <a:cubicBezTo>
                        <a:pt x="15315" y="59026"/>
                        <a:pt x="16266" y="59121"/>
                        <a:pt x="17408" y="59121"/>
                      </a:cubicBezTo>
                      <a:cubicBezTo>
                        <a:pt x="18169" y="59121"/>
                        <a:pt x="18930" y="59121"/>
                        <a:pt x="19786" y="58931"/>
                      </a:cubicBezTo>
                      <a:cubicBezTo>
                        <a:pt x="20547" y="58836"/>
                        <a:pt x="21403" y="58646"/>
                        <a:pt x="22164" y="58456"/>
                      </a:cubicBezTo>
                      <a:lnTo>
                        <a:pt x="22164" y="63113"/>
                      </a:lnTo>
                      <a:close/>
                    </a:path>
                  </a:pathLst>
                </a:custGeom>
                <a:solidFill>
                  <a:srgbClr val="000000"/>
                </a:solidFill>
                <a:ln w="9506" cap="flat">
                  <a:noFill/>
                  <a:prstDash val="solid"/>
                  <a:miter/>
                </a:ln>
              </p:spPr>
              <p:txBody>
                <a:bodyPr rtlCol="0" anchor="ctr"/>
                <a:lstStyle/>
                <a:p>
                  <a:endParaRPr lang="en-US"/>
                </a:p>
              </p:txBody>
            </p:sp>
            <p:sp>
              <p:nvSpPr>
                <p:cNvPr id="4596" name="Freeform 4595">
                  <a:extLst>
                    <a:ext uri="{FF2B5EF4-FFF2-40B4-BE49-F238E27FC236}">
                      <a16:creationId xmlns:a16="http://schemas.microsoft.com/office/drawing/2014/main" id="{4079E867-9BBE-A108-C17A-2C088D3751BC}"/>
                    </a:ext>
                  </a:extLst>
                </p:cNvPr>
                <p:cNvSpPr/>
                <p:nvPr/>
              </p:nvSpPr>
              <p:spPr>
                <a:xfrm>
                  <a:off x="8041221" y="3349157"/>
                  <a:ext cx="44427" cy="51897"/>
                </a:xfrm>
                <a:custGeom>
                  <a:avLst/>
                  <a:gdLst>
                    <a:gd name="connsiteX0" fmla="*/ 6183 w 44427"/>
                    <a:gd name="connsiteY0" fmla="*/ 27184 h 51897"/>
                    <a:gd name="connsiteX1" fmla="*/ 7230 w 44427"/>
                    <a:gd name="connsiteY1" fmla="*/ 34788 h 51897"/>
                    <a:gd name="connsiteX2" fmla="*/ 10274 w 44427"/>
                    <a:gd name="connsiteY2" fmla="*/ 40967 h 51897"/>
                    <a:gd name="connsiteX3" fmla="*/ 15410 w 44427"/>
                    <a:gd name="connsiteY3" fmla="*/ 45149 h 51897"/>
                    <a:gd name="connsiteX4" fmla="*/ 22640 w 44427"/>
                    <a:gd name="connsiteY4" fmla="*/ 46765 h 51897"/>
                    <a:gd name="connsiteX5" fmla="*/ 32248 w 44427"/>
                    <a:gd name="connsiteY5" fmla="*/ 43818 h 51897"/>
                    <a:gd name="connsiteX6" fmla="*/ 37575 w 44427"/>
                    <a:gd name="connsiteY6" fmla="*/ 35454 h 51897"/>
                    <a:gd name="connsiteX7" fmla="*/ 43948 w 44427"/>
                    <a:gd name="connsiteY7" fmla="*/ 35454 h 51897"/>
                    <a:gd name="connsiteX8" fmla="*/ 41190 w 44427"/>
                    <a:gd name="connsiteY8" fmla="*/ 42012 h 51897"/>
                    <a:gd name="connsiteX9" fmla="*/ 36909 w 44427"/>
                    <a:gd name="connsiteY9" fmla="*/ 47240 h 51897"/>
                    <a:gd name="connsiteX10" fmla="*/ 30821 w 44427"/>
                    <a:gd name="connsiteY10" fmla="*/ 50662 h 51897"/>
                    <a:gd name="connsiteX11" fmla="*/ 22640 w 44427"/>
                    <a:gd name="connsiteY11" fmla="*/ 51897 h 51897"/>
                    <a:gd name="connsiteX12" fmla="*/ 12461 w 44427"/>
                    <a:gd name="connsiteY12" fmla="*/ 49901 h 51897"/>
                    <a:gd name="connsiteX13" fmla="*/ 5422 w 44427"/>
                    <a:gd name="connsiteY13" fmla="*/ 44388 h 51897"/>
                    <a:gd name="connsiteX14" fmla="*/ 1332 w 44427"/>
                    <a:gd name="connsiteY14" fmla="*/ 36214 h 51897"/>
                    <a:gd name="connsiteX15" fmla="*/ 0 w 44427"/>
                    <a:gd name="connsiteY15" fmla="*/ 26139 h 51897"/>
                    <a:gd name="connsiteX16" fmla="*/ 1617 w 44427"/>
                    <a:gd name="connsiteY16" fmla="*/ 15968 h 51897"/>
                    <a:gd name="connsiteX17" fmla="*/ 6088 w 44427"/>
                    <a:gd name="connsiteY17" fmla="*/ 7604 h 51897"/>
                    <a:gd name="connsiteX18" fmla="*/ 13223 w 44427"/>
                    <a:gd name="connsiteY18" fmla="*/ 1996 h 51897"/>
                    <a:gd name="connsiteX19" fmla="*/ 22735 w 44427"/>
                    <a:gd name="connsiteY19" fmla="*/ 0 h 51897"/>
                    <a:gd name="connsiteX20" fmla="*/ 38716 w 44427"/>
                    <a:gd name="connsiteY20" fmla="*/ 6939 h 51897"/>
                    <a:gd name="connsiteX21" fmla="*/ 44424 w 44427"/>
                    <a:gd name="connsiteY21" fmla="*/ 27184 h 51897"/>
                    <a:gd name="connsiteX22" fmla="*/ 6183 w 44427"/>
                    <a:gd name="connsiteY22" fmla="*/ 27184 h 51897"/>
                    <a:gd name="connsiteX23" fmla="*/ 38336 w 44427"/>
                    <a:gd name="connsiteY23" fmla="*/ 22432 h 51897"/>
                    <a:gd name="connsiteX24" fmla="*/ 37385 w 44427"/>
                    <a:gd name="connsiteY24" fmla="*/ 15683 h 51897"/>
                    <a:gd name="connsiteX25" fmla="*/ 34435 w 44427"/>
                    <a:gd name="connsiteY25" fmla="*/ 10170 h 51897"/>
                    <a:gd name="connsiteX26" fmla="*/ 29584 w 44427"/>
                    <a:gd name="connsiteY26" fmla="*/ 6463 h 51897"/>
                    <a:gd name="connsiteX27" fmla="*/ 22830 w 44427"/>
                    <a:gd name="connsiteY27" fmla="*/ 5038 h 51897"/>
                    <a:gd name="connsiteX28" fmla="*/ 16076 w 44427"/>
                    <a:gd name="connsiteY28" fmla="*/ 6463 h 51897"/>
                    <a:gd name="connsiteX29" fmla="*/ 11130 w 44427"/>
                    <a:gd name="connsiteY29" fmla="*/ 10265 h 51897"/>
                    <a:gd name="connsiteX30" fmla="*/ 7896 w 44427"/>
                    <a:gd name="connsiteY30" fmla="*/ 15778 h 51897"/>
                    <a:gd name="connsiteX31" fmla="*/ 6278 w 44427"/>
                    <a:gd name="connsiteY31" fmla="*/ 22432 h 51897"/>
                    <a:gd name="connsiteX32" fmla="*/ 38431 w 44427"/>
                    <a:gd name="connsiteY32" fmla="*/ 22432 h 51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4427" h="51897">
                      <a:moveTo>
                        <a:pt x="6183" y="27184"/>
                      </a:moveTo>
                      <a:cubicBezTo>
                        <a:pt x="6183" y="29846"/>
                        <a:pt x="6564" y="32412"/>
                        <a:pt x="7230" y="34788"/>
                      </a:cubicBezTo>
                      <a:cubicBezTo>
                        <a:pt x="7896" y="37165"/>
                        <a:pt x="8942" y="39256"/>
                        <a:pt x="10274" y="40967"/>
                      </a:cubicBezTo>
                      <a:cubicBezTo>
                        <a:pt x="11605" y="42678"/>
                        <a:pt x="13413" y="44103"/>
                        <a:pt x="15410" y="45149"/>
                      </a:cubicBezTo>
                      <a:cubicBezTo>
                        <a:pt x="17503" y="46194"/>
                        <a:pt x="19881" y="46765"/>
                        <a:pt x="22640" y="46765"/>
                      </a:cubicBezTo>
                      <a:cubicBezTo>
                        <a:pt x="26350" y="46765"/>
                        <a:pt x="29584" y="45814"/>
                        <a:pt x="32248" y="43818"/>
                      </a:cubicBezTo>
                      <a:cubicBezTo>
                        <a:pt x="34911" y="41822"/>
                        <a:pt x="36719" y="39066"/>
                        <a:pt x="37575" y="35454"/>
                      </a:cubicBezTo>
                      <a:lnTo>
                        <a:pt x="43948" y="35454"/>
                      </a:lnTo>
                      <a:cubicBezTo>
                        <a:pt x="43282" y="37830"/>
                        <a:pt x="42331" y="39921"/>
                        <a:pt x="41190" y="42012"/>
                      </a:cubicBezTo>
                      <a:cubicBezTo>
                        <a:pt x="40048" y="44008"/>
                        <a:pt x="38621" y="45719"/>
                        <a:pt x="36909" y="47240"/>
                      </a:cubicBezTo>
                      <a:cubicBezTo>
                        <a:pt x="35197" y="48761"/>
                        <a:pt x="33199" y="49901"/>
                        <a:pt x="30821" y="50662"/>
                      </a:cubicBezTo>
                      <a:cubicBezTo>
                        <a:pt x="28443" y="51517"/>
                        <a:pt x="25779" y="51897"/>
                        <a:pt x="22640" y="51897"/>
                      </a:cubicBezTo>
                      <a:cubicBezTo>
                        <a:pt x="18740" y="51897"/>
                        <a:pt x="15315" y="51232"/>
                        <a:pt x="12461" y="49901"/>
                      </a:cubicBezTo>
                      <a:cubicBezTo>
                        <a:pt x="9608" y="48571"/>
                        <a:pt x="7230" y="46765"/>
                        <a:pt x="5422" y="44388"/>
                      </a:cubicBezTo>
                      <a:cubicBezTo>
                        <a:pt x="3615" y="42107"/>
                        <a:pt x="2188" y="39351"/>
                        <a:pt x="1332" y="36214"/>
                      </a:cubicBezTo>
                      <a:cubicBezTo>
                        <a:pt x="476" y="33077"/>
                        <a:pt x="0" y="29656"/>
                        <a:pt x="0" y="26139"/>
                      </a:cubicBezTo>
                      <a:cubicBezTo>
                        <a:pt x="0" y="22622"/>
                        <a:pt x="476" y="19105"/>
                        <a:pt x="1617" y="15968"/>
                      </a:cubicBezTo>
                      <a:cubicBezTo>
                        <a:pt x="2664" y="12832"/>
                        <a:pt x="4186" y="10075"/>
                        <a:pt x="6088" y="7604"/>
                      </a:cubicBezTo>
                      <a:cubicBezTo>
                        <a:pt x="7991" y="5228"/>
                        <a:pt x="10369" y="3327"/>
                        <a:pt x="13223" y="1996"/>
                      </a:cubicBezTo>
                      <a:cubicBezTo>
                        <a:pt x="15981" y="665"/>
                        <a:pt x="19216" y="0"/>
                        <a:pt x="22735" y="0"/>
                      </a:cubicBezTo>
                      <a:cubicBezTo>
                        <a:pt x="29489" y="0"/>
                        <a:pt x="34816" y="2281"/>
                        <a:pt x="38716" y="6939"/>
                      </a:cubicBezTo>
                      <a:cubicBezTo>
                        <a:pt x="42616" y="11596"/>
                        <a:pt x="44519" y="18345"/>
                        <a:pt x="44424" y="27184"/>
                      </a:cubicBezTo>
                      <a:lnTo>
                        <a:pt x="6183" y="27184"/>
                      </a:lnTo>
                      <a:close/>
                      <a:moveTo>
                        <a:pt x="38336" y="22432"/>
                      </a:moveTo>
                      <a:cubicBezTo>
                        <a:pt x="38336" y="20056"/>
                        <a:pt x="37955" y="17774"/>
                        <a:pt x="37385" y="15683"/>
                      </a:cubicBezTo>
                      <a:cubicBezTo>
                        <a:pt x="36719" y="13592"/>
                        <a:pt x="35767" y="11691"/>
                        <a:pt x="34435" y="10170"/>
                      </a:cubicBezTo>
                      <a:cubicBezTo>
                        <a:pt x="33104" y="8649"/>
                        <a:pt x="31487" y="7414"/>
                        <a:pt x="29584" y="6463"/>
                      </a:cubicBezTo>
                      <a:cubicBezTo>
                        <a:pt x="27587" y="5513"/>
                        <a:pt x="25399" y="5038"/>
                        <a:pt x="22830" y="5038"/>
                      </a:cubicBezTo>
                      <a:cubicBezTo>
                        <a:pt x="20262" y="5038"/>
                        <a:pt x="18074" y="5513"/>
                        <a:pt x="16076" y="6463"/>
                      </a:cubicBezTo>
                      <a:cubicBezTo>
                        <a:pt x="14174" y="7414"/>
                        <a:pt x="12461" y="8649"/>
                        <a:pt x="11130" y="10265"/>
                      </a:cubicBezTo>
                      <a:cubicBezTo>
                        <a:pt x="9798" y="11881"/>
                        <a:pt x="8656" y="13687"/>
                        <a:pt x="7896" y="15778"/>
                      </a:cubicBezTo>
                      <a:cubicBezTo>
                        <a:pt x="7039" y="17869"/>
                        <a:pt x="6564" y="20056"/>
                        <a:pt x="6278" y="22432"/>
                      </a:cubicBezTo>
                      <a:lnTo>
                        <a:pt x="38431" y="22432"/>
                      </a:lnTo>
                      <a:close/>
                    </a:path>
                  </a:pathLst>
                </a:custGeom>
                <a:solidFill>
                  <a:srgbClr val="000000"/>
                </a:solidFill>
                <a:ln w="9506" cap="flat">
                  <a:noFill/>
                  <a:prstDash val="solid"/>
                  <a:miter/>
                </a:ln>
              </p:spPr>
              <p:txBody>
                <a:bodyPr rtlCol="0" anchor="ctr"/>
                <a:lstStyle/>
                <a:p>
                  <a:endParaRPr lang="en-US"/>
                </a:p>
              </p:txBody>
            </p:sp>
            <p:sp>
              <p:nvSpPr>
                <p:cNvPr id="4597" name="Freeform 4596">
                  <a:extLst>
                    <a:ext uri="{FF2B5EF4-FFF2-40B4-BE49-F238E27FC236}">
                      <a16:creationId xmlns:a16="http://schemas.microsoft.com/office/drawing/2014/main" id="{FA8814AF-CECB-3D31-11E9-2F2DA2C767CE}"/>
                    </a:ext>
                  </a:extLst>
                </p:cNvPr>
                <p:cNvSpPr/>
                <p:nvPr/>
              </p:nvSpPr>
              <p:spPr>
                <a:xfrm>
                  <a:off x="8094396" y="3349157"/>
                  <a:ext cx="43757" cy="51897"/>
                </a:xfrm>
                <a:custGeom>
                  <a:avLst/>
                  <a:gdLst>
                    <a:gd name="connsiteX0" fmla="*/ 37289 w 43757"/>
                    <a:gd name="connsiteY0" fmla="*/ 16729 h 51897"/>
                    <a:gd name="connsiteX1" fmla="*/ 32058 w 43757"/>
                    <a:gd name="connsiteY1" fmla="*/ 8079 h 51897"/>
                    <a:gd name="connsiteX2" fmla="*/ 22640 w 43757"/>
                    <a:gd name="connsiteY2" fmla="*/ 5038 h 51897"/>
                    <a:gd name="connsiteX3" fmla="*/ 15125 w 43757"/>
                    <a:gd name="connsiteY3" fmla="*/ 6844 h 51897"/>
                    <a:gd name="connsiteX4" fmla="*/ 9988 w 43757"/>
                    <a:gd name="connsiteY4" fmla="*/ 11596 h 51897"/>
                    <a:gd name="connsiteX5" fmla="*/ 7039 w 43757"/>
                    <a:gd name="connsiteY5" fmla="*/ 18345 h 51897"/>
                    <a:gd name="connsiteX6" fmla="*/ 6088 w 43757"/>
                    <a:gd name="connsiteY6" fmla="*/ 25854 h 51897"/>
                    <a:gd name="connsiteX7" fmla="*/ 6944 w 43757"/>
                    <a:gd name="connsiteY7" fmla="*/ 33458 h 51897"/>
                    <a:gd name="connsiteX8" fmla="*/ 9798 w 43757"/>
                    <a:gd name="connsiteY8" fmla="*/ 40111 h 51897"/>
                    <a:gd name="connsiteX9" fmla="*/ 14935 w 43757"/>
                    <a:gd name="connsiteY9" fmla="*/ 44864 h 51897"/>
                    <a:gd name="connsiteX10" fmla="*/ 22545 w 43757"/>
                    <a:gd name="connsiteY10" fmla="*/ 46670 h 51897"/>
                    <a:gd name="connsiteX11" fmla="*/ 32723 w 43757"/>
                    <a:gd name="connsiteY11" fmla="*/ 43153 h 51897"/>
                    <a:gd name="connsiteX12" fmla="*/ 37670 w 43757"/>
                    <a:gd name="connsiteY12" fmla="*/ 33458 h 51897"/>
                    <a:gd name="connsiteX13" fmla="*/ 43758 w 43757"/>
                    <a:gd name="connsiteY13" fmla="*/ 33458 h 51897"/>
                    <a:gd name="connsiteX14" fmla="*/ 41380 w 43757"/>
                    <a:gd name="connsiteY14" fmla="*/ 40967 h 51897"/>
                    <a:gd name="connsiteX15" fmla="*/ 37099 w 43757"/>
                    <a:gd name="connsiteY15" fmla="*/ 46765 h 51897"/>
                    <a:gd name="connsiteX16" fmla="*/ 30916 w 43757"/>
                    <a:gd name="connsiteY16" fmla="*/ 50567 h 51897"/>
                    <a:gd name="connsiteX17" fmla="*/ 22640 w 43757"/>
                    <a:gd name="connsiteY17" fmla="*/ 51897 h 51897"/>
                    <a:gd name="connsiteX18" fmla="*/ 12462 w 43757"/>
                    <a:gd name="connsiteY18" fmla="*/ 49901 h 51897"/>
                    <a:gd name="connsiteX19" fmla="*/ 5422 w 43757"/>
                    <a:gd name="connsiteY19" fmla="*/ 44388 h 51897"/>
                    <a:gd name="connsiteX20" fmla="*/ 1332 w 43757"/>
                    <a:gd name="connsiteY20" fmla="*/ 36214 h 51897"/>
                    <a:gd name="connsiteX21" fmla="*/ 0 w 43757"/>
                    <a:gd name="connsiteY21" fmla="*/ 26044 h 51897"/>
                    <a:gd name="connsiteX22" fmla="*/ 1427 w 43757"/>
                    <a:gd name="connsiteY22" fmla="*/ 16159 h 51897"/>
                    <a:gd name="connsiteX23" fmla="*/ 5803 w 43757"/>
                    <a:gd name="connsiteY23" fmla="*/ 7794 h 51897"/>
                    <a:gd name="connsiteX24" fmla="*/ 12937 w 43757"/>
                    <a:gd name="connsiteY24" fmla="*/ 2091 h 51897"/>
                    <a:gd name="connsiteX25" fmla="*/ 22735 w 43757"/>
                    <a:gd name="connsiteY25" fmla="*/ 0 h 51897"/>
                    <a:gd name="connsiteX26" fmla="*/ 36623 w 43757"/>
                    <a:gd name="connsiteY26" fmla="*/ 4087 h 51897"/>
                    <a:gd name="connsiteX27" fmla="*/ 43187 w 43757"/>
                    <a:gd name="connsiteY27" fmla="*/ 16824 h 51897"/>
                    <a:gd name="connsiteX28" fmla="*/ 37385 w 43757"/>
                    <a:gd name="connsiteY28" fmla="*/ 16824 h 51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43757" h="51897">
                      <a:moveTo>
                        <a:pt x="37289" y="16729"/>
                      </a:moveTo>
                      <a:cubicBezTo>
                        <a:pt x="36243" y="13022"/>
                        <a:pt x="34531" y="10170"/>
                        <a:pt x="32058" y="8079"/>
                      </a:cubicBezTo>
                      <a:cubicBezTo>
                        <a:pt x="29584" y="5988"/>
                        <a:pt x="26445" y="5038"/>
                        <a:pt x="22640" y="5038"/>
                      </a:cubicBezTo>
                      <a:cubicBezTo>
                        <a:pt x="19691" y="5038"/>
                        <a:pt x="17218" y="5608"/>
                        <a:pt x="15125" y="6844"/>
                      </a:cubicBezTo>
                      <a:cubicBezTo>
                        <a:pt x="13032" y="8079"/>
                        <a:pt x="11320" y="9600"/>
                        <a:pt x="9988" y="11596"/>
                      </a:cubicBezTo>
                      <a:cubicBezTo>
                        <a:pt x="8656" y="13592"/>
                        <a:pt x="7705" y="15873"/>
                        <a:pt x="7039" y="18345"/>
                      </a:cubicBezTo>
                      <a:cubicBezTo>
                        <a:pt x="6374" y="20816"/>
                        <a:pt x="6088" y="23382"/>
                        <a:pt x="6088" y="25854"/>
                      </a:cubicBezTo>
                      <a:cubicBezTo>
                        <a:pt x="6088" y="28325"/>
                        <a:pt x="6374" y="30986"/>
                        <a:pt x="6944" y="33458"/>
                      </a:cubicBezTo>
                      <a:cubicBezTo>
                        <a:pt x="7515" y="35929"/>
                        <a:pt x="8562" y="38115"/>
                        <a:pt x="9798" y="40111"/>
                      </a:cubicBezTo>
                      <a:cubicBezTo>
                        <a:pt x="11130" y="42107"/>
                        <a:pt x="12842" y="43628"/>
                        <a:pt x="14935" y="44864"/>
                      </a:cubicBezTo>
                      <a:cubicBezTo>
                        <a:pt x="17028" y="46004"/>
                        <a:pt x="19596" y="46670"/>
                        <a:pt x="22545" y="46670"/>
                      </a:cubicBezTo>
                      <a:cubicBezTo>
                        <a:pt x="26825" y="46670"/>
                        <a:pt x="30155" y="45529"/>
                        <a:pt x="32723" y="43153"/>
                      </a:cubicBezTo>
                      <a:cubicBezTo>
                        <a:pt x="35292" y="40777"/>
                        <a:pt x="36909" y="37545"/>
                        <a:pt x="37670" y="33458"/>
                      </a:cubicBezTo>
                      <a:lnTo>
                        <a:pt x="43758" y="33458"/>
                      </a:lnTo>
                      <a:cubicBezTo>
                        <a:pt x="43282" y="36214"/>
                        <a:pt x="42426" y="38685"/>
                        <a:pt x="41380" y="40967"/>
                      </a:cubicBezTo>
                      <a:cubicBezTo>
                        <a:pt x="40333" y="43248"/>
                        <a:pt x="38811" y="45149"/>
                        <a:pt x="37099" y="46765"/>
                      </a:cubicBezTo>
                      <a:cubicBezTo>
                        <a:pt x="35387" y="48381"/>
                        <a:pt x="33294" y="49616"/>
                        <a:pt x="30916" y="50567"/>
                      </a:cubicBezTo>
                      <a:cubicBezTo>
                        <a:pt x="28538" y="51422"/>
                        <a:pt x="25779" y="51897"/>
                        <a:pt x="22640" y="51897"/>
                      </a:cubicBezTo>
                      <a:cubicBezTo>
                        <a:pt x="18740" y="51897"/>
                        <a:pt x="15315" y="51232"/>
                        <a:pt x="12462" y="49901"/>
                      </a:cubicBezTo>
                      <a:cubicBezTo>
                        <a:pt x="9608" y="48571"/>
                        <a:pt x="7230" y="46765"/>
                        <a:pt x="5422" y="44388"/>
                      </a:cubicBezTo>
                      <a:cubicBezTo>
                        <a:pt x="3615" y="42107"/>
                        <a:pt x="2188" y="39351"/>
                        <a:pt x="1332" y="36214"/>
                      </a:cubicBezTo>
                      <a:cubicBezTo>
                        <a:pt x="476" y="33077"/>
                        <a:pt x="0" y="29656"/>
                        <a:pt x="0" y="26044"/>
                      </a:cubicBezTo>
                      <a:cubicBezTo>
                        <a:pt x="0" y="22622"/>
                        <a:pt x="476" y="19295"/>
                        <a:pt x="1427" y="16159"/>
                      </a:cubicBezTo>
                      <a:cubicBezTo>
                        <a:pt x="2378" y="13022"/>
                        <a:pt x="3805" y="10265"/>
                        <a:pt x="5803" y="7794"/>
                      </a:cubicBezTo>
                      <a:cubicBezTo>
                        <a:pt x="7705" y="5418"/>
                        <a:pt x="10084" y="3517"/>
                        <a:pt x="12937" y="2091"/>
                      </a:cubicBezTo>
                      <a:cubicBezTo>
                        <a:pt x="15791" y="665"/>
                        <a:pt x="19025" y="0"/>
                        <a:pt x="22735" y="0"/>
                      </a:cubicBezTo>
                      <a:cubicBezTo>
                        <a:pt x="28443" y="0"/>
                        <a:pt x="33009" y="1331"/>
                        <a:pt x="36623" y="4087"/>
                      </a:cubicBezTo>
                      <a:cubicBezTo>
                        <a:pt x="40143" y="6844"/>
                        <a:pt x="42331" y="11026"/>
                        <a:pt x="43187" y="16824"/>
                      </a:cubicBezTo>
                      <a:lnTo>
                        <a:pt x="37385" y="16824"/>
                      </a:lnTo>
                      <a:close/>
                    </a:path>
                  </a:pathLst>
                </a:custGeom>
                <a:solidFill>
                  <a:srgbClr val="000000"/>
                </a:solidFill>
                <a:ln w="9506" cap="flat">
                  <a:noFill/>
                  <a:prstDash val="solid"/>
                  <a:miter/>
                </a:ln>
              </p:spPr>
              <p:txBody>
                <a:bodyPr rtlCol="0" anchor="ctr"/>
                <a:lstStyle/>
                <a:p>
                  <a:endParaRPr lang="en-US"/>
                </a:p>
              </p:txBody>
            </p:sp>
            <p:sp>
              <p:nvSpPr>
                <p:cNvPr id="4598" name="Freeform 4597">
                  <a:extLst>
                    <a:ext uri="{FF2B5EF4-FFF2-40B4-BE49-F238E27FC236}">
                      <a16:creationId xmlns:a16="http://schemas.microsoft.com/office/drawing/2014/main" id="{DC836742-980A-6AD7-ED9C-D6B8B5D34C5B}"/>
                    </a:ext>
                  </a:extLst>
                </p:cNvPr>
                <p:cNvSpPr/>
                <p:nvPr/>
              </p:nvSpPr>
              <p:spPr>
                <a:xfrm>
                  <a:off x="8144717" y="3336611"/>
                  <a:ext cx="22354" cy="64349"/>
                </a:xfrm>
                <a:custGeom>
                  <a:avLst/>
                  <a:gdLst>
                    <a:gd name="connsiteX0" fmla="*/ 22259 w 22354"/>
                    <a:gd name="connsiteY0" fmla="*/ 63208 h 64349"/>
                    <a:gd name="connsiteX1" fmla="*/ 19501 w 22354"/>
                    <a:gd name="connsiteY1" fmla="*/ 63874 h 64349"/>
                    <a:gd name="connsiteX2" fmla="*/ 15696 w 22354"/>
                    <a:gd name="connsiteY2" fmla="*/ 64349 h 64349"/>
                    <a:gd name="connsiteX3" fmla="*/ 9227 w 22354"/>
                    <a:gd name="connsiteY3" fmla="*/ 62163 h 64349"/>
                    <a:gd name="connsiteX4" fmla="*/ 6944 w 22354"/>
                    <a:gd name="connsiteY4" fmla="*/ 54464 h 64349"/>
                    <a:gd name="connsiteX5" fmla="*/ 6944 w 22354"/>
                    <a:gd name="connsiteY5" fmla="*/ 18440 h 64349"/>
                    <a:gd name="connsiteX6" fmla="*/ 0 w 22354"/>
                    <a:gd name="connsiteY6" fmla="*/ 18440 h 64349"/>
                    <a:gd name="connsiteX7" fmla="*/ 0 w 22354"/>
                    <a:gd name="connsiteY7" fmla="*/ 13687 h 64349"/>
                    <a:gd name="connsiteX8" fmla="*/ 6944 w 22354"/>
                    <a:gd name="connsiteY8" fmla="*/ 13687 h 64349"/>
                    <a:gd name="connsiteX9" fmla="*/ 6944 w 22354"/>
                    <a:gd name="connsiteY9" fmla="*/ 0 h 64349"/>
                    <a:gd name="connsiteX10" fmla="*/ 12652 w 22354"/>
                    <a:gd name="connsiteY10" fmla="*/ 0 h 64349"/>
                    <a:gd name="connsiteX11" fmla="*/ 12652 w 22354"/>
                    <a:gd name="connsiteY11" fmla="*/ 13687 h 64349"/>
                    <a:gd name="connsiteX12" fmla="*/ 21879 w 22354"/>
                    <a:gd name="connsiteY12" fmla="*/ 13687 h 64349"/>
                    <a:gd name="connsiteX13" fmla="*/ 21879 w 22354"/>
                    <a:gd name="connsiteY13" fmla="*/ 18440 h 64349"/>
                    <a:gd name="connsiteX14" fmla="*/ 12652 w 22354"/>
                    <a:gd name="connsiteY14" fmla="*/ 18440 h 64349"/>
                    <a:gd name="connsiteX15" fmla="*/ 12652 w 22354"/>
                    <a:gd name="connsiteY15" fmla="*/ 52183 h 64349"/>
                    <a:gd name="connsiteX16" fmla="*/ 12747 w 22354"/>
                    <a:gd name="connsiteY16" fmla="*/ 55319 h 64349"/>
                    <a:gd name="connsiteX17" fmla="*/ 13318 w 22354"/>
                    <a:gd name="connsiteY17" fmla="*/ 57505 h 64349"/>
                    <a:gd name="connsiteX18" fmla="*/ 14840 w 22354"/>
                    <a:gd name="connsiteY18" fmla="*/ 58741 h 64349"/>
                    <a:gd name="connsiteX19" fmla="*/ 17598 w 22354"/>
                    <a:gd name="connsiteY19" fmla="*/ 59121 h 64349"/>
                    <a:gd name="connsiteX20" fmla="*/ 19976 w 22354"/>
                    <a:gd name="connsiteY20" fmla="*/ 58931 h 64349"/>
                    <a:gd name="connsiteX21" fmla="*/ 22355 w 22354"/>
                    <a:gd name="connsiteY21" fmla="*/ 58456 h 64349"/>
                    <a:gd name="connsiteX22" fmla="*/ 22355 w 22354"/>
                    <a:gd name="connsiteY22" fmla="*/ 63113 h 64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2354" h="64349">
                      <a:moveTo>
                        <a:pt x="22259" y="63208"/>
                      </a:moveTo>
                      <a:cubicBezTo>
                        <a:pt x="21594" y="63304"/>
                        <a:pt x="20642" y="63589"/>
                        <a:pt x="19501" y="63874"/>
                      </a:cubicBezTo>
                      <a:cubicBezTo>
                        <a:pt x="18359" y="64159"/>
                        <a:pt x="17123" y="64349"/>
                        <a:pt x="15696" y="64349"/>
                      </a:cubicBezTo>
                      <a:cubicBezTo>
                        <a:pt x="12842" y="64349"/>
                        <a:pt x="10654" y="63589"/>
                        <a:pt x="9227" y="62163"/>
                      </a:cubicBezTo>
                      <a:cubicBezTo>
                        <a:pt x="7705" y="60737"/>
                        <a:pt x="6944" y="58171"/>
                        <a:pt x="6944" y="54464"/>
                      </a:cubicBezTo>
                      <a:lnTo>
                        <a:pt x="6944" y="18440"/>
                      </a:lnTo>
                      <a:lnTo>
                        <a:pt x="0" y="18440"/>
                      </a:lnTo>
                      <a:lnTo>
                        <a:pt x="0" y="13687"/>
                      </a:lnTo>
                      <a:lnTo>
                        <a:pt x="6944" y="13687"/>
                      </a:lnTo>
                      <a:lnTo>
                        <a:pt x="6944" y="0"/>
                      </a:lnTo>
                      <a:lnTo>
                        <a:pt x="12652" y="0"/>
                      </a:lnTo>
                      <a:lnTo>
                        <a:pt x="12652" y="13687"/>
                      </a:lnTo>
                      <a:lnTo>
                        <a:pt x="21879" y="13687"/>
                      </a:lnTo>
                      <a:lnTo>
                        <a:pt x="21879" y="18440"/>
                      </a:lnTo>
                      <a:lnTo>
                        <a:pt x="12652" y="18440"/>
                      </a:lnTo>
                      <a:lnTo>
                        <a:pt x="12652" y="52183"/>
                      </a:lnTo>
                      <a:cubicBezTo>
                        <a:pt x="12652" y="53418"/>
                        <a:pt x="12652" y="54464"/>
                        <a:pt x="12747" y="55319"/>
                      </a:cubicBezTo>
                      <a:cubicBezTo>
                        <a:pt x="12747" y="56175"/>
                        <a:pt x="13032" y="56935"/>
                        <a:pt x="13318" y="57505"/>
                      </a:cubicBezTo>
                      <a:cubicBezTo>
                        <a:pt x="13603" y="58076"/>
                        <a:pt x="14079" y="58456"/>
                        <a:pt x="14840" y="58741"/>
                      </a:cubicBezTo>
                      <a:cubicBezTo>
                        <a:pt x="15601" y="59026"/>
                        <a:pt x="16457" y="59121"/>
                        <a:pt x="17598" y="59121"/>
                      </a:cubicBezTo>
                      <a:cubicBezTo>
                        <a:pt x="18359" y="59121"/>
                        <a:pt x="19120" y="59121"/>
                        <a:pt x="19976" y="58931"/>
                      </a:cubicBezTo>
                      <a:cubicBezTo>
                        <a:pt x="20737" y="58836"/>
                        <a:pt x="21594" y="58646"/>
                        <a:pt x="22355" y="58456"/>
                      </a:cubicBezTo>
                      <a:lnTo>
                        <a:pt x="22355" y="63113"/>
                      </a:lnTo>
                      <a:close/>
                    </a:path>
                  </a:pathLst>
                </a:custGeom>
                <a:solidFill>
                  <a:srgbClr val="000000"/>
                </a:solidFill>
                <a:ln w="9506" cap="flat">
                  <a:noFill/>
                  <a:prstDash val="solid"/>
                  <a:miter/>
                </a:ln>
              </p:spPr>
              <p:txBody>
                <a:bodyPr rtlCol="0" anchor="ctr"/>
                <a:lstStyle/>
                <a:p>
                  <a:endParaRPr lang="en-US"/>
                </a:p>
              </p:txBody>
            </p:sp>
            <p:sp>
              <p:nvSpPr>
                <p:cNvPr id="4599" name="Freeform 4598">
                  <a:extLst>
                    <a:ext uri="{FF2B5EF4-FFF2-40B4-BE49-F238E27FC236}">
                      <a16:creationId xmlns:a16="http://schemas.microsoft.com/office/drawing/2014/main" id="{256671E1-1CC9-7697-7002-DAE32C02C3D4}"/>
                    </a:ext>
                  </a:extLst>
                </p:cNvPr>
                <p:cNvSpPr/>
                <p:nvPr/>
              </p:nvSpPr>
              <p:spPr>
                <a:xfrm>
                  <a:off x="8176679" y="3331193"/>
                  <a:ext cx="6278" cy="68436"/>
                </a:xfrm>
                <a:custGeom>
                  <a:avLst/>
                  <a:gdLst>
                    <a:gd name="connsiteX0" fmla="*/ 0 w 6278"/>
                    <a:gd name="connsiteY0" fmla="*/ 8459 h 68436"/>
                    <a:gd name="connsiteX1" fmla="*/ 0 w 6278"/>
                    <a:gd name="connsiteY1" fmla="*/ 0 h 68436"/>
                    <a:gd name="connsiteX2" fmla="*/ 6278 w 6278"/>
                    <a:gd name="connsiteY2" fmla="*/ 0 h 68436"/>
                    <a:gd name="connsiteX3" fmla="*/ 6278 w 6278"/>
                    <a:gd name="connsiteY3" fmla="*/ 8459 h 68436"/>
                    <a:gd name="connsiteX4" fmla="*/ 0 w 6278"/>
                    <a:gd name="connsiteY4" fmla="*/ 8459 h 68436"/>
                    <a:gd name="connsiteX5" fmla="*/ 285 w 6278"/>
                    <a:gd name="connsiteY5" fmla="*/ 68436 h 68436"/>
                    <a:gd name="connsiteX6" fmla="*/ 285 w 6278"/>
                    <a:gd name="connsiteY6" fmla="*/ 19200 h 68436"/>
                    <a:gd name="connsiteX7" fmla="*/ 5993 w 6278"/>
                    <a:gd name="connsiteY7" fmla="*/ 19200 h 68436"/>
                    <a:gd name="connsiteX8" fmla="*/ 5993 w 6278"/>
                    <a:gd name="connsiteY8" fmla="*/ 68436 h 68436"/>
                    <a:gd name="connsiteX9" fmla="*/ 285 w 6278"/>
                    <a:gd name="connsiteY9" fmla="*/ 68436 h 68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78" h="68436">
                      <a:moveTo>
                        <a:pt x="0" y="8459"/>
                      </a:moveTo>
                      <a:lnTo>
                        <a:pt x="0" y="0"/>
                      </a:lnTo>
                      <a:lnTo>
                        <a:pt x="6278" y="0"/>
                      </a:lnTo>
                      <a:lnTo>
                        <a:pt x="6278" y="8459"/>
                      </a:lnTo>
                      <a:lnTo>
                        <a:pt x="0" y="8459"/>
                      </a:lnTo>
                      <a:close/>
                      <a:moveTo>
                        <a:pt x="285" y="68436"/>
                      </a:moveTo>
                      <a:lnTo>
                        <a:pt x="285" y="19200"/>
                      </a:lnTo>
                      <a:lnTo>
                        <a:pt x="5993" y="19200"/>
                      </a:lnTo>
                      <a:lnTo>
                        <a:pt x="5993" y="68436"/>
                      </a:lnTo>
                      <a:lnTo>
                        <a:pt x="285" y="68436"/>
                      </a:lnTo>
                      <a:close/>
                    </a:path>
                  </a:pathLst>
                </a:custGeom>
                <a:solidFill>
                  <a:srgbClr val="000000"/>
                </a:solidFill>
                <a:ln w="9506" cap="flat">
                  <a:noFill/>
                  <a:prstDash val="solid"/>
                  <a:miter/>
                </a:ln>
              </p:spPr>
              <p:txBody>
                <a:bodyPr rtlCol="0" anchor="ctr"/>
                <a:lstStyle/>
                <a:p>
                  <a:endParaRPr lang="en-US"/>
                </a:p>
              </p:txBody>
            </p:sp>
            <p:sp>
              <p:nvSpPr>
                <p:cNvPr id="4600" name="Freeform 4599">
                  <a:extLst>
                    <a:ext uri="{FF2B5EF4-FFF2-40B4-BE49-F238E27FC236}">
                      <a16:creationId xmlns:a16="http://schemas.microsoft.com/office/drawing/2014/main" id="{9AFBCEEB-CD84-1B5C-3A25-52B64BB7B094}"/>
                    </a:ext>
                  </a:extLst>
                </p:cNvPr>
                <p:cNvSpPr/>
                <p:nvPr/>
              </p:nvSpPr>
              <p:spPr>
                <a:xfrm>
                  <a:off x="8193992" y="3349157"/>
                  <a:ext cx="45660" cy="51802"/>
                </a:xfrm>
                <a:custGeom>
                  <a:avLst/>
                  <a:gdLst>
                    <a:gd name="connsiteX0" fmla="*/ 22830 w 45660"/>
                    <a:gd name="connsiteY0" fmla="*/ 51802 h 51802"/>
                    <a:gd name="connsiteX1" fmla="*/ 13983 w 45660"/>
                    <a:gd name="connsiteY1" fmla="*/ 50091 h 51802"/>
                    <a:gd name="connsiteX2" fmla="*/ 6754 w 45660"/>
                    <a:gd name="connsiteY2" fmla="*/ 45244 h 51802"/>
                    <a:gd name="connsiteX3" fmla="*/ 1807 w 45660"/>
                    <a:gd name="connsiteY3" fmla="*/ 37165 h 51802"/>
                    <a:gd name="connsiteX4" fmla="*/ 0 w 45660"/>
                    <a:gd name="connsiteY4" fmla="*/ 25854 h 51802"/>
                    <a:gd name="connsiteX5" fmla="*/ 1427 w 45660"/>
                    <a:gd name="connsiteY5" fmla="*/ 15778 h 51802"/>
                    <a:gd name="connsiteX6" fmla="*/ 5708 w 45660"/>
                    <a:gd name="connsiteY6" fmla="*/ 7509 h 51802"/>
                    <a:gd name="connsiteX7" fmla="*/ 12842 w 45660"/>
                    <a:gd name="connsiteY7" fmla="*/ 1996 h 51802"/>
                    <a:gd name="connsiteX8" fmla="*/ 22830 w 45660"/>
                    <a:gd name="connsiteY8" fmla="*/ 0 h 51802"/>
                    <a:gd name="connsiteX9" fmla="*/ 32914 w 45660"/>
                    <a:gd name="connsiteY9" fmla="*/ 1996 h 51802"/>
                    <a:gd name="connsiteX10" fmla="*/ 40048 w 45660"/>
                    <a:gd name="connsiteY10" fmla="*/ 7509 h 51802"/>
                    <a:gd name="connsiteX11" fmla="*/ 44329 w 45660"/>
                    <a:gd name="connsiteY11" fmla="*/ 15683 h 51802"/>
                    <a:gd name="connsiteX12" fmla="*/ 45660 w 45660"/>
                    <a:gd name="connsiteY12" fmla="*/ 25854 h 51802"/>
                    <a:gd name="connsiteX13" fmla="*/ 44043 w 45660"/>
                    <a:gd name="connsiteY13" fmla="*/ 36499 h 51802"/>
                    <a:gd name="connsiteX14" fmla="*/ 39382 w 45660"/>
                    <a:gd name="connsiteY14" fmla="*/ 44674 h 51802"/>
                    <a:gd name="connsiteX15" fmla="*/ 32152 w 45660"/>
                    <a:gd name="connsiteY15" fmla="*/ 49901 h 51802"/>
                    <a:gd name="connsiteX16" fmla="*/ 22735 w 45660"/>
                    <a:gd name="connsiteY16" fmla="*/ 51802 h 51802"/>
                    <a:gd name="connsiteX17" fmla="*/ 39572 w 45660"/>
                    <a:gd name="connsiteY17" fmla="*/ 25854 h 51802"/>
                    <a:gd name="connsiteX18" fmla="*/ 38621 w 45660"/>
                    <a:gd name="connsiteY18" fmla="*/ 17679 h 51802"/>
                    <a:gd name="connsiteX19" fmla="*/ 35672 w 45660"/>
                    <a:gd name="connsiteY19" fmla="*/ 11121 h 51802"/>
                    <a:gd name="connsiteX20" fmla="*/ 30535 w 45660"/>
                    <a:gd name="connsiteY20" fmla="*/ 6748 h 51802"/>
                    <a:gd name="connsiteX21" fmla="*/ 22830 w 45660"/>
                    <a:gd name="connsiteY21" fmla="*/ 5133 h 51802"/>
                    <a:gd name="connsiteX22" fmla="*/ 15220 w 45660"/>
                    <a:gd name="connsiteY22" fmla="*/ 6844 h 51802"/>
                    <a:gd name="connsiteX23" fmla="*/ 10083 w 45660"/>
                    <a:gd name="connsiteY23" fmla="*/ 11501 h 51802"/>
                    <a:gd name="connsiteX24" fmla="*/ 7134 w 45660"/>
                    <a:gd name="connsiteY24" fmla="*/ 18155 h 51802"/>
                    <a:gd name="connsiteX25" fmla="*/ 6183 w 45660"/>
                    <a:gd name="connsiteY25" fmla="*/ 25854 h 51802"/>
                    <a:gd name="connsiteX26" fmla="*/ 7325 w 45660"/>
                    <a:gd name="connsiteY26" fmla="*/ 34218 h 51802"/>
                    <a:gd name="connsiteX27" fmla="*/ 10464 w 45660"/>
                    <a:gd name="connsiteY27" fmla="*/ 40872 h 51802"/>
                    <a:gd name="connsiteX28" fmla="*/ 15696 w 45660"/>
                    <a:gd name="connsiteY28" fmla="*/ 45149 h 51802"/>
                    <a:gd name="connsiteX29" fmla="*/ 22925 w 45660"/>
                    <a:gd name="connsiteY29" fmla="*/ 46670 h 51802"/>
                    <a:gd name="connsiteX30" fmla="*/ 30630 w 45660"/>
                    <a:gd name="connsiteY30" fmla="*/ 44864 h 51802"/>
                    <a:gd name="connsiteX31" fmla="*/ 35767 w 45660"/>
                    <a:gd name="connsiteY31" fmla="*/ 40111 h 51802"/>
                    <a:gd name="connsiteX32" fmla="*/ 38716 w 45660"/>
                    <a:gd name="connsiteY32" fmla="*/ 33458 h 51802"/>
                    <a:gd name="connsiteX33" fmla="*/ 39667 w 45660"/>
                    <a:gd name="connsiteY33" fmla="*/ 25759 h 51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5660" h="51802">
                      <a:moveTo>
                        <a:pt x="22830" y="51802"/>
                      </a:moveTo>
                      <a:cubicBezTo>
                        <a:pt x="19691" y="51802"/>
                        <a:pt x="16742" y="51137"/>
                        <a:pt x="13983" y="50091"/>
                      </a:cubicBezTo>
                      <a:cubicBezTo>
                        <a:pt x="11225" y="49046"/>
                        <a:pt x="8847" y="47430"/>
                        <a:pt x="6754" y="45244"/>
                      </a:cubicBezTo>
                      <a:cubicBezTo>
                        <a:pt x="4661" y="43058"/>
                        <a:pt x="3044" y="40396"/>
                        <a:pt x="1807" y="37165"/>
                      </a:cubicBezTo>
                      <a:cubicBezTo>
                        <a:pt x="571" y="33933"/>
                        <a:pt x="0" y="30131"/>
                        <a:pt x="0" y="25854"/>
                      </a:cubicBezTo>
                      <a:cubicBezTo>
                        <a:pt x="0" y="22242"/>
                        <a:pt x="476" y="18820"/>
                        <a:pt x="1427" y="15778"/>
                      </a:cubicBezTo>
                      <a:cubicBezTo>
                        <a:pt x="2378" y="12642"/>
                        <a:pt x="3805" y="9885"/>
                        <a:pt x="5708" y="7509"/>
                      </a:cubicBezTo>
                      <a:cubicBezTo>
                        <a:pt x="7610" y="5133"/>
                        <a:pt x="9988" y="3327"/>
                        <a:pt x="12842" y="1996"/>
                      </a:cubicBezTo>
                      <a:cubicBezTo>
                        <a:pt x="15696" y="665"/>
                        <a:pt x="19025" y="0"/>
                        <a:pt x="22830" y="0"/>
                      </a:cubicBezTo>
                      <a:cubicBezTo>
                        <a:pt x="26635" y="0"/>
                        <a:pt x="30060" y="665"/>
                        <a:pt x="32914" y="1996"/>
                      </a:cubicBezTo>
                      <a:cubicBezTo>
                        <a:pt x="35767" y="3327"/>
                        <a:pt x="38145" y="5228"/>
                        <a:pt x="40048" y="7509"/>
                      </a:cubicBezTo>
                      <a:cubicBezTo>
                        <a:pt x="41950" y="9790"/>
                        <a:pt x="43377" y="12547"/>
                        <a:pt x="44329" y="15683"/>
                      </a:cubicBezTo>
                      <a:cubicBezTo>
                        <a:pt x="45280" y="18820"/>
                        <a:pt x="45660" y="22242"/>
                        <a:pt x="45660" y="25854"/>
                      </a:cubicBezTo>
                      <a:cubicBezTo>
                        <a:pt x="45660" y="29751"/>
                        <a:pt x="45090" y="33363"/>
                        <a:pt x="44043" y="36499"/>
                      </a:cubicBezTo>
                      <a:cubicBezTo>
                        <a:pt x="42997" y="39636"/>
                        <a:pt x="41380" y="42392"/>
                        <a:pt x="39382" y="44674"/>
                      </a:cubicBezTo>
                      <a:cubicBezTo>
                        <a:pt x="37385" y="46955"/>
                        <a:pt x="35006" y="48666"/>
                        <a:pt x="32152" y="49901"/>
                      </a:cubicBezTo>
                      <a:cubicBezTo>
                        <a:pt x="29299" y="51137"/>
                        <a:pt x="26255" y="51802"/>
                        <a:pt x="22735" y="51802"/>
                      </a:cubicBezTo>
                      <a:close/>
                      <a:moveTo>
                        <a:pt x="39572" y="25854"/>
                      </a:moveTo>
                      <a:cubicBezTo>
                        <a:pt x="39572" y="22907"/>
                        <a:pt x="39287" y="20246"/>
                        <a:pt x="38621" y="17679"/>
                      </a:cubicBezTo>
                      <a:cubicBezTo>
                        <a:pt x="37955" y="15113"/>
                        <a:pt x="37004" y="12927"/>
                        <a:pt x="35672" y="11121"/>
                      </a:cubicBezTo>
                      <a:cubicBezTo>
                        <a:pt x="34340" y="9315"/>
                        <a:pt x="32628" y="7794"/>
                        <a:pt x="30535" y="6748"/>
                      </a:cubicBezTo>
                      <a:cubicBezTo>
                        <a:pt x="28443" y="5703"/>
                        <a:pt x="25874" y="5133"/>
                        <a:pt x="22830" y="5133"/>
                      </a:cubicBezTo>
                      <a:cubicBezTo>
                        <a:pt x="19786" y="5133"/>
                        <a:pt x="17313" y="5703"/>
                        <a:pt x="15220" y="6844"/>
                      </a:cubicBezTo>
                      <a:cubicBezTo>
                        <a:pt x="13127" y="7984"/>
                        <a:pt x="11320" y="9600"/>
                        <a:pt x="10083" y="11501"/>
                      </a:cubicBezTo>
                      <a:cubicBezTo>
                        <a:pt x="8752" y="13402"/>
                        <a:pt x="7800" y="15683"/>
                        <a:pt x="7134" y="18155"/>
                      </a:cubicBezTo>
                      <a:cubicBezTo>
                        <a:pt x="6469" y="20626"/>
                        <a:pt x="6183" y="23192"/>
                        <a:pt x="6183" y="25854"/>
                      </a:cubicBezTo>
                      <a:cubicBezTo>
                        <a:pt x="6183" y="28895"/>
                        <a:pt x="6564" y="31652"/>
                        <a:pt x="7325" y="34218"/>
                      </a:cubicBezTo>
                      <a:cubicBezTo>
                        <a:pt x="8086" y="36784"/>
                        <a:pt x="9132" y="38971"/>
                        <a:pt x="10464" y="40872"/>
                      </a:cubicBezTo>
                      <a:cubicBezTo>
                        <a:pt x="11796" y="42773"/>
                        <a:pt x="13603" y="44103"/>
                        <a:pt x="15696" y="45149"/>
                      </a:cubicBezTo>
                      <a:cubicBezTo>
                        <a:pt x="17789" y="46194"/>
                        <a:pt x="20167" y="46670"/>
                        <a:pt x="22925" y="46670"/>
                      </a:cubicBezTo>
                      <a:cubicBezTo>
                        <a:pt x="25874" y="46670"/>
                        <a:pt x="28443" y="46099"/>
                        <a:pt x="30630" y="44864"/>
                      </a:cubicBezTo>
                      <a:cubicBezTo>
                        <a:pt x="32723" y="43723"/>
                        <a:pt x="34531" y="42107"/>
                        <a:pt x="35767" y="40111"/>
                      </a:cubicBezTo>
                      <a:cubicBezTo>
                        <a:pt x="37099" y="38115"/>
                        <a:pt x="38050" y="35929"/>
                        <a:pt x="38716" y="33458"/>
                      </a:cubicBezTo>
                      <a:cubicBezTo>
                        <a:pt x="39382" y="30986"/>
                        <a:pt x="39667" y="28420"/>
                        <a:pt x="39667" y="25759"/>
                      </a:cubicBezTo>
                      <a:close/>
                    </a:path>
                  </a:pathLst>
                </a:custGeom>
                <a:solidFill>
                  <a:srgbClr val="000000"/>
                </a:solidFill>
                <a:ln w="9506" cap="flat">
                  <a:noFill/>
                  <a:prstDash val="solid"/>
                  <a:miter/>
                </a:ln>
              </p:spPr>
              <p:txBody>
                <a:bodyPr rtlCol="0" anchor="ctr"/>
                <a:lstStyle/>
                <a:p>
                  <a:endParaRPr lang="en-US"/>
                </a:p>
              </p:txBody>
            </p:sp>
            <p:sp>
              <p:nvSpPr>
                <p:cNvPr id="4601" name="Freeform 4600">
                  <a:extLst>
                    <a:ext uri="{FF2B5EF4-FFF2-40B4-BE49-F238E27FC236}">
                      <a16:creationId xmlns:a16="http://schemas.microsoft.com/office/drawing/2014/main" id="{5FEEA7E4-C099-DE01-2A4E-7137F01DBC96}"/>
                    </a:ext>
                  </a:extLst>
                </p:cNvPr>
                <p:cNvSpPr/>
                <p:nvPr/>
              </p:nvSpPr>
              <p:spPr>
                <a:xfrm>
                  <a:off x="8250116" y="3349062"/>
                  <a:ext cx="39096" cy="50566"/>
                </a:xfrm>
                <a:custGeom>
                  <a:avLst/>
                  <a:gdLst>
                    <a:gd name="connsiteX0" fmla="*/ 5707 w 39096"/>
                    <a:gd name="connsiteY0" fmla="*/ 50567 h 50566"/>
                    <a:gd name="connsiteX1" fmla="*/ 0 w 39096"/>
                    <a:gd name="connsiteY1" fmla="*/ 50567 h 50566"/>
                    <a:gd name="connsiteX2" fmla="*/ 0 w 39096"/>
                    <a:gd name="connsiteY2" fmla="*/ 1331 h 50566"/>
                    <a:gd name="connsiteX3" fmla="*/ 5707 w 39096"/>
                    <a:gd name="connsiteY3" fmla="*/ 1331 h 50566"/>
                    <a:gd name="connsiteX4" fmla="*/ 5707 w 39096"/>
                    <a:gd name="connsiteY4" fmla="*/ 8174 h 50566"/>
                    <a:gd name="connsiteX5" fmla="*/ 12842 w 39096"/>
                    <a:gd name="connsiteY5" fmla="*/ 2281 h 50566"/>
                    <a:gd name="connsiteX6" fmla="*/ 21593 w 39096"/>
                    <a:gd name="connsiteY6" fmla="*/ 0 h 50566"/>
                    <a:gd name="connsiteX7" fmla="*/ 30059 w 39096"/>
                    <a:gd name="connsiteY7" fmla="*/ 1616 h 50566"/>
                    <a:gd name="connsiteX8" fmla="*/ 36623 w 39096"/>
                    <a:gd name="connsiteY8" fmla="*/ 7034 h 50566"/>
                    <a:gd name="connsiteX9" fmla="*/ 38716 w 39096"/>
                    <a:gd name="connsiteY9" fmla="*/ 12547 h 50566"/>
                    <a:gd name="connsiteX10" fmla="*/ 39096 w 39096"/>
                    <a:gd name="connsiteY10" fmla="*/ 18345 h 50566"/>
                    <a:gd name="connsiteX11" fmla="*/ 39096 w 39096"/>
                    <a:gd name="connsiteY11" fmla="*/ 50567 h 50566"/>
                    <a:gd name="connsiteX12" fmla="*/ 33389 w 39096"/>
                    <a:gd name="connsiteY12" fmla="*/ 50567 h 50566"/>
                    <a:gd name="connsiteX13" fmla="*/ 33389 w 39096"/>
                    <a:gd name="connsiteY13" fmla="*/ 18440 h 50566"/>
                    <a:gd name="connsiteX14" fmla="*/ 30440 w 39096"/>
                    <a:gd name="connsiteY14" fmla="*/ 8459 h 50566"/>
                    <a:gd name="connsiteX15" fmla="*/ 20642 w 39096"/>
                    <a:gd name="connsiteY15" fmla="*/ 5133 h 50566"/>
                    <a:gd name="connsiteX16" fmla="*/ 15791 w 39096"/>
                    <a:gd name="connsiteY16" fmla="*/ 5893 h 50566"/>
                    <a:gd name="connsiteX17" fmla="*/ 11795 w 39096"/>
                    <a:gd name="connsiteY17" fmla="*/ 7984 h 50566"/>
                    <a:gd name="connsiteX18" fmla="*/ 8847 w 39096"/>
                    <a:gd name="connsiteY18" fmla="*/ 11026 h 50566"/>
                    <a:gd name="connsiteX19" fmla="*/ 6944 w 39096"/>
                    <a:gd name="connsiteY19" fmla="*/ 14638 h 50566"/>
                    <a:gd name="connsiteX20" fmla="*/ 5898 w 39096"/>
                    <a:gd name="connsiteY20" fmla="*/ 19200 h 50566"/>
                    <a:gd name="connsiteX21" fmla="*/ 5707 w 39096"/>
                    <a:gd name="connsiteY21" fmla="*/ 23953 h 50566"/>
                    <a:gd name="connsiteX22" fmla="*/ 5707 w 39096"/>
                    <a:gd name="connsiteY22" fmla="*/ 50472 h 505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096" h="50566">
                      <a:moveTo>
                        <a:pt x="5707" y="50567"/>
                      </a:moveTo>
                      <a:lnTo>
                        <a:pt x="0" y="50567"/>
                      </a:lnTo>
                      <a:lnTo>
                        <a:pt x="0" y="1331"/>
                      </a:lnTo>
                      <a:lnTo>
                        <a:pt x="5707" y="1331"/>
                      </a:lnTo>
                      <a:lnTo>
                        <a:pt x="5707" y="8174"/>
                      </a:lnTo>
                      <a:cubicBezTo>
                        <a:pt x="7991" y="5798"/>
                        <a:pt x="10369" y="3802"/>
                        <a:pt x="12842" y="2281"/>
                      </a:cubicBezTo>
                      <a:cubicBezTo>
                        <a:pt x="15315" y="760"/>
                        <a:pt x="18169" y="0"/>
                        <a:pt x="21593" y="0"/>
                      </a:cubicBezTo>
                      <a:cubicBezTo>
                        <a:pt x="24637" y="0"/>
                        <a:pt x="27491" y="475"/>
                        <a:pt x="30059" y="1616"/>
                      </a:cubicBezTo>
                      <a:cubicBezTo>
                        <a:pt x="32628" y="2661"/>
                        <a:pt x="34816" y="4467"/>
                        <a:pt x="36623" y="7034"/>
                      </a:cubicBezTo>
                      <a:cubicBezTo>
                        <a:pt x="37860" y="8840"/>
                        <a:pt x="38526" y="10646"/>
                        <a:pt x="38716" y="12547"/>
                      </a:cubicBezTo>
                      <a:cubicBezTo>
                        <a:pt x="38906" y="14448"/>
                        <a:pt x="39096" y="16349"/>
                        <a:pt x="39096" y="18345"/>
                      </a:cubicBezTo>
                      <a:lnTo>
                        <a:pt x="39096" y="50567"/>
                      </a:lnTo>
                      <a:lnTo>
                        <a:pt x="33389" y="50567"/>
                      </a:lnTo>
                      <a:lnTo>
                        <a:pt x="33389" y="18440"/>
                      </a:lnTo>
                      <a:cubicBezTo>
                        <a:pt x="33389" y="13972"/>
                        <a:pt x="32438" y="10646"/>
                        <a:pt x="30440" y="8459"/>
                      </a:cubicBezTo>
                      <a:cubicBezTo>
                        <a:pt x="28442" y="6273"/>
                        <a:pt x="25208" y="5133"/>
                        <a:pt x="20642" y="5133"/>
                      </a:cubicBezTo>
                      <a:cubicBezTo>
                        <a:pt x="18835" y="5133"/>
                        <a:pt x="17218" y="5418"/>
                        <a:pt x="15791" y="5893"/>
                      </a:cubicBezTo>
                      <a:cubicBezTo>
                        <a:pt x="14364" y="6368"/>
                        <a:pt x="13032" y="7129"/>
                        <a:pt x="11795" y="7984"/>
                      </a:cubicBezTo>
                      <a:cubicBezTo>
                        <a:pt x="10654" y="8840"/>
                        <a:pt x="9607" y="9885"/>
                        <a:pt x="8847" y="11026"/>
                      </a:cubicBezTo>
                      <a:cubicBezTo>
                        <a:pt x="7991" y="12166"/>
                        <a:pt x="7420" y="13402"/>
                        <a:pt x="6944" y="14638"/>
                      </a:cubicBezTo>
                      <a:cubicBezTo>
                        <a:pt x="6373" y="16254"/>
                        <a:pt x="5993" y="17775"/>
                        <a:pt x="5898" y="19200"/>
                      </a:cubicBezTo>
                      <a:cubicBezTo>
                        <a:pt x="5803" y="20626"/>
                        <a:pt x="5707" y="22242"/>
                        <a:pt x="5707" y="23953"/>
                      </a:cubicBezTo>
                      <a:lnTo>
                        <a:pt x="5707" y="50472"/>
                      </a:lnTo>
                      <a:close/>
                    </a:path>
                  </a:pathLst>
                </a:custGeom>
                <a:solidFill>
                  <a:srgbClr val="000000"/>
                </a:solidFill>
                <a:ln w="9506" cap="flat">
                  <a:noFill/>
                  <a:prstDash val="solid"/>
                  <a:miter/>
                </a:ln>
              </p:spPr>
              <p:txBody>
                <a:bodyPr rtlCol="0" anchor="ctr"/>
                <a:lstStyle/>
                <a:p>
                  <a:endParaRPr lang="en-US"/>
                </a:p>
              </p:txBody>
            </p:sp>
            <p:sp>
              <p:nvSpPr>
                <p:cNvPr id="4602" name="Freeform 4601">
                  <a:extLst>
                    <a:ext uri="{FF2B5EF4-FFF2-40B4-BE49-F238E27FC236}">
                      <a16:creationId xmlns:a16="http://schemas.microsoft.com/office/drawing/2014/main" id="{D94C60F1-B08B-2A34-9377-ACD6D6AF267D}"/>
                    </a:ext>
                  </a:extLst>
                </p:cNvPr>
                <p:cNvSpPr/>
                <p:nvPr/>
              </p:nvSpPr>
              <p:spPr>
                <a:xfrm>
                  <a:off x="8327834" y="3329387"/>
                  <a:ext cx="21117" cy="88491"/>
                </a:xfrm>
                <a:custGeom>
                  <a:avLst/>
                  <a:gdLst>
                    <a:gd name="connsiteX0" fmla="*/ 21023 w 21117"/>
                    <a:gd name="connsiteY0" fmla="*/ 0 h 88491"/>
                    <a:gd name="connsiteX1" fmla="*/ 10369 w 21117"/>
                    <a:gd name="connsiteY1" fmla="*/ 21196 h 88491"/>
                    <a:gd name="connsiteX2" fmla="*/ 6564 w 21117"/>
                    <a:gd name="connsiteY2" fmla="*/ 44579 h 88491"/>
                    <a:gd name="connsiteX3" fmla="*/ 10559 w 21117"/>
                    <a:gd name="connsiteY3" fmla="*/ 67581 h 88491"/>
                    <a:gd name="connsiteX4" fmla="*/ 21118 w 21117"/>
                    <a:gd name="connsiteY4" fmla="*/ 88492 h 88491"/>
                    <a:gd name="connsiteX5" fmla="*/ 16266 w 21117"/>
                    <a:gd name="connsiteY5" fmla="*/ 88492 h 88491"/>
                    <a:gd name="connsiteX6" fmla="*/ 9322 w 21117"/>
                    <a:gd name="connsiteY6" fmla="*/ 78036 h 88491"/>
                    <a:gd name="connsiteX7" fmla="*/ 4186 w 21117"/>
                    <a:gd name="connsiteY7" fmla="*/ 67676 h 88491"/>
                    <a:gd name="connsiteX8" fmla="*/ 1047 w 21117"/>
                    <a:gd name="connsiteY8" fmla="*/ 56650 h 88491"/>
                    <a:gd name="connsiteX9" fmla="*/ 0 w 21117"/>
                    <a:gd name="connsiteY9" fmla="*/ 44198 h 88491"/>
                    <a:gd name="connsiteX10" fmla="*/ 1047 w 21117"/>
                    <a:gd name="connsiteY10" fmla="*/ 31842 h 88491"/>
                    <a:gd name="connsiteX11" fmla="*/ 4186 w 21117"/>
                    <a:gd name="connsiteY11" fmla="*/ 20721 h 88491"/>
                    <a:gd name="connsiteX12" fmla="*/ 9227 w 21117"/>
                    <a:gd name="connsiteY12" fmla="*/ 10360 h 88491"/>
                    <a:gd name="connsiteX13" fmla="*/ 16076 w 21117"/>
                    <a:gd name="connsiteY13" fmla="*/ 95 h 88491"/>
                    <a:gd name="connsiteX14" fmla="*/ 20928 w 21117"/>
                    <a:gd name="connsiteY14" fmla="*/ 95 h 88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1117" h="88491">
                      <a:moveTo>
                        <a:pt x="21023" y="0"/>
                      </a:moveTo>
                      <a:cubicBezTo>
                        <a:pt x="16457" y="6558"/>
                        <a:pt x="12937" y="13687"/>
                        <a:pt x="10369" y="21196"/>
                      </a:cubicBezTo>
                      <a:cubicBezTo>
                        <a:pt x="7800" y="28705"/>
                        <a:pt x="6564" y="36499"/>
                        <a:pt x="6564" y="44579"/>
                      </a:cubicBezTo>
                      <a:cubicBezTo>
                        <a:pt x="6564" y="52658"/>
                        <a:pt x="7896" y="60167"/>
                        <a:pt x="10559" y="67581"/>
                      </a:cubicBezTo>
                      <a:cubicBezTo>
                        <a:pt x="13223" y="74995"/>
                        <a:pt x="16742" y="81933"/>
                        <a:pt x="21118" y="88492"/>
                      </a:cubicBezTo>
                      <a:lnTo>
                        <a:pt x="16266" y="88492"/>
                      </a:lnTo>
                      <a:cubicBezTo>
                        <a:pt x="13698" y="84880"/>
                        <a:pt x="11320" y="81363"/>
                        <a:pt x="9322" y="78036"/>
                      </a:cubicBezTo>
                      <a:cubicBezTo>
                        <a:pt x="7325" y="74614"/>
                        <a:pt x="5612" y="71193"/>
                        <a:pt x="4186" y="67676"/>
                      </a:cubicBezTo>
                      <a:cubicBezTo>
                        <a:pt x="2854" y="64159"/>
                        <a:pt x="1807" y="60452"/>
                        <a:pt x="1047" y="56650"/>
                      </a:cubicBezTo>
                      <a:cubicBezTo>
                        <a:pt x="285" y="52848"/>
                        <a:pt x="0" y="48666"/>
                        <a:pt x="0" y="44198"/>
                      </a:cubicBezTo>
                      <a:cubicBezTo>
                        <a:pt x="0" y="39731"/>
                        <a:pt x="381" y="35739"/>
                        <a:pt x="1047" y="31842"/>
                      </a:cubicBezTo>
                      <a:cubicBezTo>
                        <a:pt x="1807" y="28040"/>
                        <a:pt x="2854" y="24333"/>
                        <a:pt x="4186" y="20721"/>
                      </a:cubicBezTo>
                      <a:cubicBezTo>
                        <a:pt x="5517" y="17204"/>
                        <a:pt x="7230" y="13687"/>
                        <a:pt x="9227" y="10360"/>
                      </a:cubicBezTo>
                      <a:cubicBezTo>
                        <a:pt x="11225" y="7034"/>
                        <a:pt x="13508" y="3612"/>
                        <a:pt x="16076" y="95"/>
                      </a:cubicBezTo>
                      <a:lnTo>
                        <a:pt x="20928" y="95"/>
                      </a:lnTo>
                      <a:close/>
                    </a:path>
                  </a:pathLst>
                </a:custGeom>
                <a:solidFill>
                  <a:srgbClr val="000000"/>
                </a:solidFill>
                <a:ln w="9506" cap="flat">
                  <a:noFill/>
                  <a:prstDash val="solid"/>
                  <a:miter/>
                </a:ln>
              </p:spPr>
              <p:txBody>
                <a:bodyPr rtlCol="0" anchor="ctr"/>
                <a:lstStyle/>
                <a:p>
                  <a:endParaRPr lang="en-US"/>
                </a:p>
              </p:txBody>
            </p:sp>
            <p:sp>
              <p:nvSpPr>
                <p:cNvPr id="4604" name="Freeform 4603">
                  <a:extLst>
                    <a:ext uri="{FF2B5EF4-FFF2-40B4-BE49-F238E27FC236}">
                      <a16:creationId xmlns:a16="http://schemas.microsoft.com/office/drawing/2014/main" id="{D17FD8EC-1F4B-3841-EDF1-D20A83AA7FFD}"/>
                    </a:ext>
                  </a:extLst>
                </p:cNvPr>
                <p:cNvSpPr/>
                <p:nvPr/>
              </p:nvSpPr>
              <p:spPr>
                <a:xfrm>
                  <a:off x="8417727" y="3329292"/>
                  <a:ext cx="21022" cy="88491"/>
                </a:xfrm>
                <a:custGeom>
                  <a:avLst/>
                  <a:gdLst>
                    <a:gd name="connsiteX0" fmla="*/ 0 w 21022"/>
                    <a:gd name="connsiteY0" fmla="*/ 88492 h 88491"/>
                    <a:gd name="connsiteX1" fmla="*/ 10654 w 21022"/>
                    <a:gd name="connsiteY1" fmla="*/ 67296 h 88491"/>
                    <a:gd name="connsiteX2" fmla="*/ 14554 w 21022"/>
                    <a:gd name="connsiteY2" fmla="*/ 43913 h 88491"/>
                    <a:gd name="connsiteX3" fmla="*/ 10559 w 21022"/>
                    <a:gd name="connsiteY3" fmla="*/ 20911 h 88491"/>
                    <a:gd name="connsiteX4" fmla="*/ 0 w 21022"/>
                    <a:gd name="connsiteY4" fmla="*/ 0 h 88491"/>
                    <a:gd name="connsiteX5" fmla="*/ 4851 w 21022"/>
                    <a:gd name="connsiteY5" fmla="*/ 0 h 88491"/>
                    <a:gd name="connsiteX6" fmla="*/ 11795 w 21022"/>
                    <a:gd name="connsiteY6" fmla="*/ 10456 h 88491"/>
                    <a:gd name="connsiteX7" fmla="*/ 16837 w 21022"/>
                    <a:gd name="connsiteY7" fmla="*/ 20816 h 88491"/>
                    <a:gd name="connsiteX8" fmla="*/ 19976 w 21022"/>
                    <a:gd name="connsiteY8" fmla="*/ 31842 h 88491"/>
                    <a:gd name="connsiteX9" fmla="*/ 21023 w 21022"/>
                    <a:gd name="connsiteY9" fmla="*/ 44293 h 88491"/>
                    <a:gd name="connsiteX10" fmla="*/ 19976 w 21022"/>
                    <a:gd name="connsiteY10" fmla="*/ 56650 h 88491"/>
                    <a:gd name="connsiteX11" fmla="*/ 16837 w 21022"/>
                    <a:gd name="connsiteY11" fmla="*/ 67771 h 88491"/>
                    <a:gd name="connsiteX12" fmla="*/ 11700 w 21022"/>
                    <a:gd name="connsiteY12" fmla="*/ 78131 h 88491"/>
                    <a:gd name="connsiteX13" fmla="*/ 4851 w 21022"/>
                    <a:gd name="connsiteY13" fmla="*/ 88397 h 88491"/>
                    <a:gd name="connsiteX14" fmla="*/ 0 w 21022"/>
                    <a:gd name="connsiteY14" fmla="*/ 88397 h 88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1022" h="88491">
                      <a:moveTo>
                        <a:pt x="0" y="88492"/>
                      </a:moveTo>
                      <a:cubicBezTo>
                        <a:pt x="4566" y="81933"/>
                        <a:pt x="8181" y="74805"/>
                        <a:pt x="10654" y="67296"/>
                      </a:cubicBezTo>
                      <a:cubicBezTo>
                        <a:pt x="13222" y="59787"/>
                        <a:pt x="14554" y="51993"/>
                        <a:pt x="14554" y="43913"/>
                      </a:cubicBezTo>
                      <a:cubicBezTo>
                        <a:pt x="14554" y="35834"/>
                        <a:pt x="13222" y="28325"/>
                        <a:pt x="10559" y="20911"/>
                      </a:cubicBezTo>
                      <a:cubicBezTo>
                        <a:pt x="7895" y="13497"/>
                        <a:pt x="4376" y="6558"/>
                        <a:pt x="0" y="0"/>
                      </a:cubicBezTo>
                      <a:lnTo>
                        <a:pt x="4851" y="0"/>
                      </a:lnTo>
                      <a:cubicBezTo>
                        <a:pt x="7420" y="3612"/>
                        <a:pt x="9798" y="7129"/>
                        <a:pt x="11795" y="10456"/>
                      </a:cubicBezTo>
                      <a:cubicBezTo>
                        <a:pt x="13793" y="13877"/>
                        <a:pt x="15506" y="17299"/>
                        <a:pt x="16837" y="20816"/>
                      </a:cubicBezTo>
                      <a:cubicBezTo>
                        <a:pt x="18169" y="24333"/>
                        <a:pt x="19215" y="28040"/>
                        <a:pt x="19976" y="31842"/>
                      </a:cubicBezTo>
                      <a:cubicBezTo>
                        <a:pt x="20737" y="35644"/>
                        <a:pt x="21023" y="39826"/>
                        <a:pt x="21023" y="44293"/>
                      </a:cubicBezTo>
                      <a:cubicBezTo>
                        <a:pt x="21023" y="48761"/>
                        <a:pt x="20642" y="52753"/>
                        <a:pt x="19976" y="56650"/>
                      </a:cubicBezTo>
                      <a:cubicBezTo>
                        <a:pt x="19215" y="60452"/>
                        <a:pt x="18169" y="64159"/>
                        <a:pt x="16837" y="67771"/>
                      </a:cubicBezTo>
                      <a:cubicBezTo>
                        <a:pt x="15506" y="71288"/>
                        <a:pt x="13793" y="74805"/>
                        <a:pt x="11700" y="78131"/>
                      </a:cubicBezTo>
                      <a:cubicBezTo>
                        <a:pt x="9703" y="81553"/>
                        <a:pt x="7420" y="84880"/>
                        <a:pt x="4851" y="88397"/>
                      </a:cubicBezTo>
                      <a:lnTo>
                        <a:pt x="0" y="88397"/>
                      </a:lnTo>
                      <a:close/>
                    </a:path>
                  </a:pathLst>
                </a:custGeom>
                <a:solidFill>
                  <a:srgbClr val="000000"/>
                </a:solidFill>
                <a:ln w="9506" cap="flat">
                  <a:noFill/>
                  <a:prstDash val="solid"/>
                  <a:miter/>
                </a:ln>
              </p:spPr>
              <p:txBody>
                <a:bodyPr rtlCol="0" anchor="ctr"/>
                <a:lstStyle/>
                <a:p>
                  <a:endParaRPr lang="en-US"/>
                </a:p>
              </p:txBody>
            </p:sp>
          </p:grpSp>
          <p:grpSp>
            <p:nvGrpSpPr>
              <p:cNvPr id="4687" name="Graphic 14">
                <a:extLst>
                  <a:ext uri="{FF2B5EF4-FFF2-40B4-BE49-F238E27FC236}">
                    <a16:creationId xmlns:a16="http://schemas.microsoft.com/office/drawing/2014/main" id="{98A7C46F-FC1A-D47C-FF1F-3FEA9E3D2DDA}"/>
                  </a:ext>
                </a:extLst>
              </p:cNvPr>
              <p:cNvGrpSpPr/>
              <p:nvPr/>
            </p:nvGrpSpPr>
            <p:grpSpPr>
              <a:xfrm rot="5400000">
                <a:off x="4672877" y="5255126"/>
                <a:ext cx="151641" cy="517378"/>
                <a:chOff x="4501968" y="1615205"/>
                <a:chExt cx="48819" cy="166563"/>
              </a:xfrm>
              <a:solidFill>
                <a:srgbClr val="231F20"/>
              </a:solidFill>
            </p:grpSpPr>
            <p:sp>
              <p:nvSpPr>
                <p:cNvPr id="4688" name="Freeform 4687">
                  <a:extLst>
                    <a:ext uri="{FF2B5EF4-FFF2-40B4-BE49-F238E27FC236}">
                      <a16:creationId xmlns:a16="http://schemas.microsoft.com/office/drawing/2014/main" id="{EC2808FD-CD31-0975-0428-15CCF07C667C}"/>
                    </a:ext>
                  </a:extLst>
                </p:cNvPr>
                <p:cNvSpPr/>
                <p:nvPr/>
              </p:nvSpPr>
              <p:spPr>
                <a:xfrm>
                  <a:off x="4501968" y="1750117"/>
                  <a:ext cx="48792" cy="31651"/>
                </a:xfrm>
                <a:custGeom>
                  <a:avLst/>
                  <a:gdLst>
                    <a:gd name="connsiteX0" fmla="*/ 47850 w 48792"/>
                    <a:gd name="connsiteY0" fmla="*/ 27664 h 31651"/>
                    <a:gd name="connsiteX1" fmla="*/ 47850 w 48792"/>
                    <a:gd name="connsiteY1" fmla="*/ 31651 h 31651"/>
                    <a:gd name="connsiteX2" fmla="*/ 0 w 48792"/>
                    <a:gd name="connsiteY2" fmla="*/ 31651 h 31651"/>
                    <a:gd name="connsiteX3" fmla="*/ 0 w 48792"/>
                    <a:gd name="connsiteY3" fmla="*/ 27664 h 31651"/>
                    <a:gd name="connsiteX4" fmla="*/ 18941 w 48792"/>
                    <a:gd name="connsiteY4" fmla="*/ 27664 h 31651"/>
                    <a:gd name="connsiteX5" fmla="*/ 14123 w 48792"/>
                    <a:gd name="connsiteY5" fmla="*/ 22375 h 31651"/>
                    <a:gd name="connsiteX6" fmla="*/ 12489 w 48792"/>
                    <a:gd name="connsiteY6" fmla="*/ 15369 h 31651"/>
                    <a:gd name="connsiteX7" fmla="*/ 13984 w 48792"/>
                    <a:gd name="connsiteY7" fmla="*/ 8557 h 31651"/>
                    <a:gd name="connsiteX8" fmla="*/ 17972 w 48792"/>
                    <a:gd name="connsiteY8" fmla="*/ 3766 h 31651"/>
                    <a:gd name="connsiteX9" fmla="*/ 23787 w 48792"/>
                    <a:gd name="connsiteY9" fmla="*/ 941 h 31651"/>
                    <a:gd name="connsiteX10" fmla="*/ 30710 w 48792"/>
                    <a:gd name="connsiteY10" fmla="*/ 0 h 31651"/>
                    <a:gd name="connsiteX11" fmla="*/ 37826 w 48792"/>
                    <a:gd name="connsiteY11" fmla="*/ 858 h 31651"/>
                    <a:gd name="connsiteX12" fmla="*/ 43586 w 48792"/>
                    <a:gd name="connsiteY12" fmla="*/ 3628 h 31651"/>
                    <a:gd name="connsiteX13" fmla="*/ 47408 w 48792"/>
                    <a:gd name="connsiteY13" fmla="*/ 8446 h 31651"/>
                    <a:gd name="connsiteX14" fmla="*/ 48792 w 48792"/>
                    <a:gd name="connsiteY14" fmla="*/ 15563 h 31651"/>
                    <a:gd name="connsiteX15" fmla="*/ 48321 w 48792"/>
                    <a:gd name="connsiteY15" fmla="*/ 18941 h 31651"/>
                    <a:gd name="connsiteX16" fmla="*/ 46992 w 48792"/>
                    <a:gd name="connsiteY16" fmla="*/ 22292 h 31651"/>
                    <a:gd name="connsiteX17" fmla="*/ 44832 w 48792"/>
                    <a:gd name="connsiteY17" fmla="*/ 25282 h 31651"/>
                    <a:gd name="connsiteX18" fmla="*/ 41814 w 48792"/>
                    <a:gd name="connsiteY18" fmla="*/ 27497 h 31651"/>
                    <a:gd name="connsiteX19" fmla="*/ 41814 w 48792"/>
                    <a:gd name="connsiteY19" fmla="*/ 27636 h 31651"/>
                    <a:gd name="connsiteX20" fmla="*/ 47850 w 48792"/>
                    <a:gd name="connsiteY20" fmla="*/ 27636 h 31651"/>
                    <a:gd name="connsiteX21" fmla="*/ 30516 w 48792"/>
                    <a:gd name="connsiteY21" fmla="*/ 27664 h 31651"/>
                    <a:gd name="connsiteX22" fmla="*/ 36331 w 48792"/>
                    <a:gd name="connsiteY22" fmla="*/ 26888 h 31651"/>
                    <a:gd name="connsiteX23" fmla="*/ 40983 w 48792"/>
                    <a:gd name="connsiteY23" fmla="*/ 24673 h 31651"/>
                    <a:gd name="connsiteX24" fmla="*/ 44084 w 48792"/>
                    <a:gd name="connsiteY24" fmla="*/ 21018 h 31651"/>
                    <a:gd name="connsiteX25" fmla="*/ 45220 w 48792"/>
                    <a:gd name="connsiteY25" fmla="*/ 16033 h 31651"/>
                    <a:gd name="connsiteX26" fmla="*/ 44334 w 48792"/>
                    <a:gd name="connsiteY26" fmla="*/ 11381 h 31651"/>
                    <a:gd name="connsiteX27" fmla="*/ 41703 w 48792"/>
                    <a:gd name="connsiteY27" fmla="*/ 7670 h 31651"/>
                    <a:gd name="connsiteX28" fmla="*/ 37494 w 48792"/>
                    <a:gd name="connsiteY28" fmla="*/ 5178 h 31651"/>
                    <a:gd name="connsiteX29" fmla="*/ 31734 w 48792"/>
                    <a:gd name="connsiteY29" fmla="*/ 4292 h 31651"/>
                    <a:gd name="connsiteX30" fmla="*/ 25642 w 48792"/>
                    <a:gd name="connsiteY30" fmla="*/ 4818 h 31651"/>
                    <a:gd name="connsiteX31" fmla="*/ 20685 w 48792"/>
                    <a:gd name="connsiteY31" fmla="*/ 6951 h 31651"/>
                    <a:gd name="connsiteX32" fmla="*/ 17335 w 48792"/>
                    <a:gd name="connsiteY32" fmla="*/ 10717 h 31651"/>
                    <a:gd name="connsiteX33" fmla="*/ 16116 w 48792"/>
                    <a:gd name="connsiteY33" fmla="*/ 16061 h 31651"/>
                    <a:gd name="connsiteX34" fmla="*/ 17279 w 48792"/>
                    <a:gd name="connsiteY34" fmla="*/ 20935 h 31651"/>
                    <a:gd name="connsiteX35" fmla="*/ 20409 w 48792"/>
                    <a:gd name="connsiteY35" fmla="*/ 24590 h 31651"/>
                    <a:gd name="connsiteX36" fmla="*/ 25005 w 48792"/>
                    <a:gd name="connsiteY36" fmla="*/ 26888 h 31651"/>
                    <a:gd name="connsiteX37" fmla="*/ 30543 w 48792"/>
                    <a:gd name="connsiteY37" fmla="*/ 27691 h 316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48792" h="31651">
                      <a:moveTo>
                        <a:pt x="47850" y="27664"/>
                      </a:moveTo>
                      <a:lnTo>
                        <a:pt x="47850" y="31651"/>
                      </a:lnTo>
                      <a:lnTo>
                        <a:pt x="0" y="31651"/>
                      </a:lnTo>
                      <a:lnTo>
                        <a:pt x="0" y="27664"/>
                      </a:lnTo>
                      <a:lnTo>
                        <a:pt x="18941" y="27664"/>
                      </a:lnTo>
                      <a:cubicBezTo>
                        <a:pt x="16808" y="26390"/>
                        <a:pt x="15203" y="24618"/>
                        <a:pt x="14123" y="22375"/>
                      </a:cubicBezTo>
                      <a:cubicBezTo>
                        <a:pt x="13043" y="20132"/>
                        <a:pt x="12489" y="17806"/>
                        <a:pt x="12489" y="15369"/>
                      </a:cubicBezTo>
                      <a:cubicBezTo>
                        <a:pt x="12489" y="12766"/>
                        <a:pt x="12987" y="10495"/>
                        <a:pt x="13984" y="8557"/>
                      </a:cubicBezTo>
                      <a:cubicBezTo>
                        <a:pt x="14981" y="6618"/>
                        <a:pt x="16310" y="5040"/>
                        <a:pt x="17972" y="3766"/>
                      </a:cubicBezTo>
                      <a:cubicBezTo>
                        <a:pt x="19633" y="2492"/>
                        <a:pt x="21571" y="1551"/>
                        <a:pt x="23787" y="941"/>
                      </a:cubicBezTo>
                      <a:cubicBezTo>
                        <a:pt x="26002" y="332"/>
                        <a:pt x="28300" y="0"/>
                        <a:pt x="30710" y="0"/>
                      </a:cubicBezTo>
                      <a:cubicBezTo>
                        <a:pt x="33230" y="0"/>
                        <a:pt x="35611" y="277"/>
                        <a:pt x="37826" y="858"/>
                      </a:cubicBezTo>
                      <a:cubicBezTo>
                        <a:pt x="40042" y="1440"/>
                        <a:pt x="41952" y="2354"/>
                        <a:pt x="43586" y="3628"/>
                      </a:cubicBezTo>
                      <a:cubicBezTo>
                        <a:pt x="45192" y="4901"/>
                        <a:pt x="46466" y="6507"/>
                        <a:pt x="47408" y="8446"/>
                      </a:cubicBezTo>
                      <a:cubicBezTo>
                        <a:pt x="48349" y="10384"/>
                        <a:pt x="48792" y="12766"/>
                        <a:pt x="48792" y="15563"/>
                      </a:cubicBezTo>
                      <a:cubicBezTo>
                        <a:pt x="48792" y="16670"/>
                        <a:pt x="48626" y="17806"/>
                        <a:pt x="48321" y="18941"/>
                      </a:cubicBezTo>
                      <a:cubicBezTo>
                        <a:pt x="48017" y="20104"/>
                        <a:pt x="47574" y="21212"/>
                        <a:pt x="46992" y="22292"/>
                      </a:cubicBezTo>
                      <a:cubicBezTo>
                        <a:pt x="46411" y="23371"/>
                        <a:pt x="45691" y="24368"/>
                        <a:pt x="44832" y="25282"/>
                      </a:cubicBezTo>
                      <a:cubicBezTo>
                        <a:pt x="43974" y="26196"/>
                        <a:pt x="42949" y="26944"/>
                        <a:pt x="41814" y="27497"/>
                      </a:cubicBezTo>
                      <a:lnTo>
                        <a:pt x="41814" y="27636"/>
                      </a:lnTo>
                      <a:lnTo>
                        <a:pt x="47850" y="27636"/>
                      </a:lnTo>
                      <a:close/>
                      <a:moveTo>
                        <a:pt x="30516" y="27664"/>
                      </a:moveTo>
                      <a:cubicBezTo>
                        <a:pt x="32592" y="27664"/>
                        <a:pt x="34531" y="27414"/>
                        <a:pt x="36331" y="26888"/>
                      </a:cubicBezTo>
                      <a:cubicBezTo>
                        <a:pt x="38131" y="26362"/>
                        <a:pt x="39682" y="25642"/>
                        <a:pt x="40983" y="24673"/>
                      </a:cubicBezTo>
                      <a:cubicBezTo>
                        <a:pt x="42284" y="23704"/>
                        <a:pt x="43309" y="22485"/>
                        <a:pt x="44084" y="21018"/>
                      </a:cubicBezTo>
                      <a:cubicBezTo>
                        <a:pt x="44832" y="19550"/>
                        <a:pt x="45220" y="17889"/>
                        <a:pt x="45220" y="16033"/>
                      </a:cubicBezTo>
                      <a:cubicBezTo>
                        <a:pt x="45220" y="14344"/>
                        <a:pt x="44915" y="12793"/>
                        <a:pt x="44334" y="11381"/>
                      </a:cubicBezTo>
                      <a:cubicBezTo>
                        <a:pt x="43724" y="9969"/>
                        <a:pt x="42866" y="8723"/>
                        <a:pt x="41703" y="7670"/>
                      </a:cubicBezTo>
                      <a:cubicBezTo>
                        <a:pt x="40540" y="6618"/>
                        <a:pt x="39156" y="5787"/>
                        <a:pt x="37494" y="5178"/>
                      </a:cubicBezTo>
                      <a:cubicBezTo>
                        <a:pt x="35832" y="4569"/>
                        <a:pt x="33922" y="4292"/>
                        <a:pt x="31734" y="4292"/>
                      </a:cubicBezTo>
                      <a:cubicBezTo>
                        <a:pt x="29574" y="4209"/>
                        <a:pt x="27525" y="4375"/>
                        <a:pt x="25642" y="4818"/>
                      </a:cubicBezTo>
                      <a:cubicBezTo>
                        <a:pt x="23759" y="5261"/>
                        <a:pt x="22098" y="5981"/>
                        <a:pt x="20685" y="6951"/>
                      </a:cubicBezTo>
                      <a:cubicBezTo>
                        <a:pt x="19273" y="7920"/>
                        <a:pt x="18138" y="9166"/>
                        <a:pt x="17335" y="10717"/>
                      </a:cubicBezTo>
                      <a:cubicBezTo>
                        <a:pt x="16504" y="12240"/>
                        <a:pt x="16116" y="14039"/>
                        <a:pt x="16116" y="16061"/>
                      </a:cubicBezTo>
                      <a:cubicBezTo>
                        <a:pt x="16116" y="17889"/>
                        <a:pt x="16504" y="19495"/>
                        <a:pt x="17279" y="20935"/>
                      </a:cubicBezTo>
                      <a:cubicBezTo>
                        <a:pt x="18054" y="22375"/>
                        <a:pt x="19107" y="23593"/>
                        <a:pt x="20409" y="24590"/>
                      </a:cubicBezTo>
                      <a:cubicBezTo>
                        <a:pt x="21710" y="25587"/>
                        <a:pt x="23233" y="26362"/>
                        <a:pt x="25005" y="26888"/>
                      </a:cubicBezTo>
                      <a:cubicBezTo>
                        <a:pt x="26750" y="27414"/>
                        <a:pt x="28605" y="27691"/>
                        <a:pt x="30543" y="27691"/>
                      </a:cubicBezTo>
                      <a:close/>
                    </a:path>
                  </a:pathLst>
                </a:custGeom>
                <a:solidFill>
                  <a:srgbClr val="231F20"/>
                </a:solidFill>
                <a:ln w="2767" cap="flat">
                  <a:noFill/>
                  <a:prstDash val="solid"/>
                  <a:miter/>
                </a:ln>
              </p:spPr>
              <p:txBody>
                <a:bodyPr rtlCol="0" anchor="ctr"/>
                <a:lstStyle/>
                <a:p>
                  <a:endParaRPr lang="en-US"/>
                </a:p>
              </p:txBody>
            </p:sp>
            <p:sp>
              <p:nvSpPr>
                <p:cNvPr id="4689" name="Freeform 4688">
                  <a:extLst>
                    <a:ext uri="{FF2B5EF4-FFF2-40B4-BE49-F238E27FC236}">
                      <a16:creationId xmlns:a16="http://schemas.microsoft.com/office/drawing/2014/main" id="{96E89AA1-C501-00DB-110F-D1348815D4B4}"/>
                    </a:ext>
                  </a:extLst>
                </p:cNvPr>
                <p:cNvSpPr/>
                <p:nvPr/>
              </p:nvSpPr>
              <p:spPr>
                <a:xfrm>
                  <a:off x="4514485" y="1712510"/>
                  <a:ext cx="36303" cy="30988"/>
                </a:xfrm>
                <a:custGeom>
                  <a:avLst/>
                  <a:gdLst>
                    <a:gd name="connsiteX0" fmla="*/ 19052 w 36303"/>
                    <a:gd name="connsiteY0" fmla="*/ 26668 h 30988"/>
                    <a:gd name="connsiteX1" fmla="*/ 24341 w 36303"/>
                    <a:gd name="connsiteY1" fmla="*/ 25948 h 30988"/>
                    <a:gd name="connsiteX2" fmla="*/ 28661 w 36303"/>
                    <a:gd name="connsiteY2" fmla="*/ 23789 h 30988"/>
                    <a:gd name="connsiteX3" fmla="*/ 31596 w 36303"/>
                    <a:gd name="connsiteY3" fmla="*/ 20161 h 30988"/>
                    <a:gd name="connsiteX4" fmla="*/ 32704 w 36303"/>
                    <a:gd name="connsiteY4" fmla="*/ 15121 h 30988"/>
                    <a:gd name="connsiteX5" fmla="*/ 30655 w 36303"/>
                    <a:gd name="connsiteY5" fmla="*/ 8420 h 30988"/>
                    <a:gd name="connsiteX6" fmla="*/ 24812 w 36303"/>
                    <a:gd name="connsiteY6" fmla="*/ 4709 h 30988"/>
                    <a:gd name="connsiteX7" fmla="*/ 24812 w 36303"/>
                    <a:gd name="connsiteY7" fmla="*/ 251 h 30988"/>
                    <a:gd name="connsiteX8" fmla="*/ 29353 w 36303"/>
                    <a:gd name="connsiteY8" fmla="*/ 2189 h 30988"/>
                    <a:gd name="connsiteX9" fmla="*/ 33008 w 36303"/>
                    <a:gd name="connsiteY9" fmla="*/ 5180 h 30988"/>
                    <a:gd name="connsiteX10" fmla="*/ 35445 w 36303"/>
                    <a:gd name="connsiteY10" fmla="*/ 9444 h 30988"/>
                    <a:gd name="connsiteX11" fmla="*/ 36304 w 36303"/>
                    <a:gd name="connsiteY11" fmla="*/ 15149 h 30988"/>
                    <a:gd name="connsiteX12" fmla="*/ 34919 w 36303"/>
                    <a:gd name="connsiteY12" fmla="*/ 22265 h 30988"/>
                    <a:gd name="connsiteX13" fmla="*/ 31098 w 36303"/>
                    <a:gd name="connsiteY13" fmla="*/ 27195 h 30988"/>
                    <a:gd name="connsiteX14" fmla="*/ 25393 w 36303"/>
                    <a:gd name="connsiteY14" fmla="*/ 30047 h 30988"/>
                    <a:gd name="connsiteX15" fmla="*/ 18304 w 36303"/>
                    <a:gd name="connsiteY15" fmla="*/ 30988 h 30988"/>
                    <a:gd name="connsiteX16" fmla="*/ 11187 w 36303"/>
                    <a:gd name="connsiteY16" fmla="*/ 29881 h 30988"/>
                    <a:gd name="connsiteX17" fmla="*/ 5372 w 36303"/>
                    <a:gd name="connsiteY17" fmla="*/ 26752 h 30988"/>
                    <a:gd name="connsiteX18" fmla="*/ 1440 w 36303"/>
                    <a:gd name="connsiteY18" fmla="*/ 21795 h 30988"/>
                    <a:gd name="connsiteX19" fmla="*/ 0 w 36303"/>
                    <a:gd name="connsiteY19" fmla="*/ 15149 h 30988"/>
                    <a:gd name="connsiteX20" fmla="*/ 4874 w 36303"/>
                    <a:gd name="connsiteY20" fmla="*/ 3989 h 30988"/>
                    <a:gd name="connsiteX21" fmla="*/ 19052 w 36303"/>
                    <a:gd name="connsiteY21" fmla="*/ 2 h 30988"/>
                    <a:gd name="connsiteX22" fmla="*/ 19052 w 36303"/>
                    <a:gd name="connsiteY22" fmla="*/ 26724 h 30988"/>
                    <a:gd name="connsiteX23" fmla="*/ 15729 w 36303"/>
                    <a:gd name="connsiteY23" fmla="*/ 4211 h 30988"/>
                    <a:gd name="connsiteX24" fmla="*/ 10966 w 36303"/>
                    <a:gd name="connsiteY24" fmla="*/ 4903 h 30988"/>
                    <a:gd name="connsiteX25" fmla="*/ 7117 w 36303"/>
                    <a:gd name="connsiteY25" fmla="*/ 6952 h 30988"/>
                    <a:gd name="connsiteX26" fmla="*/ 4514 w 36303"/>
                    <a:gd name="connsiteY26" fmla="*/ 10386 h 30988"/>
                    <a:gd name="connsiteX27" fmla="*/ 3545 w 36303"/>
                    <a:gd name="connsiteY27" fmla="*/ 15093 h 30988"/>
                    <a:gd name="connsiteX28" fmla="*/ 4541 w 36303"/>
                    <a:gd name="connsiteY28" fmla="*/ 19773 h 30988"/>
                    <a:gd name="connsiteX29" fmla="*/ 7200 w 36303"/>
                    <a:gd name="connsiteY29" fmla="*/ 23235 h 30988"/>
                    <a:gd name="connsiteX30" fmla="*/ 11049 w 36303"/>
                    <a:gd name="connsiteY30" fmla="*/ 25533 h 30988"/>
                    <a:gd name="connsiteX31" fmla="*/ 15701 w 36303"/>
                    <a:gd name="connsiteY31" fmla="*/ 26668 h 30988"/>
                    <a:gd name="connsiteX32" fmla="*/ 15701 w 36303"/>
                    <a:gd name="connsiteY32" fmla="*/ 4211 h 30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6303" h="30988">
                      <a:moveTo>
                        <a:pt x="19052" y="26668"/>
                      </a:moveTo>
                      <a:cubicBezTo>
                        <a:pt x="20907" y="26668"/>
                        <a:pt x="22679" y="26419"/>
                        <a:pt x="24341" y="25948"/>
                      </a:cubicBezTo>
                      <a:cubicBezTo>
                        <a:pt x="26002" y="25450"/>
                        <a:pt x="27442" y="24730"/>
                        <a:pt x="28661" y="23789"/>
                      </a:cubicBezTo>
                      <a:cubicBezTo>
                        <a:pt x="29879" y="22847"/>
                        <a:pt x="30848" y="21629"/>
                        <a:pt x="31596" y="20161"/>
                      </a:cubicBezTo>
                      <a:cubicBezTo>
                        <a:pt x="32316" y="18693"/>
                        <a:pt x="32704" y="17004"/>
                        <a:pt x="32704" y="15121"/>
                      </a:cubicBezTo>
                      <a:cubicBezTo>
                        <a:pt x="32704" y="12518"/>
                        <a:pt x="32011" y="10275"/>
                        <a:pt x="30655" y="8420"/>
                      </a:cubicBezTo>
                      <a:cubicBezTo>
                        <a:pt x="29270" y="6564"/>
                        <a:pt x="27332" y="5318"/>
                        <a:pt x="24812" y="4709"/>
                      </a:cubicBezTo>
                      <a:lnTo>
                        <a:pt x="24812" y="251"/>
                      </a:lnTo>
                      <a:cubicBezTo>
                        <a:pt x="26445" y="749"/>
                        <a:pt x="27969" y="1386"/>
                        <a:pt x="29353" y="2189"/>
                      </a:cubicBezTo>
                      <a:cubicBezTo>
                        <a:pt x="30738" y="2992"/>
                        <a:pt x="31956" y="3989"/>
                        <a:pt x="33008" y="5180"/>
                      </a:cubicBezTo>
                      <a:cubicBezTo>
                        <a:pt x="34060" y="6371"/>
                        <a:pt x="34864" y="7783"/>
                        <a:pt x="35445" y="9444"/>
                      </a:cubicBezTo>
                      <a:cubicBezTo>
                        <a:pt x="36026" y="11078"/>
                        <a:pt x="36304" y="12989"/>
                        <a:pt x="36304" y="15149"/>
                      </a:cubicBezTo>
                      <a:cubicBezTo>
                        <a:pt x="36304" y="17890"/>
                        <a:pt x="35833" y="20272"/>
                        <a:pt x="34919" y="22265"/>
                      </a:cubicBezTo>
                      <a:cubicBezTo>
                        <a:pt x="33977" y="24259"/>
                        <a:pt x="32704" y="25893"/>
                        <a:pt x="31098" y="27195"/>
                      </a:cubicBezTo>
                      <a:cubicBezTo>
                        <a:pt x="29491" y="28468"/>
                        <a:pt x="27581" y="29438"/>
                        <a:pt x="25393" y="30047"/>
                      </a:cubicBezTo>
                      <a:cubicBezTo>
                        <a:pt x="23205" y="30656"/>
                        <a:pt x="20852" y="30988"/>
                        <a:pt x="18304" y="30988"/>
                      </a:cubicBezTo>
                      <a:cubicBezTo>
                        <a:pt x="15757" y="30988"/>
                        <a:pt x="13403" y="30628"/>
                        <a:pt x="11187" y="29881"/>
                      </a:cubicBezTo>
                      <a:cubicBezTo>
                        <a:pt x="8972" y="29161"/>
                        <a:pt x="7034" y="28108"/>
                        <a:pt x="5372" y="26752"/>
                      </a:cubicBezTo>
                      <a:cubicBezTo>
                        <a:pt x="3711" y="25395"/>
                        <a:pt x="2409" y="23761"/>
                        <a:pt x="1440" y="21795"/>
                      </a:cubicBezTo>
                      <a:cubicBezTo>
                        <a:pt x="499" y="19856"/>
                        <a:pt x="0" y="17641"/>
                        <a:pt x="0" y="15149"/>
                      </a:cubicBezTo>
                      <a:cubicBezTo>
                        <a:pt x="0" y="10414"/>
                        <a:pt x="1634" y="6675"/>
                        <a:pt x="4874" y="3989"/>
                      </a:cubicBezTo>
                      <a:cubicBezTo>
                        <a:pt x="8141" y="1275"/>
                        <a:pt x="12849" y="-54"/>
                        <a:pt x="19052" y="2"/>
                      </a:cubicBezTo>
                      <a:lnTo>
                        <a:pt x="19052" y="26724"/>
                      </a:lnTo>
                      <a:close/>
                      <a:moveTo>
                        <a:pt x="15729" y="4211"/>
                      </a:moveTo>
                      <a:cubicBezTo>
                        <a:pt x="14040" y="4211"/>
                        <a:pt x="12461" y="4432"/>
                        <a:pt x="10966" y="4903"/>
                      </a:cubicBezTo>
                      <a:cubicBezTo>
                        <a:pt x="9471" y="5374"/>
                        <a:pt x="8197" y="6066"/>
                        <a:pt x="7117" y="6952"/>
                      </a:cubicBezTo>
                      <a:cubicBezTo>
                        <a:pt x="6037" y="7866"/>
                        <a:pt x="5179" y="9001"/>
                        <a:pt x="4514" y="10386"/>
                      </a:cubicBezTo>
                      <a:cubicBezTo>
                        <a:pt x="3877" y="11770"/>
                        <a:pt x="3545" y="13321"/>
                        <a:pt x="3545" y="15093"/>
                      </a:cubicBezTo>
                      <a:cubicBezTo>
                        <a:pt x="3545" y="16866"/>
                        <a:pt x="3877" y="18416"/>
                        <a:pt x="4541" y="19773"/>
                      </a:cubicBezTo>
                      <a:cubicBezTo>
                        <a:pt x="5206" y="21130"/>
                        <a:pt x="6092" y="22265"/>
                        <a:pt x="7200" y="23235"/>
                      </a:cubicBezTo>
                      <a:cubicBezTo>
                        <a:pt x="8307" y="24176"/>
                        <a:pt x="9581" y="24952"/>
                        <a:pt x="11049" y="25533"/>
                      </a:cubicBezTo>
                      <a:cubicBezTo>
                        <a:pt x="12517" y="26115"/>
                        <a:pt x="14067" y="26475"/>
                        <a:pt x="15701" y="26668"/>
                      </a:cubicBezTo>
                      <a:lnTo>
                        <a:pt x="15701" y="4211"/>
                      </a:lnTo>
                      <a:close/>
                    </a:path>
                  </a:pathLst>
                </a:custGeom>
                <a:solidFill>
                  <a:srgbClr val="231F20"/>
                </a:solidFill>
                <a:ln w="2767" cap="flat">
                  <a:noFill/>
                  <a:prstDash val="solid"/>
                  <a:miter/>
                </a:ln>
              </p:spPr>
              <p:txBody>
                <a:bodyPr rtlCol="0" anchor="ctr"/>
                <a:lstStyle/>
                <a:p>
                  <a:endParaRPr lang="en-US"/>
                </a:p>
              </p:txBody>
            </p:sp>
            <p:sp>
              <p:nvSpPr>
                <p:cNvPr id="4690" name="Freeform 4689">
                  <a:extLst>
                    <a:ext uri="{FF2B5EF4-FFF2-40B4-BE49-F238E27FC236}">
                      <a16:creationId xmlns:a16="http://schemas.microsoft.com/office/drawing/2014/main" id="{C0D14D06-CCC2-1AB6-A3C9-29B500A12252}"/>
                    </a:ext>
                  </a:extLst>
                </p:cNvPr>
                <p:cNvSpPr/>
                <p:nvPr/>
              </p:nvSpPr>
              <p:spPr>
                <a:xfrm>
                  <a:off x="4505817" y="1692574"/>
                  <a:ext cx="44942" cy="15534"/>
                </a:xfrm>
                <a:custGeom>
                  <a:avLst/>
                  <a:gdLst>
                    <a:gd name="connsiteX0" fmla="*/ 44140 w 44942"/>
                    <a:gd name="connsiteY0" fmla="*/ 0 h 15534"/>
                    <a:gd name="connsiteX1" fmla="*/ 44611 w 44942"/>
                    <a:gd name="connsiteY1" fmla="*/ 1938 h 15534"/>
                    <a:gd name="connsiteX2" fmla="*/ 44943 w 44942"/>
                    <a:gd name="connsiteY2" fmla="*/ 4597 h 15534"/>
                    <a:gd name="connsiteX3" fmla="*/ 43448 w 44942"/>
                    <a:gd name="connsiteY3" fmla="*/ 9138 h 15534"/>
                    <a:gd name="connsiteX4" fmla="*/ 38103 w 44942"/>
                    <a:gd name="connsiteY4" fmla="*/ 10689 h 15534"/>
                    <a:gd name="connsiteX5" fmla="*/ 12904 w 44942"/>
                    <a:gd name="connsiteY5" fmla="*/ 10689 h 15534"/>
                    <a:gd name="connsiteX6" fmla="*/ 12904 w 44942"/>
                    <a:gd name="connsiteY6" fmla="*/ 15535 h 15534"/>
                    <a:gd name="connsiteX7" fmla="*/ 9581 w 44942"/>
                    <a:gd name="connsiteY7" fmla="*/ 15535 h 15534"/>
                    <a:gd name="connsiteX8" fmla="*/ 9581 w 44942"/>
                    <a:gd name="connsiteY8" fmla="*/ 10689 h 15534"/>
                    <a:gd name="connsiteX9" fmla="*/ 0 w 44942"/>
                    <a:gd name="connsiteY9" fmla="*/ 10689 h 15534"/>
                    <a:gd name="connsiteX10" fmla="*/ 0 w 44942"/>
                    <a:gd name="connsiteY10" fmla="*/ 6701 h 15534"/>
                    <a:gd name="connsiteX11" fmla="*/ 9581 w 44942"/>
                    <a:gd name="connsiteY11" fmla="*/ 6701 h 15534"/>
                    <a:gd name="connsiteX12" fmla="*/ 9581 w 44942"/>
                    <a:gd name="connsiteY12" fmla="*/ 249 h 15534"/>
                    <a:gd name="connsiteX13" fmla="*/ 12904 w 44942"/>
                    <a:gd name="connsiteY13" fmla="*/ 249 h 15534"/>
                    <a:gd name="connsiteX14" fmla="*/ 12904 w 44942"/>
                    <a:gd name="connsiteY14" fmla="*/ 6701 h 15534"/>
                    <a:gd name="connsiteX15" fmla="*/ 36497 w 44942"/>
                    <a:gd name="connsiteY15" fmla="*/ 6701 h 15534"/>
                    <a:gd name="connsiteX16" fmla="*/ 38685 w 44942"/>
                    <a:gd name="connsiteY16" fmla="*/ 6646 h 15534"/>
                    <a:gd name="connsiteX17" fmla="*/ 40208 w 44942"/>
                    <a:gd name="connsiteY17" fmla="*/ 6258 h 15534"/>
                    <a:gd name="connsiteX18" fmla="*/ 41066 w 44942"/>
                    <a:gd name="connsiteY18" fmla="*/ 5234 h 15534"/>
                    <a:gd name="connsiteX19" fmla="*/ 41343 w 44942"/>
                    <a:gd name="connsiteY19" fmla="*/ 3268 h 15534"/>
                    <a:gd name="connsiteX20" fmla="*/ 41204 w 44942"/>
                    <a:gd name="connsiteY20" fmla="*/ 1634 h 15534"/>
                    <a:gd name="connsiteX21" fmla="*/ 40872 w 44942"/>
                    <a:gd name="connsiteY21" fmla="*/ 0 h 15534"/>
                    <a:gd name="connsiteX22" fmla="*/ 44140 w 44942"/>
                    <a:gd name="connsiteY22" fmla="*/ 0 h 15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4942" h="15534">
                      <a:moveTo>
                        <a:pt x="44140" y="0"/>
                      </a:moveTo>
                      <a:cubicBezTo>
                        <a:pt x="44223" y="498"/>
                        <a:pt x="44389" y="1135"/>
                        <a:pt x="44611" y="1938"/>
                      </a:cubicBezTo>
                      <a:cubicBezTo>
                        <a:pt x="44832" y="2741"/>
                        <a:pt x="44943" y="3628"/>
                        <a:pt x="44943" y="4597"/>
                      </a:cubicBezTo>
                      <a:cubicBezTo>
                        <a:pt x="44943" y="6591"/>
                        <a:pt x="44444" y="8114"/>
                        <a:pt x="43448" y="9138"/>
                      </a:cubicBezTo>
                      <a:cubicBezTo>
                        <a:pt x="42451" y="10163"/>
                        <a:pt x="40678" y="10689"/>
                        <a:pt x="38103" y="10689"/>
                      </a:cubicBezTo>
                      <a:lnTo>
                        <a:pt x="12904" y="10689"/>
                      </a:lnTo>
                      <a:lnTo>
                        <a:pt x="12904" y="15535"/>
                      </a:lnTo>
                      <a:lnTo>
                        <a:pt x="9581" y="15535"/>
                      </a:lnTo>
                      <a:lnTo>
                        <a:pt x="9581" y="10689"/>
                      </a:lnTo>
                      <a:lnTo>
                        <a:pt x="0" y="10689"/>
                      </a:lnTo>
                      <a:lnTo>
                        <a:pt x="0" y="6701"/>
                      </a:lnTo>
                      <a:lnTo>
                        <a:pt x="9581" y="6701"/>
                      </a:lnTo>
                      <a:lnTo>
                        <a:pt x="9581" y="249"/>
                      </a:lnTo>
                      <a:lnTo>
                        <a:pt x="12904" y="249"/>
                      </a:lnTo>
                      <a:lnTo>
                        <a:pt x="12904" y="6701"/>
                      </a:lnTo>
                      <a:lnTo>
                        <a:pt x="36497" y="6701"/>
                      </a:lnTo>
                      <a:cubicBezTo>
                        <a:pt x="37328" y="6701"/>
                        <a:pt x="38076" y="6701"/>
                        <a:pt x="38685" y="6646"/>
                      </a:cubicBezTo>
                      <a:cubicBezTo>
                        <a:pt x="39294" y="6591"/>
                        <a:pt x="39820" y="6480"/>
                        <a:pt x="40208" y="6258"/>
                      </a:cubicBezTo>
                      <a:cubicBezTo>
                        <a:pt x="40595" y="6037"/>
                        <a:pt x="40900" y="5704"/>
                        <a:pt x="41066" y="5234"/>
                      </a:cubicBezTo>
                      <a:cubicBezTo>
                        <a:pt x="41232" y="4763"/>
                        <a:pt x="41343" y="4126"/>
                        <a:pt x="41343" y="3268"/>
                      </a:cubicBezTo>
                      <a:cubicBezTo>
                        <a:pt x="41343" y="2741"/>
                        <a:pt x="41288" y="2188"/>
                        <a:pt x="41204" y="1634"/>
                      </a:cubicBezTo>
                      <a:cubicBezTo>
                        <a:pt x="41122" y="1080"/>
                        <a:pt x="41011" y="526"/>
                        <a:pt x="40872" y="0"/>
                      </a:cubicBezTo>
                      <a:lnTo>
                        <a:pt x="44140" y="0"/>
                      </a:lnTo>
                      <a:close/>
                    </a:path>
                  </a:pathLst>
                </a:custGeom>
                <a:solidFill>
                  <a:srgbClr val="231F20"/>
                </a:solidFill>
                <a:ln w="2767" cap="flat">
                  <a:noFill/>
                  <a:prstDash val="solid"/>
                  <a:miter/>
                </a:ln>
              </p:spPr>
              <p:txBody>
                <a:bodyPr rtlCol="0" anchor="ctr"/>
                <a:lstStyle/>
                <a:p>
                  <a:endParaRPr lang="en-US"/>
                </a:p>
              </p:txBody>
            </p:sp>
            <p:sp>
              <p:nvSpPr>
                <p:cNvPr id="4691" name="Freeform 4690">
                  <a:extLst>
                    <a:ext uri="{FF2B5EF4-FFF2-40B4-BE49-F238E27FC236}">
                      <a16:creationId xmlns:a16="http://schemas.microsoft.com/office/drawing/2014/main" id="{47BA7EE2-B677-321F-9156-632C815C5A3C}"/>
                    </a:ext>
                  </a:extLst>
                </p:cNvPr>
                <p:cNvSpPr/>
                <p:nvPr/>
              </p:nvSpPr>
              <p:spPr>
                <a:xfrm>
                  <a:off x="4505817" y="1674104"/>
                  <a:ext cx="44942" cy="15534"/>
                </a:xfrm>
                <a:custGeom>
                  <a:avLst/>
                  <a:gdLst>
                    <a:gd name="connsiteX0" fmla="*/ 44140 w 44942"/>
                    <a:gd name="connsiteY0" fmla="*/ 0 h 15534"/>
                    <a:gd name="connsiteX1" fmla="*/ 44611 w 44942"/>
                    <a:gd name="connsiteY1" fmla="*/ 1938 h 15534"/>
                    <a:gd name="connsiteX2" fmla="*/ 44943 w 44942"/>
                    <a:gd name="connsiteY2" fmla="*/ 4597 h 15534"/>
                    <a:gd name="connsiteX3" fmla="*/ 43448 w 44942"/>
                    <a:gd name="connsiteY3" fmla="*/ 9138 h 15534"/>
                    <a:gd name="connsiteX4" fmla="*/ 38103 w 44942"/>
                    <a:gd name="connsiteY4" fmla="*/ 10689 h 15534"/>
                    <a:gd name="connsiteX5" fmla="*/ 12904 w 44942"/>
                    <a:gd name="connsiteY5" fmla="*/ 10689 h 15534"/>
                    <a:gd name="connsiteX6" fmla="*/ 12904 w 44942"/>
                    <a:gd name="connsiteY6" fmla="*/ 15535 h 15534"/>
                    <a:gd name="connsiteX7" fmla="*/ 9581 w 44942"/>
                    <a:gd name="connsiteY7" fmla="*/ 15535 h 15534"/>
                    <a:gd name="connsiteX8" fmla="*/ 9581 w 44942"/>
                    <a:gd name="connsiteY8" fmla="*/ 10689 h 15534"/>
                    <a:gd name="connsiteX9" fmla="*/ 0 w 44942"/>
                    <a:gd name="connsiteY9" fmla="*/ 10689 h 15534"/>
                    <a:gd name="connsiteX10" fmla="*/ 0 w 44942"/>
                    <a:gd name="connsiteY10" fmla="*/ 6701 h 15534"/>
                    <a:gd name="connsiteX11" fmla="*/ 9581 w 44942"/>
                    <a:gd name="connsiteY11" fmla="*/ 6701 h 15534"/>
                    <a:gd name="connsiteX12" fmla="*/ 9581 w 44942"/>
                    <a:gd name="connsiteY12" fmla="*/ 249 h 15534"/>
                    <a:gd name="connsiteX13" fmla="*/ 12904 w 44942"/>
                    <a:gd name="connsiteY13" fmla="*/ 249 h 15534"/>
                    <a:gd name="connsiteX14" fmla="*/ 12904 w 44942"/>
                    <a:gd name="connsiteY14" fmla="*/ 6701 h 15534"/>
                    <a:gd name="connsiteX15" fmla="*/ 36497 w 44942"/>
                    <a:gd name="connsiteY15" fmla="*/ 6701 h 15534"/>
                    <a:gd name="connsiteX16" fmla="*/ 38685 w 44942"/>
                    <a:gd name="connsiteY16" fmla="*/ 6646 h 15534"/>
                    <a:gd name="connsiteX17" fmla="*/ 40208 w 44942"/>
                    <a:gd name="connsiteY17" fmla="*/ 6258 h 15534"/>
                    <a:gd name="connsiteX18" fmla="*/ 41066 w 44942"/>
                    <a:gd name="connsiteY18" fmla="*/ 5234 h 15534"/>
                    <a:gd name="connsiteX19" fmla="*/ 41343 w 44942"/>
                    <a:gd name="connsiteY19" fmla="*/ 3268 h 15534"/>
                    <a:gd name="connsiteX20" fmla="*/ 41204 w 44942"/>
                    <a:gd name="connsiteY20" fmla="*/ 1634 h 15534"/>
                    <a:gd name="connsiteX21" fmla="*/ 40872 w 44942"/>
                    <a:gd name="connsiteY21" fmla="*/ 0 h 15534"/>
                    <a:gd name="connsiteX22" fmla="*/ 44140 w 44942"/>
                    <a:gd name="connsiteY22" fmla="*/ 0 h 15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4942" h="15534">
                      <a:moveTo>
                        <a:pt x="44140" y="0"/>
                      </a:moveTo>
                      <a:cubicBezTo>
                        <a:pt x="44223" y="498"/>
                        <a:pt x="44389" y="1135"/>
                        <a:pt x="44611" y="1938"/>
                      </a:cubicBezTo>
                      <a:cubicBezTo>
                        <a:pt x="44832" y="2741"/>
                        <a:pt x="44943" y="3628"/>
                        <a:pt x="44943" y="4597"/>
                      </a:cubicBezTo>
                      <a:cubicBezTo>
                        <a:pt x="44943" y="6591"/>
                        <a:pt x="44444" y="8114"/>
                        <a:pt x="43448" y="9138"/>
                      </a:cubicBezTo>
                      <a:cubicBezTo>
                        <a:pt x="42451" y="10163"/>
                        <a:pt x="40678" y="10689"/>
                        <a:pt x="38103" y="10689"/>
                      </a:cubicBezTo>
                      <a:lnTo>
                        <a:pt x="12904" y="10689"/>
                      </a:lnTo>
                      <a:lnTo>
                        <a:pt x="12904" y="15535"/>
                      </a:lnTo>
                      <a:lnTo>
                        <a:pt x="9581" y="15535"/>
                      </a:lnTo>
                      <a:lnTo>
                        <a:pt x="9581" y="10689"/>
                      </a:lnTo>
                      <a:lnTo>
                        <a:pt x="0" y="10689"/>
                      </a:lnTo>
                      <a:lnTo>
                        <a:pt x="0" y="6701"/>
                      </a:lnTo>
                      <a:lnTo>
                        <a:pt x="9581" y="6701"/>
                      </a:lnTo>
                      <a:lnTo>
                        <a:pt x="9581" y="249"/>
                      </a:lnTo>
                      <a:lnTo>
                        <a:pt x="12904" y="249"/>
                      </a:lnTo>
                      <a:lnTo>
                        <a:pt x="12904" y="6701"/>
                      </a:lnTo>
                      <a:lnTo>
                        <a:pt x="36497" y="6701"/>
                      </a:lnTo>
                      <a:cubicBezTo>
                        <a:pt x="37328" y="6701"/>
                        <a:pt x="38076" y="6701"/>
                        <a:pt x="38685" y="6646"/>
                      </a:cubicBezTo>
                      <a:cubicBezTo>
                        <a:pt x="39294" y="6591"/>
                        <a:pt x="39820" y="6480"/>
                        <a:pt x="40208" y="6258"/>
                      </a:cubicBezTo>
                      <a:cubicBezTo>
                        <a:pt x="40595" y="6037"/>
                        <a:pt x="40900" y="5704"/>
                        <a:pt x="41066" y="5234"/>
                      </a:cubicBezTo>
                      <a:cubicBezTo>
                        <a:pt x="41232" y="4763"/>
                        <a:pt x="41343" y="4126"/>
                        <a:pt x="41343" y="3268"/>
                      </a:cubicBezTo>
                      <a:cubicBezTo>
                        <a:pt x="41343" y="2741"/>
                        <a:pt x="41288" y="2188"/>
                        <a:pt x="41204" y="1634"/>
                      </a:cubicBezTo>
                      <a:cubicBezTo>
                        <a:pt x="41122" y="1080"/>
                        <a:pt x="41011" y="526"/>
                        <a:pt x="40872" y="0"/>
                      </a:cubicBezTo>
                      <a:lnTo>
                        <a:pt x="44140" y="0"/>
                      </a:lnTo>
                      <a:close/>
                    </a:path>
                  </a:pathLst>
                </a:custGeom>
                <a:solidFill>
                  <a:srgbClr val="231F20"/>
                </a:solidFill>
                <a:ln w="2767" cap="flat">
                  <a:noFill/>
                  <a:prstDash val="solid"/>
                  <a:miter/>
                </a:ln>
              </p:spPr>
              <p:txBody>
                <a:bodyPr rtlCol="0" anchor="ctr"/>
                <a:lstStyle/>
                <a:p>
                  <a:endParaRPr lang="en-US"/>
                </a:p>
              </p:txBody>
            </p:sp>
            <p:sp>
              <p:nvSpPr>
                <p:cNvPr id="4692" name="Freeform 4691">
                  <a:extLst>
                    <a:ext uri="{FF2B5EF4-FFF2-40B4-BE49-F238E27FC236}">
                      <a16:creationId xmlns:a16="http://schemas.microsoft.com/office/drawing/2014/main" id="{81AE005F-4D2F-7EFF-0D2C-4BB405B05A8C}"/>
                    </a:ext>
                  </a:extLst>
                </p:cNvPr>
                <p:cNvSpPr/>
                <p:nvPr/>
              </p:nvSpPr>
              <p:spPr>
                <a:xfrm>
                  <a:off x="4514485" y="1638602"/>
                  <a:ext cx="36303" cy="30988"/>
                </a:xfrm>
                <a:custGeom>
                  <a:avLst/>
                  <a:gdLst>
                    <a:gd name="connsiteX0" fmla="*/ 19052 w 36303"/>
                    <a:gd name="connsiteY0" fmla="*/ 26668 h 30988"/>
                    <a:gd name="connsiteX1" fmla="*/ 24341 w 36303"/>
                    <a:gd name="connsiteY1" fmla="*/ 25948 h 30988"/>
                    <a:gd name="connsiteX2" fmla="*/ 28661 w 36303"/>
                    <a:gd name="connsiteY2" fmla="*/ 23789 h 30988"/>
                    <a:gd name="connsiteX3" fmla="*/ 31596 w 36303"/>
                    <a:gd name="connsiteY3" fmla="*/ 20161 h 30988"/>
                    <a:gd name="connsiteX4" fmla="*/ 32704 w 36303"/>
                    <a:gd name="connsiteY4" fmla="*/ 15121 h 30988"/>
                    <a:gd name="connsiteX5" fmla="*/ 30655 w 36303"/>
                    <a:gd name="connsiteY5" fmla="*/ 8420 h 30988"/>
                    <a:gd name="connsiteX6" fmla="*/ 24812 w 36303"/>
                    <a:gd name="connsiteY6" fmla="*/ 4709 h 30988"/>
                    <a:gd name="connsiteX7" fmla="*/ 24812 w 36303"/>
                    <a:gd name="connsiteY7" fmla="*/ 251 h 30988"/>
                    <a:gd name="connsiteX8" fmla="*/ 29353 w 36303"/>
                    <a:gd name="connsiteY8" fmla="*/ 2189 h 30988"/>
                    <a:gd name="connsiteX9" fmla="*/ 33008 w 36303"/>
                    <a:gd name="connsiteY9" fmla="*/ 5180 h 30988"/>
                    <a:gd name="connsiteX10" fmla="*/ 35445 w 36303"/>
                    <a:gd name="connsiteY10" fmla="*/ 9444 h 30988"/>
                    <a:gd name="connsiteX11" fmla="*/ 36304 w 36303"/>
                    <a:gd name="connsiteY11" fmla="*/ 15149 h 30988"/>
                    <a:gd name="connsiteX12" fmla="*/ 34919 w 36303"/>
                    <a:gd name="connsiteY12" fmla="*/ 22265 h 30988"/>
                    <a:gd name="connsiteX13" fmla="*/ 31098 w 36303"/>
                    <a:gd name="connsiteY13" fmla="*/ 27195 h 30988"/>
                    <a:gd name="connsiteX14" fmla="*/ 25393 w 36303"/>
                    <a:gd name="connsiteY14" fmla="*/ 30047 h 30988"/>
                    <a:gd name="connsiteX15" fmla="*/ 18304 w 36303"/>
                    <a:gd name="connsiteY15" fmla="*/ 30988 h 30988"/>
                    <a:gd name="connsiteX16" fmla="*/ 11187 w 36303"/>
                    <a:gd name="connsiteY16" fmla="*/ 29881 h 30988"/>
                    <a:gd name="connsiteX17" fmla="*/ 5372 w 36303"/>
                    <a:gd name="connsiteY17" fmla="*/ 26752 h 30988"/>
                    <a:gd name="connsiteX18" fmla="*/ 1440 w 36303"/>
                    <a:gd name="connsiteY18" fmla="*/ 21795 h 30988"/>
                    <a:gd name="connsiteX19" fmla="*/ 0 w 36303"/>
                    <a:gd name="connsiteY19" fmla="*/ 15149 h 30988"/>
                    <a:gd name="connsiteX20" fmla="*/ 4874 w 36303"/>
                    <a:gd name="connsiteY20" fmla="*/ 3989 h 30988"/>
                    <a:gd name="connsiteX21" fmla="*/ 19052 w 36303"/>
                    <a:gd name="connsiteY21" fmla="*/ 2 h 30988"/>
                    <a:gd name="connsiteX22" fmla="*/ 19052 w 36303"/>
                    <a:gd name="connsiteY22" fmla="*/ 26724 h 30988"/>
                    <a:gd name="connsiteX23" fmla="*/ 15729 w 36303"/>
                    <a:gd name="connsiteY23" fmla="*/ 4211 h 30988"/>
                    <a:gd name="connsiteX24" fmla="*/ 10966 w 36303"/>
                    <a:gd name="connsiteY24" fmla="*/ 4903 h 30988"/>
                    <a:gd name="connsiteX25" fmla="*/ 7117 w 36303"/>
                    <a:gd name="connsiteY25" fmla="*/ 6952 h 30988"/>
                    <a:gd name="connsiteX26" fmla="*/ 4514 w 36303"/>
                    <a:gd name="connsiteY26" fmla="*/ 10386 h 30988"/>
                    <a:gd name="connsiteX27" fmla="*/ 3545 w 36303"/>
                    <a:gd name="connsiteY27" fmla="*/ 15093 h 30988"/>
                    <a:gd name="connsiteX28" fmla="*/ 4541 w 36303"/>
                    <a:gd name="connsiteY28" fmla="*/ 19773 h 30988"/>
                    <a:gd name="connsiteX29" fmla="*/ 7200 w 36303"/>
                    <a:gd name="connsiteY29" fmla="*/ 23235 h 30988"/>
                    <a:gd name="connsiteX30" fmla="*/ 11049 w 36303"/>
                    <a:gd name="connsiteY30" fmla="*/ 25533 h 30988"/>
                    <a:gd name="connsiteX31" fmla="*/ 15701 w 36303"/>
                    <a:gd name="connsiteY31" fmla="*/ 26668 h 30988"/>
                    <a:gd name="connsiteX32" fmla="*/ 15701 w 36303"/>
                    <a:gd name="connsiteY32" fmla="*/ 4211 h 30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6303" h="30988">
                      <a:moveTo>
                        <a:pt x="19052" y="26668"/>
                      </a:moveTo>
                      <a:cubicBezTo>
                        <a:pt x="20907" y="26668"/>
                        <a:pt x="22679" y="26419"/>
                        <a:pt x="24341" y="25948"/>
                      </a:cubicBezTo>
                      <a:cubicBezTo>
                        <a:pt x="26002" y="25450"/>
                        <a:pt x="27442" y="24730"/>
                        <a:pt x="28661" y="23789"/>
                      </a:cubicBezTo>
                      <a:cubicBezTo>
                        <a:pt x="29879" y="22847"/>
                        <a:pt x="30848" y="21629"/>
                        <a:pt x="31596" y="20161"/>
                      </a:cubicBezTo>
                      <a:cubicBezTo>
                        <a:pt x="32316" y="18693"/>
                        <a:pt x="32704" y="17004"/>
                        <a:pt x="32704" y="15121"/>
                      </a:cubicBezTo>
                      <a:cubicBezTo>
                        <a:pt x="32704" y="12518"/>
                        <a:pt x="32011" y="10275"/>
                        <a:pt x="30655" y="8420"/>
                      </a:cubicBezTo>
                      <a:cubicBezTo>
                        <a:pt x="29270" y="6564"/>
                        <a:pt x="27332" y="5318"/>
                        <a:pt x="24812" y="4709"/>
                      </a:cubicBezTo>
                      <a:lnTo>
                        <a:pt x="24812" y="251"/>
                      </a:lnTo>
                      <a:cubicBezTo>
                        <a:pt x="26445" y="749"/>
                        <a:pt x="27969" y="1386"/>
                        <a:pt x="29353" y="2189"/>
                      </a:cubicBezTo>
                      <a:cubicBezTo>
                        <a:pt x="30738" y="2992"/>
                        <a:pt x="31956" y="3989"/>
                        <a:pt x="33008" y="5180"/>
                      </a:cubicBezTo>
                      <a:cubicBezTo>
                        <a:pt x="34060" y="6371"/>
                        <a:pt x="34864" y="7783"/>
                        <a:pt x="35445" y="9444"/>
                      </a:cubicBezTo>
                      <a:cubicBezTo>
                        <a:pt x="36026" y="11078"/>
                        <a:pt x="36304" y="12989"/>
                        <a:pt x="36304" y="15149"/>
                      </a:cubicBezTo>
                      <a:cubicBezTo>
                        <a:pt x="36304" y="17890"/>
                        <a:pt x="35833" y="20272"/>
                        <a:pt x="34919" y="22265"/>
                      </a:cubicBezTo>
                      <a:cubicBezTo>
                        <a:pt x="33977" y="24259"/>
                        <a:pt x="32704" y="25893"/>
                        <a:pt x="31098" y="27195"/>
                      </a:cubicBezTo>
                      <a:cubicBezTo>
                        <a:pt x="29491" y="28468"/>
                        <a:pt x="27581" y="29438"/>
                        <a:pt x="25393" y="30047"/>
                      </a:cubicBezTo>
                      <a:cubicBezTo>
                        <a:pt x="23205" y="30656"/>
                        <a:pt x="20852" y="30988"/>
                        <a:pt x="18304" y="30988"/>
                      </a:cubicBezTo>
                      <a:cubicBezTo>
                        <a:pt x="15757" y="30988"/>
                        <a:pt x="13403" y="30628"/>
                        <a:pt x="11187" y="29881"/>
                      </a:cubicBezTo>
                      <a:cubicBezTo>
                        <a:pt x="8972" y="29161"/>
                        <a:pt x="7034" y="28108"/>
                        <a:pt x="5372" y="26752"/>
                      </a:cubicBezTo>
                      <a:cubicBezTo>
                        <a:pt x="3711" y="25395"/>
                        <a:pt x="2409" y="23761"/>
                        <a:pt x="1440" y="21795"/>
                      </a:cubicBezTo>
                      <a:cubicBezTo>
                        <a:pt x="499" y="19856"/>
                        <a:pt x="0" y="17641"/>
                        <a:pt x="0" y="15149"/>
                      </a:cubicBezTo>
                      <a:cubicBezTo>
                        <a:pt x="0" y="10414"/>
                        <a:pt x="1634" y="6675"/>
                        <a:pt x="4874" y="3989"/>
                      </a:cubicBezTo>
                      <a:cubicBezTo>
                        <a:pt x="8141" y="1275"/>
                        <a:pt x="12849" y="-54"/>
                        <a:pt x="19052" y="2"/>
                      </a:cubicBezTo>
                      <a:lnTo>
                        <a:pt x="19052" y="26724"/>
                      </a:lnTo>
                      <a:close/>
                      <a:moveTo>
                        <a:pt x="15729" y="4211"/>
                      </a:moveTo>
                      <a:cubicBezTo>
                        <a:pt x="14040" y="4211"/>
                        <a:pt x="12461" y="4432"/>
                        <a:pt x="10966" y="4903"/>
                      </a:cubicBezTo>
                      <a:cubicBezTo>
                        <a:pt x="9471" y="5374"/>
                        <a:pt x="8197" y="6066"/>
                        <a:pt x="7117" y="6952"/>
                      </a:cubicBezTo>
                      <a:cubicBezTo>
                        <a:pt x="6037" y="7866"/>
                        <a:pt x="5179" y="9001"/>
                        <a:pt x="4514" y="10386"/>
                      </a:cubicBezTo>
                      <a:cubicBezTo>
                        <a:pt x="3877" y="11770"/>
                        <a:pt x="3545" y="13321"/>
                        <a:pt x="3545" y="15093"/>
                      </a:cubicBezTo>
                      <a:cubicBezTo>
                        <a:pt x="3545" y="16866"/>
                        <a:pt x="3877" y="18416"/>
                        <a:pt x="4541" y="19773"/>
                      </a:cubicBezTo>
                      <a:cubicBezTo>
                        <a:pt x="5206" y="21130"/>
                        <a:pt x="6092" y="22265"/>
                        <a:pt x="7200" y="23235"/>
                      </a:cubicBezTo>
                      <a:cubicBezTo>
                        <a:pt x="8307" y="24176"/>
                        <a:pt x="9581" y="24952"/>
                        <a:pt x="11049" y="25533"/>
                      </a:cubicBezTo>
                      <a:cubicBezTo>
                        <a:pt x="12517" y="26115"/>
                        <a:pt x="14067" y="26475"/>
                        <a:pt x="15701" y="26668"/>
                      </a:cubicBezTo>
                      <a:lnTo>
                        <a:pt x="15701" y="4211"/>
                      </a:lnTo>
                      <a:close/>
                    </a:path>
                  </a:pathLst>
                </a:custGeom>
                <a:solidFill>
                  <a:srgbClr val="231F20"/>
                </a:solidFill>
                <a:ln w="2767" cap="flat">
                  <a:noFill/>
                  <a:prstDash val="solid"/>
                  <a:miter/>
                </a:ln>
              </p:spPr>
              <p:txBody>
                <a:bodyPr rtlCol="0" anchor="ctr"/>
                <a:lstStyle/>
                <a:p>
                  <a:endParaRPr lang="en-US"/>
                </a:p>
              </p:txBody>
            </p:sp>
            <p:sp>
              <p:nvSpPr>
                <p:cNvPr id="4693" name="Freeform 4692">
                  <a:extLst>
                    <a:ext uri="{FF2B5EF4-FFF2-40B4-BE49-F238E27FC236}">
                      <a16:creationId xmlns:a16="http://schemas.microsoft.com/office/drawing/2014/main" id="{1F9C3CC7-A8F9-DEF6-5714-660D1DB815DE}"/>
                    </a:ext>
                  </a:extLst>
                </p:cNvPr>
                <p:cNvSpPr/>
                <p:nvPr/>
              </p:nvSpPr>
              <p:spPr>
                <a:xfrm>
                  <a:off x="4514457" y="1615205"/>
                  <a:ext cx="35361" cy="15368"/>
                </a:xfrm>
                <a:custGeom>
                  <a:avLst/>
                  <a:gdLst>
                    <a:gd name="connsiteX0" fmla="*/ 35362 w 35361"/>
                    <a:gd name="connsiteY0" fmla="*/ 11381 h 15368"/>
                    <a:gd name="connsiteX1" fmla="*/ 35362 w 35361"/>
                    <a:gd name="connsiteY1" fmla="*/ 15369 h 15368"/>
                    <a:gd name="connsiteX2" fmla="*/ 941 w 35361"/>
                    <a:gd name="connsiteY2" fmla="*/ 15369 h 15368"/>
                    <a:gd name="connsiteX3" fmla="*/ 941 w 35361"/>
                    <a:gd name="connsiteY3" fmla="*/ 11381 h 15368"/>
                    <a:gd name="connsiteX4" fmla="*/ 7393 w 35361"/>
                    <a:gd name="connsiteY4" fmla="*/ 11381 h 15368"/>
                    <a:gd name="connsiteX5" fmla="*/ 7393 w 35361"/>
                    <a:gd name="connsiteY5" fmla="*/ 11243 h 15368"/>
                    <a:gd name="connsiteX6" fmla="*/ 1634 w 35361"/>
                    <a:gd name="connsiteY6" fmla="*/ 6951 h 15368"/>
                    <a:gd name="connsiteX7" fmla="*/ 0 w 35361"/>
                    <a:gd name="connsiteY7" fmla="*/ 0 h 15368"/>
                    <a:gd name="connsiteX8" fmla="*/ 4320 w 35361"/>
                    <a:gd name="connsiteY8" fmla="*/ 0 h 15368"/>
                    <a:gd name="connsiteX9" fmla="*/ 5372 w 35361"/>
                    <a:gd name="connsiteY9" fmla="*/ 5594 h 15368"/>
                    <a:gd name="connsiteX10" fmla="*/ 8418 w 35361"/>
                    <a:gd name="connsiteY10" fmla="*/ 9083 h 15368"/>
                    <a:gd name="connsiteX11" fmla="*/ 12959 w 35361"/>
                    <a:gd name="connsiteY11" fmla="*/ 10883 h 15368"/>
                    <a:gd name="connsiteX12" fmla="*/ 18442 w 35361"/>
                    <a:gd name="connsiteY12" fmla="*/ 11381 h 15368"/>
                    <a:gd name="connsiteX13" fmla="*/ 35334 w 35361"/>
                    <a:gd name="connsiteY13" fmla="*/ 11381 h 153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5361" h="15368">
                      <a:moveTo>
                        <a:pt x="35362" y="11381"/>
                      </a:moveTo>
                      <a:lnTo>
                        <a:pt x="35362" y="15369"/>
                      </a:lnTo>
                      <a:lnTo>
                        <a:pt x="941" y="15369"/>
                      </a:lnTo>
                      <a:lnTo>
                        <a:pt x="941" y="11381"/>
                      </a:lnTo>
                      <a:lnTo>
                        <a:pt x="7393" y="11381"/>
                      </a:lnTo>
                      <a:lnTo>
                        <a:pt x="7393" y="11243"/>
                      </a:lnTo>
                      <a:cubicBezTo>
                        <a:pt x="4652" y="10135"/>
                        <a:pt x="2741" y="8695"/>
                        <a:pt x="1634" y="6951"/>
                      </a:cubicBezTo>
                      <a:cubicBezTo>
                        <a:pt x="554" y="5206"/>
                        <a:pt x="0" y="2880"/>
                        <a:pt x="0" y="0"/>
                      </a:cubicBezTo>
                      <a:lnTo>
                        <a:pt x="4320" y="0"/>
                      </a:lnTo>
                      <a:cubicBezTo>
                        <a:pt x="4264" y="2271"/>
                        <a:pt x="4624" y="4126"/>
                        <a:pt x="5372" y="5594"/>
                      </a:cubicBezTo>
                      <a:cubicBezTo>
                        <a:pt x="6120" y="7061"/>
                        <a:pt x="7144" y="8224"/>
                        <a:pt x="8418" y="9083"/>
                      </a:cubicBezTo>
                      <a:cubicBezTo>
                        <a:pt x="9692" y="9941"/>
                        <a:pt x="11215" y="10550"/>
                        <a:pt x="12959" y="10883"/>
                      </a:cubicBezTo>
                      <a:cubicBezTo>
                        <a:pt x="14704" y="11215"/>
                        <a:pt x="16532" y="11381"/>
                        <a:pt x="18442" y="11381"/>
                      </a:cubicBezTo>
                      <a:lnTo>
                        <a:pt x="35334" y="11381"/>
                      </a:lnTo>
                      <a:close/>
                    </a:path>
                  </a:pathLst>
                </a:custGeom>
                <a:solidFill>
                  <a:srgbClr val="231F20"/>
                </a:solidFill>
                <a:ln w="2767" cap="flat">
                  <a:noFill/>
                  <a:prstDash val="solid"/>
                  <a:miter/>
                </a:ln>
              </p:spPr>
              <p:txBody>
                <a:bodyPr rtlCol="0" anchor="ctr"/>
                <a:lstStyle/>
                <a:p>
                  <a:endParaRPr lang="en-US"/>
                </a:p>
              </p:txBody>
            </p:sp>
          </p:grpSp>
          <p:grpSp>
            <p:nvGrpSpPr>
              <p:cNvPr id="4694" name="Graphic 14">
                <a:extLst>
                  <a:ext uri="{FF2B5EF4-FFF2-40B4-BE49-F238E27FC236}">
                    <a16:creationId xmlns:a16="http://schemas.microsoft.com/office/drawing/2014/main" id="{91FA41BD-8F0B-F055-D13F-13CD1310E99B}"/>
                  </a:ext>
                </a:extLst>
              </p:cNvPr>
              <p:cNvGrpSpPr/>
              <p:nvPr/>
            </p:nvGrpSpPr>
            <p:grpSpPr>
              <a:xfrm rot="5400000">
                <a:off x="3056737" y="5276569"/>
                <a:ext cx="112851" cy="538111"/>
                <a:chOff x="4522543" y="2108081"/>
                <a:chExt cx="36331" cy="173238"/>
              </a:xfrm>
              <a:solidFill>
                <a:srgbClr val="231F20"/>
              </a:solidFill>
            </p:grpSpPr>
            <p:sp>
              <p:nvSpPr>
                <p:cNvPr id="4695" name="Freeform 4694">
                  <a:extLst>
                    <a:ext uri="{FF2B5EF4-FFF2-40B4-BE49-F238E27FC236}">
                      <a16:creationId xmlns:a16="http://schemas.microsoft.com/office/drawing/2014/main" id="{3DEAB899-0FE4-E108-6E1A-2BE62258EA86}"/>
                    </a:ext>
                  </a:extLst>
                </p:cNvPr>
                <p:cNvSpPr/>
                <p:nvPr/>
              </p:nvSpPr>
              <p:spPr>
                <a:xfrm>
                  <a:off x="4523484" y="2235324"/>
                  <a:ext cx="34420" cy="45995"/>
                </a:xfrm>
                <a:custGeom>
                  <a:avLst/>
                  <a:gdLst>
                    <a:gd name="connsiteX0" fmla="*/ 29104 w 34420"/>
                    <a:gd name="connsiteY0" fmla="*/ 13070 h 45995"/>
                    <a:gd name="connsiteX1" fmla="*/ 0 w 34420"/>
                    <a:gd name="connsiteY1" fmla="*/ 4043 h 45995"/>
                    <a:gd name="connsiteX2" fmla="*/ 0 w 34420"/>
                    <a:gd name="connsiteY2" fmla="*/ 0 h 45995"/>
                    <a:gd name="connsiteX3" fmla="*/ 34420 w 34420"/>
                    <a:gd name="connsiteY3" fmla="*/ 11160 h 45995"/>
                    <a:gd name="connsiteX4" fmla="*/ 34420 w 34420"/>
                    <a:gd name="connsiteY4" fmla="*/ 15424 h 45995"/>
                    <a:gd name="connsiteX5" fmla="*/ 5511 w 34420"/>
                    <a:gd name="connsiteY5" fmla="*/ 22928 h 45995"/>
                    <a:gd name="connsiteX6" fmla="*/ 5511 w 34420"/>
                    <a:gd name="connsiteY6" fmla="*/ 23067 h 45995"/>
                    <a:gd name="connsiteX7" fmla="*/ 34420 w 34420"/>
                    <a:gd name="connsiteY7" fmla="*/ 30710 h 45995"/>
                    <a:gd name="connsiteX8" fmla="*/ 34420 w 34420"/>
                    <a:gd name="connsiteY8" fmla="*/ 35500 h 45995"/>
                    <a:gd name="connsiteX9" fmla="*/ 0 w 34420"/>
                    <a:gd name="connsiteY9" fmla="*/ 45995 h 45995"/>
                    <a:gd name="connsiteX10" fmla="*/ 0 w 34420"/>
                    <a:gd name="connsiteY10" fmla="*/ 42008 h 45995"/>
                    <a:gd name="connsiteX11" fmla="*/ 29381 w 34420"/>
                    <a:gd name="connsiteY11" fmla="*/ 33091 h 45995"/>
                    <a:gd name="connsiteX12" fmla="*/ 0 w 34420"/>
                    <a:gd name="connsiteY12" fmla="*/ 25116 h 45995"/>
                    <a:gd name="connsiteX13" fmla="*/ 0 w 34420"/>
                    <a:gd name="connsiteY13" fmla="*/ 20658 h 45995"/>
                    <a:gd name="connsiteX14" fmla="*/ 29104 w 34420"/>
                    <a:gd name="connsiteY14" fmla="*/ 13070 h 45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420" h="45995">
                      <a:moveTo>
                        <a:pt x="29104" y="13070"/>
                      </a:moveTo>
                      <a:lnTo>
                        <a:pt x="0" y="4043"/>
                      </a:lnTo>
                      <a:lnTo>
                        <a:pt x="0" y="0"/>
                      </a:lnTo>
                      <a:lnTo>
                        <a:pt x="34420" y="11160"/>
                      </a:lnTo>
                      <a:lnTo>
                        <a:pt x="34420" y="15424"/>
                      </a:lnTo>
                      <a:lnTo>
                        <a:pt x="5511" y="22928"/>
                      </a:lnTo>
                      <a:lnTo>
                        <a:pt x="5511" y="23067"/>
                      </a:lnTo>
                      <a:lnTo>
                        <a:pt x="34420" y="30710"/>
                      </a:lnTo>
                      <a:lnTo>
                        <a:pt x="34420" y="35500"/>
                      </a:lnTo>
                      <a:lnTo>
                        <a:pt x="0" y="45995"/>
                      </a:lnTo>
                      <a:lnTo>
                        <a:pt x="0" y="42008"/>
                      </a:lnTo>
                      <a:lnTo>
                        <a:pt x="29381" y="33091"/>
                      </a:lnTo>
                      <a:lnTo>
                        <a:pt x="0" y="25116"/>
                      </a:lnTo>
                      <a:lnTo>
                        <a:pt x="0" y="20658"/>
                      </a:lnTo>
                      <a:lnTo>
                        <a:pt x="29104" y="13070"/>
                      </a:lnTo>
                      <a:close/>
                    </a:path>
                  </a:pathLst>
                </a:custGeom>
                <a:solidFill>
                  <a:srgbClr val="231F20"/>
                </a:solidFill>
                <a:ln w="2767" cap="flat">
                  <a:noFill/>
                  <a:prstDash val="solid"/>
                  <a:miter/>
                </a:ln>
              </p:spPr>
              <p:txBody>
                <a:bodyPr rtlCol="0" anchor="ctr"/>
                <a:lstStyle/>
                <a:p>
                  <a:endParaRPr lang="en-US"/>
                </a:p>
              </p:txBody>
            </p:sp>
            <p:sp>
              <p:nvSpPr>
                <p:cNvPr id="4696" name="Freeform 4695">
                  <a:extLst>
                    <a:ext uri="{FF2B5EF4-FFF2-40B4-BE49-F238E27FC236}">
                      <a16:creationId xmlns:a16="http://schemas.microsoft.com/office/drawing/2014/main" id="{6B291864-0147-FEAC-D390-CBB90F515800}"/>
                    </a:ext>
                  </a:extLst>
                </p:cNvPr>
                <p:cNvSpPr/>
                <p:nvPr/>
              </p:nvSpPr>
              <p:spPr>
                <a:xfrm>
                  <a:off x="4522543" y="2199879"/>
                  <a:ext cx="36303" cy="31900"/>
                </a:xfrm>
                <a:custGeom>
                  <a:avLst/>
                  <a:gdLst>
                    <a:gd name="connsiteX0" fmla="*/ 36303 w 36303"/>
                    <a:gd name="connsiteY0" fmla="*/ 15950 h 31900"/>
                    <a:gd name="connsiteX1" fmla="*/ 35113 w 36303"/>
                    <a:gd name="connsiteY1" fmla="*/ 22153 h 31900"/>
                    <a:gd name="connsiteX2" fmla="*/ 31735 w 36303"/>
                    <a:gd name="connsiteY2" fmla="*/ 27193 h 31900"/>
                    <a:gd name="connsiteX3" fmla="*/ 26085 w 36303"/>
                    <a:gd name="connsiteY3" fmla="*/ 30627 h 31900"/>
                    <a:gd name="connsiteX4" fmla="*/ 18166 w 36303"/>
                    <a:gd name="connsiteY4" fmla="*/ 31900 h 31900"/>
                    <a:gd name="connsiteX5" fmla="*/ 11077 w 36303"/>
                    <a:gd name="connsiteY5" fmla="*/ 30904 h 31900"/>
                    <a:gd name="connsiteX6" fmla="*/ 5317 w 36303"/>
                    <a:gd name="connsiteY6" fmla="*/ 27913 h 31900"/>
                    <a:gd name="connsiteX7" fmla="*/ 1440 w 36303"/>
                    <a:gd name="connsiteY7" fmla="*/ 22928 h 31900"/>
                    <a:gd name="connsiteX8" fmla="*/ 0 w 36303"/>
                    <a:gd name="connsiteY8" fmla="*/ 15950 h 31900"/>
                    <a:gd name="connsiteX9" fmla="*/ 1440 w 36303"/>
                    <a:gd name="connsiteY9" fmla="*/ 8917 h 31900"/>
                    <a:gd name="connsiteX10" fmla="*/ 5289 w 36303"/>
                    <a:gd name="connsiteY10" fmla="*/ 3932 h 31900"/>
                    <a:gd name="connsiteX11" fmla="*/ 11049 w 36303"/>
                    <a:gd name="connsiteY11" fmla="*/ 969 h 31900"/>
                    <a:gd name="connsiteX12" fmla="*/ 18166 w 36303"/>
                    <a:gd name="connsiteY12" fmla="*/ 0 h 31900"/>
                    <a:gd name="connsiteX13" fmla="*/ 25614 w 36303"/>
                    <a:gd name="connsiteY13" fmla="*/ 1135 h 31900"/>
                    <a:gd name="connsiteX14" fmla="*/ 31319 w 36303"/>
                    <a:gd name="connsiteY14" fmla="*/ 4348 h 31900"/>
                    <a:gd name="connsiteX15" fmla="*/ 35002 w 36303"/>
                    <a:gd name="connsiteY15" fmla="*/ 9387 h 31900"/>
                    <a:gd name="connsiteX16" fmla="*/ 36303 w 36303"/>
                    <a:gd name="connsiteY16" fmla="*/ 15923 h 31900"/>
                    <a:gd name="connsiteX17" fmla="*/ 18166 w 36303"/>
                    <a:gd name="connsiteY17" fmla="*/ 4237 h 31900"/>
                    <a:gd name="connsiteX18" fmla="*/ 12461 w 36303"/>
                    <a:gd name="connsiteY18" fmla="*/ 4901 h 31900"/>
                    <a:gd name="connsiteX19" fmla="*/ 7837 w 36303"/>
                    <a:gd name="connsiteY19" fmla="*/ 6951 h 31900"/>
                    <a:gd name="connsiteX20" fmla="*/ 4735 w 36303"/>
                    <a:gd name="connsiteY20" fmla="*/ 10550 h 31900"/>
                    <a:gd name="connsiteX21" fmla="*/ 3600 w 36303"/>
                    <a:gd name="connsiteY21" fmla="*/ 15923 h 31900"/>
                    <a:gd name="connsiteX22" fmla="*/ 4818 w 36303"/>
                    <a:gd name="connsiteY22" fmla="*/ 21267 h 31900"/>
                    <a:gd name="connsiteX23" fmla="*/ 8086 w 36303"/>
                    <a:gd name="connsiteY23" fmla="*/ 24894 h 31900"/>
                    <a:gd name="connsiteX24" fmla="*/ 12738 w 36303"/>
                    <a:gd name="connsiteY24" fmla="*/ 26944 h 31900"/>
                    <a:gd name="connsiteX25" fmla="*/ 18166 w 36303"/>
                    <a:gd name="connsiteY25" fmla="*/ 27608 h 31900"/>
                    <a:gd name="connsiteX26" fmla="*/ 24036 w 36303"/>
                    <a:gd name="connsiteY26" fmla="*/ 26833 h 31900"/>
                    <a:gd name="connsiteX27" fmla="*/ 28660 w 36303"/>
                    <a:gd name="connsiteY27" fmla="*/ 24618 h 31900"/>
                    <a:gd name="connsiteX28" fmla="*/ 31651 w 36303"/>
                    <a:gd name="connsiteY28" fmla="*/ 20962 h 31900"/>
                    <a:gd name="connsiteX29" fmla="*/ 32704 w 36303"/>
                    <a:gd name="connsiteY29" fmla="*/ 15923 h 31900"/>
                    <a:gd name="connsiteX30" fmla="*/ 31485 w 36303"/>
                    <a:gd name="connsiteY30" fmla="*/ 10578 h 31900"/>
                    <a:gd name="connsiteX31" fmla="*/ 28190 w 36303"/>
                    <a:gd name="connsiteY31" fmla="*/ 6951 h 31900"/>
                    <a:gd name="connsiteX32" fmla="*/ 23538 w 36303"/>
                    <a:gd name="connsiteY32" fmla="*/ 4901 h 31900"/>
                    <a:gd name="connsiteX33" fmla="*/ 18166 w 36303"/>
                    <a:gd name="connsiteY33" fmla="*/ 4237 h 31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6303" h="31900">
                      <a:moveTo>
                        <a:pt x="36303" y="15950"/>
                      </a:moveTo>
                      <a:cubicBezTo>
                        <a:pt x="36248" y="18166"/>
                        <a:pt x="35860" y="20242"/>
                        <a:pt x="35113" y="22153"/>
                      </a:cubicBezTo>
                      <a:cubicBezTo>
                        <a:pt x="34365" y="24091"/>
                        <a:pt x="33230" y="25753"/>
                        <a:pt x="31735" y="27193"/>
                      </a:cubicBezTo>
                      <a:cubicBezTo>
                        <a:pt x="30239" y="28633"/>
                        <a:pt x="28356" y="29768"/>
                        <a:pt x="26085" y="30627"/>
                      </a:cubicBezTo>
                      <a:cubicBezTo>
                        <a:pt x="23814" y="31457"/>
                        <a:pt x="21184" y="31900"/>
                        <a:pt x="18166" y="31900"/>
                      </a:cubicBezTo>
                      <a:cubicBezTo>
                        <a:pt x="15646" y="31900"/>
                        <a:pt x="13292" y="31568"/>
                        <a:pt x="11077" y="30904"/>
                      </a:cubicBezTo>
                      <a:cubicBezTo>
                        <a:pt x="8889" y="30239"/>
                        <a:pt x="6978" y="29242"/>
                        <a:pt x="5317" y="27913"/>
                      </a:cubicBezTo>
                      <a:cubicBezTo>
                        <a:pt x="3683" y="26584"/>
                        <a:pt x="2381" y="24922"/>
                        <a:pt x="1440" y="22928"/>
                      </a:cubicBezTo>
                      <a:cubicBezTo>
                        <a:pt x="499" y="20935"/>
                        <a:pt x="0" y="18609"/>
                        <a:pt x="0" y="15950"/>
                      </a:cubicBezTo>
                      <a:cubicBezTo>
                        <a:pt x="0" y="13292"/>
                        <a:pt x="471" y="10910"/>
                        <a:pt x="1440" y="8917"/>
                      </a:cubicBezTo>
                      <a:cubicBezTo>
                        <a:pt x="2381" y="6923"/>
                        <a:pt x="3683" y="5261"/>
                        <a:pt x="5289" y="3932"/>
                      </a:cubicBezTo>
                      <a:cubicBezTo>
                        <a:pt x="6895" y="2603"/>
                        <a:pt x="8834" y="1606"/>
                        <a:pt x="11049" y="969"/>
                      </a:cubicBezTo>
                      <a:cubicBezTo>
                        <a:pt x="13264" y="332"/>
                        <a:pt x="15646" y="0"/>
                        <a:pt x="18166" y="0"/>
                      </a:cubicBezTo>
                      <a:cubicBezTo>
                        <a:pt x="20907" y="0"/>
                        <a:pt x="23399" y="388"/>
                        <a:pt x="25614" y="1135"/>
                      </a:cubicBezTo>
                      <a:cubicBezTo>
                        <a:pt x="27830" y="1883"/>
                        <a:pt x="29740" y="2963"/>
                        <a:pt x="31319" y="4348"/>
                      </a:cubicBezTo>
                      <a:cubicBezTo>
                        <a:pt x="32925" y="5732"/>
                        <a:pt x="34144" y="7421"/>
                        <a:pt x="35002" y="9387"/>
                      </a:cubicBezTo>
                      <a:cubicBezTo>
                        <a:pt x="35860" y="11353"/>
                        <a:pt x="36303" y="13541"/>
                        <a:pt x="36303" y="15923"/>
                      </a:cubicBezTo>
                      <a:close/>
                      <a:moveTo>
                        <a:pt x="18166" y="4237"/>
                      </a:moveTo>
                      <a:cubicBezTo>
                        <a:pt x="16117" y="4237"/>
                        <a:pt x="14233" y="4458"/>
                        <a:pt x="12461" y="4901"/>
                      </a:cubicBezTo>
                      <a:cubicBezTo>
                        <a:pt x="10689" y="5344"/>
                        <a:pt x="9138" y="6037"/>
                        <a:pt x="7837" y="6951"/>
                      </a:cubicBezTo>
                      <a:cubicBezTo>
                        <a:pt x="6535" y="7892"/>
                        <a:pt x="5511" y="9083"/>
                        <a:pt x="4735" y="10550"/>
                      </a:cubicBezTo>
                      <a:cubicBezTo>
                        <a:pt x="3988" y="12018"/>
                        <a:pt x="3600" y="13818"/>
                        <a:pt x="3600" y="15923"/>
                      </a:cubicBezTo>
                      <a:cubicBezTo>
                        <a:pt x="3600" y="18027"/>
                        <a:pt x="4015" y="19799"/>
                        <a:pt x="4818" y="21267"/>
                      </a:cubicBezTo>
                      <a:cubicBezTo>
                        <a:pt x="5649" y="22762"/>
                        <a:pt x="6729" y="23953"/>
                        <a:pt x="8086" y="24894"/>
                      </a:cubicBezTo>
                      <a:cubicBezTo>
                        <a:pt x="9443" y="25836"/>
                        <a:pt x="10993" y="26501"/>
                        <a:pt x="12738" y="26944"/>
                      </a:cubicBezTo>
                      <a:cubicBezTo>
                        <a:pt x="14483" y="27387"/>
                        <a:pt x="16283" y="27608"/>
                        <a:pt x="18166" y="27608"/>
                      </a:cubicBezTo>
                      <a:cubicBezTo>
                        <a:pt x="20298" y="27608"/>
                        <a:pt x="22264" y="27359"/>
                        <a:pt x="24036" y="26833"/>
                      </a:cubicBezTo>
                      <a:cubicBezTo>
                        <a:pt x="25836" y="26334"/>
                        <a:pt x="27359" y="25587"/>
                        <a:pt x="28660" y="24618"/>
                      </a:cubicBezTo>
                      <a:cubicBezTo>
                        <a:pt x="29962" y="23648"/>
                        <a:pt x="30931" y="22430"/>
                        <a:pt x="31651" y="20962"/>
                      </a:cubicBezTo>
                      <a:cubicBezTo>
                        <a:pt x="32371" y="19495"/>
                        <a:pt x="32704" y="17806"/>
                        <a:pt x="32704" y="15923"/>
                      </a:cubicBezTo>
                      <a:cubicBezTo>
                        <a:pt x="32704" y="13846"/>
                        <a:pt x="32288" y="12046"/>
                        <a:pt x="31485" y="10578"/>
                      </a:cubicBezTo>
                      <a:cubicBezTo>
                        <a:pt x="30655" y="9083"/>
                        <a:pt x="29575" y="7892"/>
                        <a:pt x="28190" y="6951"/>
                      </a:cubicBezTo>
                      <a:cubicBezTo>
                        <a:pt x="26805" y="6009"/>
                        <a:pt x="25254" y="5344"/>
                        <a:pt x="23538" y="4901"/>
                      </a:cubicBezTo>
                      <a:cubicBezTo>
                        <a:pt x="21821" y="4458"/>
                        <a:pt x="20021" y="4237"/>
                        <a:pt x="18166" y="4237"/>
                      </a:cubicBezTo>
                      <a:close/>
                    </a:path>
                  </a:pathLst>
                </a:custGeom>
                <a:solidFill>
                  <a:srgbClr val="231F20"/>
                </a:solidFill>
                <a:ln w="2767" cap="flat">
                  <a:noFill/>
                  <a:prstDash val="solid"/>
                  <a:miter/>
                </a:ln>
              </p:spPr>
              <p:txBody>
                <a:bodyPr rtlCol="0" anchor="ctr"/>
                <a:lstStyle/>
                <a:p>
                  <a:endParaRPr lang="en-US"/>
                </a:p>
              </p:txBody>
            </p:sp>
            <p:sp>
              <p:nvSpPr>
                <p:cNvPr id="4697" name="Freeform 4696">
                  <a:extLst>
                    <a:ext uri="{FF2B5EF4-FFF2-40B4-BE49-F238E27FC236}">
                      <a16:creationId xmlns:a16="http://schemas.microsoft.com/office/drawing/2014/main" id="{2E02BCA7-47EC-5337-C6D5-CDA7CA935E35}"/>
                    </a:ext>
                  </a:extLst>
                </p:cNvPr>
                <p:cNvSpPr/>
                <p:nvPr/>
              </p:nvSpPr>
              <p:spPr>
                <a:xfrm>
                  <a:off x="4522543" y="2177006"/>
                  <a:ext cx="35361" cy="15368"/>
                </a:xfrm>
                <a:custGeom>
                  <a:avLst/>
                  <a:gdLst>
                    <a:gd name="connsiteX0" fmla="*/ 35362 w 35361"/>
                    <a:gd name="connsiteY0" fmla="*/ 11381 h 15368"/>
                    <a:gd name="connsiteX1" fmla="*/ 35362 w 35361"/>
                    <a:gd name="connsiteY1" fmla="*/ 15369 h 15368"/>
                    <a:gd name="connsiteX2" fmla="*/ 941 w 35361"/>
                    <a:gd name="connsiteY2" fmla="*/ 15369 h 15368"/>
                    <a:gd name="connsiteX3" fmla="*/ 941 w 35361"/>
                    <a:gd name="connsiteY3" fmla="*/ 11381 h 15368"/>
                    <a:gd name="connsiteX4" fmla="*/ 7394 w 35361"/>
                    <a:gd name="connsiteY4" fmla="*/ 11381 h 15368"/>
                    <a:gd name="connsiteX5" fmla="*/ 7394 w 35361"/>
                    <a:gd name="connsiteY5" fmla="*/ 11243 h 15368"/>
                    <a:gd name="connsiteX6" fmla="*/ 1634 w 35361"/>
                    <a:gd name="connsiteY6" fmla="*/ 6951 h 15368"/>
                    <a:gd name="connsiteX7" fmla="*/ 0 w 35361"/>
                    <a:gd name="connsiteY7" fmla="*/ 0 h 15368"/>
                    <a:gd name="connsiteX8" fmla="*/ 4320 w 35361"/>
                    <a:gd name="connsiteY8" fmla="*/ 0 h 15368"/>
                    <a:gd name="connsiteX9" fmla="*/ 5372 w 35361"/>
                    <a:gd name="connsiteY9" fmla="*/ 5594 h 15368"/>
                    <a:gd name="connsiteX10" fmla="*/ 8418 w 35361"/>
                    <a:gd name="connsiteY10" fmla="*/ 9083 h 15368"/>
                    <a:gd name="connsiteX11" fmla="*/ 12960 w 35361"/>
                    <a:gd name="connsiteY11" fmla="*/ 10883 h 15368"/>
                    <a:gd name="connsiteX12" fmla="*/ 18443 w 35361"/>
                    <a:gd name="connsiteY12" fmla="*/ 11381 h 15368"/>
                    <a:gd name="connsiteX13" fmla="*/ 35334 w 35361"/>
                    <a:gd name="connsiteY13" fmla="*/ 11381 h 153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5361" h="15368">
                      <a:moveTo>
                        <a:pt x="35362" y="11381"/>
                      </a:moveTo>
                      <a:lnTo>
                        <a:pt x="35362" y="15369"/>
                      </a:lnTo>
                      <a:lnTo>
                        <a:pt x="941" y="15369"/>
                      </a:lnTo>
                      <a:lnTo>
                        <a:pt x="941" y="11381"/>
                      </a:lnTo>
                      <a:lnTo>
                        <a:pt x="7394" y="11381"/>
                      </a:lnTo>
                      <a:lnTo>
                        <a:pt x="7394" y="11243"/>
                      </a:lnTo>
                      <a:cubicBezTo>
                        <a:pt x="4652" y="10135"/>
                        <a:pt x="2741" y="8695"/>
                        <a:pt x="1634" y="6951"/>
                      </a:cubicBezTo>
                      <a:cubicBezTo>
                        <a:pt x="554" y="5206"/>
                        <a:pt x="0" y="2880"/>
                        <a:pt x="0" y="0"/>
                      </a:cubicBezTo>
                      <a:lnTo>
                        <a:pt x="4320" y="0"/>
                      </a:lnTo>
                      <a:cubicBezTo>
                        <a:pt x="4265" y="2271"/>
                        <a:pt x="4625" y="4126"/>
                        <a:pt x="5372" y="5594"/>
                      </a:cubicBezTo>
                      <a:cubicBezTo>
                        <a:pt x="6120" y="7061"/>
                        <a:pt x="7145" y="8224"/>
                        <a:pt x="8418" y="9083"/>
                      </a:cubicBezTo>
                      <a:cubicBezTo>
                        <a:pt x="9692" y="9941"/>
                        <a:pt x="11215" y="10550"/>
                        <a:pt x="12960" y="10883"/>
                      </a:cubicBezTo>
                      <a:cubicBezTo>
                        <a:pt x="14704" y="11215"/>
                        <a:pt x="16532" y="11381"/>
                        <a:pt x="18443" y="11381"/>
                      </a:cubicBezTo>
                      <a:lnTo>
                        <a:pt x="35334" y="11381"/>
                      </a:lnTo>
                      <a:close/>
                    </a:path>
                  </a:pathLst>
                </a:custGeom>
                <a:solidFill>
                  <a:srgbClr val="231F20"/>
                </a:solidFill>
                <a:ln w="2767" cap="flat">
                  <a:noFill/>
                  <a:prstDash val="solid"/>
                  <a:miter/>
                </a:ln>
              </p:spPr>
              <p:txBody>
                <a:bodyPr rtlCol="0" anchor="ctr"/>
                <a:lstStyle/>
                <a:p>
                  <a:endParaRPr lang="en-US"/>
                </a:p>
              </p:txBody>
            </p:sp>
            <p:sp>
              <p:nvSpPr>
                <p:cNvPr id="4698" name="Freeform 4697">
                  <a:extLst>
                    <a:ext uri="{FF2B5EF4-FFF2-40B4-BE49-F238E27FC236}">
                      <a16:creationId xmlns:a16="http://schemas.microsoft.com/office/drawing/2014/main" id="{78D1EF18-A4DF-1DC8-4B5F-77A7D4BEACC0}"/>
                    </a:ext>
                  </a:extLst>
                </p:cNvPr>
                <p:cNvSpPr/>
                <p:nvPr/>
              </p:nvSpPr>
              <p:spPr>
                <a:xfrm>
                  <a:off x="4522543" y="2145051"/>
                  <a:ext cx="36247" cy="27137"/>
                </a:xfrm>
                <a:custGeom>
                  <a:avLst/>
                  <a:gdLst>
                    <a:gd name="connsiteX0" fmla="*/ 24618 w 36247"/>
                    <a:gd name="connsiteY0" fmla="*/ 23067 h 27137"/>
                    <a:gd name="connsiteX1" fmla="*/ 30904 w 36247"/>
                    <a:gd name="connsiteY1" fmla="*/ 19716 h 27137"/>
                    <a:gd name="connsiteX2" fmla="*/ 32731 w 36247"/>
                    <a:gd name="connsiteY2" fmla="*/ 12766 h 27137"/>
                    <a:gd name="connsiteX3" fmla="*/ 32205 w 36247"/>
                    <a:gd name="connsiteY3" fmla="*/ 8972 h 27137"/>
                    <a:gd name="connsiteX4" fmla="*/ 30765 w 36247"/>
                    <a:gd name="connsiteY4" fmla="*/ 6341 h 27137"/>
                    <a:gd name="connsiteX5" fmla="*/ 28744 w 36247"/>
                    <a:gd name="connsiteY5" fmla="*/ 4791 h 27137"/>
                    <a:gd name="connsiteX6" fmla="*/ 26362 w 36247"/>
                    <a:gd name="connsiteY6" fmla="*/ 4264 h 27137"/>
                    <a:gd name="connsiteX7" fmla="*/ 22596 w 36247"/>
                    <a:gd name="connsiteY7" fmla="*/ 5898 h 27137"/>
                    <a:gd name="connsiteX8" fmla="*/ 20658 w 36247"/>
                    <a:gd name="connsiteY8" fmla="*/ 9997 h 27137"/>
                    <a:gd name="connsiteX9" fmla="*/ 19467 w 36247"/>
                    <a:gd name="connsiteY9" fmla="*/ 15313 h 27137"/>
                    <a:gd name="connsiteX10" fmla="*/ 17972 w 36247"/>
                    <a:gd name="connsiteY10" fmla="*/ 20630 h 27137"/>
                    <a:gd name="connsiteX11" fmla="*/ 15120 w 36247"/>
                    <a:gd name="connsiteY11" fmla="*/ 24728 h 27137"/>
                    <a:gd name="connsiteX12" fmla="*/ 9858 w 36247"/>
                    <a:gd name="connsiteY12" fmla="*/ 26362 h 27137"/>
                    <a:gd name="connsiteX13" fmla="*/ 2769 w 36247"/>
                    <a:gd name="connsiteY13" fmla="*/ 23205 h 27137"/>
                    <a:gd name="connsiteX14" fmla="*/ 0 w 36247"/>
                    <a:gd name="connsiteY14" fmla="*/ 14261 h 27137"/>
                    <a:gd name="connsiteX15" fmla="*/ 2492 w 36247"/>
                    <a:gd name="connsiteY15" fmla="*/ 5178 h 27137"/>
                    <a:gd name="connsiteX16" fmla="*/ 10827 w 36247"/>
                    <a:gd name="connsiteY16" fmla="*/ 969 h 27137"/>
                    <a:gd name="connsiteX17" fmla="*/ 10827 w 36247"/>
                    <a:gd name="connsiteY17" fmla="*/ 5012 h 27137"/>
                    <a:gd name="connsiteX18" fmla="*/ 5206 w 36247"/>
                    <a:gd name="connsiteY18" fmla="*/ 8030 h 27137"/>
                    <a:gd name="connsiteX19" fmla="*/ 3572 w 36247"/>
                    <a:gd name="connsiteY19" fmla="*/ 14316 h 27137"/>
                    <a:gd name="connsiteX20" fmla="*/ 5206 w 36247"/>
                    <a:gd name="connsiteY20" fmla="*/ 20104 h 27137"/>
                    <a:gd name="connsiteX21" fmla="*/ 9498 w 36247"/>
                    <a:gd name="connsiteY21" fmla="*/ 22098 h 27137"/>
                    <a:gd name="connsiteX22" fmla="*/ 13043 w 36247"/>
                    <a:gd name="connsiteY22" fmla="*/ 20464 h 27137"/>
                    <a:gd name="connsiteX23" fmla="*/ 15037 w 36247"/>
                    <a:gd name="connsiteY23" fmla="*/ 16366 h 27137"/>
                    <a:gd name="connsiteX24" fmla="*/ 16393 w 36247"/>
                    <a:gd name="connsiteY24" fmla="*/ 11049 h 27137"/>
                    <a:gd name="connsiteX25" fmla="*/ 18083 w 36247"/>
                    <a:gd name="connsiteY25" fmla="*/ 5732 h 27137"/>
                    <a:gd name="connsiteX26" fmla="*/ 21045 w 36247"/>
                    <a:gd name="connsiteY26" fmla="*/ 1634 h 27137"/>
                    <a:gd name="connsiteX27" fmla="*/ 26224 w 36247"/>
                    <a:gd name="connsiteY27" fmla="*/ 0 h 27137"/>
                    <a:gd name="connsiteX28" fmla="*/ 30571 w 36247"/>
                    <a:gd name="connsiteY28" fmla="*/ 1052 h 27137"/>
                    <a:gd name="connsiteX29" fmla="*/ 33728 w 36247"/>
                    <a:gd name="connsiteY29" fmla="*/ 3987 h 27137"/>
                    <a:gd name="connsiteX30" fmla="*/ 35611 w 36247"/>
                    <a:gd name="connsiteY30" fmla="*/ 8418 h 27137"/>
                    <a:gd name="connsiteX31" fmla="*/ 36248 w 36247"/>
                    <a:gd name="connsiteY31" fmla="*/ 14039 h 27137"/>
                    <a:gd name="connsiteX32" fmla="*/ 35362 w 36247"/>
                    <a:gd name="connsiteY32" fmla="*/ 19467 h 27137"/>
                    <a:gd name="connsiteX33" fmla="*/ 32870 w 36247"/>
                    <a:gd name="connsiteY33" fmla="*/ 23482 h 27137"/>
                    <a:gd name="connsiteX34" fmla="*/ 29159 w 36247"/>
                    <a:gd name="connsiteY34" fmla="*/ 26085 h 27137"/>
                    <a:gd name="connsiteX35" fmla="*/ 24562 w 36247"/>
                    <a:gd name="connsiteY35" fmla="*/ 27137 h 27137"/>
                    <a:gd name="connsiteX36" fmla="*/ 24562 w 36247"/>
                    <a:gd name="connsiteY36" fmla="*/ 23095 h 27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6247" h="27137">
                      <a:moveTo>
                        <a:pt x="24618" y="23067"/>
                      </a:moveTo>
                      <a:cubicBezTo>
                        <a:pt x="27581" y="22458"/>
                        <a:pt x="29685" y="21322"/>
                        <a:pt x="30904" y="19716"/>
                      </a:cubicBezTo>
                      <a:cubicBezTo>
                        <a:pt x="32122" y="18110"/>
                        <a:pt x="32731" y="15784"/>
                        <a:pt x="32731" y="12766"/>
                      </a:cubicBezTo>
                      <a:cubicBezTo>
                        <a:pt x="32731" y="11298"/>
                        <a:pt x="32565" y="10052"/>
                        <a:pt x="32205" y="8972"/>
                      </a:cubicBezTo>
                      <a:cubicBezTo>
                        <a:pt x="31845" y="7920"/>
                        <a:pt x="31375" y="7034"/>
                        <a:pt x="30765" y="6341"/>
                      </a:cubicBezTo>
                      <a:cubicBezTo>
                        <a:pt x="30156" y="5649"/>
                        <a:pt x="29491" y="5123"/>
                        <a:pt x="28744" y="4791"/>
                      </a:cubicBezTo>
                      <a:cubicBezTo>
                        <a:pt x="27996" y="4431"/>
                        <a:pt x="27193" y="4264"/>
                        <a:pt x="26362" y="4264"/>
                      </a:cubicBezTo>
                      <a:cubicBezTo>
                        <a:pt x="24673" y="4264"/>
                        <a:pt x="23427" y="4818"/>
                        <a:pt x="22596" y="5898"/>
                      </a:cubicBezTo>
                      <a:cubicBezTo>
                        <a:pt x="21765" y="6978"/>
                        <a:pt x="21129" y="8335"/>
                        <a:pt x="20658" y="9997"/>
                      </a:cubicBezTo>
                      <a:cubicBezTo>
                        <a:pt x="20187" y="11658"/>
                        <a:pt x="19799" y="13403"/>
                        <a:pt x="19467" y="15313"/>
                      </a:cubicBezTo>
                      <a:cubicBezTo>
                        <a:pt x="19135" y="17224"/>
                        <a:pt x="18636" y="18996"/>
                        <a:pt x="17972" y="20630"/>
                      </a:cubicBezTo>
                      <a:cubicBezTo>
                        <a:pt x="17307" y="22264"/>
                        <a:pt x="16366" y="23621"/>
                        <a:pt x="15120" y="24728"/>
                      </a:cubicBezTo>
                      <a:cubicBezTo>
                        <a:pt x="13873" y="25836"/>
                        <a:pt x="12129" y="26362"/>
                        <a:pt x="9858" y="26362"/>
                      </a:cubicBezTo>
                      <a:cubicBezTo>
                        <a:pt x="6978" y="26362"/>
                        <a:pt x="4625" y="25310"/>
                        <a:pt x="2769" y="23205"/>
                      </a:cubicBezTo>
                      <a:cubicBezTo>
                        <a:pt x="941" y="21101"/>
                        <a:pt x="0" y="18110"/>
                        <a:pt x="0" y="14261"/>
                      </a:cubicBezTo>
                      <a:cubicBezTo>
                        <a:pt x="0" y="10412"/>
                        <a:pt x="831" y="7504"/>
                        <a:pt x="2492" y="5178"/>
                      </a:cubicBezTo>
                      <a:cubicBezTo>
                        <a:pt x="4154" y="2852"/>
                        <a:pt x="6923" y="1440"/>
                        <a:pt x="10827" y="969"/>
                      </a:cubicBezTo>
                      <a:lnTo>
                        <a:pt x="10827" y="5012"/>
                      </a:lnTo>
                      <a:cubicBezTo>
                        <a:pt x="8169" y="5372"/>
                        <a:pt x="6286" y="6369"/>
                        <a:pt x="5206" y="8030"/>
                      </a:cubicBezTo>
                      <a:cubicBezTo>
                        <a:pt x="4126" y="9692"/>
                        <a:pt x="3572" y="11796"/>
                        <a:pt x="3572" y="14316"/>
                      </a:cubicBezTo>
                      <a:cubicBezTo>
                        <a:pt x="3572" y="16836"/>
                        <a:pt x="4126" y="18775"/>
                        <a:pt x="5206" y="20104"/>
                      </a:cubicBezTo>
                      <a:cubicBezTo>
                        <a:pt x="6286" y="21433"/>
                        <a:pt x="7726" y="22098"/>
                        <a:pt x="9498" y="22098"/>
                      </a:cubicBezTo>
                      <a:cubicBezTo>
                        <a:pt x="11049" y="22098"/>
                        <a:pt x="12240" y="21544"/>
                        <a:pt x="13043" y="20464"/>
                      </a:cubicBezTo>
                      <a:cubicBezTo>
                        <a:pt x="13873" y="19384"/>
                        <a:pt x="14538" y="18027"/>
                        <a:pt x="15037" y="16366"/>
                      </a:cubicBezTo>
                      <a:cubicBezTo>
                        <a:pt x="15535" y="14732"/>
                        <a:pt x="16006" y="12960"/>
                        <a:pt x="16393" y="11049"/>
                      </a:cubicBezTo>
                      <a:cubicBezTo>
                        <a:pt x="16781" y="9138"/>
                        <a:pt x="17363" y="7366"/>
                        <a:pt x="18083" y="5732"/>
                      </a:cubicBezTo>
                      <a:cubicBezTo>
                        <a:pt x="18803" y="4098"/>
                        <a:pt x="19799" y="2741"/>
                        <a:pt x="21045" y="1634"/>
                      </a:cubicBezTo>
                      <a:cubicBezTo>
                        <a:pt x="22292" y="554"/>
                        <a:pt x="24009" y="0"/>
                        <a:pt x="26224" y="0"/>
                      </a:cubicBezTo>
                      <a:cubicBezTo>
                        <a:pt x="27858" y="0"/>
                        <a:pt x="29325" y="360"/>
                        <a:pt x="30571" y="1052"/>
                      </a:cubicBezTo>
                      <a:cubicBezTo>
                        <a:pt x="31845" y="1772"/>
                        <a:pt x="32897" y="2741"/>
                        <a:pt x="33728" y="3987"/>
                      </a:cubicBezTo>
                      <a:cubicBezTo>
                        <a:pt x="34559" y="5234"/>
                        <a:pt x="35196" y="6701"/>
                        <a:pt x="35611" y="8418"/>
                      </a:cubicBezTo>
                      <a:cubicBezTo>
                        <a:pt x="36026" y="10135"/>
                        <a:pt x="36248" y="11990"/>
                        <a:pt x="36248" y="14039"/>
                      </a:cubicBezTo>
                      <a:cubicBezTo>
                        <a:pt x="36248" y="16089"/>
                        <a:pt x="35943" y="17889"/>
                        <a:pt x="35362" y="19467"/>
                      </a:cubicBezTo>
                      <a:cubicBezTo>
                        <a:pt x="34753" y="21045"/>
                        <a:pt x="33922" y="22375"/>
                        <a:pt x="32870" y="23482"/>
                      </a:cubicBezTo>
                      <a:cubicBezTo>
                        <a:pt x="31817" y="24590"/>
                        <a:pt x="30571" y="25448"/>
                        <a:pt x="29159" y="26085"/>
                      </a:cubicBezTo>
                      <a:cubicBezTo>
                        <a:pt x="27747" y="26694"/>
                        <a:pt x="26224" y="27054"/>
                        <a:pt x="24562" y="27137"/>
                      </a:cubicBezTo>
                      <a:lnTo>
                        <a:pt x="24562" y="23095"/>
                      </a:lnTo>
                      <a:close/>
                    </a:path>
                  </a:pathLst>
                </a:custGeom>
                <a:solidFill>
                  <a:srgbClr val="231F20"/>
                </a:solidFill>
                <a:ln w="2767" cap="flat">
                  <a:noFill/>
                  <a:prstDash val="solid"/>
                  <a:miter/>
                </a:ln>
              </p:spPr>
              <p:txBody>
                <a:bodyPr rtlCol="0" anchor="ctr"/>
                <a:lstStyle/>
                <a:p>
                  <a:endParaRPr lang="en-US"/>
                </a:p>
              </p:txBody>
            </p:sp>
            <p:sp>
              <p:nvSpPr>
                <p:cNvPr id="4699" name="Freeform 4698">
                  <a:extLst>
                    <a:ext uri="{FF2B5EF4-FFF2-40B4-BE49-F238E27FC236}">
                      <a16:creationId xmlns:a16="http://schemas.microsoft.com/office/drawing/2014/main" id="{77694B2F-71E7-D78D-31B7-1BB351779C8C}"/>
                    </a:ext>
                  </a:extLst>
                </p:cNvPr>
                <p:cNvSpPr/>
                <p:nvPr/>
              </p:nvSpPr>
              <p:spPr>
                <a:xfrm>
                  <a:off x="4522571" y="2108081"/>
                  <a:ext cx="36303" cy="30988"/>
                </a:xfrm>
                <a:custGeom>
                  <a:avLst/>
                  <a:gdLst>
                    <a:gd name="connsiteX0" fmla="*/ 19052 w 36303"/>
                    <a:gd name="connsiteY0" fmla="*/ 26668 h 30988"/>
                    <a:gd name="connsiteX1" fmla="*/ 24341 w 36303"/>
                    <a:gd name="connsiteY1" fmla="*/ 25948 h 30988"/>
                    <a:gd name="connsiteX2" fmla="*/ 28660 w 36303"/>
                    <a:gd name="connsiteY2" fmla="*/ 23789 h 30988"/>
                    <a:gd name="connsiteX3" fmla="*/ 31596 w 36303"/>
                    <a:gd name="connsiteY3" fmla="*/ 20161 h 30988"/>
                    <a:gd name="connsiteX4" fmla="*/ 32704 w 36303"/>
                    <a:gd name="connsiteY4" fmla="*/ 15121 h 30988"/>
                    <a:gd name="connsiteX5" fmla="*/ 30655 w 36303"/>
                    <a:gd name="connsiteY5" fmla="*/ 8420 h 30988"/>
                    <a:gd name="connsiteX6" fmla="*/ 24811 w 36303"/>
                    <a:gd name="connsiteY6" fmla="*/ 4709 h 30988"/>
                    <a:gd name="connsiteX7" fmla="*/ 24811 w 36303"/>
                    <a:gd name="connsiteY7" fmla="*/ 251 h 30988"/>
                    <a:gd name="connsiteX8" fmla="*/ 29353 w 36303"/>
                    <a:gd name="connsiteY8" fmla="*/ 2189 h 30988"/>
                    <a:gd name="connsiteX9" fmla="*/ 33008 w 36303"/>
                    <a:gd name="connsiteY9" fmla="*/ 5180 h 30988"/>
                    <a:gd name="connsiteX10" fmla="*/ 35445 w 36303"/>
                    <a:gd name="connsiteY10" fmla="*/ 9444 h 30988"/>
                    <a:gd name="connsiteX11" fmla="*/ 36303 w 36303"/>
                    <a:gd name="connsiteY11" fmla="*/ 15149 h 30988"/>
                    <a:gd name="connsiteX12" fmla="*/ 34919 w 36303"/>
                    <a:gd name="connsiteY12" fmla="*/ 22265 h 30988"/>
                    <a:gd name="connsiteX13" fmla="*/ 31097 w 36303"/>
                    <a:gd name="connsiteY13" fmla="*/ 27194 h 30988"/>
                    <a:gd name="connsiteX14" fmla="*/ 25393 w 36303"/>
                    <a:gd name="connsiteY14" fmla="*/ 30047 h 30988"/>
                    <a:gd name="connsiteX15" fmla="*/ 18304 w 36303"/>
                    <a:gd name="connsiteY15" fmla="*/ 30988 h 30988"/>
                    <a:gd name="connsiteX16" fmla="*/ 11187 w 36303"/>
                    <a:gd name="connsiteY16" fmla="*/ 29881 h 30988"/>
                    <a:gd name="connsiteX17" fmla="*/ 5372 w 36303"/>
                    <a:gd name="connsiteY17" fmla="*/ 26752 h 30988"/>
                    <a:gd name="connsiteX18" fmla="*/ 1440 w 36303"/>
                    <a:gd name="connsiteY18" fmla="*/ 21795 h 30988"/>
                    <a:gd name="connsiteX19" fmla="*/ 0 w 36303"/>
                    <a:gd name="connsiteY19" fmla="*/ 15149 h 30988"/>
                    <a:gd name="connsiteX20" fmla="*/ 4874 w 36303"/>
                    <a:gd name="connsiteY20" fmla="*/ 3989 h 30988"/>
                    <a:gd name="connsiteX21" fmla="*/ 19052 w 36303"/>
                    <a:gd name="connsiteY21" fmla="*/ 2 h 30988"/>
                    <a:gd name="connsiteX22" fmla="*/ 19052 w 36303"/>
                    <a:gd name="connsiteY22" fmla="*/ 26724 h 30988"/>
                    <a:gd name="connsiteX23" fmla="*/ 15729 w 36303"/>
                    <a:gd name="connsiteY23" fmla="*/ 4211 h 30988"/>
                    <a:gd name="connsiteX24" fmla="*/ 10966 w 36303"/>
                    <a:gd name="connsiteY24" fmla="*/ 4903 h 30988"/>
                    <a:gd name="connsiteX25" fmla="*/ 7117 w 36303"/>
                    <a:gd name="connsiteY25" fmla="*/ 6952 h 30988"/>
                    <a:gd name="connsiteX26" fmla="*/ 4514 w 36303"/>
                    <a:gd name="connsiteY26" fmla="*/ 10386 h 30988"/>
                    <a:gd name="connsiteX27" fmla="*/ 3545 w 36303"/>
                    <a:gd name="connsiteY27" fmla="*/ 15093 h 30988"/>
                    <a:gd name="connsiteX28" fmla="*/ 4541 w 36303"/>
                    <a:gd name="connsiteY28" fmla="*/ 19773 h 30988"/>
                    <a:gd name="connsiteX29" fmla="*/ 7200 w 36303"/>
                    <a:gd name="connsiteY29" fmla="*/ 23235 h 30988"/>
                    <a:gd name="connsiteX30" fmla="*/ 11049 w 36303"/>
                    <a:gd name="connsiteY30" fmla="*/ 25533 h 30988"/>
                    <a:gd name="connsiteX31" fmla="*/ 15701 w 36303"/>
                    <a:gd name="connsiteY31" fmla="*/ 26668 h 30988"/>
                    <a:gd name="connsiteX32" fmla="*/ 15701 w 36303"/>
                    <a:gd name="connsiteY32" fmla="*/ 4211 h 30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6303" h="30988">
                      <a:moveTo>
                        <a:pt x="19052" y="26668"/>
                      </a:moveTo>
                      <a:cubicBezTo>
                        <a:pt x="20907" y="26668"/>
                        <a:pt x="22679" y="26419"/>
                        <a:pt x="24341" y="25948"/>
                      </a:cubicBezTo>
                      <a:cubicBezTo>
                        <a:pt x="26002" y="25450"/>
                        <a:pt x="27442" y="24730"/>
                        <a:pt x="28660" y="23789"/>
                      </a:cubicBezTo>
                      <a:cubicBezTo>
                        <a:pt x="29879" y="22847"/>
                        <a:pt x="30848" y="21629"/>
                        <a:pt x="31596" y="20161"/>
                      </a:cubicBezTo>
                      <a:cubicBezTo>
                        <a:pt x="32316" y="18693"/>
                        <a:pt x="32704" y="17004"/>
                        <a:pt x="32704" y="15121"/>
                      </a:cubicBezTo>
                      <a:cubicBezTo>
                        <a:pt x="32704" y="12518"/>
                        <a:pt x="32011" y="10275"/>
                        <a:pt x="30655" y="8420"/>
                      </a:cubicBezTo>
                      <a:cubicBezTo>
                        <a:pt x="29270" y="6564"/>
                        <a:pt x="27331" y="5318"/>
                        <a:pt x="24811" y="4709"/>
                      </a:cubicBezTo>
                      <a:lnTo>
                        <a:pt x="24811" y="251"/>
                      </a:lnTo>
                      <a:cubicBezTo>
                        <a:pt x="26445" y="749"/>
                        <a:pt x="27968" y="1386"/>
                        <a:pt x="29353" y="2189"/>
                      </a:cubicBezTo>
                      <a:cubicBezTo>
                        <a:pt x="30737" y="2992"/>
                        <a:pt x="31956" y="3989"/>
                        <a:pt x="33008" y="5180"/>
                      </a:cubicBezTo>
                      <a:cubicBezTo>
                        <a:pt x="34060" y="6371"/>
                        <a:pt x="34863" y="7783"/>
                        <a:pt x="35445" y="9444"/>
                      </a:cubicBezTo>
                      <a:cubicBezTo>
                        <a:pt x="36026" y="11078"/>
                        <a:pt x="36303" y="12989"/>
                        <a:pt x="36303" y="15149"/>
                      </a:cubicBezTo>
                      <a:cubicBezTo>
                        <a:pt x="36303" y="17890"/>
                        <a:pt x="35833" y="20272"/>
                        <a:pt x="34919" y="22265"/>
                      </a:cubicBezTo>
                      <a:cubicBezTo>
                        <a:pt x="33977" y="24259"/>
                        <a:pt x="32704" y="25893"/>
                        <a:pt x="31097" y="27194"/>
                      </a:cubicBezTo>
                      <a:cubicBezTo>
                        <a:pt x="29491" y="28468"/>
                        <a:pt x="27580" y="29438"/>
                        <a:pt x="25393" y="30047"/>
                      </a:cubicBezTo>
                      <a:cubicBezTo>
                        <a:pt x="23205" y="30656"/>
                        <a:pt x="20852" y="30988"/>
                        <a:pt x="18304" y="30988"/>
                      </a:cubicBezTo>
                      <a:cubicBezTo>
                        <a:pt x="15757" y="30988"/>
                        <a:pt x="13403" y="30628"/>
                        <a:pt x="11187" y="29881"/>
                      </a:cubicBezTo>
                      <a:cubicBezTo>
                        <a:pt x="8972" y="29161"/>
                        <a:pt x="7034" y="28108"/>
                        <a:pt x="5372" y="26752"/>
                      </a:cubicBezTo>
                      <a:cubicBezTo>
                        <a:pt x="3711" y="25395"/>
                        <a:pt x="2409" y="23761"/>
                        <a:pt x="1440" y="21795"/>
                      </a:cubicBezTo>
                      <a:cubicBezTo>
                        <a:pt x="499" y="19856"/>
                        <a:pt x="0" y="17641"/>
                        <a:pt x="0" y="15149"/>
                      </a:cubicBezTo>
                      <a:cubicBezTo>
                        <a:pt x="0" y="10414"/>
                        <a:pt x="1634" y="6675"/>
                        <a:pt x="4874" y="3989"/>
                      </a:cubicBezTo>
                      <a:cubicBezTo>
                        <a:pt x="8141" y="1275"/>
                        <a:pt x="12849" y="-54"/>
                        <a:pt x="19052" y="2"/>
                      </a:cubicBezTo>
                      <a:lnTo>
                        <a:pt x="19052" y="26724"/>
                      </a:lnTo>
                      <a:close/>
                      <a:moveTo>
                        <a:pt x="15729" y="4211"/>
                      </a:moveTo>
                      <a:cubicBezTo>
                        <a:pt x="14040" y="4211"/>
                        <a:pt x="12461" y="4432"/>
                        <a:pt x="10966" y="4903"/>
                      </a:cubicBezTo>
                      <a:cubicBezTo>
                        <a:pt x="9471" y="5374"/>
                        <a:pt x="8197" y="6066"/>
                        <a:pt x="7117" y="6952"/>
                      </a:cubicBezTo>
                      <a:cubicBezTo>
                        <a:pt x="6037" y="7866"/>
                        <a:pt x="5178" y="9001"/>
                        <a:pt x="4514" y="10386"/>
                      </a:cubicBezTo>
                      <a:cubicBezTo>
                        <a:pt x="3877" y="11770"/>
                        <a:pt x="3545" y="13321"/>
                        <a:pt x="3545" y="15093"/>
                      </a:cubicBezTo>
                      <a:cubicBezTo>
                        <a:pt x="3545" y="16866"/>
                        <a:pt x="3877" y="18416"/>
                        <a:pt x="4541" y="19773"/>
                      </a:cubicBezTo>
                      <a:cubicBezTo>
                        <a:pt x="5206" y="21130"/>
                        <a:pt x="6092" y="22265"/>
                        <a:pt x="7200" y="23235"/>
                      </a:cubicBezTo>
                      <a:cubicBezTo>
                        <a:pt x="8307" y="24176"/>
                        <a:pt x="9581" y="24952"/>
                        <a:pt x="11049" y="25533"/>
                      </a:cubicBezTo>
                      <a:cubicBezTo>
                        <a:pt x="12517" y="26115"/>
                        <a:pt x="14067" y="26475"/>
                        <a:pt x="15701" y="26668"/>
                      </a:cubicBezTo>
                      <a:lnTo>
                        <a:pt x="15701" y="4211"/>
                      </a:lnTo>
                      <a:close/>
                    </a:path>
                  </a:pathLst>
                </a:custGeom>
                <a:solidFill>
                  <a:srgbClr val="231F20"/>
                </a:solidFill>
                <a:ln w="2767" cap="flat">
                  <a:noFill/>
                  <a:prstDash val="solid"/>
                  <a:miter/>
                </a:ln>
              </p:spPr>
              <p:txBody>
                <a:bodyPr rtlCol="0" anchor="ctr"/>
                <a:lstStyle/>
                <a:p>
                  <a:endParaRPr lang="en-US"/>
                </a:p>
              </p:txBody>
            </p:sp>
          </p:grpSp>
          <p:grpSp>
            <p:nvGrpSpPr>
              <p:cNvPr id="4700" name="Graphic 14">
                <a:extLst>
                  <a:ext uri="{FF2B5EF4-FFF2-40B4-BE49-F238E27FC236}">
                    <a16:creationId xmlns:a16="http://schemas.microsoft.com/office/drawing/2014/main" id="{D9FA927F-C3B5-8D9C-1BB4-0ADB70FADFD2}"/>
                  </a:ext>
                </a:extLst>
              </p:cNvPr>
              <p:cNvGrpSpPr/>
              <p:nvPr/>
            </p:nvGrpSpPr>
            <p:grpSpPr>
              <a:xfrm rot="5400000">
                <a:off x="3826572" y="4116934"/>
                <a:ext cx="139860" cy="2204558"/>
                <a:chOff x="4578036" y="1608974"/>
                <a:chExt cx="45026" cy="709729"/>
              </a:xfrm>
              <a:solidFill>
                <a:srgbClr val="231F20"/>
              </a:solidFill>
            </p:grpSpPr>
            <p:sp>
              <p:nvSpPr>
                <p:cNvPr id="4701" name="Freeform 4700">
                  <a:extLst>
                    <a:ext uri="{FF2B5EF4-FFF2-40B4-BE49-F238E27FC236}">
                      <a16:creationId xmlns:a16="http://schemas.microsoft.com/office/drawing/2014/main" id="{C5F9B522-E768-A73D-B171-17206FE56A56}"/>
                    </a:ext>
                  </a:extLst>
                </p:cNvPr>
                <p:cNvSpPr/>
                <p:nvPr/>
              </p:nvSpPr>
              <p:spPr>
                <a:xfrm>
                  <a:off x="4600549" y="1648102"/>
                  <a:ext cx="2769" cy="631500"/>
                </a:xfrm>
                <a:custGeom>
                  <a:avLst/>
                  <a:gdLst>
                    <a:gd name="connsiteX0" fmla="*/ 0 w 2769"/>
                    <a:gd name="connsiteY0" fmla="*/ 0 h 631500"/>
                    <a:gd name="connsiteX1" fmla="*/ 0 w 2769"/>
                    <a:gd name="connsiteY1" fmla="*/ 631501 h 631500"/>
                  </a:gdLst>
                  <a:ahLst/>
                  <a:cxnLst>
                    <a:cxn ang="0">
                      <a:pos x="connsiteX0" y="connsiteY0"/>
                    </a:cxn>
                    <a:cxn ang="0">
                      <a:pos x="connsiteX1" y="connsiteY1"/>
                    </a:cxn>
                  </a:cxnLst>
                  <a:rect l="l" t="t" r="r" b="b"/>
                  <a:pathLst>
                    <a:path w="2769" h="631500">
                      <a:moveTo>
                        <a:pt x="0" y="0"/>
                      </a:moveTo>
                      <a:lnTo>
                        <a:pt x="0" y="631501"/>
                      </a:lnTo>
                    </a:path>
                  </a:pathLst>
                </a:custGeom>
                <a:ln w="5534" cap="flat">
                  <a:solidFill>
                    <a:srgbClr val="231F20"/>
                  </a:solidFill>
                  <a:prstDash val="solid"/>
                  <a:miter/>
                </a:ln>
              </p:spPr>
              <p:txBody>
                <a:bodyPr rtlCol="0" anchor="ctr"/>
                <a:lstStyle/>
                <a:p>
                  <a:endParaRPr lang="en-US"/>
                </a:p>
              </p:txBody>
            </p:sp>
            <p:sp>
              <p:nvSpPr>
                <p:cNvPr id="4702" name="Freeform 4701">
                  <a:extLst>
                    <a:ext uri="{FF2B5EF4-FFF2-40B4-BE49-F238E27FC236}">
                      <a16:creationId xmlns:a16="http://schemas.microsoft.com/office/drawing/2014/main" id="{7EB2C7B6-99E2-AA9D-B265-EE87B4CF5EEE}"/>
                    </a:ext>
                  </a:extLst>
                </p:cNvPr>
                <p:cNvSpPr/>
                <p:nvPr/>
              </p:nvSpPr>
              <p:spPr>
                <a:xfrm>
                  <a:off x="4578036" y="1608974"/>
                  <a:ext cx="45026" cy="55105"/>
                </a:xfrm>
                <a:custGeom>
                  <a:avLst/>
                  <a:gdLst>
                    <a:gd name="connsiteX0" fmla="*/ 22513 w 45026"/>
                    <a:gd name="connsiteY0" fmla="*/ 0 h 55105"/>
                    <a:gd name="connsiteX1" fmla="*/ 0 w 45026"/>
                    <a:gd name="connsiteY1" fmla="*/ 55106 h 55105"/>
                    <a:gd name="connsiteX2" fmla="*/ 22513 w 45026"/>
                    <a:gd name="connsiteY2" fmla="*/ 42035 h 55105"/>
                    <a:gd name="connsiteX3" fmla="*/ 45026 w 45026"/>
                    <a:gd name="connsiteY3" fmla="*/ 55106 h 55105"/>
                    <a:gd name="connsiteX4" fmla="*/ 22513 w 45026"/>
                    <a:gd name="connsiteY4" fmla="*/ 0 h 551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26" h="55105">
                      <a:moveTo>
                        <a:pt x="22513" y="0"/>
                      </a:moveTo>
                      <a:lnTo>
                        <a:pt x="0" y="55106"/>
                      </a:lnTo>
                      <a:lnTo>
                        <a:pt x="22513" y="42035"/>
                      </a:lnTo>
                      <a:lnTo>
                        <a:pt x="45026" y="55106"/>
                      </a:lnTo>
                      <a:lnTo>
                        <a:pt x="22513" y="0"/>
                      </a:lnTo>
                      <a:close/>
                    </a:path>
                  </a:pathLst>
                </a:custGeom>
                <a:solidFill>
                  <a:srgbClr val="231F20"/>
                </a:solidFill>
                <a:ln w="2767" cap="flat">
                  <a:noFill/>
                  <a:prstDash val="solid"/>
                  <a:miter/>
                </a:ln>
              </p:spPr>
              <p:txBody>
                <a:bodyPr rtlCol="0" anchor="ctr"/>
                <a:lstStyle/>
                <a:p>
                  <a:endParaRPr lang="en-US"/>
                </a:p>
              </p:txBody>
            </p:sp>
            <p:sp>
              <p:nvSpPr>
                <p:cNvPr id="4703" name="Freeform 4702">
                  <a:extLst>
                    <a:ext uri="{FF2B5EF4-FFF2-40B4-BE49-F238E27FC236}">
                      <a16:creationId xmlns:a16="http://schemas.microsoft.com/office/drawing/2014/main" id="{A65268F3-9177-EC30-46BA-4284A7F122F0}"/>
                    </a:ext>
                  </a:extLst>
                </p:cNvPr>
                <p:cNvSpPr/>
                <p:nvPr/>
              </p:nvSpPr>
              <p:spPr>
                <a:xfrm>
                  <a:off x="4578036" y="2263597"/>
                  <a:ext cx="45026" cy="55105"/>
                </a:xfrm>
                <a:custGeom>
                  <a:avLst/>
                  <a:gdLst>
                    <a:gd name="connsiteX0" fmla="*/ 22513 w 45026"/>
                    <a:gd name="connsiteY0" fmla="*/ 55106 h 55105"/>
                    <a:gd name="connsiteX1" fmla="*/ 0 w 45026"/>
                    <a:gd name="connsiteY1" fmla="*/ 0 h 55105"/>
                    <a:gd name="connsiteX2" fmla="*/ 22513 w 45026"/>
                    <a:gd name="connsiteY2" fmla="*/ 13098 h 55105"/>
                    <a:gd name="connsiteX3" fmla="*/ 45026 w 45026"/>
                    <a:gd name="connsiteY3" fmla="*/ 0 h 55105"/>
                    <a:gd name="connsiteX4" fmla="*/ 22513 w 45026"/>
                    <a:gd name="connsiteY4" fmla="*/ 55106 h 551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26" h="55105">
                      <a:moveTo>
                        <a:pt x="22513" y="55106"/>
                      </a:moveTo>
                      <a:lnTo>
                        <a:pt x="0" y="0"/>
                      </a:lnTo>
                      <a:lnTo>
                        <a:pt x="22513" y="13098"/>
                      </a:lnTo>
                      <a:lnTo>
                        <a:pt x="45026" y="0"/>
                      </a:lnTo>
                      <a:lnTo>
                        <a:pt x="22513" y="55106"/>
                      </a:lnTo>
                      <a:close/>
                    </a:path>
                  </a:pathLst>
                </a:custGeom>
                <a:solidFill>
                  <a:srgbClr val="231F20"/>
                </a:solidFill>
                <a:ln w="2767" cap="flat">
                  <a:noFill/>
                  <a:prstDash val="solid"/>
                  <a:miter/>
                </a:ln>
              </p:spPr>
              <p:txBody>
                <a:bodyPr rtlCol="0" anchor="ctr"/>
                <a:lstStyle/>
                <a:p>
                  <a:endParaRPr lang="en-US"/>
                </a:p>
              </p:txBody>
            </p:sp>
          </p:grpSp>
        </p:grpSp>
      </p:grpSp>
      <p:sp>
        <p:nvSpPr>
          <p:cNvPr id="4483" name="Text 2">
            <a:extLst>
              <a:ext uri="{FF2B5EF4-FFF2-40B4-BE49-F238E27FC236}">
                <a16:creationId xmlns:a16="http://schemas.microsoft.com/office/drawing/2014/main" id="{E584684B-A317-AA46-3750-37763C94DA56}"/>
              </a:ext>
            </a:extLst>
          </p:cNvPr>
          <p:cNvSpPr/>
          <p:nvPr/>
        </p:nvSpPr>
        <p:spPr>
          <a:xfrm>
            <a:off x="343508" y="164865"/>
            <a:ext cx="7597334" cy="457245"/>
          </a:xfrm>
          <a:prstGeom prst="rect">
            <a:avLst/>
          </a:prstGeom>
          <a:noFill/>
          <a:ln/>
        </p:spPr>
        <p:txBody>
          <a:bodyPr wrap="square" lIns="0" tIns="0" rIns="0" bIns="0" rtlCol="0" anchor="ctr">
            <a:normAutofit/>
          </a:bodyPr>
          <a:lstStyle/>
          <a:p>
            <a:pPr marL="0" indent="0">
              <a:buNone/>
            </a:pPr>
            <a:r>
              <a:rPr lang="en-US" sz="2600" dirty="0">
                <a:latin typeface="Helvetica" pitchFamily="2" charset="0"/>
              </a:rPr>
              <a:t>The benefit reflects a shared memory factor</a:t>
            </a:r>
          </a:p>
        </p:txBody>
      </p:sp>
    </p:spTree>
    <p:extLst>
      <p:ext uri="{BB962C8B-B14F-4D97-AF65-F5344CB8AC3E}">
        <p14:creationId xmlns:p14="http://schemas.microsoft.com/office/powerpoint/2010/main" val="21312384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8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48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49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48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063" name="Freeform 5062">
            <a:extLst>
              <a:ext uri="{FF2B5EF4-FFF2-40B4-BE49-F238E27FC236}">
                <a16:creationId xmlns:a16="http://schemas.microsoft.com/office/drawing/2014/main" id="{35A7651B-3446-D06F-CDE2-0519DF6090E9}"/>
              </a:ext>
            </a:extLst>
          </p:cNvPr>
          <p:cNvSpPr/>
          <p:nvPr/>
        </p:nvSpPr>
        <p:spPr>
          <a:xfrm>
            <a:off x="2811223" y="4585916"/>
            <a:ext cx="9510" cy="31873"/>
          </a:xfrm>
          <a:custGeom>
            <a:avLst/>
            <a:gdLst>
              <a:gd name="connsiteX0" fmla="*/ 0 w 2248"/>
              <a:gd name="connsiteY0" fmla="*/ 7534 h 7534"/>
              <a:gd name="connsiteX1" fmla="*/ 0 w 2248"/>
              <a:gd name="connsiteY1" fmla="*/ 0 h 7534"/>
            </a:gdLst>
            <a:ahLst/>
            <a:cxnLst>
              <a:cxn ang="0">
                <a:pos x="connsiteX0" y="connsiteY0"/>
              </a:cxn>
              <a:cxn ang="0">
                <a:pos x="connsiteX1" y="connsiteY1"/>
              </a:cxn>
            </a:cxnLst>
            <a:rect l="l" t="t" r="r" b="b"/>
            <a:pathLst>
              <a:path w="2248" h="7534">
                <a:moveTo>
                  <a:pt x="0" y="7534"/>
                </a:moveTo>
                <a:lnTo>
                  <a:pt x="0" y="0"/>
                </a:lnTo>
              </a:path>
            </a:pathLst>
          </a:custGeom>
          <a:ln w="4498" cap="sq">
            <a:solidFill>
              <a:srgbClr val="231F20"/>
            </a:solidFill>
            <a:prstDash val="solid"/>
            <a:round/>
          </a:ln>
        </p:spPr>
        <p:txBody>
          <a:bodyPr rtlCol="0" anchor="ctr"/>
          <a:lstStyle/>
          <a:p>
            <a:endParaRPr lang="en-US"/>
          </a:p>
        </p:txBody>
      </p:sp>
      <p:grpSp>
        <p:nvGrpSpPr>
          <p:cNvPr id="12" name="Group 11">
            <a:extLst>
              <a:ext uri="{FF2B5EF4-FFF2-40B4-BE49-F238E27FC236}">
                <a16:creationId xmlns:a16="http://schemas.microsoft.com/office/drawing/2014/main" id="{323EF8A8-B062-7D06-829A-2D8714BEAC2E}"/>
              </a:ext>
            </a:extLst>
          </p:cNvPr>
          <p:cNvGrpSpPr/>
          <p:nvPr/>
        </p:nvGrpSpPr>
        <p:grpSpPr>
          <a:xfrm>
            <a:off x="1976178" y="1582054"/>
            <a:ext cx="2503612" cy="2648699"/>
            <a:chOff x="1643264" y="2972891"/>
            <a:chExt cx="2503612" cy="2648699"/>
          </a:xfrm>
        </p:grpSpPr>
        <p:sp>
          <p:nvSpPr>
            <p:cNvPr id="5111" name="Freeform 5110">
              <a:extLst>
                <a:ext uri="{FF2B5EF4-FFF2-40B4-BE49-F238E27FC236}">
                  <a16:creationId xmlns:a16="http://schemas.microsoft.com/office/drawing/2014/main" id="{4D95F660-94D6-9546-2D7F-F4A6258BED84}"/>
                </a:ext>
              </a:extLst>
            </p:cNvPr>
            <p:cNvSpPr/>
            <p:nvPr/>
          </p:nvSpPr>
          <p:spPr>
            <a:xfrm>
              <a:off x="1643264" y="3025788"/>
              <a:ext cx="2503612" cy="2457846"/>
            </a:xfrm>
            <a:custGeom>
              <a:avLst/>
              <a:gdLst>
                <a:gd name="connsiteX0" fmla="*/ 0 w 591813"/>
                <a:gd name="connsiteY0" fmla="*/ 80063 h 580995"/>
                <a:gd name="connsiteX1" fmla="*/ 405 w 591813"/>
                <a:gd name="connsiteY1" fmla="*/ 79523 h 580995"/>
                <a:gd name="connsiteX2" fmla="*/ 787 w 591813"/>
                <a:gd name="connsiteY2" fmla="*/ 79006 h 580995"/>
                <a:gd name="connsiteX3" fmla="*/ 1191 w 591813"/>
                <a:gd name="connsiteY3" fmla="*/ 78466 h 580995"/>
                <a:gd name="connsiteX4" fmla="*/ 1574 w 591813"/>
                <a:gd name="connsiteY4" fmla="*/ 77926 h 580995"/>
                <a:gd name="connsiteX5" fmla="*/ 1979 w 591813"/>
                <a:gd name="connsiteY5" fmla="*/ 77387 h 580995"/>
                <a:gd name="connsiteX6" fmla="*/ 2383 w 591813"/>
                <a:gd name="connsiteY6" fmla="*/ 76869 h 580995"/>
                <a:gd name="connsiteX7" fmla="*/ 2766 w 591813"/>
                <a:gd name="connsiteY7" fmla="*/ 76330 h 580995"/>
                <a:gd name="connsiteX8" fmla="*/ 3171 w 591813"/>
                <a:gd name="connsiteY8" fmla="*/ 75790 h 580995"/>
                <a:gd name="connsiteX9" fmla="*/ 3553 w 591813"/>
                <a:gd name="connsiteY9" fmla="*/ 75273 h 580995"/>
                <a:gd name="connsiteX10" fmla="*/ 3958 w 591813"/>
                <a:gd name="connsiteY10" fmla="*/ 74755 h 580995"/>
                <a:gd name="connsiteX11" fmla="*/ 4340 w 591813"/>
                <a:gd name="connsiteY11" fmla="*/ 74216 h 580995"/>
                <a:gd name="connsiteX12" fmla="*/ 4745 w 591813"/>
                <a:gd name="connsiteY12" fmla="*/ 73698 h 580995"/>
                <a:gd name="connsiteX13" fmla="*/ 5150 w 591813"/>
                <a:gd name="connsiteY13" fmla="*/ 73181 h 580995"/>
                <a:gd name="connsiteX14" fmla="*/ 5532 w 591813"/>
                <a:gd name="connsiteY14" fmla="*/ 72641 h 580995"/>
                <a:gd name="connsiteX15" fmla="*/ 5937 w 591813"/>
                <a:gd name="connsiteY15" fmla="*/ 72124 h 580995"/>
                <a:gd name="connsiteX16" fmla="*/ 6319 w 591813"/>
                <a:gd name="connsiteY16" fmla="*/ 71607 h 580995"/>
                <a:gd name="connsiteX17" fmla="*/ 6724 w 591813"/>
                <a:gd name="connsiteY17" fmla="*/ 71112 h 580995"/>
                <a:gd name="connsiteX18" fmla="*/ 7107 w 591813"/>
                <a:gd name="connsiteY18" fmla="*/ 70595 h 580995"/>
                <a:gd name="connsiteX19" fmla="*/ 7511 w 591813"/>
                <a:gd name="connsiteY19" fmla="*/ 70078 h 580995"/>
                <a:gd name="connsiteX20" fmla="*/ 7893 w 591813"/>
                <a:gd name="connsiteY20" fmla="*/ 69583 h 580995"/>
                <a:gd name="connsiteX21" fmla="*/ 8299 w 591813"/>
                <a:gd name="connsiteY21" fmla="*/ 69066 h 580995"/>
                <a:gd name="connsiteX22" fmla="*/ 8703 w 591813"/>
                <a:gd name="connsiteY22" fmla="*/ 68571 h 580995"/>
                <a:gd name="connsiteX23" fmla="*/ 9085 w 591813"/>
                <a:gd name="connsiteY23" fmla="*/ 68053 h 580995"/>
                <a:gd name="connsiteX24" fmla="*/ 9491 w 591813"/>
                <a:gd name="connsiteY24" fmla="*/ 67559 h 580995"/>
                <a:gd name="connsiteX25" fmla="*/ 9873 w 591813"/>
                <a:gd name="connsiteY25" fmla="*/ 67064 h 580995"/>
                <a:gd name="connsiteX26" fmla="*/ 10277 w 591813"/>
                <a:gd name="connsiteY26" fmla="*/ 66569 h 580995"/>
                <a:gd name="connsiteX27" fmla="*/ 10660 w 591813"/>
                <a:gd name="connsiteY27" fmla="*/ 66074 h 580995"/>
                <a:gd name="connsiteX28" fmla="*/ 11065 w 591813"/>
                <a:gd name="connsiteY28" fmla="*/ 65580 h 580995"/>
                <a:gd name="connsiteX29" fmla="*/ 11447 w 591813"/>
                <a:gd name="connsiteY29" fmla="*/ 65085 h 580995"/>
                <a:gd name="connsiteX30" fmla="*/ 11852 w 591813"/>
                <a:gd name="connsiteY30" fmla="*/ 64613 h 580995"/>
                <a:gd name="connsiteX31" fmla="*/ 12257 w 591813"/>
                <a:gd name="connsiteY31" fmla="*/ 64118 h 580995"/>
                <a:gd name="connsiteX32" fmla="*/ 12639 w 591813"/>
                <a:gd name="connsiteY32" fmla="*/ 63646 h 580995"/>
                <a:gd name="connsiteX33" fmla="*/ 13044 w 591813"/>
                <a:gd name="connsiteY33" fmla="*/ 63151 h 580995"/>
                <a:gd name="connsiteX34" fmla="*/ 13426 w 591813"/>
                <a:gd name="connsiteY34" fmla="*/ 62678 h 580995"/>
                <a:gd name="connsiteX35" fmla="*/ 13831 w 591813"/>
                <a:gd name="connsiteY35" fmla="*/ 62206 h 580995"/>
                <a:gd name="connsiteX36" fmla="*/ 14213 w 591813"/>
                <a:gd name="connsiteY36" fmla="*/ 61734 h 580995"/>
                <a:gd name="connsiteX37" fmla="*/ 14618 w 591813"/>
                <a:gd name="connsiteY37" fmla="*/ 61262 h 580995"/>
                <a:gd name="connsiteX38" fmla="*/ 15000 w 591813"/>
                <a:gd name="connsiteY38" fmla="*/ 60789 h 580995"/>
                <a:gd name="connsiteX39" fmla="*/ 15405 w 591813"/>
                <a:gd name="connsiteY39" fmla="*/ 60317 h 580995"/>
                <a:gd name="connsiteX40" fmla="*/ 15810 w 591813"/>
                <a:gd name="connsiteY40" fmla="*/ 59845 h 580995"/>
                <a:gd name="connsiteX41" fmla="*/ 16192 w 591813"/>
                <a:gd name="connsiteY41" fmla="*/ 59395 h 580995"/>
                <a:gd name="connsiteX42" fmla="*/ 16597 w 591813"/>
                <a:gd name="connsiteY42" fmla="*/ 58923 h 580995"/>
                <a:gd name="connsiteX43" fmla="*/ 16979 w 591813"/>
                <a:gd name="connsiteY43" fmla="*/ 58473 h 580995"/>
                <a:gd name="connsiteX44" fmla="*/ 17384 w 591813"/>
                <a:gd name="connsiteY44" fmla="*/ 58023 h 580995"/>
                <a:gd name="connsiteX45" fmla="*/ 17767 w 591813"/>
                <a:gd name="connsiteY45" fmla="*/ 57573 h 580995"/>
                <a:gd name="connsiteX46" fmla="*/ 18171 w 591813"/>
                <a:gd name="connsiteY46" fmla="*/ 57124 h 580995"/>
                <a:gd name="connsiteX47" fmla="*/ 18576 w 591813"/>
                <a:gd name="connsiteY47" fmla="*/ 56674 h 580995"/>
                <a:gd name="connsiteX48" fmla="*/ 18959 w 591813"/>
                <a:gd name="connsiteY48" fmla="*/ 56246 h 580995"/>
                <a:gd name="connsiteX49" fmla="*/ 19363 w 591813"/>
                <a:gd name="connsiteY49" fmla="*/ 55797 h 580995"/>
                <a:gd name="connsiteX50" fmla="*/ 19745 w 591813"/>
                <a:gd name="connsiteY50" fmla="*/ 55369 h 580995"/>
                <a:gd name="connsiteX51" fmla="*/ 20151 w 591813"/>
                <a:gd name="connsiteY51" fmla="*/ 54920 h 580995"/>
                <a:gd name="connsiteX52" fmla="*/ 20533 w 591813"/>
                <a:gd name="connsiteY52" fmla="*/ 54492 h 580995"/>
                <a:gd name="connsiteX53" fmla="*/ 20937 w 591813"/>
                <a:gd name="connsiteY53" fmla="*/ 54065 h 580995"/>
                <a:gd name="connsiteX54" fmla="*/ 21320 w 591813"/>
                <a:gd name="connsiteY54" fmla="*/ 53660 h 580995"/>
                <a:gd name="connsiteX55" fmla="*/ 21725 w 591813"/>
                <a:gd name="connsiteY55" fmla="*/ 53233 h 580995"/>
                <a:gd name="connsiteX56" fmla="*/ 22129 w 591813"/>
                <a:gd name="connsiteY56" fmla="*/ 52828 h 580995"/>
                <a:gd name="connsiteX57" fmla="*/ 22512 w 591813"/>
                <a:gd name="connsiteY57" fmla="*/ 52423 h 580995"/>
                <a:gd name="connsiteX58" fmla="*/ 22917 w 591813"/>
                <a:gd name="connsiteY58" fmla="*/ 52018 h 580995"/>
                <a:gd name="connsiteX59" fmla="*/ 23299 w 591813"/>
                <a:gd name="connsiteY59" fmla="*/ 51614 h 580995"/>
                <a:gd name="connsiteX60" fmla="*/ 23704 w 591813"/>
                <a:gd name="connsiteY60" fmla="*/ 51231 h 580995"/>
                <a:gd name="connsiteX61" fmla="*/ 24086 w 591813"/>
                <a:gd name="connsiteY61" fmla="*/ 50849 h 580995"/>
                <a:gd name="connsiteX62" fmla="*/ 24491 w 591813"/>
                <a:gd name="connsiteY62" fmla="*/ 50467 h 580995"/>
                <a:gd name="connsiteX63" fmla="*/ 24873 w 591813"/>
                <a:gd name="connsiteY63" fmla="*/ 50107 h 580995"/>
                <a:gd name="connsiteX64" fmla="*/ 25278 w 591813"/>
                <a:gd name="connsiteY64" fmla="*/ 49747 h 580995"/>
                <a:gd name="connsiteX65" fmla="*/ 25683 w 591813"/>
                <a:gd name="connsiteY65" fmla="*/ 49387 h 580995"/>
                <a:gd name="connsiteX66" fmla="*/ 26065 w 591813"/>
                <a:gd name="connsiteY66" fmla="*/ 49050 h 580995"/>
                <a:gd name="connsiteX67" fmla="*/ 26470 w 591813"/>
                <a:gd name="connsiteY67" fmla="*/ 48712 h 580995"/>
                <a:gd name="connsiteX68" fmla="*/ 26852 w 591813"/>
                <a:gd name="connsiteY68" fmla="*/ 48375 h 580995"/>
                <a:gd name="connsiteX69" fmla="*/ 27257 w 591813"/>
                <a:gd name="connsiteY69" fmla="*/ 48060 h 580995"/>
                <a:gd name="connsiteX70" fmla="*/ 27639 w 591813"/>
                <a:gd name="connsiteY70" fmla="*/ 47745 h 580995"/>
                <a:gd name="connsiteX71" fmla="*/ 28044 w 591813"/>
                <a:gd name="connsiteY71" fmla="*/ 47453 h 580995"/>
                <a:gd name="connsiteX72" fmla="*/ 28427 w 591813"/>
                <a:gd name="connsiteY72" fmla="*/ 47138 h 580995"/>
                <a:gd name="connsiteX73" fmla="*/ 28831 w 591813"/>
                <a:gd name="connsiteY73" fmla="*/ 46868 h 580995"/>
                <a:gd name="connsiteX74" fmla="*/ 29236 w 591813"/>
                <a:gd name="connsiteY74" fmla="*/ 46576 h 580995"/>
                <a:gd name="connsiteX75" fmla="*/ 29619 w 591813"/>
                <a:gd name="connsiteY75" fmla="*/ 46329 h 580995"/>
                <a:gd name="connsiteX76" fmla="*/ 30023 w 591813"/>
                <a:gd name="connsiteY76" fmla="*/ 46059 h 580995"/>
                <a:gd name="connsiteX77" fmla="*/ 30405 w 591813"/>
                <a:gd name="connsiteY77" fmla="*/ 45811 h 580995"/>
                <a:gd name="connsiteX78" fmla="*/ 30811 w 591813"/>
                <a:gd name="connsiteY78" fmla="*/ 45564 h 580995"/>
                <a:gd name="connsiteX79" fmla="*/ 31193 w 591813"/>
                <a:gd name="connsiteY79" fmla="*/ 45317 h 580995"/>
                <a:gd name="connsiteX80" fmla="*/ 31597 w 591813"/>
                <a:gd name="connsiteY80" fmla="*/ 45092 h 580995"/>
                <a:gd name="connsiteX81" fmla="*/ 31980 w 591813"/>
                <a:gd name="connsiteY81" fmla="*/ 44867 h 580995"/>
                <a:gd name="connsiteX82" fmla="*/ 32385 w 591813"/>
                <a:gd name="connsiteY82" fmla="*/ 44642 h 580995"/>
                <a:gd name="connsiteX83" fmla="*/ 32789 w 591813"/>
                <a:gd name="connsiteY83" fmla="*/ 44417 h 580995"/>
                <a:gd name="connsiteX84" fmla="*/ 33172 w 591813"/>
                <a:gd name="connsiteY84" fmla="*/ 44215 h 580995"/>
                <a:gd name="connsiteX85" fmla="*/ 33577 w 591813"/>
                <a:gd name="connsiteY85" fmla="*/ 44012 h 580995"/>
                <a:gd name="connsiteX86" fmla="*/ 33959 w 591813"/>
                <a:gd name="connsiteY86" fmla="*/ 43810 h 580995"/>
                <a:gd name="connsiteX87" fmla="*/ 34364 w 591813"/>
                <a:gd name="connsiteY87" fmla="*/ 43607 h 580995"/>
                <a:gd name="connsiteX88" fmla="*/ 34746 w 591813"/>
                <a:gd name="connsiteY88" fmla="*/ 43405 h 580995"/>
                <a:gd name="connsiteX89" fmla="*/ 35151 w 591813"/>
                <a:gd name="connsiteY89" fmla="*/ 43225 h 580995"/>
                <a:gd name="connsiteX90" fmla="*/ 35556 w 591813"/>
                <a:gd name="connsiteY90" fmla="*/ 43023 h 580995"/>
                <a:gd name="connsiteX91" fmla="*/ 35938 w 591813"/>
                <a:gd name="connsiteY91" fmla="*/ 42843 h 580995"/>
                <a:gd name="connsiteX92" fmla="*/ 36343 w 591813"/>
                <a:gd name="connsiteY92" fmla="*/ 42640 h 580995"/>
                <a:gd name="connsiteX93" fmla="*/ 36725 w 591813"/>
                <a:gd name="connsiteY93" fmla="*/ 42460 h 580995"/>
                <a:gd name="connsiteX94" fmla="*/ 37130 w 591813"/>
                <a:gd name="connsiteY94" fmla="*/ 42258 h 580995"/>
                <a:gd name="connsiteX95" fmla="*/ 37512 w 591813"/>
                <a:gd name="connsiteY95" fmla="*/ 42078 h 580995"/>
                <a:gd name="connsiteX96" fmla="*/ 37917 w 591813"/>
                <a:gd name="connsiteY96" fmla="*/ 41898 h 580995"/>
                <a:gd name="connsiteX97" fmla="*/ 38299 w 591813"/>
                <a:gd name="connsiteY97" fmla="*/ 41718 h 580995"/>
                <a:gd name="connsiteX98" fmla="*/ 38704 w 591813"/>
                <a:gd name="connsiteY98" fmla="*/ 41516 h 580995"/>
                <a:gd name="connsiteX99" fmla="*/ 39109 w 591813"/>
                <a:gd name="connsiteY99" fmla="*/ 41336 h 580995"/>
                <a:gd name="connsiteX100" fmla="*/ 39491 w 591813"/>
                <a:gd name="connsiteY100" fmla="*/ 41156 h 580995"/>
                <a:gd name="connsiteX101" fmla="*/ 39897 w 591813"/>
                <a:gd name="connsiteY101" fmla="*/ 40954 h 580995"/>
                <a:gd name="connsiteX102" fmla="*/ 40279 w 591813"/>
                <a:gd name="connsiteY102" fmla="*/ 40774 h 580995"/>
                <a:gd name="connsiteX103" fmla="*/ 40683 w 591813"/>
                <a:gd name="connsiteY103" fmla="*/ 40571 h 580995"/>
                <a:gd name="connsiteX104" fmla="*/ 41065 w 591813"/>
                <a:gd name="connsiteY104" fmla="*/ 40391 h 580995"/>
                <a:gd name="connsiteX105" fmla="*/ 41471 w 591813"/>
                <a:gd name="connsiteY105" fmla="*/ 40189 h 580995"/>
                <a:gd name="connsiteX106" fmla="*/ 41853 w 591813"/>
                <a:gd name="connsiteY106" fmla="*/ 39986 h 580995"/>
                <a:gd name="connsiteX107" fmla="*/ 42257 w 591813"/>
                <a:gd name="connsiteY107" fmla="*/ 39784 h 580995"/>
                <a:gd name="connsiteX108" fmla="*/ 42663 w 591813"/>
                <a:gd name="connsiteY108" fmla="*/ 39582 h 580995"/>
                <a:gd name="connsiteX109" fmla="*/ 43045 w 591813"/>
                <a:gd name="connsiteY109" fmla="*/ 39379 h 580995"/>
                <a:gd name="connsiteX110" fmla="*/ 43449 w 591813"/>
                <a:gd name="connsiteY110" fmla="*/ 39177 h 580995"/>
                <a:gd name="connsiteX111" fmla="*/ 43832 w 591813"/>
                <a:gd name="connsiteY111" fmla="*/ 38952 h 580995"/>
                <a:gd name="connsiteX112" fmla="*/ 44214 w 591813"/>
                <a:gd name="connsiteY112" fmla="*/ 38750 h 580995"/>
                <a:gd name="connsiteX113" fmla="*/ 44619 w 591813"/>
                <a:gd name="connsiteY113" fmla="*/ 38525 h 580995"/>
                <a:gd name="connsiteX114" fmla="*/ 45024 w 591813"/>
                <a:gd name="connsiteY114" fmla="*/ 38300 h 580995"/>
                <a:gd name="connsiteX115" fmla="*/ 45384 w 591813"/>
                <a:gd name="connsiteY115" fmla="*/ 38075 h 580995"/>
                <a:gd name="connsiteX116" fmla="*/ 45811 w 591813"/>
                <a:gd name="connsiteY116" fmla="*/ 37850 h 580995"/>
                <a:gd name="connsiteX117" fmla="*/ 46193 w 591813"/>
                <a:gd name="connsiteY117" fmla="*/ 37625 h 580995"/>
                <a:gd name="connsiteX118" fmla="*/ 46576 w 591813"/>
                <a:gd name="connsiteY118" fmla="*/ 37378 h 580995"/>
                <a:gd name="connsiteX119" fmla="*/ 46980 w 591813"/>
                <a:gd name="connsiteY119" fmla="*/ 37153 h 580995"/>
                <a:gd name="connsiteX120" fmla="*/ 47363 w 591813"/>
                <a:gd name="connsiteY120" fmla="*/ 36905 h 580995"/>
                <a:gd name="connsiteX121" fmla="*/ 47768 w 591813"/>
                <a:gd name="connsiteY121" fmla="*/ 36658 h 580995"/>
                <a:gd name="connsiteX122" fmla="*/ 48150 w 591813"/>
                <a:gd name="connsiteY122" fmla="*/ 36433 h 580995"/>
                <a:gd name="connsiteX123" fmla="*/ 48555 w 591813"/>
                <a:gd name="connsiteY123" fmla="*/ 36186 h 580995"/>
                <a:gd name="connsiteX124" fmla="*/ 48959 w 591813"/>
                <a:gd name="connsiteY124" fmla="*/ 35938 h 580995"/>
                <a:gd name="connsiteX125" fmla="*/ 49342 w 591813"/>
                <a:gd name="connsiteY125" fmla="*/ 35691 h 580995"/>
                <a:gd name="connsiteX126" fmla="*/ 49747 w 591813"/>
                <a:gd name="connsiteY126" fmla="*/ 35421 h 580995"/>
                <a:gd name="connsiteX127" fmla="*/ 50129 w 591813"/>
                <a:gd name="connsiteY127" fmla="*/ 35174 h 580995"/>
                <a:gd name="connsiteX128" fmla="*/ 50534 w 591813"/>
                <a:gd name="connsiteY128" fmla="*/ 34926 h 580995"/>
                <a:gd name="connsiteX129" fmla="*/ 50916 w 591813"/>
                <a:gd name="connsiteY129" fmla="*/ 34656 h 580995"/>
                <a:gd name="connsiteX130" fmla="*/ 51321 w 591813"/>
                <a:gd name="connsiteY130" fmla="*/ 34387 h 580995"/>
                <a:gd name="connsiteX131" fmla="*/ 51704 w 591813"/>
                <a:gd name="connsiteY131" fmla="*/ 34117 h 580995"/>
                <a:gd name="connsiteX132" fmla="*/ 52108 w 591813"/>
                <a:gd name="connsiteY132" fmla="*/ 33847 h 580995"/>
                <a:gd name="connsiteX133" fmla="*/ 52513 w 591813"/>
                <a:gd name="connsiteY133" fmla="*/ 33577 h 580995"/>
                <a:gd name="connsiteX134" fmla="*/ 52895 w 591813"/>
                <a:gd name="connsiteY134" fmla="*/ 33307 h 580995"/>
                <a:gd name="connsiteX135" fmla="*/ 53300 w 591813"/>
                <a:gd name="connsiteY135" fmla="*/ 33015 h 580995"/>
                <a:gd name="connsiteX136" fmla="*/ 53682 w 591813"/>
                <a:gd name="connsiteY136" fmla="*/ 32745 h 580995"/>
                <a:gd name="connsiteX137" fmla="*/ 54087 w 591813"/>
                <a:gd name="connsiteY137" fmla="*/ 32452 h 580995"/>
                <a:gd name="connsiteX138" fmla="*/ 54470 w 591813"/>
                <a:gd name="connsiteY138" fmla="*/ 32183 h 580995"/>
                <a:gd name="connsiteX139" fmla="*/ 54874 w 591813"/>
                <a:gd name="connsiteY139" fmla="*/ 31890 h 580995"/>
                <a:gd name="connsiteX140" fmla="*/ 55257 w 591813"/>
                <a:gd name="connsiteY140" fmla="*/ 31598 h 580995"/>
                <a:gd name="connsiteX141" fmla="*/ 55662 w 591813"/>
                <a:gd name="connsiteY141" fmla="*/ 31305 h 580995"/>
                <a:gd name="connsiteX142" fmla="*/ 56066 w 591813"/>
                <a:gd name="connsiteY142" fmla="*/ 30991 h 580995"/>
                <a:gd name="connsiteX143" fmla="*/ 56449 w 591813"/>
                <a:gd name="connsiteY143" fmla="*/ 30698 h 580995"/>
                <a:gd name="connsiteX144" fmla="*/ 56853 w 591813"/>
                <a:gd name="connsiteY144" fmla="*/ 30406 h 580995"/>
                <a:gd name="connsiteX145" fmla="*/ 57236 w 591813"/>
                <a:gd name="connsiteY145" fmla="*/ 30091 h 580995"/>
                <a:gd name="connsiteX146" fmla="*/ 57641 w 591813"/>
                <a:gd name="connsiteY146" fmla="*/ 29799 h 580995"/>
                <a:gd name="connsiteX147" fmla="*/ 58023 w 591813"/>
                <a:gd name="connsiteY147" fmla="*/ 29484 h 580995"/>
                <a:gd name="connsiteX148" fmla="*/ 58428 w 591813"/>
                <a:gd name="connsiteY148" fmla="*/ 29169 h 580995"/>
                <a:gd name="connsiteX149" fmla="*/ 58810 w 591813"/>
                <a:gd name="connsiteY149" fmla="*/ 28854 h 580995"/>
                <a:gd name="connsiteX150" fmla="*/ 59215 w 591813"/>
                <a:gd name="connsiteY150" fmla="*/ 28539 h 580995"/>
                <a:gd name="connsiteX151" fmla="*/ 59619 w 591813"/>
                <a:gd name="connsiteY151" fmla="*/ 28247 h 580995"/>
                <a:gd name="connsiteX152" fmla="*/ 60002 w 591813"/>
                <a:gd name="connsiteY152" fmla="*/ 27910 h 580995"/>
                <a:gd name="connsiteX153" fmla="*/ 60407 w 591813"/>
                <a:gd name="connsiteY153" fmla="*/ 27595 h 580995"/>
                <a:gd name="connsiteX154" fmla="*/ 60789 w 591813"/>
                <a:gd name="connsiteY154" fmla="*/ 27280 h 580995"/>
                <a:gd name="connsiteX155" fmla="*/ 61194 w 591813"/>
                <a:gd name="connsiteY155" fmla="*/ 26965 h 580995"/>
                <a:gd name="connsiteX156" fmla="*/ 61576 w 591813"/>
                <a:gd name="connsiteY156" fmla="*/ 26628 h 580995"/>
                <a:gd name="connsiteX157" fmla="*/ 61981 w 591813"/>
                <a:gd name="connsiteY157" fmla="*/ 26313 h 580995"/>
                <a:gd name="connsiteX158" fmla="*/ 62364 w 591813"/>
                <a:gd name="connsiteY158" fmla="*/ 25975 h 580995"/>
                <a:gd name="connsiteX159" fmla="*/ 62768 w 591813"/>
                <a:gd name="connsiteY159" fmla="*/ 25661 h 580995"/>
                <a:gd name="connsiteX160" fmla="*/ 63173 w 591813"/>
                <a:gd name="connsiteY160" fmla="*/ 25323 h 580995"/>
                <a:gd name="connsiteX161" fmla="*/ 63555 w 591813"/>
                <a:gd name="connsiteY161" fmla="*/ 25008 h 580995"/>
                <a:gd name="connsiteX162" fmla="*/ 63960 w 591813"/>
                <a:gd name="connsiteY162" fmla="*/ 24671 h 580995"/>
                <a:gd name="connsiteX163" fmla="*/ 64342 w 591813"/>
                <a:gd name="connsiteY163" fmla="*/ 24356 h 580995"/>
                <a:gd name="connsiteX164" fmla="*/ 64747 w 591813"/>
                <a:gd name="connsiteY164" fmla="*/ 24019 h 580995"/>
                <a:gd name="connsiteX165" fmla="*/ 65130 w 591813"/>
                <a:gd name="connsiteY165" fmla="*/ 23682 h 580995"/>
                <a:gd name="connsiteX166" fmla="*/ 65534 w 591813"/>
                <a:gd name="connsiteY166" fmla="*/ 23367 h 580995"/>
                <a:gd name="connsiteX167" fmla="*/ 65939 w 591813"/>
                <a:gd name="connsiteY167" fmla="*/ 23029 h 580995"/>
                <a:gd name="connsiteX168" fmla="*/ 66322 w 591813"/>
                <a:gd name="connsiteY168" fmla="*/ 22692 h 580995"/>
                <a:gd name="connsiteX169" fmla="*/ 66726 w 591813"/>
                <a:gd name="connsiteY169" fmla="*/ 22377 h 580995"/>
                <a:gd name="connsiteX170" fmla="*/ 67109 w 591813"/>
                <a:gd name="connsiteY170" fmla="*/ 22040 h 580995"/>
                <a:gd name="connsiteX171" fmla="*/ 67513 w 591813"/>
                <a:gd name="connsiteY171" fmla="*/ 21702 h 580995"/>
                <a:gd name="connsiteX172" fmla="*/ 67896 w 591813"/>
                <a:gd name="connsiteY172" fmla="*/ 21388 h 580995"/>
                <a:gd name="connsiteX173" fmla="*/ 68301 w 591813"/>
                <a:gd name="connsiteY173" fmla="*/ 21050 h 580995"/>
                <a:gd name="connsiteX174" fmla="*/ 68683 w 591813"/>
                <a:gd name="connsiteY174" fmla="*/ 20713 h 580995"/>
                <a:gd name="connsiteX175" fmla="*/ 69088 w 591813"/>
                <a:gd name="connsiteY175" fmla="*/ 20376 h 580995"/>
                <a:gd name="connsiteX176" fmla="*/ 69493 w 591813"/>
                <a:gd name="connsiteY176" fmla="*/ 20061 h 580995"/>
                <a:gd name="connsiteX177" fmla="*/ 69875 w 591813"/>
                <a:gd name="connsiteY177" fmla="*/ 19723 h 580995"/>
                <a:gd name="connsiteX178" fmla="*/ 70280 w 591813"/>
                <a:gd name="connsiteY178" fmla="*/ 19386 h 580995"/>
                <a:gd name="connsiteX179" fmla="*/ 70662 w 591813"/>
                <a:gd name="connsiteY179" fmla="*/ 19049 h 580995"/>
                <a:gd name="connsiteX180" fmla="*/ 71067 w 591813"/>
                <a:gd name="connsiteY180" fmla="*/ 18734 h 580995"/>
                <a:gd name="connsiteX181" fmla="*/ 71449 w 591813"/>
                <a:gd name="connsiteY181" fmla="*/ 18396 h 580995"/>
                <a:gd name="connsiteX182" fmla="*/ 71854 w 591813"/>
                <a:gd name="connsiteY182" fmla="*/ 18082 h 580995"/>
                <a:gd name="connsiteX183" fmla="*/ 72236 w 591813"/>
                <a:gd name="connsiteY183" fmla="*/ 17744 h 580995"/>
                <a:gd name="connsiteX184" fmla="*/ 72641 w 591813"/>
                <a:gd name="connsiteY184" fmla="*/ 17407 h 580995"/>
                <a:gd name="connsiteX185" fmla="*/ 73046 w 591813"/>
                <a:gd name="connsiteY185" fmla="*/ 17070 h 580995"/>
                <a:gd name="connsiteX186" fmla="*/ 73428 w 591813"/>
                <a:gd name="connsiteY186" fmla="*/ 16755 h 580995"/>
                <a:gd name="connsiteX187" fmla="*/ 73833 w 591813"/>
                <a:gd name="connsiteY187" fmla="*/ 16417 h 580995"/>
                <a:gd name="connsiteX188" fmla="*/ 74216 w 591813"/>
                <a:gd name="connsiteY188" fmla="*/ 16080 h 580995"/>
                <a:gd name="connsiteX189" fmla="*/ 74620 w 591813"/>
                <a:gd name="connsiteY189" fmla="*/ 15743 h 580995"/>
                <a:gd name="connsiteX190" fmla="*/ 75002 w 591813"/>
                <a:gd name="connsiteY190" fmla="*/ 15428 h 580995"/>
                <a:gd name="connsiteX191" fmla="*/ 75407 w 591813"/>
                <a:gd name="connsiteY191" fmla="*/ 15091 h 580995"/>
                <a:gd name="connsiteX192" fmla="*/ 75790 w 591813"/>
                <a:gd name="connsiteY192" fmla="*/ 14776 h 580995"/>
                <a:gd name="connsiteX193" fmla="*/ 76194 w 591813"/>
                <a:gd name="connsiteY193" fmla="*/ 14438 h 580995"/>
                <a:gd name="connsiteX194" fmla="*/ 76599 w 591813"/>
                <a:gd name="connsiteY194" fmla="*/ 14123 h 580995"/>
                <a:gd name="connsiteX195" fmla="*/ 76982 w 591813"/>
                <a:gd name="connsiteY195" fmla="*/ 13786 h 580995"/>
                <a:gd name="connsiteX196" fmla="*/ 77386 w 591813"/>
                <a:gd name="connsiteY196" fmla="*/ 13471 h 580995"/>
                <a:gd name="connsiteX197" fmla="*/ 77769 w 591813"/>
                <a:gd name="connsiteY197" fmla="*/ 13134 h 580995"/>
                <a:gd name="connsiteX198" fmla="*/ 78173 w 591813"/>
                <a:gd name="connsiteY198" fmla="*/ 12819 h 580995"/>
                <a:gd name="connsiteX199" fmla="*/ 78556 w 591813"/>
                <a:gd name="connsiteY199" fmla="*/ 12482 h 580995"/>
                <a:gd name="connsiteX200" fmla="*/ 78961 w 591813"/>
                <a:gd name="connsiteY200" fmla="*/ 12167 h 580995"/>
                <a:gd name="connsiteX201" fmla="*/ 79343 w 591813"/>
                <a:gd name="connsiteY201" fmla="*/ 11830 h 580995"/>
                <a:gd name="connsiteX202" fmla="*/ 79748 w 591813"/>
                <a:gd name="connsiteY202" fmla="*/ 11515 h 580995"/>
                <a:gd name="connsiteX203" fmla="*/ 80153 w 591813"/>
                <a:gd name="connsiteY203" fmla="*/ 11177 h 580995"/>
                <a:gd name="connsiteX204" fmla="*/ 80535 w 591813"/>
                <a:gd name="connsiteY204" fmla="*/ 10862 h 580995"/>
                <a:gd name="connsiteX205" fmla="*/ 80940 w 591813"/>
                <a:gd name="connsiteY205" fmla="*/ 10548 h 580995"/>
                <a:gd name="connsiteX206" fmla="*/ 81322 w 591813"/>
                <a:gd name="connsiteY206" fmla="*/ 10210 h 580995"/>
                <a:gd name="connsiteX207" fmla="*/ 81727 w 591813"/>
                <a:gd name="connsiteY207" fmla="*/ 9895 h 580995"/>
                <a:gd name="connsiteX208" fmla="*/ 82109 w 591813"/>
                <a:gd name="connsiteY208" fmla="*/ 9581 h 580995"/>
                <a:gd name="connsiteX209" fmla="*/ 82514 w 591813"/>
                <a:gd name="connsiteY209" fmla="*/ 9266 h 580995"/>
                <a:gd name="connsiteX210" fmla="*/ 82919 w 591813"/>
                <a:gd name="connsiteY210" fmla="*/ 8951 h 580995"/>
                <a:gd name="connsiteX211" fmla="*/ 83301 w 591813"/>
                <a:gd name="connsiteY211" fmla="*/ 8636 h 580995"/>
                <a:gd name="connsiteX212" fmla="*/ 83706 w 591813"/>
                <a:gd name="connsiteY212" fmla="*/ 8321 h 580995"/>
                <a:gd name="connsiteX213" fmla="*/ 84088 w 591813"/>
                <a:gd name="connsiteY213" fmla="*/ 8006 h 580995"/>
                <a:gd name="connsiteX214" fmla="*/ 84493 w 591813"/>
                <a:gd name="connsiteY214" fmla="*/ 7714 h 580995"/>
                <a:gd name="connsiteX215" fmla="*/ 84876 w 591813"/>
                <a:gd name="connsiteY215" fmla="*/ 7399 h 580995"/>
                <a:gd name="connsiteX216" fmla="*/ 85280 w 591813"/>
                <a:gd name="connsiteY216" fmla="*/ 7107 h 580995"/>
                <a:gd name="connsiteX217" fmla="*/ 85662 w 591813"/>
                <a:gd name="connsiteY217" fmla="*/ 6814 h 580995"/>
                <a:gd name="connsiteX218" fmla="*/ 86067 w 591813"/>
                <a:gd name="connsiteY218" fmla="*/ 6522 h 580995"/>
                <a:gd name="connsiteX219" fmla="*/ 86472 w 591813"/>
                <a:gd name="connsiteY219" fmla="*/ 6230 h 580995"/>
                <a:gd name="connsiteX220" fmla="*/ 86854 w 591813"/>
                <a:gd name="connsiteY220" fmla="*/ 5937 h 580995"/>
                <a:gd name="connsiteX221" fmla="*/ 87259 w 591813"/>
                <a:gd name="connsiteY221" fmla="*/ 5645 h 580995"/>
                <a:gd name="connsiteX222" fmla="*/ 87642 w 591813"/>
                <a:gd name="connsiteY222" fmla="*/ 5375 h 580995"/>
                <a:gd name="connsiteX223" fmla="*/ 88047 w 591813"/>
                <a:gd name="connsiteY223" fmla="*/ 5105 h 580995"/>
                <a:gd name="connsiteX224" fmla="*/ 88429 w 591813"/>
                <a:gd name="connsiteY224" fmla="*/ 4835 h 580995"/>
                <a:gd name="connsiteX225" fmla="*/ 88834 w 591813"/>
                <a:gd name="connsiteY225" fmla="*/ 4565 h 580995"/>
                <a:gd name="connsiteX226" fmla="*/ 89216 w 591813"/>
                <a:gd name="connsiteY226" fmla="*/ 4296 h 580995"/>
                <a:gd name="connsiteX227" fmla="*/ 89621 w 591813"/>
                <a:gd name="connsiteY227" fmla="*/ 4048 h 580995"/>
                <a:gd name="connsiteX228" fmla="*/ 90025 w 591813"/>
                <a:gd name="connsiteY228" fmla="*/ 3778 h 580995"/>
                <a:gd name="connsiteX229" fmla="*/ 90408 w 591813"/>
                <a:gd name="connsiteY229" fmla="*/ 3531 h 580995"/>
                <a:gd name="connsiteX230" fmla="*/ 90813 w 591813"/>
                <a:gd name="connsiteY230" fmla="*/ 3283 h 580995"/>
                <a:gd name="connsiteX231" fmla="*/ 91195 w 591813"/>
                <a:gd name="connsiteY231" fmla="*/ 3059 h 580995"/>
                <a:gd name="connsiteX232" fmla="*/ 91600 w 591813"/>
                <a:gd name="connsiteY232" fmla="*/ 2834 h 580995"/>
                <a:gd name="connsiteX233" fmla="*/ 91982 w 591813"/>
                <a:gd name="connsiteY233" fmla="*/ 2609 h 580995"/>
                <a:gd name="connsiteX234" fmla="*/ 92387 w 591813"/>
                <a:gd name="connsiteY234" fmla="*/ 2406 h 580995"/>
                <a:gd name="connsiteX235" fmla="*/ 92770 w 591813"/>
                <a:gd name="connsiteY235" fmla="*/ 2181 h 580995"/>
                <a:gd name="connsiteX236" fmla="*/ 93174 w 591813"/>
                <a:gd name="connsiteY236" fmla="*/ 2002 h 580995"/>
                <a:gd name="connsiteX237" fmla="*/ 93579 w 591813"/>
                <a:gd name="connsiteY237" fmla="*/ 1799 h 580995"/>
                <a:gd name="connsiteX238" fmla="*/ 93961 w 591813"/>
                <a:gd name="connsiteY238" fmla="*/ 1619 h 580995"/>
                <a:gd name="connsiteX239" fmla="*/ 94366 w 591813"/>
                <a:gd name="connsiteY239" fmla="*/ 1439 h 580995"/>
                <a:gd name="connsiteX240" fmla="*/ 94748 w 591813"/>
                <a:gd name="connsiteY240" fmla="*/ 1259 h 580995"/>
                <a:gd name="connsiteX241" fmla="*/ 95153 w 591813"/>
                <a:gd name="connsiteY241" fmla="*/ 1102 h 580995"/>
                <a:gd name="connsiteX242" fmla="*/ 95536 w 591813"/>
                <a:gd name="connsiteY242" fmla="*/ 945 h 580995"/>
                <a:gd name="connsiteX243" fmla="*/ 95940 w 591813"/>
                <a:gd name="connsiteY243" fmla="*/ 810 h 580995"/>
                <a:gd name="connsiteX244" fmla="*/ 96345 w 591813"/>
                <a:gd name="connsiteY244" fmla="*/ 675 h 580995"/>
                <a:gd name="connsiteX245" fmla="*/ 96727 w 591813"/>
                <a:gd name="connsiteY245" fmla="*/ 562 h 580995"/>
                <a:gd name="connsiteX246" fmla="*/ 97132 w 591813"/>
                <a:gd name="connsiteY246" fmla="*/ 450 h 580995"/>
                <a:gd name="connsiteX247" fmla="*/ 97515 w 591813"/>
                <a:gd name="connsiteY247" fmla="*/ 337 h 580995"/>
                <a:gd name="connsiteX248" fmla="*/ 97919 w 591813"/>
                <a:gd name="connsiteY248" fmla="*/ 247 h 580995"/>
                <a:gd name="connsiteX249" fmla="*/ 98302 w 591813"/>
                <a:gd name="connsiteY249" fmla="*/ 180 h 580995"/>
                <a:gd name="connsiteX250" fmla="*/ 98707 w 591813"/>
                <a:gd name="connsiteY250" fmla="*/ 112 h 580995"/>
                <a:gd name="connsiteX251" fmla="*/ 99089 w 591813"/>
                <a:gd name="connsiteY251" fmla="*/ 67 h 580995"/>
                <a:gd name="connsiteX252" fmla="*/ 99494 w 591813"/>
                <a:gd name="connsiteY252" fmla="*/ 22 h 580995"/>
                <a:gd name="connsiteX253" fmla="*/ 99899 w 591813"/>
                <a:gd name="connsiteY253" fmla="*/ 22 h 580995"/>
                <a:gd name="connsiteX254" fmla="*/ 100281 w 591813"/>
                <a:gd name="connsiteY254" fmla="*/ 0 h 580995"/>
                <a:gd name="connsiteX255" fmla="*/ 100685 w 591813"/>
                <a:gd name="connsiteY255" fmla="*/ 22 h 580995"/>
                <a:gd name="connsiteX256" fmla="*/ 101068 w 591813"/>
                <a:gd name="connsiteY256" fmla="*/ 45 h 580995"/>
                <a:gd name="connsiteX257" fmla="*/ 101473 w 591813"/>
                <a:gd name="connsiteY257" fmla="*/ 90 h 580995"/>
                <a:gd name="connsiteX258" fmla="*/ 101855 w 591813"/>
                <a:gd name="connsiteY258" fmla="*/ 157 h 580995"/>
                <a:gd name="connsiteX259" fmla="*/ 102260 w 591813"/>
                <a:gd name="connsiteY259" fmla="*/ 225 h 580995"/>
                <a:gd name="connsiteX260" fmla="*/ 102642 w 591813"/>
                <a:gd name="connsiteY260" fmla="*/ 337 h 580995"/>
                <a:gd name="connsiteX261" fmla="*/ 103047 w 591813"/>
                <a:gd name="connsiteY261" fmla="*/ 450 h 580995"/>
                <a:gd name="connsiteX262" fmla="*/ 103452 w 591813"/>
                <a:gd name="connsiteY262" fmla="*/ 585 h 580995"/>
                <a:gd name="connsiteX263" fmla="*/ 103834 w 591813"/>
                <a:gd name="connsiteY263" fmla="*/ 720 h 580995"/>
                <a:gd name="connsiteX264" fmla="*/ 104239 w 591813"/>
                <a:gd name="connsiteY264" fmla="*/ 900 h 580995"/>
                <a:gd name="connsiteX265" fmla="*/ 104621 w 591813"/>
                <a:gd name="connsiteY265" fmla="*/ 1080 h 580995"/>
                <a:gd name="connsiteX266" fmla="*/ 105026 w 591813"/>
                <a:gd name="connsiteY266" fmla="*/ 1282 h 580995"/>
                <a:gd name="connsiteX267" fmla="*/ 105408 w 591813"/>
                <a:gd name="connsiteY267" fmla="*/ 1529 h 580995"/>
                <a:gd name="connsiteX268" fmla="*/ 105813 w 591813"/>
                <a:gd name="connsiteY268" fmla="*/ 1777 h 580995"/>
                <a:gd name="connsiteX269" fmla="*/ 106196 w 591813"/>
                <a:gd name="connsiteY269" fmla="*/ 2047 h 580995"/>
                <a:gd name="connsiteX270" fmla="*/ 106600 w 591813"/>
                <a:gd name="connsiteY270" fmla="*/ 2339 h 580995"/>
                <a:gd name="connsiteX271" fmla="*/ 107005 w 591813"/>
                <a:gd name="connsiteY271" fmla="*/ 2654 h 580995"/>
                <a:gd name="connsiteX272" fmla="*/ 107388 w 591813"/>
                <a:gd name="connsiteY272" fmla="*/ 2991 h 580995"/>
                <a:gd name="connsiteX273" fmla="*/ 107792 w 591813"/>
                <a:gd name="connsiteY273" fmla="*/ 3351 h 580995"/>
                <a:gd name="connsiteX274" fmla="*/ 108175 w 591813"/>
                <a:gd name="connsiteY274" fmla="*/ 3733 h 580995"/>
                <a:gd name="connsiteX275" fmla="*/ 108579 w 591813"/>
                <a:gd name="connsiteY275" fmla="*/ 4138 h 580995"/>
                <a:gd name="connsiteX276" fmla="*/ 108962 w 591813"/>
                <a:gd name="connsiteY276" fmla="*/ 4565 h 580995"/>
                <a:gd name="connsiteX277" fmla="*/ 109367 w 591813"/>
                <a:gd name="connsiteY277" fmla="*/ 5015 h 580995"/>
                <a:gd name="connsiteX278" fmla="*/ 109749 w 591813"/>
                <a:gd name="connsiteY278" fmla="*/ 5487 h 580995"/>
                <a:gd name="connsiteX279" fmla="*/ 110154 w 591813"/>
                <a:gd name="connsiteY279" fmla="*/ 5982 h 580995"/>
                <a:gd name="connsiteX280" fmla="*/ 110559 w 591813"/>
                <a:gd name="connsiteY280" fmla="*/ 6522 h 580995"/>
                <a:gd name="connsiteX281" fmla="*/ 110941 w 591813"/>
                <a:gd name="connsiteY281" fmla="*/ 7062 h 580995"/>
                <a:gd name="connsiteX282" fmla="*/ 111345 w 591813"/>
                <a:gd name="connsiteY282" fmla="*/ 7646 h 580995"/>
                <a:gd name="connsiteX283" fmla="*/ 111728 w 591813"/>
                <a:gd name="connsiteY283" fmla="*/ 8254 h 580995"/>
                <a:gd name="connsiteX284" fmla="*/ 112133 w 591813"/>
                <a:gd name="connsiteY284" fmla="*/ 8883 h 580995"/>
                <a:gd name="connsiteX285" fmla="*/ 112515 w 591813"/>
                <a:gd name="connsiteY285" fmla="*/ 9536 h 580995"/>
                <a:gd name="connsiteX286" fmla="*/ 112920 w 591813"/>
                <a:gd name="connsiteY286" fmla="*/ 10210 h 580995"/>
                <a:gd name="connsiteX287" fmla="*/ 113325 w 591813"/>
                <a:gd name="connsiteY287" fmla="*/ 10930 h 580995"/>
                <a:gd name="connsiteX288" fmla="*/ 113707 w 591813"/>
                <a:gd name="connsiteY288" fmla="*/ 11672 h 580995"/>
                <a:gd name="connsiteX289" fmla="*/ 114112 w 591813"/>
                <a:gd name="connsiteY289" fmla="*/ 12437 h 580995"/>
                <a:gd name="connsiteX290" fmla="*/ 114494 w 591813"/>
                <a:gd name="connsiteY290" fmla="*/ 13224 h 580995"/>
                <a:gd name="connsiteX291" fmla="*/ 114899 w 591813"/>
                <a:gd name="connsiteY291" fmla="*/ 14056 h 580995"/>
                <a:gd name="connsiteX292" fmla="*/ 115281 w 591813"/>
                <a:gd name="connsiteY292" fmla="*/ 14911 h 580995"/>
                <a:gd name="connsiteX293" fmla="*/ 115686 w 591813"/>
                <a:gd name="connsiteY293" fmla="*/ 15788 h 580995"/>
                <a:gd name="connsiteX294" fmla="*/ 116068 w 591813"/>
                <a:gd name="connsiteY294" fmla="*/ 16687 h 580995"/>
                <a:gd name="connsiteX295" fmla="*/ 116473 w 591813"/>
                <a:gd name="connsiteY295" fmla="*/ 17632 h 580995"/>
                <a:gd name="connsiteX296" fmla="*/ 116878 w 591813"/>
                <a:gd name="connsiteY296" fmla="*/ 18599 h 580995"/>
                <a:gd name="connsiteX297" fmla="*/ 117260 w 591813"/>
                <a:gd name="connsiteY297" fmla="*/ 19588 h 580995"/>
                <a:gd name="connsiteX298" fmla="*/ 117665 w 591813"/>
                <a:gd name="connsiteY298" fmla="*/ 20600 h 580995"/>
                <a:gd name="connsiteX299" fmla="*/ 118048 w 591813"/>
                <a:gd name="connsiteY299" fmla="*/ 21657 h 580995"/>
                <a:gd name="connsiteX300" fmla="*/ 118452 w 591813"/>
                <a:gd name="connsiteY300" fmla="*/ 22737 h 580995"/>
                <a:gd name="connsiteX301" fmla="*/ 118835 w 591813"/>
                <a:gd name="connsiteY301" fmla="*/ 23839 h 580995"/>
                <a:gd name="connsiteX302" fmla="*/ 119239 w 591813"/>
                <a:gd name="connsiteY302" fmla="*/ 24986 h 580995"/>
                <a:gd name="connsiteX303" fmla="*/ 119622 w 591813"/>
                <a:gd name="connsiteY303" fmla="*/ 26155 h 580995"/>
                <a:gd name="connsiteX304" fmla="*/ 120027 w 591813"/>
                <a:gd name="connsiteY304" fmla="*/ 27347 h 580995"/>
                <a:gd name="connsiteX305" fmla="*/ 120431 w 591813"/>
                <a:gd name="connsiteY305" fmla="*/ 28562 h 580995"/>
                <a:gd name="connsiteX306" fmla="*/ 120814 w 591813"/>
                <a:gd name="connsiteY306" fmla="*/ 29821 h 580995"/>
                <a:gd name="connsiteX307" fmla="*/ 121219 w 591813"/>
                <a:gd name="connsiteY307" fmla="*/ 31103 h 580995"/>
                <a:gd name="connsiteX308" fmla="*/ 121601 w 591813"/>
                <a:gd name="connsiteY308" fmla="*/ 32430 h 580995"/>
                <a:gd name="connsiteX309" fmla="*/ 122006 w 591813"/>
                <a:gd name="connsiteY309" fmla="*/ 33757 h 580995"/>
                <a:gd name="connsiteX310" fmla="*/ 122388 w 591813"/>
                <a:gd name="connsiteY310" fmla="*/ 35129 h 580995"/>
                <a:gd name="connsiteX311" fmla="*/ 122793 w 591813"/>
                <a:gd name="connsiteY311" fmla="*/ 36546 h 580995"/>
                <a:gd name="connsiteX312" fmla="*/ 123175 w 591813"/>
                <a:gd name="connsiteY312" fmla="*/ 37962 h 580995"/>
                <a:gd name="connsiteX313" fmla="*/ 123580 w 591813"/>
                <a:gd name="connsiteY313" fmla="*/ 39424 h 580995"/>
                <a:gd name="connsiteX314" fmla="*/ 123985 w 591813"/>
                <a:gd name="connsiteY314" fmla="*/ 40909 h 580995"/>
                <a:gd name="connsiteX315" fmla="*/ 124367 w 591813"/>
                <a:gd name="connsiteY315" fmla="*/ 42438 h 580995"/>
                <a:gd name="connsiteX316" fmla="*/ 124772 w 591813"/>
                <a:gd name="connsiteY316" fmla="*/ 43967 h 580995"/>
                <a:gd name="connsiteX317" fmla="*/ 125154 w 591813"/>
                <a:gd name="connsiteY317" fmla="*/ 45541 h 580995"/>
                <a:gd name="connsiteX318" fmla="*/ 125559 w 591813"/>
                <a:gd name="connsiteY318" fmla="*/ 47138 h 580995"/>
                <a:gd name="connsiteX319" fmla="*/ 125942 w 591813"/>
                <a:gd name="connsiteY319" fmla="*/ 48757 h 580995"/>
                <a:gd name="connsiteX320" fmla="*/ 126346 w 591813"/>
                <a:gd name="connsiteY320" fmla="*/ 50399 h 580995"/>
                <a:gd name="connsiteX321" fmla="*/ 126751 w 591813"/>
                <a:gd name="connsiteY321" fmla="*/ 52086 h 580995"/>
                <a:gd name="connsiteX322" fmla="*/ 127133 w 591813"/>
                <a:gd name="connsiteY322" fmla="*/ 53795 h 580995"/>
                <a:gd name="connsiteX323" fmla="*/ 127538 w 591813"/>
                <a:gd name="connsiteY323" fmla="*/ 55527 h 580995"/>
                <a:gd name="connsiteX324" fmla="*/ 127920 w 591813"/>
                <a:gd name="connsiteY324" fmla="*/ 57281 h 580995"/>
                <a:gd name="connsiteX325" fmla="*/ 128325 w 591813"/>
                <a:gd name="connsiteY325" fmla="*/ 59058 h 580995"/>
                <a:gd name="connsiteX326" fmla="*/ 128708 w 591813"/>
                <a:gd name="connsiteY326" fmla="*/ 60857 h 580995"/>
                <a:gd name="connsiteX327" fmla="*/ 129113 w 591813"/>
                <a:gd name="connsiteY327" fmla="*/ 62678 h 580995"/>
                <a:gd name="connsiteX328" fmla="*/ 129495 w 591813"/>
                <a:gd name="connsiteY328" fmla="*/ 64545 h 580995"/>
                <a:gd name="connsiteX329" fmla="*/ 129899 w 591813"/>
                <a:gd name="connsiteY329" fmla="*/ 66412 h 580995"/>
                <a:gd name="connsiteX330" fmla="*/ 130305 w 591813"/>
                <a:gd name="connsiteY330" fmla="*/ 68301 h 580995"/>
                <a:gd name="connsiteX331" fmla="*/ 130687 w 591813"/>
                <a:gd name="connsiteY331" fmla="*/ 70235 h 580995"/>
                <a:gd name="connsiteX332" fmla="*/ 131091 w 591813"/>
                <a:gd name="connsiteY332" fmla="*/ 72169 h 580995"/>
                <a:gd name="connsiteX333" fmla="*/ 131474 w 591813"/>
                <a:gd name="connsiteY333" fmla="*/ 74148 h 580995"/>
                <a:gd name="connsiteX334" fmla="*/ 131879 w 591813"/>
                <a:gd name="connsiteY334" fmla="*/ 76127 h 580995"/>
                <a:gd name="connsiteX335" fmla="*/ 132261 w 591813"/>
                <a:gd name="connsiteY335" fmla="*/ 78129 h 580995"/>
                <a:gd name="connsiteX336" fmla="*/ 132666 w 591813"/>
                <a:gd name="connsiteY336" fmla="*/ 80175 h 580995"/>
                <a:gd name="connsiteX337" fmla="*/ 133048 w 591813"/>
                <a:gd name="connsiteY337" fmla="*/ 82222 h 580995"/>
                <a:gd name="connsiteX338" fmla="*/ 133453 w 591813"/>
                <a:gd name="connsiteY338" fmla="*/ 84291 h 580995"/>
                <a:gd name="connsiteX339" fmla="*/ 133858 w 591813"/>
                <a:gd name="connsiteY339" fmla="*/ 86382 h 580995"/>
                <a:gd name="connsiteX340" fmla="*/ 134240 w 591813"/>
                <a:gd name="connsiteY340" fmla="*/ 88496 h 580995"/>
                <a:gd name="connsiteX341" fmla="*/ 134645 w 591813"/>
                <a:gd name="connsiteY341" fmla="*/ 90588 h 580995"/>
                <a:gd name="connsiteX342" fmla="*/ 135027 w 591813"/>
                <a:gd name="connsiteY342" fmla="*/ 92747 h 580995"/>
                <a:gd name="connsiteX343" fmla="*/ 135432 w 591813"/>
                <a:gd name="connsiteY343" fmla="*/ 94906 h 580995"/>
                <a:gd name="connsiteX344" fmla="*/ 135814 w 591813"/>
                <a:gd name="connsiteY344" fmla="*/ 97110 h 580995"/>
                <a:gd name="connsiteX345" fmla="*/ 136219 w 591813"/>
                <a:gd name="connsiteY345" fmla="*/ 99314 h 580995"/>
                <a:gd name="connsiteX346" fmla="*/ 136602 w 591813"/>
                <a:gd name="connsiteY346" fmla="*/ 101540 h 580995"/>
                <a:gd name="connsiteX347" fmla="*/ 137006 w 591813"/>
                <a:gd name="connsiteY347" fmla="*/ 103767 h 580995"/>
                <a:gd name="connsiteX348" fmla="*/ 137411 w 591813"/>
                <a:gd name="connsiteY348" fmla="*/ 106038 h 580995"/>
                <a:gd name="connsiteX349" fmla="*/ 137793 w 591813"/>
                <a:gd name="connsiteY349" fmla="*/ 108310 h 580995"/>
                <a:gd name="connsiteX350" fmla="*/ 138198 w 591813"/>
                <a:gd name="connsiteY350" fmla="*/ 110604 h 580995"/>
                <a:gd name="connsiteX351" fmla="*/ 138581 w 591813"/>
                <a:gd name="connsiteY351" fmla="*/ 112920 h 580995"/>
                <a:gd name="connsiteX352" fmla="*/ 138985 w 591813"/>
                <a:gd name="connsiteY352" fmla="*/ 115237 h 580995"/>
                <a:gd name="connsiteX353" fmla="*/ 139368 w 591813"/>
                <a:gd name="connsiteY353" fmla="*/ 117576 h 580995"/>
                <a:gd name="connsiteX354" fmla="*/ 139773 w 591813"/>
                <a:gd name="connsiteY354" fmla="*/ 119937 h 580995"/>
                <a:gd name="connsiteX355" fmla="*/ 140155 w 591813"/>
                <a:gd name="connsiteY355" fmla="*/ 122298 h 580995"/>
                <a:gd name="connsiteX356" fmla="*/ 140560 w 591813"/>
                <a:gd name="connsiteY356" fmla="*/ 124682 h 580995"/>
                <a:gd name="connsiteX357" fmla="*/ 140965 w 591813"/>
                <a:gd name="connsiteY357" fmla="*/ 127066 h 580995"/>
                <a:gd name="connsiteX358" fmla="*/ 141347 w 591813"/>
                <a:gd name="connsiteY358" fmla="*/ 129473 h 580995"/>
                <a:gd name="connsiteX359" fmla="*/ 141751 w 591813"/>
                <a:gd name="connsiteY359" fmla="*/ 131901 h 580995"/>
                <a:gd name="connsiteX360" fmla="*/ 142134 w 591813"/>
                <a:gd name="connsiteY360" fmla="*/ 134330 h 580995"/>
                <a:gd name="connsiteX361" fmla="*/ 142539 w 591813"/>
                <a:gd name="connsiteY361" fmla="*/ 136782 h 580995"/>
                <a:gd name="connsiteX362" fmla="*/ 142921 w 591813"/>
                <a:gd name="connsiteY362" fmla="*/ 139233 h 580995"/>
                <a:gd name="connsiteX363" fmla="*/ 143326 w 591813"/>
                <a:gd name="connsiteY363" fmla="*/ 141707 h 580995"/>
                <a:gd name="connsiteX364" fmla="*/ 143731 w 591813"/>
                <a:gd name="connsiteY364" fmla="*/ 144181 h 580995"/>
                <a:gd name="connsiteX365" fmla="*/ 144113 w 591813"/>
                <a:gd name="connsiteY365" fmla="*/ 146655 h 580995"/>
                <a:gd name="connsiteX366" fmla="*/ 144518 w 591813"/>
                <a:gd name="connsiteY366" fmla="*/ 149151 h 580995"/>
                <a:gd name="connsiteX367" fmla="*/ 144900 w 591813"/>
                <a:gd name="connsiteY367" fmla="*/ 151647 h 580995"/>
                <a:gd name="connsiteX368" fmla="*/ 145305 w 591813"/>
                <a:gd name="connsiteY368" fmla="*/ 154144 h 580995"/>
                <a:gd name="connsiteX369" fmla="*/ 145687 w 591813"/>
                <a:gd name="connsiteY369" fmla="*/ 156662 h 580995"/>
                <a:gd name="connsiteX370" fmla="*/ 146092 w 591813"/>
                <a:gd name="connsiteY370" fmla="*/ 159159 h 580995"/>
                <a:gd name="connsiteX371" fmla="*/ 146474 w 591813"/>
                <a:gd name="connsiteY371" fmla="*/ 161700 h 580995"/>
                <a:gd name="connsiteX372" fmla="*/ 146879 w 591813"/>
                <a:gd name="connsiteY372" fmla="*/ 164219 h 580995"/>
                <a:gd name="connsiteX373" fmla="*/ 147284 w 591813"/>
                <a:gd name="connsiteY373" fmla="*/ 166738 h 580995"/>
                <a:gd name="connsiteX374" fmla="*/ 147666 w 591813"/>
                <a:gd name="connsiteY374" fmla="*/ 169279 h 580995"/>
                <a:gd name="connsiteX375" fmla="*/ 148071 w 591813"/>
                <a:gd name="connsiteY375" fmla="*/ 174294 h 580995"/>
                <a:gd name="connsiteX376" fmla="*/ 148453 w 591813"/>
                <a:gd name="connsiteY376" fmla="*/ 180456 h 580995"/>
                <a:gd name="connsiteX377" fmla="*/ 148858 w 591813"/>
                <a:gd name="connsiteY377" fmla="*/ 183088 h 580995"/>
                <a:gd name="connsiteX378" fmla="*/ 149241 w 591813"/>
                <a:gd name="connsiteY378" fmla="*/ 185719 h 580995"/>
                <a:gd name="connsiteX379" fmla="*/ 149645 w 591813"/>
                <a:gd name="connsiteY379" fmla="*/ 188373 h 580995"/>
                <a:gd name="connsiteX380" fmla="*/ 150028 w 591813"/>
                <a:gd name="connsiteY380" fmla="*/ 191004 h 580995"/>
                <a:gd name="connsiteX381" fmla="*/ 150433 w 591813"/>
                <a:gd name="connsiteY381" fmla="*/ 193658 h 580995"/>
                <a:gd name="connsiteX382" fmla="*/ 150837 w 591813"/>
                <a:gd name="connsiteY382" fmla="*/ 196312 h 580995"/>
                <a:gd name="connsiteX383" fmla="*/ 151220 w 591813"/>
                <a:gd name="connsiteY383" fmla="*/ 198943 h 580995"/>
                <a:gd name="connsiteX384" fmla="*/ 151625 w 591813"/>
                <a:gd name="connsiteY384" fmla="*/ 201597 h 580995"/>
                <a:gd name="connsiteX385" fmla="*/ 152007 w 591813"/>
                <a:gd name="connsiteY385" fmla="*/ 204250 h 580995"/>
                <a:gd name="connsiteX386" fmla="*/ 152411 w 591813"/>
                <a:gd name="connsiteY386" fmla="*/ 206904 h 580995"/>
                <a:gd name="connsiteX387" fmla="*/ 152794 w 591813"/>
                <a:gd name="connsiteY387" fmla="*/ 209535 h 580995"/>
                <a:gd name="connsiteX388" fmla="*/ 153199 w 591813"/>
                <a:gd name="connsiteY388" fmla="*/ 212167 h 580995"/>
                <a:gd name="connsiteX389" fmla="*/ 153581 w 591813"/>
                <a:gd name="connsiteY389" fmla="*/ 214798 h 580995"/>
                <a:gd name="connsiteX390" fmla="*/ 153986 w 591813"/>
                <a:gd name="connsiteY390" fmla="*/ 217452 h 580995"/>
                <a:gd name="connsiteX391" fmla="*/ 154391 w 591813"/>
                <a:gd name="connsiteY391" fmla="*/ 220083 h 580995"/>
                <a:gd name="connsiteX392" fmla="*/ 154773 w 591813"/>
                <a:gd name="connsiteY392" fmla="*/ 222714 h 580995"/>
                <a:gd name="connsiteX393" fmla="*/ 155178 w 591813"/>
                <a:gd name="connsiteY393" fmla="*/ 225368 h 580995"/>
                <a:gd name="connsiteX394" fmla="*/ 155560 w 591813"/>
                <a:gd name="connsiteY394" fmla="*/ 227999 h 580995"/>
                <a:gd name="connsiteX395" fmla="*/ 155965 w 591813"/>
                <a:gd name="connsiteY395" fmla="*/ 230631 h 580995"/>
                <a:gd name="connsiteX396" fmla="*/ 156347 w 591813"/>
                <a:gd name="connsiteY396" fmla="*/ 233262 h 580995"/>
                <a:gd name="connsiteX397" fmla="*/ 156752 w 591813"/>
                <a:gd name="connsiteY397" fmla="*/ 235893 h 580995"/>
                <a:gd name="connsiteX398" fmla="*/ 157157 w 591813"/>
                <a:gd name="connsiteY398" fmla="*/ 238502 h 580995"/>
                <a:gd name="connsiteX399" fmla="*/ 157539 w 591813"/>
                <a:gd name="connsiteY399" fmla="*/ 241133 h 580995"/>
                <a:gd name="connsiteX400" fmla="*/ 157944 w 591813"/>
                <a:gd name="connsiteY400" fmla="*/ 243742 h 580995"/>
                <a:gd name="connsiteX401" fmla="*/ 158326 w 591813"/>
                <a:gd name="connsiteY401" fmla="*/ 246351 h 580995"/>
                <a:gd name="connsiteX402" fmla="*/ 158731 w 591813"/>
                <a:gd name="connsiteY402" fmla="*/ 248960 h 580995"/>
                <a:gd name="connsiteX403" fmla="*/ 159114 w 591813"/>
                <a:gd name="connsiteY403" fmla="*/ 251546 h 580995"/>
                <a:gd name="connsiteX404" fmla="*/ 159518 w 591813"/>
                <a:gd name="connsiteY404" fmla="*/ 254155 h 580995"/>
                <a:gd name="connsiteX405" fmla="*/ 159901 w 591813"/>
                <a:gd name="connsiteY405" fmla="*/ 256741 h 580995"/>
                <a:gd name="connsiteX406" fmla="*/ 160305 w 591813"/>
                <a:gd name="connsiteY406" fmla="*/ 259327 h 580995"/>
                <a:gd name="connsiteX407" fmla="*/ 160710 w 591813"/>
                <a:gd name="connsiteY407" fmla="*/ 261891 h 580995"/>
                <a:gd name="connsiteX408" fmla="*/ 161093 w 591813"/>
                <a:gd name="connsiteY408" fmla="*/ 264455 h 580995"/>
                <a:gd name="connsiteX409" fmla="*/ 161497 w 591813"/>
                <a:gd name="connsiteY409" fmla="*/ 267019 h 580995"/>
                <a:gd name="connsiteX410" fmla="*/ 161880 w 591813"/>
                <a:gd name="connsiteY410" fmla="*/ 269583 h 580995"/>
                <a:gd name="connsiteX411" fmla="*/ 162285 w 591813"/>
                <a:gd name="connsiteY411" fmla="*/ 272124 h 580995"/>
                <a:gd name="connsiteX412" fmla="*/ 162667 w 591813"/>
                <a:gd name="connsiteY412" fmla="*/ 274665 h 580995"/>
                <a:gd name="connsiteX413" fmla="*/ 163071 w 591813"/>
                <a:gd name="connsiteY413" fmla="*/ 277207 h 580995"/>
                <a:gd name="connsiteX414" fmla="*/ 163454 w 591813"/>
                <a:gd name="connsiteY414" fmla="*/ 279748 h 580995"/>
                <a:gd name="connsiteX415" fmla="*/ 163859 w 591813"/>
                <a:gd name="connsiteY415" fmla="*/ 282267 h 580995"/>
                <a:gd name="connsiteX416" fmla="*/ 164263 w 591813"/>
                <a:gd name="connsiteY416" fmla="*/ 284763 h 580995"/>
                <a:gd name="connsiteX417" fmla="*/ 164624 w 591813"/>
                <a:gd name="connsiteY417" fmla="*/ 287259 h 580995"/>
                <a:gd name="connsiteX418" fmla="*/ 165028 w 591813"/>
                <a:gd name="connsiteY418" fmla="*/ 289756 h 580995"/>
                <a:gd name="connsiteX419" fmla="*/ 165433 w 591813"/>
                <a:gd name="connsiteY419" fmla="*/ 292252 h 580995"/>
                <a:gd name="connsiteX420" fmla="*/ 165816 w 591813"/>
                <a:gd name="connsiteY420" fmla="*/ 294726 h 580995"/>
                <a:gd name="connsiteX421" fmla="*/ 166198 w 591813"/>
                <a:gd name="connsiteY421" fmla="*/ 297177 h 580995"/>
                <a:gd name="connsiteX422" fmla="*/ 166602 w 591813"/>
                <a:gd name="connsiteY422" fmla="*/ 299651 h 580995"/>
                <a:gd name="connsiteX423" fmla="*/ 166985 w 591813"/>
                <a:gd name="connsiteY423" fmla="*/ 302080 h 580995"/>
                <a:gd name="connsiteX424" fmla="*/ 167390 w 591813"/>
                <a:gd name="connsiteY424" fmla="*/ 304531 h 580995"/>
                <a:gd name="connsiteX425" fmla="*/ 167794 w 591813"/>
                <a:gd name="connsiteY425" fmla="*/ 306960 h 580995"/>
                <a:gd name="connsiteX426" fmla="*/ 168177 w 591813"/>
                <a:gd name="connsiteY426" fmla="*/ 309367 h 580995"/>
                <a:gd name="connsiteX427" fmla="*/ 168582 w 591813"/>
                <a:gd name="connsiteY427" fmla="*/ 311796 h 580995"/>
                <a:gd name="connsiteX428" fmla="*/ 168964 w 591813"/>
                <a:gd name="connsiteY428" fmla="*/ 314202 h 580995"/>
                <a:gd name="connsiteX429" fmla="*/ 169369 w 591813"/>
                <a:gd name="connsiteY429" fmla="*/ 316586 h 580995"/>
                <a:gd name="connsiteX430" fmla="*/ 169751 w 591813"/>
                <a:gd name="connsiteY430" fmla="*/ 318970 h 580995"/>
                <a:gd name="connsiteX431" fmla="*/ 170156 w 591813"/>
                <a:gd name="connsiteY431" fmla="*/ 321354 h 580995"/>
                <a:gd name="connsiteX432" fmla="*/ 170538 w 591813"/>
                <a:gd name="connsiteY432" fmla="*/ 323715 h 580995"/>
                <a:gd name="connsiteX433" fmla="*/ 170943 w 591813"/>
                <a:gd name="connsiteY433" fmla="*/ 326076 h 580995"/>
                <a:gd name="connsiteX434" fmla="*/ 171348 w 591813"/>
                <a:gd name="connsiteY434" fmla="*/ 328438 h 580995"/>
                <a:gd name="connsiteX435" fmla="*/ 171730 w 591813"/>
                <a:gd name="connsiteY435" fmla="*/ 330732 h 580995"/>
                <a:gd name="connsiteX436" fmla="*/ 172135 w 591813"/>
                <a:gd name="connsiteY436" fmla="*/ 333071 h 580995"/>
                <a:gd name="connsiteX437" fmla="*/ 172518 w 591813"/>
                <a:gd name="connsiteY437" fmla="*/ 335387 h 580995"/>
                <a:gd name="connsiteX438" fmla="*/ 172922 w 591813"/>
                <a:gd name="connsiteY438" fmla="*/ 337681 h 580995"/>
                <a:gd name="connsiteX439" fmla="*/ 173304 w 591813"/>
                <a:gd name="connsiteY439" fmla="*/ 339975 h 580995"/>
                <a:gd name="connsiteX440" fmla="*/ 173710 w 591813"/>
                <a:gd name="connsiteY440" fmla="*/ 342269 h 580995"/>
                <a:gd name="connsiteX441" fmla="*/ 174114 w 591813"/>
                <a:gd name="connsiteY441" fmla="*/ 344540 h 580995"/>
                <a:gd name="connsiteX442" fmla="*/ 174496 w 591813"/>
                <a:gd name="connsiteY442" fmla="*/ 346789 h 580995"/>
                <a:gd name="connsiteX443" fmla="*/ 174901 w 591813"/>
                <a:gd name="connsiteY443" fmla="*/ 349038 h 580995"/>
                <a:gd name="connsiteX444" fmla="*/ 175284 w 591813"/>
                <a:gd name="connsiteY444" fmla="*/ 351287 h 580995"/>
                <a:gd name="connsiteX445" fmla="*/ 175688 w 591813"/>
                <a:gd name="connsiteY445" fmla="*/ 353514 h 580995"/>
                <a:gd name="connsiteX446" fmla="*/ 176070 w 591813"/>
                <a:gd name="connsiteY446" fmla="*/ 355740 h 580995"/>
                <a:gd name="connsiteX447" fmla="*/ 176476 w 591813"/>
                <a:gd name="connsiteY447" fmla="*/ 357944 h 580995"/>
                <a:gd name="connsiteX448" fmla="*/ 176858 w 591813"/>
                <a:gd name="connsiteY448" fmla="*/ 360126 h 580995"/>
                <a:gd name="connsiteX449" fmla="*/ 177263 w 591813"/>
                <a:gd name="connsiteY449" fmla="*/ 362307 h 580995"/>
                <a:gd name="connsiteX450" fmla="*/ 177668 w 591813"/>
                <a:gd name="connsiteY450" fmla="*/ 364489 h 580995"/>
                <a:gd name="connsiteX451" fmla="*/ 178050 w 591813"/>
                <a:gd name="connsiteY451" fmla="*/ 366648 h 580995"/>
                <a:gd name="connsiteX452" fmla="*/ 178455 w 591813"/>
                <a:gd name="connsiteY452" fmla="*/ 368784 h 580995"/>
                <a:gd name="connsiteX453" fmla="*/ 178837 w 591813"/>
                <a:gd name="connsiteY453" fmla="*/ 370921 h 580995"/>
                <a:gd name="connsiteX454" fmla="*/ 179242 w 591813"/>
                <a:gd name="connsiteY454" fmla="*/ 373057 h 580995"/>
                <a:gd name="connsiteX455" fmla="*/ 179624 w 591813"/>
                <a:gd name="connsiteY455" fmla="*/ 375149 h 580995"/>
                <a:gd name="connsiteX456" fmla="*/ 180029 w 591813"/>
                <a:gd name="connsiteY456" fmla="*/ 377263 h 580995"/>
                <a:gd name="connsiteX457" fmla="*/ 180411 w 591813"/>
                <a:gd name="connsiteY457" fmla="*/ 379332 h 580995"/>
                <a:gd name="connsiteX458" fmla="*/ 180816 w 591813"/>
                <a:gd name="connsiteY458" fmla="*/ 381401 h 580995"/>
                <a:gd name="connsiteX459" fmla="*/ 181221 w 591813"/>
                <a:gd name="connsiteY459" fmla="*/ 383470 h 580995"/>
                <a:gd name="connsiteX460" fmla="*/ 181603 w 591813"/>
                <a:gd name="connsiteY460" fmla="*/ 385516 h 580995"/>
                <a:gd name="connsiteX461" fmla="*/ 182008 w 591813"/>
                <a:gd name="connsiteY461" fmla="*/ 387563 h 580995"/>
                <a:gd name="connsiteX462" fmla="*/ 182390 w 591813"/>
                <a:gd name="connsiteY462" fmla="*/ 389587 h 580995"/>
                <a:gd name="connsiteX463" fmla="*/ 182795 w 591813"/>
                <a:gd name="connsiteY463" fmla="*/ 391589 h 580995"/>
                <a:gd name="connsiteX464" fmla="*/ 183178 w 591813"/>
                <a:gd name="connsiteY464" fmla="*/ 393590 h 580995"/>
                <a:gd name="connsiteX465" fmla="*/ 183582 w 591813"/>
                <a:gd name="connsiteY465" fmla="*/ 395592 h 580995"/>
                <a:gd name="connsiteX466" fmla="*/ 183964 w 591813"/>
                <a:gd name="connsiteY466" fmla="*/ 397548 h 580995"/>
                <a:gd name="connsiteX467" fmla="*/ 184370 w 591813"/>
                <a:gd name="connsiteY467" fmla="*/ 399527 h 580995"/>
                <a:gd name="connsiteX468" fmla="*/ 184774 w 591813"/>
                <a:gd name="connsiteY468" fmla="*/ 401462 h 580995"/>
                <a:gd name="connsiteX469" fmla="*/ 185156 w 591813"/>
                <a:gd name="connsiteY469" fmla="*/ 403418 h 580995"/>
                <a:gd name="connsiteX470" fmla="*/ 185561 w 591813"/>
                <a:gd name="connsiteY470" fmla="*/ 405330 h 580995"/>
                <a:gd name="connsiteX471" fmla="*/ 185944 w 591813"/>
                <a:gd name="connsiteY471" fmla="*/ 407241 h 580995"/>
                <a:gd name="connsiteX472" fmla="*/ 186348 w 591813"/>
                <a:gd name="connsiteY472" fmla="*/ 409153 h 580995"/>
                <a:gd name="connsiteX473" fmla="*/ 186731 w 591813"/>
                <a:gd name="connsiteY473" fmla="*/ 411042 h 580995"/>
                <a:gd name="connsiteX474" fmla="*/ 187136 w 591813"/>
                <a:gd name="connsiteY474" fmla="*/ 412909 h 580995"/>
                <a:gd name="connsiteX475" fmla="*/ 187540 w 591813"/>
                <a:gd name="connsiteY475" fmla="*/ 414775 h 580995"/>
                <a:gd name="connsiteX476" fmla="*/ 187923 w 591813"/>
                <a:gd name="connsiteY476" fmla="*/ 416619 h 580995"/>
                <a:gd name="connsiteX477" fmla="*/ 188328 w 591813"/>
                <a:gd name="connsiteY477" fmla="*/ 418464 h 580995"/>
                <a:gd name="connsiteX478" fmla="*/ 188710 w 591813"/>
                <a:gd name="connsiteY478" fmla="*/ 420285 h 580995"/>
                <a:gd name="connsiteX479" fmla="*/ 189115 w 591813"/>
                <a:gd name="connsiteY479" fmla="*/ 422084 h 580995"/>
                <a:gd name="connsiteX480" fmla="*/ 189497 w 591813"/>
                <a:gd name="connsiteY480" fmla="*/ 423884 h 580995"/>
                <a:gd name="connsiteX481" fmla="*/ 189902 w 591813"/>
                <a:gd name="connsiteY481" fmla="*/ 425660 h 580995"/>
                <a:gd name="connsiteX482" fmla="*/ 190284 w 591813"/>
                <a:gd name="connsiteY482" fmla="*/ 427437 h 580995"/>
                <a:gd name="connsiteX483" fmla="*/ 190689 w 591813"/>
                <a:gd name="connsiteY483" fmla="*/ 429191 h 580995"/>
                <a:gd name="connsiteX484" fmla="*/ 191094 w 591813"/>
                <a:gd name="connsiteY484" fmla="*/ 430945 h 580995"/>
                <a:gd name="connsiteX485" fmla="*/ 191476 w 591813"/>
                <a:gd name="connsiteY485" fmla="*/ 432655 h 580995"/>
                <a:gd name="connsiteX486" fmla="*/ 191881 w 591813"/>
                <a:gd name="connsiteY486" fmla="*/ 434386 h 580995"/>
                <a:gd name="connsiteX487" fmla="*/ 192263 w 591813"/>
                <a:gd name="connsiteY487" fmla="*/ 436095 h 580995"/>
                <a:gd name="connsiteX488" fmla="*/ 192668 w 591813"/>
                <a:gd name="connsiteY488" fmla="*/ 437782 h 580995"/>
                <a:gd name="connsiteX489" fmla="*/ 193050 w 591813"/>
                <a:gd name="connsiteY489" fmla="*/ 439446 h 580995"/>
                <a:gd name="connsiteX490" fmla="*/ 193455 w 591813"/>
                <a:gd name="connsiteY490" fmla="*/ 441111 h 580995"/>
                <a:gd name="connsiteX491" fmla="*/ 193838 w 591813"/>
                <a:gd name="connsiteY491" fmla="*/ 442775 h 580995"/>
                <a:gd name="connsiteX492" fmla="*/ 194242 w 591813"/>
                <a:gd name="connsiteY492" fmla="*/ 444417 h 580995"/>
                <a:gd name="connsiteX493" fmla="*/ 194647 w 591813"/>
                <a:gd name="connsiteY493" fmla="*/ 446036 h 580995"/>
                <a:gd name="connsiteX494" fmla="*/ 195030 w 591813"/>
                <a:gd name="connsiteY494" fmla="*/ 447655 h 580995"/>
                <a:gd name="connsiteX495" fmla="*/ 195434 w 591813"/>
                <a:gd name="connsiteY495" fmla="*/ 449252 h 580995"/>
                <a:gd name="connsiteX496" fmla="*/ 195816 w 591813"/>
                <a:gd name="connsiteY496" fmla="*/ 450849 h 580995"/>
                <a:gd name="connsiteX497" fmla="*/ 196222 w 591813"/>
                <a:gd name="connsiteY497" fmla="*/ 452445 h 580995"/>
                <a:gd name="connsiteX498" fmla="*/ 196604 w 591813"/>
                <a:gd name="connsiteY498" fmla="*/ 454020 h 580995"/>
                <a:gd name="connsiteX499" fmla="*/ 197008 w 591813"/>
                <a:gd name="connsiteY499" fmla="*/ 455571 h 580995"/>
                <a:gd name="connsiteX500" fmla="*/ 197391 w 591813"/>
                <a:gd name="connsiteY500" fmla="*/ 457123 h 580995"/>
                <a:gd name="connsiteX501" fmla="*/ 197796 w 591813"/>
                <a:gd name="connsiteY501" fmla="*/ 458675 h 580995"/>
                <a:gd name="connsiteX502" fmla="*/ 198200 w 591813"/>
                <a:gd name="connsiteY502" fmla="*/ 460204 h 580995"/>
                <a:gd name="connsiteX503" fmla="*/ 198583 w 591813"/>
                <a:gd name="connsiteY503" fmla="*/ 461734 h 580995"/>
                <a:gd name="connsiteX504" fmla="*/ 198988 w 591813"/>
                <a:gd name="connsiteY504" fmla="*/ 463240 h 580995"/>
                <a:gd name="connsiteX505" fmla="*/ 199370 w 591813"/>
                <a:gd name="connsiteY505" fmla="*/ 464747 h 580995"/>
                <a:gd name="connsiteX506" fmla="*/ 199775 w 591813"/>
                <a:gd name="connsiteY506" fmla="*/ 466231 h 580995"/>
                <a:gd name="connsiteX507" fmla="*/ 200157 w 591813"/>
                <a:gd name="connsiteY507" fmla="*/ 467716 h 580995"/>
                <a:gd name="connsiteX508" fmla="*/ 200562 w 591813"/>
                <a:gd name="connsiteY508" fmla="*/ 469178 h 580995"/>
                <a:gd name="connsiteX509" fmla="*/ 200944 w 591813"/>
                <a:gd name="connsiteY509" fmla="*/ 470639 h 580995"/>
                <a:gd name="connsiteX510" fmla="*/ 201349 w 591813"/>
                <a:gd name="connsiteY510" fmla="*/ 472079 h 580995"/>
                <a:gd name="connsiteX511" fmla="*/ 201754 w 591813"/>
                <a:gd name="connsiteY511" fmla="*/ 473496 h 580995"/>
                <a:gd name="connsiteX512" fmla="*/ 202136 w 591813"/>
                <a:gd name="connsiteY512" fmla="*/ 474912 h 580995"/>
                <a:gd name="connsiteX513" fmla="*/ 202541 w 591813"/>
                <a:gd name="connsiteY513" fmla="*/ 476329 h 580995"/>
                <a:gd name="connsiteX514" fmla="*/ 202923 w 591813"/>
                <a:gd name="connsiteY514" fmla="*/ 477701 h 580995"/>
                <a:gd name="connsiteX515" fmla="*/ 203328 w 591813"/>
                <a:gd name="connsiteY515" fmla="*/ 479096 h 580995"/>
                <a:gd name="connsiteX516" fmla="*/ 203710 w 591813"/>
                <a:gd name="connsiteY516" fmla="*/ 480445 h 580995"/>
                <a:gd name="connsiteX517" fmla="*/ 204115 w 591813"/>
                <a:gd name="connsiteY517" fmla="*/ 481794 h 580995"/>
                <a:gd name="connsiteX518" fmla="*/ 204520 w 591813"/>
                <a:gd name="connsiteY518" fmla="*/ 483144 h 580995"/>
                <a:gd name="connsiteX519" fmla="*/ 204902 w 591813"/>
                <a:gd name="connsiteY519" fmla="*/ 484448 h 580995"/>
                <a:gd name="connsiteX520" fmla="*/ 205307 w 591813"/>
                <a:gd name="connsiteY520" fmla="*/ 485775 h 580995"/>
                <a:gd name="connsiteX521" fmla="*/ 205690 w 591813"/>
                <a:gd name="connsiteY521" fmla="*/ 487079 h 580995"/>
                <a:gd name="connsiteX522" fmla="*/ 206094 w 591813"/>
                <a:gd name="connsiteY522" fmla="*/ 488361 h 580995"/>
                <a:gd name="connsiteX523" fmla="*/ 206476 w 591813"/>
                <a:gd name="connsiteY523" fmla="*/ 489621 h 580995"/>
                <a:gd name="connsiteX524" fmla="*/ 206882 w 591813"/>
                <a:gd name="connsiteY524" fmla="*/ 490903 h 580995"/>
                <a:gd name="connsiteX525" fmla="*/ 207264 w 591813"/>
                <a:gd name="connsiteY525" fmla="*/ 492140 h 580995"/>
                <a:gd name="connsiteX526" fmla="*/ 207668 w 591813"/>
                <a:gd name="connsiteY526" fmla="*/ 493376 h 580995"/>
                <a:gd name="connsiteX527" fmla="*/ 208073 w 591813"/>
                <a:gd name="connsiteY527" fmla="*/ 494613 h 580995"/>
                <a:gd name="connsiteX528" fmla="*/ 208456 w 591813"/>
                <a:gd name="connsiteY528" fmla="*/ 495828 h 580995"/>
                <a:gd name="connsiteX529" fmla="*/ 208860 w 591813"/>
                <a:gd name="connsiteY529" fmla="*/ 497020 h 580995"/>
                <a:gd name="connsiteX530" fmla="*/ 209243 w 591813"/>
                <a:gd name="connsiteY530" fmla="*/ 498212 h 580995"/>
                <a:gd name="connsiteX531" fmla="*/ 209648 w 591813"/>
                <a:gd name="connsiteY531" fmla="*/ 499381 h 580995"/>
                <a:gd name="connsiteX532" fmla="*/ 210030 w 591813"/>
                <a:gd name="connsiteY532" fmla="*/ 500551 h 580995"/>
                <a:gd name="connsiteX533" fmla="*/ 210435 w 591813"/>
                <a:gd name="connsiteY533" fmla="*/ 501720 h 580995"/>
                <a:gd name="connsiteX534" fmla="*/ 210817 w 591813"/>
                <a:gd name="connsiteY534" fmla="*/ 502867 h 580995"/>
                <a:gd name="connsiteX535" fmla="*/ 211222 w 591813"/>
                <a:gd name="connsiteY535" fmla="*/ 503991 h 580995"/>
                <a:gd name="connsiteX536" fmla="*/ 211627 w 591813"/>
                <a:gd name="connsiteY536" fmla="*/ 505116 h 580995"/>
                <a:gd name="connsiteX537" fmla="*/ 212009 w 591813"/>
                <a:gd name="connsiteY537" fmla="*/ 506218 h 580995"/>
                <a:gd name="connsiteX538" fmla="*/ 212414 w 591813"/>
                <a:gd name="connsiteY538" fmla="*/ 507320 h 580995"/>
                <a:gd name="connsiteX539" fmla="*/ 212796 w 591813"/>
                <a:gd name="connsiteY539" fmla="*/ 508399 h 580995"/>
                <a:gd name="connsiteX540" fmla="*/ 213201 w 591813"/>
                <a:gd name="connsiteY540" fmla="*/ 509479 h 580995"/>
                <a:gd name="connsiteX541" fmla="*/ 213584 w 591813"/>
                <a:gd name="connsiteY541" fmla="*/ 510536 h 580995"/>
                <a:gd name="connsiteX542" fmla="*/ 213988 w 591813"/>
                <a:gd name="connsiteY542" fmla="*/ 511593 h 580995"/>
                <a:gd name="connsiteX543" fmla="*/ 214370 w 591813"/>
                <a:gd name="connsiteY543" fmla="*/ 512650 h 580995"/>
                <a:gd name="connsiteX544" fmla="*/ 214776 w 591813"/>
                <a:gd name="connsiteY544" fmla="*/ 513684 h 580995"/>
                <a:gd name="connsiteX545" fmla="*/ 215180 w 591813"/>
                <a:gd name="connsiteY545" fmla="*/ 514697 h 580995"/>
                <a:gd name="connsiteX546" fmla="*/ 215562 w 591813"/>
                <a:gd name="connsiteY546" fmla="*/ 515709 h 580995"/>
                <a:gd name="connsiteX547" fmla="*/ 215967 w 591813"/>
                <a:gd name="connsiteY547" fmla="*/ 516721 h 580995"/>
                <a:gd name="connsiteX548" fmla="*/ 216350 w 591813"/>
                <a:gd name="connsiteY548" fmla="*/ 517710 h 580995"/>
                <a:gd name="connsiteX549" fmla="*/ 216754 w 591813"/>
                <a:gd name="connsiteY549" fmla="*/ 518677 h 580995"/>
                <a:gd name="connsiteX550" fmla="*/ 217136 w 591813"/>
                <a:gd name="connsiteY550" fmla="*/ 519644 h 580995"/>
                <a:gd name="connsiteX551" fmla="*/ 217542 w 591813"/>
                <a:gd name="connsiteY551" fmla="*/ 520611 h 580995"/>
                <a:gd name="connsiteX552" fmla="*/ 217946 w 591813"/>
                <a:gd name="connsiteY552" fmla="*/ 521578 h 580995"/>
                <a:gd name="connsiteX553" fmla="*/ 218329 w 591813"/>
                <a:gd name="connsiteY553" fmla="*/ 522500 h 580995"/>
                <a:gd name="connsiteX554" fmla="*/ 218733 w 591813"/>
                <a:gd name="connsiteY554" fmla="*/ 523445 h 580995"/>
                <a:gd name="connsiteX555" fmla="*/ 219116 w 591813"/>
                <a:gd name="connsiteY555" fmla="*/ 524367 h 580995"/>
                <a:gd name="connsiteX556" fmla="*/ 219521 w 591813"/>
                <a:gd name="connsiteY556" fmla="*/ 525289 h 580995"/>
                <a:gd name="connsiteX557" fmla="*/ 219903 w 591813"/>
                <a:gd name="connsiteY557" fmla="*/ 526189 h 580995"/>
                <a:gd name="connsiteX558" fmla="*/ 220308 w 591813"/>
                <a:gd name="connsiteY558" fmla="*/ 527088 h 580995"/>
                <a:gd name="connsiteX559" fmla="*/ 220690 w 591813"/>
                <a:gd name="connsiteY559" fmla="*/ 527988 h 580995"/>
                <a:gd name="connsiteX560" fmla="*/ 221095 w 591813"/>
                <a:gd name="connsiteY560" fmla="*/ 528865 h 580995"/>
                <a:gd name="connsiteX561" fmla="*/ 221500 w 591813"/>
                <a:gd name="connsiteY561" fmla="*/ 529742 h 580995"/>
                <a:gd name="connsiteX562" fmla="*/ 221882 w 591813"/>
                <a:gd name="connsiteY562" fmla="*/ 530597 h 580995"/>
                <a:gd name="connsiteX563" fmla="*/ 222287 w 591813"/>
                <a:gd name="connsiteY563" fmla="*/ 531474 h 580995"/>
                <a:gd name="connsiteX564" fmla="*/ 222669 w 591813"/>
                <a:gd name="connsiteY564" fmla="*/ 532306 h 580995"/>
                <a:gd name="connsiteX565" fmla="*/ 223074 w 591813"/>
                <a:gd name="connsiteY565" fmla="*/ 533160 h 580995"/>
                <a:gd name="connsiteX566" fmla="*/ 223456 w 591813"/>
                <a:gd name="connsiteY566" fmla="*/ 533993 h 580995"/>
                <a:gd name="connsiteX567" fmla="*/ 223861 w 591813"/>
                <a:gd name="connsiteY567" fmla="*/ 534802 h 580995"/>
                <a:gd name="connsiteX568" fmla="*/ 224244 w 591813"/>
                <a:gd name="connsiteY568" fmla="*/ 535612 h 580995"/>
                <a:gd name="connsiteX569" fmla="*/ 224648 w 591813"/>
                <a:gd name="connsiteY569" fmla="*/ 536422 h 580995"/>
                <a:gd name="connsiteX570" fmla="*/ 225053 w 591813"/>
                <a:gd name="connsiteY570" fmla="*/ 537231 h 580995"/>
                <a:gd name="connsiteX571" fmla="*/ 225436 w 591813"/>
                <a:gd name="connsiteY571" fmla="*/ 538018 h 580995"/>
                <a:gd name="connsiteX572" fmla="*/ 225840 w 591813"/>
                <a:gd name="connsiteY572" fmla="*/ 538783 h 580995"/>
                <a:gd name="connsiteX573" fmla="*/ 226222 w 591813"/>
                <a:gd name="connsiteY573" fmla="*/ 539548 h 580995"/>
                <a:gd name="connsiteX574" fmla="*/ 226627 w 591813"/>
                <a:gd name="connsiteY574" fmla="*/ 540312 h 580995"/>
                <a:gd name="connsiteX575" fmla="*/ 227010 w 591813"/>
                <a:gd name="connsiteY575" fmla="*/ 541054 h 580995"/>
                <a:gd name="connsiteX576" fmla="*/ 227414 w 591813"/>
                <a:gd name="connsiteY576" fmla="*/ 541819 h 580995"/>
                <a:gd name="connsiteX577" fmla="*/ 227797 w 591813"/>
                <a:gd name="connsiteY577" fmla="*/ 542539 h 580995"/>
                <a:gd name="connsiteX578" fmla="*/ 228202 w 591813"/>
                <a:gd name="connsiteY578" fmla="*/ 543258 h 580995"/>
                <a:gd name="connsiteX579" fmla="*/ 228606 w 591813"/>
                <a:gd name="connsiteY579" fmla="*/ 543978 h 580995"/>
                <a:gd name="connsiteX580" fmla="*/ 228989 w 591813"/>
                <a:gd name="connsiteY580" fmla="*/ 544698 h 580995"/>
                <a:gd name="connsiteX581" fmla="*/ 229394 w 591813"/>
                <a:gd name="connsiteY581" fmla="*/ 545395 h 580995"/>
                <a:gd name="connsiteX582" fmla="*/ 229776 w 591813"/>
                <a:gd name="connsiteY582" fmla="*/ 546092 h 580995"/>
                <a:gd name="connsiteX583" fmla="*/ 230181 w 591813"/>
                <a:gd name="connsiteY583" fmla="*/ 546767 h 580995"/>
                <a:gd name="connsiteX584" fmla="*/ 230563 w 591813"/>
                <a:gd name="connsiteY584" fmla="*/ 547441 h 580995"/>
                <a:gd name="connsiteX585" fmla="*/ 230968 w 591813"/>
                <a:gd name="connsiteY585" fmla="*/ 548116 h 580995"/>
                <a:gd name="connsiteX586" fmla="*/ 231350 w 591813"/>
                <a:gd name="connsiteY586" fmla="*/ 548791 h 580995"/>
                <a:gd name="connsiteX587" fmla="*/ 231755 w 591813"/>
                <a:gd name="connsiteY587" fmla="*/ 549443 h 580995"/>
                <a:gd name="connsiteX588" fmla="*/ 232160 w 591813"/>
                <a:gd name="connsiteY588" fmla="*/ 550095 h 580995"/>
                <a:gd name="connsiteX589" fmla="*/ 232542 w 591813"/>
                <a:gd name="connsiteY589" fmla="*/ 550725 h 580995"/>
                <a:gd name="connsiteX590" fmla="*/ 232947 w 591813"/>
                <a:gd name="connsiteY590" fmla="*/ 551355 h 580995"/>
                <a:gd name="connsiteX591" fmla="*/ 233329 w 591813"/>
                <a:gd name="connsiteY591" fmla="*/ 551984 h 580995"/>
                <a:gd name="connsiteX592" fmla="*/ 233734 w 591813"/>
                <a:gd name="connsiteY592" fmla="*/ 552592 h 580995"/>
                <a:gd name="connsiteX593" fmla="*/ 234116 w 591813"/>
                <a:gd name="connsiteY593" fmla="*/ 553199 h 580995"/>
                <a:gd name="connsiteX594" fmla="*/ 234521 w 591813"/>
                <a:gd name="connsiteY594" fmla="*/ 553806 h 580995"/>
                <a:gd name="connsiteX595" fmla="*/ 234926 w 591813"/>
                <a:gd name="connsiteY595" fmla="*/ 554391 h 580995"/>
                <a:gd name="connsiteX596" fmla="*/ 235308 w 591813"/>
                <a:gd name="connsiteY596" fmla="*/ 554975 h 580995"/>
                <a:gd name="connsiteX597" fmla="*/ 235713 w 591813"/>
                <a:gd name="connsiteY597" fmla="*/ 555538 h 580995"/>
                <a:gd name="connsiteX598" fmla="*/ 236096 w 591813"/>
                <a:gd name="connsiteY598" fmla="*/ 556122 h 580995"/>
                <a:gd name="connsiteX599" fmla="*/ 236500 w 591813"/>
                <a:gd name="connsiteY599" fmla="*/ 556662 h 580995"/>
                <a:gd name="connsiteX600" fmla="*/ 236882 w 591813"/>
                <a:gd name="connsiteY600" fmla="*/ 557224 h 580995"/>
                <a:gd name="connsiteX601" fmla="*/ 237287 w 591813"/>
                <a:gd name="connsiteY601" fmla="*/ 557764 h 580995"/>
                <a:gd name="connsiteX602" fmla="*/ 237670 w 591813"/>
                <a:gd name="connsiteY602" fmla="*/ 558304 h 580995"/>
                <a:gd name="connsiteX603" fmla="*/ 238074 w 591813"/>
                <a:gd name="connsiteY603" fmla="*/ 558821 h 580995"/>
                <a:gd name="connsiteX604" fmla="*/ 238479 w 591813"/>
                <a:gd name="connsiteY604" fmla="*/ 559338 h 580995"/>
                <a:gd name="connsiteX605" fmla="*/ 238862 w 591813"/>
                <a:gd name="connsiteY605" fmla="*/ 559856 h 580995"/>
                <a:gd name="connsiteX606" fmla="*/ 239266 w 591813"/>
                <a:gd name="connsiteY606" fmla="*/ 560350 h 580995"/>
                <a:gd name="connsiteX607" fmla="*/ 239649 w 591813"/>
                <a:gd name="connsiteY607" fmla="*/ 560845 h 580995"/>
                <a:gd name="connsiteX608" fmla="*/ 240054 w 591813"/>
                <a:gd name="connsiteY608" fmla="*/ 561340 h 580995"/>
                <a:gd name="connsiteX609" fmla="*/ 240436 w 591813"/>
                <a:gd name="connsiteY609" fmla="*/ 561812 h 580995"/>
                <a:gd name="connsiteX610" fmla="*/ 240841 w 591813"/>
                <a:gd name="connsiteY610" fmla="*/ 562285 h 580995"/>
                <a:gd name="connsiteX611" fmla="*/ 241223 w 591813"/>
                <a:gd name="connsiteY611" fmla="*/ 562734 h 580995"/>
                <a:gd name="connsiteX612" fmla="*/ 241628 w 591813"/>
                <a:gd name="connsiteY612" fmla="*/ 563184 h 580995"/>
                <a:gd name="connsiteX613" fmla="*/ 242033 w 591813"/>
                <a:gd name="connsiteY613" fmla="*/ 563634 h 580995"/>
                <a:gd name="connsiteX614" fmla="*/ 242415 w 591813"/>
                <a:gd name="connsiteY614" fmla="*/ 564084 h 580995"/>
                <a:gd name="connsiteX615" fmla="*/ 242820 w 591813"/>
                <a:gd name="connsiteY615" fmla="*/ 564511 h 580995"/>
                <a:gd name="connsiteX616" fmla="*/ 243202 w 591813"/>
                <a:gd name="connsiteY616" fmla="*/ 564916 h 580995"/>
                <a:gd name="connsiteX617" fmla="*/ 243607 w 591813"/>
                <a:gd name="connsiteY617" fmla="*/ 565343 h 580995"/>
                <a:gd name="connsiteX618" fmla="*/ 243989 w 591813"/>
                <a:gd name="connsiteY618" fmla="*/ 565748 h 580995"/>
                <a:gd name="connsiteX619" fmla="*/ 244394 w 591813"/>
                <a:gd name="connsiteY619" fmla="*/ 566153 h 580995"/>
                <a:gd name="connsiteX620" fmla="*/ 244776 w 591813"/>
                <a:gd name="connsiteY620" fmla="*/ 566558 h 580995"/>
                <a:gd name="connsiteX621" fmla="*/ 245181 w 591813"/>
                <a:gd name="connsiteY621" fmla="*/ 566962 h 580995"/>
                <a:gd name="connsiteX622" fmla="*/ 245586 w 591813"/>
                <a:gd name="connsiteY622" fmla="*/ 567345 h 580995"/>
                <a:gd name="connsiteX623" fmla="*/ 245968 w 591813"/>
                <a:gd name="connsiteY623" fmla="*/ 567727 h 580995"/>
                <a:gd name="connsiteX624" fmla="*/ 246373 w 591813"/>
                <a:gd name="connsiteY624" fmla="*/ 568109 h 580995"/>
                <a:gd name="connsiteX625" fmla="*/ 246756 w 591813"/>
                <a:gd name="connsiteY625" fmla="*/ 568469 h 580995"/>
                <a:gd name="connsiteX626" fmla="*/ 247160 w 591813"/>
                <a:gd name="connsiteY626" fmla="*/ 568806 h 580995"/>
                <a:gd name="connsiteX627" fmla="*/ 247542 w 591813"/>
                <a:gd name="connsiteY627" fmla="*/ 569166 h 580995"/>
                <a:gd name="connsiteX628" fmla="*/ 247948 w 591813"/>
                <a:gd name="connsiteY628" fmla="*/ 569526 h 580995"/>
                <a:gd name="connsiteX629" fmla="*/ 248352 w 591813"/>
                <a:gd name="connsiteY629" fmla="*/ 569886 h 580995"/>
                <a:gd name="connsiteX630" fmla="*/ 248734 w 591813"/>
                <a:gd name="connsiteY630" fmla="*/ 570223 h 580995"/>
                <a:gd name="connsiteX631" fmla="*/ 249139 w 591813"/>
                <a:gd name="connsiteY631" fmla="*/ 570561 h 580995"/>
                <a:gd name="connsiteX632" fmla="*/ 249522 w 591813"/>
                <a:gd name="connsiteY632" fmla="*/ 570898 h 580995"/>
                <a:gd name="connsiteX633" fmla="*/ 249926 w 591813"/>
                <a:gd name="connsiteY633" fmla="*/ 571213 h 580995"/>
                <a:gd name="connsiteX634" fmla="*/ 250309 w 591813"/>
                <a:gd name="connsiteY634" fmla="*/ 571550 h 580995"/>
                <a:gd name="connsiteX635" fmla="*/ 250714 w 591813"/>
                <a:gd name="connsiteY635" fmla="*/ 571843 h 580995"/>
                <a:gd name="connsiteX636" fmla="*/ 251096 w 591813"/>
                <a:gd name="connsiteY636" fmla="*/ 572157 h 580995"/>
                <a:gd name="connsiteX637" fmla="*/ 251501 w 591813"/>
                <a:gd name="connsiteY637" fmla="*/ 572472 h 580995"/>
                <a:gd name="connsiteX638" fmla="*/ 251905 w 591813"/>
                <a:gd name="connsiteY638" fmla="*/ 572765 h 580995"/>
                <a:gd name="connsiteX639" fmla="*/ 252288 w 591813"/>
                <a:gd name="connsiteY639" fmla="*/ 573057 h 580995"/>
                <a:gd name="connsiteX640" fmla="*/ 252693 w 591813"/>
                <a:gd name="connsiteY640" fmla="*/ 573349 h 580995"/>
                <a:gd name="connsiteX641" fmla="*/ 253075 w 591813"/>
                <a:gd name="connsiteY641" fmla="*/ 573619 h 580995"/>
                <a:gd name="connsiteX642" fmla="*/ 253480 w 591813"/>
                <a:gd name="connsiteY642" fmla="*/ 573889 h 580995"/>
                <a:gd name="connsiteX643" fmla="*/ 253862 w 591813"/>
                <a:gd name="connsiteY643" fmla="*/ 574159 h 580995"/>
                <a:gd name="connsiteX644" fmla="*/ 254267 w 591813"/>
                <a:gd name="connsiteY644" fmla="*/ 574429 h 580995"/>
                <a:gd name="connsiteX645" fmla="*/ 254650 w 591813"/>
                <a:gd name="connsiteY645" fmla="*/ 574699 h 580995"/>
                <a:gd name="connsiteX646" fmla="*/ 255054 w 591813"/>
                <a:gd name="connsiteY646" fmla="*/ 574946 h 580995"/>
                <a:gd name="connsiteX647" fmla="*/ 255459 w 591813"/>
                <a:gd name="connsiteY647" fmla="*/ 575194 h 580995"/>
                <a:gd name="connsiteX648" fmla="*/ 255841 w 591813"/>
                <a:gd name="connsiteY648" fmla="*/ 575441 h 580995"/>
                <a:gd name="connsiteX649" fmla="*/ 256246 w 591813"/>
                <a:gd name="connsiteY649" fmla="*/ 575688 h 580995"/>
                <a:gd name="connsiteX650" fmla="*/ 256628 w 591813"/>
                <a:gd name="connsiteY650" fmla="*/ 575913 h 580995"/>
                <a:gd name="connsiteX651" fmla="*/ 257033 w 591813"/>
                <a:gd name="connsiteY651" fmla="*/ 576161 h 580995"/>
                <a:gd name="connsiteX652" fmla="*/ 257416 w 591813"/>
                <a:gd name="connsiteY652" fmla="*/ 576363 h 580995"/>
                <a:gd name="connsiteX653" fmla="*/ 257820 w 591813"/>
                <a:gd name="connsiteY653" fmla="*/ 576588 h 580995"/>
                <a:gd name="connsiteX654" fmla="*/ 258202 w 591813"/>
                <a:gd name="connsiteY654" fmla="*/ 576790 h 580995"/>
                <a:gd name="connsiteX655" fmla="*/ 258608 w 591813"/>
                <a:gd name="connsiteY655" fmla="*/ 577015 h 580995"/>
                <a:gd name="connsiteX656" fmla="*/ 259012 w 591813"/>
                <a:gd name="connsiteY656" fmla="*/ 577195 h 580995"/>
                <a:gd name="connsiteX657" fmla="*/ 259395 w 591813"/>
                <a:gd name="connsiteY657" fmla="*/ 577398 h 580995"/>
                <a:gd name="connsiteX658" fmla="*/ 259799 w 591813"/>
                <a:gd name="connsiteY658" fmla="*/ 577577 h 580995"/>
                <a:gd name="connsiteX659" fmla="*/ 260182 w 591813"/>
                <a:gd name="connsiteY659" fmla="*/ 577757 h 580995"/>
                <a:gd name="connsiteX660" fmla="*/ 260587 w 591813"/>
                <a:gd name="connsiteY660" fmla="*/ 577937 h 580995"/>
                <a:gd name="connsiteX661" fmla="*/ 260969 w 591813"/>
                <a:gd name="connsiteY661" fmla="*/ 578117 h 580995"/>
                <a:gd name="connsiteX662" fmla="*/ 261374 w 591813"/>
                <a:gd name="connsiteY662" fmla="*/ 578297 h 580995"/>
                <a:gd name="connsiteX663" fmla="*/ 261756 w 591813"/>
                <a:gd name="connsiteY663" fmla="*/ 578455 h 580995"/>
                <a:gd name="connsiteX664" fmla="*/ 262161 w 591813"/>
                <a:gd name="connsiteY664" fmla="*/ 578612 h 580995"/>
                <a:gd name="connsiteX665" fmla="*/ 262566 w 591813"/>
                <a:gd name="connsiteY665" fmla="*/ 578769 h 580995"/>
                <a:gd name="connsiteX666" fmla="*/ 262948 w 591813"/>
                <a:gd name="connsiteY666" fmla="*/ 578927 h 580995"/>
                <a:gd name="connsiteX667" fmla="*/ 263353 w 591813"/>
                <a:gd name="connsiteY667" fmla="*/ 579062 h 580995"/>
                <a:gd name="connsiteX668" fmla="*/ 263735 w 591813"/>
                <a:gd name="connsiteY668" fmla="*/ 579197 h 580995"/>
                <a:gd name="connsiteX669" fmla="*/ 264140 w 591813"/>
                <a:gd name="connsiteY669" fmla="*/ 579332 h 580995"/>
                <a:gd name="connsiteX670" fmla="*/ 264522 w 591813"/>
                <a:gd name="connsiteY670" fmla="*/ 579467 h 580995"/>
                <a:gd name="connsiteX671" fmla="*/ 264927 w 591813"/>
                <a:gd name="connsiteY671" fmla="*/ 579579 h 580995"/>
                <a:gd name="connsiteX672" fmla="*/ 265332 w 591813"/>
                <a:gd name="connsiteY672" fmla="*/ 579714 h 580995"/>
                <a:gd name="connsiteX673" fmla="*/ 265714 w 591813"/>
                <a:gd name="connsiteY673" fmla="*/ 579804 h 580995"/>
                <a:gd name="connsiteX674" fmla="*/ 266119 w 591813"/>
                <a:gd name="connsiteY674" fmla="*/ 579916 h 580995"/>
                <a:gd name="connsiteX675" fmla="*/ 266502 w 591813"/>
                <a:gd name="connsiteY675" fmla="*/ 580029 h 580995"/>
                <a:gd name="connsiteX676" fmla="*/ 266906 w 591813"/>
                <a:gd name="connsiteY676" fmla="*/ 580119 h 580995"/>
                <a:gd name="connsiteX677" fmla="*/ 267288 w 591813"/>
                <a:gd name="connsiteY677" fmla="*/ 580209 h 580995"/>
                <a:gd name="connsiteX678" fmla="*/ 267693 w 591813"/>
                <a:gd name="connsiteY678" fmla="*/ 580299 h 580995"/>
                <a:gd name="connsiteX679" fmla="*/ 268076 w 591813"/>
                <a:gd name="connsiteY679" fmla="*/ 580366 h 580995"/>
                <a:gd name="connsiteX680" fmla="*/ 268480 w 591813"/>
                <a:gd name="connsiteY680" fmla="*/ 580456 h 580995"/>
                <a:gd name="connsiteX681" fmla="*/ 268885 w 591813"/>
                <a:gd name="connsiteY681" fmla="*/ 580524 h 580995"/>
                <a:gd name="connsiteX682" fmla="*/ 269268 w 591813"/>
                <a:gd name="connsiteY682" fmla="*/ 580591 h 580995"/>
                <a:gd name="connsiteX683" fmla="*/ 269672 w 591813"/>
                <a:gd name="connsiteY683" fmla="*/ 580658 h 580995"/>
                <a:gd name="connsiteX684" fmla="*/ 270055 w 591813"/>
                <a:gd name="connsiteY684" fmla="*/ 580703 h 580995"/>
                <a:gd name="connsiteX685" fmla="*/ 270459 w 591813"/>
                <a:gd name="connsiteY685" fmla="*/ 580771 h 580995"/>
                <a:gd name="connsiteX686" fmla="*/ 270842 w 591813"/>
                <a:gd name="connsiteY686" fmla="*/ 580816 h 580995"/>
                <a:gd name="connsiteX687" fmla="*/ 271247 w 591813"/>
                <a:gd name="connsiteY687" fmla="*/ 580861 h 580995"/>
                <a:gd name="connsiteX688" fmla="*/ 271629 w 591813"/>
                <a:gd name="connsiteY688" fmla="*/ 580883 h 580995"/>
                <a:gd name="connsiteX689" fmla="*/ 272034 w 591813"/>
                <a:gd name="connsiteY689" fmla="*/ 580928 h 580995"/>
                <a:gd name="connsiteX690" fmla="*/ 272439 w 591813"/>
                <a:gd name="connsiteY690" fmla="*/ 580951 h 580995"/>
                <a:gd name="connsiteX691" fmla="*/ 272821 w 591813"/>
                <a:gd name="connsiteY691" fmla="*/ 580973 h 580995"/>
                <a:gd name="connsiteX692" fmla="*/ 273226 w 591813"/>
                <a:gd name="connsiteY692" fmla="*/ 580973 h 580995"/>
                <a:gd name="connsiteX693" fmla="*/ 273608 w 591813"/>
                <a:gd name="connsiteY693" fmla="*/ 580996 h 580995"/>
                <a:gd name="connsiteX694" fmla="*/ 274013 w 591813"/>
                <a:gd name="connsiteY694" fmla="*/ 580996 h 580995"/>
                <a:gd name="connsiteX695" fmla="*/ 274395 w 591813"/>
                <a:gd name="connsiteY695" fmla="*/ 580996 h 580995"/>
                <a:gd name="connsiteX696" fmla="*/ 274800 w 591813"/>
                <a:gd name="connsiteY696" fmla="*/ 580996 h 580995"/>
                <a:gd name="connsiteX697" fmla="*/ 275182 w 591813"/>
                <a:gd name="connsiteY697" fmla="*/ 580996 h 580995"/>
                <a:gd name="connsiteX698" fmla="*/ 275587 w 591813"/>
                <a:gd name="connsiteY698" fmla="*/ 580996 h 580995"/>
                <a:gd name="connsiteX699" fmla="*/ 275992 w 591813"/>
                <a:gd name="connsiteY699" fmla="*/ 580973 h 580995"/>
                <a:gd name="connsiteX700" fmla="*/ 276374 w 591813"/>
                <a:gd name="connsiteY700" fmla="*/ 580883 h 580995"/>
                <a:gd name="connsiteX701" fmla="*/ 276779 w 591813"/>
                <a:gd name="connsiteY701" fmla="*/ 580771 h 580995"/>
                <a:gd name="connsiteX702" fmla="*/ 277162 w 591813"/>
                <a:gd name="connsiteY702" fmla="*/ 580681 h 580995"/>
                <a:gd name="connsiteX703" fmla="*/ 277566 w 591813"/>
                <a:gd name="connsiteY703" fmla="*/ 580568 h 580995"/>
                <a:gd name="connsiteX704" fmla="*/ 277948 w 591813"/>
                <a:gd name="connsiteY704" fmla="*/ 580456 h 580995"/>
                <a:gd name="connsiteX705" fmla="*/ 278353 w 591813"/>
                <a:gd name="connsiteY705" fmla="*/ 580321 h 580995"/>
                <a:gd name="connsiteX706" fmla="*/ 278758 w 591813"/>
                <a:gd name="connsiteY706" fmla="*/ 580209 h 580995"/>
                <a:gd name="connsiteX707" fmla="*/ 279140 w 591813"/>
                <a:gd name="connsiteY707" fmla="*/ 580074 h 580995"/>
                <a:gd name="connsiteX708" fmla="*/ 279545 w 591813"/>
                <a:gd name="connsiteY708" fmla="*/ 579939 h 580995"/>
                <a:gd name="connsiteX709" fmla="*/ 279928 w 591813"/>
                <a:gd name="connsiteY709" fmla="*/ 579804 h 580995"/>
                <a:gd name="connsiteX710" fmla="*/ 280332 w 591813"/>
                <a:gd name="connsiteY710" fmla="*/ 579669 h 580995"/>
                <a:gd name="connsiteX711" fmla="*/ 280715 w 591813"/>
                <a:gd name="connsiteY711" fmla="*/ 579534 h 580995"/>
                <a:gd name="connsiteX712" fmla="*/ 281120 w 591813"/>
                <a:gd name="connsiteY712" fmla="*/ 579377 h 580995"/>
                <a:gd name="connsiteX713" fmla="*/ 281502 w 591813"/>
                <a:gd name="connsiteY713" fmla="*/ 579219 h 580995"/>
                <a:gd name="connsiteX714" fmla="*/ 281907 w 591813"/>
                <a:gd name="connsiteY714" fmla="*/ 579062 h 580995"/>
                <a:gd name="connsiteX715" fmla="*/ 282311 w 591813"/>
                <a:gd name="connsiteY715" fmla="*/ 578904 h 580995"/>
                <a:gd name="connsiteX716" fmla="*/ 282694 w 591813"/>
                <a:gd name="connsiteY716" fmla="*/ 578747 h 580995"/>
                <a:gd name="connsiteX717" fmla="*/ 283076 w 591813"/>
                <a:gd name="connsiteY717" fmla="*/ 578567 h 580995"/>
                <a:gd name="connsiteX718" fmla="*/ 283481 w 591813"/>
                <a:gd name="connsiteY718" fmla="*/ 578410 h 580995"/>
                <a:gd name="connsiteX719" fmla="*/ 283886 w 591813"/>
                <a:gd name="connsiteY719" fmla="*/ 578230 h 580995"/>
                <a:gd name="connsiteX720" fmla="*/ 284246 w 591813"/>
                <a:gd name="connsiteY720" fmla="*/ 578050 h 580995"/>
                <a:gd name="connsiteX721" fmla="*/ 284673 w 591813"/>
                <a:gd name="connsiteY721" fmla="*/ 577870 h 580995"/>
                <a:gd name="connsiteX722" fmla="*/ 285033 w 591813"/>
                <a:gd name="connsiteY722" fmla="*/ 577690 h 580995"/>
                <a:gd name="connsiteX723" fmla="*/ 285438 w 591813"/>
                <a:gd name="connsiteY723" fmla="*/ 577510 h 580995"/>
                <a:gd name="connsiteX724" fmla="*/ 285842 w 591813"/>
                <a:gd name="connsiteY724" fmla="*/ 577330 h 580995"/>
                <a:gd name="connsiteX725" fmla="*/ 286224 w 591813"/>
                <a:gd name="connsiteY725" fmla="*/ 577128 h 580995"/>
                <a:gd name="connsiteX726" fmla="*/ 286630 w 591813"/>
                <a:gd name="connsiteY726" fmla="*/ 576948 h 580995"/>
                <a:gd name="connsiteX727" fmla="*/ 287012 w 591813"/>
                <a:gd name="connsiteY727" fmla="*/ 576745 h 580995"/>
                <a:gd name="connsiteX728" fmla="*/ 287416 w 591813"/>
                <a:gd name="connsiteY728" fmla="*/ 576543 h 580995"/>
                <a:gd name="connsiteX729" fmla="*/ 287799 w 591813"/>
                <a:gd name="connsiteY729" fmla="*/ 576341 h 580995"/>
                <a:gd name="connsiteX730" fmla="*/ 288204 w 591813"/>
                <a:gd name="connsiteY730" fmla="*/ 576138 h 580995"/>
                <a:gd name="connsiteX731" fmla="*/ 288586 w 591813"/>
                <a:gd name="connsiteY731" fmla="*/ 575936 h 580995"/>
                <a:gd name="connsiteX732" fmla="*/ 288991 w 591813"/>
                <a:gd name="connsiteY732" fmla="*/ 575711 h 580995"/>
                <a:gd name="connsiteX733" fmla="*/ 289396 w 591813"/>
                <a:gd name="connsiteY733" fmla="*/ 575508 h 580995"/>
                <a:gd name="connsiteX734" fmla="*/ 289778 w 591813"/>
                <a:gd name="connsiteY734" fmla="*/ 575284 h 580995"/>
                <a:gd name="connsiteX735" fmla="*/ 290183 w 591813"/>
                <a:gd name="connsiteY735" fmla="*/ 575059 h 580995"/>
                <a:gd name="connsiteX736" fmla="*/ 290565 w 591813"/>
                <a:gd name="connsiteY736" fmla="*/ 574834 h 580995"/>
                <a:gd name="connsiteX737" fmla="*/ 290970 w 591813"/>
                <a:gd name="connsiteY737" fmla="*/ 574609 h 580995"/>
                <a:gd name="connsiteX738" fmla="*/ 291352 w 591813"/>
                <a:gd name="connsiteY738" fmla="*/ 574384 h 580995"/>
                <a:gd name="connsiteX739" fmla="*/ 291757 w 591813"/>
                <a:gd name="connsiteY739" fmla="*/ 574159 h 580995"/>
                <a:gd name="connsiteX740" fmla="*/ 292139 w 591813"/>
                <a:gd name="connsiteY740" fmla="*/ 573934 h 580995"/>
                <a:gd name="connsiteX741" fmla="*/ 292544 w 591813"/>
                <a:gd name="connsiteY741" fmla="*/ 573687 h 580995"/>
                <a:gd name="connsiteX742" fmla="*/ 292949 w 591813"/>
                <a:gd name="connsiteY742" fmla="*/ 573439 h 580995"/>
                <a:gd name="connsiteX743" fmla="*/ 293331 w 591813"/>
                <a:gd name="connsiteY743" fmla="*/ 573192 h 580995"/>
                <a:gd name="connsiteX744" fmla="*/ 293736 w 591813"/>
                <a:gd name="connsiteY744" fmla="*/ 572945 h 580995"/>
                <a:gd name="connsiteX745" fmla="*/ 294118 w 591813"/>
                <a:gd name="connsiteY745" fmla="*/ 572697 h 580995"/>
                <a:gd name="connsiteX746" fmla="*/ 294524 w 591813"/>
                <a:gd name="connsiteY746" fmla="*/ 572427 h 580995"/>
                <a:gd name="connsiteX747" fmla="*/ 294906 w 591813"/>
                <a:gd name="connsiteY747" fmla="*/ 572157 h 580995"/>
                <a:gd name="connsiteX748" fmla="*/ 295310 w 591813"/>
                <a:gd name="connsiteY748" fmla="*/ 571888 h 580995"/>
                <a:gd name="connsiteX749" fmla="*/ 295716 w 591813"/>
                <a:gd name="connsiteY749" fmla="*/ 571618 h 580995"/>
                <a:gd name="connsiteX750" fmla="*/ 296098 w 591813"/>
                <a:gd name="connsiteY750" fmla="*/ 571708 h 580995"/>
                <a:gd name="connsiteX751" fmla="*/ 296502 w 591813"/>
                <a:gd name="connsiteY751" fmla="*/ 572292 h 580995"/>
                <a:gd name="connsiteX752" fmla="*/ 296884 w 591813"/>
                <a:gd name="connsiteY752" fmla="*/ 572022 h 580995"/>
                <a:gd name="connsiteX753" fmla="*/ 297290 w 591813"/>
                <a:gd name="connsiteY753" fmla="*/ 571753 h 580995"/>
                <a:gd name="connsiteX754" fmla="*/ 297672 w 591813"/>
                <a:gd name="connsiteY754" fmla="*/ 571483 h 580995"/>
                <a:gd name="connsiteX755" fmla="*/ 298076 w 591813"/>
                <a:gd name="connsiteY755" fmla="*/ 571190 h 580995"/>
                <a:gd name="connsiteX756" fmla="*/ 298459 w 591813"/>
                <a:gd name="connsiteY756" fmla="*/ 570921 h 580995"/>
                <a:gd name="connsiteX757" fmla="*/ 298864 w 591813"/>
                <a:gd name="connsiteY757" fmla="*/ 570628 h 580995"/>
                <a:gd name="connsiteX758" fmla="*/ 299269 w 591813"/>
                <a:gd name="connsiteY758" fmla="*/ 570336 h 580995"/>
                <a:gd name="connsiteX759" fmla="*/ 299651 w 591813"/>
                <a:gd name="connsiteY759" fmla="*/ 570043 h 580995"/>
                <a:gd name="connsiteX760" fmla="*/ 300056 w 591813"/>
                <a:gd name="connsiteY760" fmla="*/ 569751 h 580995"/>
                <a:gd name="connsiteX761" fmla="*/ 300438 w 591813"/>
                <a:gd name="connsiteY761" fmla="*/ 569436 h 580995"/>
                <a:gd name="connsiteX762" fmla="*/ 300843 w 591813"/>
                <a:gd name="connsiteY762" fmla="*/ 569144 h 580995"/>
                <a:gd name="connsiteX763" fmla="*/ 301225 w 591813"/>
                <a:gd name="connsiteY763" fmla="*/ 568829 h 580995"/>
                <a:gd name="connsiteX764" fmla="*/ 301630 w 591813"/>
                <a:gd name="connsiteY764" fmla="*/ 568537 h 580995"/>
                <a:gd name="connsiteX765" fmla="*/ 302012 w 591813"/>
                <a:gd name="connsiteY765" fmla="*/ 568222 h 580995"/>
                <a:gd name="connsiteX766" fmla="*/ 302417 w 591813"/>
                <a:gd name="connsiteY766" fmla="*/ 567907 h 580995"/>
                <a:gd name="connsiteX767" fmla="*/ 302822 w 591813"/>
                <a:gd name="connsiteY767" fmla="*/ 567592 h 580995"/>
                <a:gd name="connsiteX768" fmla="*/ 303204 w 591813"/>
                <a:gd name="connsiteY768" fmla="*/ 567255 h 580995"/>
                <a:gd name="connsiteX769" fmla="*/ 303609 w 591813"/>
                <a:gd name="connsiteY769" fmla="*/ 566940 h 580995"/>
                <a:gd name="connsiteX770" fmla="*/ 303992 w 591813"/>
                <a:gd name="connsiteY770" fmla="*/ 566602 h 580995"/>
                <a:gd name="connsiteX771" fmla="*/ 304396 w 591813"/>
                <a:gd name="connsiteY771" fmla="*/ 566265 h 580995"/>
                <a:gd name="connsiteX772" fmla="*/ 304778 w 591813"/>
                <a:gd name="connsiteY772" fmla="*/ 565950 h 580995"/>
                <a:gd name="connsiteX773" fmla="*/ 305184 w 591813"/>
                <a:gd name="connsiteY773" fmla="*/ 565613 h 580995"/>
                <a:gd name="connsiteX774" fmla="*/ 305566 w 591813"/>
                <a:gd name="connsiteY774" fmla="*/ 565253 h 580995"/>
                <a:gd name="connsiteX775" fmla="*/ 305970 w 591813"/>
                <a:gd name="connsiteY775" fmla="*/ 564916 h 580995"/>
                <a:gd name="connsiteX776" fmla="*/ 306376 w 591813"/>
                <a:gd name="connsiteY776" fmla="*/ 564578 h 580995"/>
                <a:gd name="connsiteX777" fmla="*/ 306758 w 591813"/>
                <a:gd name="connsiteY777" fmla="*/ 564219 h 580995"/>
                <a:gd name="connsiteX778" fmla="*/ 307162 w 591813"/>
                <a:gd name="connsiteY778" fmla="*/ 563881 h 580995"/>
                <a:gd name="connsiteX779" fmla="*/ 307545 w 591813"/>
                <a:gd name="connsiteY779" fmla="*/ 563521 h 580995"/>
                <a:gd name="connsiteX780" fmla="*/ 307950 w 591813"/>
                <a:gd name="connsiteY780" fmla="*/ 563162 h 580995"/>
                <a:gd name="connsiteX781" fmla="*/ 308332 w 591813"/>
                <a:gd name="connsiteY781" fmla="*/ 562802 h 580995"/>
                <a:gd name="connsiteX782" fmla="*/ 308737 w 591813"/>
                <a:gd name="connsiteY782" fmla="*/ 562442 h 580995"/>
                <a:gd name="connsiteX783" fmla="*/ 309142 w 591813"/>
                <a:gd name="connsiteY783" fmla="*/ 562082 h 580995"/>
                <a:gd name="connsiteX784" fmla="*/ 309524 w 591813"/>
                <a:gd name="connsiteY784" fmla="*/ 561722 h 580995"/>
                <a:gd name="connsiteX785" fmla="*/ 309929 w 591813"/>
                <a:gd name="connsiteY785" fmla="*/ 561362 h 580995"/>
                <a:gd name="connsiteX786" fmla="*/ 310311 w 591813"/>
                <a:gd name="connsiteY786" fmla="*/ 560980 h 580995"/>
                <a:gd name="connsiteX787" fmla="*/ 310716 w 591813"/>
                <a:gd name="connsiteY787" fmla="*/ 560620 h 580995"/>
                <a:gd name="connsiteX788" fmla="*/ 311098 w 591813"/>
                <a:gd name="connsiteY788" fmla="*/ 560238 h 580995"/>
                <a:gd name="connsiteX789" fmla="*/ 311503 w 591813"/>
                <a:gd name="connsiteY789" fmla="*/ 559856 h 580995"/>
                <a:gd name="connsiteX790" fmla="*/ 311885 w 591813"/>
                <a:gd name="connsiteY790" fmla="*/ 559473 h 580995"/>
                <a:gd name="connsiteX791" fmla="*/ 312290 w 591813"/>
                <a:gd name="connsiteY791" fmla="*/ 559091 h 580995"/>
                <a:gd name="connsiteX792" fmla="*/ 312695 w 591813"/>
                <a:gd name="connsiteY792" fmla="*/ 558709 h 580995"/>
                <a:gd name="connsiteX793" fmla="*/ 313077 w 591813"/>
                <a:gd name="connsiteY793" fmla="*/ 558304 h 580995"/>
                <a:gd name="connsiteX794" fmla="*/ 313482 w 591813"/>
                <a:gd name="connsiteY794" fmla="*/ 557922 h 580995"/>
                <a:gd name="connsiteX795" fmla="*/ 313864 w 591813"/>
                <a:gd name="connsiteY795" fmla="*/ 557517 h 580995"/>
                <a:gd name="connsiteX796" fmla="*/ 314269 w 591813"/>
                <a:gd name="connsiteY796" fmla="*/ 557112 h 580995"/>
                <a:gd name="connsiteX797" fmla="*/ 314652 w 591813"/>
                <a:gd name="connsiteY797" fmla="*/ 556707 h 580995"/>
                <a:gd name="connsiteX798" fmla="*/ 315056 w 591813"/>
                <a:gd name="connsiteY798" fmla="*/ 556302 h 580995"/>
                <a:gd name="connsiteX799" fmla="*/ 315438 w 591813"/>
                <a:gd name="connsiteY799" fmla="*/ 555897 h 580995"/>
                <a:gd name="connsiteX800" fmla="*/ 315844 w 591813"/>
                <a:gd name="connsiteY800" fmla="*/ 555470 h 580995"/>
                <a:gd name="connsiteX801" fmla="*/ 316248 w 591813"/>
                <a:gd name="connsiteY801" fmla="*/ 555043 h 580995"/>
                <a:gd name="connsiteX802" fmla="*/ 316630 w 591813"/>
                <a:gd name="connsiteY802" fmla="*/ 554638 h 580995"/>
                <a:gd name="connsiteX803" fmla="*/ 317036 w 591813"/>
                <a:gd name="connsiteY803" fmla="*/ 554211 h 580995"/>
                <a:gd name="connsiteX804" fmla="*/ 317418 w 591813"/>
                <a:gd name="connsiteY804" fmla="*/ 553783 h 580995"/>
                <a:gd name="connsiteX805" fmla="*/ 317822 w 591813"/>
                <a:gd name="connsiteY805" fmla="*/ 553356 h 580995"/>
                <a:gd name="connsiteX806" fmla="*/ 318205 w 591813"/>
                <a:gd name="connsiteY806" fmla="*/ 552906 h 580995"/>
                <a:gd name="connsiteX807" fmla="*/ 318610 w 591813"/>
                <a:gd name="connsiteY807" fmla="*/ 552479 h 580995"/>
                <a:gd name="connsiteX808" fmla="*/ 318992 w 591813"/>
                <a:gd name="connsiteY808" fmla="*/ 552052 h 580995"/>
                <a:gd name="connsiteX809" fmla="*/ 319397 w 591813"/>
                <a:gd name="connsiteY809" fmla="*/ 551602 h 580995"/>
                <a:gd name="connsiteX810" fmla="*/ 319802 w 591813"/>
                <a:gd name="connsiteY810" fmla="*/ 551152 h 580995"/>
                <a:gd name="connsiteX811" fmla="*/ 320184 w 591813"/>
                <a:gd name="connsiteY811" fmla="*/ 550702 h 580995"/>
                <a:gd name="connsiteX812" fmla="*/ 320589 w 591813"/>
                <a:gd name="connsiteY812" fmla="*/ 550253 h 580995"/>
                <a:gd name="connsiteX813" fmla="*/ 320971 w 591813"/>
                <a:gd name="connsiteY813" fmla="*/ 549803 h 580995"/>
                <a:gd name="connsiteX814" fmla="*/ 321376 w 591813"/>
                <a:gd name="connsiteY814" fmla="*/ 549353 h 580995"/>
                <a:gd name="connsiteX815" fmla="*/ 321758 w 591813"/>
                <a:gd name="connsiteY815" fmla="*/ 548881 h 580995"/>
                <a:gd name="connsiteX816" fmla="*/ 322163 w 591813"/>
                <a:gd name="connsiteY816" fmla="*/ 548431 h 580995"/>
                <a:gd name="connsiteX817" fmla="*/ 322545 w 591813"/>
                <a:gd name="connsiteY817" fmla="*/ 547959 h 580995"/>
                <a:gd name="connsiteX818" fmla="*/ 322950 w 591813"/>
                <a:gd name="connsiteY818" fmla="*/ 547509 h 580995"/>
                <a:gd name="connsiteX819" fmla="*/ 323355 w 591813"/>
                <a:gd name="connsiteY819" fmla="*/ 547037 h 580995"/>
                <a:gd name="connsiteX820" fmla="*/ 323737 w 591813"/>
                <a:gd name="connsiteY820" fmla="*/ 546564 h 580995"/>
                <a:gd name="connsiteX821" fmla="*/ 324142 w 591813"/>
                <a:gd name="connsiteY821" fmla="*/ 546092 h 580995"/>
                <a:gd name="connsiteX822" fmla="*/ 324524 w 591813"/>
                <a:gd name="connsiteY822" fmla="*/ 545620 h 580995"/>
                <a:gd name="connsiteX823" fmla="*/ 324929 w 591813"/>
                <a:gd name="connsiteY823" fmla="*/ 545147 h 580995"/>
                <a:gd name="connsiteX824" fmla="*/ 325312 w 591813"/>
                <a:gd name="connsiteY824" fmla="*/ 544675 h 580995"/>
                <a:gd name="connsiteX825" fmla="*/ 325716 w 591813"/>
                <a:gd name="connsiteY825" fmla="*/ 544203 h 580995"/>
                <a:gd name="connsiteX826" fmla="*/ 326121 w 591813"/>
                <a:gd name="connsiteY826" fmla="*/ 543731 h 580995"/>
                <a:gd name="connsiteX827" fmla="*/ 326504 w 591813"/>
                <a:gd name="connsiteY827" fmla="*/ 543258 h 580995"/>
                <a:gd name="connsiteX828" fmla="*/ 326908 w 591813"/>
                <a:gd name="connsiteY828" fmla="*/ 542786 h 580995"/>
                <a:gd name="connsiteX829" fmla="*/ 327290 w 591813"/>
                <a:gd name="connsiteY829" fmla="*/ 542314 h 580995"/>
                <a:gd name="connsiteX830" fmla="*/ 327696 w 591813"/>
                <a:gd name="connsiteY830" fmla="*/ 541842 h 580995"/>
                <a:gd name="connsiteX831" fmla="*/ 328078 w 591813"/>
                <a:gd name="connsiteY831" fmla="*/ 541369 h 580995"/>
                <a:gd name="connsiteX832" fmla="*/ 328482 w 591813"/>
                <a:gd name="connsiteY832" fmla="*/ 540874 h 580995"/>
                <a:gd name="connsiteX833" fmla="*/ 328865 w 591813"/>
                <a:gd name="connsiteY833" fmla="*/ 540402 h 580995"/>
                <a:gd name="connsiteX834" fmla="*/ 329270 w 591813"/>
                <a:gd name="connsiteY834" fmla="*/ 539930 h 580995"/>
                <a:gd name="connsiteX835" fmla="*/ 329674 w 591813"/>
                <a:gd name="connsiteY835" fmla="*/ 539435 h 580995"/>
                <a:gd name="connsiteX836" fmla="*/ 330057 w 591813"/>
                <a:gd name="connsiteY836" fmla="*/ 538940 h 580995"/>
                <a:gd name="connsiteX837" fmla="*/ 330462 w 591813"/>
                <a:gd name="connsiteY837" fmla="*/ 538468 h 580995"/>
                <a:gd name="connsiteX838" fmla="*/ 330844 w 591813"/>
                <a:gd name="connsiteY838" fmla="*/ 537973 h 580995"/>
                <a:gd name="connsiteX839" fmla="*/ 331249 w 591813"/>
                <a:gd name="connsiteY839" fmla="*/ 537479 h 580995"/>
                <a:gd name="connsiteX840" fmla="*/ 331631 w 591813"/>
                <a:gd name="connsiteY840" fmla="*/ 536984 h 580995"/>
                <a:gd name="connsiteX841" fmla="*/ 332036 w 591813"/>
                <a:gd name="connsiteY841" fmla="*/ 536511 h 580995"/>
                <a:gd name="connsiteX842" fmla="*/ 332418 w 591813"/>
                <a:gd name="connsiteY842" fmla="*/ 536017 h 580995"/>
                <a:gd name="connsiteX843" fmla="*/ 332823 w 591813"/>
                <a:gd name="connsiteY843" fmla="*/ 535522 h 580995"/>
                <a:gd name="connsiteX844" fmla="*/ 333228 w 591813"/>
                <a:gd name="connsiteY844" fmla="*/ 535027 h 580995"/>
                <a:gd name="connsiteX845" fmla="*/ 333610 w 591813"/>
                <a:gd name="connsiteY845" fmla="*/ 534510 h 580995"/>
                <a:gd name="connsiteX846" fmla="*/ 334015 w 591813"/>
                <a:gd name="connsiteY846" fmla="*/ 534015 h 580995"/>
                <a:gd name="connsiteX847" fmla="*/ 334397 w 591813"/>
                <a:gd name="connsiteY847" fmla="*/ 533520 h 580995"/>
                <a:gd name="connsiteX848" fmla="*/ 334802 w 591813"/>
                <a:gd name="connsiteY848" fmla="*/ 533003 h 580995"/>
                <a:gd name="connsiteX849" fmla="*/ 335184 w 591813"/>
                <a:gd name="connsiteY849" fmla="*/ 532508 h 580995"/>
                <a:gd name="connsiteX850" fmla="*/ 335590 w 591813"/>
                <a:gd name="connsiteY850" fmla="*/ 531991 h 580995"/>
                <a:gd name="connsiteX851" fmla="*/ 335972 w 591813"/>
                <a:gd name="connsiteY851" fmla="*/ 531474 h 580995"/>
                <a:gd name="connsiteX852" fmla="*/ 336376 w 591813"/>
                <a:gd name="connsiteY852" fmla="*/ 530956 h 580995"/>
                <a:gd name="connsiteX853" fmla="*/ 336782 w 591813"/>
                <a:gd name="connsiteY853" fmla="*/ 530439 h 580995"/>
                <a:gd name="connsiteX854" fmla="*/ 337164 w 591813"/>
                <a:gd name="connsiteY854" fmla="*/ 529922 h 580995"/>
                <a:gd name="connsiteX855" fmla="*/ 337568 w 591813"/>
                <a:gd name="connsiteY855" fmla="*/ 529382 h 580995"/>
                <a:gd name="connsiteX856" fmla="*/ 337950 w 591813"/>
                <a:gd name="connsiteY856" fmla="*/ 528865 h 580995"/>
                <a:gd name="connsiteX857" fmla="*/ 338356 w 591813"/>
                <a:gd name="connsiteY857" fmla="*/ 528325 h 580995"/>
                <a:gd name="connsiteX858" fmla="*/ 338738 w 591813"/>
                <a:gd name="connsiteY858" fmla="*/ 527786 h 580995"/>
                <a:gd name="connsiteX859" fmla="*/ 339142 w 591813"/>
                <a:gd name="connsiteY859" fmla="*/ 527246 h 580995"/>
                <a:gd name="connsiteX860" fmla="*/ 339548 w 591813"/>
                <a:gd name="connsiteY860" fmla="*/ 526706 h 580995"/>
                <a:gd name="connsiteX861" fmla="*/ 339930 w 591813"/>
                <a:gd name="connsiteY861" fmla="*/ 526166 h 580995"/>
                <a:gd name="connsiteX862" fmla="*/ 340335 w 591813"/>
                <a:gd name="connsiteY862" fmla="*/ 525626 h 580995"/>
                <a:gd name="connsiteX863" fmla="*/ 340717 w 591813"/>
                <a:gd name="connsiteY863" fmla="*/ 525064 h 580995"/>
                <a:gd name="connsiteX864" fmla="*/ 341122 w 591813"/>
                <a:gd name="connsiteY864" fmla="*/ 524525 h 580995"/>
                <a:gd name="connsiteX865" fmla="*/ 341504 w 591813"/>
                <a:gd name="connsiteY865" fmla="*/ 523985 h 580995"/>
                <a:gd name="connsiteX866" fmla="*/ 341909 w 591813"/>
                <a:gd name="connsiteY866" fmla="*/ 523423 h 580995"/>
                <a:gd name="connsiteX867" fmla="*/ 342291 w 591813"/>
                <a:gd name="connsiteY867" fmla="*/ 522860 h 580995"/>
                <a:gd name="connsiteX868" fmla="*/ 342696 w 591813"/>
                <a:gd name="connsiteY868" fmla="*/ 522298 h 580995"/>
                <a:gd name="connsiteX869" fmla="*/ 343101 w 591813"/>
                <a:gd name="connsiteY869" fmla="*/ 521758 h 580995"/>
                <a:gd name="connsiteX870" fmla="*/ 343483 w 591813"/>
                <a:gd name="connsiteY870" fmla="*/ 521196 h 580995"/>
                <a:gd name="connsiteX871" fmla="*/ 343888 w 591813"/>
                <a:gd name="connsiteY871" fmla="*/ 520611 h 580995"/>
                <a:gd name="connsiteX872" fmla="*/ 344270 w 591813"/>
                <a:gd name="connsiteY872" fmla="*/ 520049 h 580995"/>
                <a:gd name="connsiteX873" fmla="*/ 344675 w 591813"/>
                <a:gd name="connsiteY873" fmla="*/ 519487 h 580995"/>
                <a:gd name="connsiteX874" fmla="*/ 345058 w 591813"/>
                <a:gd name="connsiteY874" fmla="*/ 518925 h 580995"/>
                <a:gd name="connsiteX875" fmla="*/ 345462 w 591813"/>
                <a:gd name="connsiteY875" fmla="*/ 518340 h 580995"/>
                <a:gd name="connsiteX876" fmla="*/ 345844 w 591813"/>
                <a:gd name="connsiteY876" fmla="*/ 517778 h 580995"/>
                <a:gd name="connsiteX877" fmla="*/ 346250 w 591813"/>
                <a:gd name="connsiteY877" fmla="*/ 517193 h 580995"/>
                <a:gd name="connsiteX878" fmla="*/ 346654 w 591813"/>
                <a:gd name="connsiteY878" fmla="*/ 516608 h 580995"/>
                <a:gd name="connsiteX879" fmla="*/ 347036 w 591813"/>
                <a:gd name="connsiteY879" fmla="*/ 516046 h 580995"/>
                <a:gd name="connsiteX880" fmla="*/ 347442 w 591813"/>
                <a:gd name="connsiteY880" fmla="*/ 515461 h 580995"/>
                <a:gd name="connsiteX881" fmla="*/ 347824 w 591813"/>
                <a:gd name="connsiteY881" fmla="*/ 514876 h 580995"/>
                <a:gd name="connsiteX882" fmla="*/ 348228 w 591813"/>
                <a:gd name="connsiteY882" fmla="*/ 514292 h 580995"/>
                <a:gd name="connsiteX883" fmla="*/ 348611 w 591813"/>
                <a:gd name="connsiteY883" fmla="*/ 513707 h 580995"/>
                <a:gd name="connsiteX884" fmla="*/ 349016 w 591813"/>
                <a:gd name="connsiteY884" fmla="*/ 513100 h 580995"/>
                <a:gd name="connsiteX885" fmla="*/ 349398 w 591813"/>
                <a:gd name="connsiteY885" fmla="*/ 512515 h 580995"/>
                <a:gd name="connsiteX886" fmla="*/ 349803 w 591813"/>
                <a:gd name="connsiteY886" fmla="*/ 511930 h 580995"/>
                <a:gd name="connsiteX887" fmla="*/ 350208 w 591813"/>
                <a:gd name="connsiteY887" fmla="*/ 511323 h 580995"/>
                <a:gd name="connsiteX888" fmla="*/ 350590 w 591813"/>
                <a:gd name="connsiteY888" fmla="*/ 510716 h 580995"/>
                <a:gd name="connsiteX889" fmla="*/ 350995 w 591813"/>
                <a:gd name="connsiteY889" fmla="*/ 510109 h 580995"/>
                <a:gd name="connsiteX890" fmla="*/ 351377 w 591813"/>
                <a:gd name="connsiteY890" fmla="*/ 509501 h 580995"/>
                <a:gd name="connsiteX891" fmla="*/ 351782 w 591813"/>
                <a:gd name="connsiteY891" fmla="*/ 508894 h 580995"/>
                <a:gd name="connsiteX892" fmla="*/ 352164 w 591813"/>
                <a:gd name="connsiteY892" fmla="*/ 508287 h 580995"/>
                <a:gd name="connsiteX893" fmla="*/ 352569 w 591813"/>
                <a:gd name="connsiteY893" fmla="*/ 507680 h 580995"/>
                <a:gd name="connsiteX894" fmla="*/ 352951 w 591813"/>
                <a:gd name="connsiteY894" fmla="*/ 507050 h 580995"/>
                <a:gd name="connsiteX895" fmla="*/ 353356 w 591813"/>
                <a:gd name="connsiteY895" fmla="*/ 506420 h 580995"/>
                <a:gd name="connsiteX896" fmla="*/ 353761 w 591813"/>
                <a:gd name="connsiteY896" fmla="*/ 505813 h 580995"/>
                <a:gd name="connsiteX897" fmla="*/ 354143 w 591813"/>
                <a:gd name="connsiteY897" fmla="*/ 505183 h 580995"/>
                <a:gd name="connsiteX898" fmla="*/ 354548 w 591813"/>
                <a:gd name="connsiteY898" fmla="*/ 504554 h 580995"/>
                <a:gd name="connsiteX899" fmla="*/ 354930 w 591813"/>
                <a:gd name="connsiteY899" fmla="*/ 503924 h 580995"/>
                <a:gd name="connsiteX900" fmla="*/ 355335 w 591813"/>
                <a:gd name="connsiteY900" fmla="*/ 503294 h 580995"/>
                <a:gd name="connsiteX901" fmla="*/ 355718 w 591813"/>
                <a:gd name="connsiteY901" fmla="*/ 502642 h 580995"/>
                <a:gd name="connsiteX902" fmla="*/ 356122 w 591813"/>
                <a:gd name="connsiteY902" fmla="*/ 502012 h 580995"/>
                <a:gd name="connsiteX903" fmla="*/ 356527 w 591813"/>
                <a:gd name="connsiteY903" fmla="*/ 501383 h 580995"/>
                <a:gd name="connsiteX904" fmla="*/ 356910 w 591813"/>
                <a:gd name="connsiteY904" fmla="*/ 500730 h 580995"/>
                <a:gd name="connsiteX905" fmla="*/ 357314 w 591813"/>
                <a:gd name="connsiteY905" fmla="*/ 500078 h 580995"/>
                <a:gd name="connsiteX906" fmla="*/ 357696 w 591813"/>
                <a:gd name="connsiteY906" fmla="*/ 499449 h 580995"/>
                <a:gd name="connsiteX907" fmla="*/ 358102 w 591813"/>
                <a:gd name="connsiteY907" fmla="*/ 498796 h 580995"/>
                <a:gd name="connsiteX908" fmla="*/ 358484 w 591813"/>
                <a:gd name="connsiteY908" fmla="*/ 498144 h 580995"/>
                <a:gd name="connsiteX909" fmla="*/ 358888 w 591813"/>
                <a:gd name="connsiteY909" fmla="*/ 497492 h 580995"/>
                <a:gd name="connsiteX910" fmla="*/ 359271 w 591813"/>
                <a:gd name="connsiteY910" fmla="*/ 496840 h 580995"/>
                <a:gd name="connsiteX911" fmla="*/ 359676 w 591813"/>
                <a:gd name="connsiteY911" fmla="*/ 496165 h 580995"/>
                <a:gd name="connsiteX912" fmla="*/ 360080 w 591813"/>
                <a:gd name="connsiteY912" fmla="*/ 495513 h 580995"/>
                <a:gd name="connsiteX913" fmla="*/ 360463 w 591813"/>
                <a:gd name="connsiteY913" fmla="*/ 494861 h 580995"/>
                <a:gd name="connsiteX914" fmla="*/ 360868 w 591813"/>
                <a:gd name="connsiteY914" fmla="*/ 494186 h 580995"/>
                <a:gd name="connsiteX915" fmla="*/ 361250 w 591813"/>
                <a:gd name="connsiteY915" fmla="*/ 493534 h 580995"/>
                <a:gd name="connsiteX916" fmla="*/ 361655 w 591813"/>
                <a:gd name="connsiteY916" fmla="*/ 492859 h 580995"/>
                <a:gd name="connsiteX917" fmla="*/ 362037 w 591813"/>
                <a:gd name="connsiteY917" fmla="*/ 492184 h 580995"/>
                <a:gd name="connsiteX918" fmla="*/ 362442 w 591813"/>
                <a:gd name="connsiteY918" fmla="*/ 491532 h 580995"/>
                <a:gd name="connsiteX919" fmla="*/ 362824 w 591813"/>
                <a:gd name="connsiteY919" fmla="*/ 490858 h 580995"/>
                <a:gd name="connsiteX920" fmla="*/ 363229 w 591813"/>
                <a:gd name="connsiteY920" fmla="*/ 490183 h 580995"/>
                <a:gd name="connsiteX921" fmla="*/ 363634 w 591813"/>
                <a:gd name="connsiteY921" fmla="*/ 489486 h 580995"/>
                <a:gd name="connsiteX922" fmla="*/ 364016 w 591813"/>
                <a:gd name="connsiteY922" fmla="*/ 488811 h 580995"/>
                <a:gd name="connsiteX923" fmla="*/ 364421 w 591813"/>
                <a:gd name="connsiteY923" fmla="*/ 488136 h 580995"/>
                <a:gd name="connsiteX924" fmla="*/ 364803 w 591813"/>
                <a:gd name="connsiteY924" fmla="*/ 487462 h 580995"/>
                <a:gd name="connsiteX925" fmla="*/ 365208 w 591813"/>
                <a:gd name="connsiteY925" fmla="*/ 486764 h 580995"/>
                <a:gd name="connsiteX926" fmla="*/ 365590 w 591813"/>
                <a:gd name="connsiteY926" fmla="*/ 486067 h 580995"/>
                <a:gd name="connsiteX927" fmla="*/ 365995 w 591813"/>
                <a:gd name="connsiteY927" fmla="*/ 485393 h 580995"/>
                <a:gd name="connsiteX928" fmla="*/ 366378 w 591813"/>
                <a:gd name="connsiteY928" fmla="*/ 484695 h 580995"/>
                <a:gd name="connsiteX929" fmla="*/ 366782 w 591813"/>
                <a:gd name="connsiteY929" fmla="*/ 484021 h 580995"/>
                <a:gd name="connsiteX930" fmla="*/ 367187 w 591813"/>
                <a:gd name="connsiteY930" fmla="*/ 483324 h 580995"/>
                <a:gd name="connsiteX931" fmla="*/ 367570 w 591813"/>
                <a:gd name="connsiteY931" fmla="*/ 482626 h 580995"/>
                <a:gd name="connsiteX932" fmla="*/ 367974 w 591813"/>
                <a:gd name="connsiteY932" fmla="*/ 481929 h 580995"/>
                <a:gd name="connsiteX933" fmla="*/ 368356 w 591813"/>
                <a:gd name="connsiteY933" fmla="*/ 481232 h 580995"/>
                <a:gd name="connsiteX934" fmla="*/ 368762 w 591813"/>
                <a:gd name="connsiteY934" fmla="*/ 480557 h 580995"/>
                <a:gd name="connsiteX935" fmla="*/ 369144 w 591813"/>
                <a:gd name="connsiteY935" fmla="*/ 479838 h 580995"/>
                <a:gd name="connsiteX936" fmla="*/ 369548 w 591813"/>
                <a:gd name="connsiteY936" fmla="*/ 479141 h 580995"/>
                <a:gd name="connsiteX937" fmla="*/ 369954 w 591813"/>
                <a:gd name="connsiteY937" fmla="*/ 478443 h 580995"/>
                <a:gd name="connsiteX938" fmla="*/ 370336 w 591813"/>
                <a:gd name="connsiteY938" fmla="*/ 477746 h 580995"/>
                <a:gd name="connsiteX939" fmla="*/ 370740 w 591813"/>
                <a:gd name="connsiteY939" fmla="*/ 477049 h 580995"/>
                <a:gd name="connsiteX940" fmla="*/ 371123 w 591813"/>
                <a:gd name="connsiteY940" fmla="*/ 476352 h 580995"/>
                <a:gd name="connsiteX941" fmla="*/ 371528 w 591813"/>
                <a:gd name="connsiteY941" fmla="*/ 475632 h 580995"/>
                <a:gd name="connsiteX942" fmla="*/ 371910 w 591813"/>
                <a:gd name="connsiteY942" fmla="*/ 474935 h 580995"/>
                <a:gd name="connsiteX943" fmla="*/ 372315 w 591813"/>
                <a:gd name="connsiteY943" fmla="*/ 474238 h 580995"/>
                <a:gd name="connsiteX944" fmla="*/ 372697 w 591813"/>
                <a:gd name="connsiteY944" fmla="*/ 473518 h 580995"/>
                <a:gd name="connsiteX945" fmla="*/ 373102 w 591813"/>
                <a:gd name="connsiteY945" fmla="*/ 472821 h 580995"/>
                <a:gd name="connsiteX946" fmla="*/ 373507 w 591813"/>
                <a:gd name="connsiteY946" fmla="*/ 472101 h 580995"/>
                <a:gd name="connsiteX947" fmla="*/ 373889 w 591813"/>
                <a:gd name="connsiteY947" fmla="*/ 471404 h 580995"/>
                <a:gd name="connsiteX948" fmla="*/ 374294 w 591813"/>
                <a:gd name="connsiteY948" fmla="*/ 470684 h 580995"/>
                <a:gd name="connsiteX949" fmla="*/ 374676 w 591813"/>
                <a:gd name="connsiteY949" fmla="*/ 469965 h 580995"/>
                <a:gd name="connsiteX950" fmla="*/ 375081 w 591813"/>
                <a:gd name="connsiteY950" fmla="*/ 469268 h 580995"/>
                <a:gd name="connsiteX951" fmla="*/ 375463 w 591813"/>
                <a:gd name="connsiteY951" fmla="*/ 468548 h 580995"/>
                <a:gd name="connsiteX952" fmla="*/ 375868 w 591813"/>
                <a:gd name="connsiteY952" fmla="*/ 467828 h 580995"/>
                <a:gd name="connsiteX953" fmla="*/ 376250 w 591813"/>
                <a:gd name="connsiteY953" fmla="*/ 467131 h 580995"/>
                <a:gd name="connsiteX954" fmla="*/ 376656 w 591813"/>
                <a:gd name="connsiteY954" fmla="*/ 466411 h 580995"/>
                <a:gd name="connsiteX955" fmla="*/ 377060 w 591813"/>
                <a:gd name="connsiteY955" fmla="*/ 465692 h 580995"/>
                <a:gd name="connsiteX956" fmla="*/ 377442 w 591813"/>
                <a:gd name="connsiteY956" fmla="*/ 464972 h 580995"/>
                <a:gd name="connsiteX957" fmla="*/ 377847 w 591813"/>
                <a:gd name="connsiteY957" fmla="*/ 464275 h 580995"/>
                <a:gd name="connsiteX958" fmla="*/ 378230 w 591813"/>
                <a:gd name="connsiteY958" fmla="*/ 463555 h 580995"/>
                <a:gd name="connsiteX959" fmla="*/ 378634 w 591813"/>
                <a:gd name="connsiteY959" fmla="*/ 462858 h 580995"/>
                <a:gd name="connsiteX960" fmla="*/ 379016 w 591813"/>
                <a:gd name="connsiteY960" fmla="*/ 462138 h 580995"/>
                <a:gd name="connsiteX961" fmla="*/ 379422 w 591813"/>
                <a:gd name="connsiteY961" fmla="*/ 461441 h 580995"/>
                <a:gd name="connsiteX962" fmla="*/ 379804 w 591813"/>
                <a:gd name="connsiteY962" fmla="*/ 460722 h 580995"/>
                <a:gd name="connsiteX963" fmla="*/ 380208 w 591813"/>
                <a:gd name="connsiteY963" fmla="*/ 460024 h 580995"/>
                <a:gd name="connsiteX964" fmla="*/ 380614 w 591813"/>
                <a:gd name="connsiteY964" fmla="*/ 459327 h 580995"/>
                <a:gd name="connsiteX965" fmla="*/ 380996 w 591813"/>
                <a:gd name="connsiteY965" fmla="*/ 458608 h 580995"/>
                <a:gd name="connsiteX966" fmla="*/ 381401 w 591813"/>
                <a:gd name="connsiteY966" fmla="*/ 457910 h 580995"/>
                <a:gd name="connsiteX967" fmla="*/ 381783 w 591813"/>
                <a:gd name="connsiteY967" fmla="*/ 457213 h 580995"/>
                <a:gd name="connsiteX968" fmla="*/ 382188 w 591813"/>
                <a:gd name="connsiteY968" fmla="*/ 456494 h 580995"/>
                <a:gd name="connsiteX969" fmla="*/ 382570 w 591813"/>
                <a:gd name="connsiteY969" fmla="*/ 455796 h 580995"/>
                <a:gd name="connsiteX970" fmla="*/ 382975 w 591813"/>
                <a:gd name="connsiteY970" fmla="*/ 455077 h 580995"/>
                <a:gd name="connsiteX971" fmla="*/ 383357 w 591813"/>
                <a:gd name="connsiteY971" fmla="*/ 454379 h 580995"/>
                <a:gd name="connsiteX972" fmla="*/ 383762 w 591813"/>
                <a:gd name="connsiteY972" fmla="*/ 453660 h 580995"/>
                <a:gd name="connsiteX973" fmla="*/ 384167 w 591813"/>
                <a:gd name="connsiteY973" fmla="*/ 452963 h 580995"/>
                <a:gd name="connsiteX974" fmla="*/ 384549 w 591813"/>
                <a:gd name="connsiteY974" fmla="*/ 452243 h 580995"/>
                <a:gd name="connsiteX975" fmla="*/ 384954 w 591813"/>
                <a:gd name="connsiteY975" fmla="*/ 451546 h 580995"/>
                <a:gd name="connsiteX976" fmla="*/ 385336 w 591813"/>
                <a:gd name="connsiteY976" fmla="*/ 450826 h 580995"/>
                <a:gd name="connsiteX977" fmla="*/ 385741 w 591813"/>
                <a:gd name="connsiteY977" fmla="*/ 450129 h 580995"/>
                <a:gd name="connsiteX978" fmla="*/ 386124 w 591813"/>
                <a:gd name="connsiteY978" fmla="*/ 449409 h 580995"/>
                <a:gd name="connsiteX979" fmla="*/ 386528 w 591813"/>
                <a:gd name="connsiteY979" fmla="*/ 448735 h 580995"/>
                <a:gd name="connsiteX980" fmla="*/ 386933 w 591813"/>
                <a:gd name="connsiteY980" fmla="*/ 448037 h 580995"/>
                <a:gd name="connsiteX981" fmla="*/ 387316 w 591813"/>
                <a:gd name="connsiteY981" fmla="*/ 447318 h 580995"/>
                <a:gd name="connsiteX982" fmla="*/ 387720 w 591813"/>
                <a:gd name="connsiteY982" fmla="*/ 446621 h 580995"/>
                <a:gd name="connsiteX983" fmla="*/ 388102 w 591813"/>
                <a:gd name="connsiteY983" fmla="*/ 445901 h 580995"/>
                <a:gd name="connsiteX984" fmla="*/ 388508 w 591813"/>
                <a:gd name="connsiteY984" fmla="*/ 445181 h 580995"/>
                <a:gd name="connsiteX985" fmla="*/ 388890 w 591813"/>
                <a:gd name="connsiteY985" fmla="*/ 444484 h 580995"/>
                <a:gd name="connsiteX986" fmla="*/ 389294 w 591813"/>
                <a:gd name="connsiteY986" fmla="*/ 443764 h 580995"/>
                <a:gd name="connsiteX987" fmla="*/ 389677 w 591813"/>
                <a:gd name="connsiteY987" fmla="*/ 443045 h 580995"/>
                <a:gd name="connsiteX988" fmla="*/ 390082 w 591813"/>
                <a:gd name="connsiteY988" fmla="*/ 442348 h 580995"/>
                <a:gd name="connsiteX989" fmla="*/ 390486 w 591813"/>
                <a:gd name="connsiteY989" fmla="*/ 441628 h 580995"/>
                <a:gd name="connsiteX990" fmla="*/ 390869 w 591813"/>
                <a:gd name="connsiteY990" fmla="*/ 440908 h 580995"/>
                <a:gd name="connsiteX991" fmla="*/ 391274 w 591813"/>
                <a:gd name="connsiteY991" fmla="*/ 440189 h 580995"/>
                <a:gd name="connsiteX992" fmla="*/ 391656 w 591813"/>
                <a:gd name="connsiteY992" fmla="*/ 439469 h 580995"/>
                <a:gd name="connsiteX993" fmla="*/ 392061 w 591813"/>
                <a:gd name="connsiteY993" fmla="*/ 438772 h 580995"/>
                <a:gd name="connsiteX994" fmla="*/ 392443 w 591813"/>
                <a:gd name="connsiteY994" fmla="*/ 438052 h 580995"/>
                <a:gd name="connsiteX995" fmla="*/ 392848 w 591813"/>
                <a:gd name="connsiteY995" fmla="*/ 437332 h 580995"/>
                <a:gd name="connsiteX996" fmla="*/ 393230 w 591813"/>
                <a:gd name="connsiteY996" fmla="*/ 436613 h 580995"/>
                <a:gd name="connsiteX997" fmla="*/ 393635 w 591813"/>
                <a:gd name="connsiteY997" fmla="*/ 435893 h 580995"/>
                <a:gd name="connsiteX998" fmla="*/ 394040 w 591813"/>
                <a:gd name="connsiteY998" fmla="*/ 435173 h 580995"/>
                <a:gd name="connsiteX999" fmla="*/ 394422 w 591813"/>
                <a:gd name="connsiteY999" fmla="*/ 434454 h 580995"/>
                <a:gd name="connsiteX1000" fmla="*/ 394827 w 591813"/>
                <a:gd name="connsiteY1000" fmla="*/ 433734 h 580995"/>
                <a:gd name="connsiteX1001" fmla="*/ 395209 w 591813"/>
                <a:gd name="connsiteY1001" fmla="*/ 433014 h 580995"/>
                <a:gd name="connsiteX1002" fmla="*/ 395614 w 591813"/>
                <a:gd name="connsiteY1002" fmla="*/ 432317 h 580995"/>
                <a:gd name="connsiteX1003" fmla="*/ 395996 w 591813"/>
                <a:gd name="connsiteY1003" fmla="*/ 431598 h 580995"/>
                <a:gd name="connsiteX1004" fmla="*/ 396401 w 591813"/>
                <a:gd name="connsiteY1004" fmla="*/ 430878 h 580995"/>
                <a:gd name="connsiteX1005" fmla="*/ 396784 w 591813"/>
                <a:gd name="connsiteY1005" fmla="*/ 430158 h 580995"/>
                <a:gd name="connsiteX1006" fmla="*/ 397188 w 591813"/>
                <a:gd name="connsiteY1006" fmla="*/ 429439 h 580995"/>
                <a:gd name="connsiteX1007" fmla="*/ 397593 w 591813"/>
                <a:gd name="connsiteY1007" fmla="*/ 428741 h 580995"/>
                <a:gd name="connsiteX1008" fmla="*/ 397976 w 591813"/>
                <a:gd name="connsiteY1008" fmla="*/ 428022 h 580995"/>
                <a:gd name="connsiteX1009" fmla="*/ 398380 w 591813"/>
                <a:gd name="connsiteY1009" fmla="*/ 427302 h 580995"/>
                <a:gd name="connsiteX1010" fmla="*/ 398762 w 591813"/>
                <a:gd name="connsiteY1010" fmla="*/ 426605 h 580995"/>
                <a:gd name="connsiteX1011" fmla="*/ 399168 w 591813"/>
                <a:gd name="connsiteY1011" fmla="*/ 425885 h 580995"/>
                <a:gd name="connsiteX1012" fmla="*/ 399550 w 591813"/>
                <a:gd name="connsiteY1012" fmla="*/ 425188 h 580995"/>
                <a:gd name="connsiteX1013" fmla="*/ 399954 w 591813"/>
                <a:gd name="connsiteY1013" fmla="*/ 424491 h 580995"/>
                <a:gd name="connsiteX1014" fmla="*/ 400359 w 591813"/>
                <a:gd name="connsiteY1014" fmla="*/ 423771 h 580995"/>
                <a:gd name="connsiteX1015" fmla="*/ 400742 w 591813"/>
                <a:gd name="connsiteY1015" fmla="*/ 423074 h 580995"/>
                <a:gd name="connsiteX1016" fmla="*/ 401146 w 591813"/>
                <a:gd name="connsiteY1016" fmla="*/ 422377 h 580995"/>
                <a:gd name="connsiteX1017" fmla="*/ 401529 w 591813"/>
                <a:gd name="connsiteY1017" fmla="*/ 421702 h 580995"/>
                <a:gd name="connsiteX1018" fmla="*/ 401934 w 591813"/>
                <a:gd name="connsiteY1018" fmla="*/ 421005 h 580995"/>
                <a:gd name="connsiteX1019" fmla="*/ 402316 w 591813"/>
                <a:gd name="connsiteY1019" fmla="*/ 420308 h 580995"/>
                <a:gd name="connsiteX1020" fmla="*/ 402721 w 591813"/>
                <a:gd name="connsiteY1020" fmla="*/ 419633 h 580995"/>
                <a:gd name="connsiteX1021" fmla="*/ 403103 w 591813"/>
                <a:gd name="connsiteY1021" fmla="*/ 418936 h 580995"/>
                <a:gd name="connsiteX1022" fmla="*/ 403485 w 591813"/>
                <a:gd name="connsiteY1022" fmla="*/ 418261 h 580995"/>
                <a:gd name="connsiteX1023" fmla="*/ 403913 w 591813"/>
                <a:gd name="connsiteY1023" fmla="*/ 417564 h 580995"/>
                <a:gd name="connsiteX1024" fmla="*/ 404295 w 591813"/>
                <a:gd name="connsiteY1024" fmla="*/ 416889 h 580995"/>
                <a:gd name="connsiteX1025" fmla="*/ 404677 w 591813"/>
                <a:gd name="connsiteY1025" fmla="*/ 416215 h 580995"/>
                <a:gd name="connsiteX1026" fmla="*/ 405060 w 591813"/>
                <a:gd name="connsiteY1026" fmla="*/ 415517 h 580995"/>
                <a:gd name="connsiteX1027" fmla="*/ 405464 w 591813"/>
                <a:gd name="connsiteY1027" fmla="*/ 414843 h 580995"/>
                <a:gd name="connsiteX1028" fmla="*/ 405847 w 591813"/>
                <a:gd name="connsiteY1028" fmla="*/ 414168 h 580995"/>
                <a:gd name="connsiteX1029" fmla="*/ 406252 w 591813"/>
                <a:gd name="connsiteY1029" fmla="*/ 413493 h 580995"/>
                <a:gd name="connsiteX1030" fmla="*/ 406634 w 591813"/>
                <a:gd name="connsiteY1030" fmla="*/ 412819 h 580995"/>
                <a:gd name="connsiteX1031" fmla="*/ 407039 w 591813"/>
                <a:gd name="connsiteY1031" fmla="*/ 412144 h 580995"/>
                <a:gd name="connsiteX1032" fmla="*/ 407444 w 591813"/>
                <a:gd name="connsiteY1032" fmla="*/ 411469 h 580995"/>
                <a:gd name="connsiteX1033" fmla="*/ 407826 w 591813"/>
                <a:gd name="connsiteY1033" fmla="*/ 410795 h 580995"/>
                <a:gd name="connsiteX1034" fmla="*/ 408230 w 591813"/>
                <a:gd name="connsiteY1034" fmla="*/ 410120 h 580995"/>
                <a:gd name="connsiteX1035" fmla="*/ 408613 w 591813"/>
                <a:gd name="connsiteY1035" fmla="*/ 409468 h 580995"/>
                <a:gd name="connsiteX1036" fmla="*/ 409018 w 591813"/>
                <a:gd name="connsiteY1036" fmla="*/ 408793 h 580995"/>
                <a:gd name="connsiteX1037" fmla="*/ 409400 w 591813"/>
                <a:gd name="connsiteY1037" fmla="*/ 408118 h 580995"/>
                <a:gd name="connsiteX1038" fmla="*/ 409805 w 591813"/>
                <a:gd name="connsiteY1038" fmla="*/ 407444 h 580995"/>
                <a:gd name="connsiteX1039" fmla="*/ 410187 w 591813"/>
                <a:gd name="connsiteY1039" fmla="*/ 406792 h 580995"/>
                <a:gd name="connsiteX1040" fmla="*/ 410592 w 591813"/>
                <a:gd name="connsiteY1040" fmla="*/ 406117 h 580995"/>
                <a:gd name="connsiteX1041" fmla="*/ 410997 w 591813"/>
                <a:gd name="connsiteY1041" fmla="*/ 405442 h 580995"/>
                <a:gd name="connsiteX1042" fmla="*/ 411379 w 591813"/>
                <a:gd name="connsiteY1042" fmla="*/ 404767 h 580995"/>
                <a:gd name="connsiteX1043" fmla="*/ 411784 w 591813"/>
                <a:gd name="connsiteY1043" fmla="*/ 404115 h 580995"/>
                <a:gd name="connsiteX1044" fmla="*/ 412166 w 591813"/>
                <a:gd name="connsiteY1044" fmla="*/ 403441 h 580995"/>
                <a:gd name="connsiteX1045" fmla="*/ 412571 w 591813"/>
                <a:gd name="connsiteY1045" fmla="*/ 402788 h 580995"/>
                <a:gd name="connsiteX1046" fmla="*/ 412953 w 591813"/>
                <a:gd name="connsiteY1046" fmla="*/ 402114 h 580995"/>
                <a:gd name="connsiteX1047" fmla="*/ 413358 w 591813"/>
                <a:gd name="connsiteY1047" fmla="*/ 401462 h 580995"/>
                <a:gd name="connsiteX1048" fmla="*/ 413741 w 591813"/>
                <a:gd name="connsiteY1048" fmla="*/ 400787 h 580995"/>
                <a:gd name="connsiteX1049" fmla="*/ 414145 w 591813"/>
                <a:gd name="connsiteY1049" fmla="*/ 400135 h 580995"/>
                <a:gd name="connsiteX1050" fmla="*/ 414550 w 591813"/>
                <a:gd name="connsiteY1050" fmla="*/ 399482 h 580995"/>
                <a:gd name="connsiteX1051" fmla="*/ 414933 w 591813"/>
                <a:gd name="connsiteY1051" fmla="*/ 398808 h 580995"/>
                <a:gd name="connsiteX1052" fmla="*/ 415337 w 591813"/>
                <a:gd name="connsiteY1052" fmla="*/ 398156 h 580995"/>
                <a:gd name="connsiteX1053" fmla="*/ 415720 w 591813"/>
                <a:gd name="connsiteY1053" fmla="*/ 397503 h 580995"/>
                <a:gd name="connsiteX1054" fmla="*/ 416124 w 591813"/>
                <a:gd name="connsiteY1054" fmla="*/ 396851 h 580995"/>
                <a:gd name="connsiteX1055" fmla="*/ 416507 w 591813"/>
                <a:gd name="connsiteY1055" fmla="*/ 396199 h 580995"/>
                <a:gd name="connsiteX1056" fmla="*/ 416912 w 591813"/>
                <a:gd name="connsiteY1056" fmla="*/ 395547 h 580995"/>
                <a:gd name="connsiteX1057" fmla="*/ 417316 w 591813"/>
                <a:gd name="connsiteY1057" fmla="*/ 394895 h 580995"/>
                <a:gd name="connsiteX1058" fmla="*/ 417699 w 591813"/>
                <a:gd name="connsiteY1058" fmla="*/ 394242 h 580995"/>
                <a:gd name="connsiteX1059" fmla="*/ 418104 w 591813"/>
                <a:gd name="connsiteY1059" fmla="*/ 393590 h 580995"/>
                <a:gd name="connsiteX1060" fmla="*/ 418486 w 591813"/>
                <a:gd name="connsiteY1060" fmla="*/ 392915 h 580995"/>
                <a:gd name="connsiteX1061" fmla="*/ 418890 w 591813"/>
                <a:gd name="connsiteY1061" fmla="*/ 392263 h 580995"/>
                <a:gd name="connsiteX1062" fmla="*/ 419273 w 591813"/>
                <a:gd name="connsiteY1062" fmla="*/ 391611 h 580995"/>
                <a:gd name="connsiteX1063" fmla="*/ 419678 w 591813"/>
                <a:gd name="connsiteY1063" fmla="*/ 390959 h 580995"/>
                <a:gd name="connsiteX1064" fmla="*/ 420060 w 591813"/>
                <a:gd name="connsiteY1064" fmla="*/ 390307 h 580995"/>
                <a:gd name="connsiteX1065" fmla="*/ 420465 w 591813"/>
                <a:gd name="connsiteY1065" fmla="*/ 389654 h 580995"/>
                <a:gd name="connsiteX1066" fmla="*/ 420870 w 591813"/>
                <a:gd name="connsiteY1066" fmla="*/ 389002 h 580995"/>
                <a:gd name="connsiteX1067" fmla="*/ 421252 w 591813"/>
                <a:gd name="connsiteY1067" fmla="*/ 388328 h 580995"/>
                <a:gd name="connsiteX1068" fmla="*/ 421657 w 591813"/>
                <a:gd name="connsiteY1068" fmla="*/ 387675 h 580995"/>
                <a:gd name="connsiteX1069" fmla="*/ 422039 w 591813"/>
                <a:gd name="connsiteY1069" fmla="*/ 387023 h 580995"/>
                <a:gd name="connsiteX1070" fmla="*/ 422444 w 591813"/>
                <a:gd name="connsiteY1070" fmla="*/ 386349 h 580995"/>
                <a:gd name="connsiteX1071" fmla="*/ 422826 w 591813"/>
                <a:gd name="connsiteY1071" fmla="*/ 385696 h 580995"/>
                <a:gd name="connsiteX1072" fmla="*/ 423231 w 591813"/>
                <a:gd name="connsiteY1072" fmla="*/ 385044 h 580995"/>
                <a:gd name="connsiteX1073" fmla="*/ 423613 w 591813"/>
                <a:gd name="connsiteY1073" fmla="*/ 384369 h 580995"/>
                <a:gd name="connsiteX1074" fmla="*/ 424018 w 591813"/>
                <a:gd name="connsiteY1074" fmla="*/ 383717 h 580995"/>
                <a:gd name="connsiteX1075" fmla="*/ 424423 w 591813"/>
                <a:gd name="connsiteY1075" fmla="*/ 383043 h 580995"/>
                <a:gd name="connsiteX1076" fmla="*/ 424806 w 591813"/>
                <a:gd name="connsiteY1076" fmla="*/ 382368 h 580995"/>
                <a:gd name="connsiteX1077" fmla="*/ 425210 w 591813"/>
                <a:gd name="connsiteY1077" fmla="*/ 381716 h 580995"/>
                <a:gd name="connsiteX1078" fmla="*/ 425593 w 591813"/>
                <a:gd name="connsiteY1078" fmla="*/ 381041 h 580995"/>
                <a:gd name="connsiteX1079" fmla="*/ 425998 w 591813"/>
                <a:gd name="connsiteY1079" fmla="*/ 380366 h 580995"/>
                <a:gd name="connsiteX1080" fmla="*/ 426380 w 591813"/>
                <a:gd name="connsiteY1080" fmla="*/ 379714 h 580995"/>
                <a:gd name="connsiteX1081" fmla="*/ 426784 w 591813"/>
                <a:gd name="connsiteY1081" fmla="*/ 379039 h 580995"/>
                <a:gd name="connsiteX1082" fmla="*/ 427167 w 591813"/>
                <a:gd name="connsiteY1082" fmla="*/ 378365 h 580995"/>
                <a:gd name="connsiteX1083" fmla="*/ 427572 w 591813"/>
                <a:gd name="connsiteY1083" fmla="*/ 377713 h 580995"/>
                <a:gd name="connsiteX1084" fmla="*/ 427976 w 591813"/>
                <a:gd name="connsiteY1084" fmla="*/ 377038 h 580995"/>
                <a:gd name="connsiteX1085" fmla="*/ 428359 w 591813"/>
                <a:gd name="connsiteY1085" fmla="*/ 376363 h 580995"/>
                <a:gd name="connsiteX1086" fmla="*/ 428764 w 591813"/>
                <a:gd name="connsiteY1086" fmla="*/ 375711 h 580995"/>
                <a:gd name="connsiteX1087" fmla="*/ 429146 w 591813"/>
                <a:gd name="connsiteY1087" fmla="*/ 375036 h 580995"/>
                <a:gd name="connsiteX1088" fmla="*/ 429551 w 591813"/>
                <a:gd name="connsiteY1088" fmla="*/ 374362 h 580995"/>
                <a:gd name="connsiteX1089" fmla="*/ 429933 w 591813"/>
                <a:gd name="connsiteY1089" fmla="*/ 373709 h 580995"/>
                <a:gd name="connsiteX1090" fmla="*/ 430338 w 591813"/>
                <a:gd name="connsiteY1090" fmla="*/ 373035 h 580995"/>
                <a:gd name="connsiteX1091" fmla="*/ 430720 w 591813"/>
                <a:gd name="connsiteY1091" fmla="*/ 372360 h 580995"/>
                <a:gd name="connsiteX1092" fmla="*/ 431125 w 591813"/>
                <a:gd name="connsiteY1092" fmla="*/ 371708 h 580995"/>
                <a:gd name="connsiteX1093" fmla="*/ 431530 w 591813"/>
                <a:gd name="connsiteY1093" fmla="*/ 371033 h 580995"/>
                <a:gd name="connsiteX1094" fmla="*/ 431912 w 591813"/>
                <a:gd name="connsiteY1094" fmla="*/ 370358 h 580995"/>
                <a:gd name="connsiteX1095" fmla="*/ 432317 w 591813"/>
                <a:gd name="connsiteY1095" fmla="*/ 369706 h 580995"/>
                <a:gd name="connsiteX1096" fmla="*/ 432699 w 591813"/>
                <a:gd name="connsiteY1096" fmla="*/ 369032 h 580995"/>
                <a:gd name="connsiteX1097" fmla="*/ 433104 w 591813"/>
                <a:gd name="connsiteY1097" fmla="*/ 368357 h 580995"/>
                <a:gd name="connsiteX1098" fmla="*/ 433487 w 591813"/>
                <a:gd name="connsiteY1098" fmla="*/ 367705 h 580995"/>
                <a:gd name="connsiteX1099" fmla="*/ 433891 w 591813"/>
                <a:gd name="connsiteY1099" fmla="*/ 367030 h 580995"/>
                <a:gd name="connsiteX1100" fmla="*/ 434296 w 591813"/>
                <a:gd name="connsiteY1100" fmla="*/ 366355 h 580995"/>
                <a:gd name="connsiteX1101" fmla="*/ 434678 w 591813"/>
                <a:gd name="connsiteY1101" fmla="*/ 365681 h 580995"/>
                <a:gd name="connsiteX1102" fmla="*/ 435083 w 591813"/>
                <a:gd name="connsiteY1102" fmla="*/ 365028 h 580995"/>
                <a:gd name="connsiteX1103" fmla="*/ 435466 w 591813"/>
                <a:gd name="connsiteY1103" fmla="*/ 364354 h 580995"/>
                <a:gd name="connsiteX1104" fmla="*/ 435870 w 591813"/>
                <a:gd name="connsiteY1104" fmla="*/ 363679 h 580995"/>
                <a:gd name="connsiteX1105" fmla="*/ 436253 w 591813"/>
                <a:gd name="connsiteY1105" fmla="*/ 363027 h 580995"/>
                <a:gd name="connsiteX1106" fmla="*/ 436658 w 591813"/>
                <a:gd name="connsiteY1106" fmla="*/ 362352 h 580995"/>
                <a:gd name="connsiteX1107" fmla="*/ 437040 w 591813"/>
                <a:gd name="connsiteY1107" fmla="*/ 361700 h 580995"/>
                <a:gd name="connsiteX1108" fmla="*/ 437444 w 591813"/>
                <a:gd name="connsiteY1108" fmla="*/ 361048 h 580995"/>
                <a:gd name="connsiteX1109" fmla="*/ 437850 w 591813"/>
                <a:gd name="connsiteY1109" fmla="*/ 360373 h 580995"/>
                <a:gd name="connsiteX1110" fmla="*/ 438232 w 591813"/>
                <a:gd name="connsiteY1110" fmla="*/ 359721 h 580995"/>
                <a:gd name="connsiteX1111" fmla="*/ 438636 w 591813"/>
                <a:gd name="connsiteY1111" fmla="*/ 359091 h 580995"/>
                <a:gd name="connsiteX1112" fmla="*/ 439019 w 591813"/>
                <a:gd name="connsiteY1112" fmla="*/ 358439 h 580995"/>
                <a:gd name="connsiteX1113" fmla="*/ 439424 w 591813"/>
                <a:gd name="connsiteY1113" fmla="*/ 357787 h 580995"/>
                <a:gd name="connsiteX1114" fmla="*/ 439806 w 591813"/>
                <a:gd name="connsiteY1114" fmla="*/ 357157 h 580995"/>
                <a:gd name="connsiteX1115" fmla="*/ 440211 w 591813"/>
                <a:gd name="connsiteY1115" fmla="*/ 356505 h 580995"/>
                <a:gd name="connsiteX1116" fmla="*/ 440593 w 591813"/>
                <a:gd name="connsiteY1116" fmla="*/ 355875 h 580995"/>
                <a:gd name="connsiteX1117" fmla="*/ 440998 w 591813"/>
                <a:gd name="connsiteY1117" fmla="*/ 355245 h 580995"/>
                <a:gd name="connsiteX1118" fmla="*/ 441403 w 591813"/>
                <a:gd name="connsiteY1118" fmla="*/ 354616 h 580995"/>
                <a:gd name="connsiteX1119" fmla="*/ 441785 w 591813"/>
                <a:gd name="connsiteY1119" fmla="*/ 353986 h 580995"/>
                <a:gd name="connsiteX1120" fmla="*/ 442190 w 591813"/>
                <a:gd name="connsiteY1120" fmla="*/ 353356 h 580995"/>
                <a:gd name="connsiteX1121" fmla="*/ 442572 w 591813"/>
                <a:gd name="connsiteY1121" fmla="*/ 352727 h 580995"/>
                <a:gd name="connsiteX1122" fmla="*/ 442977 w 591813"/>
                <a:gd name="connsiteY1122" fmla="*/ 352119 h 580995"/>
                <a:gd name="connsiteX1123" fmla="*/ 443359 w 591813"/>
                <a:gd name="connsiteY1123" fmla="*/ 351490 h 580995"/>
                <a:gd name="connsiteX1124" fmla="*/ 443764 w 591813"/>
                <a:gd name="connsiteY1124" fmla="*/ 350882 h 580995"/>
                <a:gd name="connsiteX1125" fmla="*/ 444147 w 591813"/>
                <a:gd name="connsiteY1125" fmla="*/ 350253 h 580995"/>
                <a:gd name="connsiteX1126" fmla="*/ 444551 w 591813"/>
                <a:gd name="connsiteY1126" fmla="*/ 349645 h 580995"/>
                <a:gd name="connsiteX1127" fmla="*/ 444956 w 591813"/>
                <a:gd name="connsiteY1127" fmla="*/ 349016 h 580995"/>
                <a:gd name="connsiteX1128" fmla="*/ 445338 w 591813"/>
                <a:gd name="connsiteY1128" fmla="*/ 348409 h 580995"/>
                <a:gd name="connsiteX1129" fmla="*/ 445743 w 591813"/>
                <a:gd name="connsiteY1129" fmla="*/ 347801 h 580995"/>
                <a:gd name="connsiteX1130" fmla="*/ 446126 w 591813"/>
                <a:gd name="connsiteY1130" fmla="*/ 347194 h 580995"/>
                <a:gd name="connsiteX1131" fmla="*/ 446530 w 591813"/>
                <a:gd name="connsiteY1131" fmla="*/ 346587 h 580995"/>
                <a:gd name="connsiteX1132" fmla="*/ 446913 w 591813"/>
                <a:gd name="connsiteY1132" fmla="*/ 345980 h 580995"/>
                <a:gd name="connsiteX1133" fmla="*/ 447318 w 591813"/>
                <a:gd name="connsiteY1133" fmla="*/ 345372 h 580995"/>
                <a:gd name="connsiteX1134" fmla="*/ 447722 w 591813"/>
                <a:gd name="connsiteY1134" fmla="*/ 344765 h 580995"/>
                <a:gd name="connsiteX1135" fmla="*/ 448105 w 591813"/>
                <a:gd name="connsiteY1135" fmla="*/ 344181 h 580995"/>
                <a:gd name="connsiteX1136" fmla="*/ 448510 w 591813"/>
                <a:gd name="connsiteY1136" fmla="*/ 343573 h 580995"/>
                <a:gd name="connsiteX1137" fmla="*/ 448892 w 591813"/>
                <a:gd name="connsiteY1137" fmla="*/ 342989 h 580995"/>
                <a:gd name="connsiteX1138" fmla="*/ 449296 w 591813"/>
                <a:gd name="connsiteY1138" fmla="*/ 342381 h 580995"/>
                <a:gd name="connsiteX1139" fmla="*/ 449679 w 591813"/>
                <a:gd name="connsiteY1139" fmla="*/ 341797 h 580995"/>
                <a:gd name="connsiteX1140" fmla="*/ 450084 w 591813"/>
                <a:gd name="connsiteY1140" fmla="*/ 341212 h 580995"/>
                <a:gd name="connsiteX1141" fmla="*/ 450466 w 591813"/>
                <a:gd name="connsiteY1141" fmla="*/ 340605 h 580995"/>
                <a:gd name="connsiteX1142" fmla="*/ 450871 w 591813"/>
                <a:gd name="connsiteY1142" fmla="*/ 340020 h 580995"/>
                <a:gd name="connsiteX1143" fmla="*/ 451276 w 591813"/>
                <a:gd name="connsiteY1143" fmla="*/ 339435 h 580995"/>
                <a:gd name="connsiteX1144" fmla="*/ 451658 w 591813"/>
                <a:gd name="connsiteY1144" fmla="*/ 338851 h 580995"/>
                <a:gd name="connsiteX1145" fmla="*/ 452063 w 591813"/>
                <a:gd name="connsiteY1145" fmla="*/ 338266 h 580995"/>
                <a:gd name="connsiteX1146" fmla="*/ 452445 w 591813"/>
                <a:gd name="connsiteY1146" fmla="*/ 337681 h 580995"/>
                <a:gd name="connsiteX1147" fmla="*/ 452850 w 591813"/>
                <a:gd name="connsiteY1147" fmla="*/ 337096 h 580995"/>
                <a:gd name="connsiteX1148" fmla="*/ 453232 w 591813"/>
                <a:gd name="connsiteY1148" fmla="*/ 336512 h 580995"/>
                <a:gd name="connsiteX1149" fmla="*/ 453637 w 591813"/>
                <a:gd name="connsiteY1149" fmla="*/ 335904 h 580995"/>
                <a:gd name="connsiteX1150" fmla="*/ 454019 w 591813"/>
                <a:gd name="connsiteY1150" fmla="*/ 335320 h 580995"/>
                <a:gd name="connsiteX1151" fmla="*/ 454424 w 591813"/>
                <a:gd name="connsiteY1151" fmla="*/ 334735 h 580995"/>
                <a:gd name="connsiteX1152" fmla="*/ 454829 w 591813"/>
                <a:gd name="connsiteY1152" fmla="*/ 334150 h 580995"/>
                <a:gd name="connsiteX1153" fmla="*/ 455211 w 591813"/>
                <a:gd name="connsiteY1153" fmla="*/ 333565 h 580995"/>
                <a:gd name="connsiteX1154" fmla="*/ 455616 w 591813"/>
                <a:gd name="connsiteY1154" fmla="*/ 332981 h 580995"/>
                <a:gd name="connsiteX1155" fmla="*/ 455998 w 591813"/>
                <a:gd name="connsiteY1155" fmla="*/ 332396 h 580995"/>
                <a:gd name="connsiteX1156" fmla="*/ 456403 w 591813"/>
                <a:gd name="connsiteY1156" fmla="*/ 331811 h 580995"/>
                <a:gd name="connsiteX1157" fmla="*/ 456786 w 591813"/>
                <a:gd name="connsiteY1157" fmla="*/ 331227 h 580995"/>
                <a:gd name="connsiteX1158" fmla="*/ 457190 w 591813"/>
                <a:gd name="connsiteY1158" fmla="*/ 330642 h 580995"/>
                <a:gd name="connsiteX1159" fmla="*/ 457573 w 591813"/>
                <a:gd name="connsiteY1159" fmla="*/ 330057 h 580995"/>
                <a:gd name="connsiteX1160" fmla="*/ 457978 w 591813"/>
                <a:gd name="connsiteY1160" fmla="*/ 329472 h 580995"/>
                <a:gd name="connsiteX1161" fmla="*/ 458382 w 591813"/>
                <a:gd name="connsiteY1161" fmla="*/ 328910 h 580995"/>
                <a:gd name="connsiteX1162" fmla="*/ 458765 w 591813"/>
                <a:gd name="connsiteY1162" fmla="*/ 328325 h 580995"/>
                <a:gd name="connsiteX1163" fmla="*/ 459170 w 591813"/>
                <a:gd name="connsiteY1163" fmla="*/ 327763 h 580995"/>
                <a:gd name="connsiteX1164" fmla="*/ 459552 w 591813"/>
                <a:gd name="connsiteY1164" fmla="*/ 327178 h 580995"/>
                <a:gd name="connsiteX1165" fmla="*/ 459956 w 591813"/>
                <a:gd name="connsiteY1165" fmla="*/ 326594 h 580995"/>
                <a:gd name="connsiteX1166" fmla="*/ 460339 w 591813"/>
                <a:gd name="connsiteY1166" fmla="*/ 326031 h 580995"/>
                <a:gd name="connsiteX1167" fmla="*/ 460744 w 591813"/>
                <a:gd name="connsiteY1167" fmla="*/ 325447 h 580995"/>
                <a:gd name="connsiteX1168" fmla="*/ 461126 w 591813"/>
                <a:gd name="connsiteY1168" fmla="*/ 324862 h 580995"/>
                <a:gd name="connsiteX1169" fmla="*/ 461531 w 591813"/>
                <a:gd name="connsiteY1169" fmla="*/ 324300 h 580995"/>
                <a:gd name="connsiteX1170" fmla="*/ 461936 w 591813"/>
                <a:gd name="connsiteY1170" fmla="*/ 323715 h 580995"/>
                <a:gd name="connsiteX1171" fmla="*/ 462318 w 591813"/>
                <a:gd name="connsiteY1171" fmla="*/ 323153 h 580995"/>
                <a:gd name="connsiteX1172" fmla="*/ 462723 w 591813"/>
                <a:gd name="connsiteY1172" fmla="*/ 322568 h 580995"/>
                <a:gd name="connsiteX1173" fmla="*/ 463105 w 591813"/>
                <a:gd name="connsiteY1173" fmla="*/ 322006 h 580995"/>
                <a:gd name="connsiteX1174" fmla="*/ 463510 w 591813"/>
                <a:gd name="connsiteY1174" fmla="*/ 321421 h 580995"/>
                <a:gd name="connsiteX1175" fmla="*/ 463892 w 591813"/>
                <a:gd name="connsiteY1175" fmla="*/ 320859 h 580995"/>
                <a:gd name="connsiteX1176" fmla="*/ 464297 w 591813"/>
                <a:gd name="connsiteY1176" fmla="*/ 320274 h 580995"/>
                <a:gd name="connsiteX1177" fmla="*/ 464702 w 591813"/>
                <a:gd name="connsiteY1177" fmla="*/ 319712 h 580995"/>
                <a:gd name="connsiteX1178" fmla="*/ 465084 w 591813"/>
                <a:gd name="connsiteY1178" fmla="*/ 319127 h 580995"/>
                <a:gd name="connsiteX1179" fmla="*/ 465489 w 591813"/>
                <a:gd name="connsiteY1179" fmla="*/ 318565 h 580995"/>
                <a:gd name="connsiteX1180" fmla="*/ 465872 w 591813"/>
                <a:gd name="connsiteY1180" fmla="*/ 318003 h 580995"/>
                <a:gd name="connsiteX1181" fmla="*/ 466276 w 591813"/>
                <a:gd name="connsiteY1181" fmla="*/ 317440 h 580995"/>
                <a:gd name="connsiteX1182" fmla="*/ 466659 w 591813"/>
                <a:gd name="connsiteY1182" fmla="*/ 316856 h 580995"/>
                <a:gd name="connsiteX1183" fmla="*/ 467064 w 591813"/>
                <a:gd name="connsiteY1183" fmla="*/ 316293 h 580995"/>
                <a:gd name="connsiteX1184" fmla="*/ 467446 w 591813"/>
                <a:gd name="connsiteY1184" fmla="*/ 315731 h 580995"/>
                <a:gd name="connsiteX1185" fmla="*/ 467850 w 591813"/>
                <a:gd name="connsiteY1185" fmla="*/ 315191 h 580995"/>
                <a:gd name="connsiteX1186" fmla="*/ 468256 w 591813"/>
                <a:gd name="connsiteY1186" fmla="*/ 314629 h 580995"/>
                <a:gd name="connsiteX1187" fmla="*/ 468638 w 591813"/>
                <a:gd name="connsiteY1187" fmla="*/ 314067 h 580995"/>
                <a:gd name="connsiteX1188" fmla="*/ 469042 w 591813"/>
                <a:gd name="connsiteY1188" fmla="*/ 313505 h 580995"/>
                <a:gd name="connsiteX1189" fmla="*/ 469425 w 591813"/>
                <a:gd name="connsiteY1189" fmla="*/ 312965 h 580995"/>
                <a:gd name="connsiteX1190" fmla="*/ 469830 w 591813"/>
                <a:gd name="connsiteY1190" fmla="*/ 312403 h 580995"/>
                <a:gd name="connsiteX1191" fmla="*/ 470212 w 591813"/>
                <a:gd name="connsiteY1191" fmla="*/ 311863 h 580995"/>
                <a:gd name="connsiteX1192" fmla="*/ 470617 w 591813"/>
                <a:gd name="connsiteY1192" fmla="*/ 311301 h 580995"/>
                <a:gd name="connsiteX1193" fmla="*/ 470999 w 591813"/>
                <a:gd name="connsiteY1193" fmla="*/ 310761 h 580995"/>
                <a:gd name="connsiteX1194" fmla="*/ 471404 w 591813"/>
                <a:gd name="connsiteY1194" fmla="*/ 310221 h 580995"/>
                <a:gd name="connsiteX1195" fmla="*/ 471809 w 591813"/>
                <a:gd name="connsiteY1195" fmla="*/ 309682 h 580995"/>
                <a:gd name="connsiteX1196" fmla="*/ 472191 w 591813"/>
                <a:gd name="connsiteY1196" fmla="*/ 309142 h 580995"/>
                <a:gd name="connsiteX1197" fmla="*/ 472596 w 591813"/>
                <a:gd name="connsiteY1197" fmla="*/ 308602 h 580995"/>
                <a:gd name="connsiteX1198" fmla="*/ 472978 w 591813"/>
                <a:gd name="connsiteY1198" fmla="*/ 308062 h 580995"/>
                <a:gd name="connsiteX1199" fmla="*/ 473383 w 591813"/>
                <a:gd name="connsiteY1199" fmla="*/ 307523 h 580995"/>
                <a:gd name="connsiteX1200" fmla="*/ 473765 w 591813"/>
                <a:gd name="connsiteY1200" fmla="*/ 306983 h 580995"/>
                <a:gd name="connsiteX1201" fmla="*/ 474170 w 591813"/>
                <a:gd name="connsiteY1201" fmla="*/ 306466 h 580995"/>
                <a:gd name="connsiteX1202" fmla="*/ 474552 w 591813"/>
                <a:gd name="connsiteY1202" fmla="*/ 305926 h 580995"/>
                <a:gd name="connsiteX1203" fmla="*/ 474957 w 591813"/>
                <a:gd name="connsiteY1203" fmla="*/ 305408 h 580995"/>
                <a:gd name="connsiteX1204" fmla="*/ 475362 w 591813"/>
                <a:gd name="connsiteY1204" fmla="*/ 304869 h 580995"/>
                <a:gd name="connsiteX1205" fmla="*/ 475744 w 591813"/>
                <a:gd name="connsiteY1205" fmla="*/ 304351 h 580995"/>
                <a:gd name="connsiteX1206" fmla="*/ 476149 w 591813"/>
                <a:gd name="connsiteY1206" fmla="*/ 303834 h 580995"/>
                <a:gd name="connsiteX1207" fmla="*/ 476532 w 591813"/>
                <a:gd name="connsiteY1207" fmla="*/ 303317 h 580995"/>
                <a:gd name="connsiteX1208" fmla="*/ 476936 w 591813"/>
                <a:gd name="connsiteY1208" fmla="*/ 302800 h 580995"/>
                <a:gd name="connsiteX1209" fmla="*/ 477319 w 591813"/>
                <a:gd name="connsiteY1209" fmla="*/ 302282 h 580995"/>
                <a:gd name="connsiteX1210" fmla="*/ 477724 w 591813"/>
                <a:gd name="connsiteY1210" fmla="*/ 301765 h 580995"/>
                <a:gd name="connsiteX1211" fmla="*/ 478128 w 591813"/>
                <a:gd name="connsiteY1211" fmla="*/ 301270 h 580995"/>
                <a:gd name="connsiteX1212" fmla="*/ 478510 w 591813"/>
                <a:gd name="connsiteY1212" fmla="*/ 300753 h 580995"/>
                <a:gd name="connsiteX1213" fmla="*/ 478916 w 591813"/>
                <a:gd name="connsiteY1213" fmla="*/ 300236 h 580995"/>
                <a:gd name="connsiteX1214" fmla="*/ 479298 w 591813"/>
                <a:gd name="connsiteY1214" fmla="*/ 299741 h 580995"/>
                <a:gd name="connsiteX1215" fmla="*/ 479702 w 591813"/>
                <a:gd name="connsiteY1215" fmla="*/ 299246 h 580995"/>
                <a:gd name="connsiteX1216" fmla="*/ 480085 w 591813"/>
                <a:gd name="connsiteY1216" fmla="*/ 298729 h 580995"/>
                <a:gd name="connsiteX1217" fmla="*/ 480490 w 591813"/>
                <a:gd name="connsiteY1217" fmla="*/ 298234 h 580995"/>
                <a:gd name="connsiteX1218" fmla="*/ 480872 w 591813"/>
                <a:gd name="connsiteY1218" fmla="*/ 297740 h 580995"/>
                <a:gd name="connsiteX1219" fmla="*/ 481277 w 591813"/>
                <a:gd name="connsiteY1219" fmla="*/ 297245 h 580995"/>
                <a:gd name="connsiteX1220" fmla="*/ 481682 w 591813"/>
                <a:gd name="connsiteY1220" fmla="*/ 296728 h 580995"/>
                <a:gd name="connsiteX1221" fmla="*/ 482064 w 591813"/>
                <a:gd name="connsiteY1221" fmla="*/ 296233 h 580995"/>
                <a:gd name="connsiteX1222" fmla="*/ 482469 w 591813"/>
                <a:gd name="connsiteY1222" fmla="*/ 295715 h 580995"/>
                <a:gd name="connsiteX1223" fmla="*/ 482851 w 591813"/>
                <a:gd name="connsiteY1223" fmla="*/ 295221 h 580995"/>
                <a:gd name="connsiteX1224" fmla="*/ 483256 w 591813"/>
                <a:gd name="connsiteY1224" fmla="*/ 294703 h 580995"/>
                <a:gd name="connsiteX1225" fmla="*/ 483638 w 591813"/>
                <a:gd name="connsiteY1225" fmla="*/ 294209 h 580995"/>
                <a:gd name="connsiteX1226" fmla="*/ 484043 w 591813"/>
                <a:gd name="connsiteY1226" fmla="*/ 293714 h 580995"/>
                <a:gd name="connsiteX1227" fmla="*/ 484425 w 591813"/>
                <a:gd name="connsiteY1227" fmla="*/ 293197 h 580995"/>
                <a:gd name="connsiteX1228" fmla="*/ 484830 w 591813"/>
                <a:gd name="connsiteY1228" fmla="*/ 292702 h 580995"/>
                <a:gd name="connsiteX1229" fmla="*/ 485235 w 591813"/>
                <a:gd name="connsiteY1229" fmla="*/ 292207 h 580995"/>
                <a:gd name="connsiteX1230" fmla="*/ 485617 w 591813"/>
                <a:gd name="connsiteY1230" fmla="*/ 291690 h 580995"/>
                <a:gd name="connsiteX1231" fmla="*/ 486022 w 591813"/>
                <a:gd name="connsiteY1231" fmla="*/ 291195 h 580995"/>
                <a:gd name="connsiteX1232" fmla="*/ 486404 w 591813"/>
                <a:gd name="connsiteY1232" fmla="*/ 290678 h 580995"/>
                <a:gd name="connsiteX1233" fmla="*/ 486809 w 591813"/>
                <a:gd name="connsiteY1233" fmla="*/ 290183 h 580995"/>
                <a:gd name="connsiteX1234" fmla="*/ 487192 w 591813"/>
                <a:gd name="connsiteY1234" fmla="*/ 289688 h 580995"/>
                <a:gd name="connsiteX1235" fmla="*/ 487596 w 591813"/>
                <a:gd name="connsiteY1235" fmla="*/ 289171 h 580995"/>
                <a:gd name="connsiteX1236" fmla="*/ 487979 w 591813"/>
                <a:gd name="connsiteY1236" fmla="*/ 288676 h 580995"/>
                <a:gd name="connsiteX1237" fmla="*/ 488384 w 591813"/>
                <a:gd name="connsiteY1237" fmla="*/ 288182 h 580995"/>
                <a:gd name="connsiteX1238" fmla="*/ 488788 w 591813"/>
                <a:gd name="connsiteY1238" fmla="*/ 287664 h 580995"/>
                <a:gd name="connsiteX1239" fmla="*/ 489170 w 591813"/>
                <a:gd name="connsiteY1239" fmla="*/ 287169 h 580995"/>
                <a:gd name="connsiteX1240" fmla="*/ 489576 w 591813"/>
                <a:gd name="connsiteY1240" fmla="*/ 286675 h 580995"/>
                <a:gd name="connsiteX1241" fmla="*/ 489958 w 591813"/>
                <a:gd name="connsiteY1241" fmla="*/ 286157 h 580995"/>
                <a:gd name="connsiteX1242" fmla="*/ 490362 w 591813"/>
                <a:gd name="connsiteY1242" fmla="*/ 285663 h 580995"/>
                <a:gd name="connsiteX1243" fmla="*/ 490745 w 591813"/>
                <a:gd name="connsiteY1243" fmla="*/ 285168 h 580995"/>
                <a:gd name="connsiteX1244" fmla="*/ 491150 w 591813"/>
                <a:gd name="connsiteY1244" fmla="*/ 284651 h 580995"/>
                <a:gd name="connsiteX1245" fmla="*/ 491532 w 591813"/>
                <a:gd name="connsiteY1245" fmla="*/ 284156 h 580995"/>
                <a:gd name="connsiteX1246" fmla="*/ 491937 w 591813"/>
                <a:gd name="connsiteY1246" fmla="*/ 283661 h 580995"/>
                <a:gd name="connsiteX1247" fmla="*/ 492342 w 591813"/>
                <a:gd name="connsiteY1247" fmla="*/ 283144 h 580995"/>
                <a:gd name="connsiteX1248" fmla="*/ 492724 w 591813"/>
                <a:gd name="connsiteY1248" fmla="*/ 282649 h 580995"/>
                <a:gd name="connsiteX1249" fmla="*/ 493129 w 591813"/>
                <a:gd name="connsiteY1249" fmla="*/ 282154 h 580995"/>
                <a:gd name="connsiteX1250" fmla="*/ 493511 w 591813"/>
                <a:gd name="connsiteY1250" fmla="*/ 281637 h 580995"/>
                <a:gd name="connsiteX1251" fmla="*/ 493916 w 591813"/>
                <a:gd name="connsiteY1251" fmla="*/ 281142 h 580995"/>
                <a:gd name="connsiteX1252" fmla="*/ 494298 w 591813"/>
                <a:gd name="connsiteY1252" fmla="*/ 280647 h 580995"/>
                <a:gd name="connsiteX1253" fmla="*/ 494703 w 591813"/>
                <a:gd name="connsiteY1253" fmla="*/ 280153 h 580995"/>
                <a:gd name="connsiteX1254" fmla="*/ 495108 w 591813"/>
                <a:gd name="connsiteY1254" fmla="*/ 279658 h 580995"/>
                <a:gd name="connsiteX1255" fmla="*/ 495490 w 591813"/>
                <a:gd name="connsiteY1255" fmla="*/ 279163 h 580995"/>
                <a:gd name="connsiteX1256" fmla="*/ 495895 w 591813"/>
                <a:gd name="connsiteY1256" fmla="*/ 278668 h 580995"/>
                <a:gd name="connsiteX1257" fmla="*/ 496277 w 591813"/>
                <a:gd name="connsiteY1257" fmla="*/ 278174 h 580995"/>
                <a:gd name="connsiteX1258" fmla="*/ 496682 w 591813"/>
                <a:gd name="connsiteY1258" fmla="*/ 277679 h 580995"/>
                <a:gd name="connsiteX1259" fmla="*/ 497064 w 591813"/>
                <a:gd name="connsiteY1259" fmla="*/ 277184 h 580995"/>
                <a:gd name="connsiteX1260" fmla="*/ 497469 w 591813"/>
                <a:gd name="connsiteY1260" fmla="*/ 276689 h 580995"/>
                <a:gd name="connsiteX1261" fmla="*/ 497852 w 591813"/>
                <a:gd name="connsiteY1261" fmla="*/ 276195 h 580995"/>
                <a:gd name="connsiteX1262" fmla="*/ 498256 w 591813"/>
                <a:gd name="connsiteY1262" fmla="*/ 275700 h 580995"/>
                <a:gd name="connsiteX1263" fmla="*/ 498662 w 591813"/>
                <a:gd name="connsiteY1263" fmla="*/ 275205 h 580995"/>
                <a:gd name="connsiteX1264" fmla="*/ 499044 w 591813"/>
                <a:gd name="connsiteY1264" fmla="*/ 274710 h 580995"/>
                <a:gd name="connsiteX1265" fmla="*/ 499448 w 591813"/>
                <a:gd name="connsiteY1265" fmla="*/ 274215 h 580995"/>
                <a:gd name="connsiteX1266" fmla="*/ 499831 w 591813"/>
                <a:gd name="connsiteY1266" fmla="*/ 273743 h 580995"/>
                <a:gd name="connsiteX1267" fmla="*/ 500236 w 591813"/>
                <a:gd name="connsiteY1267" fmla="*/ 273248 h 580995"/>
                <a:gd name="connsiteX1268" fmla="*/ 500618 w 591813"/>
                <a:gd name="connsiteY1268" fmla="*/ 272776 h 580995"/>
                <a:gd name="connsiteX1269" fmla="*/ 501022 w 591813"/>
                <a:gd name="connsiteY1269" fmla="*/ 272281 h 580995"/>
                <a:gd name="connsiteX1270" fmla="*/ 501405 w 591813"/>
                <a:gd name="connsiteY1270" fmla="*/ 271809 h 580995"/>
                <a:gd name="connsiteX1271" fmla="*/ 501810 w 591813"/>
                <a:gd name="connsiteY1271" fmla="*/ 271337 h 580995"/>
                <a:gd name="connsiteX1272" fmla="*/ 502214 w 591813"/>
                <a:gd name="connsiteY1272" fmla="*/ 270842 h 580995"/>
                <a:gd name="connsiteX1273" fmla="*/ 502597 w 591813"/>
                <a:gd name="connsiteY1273" fmla="*/ 270370 h 580995"/>
                <a:gd name="connsiteX1274" fmla="*/ 503002 w 591813"/>
                <a:gd name="connsiteY1274" fmla="*/ 269897 h 580995"/>
                <a:gd name="connsiteX1275" fmla="*/ 503384 w 591813"/>
                <a:gd name="connsiteY1275" fmla="*/ 269425 h 580995"/>
                <a:gd name="connsiteX1276" fmla="*/ 503789 w 591813"/>
                <a:gd name="connsiteY1276" fmla="*/ 268953 h 580995"/>
                <a:gd name="connsiteX1277" fmla="*/ 504171 w 591813"/>
                <a:gd name="connsiteY1277" fmla="*/ 268481 h 580995"/>
                <a:gd name="connsiteX1278" fmla="*/ 504576 w 591813"/>
                <a:gd name="connsiteY1278" fmla="*/ 268008 h 580995"/>
                <a:gd name="connsiteX1279" fmla="*/ 504958 w 591813"/>
                <a:gd name="connsiteY1279" fmla="*/ 267536 h 580995"/>
                <a:gd name="connsiteX1280" fmla="*/ 505363 w 591813"/>
                <a:gd name="connsiteY1280" fmla="*/ 267086 h 580995"/>
                <a:gd name="connsiteX1281" fmla="*/ 505768 w 591813"/>
                <a:gd name="connsiteY1281" fmla="*/ 266614 h 580995"/>
                <a:gd name="connsiteX1282" fmla="*/ 506150 w 591813"/>
                <a:gd name="connsiteY1282" fmla="*/ 266142 h 580995"/>
                <a:gd name="connsiteX1283" fmla="*/ 506555 w 591813"/>
                <a:gd name="connsiteY1283" fmla="*/ 265669 h 580995"/>
                <a:gd name="connsiteX1284" fmla="*/ 506938 w 591813"/>
                <a:gd name="connsiteY1284" fmla="*/ 265197 h 580995"/>
                <a:gd name="connsiteX1285" fmla="*/ 507342 w 591813"/>
                <a:gd name="connsiteY1285" fmla="*/ 264725 h 580995"/>
                <a:gd name="connsiteX1286" fmla="*/ 507724 w 591813"/>
                <a:gd name="connsiteY1286" fmla="*/ 264253 h 580995"/>
                <a:gd name="connsiteX1287" fmla="*/ 508130 w 591813"/>
                <a:gd name="connsiteY1287" fmla="*/ 263780 h 580995"/>
                <a:gd name="connsiteX1288" fmla="*/ 508534 w 591813"/>
                <a:gd name="connsiteY1288" fmla="*/ 263308 h 580995"/>
                <a:gd name="connsiteX1289" fmla="*/ 508916 w 591813"/>
                <a:gd name="connsiteY1289" fmla="*/ 262836 h 580995"/>
                <a:gd name="connsiteX1290" fmla="*/ 509322 w 591813"/>
                <a:gd name="connsiteY1290" fmla="*/ 262363 h 580995"/>
                <a:gd name="connsiteX1291" fmla="*/ 509704 w 591813"/>
                <a:gd name="connsiteY1291" fmla="*/ 261914 h 580995"/>
                <a:gd name="connsiteX1292" fmla="*/ 510108 w 591813"/>
                <a:gd name="connsiteY1292" fmla="*/ 261441 h 580995"/>
                <a:gd name="connsiteX1293" fmla="*/ 510491 w 591813"/>
                <a:gd name="connsiteY1293" fmla="*/ 260969 h 580995"/>
                <a:gd name="connsiteX1294" fmla="*/ 510896 w 591813"/>
                <a:gd name="connsiteY1294" fmla="*/ 260519 h 580995"/>
                <a:gd name="connsiteX1295" fmla="*/ 511278 w 591813"/>
                <a:gd name="connsiteY1295" fmla="*/ 260070 h 580995"/>
                <a:gd name="connsiteX1296" fmla="*/ 511683 w 591813"/>
                <a:gd name="connsiteY1296" fmla="*/ 259597 h 580995"/>
                <a:gd name="connsiteX1297" fmla="*/ 512088 w 591813"/>
                <a:gd name="connsiteY1297" fmla="*/ 259147 h 580995"/>
                <a:gd name="connsiteX1298" fmla="*/ 512470 w 591813"/>
                <a:gd name="connsiteY1298" fmla="*/ 258698 h 580995"/>
                <a:gd name="connsiteX1299" fmla="*/ 512875 w 591813"/>
                <a:gd name="connsiteY1299" fmla="*/ 258248 h 580995"/>
                <a:gd name="connsiteX1300" fmla="*/ 513257 w 591813"/>
                <a:gd name="connsiteY1300" fmla="*/ 257776 h 580995"/>
                <a:gd name="connsiteX1301" fmla="*/ 513662 w 591813"/>
                <a:gd name="connsiteY1301" fmla="*/ 257326 h 580995"/>
                <a:gd name="connsiteX1302" fmla="*/ 514044 w 591813"/>
                <a:gd name="connsiteY1302" fmla="*/ 256876 h 580995"/>
                <a:gd name="connsiteX1303" fmla="*/ 514449 w 591813"/>
                <a:gd name="connsiteY1303" fmla="*/ 256449 h 580995"/>
                <a:gd name="connsiteX1304" fmla="*/ 514831 w 591813"/>
                <a:gd name="connsiteY1304" fmla="*/ 255999 h 580995"/>
                <a:gd name="connsiteX1305" fmla="*/ 515236 w 591813"/>
                <a:gd name="connsiteY1305" fmla="*/ 255549 h 580995"/>
                <a:gd name="connsiteX1306" fmla="*/ 515641 w 591813"/>
                <a:gd name="connsiteY1306" fmla="*/ 255099 h 580995"/>
                <a:gd name="connsiteX1307" fmla="*/ 516023 w 591813"/>
                <a:gd name="connsiteY1307" fmla="*/ 254650 h 580995"/>
                <a:gd name="connsiteX1308" fmla="*/ 516428 w 591813"/>
                <a:gd name="connsiteY1308" fmla="*/ 254222 h 580995"/>
                <a:gd name="connsiteX1309" fmla="*/ 516810 w 591813"/>
                <a:gd name="connsiteY1309" fmla="*/ 253772 h 580995"/>
                <a:gd name="connsiteX1310" fmla="*/ 517215 w 591813"/>
                <a:gd name="connsiteY1310" fmla="*/ 253345 h 580995"/>
                <a:gd name="connsiteX1311" fmla="*/ 517598 w 591813"/>
                <a:gd name="connsiteY1311" fmla="*/ 252918 h 580995"/>
                <a:gd name="connsiteX1312" fmla="*/ 518002 w 591813"/>
                <a:gd name="connsiteY1312" fmla="*/ 252491 h 580995"/>
                <a:gd name="connsiteX1313" fmla="*/ 518385 w 591813"/>
                <a:gd name="connsiteY1313" fmla="*/ 252063 h 580995"/>
                <a:gd name="connsiteX1314" fmla="*/ 518790 w 591813"/>
                <a:gd name="connsiteY1314" fmla="*/ 251636 h 580995"/>
                <a:gd name="connsiteX1315" fmla="*/ 519194 w 591813"/>
                <a:gd name="connsiteY1315" fmla="*/ 251209 h 580995"/>
                <a:gd name="connsiteX1316" fmla="*/ 519576 w 591813"/>
                <a:gd name="connsiteY1316" fmla="*/ 250781 h 580995"/>
                <a:gd name="connsiteX1317" fmla="*/ 519982 w 591813"/>
                <a:gd name="connsiteY1317" fmla="*/ 250354 h 580995"/>
                <a:gd name="connsiteX1318" fmla="*/ 520364 w 591813"/>
                <a:gd name="connsiteY1318" fmla="*/ 249927 h 580995"/>
                <a:gd name="connsiteX1319" fmla="*/ 520768 w 591813"/>
                <a:gd name="connsiteY1319" fmla="*/ 249522 h 580995"/>
                <a:gd name="connsiteX1320" fmla="*/ 521151 w 591813"/>
                <a:gd name="connsiteY1320" fmla="*/ 249095 h 580995"/>
                <a:gd name="connsiteX1321" fmla="*/ 521556 w 591813"/>
                <a:gd name="connsiteY1321" fmla="*/ 248667 h 580995"/>
                <a:gd name="connsiteX1322" fmla="*/ 521938 w 591813"/>
                <a:gd name="connsiteY1322" fmla="*/ 248262 h 580995"/>
                <a:gd name="connsiteX1323" fmla="*/ 522343 w 591813"/>
                <a:gd name="connsiteY1323" fmla="*/ 247835 h 580995"/>
                <a:gd name="connsiteX1324" fmla="*/ 522748 w 591813"/>
                <a:gd name="connsiteY1324" fmla="*/ 247408 h 580995"/>
                <a:gd name="connsiteX1325" fmla="*/ 523107 w 591813"/>
                <a:gd name="connsiteY1325" fmla="*/ 247003 h 580995"/>
                <a:gd name="connsiteX1326" fmla="*/ 523535 w 591813"/>
                <a:gd name="connsiteY1326" fmla="*/ 246576 h 580995"/>
                <a:gd name="connsiteX1327" fmla="*/ 523895 w 591813"/>
                <a:gd name="connsiteY1327" fmla="*/ 246171 h 580995"/>
                <a:gd name="connsiteX1328" fmla="*/ 524299 w 591813"/>
                <a:gd name="connsiteY1328" fmla="*/ 245766 h 580995"/>
                <a:gd name="connsiteX1329" fmla="*/ 524682 w 591813"/>
                <a:gd name="connsiteY1329" fmla="*/ 245339 h 580995"/>
                <a:gd name="connsiteX1330" fmla="*/ 525087 w 591813"/>
                <a:gd name="connsiteY1330" fmla="*/ 244934 h 580995"/>
                <a:gd name="connsiteX1331" fmla="*/ 525491 w 591813"/>
                <a:gd name="connsiteY1331" fmla="*/ 244529 h 580995"/>
                <a:gd name="connsiteX1332" fmla="*/ 525874 w 591813"/>
                <a:gd name="connsiteY1332" fmla="*/ 244124 h 580995"/>
                <a:gd name="connsiteX1333" fmla="*/ 526278 w 591813"/>
                <a:gd name="connsiteY1333" fmla="*/ 243720 h 580995"/>
                <a:gd name="connsiteX1334" fmla="*/ 526661 w 591813"/>
                <a:gd name="connsiteY1334" fmla="*/ 243315 h 580995"/>
                <a:gd name="connsiteX1335" fmla="*/ 527066 w 591813"/>
                <a:gd name="connsiteY1335" fmla="*/ 242910 h 580995"/>
                <a:gd name="connsiteX1336" fmla="*/ 527448 w 591813"/>
                <a:gd name="connsiteY1336" fmla="*/ 242505 h 580995"/>
                <a:gd name="connsiteX1337" fmla="*/ 527853 w 591813"/>
                <a:gd name="connsiteY1337" fmla="*/ 242123 h 580995"/>
                <a:gd name="connsiteX1338" fmla="*/ 528235 w 591813"/>
                <a:gd name="connsiteY1338" fmla="*/ 241718 h 580995"/>
                <a:gd name="connsiteX1339" fmla="*/ 528640 w 591813"/>
                <a:gd name="connsiteY1339" fmla="*/ 241313 h 580995"/>
                <a:gd name="connsiteX1340" fmla="*/ 529045 w 591813"/>
                <a:gd name="connsiteY1340" fmla="*/ 240931 h 580995"/>
                <a:gd name="connsiteX1341" fmla="*/ 529427 w 591813"/>
                <a:gd name="connsiteY1341" fmla="*/ 240526 h 580995"/>
                <a:gd name="connsiteX1342" fmla="*/ 529832 w 591813"/>
                <a:gd name="connsiteY1342" fmla="*/ 240144 h 580995"/>
                <a:gd name="connsiteX1343" fmla="*/ 530214 w 591813"/>
                <a:gd name="connsiteY1343" fmla="*/ 239761 h 580995"/>
                <a:gd name="connsiteX1344" fmla="*/ 530619 w 591813"/>
                <a:gd name="connsiteY1344" fmla="*/ 239357 h 580995"/>
                <a:gd name="connsiteX1345" fmla="*/ 531001 w 591813"/>
                <a:gd name="connsiteY1345" fmla="*/ 238974 h 580995"/>
                <a:gd name="connsiteX1346" fmla="*/ 531406 w 591813"/>
                <a:gd name="connsiteY1346" fmla="*/ 238592 h 580995"/>
                <a:gd name="connsiteX1347" fmla="*/ 531789 w 591813"/>
                <a:gd name="connsiteY1347" fmla="*/ 238210 h 580995"/>
                <a:gd name="connsiteX1348" fmla="*/ 532193 w 591813"/>
                <a:gd name="connsiteY1348" fmla="*/ 237827 h 580995"/>
                <a:gd name="connsiteX1349" fmla="*/ 532598 w 591813"/>
                <a:gd name="connsiteY1349" fmla="*/ 237445 h 580995"/>
                <a:gd name="connsiteX1350" fmla="*/ 532981 w 591813"/>
                <a:gd name="connsiteY1350" fmla="*/ 237063 h 580995"/>
                <a:gd name="connsiteX1351" fmla="*/ 533385 w 591813"/>
                <a:gd name="connsiteY1351" fmla="*/ 236703 h 580995"/>
                <a:gd name="connsiteX1352" fmla="*/ 533767 w 591813"/>
                <a:gd name="connsiteY1352" fmla="*/ 236320 h 580995"/>
                <a:gd name="connsiteX1353" fmla="*/ 534172 w 591813"/>
                <a:gd name="connsiteY1353" fmla="*/ 235961 h 580995"/>
                <a:gd name="connsiteX1354" fmla="*/ 534555 w 591813"/>
                <a:gd name="connsiteY1354" fmla="*/ 235578 h 580995"/>
                <a:gd name="connsiteX1355" fmla="*/ 534959 w 591813"/>
                <a:gd name="connsiteY1355" fmla="*/ 235219 h 580995"/>
                <a:gd name="connsiteX1356" fmla="*/ 535342 w 591813"/>
                <a:gd name="connsiteY1356" fmla="*/ 234836 h 580995"/>
                <a:gd name="connsiteX1357" fmla="*/ 535747 w 591813"/>
                <a:gd name="connsiteY1357" fmla="*/ 234476 h 580995"/>
                <a:gd name="connsiteX1358" fmla="*/ 536151 w 591813"/>
                <a:gd name="connsiteY1358" fmla="*/ 234117 h 580995"/>
                <a:gd name="connsiteX1359" fmla="*/ 536534 w 591813"/>
                <a:gd name="connsiteY1359" fmla="*/ 233734 h 580995"/>
                <a:gd name="connsiteX1360" fmla="*/ 536939 w 591813"/>
                <a:gd name="connsiteY1360" fmla="*/ 233374 h 580995"/>
                <a:gd name="connsiteX1361" fmla="*/ 537321 w 591813"/>
                <a:gd name="connsiteY1361" fmla="*/ 233015 h 580995"/>
                <a:gd name="connsiteX1362" fmla="*/ 537726 w 591813"/>
                <a:gd name="connsiteY1362" fmla="*/ 232655 h 580995"/>
                <a:gd name="connsiteX1363" fmla="*/ 538108 w 591813"/>
                <a:gd name="connsiteY1363" fmla="*/ 232295 h 580995"/>
                <a:gd name="connsiteX1364" fmla="*/ 538513 w 591813"/>
                <a:gd name="connsiteY1364" fmla="*/ 231935 h 580995"/>
                <a:gd name="connsiteX1365" fmla="*/ 538918 w 591813"/>
                <a:gd name="connsiteY1365" fmla="*/ 231553 h 580995"/>
                <a:gd name="connsiteX1366" fmla="*/ 539300 w 591813"/>
                <a:gd name="connsiteY1366" fmla="*/ 231193 h 580995"/>
                <a:gd name="connsiteX1367" fmla="*/ 539705 w 591813"/>
                <a:gd name="connsiteY1367" fmla="*/ 230833 h 580995"/>
                <a:gd name="connsiteX1368" fmla="*/ 540087 w 591813"/>
                <a:gd name="connsiteY1368" fmla="*/ 230473 h 580995"/>
                <a:gd name="connsiteX1369" fmla="*/ 540492 w 591813"/>
                <a:gd name="connsiteY1369" fmla="*/ 230113 h 580995"/>
                <a:gd name="connsiteX1370" fmla="*/ 540875 w 591813"/>
                <a:gd name="connsiteY1370" fmla="*/ 229754 h 580995"/>
                <a:gd name="connsiteX1371" fmla="*/ 541279 w 591813"/>
                <a:gd name="connsiteY1371" fmla="*/ 229416 h 580995"/>
                <a:gd name="connsiteX1372" fmla="*/ 541661 w 591813"/>
                <a:gd name="connsiteY1372" fmla="*/ 229056 h 580995"/>
                <a:gd name="connsiteX1373" fmla="*/ 542066 w 591813"/>
                <a:gd name="connsiteY1373" fmla="*/ 228697 h 580995"/>
                <a:gd name="connsiteX1374" fmla="*/ 542471 w 591813"/>
                <a:gd name="connsiteY1374" fmla="*/ 228337 h 580995"/>
                <a:gd name="connsiteX1375" fmla="*/ 542853 w 591813"/>
                <a:gd name="connsiteY1375" fmla="*/ 227977 h 580995"/>
                <a:gd name="connsiteX1376" fmla="*/ 543258 w 591813"/>
                <a:gd name="connsiteY1376" fmla="*/ 227617 h 580995"/>
                <a:gd name="connsiteX1377" fmla="*/ 543641 w 591813"/>
                <a:gd name="connsiteY1377" fmla="*/ 227257 h 580995"/>
                <a:gd name="connsiteX1378" fmla="*/ 544045 w 591813"/>
                <a:gd name="connsiteY1378" fmla="*/ 226920 h 580995"/>
                <a:gd name="connsiteX1379" fmla="*/ 544427 w 591813"/>
                <a:gd name="connsiteY1379" fmla="*/ 226560 h 580995"/>
                <a:gd name="connsiteX1380" fmla="*/ 544832 w 591813"/>
                <a:gd name="connsiteY1380" fmla="*/ 226200 h 580995"/>
                <a:gd name="connsiteX1381" fmla="*/ 545215 w 591813"/>
                <a:gd name="connsiteY1381" fmla="*/ 225840 h 580995"/>
                <a:gd name="connsiteX1382" fmla="*/ 545620 w 591813"/>
                <a:gd name="connsiteY1382" fmla="*/ 225503 h 580995"/>
                <a:gd name="connsiteX1383" fmla="*/ 546024 w 591813"/>
                <a:gd name="connsiteY1383" fmla="*/ 225143 h 580995"/>
                <a:gd name="connsiteX1384" fmla="*/ 546407 w 591813"/>
                <a:gd name="connsiteY1384" fmla="*/ 224806 h 580995"/>
                <a:gd name="connsiteX1385" fmla="*/ 546812 w 591813"/>
                <a:gd name="connsiteY1385" fmla="*/ 224446 h 580995"/>
                <a:gd name="connsiteX1386" fmla="*/ 547194 w 591813"/>
                <a:gd name="connsiteY1386" fmla="*/ 224109 h 580995"/>
                <a:gd name="connsiteX1387" fmla="*/ 547599 w 591813"/>
                <a:gd name="connsiteY1387" fmla="*/ 223749 h 580995"/>
                <a:gd name="connsiteX1388" fmla="*/ 547981 w 591813"/>
                <a:gd name="connsiteY1388" fmla="*/ 223412 h 580995"/>
                <a:gd name="connsiteX1389" fmla="*/ 548386 w 591813"/>
                <a:gd name="connsiteY1389" fmla="*/ 223074 h 580995"/>
                <a:gd name="connsiteX1390" fmla="*/ 548768 w 591813"/>
                <a:gd name="connsiteY1390" fmla="*/ 222737 h 580995"/>
                <a:gd name="connsiteX1391" fmla="*/ 549173 w 591813"/>
                <a:gd name="connsiteY1391" fmla="*/ 222399 h 580995"/>
                <a:gd name="connsiteX1392" fmla="*/ 549578 w 591813"/>
                <a:gd name="connsiteY1392" fmla="*/ 222040 h 580995"/>
                <a:gd name="connsiteX1393" fmla="*/ 549960 w 591813"/>
                <a:gd name="connsiteY1393" fmla="*/ 221702 h 580995"/>
                <a:gd name="connsiteX1394" fmla="*/ 550365 w 591813"/>
                <a:gd name="connsiteY1394" fmla="*/ 221365 h 580995"/>
                <a:gd name="connsiteX1395" fmla="*/ 550747 w 591813"/>
                <a:gd name="connsiteY1395" fmla="*/ 221028 h 580995"/>
                <a:gd name="connsiteX1396" fmla="*/ 551152 w 591813"/>
                <a:gd name="connsiteY1396" fmla="*/ 220668 h 580995"/>
                <a:gd name="connsiteX1397" fmla="*/ 551535 w 591813"/>
                <a:gd name="connsiteY1397" fmla="*/ 220330 h 580995"/>
                <a:gd name="connsiteX1398" fmla="*/ 551939 w 591813"/>
                <a:gd name="connsiteY1398" fmla="*/ 219993 h 580995"/>
                <a:gd name="connsiteX1399" fmla="*/ 552321 w 591813"/>
                <a:gd name="connsiteY1399" fmla="*/ 219656 h 580995"/>
                <a:gd name="connsiteX1400" fmla="*/ 552726 w 591813"/>
                <a:gd name="connsiteY1400" fmla="*/ 219318 h 580995"/>
                <a:gd name="connsiteX1401" fmla="*/ 553131 w 591813"/>
                <a:gd name="connsiteY1401" fmla="*/ 218981 h 580995"/>
                <a:gd name="connsiteX1402" fmla="*/ 553513 w 591813"/>
                <a:gd name="connsiteY1402" fmla="*/ 218644 h 580995"/>
                <a:gd name="connsiteX1403" fmla="*/ 553918 w 591813"/>
                <a:gd name="connsiteY1403" fmla="*/ 218284 h 580995"/>
                <a:gd name="connsiteX1404" fmla="*/ 554301 w 591813"/>
                <a:gd name="connsiteY1404" fmla="*/ 217947 h 580995"/>
                <a:gd name="connsiteX1405" fmla="*/ 554705 w 591813"/>
                <a:gd name="connsiteY1405" fmla="*/ 217609 h 580995"/>
                <a:gd name="connsiteX1406" fmla="*/ 555088 w 591813"/>
                <a:gd name="connsiteY1406" fmla="*/ 217272 h 580995"/>
                <a:gd name="connsiteX1407" fmla="*/ 555493 w 591813"/>
                <a:gd name="connsiteY1407" fmla="*/ 216934 h 580995"/>
                <a:gd name="connsiteX1408" fmla="*/ 555897 w 591813"/>
                <a:gd name="connsiteY1408" fmla="*/ 216575 h 580995"/>
                <a:gd name="connsiteX1409" fmla="*/ 556280 w 591813"/>
                <a:gd name="connsiteY1409" fmla="*/ 216237 h 580995"/>
                <a:gd name="connsiteX1410" fmla="*/ 556684 w 591813"/>
                <a:gd name="connsiteY1410" fmla="*/ 215877 h 580995"/>
                <a:gd name="connsiteX1411" fmla="*/ 557067 w 591813"/>
                <a:gd name="connsiteY1411" fmla="*/ 215540 h 580995"/>
                <a:gd name="connsiteX1412" fmla="*/ 557472 w 591813"/>
                <a:gd name="connsiteY1412" fmla="*/ 215180 h 580995"/>
                <a:gd name="connsiteX1413" fmla="*/ 557854 w 591813"/>
                <a:gd name="connsiteY1413" fmla="*/ 214820 h 580995"/>
                <a:gd name="connsiteX1414" fmla="*/ 558259 w 591813"/>
                <a:gd name="connsiteY1414" fmla="*/ 214461 h 580995"/>
                <a:gd name="connsiteX1415" fmla="*/ 558641 w 591813"/>
                <a:gd name="connsiteY1415" fmla="*/ 214101 h 580995"/>
                <a:gd name="connsiteX1416" fmla="*/ 559046 w 591813"/>
                <a:gd name="connsiteY1416" fmla="*/ 213741 h 580995"/>
                <a:gd name="connsiteX1417" fmla="*/ 559450 w 591813"/>
                <a:gd name="connsiteY1417" fmla="*/ 213359 h 580995"/>
                <a:gd name="connsiteX1418" fmla="*/ 559833 w 591813"/>
                <a:gd name="connsiteY1418" fmla="*/ 212999 h 580995"/>
                <a:gd name="connsiteX1419" fmla="*/ 560238 w 591813"/>
                <a:gd name="connsiteY1419" fmla="*/ 212616 h 580995"/>
                <a:gd name="connsiteX1420" fmla="*/ 560620 w 591813"/>
                <a:gd name="connsiteY1420" fmla="*/ 212234 h 580995"/>
                <a:gd name="connsiteX1421" fmla="*/ 561025 w 591813"/>
                <a:gd name="connsiteY1421" fmla="*/ 211852 h 580995"/>
                <a:gd name="connsiteX1422" fmla="*/ 561407 w 591813"/>
                <a:gd name="connsiteY1422" fmla="*/ 211470 h 580995"/>
                <a:gd name="connsiteX1423" fmla="*/ 561812 w 591813"/>
                <a:gd name="connsiteY1423" fmla="*/ 211087 h 580995"/>
                <a:gd name="connsiteX1424" fmla="*/ 562195 w 591813"/>
                <a:gd name="connsiteY1424" fmla="*/ 210705 h 580995"/>
                <a:gd name="connsiteX1425" fmla="*/ 562599 w 591813"/>
                <a:gd name="connsiteY1425" fmla="*/ 210323 h 580995"/>
                <a:gd name="connsiteX1426" fmla="*/ 563004 w 591813"/>
                <a:gd name="connsiteY1426" fmla="*/ 209918 h 580995"/>
                <a:gd name="connsiteX1427" fmla="*/ 563386 w 591813"/>
                <a:gd name="connsiteY1427" fmla="*/ 209535 h 580995"/>
                <a:gd name="connsiteX1428" fmla="*/ 563791 w 591813"/>
                <a:gd name="connsiteY1428" fmla="*/ 209153 h 580995"/>
                <a:gd name="connsiteX1429" fmla="*/ 564173 w 591813"/>
                <a:gd name="connsiteY1429" fmla="*/ 208748 h 580995"/>
                <a:gd name="connsiteX1430" fmla="*/ 564578 w 591813"/>
                <a:gd name="connsiteY1430" fmla="*/ 208343 h 580995"/>
                <a:gd name="connsiteX1431" fmla="*/ 564961 w 591813"/>
                <a:gd name="connsiteY1431" fmla="*/ 207939 h 580995"/>
                <a:gd name="connsiteX1432" fmla="*/ 565365 w 591813"/>
                <a:gd name="connsiteY1432" fmla="*/ 207534 h 580995"/>
                <a:gd name="connsiteX1433" fmla="*/ 565748 w 591813"/>
                <a:gd name="connsiteY1433" fmla="*/ 207107 h 580995"/>
                <a:gd name="connsiteX1434" fmla="*/ 566153 w 591813"/>
                <a:gd name="connsiteY1434" fmla="*/ 206702 h 580995"/>
                <a:gd name="connsiteX1435" fmla="*/ 566557 w 591813"/>
                <a:gd name="connsiteY1435" fmla="*/ 206274 h 580995"/>
                <a:gd name="connsiteX1436" fmla="*/ 566940 w 591813"/>
                <a:gd name="connsiteY1436" fmla="*/ 205870 h 580995"/>
                <a:gd name="connsiteX1437" fmla="*/ 567344 w 591813"/>
                <a:gd name="connsiteY1437" fmla="*/ 205442 h 580995"/>
                <a:gd name="connsiteX1438" fmla="*/ 567727 w 591813"/>
                <a:gd name="connsiteY1438" fmla="*/ 205015 h 580995"/>
                <a:gd name="connsiteX1439" fmla="*/ 568132 w 591813"/>
                <a:gd name="connsiteY1439" fmla="*/ 204588 h 580995"/>
                <a:gd name="connsiteX1440" fmla="*/ 568514 w 591813"/>
                <a:gd name="connsiteY1440" fmla="*/ 204160 h 580995"/>
                <a:gd name="connsiteX1441" fmla="*/ 568919 w 591813"/>
                <a:gd name="connsiteY1441" fmla="*/ 203733 h 580995"/>
                <a:gd name="connsiteX1442" fmla="*/ 569324 w 591813"/>
                <a:gd name="connsiteY1442" fmla="*/ 203283 h 580995"/>
                <a:gd name="connsiteX1443" fmla="*/ 569706 w 591813"/>
                <a:gd name="connsiteY1443" fmla="*/ 202856 h 580995"/>
                <a:gd name="connsiteX1444" fmla="*/ 570111 w 591813"/>
                <a:gd name="connsiteY1444" fmla="*/ 202406 h 580995"/>
                <a:gd name="connsiteX1445" fmla="*/ 570493 w 591813"/>
                <a:gd name="connsiteY1445" fmla="*/ 201956 h 580995"/>
                <a:gd name="connsiteX1446" fmla="*/ 570898 w 591813"/>
                <a:gd name="connsiteY1446" fmla="*/ 201484 h 580995"/>
                <a:gd name="connsiteX1447" fmla="*/ 571280 w 591813"/>
                <a:gd name="connsiteY1447" fmla="*/ 201012 h 580995"/>
                <a:gd name="connsiteX1448" fmla="*/ 571685 w 591813"/>
                <a:gd name="connsiteY1448" fmla="*/ 200540 h 580995"/>
                <a:gd name="connsiteX1449" fmla="*/ 572067 w 591813"/>
                <a:gd name="connsiteY1449" fmla="*/ 200067 h 580995"/>
                <a:gd name="connsiteX1450" fmla="*/ 572472 w 591813"/>
                <a:gd name="connsiteY1450" fmla="*/ 199573 h 580995"/>
                <a:gd name="connsiteX1451" fmla="*/ 572877 w 591813"/>
                <a:gd name="connsiteY1451" fmla="*/ 199078 h 580995"/>
                <a:gd name="connsiteX1452" fmla="*/ 573259 w 591813"/>
                <a:gd name="connsiteY1452" fmla="*/ 198583 h 580995"/>
                <a:gd name="connsiteX1453" fmla="*/ 573664 w 591813"/>
                <a:gd name="connsiteY1453" fmla="*/ 198066 h 580995"/>
                <a:gd name="connsiteX1454" fmla="*/ 574047 w 591813"/>
                <a:gd name="connsiteY1454" fmla="*/ 197526 h 580995"/>
                <a:gd name="connsiteX1455" fmla="*/ 574451 w 591813"/>
                <a:gd name="connsiteY1455" fmla="*/ 197009 h 580995"/>
                <a:gd name="connsiteX1456" fmla="*/ 574833 w 591813"/>
                <a:gd name="connsiteY1456" fmla="*/ 196446 h 580995"/>
                <a:gd name="connsiteX1457" fmla="*/ 575238 w 591813"/>
                <a:gd name="connsiteY1457" fmla="*/ 195884 h 580995"/>
                <a:gd name="connsiteX1458" fmla="*/ 575621 w 591813"/>
                <a:gd name="connsiteY1458" fmla="*/ 195322 h 580995"/>
                <a:gd name="connsiteX1459" fmla="*/ 576025 w 591813"/>
                <a:gd name="connsiteY1459" fmla="*/ 194737 h 580995"/>
                <a:gd name="connsiteX1460" fmla="*/ 576430 w 591813"/>
                <a:gd name="connsiteY1460" fmla="*/ 194153 h 580995"/>
                <a:gd name="connsiteX1461" fmla="*/ 576813 w 591813"/>
                <a:gd name="connsiteY1461" fmla="*/ 193545 h 580995"/>
                <a:gd name="connsiteX1462" fmla="*/ 577217 w 591813"/>
                <a:gd name="connsiteY1462" fmla="*/ 192916 h 580995"/>
                <a:gd name="connsiteX1463" fmla="*/ 577600 w 591813"/>
                <a:gd name="connsiteY1463" fmla="*/ 192286 h 580995"/>
                <a:gd name="connsiteX1464" fmla="*/ 578004 w 591813"/>
                <a:gd name="connsiteY1464" fmla="*/ 191611 h 580995"/>
                <a:gd name="connsiteX1465" fmla="*/ 578387 w 591813"/>
                <a:gd name="connsiteY1465" fmla="*/ 190937 h 580995"/>
                <a:gd name="connsiteX1466" fmla="*/ 578792 w 591813"/>
                <a:gd name="connsiteY1466" fmla="*/ 190262 h 580995"/>
                <a:gd name="connsiteX1467" fmla="*/ 579174 w 591813"/>
                <a:gd name="connsiteY1467" fmla="*/ 189542 h 580995"/>
                <a:gd name="connsiteX1468" fmla="*/ 579579 w 591813"/>
                <a:gd name="connsiteY1468" fmla="*/ 188823 h 580995"/>
                <a:gd name="connsiteX1469" fmla="*/ 579984 w 591813"/>
                <a:gd name="connsiteY1469" fmla="*/ 188080 h 580995"/>
                <a:gd name="connsiteX1470" fmla="*/ 580366 w 591813"/>
                <a:gd name="connsiteY1470" fmla="*/ 187293 h 580995"/>
                <a:gd name="connsiteX1471" fmla="*/ 580771 w 591813"/>
                <a:gd name="connsiteY1471" fmla="*/ 186506 h 580995"/>
                <a:gd name="connsiteX1472" fmla="*/ 581153 w 591813"/>
                <a:gd name="connsiteY1472" fmla="*/ 185696 h 580995"/>
                <a:gd name="connsiteX1473" fmla="*/ 581558 w 591813"/>
                <a:gd name="connsiteY1473" fmla="*/ 184842 h 580995"/>
                <a:gd name="connsiteX1474" fmla="*/ 581940 w 591813"/>
                <a:gd name="connsiteY1474" fmla="*/ 183965 h 580995"/>
                <a:gd name="connsiteX1475" fmla="*/ 582345 w 591813"/>
                <a:gd name="connsiteY1475" fmla="*/ 183065 h 580995"/>
                <a:gd name="connsiteX1476" fmla="*/ 582727 w 591813"/>
                <a:gd name="connsiteY1476" fmla="*/ 182121 h 580995"/>
                <a:gd name="connsiteX1477" fmla="*/ 583132 w 591813"/>
                <a:gd name="connsiteY1477" fmla="*/ 181154 h 580995"/>
                <a:gd name="connsiteX1478" fmla="*/ 583537 w 591813"/>
                <a:gd name="connsiteY1478" fmla="*/ 180142 h 580995"/>
                <a:gd name="connsiteX1479" fmla="*/ 583919 w 591813"/>
                <a:gd name="connsiteY1479" fmla="*/ 179085 h 580995"/>
                <a:gd name="connsiteX1480" fmla="*/ 584324 w 591813"/>
                <a:gd name="connsiteY1480" fmla="*/ 177983 h 580995"/>
                <a:gd name="connsiteX1481" fmla="*/ 584707 w 591813"/>
                <a:gd name="connsiteY1481" fmla="*/ 176858 h 580995"/>
                <a:gd name="connsiteX1482" fmla="*/ 585111 w 591813"/>
                <a:gd name="connsiteY1482" fmla="*/ 175666 h 580995"/>
                <a:gd name="connsiteX1483" fmla="*/ 585493 w 591813"/>
                <a:gd name="connsiteY1483" fmla="*/ 174429 h 580995"/>
                <a:gd name="connsiteX1484" fmla="*/ 585898 w 591813"/>
                <a:gd name="connsiteY1484" fmla="*/ 173125 h 580995"/>
                <a:gd name="connsiteX1485" fmla="*/ 586303 w 591813"/>
                <a:gd name="connsiteY1485" fmla="*/ 171753 h 580995"/>
                <a:gd name="connsiteX1486" fmla="*/ 586686 w 591813"/>
                <a:gd name="connsiteY1486" fmla="*/ 170336 h 580995"/>
                <a:gd name="connsiteX1487" fmla="*/ 587090 w 591813"/>
                <a:gd name="connsiteY1487" fmla="*/ 168874 h 580995"/>
                <a:gd name="connsiteX1488" fmla="*/ 587473 w 591813"/>
                <a:gd name="connsiteY1488" fmla="*/ 167300 h 580995"/>
                <a:gd name="connsiteX1489" fmla="*/ 587878 w 591813"/>
                <a:gd name="connsiteY1489" fmla="*/ 165658 h 580995"/>
                <a:gd name="connsiteX1490" fmla="*/ 588260 w 591813"/>
                <a:gd name="connsiteY1490" fmla="*/ 163927 h 580995"/>
                <a:gd name="connsiteX1491" fmla="*/ 588665 w 591813"/>
                <a:gd name="connsiteY1491" fmla="*/ 162105 h 580995"/>
                <a:gd name="connsiteX1492" fmla="*/ 589047 w 591813"/>
                <a:gd name="connsiteY1492" fmla="*/ 160193 h 580995"/>
                <a:gd name="connsiteX1493" fmla="*/ 589452 w 591813"/>
                <a:gd name="connsiteY1493" fmla="*/ 158169 h 580995"/>
                <a:gd name="connsiteX1494" fmla="*/ 589856 w 591813"/>
                <a:gd name="connsiteY1494" fmla="*/ 156033 h 580995"/>
                <a:gd name="connsiteX1495" fmla="*/ 590239 w 591813"/>
                <a:gd name="connsiteY1495" fmla="*/ 153806 h 580995"/>
                <a:gd name="connsiteX1496" fmla="*/ 590644 w 591813"/>
                <a:gd name="connsiteY1496" fmla="*/ 151467 h 580995"/>
                <a:gd name="connsiteX1497" fmla="*/ 591026 w 591813"/>
                <a:gd name="connsiteY1497" fmla="*/ 149038 h 580995"/>
                <a:gd name="connsiteX1498" fmla="*/ 591431 w 591813"/>
                <a:gd name="connsiteY1498" fmla="*/ 146317 h 580995"/>
                <a:gd name="connsiteX1499" fmla="*/ 591813 w 591813"/>
                <a:gd name="connsiteY1499" fmla="*/ 142764 h 580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Lst>
              <a:rect l="l" t="t" r="r" b="b"/>
              <a:pathLst>
                <a:path w="591813" h="580995">
                  <a:moveTo>
                    <a:pt x="0" y="80063"/>
                  </a:moveTo>
                  <a:lnTo>
                    <a:pt x="405" y="79523"/>
                  </a:lnTo>
                  <a:lnTo>
                    <a:pt x="787" y="79006"/>
                  </a:lnTo>
                  <a:lnTo>
                    <a:pt x="1191" y="78466"/>
                  </a:lnTo>
                  <a:lnTo>
                    <a:pt x="1574" y="77926"/>
                  </a:lnTo>
                  <a:lnTo>
                    <a:pt x="1979" y="77387"/>
                  </a:lnTo>
                  <a:lnTo>
                    <a:pt x="2383" y="76869"/>
                  </a:lnTo>
                  <a:lnTo>
                    <a:pt x="2766" y="76330"/>
                  </a:lnTo>
                  <a:lnTo>
                    <a:pt x="3171" y="75790"/>
                  </a:lnTo>
                  <a:lnTo>
                    <a:pt x="3553" y="75273"/>
                  </a:lnTo>
                  <a:lnTo>
                    <a:pt x="3958" y="74755"/>
                  </a:lnTo>
                  <a:lnTo>
                    <a:pt x="4340" y="74216"/>
                  </a:lnTo>
                  <a:lnTo>
                    <a:pt x="4745" y="73698"/>
                  </a:lnTo>
                  <a:lnTo>
                    <a:pt x="5150" y="73181"/>
                  </a:lnTo>
                  <a:lnTo>
                    <a:pt x="5532" y="72641"/>
                  </a:lnTo>
                  <a:lnTo>
                    <a:pt x="5937" y="72124"/>
                  </a:lnTo>
                  <a:lnTo>
                    <a:pt x="6319" y="71607"/>
                  </a:lnTo>
                  <a:lnTo>
                    <a:pt x="6724" y="71112"/>
                  </a:lnTo>
                  <a:lnTo>
                    <a:pt x="7107" y="70595"/>
                  </a:lnTo>
                  <a:lnTo>
                    <a:pt x="7511" y="70078"/>
                  </a:lnTo>
                  <a:lnTo>
                    <a:pt x="7893" y="69583"/>
                  </a:lnTo>
                  <a:lnTo>
                    <a:pt x="8299" y="69066"/>
                  </a:lnTo>
                  <a:lnTo>
                    <a:pt x="8703" y="68571"/>
                  </a:lnTo>
                  <a:lnTo>
                    <a:pt x="9085" y="68053"/>
                  </a:lnTo>
                  <a:lnTo>
                    <a:pt x="9491" y="67559"/>
                  </a:lnTo>
                  <a:lnTo>
                    <a:pt x="9873" y="67064"/>
                  </a:lnTo>
                  <a:lnTo>
                    <a:pt x="10277" y="66569"/>
                  </a:lnTo>
                  <a:lnTo>
                    <a:pt x="10660" y="66074"/>
                  </a:lnTo>
                  <a:lnTo>
                    <a:pt x="11065" y="65580"/>
                  </a:lnTo>
                  <a:lnTo>
                    <a:pt x="11447" y="65085"/>
                  </a:lnTo>
                  <a:lnTo>
                    <a:pt x="11852" y="64613"/>
                  </a:lnTo>
                  <a:lnTo>
                    <a:pt x="12257" y="64118"/>
                  </a:lnTo>
                  <a:lnTo>
                    <a:pt x="12639" y="63646"/>
                  </a:lnTo>
                  <a:lnTo>
                    <a:pt x="13044" y="63151"/>
                  </a:lnTo>
                  <a:lnTo>
                    <a:pt x="13426" y="62678"/>
                  </a:lnTo>
                  <a:lnTo>
                    <a:pt x="13831" y="62206"/>
                  </a:lnTo>
                  <a:lnTo>
                    <a:pt x="14213" y="61734"/>
                  </a:lnTo>
                  <a:lnTo>
                    <a:pt x="14618" y="61262"/>
                  </a:lnTo>
                  <a:lnTo>
                    <a:pt x="15000" y="60789"/>
                  </a:lnTo>
                  <a:lnTo>
                    <a:pt x="15405" y="60317"/>
                  </a:lnTo>
                  <a:lnTo>
                    <a:pt x="15810" y="59845"/>
                  </a:lnTo>
                  <a:lnTo>
                    <a:pt x="16192" y="59395"/>
                  </a:lnTo>
                  <a:lnTo>
                    <a:pt x="16597" y="58923"/>
                  </a:lnTo>
                  <a:lnTo>
                    <a:pt x="16979" y="58473"/>
                  </a:lnTo>
                  <a:lnTo>
                    <a:pt x="17384" y="58023"/>
                  </a:lnTo>
                  <a:lnTo>
                    <a:pt x="17767" y="57573"/>
                  </a:lnTo>
                  <a:lnTo>
                    <a:pt x="18171" y="57124"/>
                  </a:lnTo>
                  <a:lnTo>
                    <a:pt x="18576" y="56674"/>
                  </a:lnTo>
                  <a:lnTo>
                    <a:pt x="18959" y="56246"/>
                  </a:lnTo>
                  <a:lnTo>
                    <a:pt x="19363" y="55797"/>
                  </a:lnTo>
                  <a:lnTo>
                    <a:pt x="19745" y="55369"/>
                  </a:lnTo>
                  <a:lnTo>
                    <a:pt x="20151" y="54920"/>
                  </a:lnTo>
                  <a:lnTo>
                    <a:pt x="20533" y="54492"/>
                  </a:lnTo>
                  <a:lnTo>
                    <a:pt x="20937" y="54065"/>
                  </a:lnTo>
                  <a:lnTo>
                    <a:pt x="21320" y="53660"/>
                  </a:lnTo>
                  <a:lnTo>
                    <a:pt x="21725" y="53233"/>
                  </a:lnTo>
                  <a:lnTo>
                    <a:pt x="22129" y="52828"/>
                  </a:lnTo>
                  <a:lnTo>
                    <a:pt x="22512" y="52423"/>
                  </a:lnTo>
                  <a:lnTo>
                    <a:pt x="22917" y="52018"/>
                  </a:lnTo>
                  <a:lnTo>
                    <a:pt x="23299" y="51614"/>
                  </a:lnTo>
                  <a:lnTo>
                    <a:pt x="23704" y="51231"/>
                  </a:lnTo>
                  <a:lnTo>
                    <a:pt x="24086" y="50849"/>
                  </a:lnTo>
                  <a:lnTo>
                    <a:pt x="24491" y="50467"/>
                  </a:lnTo>
                  <a:lnTo>
                    <a:pt x="24873" y="50107"/>
                  </a:lnTo>
                  <a:lnTo>
                    <a:pt x="25278" y="49747"/>
                  </a:lnTo>
                  <a:lnTo>
                    <a:pt x="25683" y="49387"/>
                  </a:lnTo>
                  <a:lnTo>
                    <a:pt x="26065" y="49050"/>
                  </a:lnTo>
                  <a:lnTo>
                    <a:pt x="26470" y="48712"/>
                  </a:lnTo>
                  <a:lnTo>
                    <a:pt x="26852" y="48375"/>
                  </a:lnTo>
                  <a:lnTo>
                    <a:pt x="27257" y="48060"/>
                  </a:lnTo>
                  <a:lnTo>
                    <a:pt x="27639" y="47745"/>
                  </a:lnTo>
                  <a:lnTo>
                    <a:pt x="28044" y="47453"/>
                  </a:lnTo>
                  <a:lnTo>
                    <a:pt x="28427" y="47138"/>
                  </a:lnTo>
                  <a:lnTo>
                    <a:pt x="28831" y="46868"/>
                  </a:lnTo>
                  <a:lnTo>
                    <a:pt x="29236" y="46576"/>
                  </a:lnTo>
                  <a:lnTo>
                    <a:pt x="29619" y="46329"/>
                  </a:lnTo>
                  <a:lnTo>
                    <a:pt x="30023" y="46059"/>
                  </a:lnTo>
                  <a:lnTo>
                    <a:pt x="30405" y="45811"/>
                  </a:lnTo>
                  <a:lnTo>
                    <a:pt x="30811" y="45564"/>
                  </a:lnTo>
                  <a:lnTo>
                    <a:pt x="31193" y="45317"/>
                  </a:lnTo>
                  <a:lnTo>
                    <a:pt x="31597" y="45092"/>
                  </a:lnTo>
                  <a:lnTo>
                    <a:pt x="31980" y="44867"/>
                  </a:lnTo>
                  <a:lnTo>
                    <a:pt x="32385" y="44642"/>
                  </a:lnTo>
                  <a:lnTo>
                    <a:pt x="32789" y="44417"/>
                  </a:lnTo>
                  <a:lnTo>
                    <a:pt x="33172" y="44215"/>
                  </a:lnTo>
                  <a:lnTo>
                    <a:pt x="33577" y="44012"/>
                  </a:lnTo>
                  <a:lnTo>
                    <a:pt x="33959" y="43810"/>
                  </a:lnTo>
                  <a:lnTo>
                    <a:pt x="34364" y="43607"/>
                  </a:lnTo>
                  <a:lnTo>
                    <a:pt x="34746" y="43405"/>
                  </a:lnTo>
                  <a:lnTo>
                    <a:pt x="35151" y="43225"/>
                  </a:lnTo>
                  <a:lnTo>
                    <a:pt x="35556" y="43023"/>
                  </a:lnTo>
                  <a:lnTo>
                    <a:pt x="35938" y="42843"/>
                  </a:lnTo>
                  <a:lnTo>
                    <a:pt x="36343" y="42640"/>
                  </a:lnTo>
                  <a:lnTo>
                    <a:pt x="36725" y="42460"/>
                  </a:lnTo>
                  <a:lnTo>
                    <a:pt x="37130" y="42258"/>
                  </a:lnTo>
                  <a:lnTo>
                    <a:pt x="37512" y="42078"/>
                  </a:lnTo>
                  <a:lnTo>
                    <a:pt x="37917" y="41898"/>
                  </a:lnTo>
                  <a:lnTo>
                    <a:pt x="38299" y="41718"/>
                  </a:lnTo>
                  <a:lnTo>
                    <a:pt x="38704" y="41516"/>
                  </a:lnTo>
                  <a:lnTo>
                    <a:pt x="39109" y="41336"/>
                  </a:lnTo>
                  <a:lnTo>
                    <a:pt x="39491" y="41156"/>
                  </a:lnTo>
                  <a:lnTo>
                    <a:pt x="39897" y="40954"/>
                  </a:lnTo>
                  <a:lnTo>
                    <a:pt x="40279" y="40774"/>
                  </a:lnTo>
                  <a:lnTo>
                    <a:pt x="40683" y="40571"/>
                  </a:lnTo>
                  <a:lnTo>
                    <a:pt x="41065" y="40391"/>
                  </a:lnTo>
                  <a:lnTo>
                    <a:pt x="41471" y="40189"/>
                  </a:lnTo>
                  <a:lnTo>
                    <a:pt x="41853" y="39986"/>
                  </a:lnTo>
                  <a:lnTo>
                    <a:pt x="42257" y="39784"/>
                  </a:lnTo>
                  <a:lnTo>
                    <a:pt x="42663" y="39582"/>
                  </a:lnTo>
                  <a:lnTo>
                    <a:pt x="43045" y="39379"/>
                  </a:lnTo>
                  <a:lnTo>
                    <a:pt x="43449" y="39177"/>
                  </a:lnTo>
                  <a:lnTo>
                    <a:pt x="43832" y="38952"/>
                  </a:lnTo>
                  <a:lnTo>
                    <a:pt x="44214" y="38750"/>
                  </a:lnTo>
                  <a:lnTo>
                    <a:pt x="44619" y="38525"/>
                  </a:lnTo>
                  <a:lnTo>
                    <a:pt x="45024" y="38300"/>
                  </a:lnTo>
                  <a:lnTo>
                    <a:pt x="45384" y="38075"/>
                  </a:lnTo>
                  <a:lnTo>
                    <a:pt x="45811" y="37850"/>
                  </a:lnTo>
                  <a:lnTo>
                    <a:pt x="46193" y="37625"/>
                  </a:lnTo>
                  <a:lnTo>
                    <a:pt x="46576" y="37378"/>
                  </a:lnTo>
                  <a:lnTo>
                    <a:pt x="46980" y="37153"/>
                  </a:lnTo>
                  <a:lnTo>
                    <a:pt x="47363" y="36905"/>
                  </a:lnTo>
                  <a:lnTo>
                    <a:pt x="47768" y="36658"/>
                  </a:lnTo>
                  <a:lnTo>
                    <a:pt x="48150" y="36433"/>
                  </a:lnTo>
                  <a:lnTo>
                    <a:pt x="48555" y="36186"/>
                  </a:lnTo>
                  <a:lnTo>
                    <a:pt x="48959" y="35938"/>
                  </a:lnTo>
                  <a:lnTo>
                    <a:pt x="49342" y="35691"/>
                  </a:lnTo>
                  <a:lnTo>
                    <a:pt x="49747" y="35421"/>
                  </a:lnTo>
                  <a:lnTo>
                    <a:pt x="50129" y="35174"/>
                  </a:lnTo>
                  <a:lnTo>
                    <a:pt x="50534" y="34926"/>
                  </a:lnTo>
                  <a:lnTo>
                    <a:pt x="50916" y="34656"/>
                  </a:lnTo>
                  <a:lnTo>
                    <a:pt x="51321" y="34387"/>
                  </a:lnTo>
                  <a:lnTo>
                    <a:pt x="51704" y="34117"/>
                  </a:lnTo>
                  <a:lnTo>
                    <a:pt x="52108" y="33847"/>
                  </a:lnTo>
                  <a:lnTo>
                    <a:pt x="52513" y="33577"/>
                  </a:lnTo>
                  <a:lnTo>
                    <a:pt x="52895" y="33307"/>
                  </a:lnTo>
                  <a:lnTo>
                    <a:pt x="53300" y="33015"/>
                  </a:lnTo>
                  <a:lnTo>
                    <a:pt x="53682" y="32745"/>
                  </a:lnTo>
                  <a:lnTo>
                    <a:pt x="54087" y="32452"/>
                  </a:lnTo>
                  <a:lnTo>
                    <a:pt x="54470" y="32183"/>
                  </a:lnTo>
                  <a:lnTo>
                    <a:pt x="54874" y="31890"/>
                  </a:lnTo>
                  <a:lnTo>
                    <a:pt x="55257" y="31598"/>
                  </a:lnTo>
                  <a:lnTo>
                    <a:pt x="55662" y="31305"/>
                  </a:lnTo>
                  <a:lnTo>
                    <a:pt x="56066" y="30991"/>
                  </a:lnTo>
                  <a:lnTo>
                    <a:pt x="56449" y="30698"/>
                  </a:lnTo>
                  <a:lnTo>
                    <a:pt x="56853" y="30406"/>
                  </a:lnTo>
                  <a:lnTo>
                    <a:pt x="57236" y="30091"/>
                  </a:lnTo>
                  <a:lnTo>
                    <a:pt x="57641" y="29799"/>
                  </a:lnTo>
                  <a:lnTo>
                    <a:pt x="58023" y="29484"/>
                  </a:lnTo>
                  <a:lnTo>
                    <a:pt x="58428" y="29169"/>
                  </a:lnTo>
                  <a:lnTo>
                    <a:pt x="58810" y="28854"/>
                  </a:lnTo>
                  <a:lnTo>
                    <a:pt x="59215" y="28539"/>
                  </a:lnTo>
                  <a:lnTo>
                    <a:pt x="59619" y="28247"/>
                  </a:lnTo>
                  <a:lnTo>
                    <a:pt x="60002" y="27910"/>
                  </a:lnTo>
                  <a:lnTo>
                    <a:pt x="60407" y="27595"/>
                  </a:lnTo>
                  <a:lnTo>
                    <a:pt x="60789" y="27280"/>
                  </a:lnTo>
                  <a:lnTo>
                    <a:pt x="61194" y="26965"/>
                  </a:lnTo>
                  <a:lnTo>
                    <a:pt x="61576" y="26628"/>
                  </a:lnTo>
                  <a:lnTo>
                    <a:pt x="61981" y="26313"/>
                  </a:lnTo>
                  <a:lnTo>
                    <a:pt x="62364" y="25975"/>
                  </a:lnTo>
                  <a:lnTo>
                    <a:pt x="62768" y="25661"/>
                  </a:lnTo>
                  <a:lnTo>
                    <a:pt x="63173" y="25323"/>
                  </a:lnTo>
                  <a:lnTo>
                    <a:pt x="63555" y="25008"/>
                  </a:lnTo>
                  <a:lnTo>
                    <a:pt x="63960" y="24671"/>
                  </a:lnTo>
                  <a:lnTo>
                    <a:pt x="64342" y="24356"/>
                  </a:lnTo>
                  <a:lnTo>
                    <a:pt x="64747" y="24019"/>
                  </a:lnTo>
                  <a:lnTo>
                    <a:pt x="65130" y="23682"/>
                  </a:lnTo>
                  <a:lnTo>
                    <a:pt x="65534" y="23367"/>
                  </a:lnTo>
                  <a:lnTo>
                    <a:pt x="65939" y="23029"/>
                  </a:lnTo>
                  <a:lnTo>
                    <a:pt x="66322" y="22692"/>
                  </a:lnTo>
                  <a:lnTo>
                    <a:pt x="66726" y="22377"/>
                  </a:lnTo>
                  <a:lnTo>
                    <a:pt x="67109" y="22040"/>
                  </a:lnTo>
                  <a:lnTo>
                    <a:pt x="67513" y="21702"/>
                  </a:lnTo>
                  <a:lnTo>
                    <a:pt x="67896" y="21388"/>
                  </a:lnTo>
                  <a:lnTo>
                    <a:pt x="68301" y="21050"/>
                  </a:lnTo>
                  <a:lnTo>
                    <a:pt x="68683" y="20713"/>
                  </a:lnTo>
                  <a:lnTo>
                    <a:pt x="69088" y="20376"/>
                  </a:lnTo>
                  <a:lnTo>
                    <a:pt x="69493" y="20061"/>
                  </a:lnTo>
                  <a:lnTo>
                    <a:pt x="69875" y="19723"/>
                  </a:lnTo>
                  <a:lnTo>
                    <a:pt x="70280" y="19386"/>
                  </a:lnTo>
                  <a:lnTo>
                    <a:pt x="70662" y="19049"/>
                  </a:lnTo>
                  <a:lnTo>
                    <a:pt x="71067" y="18734"/>
                  </a:lnTo>
                  <a:lnTo>
                    <a:pt x="71449" y="18396"/>
                  </a:lnTo>
                  <a:lnTo>
                    <a:pt x="71854" y="18082"/>
                  </a:lnTo>
                  <a:lnTo>
                    <a:pt x="72236" y="17744"/>
                  </a:lnTo>
                  <a:lnTo>
                    <a:pt x="72641" y="17407"/>
                  </a:lnTo>
                  <a:lnTo>
                    <a:pt x="73046" y="17070"/>
                  </a:lnTo>
                  <a:lnTo>
                    <a:pt x="73428" y="16755"/>
                  </a:lnTo>
                  <a:lnTo>
                    <a:pt x="73833" y="16417"/>
                  </a:lnTo>
                  <a:lnTo>
                    <a:pt x="74216" y="16080"/>
                  </a:lnTo>
                  <a:lnTo>
                    <a:pt x="74620" y="15743"/>
                  </a:lnTo>
                  <a:lnTo>
                    <a:pt x="75002" y="15428"/>
                  </a:lnTo>
                  <a:lnTo>
                    <a:pt x="75407" y="15091"/>
                  </a:lnTo>
                  <a:lnTo>
                    <a:pt x="75790" y="14776"/>
                  </a:lnTo>
                  <a:lnTo>
                    <a:pt x="76194" y="14438"/>
                  </a:lnTo>
                  <a:lnTo>
                    <a:pt x="76599" y="14123"/>
                  </a:lnTo>
                  <a:lnTo>
                    <a:pt x="76982" y="13786"/>
                  </a:lnTo>
                  <a:lnTo>
                    <a:pt x="77386" y="13471"/>
                  </a:lnTo>
                  <a:lnTo>
                    <a:pt x="77769" y="13134"/>
                  </a:lnTo>
                  <a:lnTo>
                    <a:pt x="78173" y="12819"/>
                  </a:lnTo>
                  <a:lnTo>
                    <a:pt x="78556" y="12482"/>
                  </a:lnTo>
                  <a:lnTo>
                    <a:pt x="78961" y="12167"/>
                  </a:lnTo>
                  <a:lnTo>
                    <a:pt x="79343" y="11830"/>
                  </a:lnTo>
                  <a:lnTo>
                    <a:pt x="79748" y="11515"/>
                  </a:lnTo>
                  <a:lnTo>
                    <a:pt x="80153" y="11177"/>
                  </a:lnTo>
                  <a:lnTo>
                    <a:pt x="80535" y="10862"/>
                  </a:lnTo>
                  <a:lnTo>
                    <a:pt x="80940" y="10548"/>
                  </a:lnTo>
                  <a:lnTo>
                    <a:pt x="81322" y="10210"/>
                  </a:lnTo>
                  <a:lnTo>
                    <a:pt x="81727" y="9895"/>
                  </a:lnTo>
                  <a:lnTo>
                    <a:pt x="82109" y="9581"/>
                  </a:lnTo>
                  <a:lnTo>
                    <a:pt x="82514" y="9266"/>
                  </a:lnTo>
                  <a:lnTo>
                    <a:pt x="82919" y="8951"/>
                  </a:lnTo>
                  <a:lnTo>
                    <a:pt x="83301" y="8636"/>
                  </a:lnTo>
                  <a:lnTo>
                    <a:pt x="83706" y="8321"/>
                  </a:lnTo>
                  <a:lnTo>
                    <a:pt x="84088" y="8006"/>
                  </a:lnTo>
                  <a:lnTo>
                    <a:pt x="84493" y="7714"/>
                  </a:lnTo>
                  <a:lnTo>
                    <a:pt x="84876" y="7399"/>
                  </a:lnTo>
                  <a:lnTo>
                    <a:pt x="85280" y="7107"/>
                  </a:lnTo>
                  <a:lnTo>
                    <a:pt x="85662" y="6814"/>
                  </a:lnTo>
                  <a:lnTo>
                    <a:pt x="86067" y="6522"/>
                  </a:lnTo>
                  <a:lnTo>
                    <a:pt x="86472" y="6230"/>
                  </a:lnTo>
                  <a:lnTo>
                    <a:pt x="86854" y="5937"/>
                  </a:lnTo>
                  <a:lnTo>
                    <a:pt x="87259" y="5645"/>
                  </a:lnTo>
                  <a:lnTo>
                    <a:pt x="87642" y="5375"/>
                  </a:lnTo>
                  <a:lnTo>
                    <a:pt x="88047" y="5105"/>
                  </a:lnTo>
                  <a:lnTo>
                    <a:pt x="88429" y="4835"/>
                  </a:lnTo>
                  <a:lnTo>
                    <a:pt x="88834" y="4565"/>
                  </a:lnTo>
                  <a:lnTo>
                    <a:pt x="89216" y="4296"/>
                  </a:lnTo>
                  <a:lnTo>
                    <a:pt x="89621" y="4048"/>
                  </a:lnTo>
                  <a:lnTo>
                    <a:pt x="90025" y="3778"/>
                  </a:lnTo>
                  <a:lnTo>
                    <a:pt x="90408" y="3531"/>
                  </a:lnTo>
                  <a:lnTo>
                    <a:pt x="90813" y="3283"/>
                  </a:lnTo>
                  <a:lnTo>
                    <a:pt x="91195" y="3059"/>
                  </a:lnTo>
                  <a:lnTo>
                    <a:pt x="91600" y="2834"/>
                  </a:lnTo>
                  <a:lnTo>
                    <a:pt x="91982" y="2609"/>
                  </a:lnTo>
                  <a:lnTo>
                    <a:pt x="92387" y="2406"/>
                  </a:lnTo>
                  <a:lnTo>
                    <a:pt x="92770" y="2181"/>
                  </a:lnTo>
                  <a:lnTo>
                    <a:pt x="93174" y="2002"/>
                  </a:lnTo>
                  <a:lnTo>
                    <a:pt x="93579" y="1799"/>
                  </a:lnTo>
                  <a:lnTo>
                    <a:pt x="93961" y="1619"/>
                  </a:lnTo>
                  <a:lnTo>
                    <a:pt x="94366" y="1439"/>
                  </a:lnTo>
                  <a:lnTo>
                    <a:pt x="94748" y="1259"/>
                  </a:lnTo>
                  <a:lnTo>
                    <a:pt x="95153" y="1102"/>
                  </a:lnTo>
                  <a:lnTo>
                    <a:pt x="95536" y="945"/>
                  </a:lnTo>
                  <a:lnTo>
                    <a:pt x="95940" y="810"/>
                  </a:lnTo>
                  <a:lnTo>
                    <a:pt x="96345" y="675"/>
                  </a:lnTo>
                  <a:lnTo>
                    <a:pt x="96727" y="562"/>
                  </a:lnTo>
                  <a:lnTo>
                    <a:pt x="97132" y="450"/>
                  </a:lnTo>
                  <a:lnTo>
                    <a:pt x="97515" y="337"/>
                  </a:lnTo>
                  <a:lnTo>
                    <a:pt x="97919" y="247"/>
                  </a:lnTo>
                  <a:lnTo>
                    <a:pt x="98302" y="180"/>
                  </a:lnTo>
                  <a:lnTo>
                    <a:pt x="98707" y="112"/>
                  </a:lnTo>
                  <a:lnTo>
                    <a:pt x="99089" y="67"/>
                  </a:lnTo>
                  <a:lnTo>
                    <a:pt x="99494" y="22"/>
                  </a:lnTo>
                  <a:lnTo>
                    <a:pt x="99899" y="22"/>
                  </a:lnTo>
                  <a:lnTo>
                    <a:pt x="100281" y="0"/>
                  </a:lnTo>
                  <a:lnTo>
                    <a:pt x="100685" y="22"/>
                  </a:lnTo>
                  <a:lnTo>
                    <a:pt x="101068" y="45"/>
                  </a:lnTo>
                  <a:lnTo>
                    <a:pt x="101473" y="90"/>
                  </a:lnTo>
                  <a:lnTo>
                    <a:pt x="101855" y="157"/>
                  </a:lnTo>
                  <a:lnTo>
                    <a:pt x="102260" y="225"/>
                  </a:lnTo>
                  <a:lnTo>
                    <a:pt x="102642" y="337"/>
                  </a:lnTo>
                  <a:lnTo>
                    <a:pt x="103047" y="450"/>
                  </a:lnTo>
                  <a:lnTo>
                    <a:pt x="103452" y="585"/>
                  </a:lnTo>
                  <a:lnTo>
                    <a:pt x="103834" y="720"/>
                  </a:lnTo>
                  <a:lnTo>
                    <a:pt x="104239" y="900"/>
                  </a:lnTo>
                  <a:lnTo>
                    <a:pt x="104621" y="1080"/>
                  </a:lnTo>
                  <a:lnTo>
                    <a:pt x="105026" y="1282"/>
                  </a:lnTo>
                  <a:lnTo>
                    <a:pt x="105408" y="1529"/>
                  </a:lnTo>
                  <a:lnTo>
                    <a:pt x="105813" y="1777"/>
                  </a:lnTo>
                  <a:lnTo>
                    <a:pt x="106196" y="2047"/>
                  </a:lnTo>
                  <a:lnTo>
                    <a:pt x="106600" y="2339"/>
                  </a:lnTo>
                  <a:lnTo>
                    <a:pt x="107005" y="2654"/>
                  </a:lnTo>
                  <a:lnTo>
                    <a:pt x="107388" y="2991"/>
                  </a:lnTo>
                  <a:lnTo>
                    <a:pt x="107792" y="3351"/>
                  </a:lnTo>
                  <a:lnTo>
                    <a:pt x="108175" y="3733"/>
                  </a:lnTo>
                  <a:lnTo>
                    <a:pt x="108579" y="4138"/>
                  </a:lnTo>
                  <a:lnTo>
                    <a:pt x="108962" y="4565"/>
                  </a:lnTo>
                  <a:lnTo>
                    <a:pt x="109367" y="5015"/>
                  </a:lnTo>
                  <a:lnTo>
                    <a:pt x="109749" y="5487"/>
                  </a:lnTo>
                  <a:lnTo>
                    <a:pt x="110154" y="5982"/>
                  </a:lnTo>
                  <a:lnTo>
                    <a:pt x="110559" y="6522"/>
                  </a:lnTo>
                  <a:lnTo>
                    <a:pt x="110941" y="7062"/>
                  </a:lnTo>
                  <a:lnTo>
                    <a:pt x="111345" y="7646"/>
                  </a:lnTo>
                  <a:lnTo>
                    <a:pt x="111728" y="8254"/>
                  </a:lnTo>
                  <a:lnTo>
                    <a:pt x="112133" y="8883"/>
                  </a:lnTo>
                  <a:lnTo>
                    <a:pt x="112515" y="9536"/>
                  </a:lnTo>
                  <a:lnTo>
                    <a:pt x="112920" y="10210"/>
                  </a:lnTo>
                  <a:lnTo>
                    <a:pt x="113325" y="10930"/>
                  </a:lnTo>
                  <a:lnTo>
                    <a:pt x="113707" y="11672"/>
                  </a:lnTo>
                  <a:lnTo>
                    <a:pt x="114112" y="12437"/>
                  </a:lnTo>
                  <a:lnTo>
                    <a:pt x="114494" y="13224"/>
                  </a:lnTo>
                  <a:lnTo>
                    <a:pt x="114899" y="14056"/>
                  </a:lnTo>
                  <a:lnTo>
                    <a:pt x="115281" y="14911"/>
                  </a:lnTo>
                  <a:lnTo>
                    <a:pt x="115686" y="15788"/>
                  </a:lnTo>
                  <a:lnTo>
                    <a:pt x="116068" y="16687"/>
                  </a:lnTo>
                  <a:lnTo>
                    <a:pt x="116473" y="17632"/>
                  </a:lnTo>
                  <a:lnTo>
                    <a:pt x="116878" y="18599"/>
                  </a:lnTo>
                  <a:lnTo>
                    <a:pt x="117260" y="19588"/>
                  </a:lnTo>
                  <a:lnTo>
                    <a:pt x="117665" y="20600"/>
                  </a:lnTo>
                  <a:lnTo>
                    <a:pt x="118048" y="21657"/>
                  </a:lnTo>
                  <a:lnTo>
                    <a:pt x="118452" y="22737"/>
                  </a:lnTo>
                  <a:lnTo>
                    <a:pt x="118835" y="23839"/>
                  </a:lnTo>
                  <a:lnTo>
                    <a:pt x="119239" y="24986"/>
                  </a:lnTo>
                  <a:lnTo>
                    <a:pt x="119622" y="26155"/>
                  </a:lnTo>
                  <a:lnTo>
                    <a:pt x="120027" y="27347"/>
                  </a:lnTo>
                  <a:lnTo>
                    <a:pt x="120431" y="28562"/>
                  </a:lnTo>
                  <a:lnTo>
                    <a:pt x="120814" y="29821"/>
                  </a:lnTo>
                  <a:lnTo>
                    <a:pt x="121219" y="31103"/>
                  </a:lnTo>
                  <a:lnTo>
                    <a:pt x="121601" y="32430"/>
                  </a:lnTo>
                  <a:lnTo>
                    <a:pt x="122006" y="33757"/>
                  </a:lnTo>
                  <a:lnTo>
                    <a:pt x="122388" y="35129"/>
                  </a:lnTo>
                  <a:lnTo>
                    <a:pt x="122793" y="36546"/>
                  </a:lnTo>
                  <a:lnTo>
                    <a:pt x="123175" y="37962"/>
                  </a:lnTo>
                  <a:lnTo>
                    <a:pt x="123580" y="39424"/>
                  </a:lnTo>
                  <a:lnTo>
                    <a:pt x="123985" y="40909"/>
                  </a:lnTo>
                  <a:lnTo>
                    <a:pt x="124367" y="42438"/>
                  </a:lnTo>
                  <a:lnTo>
                    <a:pt x="124772" y="43967"/>
                  </a:lnTo>
                  <a:lnTo>
                    <a:pt x="125154" y="45541"/>
                  </a:lnTo>
                  <a:lnTo>
                    <a:pt x="125559" y="47138"/>
                  </a:lnTo>
                  <a:lnTo>
                    <a:pt x="125942" y="48757"/>
                  </a:lnTo>
                  <a:lnTo>
                    <a:pt x="126346" y="50399"/>
                  </a:lnTo>
                  <a:lnTo>
                    <a:pt x="126751" y="52086"/>
                  </a:lnTo>
                  <a:lnTo>
                    <a:pt x="127133" y="53795"/>
                  </a:lnTo>
                  <a:lnTo>
                    <a:pt x="127538" y="55527"/>
                  </a:lnTo>
                  <a:lnTo>
                    <a:pt x="127920" y="57281"/>
                  </a:lnTo>
                  <a:lnTo>
                    <a:pt x="128325" y="59058"/>
                  </a:lnTo>
                  <a:lnTo>
                    <a:pt x="128708" y="60857"/>
                  </a:lnTo>
                  <a:lnTo>
                    <a:pt x="129113" y="62678"/>
                  </a:lnTo>
                  <a:lnTo>
                    <a:pt x="129495" y="64545"/>
                  </a:lnTo>
                  <a:lnTo>
                    <a:pt x="129899" y="66412"/>
                  </a:lnTo>
                  <a:lnTo>
                    <a:pt x="130305" y="68301"/>
                  </a:lnTo>
                  <a:lnTo>
                    <a:pt x="130687" y="70235"/>
                  </a:lnTo>
                  <a:lnTo>
                    <a:pt x="131091" y="72169"/>
                  </a:lnTo>
                  <a:lnTo>
                    <a:pt x="131474" y="74148"/>
                  </a:lnTo>
                  <a:lnTo>
                    <a:pt x="131879" y="76127"/>
                  </a:lnTo>
                  <a:lnTo>
                    <a:pt x="132261" y="78129"/>
                  </a:lnTo>
                  <a:lnTo>
                    <a:pt x="132666" y="80175"/>
                  </a:lnTo>
                  <a:lnTo>
                    <a:pt x="133048" y="82222"/>
                  </a:lnTo>
                  <a:lnTo>
                    <a:pt x="133453" y="84291"/>
                  </a:lnTo>
                  <a:lnTo>
                    <a:pt x="133858" y="86382"/>
                  </a:lnTo>
                  <a:lnTo>
                    <a:pt x="134240" y="88496"/>
                  </a:lnTo>
                  <a:lnTo>
                    <a:pt x="134645" y="90588"/>
                  </a:lnTo>
                  <a:lnTo>
                    <a:pt x="135027" y="92747"/>
                  </a:lnTo>
                  <a:lnTo>
                    <a:pt x="135432" y="94906"/>
                  </a:lnTo>
                  <a:lnTo>
                    <a:pt x="135814" y="97110"/>
                  </a:lnTo>
                  <a:lnTo>
                    <a:pt x="136219" y="99314"/>
                  </a:lnTo>
                  <a:lnTo>
                    <a:pt x="136602" y="101540"/>
                  </a:lnTo>
                  <a:lnTo>
                    <a:pt x="137006" y="103767"/>
                  </a:lnTo>
                  <a:lnTo>
                    <a:pt x="137411" y="106038"/>
                  </a:lnTo>
                  <a:lnTo>
                    <a:pt x="137793" y="108310"/>
                  </a:lnTo>
                  <a:lnTo>
                    <a:pt x="138198" y="110604"/>
                  </a:lnTo>
                  <a:lnTo>
                    <a:pt x="138581" y="112920"/>
                  </a:lnTo>
                  <a:lnTo>
                    <a:pt x="138985" y="115237"/>
                  </a:lnTo>
                  <a:lnTo>
                    <a:pt x="139368" y="117576"/>
                  </a:lnTo>
                  <a:lnTo>
                    <a:pt x="139773" y="119937"/>
                  </a:lnTo>
                  <a:lnTo>
                    <a:pt x="140155" y="122298"/>
                  </a:lnTo>
                  <a:lnTo>
                    <a:pt x="140560" y="124682"/>
                  </a:lnTo>
                  <a:lnTo>
                    <a:pt x="140965" y="127066"/>
                  </a:lnTo>
                  <a:lnTo>
                    <a:pt x="141347" y="129473"/>
                  </a:lnTo>
                  <a:lnTo>
                    <a:pt x="141751" y="131901"/>
                  </a:lnTo>
                  <a:lnTo>
                    <a:pt x="142134" y="134330"/>
                  </a:lnTo>
                  <a:lnTo>
                    <a:pt x="142539" y="136782"/>
                  </a:lnTo>
                  <a:lnTo>
                    <a:pt x="142921" y="139233"/>
                  </a:lnTo>
                  <a:lnTo>
                    <a:pt x="143326" y="141707"/>
                  </a:lnTo>
                  <a:lnTo>
                    <a:pt x="143731" y="144181"/>
                  </a:lnTo>
                  <a:lnTo>
                    <a:pt x="144113" y="146655"/>
                  </a:lnTo>
                  <a:lnTo>
                    <a:pt x="144518" y="149151"/>
                  </a:lnTo>
                  <a:lnTo>
                    <a:pt x="144900" y="151647"/>
                  </a:lnTo>
                  <a:lnTo>
                    <a:pt x="145305" y="154144"/>
                  </a:lnTo>
                  <a:lnTo>
                    <a:pt x="145687" y="156662"/>
                  </a:lnTo>
                  <a:lnTo>
                    <a:pt x="146092" y="159159"/>
                  </a:lnTo>
                  <a:lnTo>
                    <a:pt x="146474" y="161700"/>
                  </a:lnTo>
                  <a:lnTo>
                    <a:pt x="146879" y="164219"/>
                  </a:lnTo>
                  <a:lnTo>
                    <a:pt x="147284" y="166738"/>
                  </a:lnTo>
                  <a:lnTo>
                    <a:pt x="147666" y="169279"/>
                  </a:lnTo>
                  <a:lnTo>
                    <a:pt x="148071" y="174294"/>
                  </a:lnTo>
                  <a:lnTo>
                    <a:pt x="148453" y="180456"/>
                  </a:lnTo>
                  <a:lnTo>
                    <a:pt x="148858" y="183088"/>
                  </a:lnTo>
                  <a:lnTo>
                    <a:pt x="149241" y="185719"/>
                  </a:lnTo>
                  <a:lnTo>
                    <a:pt x="149645" y="188373"/>
                  </a:lnTo>
                  <a:lnTo>
                    <a:pt x="150028" y="191004"/>
                  </a:lnTo>
                  <a:lnTo>
                    <a:pt x="150433" y="193658"/>
                  </a:lnTo>
                  <a:lnTo>
                    <a:pt x="150837" y="196312"/>
                  </a:lnTo>
                  <a:lnTo>
                    <a:pt x="151220" y="198943"/>
                  </a:lnTo>
                  <a:lnTo>
                    <a:pt x="151625" y="201597"/>
                  </a:lnTo>
                  <a:lnTo>
                    <a:pt x="152007" y="204250"/>
                  </a:lnTo>
                  <a:lnTo>
                    <a:pt x="152411" y="206904"/>
                  </a:lnTo>
                  <a:lnTo>
                    <a:pt x="152794" y="209535"/>
                  </a:lnTo>
                  <a:lnTo>
                    <a:pt x="153199" y="212167"/>
                  </a:lnTo>
                  <a:lnTo>
                    <a:pt x="153581" y="214798"/>
                  </a:lnTo>
                  <a:lnTo>
                    <a:pt x="153986" y="217452"/>
                  </a:lnTo>
                  <a:lnTo>
                    <a:pt x="154391" y="220083"/>
                  </a:lnTo>
                  <a:lnTo>
                    <a:pt x="154773" y="222714"/>
                  </a:lnTo>
                  <a:lnTo>
                    <a:pt x="155178" y="225368"/>
                  </a:lnTo>
                  <a:lnTo>
                    <a:pt x="155560" y="227999"/>
                  </a:lnTo>
                  <a:lnTo>
                    <a:pt x="155965" y="230631"/>
                  </a:lnTo>
                  <a:lnTo>
                    <a:pt x="156347" y="233262"/>
                  </a:lnTo>
                  <a:lnTo>
                    <a:pt x="156752" y="235893"/>
                  </a:lnTo>
                  <a:lnTo>
                    <a:pt x="157157" y="238502"/>
                  </a:lnTo>
                  <a:lnTo>
                    <a:pt x="157539" y="241133"/>
                  </a:lnTo>
                  <a:lnTo>
                    <a:pt x="157944" y="243742"/>
                  </a:lnTo>
                  <a:lnTo>
                    <a:pt x="158326" y="246351"/>
                  </a:lnTo>
                  <a:lnTo>
                    <a:pt x="158731" y="248960"/>
                  </a:lnTo>
                  <a:lnTo>
                    <a:pt x="159114" y="251546"/>
                  </a:lnTo>
                  <a:lnTo>
                    <a:pt x="159518" y="254155"/>
                  </a:lnTo>
                  <a:lnTo>
                    <a:pt x="159901" y="256741"/>
                  </a:lnTo>
                  <a:lnTo>
                    <a:pt x="160305" y="259327"/>
                  </a:lnTo>
                  <a:lnTo>
                    <a:pt x="160710" y="261891"/>
                  </a:lnTo>
                  <a:lnTo>
                    <a:pt x="161093" y="264455"/>
                  </a:lnTo>
                  <a:lnTo>
                    <a:pt x="161497" y="267019"/>
                  </a:lnTo>
                  <a:lnTo>
                    <a:pt x="161880" y="269583"/>
                  </a:lnTo>
                  <a:lnTo>
                    <a:pt x="162285" y="272124"/>
                  </a:lnTo>
                  <a:lnTo>
                    <a:pt x="162667" y="274665"/>
                  </a:lnTo>
                  <a:lnTo>
                    <a:pt x="163071" y="277207"/>
                  </a:lnTo>
                  <a:lnTo>
                    <a:pt x="163454" y="279748"/>
                  </a:lnTo>
                  <a:lnTo>
                    <a:pt x="163859" y="282267"/>
                  </a:lnTo>
                  <a:lnTo>
                    <a:pt x="164263" y="284763"/>
                  </a:lnTo>
                  <a:lnTo>
                    <a:pt x="164624" y="287259"/>
                  </a:lnTo>
                  <a:lnTo>
                    <a:pt x="165028" y="289756"/>
                  </a:lnTo>
                  <a:lnTo>
                    <a:pt x="165433" y="292252"/>
                  </a:lnTo>
                  <a:lnTo>
                    <a:pt x="165816" y="294726"/>
                  </a:lnTo>
                  <a:lnTo>
                    <a:pt x="166198" y="297177"/>
                  </a:lnTo>
                  <a:lnTo>
                    <a:pt x="166602" y="299651"/>
                  </a:lnTo>
                  <a:lnTo>
                    <a:pt x="166985" y="302080"/>
                  </a:lnTo>
                  <a:lnTo>
                    <a:pt x="167390" y="304531"/>
                  </a:lnTo>
                  <a:lnTo>
                    <a:pt x="167794" y="306960"/>
                  </a:lnTo>
                  <a:lnTo>
                    <a:pt x="168177" y="309367"/>
                  </a:lnTo>
                  <a:lnTo>
                    <a:pt x="168582" y="311796"/>
                  </a:lnTo>
                  <a:lnTo>
                    <a:pt x="168964" y="314202"/>
                  </a:lnTo>
                  <a:lnTo>
                    <a:pt x="169369" y="316586"/>
                  </a:lnTo>
                  <a:lnTo>
                    <a:pt x="169751" y="318970"/>
                  </a:lnTo>
                  <a:lnTo>
                    <a:pt x="170156" y="321354"/>
                  </a:lnTo>
                  <a:lnTo>
                    <a:pt x="170538" y="323715"/>
                  </a:lnTo>
                  <a:lnTo>
                    <a:pt x="170943" y="326076"/>
                  </a:lnTo>
                  <a:lnTo>
                    <a:pt x="171348" y="328438"/>
                  </a:lnTo>
                  <a:lnTo>
                    <a:pt x="171730" y="330732"/>
                  </a:lnTo>
                  <a:lnTo>
                    <a:pt x="172135" y="333071"/>
                  </a:lnTo>
                  <a:lnTo>
                    <a:pt x="172518" y="335387"/>
                  </a:lnTo>
                  <a:lnTo>
                    <a:pt x="172922" y="337681"/>
                  </a:lnTo>
                  <a:lnTo>
                    <a:pt x="173304" y="339975"/>
                  </a:lnTo>
                  <a:lnTo>
                    <a:pt x="173710" y="342269"/>
                  </a:lnTo>
                  <a:lnTo>
                    <a:pt x="174114" y="344540"/>
                  </a:lnTo>
                  <a:lnTo>
                    <a:pt x="174496" y="346789"/>
                  </a:lnTo>
                  <a:lnTo>
                    <a:pt x="174901" y="349038"/>
                  </a:lnTo>
                  <a:lnTo>
                    <a:pt x="175284" y="351287"/>
                  </a:lnTo>
                  <a:lnTo>
                    <a:pt x="175688" y="353514"/>
                  </a:lnTo>
                  <a:lnTo>
                    <a:pt x="176070" y="355740"/>
                  </a:lnTo>
                  <a:lnTo>
                    <a:pt x="176476" y="357944"/>
                  </a:lnTo>
                  <a:lnTo>
                    <a:pt x="176858" y="360126"/>
                  </a:lnTo>
                  <a:lnTo>
                    <a:pt x="177263" y="362307"/>
                  </a:lnTo>
                  <a:lnTo>
                    <a:pt x="177668" y="364489"/>
                  </a:lnTo>
                  <a:lnTo>
                    <a:pt x="178050" y="366648"/>
                  </a:lnTo>
                  <a:lnTo>
                    <a:pt x="178455" y="368784"/>
                  </a:lnTo>
                  <a:lnTo>
                    <a:pt x="178837" y="370921"/>
                  </a:lnTo>
                  <a:lnTo>
                    <a:pt x="179242" y="373057"/>
                  </a:lnTo>
                  <a:lnTo>
                    <a:pt x="179624" y="375149"/>
                  </a:lnTo>
                  <a:lnTo>
                    <a:pt x="180029" y="377263"/>
                  </a:lnTo>
                  <a:lnTo>
                    <a:pt x="180411" y="379332"/>
                  </a:lnTo>
                  <a:lnTo>
                    <a:pt x="180816" y="381401"/>
                  </a:lnTo>
                  <a:lnTo>
                    <a:pt x="181221" y="383470"/>
                  </a:lnTo>
                  <a:lnTo>
                    <a:pt x="181603" y="385516"/>
                  </a:lnTo>
                  <a:lnTo>
                    <a:pt x="182008" y="387563"/>
                  </a:lnTo>
                  <a:lnTo>
                    <a:pt x="182390" y="389587"/>
                  </a:lnTo>
                  <a:lnTo>
                    <a:pt x="182795" y="391589"/>
                  </a:lnTo>
                  <a:lnTo>
                    <a:pt x="183178" y="393590"/>
                  </a:lnTo>
                  <a:lnTo>
                    <a:pt x="183582" y="395592"/>
                  </a:lnTo>
                  <a:lnTo>
                    <a:pt x="183964" y="397548"/>
                  </a:lnTo>
                  <a:lnTo>
                    <a:pt x="184370" y="399527"/>
                  </a:lnTo>
                  <a:lnTo>
                    <a:pt x="184774" y="401462"/>
                  </a:lnTo>
                  <a:lnTo>
                    <a:pt x="185156" y="403418"/>
                  </a:lnTo>
                  <a:lnTo>
                    <a:pt x="185561" y="405330"/>
                  </a:lnTo>
                  <a:lnTo>
                    <a:pt x="185944" y="407241"/>
                  </a:lnTo>
                  <a:lnTo>
                    <a:pt x="186348" y="409153"/>
                  </a:lnTo>
                  <a:lnTo>
                    <a:pt x="186731" y="411042"/>
                  </a:lnTo>
                  <a:lnTo>
                    <a:pt x="187136" y="412909"/>
                  </a:lnTo>
                  <a:lnTo>
                    <a:pt x="187540" y="414775"/>
                  </a:lnTo>
                  <a:lnTo>
                    <a:pt x="187923" y="416619"/>
                  </a:lnTo>
                  <a:lnTo>
                    <a:pt x="188328" y="418464"/>
                  </a:lnTo>
                  <a:lnTo>
                    <a:pt x="188710" y="420285"/>
                  </a:lnTo>
                  <a:lnTo>
                    <a:pt x="189115" y="422084"/>
                  </a:lnTo>
                  <a:lnTo>
                    <a:pt x="189497" y="423884"/>
                  </a:lnTo>
                  <a:lnTo>
                    <a:pt x="189902" y="425660"/>
                  </a:lnTo>
                  <a:lnTo>
                    <a:pt x="190284" y="427437"/>
                  </a:lnTo>
                  <a:lnTo>
                    <a:pt x="190689" y="429191"/>
                  </a:lnTo>
                  <a:lnTo>
                    <a:pt x="191094" y="430945"/>
                  </a:lnTo>
                  <a:lnTo>
                    <a:pt x="191476" y="432655"/>
                  </a:lnTo>
                  <a:lnTo>
                    <a:pt x="191881" y="434386"/>
                  </a:lnTo>
                  <a:lnTo>
                    <a:pt x="192263" y="436095"/>
                  </a:lnTo>
                  <a:lnTo>
                    <a:pt x="192668" y="437782"/>
                  </a:lnTo>
                  <a:lnTo>
                    <a:pt x="193050" y="439446"/>
                  </a:lnTo>
                  <a:lnTo>
                    <a:pt x="193455" y="441111"/>
                  </a:lnTo>
                  <a:lnTo>
                    <a:pt x="193838" y="442775"/>
                  </a:lnTo>
                  <a:lnTo>
                    <a:pt x="194242" y="444417"/>
                  </a:lnTo>
                  <a:lnTo>
                    <a:pt x="194647" y="446036"/>
                  </a:lnTo>
                  <a:lnTo>
                    <a:pt x="195030" y="447655"/>
                  </a:lnTo>
                  <a:lnTo>
                    <a:pt x="195434" y="449252"/>
                  </a:lnTo>
                  <a:lnTo>
                    <a:pt x="195816" y="450849"/>
                  </a:lnTo>
                  <a:lnTo>
                    <a:pt x="196222" y="452445"/>
                  </a:lnTo>
                  <a:lnTo>
                    <a:pt x="196604" y="454020"/>
                  </a:lnTo>
                  <a:lnTo>
                    <a:pt x="197008" y="455571"/>
                  </a:lnTo>
                  <a:lnTo>
                    <a:pt x="197391" y="457123"/>
                  </a:lnTo>
                  <a:lnTo>
                    <a:pt x="197796" y="458675"/>
                  </a:lnTo>
                  <a:lnTo>
                    <a:pt x="198200" y="460204"/>
                  </a:lnTo>
                  <a:lnTo>
                    <a:pt x="198583" y="461734"/>
                  </a:lnTo>
                  <a:lnTo>
                    <a:pt x="198988" y="463240"/>
                  </a:lnTo>
                  <a:lnTo>
                    <a:pt x="199370" y="464747"/>
                  </a:lnTo>
                  <a:lnTo>
                    <a:pt x="199775" y="466231"/>
                  </a:lnTo>
                  <a:lnTo>
                    <a:pt x="200157" y="467716"/>
                  </a:lnTo>
                  <a:lnTo>
                    <a:pt x="200562" y="469178"/>
                  </a:lnTo>
                  <a:lnTo>
                    <a:pt x="200944" y="470639"/>
                  </a:lnTo>
                  <a:lnTo>
                    <a:pt x="201349" y="472079"/>
                  </a:lnTo>
                  <a:lnTo>
                    <a:pt x="201754" y="473496"/>
                  </a:lnTo>
                  <a:lnTo>
                    <a:pt x="202136" y="474912"/>
                  </a:lnTo>
                  <a:lnTo>
                    <a:pt x="202541" y="476329"/>
                  </a:lnTo>
                  <a:lnTo>
                    <a:pt x="202923" y="477701"/>
                  </a:lnTo>
                  <a:lnTo>
                    <a:pt x="203328" y="479096"/>
                  </a:lnTo>
                  <a:lnTo>
                    <a:pt x="203710" y="480445"/>
                  </a:lnTo>
                  <a:lnTo>
                    <a:pt x="204115" y="481794"/>
                  </a:lnTo>
                  <a:lnTo>
                    <a:pt x="204520" y="483144"/>
                  </a:lnTo>
                  <a:lnTo>
                    <a:pt x="204902" y="484448"/>
                  </a:lnTo>
                  <a:lnTo>
                    <a:pt x="205307" y="485775"/>
                  </a:lnTo>
                  <a:lnTo>
                    <a:pt x="205690" y="487079"/>
                  </a:lnTo>
                  <a:lnTo>
                    <a:pt x="206094" y="488361"/>
                  </a:lnTo>
                  <a:lnTo>
                    <a:pt x="206476" y="489621"/>
                  </a:lnTo>
                  <a:lnTo>
                    <a:pt x="206882" y="490903"/>
                  </a:lnTo>
                  <a:lnTo>
                    <a:pt x="207264" y="492140"/>
                  </a:lnTo>
                  <a:lnTo>
                    <a:pt x="207668" y="493376"/>
                  </a:lnTo>
                  <a:lnTo>
                    <a:pt x="208073" y="494613"/>
                  </a:lnTo>
                  <a:lnTo>
                    <a:pt x="208456" y="495828"/>
                  </a:lnTo>
                  <a:lnTo>
                    <a:pt x="208860" y="497020"/>
                  </a:lnTo>
                  <a:lnTo>
                    <a:pt x="209243" y="498212"/>
                  </a:lnTo>
                  <a:lnTo>
                    <a:pt x="209648" y="499381"/>
                  </a:lnTo>
                  <a:lnTo>
                    <a:pt x="210030" y="500551"/>
                  </a:lnTo>
                  <a:lnTo>
                    <a:pt x="210435" y="501720"/>
                  </a:lnTo>
                  <a:lnTo>
                    <a:pt x="210817" y="502867"/>
                  </a:lnTo>
                  <a:lnTo>
                    <a:pt x="211222" y="503991"/>
                  </a:lnTo>
                  <a:lnTo>
                    <a:pt x="211627" y="505116"/>
                  </a:lnTo>
                  <a:lnTo>
                    <a:pt x="212009" y="506218"/>
                  </a:lnTo>
                  <a:lnTo>
                    <a:pt x="212414" y="507320"/>
                  </a:lnTo>
                  <a:lnTo>
                    <a:pt x="212796" y="508399"/>
                  </a:lnTo>
                  <a:lnTo>
                    <a:pt x="213201" y="509479"/>
                  </a:lnTo>
                  <a:lnTo>
                    <a:pt x="213584" y="510536"/>
                  </a:lnTo>
                  <a:lnTo>
                    <a:pt x="213988" y="511593"/>
                  </a:lnTo>
                  <a:lnTo>
                    <a:pt x="214370" y="512650"/>
                  </a:lnTo>
                  <a:lnTo>
                    <a:pt x="214776" y="513684"/>
                  </a:lnTo>
                  <a:lnTo>
                    <a:pt x="215180" y="514697"/>
                  </a:lnTo>
                  <a:lnTo>
                    <a:pt x="215562" y="515709"/>
                  </a:lnTo>
                  <a:lnTo>
                    <a:pt x="215967" y="516721"/>
                  </a:lnTo>
                  <a:lnTo>
                    <a:pt x="216350" y="517710"/>
                  </a:lnTo>
                  <a:lnTo>
                    <a:pt x="216754" y="518677"/>
                  </a:lnTo>
                  <a:lnTo>
                    <a:pt x="217136" y="519644"/>
                  </a:lnTo>
                  <a:lnTo>
                    <a:pt x="217542" y="520611"/>
                  </a:lnTo>
                  <a:lnTo>
                    <a:pt x="217946" y="521578"/>
                  </a:lnTo>
                  <a:lnTo>
                    <a:pt x="218329" y="522500"/>
                  </a:lnTo>
                  <a:lnTo>
                    <a:pt x="218733" y="523445"/>
                  </a:lnTo>
                  <a:lnTo>
                    <a:pt x="219116" y="524367"/>
                  </a:lnTo>
                  <a:lnTo>
                    <a:pt x="219521" y="525289"/>
                  </a:lnTo>
                  <a:lnTo>
                    <a:pt x="219903" y="526189"/>
                  </a:lnTo>
                  <a:lnTo>
                    <a:pt x="220308" y="527088"/>
                  </a:lnTo>
                  <a:lnTo>
                    <a:pt x="220690" y="527988"/>
                  </a:lnTo>
                  <a:lnTo>
                    <a:pt x="221095" y="528865"/>
                  </a:lnTo>
                  <a:lnTo>
                    <a:pt x="221500" y="529742"/>
                  </a:lnTo>
                  <a:lnTo>
                    <a:pt x="221882" y="530597"/>
                  </a:lnTo>
                  <a:lnTo>
                    <a:pt x="222287" y="531474"/>
                  </a:lnTo>
                  <a:lnTo>
                    <a:pt x="222669" y="532306"/>
                  </a:lnTo>
                  <a:lnTo>
                    <a:pt x="223074" y="533160"/>
                  </a:lnTo>
                  <a:lnTo>
                    <a:pt x="223456" y="533993"/>
                  </a:lnTo>
                  <a:lnTo>
                    <a:pt x="223861" y="534802"/>
                  </a:lnTo>
                  <a:lnTo>
                    <a:pt x="224244" y="535612"/>
                  </a:lnTo>
                  <a:lnTo>
                    <a:pt x="224648" y="536422"/>
                  </a:lnTo>
                  <a:lnTo>
                    <a:pt x="225053" y="537231"/>
                  </a:lnTo>
                  <a:lnTo>
                    <a:pt x="225436" y="538018"/>
                  </a:lnTo>
                  <a:lnTo>
                    <a:pt x="225840" y="538783"/>
                  </a:lnTo>
                  <a:lnTo>
                    <a:pt x="226222" y="539548"/>
                  </a:lnTo>
                  <a:lnTo>
                    <a:pt x="226627" y="540312"/>
                  </a:lnTo>
                  <a:lnTo>
                    <a:pt x="227010" y="541054"/>
                  </a:lnTo>
                  <a:lnTo>
                    <a:pt x="227414" y="541819"/>
                  </a:lnTo>
                  <a:lnTo>
                    <a:pt x="227797" y="542539"/>
                  </a:lnTo>
                  <a:lnTo>
                    <a:pt x="228202" y="543258"/>
                  </a:lnTo>
                  <a:lnTo>
                    <a:pt x="228606" y="543978"/>
                  </a:lnTo>
                  <a:lnTo>
                    <a:pt x="228989" y="544698"/>
                  </a:lnTo>
                  <a:lnTo>
                    <a:pt x="229394" y="545395"/>
                  </a:lnTo>
                  <a:lnTo>
                    <a:pt x="229776" y="546092"/>
                  </a:lnTo>
                  <a:lnTo>
                    <a:pt x="230181" y="546767"/>
                  </a:lnTo>
                  <a:lnTo>
                    <a:pt x="230563" y="547441"/>
                  </a:lnTo>
                  <a:lnTo>
                    <a:pt x="230968" y="548116"/>
                  </a:lnTo>
                  <a:lnTo>
                    <a:pt x="231350" y="548791"/>
                  </a:lnTo>
                  <a:lnTo>
                    <a:pt x="231755" y="549443"/>
                  </a:lnTo>
                  <a:lnTo>
                    <a:pt x="232160" y="550095"/>
                  </a:lnTo>
                  <a:lnTo>
                    <a:pt x="232542" y="550725"/>
                  </a:lnTo>
                  <a:lnTo>
                    <a:pt x="232947" y="551355"/>
                  </a:lnTo>
                  <a:lnTo>
                    <a:pt x="233329" y="551984"/>
                  </a:lnTo>
                  <a:lnTo>
                    <a:pt x="233734" y="552592"/>
                  </a:lnTo>
                  <a:lnTo>
                    <a:pt x="234116" y="553199"/>
                  </a:lnTo>
                  <a:lnTo>
                    <a:pt x="234521" y="553806"/>
                  </a:lnTo>
                  <a:lnTo>
                    <a:pt x="234926" y="554391"/>
                  </a:lnTo>
                  <a:lnTo>
                    <a:pt x="235308" y="554975"/>
                  </a:lnTo>
                  <a:lnTo>
                    <a:pt x="235713" y="555538"/>
                  </a:lnTo>
                  <a:lnTo>
                    <a:pt x="236096" y="556122"/>
                  </a:lnTo>
                  <a:lnTo>
                    <a:pt x="236500" y="556662"/>
                  </a:lnTo>
                  <a:lnTo>
                    <a:pt x="236882" y="557224"/>
                  </a:lnTo>
                  <a:lnTo>
                    <a:pt x="237287" y="557764"/>
                  </a:lnTo>
                  <a:lnTo>
                    <a:pt x="237670" y="558304"/>
                  </a:lnTo>
                  <a:lnTo>
                    <a:pt x="238074" y="558821"/>
                  </a:lnTo>
                  <a:lnTo>
                    <a:pt x="238479" y="559338"/>
                  </a:lnTo>
                  <a:lnTo>
                    <a:pt x="238862" y="559856"/>
                  </a:lnTo>
                  <a:lnTo>
                    <a:pt x="239266" y="560350"/>
                  </a:lnTo>
                  <a:lnTo>
                    <a:pt x="239649" y="560845"/>
                  </a:lnTo>
                  <a:lnTo>
                    <a:pt x="240054" y="561340"/>
                  </a:lnTo>
                  <a:lnTo>
                    <a:pt x="240436" y="561812"/>
                  </a:lnTo>
                  <a:lnTo>
                    <a:pt x="240841" y="562285"/>
                  </a:lnTo>
                  <a:lnTo>
                    <a:pt x="241223" y="562734"/>
                  </a:lnTo>
                  <a:lnTo>
                    <a:pt x="241628" y="563184"/>
                  </a:lnTo>
                  <a:lnTo>
                    <a:pt x="242033" y="563634"/>
                  </a:lnTo>
                  <a:lnTo>
                    <a:pt x="242415" y="564084"/>
                  </a:lnTo>
                  <a:lnTo>
                    <a:pt x="242820" y="564511"/>
                  </a:lnTo>
                  <a:lnTo>
                    <a:pt x="243202" y="564916"/>
                  </a:lnTo>
                  <a:lnTo>
                    <a:pt x="243607" y="565343"/>
                  </a:lnTo>
                  <a:lnTo>
                    <a:pt x="243989" y="565748"/>
                  </a:lnTo>
                  <a:lnTo>
                    <a:pt x="244394" y="566153"/>
                  </a:lnTo>
                  <a:lnTo>
                    <a:pt x="244776" y="566558"/>
                  </a:lnTo>
                  <a:lnTo>
                    <a:pt x="245181" y="566962"/>
                  </a:lnTo>
                  <a:lnTo>
                    <a:pt x="245586" y="567345"/>
                  </a:lnTo>
                  <a:lnTo>
                    <a:pt x="245968" y="567727"/>
                  </a:lnTo>
                  <a:lnTo>
                    <a:pt x="246373" y="568109"/>
                  </a:lnTo>
                  <a:lnTo>
                    <a:pt x="246756" y="568469"/>
                  </a:lnTo>
                  <a:lnTo>
                    <a:pt x="247160" y="568806"/>
                  </a:lnTo>
                  <a:lnTo>
                    <a:pt x="247542" y="569166"/>
                  </a:lnTo>
                  <a:lnTo>
                    <a:pt x="247948" y="569526"/>
                  </a:lnTo>
                  <a:lnTo>
                    <a:pt x="248352" y="569886"/>
                  </a:lnTo>
                  <a:lnTo>
                    <a:pt x="248734" y="570223"/>
                  </a:lnTo>
                  <a:lnTo>
                    <a:pt x="249139" y="570561"/>
                  </a:lnTo>
                  <a:lnTo>
                    <a:pt x="249522" y="570898"/>
                  </a:lnTo>
                  <a:lnTo>
                    <a:pt x="249926" y="571213"/>
                  </a:lnTo>
                  <a:lnTo>
                    <a:pt x="250309" y="571550"/>
                  </a:lnTo>
                  <a:lnTo>
                    <a:pt x="250714" y="571843"/>
                  </a:lnTo>
                  <a:lnTo>
                    <a:pt x="251096" y="572157"/>
                  </a:lnTo>
                  <a:lnTo>
                    <a:pt x="251501" y="572472"/>
                  </a:lnTo>
                  <a:lnTo>
                    <a:pt x="251905" y="572765"/>
                  </a:lnTo>
                  <a:lnTo>
                    <a:pt x="252288" y="573057"/>
                  </a:lnTo>
                  <a:lnTo>
                    <a:pt x="252693" y="573349"/>
                  </a:lnTo>
                  <a:lnTo>
                    <a:pt x="253075" y="573619"/>
                  </a:lnTo>
                  <a:lnTo>
                    <a:pt x="253480" y="573889"/>
                  </a:lnTo>
                  <a:lnTo>
                    <a:pt x="253862" y="574159"/>
                  </a:lnTo>
                  <a:lnTo>
                    <a:pt x="254267" y="574429"/>
                  </a:lnTo>
                  <a:lnTo>
                    <a:pt x="254650" y="574699"/>
                  </a:lnTo>
                  <a:lnTo>
                    <a:pt x="255054" y="574946"/>
                  </a:lnTo>
                  <a:lnTo>
                    <a:pt x="255459" y="575194"/>
                  </a:lnTo>
                  <a:lnTo>
                    <a:pt x="255841" y="575441"/>
                  </a:lnTo>
                  <a:lnTo>
                    <a:pt x="256246" y="575688"/>
                  </a:lnTo>
                  <a:lnTo>
                    <a:pt x="256628" y="575913"/>
                  </a:lnTo>
                  <a:lnTo>
                    <a:pt x="257033" y="576161"/>
                  </a:lnTo>
                  <a:lnTo>
                    <a:pt x="257416" y="576363"/>
                  </a:lnTo>
                  <a:lnTo>
                    <a:pt x="257820" y="576588"/>
                  </a:lnTo>
                  <a:lnTo>
                    <a:pt x="258202" y="576790"/>
                  </a:lnTo>
                  <a:lnTo>
                    <a:pt x="258608" y="577015"/>
                  </a:lnTo>
                  <a:lnTo>
                    <a:pt x="259012" y="577195"/>
                  </a:lnTo>
                  <a:lnTo>
                    <a:pt x="259395" y="577398"/>
                  </a:lnTo>
                  <a:lnTo>
                    <a:pt x="259799" y="577577"/>
                  </a:lnTo>
                  <a:lnTo>
                    <a:pt x="260182" y="577757"/>
                  </a:lnTo>
                  <a:lnTo>
                    <a:pt x="260587" y="577937"/>
                  </a:lnTo>
                  <a:lnTo>
                    <a:pt x="260969" y="578117"/>
                  </a:lnTo>
                  <a:lnTo>
                    <a:pt x="261374" y="578297"/>
                  </a:lnTo>
                  <a:lnTo>
                    <a:pt x="261756" y="578455"/>
                  </a:lnTo>
                  <a:lnTo>
                    <a:pt x="262161" y="578612"/>
                  </a:lnTo>
                  <a:lnTo>
                    <a:pt x="262566" y="578769"/>
                  </a:lnTo>
                  <a:lnTo>
                    <a:pt x="262948" y="578927"/>
                  </a:lnTo>
                  <a:lnTo>
                    <a:pt x="263353" y="579062"/>
                  </a:lnTo>
                  <a:lnTo>
                    <a:pt x="263735" y="579197"/>
                  </a:lnTo>
                  <a:lnTo>
                    <a:pt x="264140" y="579332"/>
                  </a:lnTo>
                  <a:lnTo>
                    <a:pt x="264522" y="579467"/>
                  </a:lnTo>
                  <a:lnTo>
                    <a:pt x="264927" y="579579"/>
                  </a:lnTo>
                  <a:lnTo>
                    <a:pt x="265332" y="579714"/>
                  </a:lnTo>
                  <a:lnTo>
                    <a:pt x="265714" y="579804"/>
                  </a:lnTo>
                  <a:lnTo>
                    <a:pt x="266119" y="579916"/>
                  </a:lnTo>
                  <a:lnTo>
                    <a:pt x="266502" y="580029"/>
                  </a:lnTo>
                  <a:lnTo>
                    <a:pt x="266906" y="580119"/>
                  </a:lnTo>
                  <a:lnTo>
                    <a:pt x="267288" y="580209"/>
                  </a:lnTo>
                  <a:lnTo>
                    <a:pt x="267693" y="580299"/>
                  </a:lnTo>
                  <a:lnTo>
                    <a:pt x="268076" y="580366"/>
                  </a:lnTo>
                  <a:lnTo>
                    <a:pt x="268480" y="580456"/>
                  </a:lnTo>
                  <a:lnTo>
                    <a:pt x="268885" y="580524"/>
                  </a:lnTo>
                  <a:lnTo>
                    <a:pt x="269268" y="580591"/>
                  </a:lnTo>
                  <a:lnTo>
                    <a:pt x="269672" y="580658"/>
                  </a:lnTo>
                  <a:lnTo>
                    <a:pt x="270055" y="580703"/>
                  </a:lnTo>
                  <a:lnTo>
                    <a:pt x="270459" y="580771"/>
                  </a:lnTo>
                  <a:lnTo>
                    <a:pt x="270842" y="580816"/>
                  </a:lnTo>
                  <a:lnTo>
                    <a:pt x="271247" y="580861"/>
                  </a:lnTo>
                  <a:lnTo>
                    <a:pt x="271629" y="580883"/>
                  </a:lnTo>
                  <a:lnTo>
                    <a:pt x="272034" y="580928"/>
                  </a:lnTo>
                  <a:lnTo>
                    <a:pt x="272439" y="580951"/>
                  </a:lnTo>
                  <a:lnTo>
                    <a:pt x="272821" y="580973"/>
                  </a:lnTo>
                  <a:lnTo>
                    <a:pt x="273226" y="580973"/>
                  </a:lnTo>
                  <a:lnTo>
                    <a:pt x="273608" y="580996"/>
                  </a:lnTo>
                  <a:lnTo>
                    <a:pt x="274013" y="580996"/>
                  </a:lnTo>
                  <a:lnTo>
                    <a:pt x="274395" y="580996"/>
                  </a:lnTo>
                  <a:lnTo>
                    <a:pt x="274800" y="580996"/>
                  </a:lnTo>
                  <a:lnTo>
                    <a:pt x="275182" y="580996"/>
                  </a:lnTo>
                  <a:lnTo>
                    <a:pt x="275587" y="580996"/>
                  </a:lnTo>
                  <a:lnTo>
                    <a:pt x="275992" y="580973"/>
                  </a:lnTo>
                  <a:lnTo>
                    <a:pt x="276374" y="580883"/>
                  </a:lnTo>
                  <a:lnTo>
                    <a:pt x="276779" y="580771"/>
                  </a:lnTo>
                  <a:lnTo>
                    <a:pt x="277162" y="580681"/>
                  </a:lnTo>
                  <a:lnTo>
                    <a:pt x="277566" y="580568"/>
                  </a:lnTo>
                  <a:lnTo>
                    <a:pt x="277948" y="580456"/>
                  </a:lnTo>
                  <a:lnTo>
                    <a:pt x="278353" y="580321"/>
                  </a:lnTo>
                  <a:lnTo>
                    <a:pt x="278758" y="580209"/>
                  </a:lnTo>
                  <a:lnTo>
                    <a:pt x="279140" y="580074"/>
                  </a:lnTo>
                  <a:lnTo>
                    <a:pt x="279545" y="579939"/>
                  </a:lnTo>
                  <a:lnTo>
                    <a:pt x="279928" y="579804"/>
                  </a:lnTo>
                  <a:lnTo>
                    <a:pt x="280332" y="579669"/>
                  </a:lnTo>
                  <a:lnTo>
                    <a:pt x="280715" y="579534"/>
                  </a:lnTo>
                  <a:lnTo>
                    <a:pt x="281120" y="579377"/>
                  </a:lnTo>
                  <a:lnTo>
                    <a:pt x="281502" y="579219"/>
                  </a:lnTo>
                  <a:lnTo>
                    <a:pt x="281907" y="579062"/>
                  </a:lnTo>
                  <a:lnTo>
                    <a:pt x="282311" y="578904"/>
                  </a:lnTo>
                  <a:lnTo>
                    <a:pt x="282694" y="578747"/>
                  </a:lnTo>
                  <a:lnTo>
                    <a:pt x="283076" y="578567"/>
                  </a:lnTo>
                  <a:lnTo>
                    <a:pt x="283481" y="578410"/>
                  </a:lnTo>
                  <a:lnTo>
                    <a:pt x="283886" y="578230"/>
                  </a:lnTo>
                  <a:lnTo>
                    <a:pt x="284246" y="578050"/>
                  </a:lnTo>
                  <a:lnTo>
                    <a:pt x="284673" y="577870"/>
                  </a:lnTo>
                  <a:lnTo>
                    <a:pt x="285033" y="577690"/>
                  </a:lnTo>
                  <a:lnTo>
                    <a:pt x="285438" y="577510"/>
                  </a:lnTo>
                  <a:lnTo>
                    <a:pt x="285842" y="577330"/>
                  </a:lnTo>
                  <a:lnTo>
                    <a:pt x="286224" y="577128"/>
                  </a:lnTo>
                  <a:lnTo>
                    <a:pt x="286630" y="576948"/>
                  </a:lnTo>
                  <a:lnTo>
                    <a:pt x="287012" y="576745"/>
                  </a:lnTo>
                  <a:lnTo>
                    <a:pt x="287416" y="576543"/>
                  </a:lnTo>
                  <a:lnTo>
                    <a:pt x="287799" y="576341"/>
                  </a:lnTo>
                  <a:lnTo>
                    <a:pt x="288204" y="576138"/>
                  </a:lnTo>
                  <a:lnTo>
                    <a:pt x="288586" y="575936"/>
                  </a:lnTo>
                  <a:lnTo>
                    <a:pt x="288991" y="575711"/>
                  </a:lnTo>
                  <a:lnTo>
                    <a:pt x="289396" y="575508"/>
                  </a:lnTo>
                  <a:lnTo>
                    <a:pt x="289778" y="575284"/>
                  </a:lnTo>
                  <a:lnTo>
                    <a:pt x="290183" y="575059"/>
                  </a:lnTo>
                  <a:lnTo>
                    <a:pt x="290565" y="574834"/>
                  </a:lnTo>
                  <a:lnTo>
                    <a:pt x="290970" y="574609"/>
                  </a:lnTo>
                  <a:lnTo>
                    <a:pt x="291352" y="574384"/>
                  </a:lnTo>
                  <a:lnTo>
                    <a:pt x="291757" y="574159"/>
                  </a:lnTo>
                  <a:lnTo>
                    <a:pt x="292139" y="573934"/>
                  </a:lnTo>
                  <a:lnTo>
                    <a:pt x="292544" y="573687"/>
                  </a:lnTo>
                  <a:lnTo>
                    <a:pt x="292949" y="573439"/>
                  </a:lnTo>
                  <a:lnTo>
                    <a:pt x="293331" y="573192"/>
                  </a:lnTo>
                  <a:lnTo>
                    <a:pt x="293736" y="572945"/>
                  </a:lnTo>
                  <a:lnTo>
                    <a:pt x="294118" y="572697"/>
                  </a:lnTo>
                  <a:lnTo>
                    <a:pt x="294524" y="572427"/>
                  </a:lnTo>
                  <a:lnTo>
                    <a:pt x="294906" y="572157"/>
                  </a:lnTo>
                  <a:lnTo>
                    <a:pt x="295310" y="571888"/>
                  </a:lnTo>
                  <a:lnTo>
                    <a:pt x="295716" y="571618"/>
                  </a:lnTo>
                  <a:lnTo>
                    <a:pt x="296098" y="571708"/>
                  </a:lnTo>
                  <a:lnTo>
                    <a:pt x="296502" y="572292"/>
                  </a:lnTo>
                  <a:lnTo>
                    <a:pt x="296884" y="572022"/>
                  </a:lnTo>
                  <a:lnTo>
                    <a:pt x="297290" y="571753"/>
                  </a:lnTo>
                  <a:lnTo>
                    <a:pt x="297672" y="571483"/>
                  </a:lnTo>
                  <a:lnTo>
                    <a:pt x="298076" y="571190"/>
                  </a:lnTo>
                  <a:lnTo>
                    <a:pt x="298459" y="570921"/>
                  </a:lnTo>
                  <a:lnTo>
                    <a:pt x="298864" y="570628"/>
                  </a:lnTo>
                  <a:lnTo>
                    <a:pt x="299269" y="570336"/>
                  </a:lnTo>
                  <a:lnTo>
                    <a:pt x="299651" y="570043"/>
                  </a:lnTo>
                  <a:lnTo>
                    <a:pt x="300056" y="569751"/>
                  </a:lnTo>
                  <a:lnTo>
                    <a:pt x="300438" y="569436"/>
                  </a:lnTo>
                  <a:lnTo>
                    <a:pt x="300843" y="569144"/>
                  </a:lnTo>
                  <a:lnTo>
                    <a:pt x="301225" y="568829"/>
                  </a:lnTo>
                  <a:lnTo>
                    <a:pt x="301630" y="568537"/>
                  </a:lnTo>
                  <a:lnTo>
                    <a:pt x="302012" y="568222"/>
                  </a:lnTo>
                  <a:lnTo>
                    <a:pt x="302417" y="567907"/>
                  </a:lnTo>
                  <a:lnTo>
                    <a:pt x="302822" y="567592"/>
                  </a:lnTo>
                  <a:lnTo>
                    <a:pt x="303204" y="567255"/>
                  </a:lnTo>
                  <a:lnTo>
                    <a:pt x="303609" y="566940"/>
                  </a:lnTo>
                  <a:lnTo>
                    <a:pt x="303992" y="566602"/>
                  </a:lnTo>
                  <a:lnTo>
                    <a:pt x="304396" y="566265"/>
                  </a:lnTo>
                  <a:lnTo>
                    <a:pt x="304778" y="565950"/>
                  </a:lnTo>
                  <a:lnTo>
                    <a:pt x="305184" y="565613"/>
                  </a:lnTo>
                  <a:lnTo>
                    <a:pt x="305566" y="565253"/>
                  </a:lnTo>
                  <a:lnTo>
                    <a:pt x="305970" y="564916"/>
                  </a:lnTo>
                  <a:lnTo>
                    <a:pt x="306376" y="564578"/>
                  </a:lnTo>
                  <a:lnTo>
                    <a:pt x="306758" y="564219"/>
                  </a:lnTo>
                  <a:lnTo>
                    <a:pt x="307162" y="563881"/>
                  </a:lnTo>
                  <a:lnTo>
                    <a:pt x="307545" y="563521"/>
                  </a:lnTo>
                  <a:lnTo>
                    <a:pt x="307950" y="563162"/>
                  </a:lnTo>
                  <a:lnTo>
                    <a:pt x="308332" y="562802"/>
                  </a:lnTo>
                  <a:lnTo>
                    <a:pt x="308737" y="562442"/>
                  </a:lnTo>
                  <a:lnTo>
                    <a:pt x="309142" y="562082"/>
                  </a:lnTo>
                  <a:lnTo>
                    <a:pt x="309524" y="561722"/>
                  </a:lnTo>
                  <a:lnTo>
                    <a:pt x="309929" y="561362"/>
                  </a:lnTo>
                  <a:lnTo>
                    <a:pt x="310311" y="560980"/>
                  </a:lnTo>
                  <a:lnTo>
                    <a:pt x="310716" y="560620"/>
                  </a:lnTo>
                  <a:lnTo>
                    <a:pt x="311098" y="560238"/>
                  </a:lnTo>
                  <a:lnTo>
                    <a:pt x="311503" y="559856"/>
                  </a:lnTo>
                  <a:lnTo>
                    <a:pt x="311885" y="559473"/>
                  </a:lnTo>
                  <a:lnTo>
                    <a:pt x="312290" y="559091"/>
                  </a:lnTo>
                  <a:lnTo>
                    <a:pt x="312695" y="558709"/>
                  </a:lnTo>
                  <a:lnTo>
                    <a:pt x="313077" y="558304"/>
                  </a:lnTo>
                  <a:lnTo>
                    <a:pt x="313482" y="557922"/>
                  </a:lnTo>
                  <a:lnTo>
                    <a:pt x="313864" y="557517"/>
                  </a:lnTo>
                  <a:lnTo>
                    <a:pt x="314269" y="557112"/>
                  </a:lnTo>
                  <a:lnTo>
                    <a:pt x="314652" y="556707"/>
                  </a:lnTo>
                  <a:lnTo>
                    <a:pt x="315056" y="556302"/>
                  </a:lnTo>
                  <a:lnTo>
                    <a:pt x="315438" y="555897"/>
                  </a:lnTo>
                  <a:lnTo>
                    <a:pt x="315844" y="555470"/>
                  </a:lnTo>
                  <a:lnTo>
                    <a:pt x="316248" y="555043"/>
                  </a:lnTo>
                  <a:lnTo>
                    <a:pt x="316630" y="554638"/>
                  </a:lnTo>
                  <a:lnTo>
                    <a:pt x="317036" y="554211"/>
                  </a:lnTo>
                  <a:lnTo>
                    <a:pt x="317418" y="553783"/>
                  </a:lnTo>
                  <a:lnTo>
                    <a:pt x="317822" y="553356"/>
                  </a:lnTo>
                  <a:lnTo>
                    <a:pt x="318205" y="552906"/>
                  </a:lnTo>
                  <a:lnTo>
                    <a:pt x="318610" y="552479"/>
                  </a:lnTo>
                  <a:lnTo>
                    <a:pt x="318992" y="552052"/>
                  </a:lnTo>
                  <a:lnTo>
                    <a:pt x="319397" y="551602"/>
                  </a:lnTo>
                  <a:lnTo>
                    <a:pt x="319802" y="551152"/>
                  </a:lnTo>
                  <a:lnTo>
                    <a:pt x="320184" y="550702"/>
                  </a:lnTo>
                  <a:lnTo>
                    <a:pt x="320589" y="550253"/>
                  </a:lnTo>
                  <a:lnTo>
                    <a:pt x="320971" y="549803"/>
                  </a:lnTo>
                  <a:lnTo>
                    <a:pt x="321376" y="549353"/>
                  </a:lnTo>
                  <a:lnTo>
                    <a:pt x="321758" y="548881"/>
                  </a:lnTo>
                  <a:lnTo>
                    <a:pt x="322163" y="548431"/>
                  </a:lnTo>
                  <a:lnTo>
                    <a:pt x="322545" y="547959"/>
                  </a:lnTo>
                  <a:lnTo>
                    <a:pt x="322950" y="547509"/>
                  </a:lnTo>
                  <a:lnTo>
                    <a:pt x="323355" y="547037"/>
                  </a:lnTo>
                  <a:lnTo>
                    <a:pt x="323737" y="546564"/>
                  </a:lnTo>
                  <a:lnTo>
                    <a:pt x="324142" y="546092"/>
                  </a:lnTo>
                  <a:lnTo>
                    <a:pt x="324524" y="545620"/>
                  </a:lnTo>
                  <a:lnTo>
                    <a:pt x="324929" y="545147"/>
                  </a:lnTo>
                  <a:lnTo>
                    <a:pt x="325312" y="544675"/>
                  </a:lnTo>
                  <a:lnTo>
                    <a:pt x="325716" y="544203"/>
                  </a:lnTo>
                  <a:lnTo>
                    <a:pt x="326121" y="543731"/>
                  </a:lnTo>
                  <a:lnTo>
                    <a:pt x="326504" y="543258"/>
                  </a:lnTo>
                  <a:lnTo>
                    <a:pt x="326908" y="542786"/>
                  </a:lnTo>
                  <a:lnTo>
                    <a:pt x="327290" y="542314"/>
                  </a:lnTo>
                  <a:lnTo>
                    <a:pt x="327696" y="541842"/>
                  </a:lnTo>
                  <a:lnTo>
                    <a:pt x="328078" y="541369"/>
                  </a:lnTo>
                  <a:lnTo>
                    <a:pt x="328482" y="540874"/>
                  </a:lnTo>
                  <a:lnTo>
                    <a:pt x="328865" y="540402"/>
                  </a:lnTo>
                  <a:lnTo>
                    <a:pt x="329270" y="539930"/>
                  </a:lnTo>
                  <a:lnTo>
                    <a:pt x="329674" y="539435"/>
                  </a:lnTo>
                  <a:lnTo>
                    <a:pt x="330057" y="538940"/>
                  </a:lnTo>
                  <a:lnTo>
                    <a:pt x="330462" y="538468"/>
                  </a:lnTo>
                  <a:lnTo>
                    <a:pt x="330844" y="537973"/>
                  </a:lnTo>
                  <a:lnTo>
                    <a:pt x="331249" y="537479"/>
                  </a:lnTo>
                  <a:lnTo>
                    <a:pt x="331631" y="536984"/>
                  </a:lnTo>
                  <a:lnTo>
                    <a:pt x="332036" y="536511"/>
                  </a:lnTo>
                  <a:lnTo>
                    <a:pt x="332418" y="536017"/>
                  </a:lnTo>
                  <a:lnTo>
                    <a:pt x="332823" y="535522"/>
                  </a:lnTo>
                  <a:lnTo>
                    <a:pt x="333228" y="535027"/>
                  </a:lnTo>
                  <a:lnTo>
                    <a:pt x="333610" y="534510"/>
                  </a:lnTo>
                  <a:lnTo>
                    <a:pt x="334015" y="534015"/>
                  </a:lnTo>
                  <a:lnTo>
                    <a:pt x="334397" y="533520"/>
                  </a:lnTo>
                  <a:lnTo>
                    <a:pt x="334802" y="533003"/>
                  </a:lnTo>
                  <a:lnTo>
                    <a:pt x="335184" y="532508"/>
                  </a:lnTo>
                  <a:lnTo>
                    <a:pt x="335590" y="531991"/>
                  </a:lnTo>
                  <a:lnTo>
                    <a:pt x="335972" y="531474"/>
                  </a:lnTo>
                  <a:lnTo>
                    <a:pt x="336376" y="530956"/>
                  </a:lnTo>
                  <a:lnTo>
                    <a:pt x="336782" y="530439"/>
                  </a:lnTo>
                  <a:lnTo>
                    <a:pt x="337164" y="529922"/>
                  </a:lnTo>
                  <a:lnTo>
                    <a:pt x="337568" y="529382"/>
                  </a:lnTo>
                  <a:lnTo>
                    <a:pt x="337950" y="528865"/>
                  </a:lnTo>
                  <a:lnTo>
                    <a:pt x="338356" y="528325"/>
                  </a:lnTo>
                  <a:lnTo>
                    <a:pt x="338738" y="527786"/>
                  </a:lnTo>
                  <a:lnTo>
                    <a:pt x="339142" y="527246"/>
                  </a:lnTo>
                  <a:lnTo>
                    <a:pt x="339548" y="526706"/>
                  </a:lnTo>
                  <a:lnTo>
                    <a:pt x="339930" y="526166"/>
                  </a:lnTo>
                  <a:lnTo>
                    <a:pt x="340335" y="525626"/>
                  </a:lnTo>
                  <a:lnTo>
                    <a:pt x="340717" y="525064"/>
                  </a:lnTo>
                  <a:lnTo>
                    <a:pt x="341122" y="524525"/>
                  </a:lnTo>
                  <a:lnTo>
                    <a:pt x="341504" y="523985"/>
                  </a:lnTo>
                  <a:lnTo>
                    <a:pt x="341909" y="523423"/>
                  </a:lnTo>
                  <a:lnTo>
                    <a:pt x="342291" y="522860"/>
                  </a:lnTo>
                  <a:lnTo>
                    <a:pt x="342696" y="522298"/>
                  </a:lnTo>
                  <a:lnTo>
                    <a:pt x="343101" y="521758"/>
                  </a:lnTo>
                  <a:lnTo>
                    <a:pt x="343483" y="521196"/>
                  </a:lnTo>
                  <a:lnTo>
                    <a:pt x="343888" y="520611"/>
                  </a:lnTo>
                  <a:lnTo>
                    <a:pt x="344270" y="520049"/>
                  </a:lnTo>
                  <a:lnTo>
                    <a:pt x="344675" y="519487"/>
                  </a:lnTo>
                  <a:lnTo>
                    <a:pt x="345058" y="518925"/>
                  </a:lnTo>
                  <a:lnTo>
                    <a:pt x="345462" y="518340"/>
                  </a:lnTo>
                  <a:lnTo>
                    <a:pt x="345844" y="517778"/>
                  </a:lnTo>
                  <a:lnTo>
                    <a:pt x="346250" y="517193"/>
                  </a:lnTo>
                  <a:lnTo>
                    <a:pt x="346654" y="516608"/>
                  </a:lnTo>
                  <a:lnTo>
                    <a:pt x="347036" y="516046"/>
                  </a:lnTo>
                  <a:lnTo>
                    <a:pt x="347442" y="515461"/>
                  </a:lnTo>
                  <a:lnTo>
                    <a:pt x="347824" y="514876"/>
                  </a:lnTo>
                  <a:lnTo>
                    <a:pt x="348228" y="514292"/>
                  </a:lnTo>
                  <a:lnTo>
                    <a:pt x="348611" y="513707"/>
                  </a:lnTo>
                  <a:lnTo>
                    <a:pt x="349016" y="513100"/>
                  </a:lnTo>
                  <a:lnTo>
                    <a:pt x="349398" y="512515"/>
                  </a:lnTo>
                  <a:lnTo>
                    <a:pt x="349803" y="511930"/>
                  </a:lnTo>
                  <a:lnTo>
                    <a:pt x="350208" y="511323"/>
                  </a:lnTo>
                  <a:lnTo>
                    <a:pt x="350590" y="510716"/>
                  </a:lnTo>
                  <a:lnTo>
                    <a:pt x="350995" y="510109"/>
                  </a:lnTo>
                  <a:lnTo>
                    <a:pt x="351377" y="509501"/>
                  </a:lnTo>
                  <a:lnTo>
                    <a:pt x="351782" y="508894"/>
                  </a:lnTo>
                  <a:lnTo>
                    <a:pt x="352164" y="508287"/>
                  </a:lnTo>
                  <a:lnTo>
                    <a:pt x="352569" y="507680"/>
                  </a:lnTo>
                  <a:lnTo>
                    <a:pt x="352951" y="507050"/>
                  </a:lnTo>
                  <a:lnTo>
                    <a:pt x="353356" y="506420"/>
                  </a:lnTo>
                  <a:lnTo>
                    <a:pt x="353761" y="505813"/>
                  </a:lnTo>
                  <a:lnTo>
                    <a:pt x="354143" y="505183"/>
                  </a:lnTo>
                  <a:lnTo>
                    <a:pt x="354548" y="504554"/>
                  </a:lnTo>
                  <a:lnTo>
                    <a:pt x="354930" y="503924"/>
                  </a:lnTo>
                  <a:lnTo>
                    <a:pt x="355335" y="503294"/>
                  </a:lnTo>
                  <a:lnTo>
                    <a:pt x="355718" y="502642"/>
                  </a:lnTo>
                  <a:lnTo>
                    <a:pt x="356122" y="502012"/>
                  </a:lnTo>
                  <a:lnTo>
                    <a:pt x="356527" y="501383"/>
                  </a:lnTo>
                  <a:lnTo>
                    <a:pt x="356910" y="500730"/>
                  </a:lnTo>
                  <a:lnTo>
                    <a:pt x="357314" y="500078"/>
                  </a:lnTo>
                  <a:lnTo>
                    <a:pt x="357696" y="499449"/>
                  </a:lnTo>
                  <a:lnTo>
                    <a:pt x="358102" y="498796"/>
                  </a:lnTo>
                  <a:lnTo>
                    <a:pt x="358484" y="498144"/>
                  </a:lnTo>
                  <a:lnTo>
                    <a:pt x="358888" y="497492"/>
                  </a:lnTo>
                  <a:lnTo>
                    <a:pt x="359271" y="496840"/>
                  </a:lnTo>
                  <a:lnTo>
                    <a:pt x="359676" y="496165"/>
                  </a:lnTo>
                  <a:lnTo>
                    <a:pt x="360080" y="495513"/>
                  </a:lnTo>
                  <a:lnTo>
                    <a:pt x="360463" y="494861"/>
                  </a:lnTo>
                  <a:lnTo>
                    <a:pt x="360868" y="494186"/>
                  </a:lnTo>
                  <a:lnTo>
                    <a:pt x="361250" y="493534"/>
                  </a:lnTo>
                  <a:lnTo>
                    <a:pt x="361655" y="492859"/>
                  </a:lnTo>
                  <a:lnTo>
                    <a:pt x="362037" y="492184"/>
                  </a:lnTo>
                  <a:lnTo>
                    <a:pt x="362442" y="491532"/>
                  </a:lnTo>
                  <a:lnTo>
                    <a:pt x="362824" y="490858"/>
                  </a:lnTo>
                  <a:lnTo>
                    <a:pt x="363229" y="490183"/>
                  </a:lnTo>
                  <a:lnTo>
                    <a:pt x="363634" y="489486"/>
                  </a:lnTo>
                  <a:lnTo>
                    <a:pt x="364016" y="488811"/>
                  </a:lnTo>
                  <a:lnTo>
                    <a:pt x="364421" y="488136"/>
                  </a:lnTo>
                  <a:lnTo>
                    <a:pt x="364803" y="487462"/>
                  </a:lnTo>
                  <a:lnTo>
                    <a:pt x="365208" y="486764"/>
                  </a:lnTo>
                  <a:lnTo>
                    <a:pt x="365590" y="486067"/>
                  </a:lnTo>
                  <a:lnTo>
                    <a:pt x="365995" y="485393"/>
                  </a:lnTo>
                  <a:lnTo>
                    <a:pt x="366378" y="484695"/>
                  </a:lnTo>
                  <a:lnTo>
                    <a:pt x="366782" y="484021"/>
                  </a:lnTo>
                  <a:lnTo>
                    <a:pt x="367187" y="483324"/>
                  </a:lnTo>
                  <a:lnTo>
                    <a:pt x="367570" y="482626"/>
                  </a:lnTo>
                  <a:lnTo>
                    <a:pt x="367974" y="481929"/>
                  </a:lnTo>
                  <a:lnTo>
                    <a:pt x="368356" y="481232"/>
                  </a:lnTo>
                  <a:lnTo>
                    <a:pt x="368762" y="480557"/>
                  </a:lnTo>
                  <a:lnTo>
                    <a:pt x="369144" y="479838"/>
                  </a:lnTo>
                  <a:lnTo>
                    <a:pt x="369548" y="479141"/>
                  </a:lnTo>
                  <a:lnTo>
                    <a:pt x="369954" y="478443"/>
                  </a:lnTo>
                  <a:lnTo>
                    <a:pt x="370336" y="477746"/>
                  </a:lnTo>
                  <a:lnTo>
                    <a:pt x="370740" y="477049"/>
                  </a:lnTo>
                  <a:lnTo>
                    <a:pt x="371123" y="476352"/>
                  </a:lnTo>
                  <a:lnTo>
                    <a:pt x="371528" y="475632"/>
                  </a:lnTo>
                  <a:lnTo>
                    <a:pt x="371910" y="474935"/>
                  </a:lnTo>
                  <a:lnTo>
                    <a:pt x="372315" y="474238"/>
                  </a:lnTo>
                  <a:lnTo>
                    <a:pt x="372697" y="473518"/>
                  </a:lnTo>
                  <a:lnTo>
                    <a:pt x="373102" y="472821"/>
                  </a:lnTo>
                  <a:lnTo>
                    <a:pt x="373507" y="472101"/>
                  </a:lnTo>
                  <a:lnTo>
                    <a:pt x="373889" y="471404"/>
                  </a:lnTo>
                  <a:lnTo>
                    <a:pt x="374294" y="470684"/>
                  </a:lnTo>
                  <a:lnTo>
                    <a:pt x="374676" y="469965"/>
                  </a:lnTo>
                  <a:lnTo>
                    <a:pt x="375081" y="469268"/>
                  </a:lnTo>
                  <a:lnTo>
                    <a:pt x="375463" y="468548"/>
                  </a:lnTo>
                  <a:lnTo>
                    <a:pt x="375868" y="467828"/>
                  </a:lnTo>
                  <a:lnTo>
                    <a:pt x="376250" y="467131"/>
                  </a:lnTo>
                  <a:lnTo>
                    <a:pt x="376656" y="466411"/>
                  </a:lnTo>
                  <a:lnTo>
                    <a:pt x="377060" y="465692"/>
                  </a:lnTo>
                  <a:lnTo>
                    <a:pt x="377442" y="464972"/>
                  </a:lnTo>
                  <a:lnTo>
                    <a:pt x="377847" y="464275"/>
                  </a:lnTo>
                  <a:lnTo>
                    <a:pt x="378230" y="463555"/>
                  </a:lnTo>
                  <a:lnTo>
                    <a:pt x="378634" y="462858"/>
                  </a:lnTo>
                  <a:lnTo>
                    <a:pt x="379016" y="462138"/>
                  </a:lnTo>
                  <a:lnTo>
                    <a:pt x="379422" y="461441"/>
                  </a:lnTo>
                  <a:lnTo>
                    <a:pt x="379804" y="460722"/>
                  </a:lnTo>
                  <a:lnTo>
                    <a:pt x="380208" y="460024"/>
                  </a:lnTo>
                  <a:lnTo>
                    <a:pt x="380614" y="459327"/>
                  </a:lnTo>
                  <a:lnTo>
                    <a:pt x="380996" y="458608"/>
                  </a:lnTo>
                  <a:lnTo>
                    <a:pt x="381401" y="457910"/>
                  </a:lnTo>
                  <a:lnTo>
                    <a:pt x="381783" y="457213"/>
                  </a:lnTo>
                  <a:lnTo>
                    <a:pt x="382188" y="456494"/>
                  </a:lnTo>
                  <a:lnTo>
                    <a:pt x="382570" y="455796"/>
                  </a:lnTo>
                  <a:lnTo>
                    <a:pt x="382975" y="455077"/>
                  </a:lnTo>
                  <a:lnTo>
                    <a:pt x="383357" y="454379"/>
                  </a:lnTo>
                  <a:lnTo>
                    <a:pt x="383762" y="453660"/>
                  </a:lnTo>
                  <a:lnTo>
                    <a:pt x="384167" y="452963"/>
                  </a:lnTo>
                  <a:lnTo>
                    <a:pt x="384549" y="452243"/>
                  </a:lnTo>
                  <a:lnTo>
                    <a:pt x="384954" y="451546"/>
                  </a:lnTo>
                  <a:lnTo>
                    <a:pt x="385336" y="450826"/>
                  </a:lnTo>
                  <a:lnTo>
                    <a:pt x="385741" y="450129"/>
                  </a:lnTo>
                  <a:lnTo>
                    <a:pt x="386124" y="449409"/>
                  </a:lnTo>
                  <a:lnTo>
                    <a:pt x="386528" y="448735"/>
                  </a:lnTo>
                  <a:lnTo>
                    <a:pt x="386933" y="448037"/>
                  </a:lnTo>
                  <a:lnTo>
                    <a:pt x="387316" y="447318"/>
                  </a:lnTo>
                  <a:lnTo>
                    <a:pt x="387720" y="446621"/>
                  </a:lnTo>
                  <a:lnTo>
                    <a:pt x="388102" y="445901"/>
                  </a:lnTo>
                  <a:lnTo>
                    <a:pt x="388508" y="445181"/>
                  </a:lnTo>
                  <a:lnTo>
                    <a:pt x="388890" y="444484"/>
                  </a:lnTo>
                  <a:lnTo>
                    <a:pt x="389294" y="443764"/>
                  </a:lnTo>
                  <a:lnTo>
                    <a:pt x="389677" y="443045"/>
                  </a:lnTo>
                  <a:lnTo>
                    <a:pt x="390082" y="442348"/>
                  </a:lnTo>
                  <a:lnTo>
                    <a:pt x="390486" y="441628"/>
                  </a:lnTo>
                  <a:lnTo>
                    <a:pt x="390869" y="440908"/>
                  </a:lnTo>
                  <a:lnTo>
                    <a:pt x="391274" y="440189"/>
                  </a:lnTo>
                  <a:lnTo>
                    <a:pt x="391656" y="439469"/>
                  </a:lnTo>
                  <a:lnTo>
                    <a:pt x="392061" y="438772"/>
                  </a:lnTo>
                  <a:lnTo>
                    <a:pt x="392443" y="438052"/>
                  </a:lnTo>
                  <a:lnTo>
                    <a:pt x="392848" y="437332"/>
                  </a:lnTo>
                  <a:lnTo>
                    <a:pt x="393230" y="436613"/>
                  </a:lnTo>
                  <a:lnTo>
                    <a:pt x="393635" y="435893"/>
                  </a:lnTo>
                  <a:lnTo>
                    <a:pt x="394040" y="435173"/>
                  </a:lnTo>
                  <a:lnTo>
                    <a:pt x="394422" y="434454"/>
                  </a:lnTo>
                  <a:lnTo>
                    <a:pt x="394827" y="433734"/>
                  </a:lnTo>
                  <a:lnTo>
                    <a:pt x="395209" y="433014"/>
                  </a:lnTo>
                  <a:lnTo>
                    <a:pt x="395614" y="432317"/>
                  </a:lnTo>
                  <a:lnTo>
                    <a:pt x="395996" y="431598"/>
                  </a:lnTo>
                  <a:lnTo>
                    <a:pt x="396401" y="430878"/>
                  </a:lnTo>
                  <a:lnTo>
                    <a:pt x="396784" y="430158"/>
                  </a:lnTo>
                  <a:lnTo>
                    <a:pt x="397188" y="429439"/>
                  </a:lnTo>
                  <a:lnTo>
                    <a:pt x="397593" y="428741"/>
                  </a:lnTo>
                  <a:lnTo>
                    <a:pt x="397976" y="428022"/>
                  </a:lnTo>
                  <a:lnTo>
                    <a:pt x="398380" y="427302"/>
                  </a:lnTo>
                  <a:lnTo>
                    <a:pt x="398762" y="426605"/>
                  </a:lnTo>
                  <a:lnTo>
                    <a:pt x="399168" y="425885"/>
                  </a:lnTo>
                  <a:lnTo>
                    <a:pt x="399550" y="425188"/>
                  </a:lnTo>
                  <a:lnTo>
                    <a:pt x="399954" y="424491"/>
                  </a:lnTo>
                  <a:lnTo>
                    <a:pt x="400359" y="423771"/>
                  </a:lnTo>
                  <a:lnTo>
                    <a:pt x="400742" y="423074"/>
                  </a:lnTo>
                  <a:lnTo>
                    <a:pt x="401146" y="422377"/>
                  </a:lnTo>
                  <a:lnTo>
                    <a:pt x="401529" y="421702"/>
                  </a:lnTo>
                  <a:lnTo>
                    <a:pt x="401934" y="421005"/>
                  </a:lnTo>
                  <a:lnTo>
                    <a:pt x="402316" y="420308"/>
                  </a:lnTo>
                  <a:lnTo>
                    <a:pt x="402721" y="419633"/>
                  </a:lnTo>
                  <a:lnTo>
                    <a:pt x="403103" y="418936"/>
                  </a:lnTo>
                  <a:lnTo>
                    <a:pt x="403485" y="418261"/>
                  </a:lnTo>
                  <a:lnTo>
                    <a:pt x="403913" y="417564"/>
                  </a:lnTo>
                  <a:lnTo>
                    <a:pt x="404295" y="416889"/>
                  </a:lnTo>
                  <a:lnTo>
                    <a:pt x="404677" y="416215"/>
                  </a:lnTo>
                  <a:lnTo>
                    <a:pt x="405060" y="415517"/>
                  </a:lnTo>
                  <a:lnTo>
                    <a:pt x="405464" y="414843"/>
                  </a:lnTo>
                  <a:lnTo>
                    <a:pt x="405847" y="414168"/>
                  </a:lnTo>
                  <a:lnTo>
                    <a:pt x="406252" y="413493"/>
                  </a:lnTo>
                  <a:lnTo>
                    <a:pt x="406634" y="412819"/>
                  </a:lnTo>
                  <a:lnTo>
                    <a:pt x="407039" y="412144"/>
                  </a:lnTo>
                  <a:lnTo>
                    <a:pt x="407444" y="411469"/>
                  </a:lnTo>
                  <a:lnTo>
                    <a:pt x="407826" y="410795"/>
                  </a:lnTo>
                  <a:lnTo>
                    <a:pt x="408230" y="410120"/>
                  </a:lnTo>
                  <a:lnTo>
                    <a:pt x="408613" y="409468"/>
                  </a:lnTo>
                  <a:lnTo>
                    <a:pt x="409018" y="408793"/>
                  </a:lnTo>
                  <a:lnTo>
                    <a:pt x="409400" y="408118"/>
                  </a:lnTo>
                  <a:lnTo>
                    <a:pt x="409805" y="407444"/>
                  </a:lnTo>
                  <a:lnTo>
                    <a:pt x="410187" y="406792"/>
                  </a:lnTo>
                  <a:lnTo>
                    <a:pt x="410592" y="406117"/>
                  </a:lnTo>
                  <a:lnTo>
                    <a:pt x="410997" y="405442"/>
                  </a:lnTo>
                  <a:lnTo>
                    <a:pt x="411379" y="404767"/>
                  </a:lnTo>
                  <a:lnTo>
                    <a:pt x="411784" y="404115"/>
                  </a:lnTo>
                  <a:lnTo>
                    <a:pt x="412166" y="403441"/>
                  </a:lnTo>
                  <a:lnTo>
                    <a:pt x="412571" y="402788"/>
                  </a:lnTo>
                  <a:lnTo>
                    <a:pt x="412953" y="402114"/>
                  </a:lnTo>
                  <a:lnTo>
                    <a:pt x="413358" y="401462"/>
                  </a:lnTo>
                  <a:lnTo>
                    <a:pt x="413741" y="400787"/>
                  </a:lnTo>
                  <a:lnTo>
                    <a:pt x="414145" y="400135"/>
                  </a:lnTo>
                  <a:lnTo>
                    <a:pt x="414550" y="399482"/>
                  </a:lnTo>
                  <a:lnTo>
                    <a:pt x="414933" y="398808"/>
                  </a:lnTo>
                  <a:lnTo>
                    <a:pt x="415337" y="398156"/>
                  </a:lnTo>
                  <a:lnTo>
                    <a:pt x="415720" y="397503"/>
                  </a:lnTo>
                  <a:lnTo>
                    <a:pt x="416124" y="396851"/>
                  </a:lnTo>
                  <a:lnTo>
                    <a:pt x="416507" y="396199"/>
                  </a:lnTo>
                  <a:lnTo>
                    <a:pt x="416912" y="395547"/>
                  </a:lnTo>
                  <a:lnTo>
                    <a:pt x="417316" y="394895"/>
                  </a:lnTo>
                  <a:lnTo>
                    <a:pt x="417699" y="394242"/>
                  </a:lnTo>
                  <a:lnTo>
                    <a:pt x="418104" y="393590"/>
                  </a:lnTo>
                  <a:lnTo>
                    <a:pt x="418486" y="392915"/>
                  </a:lnTo>
                  <a:lnTo>
                    <a:pt x="418890" y="392263"/>
                  </a:lnTo>
                  <a:lnTo>
                    <a:pt x="419273" y="391611"/>
                  </a:lnTo>
                  <a:lnTo>
                    <a:pt x="419678" y="390959"/>
                  </a:lnTo>
                  <a:lnTo>
                    <a:pt x="420060" y="390307"/>
                  </a:lnTo>
                  <a:lnTo>
                    <a:pt x="420465" y="389654"/>
                  </a:lnTo>
                  <a:lnTo>
                    <a:pt x="420870" y="389002"/>
                  </a:lnTo>
                  <a:lnTo>
                    <a:pt x="421252" y="388328"/>
                  </a:lnTo>
                  <a:lnTo>
                    <a:pt x="421657" y="387675"/>
                  </a:lnTo>
                  <a:lnTo>
                    <a:pt x="422039" y="387023"/>
                  </a:lnTo>
                  <a:lnTo>
                    <a:pt x="422444" y="386349"/>
                  </a:lnTo>
                  <a:lnTo>
                    <a:pt x="422826" y="385696"/>
                  </a:lnTo>
                  <a:lnTo>
                    <a:pt x="423231" y="385044"/>
                  </a:lnTo>
                  <a:lnTo>
                    <a:pt x="423613" y="384369"/>
                  </a:lnTo>
                  <a:lnTo>
                    <a:pt x="424018" y="383717"/>
                  </a:lnTo>
                  <a:lnTo>
                    <a:pt x="424423" y="383043"/>
                  </a:lnTo>
                  <a:lnTo>
                    <a:pt x="424806" y="382368"/>
                  </a:lnTo>
                  <a:lnTo>
                    <a:pt x="425210" y="381716"/>
                  </a:lnTo>
                  <a:lnTo>
                    <a:pt x="425593" y="381041"/>
                  </a:lnTo>
                  <a:lnTo>
                    <a:pt x="425998" y="380366"/>
                  </a:lnTo>
                  <a:lnTo>
                    <a:pt x="426380" y="379714"/>
                  </a:lnTo>
                  <a:lnTo>
                    <a:pt x="426784" y="379039"/>
                  </a:lnTo>
                  <a:lnTo>
                    <a:pt x="427167" y="378365"/>
                  </a:lnTo>
                  <a:lnTo>
                    <a:pt x="427572" y="377713"/>
                  </a:lnTo>
                  <a:lnTo>
                    <a:pt x="427976" y="377038"/>
                  </a:lnTo>
                  <a:lnTo>
                    <a:pt x="428359" y="376363"/>
                  </a:lnTo>
                  <a:lnTo>
                    <a:pt x="428764" y="375711"/>
                  </a:lnTo>
                  <a:lnTo>
                    <a:pt x="429146" y="375036"/>
                  </a:lnTo>
                  <a:lnTo>
                    <a:pt x="429551" y="374362"/>
                  </a:lnTo>
                  <a:lnTo>
                    <a:pt x="429933" y="373709"/>
                  </a:lnTo>
                  <a:lnTo>
                    <a:pt x="430338" y="373035"/>
                  </a:lnTo>
                  <a:lnTo>
                    <a:pt x="430720" y="372360"/>
                  </a:lnTo>
                  <a:lnTo>
                    <a:pt x="431125" y="371708"/>
                  </a:lnTo>
                  <a:lnTo>
                    <a:pt x="431530" y="371033"/>
                  </a:lnTo>
                  <a:lnTo>
                    <a:pt x="431912" y="370358"/>
                  </a:lnTo>
                  <a:lnTo>
                    <a:pt x="432317" y="369706"/>
                  </a:lnTo>
                  <a:lnTo>
                    <a:pt x="432699" y="369032"/>
                  </a:lnTo>
                  <a:lnTo>
                    <a:pt x="433104" y="368357"/>
                  </a:lnTo>
                  <a:lnTo>
                    <a:pt x="433487" y="367705"/>
                  </a:lnTo>
                  <a:lnTo>
                    <a:pt x="433891" y="367030"/>
                  </a:lnTo>
                  <a:lnTo>
                    <a:pt x="434296" y="366355"/>
                  </a:lnTo>
                  <a:lnTo>
                    <a:pt x="434678" y="365681"/>
                  </a:lnTo>
                  <a:lnTo>
                    <a:pt x="435083" y="365028"/>
                  </a:lnTo>
                  <a:lnTo>
                    <a:pt x="435466" y="364354"/>
                  </a:lnTo>
                  <a:lnTo>
                    <a:pt x="435870" y="363679"/>
                  </a:lnTo>
                  <a:lnTo>
                    <a:pt x="436253" y="363027"/>
                  </a:lnTo>
                  <a:lnTo>
                    <a:pt x="436658" y="362352"/>
                  </a:lnTo>
                  <a:lnTo>
                    <a:pt x="437040" y="361700"/>
                  </a:lnTo>
                  <a:lnTo>
                    <a:pt x="437444" y="361048"/>
                  </a:lnTo>
                  <a:lnTo>
                    <a:pt x="437850" y="360373"/>
                  </a:lnTo>
                  <a:lnTo>
                    <a:pt x="438232" y="359721"/>
                  </a:lnTo>
                  <a:lnTo>
                    <a:pt x="438636" y="359091"/>
                  </a:lnTo>
                  <a:lnTo>
                    <a:pt x="439019" y="358439"/>
                  </a:lnTo>
                  <a:lnTo>
                    <a:pt x="439424" y="357787"/>
                  </a:lnTo>
                  <a:lnTo>
                    <a:pt x="439806" y="357157"/>
                  </a:lnTo>
                  <a:lnTo>
                    <a:pt x="440211" y="356505"/>
                  </a:lnTo>
                  <a:lnTo>
                    <a:pt x="440593" y="355875"/>
                  </a:lnTo>
                  <a:lnTo>
                    <a:pt x="440998" y="355245"/>
                  </a:lnTo>
                  <a:lnTo>
                    <a:pt x="441403" y="354616"/>
                  </a:lnTo>
                  <a:lnTo>
                    <a:pt x="441785" y="353986"/>
                  </a:lnTo>
                  <a:lnTo>
                    <a:pt x="442190" y="353356"/>
                  </a:lnTo>
                  <a:lnTo>
                    <a:pt x="442572" y="352727"/>
                  </a:lnTo>
                  <a:lnTo>
                    <a:pt x="442977" y="352119"/>
                  </a:lnTo>
                  <a:lnTo>
                    <a:pt x="443359" y="351490"/>
                  </a:lnTo>
                  <a:lnTo>
                    <a:pt x="443764" y="350882"/>
                  </a:lnTo>
                  <a:lnTo>
                    <a:pt x="444147" y="350253"/>
                  </a:lnTo>
                  <a:lnTo>
                    <a:pt x="444551" y="349645"/>
                  </a:lnTo>
                  <a:lnTo>
                    <a:pt x="444956" y="349016"/>
                  </a:lnTo>
                  <a:lnTo>
                    <a:pt x="445338" y="348409"/>
                  </a:lnTo>
                  <a:lnTo>
                    <a:pt x="445743" y="347801"/>
                  </a:lnTo>
                  <a:lnTo>
                    <a:pt x="446126" y="347194"/>
                  </a:lnTo>
                  <a:lnTo>
                    <a:pt x="446530" y="346587"/>
                  </a:lnTo>
                  <a:lnTo>
                    <a:pt x="446913" y="345980"/>
                  </a:lnTo>
                  <a:lnTo>
                    <a:pt x="447318" y="345372"/>
                  </a:lnTo>
                  <a:lnTo>
                    <a:pt x="447722" y="344765"/>
                  </a:lnTo>
                  <a:lnTo>
                    <a:pt x="448105" y="344181"/>
                  </a:lnTo>
                  <a:lnTo>
                    <a:pt x="448510" y="343573"/>
                  </a:lnTo>
                  <a:lnTo>
                    <a:pt x="448892" y="342989"/>
                  </a:lnTo>
                  <a:lnTo>
                    <a:pt x="449296" y="342381"/>
                  </a:lnTo>
                  <a:lnTo>
                    <a:pt x="449679" y="341797"/>
                  </a:lnTo>
                  <a:lnTo>
                    <a:pt x="450084" y="341212"/>
                  </a:lnTo>
                  <a:lnTo>
                    <a:pt x="450466" y="340605"/>
                  </a:lnTo>
                  <a:lnTo>
                    <a:pt x="450871" y="340020"/>
                  </a:lnTo>
                  <a:lnTo>
                    <a:pt x="451276" y="339435"/>
                  </a:lnTo>
                  <a:lnTo>
                    <a:pt x="451658" y="338851"/>
                  </a:lnTo>
                  <a:lnTo>
                    <a:pt x="452063" y="338266"/>
                  </a:lnTo>
                  <a:lnTo>
                    <a:pt x="452445" y="337681"/>
                  </a:lnTo>
                  <a:lnTo>
                    <a:pt x="452850" y="337096"/>
                  </a:lnTo>
                  <a:lnTo>
                    <a:pt x="453232" y="336512"/>
                  </a:lnTo>
                  <a:lnTo>
                    <a:pt x="453637" y="335904"/>
                  </a:lnTo>
                  <a:lnTo>
                    <a:pt x="454019" y="335320"/>
                  </a:lnTo>
                  <a:lnTo>
                    <a:pt x="454424" y="334735"/>
                  </a:lnTo>
                  <a:lnTo>
                    <a:pt x="454829" y="334150"/>
                  </a:lnTo>
                  <a:lnTo>
                    <a:pt x="455211" y="333565"/>
                  </a:lnTo>
                  <a:lnTo>
                    <a:pt x="455616" y="332981"/>
                  </a:lnTo>
                  <a:lnTo>
                    <a:pt x="455998" y="332396"/>
                  </a:lnTo>
                  <a:lnTo>
                    <a:pt x="456403" y="331811"/>
                  </a:lnTo>
                  <a:lnTo>
                    <a:pt x="456786" y="331227"/>
                  </a:lnTo>
                  <a:lnTo>
                    <a:pt x="457190" y="330642"/>
                  </a:lnTo>
                  <a:lnTo>
                    <a:pt x="457573" y="330057"/>
                  </a:lnTo>
                  <a:lnTo>
                    <a:pt x="457978" y="329472"/>
                  </a:lnTo>
                  <a:lnTo>
                    <a:pt x="458382" y="328910"/>
                  </a:lnTo>
                  <a:lnTo>
                    <a:pt x="458765" y="328325"/>
                  </a:lnTo>
                  <a:lnTo>
                    <a:pt x="459170" y="327763"/>
                  </a:lnTo>
                  <a:lnTo>
                    <a:pt x="459552" y="327178"/>
                  </a:lnTo>
                  <a:lnTo>
                    <a:pt x="459956" y="326594"/>
                  </a:lnTo>
                  <a:lnTo>
                    <a:pt x="460339" y="326031"/>
                  </a:lnTo>
                  <a:lnTo>
                    <a:pt x="460744" y="325447"/>
                  </a:lnTo>
                  <a:lnTo>
                    <a:pt x="461126" y="324862"/>
                  </a:lnTo>
                  <a:lnTo>
                    <a:pt x="461531" y="324300"/>
                  </a:lnTo>
                  <a:lnTo>
                    <a:pt x="461936" y="323715"/>
                  </a:lnTo>
                  <a:lnTo>
                    <a:pt x="462318" y="323153"/>
                  </a:lnTo>
                  <a:lnTo>
                    <a:pt x="462723" y="322568"/>
                  </a:lnTo>
                  <a:lnTo>
                    <a:pt x="463105" y="322006"/>
                  </a:lnTo>
                  <a:lnTo>
                    <a:pt x="463510" y="321421"/>
                  </a:lnTo>
                  <a:lnTo>
                    <a:pt x="463892" y="320859"/>
                  </a:lnTo>
                  <a:lnTo>
                    <a:pt x="464297" y="320274"/>
                  </a:lnTo>
                  <a:lnTo>
                    <a:pt x="464702" y="319712"/>
                  </a:lnTo>
                  <a:lnTo>
                    <a:pt x="465084" y="319127"/>
                  </a:lnTo>
                  <a:lnTo>
                    <a:pt x="465489" y="318565"/>
                  </a:lnTo>
                  <a:lnTo>
                    <a:pt x="465872" y="318003"/>
                  </a:lnTo>
                  <a:lnTo>
                    <a:pt x="466276" y="317440"/>
                  </a:lnTo>
                  <a:lnTo>
                    <a:pt x="466659" y="316856"/>
                  </a:lnTo>
                  <a:lnTo>
                    <a:pt x="467064" y="316293"/>
                  </a:lnTo>
                  <a:lnTo>
                    <a:pt x="467446" y="315731"/>
                  </a:lnTo>
                  <a:lnTo>
                    <a:pt x="467850" y="315191"/>
                  </a:lnTo>
                  <a:lnTo>
                    <a:pt x="468256" y="314629"/>
                  </a:lnTo>
                  <a:lnTo>
                    <a:pt x="468638" y="314067"/>
                  </a:lnTo>
                  <a:lnTo>
                    <a:pt x="469042" y="313505"/>
                  </a:lnTo>
                  <a:lnTo>
                    <a:pt x="469425" y="312965"/>
                  </a:lnTo>
                  <a:lnTo>
                    <a:pt x="469830" y="312403"/>
                  </a:lnTo>
                  <a:lnTo>
                    <a:pt x="470212" y="311863"/>
                  </a:lnTo>
                  <a:lnTo>
                    <a:pt x="470617" y="311301"/>
                  </a:lnTo>
                  <a:lnTo>
                    <a:pt x="470999" y="310761"/>
                  </a:lnTo>
                  <a:lnTo>
                    <a:pt x="471404" y="310221"/>
                  </a:lnTo>
                  <a:lnTo>
                    <a:pt x="471809" y="309682"/>
                  </a:lnTo>
                  <a:lnTo>
                    <a:pt x="472191" y="309142"/>
                  </a:lnTo>
                  <a:lnTo>
                    <a:pt x="472596" y="308602"/>
                  </a:lnTo>
                  <a:lnTo>
                    <a:pt x="472978" y="308062"/>
                  </a:lnTo>
                  <a:lnTo>
                    <a:pt x="473383" y="307523"/>
                  </a:lnTo>
                  <a:lnTo>
                    <a:pt x="473765" y="306983"/>
                  </a:lnTo>
                  <a:lnTo>
                    <a:pt x="474170" y="306466"/>
                  </a:lnTo>
                  <a:lnTo>
                    <a:pt x="474552" y="305926"/>
                  </a:lnTo>
                  <a:lnTo>
                    <a:pt x="474957" y="305408"/>
                  </a:lnTo>
                  <a:lnTo>
                    <a:pt x="475362" y="304869"/>
                  </a:lnTo>
                  <a:lnTo>
                    <a:pt x="475744" y="304351"/>
                  </a:lnTo>
                  <a:lnTo>
                    <a:pt x="476149" y="303834"/>
                  </a:lnTo>
                  <a:lnTo>
                    <a:pt x="476532" y="303317"/>
                  </a:lnTo>
                  <a:lnTo>
                    <a:pt x="476936" y="302800"/>
                  </a:lnTo>
                  <a:lnTo>
                    <a:pt x="477319" y="302282"/>
                  </a:lnTo>
                  <a:lnTo>
                    <a:pt x="477724" y="301765"/>
                  </a:lnTo>
                  <a:lnTo>
                    <a:pt x="478128" y="301270"/>
                  </a:lnTo>
                  <a:lnTo>
                    <a:pt x="478510" y="300753"/>
                  </a:lnTo>
                  <a:lnTo>
                    <a:pt x="478916" y="300236"/>
                  </a:lnTo>
                  <a:lnTo>
                    <a:pt x="479298" y="299741"/>
                  </a:lnTo>
                  <a:lnTo>
                    <a:pt x="479702" y="299246"/>
                  </a:lnTo>
                  <a:lnTo>
                    <a:pt x="480085" y="298729"/>
                  </a:lnTo>
                  <a:lnTo>
                    <a:pt x="480490" y="298234"/>
                  </a:lnTo>
                  <a:lnTo>
                    <a:pt x="480872" y="297740"/>
                  </a:lnTo>
                  <a:lnTo>
                    <a:pt x="481277" y="297245"/>
                  </a:lnTo>
                  <a:lnTo>
                    <a:pt x="481682" y="296728"/>
                  </a:lnTo>
                  <a:lnTo>
                    <a:pt x="482064" y="296233"/>
                  </a:lnTo>
                  <a:lnTo>
                    <a:pt x="482469" y="295715"/>
                  </a:lnTo>
                  <a:lnTo>
                    <a:pt x="482851" y="295221"/>
                  </a:lnTo>
                  <a:lnTo>
                    <a:pt x="483256" y="294703"/>
                  </a:lnTo>
                  <a:lnTo>
                    <a:pt x="483638" y="294209"/>
                  </a:lnTo>
                  <a:lnTo>
                    <a:pt x="484043" y="293714"/>
                  </a:lnTo>
                  <a:lnTo>
                    <a:pt x="484425" y="293197"/>
                  </a:lnTo>
                  <a:lnTo>
                    <a:pt x="484830" y="292702"/>
                  </a:lnTo>
                  <a:lnTo>
                    <a:pt x="485235" y="292207"/>
                  </a:lnTo>
                  <a:lnTo>
                    <a:pt x="485617" y="291690"/>
                  </a:lnTo>
                  <a:lnTo>
                    <a:pt x="486022" y="291195"/>
                  </a:lnTo>
                  <a:lnTo>
                    <a:pt x="486404" y="290678"/>
                  </a:lnTo>
                  <a:lnTo>
                    <a:pt x="486809" y="290183"/>
                  </a:lnTo>
                  <a:lnTo>
                    <a:pt x="487192" y="289688"/>
                  </a:lnTo>
                  <a:lnTo>
                    <a:pt x="487596" y="289171"/>
                  </a:lnTo>
                  <a:lnTo>
                    <a:pt x="487979" y="288676"/>
                  </a:lnTo>
                  <a:lnTo>
                    <a:pt x="488384" y="288182"/>
                  </a:lnTo>
                  <a:lnTo>
                    <a:pt x="488788" y="287664"/>
                  </a:lnTo>
                  <a:lnTo>
                    <a:pt x="489170" y="287169"/>
                  </a:lnTo>
                  <a:lnTo>
                    <a:pt x="489576" y="286675"/>
                  </a:lnTo>
                  <a:lnTo>
                    <a:pt x="489958" y="286157"/>
                  </a:lnTo>
                  <a:lnTo>
                    <a:pt x="490362" y="285663"/>
                  </a:lnTo>
                  <a:lnTo>
                    <a:pt x="490745" y="285168"/>
                  </a:lnTo>
                  <a:lnTo>
                    <a:pt x="491150" y="284651"/>
                  </a:lnTo>
                  <a:lnTo>
                    <a:pt x="491532" y="284156"/>
                  </a:lnTo>
                  <a:lnTo>
                    <a:pt x="491937" y="283661"/>
                  </a:lnTo>
                  <a:lnTo>
                    <a:pt x="492342" y="283144"/>
                  </a:lnTo>
                  <a:lnTo>
                    <a:pt x="492724" y="282649"/>
                  </a:lnTo>
                  <a:lnTo>
                    <a:pt x="493129" y="282154"/>
                  </a:lnTo>
                  <a:lnTo>
                    <a:pt x="493511" y="281637"/>
                  </a:lnTo>
                  <a:lnTo>
                    <a:pt x="493916" y="281142"/>
                  </a:lnTo>
                  <a:lnTo>
                    <a:pt x="494298" y="280647"/>
                  </a:lnTo>
                  <a:lnTo>
                    <a:pt x="494703" y="280153"/>
                  </a:lnTo>
                  <a:lnTo>
                    <a:pt x="495108" y="279658"/>
                  </a:lnTo>
                  <a:lnTo>
                    <a:pt x="495490" y="279163"/>
                  </a:lnTo>
                  <a:lnTo>
                    <a:pt x="495895" y="278668"/>
                  </a:lnTo>
                  <a:lnTo>
                    <a:pt x="496277" y="278174"/>
                  </a:lnTo>
                  <a:lnTo>
                    <a:pt x="496682" y="277679"/>
                  </a:lnTo>
                  <a:lnTo>
                    <a:pt x="497064" y="277184"/>
                  </a:lnTo>
                  <a:lnTo>
                    <a:pt x="497469" y="276689"/>
                  </a:lnTo>
                  <a:lnTo>
                    <a:pt x="497852" y="276195"/>
                  </a:lnTo>
                  <a:lnTo>
                    <a:pt x="498256" y="275700"/>
                  </a:lnTo>
                  <a:lnTo>
                    <a:pt x="498662" y="275205"/>
                  </a:lnTo>
                  <a:lnTo>
                    <a:pt x="499044" y="274710"/>
                  </a:lnTo>
                  <a:lnTo>
                    <a:pt x="499448" y="274215"/>
                  </a:lnTo>
                  <a:lnTo>
                    <a:pt x="499831" y="273743"/>
                  </a:lnTo>
                  <a:lnTo>
                    <a:pt x="500236" y="273248"/>
                  </a:lnTo>
                  <a:lnTo>
                    <a:pt x="500618" y="272776"/>
                  </a:lnTo>
                  <a:lnTo>
                    <a:pt x="501022" y="272281"/>
                  </a:lnTo>
                  <a:lnTo>
                    <a:pt x="501405" y="271809"/>
                  </a:lnTo>
                  <a:lnTo>
                    <a:pt x="501810" y="271337"/>
                  </a:lnTo>
                  <a:lnTo>
                    <a:pt x="502214" y="270842"/>
                  </a:lnTo>
                  <a:lnTo>
                    <a:pt x="502597" y="270370"/>
                  </a:lnTo>
                  <a:lnTo>
                    <a:pt x="503002" y="269897"/>
                  </a:lnTo>
                  <a:lnTo>
                    <a:pt x="503384" y="269425"/>
                  </a:lnTo>
                  <a:lnTo>
                    <a:pt x="503789" y="268953"/>
                  </a:lnTo>
                  <a:lnTo>
                    <a:pt x="504171" y="268481"/>
                  </a:lnTo>
                  <a:lnTo>
                    <a:pt x="504576" y="268008"/>
                  </a:lnTo>
                  <a:lnTo>
                    <a:pt x="504958" y="267536"/>
                  </a:lnTo>
                  <a:lnTo>
                    <a:pt x="505363" y="267086"/>
                  </a:lnTo>
                  <a:lnTo>
                    <a:pt x="505768" y="266614"/>
                  </a:lnTo>
                  <a:lnTo>
                    <a:pt x="506150" y="266142"/>
                  </a:lnTo>
                  <a:lnTo>
                    <a:pt x="506555" y="265669"/>
                  </a:lnTo>
                  <a:lnTo>
                    <a:pt x="506938" y="265197"/>
                  </a:lnTo>
                  <a:lnTo>
                    <a:pt x="507342" y="264725"/>
                  </a:lnTo>
                  <a:lnTo>
                    <a:pt x="507724" y="264253"/>
                  </a:lnTo>
                  <a:lnTo>
                    <a:pt x="508130" y="263780"/>
                  </a:lnTo>
                  <a:lnTo>
                    <a:pt x="508534" y="263308"/>
                  </a:lnTo>
                  <a:lnTo>
                    <a:pt x="508916" y="262836"/>
                  </a:lnTo>
                  <a:lnTo>
                    <a:pt x="509322" y="262363"/>
                  </a:lnTo>
                  <a:lnTo>
                    <a:pt x="509704" y="261914"/>
                  </a:lnTo>
                  <a:lnTo>
                    <a:pt x="510108" y="261441"/>
                  </a:lnTo>
                  <a:lnTo>
                    <a:pt x="510491" y="260969"/>
                  </a:lnTo>
                  <a:lnTo>
                    <a:pt x="510896" y="260519"/>
                  </a:lnTo>
                  <a:lnTo>
                    <a:pt x="511278" y="260070"/>
                  </a:lnTo>
                  <a:lnTo>
                    <a:pt x="511683" y="259597"/>
                  </a:lnTo>
                  <a:lnTo>
                    <a:pt x="512088" y="259147"/>
                  </a:lnTo>
                  <a:lnTo>
                    <a:pt x="512470" y="258698"/>
                  </a:lnTo>
                  <a:lnTo>
                    <a:pt x="512875" y="258248"/>
                  </a:lnTo>
                  <a:lnTo>
                    <a:pt x="513257" y="257776"/>
                  </a:lnTo>
                  <a:lnTo>
                    <a:pt x="513662" y="257326"/>
                  </a:lnTo>
                  <a:lnTo>
                    <a:pt x="514044" y="256876"/>
                  </a:lnTo>
                  <a:lnTo>
                    <a:pt x="514449" y="256449"/>
                  </a:lnTo>
                  <a:lnTo>
                    <a:pt x="514831" y="255999"/>
                  </a:lnTo>
                  <a:lnTo>
                    <a:pt x="515236" y="255549"/>
                  </a:lnTo>
                  <a:lnTo>
                    <a:pt x="515641" y="255099"/>
                  </a:lnTo>
                  <a:lnTo>
                    <a:pt x="516023" y="254650"/>
                  </a:lnTo>
                  <a:lnTo>
                    <a:pt x="516428" y="254222"/>
                  </a:lnTo>
                  <a:lnTo>
                    <a:pt x="516810" y="253772"/>
                  </a:lnTo>
                  <a:lnTo>
                    <a:pt x="517215" y="253345"/>
                  </a:lnTo>
                  <a:lnTo>
                    <a:pt x="517598" y="252918"/>
                  </a:lnTo>
                  <a:lnTo>
                    <a:pt x="518002" y="252491"/>
                  </a:lnTo>
                  <a:lnTo>
                    <a:pt x="518385" y="252063"/>
                  </a:lnTo>
                  <a:lnTo>
                    <a:pt x="518790" y="251636"/>
                  </a:lnTo>
                  <a:lnTo>
                    <a:pt x="519194" y="251209"/>
                  </a:lnTo>
                  <a:lnTo>
                    <a:pt x="519576" y="250781"/>
                  </a:lnTo>
                  <a:lnTo>
                    <a:pt x="519982" y="250354"/>
                  </a:lnTo>
                  <a:lnTo>
                    <a:pt x="520364" y="249927"/>
                  </a:lnTo>
                  <a:lnTo>
                    <a:pt x="520768" y="249522"/>
                  </a:lnTo>
                  <a:lnTo>
                    <a:pt x="521151" y="249095"/>
                  </a:lnTo>
                  <a:lnTo>
                    <a:pt x="521556" y="248667"/>
                  </a:lnTo>
                  <a:lnTo>
                    <a:pt x="521938" y="248262"/>
                  </a:lnTo>
                  <a:lnTo>
                    <a:pt x="522343" y="247835"/>
                  </a:lnTo>
                  <a:lnTo>
                    <a:pt x="522748" y="247408"/>
                  </a:lnTo>
                  <a:lnTo>
                    <a:pt x="523107" y="247003"/>
                  </a:lnTo>
                  <a:lnTo>
                    <a:pt x="523535" y="246576"/>
                  </a:lnTo>
                  <a:lnTo>
                    <a:pt x="523895" y="246171"/>
                  </a:lnTo>
                  <a:lnTo>
                    <a:pt x="524299" y="245766"/>
                  </a:lnTo>
                  <a:lnTo>
                    <a:pt x="524682" y="245339"/>
                  </a:lnTo>
                  <a:lnTo>
                    <a:pt x="525087" y="244934"/>
                  </a:lnTo>
                  <a:lnTo>
                    <a:pt x="525491" y="244529"/>
                  </a:lnTo>
                  <a:lnTo>
                    <a:pt x="525874" y="244124"/>
                  </a:lnTo>
                  <a:lnTo>
                    <a:pt x="526278" y="243720"/>
                  </a:lnTo>
                  <a:lnTo>
                    <a:pt x="526661" y="243315"/>
                  </a:lnTo>
                  <a:lnTo>
                    <a:pt x="527066" y="242910"/>
                  </a:lnTo>
                  <a:lnTo>
                    <a:pt x="527448" y="242505"/>
                  </a:lnTo>
                  <a:lnTo>
                    <a:pt x="527853" y="242123"/>
                  </a:lnTo>
                  <a:lnTo>
                    <a:pt x="528235" y="241718"/>
                  </a:lnTo>
                  <a:lnTo>
                    <a:pt x="528640" y="241313"/>
                  </a:lnTo>
                  <a:lnTo>
                    <a:pt x="529045" y="240931"/>
                  </a:lnTo>
                  <a:lnTo>
                    <a:pt x="529427" y="240526"/>
                  </a:lnTo>
                  <a:lnTo>
                    <a:pt x="529832" y="240144"/>
                  </a:lnTo>
                  <a:lnTo>
                    <a:pt x="530214" y="239761"/>
                  </a:lnTo>
                  <a:lnTo>
                    <a:pt x="530619" y="239357"/>
                  </a:lnTo>
                  <a:lnTo>
                    <a:pt x="531001" y="238974"/>
                  </a:lnTo>
                  <a:lnTo>
                    <a:pt x="531406" y="238592"/>
                  </a:lnTo>
                  <a:lnTo>
                    <a:pt x="531789" y="238210"/>
                  </a:lnTo>
                  <a:lnTo>
                    <a:pt x="532193" y="237827"/>
                  </a:lnTo>
                  <a:lnTo>
                    <a:pt x="532598" y="237445"/>
                  </a:lnTo>
                  <a:lnTo>
                    <a:pt x="532981" y="237063"/>
                  </a:lnTo>
                  <a:lnTo>
                    <a:pt x="533385" y="236703"/>
                  </a:lnTo>
                  <a:lnTo>
                    <a:pt x="533767" y="236320"/>
                  </a:lnTo>
                  <a:lnTo>
                    <a:pt x="534172" y="235961"/>
                  </a:lnTo>
                  <a:lnTo>
                    <a:pt x="534555" y="235578"/>
                  </a:lnTo>
                  <a:lnTo>
                    <a:pt x="534959" y="235219"/>
                  </a:lnTo>
                  <a:lnTo>
                    <a:pt x="535342" y="234836"/>
                  </a:lnTo>
                  <a:lnTo>
                    <a:pt x="535747" y="234476"/>
                  </a:lnTo>
                  <a:lnTo>
                    <a:pt x="536151" y="234117"/>
                  </a:lnTo>
                  <a:lnTo>
                    <a:pt x="536534" y="233734"/>
                  </a:lnTo>
                  <a:lnTo>
                    <a:pt x="536939" y="233374"/>
                  </a:lnTo>
                  <a:lnTo>
                    <a:pt x="537321" y="233015"/>
                  </a:lnTo>
                  <a:lnTo>
                    <a:pt x="537726" y="232655"/>
                  </a:lnTo>
                  <a:lnTo>
                    <a:pt x="538108" y="232295"/>
                  </a:lnTo>
                  <a:lnTo>
                    <a:pt x="538513" y="231935"/>
                  </a:lnTo>
                  <a:lnTo>
                    <a:pt x="538918" y="231553"/>
                  </a:lnTo>
                  <a:lnTo>
                    <a:pt x="539300" y="231193"/>
                  </a:lnTo>
                  <a:lnTo>
                    <a:pt x="539705" y="230833"/>
                  </a:lnTo>
                  <a:lnTo>
                    <a:pt x="540087" y="230473"/>
                  </a:lnTo>
                  <a:lnTo>
                    <a:pt x="540492" y="230113"/>
                  </a:lnTo>
                  <a:lnTo>
                    <a:pt x="540875" y="229754"/>
                  </a:lnTo>
                  <a:lnTo>
                    <a:pt x="541279" y="229416"/>
                  </a:lnTo>
                  <a:lnTo>
                    <a:pt x="541661" y="229056"/>
                  </a:lnTo>
                  <a:lnTo>
                    <a:pt x="542066" y="228697"/>
                  </a:lnTo>
                  <a:lnTo>
                    <a:pt x="542471" y="228337"/>
                  </a:lnTo>
                  <a:lnTo>
                    <a:pt x="542853" y="227977"/>
                  </a:lnTo>
                  <a:lnTo>
                    <a:pt x="543258" y="227617"/>
                  </a:lnTo>
                  <a:lnTo>
                    <a:pt x="543641" y="227257"/>
                  </a:lnTo>
                  <a:lnTo>
                    <a:pt x="544045" y="226920"/>
                  </a:lnTo>
                  <a:lnTo>
                    <a:pt x="544427" y="226560"/>
                  </a:lnTo>
                  <a:lnTo>
                    <a:pt x="544832" y="226200"/>
                  </a:lnTo>
                  <a:lnTo>
                    <a:pt x="545215" y="225840"/>
                  </a:lnTo>
                  <a:lnTo>
                    <a:pt x="545620" y="225503"/>
                  </a:lnTo>
                  <a:lnTo>
                    <a:pt x="546024" y="225143"/>
                  </a:lnTo>
                  <a:lnTo>
                    <a:pt x="546407" y="224806"/>
                  </a:lnTo>
                  <a:lnTo>
                    <a:pt x="546812" y="224446"/>
                  </a:lnTo>
                  <a:lnTo>
                    <a:pt x="547194" y="224109"/>
                  </a:lnTo>
                  <a:lnTo>
                    <a:pt x="547599" y="223749"/>
                  </a:lnTo>
                  <a:lnTo>
                    <a:pt x="547981" y="223412"/>
                  </a:lnTo>
                  <a:lnTo>
                    <a:pt x="548386" y="223074"/>
                  </a:lnTo>
                  <a:lnTo>
                    <a:pt x="548768" y="222737"/>
                  </a:lnTo>
                  <a:lnTo>
                    <a:pt x="549173" y="222399"/>
                  </a:lnTo>
                  <a:lnTo>
                    <a:pt x="549578" y="222040"/>
                  </a:lnTo>
                  <a:lnTo>
                    <a:pt x="549960" y="221702"/>
                  </a:lnTo>
                  <a:lnTo>
                    <a:pt x="550365" y="221365"/>
                  </a:lnTo>
                  <a:lnTo>
                    <a:pt x="550747" y="221028"/>
                  </a:lnTo>
                  <a:lnTo>
                    <a:pt x="551152" y="220668"/>
                  </a:lnTo>
                  <a:lnTo>
                    <a:pt x="551535" y="220330"/>
                  </a:lnTo>
                  <a:lnTo>
                    <a:pt x="551939" y="219993"/>
                  </a:lnTo>
                  <a:lnTo>
                    <a:pt x="552321" y="219656"/>
                  </a:lnTo>
                  <a:lnTo>
                    <a:pt x="552726" y="219318"/>
                  </a:lnTo>
                  <a:lnTo>
                    <a:pt x="553131" y="218981"/>
                  </a:lnTo>
                  <a:lnTo>
                    <a:pt x="553513" y="218644"/>
                  </a:lnTo>
                  <a:lnTo>
                    <a:pt x="553918" y="218284"/>
                  </a:lnTo>
                  <a:lnTo>
                    <a:pt x="554301" y="217947"/>
                  </a:lnTo>
                  <a:lnTo>
                    <a:pt x="554705" y="217609"/>
                  </a:lnTo>
                  <a:lnTo>
                    <a:pt x="555088" y="217272"/>
                  </a:lnTo>
                  <a:lnTo>
                    <a:pt x="555493" y="216934"/>
                  </a:lnTo>
                  <a:lnTo>
                    <a:pt x="555897" y="216575"/>
                  </a:lnTo>
                  <a:lnTo>
                    <a:pt x="556280" y="216237"/>
                  </a:lnTo>
                  <a:lnTo>
                    <a:pt x="556684" y="215877"/>
                  </a:lnTo>
                  <a:lnTo>
                    <a:pt x="557067" y="215540"/>
                  </a:lnTo>
                  <a:lnTo>
                    <a:pt x="557472" y="215180"/>
                  </a:lnTo>
                  <a:lnTo>
                    <a:pt x="557854" y="214820"/>
                  </a:lnTo>
                  <a:lnTo>
                    <a:pt x="558259" y="214461"/>
                  </a:lnTo>
                  <a:lnTo>
                    <a:pt x="558641" y="214101"/>
                  </a:lnTo>
                  <a:lnTo>
                    <a:pt x="559046" y="213741"/>
                  </a:lnTo>
                  <a:lnTo>
                    <a:pt x="559450" y="213359"/>
                  </a:lnTo>
                  <a:lnTo>
                    <a:pt x="559833" y="212999"/>
                  </a:lnTo>
                  <a:lnTo>
                    <a:pt x="560238" y="212616"/>
                  </a:lnTo>
                  <a:lnTo>
                    <a:pt x="560620" y="212234"/>
                  </a:lnTo>
                  <a:lnTo>
                    <a:pt x="561025" y="211852"/>
                  </a:lnTo>
                  <a:lnTo>
                    <a:pt x="561407" y="211470"/>
                  </a:lnTo>
                  <a:lnTo>
                    <a:pt x="561812" y="211087"/>
                  </a:lnTo>
                  <a:lnTo>
                    <a:pt x="562195" y="210705"/>
                  </a:lnTo>
                  <a:lnTo>
                    <a:pt x="562599" y="210323"/>
                  </a:lnTo>
                  <a:lnTo>
                    <a:pt x="563004" y="209918"/>
                  </a:lnTo>
                  <a:lnTo>
                    <a:pt x="563386" y="209535"/>
                  </a:lnTo>
                  <a:lnTo>
                    <a:pt x="563791" y="209153"/>
                  </a:lnTo>
                  <a:lnTo>
                    <a:pt x="564173" y="208748"/>
                  </a:lnTo>
                  <a:lnTo>
                    <a:pt x="564578" y="208343"/>
                  </a:lnTo>
                  <a:lnTo>
                    <a:pt x="564961" y="207939"/>
                  </a:lnTo>
                  <a:lnTo>
                    <a:pt x="565365" y="207534"/>
                  </a:lnTo>
                  <a:lnTo>
                    <a:pt x="565748" y="207107"/>
                  </a:lnTo>
                  <a:lnTo>
                    <a:pt x="566153" y="206702"/>
                  </a:lnTo>
                  <a:lnTo>
                    <a:pt x="566557" y="206274"/>
                  </a:lnTo>
                  <a:lnTo>
                    <a:pt x="566940" y="205870"/>
                  </a:lnTo>
                  <a:lnTo>
                    <a:pt x="567344" y="205442"/>
                  </a:lnTo>
                  <a:lnTo>
                    <a:pt x="567727" y="205015"/>
                  </a:lnTo>
                  <a:lnTo>
                    <a:pt x="568132" y="204588"/>
                  </a:lnTo>
                  <a:lnTo>
                    <a:pt x="568514" y="204160"/>
                  </a:lnTo>
                  <a:lnTo>
                    <a:pt x="568919" y="203733"/>
                  </a:lnTo>
                  <a:lnTo>
                    <a:pt x="569324" y="203283"/>
                  </a:lnTo>
                  <a:lnTo>
                    <a:pt x="569706" y="202856"/>
                  </a:lnTo>
                  <a:lnTo>
                    <a:pt x="570111" y="202406"/>
                  </a:lnTo>
                  <a:lnTo>
                    <a:pt x="570493" y="201956"/>
                  </a:lnTo>
                  <a:lnTo>
                    <a:pt x="570898" y="201484"/>
                  </a:lnTo>
                  <a:lnTo>
                    <a:pt x="571280" y="201012"/>
                  </a:lnTo>
                  <a:lnTo>
                    <a:pt x="571685" y="200540"/>
                  </a:lnTo>
                  <a:lnTo>
                    <a:pt x="572067" y="200067"/>
                  </a:lnTo>
                  <a:lnTo>
                    <a:pt x="572472" y="199573"/>
                  </a:lnTo>
                  <a:lnTo>
                    <a:pt x="572877" y="199078"/>
                  </a:lnTo>
                  <a:lnTo>
                    <a:pt x="573259" y="198583"/>
                  </a:lnTo>
                  <a:lnTo>
                    <a:pt x="573664" y="198066"/>
                  </a:lnTo>
                  <a:lnTo>
                    <a:pt x="574047" y="197526"/>
                  </a:lnTo>
                  <a:lnTo>
                    <a:pt x="574451" y="197009"/>
                  </a:lnTo>
                  <a:lnTo>
                    <a:pt x="574833" y="196446"/>
                  </a:lnTo>
                  <a:lnTo>
                    <a:pt x="575238" y="195884"/>
                  </a:lnTo>
                  <a:lnTo>
                    <a:pt x="575621" y="195322"/>
                  </a:lnTo>
                  <a:lnTo>
                    <a:pt x="576025" y="194737"/>
                  </a:lnTo>
                  <a:lnTo>
                    <a:pt x="576430" y="194153"/>
                  </a:lnTo>
                  <a:lnTo>
                    <a:pt x="576813" y="193545"/>
                  </a:lnTo>
                  <a:lnTo>
                    <a:pt x="577217" y="192916"/>
                  </a:lnTo>
                  <a:lnTo>
                    <a:pt x="577600" y="192286"/>
                  </a:lnTo>
                  <a:lnTo>
                    <a:pt x="578004" y="191611"/>
                  </a:lnTo>
                  <a:lnTo>
                    <a:pt x="578387" y="190937"/>
                  </a:lnTo>
                  <a:lnTo>
                    <a:pt x="578792" y="190262"/>
                  </a:lnTo>
                  <a:lnTo>
                    <a:pt x="579174" y="189542"/>
                  </a:lnTo>
                  <a:lnTo>
                    <a:pt x="579579" y="188823"/>
                  </a:lnTo>
                  <a:lnTo>
                    <a:pt x="579984" y="188080"/>
                  </a:lnTo>
                  <a:lnTo>
                    <a:pt x="580366" y="187293"/>
                  </a:lnTo>
                  <a:lnTo>
                    <a:pt x="580771" y="186506"/>
                  </a:lnTo>
                  <a:lnTo>
                    <a:pt x="581153" y="185696"/>
                  </a:lnTo>
                  <a:lnTo>
                    <a:pt x="581558" y="184842"/>
                  </a:lnTo>
                  <a:lnTo>
                    <a:pt x="581940" y="183965"/>
                  </a:lnTo>
                  <a:lnTo>
                    <a:pt x="582345" y="183065"/>
                  </a:lnTo>
                  <a:lnTo>
                    <a:pt x="582727" y="182121"/>
                  </a:lnTo>
                  <a:lnTo>
                    <a:pt x="583132" y="181154"/>
                  </a:lnTo>
                  <a:lnTo>
                    <a:pt x="583537" y="180142"/>
                  </a:lnTo>
                  <a:lnTo>
                    <a:pt x="583919" y="179085"/>
                  </a:lnTo>
                  <a:lnTo>
                    <a:pt x="584324" y="177983"/>
                  </a:lnTo>
                  <a:lnTo>
                    <a:pt x="584707" y="176858"/>
                  </a:lnTo>
                  <a:lnTo>
                    <a:pt x="585111" y="175666"/>
                  </a:lnTo>
                  <a:lnTo>
                    <a:pt x="585493" y="174429"/>
                  </a:lnTo>
                  <a:lnTo>
                    <a:pt x="585898" y="173125"/>
                  </a:lnTo>
                  <a:lnTo>
                    <a:pt x="586303" y="171753"/>
                  </a:lnTo>
                  <a:lnTo>
                    <a:pt x="586686" y="170336"/>
                  </a:lnTo>
                  <a:lnTo>
                    <a:pt x="587090" y="168874"/>
                  </a:lnTo>
                  <a:lnTo>
                    <a:pt x="587473" y="167300"/>
                  </a:lnTo>
                  <a:lnTo>
                    <a:pt x="587878" y="165658"/>
                  </a:lnTo>
                  <a:lnTo>
                    <a:pt x="588260" y="163927"/>
                  </a:lnTo>
                  <a:lnTo>
                    <a:pt x="588665" y="162105"/>
                  </a:lnTo>
                  <a:lnTo>
                    <a:pt x="589047" y="160193"/>
                  </a:lnTo>
                  <a:lnTo>
                    <a:pt x="589452" y="158169"/>
                  </a:lnTo>
                  <a:lnTo>
                    <a:pt x="589856" y="156033"/>
                  </a:lnTo>
                  <a:lnTo>
                    <a:pt x="590239" y="153806"/>
                  </a:lnTo>
                  <a:lnTo>
                    <a:pt x="590644" y="151467"/>
                  </a:lnTo>
                  <a:lnTo>
                    <a:pt x="591026" y="149038"/>
                  </a:lnTo>
                  <a:lnTo>
                    <a:pt x="591431" y="146317"/>
                  </a:lnTo>
                  <a:lnTo>
                    <a:pt x="591813" y="142764"/>
                  </a:lnTo>
                </a:path>
              </a:pathLst>
            </a:custGeom>
            <a:noFill/>
            <a:ln w="4498" cap="flat">
              <a:solidFill>
                <a:srgbClr val="B4AED3"/>
              </a:solidFill>
              <a:prstDash val="solid"/>
              <a:round/>
            </a:ln>
          </p:spPr>
          <p:txBody>
            <a:bodyPr rtlCol="0" anchor="ctr"/>
            <a:lstStyle/>
            <a:p>
              <a:endParaRPr lang="en-US"/>
            </a:p>
          </p:txBody>
        </p:sp>
        <p:sp>
          <p:nvSpPr>
            <p:cNvPr id="5112" name="Freeform 5111">
              <a:extLst>
                <a:ext uri="{FF2B5EF4-FFF2-40B4-BE49-F238E27FC236}">
                  <a16:creationId xmlns:a16="http://schemas.microsoft.com/office/drawing/2014/main" id="{0AEF20EF-199D-3B0A-77C8-61638346154E}"/>
                </a:ext>
              </a:extLst>
            </p:cNvPr>
            <p:cNvSpPr/>
            <p:nvPr/>
          </p:nvSpPr>
          <p:spPr>
            <a:xfrm>
              <a:off x="1643264" y="2972891"/>
              <a:ext cx="2503612" cy="2648699"/>
            </a:xfrm>
            <a:custGeom>
              <a:avLst/>
              <a:gdLst>
                <a:gd name="connsiteX0" fmla="*/ 254650 w 591813"/>
                <a:gd name="connsiteY0" fmla="*/ 619296 h 626109"/>
                <a:gd name="connsiteX1" fmla="*/ 255054 w 591813"/>
                <a:gd name="connsiteY1" fmla="*/ 619565 h 626109"/>
                <a:gd name="connsiteX2" fmla="*/ 255459 w 591813"/>
                <a:gd name="connsiteY2" fmla="*/ 619835 h 626109"/>
                <a:gd name="connsiteX3" fmla="*/ 255841 w 591813"/>
                <a:gd name="connsiteY3" fmla="*/ 620105 h 626109"/>
                <a:gd name="connsiteX4" fmla="*/ 256246 w 591813"/>
                <a:gd name="connsiteY4" fmla="*/ 620353 h 626109"/>
                <a:gd name="connsiteX5" fmla="*/ 256628 w 591813"/>
                <a:gd name="connsiteY5" fmla="*/ 620600 h 626109"/>
                <a:gd name="connsiteX6" fmla="*/ 257033 w 591813"/>
                <a:gd name="connsiteY6" fmla="*/ 620847 h 626109"/>
                <a:gd name="connsiteX7" fmla="*/ 257416 w 591813"/>
                <a:gd name="connsiteY7" fmla="*/ 621095 h 626109"/>
                <a:gd name="connsiteX8" fmla="*/ 257820 w 591813"/>
                <a:gd name="connsiteY8" fmla="*/ 621320 h 626109"/>
                <a:gd name="connsiteX9" fmla="*/ 258202 w 591813"/>
                <a:gd name="connsiteY9" fmla="*/ 621545 h 626109"/>
                <a:gd name="connsiteX10" fmla="*/ 258608 w 591813"/>
                <a:gd name="connsiteY10" fmla="*/ 621769 h 626109"/>
                <a:gd name="connsiteX11" fmla="*/ 259012 w 591813"/>
                <a:gd name="connsiteY11" fmla="*/ 621972 h 626109"/>
                <a:gd name="connsiteX12" fmla="*/ 259395 w 591813"/>
                <a:gd name="connsiteY12" fmla="*/ 622174 h 626109"/>
                <a:gd name="connsiteX13" fmla="*/ 259799 w 591813"/>
                <a:gd name="connsiteY13" fmla="*/ 622377 h 626109"/>
                <a:gd name="connsiteX14" fmla="*/ 260182 w 591813"/>
                <a:gd name="connsiteY14" fmla="*/ 622579 h 626109"/>
                <a:gd name="connsiteX15" fmla="*/ 260587 w 591813"/>
                <a:gd name="connsiteY15" fmla="*/ 622759 h 626109"/>
                <a:gd name="connsiteX16" fmla="*/ 260969 w 591813"/>
                <a:gd name="connsiteY16" fmla="*/ 622939 h 626109"/>
                <a:gd name="connsiteX17" fmla="*/ 261374 w 591813"/>
                <a:gd name="connsiteY17" fmla="*/ 623119 h 626109"/>
                <a:gd name="connsiteX18" fmla="*/ 261756 w 591813"/>
                <a:gd name="connsiteY18" fmla="*/ 623299 h 626109"/>
                <a:gd name="connsiteX19" fmla="*/ 262161 w 591813"/>
                <a:gd name="connsiteY19" fmla="*/ 623479 h 626109"/>
                <a:gd name="connsiteX20" fmla="*/ 262566 w 591813"/>
                <a:gd name="connsiteY20" fmla="*/ 623636 h 626109"/>
                <a:gd name="connsiteX21" fmla="*/ 262948 w 591813"/>
                <a:gd name="connsiteY21" fmla="*/ 623793 h 626109"/>
                <a:gd name="connsiteX22" fmla="*/ 263353 w 591813"/>
                <a:gd name="connsiteY22" fmla="*/ 623951 h 626109"/>
                <a:gd name="connsiteX23" fmla="*/ 263735 w 591813"/>
                <a:gd name="connsiteY23" fmla="*/ 624108 h 626109"/>
                <a:gd name="connsiteX24" fmla="*/ 264140 w 591813"/>
                <a:gd name="connsiteY24" fmla="*/ 624243 h 626109"/>
                <a:gd name="connsiteX25" fmla="*/ 264522 w 591813"/>
                <a:gd name="connsiteY25" fmla="*/ 624378 h 626109"/>
                <a:gd name="connsiteX26" fmla="*/ 264927 w 591813"/>
                <a:gd name="connsiteY26" fmla="*/ 624513 h 626109"/>
                <a:gd name="connsiteX27" fmla="*/ 265332 w 591813"/>
                <a:gd name="connsiteY27" fmla="*/ 624626 h 626109"/>
                <a:gd name="connsiteX28" fmla="*/ 265714 w 591813"/>
                <a:gd name="connsiteY28" fmla="*/ 624761 h 626109"/>
                <a:gd name="connsiteX29" fmla="*/ 266119 w 591813"/>
                <a:gd name="connsiteY29" fmla="*/ 624873 h 626109"/>
                <a:gd name="connsiteX30" fmla="*/ 266502 w 591813"/>
                <a:gd name="connsiteY30" fmla="*/ 624985 h 626109"/>
                <a:gd name="connsiteX31" fmla="*/ 266906 w 591813"/>
                <a:gd name="connsiteY31" fmla="*/ 625075 h 626109"/>
                <a:gd name="connsiteX32" fmla="*/ 267288 w 591813"/>
                <a:gd name="connsiteY32" fmla="*/ 625165 h 626109"/>
                <a:gd name="connsiteX33" fmla="*/ 267693 w 591813"/>
                <a:gd name="connsiteY33" fmla="*/ 625278 h 626109"/>
                <a:gd name="connsiteX34" fmla="*/ 268076 w 591813"/>
                <a:gd name="connsiteY34" fmla="*/ 625345 h 626109"/>
                <a:gd name="connsiteX35" fmla="*/ 268480 w 591813"/>
                <a:gd name="connsiteY35" fmla="*/ 625435 h 626109"/>
                <a:gd name="connsiteX36" fmla="*/ 268885 w 591813"/>
                <a:gd name="connsiteY36" fmla="*/ 625525 h 626109"/>
                <a:gd name="connsiteX37" fmla="*/ 269268 w 591813"/>
                <a:gd name="connsiteY37" fmla="*/ 625593 h 626109"/>
                <a:gd name="connsiteX38" fmla="*/ 269672 w 591813"/>
                <a:gd name="connsiteY38" fmla="*/ 625660 h 626109"/>
                <a:gd name="connsiteX39" fmla="*/ 270055 w 591813"/>
                <a:gd name="connsiteY39" fmla="*/ 625728 h 626109"/>
                <a:gd name="connsiteX40" fmla="*/ 270459 w 591813"/>
                <a:gd name="connsiteY40" fmla="*/ 625795 h 626109"/>
                <a:gd name="connsiteX41" fmla="*/ 270842 w 591813"/>
                <a:gd name="connsiteY41" fmla="*/ 625840 h 626109"/>
                <a:gd name="connsiteX42" fmla="*/ 271247 w 591813"/>
                <a:gd name="connsiteY42" fmla="*/ 625907 h 626109"/>
                <a:gd name="connsiteX43" fmla="*/ 271629 w 591813"/>
                <a:gd name="connsiteY43" fmla="*/ 625953 h 626109"/>
                <a:gd name="connsiteX44" fmla="*/ 272034 w 591813"/>
                <a:gd name="connsiteY44" fmla="*/ 625975 h 626109"/>
                <a:gd name="connsiteX45" fmla="*/ 272439 w 591813"/>
                <a:gd name="connsiteY45" fmla="*/ 626020 h 626109"/>
                <a:gd name="connsiteX46" fmla="*/ 272821 w 591813"/>
                <a:gd name="connsiteY46" fmla="*/ 626042 h 626109"/>
                <a:gd name="connsiteX47" fmla="*/ 273226 w 591813"/>
                <a:gd name="connsiteY47" fmla="*/ 626065 h 626109"/>
                <a:gd name="connsiteX48" fmla="*/ 273608 w 591813"/>
                <a:gd name="connsiteY48" fmla="*/ 626087 h 626109"/>
                <a:gd name="connsiteX49" fmla="*/ 274013 w 591813"/>
                <a:gd name="connsiteY49" fmla="*/ 626087 h 626109"/>
                <a:gd name="connsiteX50" fmla="*/ 274395 w 591813"/>
                <a:gd name="connsiteY50" fmla="*/ 626110 h 626109"/>
                <a:gd name="connsiteX51" fmla="*/ 274800 w 591813"/>
                <a:gd name="connsiteY51" fmla="*/ 626110 h 626109"/>
                <a:gd name="connsiteX52" fmla="*/ 275182 w 591813"/>
                <a:gd name="connsiteY52" fmla="*/ 626110 h 626109"/>
                <a:gd name="connsiteX53" fmla="*/ 275587 w 591813"/>
                <a:gd name="connsiteY53" fmla="*/ 626110 h 626109"/>
                <a:gd name="connsiteX54" fmla="*/ 275992 w 591813"/>
                <a:gd name="connsiteY54" fmla="*/ 626087 h 626109"/>
                <a:gd name="connsiteX55" fmla="*/ 276374 w 591813"/>
                <a:gd name="connsiteY55" fmla="*/ 625997 h 626109"/>
                <a:gd name="connsiteX56" fmla="*/ 276779 w 591813"/>
                <a:gd name="connsiteY56" fmla="*/ 625907 h 626109"/>
                <a:gd name="connsiteX57" fmla="*/ 277162 w 591813"/>
                <a:gd name="connsiteY57" fmla="*/ 625795 h 626109"/>
                <a:gd name="connsiteX58" fmla="*/ 277566 w 591813"/>
                <a:gd name="connsiteY58" fmla="*/ 625705 h 626109"/>
                <a:gd name="connsiteX59" fmla="*/ 277948 w 591813"/>
                <a:gd name="connsiteY59" fmla="*/ 625593 h 626109"/>
                <a:gd name="connsiteX60" fmla="*/ 278353 w 591813"/>
                <a:gd name="connsiteY60" fmla="*/ 625458 h 626109"/>
                <a:gd name="connsiteX61" fmla="*/ 278758 w 591813"/>
                <a:gd name="connsiteY61" fmla="*/ 625345 h 626109"/>
                <a:gd name="connsiteX62" fmla="*/ 279140 w 591813"/>
                <a:gd name="connsiteY62" fmla="*/ 625233 h 626109"/>
                <a:gd name="connsiteX63" fmla="*/ 279545 w 591813"/>
                <a:gd name="connsiteY63" fmla="*/ 625098 h 626109"/>
                <a:gd name="connsiteX64" fmla="*/ 279928 w 591813"/>
                <a:gd name="connsiteY64" fmla="*/ 624963 h 626109"/>
                <a:gd name="connsiteX65" fmla="*/ 280332 w 591813"/>
                <a:gd name="connsiteY65" fmla="*/ 624828 h 626109"/>
                <a:gd name="connsiteX66" fmla="*/ 280715 w 591813"/>
                <a:gd name="connsiteY66" fmla="*/ 624693 h 626109"/>
                <a:gd name="connsiteX67" fmla="*/ 281120 w 591813"/>
                <a:gd name="connsiteY67" fmla="*/ 624536 h 626109"/>
                <a:gd name="connsiteX68" fmla="*/ 281502 w 591813"/>
                <a:gd name="connsiteY68" fmla="*/ 624378 h 626109"/>
                <a:gd name="connsiteX69" fmla="*/ 281907 w 591813"/>
                <a:gd name="connsiteY69" fmla="*/ 624221 h 626109"/>
                <a:gd name="connsiteX70" fmla="*/ 282311 w 591813"/>
                <a:gd name="connsiteY70" fmla="*/ 624063 h 626109"/>
                <a:gd name="connsiteX71" fmla="*/ 282694 w 591813"/>
                <a:gd name="connsiteY71" fmla="*/ 623906 h 626109"/>
                <a:gd name="connsiteX72" fmla="*/ 283076 w 591813"/>
                <a:gd name="connsiteY72" fmla="*/ 623749 h 626109"/>
                <a:gd name="connsiteX73" fmla="*/ 283481 w 591813"/>
                <a:gd name="connsiteY73" fmla="*/ 623569 h 626109"/>
                <a:gd name="connsiteX74" fmla="*/ 283886 w 591813"/>
                <a:gd name="connsiteY74" fmla="*/ 623411 h 626109"/>
                <a:gd name="connsiteX75" fmla="*/ 284246 w 591813"/>
                <a:gd name="connsiteY75" fmla="*/ 623231 h 626109"/>
                <a:gd name="connsiteX76" fmla="*/ 284673 w 591813"/>
                <a:gd name="connsiteY76" fmla="*/ 623051 h 626109"/>
                <a:gd name="connsiteX77" fmla="*/ 285033 w 591813"/>
                <a:gd name="connsiteY77" fmla="*/ 622871 h 626109"/>
                <a:gd name="connsiteX78" fmla="*/ 285438 w 591813"/>
                <a:gd name="connsiteY78" fmla="*/ 622692 h 626109"/>
                <a:gd name="connsiteX79" fmla="*/ 285842 w 591813"/>
                <a:gd name="connsiteY79" fmla="*/ 622489 h 626109"/>
                <a:gd name="connsiteX80" fmla="*/ 286224 w 591813"/>
                <a:gd name="connsiteY80" fmla="*/ 622309 h 626109"/>
                <a:gd name="connsiteX81" fmla="*/ 286630 w 591813"/>
                <a:gd name="connsiteY81" fmla="*/ 622107 h 626109"/>
                <a:gd name="connsiteX82" fmla="*/ 287012 w 591813"/>
                <a:gd name="connsiteY82" fmla="*/ 621927 h 626109"/>
                <a:gd name="connsiteX83" fmla="*/ 287416 w 591813"/>
                <a:gd name="connsiteY83" fmla="*/ 621724 h 626109"/>
                <a:gd name="connsiteX84" fmla="*/ 287799 w 591813"/>
                <a:gd name="connsiteY84" fmla="*/ 621522 h 626109"/>
                <a:gd name="connsiteX85" fmla="*/ 288204 w 591813"/>
                <a:gd name="connsiteY85" fmla="*/ 621320 h 626109"/>
                <a:gd name="connsiteX86" fmla="*/ 288586 w 591813"/>
                <a:gd name="connsiteY86" fmla="*/ 621095 h 626109"/>
                <a:gd name="connsiteX87" fmla="*/ 288991 w 591813"/>
                <a:gd name="connsiteY87" fmla="*/ 620892 h 626109"/>
                <a:gd name="connsiteX88" fmla="*/ 289396 w 591813"/>
                <a:gd name="connsiteY88" fmla="*/ 620667 h 626109"/>
                <a:gd name="connsiteX89" fmla="*/ 289778 w 591813"/>
                <a:gd name="connsiteY89" fmla="*/ 620465 h 626109"/>
                <a:gd name="connsiteX90" fmla="*/ 290183 w 591813"/>
                <a:gd name="connsiteY90" fmla="*/ 620240 h 626109"/>
                <a:gd name="connsiteX91" fmla="*/ 290565 w 591813"/>
                <a:gd name="connsiteY91" fmla="*/ 620015 h 626109"/>
                <a:gd name="connsiteX92" fmla="*/ 290970 w 591813"/>
                <a:gd name="connsiteY92" fmla="*/ 619790 h 626109"/>
                <a:gd name="connsiteX93" fmla="*/ 291352 w 591813"/>
                <a:gd name="connsiteY93" fmla="*/ 619565 h 626109"/>
                <a:gd name="connsiteX94" fmla="*/ 291757 w 591813"/>
                <a:gd name="connsiteY94" fmla="*/ 619318 h 626109"/>
                <a:gd name="connsiteX95" fmla="*/ 292139 w 591813"/>
                <a:gd name="connsiteY95" fmla="*/ 619093 h 626109"/>
                <a:gd name="connsiteX96" fmla="*/ 292544 w 591813"/>
                <a:gd name="connsiteY96" fmla="*/ 618846 h 626109"/>
                <a:gd name="connsiteX97" fmla="*/ 292949 w 591813"/>
                <a:gd name="connsiteY97" fmla="*/ 618598 h 626109"/>
                <a:gd name="connsiteX98" fmla="*/ 293331 w 591813"/>
                <a:gd name="connsiteY98" fmla="*/ 618351 h 626109"/>
                <a:gd name="connsiteX99" fmla="*/ 293736 w 591813"/>
                <a:gd name="connsiteY99" fmla="*/ 618104 h 626109"/>
                <a:gd name="connsiteX100" fmla="*/ 294118 w 591813"/>
                <a:gd name="connsiteY100" fmla="*/ 617834 h 626109"/>
                <a:gd name="connsiteX101" fmla="*/ 294524 w 591813"/>
                <a:gd name="connsiteY101" fmla="*/ 617564 h 626109"/>
                <a:gd name="connsiteX102" fmla="*/ 294906 w 591813"/>
                <a:gd name="connsiteY102" fmla="*/ 617294 h 626109"/>
                <a:gd name="connsiteX103" fmla="*/ 295310 w 591813"/>
                <a:gd name="connsiteY103" fmla="*/ 617024 h 626109"/>
                <a:gd name="connsiteX104" fmla="*/ 295716 w 591813"/>
                <a:gd name="connsiteY104" fmla="*/ 616754 h 626109"/>
                <a:gd name="connsiteX105" fmla="*/ 296098 w 591813"/>
                <a:gd name="connsiteY105" fmla="*/ 616777 h 626109"/>
                <a:gd name="connsiteX106" fmla="*/ 296502 w 591813"/>
                <a:gd name="connsiteY106" fmla="*/ 617227 h 626109"/>
                <a:gd name="connsiteX107" fmla="*/ 296884 w 591813"/>
                <a:gd name="connsiteY107" fmla="*/ 616957 h 626109"/>
                <a:gd name="connsiteX108" fmla="*/ 297290 w 591813"/>
                <a:gd name="connsiteY108" fmla="*/ 616664 h 626109"/>
                <a:gd name="connsiteX109" fmla="*/ 297672 w 591813"/>
                <a:gd name="connsiteY109" fmla="*/ 616394 h 626109"/>
                <a:gd name="connsiteX110" fmla="*/ 298076 w 591813"/>
                <a:gd name="connsiteY110" fmla="*/ 616102 h 626109"/>
                <a:gd name="connsiteX111" fmla="*/ 298459 w 591813"/>
                <a:gd name="connsiteY111" fmla="*/ 615810 h 626109"/>
                <a:gd name="connsiteX112" fmla="*/ 298864 w 591813"/>
                <a:gd name="connsiteY112" fmla="*/ 615517 h 626109"/>
                <a:gd name="connsiteX113" fmla="*/ 299269 w 591813"/>
                <a:gd name="connsiteY113" fmla="*/ 615203 h 626109"/>
                <a:gd name="connsiteX114" fmla="*/ 299651 w 591813"/>
                <a:gd name="connsiteY114" fmla="*/ 614910 h 626109"/>
                <a:gd name="connsiteX115" fmla="*/ 300056 w 591813"/>
                <a:gd name="connsiteY115" fmla="*/ 614595 h 626109"/>
                <a:gd name="connsiteX116" fmla="*/ 300438 w 591813"/>
                <a:gd name="connsiteY116" fmla="*/ 614280 h 626109"/>
                <a:gd name="connsiteX117" fmla="*/ 300843 w 591813"/>
                <a:gd name="connsiteY117" fmla="*/ 613966 h 626109"/>
                <a:gd name="connsiteX118" fmla="*/ 301225 w 591813"/>
                <a:gd name="connsiteY118" fmla="*/ 613651 h 626109"/>
                <a:gd name="connsiteX119" fmla="*/ 301630 w 591813"/>
                <a:gd name="connsiteY119" fmla="*/ 613313 h 626109"/>
                <a:gd name="connsiteX120" fmla="*/ 302012 w 591813"/>
                <a:gd name="connsiteY120" fmla="*/ 612999 h 626109"/>
                <a:gd name="connsiteX121" fmla="*/ 302417 w 591813"/>
                <a:gd name="connsiteY121" fmla="*/ 612661 h 626109"/>
                <a:gd name="connsiteX122" fmla="*/ 302822 w 591813"/>
                <a:gd name="connsiteY122" fmla="*/ 612324 h 626109"/>
                <a:gd name="connsiteX123" fmla="*/ 303204 w 591813"/>
                <a:gd name="connsiteY123" fmla="*/ 611986 h 626109"/>
                <a:gd name="connsiteX124" fmla="*/ 303609 w 591813"/>
                <a:gd name="connsiteY124" fmla="*/ 611649 h 626109"/>
                <a:gd name="connsiteX125" fmla="*/ 303992 w 591813"/>
                <a:gd name="connsiteY125" fmla="*/ 611312 h 626109"/>
                <a:gd name="connsiteX126" fmla="*/ 304396 w 591813"/>
                <a:gd name="connsiteY126" fmla="*/ 610974 h 626109"/>
                <a:gd name="connsiteX127" fmla="*/ 304778 w 591813"/>
                <a:gd name="connsiteY127" fmla="*/ 610615 h 626109"/>
                <a:gd name="connsiteX128" fmla="*/ 305184 w 591813"/>
                <a:gd name="connsiteY128" fmla="*/ 610277 h 626109"/>
                <a:gd name="connsiteX129" fmla="*/ 305566 w 591813"/>
                <a:gd name="connsiteY129" fmla="*/ 609917 h 626109"/>
                <a:gd name="connsiteX130" fmla="*/ 305970 w 591813"/>
                <a:gd name="connsiteY130" fmla="*/ 609558 h 626109"/>
                <a:gd name="connsiteX131" fmla="*/ 306376 w 591813"/>
                <a:gd name="connsiteY131" fmla="*/ 609198 h 626109"/>
                <a:gd name="connsiteX132" fmla="*/ 306758 w 591813"/>
                <a:gd name="connsiteY132" fmla="*/ 608838 h 626109"/>
                <a:gd name="connsiteX133" fmla="*/ 307162 w 591813"/>
                <a:gd name="connsiteY133" fmla="*/ 608478 h 626109"/>
                <a:gd name="connsiteX134" fmla="*/ 307545 w 591813"/>
                <a:gd name="connsiteY134" fmla="*/ 608096 h 626109"/>
                <a:gd name="connsiteX135" fmla="*/ 307950 w 591813"/>
                <a:gd name="connsiteY135" fmla="*/ 607736 h 626109"/>
                <a:gd name="connsiteX136" fmla="*/ 308332 w 591813"/>
                <a:gd name="connsiteY136" fmla="*/ 607354 h 626109"/>
                <a:gd name="connsiteX137" fmla="*/ 308737 w 591813"/>
                <a:gd name="connsiteY137" fmla="*/ 606971 h 626109"/>
                <a:gd name="connsiteX138" fmla="*/ 309142 w 591813"/>
                <a:gd name="connsiteY138" fmla="*/ 606611 h 626109"/>
                <a:gd name="connsiteX139" fmla="*/ 309524 w 591813"/>
                <a:gd name="connsiteY139" fmla="*/ 606207 h 626109"/>
                <a:gd name="connsiteX140" fmla="*/ 309929 w 591813"/>
                <a:gd name="connsiteY140" fmla="*/ 605824 h 626109"/>
                <a:gd name="connsiteX141" fmla="*/ 310311 w 591813"/>
                <a:gd name="connsiteY141" fmla="*/ 605442 h 626109"/>
                <a:gd name="connsiteX142" fmla="*/ 310716 w 591813"/>
                <a:gd name="connsiteY142" fmla="*/ 605037 h 626109"/>
                <a:gd name="connsiteX143" fmla="*/ 311098 w 591813"/>
                <a:gd name="connsiteY143" fmla="*/ 604655 h 626109"/>
                <a:gd name="connsiteX144" fmla="*/ 311503 w 591813"/>
                <a:gd name="connsiteY144" fmla="*/ 604250 h 626109"/>
                <a:gd name="connsiteX145" fmla="*/ 311885 w 591813"/>
                <a:gd name="connsiteY145" fmla="*/ 603845 h 626109"/>
                <a:gd name="connsiteX146" fmla="*/ 312290 w 591813"/>
                <a:gd name="connsiteY146" fmla="*/ 603440 h 626109"/>
                <a:gd name="connsiteX147" fmla="*/ 312695 w 591813"/>
                <a:gd name="connsiteY147" fmla="*/ 603036 h 626109"/>
                <a:gd name="connsiteX148" fmla="*/ 313077 w 591813"/>
                <a:gd name="connsiteY148" fmla="*/ 602631 h 626109"/>
                <a:gd name="connsiteX149" fmla="*/ 313482 w 591813"/>
                <a:gd name="connsiteY149" fmla="*/ 602226 h 626109"/>
                <a:gd name="connsiteX150" fmla="*/ 313864 w 591813"/>
                <a:gd name="connsiteY150" fmla="*/ 601799 h 626109"/>
                <a:gd name="connsiteX151" fmla="*/ 314269 w 591813"/>
                <a:gd name="connsiteY151" fmla="*/ 601371 h 626109"/>
                <a:gd name="connsiteX152" fmla="*/ 314652 w 591813"/>
                <a:gd name="connsiteY152" fmla="*/ 600944 h 626109"/>
                <a:gd name="connsiteX153" fmla="*/ 315056 w 591813"/>
                <a:gd name="connsiteY153" fmla="*/ 600517 h 626109"/>
                <a:gd name="connsiteX154" fmla="*/ 315438 w 591813"/>
                <a:gd name="connsiteY154" fmla="*/ 600090 h 626109"/>
                <a:gd name="connsiteX155" fmla="*/ 315844 w 591813"/>
                <a:gd name="connsiteY155" fmla="*/ 599662 h 626109"/>
                <a:gd name="connsiteX156" fmla="*/ 316248 w 591813"/>
                <a:gd name="connsiteY156" fmla="*/ 599212 h 626109"/>
                <a:gd name="connsiteX157" fmla="*/ 316630 w 591813"/>
                <a:gd name="connsiteY157" fmla="*/ 598763 h 626109"/>
                <a:gd name="connsiteX158" fmla="*/ 317036 w 591813"/>
                <a:gd name="connsiteY158" fmla="*/ 598335 h 626109"/>
                <a:gd name="connsiteX159" fmla="*/ 317418 w 591813"/>
                <a:gd name="connsiteY159" fmla="*/ 597886 h 626109"/>
                <a:gd name="connsiteX160" fmla="*/ 317822 w 591813"/>
                <a:gd name="connsiteY160" fmla="*/ 597436 h 626109"/>
                <a:gd name="connsiteX161" fmla="*/ 318205 w 591813"/>
                <a:gd name="connsiteY161" fmla="*/ 596986 h 626109"/>
                <a:gd name="connsiteX162" fmla="*/ 318610 w 591813"/>
                <a:gd name="connsiteY162" fmla="*/ 596514 h 626109"/>
                <a:gd name="connsiteX163" fmla="*/ 318992 w 591813"/>
                <a:gd name="connsiteY163" fmla="*/ 596064 h 626109"/>
                <a:gd name="connsiteX164" fmla="*/ 319397 w 591813"/>
                <a:gd name="connsiteY164" fmla="*/ 595614 h 626109"/>
                <a:gd name="connsiteX165" fmla="*/ 319802 w 591813"/>
                <a:gd name="connsiteY165" fmla="*/ 595142 h 626109"/>
                <a:gd name="connsiteX166" fmla="*/ 320184 w 591813"/>
                <a:gd name="connsiteY166" fmla="*/ 594670 h 626109"/>
                <a:gd name="connsiteX167" fmla="*/ 320589 w 591813"/>
                <a:gd name="connsiteY167" fmla="*/ 594197 h 626109"/>
                <a:gd name="connsiteX168" fmla="*/ 320971 w 591813"/>
                <a:gd name="connsiteY168" fmla="*/ 593725 h 626109"/>
                <a:gd name="connsiteX169" fmla="*/ 321376 w 591813"/>
                <a:gd name="connsiteY169" fmla="*/ 593253 h 626109"/>
                <a:gd name="connsiteX170" fmla="*/ 321758 w 591813"/>
                <a:gd name="connsiteY170" fmla="*/ 592780 h 626109"/>
                <a:gd name="connsiteX171" fmla="*/ 322163 w 591813"/>
                <a:gd name="connsiteY171" fmla="*/ 592308 h 626109"/>
                <a:gd name="connsiteX172" fmla="*/ 322545 w 591813"/>
                <a:gd name="connsiteY172" fmla="*/ 591813 h 626109"/>
                <a:gd name="connsiteX173" fmla="*/ 322950 w 591813"/>
                <a:gd name="connsiteY173" fmla="*/ 591319 h 626109"/>
                <a:gd name="connsiteX174" fmla="*/ 323355 w 591813"/>
                <a:gd name="connsiteY174" fmla="*/ 590846 h 626109"/>
                <a:gd name="connsiteX175" fmla="*/ 323737 w 591813"/>
                <a:gd name="connsiteY175" fmla="*/ 590351 h 626109"/>
                <a:gd name="connsiteX176" fmla="*/ 324142 w 591813"/>
                <a:gd name="connsiteY176" fmla="*/ 589857 h 626109"/>
                <a:gd name="connsiteX177" fmla="*/ 324524 w 591813"/>
                <a:gd name="connsiteY177" fmla="*/ 589384 h 626109"/>
                <a:gd name="connsiteX178" fmla="*/ 324929 w 591813"/>
                <a:gd name="connsiteY178" fmla="*/ 588890 h 626109"/>
                <a:gd name="connsiteX179" fmla="*/ 325312 w 591813"/>
                <a:gd name="connsiteY179" fmla="*/ 588395 h 626109"/>
                <a:gd name="connsiteX180" fmla="*/ 325716 w 591813"/>
                <a:gd name="connsiteY180" fmla="*/ 587900 h 626109"/>
                <a:gd name="connsiteX181" fmla="*/ 326121 w 591813"/>
                <a:gd name="connsiteY181" fmla="*/ 587405 h 626109"/>
                <a:gd name="connsiteX182" fmla="*/ 326504 w 591813"/>
                <a:gd name="connsiteY182" fmla="*/ 586911 h 626109"/>
                <a:gd name="connsiteX183" fmla="*/ 326908 w 591813"/>
                <a:gd name="connsiteY183" fmla="*/ 586438 h 626109"/>
                <a:gd name="connsiteX184" fmla="*/ 327290 w 591813"/>
                <a:gd name="connsiteY184" fmla="*/ 585944 h 626109"/>
                <a:gd name="connsiteX185" fmla="*/ 327696 w 591813"/>
                <a:gd name="connsiteY185" fmla="*/ 585426 h 626109"/>
                <a:gd name="connsiteX186" fmla="*/ 328078 w 591813"/>
                <a:gd name="connsiteY186" fmla="*/ 584931 h 626109"/>
                <a:gd name="connsiteX187" fmla="*/ 328482 w 591813"/>
                <a:gd name="connsiteY187" fmla="*/ 584437 h 626109"/>
                <a:gd name="connsiteX188" fmla="*/ 328865 w 591813"/>
                <a:gd name="connsiteY188" fmla="*/ 583942 h 626109"/>
                <a:gd name="connsiteX189" fmla="*/ 329270 w 591813"/>
                <a:gd name="connsiteY189" fmla="*/ 583425 h 626109"/>
                <a:gd name="connsiteX190" fmla="*/ 329674 w 591813"/>
                <a:gd name="connsiteY190" fmla="*/ 582930 h 626109"/>
                <a:gd name="connsiteX191" fmla="*/ 330057 w 591813"/>
                <a:gd name="connsiteY191" fmla="*/ 582413 h 626109"/>
                <a:gd name="connsiteX192" fmla="*/ 330462 w 591813"/>
                <a:gd name="connsiteY192" fmla="*/ 581918 h 626109"/>
                <a:gd name="connsiteX193" fmla="*/ 330844 w 591813"/>
                <a:gd name="connsiteY193" fmla="*/ 581401 h 626109"/>
                <a:gd name="connsiteX194" fmla="*/ 331249 w 591813"/>
                <a:gd name="connsiteY194" fmla="*/ 580906 h 626109"/>
                <a:gd name="connsiteX195" fmla="*/ 331631 w 591813"/>
                <a:gd name="connsiteY195" fmla="*/ 580411 h 626109"/>
                <a:gd name="connsiteX196" fmla="*/ 332036 w 591813"/>
                <a:gd name="connsiteY196" fmla="*/ 579894 h 626109"/>
                <a:gd name="connsiteX197" fmla="*/ 332418 w 591813"/>
                <a:gd name="connsiteY197" fmla="*/ 579377 h 626109"/>
                <a:gd name="connsiteX198" fmla="*/ 332823 w 591813"/>
                <a:gd name="connsiteY198" fmla="*/ 578859 h 626109"/>
                <a:gd name="connsiteX199" fmla="*/ 333228 w 591813"/>
                <a:gd name="connsiteY199" fmla="*/ 578342 h 626109"/>
                <a:gd name="connsiteX200" fmla="*/ 333610 w 591813"/>
                <a:gd name="connsiteY200" fmla="*/ 577825 h 626109"/>
                <a:gd name="connsiteX201" fmla="*/ 334015 w 591813"/>
                <a:gd name="connsiteY201" fmla="*/ 577308 h 626109"/>
                <a:gd name="connsiteX202" fmla="*/ 334397 w 591813"/>
                <a:gd name="connsiteY202" fmla="*/ 576790 h 626109"/>
                <a:gd name="connsiteX203" fmla="*/ 334802 w 591813"/>
                <a:gd name="connsiteY203" fmla="*/ 576251 h 626109"/>
                <a:gd name="connsiteX204" fmla="*/ 335184 w 591813"/>
                <a:gd name="connsiteY204" fmla="*/ 575733 h 626109"/>
                <a:gd name="connsiteX205" fmla="*/ 335590 w 591813"/>
                <a:gd name="connsiteY205" fmla="*/ 575194 h 626109"/>
                <a:gd name="connsiteX206" fmla="*/ 335972 w 591813"/>
                <a:gd name="connsiteY206" fmla="*/ 574654 h 626109"/>
                <a:gd name="connsiteX207" fmla="*/ 336376 w 591813"/>
                <a:gd name="connsiteY207" fmla="*/ 574114 h 626109"/>
                <a:gd name="connsiteX208" fmla="*/ 336782 w 591813"/>
                <a:gd name="connsiteY208" fmla="*/ 573574 h 626109"/>
                <a:gd name="connsiteX209" fmla="*/ 337164 w 591813"/>
                <a:gd name="connsiteY209" fmla="*/ 573012 h 626109"/>
                <a:gd name="connsiteX210" fmla="*/ 337568 w 591813"/>
                <a:gd name="connsiteY210" fmla="*/ 572472 h 626109"/>
                <a:gd name="connsiteX211" fmla="*/ 337950 w 591813"/>
                <a:gd name="connsiteY211" fmla="*/ 571910 h 626109"/>
                <a:gd name="connsiteX212" fmla="*/ 338356 w 591813"/>
                <a:gd name="connsiteY212" fmla="*/ 571348 h 626109"/>
                <a:gd name="connsiteX213" fmla="*/ 338738 w 591813"/>
                <a:gd name="connsiteY213" fmla="*/ 570808 h 626109"/>
                <a:gd name="connsiteX214" fmla="*/ 339142 w 591813"/>
                <a:gd name="connsiteY214" fmla="*/ 570223 h 626109"/>
                <a:gd name="connsiteX215" fmla="*/ 339548 w 591813"/>
                <a:gd name="connsiteY215" fmla="*/ 569661 h 626109"/>
                <a:gd name="connsiteX216" fmla="*/ 339930 w 591813"/>
                <a:gd name="connsiteY216" fmla="*/ 569099 h 626109"/>
                <a:gd name="connsiteX217" fmla="*/ 340335 w 591813"/>
                <a:gd name="connsiteY217" fmla="*/ 568514 h 626109"/>
                <a:gd name="connsiteX218" fmla="*/ 340717 w 591813"/>
                <a:gd name="connsiteY218" fmla="*/ 567952 h 626109"/>
                <a:gd name="connsiteX219" fmla="*/ 341122 w 591813"/>
                <a:gd name="connsiteY219" fmla="*/ 567367 h 626109"/>
                <a:gd name="connsiteX220" fmla="*/ 341504 w 591813"/>
                <a:gd name="connsiteY220" fmla="*/ 566782 h 626109"/>
                <a:gd name="connsiteX221" fmla="*/ 341909 w 591813"/>
                <a:gd name="connsiteY221" fmla="*/ 566220 h 626109"/>
                <a:gd name="connsiteX222" fmla="*/ 342291 w 591813"/>
                <a:gd name="connsiteY222" fmla="*/ 565635 h 626109"/>
                <a:gd name="connsiteX223" fmla="*/ 342696 w 591813"/>
                <a:gd name="connsiteY223" fmla="*/ 565051 h 626109"/>
                <a:gd name="connsiteX224" fmla="*/ 343101 w 591813"/>
                <a:gd name="connsiteY224" fmla="*/ 564444 h 626109"/>
                <a:gd name="connsiteX225" fmla="*/ 343483 w 591813"/>
                <a:gd name="connsiteY225" fmla="*/ 563859 h 626109"/>
                <a:gd name="connsiteX226" fmla="*/ 343888 w 591813"/>
                <a:gd name="connsiteY226" fmla="*/ 563274 h 626109"/>
                <a:gd name="connsiteX227" fmla="*/ 344270 w 591813"/>
                <a:gd name="connsiteY227" fmla="*/ 562667 h 626109"/>
                <a:gd name="connsiteX228" fmla="*/ 344675 w 591813"/>
                <a:gd name="connsiteY228" fmla="*/ 562082 h 626109"/>
                <a:gd name="connsiteX229" fmla="*/ 345058 w 591813"/>
                <a:gd name="connsiteY229" fmla="*/ 561475 h 626109"/>
                <a:gd name="connsiteX230" fmla="*/ 345462 w 591813"/>
                <a:gd name="connsiteY230" fmla="*/ 560868 h 626109"/>
                <a:gd name="connsiteX231" fmla="*/ 345844 w 591813"/>
                <a:gd name="connsiteY231" fmla="*/ 560260 h 626109"/>
                <a:gd name="connsiteX232" fmla="*/ 346250 w 591813"/>
                <a:gd name="connsiteY232" fmla="*/ 559676 h 626109"/>
                <a:gd name="connsiteX233" fmla="*/ 346654 w 591813"/>
                <a:gd name="connsiteY233" fmla="*/ 559068 h 626109"/>
                <a:gd name="connsiteX234" fmla="*/ 347036 w 591813"/>
                <a:gd name="connsiteY234" fmla="*/ 558461 h 626109"/>
                <a:gd name="connsiteX235" fmla="*/ 347442 w 591813"/>
                <a:gd name="connsiteY235" fmla="*/ 557832 h 626109"/>
                <a:gd name="connsiteX236" fmla="*/ 347824 w 591813"/>
                <a:gd name="connsiteY236" fmla="*/ 557224 h 626109"/>
                <a:gd name="connsiteX237" fmla="*/ 348228 w 591813"/>
                <a:gd name="connsiteY237" fmla="*/ 556617 h 626109"/>
                <a:gd name="connsiteX238" fmla="*/ 348611 w 591813"/>
                <a:gd name="connsiteY238" fmla="*/ 555987 h 626109"/>
                <a:gd name="connsiteX239" fmla="*/ 349016 w 591813"/>
                <a:gd name="connsiteY239" fmla="*/ 555380 h 626109"/>
                <a:gd name="connsiteX240" fmla="*/ 349398 w 591813"/>
                <a:gd name="connsiteY240" fmla="*/ 554751 h 626109"/>
                <a:gd name="connsiteX241" fmla="*/ 349803 w 591813"/>
                <a:gd name="connsiteY241" fmla="*/ 554121 h 626109"/>
                <a:gd name="connsiteX242" fmla="*/ 350208 w 591813"/>
                <a:gd name="connsiteY242" fmla="*/ 553491 h 626109"/>
                <a:gd name="connsiteX243" fmla="*/ 350590 w 591813"/>
                <a:gd name="connsiteY243" fmla="*/ 552861 h 626109"/>
                <a:gd name="connsiteX244" fmla="*/ 350995 w 591813"/>
                <a:gd name="connsiteY244" fmla="*/ 552232 h 626109"/>
                <a:gd name="connsiteX245" fmla="*/ 351377 w 591813"/>
                <a:gd name="connsiteY245" fmla="*/ 551602 h 626109"/>
                <a:gd name="connsiteX246" fmla="*/ 351782 w 591813"/>
                <a:gd name="connsiteY246" fmla="*/ 550950 h 626109"/>
                <a:gd name="connsiteX247" fmla="*/ 352164 w 591813"/>
                <a:gd name="connsiteY247" fmla="*/ 550298 h 626109"/>
                <a:gd name="connsiteX248" fmla="*/ 352569 w 591813"/>
                <a:gd name="connsiteY248" fmla="*/ 549668 h 626109"/>
                <a:gd name="connsiteX249" fmla="*/ 352951 w 591813"/>
                <a:gd name="connsiteY249" fmla="*/ 549016 h 626109"/>
                <a:gd name="connsiteX250" fmla="*/ 353356 w 591813"/>
                <a:gd name="connsiteY250" fmla="*/ 548363 h 626109"/>
                <a:gd name="connsiteX251" fmla="*/ 353761 w 591813"/>
                <a:gd name="connsiteY251" fmla="*/ 547689 h 626109"/>
                <a:gd name="connsiteX252" fmla="*/ 354143 w 591813"/>
                <a:gd name="connsiteY252" fmla="*/ 547037 h 626109"/>
                <a:gd name="connsiteX253" fmla="*/ 354548 w 591813"/>
                <a:gd name="connsiteY253" fmla="*/ 546384 h 626109"/>
                <a:gd name="connsiteX254" fmla="*/ 354930 w 591813"/>
                <a:gd name="connsiteY254" fmla="*/ 545710 h 626109"/>
                <a:gd name="connsiteX255" fmla="*/ 355335 w 591813"/>
                <a:gd name="connsiteY255" fmla="*/ 545058 h 626109"/>
                <a:gd name="connsiteX256" fmla="*/ 355718 w 591813"/>
                <a:gd name="connsiteY256" fmla="*/ 544383 h 626109"/>
                <a:gd name="connsiteX257" fmla="*/ 356122 w 591813"/>
                <a:gd name="connsiteY257" fmla="*/ 543708 h 626109"/>
                <a:gd name="connsiteX258" fmla="*/ 356527 w 591813"/>
                <a:gd name="connsiteY258" fmla="*/ 543033 h 626109"/>
                <a:gd name="connsiteX259" fmla="*/ 356910 w 591813"/>
                <a:gd name="connsiteY259" fmla="*/ 542359 h 626109"/>
                <a:gd name="connsiteX260" fmla="*/ 357314 w 591813"/>
                <a:gd name="connsiteY260" fmla="*/ 541684 h 626109"/>
                <a:gd name="connsiteX261" fmla="*/ 357696 w 591813"/>
                <a:gd name="connsiteY261" fmla="*/ 541009 h 626109"/>
                <a:gd name="connsiteX262" fmla="*/ 358102 w 591813"/>
                <a:gd name="connsiteY262" fmla="*/ 540312 h 626109"/>
                <a:gd name="connsiteX263" fmla="*/ 358484 w 591813"/>
                <a:gd name="connsiteY263" fmla="*/ 539638 h 626109"/>
                <a:gd name="connsiteX264" fmla="*/ 358888 w 591813"/>
                <a:gd name="connsiteY264" fmla="*/ 538940 h 626109"/>
                <a:gd name="connsiteX265" fmla="*/ 359271 w 591813"/>
                <a:gd name="connsiteY265" fmla="*/ 538266 h 626109"/>
                <a:gd name="connsiteX266" fmla="*/ 359676 w 591813"/>
                <a:gd name="connsiteY266" fmla="*/ 537568 h 626109"/>
                <a:gd name="connsiteX267" fmla="*/ 360080 w 591813"/>
                <a:gd name="connsiteY267" fmla="*/ 536871 h 626109"/>
                <a:gd name="connsiteX268" fmla="*/ 360463 w 591813"/>
                <a:gd name="connsiteY268" fmla="*/ 536174 h 626109"/>
                <a:gd name="connsiteX269" fmla="*/ 360868 w 591813"/>
                <a:gd name="connsiteY269" fmla="*/ 535477 h 626109"/>
                <a:gd name="connsiteX270" fmla="*/ 361250 w 591813"/>
                <a:gd name="connsiteY270" fmla="*/ 534780 h 626109"/>
                <a:gd name="connsiteX271" fmla="*/ 361655 w 591813"/>
                <a:gd name="connsiteY271" fmla="*/ 534083 h 626109"/>
                <a:gd name="connsiteX272" fmla="*/ 362037 w 591813"/>
                <a:gd name="connsiteY272" fmla="*/ 533385 h 626109"/>
                <a:gd name="connsiteX273" fmla="*/ 362442 w 591813"/>
                <a:gd name="connsiteY273" fmla="*/ 532666 h 626109"/>
                <a:gd name="connsiteX274" fmla="*/ 362824 w 591813"/>
                <a:gd name="connsiteY274" fmla="*/ 531969 h 626109"/>
                <a:gd name="connsiteX275" fmla="*/ 363229 w 591813"/>
                <a:gd name="connsiteY275" fmla="*/ 531249 h 626109"/>
                <a:gd name="connsiteX276" fmla="*/ 363634 w 591813"/>
                <a:gd name="connsiteY276" fmla="*/ 530552 h 626109"/>
                <a:gd name="connsiteX277" fmla="*/ 364016 w 591813"/>
                <a:gd name="connsiteY277" fmla="*/ 529832 h 626109"/>
                <a:gd name="connsiteX278" fmla="*/ 364421 w 591813"/>
                <a:gd name="connsiteY278" fmla="*/ 529112 h 626109"/>
                <a:gd name="connsiteX279" fmla="*/ 364803 w 591813"/>
                <a:gd name="connsiteY279" fmla="*/ 528393 h 626109"/>
                <a:gd name="connsiteX280" fmla="*/ 365208 w 591813"/>
                <a:gd name="connsiteY280" fmla="*/ 527673 h 626109"/>
                <a:gd name="connsiteX281" fmla="*/ 365590 w 591813"/>
                <a:gd name="connsiteY281" fmla="*/ 526931 h 626109"/>
                <a:gd name="connsiteX282" fmla="*/ 365995 w 591813"/>
                <a:gd name="connsiteY282" fmla="*/ 526211 h 626109"/>
                <a:gd name="connsiteX283" fmla="*/ 366378 w 591813"/>
                <a:gd name="connsiteY283" fmla="*/ 525492 h 626109"/>
                <a:gd name="connsiteX284" fmla="*/ 366782 w 591813"/>
                <a:gd name="connsiteY284" fmla="*/ 524772 h 626109"/>
                <a:gd name="connsiteX285" fmla="*/ 367187 w 591813"/>
                <a:gd name="connsiteY285" fmla="*/ 524030 h 626109"/>
                <a:gd name="connsiteX286" fmla="*/ 367570 w 591813"/>
                <a:gd name="connsiteY286" fmla="*/ 523310 h 626109"/>
                <a:gd name="connsiteX287" fmla="*/ 367974 w 591813"/>
                <a:gd name="connsiteY287" fmla="*/ 522568 h 626109"/>
                <a:gd name="connsiteX288" fmla="*/ 368356 w 591813"/>
                <a:gd name="connsiteY288" fmla="*/ 521826 h 626109"/>
                <a:gd name="connsiteX289" fmla="*/ 368762 w 591813"/>
                <a:gd name="connsiteY289" fmla="*/ 521084 h 626109"/>
                <a:gd name="connsiteX290" fmla="*/ 369144 w 591813"/>
                <a:gd name="connsiteY290" fmla="*/ 520364 h 626109"/>
                <a:gd name="connsiteX291" fmla="*/ 369548 w 591813"/>
                <a:gd name="connsiteY291" fmla="*/ 519622 h 626109"/>
                <a:gd name="connsiteX292" fmla="*/ 369954 w 591813"/>
                <a:gd name="connsiteY292" fmla="*/ 518857 h 626109"/>
                <a:gd name="connsiteX293" fmla="*/ 370336 w 591813"/>
                <a:gd name="connsiteY293" fmla="*/ 518115 h 626109"/>
                <a:gd name="connsiteX294" fmla="*/ 370740 w 591813"/>
                <a:gd name="connsiteY294" fmla="*/ 517373 h 626109"/>
                <a:gd name="connsiteX295" fmla="*/ 371123 w 591813"/>
                <a:gd name="connsiteY295" fmla="*/ 516631 h 626109"/>
                <a:gd name="connsiteX296" fmla="*/ 371528 w 591813"/>
                <a:gd name="connsiteY296" fmla="*/ 515888 h 626109"/>
                <a:gd name="connsiteX297" fmla="*/ 371910 w 591813"/>
                <a:gd name="connsiteY297" fmla="*/ 515124 h 626109"/>
                <a:gd name="connsiteX298" fmla="*/ 372315 w 591813"/>
                <a:gd name="connsiteY298" fmla="*/ 514382 h 626109"/>
                <a:gd name="connsiteX299" fmla="*/ 372697 w 591813"/>
                <a:gd name="connsiteY299" fmla="*/ 513640 h 626109"/>
                <a:gd name="connsiteX300" fmla="*/ 373102 w 591813"/>
                <a:gd name="connsiteY300" fmla="*/ 512875 h 626109"/>
                <a:gd name="connsiteX301" fmla="*/ 373507 w 591813"/>
                <a:gd name="connsiteY301" fmla="*/ 512110 h 626109"/>
                <a:gd name="connsiteX302" fmla="*/ 373889 w 591813"/>
                <a:gd name="connsiteY302" fmla="*/ 511368 h 626109"/>
                <a:gd name="connsiteX303" fmla="*/ 374294 w 591813"/>
                <a:gd name="connsiteY303" fmla="*/ 510603 h 626109"/>
                <a:gd name="connsiteX304" fmla="*/ 374676 w 591813"/>
                <a:gd name="connsiteY304" fmla="*/ 509839 h 626109"/>
                <a:gd name="connsiteX305" fmla="*/ 375081 w 591813"/>
                <a:gd name="connsiteY305" fmla="*/ 509074 h 626109"/>
                <a:gd name="connsiteX306" fmla="*/ 375463 w 591813"/>
                <a:gd name="connsiteY306" fmla="*/ 508332 h 626109"/>
                <a:gd name="connsiteX307" fmla="*/ 375868 w 591813"/>
                <a:gd name="connsiteY307" fmla="*/ 507567 h 626109"/>
                <a:gd name="connsiteX308" fmla="*/ 376250 w 591813"/>
                <a:gd name="connsiteY308" fmla="*/ 506803 h 626109"/>
                <a:gd name="connsiteX309" fmla="*/ 376656 w 591813"/>
                <a:gd name="connsiteY309" fmla="*/ 506038 h 626109"/>
                <a:gd name="connsiteX310" fmla="*/ 377060 w 591813"/>
                <a:gd name="connsiteY310" fmla="*/ 505273 h 626109"/>
                <a:gd name="connsiteX311" fmla="*/ 377442 w 591813"/>
                <a:gd name="connsiteY311" fmla="*/ 504509 h 626109"/>
                <a:gd name="connsiteX312" fmla="*/ 377847 w 591813"/>
                <a:gd name="connsiteY312" fmla="*/ 503744 h 626109"/>
                <a:gd name="connsiteX313" fmla="*/ 378230 w 591813"/>
                <a:gd name="connsiteY313" fmla="*/ 503002 h 626109"/>
                <a:gd name="connsiteX314" fmla="*/ 378634 w 591813"/>
                <a:gd name="connsiteY314" fmla="*/ 502237 h 626109"/>
                <a:gd name="connsiteX315" fmla="*/ 379016 w 591813"/>
                <a:gd name="connsiteY315" fmla="*/ 501495 h 626109"/>
                <a:gd name="connsiteX316" fmla="*/ 379422 w 591813"/>
                <a:gd name="connsiteY316" fmla="*/ 500730 h 626109"/>
                <a:gd name="connsiteX317" fmla="*/ 379804 w 591813"/>
                <a:gd name="connsiteY317" fmla="*/ 499988 h 626109"/>
                <a:gd name="connsiteX318" fmla="*/ 380208 w 591813"/>
                <a:gd name="connsiteY318" fmla="*/ 499224 h 626109"/>
                <a:gd name="connsiteX319" fmla="*/ 380614 w 591813"/>
                <a:gd name="connsiteY319" fmla="*/ 498482 h 626109"/>
                <a:gd name="connsiteX320" fmla="*/ 380996 w 591813"/>
                <a:gd name="connsiteY320" fmla="*/ 497717 h 626109"/>
                <a:gd name="connsiteX321" fmla="*/ 381401 w 591813"/>
                <a:gd name="connsiteY321" fmla="*/ 496975 h 626109"/>
                <a:gd name="connsiteX322" fmla="*/ 381783 w 591813"/>
                <a:gd name="connsiteY322" fmla="*/ 496210 h 626109"/>
                <a:gd name="connsiteX323" fmla="*/ 382188 w 591813"/>
                <a:gd name="connsiteY323" fmla="*/ 495445 h 626109"/>
                <a:gd name="connsiteX324" fmla="*/ 382570 w 591813"/>
                <a:gd name="connsiteY324" fmla="*/ 494703 h 626109"/>
                <a:gd name="connsiteX325" fmla="*/ 382975 w 591813"/>
                <a:gd name="connsiteY325" fmla="*/ 493939 h 626109"/>
                <a:gd name="connsiteX326" fmla="*/ 383357 w 591813"/>
                <a:gd name="connsiteY326" fmla="*/ 493174 h 626109"/>
                <a:gd name="connsiteX327" fmla="*/ 383762 w 591813"/>
                <a:gd name="connsiteY327" fmla="*/ 492432 h 626109"/>
                <a:gd name="connsiteX328" fmla="*/ 384167 w 591813"/>
                <a:gd name="connsiteY328" fmla="*/ 491667 h 626109"/>
                <a:gd name="connsiteX329" fmla="*/ 384549 w 591813"/>
                <a:gd name="connsiteY329" fmla="*/ 490903 h 626109"/>
                <a:gd name="connsiteX330" fmla="*/ 384954 w 591813"/>
                <a:gd name="connsiteY330" fmla="*/ 490138 h 626109"/>
                <a:gd name="connsiteX331" fmla="*/ 385336 w 591813"/>
                <a:gd name="connsiteY331" fmla="*/ 489396 h 626109"/>
                <a:gd name="connsiteX332" fmla="*/ 385741 w 591813"/>
                <a:gd name="connsiteY332" fmla="*/ 488631 h 626109"/>
                <a:gd name="connsiteX333" fmla="*/ 386124 w 591813"/>
                <a:gd name="connsiteY333" fmla="*/ 487866 h 626109"/>
                <a:gd name="connsiteX334" fmla="*/ 386528 w 591813"/>
                <a:gd name="connsiteY334" fmla="*/ 487102 h 626109"/>
                <a:gd name="connsiteX335" fmla="*/ 386933 w 591813"/>
                <a:gd name="connsiteY335" fmla="*/ 486360 h 626109"/>
                <a:gd name="connsiteX336" fmla="*/ 387316 w 591813"/>
                <a:gd name="connsiteY336" fmla="*/ 485595 h 626109"/>
                <a:gd name="connsiteX337" fmla="*/ 387720 w 591813"/>
                <a:gd name="connsiteY337" fmla="*/ 484830 h 626109"/>
                <a:gd name="connsiteX338" fmla="*/ 388102 w 591813"/>
                <a:gd name="connsiteY338" fmla="*/ 484066 h 626109"/>
                <a:gd name="connsiteX339" fmla="*/ 388508 w 591813"/>
                <a:gd name="connsiteY339" fmla="*/ 483301 h 626109"/>
                <a:gd name="connsiteX340" fmla="*/ 388890 w 591813"/>
                <a:gd name="connsiteY340" fmla="*/ 482536 h 626109"/>
                <a:gd name="connsiteX341" fmla="*/ 389294 w 591813"/>
                <a:gd name="connsiteY341" fmla="*/ 481772 h 626109"/>
                <a:gd name="connsiteX342" fmla="*/ 389677 w 591813"/>
                <a:gd name="connsiteY342" fmla="*/ 481007 h 626109"/>
                <a:gd name="connsiteX343" fmla="*/ 390082 w 591813"/>
                <a:gd name="connsiteY343" fmla="*/ 480243 h 626109"/>
                <a:gd name="connsiteX344" fmla="*/ 390486 w 591813"/>
                <a:gd name="connsiteY344" fmla="*/ 479478 h 626109"/>
                <a:gd name="connsiteX345" fmla="*/ 390869 w 591813"/>
                <a:gd name="connsiteY345" fmla="*/ 478713 h 626109"/>
                <a:gd name="connsiteX346" fmla="*/ 391274 w 591813"/>
                <a:gd name="connsiteY346" fmla="*/ 477949 h 626109"/>
                <a:gd name="connsiteX347" fmla="*/ 391656 w 591813"/>
                <a:gd name="connsiteY347" fmla="*/ 477184 h 626109"/>
                <a:gd name="connsiteX348" fmla="*/ 392061 w 591813"/>
                <a:gd name="connsiteY348" fmla="*/ 476419 h 626109"/>
                <a:gd name="connsiteX349" fmla="*/ 392443 w 591813"/>
                <a:gd name="connsiteY349" fmla="*/ 475655 h 626109"/>
                <a:gd name="connsiteX350" fmla="*/ 392848 w 591813"/>
                <a:gd name="connsiteY350" fmla="*/ 474867 h 626109"/>
                <a:gd name="connsiteX351" fmla="*/ 393230 w 591813"/>
                <a:gd name="connsiteY351" fmla="*/ 474103 h 626109"/>
                <a:gd name="connsiteX352" fmla="*/ 393635 w 591813"/>
                <a:gd name="connsiteY352" fmla="*/ 473338 h 626109"/>
                <a:gd name="connsiteX353" fmla="*/ 394040 w 591813"/>
                <a:gd name="connsiteY353" fmla="*/ 472574 h 626109"/>
                <a:gd name="connsiteX354" fmla="*/ 394422 w 591813"/>
                <a:gd name="connsiteY354" fmla="*/ 471809 h 626109"/>
                <a:gd name="connsiteX355" fmla="*/ 394827 w 591813"/>
                <a:gd name="connsiteY355" fmla="*/ 471044 h 626109"/>
                <a:gd name="connsiteX356" fmla="*/ 395209 w 591813"/>
                <a:gd name="connsiteY356" fmla="*/ 470257 h 626109"/>
                <a:gd name="connsiteX357" fmla="*/ 395614 w 591813"/>
                <a:gd name="connsiteY357" fmla="*/ 469492 h 626109"/>
                <a:gd name="connsiteX358" fmla="*/ 395996 w 591813"/>
                <a:gd name="connsiteY358" fmla="*/ 468728 h 626109"/>
                <a:gd name="connsiteX359" fmla="*/ 396401 w 591813"/>
                <a:gd name="connsiteY359" fmla="*/ 467963 h 626109"/>
                <a:gd name="connsiteX360" fmla="*/ 396784 w 591813"/>
                <a:gd name="connsiteY360" fmla="*/ 467199 h 626109"/>
                <a:gd name="connsiteX361" fmla="*/ 397188 w 591813"/>
                <a:gd name="connsiteY361" fmla="*/ 466434 h 626109"/>
                <a:gd name="connsiteX362" fmla="*/ 397593 w 591813"/>
                <a:gd name="connsiteY362" fmla="*/ 465669 h 626109"/>
                <a:gd name="connsiteX363" fmla="*/ 397976 w 591813"/>
                <a:gd name="connsiteY363" fmla="*/ 464905 h 626109"/>
                <a:gd name="connsiteX364" fmla="*/ 398380 w 591813"/>
                <a:gd name="connsiteY364" fmla="*/ 464140 h 626109"/>
                <a:gd name="connsiteX365" fmla="*/ 398762 w 591813"/>
                <a:gd name="connsiteY365" fmla="*/ 463398 h 626109"/>
                <a:gd name="connsiteX366" fmla="*/ 399168 w 591813"/>
                <a:gd name="connsiteY366" fmla="*/ 462633 h 626109"/>
                <a:gd name="connsiteX367" fmla="*/ 399550 w 591813"/>
                <a:gd name="connsiteY367" fmla="*/ 461891 h 626109"/>
                <a:gd name="connsiteX368" fmla="*/ 399954 w 591813"/>
                <a:gd name="connsiteY368" fmla="*/ 461149 h 626109"/>
                <a:gd name="connsiteX369" fmla="*/ 400359 w 591813"/>
                <a:gd name="connsiteY369" fmla="*/ 460407 h 626109"/>
                <a:gd name="connsiteX370" fmla="*/ 400742 w 591813"/>
                <a:gd name="connsiteY370" fmla="*/ 459665 h 626109"/>
                <a:gd name="connsiteX371" fmla="*/ 401146 w 591813"/>
                <a:gd name="connsiteY371" fmla="*/ 458922 h 626109"/>
                <a:gd name="connsiteX372" fmla="*/ 401529 w 591813"/>
                <a:gd name="connsiteY372" fmla="*/ 458180 h 626109"/>
                <a:gd name="connsiteX373" fmla="*/ 401934 w 591813"/>
                <a:gd name="connsiteY373" fmla="*/ 457438 h 626109"/>
                <a:gd name="connsiteX374" fmla="*/ 402316 w 591813"/>
                <a:gd name="connsiteY374" fmla="*/ 456696 h 626109"/>
                <a:gd name="connsiteX375" fmla="*/ 402721 w 591813"/>
                <a:gd name="connsiteY375" fmla="*/ 455954 h 626109"/>
                <a:gd name="connsiteX376" fmla="*/ 403103 w 591813"/>
                <a:gd name="connsiteY376" fmla="*/ 455234 h 626109"/>
                <a:gd name="connsiteX377" fmla="*/ 403485 w 591813"/>
                <a:gd name="connsiteY377" fmla="*/ 454492 h 626109"/>
                <a:gd name="connsiteX378" fmla="*/ 403913 w 591813"/>
                <a:gd name="connsiteY378" fmla="*/ 453750 h 626109"/>
                <a:gd name="connsiteX379" fmla="*/ 404295 w 591813"/>
                <a:gd name="connsiteY379" fmla="*/ 453030 h 626109"/>
                <a:gd name="connsiteX380" fmla="*/ 404677 w 591813"/>
                <a:gd name="connsiteY380" fmla="*/ 452310 h 626109"/>
                <a:gd name="connsiteX381" fmla="*/ 405060 w 591813"/>
                <a:gd name="connsiteY381" fmla="*/ 451568 h 626109"/>
                <a:gd name="connsiteX382" fmla="*/ 405464 w 591813"/>
                <a:gd name="connsiteY382" fmla="*/ 450849 h 626109"/>
                <a:gd name="connsiteX383" fmla="*/ 405847 w 591813"/>
                <a:gd name="connsiteY383" fmla="*/ 450129 h 626109"/>
                <a:gd name="connsiteX384" fmla="*/ 406252 w 591813"/>
                <a:gd name="connsiteY384" fmla="*/ 449409 h 626109"/>
                <a:gd name="connsiteX385" fmla="*/ 406634 w 591813"/>
                <a:gd name="connsiteY385" fmla="*/ 448667 h 626109"/>
                <a:gd name="connsiteX386" fmla="*/ 407039 w 591813"/>
                <a:gd name="connsiteY386" fmla="*/ 447947 h 626109"/>
                <a:gd name="connsiteX387" fmla="*/ 407444 w 591813"/>
                <a:gd name="connsiteY387" fmla="*/ 447228 h 626109"/>
                <a:gd name="connsiteX388" fmla="*/ 407826 w 591813"/>
                <a:gd name="connsiteY388" fmla="*/ 446508 h 626109"/>
                <a:gd name="connsiteX389" fmla="*/ 408230 w 591813"/>
                <a:gd name="connsiteY389" fmla="*/ 445788 h 626109"/>
                <a:gd name="connsiteX390" fmla="*/ 408613 w 591813"/>
                <a:gd name="connsiteY390" fmla="*/ 445069 h 626109"/>
                <a:gd name="connsiteX391" fmla="*/ 409018 w 591813"/>
                <a:gd name="connsiteY391" fmla="*/ 444349 h 626109"/>
                <a:gd name="connsiteX392" fmla="*/ 409400 w 591813"/>
                <a:gd name="connsiteY392" fmla="*/ 443652 h 626109"/>
                <a:gd name="connsiteX393" fmla="*/ 409805 w 591813"/>
                <a:gd name="connsiteY393" fmla="*/ 442932 h 626109"/>
                <a:gd name="connsiteX394" fmla="*/ 410187 w 591813"/>
                <a:gd name="connsiteY394" fmla="*/ 442213 h 626109"/>
                <a:gd name="connsiteX395" fmla="*/ 410592 w 591813"/>
                <a:gd name="connsiteY395" fmla="*/ 441493 h 626109"/>
                <a:gd name="connsiteX396" fmla="*/ 410997 w 591813"/>
                <a:gd name="connsiteY396" fmla="*/ 440773 h 626109"/>
                <a:gd name="connsiteX397" fmla="*/ 411379 w 591813"/>
                <a:gd name="connsiteY397" fmla="*/ 440076 h 626109"/>
                <a:gd name="connsiteX398" fmla="*/ 411784 w 591813"/>
                <a:gd name="connsiteY398" fmla="*/ 439356 h 626109"/>
                <a:gd name="connsiteX399" fmla="*/ 412166 w 591813"/>
                <a:gd name="connsiteY399" fmla="*/ 438637 h 626109"/>
                <a:gd name="connsiteX400" fmla="*/ 412571 w 591813"/>
                <a:gd name="connsiteY400" fmla="*/ 437940 h 626109"/>
                <a:gd name="connsiteX401" fmla="*/ 412953 w 591813"/>
                <a:gd name="connsiteY401" fmla="*/ 437220 h 626109"/>
                <a:gd name="connsiteX402" fmla="*/ 413358 w 591813"/>
                <a:gd name="connsiteY402" fmla="*/ 436523 h 626109"/>
                <a:gd name="connsiteX403" fmla="*/ 413741 w 591813"/>
                <a:gd name="connsiteY403" fmla="*/ 435826 h 626109"/>
                <a:gd name="connsiteX404" fmla="*/ 414145 w 591813"/>
                <a:gd name="connsiteY404" fmla="*/ 435106 h 626109"/>
                <a:gd name="connsiteX405" fmla="*/ 414550 w 591813"/>
                <a:gd name="connsiteY405" fmla="*/ 434409 h 626109"/>
                <a:gd name="connsiteX406" fmla="*/ 414933 w 591813"/>
                <a:gd name="connsiteY406" fmla="*/ 433712 h 626109"/>
                <a:gd name="connsiteX407" fmla="*/ 415337 w 591813"/>
                <a:gd name="connsiteY407" fmla="*/ 433014 h 626109"/>
                <a:gd name="connsiteX408" fmla="*/ 415720 w 591813"/>
                <a:gd name="connsiteY408" fmla="*/ 432317 h 626109"/>
                <a:gd name="connsiteX409" fmla="*/ 416124 w 591813"/>
                <a:gd name="connsiteY409" fmla="*/ 431620 h 626109"/>
                <a:gd name="connsiteX410" fmla="*/ 416507 w 591813"/>
                <a:gd name="connsiteY410" fmla="*/ 430923 h 626109"/>
                <a:gd name="connsiteX411" fmla="*/ 416912 w 591813"/>
                <a:gd name="connsiteY411" fmla="*/ 430226 h 626109"/>
                <a:gd name="connsiteX412" fmla="*/ 417316 w 591813"/>
                <a:gd name="connsiteY412" fmla="*/ 429529 h 626109"/>
                <a:gd name="connsiteX413" fmla="*/ 417699 w 591813"/>
                <a:gd name="connsiteY413" fmla="*/ 428831 h 626109"/>
                <a:gd name="connsiteX414" fmla="*/ 418104 w 591813"/>
                <a:gd name="connsiteY414" fmla="*/ 428134 h 626109"/>
                <a:gd name="connsiteX415" fmla="*/ 418486 w 591813"/>
                <a:gd name="connsiteY415" fmla="*/ 427437 h 626109"/>
                <a:gd name="connsiteX416" fmla="*/ 418890 w 591813"/>
                <a:gd name="connsiteY416" fmla="*/ 426740 h 626109"/>
                <a:gd name="connsiteX417" fmla="*/ 419273 w 591813"/>
                <a:gd name="connsiteY417" fmla="*/ 426043 h 626109"/>
                <a:gd name="connsiteX418" fmla="*/ 419678 w 591813"/>
                <a:gd name="connsiteY418" fmla="*/ 425345 h 626109"/>
                <a:gd name="connsiteX419" fmla="*/ 420060 w 591813"/>
                <a:gd name="connsiteY419" fmla="*/ 424648 h 626109"/>
                <a:gd name="connsiteX420" fmla="*/ 420465 w 591813"/>
                <a:gd name="connsiteY420" fmla="*/ 423951 h 626109"/>
                <a:gd name="connsiteX421" fmla="*/ 420870 w 591813"/>
                <a:gd name="connsiteY421" fmla="*/ 423254 h 626109"/>
                <a:gd name="connsiteX422" fmla="*/ 421252 w 591813"/>
                <a:gd name="connsiteY422" fmla="*/ 422557 h 626109"/>
                <a:gd name="connsiteX423" fmla="*/ 421657 w 591813"/>
                <a:gd name="connsiteY423" fmla="*/ 421860 h 626109"/>
                <a:gd name="connsiteX424" fmla="*/ 422039 w 591813"/>
                <a:gd name="connsiteY424" fmla="*/ 421162 h 626109"/>
                <a:gd name="connsiteX425" fmla="*/ 422444 w 591813"/>
                <a:gd name="connsiteY425" fmla="*/ 420465 h 626109"/>
                <a:gd name="connsiteX426" fmla="*/ 422826 w 591813"/>
                <a:gd name="connsiteY426" fmla="*/ 419768 h 626109"/>
                <a:gd name="connsiteX427" fmla="*/ 423231 w 591813"/>
                <a:gd name="connsiteY427" fmla="*/ 419048 h 626109"/>
                <a:gd name="connsiteX428" fmla="*/ 423613 w 591813"/>
                <a:gd name="connsiteY428" fmla="*/ 418351 h 626109"/>
                <a:gd name="connsiteX429" fmla="*/ 424018 w 591813"/>
                <a:gd name="connsiteY429" fmla="*/ 417654 h 626109"/>
                <a:gd name="connsiteX430" fmla="*/ 424423 w 591813"/>
                <a:gd name="connsiteY430" fmla="*/ 416934 h 626109"/>
                <a:gd name="connsiteX431" fmla="*/ 424806 w 591813"/>
                <a:gd name="connsiteY431" fmla="*/ 416237 h 626109"/>
                <a:gd name="connsiteX432" fmla="*/ 425210 w 591813"/>
                <a:gd name="connsiteY432" fmla="*/ 415540 h 626109"/>
                <a:gd name="connsiteX433" fmla="*/ 425593 w 591813"/>
                <a:gd name="connsiteY433" fmla="*/ 414820 h 626109"/>
                <a:gd name="connsiteX434" fmla="*/ 425998 w 591813"/>
                <a:gd name="connsiteY434" fmla="*/ 414123 h 626109"/>
                <a:gd name="connsiteX435" fmla="*/ 426380 w 591813"/>
                <a:gd name="connsiteY435" fmla="*/ 413403 h 626109"/>
                <a:gd name="connsiteX436" fmla="*/ 426784 w 591813"/>
                <a:gd name="connsiteY436" fmla="*/ 412706 h 626109"/>
                <a:gd name="connsiteX437" fmla="*/ 427167 w 591813"/>
                <a:gd name="connsiteY437" fmla="*/ 411987 h 626109"/>
                <a:gd name="connsiteX438" fmla="*/ 427572 w 591813"/>
                <a:gd name="connsiteY438" fmla="*/ 411289 h 626109"/>
                <a:gd name="connsiteX439" fmla="*/ 427976 w 591813"/>
                <a:gd name="connsiteY439" fmla="*/ 410592 h 626109"/>
                <a:gd name="connsiteX440" fmla="*/ 428359 w 591813"/>
                <a:gd name="connsiteY440" fmla="*/ 409873 h 626109"/>
                <a:gd name="connsiteX441" fmla="*/ 428764 w 591813"/>
                <a:gd name="connsiteY441" fmla="*/ 409175 h 626109"/>
                <a:gd name="connsiteX442" fmla="*/ 429146 w 591813"/>
                <a:gd name="connsiteY442" fmla="*/ 408478 h 626109"/>
                <a:gd name="connsiteX443" fmla="*/ 429551 w 591813"/>
                <a:gd name="connsiteY443" fmla="*/ 407781 h 626109"/>
                <a:gd name="connsiteX444" fmla="*/ 429933 w 591813"/>
                <a:gd name="connsiteY444" fmla="*/ 407061 h 626109"/>
                <a:gd name="connsiteX445" fmla="*/ 430338 w 591813"/>
                <a:gd name="connsiteY445" fmla="*/ 406364 h 626109"/>
                <a:gd name="connsiteX446" fmla="*/ 430720 w 591813"/>
                <a:gd name="connsiteY446" fmla="*/ 405667 h 626109"/>
                <a:gd name="connsiteX447" fmla="*/ 431125 w 591813"/>
                <a:gd name="connsiteY447" fmla="*/ 404947 h 626109"/>
                <a:gd name="connsiteX448" fmla="*/ 431530 w 591813"/>
                <a:gd name="connsiteY448" fmla="*/ 404250 h 626109"/>
                <a:gd name="connsiteX449" fmla="*/ 431912 w 591813"/>
                <a:gd name="connsiteY449" fmla="*/ 403553 h 626109"/>
                <a:gd name="connsiteX450" fmla="*/ 432317 w 591813"/>
                <a:gd name="connsiteY450" fmla="*/ 402856 h 626109"/>
                <a:gd name="connsiteX451" fmla="*/ 432699 w 591813"/>
                <a:gd name="connsiteY451" fmla="*/ 402136 h 626109"/>
                <a:gd name="connsiteX452" fmla="*/ 433104 w 591813"/>
                <a:gd name="connsiteY452" fmla="*/ 401439 h 626109"/>
                <a:gd name="connsiteX453" fmla="*/ 433487 w 591813"/>
                <a:gd name="connsiteY453" fmla="*/ 400742 h 626109"/>
                <a:gd name="connsiteX454" fmla="*/ 433891 w 591813"/>
                <a:gd name="connsiteY454" fmla="*/ 400022 h 626109"/>
                <a:gd name="connsiteX455" fmla="*/ 434296 w 591813"/>
                <a:gd name="connsiteY455" fmla="*/ 399325 h 626109"/>
                <a:gd name="connsiteX456" fmla="*/ 434678 w 591813"/>
                <a:gd name="connsiteY456" fmla="*/ 398628 h 626109"/>
                <a:gd name="connsiteX457" fmla="*/ 435083 w 591813"/>
                <a:gd name="connsiteY457" fmla="*/ 397931 h 626109"/>
                <a:gd name="connsiteX458" fmla="*/ 435466 w 591813"/>
                <a:gd name="connsiteY458" fmla="*/ 397211 h 626109"/>
                <a:gd name="connsiteX459" fmla="*/ 435870 w 591813"/>
                <a:gd name="connsiteY459" fmla="*/ 396514 h 626109"/>
                <a:gd name="connsiteX460" fmla="*/ 436253 w 591813"/>
                <a:gd name="connsiteY460" fmla="*/ 395817 h 626109"/>
                <a:gd name="connsiteX461" fmla="*/ 436658 w 591813"/>
                <a:gd name="connsiteY461" fmla="*/ 395119 h 626109"/>
                <a:gd name="connsiteX462" fmla="*/ 437040 w 591813"/>
                <a:gd name="connsiteY462" fmla="*/ 394422 h 626109"/>
                <a:gd name="connsiteX463" fmla="*/ 437444 w 591813"/>
                <a:gd name="connsiteY463" fmla="*/ 393748 h 626109"/>
                <a:gd name="connsiteX464" fmla="*/ 437850 w 591813"/>
                <a:gd name="connsiteY464" fmla="*/ 393050 h 626109"/>
                <a:gd name="connsiteX465" fmla="*/ 438232 w 591813"/>
                <a:gd name="connsiteY465" fmla="*/ 392376 h 626109"/>
                <a:gd name="connsiteX466" fmla="*/ 438636 w 591813"/>
                <a:gd name="connsiteY466" fmla="*/ 391701 h 626109"/>
                <a:gd name="connsiteX467" fmla="*/ 439019 w 591813"/>
                <a:gd name="connsiteY467" fmla="*/ 391004 h 626109"/>
                <a:gd name="connsiteX468" fmla="*/ 439424 w 591813"/>
                <a:gd name="connsiteY468" fmla="*/ 390329 h 626109"/>
                <a:gd name="connsiteX469" fmla="*/ 439806 w 591813"/>
                <a:gd name="connsiteY469" fmla="*/ 389677 h 626109"/>
                <a:gd name="connsiteX470" fmla="*/ 440211 w 591813"/>
                <a:gd name="connsiteY470" fmla="*/ 389002 h 626109"/>
                <a:gd name="connsiteX471" fmla="*/ 440593 w 591813"/>
                <a:gd name="connsiteY471" fmla="*/ 388328 h 626109"/>
                <a:gd name="connsiteX472" fmla="*/ 440998 w 591813"/>
                <a:gd name="connsiteY472" fmla="*/ 387675 h 626109"/>
                <a:gd name="connsiteX473" fmla="*/ 441403 w 591813"/>
                <a:gd name="connsiteY473" fmla="*/ 387023 h 626109"/>
                <a:gd name="connsiteX474" fmla="*/ 441785 w 591813"/>
                <a:gd name="connsiteY474" fmla="*/ 386349 h 626109"/>
                <a:gd name="connsiteX475" fmla="*/ 442190 w 591813"/>
                <a:gd name="connsiteY475" fmla="*/ 385696 h 626109"/>
                <a:gd name="connsiteX476" fmla="*/ 442572 w 591813"/>
                <a:gd name="connsiteY476" fmla="*/ 385044 h 626109"/>
                <a:gd name="connsiteX477" fmla="*/ 442977 w 591813"/>
                <a:gd name="connsiteY477" fmla="*/ 384414 h 626109"/>
                <a:gd name="connsiteX478" fmla="*/ 443359 w 591813"/>
                <a:gd name="connsiteY478" fmla="*/ 383762 h 626109"/>
                <a:gd name="connsiteX479" fmla="*/ 443764 w 591813"/>
                <a:gd name="connsiteY479" fmla="*/ 383110 h 626109"/>
                <a:gd name="connsiteX480" fmla="*/ 444147 w 591813"/>
                <a:gd name="connsiteY480" fmla="*/ 382480 h 626109"/>
                <a:gd name="connsiteX481" fmla="*/ 444551 w 591813"/>
                <a:gd name="connsiteY481" fmla="*/ 381828 h 626109"/>
                <a:gd name="connsiteX482" fmla="*/ 444956 w 591813"/>
                <a:gd name="connsiteY482" fmla="*/ 381198 h 626109"/>
                <a:gd name="connsiteX483" fmla="*/ 445338 w 591813"/>
                <a:gd name="connsiteY483" fmla="*/ 380546 h 626109"/>
                <a:gd name="connsiteX484" fmla="*/ 445743 w 591813"/>
                <a:gd name="connsiteY484" fmla="*/ 379916 h 626109"/>
                <a:gd name="connsiteX485" fmla="*/ 446126 w 591813"/>
                <a:gd name="connsiteY485" fmla="*/ 379287 h 626109"/>
                <a:gd name="connsiteX486" fmla="*/ 446530 w 591813"/>
                <a:gd name="connsiteY486" fmla="*/ 378657 h 626109"/>
                <a:gd name="connsiteX487" fmla="*/ 446913 w 591813"/>
                <a:gd name="connsiteY487" fmla="*/ 378027 h 626109"/>
                <a:gd name="connsiteX488" fmla="*/ 447318 w 591813"/>
                <a:gd name="connsiteY488" fmla="*/ 377398 h 626109"/>
                <a:gd name="connsiteX489" fmla="*/ 447722 w 591813"/>
                <a:gd name="connsiteY489" fmla="*/ 376768 h 626109"/>
                <a:gd name="connsiteX490" fmla="*/ 448105 w 591813"/>
                <a:gd name="connsiteY490" fmla="*/ 376138 h 626109"/>
                <a:gd name="connsiteX491" fmla="*/ 448510 w 591813"/>
                <a:gd name="connsiteY491" fmla="*/ 375531 h 626109"/>
                <a:gd name="connsiteX492" fmla="*/ 448892 w 591813"/>
                <a:gd name="connsiteY492" fmla="*/ 374901 h 626109"/>
                <a:gd name="connsiteX493" fmla="*/ 449296 w 591813"/>
                <a:gd name="connsiteY493" fmla="*/ 374294 h 626109"/>
                <a:gd name="connsiteX494" fmla="*/ 449679 w 591813"/>
                <a:gd name="connsiteY494" fmla="*/ 373664 h 626109"/>
                <a:gd name="connsiteX495" fmla="*/ 450084 w 591813"/>
                <a:gd name="connsiteY495" fmla="*/ 373057 h 626109"/>
                <a:gd name="connsiteX496" fmla="*/ 450466 w 591813"/>
                <a:gd name="connsiteY496" fmla="*/ 372450 h 626109"/>
                <a:gd name="connsiteX497" fmla="*/ 450871 w 591813"/>
                <a:gd name="connsiteY497" fmla="*/ 371843 h 626109"/>
                <a:gd name="connsiteX498" fmla="*/ 451276 w 591813"/>
                <a:gd name="connsiteY498" fmla="*/ 371236 h 626109"/>
                <a:gd name="connsiteX499" fmla="*/ 451658 w 591813"/>
                <a:gd name="connsiteY499" fmla="*/ 370628 h 626109"/>
                <a:gd name="connsiteX500" fmla="*/ 452063 w 591813"/>
                <a:gd name="connsiteY500" fmla="*/ 370021 h 626109"/>
                <a:gd name="connsiteX501" fmla="*/ 452445 w 591813"/>
                <a:gd name="connsiteY501" fmla="*/ 369414 h 626109"/>
                <a:gd name="connsiteX502" fmla="*/ 452850 w 591813"/>
                <a:gd name="connsiteY502" fmla="*/ 368784 h 626109"/>
                <a:gd name="connsiteX503" fmla="*/ 453232 w 591813"/>
                <a:gd name="connsiteY503" fmla="*/ 368177 h 626109"/>
                <a:gd name="connsiteX504" fmla="*/ 453637 w 591813"/>
                <a:gd name="connsiteY504" fmla="*/ 367570 h 626109"/>
                <a:gd name="connsiteX505" fmla="*/ 454019 w 591813"/>
                <a:gd name="connsiteY505" fmla="*/ 366962 h 626109"/>
                <a:gd name="connsiteX506" fmla="*/ 454424 w 591813"/>
                <a:gd name="connsiteY506" fmla="*/ 366355 h 626109"/>
                <a:gd name="connsiteX507" fmla="*/ 454829 w 591813"/>
                <a:gd name="connsiteY507" fmla="*/ 365748 h 626109"/>
                <a:gd name="connsiteX508" fmla="*/ 455211 w 591813"/>
                <a:gd name="connsiteY508" fmla="*/ 365141 h 626109"/>
                <a:gd name="connsiteX509" fmla="*/ 455616 w 591813"/>
                <a:gd name="connsiteY509" fmla="*/ 364534 h 626109"/>
                <a:gd name="connsiteX510" fmla="*/ 455998 w 591813"/>
                <a:gd name="connsiteY510" fmla="*/ 363926 h 626109"/>
                <a:gd name="connsiteX511" fmla="*/ 456403 w 591813"/>
                <a:gd name="connsiteY511" fmla="*/ 363342 h 626109"/>
                <a:gd name="connsiteX512" fmla="*/ 456786 w 591813"/>
                <a:gd name="connsiteY512" fmla="*/ 362734 h 626109"/>
                <a:gd name="connsiteX513" fmla="*/ 457190 w 591813"/>
                <a:gd name="connsiteY513" fmla="*/ 362127 h 626109"/>
                <a:gd name="connsiteX514" fmla="*/ 457573 w 591813"/>
                <a:gd name="connsiteY514" fmla="*/ 361543 h 626109"/>
                <a:gd name="connsiteX515" fmla="*/ 457978 w 591813"/>
                <a:gd name="connsiteY515" fmla="*/ 360935 h 626109"/>
                <a:gd name="connsiteX516" fmla="*/ 458382 w 591813"/>
                <a:gd name="connsiteY516" fmla="*/ 360328 h 626109"/>
                <a:gd name="connsiteX517" fmla="*/ 458765 w 591813"/>
                <a:gd name="connsiteY517" fmla="*/ 359743 h 626109"/>
                <a:gd name="connsiteX518" fmla="*/ 459170 w 591813"/>
                <a:gd name="connsiteY518" fmla="*/ 359136 h 626109"/>
                <a:gd name="connsiteX519" fmla="*/ 459552 w 591813"/>
                <a:gd name="connsiteY519" fmla="*/ 358551 h 626109"/>
                <a:gd name="connsiteX520" fmla="*/ 459956 w 591813"/>
                <a:gd name="connsiteY520" fmla="*/ 357967 h 626109"/>
                <a:gd name="connsiteX521" fmla="*/ 460339 w 591813"/>
                <a:gd name="connsiteY521" fmla="*/ 357359 h 626109"/>
                <a:gd name="connsiteX522" fmla="*/ 460744 w 591813"/>
                <a:gd name="connsiteY522" fmla="*/ 356775 h 626109"/>
                <a:gd name="connsiteX523" fmla="*/ 461126 w 591813"/>
                <a:gd name="connsiteY523" fmla="*/ 356190 h 626109"/>
                <a:gd name="connsiteX524" fmla="*/ 461531 w 591813"/>
                <a:gd name="connsiteY524" fmla="*/ 355605 h 626109"/>
                <a:gd name="connsiteX525" fmla="*/ 461936 w 591813"/>
                <a:gd name="connsiteY525" fmla="*/ 355021 h 626109"/>
                <a:gd name="connsiteX526" fmla="*/ 462318 w 591813"/>
                <a:gd name="connsiteY526" fmla="*/ 354413 h 626109"/>
                <a:gd name="connsiteX527" fmla="*/ 462723 w 591813"/>
                <a:gd name="connsiteY527" fmla="*/ 353829 h 626109"/>
                <a:gd name="connsiteX528" fmla="*/ 463105 w 591813"/>
                <a:gd name="connsiteY528" fmla="*/ 353244 h 626109"/>
                <a:gd name="connsiteX529" fmla="*/ 463510 w 591813"/>
                <a:gd name="connsiteY529" fmla="*/ 352659 h 626109"/>
                <a:gd name="connsiteX530" fmla="*/ 463892 w 591813"/>
                <a:gd name="connsiteY530" fmla="*/ 352074 h 626109"/>
                <a:gd name="connsiteX531" fmla="*/ 464297 w 591813"/>
                <a:gd name="connsiteY531" fmla="*/ 351490 h 626109"/>
                <a:gd name="connsiteX532" fmla="*/ 464702 w 591813"/>
                <a:gd name="connsiteY532" fmla="*/ 350905 h 626109"/>
                <a:gd name="connsiteX533" fmla="*/ 465084 w 591813"/>
                <a:gd name="connsiteY533" fmla="*/ 350320 h 626109"/>
                <a:gd name="connsiteX534" fmla="*/ 465489 w 591813"/>
                <a:gd name="connsiteY534" fmla="*/ 349735 h 626109"/>
                <a:gd name="connsiteX535" fmla="*/ 465872 w 591813"/>
                <a:gd name="connsiteY535" fmla="*/ 349151 h 626109"/>
                <a:gd name="connsiteX536" fmla="*/ 466276 w 591813"/>
                <a:gd name="connsiteY536" fmla="*/ 348566 h 626109"/>
                <a:gd name="connsiteX537" fmla="*/ 466659 w 591813"/>
                <a:gd name="connsiteY537" fmla="*/ 348004 h 626109"/>
                <a:gd name="connsiteX538" fmla="*/ 467064 w 591813"/>
                <a:gd name="connsiteY538" fmla="*/ 347419 h 626109"/>
                <a:gd name="connsiteX539" fmla="*/ 467446 w 591813"/>
                <a:gd name="connsiteY539" fmla="*/ 346857 h 626109"/>
                <a:gd name="connsiteX540" fmla="*/ 467850 w 591813"/>
                <a:gd name="connsiteY540" fmla="*/ 346272 h 626109"/>
                <a:gd name="connsiteX541" fmla="*/ 468256 w 591813"/>
                <a:gd name="connsiteY541" fmla="*/ 345710 h 626109"/>
                <a:gd name="connsiteX542" fmla="*/ 468638 w 591813"/>
                <a:gd name="connsiteY542" fmla="*/ 345125 h 626109"/>
                <a:gd name="connsiteX543" fmla="*/ 469042 w 591813"/>
                <a:gd name="connsiteY543" fmla="*/ 344563 h 626109"/>
                <a:gd name="connsiteX544" fmla="*/ 469425 w 591813"/>
                <a:gd name="connsiteY544" fmla="*/ 344001 h 626109"/>
                <a:gd name="connsiteX545" fmla="*/ 469830 w 591813"/>
                <a:gd name="connsiteY545" fmla="*/ 343438 h 626109"/>
                <a:gd name="connsiteX546" fmla="*/ 470212 w 591813"/>
                <a:gd name="connsiteY546" fmla="*/ 342876 h 626109"/>
                <a:gd name="connsiteX547" fmla="*/ 470617 w 591813"/>
                <a:gd name="connsiteY547" fmla="*/ 342314 h 626109"/>
                <a:gd name="connsiteX548" fmla="*/ 470999 w 591813"/>
                <a:gd name="connsiteY548" fmla="*/ 341774 h 626109"/>
                <a:gd name="connsiteX549" fmla="*/ 471404 w 591813"/>
                <a:gd name="connsiteY549" fmla="*/ 341212 h 626109"/>
                <a:gd name="connsiteX550" fmla="*/ 471809 w 591813"/>
                <a:gd name="connsiteY550" fmla="*/ 340650 h 626109"/>
                <a:gd name="connsiteX551" fmla="*/ 472191 w 591813"/>
                <a:gd name="connsiteY551" fmla="*/ 340110 h 626109"/>
                <a:gd name="connsiteX552" fmla="*/ 472596 w 591813"/>
                <a:gd name="connsiteY552" fmla="*/ 339548 h 626109"/>
                <a:gd name="connsiteX553" fmla="*/ 472978 w 591813"/>
                <a:gd name="connsiteY553" fmla="*/ 338985 h 626109"/>
                <a:gd name="connsiteX554" fmla="*/ 473383 w 591813"/>
                <a:gd name="connsiteY554" fmla="*/ 338446 h 626109"/>
                <a:gd name="connsiteX555" fmla="*/ 473765 w 591813"/>
                <a:gd name="connsiteY555" fmla="*/ 337883 h 626109"/>
                <a:gd name="connsiteX556" fmla="*/ 474170 w 591813"/>
                <a:gd name="connsiteY556" fmla="*/ 337344 h 626109"/>
                <a:gd name="connsiteX557" fmla="*/ 474552 w 591813"/>
                <a:gd name="connsiteY557" fmla="*/ 336804 h 626109"/>
                <a:gd name="connsiteX558" fmla="*/ 474957 w 591813"/>
                <a:gd name="connsiteY558" fmla="*/ 336264 h 626109"/>
                <a:gd name="connsiteX559" fmla="*/ 475362 w 591813"/>
                <a:gd name="connsiteY559" fmla="*/ 335702 h 626109"/>
                <a:gd name="connsiteX560" fmla="*/ 475744 w 591813"/>
                <a:gd name="connsiteY560" fmla="*/ 335162 h 626109"/>
                <a:gd name="connsiteX561" fmla="*/ 476149 w 591813"/>
                <a:gd name="connsiteY561" fmla="*/ 334645 h 626109"/>
                <a:gd name="connsiteX562" fmla="*/ 476532 w 591813"/>
                <a:gd name="connsiteY562" fmla="*/ 334105 h 626109"/>
                <a:gd name="connsiteX563" fmla="*/ 476936 w 591813"/>
                <a:gd name="connsiteY563" fmla="*/ 333565 h 626109"/>
                <a:gd name="connsiteX564" fmla="*/ 477319 w 591813"/>
                <a:gd name="connsiteY564" fmla="*/ 333026 h 626109"/>
                <a:gd name="connsiteX565" fmla="*/ 477724 w 591813"/>
                <a:gd name="connsiteY565" fmla="*/ 332508 h 626109"/>
                <a:gd name="connsiteX566" fmla="*/ 478128 w 591813"/>
                <a:gd name="connsiteY566" fmla="*/ 331969 h 626109"/>
                <a:gd name="connsiteX567" fmla="*/ 478510 w 591813"/>
                <a:gd name="connsiteY567" fmla="*/ 331451 h 626109"/>
                <a:gd name="connsiteX568" fmla="*/ 478916 w 591813"/>
                <a:gd name="connsiteY568" fmla="*/ 330934 h 626109"/>
                <a:gd name="connsiteX569" fmla="*/ 479298 w 591813"/>
                <a:gd name="connsiteY569" fmla="*/ 330417 h 626109"/>
                <a:gd name="connsiteX570" fmla="*/ 479702 w 591813"/>
                <a:gd name="connsiteY570" fmla="*/ 329900 h 626109"/>
                <a:gd name="connsiteX571" fmla="*/ 480085 w 591813"/>
                <a:gd name="connsiteY571" fmla="*/ 329382 h 626109"/>
                <a:gd name="connsiteX572" fmla="*/ 480490 w 591813"/>
                <a:gd name="connsiteY572" fmla="*/ 328865 h 626109"/>
                <a:gd name="connsiteX573" fmla="*/ 480872 w 591813"/>
                <a:gd name="connsiteY573" fmla="*/ 328348 h 626109"/>
                <a:gd name="connsiteX574" fmla="*/ 481277 w 591813"/>
                <a:gd name="connsiteY574" fmla="*/ 327831 h 626109"/>
                <a:gd name="connsiteX575" fmla="*/ 481682 w 591813"/>
                <a:gd name="connsiteY575" fmla="*/ 327313 h 626109"/>
                <a:gd name="connsiteX576" fmla="*/ 482064 w 591813"/>
                <a:gd name="connsiteY576" fmla="*/ 326774 h 626109"/>
                <a:gd name="connsiteX577" fmla="*/ 482469 w 591813"/>
                <a:gd name="connsiteY577" fmla="*/ 326256 h 626109"/>
                <a:gd name="connsiteX578" fmla="*/ 482851 w 591813"/>
                <a:gd name="connsiteY578" fmla="*/ 325739 h 626109"/>
                <a:gd name="connsiteX579" fmla="*/ 483256 w 591813"/>
                <a:gd name="connsiteY579" fmla="*/ 325222 h 626109"/>
                <a:gd name="connsiteX580" fmla="*/ 483638 w 591813"/>
                <a:gd name="connsiteY580" fmla="*/ 324705 h 626109"/>
                <a:gd name="connsiteX581" fmla="*/ 484043 w 591813"/>
                <a:gd name="connsiteY581" fmla="*/ 324187 h 626109"/>
                <a:gd name="connsiteX582" fmla="*/ 484425 w 591813"/>
                <a:gd name="connsiteY582" fmla="*/ 323670 h 626109"/>
                <a:gd name="connsiteX583" fmla="*/ 484830 w 591813"/>
                <a:gd name="connsiteY583" fmla="*/ 323153 h 626109"/>
                <a:gd name="connsiteX584" fmla="*/ 485235 w 591813"/>
                <a:gd name="connsiteY584" fmla="*/ 322636 h 626109"/>
                <a:gd name="connsiteX585" fmla="*/ 485617 w 591813"/>
                <a:gd name="connsiteY585" fmla="*/ 322118 h 626109"/>
                <a:gd name="connsiteX586" fmla="*/ 486022 w 591813"/>
                <a:gd name="connsiteY586" fmla="*/ 321601 h 626109"/>
                <a:gd name="connsiteX587" fmla="*/ 486404 w 591813"/>
                <a:gd name="connsiteY587" fmla="*/ 321084 h 626109"/>
                <a:gd name="connsiteX588" fmla="*/ 486809 w 591813"/>
                <a:gd name="connsiteY588" fmla="*/ 320566 h 626109"/>
                <a:gd name="connsiteX589" fmla="*/ 487192 w 591813"/>
                <a:gd name="connsiteY589" fmla="*/ 320049 h 626109"/>
                <a:gd name="connsiteX590" fmla="*/ 487596 w 591813"/>
                <a:gd name="connsiteY590" fmla="*/ 319532 h 626109"/>
                <a:gd name="connsiteX591" fmla="*/ 487979 w 591813"/>
                <a:gd name="connsiteY591" fmla="*/ 319015 h 626109"/>
                <a:gd name="connsiteX592" fmla="*/ 488384 w 591813"/>
                <a:gd name="connsiteY592" fmla="*/ 318497 h 626109"/>
                <a:gd name="connsiteX593" fmla="*/ 488788 w 591813"/>
                <a:gd name="connsiteY593" fmla="*/ 317980 h 626109"/>
                <a:gd name="connsiteX594" fmla="*/ 489170 w 591813"/>
                <a:gd name="connsiteY594" fmla="*/ 317463 h 626109"/>
                <a:gd name="connsiteX595" fmla="*/ 489576 w 591813"/>
                <a:gd name="connsiteY595" fmla="*/ 316946 h 626109"/>
                <a:gd name="connsiteX596" fmla="*/ 489958 w 591813"/>
                <a:gd name="connsiteY596" fmla="*/ 316428 h 626109"/>
                <a:gd name="connsiteX597" fmla="*/ 490362 w 591813"/>
                <a:gd name="connsiteY597" fmla="*/ 315911 h 626109"/>
                <a:gd name="connsiteX598" fmla="*/ 490745 w 591813"/>
                <a:gd name="connsiteY598" fmla="*/ 315394 h 626109"/>
                <a:gd name="connsiteX599" fmla="*/ 491150 w 591813"/>
                <a:gd name="connsiteY599" fmla="*/ 314877 h 626109"/>
                <a:gd name="connsiteX600" fmla="*/ 491532 w 591813"/>
                <a:gd name="connsiteY600" fmla="*/ 314359 h 626109"/>
                <a:gd name="connsiteX601" fmla="*/ 491937 w 591813"/>
                <a:gd name="connsiteY601" fmla="*/ 313842 h 626109"/>
                <a:gd name="connsiteX602" fmla="*/ 492342 w 591813"/>
                <a:gd name="connsiteY602" fmla="*/ 313325 h 626109"/>
                <a:gd name="connsiteX603" fmla="*/ 492724 w 591813"/>
                <a:gd name="connsiteY603" fmla="*/ 312808 h 626109"/>
                <a:gd name="connsiteX604" fmla="*/ 493129 w 591813"/>
                <a:gd name="connsiteY604" fmla="*/ 312290 h 626109"/>
                <a:gd name="connsiteX605" fmla="*/ 493511 w 591813"/>
                <a:gd name="connsiteY605" fmla="*/ 311773 h 626109"/>
                <a:gd name="connsiteX606" fmla="*/ 493916 w 591813"/>
                <a:gd name="connsiteY606" fmla="*/ 311256 h 626109"/>
                <a:gd name="connsiteX607" fmla="*/ 494298 w 591813"/>
                <a:gd name="connsiteY607" fmla="*/ 310739 h 626109"/>
                <a:gd name="connsiteX608" fmla="*/ 494703 w 591813"/>
                <a:gd name="connsiteY608" fmla="*/ 310244 h 626109"/>
                <a:gd name="connsiteX609" fmla="*/ 495108 w 591813"/>
                <a:gd name="connsiteY609" fmla="*/ 309726 h 626109"/>
                <a:gd name="connsiteX610" fmla="*/ 495490 w 591813"/>
                <a:gd name="connsiteY610" fmla="*/ 309209 h 626109"/>
                <a:gd name="connsiteX611" fmla="*/ 495895 w 591813"/>
                <a:gd name="connsiteY611" fmla="*/ 308692 h 626109"/>
                <a:gd name="connsiteX612" fmla="*/ 496277 w 591813"/>
                <a:gd name="connsiteY612" fmla="*/ 308175 h 626109"/>
                <a:gd name="connsiteX613" fmla="*/ 496682 w 591813"/>
                <a:gd name="connsiteY613" fmla="*/ 307657 h 626109"/>
                <a:gd name="connsiteX614" fmla="*/ 497064 w 591813"/>
                <a:gd name="connsiteY614" fmla="*/ 307163 h 626109"/>
                <a:gd name="connsiteX615" fmla="*/ 497469 w 591813"/>
                <a:gd name="connsiteY615" fmla="*/ 306645 h 626109"/>
                <a:gd name="connsiteX616" fmla="*/ 497852 w 591813"/>
                <a:gd name="connsiteY616" fmla="*/ 306128 h 626109"/>
                <a:gd name="connsiteX617" fmla="*/ 498256 w 591813"/>
                <a:gd name="connsiteY617" fmla="*/ 305611 h 626109"/>
                <a:gd name="connsiteX618" fmla="*/ 498662 w 591813"/>
                <a:gd name="connsiteY618" fmla="*/ 305116 h 626109"/>
                <a:gd name="connsiteX619" fmla="*/ 499044 w 591813"/>
                <a:gd name="connsiteY619" fmla="*/ 304599 h 626109"/>
                <a:gd name="connsiteX620" fmla="*/ 499448 w 591813"/>
                <a:gd name="connsiteY620" fmla="*/ 304104 h 626109"/>
                <a:gd name="connsiteX621" fmla="*/ 499831 w 591813"/>
                <a:gd name="connsiteY621" fmla="*/ 303587 h 626109"/>
                <a:gd name="connsiteX622" fmla="*/ 500236 w 591813"/>
                <a:gd name="connsiteY622" fmla="*/ 303092 h 626109"/>
                <a:gd name="connsiteX623" fmla="*/ 500618 w 591813"/>
                <a:gd name="connsiteY623" fmla="*/ 302597 h 626109"/>
                <a:gd name="connsiteX624" fmla="*/ 501022 w 591813"/>
                <a:gd name="connsiteY624" fmla="*/ 302080 h 626109"/>
                <a:gd name="connsiteX625" fmla="*/ 501405 w 591813"/>
                <a:gd name="connsiteY625" fmla="*/ 301585 h 626109"/>
                <a:gd name="connsiteX626" fmla="*/ 501810 w 591813"/>
                <a:gd name="connsiteY626" fmla="*/ 301091 h 626109"/>
                <a:gd name="connsiteX627" fmla="*/ 502214 w 591813"/>
                <a:gd name="connsiteY627" fmla="*/ 300596 h 626109"/>
                <a:gd name="connsiteX628" fmla="*/ 502597 w 591813"/>
                <a:gd name="connsiteY628" fmla="*/ 300101 h 626109"/>
                <a:gd name="connsiteX629" fmla="*/ 503002 w 591813"/>
                <a:gd name="connsiteY629" fmla="*/ 299606 h 626109"/>
                <a:gd name="connsiteX630" fmla="*/ 503384 w 591813"/>
                <a:gd name="connsiteY630" fmla="*/ 299134 h 626109"/>
                <a:gd name="connsiteX631" fmla="*/ 503789 w 591813"/>
                <a:gd name="connsiteY631" fmla="*/ 298639 h 626109"/>
                <a:gd name="connsiteX632" fmla="*/ 504171 w 591813"/>
                <a:gd name="connsiteY632" fmla="*/ 298144 h 626109"/>
                <a:gd name="connsiteX633" fmla="*/ 504576 w 591813"/>
                <a:gd name="connsiteY633" fmla="*/ 297650 h 626109"/>
                <a:gd name="connsiteX634" fmla="*/ 504958 w 591813"/>
                <a:gd name="connsiteY634" fmla="*/ 297155 h 626109"/>
                <a:gd name="connsiteX635" fmla="*/ 505363 w 591813"/>
                <a:gd name="connsiteY635" fmla="*/ 296683 h 626109"/>
                <a:gd name="connsiteX636" fmla="*/ 505768 w 591813"/>
                <a:gd name="connsiteY636" fmla="*/ 296188 h 626109"/>
                <a:gd name="connsiteX637" fmla="*/ 506150 w 591813"/>
                <a:gd name="connsiteY637" fmla="*/ 295693 h 626109"/>
                <a:gd name="connsiteX638" fmla="*/ 506555 w 591813"/>
                <a:gd name="connsiteY638" fmla="*/ 295198 h 626109"/>
                <a:gd name="connsiteX639" fmla="*/ 506938 w 591813"/>
                <a:gd name="connsiteY639" fmla="*/ 294703 h 626109"/>
                <a:gd name="connsiteX640" fmla="*/ 507342 w 591813"/>
                <a:gd name="connsiteY640" fmla="*/ 294231 h 626109"/>
                <a:gd name="connsiteX641" fmla="*/ 507724 w 591813"/>
                <a:gd name="connsiteY641" fmla="*/ 293736 h 626109"/>
                <a:gd name="connsiteX642" fmla="*/ 508130 w 591813"/>
                <a:gd name="connsiteY642" fmla="*/ 293242 h 626109"/>
                <a:gd name="connsiteX643" fmla="*/ 508534 w 591813"/>
                <a:gd name="connsiteY643" fmla="*/ 292747 h 626109"/>
                <a:gd name="connsiteX644" fmla="*/ 508916 w 591813"/>
                <a:gd name="connsiteY644" fmla="*/ 292275 h 626109"/>
                <a:gd name="connsiteX645" fmla="*/ 509322 w 591813"/>
                <a:gd name="connsiteY645" fmla="*/ 291780 h 626109"/>
                <a:gd name="connsiteX646" fmla="*/ 509704 w 591813"/>
                <a:gd name="connsiteY646" fmla="*/ 291308 h 626109"/>
                <a:gd name="connsiteX647" fmla="*/ 510108 w 591813"/>
                <a:gd name="connsiteY647" fmla="*/ 290813 h 626109"/>
                <a:gd name="connsiteX648" fmla="*/ 510491 w 591813"/>
                <a:gd name="connsiteY648" fmla="*/ 290340 h 626109"/>
                <a:gd name="connsiteX649" fmla="*/ 510896 w 591813"/>
                <a:gd name="connsiteY649" fmla="*/ 289846 h 626109"/>
                <a:gd name="connsiteX650" fmla="*/ 511278 w 591813"/>
                <a:gd name="connsiteY650" fmla="*/ 289373 h 626109"/>
                <a:gd name="connsiteX651" fmla="*/ 511683 w 591813"/>
                <a:gd name="connsiteY651" fmla="*/ 288901 h 626109"/>
                <a:gd name="connsiteX652" fmla="*/ 512088 w 591813"/>
                <a:gd name="connsiteY652" fmla="*/ 288429 h 626109"/>
                <a:gd name="connsiteX653" fmla="*/ 512470 w 591813"/>
                <a:gd name="connsiteY653" fmla="*/ 287957 h 626109"/>
                <a:gd name="connsiteX654" fmla="*/ 512875 w 591813"/>
                <a:gd name="connsiteY654" fmla="*/ 287484 h 626109"/>
                <a:gd name="connsiteX655" fmla="*/ 513257 w 591813"/>
                <a:gd name="connsiteY655" fmla="*/ 287012 h 626109"/>
                <a:gd name="connsiteX656" fmla="*/ 513662 w 591813"/>
                <a:gd name="connsiteY656" fmla="*/ 286540 h 626109"/>
                <a:gd name="connsiteX657" fmla="*/ 514044 w 591813"/>
                <a:gd name="connsiteY657" fmla="*/ 286067 h 626109"/>
                <a:gd name="connsiteX658" fmla="*/ 514449 w 591813"/>
                <a:gd name="connsiteY658" fmla="*/ 285595 h 626109"/>
                <a:gd name="connsiteX659" fmla="*/ 514831 w 591813"/>
                <a:gd name="connsiteY659" fmla="*/ 285145 h 626109"/>
                <a:gd name="connsiteX660" fmla="*/ 515236 w 591813"/>
                <a:gd name="connsiteY660" fmla="*/ 284673 h 626109"/>
                <a:gd name="connsiteX661" fmla="*/ 515641 w 591813"/>
                <a:gd name="connsiteY661" fmla="*/ 284201 h 626109"/>
                <a:gd name="connsiteX662" fmla="*/ 516023 w 591813"/>
                <a:gd name="connsiteY662" fmla="*/ 283751 h 626109"/>
                <a:gd name="connsiteX663" fmla="*/ 516428 w 591813"/>
                <a:gd name="connsiteY663" fmla="*/ 283301 h 626109"/>
                <a:gd name="connsiteX664" fmla="*/ 516810 w 591813"/>
                <a:gd name="connsiteY664" fmla="*/ 282829 h 626109"/>
                <a:gd name="connsiteX665" fmla="*/ 517215 w 591813"/>
                <a:gd name="connsiteY665" fmla="*/ 282379 h 626109"/>
                <a:gd name="connsiteX666" fmla="*/ 517598 w 591813"/>
                <a:gd name="connsiteY666" fmla="*/ 281929 h 626109"/>
                <a:gd name="connsiteX667" fmla="*/ 518002 w 591813"/>
                <a:gd name="connsiteY667" fmla="*/ 281480 h 626109"/>
                <a:gd name="connsiteX668" fmla="*/ 518385 w 591813"/>
                <a:gd name="connsiteY668" fmla="*/ 281052 h 626109"/>
                <a:gd name="connsiteX669" fmla="*/ 518790 w 591813"/>
                <a:gd name="connsiteY669" fmla="*/ 280602 h 626109"/>
                <a:gd name="connsiteX670" fmla="*/ 519194 w 591813"/>
                <a:gd name="connsiteY670" fmla="*/ 280153 h 626109"/>
                <a:gd name="connsiteX671" fmla="*/ 519576 w 591813"/>
                <a:gd name="connsiteY671" fmla="*/ 279725 h 626109"/>
                <a:gd name="connsiteX672" fmla="*/ 519982 w 591813"/>
                <a:gd name="connsiteY672" fmla="*/ 279276 h 626109"/>
                <a:gd name="connsiteX673" fmla="*/ 520364 w 591813"/>
                <a:gd name="connsiteY673" fmla="*/ 278826 h 626109"/>
                <a:gd name="connsiteX674" fmla="*/ 520768 w 591813"/>
                <a:gd name="connsiteY674" fmla="*/ 278399 h 626109"/>
                <a:gd name="connsiteX675" fmla="*/ 521151 w 591813"/>
                <a:gd name="connsiteY675" fmla="*/ 277949 h 626109"/>
                <a:gd name="connsiteX676" fmla="*/ 521556 w 591813"/>
                <a:gd name="connsiteY676" fmla="*/ 277521 h 626109"/>
                <a:gd name="connsiteX677" fmla="*/ 521938 w 591813"/>
                <a:gd name="connsiteY677" fmla="*/ 277094 h 626109"/>
                <a:gd name="connsiteX678" fmla="*/ 522343 w 591813"/>
                <a:gd name="connsiteY678" fmla="*/ 276644 h 626109"/>
                <a:gd name="connsiteX679" fmla="*/ 522748 w 591813"/>
                <a:gd name="connsiteY679" fmla="*/ 276217 h 626109"/>
                <a:gd name="connsiteX680" fmla="*/ 523107 w 591813"/>
                <a:gd name="connsiteY680" fmla="*/ 275767 h 626109"/>
                <a:gd name="connsiteX681" fmla="*/ 523535 w 591813"/>
                <a:gd name="connsiteY681" fmla="*/ 275340 h 626109"/>
                <a:gd name="connsiteX682" fmla="*/ 523895 w 591813"/>
                <a:gd name="connsiteY682" fmla="*/ 274913 h 626109"/>
                <a:gd name="connsiteX683" fmla="*/ 524299 w 591813"/>
                <a:gd name="connsiteY683" fmla="*/ 274485 h 626109"/>
                <a:gd name="connsiteX684" fmla="*/ 524682 w 591813"/>
                <a:gd name="connsiteY684" fmla="*/ 274058 h 626109"/>
                <a:gd name="connsiteX685" fmla="*/ 525087 w 591813"/>
                <a:gd name="connsiteY685" fmla="*/ 273631 h 626109"/>
                <a:gd name="connsiteX686" fmla="*/ 525491 w 591813"/>
                <a:gd name="connsiteY686" fmla="*/ 273203 h 626109"/>
                <a:gd name="connsiteX687" fmla="*/ 525874 w 591813"/>
                <a:gd name="connsiteY687" fmla="*/ 272799 h 626109"/>
                <a:gd name="connsiteX688" fmla="*/ 526278 w 591813"/>
                <a:gd name="connsiteY688" fmla="*/ 272371 h 626109"/>
                <a:gd name="connsiteX689" fmla="*/ 526661 w 591813"/>
                <a:gd name="connsiteY689" fmla="*/ 271944 h 626109"/>
                <a:gd name="connsiteX690" fmla="*/ 527066 w 591813"/>
                <a:gd name="connsiteY690" fmla="*/ 271539 h 626109"/>
                <a:gd name="connsiteX691" fmla="*/ 527448 w 591813"/>
                <a:gd name="connsiteY691" fmla="*/ 271112 h 626109"/>
                <a:gd name="connsiteX692" fmla="*/ 527853 w 591813"/>
                <a:gd name="connsiteY692" fmla="*/ 270707 h 626109"/>
                <a:gd name="connsiteX693" fmla="*/ 528235 w 591813"/>
                <a:gd name="connsiteY693" fmla="*/ 270280 h 626109"/>
                <a:gd name="connsiteX694" fmla="*/ 528640 w 591813"/>
                <a:gd name="connsiteY694" fmla="*/ 269875 h 626109"/>
                <a:gd name="connsiteX695" fmla="*/ 529045 w 591813"/>
                <a:gd name="connsiteY695" fmla="*/ 269470 h 626109"/>
                <a:gd name="connsiteX696" fmla="*/ 529427 w 591813"/>
                <a:gd name="connsiteY696" fmla="*/ 269065 h 626109"/>
                <a:gd name="connsiteX697" fmla="*/ 529832 w 591813"/>
                <a:gd name="connsiteY697" fmla="*/ 268661 h 626109"/>
                <a:gd name="connsiteX698" fmla="*/ 530214 w 591813"/>
                <a:gd name="connsiteY698" fmla="*/ 268256 h 626109"/>
                <a:gd name="connsiteX699" fmla="*/ 530619 w 591813"/>
                <a:gd name="connsiteY699" fmla="*/ 267851 h 626109"/>
                <a:gd name="connsiteX700" fmla="*/ 531001 w 591813"/>
                <a:gd name="connsiteY700" fmla="*/ 267446 h 626109"/>
                <a:gd name="connsiteX701" fmla="*/ 531406 w 591813"/>
                <a:gd name="connsiteY701" fmla="*/ 267064 h 626109"/>
                <a:gd name="connsiteX702" fmla="*/ 531789 w 591813"/>
                <a:gd name="connsiteY702" fmla="*/ 266659 h 626109"/>
                <a:gd name="connsiteX703" fmla="*/ 532193 w 591813"/>
                <a:gd name="connsiteY703" fmla="*/ 266254 h 626109"/>
                <a:gd name="connsiteX704" fmla="*/ 532598 w 591813"/>
                <a:gd name="connsiteY704" fmla="*/ 265872 h 626109"/>
                <a:gd name="connsiteX705" fmla="*/ 532981 w 591813"/>
                <a:gd name="connsiteY705" fmla="*/ 265489 h 626109"/>
                <a:gd name="connsiteX706" fmla="*/ 533385 w 591813"/>
                <a:gd name="connsiteY706" fmla="*/ 265085 h 626109"/>
                <a:gd name="connsiteX707" fmla="*/ 533767 w 591813"/>
                <a:gd name="connsiteY707" fmla="*/ 264702 h 626109"/>
                <a:gd name="connsiteX708" fmla="*/ 534172 w 591813"/>
                <a:gd name="connsiteY708" fmla="*/ 264320 h 626109"/>
                <a:gd name="connsiteX709" fmla="*/ 534555 w 591813"/>
                <a:gd name="connsiteY709" fmla="*/ 263938 h 626109"/>
                <a:gd name="connsiteX710" fmla="*/ 534959 w 591813"/>
                <a:gd name="connsiteY710" fmla="*/ 263555 h 626109"/>
                <a:gd name="connsiteX711" fmla="*/ 535342 w 591813"/>
                <a:gd name="connsiteY711" fmla="*/ 263173 h 626109"/>
                <a:gd name="connsiteX712" fmla="*/ 535747 w 591813"/>
                <a:gd name="connsiteY712" fmla="*/ 262791 h 626109"/>
                <a:gd name="connsiteX713" fmla="*/ 536151 w 591813"/>
                <a:gd name="connsiteY713" fmla="*/ 262431 h 626109"/>
                <a:gd name="connsiteX714" fmla="*/ 536534 w 591813"/>
                <a:gd name="connsiteY714" fmla="*/ 262049 h 626109"/>
                <a:gd name="connsiteX715" fmla="*/ 536939 w 591813"/>
                <a:gd name="connsiteY715" fmla="*/ 261666 h 626109"/>
                <a:gd name="connsiteX716" fmla="*/ 537321 w 591813"/>
                <a:gd name="connsiteY716" fmla="*/ 261284 h 626109"/>
                <a:gd name="connsiteX717" fmla="*/ 537726 w 591813"/>
                <a:gd name="connsiteY717" fmla="*/ 260924 h 626109"/>
                <a:gd name="connsiteX718" fmla="*/ 538108 w 591813"/>
                <a:gd name="connsiteY718" fmla="*/ 260542 h 626109"/>
                <a:gd name="connsiteX719" fmla="*/ 538513 w 591813"/>
                <a:gd name="connsiteY719" fmla="*/ 260159 h 626109"/>
                <a:gd name="connsiteX720" fmla="*/ 538918 w 591813"/>
                <a:gd name="connsiteY720" fmla="*/ 259800 h 626109"/>
                <a:gd name="connsiteX721" fmla="*/ 539300 w 591813"/>
                <a:gd name="connsiteY721" fmla="*/ 259417 h 626109"/>
                <a:gd name="connsiteX722" fmla="*/ 539705 w 591813"/>
                <a:gd name="connsiteY722" fmla="*/ 259057 h 626109"/>
                <a:gd name="connsiteX723" fmla="*/ 540087 w 591813"/>
                <a:gd name="connsiteY723" fmla="*/ 258675 h 626109"/>
                <a:gd name="connsiteX724" fmla="*/ 540492 w 591813"/>
                <a:gd name="connsiteY724" fmla="*/ 258315 h 626109"/>
                <a:gd name="connsiteX725" fmla="*/ 540875 w 591813"/>
                <a:gd name="connsiteY725" fmla="*/ 257933 h 626109"/>
                <a:gd name="connsiteX726" fmla="*/ 541279 w 591813"/>
                <a:gd name="connsiteY726" fmla="*/ 257573 h 626109"/>
                <a:gd name="connsiteX727" fmla="*/ 541661 w 591813"/>
                <a:gd name="connsiteY727" fmla="*/ 257213 h 626109"/>
                <a:gd name="connsiteX728" fmla="*/ 542066 w 591813"/>
                <a:gd name="connsiteY728" fmla="*/ 256831 h 626109"/>
                <a:gd name="connsiteX729" fmla="*/ 542471 w 591813"/>
                <a:gd name="connsiteY729" fmla="*/ 256471 h 626109"/>
                <a:gd name="connsiteX730" fmla="*/ 542853 w 591813"/>
                <a:gd name="connsiteY730" fmla="*/ 256111 h 626109"/>
                <a:gd name="connsiteX731" fmla="*/ 543258 w 591813"/>
                <a:gd name="connsiteY731" fmla="*/ 255729 h 626109"/>
                <a:gd name="connsiteX732" fmla="*/ 543641 w 591813"/>
                <a:gd name="connsiteY732" fmla="*/ 255369 h 626109"/>
                <a:gd name="connsiteX733" fmla="*/ 544045 w 591813"/>
                <a:gd name="connsiteY733" fmla="*/ 255009 h 626109"/>
                <a:gd name="connsiteX734" fmla="*/ 544427 w 591813"/>
                <a:gd name="connsiteY734" fmla="*/ 254627 h 626109"/>
                <a:gd name="connsiteX735" fmla="*/ 544832 w 591813"/>
                <a:gd name="connsiteY735" fmla="*/ 254267 h 626109"/>
                <a:gd name="connsiteX736" fmla="*/ 545215 w 591813"/>
                <a:gd name="connsiteY736" fmla="*/ 253907 h 626109"/>
                <a:gd name="connsiteX737" fmla="*/ 545620 w 591813"/>
                <a:gd name="connsiteY737" fmla="*/ 253548 h 626109"/>
                <a:gd name="connsiteX738" fmla="*/ 546024 w 591813"/>
                <a:gd name="connsiteY738" fmla="*/ 253188 h 626109"/>
                <a:gd name="connsiteX739" fmla="*/ 546407 w 591813"/>
                <a:gd name="connsiteY739" fmla="*/ 252828 h 626109"/>
                <a:gd name="connsiteX740" fmla="*/ 546812 w 591813"/>
                <a:gd name="connsiteY740" fmla="*/ 252468 h 626109"/>
                <a:gd name="connsiteX741" fmla="*/ 547194 w 591813"/>
                <a:gd name="connsiteY741" fmla="*/ 252108 h 626109"/>
                <a:gd name="connsiteX742" fmla="*/ 547599 w 591813"/>
                <a:gd name="connsiteY742" fmla="*/ 251748 h 626109"/>
                <a:gd name="connsiteX743" fmla="*/ 547981 w 591813"/>
                <a:gd name="connsiteY743" fmla="*/ 251389 h 626109"/>
                <a:gd name="connsiteX744" fmla="*/ 548386 w 591813"/>
                <a:gd name="connsiteY744" fmla="*/ 251051 h 626109"/>
                <a:gd name="connsiteX745" fmla="*/ 548768 w 591813"/>
                <a:gd name="connsiteY745" fmla="*/ 250691 h 626109"/>
                <a:gd name="connsiteX746" fmla="*/ 549173 w 591813"/>
                <a:gd name="connsiteY746" fmla="*/ 250332 h 626109"/>
                <a:gd name="connsiteX747" fmla="*/ 549578 w 591813"/>
                <a:gd name="connsiteY747" fmla="*/ 249994 h 626109"/>
                <a:gd name="connsiteX748" fmla="*/ 549960 w 591813"/>
                <a:gd name="connsiteY748" fmla="*/ 249634 h 626109"/>
                <a:gd name="connsiteX749" fmla="*/ 550365 w 591813"/>
                <a:gd name="connsiteY749" fmla="*/ 249275 h 626109"/>
                <a:gd name="connsiteX750" fmla="*/ 550747 w 591813"/>
                <a:gd name="connsiteY750" fmla="*/ 248937 h 626109"/>
                <a:gd name="connsiteX751" fmla="*/ 551152 w 591813"/>
                <a:gd name="connsiteY751" fmla="*/ 248577 h 626109"/>
                <a:gd name="connsiteX752" fmla="*/ 551535 w 591813"/>
                <a:gd name="connsiteY752" fmla="*/ 248218 h 626109"/>
                <a:gd name="connsiteX753" fmla="*/ 551939 w 591813"/>
                <a:gd name="connsiteY753" fmla="*/ 247880 h 626109"/>
                <a:gd name="connsiteX754" fmla="*/ 552321 w 591813"/>
                <a:gd name="connsiteY754" fmla="*/ 247520 h 626109"/>
                <a:gd name="connsiteX755" fmla="*/ 552726 w 591813"/>
                <a:gd name="connsiteY755" fmla="*/ 247183 h 626109"/>
                <a:gd name="connsiteX756" fmla="*/ 553131 w 591813"/>
                <a:gd name="connsiteY756" fmla="*/ 246823 h 626109"/>
                <a:gd name="connsiteX757" fmla="*/ 553513 w 591813"/>
                <a:gd name="connsiteY757" fmla="*/ 246486 h 626109"/>
                <a:gd name="connsiteX758" fmla="*/ 553918 w 591813"/>
                <a:gd name="connsiteY758" fmla="*/ 246126 h 626109"/>
                <a:gd name="connsiteX759" fmla="*/ 554301 w 591813"/>
                <a:gd name="connsiteY759" fmla="*/ 245789 h 626109"/>
                <a:gd name="connsiteX760" fmla="*/ 554705 w 591813"/>
                <a:gd name="connsiteY760" fmla="*/ 245429 h 626109"/>
                <a:gd name="connsiteX761" fmla="*/ 555088 w 591813"/>
                <a:gd name="connsiteY761" fmla="*/ 245091 h 626109"/>
                <a:gd name="connsiteX762" fmla="*/ 555493 w 591813"/>
                <a:gd name="connsiteY762" fmla="*/ 244732 h 626109"/>
                <a:gd name="connsiteX763" fmla="*/ 555897 w 591813"/>
                <a:gd name="connsiteY763" fmla="*/ 244372 h 626109"/>
                <a:gd name="connsiteX764" fmla="*/ 556280 w 591813"/>
                <a:gd name="connsiteY764" fmla="*/ 244034 h 626109"/>
                <a:gd name="connsiteX765" fmla="*/ 556684 w 591813"/>
                <a:gd name="connsiteY765" fmla="*/ 243675 h 626109"/>
                <a:gd name="connsiteX766" fmla="*/ 557067 w 591813"/>
                <a:gd name="connsiteY766" fmla="*/ 243315 h 626109"/>
                <a:gd name="connsiteX767" fmla="*/ 557472 w 591813"/>
                <a:gd name="connsiteY767" fmla="*/ 242932 h 626109"/>
                <a:gd name="connsiteX768" fmla="*/ 557854 w 591813"/>
                <a:gd name="connsiteY768" fmla="*/ 242573 h 626109"/>
                <a:gd name="connsiteX769" fmla="*/ 558259 w 591813"/>
                <a:gd name="connsiteY769" fmla="*/ 242213 h 626109"/>
                <a:gd name="connsiteX770" fmla="*/ 558641 w 591813"/>
                <a:gd name="connsiteY770" fmla="*/ 241830 h 626109"/>
                <a:gd name="connsiteX771" fmla="*/ 559046 w 591813"/>
                <a:gd name="connsiteY771" fmla="*/ 241448 h 626109"/>
                <a:gd name="connsiteX772" fmla="*/ 559450 w 591813"/>
                <a:gd name="connsiteY772" fmla="*/ 241066 h 626109"/>
                <a:gd name="connsiteX773" fmla="*/ 559833 w 591813"/>
                <a:gd name="connsiteY773" fmla="*/ 240683 h 626109"/>
                <a:gd name="connsiteX774" fmla="*/ 560238 w 591813"/>
                <a:gd name="connsiteY774" fmla="*/ 240301 h 626109"/>
                <a:gd name="connsiteX775" fmla="*/ 560620 w 591813"/>
                <a:gd name="connsiteY775" fmla="*/ 239896 h 626109"/>
                <a:gd name="connsiteX776" fmla="*/ 561025 w 591813"/>
                <a:gd name="connsiteY776" fmla="*/ 239514 h 626109"/>
                <a:gd name="connsiteX777" fmla="*/ 561407 w 591813"/>
                <a:gd name="connsiteY777" fmla="*/ 239109 h 626109"/>
                <a:gd name="connsiteX778" fmla="*/ 561812 w 591813"/>
                <a:gd name="connsiteY778" fmla="*/ 238704 h 626109"/>
                <a:gd name="connsiteX779" fmla="*/ 562195 w 591813"/>
                <a:gd name="connsiteY779" fmla="*/ 238322 h 626109"/>
                <a:gd name="connsiteX780" fmla="*/ 562599 w 591813"/>
                <a:gd name="connsiteY780" fmla="*/ 237917 h 626109"/>
                <a:gd name="connsiteX781" fmla="*/ 563004 w 591813"/>
                <a:gd name="connsiteY781" fmla="*/ 237490 h 626109"/>
                <a:gd name="connsiteX782" fmla="*/ 563386 w 591813"/>
                <a:gd name="connsiteY782" fmla="*/ 237085 h 626109"/>
                <a:gd name="connsiteX783" fmla="*/ 563791 w 591813"/>
                <a:gd name="connsiteY783" fmla="*/ 236680 h 626109"/>
                <a:gd name="connsiteX784" fmla="*/ 564173 w 591813"/>
                <a:gd name="connsiteY784" fmla="*/ 236253 h 626109"/>
                <a:gd name="connsiteX785" fmla="*/ 564578 w 591813"/>
                <a:gd name="connsiteY785" fmla="*/ 235826 h 626109"/>
                <a:gd name="connsiteX786" fmla="*/ 564961 w 591813"/>
                <a:gd name="connsiteY786" fmla="*/ 235421 h 626109"/>
                <a:gd name="connsiteX787" fmla="*/ 565365 w 591813"/>
                <a:gd name="connsiteY787" fmla="*/ 234994 h 626109"/>
                <a:gd name="connsiteX788" fmla="*/ 565748 w 591813"/>
                <a:gd name="connsiteY788" fmla="*/ 234566 h 626109"/>
                <a:gd name="connsiteX789" fmla="*/ 566153 w 591813"/>
                <a:gd name="connsiteY789" fmla="*/ 234117 h 626109"/>
                <a:gd name="connsiteX790" fmla="*/ 566557 w 591813"/>
                <a:gd name="connsiteY790" fmla="*/ 233689 h 626109"/>
                <a:gd name="connsiteX791" fmla="*/ 566940 w 591813"/>
                <a:gd name="connsiteY791" fmla="*/ 233262 h 626109"/>
                <a:gd name="connsiteX792" fmla="*/ 567344 w 591813"/>
                <a:gd name="connsiteY792" fmla="*/ 232812 h 626109"/>
                <a:gd name="connsiteX793" fmla="*/ 567727 w 591813"/>
                <a:gd name="connsiteY793" fmla="*/ 232385 h 626109"/>
                <a:gd name="connsiteX794" fmla="*/ 568132 w 591813"/>
                <a:gd name="connsiteY794" fmla="*/ 231935 h 626109"/>
                <a:gd name="connsiteX795" fmla="*/ 568514 w 591813"/>
                <a:gd name="connsiteY795" fmla="*/ 231485 h 626109"/>
                <a:gd name="connsiteX796" fmla="*/ 568919 w 591813"/>
                <a:gd name="connsiteY796" fmla="*/ 231035 h 626109"/>
                <a:gd name="connsiteX797" fmla="*/ 569324 w 591813"/>
                <a:gd name="connsiteY797" fmla="*/ 230586 h 626109"/>
                <a:gd name="connsiteX798" fmla="*/ 569706 w 591813"/>
                <a:gd name="connsiteY798" fmla="*/ 230113 h 626109"/>
                <a:gd name="connsiteX799" fmla="*/ 570111 w 591813"/>
                <a:gd name="connsiteY799" fmla="*/ 229641 h 626109"/>
                <a:gd name="connsiteX800" fmla="*/ 570493 w 591813"/>
                <a:gd name="connsiteY800" fmla="*/ 229169 h 626109"/>
                <a:gd name="connsiteX801" fmla="*/ 570898 w 591813"/>
                <a:gd name="connsiteY801" fmla="*/ 228697 h 626109"/>
                <a:gd name="connsiteX802" fmla="*/ 571280 w 591813"/>
                <a:gd name="connsiteY802" fmla="*/ 228202 h 626109"/>
                <a:gd name="connsiteX803" fmla="*/ 571685 w 591813"/>
                <a:gd name="connsiteY803" fmla="*/ 227707 h 626109"/>
                <a:gd name="connsiteX804" fmla="*/ 572067 w 591813"/>
                <a:gd name="connsiteY804" fmla="*/ 227212 h 626109"/>
                <a:gd name="connsiteX805" fmla="*/ 572472 w 591813"/>
                <a:gd name="connsiteY805" fmla="*/ 226695 h 626109"/>
                <a:gd name="connsiteX806" fmla="*/ 572877 w 591813"/>
                <a:gd name="connsiteY806" fmla="*/ 226178 h 626109"/>
                <a:gd name="connsiteX807" fmla="*/ 573259 w 591813"/>
                <a:gd name="connsiteY807" fmla="*/ 225660 h 626109"/>
                <a:gd name="connsiteX808" fmla="*/ 573664 w 591813"/>
                <a:gd name="connsiteY808" fmla="*/ 225121 h 626109"/>
                <a:gd name="connsiteX809" fmla="*/ 574047 w 591813"/>
                <a:gd name="connsiteY809" fmla="*/ 224558 h 626109"/>
                <a:gd name="connsiteX810" fmla="*/ 574451 w 591813"/>
                <a:gd name="connsiteY810" fmla="*/ 224019 h 626109"/>
                <a:gd name="connsiteX811" fmla="*/ 574833 w 591813"/>
                <a:gd name="connsiteY811" fmla="*/ 223434 h 626109"/>
                <a:gd name="connsiteX812" fmla="*/ 575238 w 591813"/>
                <a:gd name="connsiteY812" fmla="*/ 222849 h 626109"/>
                <a:gd name="connsiteX813" fmla="*/ 575621 w 591813"/>
                <a:gd name="connsiteY813" fmla="*/ 222287 h 626109"/>
                <a:gd name="connsiteX814" fmla="*/ 576025 w 591813"/>
                <a:gd name="connsiteY814" fmla="*/ 221657 h 626109"/>
                <a:gd name="connsiteX815" fmla="*/ 576430 w 591813"/>
                <a:gd name="connsiteY815" fmla="*/ 221050 h 626109"/>
                <a:gd name="connsiteX816" fmla="*/ 576813 w 591813"/>
                <a:gd name="connsiteY816" fmla="*/ 220398 h 626109"/>
                <a:gd name="connsiteX817" fmla="*/ 577217 w 591813"/>
                <a:gd name="connsiteY817" fmla="*/ 219746 h 626109"/>
                <a:gd name="connsiteX818" fmla="*/ 577600 w 591813"/>
                <a:gd name="connsiteY818" fmla="*/ 219071 h 626109"/>
                <a:gd name="connsiteX819" fmla="*/ 578004 w 591813"/>
                <a:gd name="connsiteY819" fmla="*/ 218374 h 626109"/>
                <a:gd name="connsiteX820" fmla="*/ 578387 w 591813"/>
                <a:gd name="connsiteY820" fmla="*/ 217677 h 626109"/>
                <a:gd name="connsiteX821" fmla="*/ 578792 w 591813"/>
                <a:gd name="connsiteY821" fmla="*/ 216957 h 626109"/>
                <a:gd name="connsiteX822" fmla="*/ 579174 w 591813"/>
                <a:gd name="connsiteY822" fmla="*/ 216192 h 626109"/>
                <a:gd name="connsiteX823" fmla="*/ 579579 w 591813"/>
                <a:gd name="connsiteY823" fmla="*/ 215428 h 626109"/>
                <a:gd name="connsiteX824" fmla="*/ 579984 w 591813"/>
                <a:gd name="connsiteY824" fmla="*/ 214641 h 626109"/>
                <a:gd name="connsiteX825" fmla="*/ 580366 w 591813"/>
                <a:gd name="connsiteY825" fmla="*/ 213831 h 626109"/>
                <a:gd name="connsiteX826" fmla="*/ 580771 w 591813"/>
                <a:gd name="connsiteY826" fmla="*/ 212976 h 626109"/>
                <a:gd name="connsiteX827" fmla="*/ 581153 w 591813"/>
                <a:gd name="connsiteY827" fmla="*/ 212122 h 626109"/>
                <a:gd name="connsiteX828" fmla="*/ 581558 w 591813"/>
                <a:gd name="connsiteY828" fmla="*/ 211222 h 626109"/>
                <a:gd name="connsiteX829" fmla="*/ 581940 w 591813"/>
                <a:gd name="connsiteY829" fmla="*/ 210300 h 626109"/>
                <a:gd name="connsiteX830" fmla="*/ 582345 w 591813"/>
                <a:gd name="connsiteY830" fmla="*/ 209333 h 626109"/>
                <a:gd name="connsiteX831" fmla="*/ 582727 w 591813"/>
                <a:gd name="connsiteY831" fmla="*/ 208343 h 626109"/>
                <a:gd name="connsiteX832" fmla="*/ 583132 w 591813"/>
                <a:gd name="connsiteY832" fmla="*/ 207309 h 626109"/>
                <a:gd name="connsiteX833" fmla="*/ 583537 w 591813"/>
                <a:gd name="connsiteY833" fmla="*/ 206229 h 626109"/>
                <a:gd name="connsiteX834" fmla="*/ 583919 w 591813"/>
                <a:gd name="connsiteY834" fmla="*/ 205127 h 626109"/>
                <a:gd name="connsiteX835" fmla="*/ 584324 w 591813"/>
                <a:gd name="connsiteY835" fmla="*/ 203958 h 626109"/>
                <a:gd name="connsiteX836" fmla="*/ 584707 w 591813"/>
                <a:gd name="connsiteY836" fmla="*/ 202744 h 626109"/>
                <a:gd name="connsiteX837" fmla="*/ 585111 w 591813"/>
                <a:gd name="connsiteY837" fmla="*/ 201484 h 626109"/>
                <a:gd name="connsiteX838" fmla="*/ 585493 w 591813"/>
                <a:gd name="connsiteY838" fmla="*/ 200157 h 626109"/>
                <a:gd name="connsiteX839" fmla="*/ 585898 w 591813"/>
                <a:gd name="connsiteY839" fmla="*/ 198785 h 626109"/>
                <a:gd name="connsiteX840" fmla="*/ 586303 w 591813"/>
                <a:gd name="connsiteY840" fmla="*/ 197346 h 626109"/>
                <a:gd name="connsiteX841" fmla="*/ 586686 w 591813"/>
                <a:gd name="connsiteY841" fmla="*/ 195839 h 626109"/>
                <a:gd name="connsiteX842" fmla="*/ 587090 w 591813"/>
                <a:gd name="connsiteY842" fmla="*/ 194265 h 626109"/>
                <a:gd name="connsiteX843" fmla="*/ 587473 w 591813"/>
                <a:gd name="connsiteY843" fmla="*/ 192623 h 626109"/>
                <a:gd name="connsiteX844" fmla="*/ 587878 w 591813"/>
                <a:gd name="connsiteY844" fmla="*/ 190869 h 626109"/>
                <a:gd name="connsiteX845" fmla="*/ 588260 w 591813"/>
                <a:gd name="connsiteY845" fmla="*/ 189047 h 626109"/>
                <a:gd name="connsiteX846" fmla="*/ 588665 w 591813"/>
                <a:gd name="connsiteY846" fmla="*/ 187113 h 626109"/>
                <a:gd name="connsiteX847" fmla="*/ 589047 w 591813"/>
                <a:gd name="connsiteY847" fmla="*/ 185089 h 626109"/>
                <a:gd name="connsiteX848" fmla="*/ 589452 w 591813"/>
                <a:gd name="connsiteY848" fmla="*/ 182975 h 626109"/>
                <a:gd name="connsiteX849" fmla="*/ 589856 w 591813"/>
                <a:gd name="connsiteY849" fmla="*/ 180726 h 626109"/>
                <a:gd name="connsiteX850" fmla="*/ 590239 w 591813"/>
                <a:gd name="connsiteY850" fmla="*/ 178387 h 626109"/>
                <a:gd name="connsiteX851" fmla="*/ 590644 w 591813"/>
                <a:gd name="connsiteY851" fmla="*/ 175936 h 626109"/>
                <a:gd name="connsiteX852" fmla="*/ 591026 w 591813"/>
                <a:gd name="connsiteY852" fmla="*/ 173417 h 626109"/>
                <a:gd name="connsiteX853" fmla="*/ 591431 w 591813"/>
                <a:gd name="connsiteY853" fmla="*/ 170538 h 626109"/>
                <a:gd name="connsiteX854" fmla="*/ 591813 w 591813"/>
                <a:gd name="connsiteY854" fmla="*/ 166783 h 626109"/>
                <a:gd name="connsiteX855" fmla="*/ 591813 w 591813"/>
                <a:gd name="connsiteY855" fmla="*/ 143753 h 626109"/>
                <a:gd name="connsiteX856" fmla="*/ 591431 w 591813"/>
                <a:gd name="connsiteY856" fmla="*/ 147082 h 626109"/>
                <a:gd name="connsiteX857" fmla="*/ 591026 w 591813"/>
                <a:gd name="connsiteY857" fmla="*/ 149668 h 626109"/>
                <a:gd name="connsiteX858" fmla="*/ 590644 w 591813"/>
                <a:gd name="connsiteY858" fmla="*/ 151985 h 626109"/>
                <a:gd name="connsiteX859" fmla="*/ 590239 w 591813"/>
                <a:gd name="connsiteY859" fmla="*/ 154234 h 626109"/>
                <a:gd name="connsiteX860" fmla="*/ 589856 w 591813"/>
                <a:gd name="connsiteY860" fmla="*/ 156348 h 626109"/>
                <a:gd name="connsiteX861" fmla="*/ 589452 w 591813"/>
                <a:gd name="connsiteY861" fmla="*/ 158372 h 626109"/>
                <a:gd name="connsiteX862" fmla="*/ 589047 w 591813"/>
                <a:gd name="connsiteY862" fmla="*/ 160283 h 626109"/>
                <a:gd name="connsiteX863" fmla="*/ 588665 w 591813"/>
                <a:gd name="connsiteY863" fmla="*/ 162105 h 626109"/>
                <a:gd name="connsiteX864" fmla="*/ 588260 w 591813"/>
                <a:gd name="connsiteY864" fmla="*/ 163814 h 626109"/>
                <a:gd name="connsiteX865" fmla="*/ 587878 w 591813"/>
                <a:gd name="connsiteY865" fmla="*/ 165456 h 626109"/>
                <a:gd name="connsiteX866" fmla="*/ 587473 w 591813"/>
                <a:gd name="connsiteY866" fmla="*/ 167008 h 626109"/>
                <a:gd name="connsiteX867" fmla="*/ 587090 w 591813"/>
                <a:gd name="connsiteY867" fmla="*/ 168469 h 626109"/>
                <a:gd name="connsiteX868" fmla="*/ 586686 w 591813"/>
                <a:gd name="connsiteY868" fmla="*/ 169841 h 626109"/>
                <a:gd name="connsiteX869" fmla="*/ 586303 w 591813"/>
                <a:gd name="connsiteY869" fmla="*/ 171191 h 626109"/>
                <a:gd name="connsiteX870" fmla="*/ 585898 w 591813"/>
                <a:gd name="connsiteY870" fmla="*/ 172473 h 626109"/>
                <a:gd name="connsiteX871" fmla="*/ 585493 w 591813"/>
                <a:gd name="connsiteY871" fmla="*/ 173687 h 626109"/>
                <a:gd name="connsiteX872" fmla="*/ 585111 w 591813"/>
                <a:gd name="connsiteY872" fmla="*/ 174856 h 626109"/>
                <a:gd name="connsiteX873" fmla="*/ 584707 w 591813"/>
                <a:gd name="connsiteY873" fmla="*/ 175958 h 626109"/>
                <a:gd name="connsiteX874" fmla="*/ 584324 w 591813"/>
                <a:gd name="connsiteY874" fmla="*/ 177038 h 626109"/>
                <a:gd name="connsiteX875" fmla="*/ 583919 w 591813"/>
                <a:gd name="connsiteY875" fmla="*/ 178050 h 626109"/>
                <a:gd name="connsiteX876" fmla="*/ 583537 w 591813"/>
                <a:gd name="connsiteY876" fmla="*/ 179040 h 626109"/>
                <a:gd name="connsiteX877" fmla="*/ 583132 w 591813"/>
                <a:gd name="connsiteY877" fmla="*/ 180007 h 626109"/>
                <a:gd name="connsiteX878" fmla="*/ 582727 w 591813"/>
                <a:gd name="connsiteY878" fmla="*/ 180906 h 626109"/>
                <a:gd name="connsiteX879" fmla="*/ 582345 w 591813"/>
                <a:gd name="connsiteY879" fmla="*/ 181783 h 626109"/>
                <a:gd name="connsiteX880" fmla="*/ 581940 w 591813"/>
                <a:gd name="connsiteY880" fmla="*/ 182638 h 626109"/>
                <a:gd name="connsiteX881" fmla="*/ 581558 w 591813"/>
                <a:gd name="connsiteY881" fmla="*/ 183470 h 626109"/>
                <a:gd name="connsiteX882" fmla="*/ 581153 w 591813"/>
                <a:gd name="connsiteY882" fmla="*/ 184257 h 626109"/>
                <a:gd name="connsiteX883" fmla="*/ 580771 w 591813"/>
                <a:gd name="connsiteY883" fmla="*/ 185044 h 626109"/>
                <a:gd name="connsiteX884" fmla="*/ 580366 w 591813"/>
                <a:gd name="connsiteY884" fmla="*/ 185786 h 626109"/>
                <a:gd name="connsiteX885" fmla="*/ 579984 w 591813"/>
                <a:gd name="connsiteY885" fmla="*/ 186506 h 626109"/>
                <a:gd name="connsiteX886" fmla="*/ 579579 w 591813"/>
                <a:gd name="connsiteY886" fmla="*/ 187226 h 626109"/>
                <a:gd name="connsiteX887" fmla="*/ 579174 w 591813"/>
                <a:gd name="connsiteY887" fmla="*/ 187900 h 626109"/>
                <a:gd name="connsiteX888" fmla="*/ 578792 w 591813"/>
                <a:gd name="connsiteY888" fmla="*/ 188575 h 626109"/>
                <a:gd name="connsiteX889" fmla="*/ 578387 w 591813"/>
                <a:gd name="connsiteY889" fmla="*/ 189227 h 626109"/>
                <a:gd name="connsiteX890" fmla="*/ 578004 w 591813"/>
                <a:gd name="connsiteY890" fmla="*/ 189857 h 626109"/>
                <a:gd name="connsiteX891" fmla="*/ 577600 w 591813"/>
                <a:gd name="connsiteY891" fmla="*/ 190487 h 626109"/>
                <a:gd name="connsiteX892" fmla="*/ 577217 w 591813"/>
                <a:gd name="connsiteY892" fmla="*/ 191094 h 626109"/>
                <a:gd name="connsiteX893" fmla="*/ 576813 w 591813"/>
                <a:gd name="connsiteY893" fmla="*/ 191679 h 626109"/>
                <a:gd name="connsiteX894" fmla="*/ 576430 w 591813"/>
                <a:gd name="connsiteY894" fmla="*/ 192263 h 626109"/>
                <a:gd name="connsiteX895" fmla="*/ 576025 w 591813"/>
                <a:gd name="connsiteY895" fmla="*/ 192826 h 626109"/>
                <a:gd name="connsiteX896" fmla="*/ 575621 w 591813"/>
                <a:gd name="connsiteY896" fmla="*/ 193388 h 626109"/>
                <a:gd name="connsiteX897" fmla="*/ 575238 w 591813"/>
                <a:gd name="connsiteY897" fmla="*/ 193928 h 626109"/>
                <a:gd name="connsiteX898" fmla="*/ 574833 w 591813"/>
                <a:gd name="connsiteY898" fmla="*/ 194445 h 626109"/>
                <a:gd name="connsiteX899" fmla="*/ 574451 w 591813"/>
                <a:gd name="connsiteY899" fmla="*/ 194985 h 626109"/>
                <a:gd name="connsiteX900" fmla="*/ 574047 w 591813"/>
                <a:gd name="connsiteY900" fmla="*/ 195479 h 626109"/>
                <a:gd name="connsiteX901" fmla="*/ 573664 w 591813"/>
                <a:gd name="connsiteY901" fmla="*/ 195997 h 626109"/>
                <a:gd name="connsiteX902" fmla="*/ 573259 w 591813"/>
                <a:gd name="connsiteY902" fmla="*/ 196469 h 626109"/>
                <a:gd name="connsiteX903" fmla="*/ 572877 w 591813"/>
                <a:gd name="connsiteY903" fmla="*/ 196964 h 626109"/>
                <a:gd name="connsiteX904" fmla="*/ 572472 w 591813"/>
                <a:gd name="connsiteY904" fmla="*/ 197436 h 626109"/>
                <a:gd name="connsiteX905" fmla="*/ 572067 w 591813"/>
                <a:gd name="connsiteY905" fmla="*/ 197908 h 626109"/>
                <a:gd name="connsiteX906" fmla="*/ 571685 w 591813"/>
                <a:gd name="connsiteY906" fmla="*/ 198358 h 626109"/>
                <a:gd name="connsiteX907" fmla="*/ 571280 w 591813"/>
                <a:gd name="connsiteY907" fmla="*/ 198808 h 626109"/>
                <a:gd name="connsiteX908" fmla="*/ 570898 w 591813"/>
                <a:gd name="connsiteY908" fmla="*/ 199258 h 626109"/>
                <a:gd name="connsiteX909" fmla="*/ 570493 w 591813"/>
                <a:gd name="connsiteY909" fmla="*/ 199707 h 626109"/>
                <a:gd name="connsiteX910" fmla="*/ 570111 w 591813"/>
                <a:gd name="connsiteY910" fmla="*/ 200135 h 626109"/>
                <a:gd name="connsiteX911" fmla="*/ 569706 w 591813"/>
                <a:gd name="connsiteY911" fmla="*/ 200562 h 626109"/>
                <a:gd name="connsiteX912" fmla="*/ 569324 w 591813"/>
                <a:gd name="connsiteY912" fmla="*/ 200989 h 626109"/>
                <a:gd name="connsiteX913" fmla="*/ 568919 w 591813"/>
                <a:gd name="connsiteY913" fmla="*/ 201417 h 626109"/>
                <a:gd name="connsiteX914" fmla="*/ 568514 w 591813"/>
                <a:gd name="connsiteY914" fmla="*/ 201821 h 626109"/>
                <a:gd name="connsiteX915" fmla="*/ 568132 w 591813"/>
                <a:gd name="connsiteY915" fmla="*/ 202226 h 626109"/>
                <a:gd name="connsiteX916" fmla="*/ 567727 w 591813"/>
                <a:gd name="connsiteY916" fmla="*/ 202631 h 626109"/>
                <a:gd name="connsiteX917" fmla="*/ 567344 w 591813"/>
                <a:gd name="connsiteY917" fmla="*/ 203058 h 626109"/>
                <a:gd name="connsiteX918" fmla="*/ 566940 w 591813"/>
                <a:gd name="connsiteY918" fmla="*/ 203463 h 626109"/>
                <a:gd name="connsiteX919" fmla="*/ 566557 w 591813"/>
                <a:gd name="connsiteY919" fmla="*/ 203846 h 626109"/>
                <a:gd name="connsiteX920" fmla="*/ 566153 w 591813"/>
                <a:gd name="connsiteY920" fmla="*/ 204250 h 626109"/>
                <a:gd name="connsiteX921" fmla="*/ 565748 w 591813"/>
                <a:gd name="connsiteY921" fmla="*/ 204655 h 626109"/>
                <a:gd name="connsiteX922" fmla="*/ 565365 w 591813"/>
                <a:gd name="connsiteY922" fmla="*/ 205060 h 626109"/>
                <a:gd name="connsiteX923" fmla="*/ 564961 w 591813"/>
                <a:gd name="connsiteY923" fmla="*/ 205442 h 626109"/>
                <a:gd name="connsiteX924" fmla="*/ 564578 w 591813"/>
                <a:gd name="connsiteY924" fmla="*/ 205825 h 626109"/>
                <a:gd name="connsiteX925" fmla="*/ 564173 w 591813"/>
                <a:gd name="connsiteY925" fmla="*/ 206229 h 626109"/>
                <a:gd name="connsiteX926" fmla="*/ 563791 w 591813"/>
                <a:gd name="connsiteY926" fmla="*/ 206612 h 626109"/>
                <a:gd name="connsiteX927" fmla="*/ 563386 w 591813"/>
                <a:gd name="connsiteY927" fmla="*/ 206994 h 626109"/>
                <a:gd name="connsiteX928" fmla="*/ 563004 w 591813"/>
                <a:gd name="connsiteY928" fmla="*/ 207376 h 626109"/>
                <a:gd name="connsiteX929" fmla="*/ 562599 w 591813"/>
                <a:gd name="connsiteY929" fmla="*/ 207759 h 626109"/>
                <a:gd name="connsiteX930" fmla="*/ 562195 w 591813"/>
                <a:gd name="connsiteY930" fmla="*/ 208119 h 626109"/>
                <a:gd name="connsiteX931" fmla="*/ 561812 w 591813"/>
                <a:gd name="connsiteY931" fmla="*/ 208501 h 626109"/>
                <a:gd name="connsiteX932" fmla="*/ 561407 w 591813"/>
                <a:gd name="connsiteY932" fmla="*/ 208883 h 626109"/>
                <a:gd name="connsiteX933" fmla="*/ 561025 w 591813"/>
                <a:gd name="connsiteY933" fmla="*/ 209243 h 626109"/>
                <a:gd name="connsiteX934" fmla="*/ 560620 w 591813"/>
                <a:gd name="connsiteY934" fmla="*/ 209603 h 626109"/>
                <a:gd name="connsiteX935" fmla="*/ 560238 w 591813"/>
                <a:gd name="connsiteY935" fmla="*/ 209963 h 626109"/>
                <a:gd name="connsiteX936" fmla="*/ 559833 w 591813"/>
                <a:gd name="connsiteY936" fmla="*/ 210345 h 626109"/>
                <a:gd name="connsiteX937" fmla="*/ 559450 w 591813"/>
                <a:gd name="connsiteY937" fmla="*/ 210705 h 626109"/>
                <a:gd name="connsiteX938" fmla="*/ 559046 w 591813"/>
                <a:gd name="connsiteY938" fmla="*/ 211042 h 626109"/>
                <a:gd name="connsiteX939" fmla="*/ 558641 w 591813"/>
                <a:gd name="connsiteY939" fmla="*/ 211402 h 626109"/>
                <a:gd name="connsiteX940" fmla="*/ 558259 w 591813"/>
                <a:gd name="connsiteY940" fmla="*/ 211762 h 626109"/>
                <a:gd name="connsiteX941" fmla="*/ 557854 w 591813"/>
                <a:gd name="connsiteY941" fmla="*/ 212099 h 626109"/>
                <a:gd name="connsiteX942" fmla="*/ 557472 w 591813"/>
                <a:gd name="connsiteY942" fmla="*/ 212459 h 626109"/>
                <a:gd name="connsiteX943" fmla="*/ 557067 w 591813"/>
                <a:gd name="connsiteY943" fmla="*/ 212796 h 626109"/>
                <a:gd name="connsiteX944" fmla="*/ 556684 w 591813"/>
                <a:gd name="connsiteY944" fmla="*/ 213134 h 626109"/>
                <a:gd name="connsiteX945" fmla="*/ 556280 w 591813"/>
                <a:gd name="connsiteY945" fmla="*/ 213471 h 626109"/>
                <a:gd name="connsiteX946" fmla="*/ 555897 w 591813"/>
                <a:gd name="connsiteY946" fmla="*/ 213808 h 626109"/>
                <a:gd name="connsiteX947" fmla="*/ 555493 w 591813"/>
                <a:gd name="connsiteY947" fmla="*/ 214146 h 626109"/>
                <a:gd name="connsiteX948" fmla="*/ 555088 w 591813"/>
                <a:gd name="connsiteY948" fmla="*/ 214483 h 626109"/>
                <a:gd name="connsiteX949" fmla="*/ 554705 w 591813"/>
                <a:gd name="connsiteY949" fmla="*/ 214820 h 626109"/>
                <a:gd name="connsiteX950" fmla="*/ 554301 w 591813"/>
                <a:gd name="connsiteY950" fmla="*/ 215158 h 626109"/>
                <a:gd name="connsiteX951" fmla="*/ 553918 w 591813"/>
                <a:gd name="connsiteY951" fmla="*/ 215495 h 626109"/>
                <a:gd name="connsiteX952" fmla="*/ 553513 w 591813"/>
                <a:gd name="connsiteY952" fmla="*/ 215810 h 626109"/>
                <a:gd name="connsiteX953" fmla="*/ 553131 w 591813"/>
                <a:gd name="connsiteY953" fmla="*/ 216147 h 626109"/>
                <a:gd name="connsiteX954" fmla="*/ 552726 w 591813"/>
                <a:gd name="connsiteY954" fmla="*/ 216485 h 626109"/>
                <a:gd name="connsiteX955" fmla="*/ 552321 w 591813"/>
                <a:gd name="connsiteY955" fmla="*/ 216800 h 626109"/>
                <a:gd name="connsiteX956" fmla="*/ 551939 w 591813"/>
                <a:gd name="connsiteY956" fmla="*/ 217137 h 626109"/>
                <a:gd name="connsiteX957" fmla="*/ 551535 w 591813"/>
                <a:gd name="connsiteY957" fmla="*/ 217474 h 626109"/>
                <a:gd name="connsiteX958" fmla="*/ 551152 w 591813"/>
                <a:gd name="connsiteY958" fmla="*/ 217812 h 626109"/>
                <a:gd name="connsiteX959" fmla="*/ 550747 w 591813"/>
                <a:gd name="connsiteY959" fmla="*/ 218149 h 626109"/>
                <a:gd name="connsiteX960" fmla="*/ 550365 w 591813"/>
                <a:gd name="connsiteY960" fmla="*/ 218464 h 626109"/>
                <a:gd name="connsiteX961" fmla="*/ 549960 w 591813"/>
                <a:gd name="connsiteY961" fmla="*/ 218801 h 626109"/>
                <a:gd name="connsiteX962" fmla="*/ 549578 w 591813"/>
                <a:gd name="connsiteY962" fmla="*/ 219138 h 626109"/>
                <a:gd name="connsiteX963" fmla="*/ 549173 w 591813"/>
                <a:gd name="connsiteY963" fmla="*/ 219476 h 626109"/>
                <a:gd name="connsiteX964" fmla="*/ 548768 w 591813"/>
                <a:gd name="connsiteY964" fmla="*/ 219791 h 626109"/>
                <a:gd name="connsiteX965" fmla="*/ 548386 w 591813"/>
                <a:gd name="connsiteY965" fmla="*/ 220128 h 626109"/>
                <a:gd name="connsiteX966" fmla="*/ 547981 w 591813"/>
                <a:gd name="connsiteY966" fmla="*/ 220465 h 626109"/>
                <a:gd name="connsiteX967" fmla="*/ 547599 w 591813"/>
                <a:gd name="connsiteY967" fmla="*/ 220803 h 626109"/>
                <a:gd name="connsiteX968" fmla="*/ 547194 w 591813"/>
                <a:gd name="connsiteY968" fmla="*/ 221140 h 626109"/>
                <a:gd name="connsiteX969" fmla="*/ 546812 w 591813"/>
                <a:gd name="connsiteY969" fmla="*/ 221455 h 626109"/>
                <a:gd name="connsiteX970" fmla="*/ 546407 w 591813"/>
                <a:gd name="connsiteY970" fmla="*/ 221792 h 626109"/>
                <a:gd name="connsiteX971" fmla="*/ 546024 w 591813"/>
                <a:gd name="connsiteY971" fmla="*/ 222130 h 626109"/>
                <a:gd name="connsiteX972" fmla="*/ 545620 w 591813"/>
                <a:gd name="connsiteY972" fmla="*/ 222467 h 626109"/>
                <a:gd name="connsiteX973" fmla="*/ 545215 w 591813"/>
                <a:gd name="connsiteY973" fmla="*/ 222804 h 626109"/>
                <a:gd name="connsiteX974" fmla="*/ 544832 w 591813"/>
                <a:gd name="connsiteY974" fmla="*/ 223142 h 626109"/>
                <a:gd name="connsiteX975" fmla="*/ 544427 w 591813"/>
                <a:gd name="connsiteY975" fmla="*/ 223479 h 626109"/>
                <a:gd name="connsiteX976" fmla="*/ 544045 w 591813"/>
                <a:gd name="connsiteY976" fmla="*/ 223839 h 626109"/>
                <a:gd name="connsiteX977" fmla="*/ 543641 w 591813"/>
                <a:gd name="connsiteY977" fmla="*/ 224176 h 626109"/>
                <a:gd name="connsiteX978" fmla="*/ 543258 w 591813"/>
                <a:gd name="connsiteY978" fmla="*/ 224513 h 626109"/>
                <a:gd name="connsiteX979" fmla="*/ 542853 w 591813"/>
                <a:gd name="connsiteY979" fmla="*/ 224873 h 626109"/>
                <a:gd name="connsiteX980" fmla="*/ 542471 w 591813"/>
                <a:gd name="connsiteY980" fmla="*/ 225211 h 626109"/>
                <a:gd name="connsiteX981" fmla="*/ 542066 w 591813"/>
                <a:gd name="connsiteY981" fmla="*/ 225548 h 626109"/>
                <a:gd name="connsiteX982" fmla="*/ 541661 w 591813"/>
                <a:gd name="connsiteY982" fmla="*/ 225908 h 626109"/>
                <a:gd name="connsiteX983" fmla="*/ 541279 w 591813"/>
                <a:gd name="connsiteY983" fmla="*/ 226245 h 626109"/>
                <a:gd name="connsiteX984" fmla="*/ 540875 w 591813"/>
                <a:gd name="connsiteY984" fmla="*/ 226605 h 626109"/>
                <a:gd name="connsiteX985" fmla="*/ 540492 w 591813"/>
                <a:gd name="connsiteY985" fmla="*/ 226942 h 626109"/>
                <a:gd name="connsiteX986" fmla="*/ 540087 w 591813"/>
                <a:gd name="connsiteY986" fmla="*/ 227280 h 626109"/>
                <a:gd name="connsiteX987" fmla="*/ 539705 w 591813"/>
                <a:gd name="connsiteY987" fmla="*/ 227640 h 626109"/>
                <a:gd name="connsiteX988" fmla="*/ 539300 w 591813"/>
                <a:gd name="connsiteY988" fmla="*/ 227977 h 626109"/>
                <a:gd name="connsiteX989" fmla="*/ 538918 w 591813"/>
                <a:gd name="connsiteY989" fmla="*/ 228337 h 626109"/>
                <a:gd name="connsiteX990" fmla="*/ 538513 w 591813"/>
                <a:gd name="connsiteY990" fmla="*/ 228697 h 626109"/>
                <a:gd name="connsiteX991" fmla="*/ 538108 w 591813"/>
                <a:gd name="connsiteY991" fmla="*/ 229034 h 626109"/>
                <a:gd name="connsiteX992" fmla="*/ 537726 w 591813"/>
                <a:gd name="connsiteY992" fmla="*/ 229394 h 626109"/>
                <a:gd name="connsiteX993" fmla="*/ 537321 w 591813"/>
                <a:gd name="connsiteY993" fmla="*/ 229754 h 626109"/>
                <a:gd name="connsiteX994" fmla="*/ 536939 w 591813"/>
                <a:gd name="connsiteY994" fmla="*/ 230091 h 626109"/>
                <a:gd name="connsiteX995" fmla="*/ 536534 w 591813"/>
                <a:gd name="connsiteY995" fmla="*/ 230451 h 626109"/>
                <a:gd name="connsiteX996" fmla="*/ 536151 w 591813"/>
                <a:gd name="connsiteY996" fmla="*/ 230811 h 626109"/>
                <a:gd name="connsiteX997" fmla="*/ 535747 w 591813"/>
                <a:gd name="connsiteY997" fmla="*/ 231170 h 626109"/>
                <a:gd name="connsiteX998" fmla="*/ 535342 w 591813"/>
                <a:gd name="connsiteY998" fmla="*/ 231508 h 626109"/>
                <a:gd name="connsiteX999" fmla="*/ 534959 w 591813"/>
                <a:gd name="connsiteY999" fmla="*/ 231868 h 626109"/>
                <a:gd name="connsiteX1000" fmla="*/ 534555 w 591813"/>
                <a:gd name="connsiteY1000" fmla="*/ 232227 h 626109"/>
                <a:gd name="connsiteX1001" fmla="*/ 534172 w 591813"/>
                <a:gd name="connsiteY1001" fmla="*/ 232587 h 626109"/>
                <a:gd name="connsiteX1002" fmla="*/ 533767 w 591813"/>
                <a:gd name="connsiteY1002" fmla="*/ 232947 h 626109"/>
                <a:gd name="connsiteX1003" fmla="*/ 533385 w 591813"/>
                <a:gd name="connsiteY1003" fmla="*/ 233307 h 626109"/>
                <a:gd name="connsiteX1004" fmla="*/ 532981 w 591813"/>
                <a:gd name="connsiteY1004" fmla="*/ 233667 h 626109"/>
                <a:gd name="connsiteX1005" fmla="*/ 532598 w 591813"/>
                <a:gd name="connsiteY1005" fmla="*/ 234049 h 626109"/>
                <a:gd name="connsiteX1006" fmla="*/ 532193 w 591813"/>
                <a:gd name="connsiteY1006" fmla="*/ 234409 h 626109"/>
                <a:gd name="connsiteX1007" fmla="*/ 531789 w 591813"/>
                <a:gd name="connsiteY1007" fmla="*/ 234769 h 626109"/>
                <a:gd name="connsiteX1008" fmla="*/ 531406 w 591813"/>
                <a:gd name="connsiteY1008" fmla="*/ 235151 h 626109"/>
                <a:gd name="connsiteX1009" fmla="*/ 531001 w 591813"/>
                <a:gd name="connsiteY1009" fmla="*/ 235511 h 626109"/>
                <a:gd name="connsiteX1010" fmla="*/ 530619 w 591813"/>
                <a:gd name="connsiteY1010" fmla="*/ 235893 h 626109"/>
                <a:gd name="connsiteX1011" fmla="*/ 530214 w 591813"/>
                <a:gd name="connsiteY1011" fmla="*/ 236253 h 626109"/>
                <a:gd name="connsiteX1012" fmla="*/ 529832 w 591813"/>
                <a:gd name="connsiteY1012" fmla="*/ 236635 h 626109"/>
                <a:gd name="connsiteX1013" fmla="*/ 529427 w 591813"/>
                <a:gd name="connsiteY1013" fmla="*/ 237018 h 626109"/>
                <a:gd name="connsiteX1014" fmla="*/ 529045 w 591813"/>
                <a:gd name="connsiteY1014" fmla="*/ 237400 h 626109"/>
                <a:gd name="connsiteX1015" fmla="*/ 528640 w 591813"/>
                <a:gd name="connsiteY1015" fmla="*/ 237782 h 626109"/>
                <a:gd name="connsiteX1016" fmla="*/ 528235 w 591813"/>
                <a:gd name="connsiteY1016" fmla="*/ 238165 h 626109"/>
                <a:gd name="connsiteX1017" fmla="*/ 527853 w 591813"/>
                <a:gd name="connsiteY1017" fmla="*/ 238547 h 626109"/>
                <a:gd name="connsiteX1018" fmla="*/ 527448 w 591813"/>
                <a:gd name="connsiteY1018" fmla="*/ 238929 h 626109"/>
                <a:gd name="connsiteX1019" fmla="*/ 527066 w 591813"/>
                <a:gd name="connsiteY1019" fmla="*/ 239312 h 626109"/>
                <a:gd name="connsiteX1020" fmla="*/ 526661 w 591813"/>
                <a:gd name="connsiteY1020" fmla="*/ 239694 h 626109"/>
                <a:gd name="connsiteX1021" fmla="*/ 526278 w 591813"/>
                <a:gd name="connsiteY1021" fmla="*/ 240076 h 626109"/>
                <a:gd name="connsiteX1022" fmla="*/ 525874 w 591813"/>
                <a:gd name="connsiteY1022" fmla="*/ 240481 h 626109"/>
                <a:gd name="connsiteX1023" fmla="*/ 525491 w 591813"/>
                <a:gd name="connsiteY1023" fmla="*/ 240863 h 626109"/>
                <a:gd name="connsiteX1024" fmla="*/ 525087 w 591813"/>
                <a:gd name="connsiteY1024" fmla="*/ 241246 h 626109"/>
                <a:gd name="connsiteX1025" fmla="*/ 524682 w 591813"/>
                <a:gd name="connsiteY1025" fmla="*/ 241651 h 626109"/>
                <a:gd name="connsiteX1026" fmla="*/ 524299 w 591813"/>
                <a:gd name="connsiteY1026" fmla="*/ 242033 h 626109"/>
                <a:gd name="connsiteX1027" fmla="*/ 523895 w 591813"/>
                <a:gd name="connsiteY1027" fmla="*/ 242438 h 626109"/>
                <a:gd name="connsiteX1028" fmla="*/ 523535 w 591813"/>
                <a:gd name="connsiteY1028" fmla="*/ 242842 h 626109"/>
                <a:gd name="connsiteX1029" fmla="*/ 523107 w 591813"/>
                <a:gd name="connsiteY1029" fmla="*/ 243225 h 626109"/>
                <a:gd name="connsiteX1030" fmla="*/ 522748 w 591813"/>
                <a:gd name="connsiteY1030" fmla="*/ 243630 h 626109"/>
                <a:gd name="connsiteX1031" fmla="*/ 522343 w 591813"/>
                <a:gd name="connsiteY1031" fmla="*/ 244034 h 626109"/>
                <a:gd name="connsiteX1032" fmla="*/ 521938 w 591813"/>
                <a:gd name="connsiteY1032" fmla="*/ 244439 h 626109"/>
                <a:gd name="connsiteX1033" fmla="*/ 521556 w 591813"/>
                <a:gd name="connsiteY1033" fmla="*/ 244844 h 626109"/>
                <a:gd name="connsiteX1034" fmla="*/ 521151 w 591813"/>
                <a:gd name="connsiteY1034" fmla="*/ 245249 h 626109"/>
                <a:gd name="connsiteX1035" fmla="*/ 520768 w 591813"/>
                <a:gd name="connsiteY1035" fmla="*/ 245654 h 626109"/>
                <a:gd name="connsiteX1036" fmla="*/ 520364 w 591813"/>
                <a:gd name="connsiteY1036" fmla="*/ 246058 h 626109"/>
                <a:gd name="connsiteX1037" fmla="*/ 519982 w 591813"/>
                <a:gd name="connsiteY1037" fmla="*/ 246463 h 626109"/>
                <a:gd name="connsiteX1038" fmla="*/ 519576 w 591813"/>
                <a:gd name="connsiteY1038" fmla="*/ 246868 h 626109"/>
                <a:gd name="connsiteX1039" fmla="*/ 519194 w 591813"/>
                <a:gd name="connsiteY1039" fmla="*/ 247273 h 626109"/>
                <a:gd name="connsiteX1040" fmla="*/ 518790 w 591813"/>
                <a:gd name="connsiteY1040" fmla="*/ 247678 h 626109"/>
                <a:gd name="connsiteX1041" fmla="*/ 518385 w 591813"/>
                <a:gd name="connsiteY1041" fmla="*/ 248083 h 626109"/>
                <a:gd name="connsiteX1042" fmla="*/ 518002 w 591813"/>
                <a:gd name="connsiteY1042" fmla="*/ 248487 h 626109"/>
                <a:gd name="connsiteX1043" fmla="*/ 517598 w 591813"/>
                <a:gd name="connsiteY1043" fmla="*/ 248915 h 626109"/>
                <a:gd name="connsiteX1044" fmla="*/ 517215 w 591813"/>
                <a:gd name="connsiteY1044" fmla="*/ 249319 h 626109"/>
                <a:gd name="connsiteX1045" fmla="*/ 516810 w 591813"/>
                <a:gd name="connsiteY1045" fmla="*/ 249747 h 626109"/>
                <a:gd name="connsiteX1046" fmla="*/ 516428 w 591813"/>
                <a:gd name="connsiteY1046" fmla="*/ 250152 h 626109"/>
                <a:gd name="connsiteX1047" fmla="*/ 516023 w 591813"/>
                <a:gd name="connsiteY1047" fmla="*/ 250579 h 626109"/>
                <a:gd name="connsiteX1048" fmla="*/ 515641 w 591813"/>
                <a:gd name="connsiteY1048" fmla="*/ 251006 h 626109"/>
                <a:gd name="connsiteX1049" fmla="*/ 515236 w 591813"/>
                <a:gd name="connsiteY1049" fmla="*/ 251433 h 626109"/>
                <a:gd name="connsiteX1050" fmla="*/ 514831 w 591813"/>
                <a:gd name="connsiteY1050" fmla="*/ 251861 h 626109"/>
                <a:gd name="connsiteX1051" fmla="*/ 514449 w 591813"/>
                <a:gd name="connsiteY1051" fmla="*/ 252288 h 626109"/>
                <a:gd name="connsiteX1052" fmla="*/ 514044 w 591813"/>
                <a:gd name="connsiteY1052" fmla="*/ 252715 h 626109"/>
                <a:gd name="connsiteX1053" fmla="*/ 513662 w 591813"/>
                <a:gd name="connsiteY1053" fmla="*/ 253143 h 626109"/>
                <a:gd name="connsiteX1054" fmla="*/ 513257 w 591813"/>
                <a:gd name="connsiteY1054" fmla="*/ 253570 h 626109"/>
                <a:gd name="connsiteX1055" fmla="*/ 512875 w 591813"/>
                <a:gd name="connsiteY1055" fmla="*/ 254020 h 626109"/>
                <a:gd name="connsiteX1056" fmla="*/ 512470 w 591813"/>
                <a:gd name="connsiteY1056" fmla="*/ 254447 h 626109"/>
                <a:gd name="connsiteX1057" fmla="*/ 512088 w 591813"/>
                <a:gd name="connsiteY1057" fmla="*/ 254874 h 626109"/>
                <a:gd name="connsiteX1058" fmla="*/ 511683 w 591813"/>
                <a:gd name="connsiteY1058" fmla="*/ 255324 h 626109"/>
                <a:gd name="connsiteX1059" fmla="*/ 511278 w 591813"/>
                <a:gd name="connsiteY1059" fmla="*/ 255751 h 626109"/>
                <a:gd name="connsiteX1060" fmla="*/ 510896 w 591813"/>
                <a:gd name="connsiteY1060" fmla="*/ 256201 h 626109"/>
                <a:gd name="connsiteX1061" fmla="*/ 510491 w 591813"/>
                <a:gd name="connsiteY1061" fmla="*/ 256629 h 626109"/>
                <a:gd name="connsiteX1062" fmla="*/ 510108 w 591813"/>
                <a:gd name="connsiteY1062" fmla="*/ 257078 h 626109"/>
                <a:gd name="connsiteX1063" fmla="*/ 509704 w 591813"/>
                <a:gd name="connsiteY1063" fmla="*/ 257528 h 626109"/>
                <a:gd name="connsiteX1064" fmla="*/ 509322 w 591813"/>
                <a:gd name="connsiteY1064" fmla="*/ 257978 h 626109"/>
                <a:gd name="connsiteX1065" fmla="*/ 508916 w 591813"/>
                <a:gd name="connsiteY1065" fmla="*/ 258428 h 626109"/>
                <a:gd name="connsiteX1066" fmla="*/ 508534 w 591813"/>
                <a:gd name="connsiteY1066" fmla="*/ 258878 h 626109"/>
                <a:gd name="connsiteX1067" fmla="*/ 508130 w 591813"/>
                <a:gd name="connsiteY1067" fmla="*/ 259327 h 626109"/>
                <a:gd name="connsiteX1068" fmla="*/ 507724 w 591813"/>
                <a:gd name="connsiteY1068" fmla="*/ 259777 h 626109"/>
                <a:gd name="connsiteX1069" fmla="*/ 507342 w 591813"/>
                <a:gd name="connsiteY1069" fmla="*/ 260227 h 626109"/>
                <a:gd name="connsiteX1070" fmla="*/ 506938 w 591813"/>
                <a:gd name="connsiteY1070" fmla="*/ 260677 h 626109"/>
                <a:gd name="connsiteX1071" fmla="*/ 506555 w 591813"/>
                <a:gd name="connsiteY1071" fmla="*/ 261127 h 626109"/>
                <a:gd name="connsiteX1072" fmla="*/ 506150 w 591813"/>
                <a:gd name="connsiteY1072" fmla="*/ 261576 h 626109"/>
                <a:gd name="connsiteX1073" fmla="*/ 505768 w 591813"/>
                <a:gd name="connsiteY1073" fmla="*/ 262026 h 626109"/>
                <a:gd name="connsiteX1074" fmla="*/ 505363 w 591813"/>
                <a:gd name="connsiteY1074" fmla="*/ 262476 h 626109"/>
                <a:gd name="connsiteX1075" fmla="*/ 504958 w 591813"/>
                <a:gd name="connsiteY1075" fmla="*/ 262948 h 626109"/>
                <a:gd name="connsiteX1076" fmla="*/ 504576 w 591813"/>
                <a:gd name="connsiteY1076" fmla="*/ 263398 h 626109"/>
                <a:gd name="connsiteX1077" fmla="*/ 504171 w 591813"/>
                <a:gd name="connsiteY1077" fmla="*/ 263848 h 626109"/>
                <a:gd name="connsiteX1078" fmla="*/ 503789 w 591813"/>
                <a:gd name="connsiteY1078" fmla="*/ 264298 h 626109"/>
                <a:gd name="connsiteX1079" fmla="*/ 503384 w 591813"/>
                <a:gd name="connsiteY1079" fmla="*/ 264747 h 626109"/>
                <a:gd name="connsiteX1080" fmla="*/ 503002 w 591813"/>
                <a:gd name="connsiteY1080" fmla="*/ 265197 h 626109"/>
                <a:gd name="connsiteX1081" fmla="*/ 502597 w 591813"/>
                <a:gd name="connsiteY1081" fmla="*/ 265669 h 626109"/>
                <a:gd name="connsiteX1082" fmla="*/ 502214 w 591813"/>
                <a:gd name="connsiteY1082" fmla="*/ 266119 h 626109"/>
                <a:gd name="connsiteX1083" fmla="*/ 501810 w 591813"/>
                <a:gd name="connsiteY1083" fmla="*/ 266569 h 626109"/>
                <a:gd name="connsiteX1084" fmla="*/ 501405 w 591813"/>
                <a:gd name="connsiteY1084" fmla="*/ 267041 h 626109"/>
                <a:gd name="connsiteX1085" fmla="*/ 501022 w 591813"/>
                <a:gd name="connsiteY1085" fmla="*/ 267491 h 626109"/>
                <a:gd name="connsiteX1086" fmla="*/ 500618 w 591813"/>
                <a:gd name="connsiteY1086" fmla="*/ 267963 h 626109"/>
                <a:gd name="connsiteX1087" fmla="*/ 500236 w 591813"/>
                <a:gd name="connsiteY1087" fmla="*/ 268413 h 626109"/>
                <a:gd name="connsiteX1088" fmla="*/ 499831 w 591813"/>
                <a:gd name="connsiteY1088" fmla="*/ 268885 h 626109"/>
                <a:gd name="connsiteX1089" fmla="*/ 499448 w 591813"/>
                <a:gd name="connsiteY1089" fmla="*/ 269358 h 626109"/>
                <a:gd name="connsiteX1090" fmla="*/ 499044 w 591813"/>
                <a:gd name="connsiteY1090" fmla="*/ 269830 h 626109"/>
                <a:gd name="connsiteX1091" fmla="*/ 498662 w 591813"/>
                <a:gd name="connsiteY1091" fmla="*/ 270302 h 626109"/>
                <a:gd name="connsiteX1092" fmla="*/ 498256 w 591813"/>
                <a:gd name="connsiteY1092" fmla="*/ 270775 h 626109"/>
                <a:gd name="connsiteX1093" fmla="*/ 497852 w 591813"/>
                <a:gd name="connsiteY1093" fmla="*/ 271247 h 626109"/>
                <a:gd name="connsiteX1094" fmla="*/ 497469 w 591813"/>
                <a:gd name="connsiteY1094" fmla="*/ 271719 h 626109"/>
                <a:gd name="connsiteX1095" fmla="*/ 497064 w 591813"/>
                <a:gd name="connsiteY1095" fmla="*/ 272214 h 626109"/>
                <a:gd name="connsiteX1096" fmla="*/ 496682 w 591813"/>
                <a:gd name="connsiteY1096" fmla="*/ 272686 h 626109"/>
                <a:gd name="connsiteX1097" fmla="*/ 496277 w 591813"/>
                <a:gd name="connsiteY1097" fmla="*/ 273158 h 626109"/>
                <a:gd name="connsiteX1098" fmla="*/ 495895 w 591813"/>
                <a:gd name="connsiteY1098" fmla="*/ 273631 h 626109"/>
                <a:gd name="connsiteX1099" fmla="*/ 495490 w 591813"/>
                <a:gd name="connsiteY1099" fmla="*/ 274125 h 626109"/>
                <a:gd name="connsiteX1100" fmla="*/ 495108 w 591813"/>
                <a:gd name="connsiteY1100" fmla="*/ 274598 h 626109"/>
                <a:gd name="connsiteX1101" fmla="*/ 494703 w 591813"/>
                <a:gd name="connsiteY1101" fmla="*/ 275070 h 626109"/>
                <a:gd name="connsiteX1102" fmla="*/ 494298 w 591813"/>
                <a:gd name="connsiteY1102" fmla="*/ 275565 h 626109"/>
                <a:gd name="connsiteX1103" fmla="*/ 493916 w 591813"/>
                <a:gd name="connsiteY1103" fmla="*/ 276037 h 626109"/>
                <a:gd name="connsiteX1104" fmla="*/ 493511 w 591813"/>
                <a:gd name="connsiteY1104" fmla="*/ 276532 h 626109"/>
                <a:gd name="connsiteX1105" fmla="*/ 493129 w 591813"/>
                <a:gd name="connsiteY1105" fmla="*/ 277004 h 626109"/>
                <a:gd name="connsiteX1106" fmla="*/ 492724 w 591813"/>
                <a:gd name="connsiteY1106" fmla="*/ 277499 h 626109"/>
                <a:gd name="connsiteX1107" fmla="*/ 492342 w 591813"/>
                <a:gd name="connsiteY1107" fmla="*/ 277971 h 626109"/>
                <a:gd name="connsiteX1108" fmla="*/ 491937 w 591813"/>
                <a:gd name="connsiteY1108" fmla="*/ 278466 h 626109"/>
                <a:gd name="connsiteX1109" fmla="*/ 491532 w 591813"/>
                <a:gd name="connsiteY1109" fmla="*/ 278961 h 626109"/>
                <a:gd name="connsiteX1110" fmla="*/ 491150 w 591813"/>
                <a:gd name="connsiteY1110" fmla="*/ 279433 h 626109"/>
                <a:gd name="connsiteX1111" fmla="*/ 490745 w 591813"/>
                <a:gd name="connsiteY1111" fmla="*/ 279928 h 626109"/>
                <a:gd name="connsiteX1112" fmla="*/ 490362 w 591813"/>
                <a:gd name="connsiteY1112" fmla="*/ 280423 h 626109"/>
                <a:gd name="connsiteX1113" fmla="*/ 489958 w 591813"/>
                <a:gd name="connsiteY1113" fmla="*/ 280895 h 626109"/>
                <a:gd name="connsiteX1114" fmla="*/ 489576 w 591813"/>
                <a:gd name="connsiteY1114" fmla="*/ 281390 h 626109"/>
                <a:gd name="connsiteX1115" fmla="*/ 489170 w 591813"/>
                <a:gd name="connsiteY1115" fmla="*/ 281884 h 626109"/>
                <a:gd name="connsiteX1116" fmla="*/ 488788 w 591813"/>
                <a:gd name="connsiteY1116" fmla="*/ 282357 h 626109"/>
                <a:gd name="connsiteX1117" fmla="*/ 488384 w 591813"/>
                <a:gd name="connsiteY1117" fmla="*/ 282851 h 626109"/>
                <a:gd name="connsiteX1118" fmla="*/ 487979 w 591813"/>
                <a:gd name="connsiteY1118" fmla="*/ 283346 h 626109"/>
                <a:gd name="connsiteX1119" fmla="*/ 487596 w 591813"/>
                <a:gd name="connsiteY1119" fmla="*/ 283819 h 626109"/>
                <a:gd name="connsiteX1120" fmla="*/ 487192 w 591813"/>
                <a:gd name="connsiteY1120" fmla="*/ 284313 h 626109"/>
                <a:gd name="connsiteX1121" fmla="*/ 486809 w 591813"/>
                <a:gd name="connsiteY1121" fmla="*/ 284808 h 626109"/>
                <a:gd name="connsiteX1122" fmla="*/ 486404 w 591813"/>
                <a:gd name="connsiteY1122" fmla="*/ 285303 h 626109"/>
                <a:gd name="connsiteX1123" fmla="*/ 486022 w 591813"/>
                <a:gd name="connsiteY1123" fmla="*/ 285798 h 626109"/>
                <a:gd name="connsiteX1124" fmla="*/ 485617 w 591813"/>
                <a:gd name="connsiteY1124" fmla="*/ 286270 h 626109"/>
                <a:gd name="connsiteX1125" fmla="*/ 485235 w 591813"/>
                <a:gd name="connsiteY1125" fmla="*/ 286765 h 626109"/>
                <a:gd name="connsiteX1126" fmla="*/ 484830 w 591813"/>
                <a:gd name="connsiteY1126" fmla="*/ 287259 h 626109"/>
                <a:gd name="connsiteX1127" fmla="*/ 484425 w 591813"/>
                <a:gd name="connsiteY1127" fmla="*/ 287754 h 626109"/>
                <a:gd name="connsiteX1128" fmla="*/ 484043 w 591813"/>
                <a:gd name="connsiteY1128" fmla="*/ 288226 h 626109"/>
                <a:gd name="connsiteX1129" fmla="*/ 483638 w 591813"/>
                <a:gd name="connsiteY1129" fmla="*/ 288721 h 626109"/>
                <a:gd name="connsiteX1130" fmla="*/ 483256 w 591813"/>
                <a:gd name="connsiteY1130" fmla="*/ 289216 h 626109"/>
                <a:gd name="connsiteX1131" fmla="*/ 482851 w 591813"/>
                <a:gd name="connsiteY1131" fmla="*/ 289688 h 626109"/>
                <a:gd name="connsiteX1132" fmla="*/ 482469 w 591813"/>
                <a:gd name="connsiteY1132" fmla="*/ 290183 h 626109"/>
                <a:gd name="connsiteX1133" fmla="*/ 482064 w 591813"/>
                <a:gd name="connsiteY1133" fmla="*/ 290678 h 626109"/>
                <a:gd name="connsiteX1134" fmla="*/ 481682 w 591813"/>
                <a:gd name="connsiteY1134" fmla="*/ 291173 h 626109"/>
                <a:gd name="connsiteX1135" fmla="*/ 481277 w 591813"/>
                <a:gd name="connsiteY1135" fmla="*/ 291645 h 626109"/>
                <a:gd name="connsiteX1136" fmla="*/ 480872 w 591813"/>
                <a:gd name="connsiteY1136" fmla="*/ 292140 h 626109"/>
                <a:gd name="connsiteX1137" fmla="*/ 480490 w 591813"/>
                <a:gd name="connsiteY1137" fmla="*/ 292634 h 626109"/>
                <a:gd name="connsiteX1138" fmla="*/ 480085 w 591813"/>
                <a:gd name="connsiteY1138" fmla="*/ 293107 h 626109"/>
                <a:gd name="connsiteX1139" fmla="*/ 479702 w 591813"/>
                <a:gd name="connsiteY1139" fmla="*/ 293601 h 626109"/>
                <a:gd name="connsiteX1140" fmla="*/ 479298 w 591813"/>
                <a:gd name="connsiteY1140" fmla="*/ 294074 h 626109"/>
                <a:gd name="connsiteX1141" fmla="*/ 478916 w 591813"/>
                <a:gd name="connsiteY1141" fmla="*/ 294569 h 626109"/>
                <a:gd name="connsiteX1142" fmla="*/ 478510 w 591813"/>
                <a:gd name="connsiteY1142" fmla="*/ 295063 h 626109"/>
                <a:gd name="connsiteX1143" fmla="*/ 478128 w 591813"/>
                <a:gd name="connsiteY1143" fmla="*/ 295558 h 626109"/>
                <a:gd name="connsiteX1144" fmla="*/ 477724 w 591813"/>
                <a:gd name="connsiteY1144" fmla="*/ 296053 h 626109"/>
                <a:gd name="connsiteX1145" fmla="*/ 477319 w 591813"/>
                <a:gd name="connsiteY1145" fmla="*/ 296548 h 626109"/>
                <a:gd name="connsiteX1146" fmla="*/ 476936 w 591813"/>
                <a:gd name="connsiteY1146" fmla="*/ 297042 h 626109"/>
                <a:gd name="connsiteX1147" fmla="*/ 476532 w 591813"/>
                <a:gd name="connsiteY1147" fmla="*/ 297537 h 626109"/>
                <a:gd name="connsiteX1148" fmla="*/ 476149 w 591813"/>
                <a:gd name="connsiteY1148" fmla="*/ 298032 h 626109"/>
                <a:gd name="connsiteX1149" fmla="*/ 475744 w 591813"/>
                <a:gd name="connsiteY1149" fmla="*/ 298549 h 626109"/>
                <a:gd name="connsiteX1150" fmla="*/ 475362 w 591813"/>
                <a:gd name="connsiteY1150" fmla="*/ 299044 h 626109"/>
                <a:gd name="connsiteX1151" fmla="*/ 474957 w 591813"/>
                <a:gd name="connsiteY1151" fmla="*/ 299561 h 626109"/>
                <a:gd name="connsiteX1152" fmla="*/ 474552 w 591813"/>
                <a:gd name="connsiteY1152" fmla="*/ 300078 h 626109"/>
                <a:gd name="connsiteX1153" fmla="*/ 474170 w 591813"/>
                <a:gd name="connsiteY1153" fmla="*/ 300573 h 626109"/>
                <a:gd name="connsiteX1154" fmla="*/ 473765 w 591813"/>
                <a:gd name="connsiteY1154" fmla="*/ 301091 h 626109"/>
                <a:gd name="connsiteX1155" fmla="*/ 473383 w 591813"/>
                <a:gd name="connsiteY1155" fmla="*/ 301608 h 626109"/>
                <a:gd name="connsiteX1156" fmla="*/ 472978 w 591813"/>
                <a:gd name="connsiteY1156" fmla="*/ 302125 h 626109"/>
                <a:gd name="connsiteX1157" fmla="*/ 472596 w 591813"/>
                <a:gd name="connsiteY1157" fmla="*/ 302665 h 626109"/>
                <a:gd name="connsiteX1158" fmla="*/ 472191 w 591813"/>
                <a:gd name="connsiteY1158" fmla="*/ 303182 h 626109"/>
                <a:gd name="connsiteX1159" fmla="*/ 471809 w 591813"/>
                <a:gd name="connsiteY1159" fmla="*/ 303699 h 626109"/>
                <a:gd name="connsiteX1160" fmla="*/ 471404 w 591813"/>
                <a:gd name="connsiteY1160" fmla="*/ 304239 h 626109"/>
                <a:gd name="connsiteX1161" fmla="*/ 470999 w 591813"/>
                <a:gd name="connsiteY1161" fmla="*/ 304756 h 626109"/>
                <a:gd name="connsiteX1162" fmla="*/ 470617 w 591813"/>
                <a:gd name="connsiteY1162" fmla="*/ 305296 h 626109"/>
                <a:gd name="connsiteX1163" fmla="*/ 470212 w 591813"/>
                <a:gd name="connsiteY1163" fmla="*/ 305836 h 626109"/>
                <a:gd name="connsiteX1164" fmla="*/ 469830 w 591813"/>
                <a:gd name="connsiteY1164" fmla="*/ 306376 h 626109"/>
                <a:gd name="connsiteX1165" fmla="*/ 469425 w 591813"/>
                <a:gd name="connsiteY1165" fmla="*/ 306893 h 626109"/>
                <a:gd name="connsiteX1166" fmla="*/ 469042 w 591813"/>
                <a:gd name="connsiteY1166" fmla="*/ 307433 h 626109"/>
                <a:gd name="connsiteX1167" fmla="*/ 468638 w 591813"/>
                <a:gd name="connsiteY1167" fmla="*/ 307995 h 626109"/>
                <a:gd name="connsiteX1168" fmla="*/ 468256 w 591813"/>
                <a:gd name="connsiteY1168" fmla="*/ 308535 h 626109"/>
                <a:gd name="connsiteX1169" fmla="*/ 467850 w 591813"/>
                <a:gd name="connsiteY1169" fmla="*/ 309074 h 626109"/>
                <a:gd name="connsiteX1170" fmla="*/ 467446 w 591813"/>
                <a:gd name="connsiteY1170" fmla="*/ 309614 h 626109"/>
                <a:gd name="connsiteX1171" fmla="*/ 467064 w 591813"/>
                <a:gd name="connsiteY1171" fmla="*/ 310176 h 626109"/>
                <a:gd name="connsiteX1172" fmla="*/ 466659 w 591813"/>
                <a:gd name="connsiteY1172" fmla="*/ 310716 h 626109"/>
                <a:gd name="connsiteX1173" fmla="*/ 466276 w 591813"/>
                <a:gd name="connsiteY1173" fmla="*/ 311278 h 626109"/>
                <a:gd name="connsiteX1174" fmla="*/ 465872 w 591813"/>
                <a:gd name="connsiteY1174" fmla="*/ 311818 h 626109"/>
                <a:gd name="connsiteX1175" fmla="*/ 465489 w 591813"/>
                <a:gd name="connsiteY1175" fmla="*/ 312380 h 626109"/>
                <a:gd name="connsiteX1176" fmla="*/ 465084 w 591813"/>
                <a:gd name="connsiteY1176" fmla="*/ 312943 h 626109"/>
                <a:gd name="connsiteX1177" fmla="*/ 464702 w 591813"/>
                <a:gd name="connsiteY1177" fmla="*/ 313482 h 626109"/>
                <a:gd name="connsiteX1178" fmla="*/ 464297 w 591813"/>
                <a:gd name="connsiteY1178" fmla="*/ 314044 h 626109"/>
                <a:gd name="connsiteX1179" fmla="*/ 463892 w 591813"/>
                <a:gd name="connsiteY1179" fmla="*/ 314607 h 626109"/>
                <a:gd name="connsiteX1180" fmla="*/ 463510 w 591813"/>
                <a:gd name="connsiteY1180" fmla="*/ 315169 h 626109"/>
                <a:gd name="connsiteX1181" fmla="*/ 463105 w 591813"/>
                <a:gd name="connsiteY1181" fmla="*/ 315731 h 626109"/>
                <a:gd name="connsiteX1182" fmla="*/ 462723 w 591813"/>
                <a:gd name="connsiteY1182" fmla="*/ 316293 h 626109"/>
                <a:gd name="connsiteX1183" fmla="*/ 462318 w 591813"/>
                <a:gd name="connsiteY1183" fmla="*/ 316856 h 626109"/>
                <a:gd name="connsiteX1184" fmla="*/ 461936 w 591813"/>
                <a:gd name="connsiteY1184" fmla="*/ 317418 h 626109"/>
                <a:gd name="connsiteX1185" fmla="*/ 461531 w 591813"/>
                <a:gd name="connsiteY1185" fmla="*/ 317980 h 626109"/>
                <a:gd name="connsiteX1186" fmla="*/ 461126 w 591813"/>
                <a:gd name="connsiteY1186" fmla="*/ 318542 h 626109"/>
                <a:gd name="connsiteX1187" fmla="*/ 460744 w 591813"/>
                <a:gd name="connsiteY1187" fmla="*/ 319105 h 626109"/>
                <a:gd name="connsiteX1188" fmla="*/ 460339 w 591813"/>
                <a:gd name="connsiteY1188" fmla="*/ 319667 h 626109"/>
                <a:gd name="connsiteX1189" fmla="*/ 459956 w 591813"/>
                <a:gd name="connsiteY1189" fmla="*/ 320229 h 626109"/>
                <a:gd name="connsiteX1190" fmla="*/ 459552 w 591813"/>
                <a:gd name="connsiteY1190" fmla="*/ 320791 h 626109"/>
                <a:gd name="connsiteX1191" fmla="*/ 459170 w 591813"/>
                <a:gd name="connsiteY1191" fmla="*/ 321354 h 626109"/>
                <a:gd name="connsiteX1192" fmla="*/ 458765 w 591813"/>
                <a:gd name="connsiteY1192" fmla="*/ 321916 h 626109"/>
                <a:gd name="connsiteX1193" fmla="*/ 458382 w 591813"/>
                <a:gd name="connsiteY1193" fmla="*/ 322478 h 626109"/>
                <a:gd name="connsiteX1194" fmla="*/ 457978 w 591813"/>
                <a:gd name="connsiteY1194" fmla="*/ 323040 h 626109"/>
                <a:gd name="connsiteX1195" fmla="*/ 457573 w 591813"/>
                <a:gd name="connsiteY1195" fmla="*/ 323603 h 626109"/>
                <a:gd name="connsiteX1196" fmla="*/ 457190 w 591813"/>
                <a:gd name="connsiteY1196" fmla="*/ 324165 h 626109"/>
                <a:gd name="connsiteX1197" fmla="*/ 456786 w 591813"/>
                <a:gd name="connsiteY1197" fmla="*/ 324727 h 626109"/>
                <a:gd name="connsiteX1198" fmla="*/ 456403 w 591813"/>
                <a:gd name="connsiteY1198" fmla="*/ 325312 h 626109"/>
                <a:gd name="connsiteX1199" fmla="*/ 455998 w 591813"/>
                <a:gd name="connsiteY1199" fmla="*/ 325874 h 626109"/>
                <a:gd name="connsiteX1200" fmla="*/ 455616 w 591813"/>
                <a:gd name="connsiteY1200" fmla="*/ 326436 h 626109"/>
                <a:gd name="connsiteX1201" fmla="*/ 455211 w 591813"/>
                <a:gd name="connsiteY1201" fmla="*/ 326999 h 626109"/>
                <a:gd name="connsiteX1202" fmla="*/ 454829 w 591813"/>
                <a:gd name="connsiteY1202" fmla="*/ 327561 h 626109"/>
                <a:gd name="connsiteX1203" fmla="*/ 454424 w 591813"/>
                <a:gd name="connsiteY1203" fmla="*/ 328145 h 626109"/>
                <a:gd name="connsiteX1204" fmla="*/ 454019 w 591813"/>
                <a:gd name="connsiteY1204" fmla="*/ 328708 h 626109"/>
                <a:gd name="connsiteX1205" fmla="*/ 453637 w 591813"/>
                <a:gd name="connsiteY1205" fmla="*/ 329270 h 626109"/>
                <a:gd name="connsiteX1206" fmla="*/ 453232 w 591813"/>
                <a:gd name="connsiteY1206" fmla="*/ 329855 h 626109"/>
                <a:gd name="connsiteX1207" fmla="*/ 452850 w 591813"/>
                <a:gd name="connsiteY1207" fmla="*/ 330417 h 626109"/>
                <a:gd name="connsiteX1208" fmla="*/ 452445 w 591813"/>
                <a:gd name="connsiteY1208" fmla="*/ 330979 h 626109"/>
                <a:gd name="connsiteX1209" fmla="*/ 452063 w 591813"/>
                <a:gd name="connsiteY1209" fmla="*/ 331541 h 626109"/>
                <a:gd name="connsiteX1210" fmla="*/ 451658 w 591813"/>
                <a:gd name="connsiteY1210" fmla="*/ 332104 h 626109"/>
                <a:gd name="connsiteX1211" fmla="*/ 451276 w 591813"/>
                <a:gd name="connsiteY1211" fmla="*/ 332688 h 626109"/>
                <a:gd name="connsiteX1212" fmla="*/ 450871 w 591813"/>
                <a:gd name="connsiteY1212" fmla="*/ 333251 h 626109"/>
                <a:gd name="connsiteX1213" fmla="*/ 450466 w 591813"/>
                <a:gd name="connsiteY1213" fmla="*/ 333813 h 626109"/>
                <a:gd name="connsiteX1214" fmla="*/ 450084 w 591813"/>
                <a:gd name="connsiteY1214" fmla="*/ 334375 h 626109"/>
                <a:gd name="connsiteX1215" fmla="*/ 449679 w 591813"/>
                <a:gd name="connsiteY1215" fmla="*/ 334937 h 626109"/>
                <a:gd name="connsiteX1216" fmla="*/ 449296 w 591813"/>
                <a:gd name="connsiteY1216" fmla="*/ 335522 h 626109"/>
                <a:gd name="connsiteX1217" fmla="*/ 448892 w 591813"/>
                <a:gd name="connsiteY1217" fmla="*/ 336084 h 626109"/>
                <a:gd name="connsiteX1218" fmla="*/ 448510 w 591813"/>
                <a:gd name="connsiteY1218" fmla="*/ 336669 h 626109"/>
                <a:gd name="connsiteX1219" fmla="*/ 448105 w 591813"/>
                <a:gd name="connsiteY1219" fmla="*/ 337231 h 626109"/>
                <a:gd name="connsiteX1220" fmla="*/ 447722 w 591813"/>
                <a:gd name="connsiteY1220" fmla="*/ 337816 h 626109"/>
                <a:gd name="connsiteX1221" fmla="*/ 447318 w 591813"/>
                <a:gd name="connsiteY1221" fmla="*/ 338401 h 626109"/>
                <a:gd name="connsiteX1222" fmla="*/ 446913 w 591813"/>
                <a:gd name="connsiteY1222" fmla="*/ 338985 h 626109"/>
                <a:gd name="connsiteX1223" fmla="*/ 446530 w 591813"/>
                <a:gd name="connsiteY1223" fmla="*/ 339548 h 626109"/>
                <a:gd name="connsiteX1224" fmla="*/ 446126 w 591813"/>
                <a:gd name="connsiteY1224" fmla="*/ 340132 h 626109"/>
                <a:gd name="connsiteX1225" fmla="*/ 445743 w 591813"/>
                <a:gd name="connsiteY1225" fmla="*/ 340717 h 626109"/>
                <a:gd name="connsiteX1226" fmla="*/ 445338 w 591813"/>
                <a:gd name="connsiteY1226" fmla="*/ 341302 h 626109"/>
                <a:gd name="connsiteX1227" fmla="*/ 444956 w 591813"/>
                <a:gd name="connsiteY1227" fmla="*/ 341887 h 626109"/>
                <a:gd name="connsiteX1228" fmla="*/ 444551 w 591813"/>
                <a:gd name="connsiteY1228" fmla="*/ 342471 h 626109"/>
                <a:gd name="connsiteX1229" fmla="*/ 444147 w 591813"/>
                <a:gd name="connsiteY1229" fmla="*/ 343056 h 626109"/>
                <a:gd name="connsiteX1230" fmla="*/ 443764 w 591813"/>
                <a:gd name="connsiteY1230" fmla="*/ 343641 h 626109"/>
                <a:gd name="connsiteX1231" fmla="*/ 443359 w 591813"/>
                <a:gd name="connsiteY1231" fmla="*/ 344226 h 626109"/>
                <a:gd name="connsiteX1232" fmla="*/ 442977 w 591813"/>
                <a:gd name="connsiteY1232" fmla="*/ 344833 h 626109"/>
                <a:gd name="connsiteX1233" fmla="*/ 442572 w 591813"/>
                <a:gd name="connsiteY1233" fmla="*/ 345417 h 626109"/>
                <a:gd name="connsiteX1234" fmla="*/ 442190 w 591813"/>
                <a:gd name="connsiteY1234" fmla="*/ 346025 h 626109"/>
                <a:gd name="connsiteX1235" fmla="*/ 441785 w 591813"/>
                <a:gd name="connsiteY1235" fmla="*/ 346632 h 626109"/>
                <a:gd name="connsiteX1236" fmla="*/ 441403 w 591813"/>
                <a:gd name="connsiteY1236" fmla="*/ 347217 h 626109"/>
                <a:gd name="connsiteX1237" fmla="*/ 440998 w 591813"/>
                <a:gd name="connsiteY1237" fmla="*/ 347824 h 626109"/>
                <a:gd name="connsiteX1238" fmla="*/ 440593 w 591813"/>
                <a:gd name="connsiteY1238" fmla="*/ 348431 h 626109"/>
                <a:gd name="connsiteX1239" fmla="*/ 440211 w 591813"/>
                <a:gd name="connsiteY1239" fmla="*/ 349038 h 626109"/>
                <a:gd name="connsiteX1240" fmla="*/ 439806 w 591813"/>
                <a:gd name="connsiteY1240" fmla="*/ 349645 h 626109"/>
                <a:gd name="connsiteX1241" fmla="*/ 439424 w 591813"/>
                <a:gd name="connsiteY1241" fmla="*/ 350253 h 626109"/>
                <a:gd name="connsiteX1242" fmla="*/ 439019 w 591813"/>
                <a:gd name="connsiteY1242" fmla="*/ 350860 h 626109"/>
                <a:gd name="connsiteX1243" fmla="*/ 438636 w 591813"/>
                <a:gd name="connsiteY1243" fmla="*/ 351490 h 626109"/>
                <a:gd name="connsiteX1244" fmla="*/ 438232 w 591813"/>
                <a:gd name="connsiteY1244" fmla="*/ 352097 h 626109"/>
                <a:gd name="connsiteX1245" fmla="*/ 437850 w 591813"/>
                <a:gd name="connsiteY1245" fmla="*/ 352727 h 626109"/>
                <a:gd name="connsiteX1246" fmla="*/ 437444 w 591813"/>
                <a:gd name="connsiteY1246" fmla="*/ 353334 h 626109"/>
                <a:gd name="connsiteX1247" fmla="*/ 437040 w 591813"/>
                <a:gd name="connsiteY1247" fmla="*/ 353963 h 626109"/>
                <a:gd name="connsiteX1248" fmla="*/ 436658 w 591813"/>
                <a:gd name="connsiteY1248" fmla="*/ 354593 h 626109"/>
                <a:gd name="connsiteX1249" fmla="*/ 436253 w 591813"/>
                <a:gd name="connsiteY1249" fmla="*/ 355223 h 626109"/>
                <a:gd name="connsiteX1250" fmla="*/ 435870 w 591813"/>
                <a:gd name="connsiteY1250" fmla="*/ 355853 h 626109"/>
                <a:gd name="connsiteX1251" fmla="*/ 435466 w 591813"/>
                <a:gd name="connsiteY1251" fmla="*/ 356482 h 626109"/>
                <a:gd name="connsiteX1252" fmla="*/ 435083 w 591813"/>
                <a:gd name="connsiteY1252" fmla="*/ 357135 h 626109"/>
                <a:gd name="connsiteX1253" fmla="*/ 434678 w 591813"/>
                <a:gd name="connsiteY1253" fmla="*/ 357764 h 626109"/>
                <a:gd name="connsiteX1254" fmla="*/ 434296 w 591813"/>
                <a:gd name="connsiteY1254" fmla="*/ 358394 h 626109"/>
                <a:gd name="connsiteX1255" fmla="*/ 433891 w 591813"/>
                <a:gd name="connsiteY1255" fmla="*/ 359024 h 626109"/>
                <a:gd name="connsiteX1256" fmla="*/ 433487 w 591813"/>
                <a:gd name="connsiteY1256" fmla="*/ 359653 h 626109"/>
                <a:gd name="connsiteX1257" fmla="*/ 433104 w 591813"/>
                <a:gd name="connsiteY1257" fmla="*/ 360306 h 626109"/>
                <a:gd name="connsiteX1258" fmla="*/ 432699 w 591813"/>
                <a:gd name="connsiteY1258" fmla="*/ 360935 h 626109"/>
                <a:gd name="connsiteX1259" fmla="*/ 432317 w 591813"/>
                <a:gd name="connsiteY1259" fmla="*/ 361565 h 626109"/>
                <a:gd name="connsiteX1260" fmla="*/ 431912 w 591813"/>
                <a:gd name="connsiteY1260" fmla="*/ 362195 h 626109"/>
                <a:gd name="connsiteX1261" fmla="*/ 431530 w 591813"/>
                <a:gd name="connsiteY1261" fmla="*/ 362824 h 626109"/>
                <a:gd name="connsiteX1262" fmla="*/ 431125 w 591813"/>
                <a:gd name="connsiteY1262" fmla="*/ 363454 h 626109"/>
                <a:gd name="connsiteX1263" fmla="*/ 430720 w 591813"/>
                <a:gd name="connsiteY1263" fmla="*/ 364084 h 626109"/>
                <a:gd name="connsiteX1264" fmla="*/ 430338 w 591813"/>
                <a:gd name="connsiteY1264" fmla="*/ 364714 h 626109"/>
                <a:gd name="connsiteX1265" fmla="*/ 429933 w 591813"/>
                <a:gd name="connsiteY1265" fmla="*/ 365343 h 626109"/>
                <a:gd name="connsiteX1266" fmla="*/ 429551 w 591813"/>
                <a:gd name="connsiteY1266" fmla="*/ 365973 h 626109"/>
                <a:gd name="connsiteX1267" fmla="*/ 429146 w 591813"/>
                <a:gd name="connsiteY1267" fmla="*/ 366603 h 626109"/>
                <a:gd name="connsiteX1268" fmla="*/ 428764 w 591813"/>
                <a:gd name="connsiteY1268" fmla="*/ 367232 h 626109"/>
                <a:gd name="connsiteX1269" fmla="*/ 428359 w 591813"/>
                <a:gd name="connsiteY1269" fmla="*/ 367862 h 626109"/>
                <a:gd name="connsiteX1270" fmla="*/ 427976 w 591813"/>
                <a:gd name="connsiteY1270" fmla="*/ 368492 h 626109"/>
                <a:gd name="connsiteX1271" fmla="*/ 427572 w 591813"/>
                <a:gd name="connsiteY1271" fmla="*/ 369121 h 626109"/>
                <a:gd name="connsiteX1272" fmla="*/ 427167 w 591813"/>
                <a:gd name="connsiteY1272" fmla="*/ 369751 h 626109"/>
                <a:gd name="connsiteX1273" fmla="*/ 426784 w 591813"/>
                <a:gd name="connsiteY1273" fmla="*/ 370381 h 626109"/>
                <a:gd name="connsiteX1274" fmla="*/ 426380 w 591813"/>
                <a:gd name="connsiteY1274" fmla="*/ 371011 h 626109"/>
                <a:gd name="connsiteX1275" fmla="*/ 425998 w 591813"/>
                <a:gd name="connsiteY1275" fmla="*/ 371640 h 626109"/>
                <a:gd name="connsiteX1276" fmla="*/ 425593 w 591813"/>
                <a:gd name="connsiteY1276" fmla="*/ 372270 h 626109"/>
                <a:gd name="connsiteX1277" fmla="*/ 425210 w 591813"/>
                <a:gd name="connsiteY1277" fmla="*/ 372900 h 626109"/>
                <a:gd name="connsiteX1278" fmla="*/ 424806 w 591813"/>
                <a:gd name="connsiteY1278" fmla="*/ 373529 h 626109"/>
                <a:gd name="connsiteX1279" fmla="*/ 424423 w 591813"/>
                <a:gd name="connsiteY1279" fmla="*/ 374159 h 626109"/>
                <a:gd name="connsiteX1280" fmla="*/ 424018 w 591813"/>
                <a:gd name="connsiteY1280" fmla="*/ 374766 h 626109"/>
                <a:gd name="connsiteX1281" fmla="*/ 423613 w 591813"/>
                <a:gd name="connsiteY1281" fmla="*/ 375396 h 626109"/>
                <a:gd name="connsiteX1282" fmla="*/ 423231 w 591813"/>
                <a:gd name="connsiteY1282" fmla="*/ 376026 h 626109"/>
                <a:gd name="connsiteX1283" fmla="*/ 422826 w 591813"/>
                <a:gd name="connsiteY1283" fmla="*/ 376633 h 626109"/>
                <a:gd name="connsiteX1284" fmla="*/ 422444 w 591813"/>
                <a:gd name="connsiteY1284" fmla="*/ 377263 h 626109"/>
                <a:gd name="connsiteX1285" fmla="*/ 422039 w 591813"/>
                <a:gd name="connsiteY1285" fmla="*/ 377892 h 626109"/>
                <a:gd name="connsiteX1286" fmla="*/ 421657 w 591813"/>
                <a:gd name="connsiteY1286" fmla="*/ 378500 h 626109"/>
                <a:gd name="connsiteX1287" fmla="*/ 421252 w 591813"/>
                <a:gd name="connsiteY1287" fmla="*/ 379107 h 626109"/>
                <a:gd name="connsiteX1288" fmla="*/ 420870 w 591813"/>
                <a:gd name="connsiteY1288" fmla="*/ 379737 h 626109"/>
                <a:gd name="connsiteX1289" fmla="*/ 420465 w 591813"/>
                <a:gd name="connsiteY1289" fmla="*/ 380344 h 626109"/>
                <a:gd name="connsiteX1290" fmla="*/ 420060 w 591813"/>
                <a:gd name="connsiteY1290" fmla="*/ 380973 h 626109"/>
                <a:gd name="connsiteX1291" fmla="*/ 419678 w 591813"/>
                <a:gd name="connsiteY1291" fmla="*/ 381581 h 626109"/>
                <a:gd name="connsiteX1292" fmla="*/ 419273 w 591813"/>
                <a:gd name="connsiteY1292" fmla="*/ 382188 h 626109"/>
                <a:gd name="connsiteX1293" fmla="*/ 418890 w 591813"/>
                <a:gd name="connsiteY1293" fmla="*/ 382795 h 626109"/>
                <a:gd name="connsiteX1294" fmla="*/ 418486 w 591813"/>
                <a:gd name="connsiteY1294" fmla="*/ 383425 h 626109"/>
                <a:gd name="connsiteX1295" fmla="*/ 418104 w 591813"/>
                <a:gd name="connsiteY1295" fmla="*/ 384032 h 626109"/>
                <a:gd name="connsiteX1296" fmla="*/ 417699 w 591813"/>
                <a:gd name="connsiteY1296" fmla="*/ 384639 h 626109"/>
                <a:gd name="connsiteX1297" fmla="*/ 417316 w 591813"/>
                <a:gd name="connsiteY1297" fmla="*/ 385247 h 626109"/>
                <a:gd name="connsiteX1298" fmla="*/ 416912 w 591813"/>
                <a:gd name="connsiteY1298" fmla="*/ 385854 h 626109"/>
                <a:gd name="connsiteX1299" fmla="*/ 416507 w 591813"/>
                <a:gd name="connsiteY1299" fmla="*/ 386483 h 626109"/>
                <a:gd name="connsiteX1300" fmla="*/ 416124 w 591813"/>
                <a:gd name="connsiteY1300" fmla="*/ 387091 h 626109"/>
                <a:gd name="connsiteX1301" fmla="*/ 415720 w 591813"/>
                <a:gd name="connsiteY1301" fmla="*/ 387698 h 626109"/>
                <a:gd name="connsiteX1302" fmla="*/ 415337 w 591813"/>
                <a:gd name="connsiteY1302" fmla="*/ 388305 h 626109"/>
                <a:gd name="connsiteX1303" fmla="*/ 414933 w 591813"/>
                <a:gd name="connsiteY1303" fmla="*/ 388935 h 626109"/>
                <a:gd name="connsiteX1304" fmla="*/ 414550 w 591813"/>
                <a:gd name="connsiteY1304" fmla="*/ 389542 h 626109"/>
                <a:gd name="connsiteX1305" fmla="*/ 414145 w 591813"/>
                <a:gd name="connsiteY1305" fmla="*/ 390149 h 626109"/>
                <a:gd name="connsiteX1306" fmla="*/ 413741 w 591813"/>
                <a:gd name="connsiteY1306" fmla="*/ 390779 h 626109"/>
                <a:gd name="connsiteX1307" fmla="*/ 413358 w 591813"/>
                <a:gd name="connsiteY1307" fmla="*/ 391386 h 626109"/>
                <a:gd name="connsiteX1308" fmla="*/ 412953 w 591813"/>
                <a:gd name="connsiteY1308" fmla="*/ 392016 h 626109"/>
                <a:gd name="connsiteX1309" fmla="*/ 412571 w 591813"/>
                <a:gd name="connsiteY1309" fmla="*/ 392623 h 626109"/>
                <a:gd name="connsiteX1310" fmla="*/ 412166 w 591813"/>
                <a:gd name="connsiteY1310" fmla="*/ 393253 h 626109"/>
                <a:gd name="connsiteX1311" fmla="*/ 411784 w 591813"/>
                <a:gd name="connsiteY1311" fmla="*/ 393860 h 626109"/>
                <a:gd name="connsiteX1312" fmla="*/ 411379 w 591813"/>
                <a:gd name="connsiteY1312" fmla="*/ 394490 h 626109"/>
                <a:gd name="connsiteX1313" fmla="*/ 410997 w 591813"/>
                <a:gd name="connsiteY1313" fmla="*/ 395119 h 626109"/>
                <a:gd name="connsiteX1314" fmla="*/ 410592 w 591813"/>
                <a:gd name="connsiteY1314" fmla="*/ 395727 h 626109"/>
                <a:gd name="connsiteX1315" fmla="*/ 410187 w 591813"/>
                <a:gd name="connsiteY1315" fmla="*/ 396356 h 626109"/>
                <a:gd name="connsiteX1316" fmla="*/ 409805 w 591813"/>
                <a:gd name="connsiteY1316" fmla="*/ 396986 h 626109"/>
                <a:gd name="connsiteX1317" fmla="*/ 409400 w 591813"/>
                <a:gd name="connsiteY1317" fmla="*/ 397593 h 626109"/>
                <a:gd name="connsiteX1318" fmla="*/ 409018 w 591813"/>
                <a:gd name="connsiteY1318" fmla="*/ 398223 h 626109"/>
                <a:gd name="connsiteX1319" fmla="*/ 408613 w 591813"/>
                <a:gd name="connsiteY1319" fmla="*/ 398853 h 626109"/>
                <a:gd name="connsiteX1320" fmla="*/ 408230 w 591813"/>
                <a:gd name="connsiteY1320" fmla="*/ 399482 h 626109"/>
                <a:gd name="connsiteX1321" fmla="*/ 407826 w 591813"/>
                <a:gd name="connsiteY1321" fmla="*/ 400090 h 626109"/>
                <a:gd name="connsiteX1322" fmla="*/ 407444 w 591813"/>
                <a:gd name="connsiteY1322" fmla="*/ 400719 h 626109"/>
                <a:gd name="connsiteX1323" fmla="*/ 407039 w 591813"/>
                <a:gd name="connsiteY1323" fmla="*/ 401349 h 626109"/>
                <a:gd name="connsiteX1324" fmla="*/ 406634 w 591813"/>
                <a:gd name="connsiteY1324" fmla="*/ 401979 h 626109"/>
                <a:gd name="connsiteX1325" fmla="*/ 406252 w 591813"/>
                <a:gd name="connsiteY1325" fmla="*/ 402608 h 626109"/>
                <a:gd name="connsiteX1326" fmla="*/ 405847 w 591813"/>
                <a:gd name="connsiteY1326" fmla="*/ 403238 h 626109"/>
                <a:gd name="connsiteX1327" fmla="*/ 405464 w 591813"/>
                <a:gd name="connsiteY1327" fmla="*/ 403845 h 626109"/>
                <a:gd name="connsiteX1328" fmla="*/ 405060 w 591813"/>
                <a:gd name="connsiteY1328" fmla="*/ 404475 h 626109"/>
                <a:gd name="connsiteX1329" fmla="*/ 404677 w 591813"/>
                <a:gd name="connsiteY1329" fmla="*/ 405127 h 626109"/>
                <a:gd name="connsiteX1330" fmla="*/ 404295 w 591813"/>
                <a:gd name="connsiteY1330" fmla="*/ 405757 h 626109"/>
                <a:gd name="connsiteX1331" fmla="*/ 403913 w 591813"/>
                <a:gd name="connsiteY1331" fmla="*/ 406387 h 626109"/>
                <a:gd name="connsiteX1332" fmla="*/ 403485 w 591813"/>
                <a:gd name="connsiteY1332" fmla="*/ 407016 h 626109"/>
                <a:gd name="connsiteX1333" fmla="*/ 403103 w 591813"/>
                <a:gd name="connsiteY1333" fmla="*/ 407646 h 626109"/>
                <a:gd name="connsiteX1334" fmla="*/ 402721 w 591813"/>
                <a:gd name="connsiteY1334" fmla="*/ 408298 h 626109"/>
                <a:gd name="connsiteX1335" fmla="*/ 402316 w 591813"/>
                <a:gd name="connsiteY1335" fmla="*/ 408928 h 626109"/>
                <a:gd name="connsiteX1336" fmla="*/ 401934 w 591813"/>
                <a:gd name="connsiteY1336" fmla="*/ 409580 h 626109"/>
                <a:gd name="connsiteX1337" fmla="*/ 401529 w 591813"/>
                <a:gd name="connsiteY1337" fmla="*/ 410232 h 626109"/>
                <a:gd name="connsiteX1338" fmla="*/ 401146 w 591813"/>
                <a:gd name="connsiteY1338" fmla="*/ 410862 h 626109"/>
                <a:gd name="connsiteX1339" fmla="*/ 400742 w 591813"/>
                <a:gd name="connsiteY1339" fmla="*/ 411514 h 626109"/>
                <a:gd name="connsiteX1340" fmla="*/ 400359 w 591813"/>
                <a:gd name="connsiteY1340" fmla="*/ 412167 h 626109"/>
                <a:gd name="connsiteX1341" fmla="*/ 399954 w 591813"/>
                <a:gd name="connsiteY1341" fmla="*/ 412819 h 626109"/>
                <a:gd name="connsiteX1342" fmla="*/ 399550 w 591813"/>
                <a:gd name="connsiteY1342" fmla="*/ 413471 h 626109"/>
                <a:gd name="connsiteX1343" fmla="*/ 399168 w 591813"/>
                <a:gd name="connsiteY1343" fmla="*/ 414123 h 626109"/>
                <a:gd name="connsiteX1344" fmla="*/ 398762 w 591813"/>
                <a:gd name="connsiteY1344" fmla="*/ 414798 h 626109"/>
                <a:gd name="connsiteX1345" fmla="*/ 398380 w 591813"/>
                <a:gd name="connsiteY1345" fmla="*/ 415450 h 626109"/>
                <a:gd name="connsiteX1346" fmla="*/ 397976 w 591813"/>
                <a:gd name="connsiteY1346" fmla="*/ 416102 h 626109"/>
                <a:gd name="connsiteX1347" fmla="*/ 397593 w 591813"/>
                <a:gd name="connsiteY1347" fmla="*/ 416777 h 626109"/>
                <a:gd name="connsiteX1348" fmla="*/ 397188 w 591813"/>
                <a:gd name="connsiteY1348" fmla="*/ 417429 h 626109"/>
                <a:gd name="connsiteX1349" fmla="*/ 396784 w 591813"/>
                <a:gd name="connsiteY1349" fmla="*/ 418104 h 626109"/>
                <a:gd name="connsiteX1350" fmla="*/ 396401 w 591813"/>
                <a:gd name="connsiteY1350" fmla="*/ 418778 h 626109"/>
                <a:gd name="connsiteX1351" fmla="*/ 395996 w 591813"/>
                <a:gd name="connsiteY1351" fmla="*/ 419431 h 626109"/>
                <a:gd name="connsiteX1352" fmla="*/ 395614 w 591813"/>
                <a:gd name="connsiteY1352" fmla="*/ 420105 h 626109"/>
                <a:gd name="connsiteX1353" fmla="*/ 395209 w 591813"/>
                <a:gd name="connsiteY1353" fmla="*/ 420758 h 626109"/>
                <a:gd name="connsiteX1354" fmla="*/ 394827 w 591813"/>
                <a:gd name="connsiteY1354" fmla="*/ 421432 h 626109"/>
                <a:gd name="connsiteX1355" fmla="*/ 394422 w 591813"/>
                <a:gd name="connsiteY1355" fmla="*/ 422107 h 626109"/>
                <a:gd name="connsiteX1356" fmla="*/ 394040 w 591813"/>
                <a:gd name="connsiteY1356" fmla="*/ 422759 h 626109"/>
                <a:gd name="connsiteX1357" fmla="*/ 393635 w 591813"/>
                <a:gd name="connsiteY1357" fmla="*/ 423434 h 626109"/>
                <a:gd name="connsiteX1358" fmla="*/ 393230 w 591813"/>
                <a:gd name="connsiteY1358" fmla="*/ 424109 h 626109"/>
                <a:gd name="connsiteX1359" fmla="*/ 392848 w 591813"/>
                <a:gd name="connsiteY1359" fmla="*/ 424761 h 626109"/>
                <a:gd name="connsiteX1360" fmla="*/ 392443 w 591813"/>
                <a:gd name="connsiteY1360" fmla="*/ 425435 h 626109"/>
                <a:gd name="connsiteX1361" fmla="*/ 392061 w 591813"/>
                <a:gd name="connsiteY1361" fmla="*/ 426110 h 626109"/>
                <a:gd name="connsiteX1362" fmla="*/ 391656 w 591813"/>
                <a:gd name="connsiteY1362" fmla="*/ 426762 h 626109"/>
                <a:gd name="connsiteX1363" fmla="*/ 391274 w 591813"/>
                <a:gd name="connsiteY1363" fmla="*/ 427437 h 626109"/>
                <a:gd name="connsiteX1364" fmla="*/ 390869 w 591813"/>
                <a:gd name="connsiteY1364" fmla="*/ 428089 h 626109"/>
                <a:gd name="connsiteX1365" fmla="*/ 390486 w 591813"/>
                <a:gd name="connsiteY1365" fmla="*/ 428764 h 626109"/>
                <a:gd name="connsiteX1366" fmla="*/ 390082 w 591813"/>
                <a:gd name="connsiteY1366" fmla="*/ 429416 h 626109"/>
                <a:gd name="connsiteX1367" fmla="*/ 389677 w 591813"/>
                <a:gd name="connsiteY1367" fmla="*/ 430091 h 626109"/>
                <a:gd name="connsiteX1368" fmla="*/ 389294 w 591813"/>
                <a:gd name="connsiteY1368" fmla="*/ 430743 h 626109"/>
                <a:gd name="connsiteX1369" fmla="*/ 388890 w 591813"/>
                <a:gd name="connsiteY1369" fmla="*/ 431395 h 626109"/>
                <a:gd name="connsiteX1370" fmla="*/ 388508 w 591813"/>
                <a:gd name="connsiteY1370" fmla="*/ 432070 h 626109"/>
                <a:gd name="connsiteX1371" fmla="*/ 388102 w 591813"/>
                <a:gd name="connsiteY1371" fmla="*/ 432722 h 626109"/>
                <a:gd name="connsiteX1372" fmla="*/ 387720 w 591813"/>
                <a:gd name="connsiteY1372" fmla="*/ 433374 h 626109"/>
                <a:gd name="connsiteX1373" fmla="*/ 387316 w 591813"/>
                <a:gd name="connsiteY1373" fmla="*/ 434026 h 626109"/>
                <a:gd name="connsiteX1374" fmla="*/ 386933 w 591813"/>
                <a:gd name="connsiteY1374" fmla="*/ 434701 h 626109"/>
                <a:gd name="connsiteX1375" fmla="*/ 386528 w 591813"/>
                <a:gd name="connsiteY1375" fmla="*/ 435353 h 626109"/>
                <a:gd name="connsiteX1376" fmla="*/ 386124 w 591813"/>
                <a:gd name="connsiteY1376" fmla="*/ 436005 h 626109"/>
                <a:gd name="connsiteX1377" fmla="*/ 385741 w 591813"/>
                <a:gd name="connsiteY1377" fmla="*/ 436658 h 626109"/>
                <a:gd name="connsiteX1378" fmla="*/ 385336 w 591813"/>
                <a:gd name="connsiteY1378" fmla="*/ 437310 h 626109"/>
                <a:gd name="connsiteX1379" fmla="*/ 384954 w 591813"/>
                <a:gd name="connsiteY1379" fmla="*/ 437962 h 626109"/>
                <a:gd name="connsiteX1380" fmla="*/ 384549 w 591813"/>
                <a:gd name="connsiteY1380" fmla="*/ 438637 h 626109"/>
                <a:gd name="connsiteX1381" fmla="*/ 384167 w 591813"/>
                <a:gd name="connsiteY1381" fmla="*/ 439289 h 626109"/>
                <a:gd name="connsiteX1382" fmla="*/ 383762 w 591813"/>
                <a:gd name="connsiteY1382" fmla="*/ 439941 h 626109"/>
                <a:gd name="connsiteX1383" fmla="*/ 383357 w 591813"/>
                <a:gd name="connsiteY1383" fmla="*/ 440616 h 626109"/>
                <a:gd name="connsiteX1384" fmla="*/ 382975 w 591813"/>
                <a:gd name="connsiteY1384" fmla="*/ 441268 h 626109"/>
                <a:gd name="connsiteX1385" fmla="*/ 382570 w 591813"/>
                <a:gd name="connsiteY1385" fmla="*/ 441920 h 626109"/>
                <a:gd name="connsiteX1386" fmla="*/ 382188 w 591813"/>
                <a:gd name="connsiteY1386" fmla="*/ 442572 h 626109"/>
                <a:gd name="connsiteX1387" fmla="*/ 381783 w 591813"/>
                <a:gd name="connsiteY1387" fmla="*/ 443225 h 626109"/>
                <a:gd name="connsiteX1388" fmla="*/ 381401 w 591813"/>
                <a:gd name="connsiteY1388" fmla="*/ 443899 h 626109"/>
                <a:gd name="connsiteX1389" fmla="*/ 380996 w 591813"/>
                <a:gd name="connsiteY1389" fmla="*/ 444552 h 626109"/>
                <a:gd name="connsiteX1390" fmla="*/ 380614 w 591813"/>
                <a:gd name="connsiteY1390" fmla="*/ 445204 h 626109"/>
                <a:gd name="connsiteX1391" fmla="*/ 380208 w 591813"/>
                <a:gd name="connsiteY1391" fmla="*/ 445856 h 626109"/>
                <a:gd name="connsiteX1392" fmla="*/ 379804 w 591813"/>
                <a:gd name="connsiteY1392" fmla="*/ 446508 h 626109"/>
                <a:gd name="connsiteX1393" fmla="*/ 379422 w 591813"/>
                <a:gd name="connsiteY1393" fmla="*/ 447183 h 626109"/>
                <a:gd name="connsiteX1394" fmla="*/ 379016 w 591813"/>
                <a:gd name="connsiteY1394" fmla="*/ 447835 h 626109"/>
                <a:gd name="connsiteX1395" fmla="*/ 378634 w 591813"/>
                <a:gd name="connsiteY1395" fmla="*/ 448487 h 626109"/>
                <a:gd name="connsiteX1396" fmla="*/ 378230 w 591813"/>
                <a:gd name="connsiteY1396" fmla="*/ 449139 h 626109"/>
                <a:gd name="connsiteX1397" fmla="*/ 377847 w 591813"/>
                <a:gd name="connsiteY1397" fmla="*/ 449814 h 626109"/>
                <a:gd name="connsiteX1398" fmla="*/ 377442 w 591813"/>
                <a:gd name="connsiteY1398" fmla="*/ 450466 h 626109"/>
                <a:gd name="connsiteX1399" fmla="*/ 377060 w 591813"/>
                <a:gd name="connsiteY1399" fmla="*/ 451141 h 626109"/>
                <a:gd name="connsiteX1400" fmla="*/ 376656 w 591813"/>
                <a:gd name="connsiteY1400" fmla="*/ 451816 h 626109"/>
                <a:gd name="connsiteX1401" fmla="*/ 376250 w 591813"/>
                <a:gd name="connsiteY1401" fmla="*/ 452468 h 626109"/>
                <a:gd name="connsiteX1402" fmla="*/ 375868 w 591813"/>
                <a:gd name="connsiteY1402" fmla="*/ 453143 h 626109"/>
                <a:gd name="connsiteX1403" fmla="*/ 375463 w 591813"/>
                <a:gd name="connsiteY1403" fmla="*/ 453795 h 626109"/>
                <a:gd name="connsiteX1404" fmla="*/ 375081 w 591813"/>
                <a:gd name="connsiteY1404" fmla="*/ 454469 h 626109"/>
                <a:gd name="connsiteX1405" fmla="*/ 374676 w 591813"/>
                <a:gd name="connsiteY1405" fmla="*/ 455144 h 626109"/>
                <a:gd name="connsiteX1406" fmla="*/ 374294 w 591813"/>
                <a:gd name="connsiteY1406" fmla="*/ 455796 h 626109"/>
                <a:gd name="connsiteX1407" fmla="*/ 373889 w 591813"/>
                <a:gd name="connsiteY1407" fmla="*/ 456471 h 626109"/>
                <a:gd name="connsiteX1408" fmla="*/ 373507 w 591813"/>
                <a:gd name="connsiteY1408" fmla="*/ 457123 h 626109"/>
                <a:gd name="connsiteX1409" fmla="*/ 373102 w 591813"/>
                <a:gd name="connsiteY1409" fmla="*/ 457798 h 626109"/>
                <a:gd name="connsiteX1410" fmla="*/ 372697 w 591813"/>
                <a:gd name="connsiteY1410" fmla="*/ 458450 h 626109"/>
                <a:gd name="connsiteX1411" fmla="*/ 372315 w 591813"/>
                <a:gd name="connsiteY1411" fmla="*/ 459102 h 626109"/>
                <a:gd name="connsiteX1412" fmla="*/ 371910 w 591813"/>
                <a:gd name="connsiteY1412" fmla="*/ 459777 h 626109"/>
                <a:gd name="connsiteX1413" fmla="*/ 371528 w 591813"/>
                <a:gd name="connsiteY1413" fmla="*/ 460429 h 626109"/>
                <a:gd name="connsiteX1414" fmla="*/ 371123 w 591813"/>
                <a:gd name="connsiteY1414" fmla="*/ 461081 h 626109"/>
                <a:gd name="connsiteX1415" fmla="*/ 370740 w 591813"/>
                <a:gd name="connsiteY1415" fmla="*/ 461734 h 626109"/>
                <a:gd name="connsiteX1416" fmla="*/ 370336 w 591813"/>
                <a:gd name="connsiteY1416" fmla="*/ 462386 h 626109"/>
                <a:gd name="connsiteX1417" fmla="*/ 369954 w 591813"/>
                <a:gd name="connsiteY1417" fmla="*/ 463038 h 626109"/>
                <a:gd name="connsiteX1418" fmla="*/ 369548 w 591813"/>
                <a:gd name="connsiteY1418" fmla="*/ 463690 h 626109"/>
                <a:gd name="connsiteX1419" fmla="*/ 369144 w 591813"/>
                <a:gd name="connsiteY1419" fmla="*/ 464342 h 626109"/>
                <a:gd name="connsiteX1420" fmla="*/ 368762 w 591813"/>
                <a:gd name="connsiteY1420" fmla="*/ 465017 h 626109"/>
                <a:gd name="connsiteX1421" fmla="*/ 368356 w 591813"/>
                <a:gd name="connsiteY1421" fmla="*/ 465669 h 626109"/>
                <a:gd name="connsiteX1422" fmla="*/ 367974 w 591813"/>
                <a:gd name="connsiteY1422" fmla="*/ 466321 h 626109"/>
                <a:gd name="connsiteX1423" fmla="*/ 367570 w 591813"/>
                <a:gd name="connsiteY1423" fmla="*/ 466974 h 626109"/>
                <a:gd name="connsiteX1424" fmla="*/ 367187 w 591813"/>
                <a:gd name="connsiteY1424" fmla="*/ 467626 h 626109"/>
                <a:gd name="connsiteX1425" fmla="*/ 366782 w 591813"/>
                <a:gd name="connsiteY1425" fmla="*/ 468278 h 626109"/>
                <a:gd name="connsiteX1426" fmla="*/ 366378 w 591813"/>
                <a:gd name="connsiteY1426" fmla="*/ 468930 h 626109"/>
                <a:gd name="connsiteX1427" fmla="*/ 365995 w 591813"/>
                <a:gd name="connsiteY1427" fmla="*/ 469582 h 626109"/>
                <a:gd name="connsiteX1428" fmla="*/ 365590 w 591813"/>
                <a:gd name="connsiteY1428" fmla="*/ 470235 h 626109"/>
                <a:gd name="connsiteX1429" fmla="*/ 365208 w 591813"/>
                <a:gd name="connsiteY1429" fmla="*/ 470864 h 626109"/>
                <a:gd name="connsiteX1430" fmla="*/ 364803 w 591813"/>
                <a:gd name="connsiteY1430" fmla="*/ 471517 h 626109"/>
                <a:gd name="connsiteX1431" fmla="*/ 364421 w 591813"/>
                <a:gd name="connsiteY1431" fmla="*/ 472169 h 626109"/>
                <a:gd name="connsiteX1432" fmla="*/ 364016 w 591813"/>
                <a:gd name="connsiteY1432" fmla="*/ 472821 h 626109"/>
                <a:gd name="connsiteX1433" fmla="*/ 363634 w 591813"/>
                <a:gd name="connsiteY1433" fmla="*/ 473451 h 626109"/>
                <a:gd name="connsiteX1434" fmla="*/ 363229 w 591813"/>
                <a:gd name="connsiteY1434" fmla="*/ 474103 h 626109"/>
                <a:gd name="connsiteX1435" fmla="*/ 362824 w 591813"/>
                <a:gd name="connsiteY1435" fmla="*/ 474733 h 626109"/>
                <a:gd name="connsiteX1436" fmla="*/ 362442 w 591813"/>
                <a:gd name="connsiteY1436" fmla="*/ 475385 h 626109"/>
                <a:gd name="connsiteX1437" fmla="*/ 362037 w 591813"/>
                <a:gd name="connsiteY1437" fmla="*/ 476014 h 626109"/>
                <a:gd name="connsiteX1438" fmla="*/ 361655 w 591813"/>
                <a:gd name="connsiteY1438" fmla="*/ 476644 h 626109"/>
                <a:gd name="connsiteX1439" fmla="*/ 361250 w 591813"/>
                <a:gd name="connsiteY1439" fmla="*/ 477274 h 626109"/>
                <a:gd name="connsiteX1440" fmla="*/ 360868 w 591813"/>
                <a:gd name="connsiteY1440" fmla="*/ 477904 h 626109"/>
                <a:gd name="connsiteX1441" fmla="*/ 360463 w 591813"/>
                <a:gd name="connsiteY1441" fmla="*/ 478533 h 626109"/>
                <a:gd name="connsiteX1442" fmla="*/ 360080 w 591813"/>
                <a:gd name="connsiteY1442" fmla="*/ 479163 h 626109"/>
                <a:gd name="connsiteX1443" fmla="*/ 359676 w 591813"/>
                <a:gd name="connsiteY1443" fmla="*/ 479793 h 626109"/>
                <a:gd name="connsiteX1444" fmla="*/ 359271 w 591813"/>
                <a:gd name="connsiteY1444" fmla="*/ 480422 h 626109"/>
                <a:gd name="connsiteX1445" fmla="*/ 358888 w 591813"/>
                <a:gd name="connsiteY1445" fmla="*/ 481030 h 626109"/>
                <a:gd name="connsiteX1446" fmla="*/ 358484 w 591813"/>
                <a:gd name="connsiteY1446" fmla="*/ 481659 h 626109"/>
                <a:gd name="connsiteX1447" fmla="*/ 358102 w 591813"/>
                <a:gd name="connsiteY1447" fmla="*/ 482267 h 626109"/>
                <a:gd name="connsiteX1448" fmla="*/ 357696 w 591813"/>
                <a:gd name="connsiteY1448" fmla="*/ 482896 h 626109"/>
                <a:gd name="connsiteX1449" fmla="*/ 357314 w 591813"/>
                <a:gd name="connsiteY1449" fmla="*/ 483504 h 626109"/>
                <a:gd name="connsiteX1450" fmla="*/ 356910 w 591813"/>
                <a:gd name="connsiteY1450" fmla="*/ 484111 h 626109"/>
                <a:gd name="connsiteX1451" fmla="*/ 356527 w 591813"/>
                <a:gd name="connsiteY1451" fmla="*/ 484718 h 626109"/>
                <a:gd name="connsiteX1452" fmla="*/ 356122 w 591813"/>
                <a:gd name="connsiteY1452" fmla="*/ 485325 h 626109"/>
                <a:gd name="connsiteX1453" fmla="*/ 355718 w 591813"/>
                <a:gd name="connsiteY1453" fmla="*/ 485932 h 626109"/>
                <a:gd name="connsiteX1454" fmla="*/ 355335 w 591813"/>
                <a:gd name="connsiteY1454" fmla="*/ 486540 h 626109"/>
                <a:gd name="connsiteX1455" fmla="*/ 354930 w 591813"/>
                <a:gd name="connsiteY1455" fmla="*/ 487124 h 626109"/>
                <a:gd name="connsiteX1456" fmla="*/ 354548 w 591813"/>
                <a:gd name="connsiteY1456" fmla="*/ 487732 h 626109"/>
                <a:gd name="connsiteX1457" fmla="*/ 354143 w 591813"/>
                <a:gd name="connsiteY1457" fmla="*/ 488316 h 626109"/>
                <a:gd name="connsiteX1458" fmla="*/ 353761 w 591813"/>
                <a:gd name="connsiteY1458" fmla="*/ 488923 h 626109"/>
                <a:gd name="connsiteX1459" fmla="*/ 353356 w 591813"/>
                <a:gd name="connsiteY1459" fmla="*/ 489508 h 626109"/>
                <a:gd name="connsiteX1460" fmla="*/ 352951 w 591813"/>
                <a:gd name="connsiteY1460" fmla="*/ 490093 h 626109"/>
                <a:gd name="connsiteX1461" fmla="*/ 352569 w 591813"/>
                <a:gd name="connsiteY1461" fmla="*/ 490700 h 626109"/>
                <a:gd name="connsiteX1462" fmla="*/ 352164 w 591813"/>
                <a:gd name="connsiteY1462" fmla="*/ 491285 h 626109"/>
                <a:gd name="connsiteX1463" fmla="*/ 351782 w 591813"/>
                <a:gd name="connsiteY1463" fmla="*/ 491870 h 626109"/>
                <a:gd name="connsiteX1464" fmla="*/ 351377 w 591813"/>
                <a:gd name="connsiteY1464" fmla="*/ 492432 h 626109"/>
                <a:gd name="connsiteX1465" fmla="*/ 350995 w 591813"/>
                <a:gd name="connsiteY1465" fmla="*/ 493017 h 626109"/>
                <a:gd name="connsiteX1466" fmla="*/ 350590 w 591813"/>
                <a:gd name="connsiteY1466" fmla="*/ 493579 h 626109"/>
                <a:gd name="connsiteX1467" fmla="*/ 350208 w 591813"/>
                <a:gd name="connsiteY1467" fmla="*/ 494164 h 626109"/>
                <a:gd name="connsiteX1468" fmla="*/ 349803 w 591813"/>
                <a:gd name="connsiteY1468" fmla="*/ 494726 h 626109"/>
                <a:gd name="connsiteX1469" fmla="*/ 349398 w 591813"/>
                <a:gd name="connsiteY1469" fmla="*/ 495288 h 626109"/>
                <a:gd name="connsiteX1470" fmla="*/ 349016 w 591813"/>
                <a:gd name="connsiteY1470" fmla="*/ 495850 h 626109"/>
                <a:gd name="connsiteX1471" fmla="*/ 348611 w 591813"/>
                <a:gd name="connsiteY1471" fmla="*/ 496413 h 626109"/>
                <a:gd name="connsiteX1472" fmla="*/ 348228 w 591813"/>
                <a:gd name="connsiteY1472" fmla="*/ 496975 h 626109"/>
                <a:gd name="connsiteX1473" fmla="*/ 347824 w 591813"/>
                <a:gd name="connsiteY1473" fmla="*/ 497537 h 626109"/>
                <a:gd name="connsiteX1474" fmla="*/ 347442 w 591813"/>
                <a:gd name="connsiteY1474" fmla="*/ 498077 h 626109"/>
                <a:gd name="connsiteX1475" fmla="*/ 347036 w 591813"/>
                <a:gd name="connsiteY1475" fmla="*/ 498639 h 626109"/>
                <a:gd name="connsiteX1476" fmla="*/ 346654 w 591813"/>
                <a:gd name="connsiteY1476" fmla="*/ 499179 h 626109"/>
                <a:gd name="connsiteX1477" fmla="*/ 346250 w 591813"/>
                <a:gd name="connsiteY1477" fmla="*/ 499741 h 626109"/>
                <a:gd name="connsiteX1478" fmla="*/ 345844 w 591813"/>
                <a:gd name="connsiteY1478" fmla="*/ 500281 h 626109"/>
                <a:gd name="connsiteX1479" fmla="*/ 345462 w 591813"/>
                <a:gd name="connsiteY1479" fmla="*/ 500820 h 626109"/>
                <a:gd name="connsiteX1480" fmla="*/ 345058 w 591813"/>
                <a:gd name="connsiteY1480" fmla="*/ 501360 h 626109"/>
                <a:gd name="connsiteX1481" fmla="*/ 344675 w 591813"/>
                <a:gd name="connsiteY1481" fmla="*/ 501900 h 626109"/>
                <a:gd name="connsiteX1482" fmla="*/ 344270 w 591813"/>
                <a:gd name="connsiteY1482" fmla="*/ 502440 h 626109"/>
                <a:gd name="connsiteX1483" fmla="*/ 343888 w 591813"/>
                <a:gd name="connsiteY1483" fmla="*/ 502979 h 626109"/>
                <a:gd name="connsiteX1484" fmla="*/ 343483 w 591813"/>
                <a:gd name="connsiteY1484" fmla="*/ 503519 h 626109"/>
                <a:gd name="connsiteX1485" fmla="*/ 343101 w 591813"/>
                <a:gd name="connsiteY1485" fmla="*/ 504059 h 626109"/>
                <a:gd name="connsiteX1486" fmla="*/ 342696 w 591813"/>
                <a:gd name="connsiteY1486" fmla="*/ 504576 h 626109"/>
                <a:gd name="connsiteX1487" fmla="*/ 342291 w 591813"/>
                <a:gd name="connsiteY1487" fmla="*/ 505116 h 626109"/>
                <a:gd name="connsiteX1488" fmla="*/ 341909 w 591813"/>
                <a:gd name="connsiteY1488" fmla="*/ 505633 h 626109"/>
                <a:gd name="connsiteX1489" fmla="*/ 341504 w 591813"/>
                <a:gd name="connsiteY1489" fmla="*/ 506173 h 626109"/>
                <a:gd name="connsiteX1490" fmla="*/ 341122 w 591813"/>
                <a:gd name="connsiteY1490" fmla="*/ 506690 h 626109"/>
                <a:gd name="connsiteX1491" fmla="*/ 340717 w 591813"/>
                <a:gd name="connsiteY1491" fmla="*/ 507207 h 626109"/>
                <a:gd name="connsiteX1492" fmla="*/ 340335 w 591813"/>
                <a:gd name="connsiteY1492" fmla="*/ 507725 h 626109"/>
                <a:gd name="connsiteX1493" fmla="*/ 339930 w 591813"/>
                <a:gd name="connsiteY1493" fmla="*/ 508242 h 626109"/>
                <a:gd name="connsiteX1494" fmla="*/ 339548 w 591813"/>
                <a:gd name="connsiteY1494" fmla="*/ 508759 h 626109"/>
                <a:gd name="connsiteX1495" fmla="*/ 339142 w 591813"/>
                <a:gd name="connsiteY1495" fmla="*/ 509277 h 626109"/>
                <a:gd name="connsiteX1496" fmla="*/ 338738 w 591813"/>
                <a:gd name="connsiteY1496" fmla="*/ 509794 h 626109"/>
                <a:gd name="connsiteX1497" fmla="*/ 338356 w 591813"/>
                <a:gd name="connsiteY1497" fmla="*/ 510311 h 626109"/>
                <a:gd name="connsiteX1498" fmla="*/ 337950 w 591813"/>
                <a:gd name="connsiteY1498" fmla="*/ 510806 h 626109"/>
                <a:gd name="connsiteX1499" fmla="*/ 337568 w 591813"/>
                <a:gd name="connsiteY1499" fmla="*/ 511323 h 626109"/>
                <a:gd name="connsiteX1500" fmla="*/ 337164 w 591813"/>
                <a:gd name="connsiteY1500" fmla="*/ 511818 h 626109"/>
                <a:gd name="connsiteX1501" fmla="*/ 336782 w 591813"/>
                <a:gd name="connsiteY1501" fmla="*/ 512313 h 626109"/>
                <a:gd name="connsiteX1502" fmla="*/ 336376 w 591813"/>
                <a:gd name="connsiteY1502" fmla="*/ 512807 h 626109"/>
                <a:gd name="connsiteX1503" fmla="*/ 335972 w 591813"/>
                <a:gd name="connsiteY1503" fmla="*/ 513302 h 626109"/>
                <a:gd name="connsiteX1504" fmla="*/ 335590 w 591813"/>
                <a:gd name="connsiteY1504" fmla="*/ 513797 h 626109"/>
                <a:gd name="connsiteX1505" fmla="*/ 335184 w 591813"/>
                <a:gd name="connsiteY1505" fmla="*/ 514292 h 626109"/>
                <a:gd name="connsiteX1506" fmla="*/ 334802 w 591813"/>
                <a:gd name="connsiteY1506" fmla="*/ 514764 h 626109"/>
                <a:gd name="connsiteX1507" fmla="*/ 334397 w 591813"/>
                <a:gd name="connsiteY1507" fmla="*/ 515259 h 626109"/>
                <a:gd name="connsiteX1508" fmla="*/ 334015 w 591813"/>
                <a:gd name="connsiteY1508" fmla="*/ 515731 h 626109"/>
                <a:gd name="connsiteX1509" fmla="*/ 333610 w 591813"/>
                <a:gd name="connsiteY1509" fmla="*/ 516226 h 626109"/>
                <a:gd name="connsiteX1510" fmla="*/ 333228 w 591813"/>
                <a:gd name="connsiteY1510" fmla="*/ 516698 h 626109"/>
                <a:gd name="connsiteX1511" fmla="*/ 332823 w 591813"/>
                <a:gd name="connsiteY1511" fmla="*/ 517170 h 626109"/>
                <a:gd name="connsiteX1512" fmla="*/ 332418 w 591813"/>
                <a:gd name="connsiteY1512" fmla="*/ 517643 h 626109"/>
                <a:gd name="connsiteX1513" fmla="*/ 332036 w 591813"/>
                <a:gd name="connsiteY1513" fmla="*/ 518115 h 626109"/>
                <a:gd name="connsiteX1514" fmla="*/ 331631 w 591813"/>
                <a:gd name="connsiteY1514" fmla="*/ 518587 h 626109"/>
                <a:gd name="connsiteX1515" fmla="*/ 331249 w 591813"/>
                <a:gd name="connsiteY1515" fmla="*/ 519060 h 626109"/>
                <a:gd name="connsiteX1516" fmla="*/ 330844 w 591813"/>
                <a:gd name="connsiteY1516" fmla="*/ 519532 h 626109"/>
                <a:gd name="connsiteX1517" fmla="*/ 330462 w 591813"/>
                <a:gd name="connsiteY1517" fmla="*/ 520004 h 626109"/>
                <a:gd name="connsiteX1518" fmla="*/ 330057 w 591813"/>
                <a:gd name="connsiteY1518" fmla="*/ 520476 h 626109"/>
                <a:gd name="connsiteX1519" fmla="*/ 329674 w 591813"/>
                <a:gd name="connsiteY1519" fmla="*/ 520926 h 626109"/>
                <a:gd name="connsiteX1520" fmla="*/ 329270 w 591813"/>
                <a:gd name="connsiteY1520" fmla="*/ 521398 h 626109"/>
                <a:gd name="connsiteX1521" fmla="*/ 328865 w 591813"/>
                <a:gd name="connsiteY1521" fmla="*/ 521848 h 626109"/>
                <a:gd name="connsiteX1522" fmla="*/ 328482 w 591813"/>
                <a:gd name="connsiteY1522" fmla="*/ 522320 h 626109"/>
                <a:gd name="connsiteX1523" fmla="*/ 328078 w 591813"/>
                <a:gd name="connsiteY1523" fmla="*/ 522770 h 626109"/>
                <a:gd name="connsiteX1524" fmla="*/ 327696 w 591813"/>
                <a:gd name="connsiteY1524" fmla="*/ 523243 h 626109"/>
                <a:gd name="connsiteX1525" fmla="*/ 327290 w 591813"/>
                <a:gd name="connsiteY1525" fmla="*/ 523692 h 626109"/>
                <a:gd name="connsiteX1526" fmla="*/ 326908 w 591813"/>
                <a:gd name="connsiteY1526" fmla="*/ 524142 h 626109"/>
                <a:gd name="connsiteX1527" fmla="*/ 326504 w 591813"/>
                <a:gd name="connsiteY1527" fmla="*/ 524592 h 626109"/>
                <a:gd name="connsiteX1528" fmla="*/ 326121 w 591813"/>
                <a:gd name="connsiteY1528" fmla="*/ 525064 h 626109"/>
                <a:gd name="connsiteX1529" fmla="*/ 325716 w 591813"/>
                <a:gd name="connsiteY1529" fmla="*/ 525514 h 626109"/>
                <a:gd name="connsiteX1530" fmla="*/ 325312 w 591813"/>
                <a:gd name="connsiteY1530" fmla="*/ 525964 h 626109"/>
                <a:gd name="connsiteX1531" fmla="*/ 324929 w 591813"/>
                <a:gd name="connsiteY1531" fmla="*/ 526414 h 626109"/>
                <a:gd name="connsiteX1532" fmla="*/ 324524 w 591813"/>
                <a:gd name="connsiteY1532" fmla="*/ 526863 h 626109"/>
                <a:gd name="connsiteX1533" fmla="*/ 324142 w 591813"/>
                <a:gd name="connsiteY1533" fmla="*/ 527313 h 626109"/>
                <a:gd name="connsiteX1534" fmla="*/ 323737 w 591813"/>
                <a:gd name="connsiteY1534" fmla="*/ 527763 h 626109"/>
                <a:gd name="connsiteX1535" fmla="*/ 323355 w 591813"/>
                <a:gd name="connsiteY1535" fmla="*/ 528213 h 626109"/>
                <a:gd name="connsiteX1536" fmla="*/ 322950 w 591813"/>
                <a:gd name="connsiteY1536" fmla="*/ 528663 h 626109"/>
                <a:gd name="connsiteX1537" fmla="*/ 322545 w 591813"/>
                <a:gd name="connsiteY1537" fmla="*/ 529112 h 626109"/>
                <a:gd name="connsiteX1538" fmla="*/ 322163 w 591813"/>
                <a:gd name="connsiteY1538" fmla="*/ 529540 h 626109"/>
                <a:gd name="connsiteX1539" fmla="*/ 321758 w 591813"/>
                <a:gd name="connsiteY1539" fmla="*/ 529989 h 626109"/>
                <a:gd name="connsiteX1540" fmla="*/ 321376 w 591813"/>
                <a:gd name="connsiteY1540" fmla="*/ 530439 h 626109"/>
                <a:gd name="connsiteX1541" fmla="*/ 320971 w 591813"/>
                <a:gd name="connsiteY1541" fmla="*/ 530867 h 626109"/>
                <a:gd name="connsiteX1542" fmla="*/ 320589 w 591813"/>
                <a:gd name="connsiteY1542" fmla="*/ 531294 h 626109"/>
                <a:gd name="connsiteX1543" fmla="*/ 320184 w 591813"/>
                <a:gd name="connsiteY1543" fmla="*/ 531721 h 626109"/>
                <a:gd name="connsiteX1544" fmla="*/ 319802 w 591813"/>
                <a:gd name="connsiteY1544" fmla="*/ 532148 h 626109"/>
                <a:gd name="connsiteX1545" fmla="*/ 319397 w 591813"/>
                <a:gd name="connsiteY1545" fmla="*/ 532576 h 626109"/>
                <a:gd name="connsiteX1546" fmla="*/ 318992 w 591813"/>
                <a:gd name="connsiteY1546" fmla="*/ 533003 h 626109"/>
                <a:gd name="connsiteX1547" fmla="*/ 318610 w 591813"/>
                <a:gd name="connsiteY1547" fmla="*/ 533430 h 626109"/>
                <a:gd name="connsiteX1548" fmla="*/ 318205 w 591813"/>
                <a:gd name="connsiteY1548" fmla="*/ 533835 h 626109"/>
                <a:gd name="connsiteX1549" fmla="*/ 317822 w 591813"/>
                <a:gd name="connsiteY1549" fmla="*/ 534262 h 626109"/>
                <a:gd name="connsiteX1550" fmla="*/ 317418 w 591813"/>
                <a:gd name="connsiteY1550" fmla="*/ 534667 h 626109"/>
                <a:gd name="connsiteX1551" fmla="*/ 317036 w 591813"/>
                <a:gd name="connsiteY1551" fmla="*/ 535072 h 626109"/>
                <a:gd name="connsiteX1552" fmla="*/ 316630 w 591813"/>
                <a:gd name="connsiteY1552" fmla="*/ 535477 h 626109"/>
                <a:gd name="connsiteX1553" fmla="*/ 316248 w 591813"/>
                <a:gd name="connsiteY1553" fmla="*/ 535882 h 626109"/>
                <a:gd name="connsiteX1554" fmla="*/ 315844 w 591813"/>
                <a:gd name="connsiteY1554" fmla="*/ 536287 h 626109"/>
                <a:gd name="connsiteX1555" fmla="*/ 315438 w 591813"/>
                <a:gd name="connsiteY1555" fmla="*/ 536669 h 626109"/>
                <a:gd name="connsiteX1556" fmla="*/ 315056 w 591813"/>
                <a:gd name="connsiteY1556" fmla="*/ 537074 h 626109"/>
                <a:gd name="connsiteX1557" fmla="*/ 314652 w 591813"/>
                <a:gd name="connsiteY1557" fmla="*/ 537456 h 626109"/>
                <a:gd name="connsiteX1558" fmla="*/ 314269 w 591813"/>
                <a:gd name="connsiteY1558" fmla="*/ 537838 h 626109"/>
                <a:gd name="connsiteX1559" fmla="*/ 313864 w 591813"/>
                <a:gd name="connsiteY1559" fmla="*/ 538221 h 626109"/>
                <a:gd name="connsiteX1560" fmla="*/ 313482 w 591813"/>
                <a:gd name="connsiteY1560" fmla="*/ 538603 h 626109"/>
                <a:gd name="connsiteX1561" fmla="*/ 313077 w 591813"/>
                <a:gd name="connsiteY1561" fmla="*/ 538985 h 626109"/>
                <a:gd name="connsiteX1562" fmla="*/ 312695 w 591813"/>
                <a:gd name="connsiteY1562" fmla="*/ 539345 h 626109"/>
                <a:gd name="connsiteX1563" fmla="*/ 312290 w 591813"/>
                <a:gd name="connsiteY1563" fmla="*/ 539727 h 626109"/>
                <a:gd name="connsiteX1564" fmla="*/ 311885 w 591813"/>
                <a:gd name="connsiteY1564" fmla="*/ 540087 h 626109"/>
                <a:gd name="connsiteX1565" fmla="*/ 311503 w 591813"/>
                <a:gd name="connsiteY1565" fmla="*/ 540447 h 626109"/>
                <a:gd name="connsiteX1566" fmla="*/ 311098 w 591813"/>
                <a:gd name="connsiteY1566" fmla="*/ 540807 h 626109"/>
                <a:gd name="connsiteX1567" fmla="*/ 310716 w 591813"/>
                <a:gd name="connsiteY1567" fmla="*/ 541167 h 626109"/>
                <a:gd name="connsiteX1568" fmla="*/ 310311 w 591813"/>
                <a:gd name="connsiteY1568" fmla="*/ 541504 h 626109"/>
                <a:gd name="connsiteX1569" fmla="*/ 309929 w 591813"/>
                <a:gd name="connsiteY1569" fmla="*/ 541864 h 626109"/>
                <a:gd name="connsiteX1570" fmla="*/ 309524 w 591813"/>
                <a:gd name="connsiteY1570" fmla="*/ 542224 h 626109"/>
                <a:gd name="connsiteX1571" fmla="*/ 309142 w 591813"/>
                <a:gd name="connsiteY1571" fmla="*/ 542561 h 626109"/>
                <a:gd name="connsiteX1572" fmla="*/ 308737 w 591813"/>
                <a:gd name="connsiteY1572" fmla="*/ 542921 h 626109"/>
                <a:gd name="connsiteX1573" fmla="*/ 308332 w 591813"/>
                <a:gd name="connsiteY1573" fmla="*/ 543258 h 626109"/>
                <a:gd name="connsiteX1574" fmla="*/ 307950 w 591813"/>
                <a:gd name="connsiteY1574" fmla="*/ 543596 h 626109"/>
                <a:gd name="connsiteX1575" fmla="*/ 307545 w 591813"/>
                <a:gd name="connsiteY1575" fmla="*/ 543933 h 626109"/>
                <a:gd name="connsiteX1576" fmla="*/ 307162 w 591813"/>
                <a:gd name="connsiteY1576" fmla="*/ 544270 h 626109"/>
                <a:gd name="connsiteX1577" fmla="*/ 306758 w 591813"/>
                <a:gd name="connsiteY1577" fmla="*/ 544608 h 626109"/>
                <a:gd name="connsiteX1578" fmla="*/ 306376 w 591813"/>
                <a:gd name="connsiteY1578" fmla="*/ 544945 h 626109"/>
                <a:gd name="connsiteX1579" fmla="*/ 305970 w 591813"/>
                <a:gd name="connsiteY1579" fmla="*/ 545260 h 626109"/>
                <a:gd name="connsiteX1580" fmla="*/ 305566 w 591813"/>
                <a:gd name="connsiteY1580" fmla="*/ 545597 h 626109"/>
                <a:gd name="connsiteX1581" fmla="*/ 305184 w 591813"/>
                <a:gd name="connsiteY1581" fmla="*/ 545912 h 626109"/>
                <a:gd name="connsiteX1582" fmla="*/ 304778 w 591813"/>
                <a:gd name="connsiteY1582" fmla="*/ 546249 h 626109"/>
                <a:gd name="connsiteX1583" fmla="*/ 304396 w 591813"/>
                <a:gd name="connsiteY1583" fmla="*/ 546564 h 626109"/>
                <a:gd name="connsiteX1584" fmla="*/ 303992 w 591813"/>
                <a:gd name="connsiteY1584" fmla="*/ 546879 h 626109"/>
                <a:gd name="connsiteX1585" fmla="*/ 303609 w 591813"/>
                <a:gd name="connsiteY1585" fmla="*/ 547194 h 626109"/>
                <a:gd name="connsiteX1586" fmla="*/ 303204 w 591813"/>
                <a:gd name="connsiteY1586" fmla="*/ 547509 h 626109"/>
                <a:gd name="connsiteX1587" fmla="*/ 302822 w 591813"/>
                <a:gd name="connsiteY1587" fmla="*/ 547824 h 626109"/>
                <a:gd name="connsiteX1588" fmla="*/ 302417 w 591813"/>
                <a:gd name="connsiteY1588" fmla="*/ 548139 h 626109"/>
                <a:gd name="connsiteX1589" fmla="*/ 302012 w 591813"/>
                <a:gd name="connsiteY1589" fmla="*/ 548431 h 626109"/>
                <a:gd name="connsiteX1590" fmla="*/ 301630 w 591813"/>
                <a:gd name="connsiteY1590" fmla="*/ 548746 h 626109"/>
                <a:gd name="connsiteX1591" fmla="*/ 301225 w 591813"/>
                <a:gd name="connsiteY1591" fmla="*/ 549038 h 626109"/>
                <a:gd name="connsiteX1592" fmla="*/ 300843 w 591813"/>
                <a:gd name="connsiteY1592" fmla="*/ 549331 h 626109"/>
                <a:gd name="connsiteX1593" fmla="*/ 300438 w 591813"/>
                <a:gd name="connsiteY1593" fmla="*/ 549623 h 626109"/>
                <a:gd name="connsiteX1594" fmla="*/ 300056 w 591813"/>
                <a:gd name="connsiteY1594" fmla="*/ 549915 h 626109"/>
                <a:gd name="connsiteX1595" fmla="*/ 299651 w 591813"/>
                <a:gd name="connsiteY1595" fmla="*/ 550208 h 626109"/>
                <a:gd name="connsiteX1596" fmla="*/ 299269 w 591813"/>
                <a:gd name="connsiteY1596" fmla="*/ 550500 h 626109"/>
                <a:gd name="connsiteX1597" fmla="*/ 298864 w 591813"/>
                <a:gd name="connsiteY1597" fmla="*/ 550770 h 626109"/>
                <a:gd name="connsiteX1598" fmla="*/ 298459 w 591813"/>
                <a:gd name="connsiteY1598" fmla="*/ 551062 h 626109"/>
                <a:gd name="connsiteX1599" fmla="*/ 298076 w 591813"/>
                <a:gd name="connsiteY1599" fmla="*/ 551332 h 626109"/>
                <a:gd name="connsiteX1600" fmla="*/ 297672 w 591813"/>
                <a:gd name="connsiteY1600" fmla="*/ 551602 h 626109"/>
                <a:gd name="connsiteX1601" fmla="*/ 297290 w 591813"/>
                <a:gd name="connsiteY1601" fmla="*/ 551872 h 626109"/>
                <a:gd name="connsiteX1602" fmla="*/ 296884 w 591813"/>
                <a:gd name="connsiteY1602" fmla="*/ 552119 h 626109"/>
                <a:gd name="connsiteX1603" fmla="*/ 296502 w 591813"/>
                <a:gd name="connsiteY1603" fmla="*/ 552389 h 626109"/>
                <a:gd name="connsiteX1604" fmla="*/ 296098 w 591813"/>
                <a:gd name="connsiteY1604" fmla="*/ 551692 h 626109"/>
                <a:gd name="connsiteX1605" fmla="*/ 295716 w 591813"/>
                <a:gd name="connsiteY1605" fmla="*/ 551535 h 626109"/>
                <a:gd name="connsiteX1606" fmla="*/ 295310 w 591813"/>
                <a:gd name="connsiteY1606" fmla="*/ 551804 h 626109"/>
                <a:gd name="connsiteX1607" fmla="*/ 294906 w 591813"/>
                <a:gd name="connsiteY1607" fmla="*/ 552052 h 626109"/>
                <a:gd name="connsiteX1608" fmla="*/ 294524 w 591813"/>
                <a:gd name="connsiteY1608" fmla="*/ 552322 h 626109"/>
                <a:gd name="connsiteX1609" fmla="*/ 294118 w 591813"/>
                <a:gd name="connsiteY1609" fmla="*/ 552591 h 626109"/>
                <a:gd name="connsiteX1610" fmla="*/ 293736 w 591813"/>
                <a:gd name="connsiteY1610" fmla="*/ 552839 h 626109"/>
                <a:gd name="connsiteX1611" fmla="*/ 293331 w 591813"/>
                <a:gd name="connsiteY1611" fmla="*/ 553086 h 626109"/>
                <a:gd name="connsiteX1612" fmla="*/ 292949 w 591813"/>
                <a:gd name="connsiteY1612" fmla="*/ 553334 h 626109"/>
                <a:gd name="connsiteX1613" fmla="*/ 292544 w 591813"/>
                <a:gd name="connsiteY1613" fmla="*/ 553559 h 626109"/>
                <a:gd name="connsiteX1614" fmla="*/ 292139 w 591813"/>
                <a:gd name="connsiteY1614" fmla="*/ 553806 h 626109"/>
                <a:gd name="connsiteX1615" fmla="*/ 291757 w 591813"/>
                <a:gd name="connsiteY1615" fmla="*/ 554031 h 626109"/>
                <a:gd name="connsiteX1616" fmla="*/ 291352 w 591813"/>
                <a:gd name="connsiteY1616" fmla="*/ 554256 h 626109"/>
                <a:gd name="connsiteX1617" fmla="*/ 290970 w 591813"/>
                <a:gd name="connsiteY1617" fmla="*/ 554481 h 626109"/>
                <a:gd name="connsiteX1618" fmla="*/ 290565 w 591813"/>
                <a:gd name="connsiteY1618" fmla="*/ 554705 h 626109"/>
                <a:gd name="connsiteX1619" fmla="*/ 290183 w 591813"/>
                <a:gd name="connsiteY1619" fmla="*/ 554930 h 626109"/>
                <a:gd name="connsiteX1620" fmla="*/ 289778 w 591813"/>
                <a:gd name="connsiteY1620" fmla="*/ 555133 h 626109"/>
                <a:gd name="connsiteX1621" fmla="*/ 289396 w 591813"/>
                <a:gd name="connsiteY1621" fmla="*/ 555358 h 626109"/>
                <a:gd name="connsiteX1622" fmla="*/ 288991 w 591813"/>
                <a:gd name="connsiteY1622" fmla="*/ 555583 h 626109"/>
                <a:gd name="connsiteX1623" fmla="*/ 288586 w 591813"/>
                <a:gd name="connsiteY1623" fmla="*/ 555785 h 626109"/>
                <a:gd name="connsiteX1624" fmla="*/ 288204 w 591813"/>
                <a:gd name="connsiteY1624" fmla="*/ 555987 h 626109"/>
                <a:gd name="connsiteX1625" fmla="*/ 287799 w 591813"/>
                <a:gd name="connsiteY1625" fmla="*/ 556190 h 626109"/>
                <a:gd name="connsiteX1626" fmla="*/ 287416 w 591813"/>
                <a:gd name="connsiteY1626" fmla="*/ 556392 h 626109"/>
                <a:gd name="connsiteX1627" fmla="*/ 287012 w 591813"/>
                <a:gd name="connsiteY1627" fmla="*/ 556595 h 626109"/>
                <a:gd name="connsiteX1628" fmla="*/ 286630 w 591813"/>
                <a:gd name="connsiteY1628" fmla="*/ 556797 h 626109"/>
                <a:gd name="connsiteX1629" fmla="*/ 286224 w 591813"/>
                <a:gd name="connsiteY1629" fmla="*/ 556977 h 626109"/>
                <a:gd name="connsiteX1630" fmla="*/ 285842 w 591813"/>
                <a:gd name="connsiteY1630" fmla="*/ 557179 h 626109"/>
                <a:gd name="connsiteX1631" fmla="*/ 285438 w 591813"/>
                <a:gd name="connsiteY1631" fmla="*/ 557359 h 626109"/>
                <a:gd name="connsiteX1632" fmla="*/ 285033 w 591813"/>
                <a:gd name="connsiteY1632" fmla="*/ 557562 h 626109"/>
                <a:gd name="connsiteX1633" fmla="*/ 284673 w 591813"/>
                <a:gd name="connsiteY1633" fmla="*/ 557742 h 626109"/>
                <a:gd name="connsiteX1634" fmla="*/ 284246 w 591813"/>
                <a:gd name="connsiteY1634" fmla="*/ 557922 h 626109"/>
                <a:gd name="connsiteX1635" fmla="*/ 283886 w 591813"/>
                <a:gd name="connsiteY1635" fmla="*/ 558101 h 626109"/>
                <a:gd name="connsiteX1636" fmla="*/ 283481 w 591813"/>
                <a:gd name="connsiteY1636" fmla="*/ 558259 h 626109"/>
                <a:gd name="connsiteX1637" fmla="*/ 283076 w 591813"/>
                <a:gd name="connsiteY1637" fmla="*/ 558439 h 626109"/>
                <a:gd name="connsiteX1638" fmla="*/ 282694 w 591813"/>
                <a:gd name="connsiteY1638" fmla="*/ 558619 h 626109"/>
                <a:gd name="connsiteX1639" fmla="*/ 282311 w 591813"/>
                <a:gd name="connsiteY1639" fmla="*/ 558776 h 626109"/>
                <a:gd name="connsiteX1640" fmla="*/ 281907 w 591813"/>
                <a:gd name="connsiteY1640" fmla="*/ 558934 h 626109"/>
                <a:gd name="connsiteX1641" fmla="*/ 281502 w 591813"/>
                <a:gd name="connsiteY1641" fmla="*/ 559091 h 626109"/>
                <a:gd name="connsiteX1642" fmla="*/ 281120 w 591813"/>
                <a:gd name="connsiteY1642" fmla="*/ 559248 h 626109"/>
                <a:gd name="connsiteX1643" fmla="*/ 280715 w 591813"/>
                <a:gd name="connsiteY1643" fmla="*/ 559406 h 626109"/>
                <a:gd name="connsiteX1644" fmla="*/ 280332 w 591813"/>
                <a:gd name="connsiteY1644" fmla="*/ 559541 h 626109"/>
                <a:gd name="connsiteX1645" fmla="*/ 279928 w 591813"/>
                <a:gd name="connsiteY1645" fmla="*/ 559698 h 626109"/>
                <a:gd name="connsiteX1646" fmla="*/ 279545 w 591813"/>
                <a:gd name="connsiteY1646" fmla="*/ 559833 h 626109"/>
                <a:gd name="connsiteX1647" fmla="*/ 279140 w 591813"/>
                <a:gd name="connsiteY1647" fmla="*/ 559968 h 626109"/>
                <a:gd name="connsiteX1648" fmla="*/ 278758 w 591813"/>
                <a:gd name="connsiteY1648" fmla="*/ 560103 h 626109"/>
                <a:gd name="connsiteX1649" fmla="*/ 278353 w 591813"/>
                <a:gd name="connsiteY1649" fmla="*/ 560215 h 626109"/>
                <a:gd name="connsiteX1650" fmla="*/ 277948 w 591813"/>
                <a:gd name="connsiteY1650" fmla="*/ 560350 h 626109"/>
                <a:gd name="connsiteX1651" fmla="*/ 277566 w 591813"/>
                <a:gd name="connsiteY1651" fmla="*/ 560463 h 626109"/>
                <a:gd name="connsiteX1652" fmla="*/ 277162 w 591813"/>
                <a:gd name="connsiteY1652" fmla="*/ 560575 h 626109"/>
                <a:gd name="connsiteX1653" fmla="*/ 276779 w 591813"/>
                <a:gd name="connsiteY1653" fmla="*/ 560688 h 626109"/>
                <a:gd name="connsiteX1654" fmla="*/ 276374 w 591813"/>
                <a:gd name="connsiteY1654" fmla="*/ 560800 h 626109"/>
                <a:gd name="connsiteX1655" fmla="*/ 275992 w 591813"/>
                <a:gd name="connsiteY1655" fmla="*/ 560890 h 626109"/>
                <a:gd name="connsiteX1656" fmla="*/ 275587 w 591813"/>
                <a:gd name="connsiteY1656" fmla="*/ 560913 h 626109"/>
                <a:gd name="connsiteX1657" fmla="*/ 275182 w 591813"/>
                <a:gd name="connsiteY1657" fmla="*/ 560935 h 626109"/>
                <a:gd name="connsiteX1658" fmla="*/ 274800 w 591813"/>
                <a:gd name="connsiteY1658" fmla="*/ 560935 h 626109"/>
                <a:gd name="connsiteX1659" fmla="*/ 274395 w 591813"/>
                <a:gd name="connsiteY1659" fmla="*/ 560935 h 626109"/>
                <a:gd name="connsiteX1660" fmla="*/ 274013 w 591813"/>
                <a:gd name="connsiteY1660" fmla="*/ 560935 h 626109"/>
                <a:gd name="connsiteX1661" fmla="*/ 273608 w 591813"/>
                <a:gd name="connsiteY1661" fmla="*/ 560935 h 626109"/>
                <a:gd name="connsiteX1662" fmla="*/ 273226 w 591813"/>
                <a:gd name="connsiteY1662" fmla="*/ 560935 h 626109"/>
                <a:gd name="connsiteX1663" fmla="*/ 272821 w 591813"/>
                <a:gd name="connsiteY1663" fmla="*/ 560913 h 626109"/>
                <a:gd name="connsiteX1664" fmla="*/ 272439 w 591813"/>
                <a:gd name="connsiteY1664" fmla="*/ 560913 h 626109"/>
                <a:gd name="connsiteX1665" fmla="*/ 272034 w 591813"/>
                <a:gd name="connsiteY1665" fmla="*/ 560890 h 626109"/>
                <a:gd name="connsiteX1666" fmla="*/ 271629 w 591813"/>
                <a:gd name="connsiteY1666" fmla="*/ 560868 h 626109"/>
                <a:gd name="connsiteX1667" fmla="*/ 271247 w 591813"/>
                <a:gd name="connsiteY1667" fmla="*/ 560823 h 626109"/>
                <a:gd name="connsiteX1668" fmla="*/ 270842 w 591813"/>
                <a:gd name="connsiteY1668" fmla="*/ 560800 h 626109"/>
                <a:gd name="connsiteX1669" fmla="*/ 270459 w 591813"/>
                <a:gd name="connsiteY1669" fmla="*/ 560755 h 626109"/>
                <a:gd name="connsiteX1670" fmla="*/ 270055 w 591813"/>
                <a:gd name="connsiteY1670" fmla="*/ 560710 h 626109"/>
                <a:gd name="connsiteX1671" fmla="*/ 269672 w 591813"/>
                <a:gd name="connsiteY1671" fmla="*/ 560665 h 626109"/>
                <a:gd name="connsiteX1672" fmla="*/ 269268 w 591813"/>
                <a:gd name="connsiteY1672" fmla="*/ 560598 h 626109"/>
                <a:gd name="connsiteX1673" fmla="*/ 268885 w 591813"/>
                <a:gd name="connsiteY1673" fmla="*/ 560553 h 626109"/>
                <a:gd name="connsiteX1674" fmla="*/ 268480 w 591813"/>
                <a:gd name="connsiteY1674" fmla="*/ 560485 h 626109"/>
                <a:gd name="connsiteX1675" fmla="*/ 268076 w 591813"/>
                <a:gd name="connsiteY1675" fmla="*/ 560418 h 626109"/>
                <a:gd name="connsiteX1676" fmla="*/ 267693 w 591813"/>
                <a:gd name="connsiteY1676" fmla="*/ 560350 h 626109"/>
                <a:gd name="connsiteX1677" fmla="*/ 267288 w 591813"/>
                <a:gd name="connsiteY1677" fmla="*/ 560260 h 626109"/>
                <a:gd name="connsiteX1678" fmla="*/ 266906 w 591813"/>
                <a:gd name="connsiteY1678" fmla="*/ 560193 h 626109"/>
                <a:gd name="connsiteX1679" fmla="*/ 266502 w 591813"/>
                <a:gd name="connsiteY1679" fmla="*/ 560103 h 626109"/>
                <a:gd name="connsiteX1680" fmla="*/ 266119 w 591813"/>
                <a:gd name="connsiteY1680" fmla="*/ 560013 h 626109"/>
                <a:gd name="connsiteX1681" fmla="*/ 265714 w 591813"/>
                <a:gd name="connsiteY1681" fmla="*/ 559901 h 626109"/>
                <a:gd name="connsiteX1682" fmla="*/ 265332 w 591813"/>
                <a:gd name="connsiteY1682" fmla="*/ 559811 h 626109"/>
                <a:gd name="connsiteX1683" fmla="*/ 264927 w 591813"/>
                <a:gd name="connsiteY1683" fmla="*/ 559698 h 626109"/>
                <a:gd name="connsiteX1684" fmla="*/ 264522 w 591813"/>
                <a:gd name="connsiteY1684" fmla="*/ 559586 h 626109"/>
                <a:gd name="connsiteX1685" fmla="*/ 264140 w 591813"/>
                <a:gd name="connsiteY1685" fmla="*/ 559473 h 626109"/>
                <a:gd name="connsiteX1686" fmla="*/ 263735 w 591813"/>
                <a:gd name="connsiteY1686" fmla="*/ 559338 h 626109"/>
                <a:gd name="connsiteX1687" fmla="*/ 263353 w 591813"/>
                <a:gd name="connsiteY1687" fmla="*/ 559203 h 626109"/>
                <a:gd name="connsiteX1688" fmla="*/ 262948 w 591813"/>
                <a:gd name="connsiteY1688" fmla="*/ 559068 h 626109"/>
                <a:gd name="connsiteX1689" fmla="*/ 262566 w 591813"/>
                <a:gd name="connsiteY1689" fmla="*/ 558934 h 626109"/>
                <a:gd name="connsiteX1690" fmla="*/ 262161 w 591813"/>
                <a:gd name="connsiteY1690" fmla="*/ 558776 h 626109"/>
                <a:gd name="connsiteX1691" fmla="*/ 261756 w 591813"/>
                <a:gd name="connsiteY1691" fmla="*/ 558641 h 626109"/>
                <a:gd name="connsiteX1692" fmla="*/ 261374 w 591813"/>
                <a:gd name="connsiteY1692" fmla="*/ 558484 h 626109"/>
                <a:gd name="connsiteX1693" fmla="*/ 260969 w 591813"/>
                <a:gd name="connsiteY1693" fmla="*/ 558326 h 626109"/>
                <a:gd name="connsiteX1694" fmla="*/ 260587 w 591813"/>
                <a:gd name="connsiteY1694" fmla="*/ 558169 h 626109"/>
                <a:gd name="connsiteX1695" fmla="*/ 260182 w 591813"/>
                <a:gd name="connsiteY1695" fmla="*/ 557989 h 626109"/>
                <a:gd name="connsiteX1696" fmla="*/ 259799 w 591813"/>
                <a:gd name="connsiteY1696" fmla="*/ 557832 h 626109"/>
                <a:gd name="connsiteX1697" fmla="*/ 259395 w 591813"/>
                <a:gd name="connsiteY1697" fmla="*/ 557652 h 626109"/>
                <a:gd name="connsiteX1698" fmla="*/ 259012 w 591813"/>
                <a:gd name="connsiteY1698" fmla="*/ 557472 h 626109"/>
                <a:gd name="connsiteX1699" fmla="*/ 258608 w 591813"/>
                <a:gd name="connsiteY1699" fmla="*/ 557269 h 626109"/>
                <a:gd name="connsiteX1700" fmla="*/ 258202 w 591813"/>
                <a:gd name="connsiteY1700" fmla="*/ 557089 h 626109"/>
                <a:gd name="connsiteX1701" fmla="*/ 257820 w 591813"/>
                <a:gd name="connsiteY1701" fmla="*/ 556887 h 626109"/>
                <a:gd name="connsiteX1702" fmla="*/ 257416 w 591813"/>
                <a:gd name="connsiteY1702" fmla="*/ 556685 h 626109"/>
                <a:gd name="connsiteX1703" fmla="*/ 257033 w 591813"/>
                <a:gd name="connsiteY1703" fmla="*/ 556482 h 626109"/>
                <a:gd name="connsiteX1704" fmla="*/ 256628 w 591813"/>
                <a:gd name="connsiteY1704" fmla="*/ 556280 h 626109"/>
                <a:gd name="connsiteX1705" fmla="*/ 256246 w 591813"/>
                <a:gd name="connsiteY1705" fmla="*/ 556055 h 626109"/>
                <a:gd name="connsiteX1706" fmla="*/ 255841 w 591813"/>
                <a:gd name="connsiteY1706" fmla="*/ 555830 h 626109"/>
                <a:gd name="connsiteX1707" fmla="*/ 255459 w 591813"/>
                <a:gd name="connsiteY1707" fmla="*/ 555605 h 626109"/>
                <a:gd name="connsiteX1708" fmla="*/ 255054 w 591813"/>
                <a:gd name="connsiteY1708" fmla="*/ 555380 h 626109"/>
                <a:gd name="connsiteX1709" fmla="*/ 254650 w 591813"/>
                <a:gd name="connsiteY1709" fmla="*/ 555133 h 626109"/>
                <a:gd name="connsiteX1710" fmla="*/ 254267 w 591813"/>
                <a:gd name="connsiteY1710" fmla="*/ 554885 h 626109"/>
                <a:gd name="connsiteX1711" fmla="*/ 253862 w 591813"/>
                <a:gd name="connsiteY1711" fmla="*/ 554638 h 626109"/>
                <a:gd name="connsiteX1712" fmla="*/ 253480 w 591813"/>
                <a:gd name="connsiteY1712" fmla="*/ 554391 h 626109"/>
                <a:gd name="connsiteX1713" fmla="*/ 253075 w 591813"/>
                <a:gd name="connsiteY1713" fmla="*/ 554121 h 626109"/>
                <a:gd name="connsiteX1714" fmla="*/ 252693 w 591813"/>
                <a:gd name="connsiteY1714" fmla="*/ 553873 h 626109"/>
                <a:gd name="connsiteX1715" fmla="*/ 252288 w 591813"/>
                <a:gd name="connsiteY1715" fmla="*/ 553604 h 626109"/>
                <a:gd name="connsiteX1716" fmla="*/ 251905 w 591813"/>
                <a:gd name="connsiteY1716" fmla="*/ 553334 h 626109"/>
                <a:gd name="connsiteX1717" fmla="*/ 251501 w 591813"/>
                <a:gd name="connsiteY1717" fmla="*/ 553041 h 626109"/>
                <a:gd name="connsiteX1718" fmla="*/ 251096 w 591813"/>
                <a:gd name="connsiteY1718" fmla="*/ 552771 h 626109"/>
                <a:gd name="connsiteX1719" fmla="*/ 250714 w 591813"/>
                <a:gd name="connsiteY1719" fmla="*/ 552479 h 626109"/>
                <a:gd name="connsiteX1720" fmla="*/ 250309 w 591813"/>
                <a:gd name="connsiteY1720" fmla="*/ 552187 h 626109"/>
                <a:gd name="connsiteX1721" fmla="*/ 249926 w 591813"/>
                <a:gd name="connsiteY1721" fmla="*/ 551894 h 626109"/>
                <a:gd name="connsiteX1722" fmla="*/ 249522 w 591813"/>
                <a:gd name="connsiteY1722" fmla="*/ 551579 h 626109"/>
                <a:gd name="connsiteX1723" fmla="*/ 249139 w 591813"/>
                <a:gd name="connsiteY1723" fmla="*/ 551287 h 626109"/>
                <a:gd name="connsiteX1724" fmla="*/ 248734 w 591813"/>
                <a:gd name="connsiteY1724" fmla="*/ 550950 h 626109"/>
                <a:gd name="connsiteX1725" fmla="*/ 248352 w 591813"/>
                <a:gd name="connsiteY1725" fmla="*/ 550635 h 626109"/>
                <a:gd name="connsiteX1726" fmla="*/ 247948 w 591813"/>
                <a:gd name="connsiteY1726" fmla="*/ 550320 h 626109"/>
                <a:gd name="connsiteX1727" fmla="*/ 247542 w 591813"/>
                <a:gd name="connsiteY1727" fmla="*/ 549983 h 626109"/>
                <a:gd name="connsiteX1728" fmla="*/ 247160 w 591813"/>
                <a:gd name="connsiteY1728" fmla="*/ 549645 h 626109"/>
                <a:gd name="connsiteX1729" fmla="*/ 246756 w 591813"/>
                <a:gd name="connsiteY1729" fmla="*/ 549286 h 626109"/>
                <a:gd name="connsiteX1730" fmla="*/ 246373 w 591813"/>
                <a:gd name="connsiteY1730" fmla="*/ 548948 h 626109"/>
                <a:gd name="connsiteX1731" fmla="*/ 245968 w 591813"/>
                <a:gd name="connsiteY1731" fmla="*/ 548588 h 626109"/>
                <a:gd name="connsiteX1732" fmla="*/ 245586 w 591813"/>
                <a:gd name="connsiteY1732" fmla="*/ 548229 h 626109"/>
                <a:gd name="connsiteX1733" fmla="*/ 245181 w 591813"/>
                <a:gd name="connsiteY1733" fmla="*/ 547869 h 626109"/>
                <a:gd name="connsiteX1734" fmla="*/ 244776 w 591813"/>
                <a:gd name="connsiteY1734" fmla="*/ 547486 h 626109"/>
                <a:gd name="connsiteX1735" fmla="*/ 244394 w 591813"/>
                <a:gd name="connsiteY1735" fmla="*/ 547127 h 626109"/>
                <a:gd name="connsiteX1736" fmla="*/ 243989 w 591813"/>
                <a:gd name="connsiteY1736" fmla="*/ 546744 h 626109"/>
                <a:gd name="connsiteX1737" fmla="*/ 243607 w 591813"/>
                <a:gd name="connsiteY1737" fmla="*/ 546339 h 626109"/>
                <a:gd name="connsiteX1738" fmla="*/ 243202 w 591813"/>
                <a:gd name="connsiteY1738" fmla="*/ 545957 h 626109"/>
                <a:gd name="connsiteX1739" fmla="*/ 242820 w 591813"/>
                <a:gd name="connsiteY1739" fmla="*/ 545552 h 626109"/>
                <a:gd name="connsiteX1740" fmla="*/ 242415 w 591813"/>
                <a:gd name="connsiteY1740" fmla="*/ 545147 h 626109"/>
                <a:gd name="connsiteX1741" fmla="*/ 242033 w 591813"/>
                <a:gd name="connsiteY1741" fmla="*/ 544743 h 626109"/>
                <a:gd name="connsiteX1742" fmla="*/ 241628 w 591813"/>
                <a:gd name="connsiteY1742" fmla="*/ 544315 h 626109"/>
                <a:gd name="connsiteX1743" fmla="*/ 241223 w 591813"/>
                <a:gd name="connsiteY1743" fmla="*/ 543888 h 626109"/>
                <a:gd name="connsiteX1744" fmla="*/ 240841 w 591813"/>
                <a:gd name="connsiteY1744" fmla="*/ 543438 h 626109"/>
                <a:gd name="connsiteX1745" fmla="*/ 240436 w 591813"/>
                <a:gd name="connsiteY1745" fmla="*/ 542988 h 626109"/>
                <a:gd name="connsiteX1746" fmla="*/ 240054 w 591813"/>
                <a:gd name="connsiteY1746" fmla="*/ 542539 h 626109"/>
                <a:gd name="connsiteX1747" fmla="*/ 239649 w 591813"/>
                <a:gd name="connsiteY1747" fmla="*/ 542089 h 626109"/>
                <a:gd name="connsiteX1748" fmla="*/ 239266 w 591813"/>
                <a:gd name="connsiteY1748" fmla="*/ 541617 h 626109"/>
                <a:gd name="connsiteX1749" fmla="*/ 238862 w 591813"/>
                <a:gd name="connsiteY1749" fmla="*/ 541144 h 626109"/>
                <a:gd name="connsiteX1750" fmla="*/ 238479 w 591813"/>
                <a:gd name="connsiteY1750" fmla="*/ 540649 h 626109"/>
                <a:gd name="connsiteX1751" fmla="*/ 238074 w 591813"/>
                <a:gd name="connsiteY1751" fmla="*/ 540155 h 626109"/>
                <a:gd name="connsiteX1752" fmla="*/ 237670 w 591813"/>
                <a:gd name="connsiteY1752" fmla="*/ 539660 h 626109"/>
                <a:gd name="connsiteX1753" fmla="*/ 237287 w 591813"/>
                <a:gd name="connsiteY1753" fmla="*/ 539165 h 626109"/>
                <a:gd name="connsiteX1754" fmla="*/ 236882 w 591813"/>
                <a:gd name="connsiteY1754" fmla="*/ 538648 h 626109"/>
                <a:gd name="connsiteX1755" fmla="*/ 236500 w 591813"/>
                <a:gd name="connsiteY1755" fmla="*/ 538108 h 626109"/>
                <a:gd name="connsiteX1756" fmla="*/ 236096 w 591813"/>
                <a:gd name="connsiteY1756" fmla="*/ 537591 h 626109"/>
                <a:gd name="connsiteX1757" fmla="*/ 235713 w 591813"/>
                <a:gd name="connsiteY1757" fmla="*/ 537051 h 626109"/>
                <a:gd name="connsiteX1758" fmla="*/ 235308 w 591813"/>
                <a:gd name="connsiteY1758" fmla="*/ 536489 h 626109"/>
                <a:gd name="connsiteX1759" fmla="*/ 234926 w 591813"/>
                <a:gd name="connsiteY1759" fmla="*/ 535949 h 626109"/>
                <a:gd name="connsiteX1760" fmla="*/ 234521 w 591813"/>
                <a:gd name="connsiteY1760" fmla="*/ 535387 h 626109"/>
                <a:gd name="connsiteX1761" fmla="*/ 234116 w 591813"/>
                <a:gd name="connsiteY1761" fmla="*/ 534802 h 626109"/>
                <a:gd name="connsiteX1762" fmla="*/ 233734 w 591813"/>
                <a:gd name="connsiteY1762" fmla="*/ 534240 h 626109"/>
                <a:gd name="connsiteX1763" fmla="*/ 233329 w 591813"/>
                <a:gd name="connsiteY1763" fmla="*/ 533655 h 626109"/>
                <a:gd name="connsiteX1764" fmla="*/ 232947 w 591813"/>
                <a:gd name="connsiteY1764" fmla="*/ 533048 h 626109"/>
                <a:gd name="connsiteX1765" fmla="*/ 232542 w 591813"/>
                <a:gd name="connsiteY1765" fmla="*/ 532463 h 626109"/>
                <a:gd name="connsiteX1766" fmla="*/ 232160 w 591813"/>
                <a:gd name="connsiteY1766" fmla="*/ 531834 h 626109"/>
                <a:gd name="connsiteX1767" fmla="*/ 231755 w 591813"/>
                <a:gd name="connsiteY1767" fmla="*/ 531226 h 626109"/>
                <a:gd name="connsiteX1768" fmla="*/ 231350 w 591813"/>
                <a:gd name="connsiteY1768" fmla="*/ 530597 h 626109"/>
                <a:gd name="connsiteX1769" fmla="*/ 230968 w 591813"/>
                <a:gd name="connsiteY1769" fmla="*/ 529967 h 626109"/>
                <a:gd name="connsiteX1770" fmla="*/ 230563 w 591813"/>
                <a:gd name="connsiteY1770" fmla="*/ 529337 h 626109"/>
                <a:gd name="connsiteX1771" fmla="*/ 230181 w 591813"/>
                <a:gd name="connsiteY1771" fmla="*/ 528685 h 626109"/>
                <a:gd name="connsiteX1772" fmla="*/ 229776 w 591813"/>
                <a:gd name="connsiteY1772" fmla="*/ 528033 h 626109"/>
                <a:gd name="connsiteX1773" fmla="*/ 229394 w 591813"/>
                <a:gd name="connsiteY1773" fmla="*/ 527358 h 626109"/>
                <a:gd name="connsiteX1774" fmla="*/ 228989 w 591813"/>
                <a:gd name="connsiteY1774" fmla="*/ 526683 h 626109"/>
                <a:gd name="connsiteX1775" fmla="*/ 228606 w 591813"/>
                <a:gd name="connsiteY1775" fmla="*/ 526009 h 626109"/>
                <a:gd name="connsiteX1776" fmla="*/ 228202 w 591813"/>
                <a:gd name="connsiteY1776" fmla="*/ 525334 h 626109"/>
                <a:gd name="connsiteX1777" fmla="*/ 227797 w 591813"/>
                <a:gd name="connsiteY1777" fmla="*/ 524637 h 626109"/>
                <a:gd name="connsiteX1778" fmla="*/ 227414 w 591813"/>
                <a:gd name="connsiteY1778" fmla="*/ 523940 h 626109"/>
                <a:gd name="connsiteX1779" fmla="*/ 227010 w 591813"/>
                <a:gd name="connsiteY1779" fmla="*/ 523220 h 626109"/>
                <a:gd name="connsiteX1780" fmla="*/ 226627 w 591813"/>
                <a:gd name="connsiteY1780" fmla="*/ 522500 h 626109"/>
                <a:gd name="connsiteX1781" fmla="*/ 226222 w 591813"/>
                <a:gd name="connsiteY1781" fmla="*/ 521781 h 626109"/>
                <a:gd name="connsiteX1782" fmla="*/ 225840 w 591813"/>
                <a:gd name="connsiteY1782" fmla="*/ 521039 h 626109"/>
                <a:gd name="connsiteX1783" fmla="*/ 225436 w 591813"/>
                <a:gd name="connsiteY1783" fmla="*/ 520296 h 626109"/>
                <a:gd name="connsiteX1784" fmla="*/ 225053 w 591813"/>
                <a:gd name="connsiteY1784" fmla="*/ 519532 h 626109"/>
                <a:gd name="connsiteX1785" fmla="*/ 224648 w 591813"/>
                <a:gd name="connsiteY1785" fmla="*/ 518767 h 626109"/>
                <a:gd name="connsiteX1786" fmla="*/ 224244 w 591813"/>
                <a:gd name="connsiteY1786" fmla="*/ 518003 h 626109"/>
                <a:gd name="connsiteX1787" fmla="*/ 223861 w 591813"/>
                <a:gd name="connsiteY1787" fmla="*/ 517238 h 626109"/>
                <a:gd name="connsiteX1788" fmla="*/ 223456 w 591813"/>
                <a:gd name="connsiteY1788" fmla="*/ 516451 h 626109"/>
                <a:gd name="connsiteX1789" fmla="*/ 223074 w 591813"/>
                <a:gd name="connsiteY1789" fmla="*/ 515641 h 626109"/>
                <a:gd name="connsiteX1790" fmla="*/ 222669 w 591813"/>
                <a:gd name="connsiteY1790" fmla="*/ 514831 h 626109"/>
                <a:gd name="connsiteX1791" fmla="*/ 222287 w 591813"/>
                <a:gd name="connsiteY1791" fmla="*/ 514022 h 626109"/>
                <a:gd name="connsiteX1792" fmla="*/ 221882 w 591813"/>
                <a:gd name="connsiteY1792" fmla="*/ 513212 h 626109"/>
                <a:gd name="connsiteX1793" fmla="*/ 221500 w 591813"/>
                <a:gd name="connsiteY1793" fmla="*/ 512380 h 626109"/>
                <a:gd name="connsiteX1794" fmla="*/ 221095 w 591813"/>
                <a:gd name="connsiteY1794" fmla="*/ 511526 h 626109"/>
                <a:gd name="connsiteX1795" fmla="*/ 220690 w 591813"/>
                <a:gd name="connsiteY1795" fmla="*/ 510693 h 626109"/>
                <a:gd name="connsiteX1796" fmla="*/ 220308 w 591813"/>
                <a:gd name="connsiteY1796" fmla="*/ 509839 h 626109"/>
                <a:gd name="connsiteX1797" fmla="*/ 219903 w 591813"/>
                <a:gd name="connsiteY1797" fmla="*/ 508962 h 626109"/>
                <a:gd name="connsiteX1798" fmla="*/ 219521 w 591813"/>
                <a:gd name="connsiteY1798" fmla="*/ 508107 h 626109"/>
                <a:gd name="connsiteX1799" fmla="*/ 219116 w 591813"/>
                <a:gd name="connsiteY1799" fmla="*/ 507230 h 626109"/>
                <a:gd name="connsiteX1800" fmla="*/ 218733 w 591813"/>
                <a:gd name="connsiteY1800" fmla="*/ 506330 h 626109"/>
                <a:gd name="connsiteX1801" fmla="*/ 218329 w 591813"/>
                <a:gd name="connsiteY1801" fmla="*/ 505431 h 626109"/>
                <a:gd name="connsiteX1802" fmla="*/ 217946 w 591813"/>
                <a:gd name="connsiteY1802" fmla="*/ 504531 h 626109"/>
                <a:gd name="connsiteX1803" fmla="*/ 217542 w 591813"/>
                <a:gd name="connsiteY1803" fmla="*/ 503632 h 626109"/>
                <a:gd name="connsiteX1804" fmla="*/ 217136 w 591813"/>
                <a:gd name="connsiteY1804" fmla="*/ 502710 h 626109"/>
                <a:gd name="connsiteX1805" fmla="*/ 216754 w 591813"/>
                <a:gd name="connsiteY1805" fmla="*/ 501765 h 626109"/>
                <a:gd name="connsiteX1806" fmla="*/ 216350 w 591813"/>
                <a:gd name="connsiteY1806" fmla="*/ 500843 h 626109"/>
                <a:gd name="connsiteX1807" fmla="*/ 215967 w 591813"/>
                <a:gd name="connsiteY1807" fmla="*/ 499876 h 626109"/>
                <a:gd name="connsiteX1808" fmla="*/ 215562 w 591813"/>
                <a:gd name="connsiteY1808" fmla="*/ 498931 h 626109"/>
                <a:gd name="connsiteX1809" fmla="*/ 215180 w 591813"/>
                <a:gd name="connsiteY1809" fmla="*/ 497964 h 626109"/>
                <a:gd name="connsiteX1810" fmla="*/ 214776 w 591813"/>
                <a:gd name="connsiteY1810" fmla="*/ 496975 h 626109"/>
                <a:gd name="connsiteX1811" fmla="*/ 214370 w 591813"/>
                <a:gd name="connsiteY1811" fmla="*/ 495985 h 626109"/>
                <a:gd name="connsiteX1812" fmla="*/ 213988 w 591813"/>
                <a:gd name="connsiteY1812" fmla="*/ 494996 h 626109"/>
                <a:gd name="connsiteX1813" fmla="*/ 213584 w 591813"/>
                <a:gd name="connsiteY1813" fmla="*/ 493984 h 626109"/>
                <a:gd name="connsiteX1814" fmla="*/ 213201 w 591813"/>
                <a:gd name="connsiteY1814" fmla="*/ 492972 h 626109"/>
                <a:gd name="connsiteX1815" fmla="*/ 212796 w 591813"/>
                <a:gd name="connsiteY1815" fmla="*/ 491937 h 626109"/>
                <a:gd name="connsiteX1816" fmla="*/ 212414 w 591813"/>
                <a:gd name="connsiteY1816" fmla="*/ 490903 h 626109"/>
                <a:gd name="connsiteX1817" fmla="*/ 212009 w 591813"/>
                <a:gd name="connsiteY1817" fmla="*/ 489846 h 626109"/>
                <a:gd name="connsiteX1818" fmla="*/ 211627 w 591813"/>
                <a:gd name="connsiteY1818" fmla="*/ 488789 h 626109"/>
                <a:gd name="connsiteX1819" fmla="*/ 211222 w 591813"/>
                <a:gd name="connsiteY1819" fmla="*/ 487709 h 626109"/>
                <a:gd name="connsiteX1820" fmla="*/ 210817 w 591813"/>
                <a:gd name="connsiteY1820" fmla="*/ 486630 h 626109"/>
                <a:gd name="connsiteX1821" fmla="*/ 210435 w 591813"/>
                <a:gd name="connsiteY1821" fmla="*/ 485528 h 626109"/>
                <a:gd name="connsiteX1822" fmla="*/ 210030 w 591813"/>
                <a:gd name="connsiteY1822" fmla="*/ 484426 h 626109"/>
                <a:gd name="connsiteX1823" fmla="*/ 209648 w 591813"/>
                <a:gd name="connsiteY1823" fmla="*/ 483301 h 626109"/>
                <a:gd name="connsiteX1824" fmla="*/ 209243 w 591813"/>
                <a:gd name="connsiteY1824" fmla="*/ 482177 h 626109"/>
                <a:gd name="connsiteX1825" fmla="*/ 208860 w 591813"/>
                <a:gd name="connsiteY1825" fmla="*/ 481030 h 626109"/>
                <a:gd name="connsiteX1826" fmla="*/ 208456 w 591813"/>
                <a:gd name="connsiteY1826" fmla="*/ 479883 h 626109"/>
                <a:gd name="connsiteX1827" fmla="*/ 208073 w 591813"/>
                <a:gd name="connsiteY1827" fmla="*/ 478736 h 626109"/>
                <a:gd name="connsiteX1828" fmla="*/ 207668 w 591813"/>
                <a:gd name="connsiteY1828" fmla="*/ 477566 h 626109"/>
                <a:gd name="connsiteX1829" fmla="*/ 207264 w 591813"/>
                <a:gd name="connsiteY1829" fmla="*/ 476374 h 626109"/>
                <a:gd name="connsiteX1830" fmla="*/ 206882 w 591813"/>
                <a:gd name="connsiteY1830" fmla="*/ 475182 h 626109"/>
                <a:gd name="connsiteX1831" fmla="*/ 206476 w 591813"/>
                <a:gd name="connsiteY1831" fmla="*/ 473968 h 626109"/>
                <a:gd name="connsiteX1832" fmla="*/ 206094 w 591813"/>
                <a:gd name="connsiteY1832" fmla="*/ 472731 h 626109"/>
                <a:gd name="connsiteX1833" fmla="*/ 205690 w 591813"/>
                <a:gd name="connsiteY1833" fmla="*/ 471517 h 626109"/>
                <a:gd name="connsiteX1834" fmla="*/ 205307 w 591813"/>
                <a:gd name="connsiteY1834" fmla="*/ 470257 h 626109"/>
                <a:gd name="connsiteX1835" fmla="*/ 204902 w 591813"/>
                <a:gd name="connsiteY1835" fmla="*/ 468998 h 626109"/>
                <a:gd name="connsiteX1836" fmla="*/ 204520 w 591813"/>
                <a:gd name="connsiteY1836" fmla="*/ 467738 h 626109"/>
                <a:gd name="connsiteX1837" fmla="*/ 204115 w 591813"/>
                <a:gd name="connsiteY1837" fmla="*/ 466456 h 626109"/>
                <a:gd name="connsiteX1838" fmla="*/ 203710 w 591813"/>
                <a:gd name="connsiteY1838" fmla="*/ 465152 h 626109"/>
                <a:gd name="connsiteX1839" fmla="*/ 203328 w 591813"/>
                <a:gd name="connsiteY1839" fmla="*/ 463848 h 626109"/>
                <a:gd name="connsiteX1840" fmla="*/ 202923 w 591813"/>
                <a:gd name="connsiteY1840" fmla="*/ 462521 h 626109"/>
                <a:gd name="connsiteX1841" fmla="*/ 202541 w 591813"/>
                <a:gd name="connsiteY1841" fmla="*/ 461216 h 626109"/>
                <a:gd name="connsiteX1842" fmla="*/ 202136 w 591813"/>
                <a:gd name="connsiteY1842" fmla="*/ 459867 h 626109"/>
                <a:gd name="connsiteX1843" fmla="*/ 201754 w 591813"/>
                <a:gd name="connsiteY1843" fmla="*/ 458495 h 626109"/>
                <a:gd name="connsiteX1844" fmla="*/ 201349 w 591813"/>
                <a:gd name="connsiteY1844" fmla="*/ 457123 h 626109"/>
                <a:gd name="connsiteX1845" fmla="*/ 200944 w 591813"/>
                <a:gd name="connsiteY1845" fmla="*/ 455751 h 626109"/>
                <a:gd name="connsiteX1846" fmla="*/ 200562 w 591813"/>
                <a:gd name="connsiteY1846" fmla="*/ 454357 h 626109"/>
                <a:gd name="connsiteX1847" fmla="*/ 200157 w 591813"/>
                <a:gd name="connsiteY1847" fmla="*/ 452940 h 626109"/>
                <a:gd name="connsiteX1848" fmla="*/ 199775 w 591813"/>
                <a:gd name="connsiteY1848" fmla="*/ 451523 h 626109"/>
                <a:gd name="connsiteX1849" fmla="*/ 199370 w 591813"/>
                <a:gd name="connsiteY1849" fmla="*/ 450084 h 626109"/>
                <a:gd name="connsiteX1850" fmla="*/ 198988 w 591813"/>
                <a:gd name="connsiteY1850" fmla="*/ 448645 h 626109"/>
                <a:gd name="connsiteX1851" fmla="*/ 198583 w 591813"/>
                <a:gd name="connsiteY1851" fmla="*/ 447183 h 626109"/>
                <a:gd name="connsiteX1852" fmla="*/ 198200 w 591813"/>
                <a:gd name="connsiteY1852" fmla="*/ 445721 h 626109"/>
                <a:gd name="connsiteX1853" fmla="*/ 197796 w 591813"/>
                <a:gd name="connsiteY1853" fmla="*/ 444259 h 626109"/>
                <a:gd name="connsiteX1854" fmla="*/ 197391 w 591813"/>
                <a:gd name="connsiteY1854" fmla="*/ 442775 h 626109"/>
                <a:gd name="connsiteX1855" fmla="*/ 197008 w 591813"/>
                <a:gd name="connsiteY1855" fmla="*/ 441268 h 626109"/>
                <a:gd name="connsiteX1856" fmla="*/ 196604 w 591813"/>
                <a:gd name="connsiteY1856" fmla="*/ 439761 h 626109"/>
                <a:gd name="connsiteX1857" fmla="*/ 196222 w 591813"/>
                <a:gd name="connsiteY1857" fmla="*/ 438254 h 626109"/>
                <a:gd name="connsiteX1858" fmla="*/ 195816 w 591813"/>
                <a:gd name="connsiteY1858" fmla="*/ 436725 h 626109"/>
                <a:gd name="connsiteX1859" fmla="*/ 195434 w 591813"/>
                <a:gd name="connsiteY1859" fmla="*/ 435196 h 626109"/>
                <a:gd name="connsiteX1860" fmla="*/ 195030 w 591813"/>
                <a:gd name="connsiteY1860" fmla="*/ 433644 h 626109"/>
                <a:gd name="connsiteX1861" fmla="*/ 194647 w 591813"/>
                <a:gd name="connsiteY1861" fmla="*/ 432070 h 626109"/>
                <a:gd name="connsiteX1862" fmla="*/ 194242 w 591813"/>
                <a:gd name="connsiteY1862" fmla="*/ 430518 h 626109"/>
                <a:gd name="connsiteX1863" fmla="*/ 193838 w 591813"/>
                <a:gd name="connsiteY1863" fmla="*/ 428921 h 626109"/>
                <a:gd name="connsiteX1864" fmla="*/ 193455 w 591813"/>
                <a:gd name="connsiteY1864" fmla="*/ 427325 h 626109"/>
                <a:gd name="connsiteX1865" fmla="*/ 193050 w 591813"/>
                <a:gd name="connsiteY1865" fmla="*/ 425728 h 626109"/>
                <a:gd name="connsiteX1866" fmla="*/ 192668 w 591813"/>
                <a:gd name="connsiteY1866" fmla="*/ 424109 h 626109"/>
                <a:gd name="connsiteX1867" fmla="*/ 192263 w 591813"/>
                <a:gd name="connsiteY1867" fmla="*/ 422489 h 626109"/>
                <a:gd name="connsiteX1868" fmla="*/ 191881 w 591813"/>
                <a:gd name="connsiteY1868" fmla="*/ 420848 h 626109"/>
                <a:gd name="connsiteX1869" fmla="*/ 191476 w 591813"/>
                <a:gd name="connsiteY1869" fmla="*/ 419183 h 626109"/>
                <a:gd name="connsiteX1870" fmla="*/ 191094 w 591813"/>
                <a:gd name="connsiteY1870" fmla="*/ 417519 h 626109"/>
                <a:gd name="connsiteX1871" fmla="*/ 190689 w 591813"/>
                <a:gd name="connsiteY1871" fmla="*/ 415832 h 626109"/>
                <a:gd name="connsiteX1872" fmla="*/ 190284 w 591813"/>
                <a:gd name="connsiteY1872" fmla="*/ 414146 h 626109"/>
                <a:gd name="connsiteX1873" fmla="*/ 189902 w 591813"/>
                <a:gd name="connsiteY1873" fmla="*/ 412436 h 626109"/>
                <a:gd name="connsiteX1874" fmla="*/ 189497 w 591813"/>
                <a:gd name="connsiteY1874" fmla="*/ 410727 h 626109"/>
                <a:gd name="connsiteX1875" fmla="*/ 189115 w 591813"/>
                <a:gd name="connsiteY1875" fmla="*/ 408996 h 626109"/>
                <a:gd name="connsiteX1876" fmla="*/ 188710 w 591813"/>
                <a:gd name="connsiteY1876" fmla="*/ 407241 h 626109"/>
                <a:gd name="connsiteX1877" fmla="*/ 188328 w 591813"/>
                <a:gd name="connsiteY1877" fmla="*/ 405487 h 626109"/>
                <a:gd name="connsiteX1878" fmla="*/ 187923 w 591813"/>
                <a:gd name="connsiteY1878" fmla="*/ 403710 h 626109"/>
                <a:gd name="connsiteX1879" fmla="*/ 187540 w 591813"/>
                <a:gd name="connsiteY1879" fmla="*/ 401934 h 626109"/>
                <a:gd name="connsiteX1880" fmla="*/ 187136 w 591813"/>
                <a:gd name="connsiteY1880" fmla="*/ 400135 h 626109"/>
                <a:gd name="connsiteX1881" fmla="*/ 186731 w 591813"/>
                <a:gd name="connsiteY1881" fmla="*/ 398335 h 626109"/>
                <a:gd name="connsiteX1882" fmla="*/ 186348 w 591813"/>
                <a:gd name="connsiteY1882" fmla="*/ 396514 h 626109"/>
                <a:gd name="connsiteX1883" fmla="*/ 185944 w 591813"/>
                <a:gd name="connsiteY1883" fmla="*/ 394670 h 626109"/>
                <a:gd name="connsiteX1884" fmla="*/ 185561 w 591813"/>
                <a:gd name="connsiteY1884" fmla="*/ 392826 h 626109"/>
                <a:gd name="connsiteX1885" fmla="*/ 185156 w 591813"/>
                <a:gd name="connsiteY1885" fmla="*/ 390959 h 626109"/>
                <a:gd name="connsiteX1886" fmla="*/ 184774 w 591813"/>
                <a:gd name="connsiteY1886" fmla="*/ 389092 h 626109"/>
                <a:gd name="connsiteX1887" fmla="*/ 184370 w 591813"/>
                <a:gd name="connsiteY1887" fmla="*/ 387203 h 626109"/>
                <a:gd name="connsiteX1888" fmla="*/ 183964 w 591813"/>
                <a:gd name="connsiteY1888" fmla="*/ 385314 h 626109"/>
                <a:gd name="connsiteX1889" fmla="*/ 183582 w 591813"/>
                <a:gd name="connsiteY1889" fmla="*/ 383402 h 626109"/>
                <a:gd name="connsiteX1890" fmla="*/ 183178 w 591813"/>
                <a:gd name="connsiteY1890" fmla="*/ 381491 h 626109"/>
                <a:gd name="connsiteX1891" fmla="*/ 182795 w 591813"/>
                <a:gd name="connsiteY1891" fmla="*/ 379557 h 626109"/>
                <a:gd name="connsiteX1892" fmla="*/ 182390 w 591813"/>
                <a:gd name="connsiteY1892" fmla="*/ 377623 h 626109"/>
                <a:gd name="connsiteX1893" fmla="*/ 182008 w 591813"/>
                <a:gd name="connsiteY1893" fmla="*/ 375666 h 626109"/>
                <a:gd name="connsiteX1894" fmla="*/ 181603 w 591813"/>
                <a:gd name="connsiteY1894" fmla="*/ 373687 h 626109"/>
                <a:gd name="connsiteX1895" fmla="*/ 181221 w 591813"/>
                <a:gd name="connsiteY1895" fmla="*/ 371708 h 626109"/>
                <a:gd name="connsiteX1896" fmla="*/ 180816 w 591813"/>
                <a:gd name="connsiteY1896" fmla="*/ 369729 h 626109"/>
                <a:gd name="connsiteX1897" fmla="*/ 180411 w 591813"/>
                <a:gd name="connsiteY1897" fmla="*/ 367727 h 626109"/>
                <a:gd name="connsiteX1898" fmla="*/ 180029 w 591813"/>
                <a:gd name="connsiteY1898" fmla="*/ 365703 h 626109"/>
                <a:gd name="connsiteX1899" fmla="*/ 179624 w 591813"/>
                <a:gd name="connsiteY1899" fmla="*/ 363679 h 626109"/>
                <a:gd name="connsiteX1900" fmla="*/ 179242 w 591813"/>
                <a:gd name="connsiteY1900" fmla="*/ 361655 h 626109"/>
                <a:gd name="connsiteX1901" fmla="*/ 178837 w 591813"/>
                <a:gd name="connsiteY1901" fmla="*/ 359586 h 626109"/>
                <a:gd name="connsiteX1902" fmla="*/ 178455 w 591813"/>
                <a:gd name="connsiteY1902" fmla="*/ 357539 h 626109"/>
                <a:gd name="connsiteX1903" fmla="*/ 178050 w 591813"/>
                <a:gd name="connsiteY1903" fmla="*/ 355448 h 626109"/>
                <a:gd name="connsiteX1904" fmla="*/ 177668 w 591813"/>
                <a:gd name="connsiteY1904" fmla="*/ 353379 h 626109"/>
                <a:gd name="connsiteX1905" fmla="*/ 177263 w 591813"/>
                <a:gd name="connsiteY1905" fmla="*/ 351265 h 626109"/>
                <a:gd name="connsiteX1906" fmla="*/ 176858 w 591813"/>
                <a:gd name="connsiteY1906" fmla="*/ 349151 h 626109"/>
                <a:gd name="connsiteX1907" fmla="*/ 176476 w 591813"/>
                <a:gd name="connsiteY1907" fmla="*/ 347037 h 626109"/>
                <a:gd name="connsiteX1908" fmla="*/ 176070 w 591813"/>
                <a:gd name="connsiteY1908" fmla="*/ 344900 h 626109"/>
                <a:gd name="connsiteX1909" fmla="*/ 175688 w 591813"/>
                <a:gd name="connsiteY1909" fmla="*/ 342764 h 626109"/>
                <a:gd name="connsiteX1910" fmla="*/ 175284 w 591813"/>
                <a:gd name="connsiteY1910" fmla="*/ 340627 h 626109"/>
                <a:gd name="connsiteX1911" fmla="*/ 174901 w 591813"/>
                <a:gd name="connsiteY1911" fmla="*/ 338468 h 626109"/>
                <a:gd name="connsiteX1912" fmla="*/ 174496 w 591813"/>
                <a:gd name="connsiteY1912" fmla="*/ 336287 h 626109"/>
                <a:gd name="connsiteX1913" fmla="*/ 174114 w 591813"/>
                <a:gd name="connsiteY1913" fmla="*/ 334105 h 626109"/>
                <a:gd name="connsiteX1914" fmla="*/ 173710 w 591813"/>
                <a:gd name="connsiteY1914" fmla="*/ 331901 h 626109"/>
                <a:gd name="connsiteX1915" fmla="*/ 173304 w 591813"/>
                <a:gd name="connsiteY1915" fmla="*/ 329697 h 626109"/>
                <a:gd name="connsiteX1916" fmla="*/ 172922 w 591813"/>
                <a:gd name="connsiteY1916" fmla="*/ 327493 h 626109"/>
                <a:gd name="connsiteX1917" fmla="*/ 172518 w 591813"/>
                <a:gd name="connsiteY1917" fmla="*/ 325267 h 626109"/>
                <a:gd name="connsiteX1918" fmla="*/ 172135 w 591813"/>
                <a:gd name="connsiteY1918" fmla="*/ 323018 h 626109"/>
                <a:gd name="connsiteX1919" fmla="*/ 171730 w 591813"/>
                <a:gd name="connsiteY1919" fmla="*/ 320769 h 626109"/>
                <a:gd name="connsiteX1920" fmla="*/ 171348 w 591813"/>
                <a:gd name="connsiteY1920" fmla="*/ 318520 h 626109"/>
                <a:gd name="connsiteX1921" fmla="*/ 170943 w 591813"/>
                <a:gd name="connsiteY1921" fmla="*/ 316248 h 626109"/>
                <a:gd name="connsiteX1922" fmla="*/ 170538 w 591813"/>
                <a:gd name="connsiteY1922" fmla="*/ 313977 h 626109"/>
                <a:gd name="connsiteX1923" fmla="*/ 170156 w 591813"/>
                <a:gd name="connsiteY1923" fmla="*/ 311683 h 626109"/>
                <a:gd name="connsiteX1924" fmla="*/ 169751 w 591813"/>
                <a:gd name="connsiteY1924" fmla="*/ 309389 h 626109"/>
                <a:gd name="connsiteX1925" fmla="*/ 169369 w 591813"/>
                <a:gd name="connsiteY1925" fmla="*/ 307073 h 626109"/>
                <a:gd name="connsiteX1926" fmla="*/ 168964 w 591813"/>
                <a:gd name="connsiteY1926" fmla="*/ 304756 h 626109"/>
                <a:gd name="connsiteX1927" fmla="*/ 168582 w 591813"/>
                <a:gd name="connsiteY1927" fmla="*/ 302440 h 626109"/>
                <a:gd name="connsiteX1928" fmla="*/ 168177 w 591813"/>
                <a:gd name="connsiteY1928" fmla="*/ 300123 h 626109"/>
                <a:gd name="connsiteX1929" fmla="*/ 167794 w 591813"/>
                <a:gd name="connsiteY1929" fmla="*/ 297785 h 626109"/>
                <a:gd name="connsiteX1930" fmla="*/ 167390 w 591813"/>
                <a:gd name="connsiteY1930" fmla="*/ 295423 h 626109"/>
                <a:gd name="connsiteX1931" fmla="*/ 166985 w 591813"/>
                <a:gd name="connsiteY1931" fmla="*/ 293084 h 626109"/>
                <a:gd name="connsiteX1932" fmla="*/ 166602 w 591813"/>
                <a:gd name="connsiteY1932" fmla="*/ 290700 h 626109"/>
                <a:gd name="connsiteX1933" fmla="*/ 166198 w 591813"/>
                <a:gd name="connsiteY1933" fmla="*/ 288339 h 626109"/>
                <a:gd name="connsiteX1934" fmla="*/ 165816 w 591813"/>
                <a:gd name="connsiteY1934" fmla="*/ 285955 h 626109"/>
                <a:gd name="connsiteX1935" fmla="*/ 165433 w 591813"/>
                <a:gd name="connsiteY1935" fmla="*/ 283571 h 626109"/>
                <a:gd name="connsiteX1936" fmla="*/ 165028 w 591813"/>
                <a:gd name="connsiteY1936" fmla="*/ 281165 h 626109"/>
                <a:gd name="connsiteX1937" fmla="*/ 164624 w 591813"/>
                <a:gd name="connsiteY1937" fmla="*/ 278758 h 626109"/>
                <a:gd name="connsiteX1938" fmla="*/ 164263 w 591813"/>
                <a:gd name="connsiteY1938" fmla="*/ 276352 h 626109"/>
                <a:gd name="connsiteX1939" fmla="*/ 163859 w 591813"/>
                <a:gd name="connsiteY1939" fmla="*/ 273923 h 626109"/>
                <a:gd name="connsiteX1940" fmla="*/ 163454 w 591813"/>
                <a:gd name="connsiteY1940" fmla="*/ 271494 h 626109"/>
                <a:gd name="connsiteX1941" fmla="*/ 163071 w 591813"/>
                <a:gd name="connsiteY1941" fmla="*/ 269043 h 626109"/>
                <a:gd name="connsiteX1942" fmla="*/ 162667 w 591813"/>
                <a:gd name="connsiteY1942" fmla="*/ 266591 h 626109"/>
                <a:gd name="connsiteX1943" fmla="*/ 162285 w 591813"/>
                <a:gd name="connsiteY1943" fmla="*/ 264140 h 626109"/>
                <a:gd name="connsiteX1944" fmla="*/ 161880 w 591813"/>
                <a:gd name="connsiteY1944" fmla="*/ 261666 h 626109"/>
                <a:gd name="connsiteX1945" fmla="*/ 161497 w 591813"/>
                <a:gd name="connsiteY1945" fmla="*/ 259192 h 626109"/>
                <a:gd name="connsiteX1946" fmla="*/ 161093 w 591813"/>
                <a:gd name="connsiteY1946" fmla="*/ 256719 h 626109"/>
                <a:gd name="connsiteX1947" fmla="*/ 160710 w 591813"/>
                <a:gd name="connsiteY1947" fmla="*/ 254245 h 626109"/>
                <a:gd name="connsiteX1948" fmla="*/ 160305 w 591813"/>
                <a:gd name="connsiteY1948" fmla="*/ 251748 h 626109"/>
                <a:gd name="connsiteX1949" fmla="*/ 159901 w 591813"/>
                <a:gd name="connsiteY1949" fmla="*/ 249252 h 626109"/>
                <a:gd name="connsiteX1950" fmla="*/ 159518 w 591813"/>
                <a:gd name="connsiteY1950" fmla="*/ 246756 h 626109"/>
                <a:gd name="connsiteX1951" fmla="*/ 159114 w 591813"/>
                <a:gd name="connsiteY1951" fmla="*/ 244259 h 626109"/>
                <a:gd name="connsiteX1952" fmla="*/ 158731 w 591813"/>
                <a:gd name="connsiteY1952" fmla="*/ 241740 h 626109"/>
                <a:gd name="connsiteX1953" fmla="*/ 158326 w 591813"/>
                <a:gd name="connsiteY1953" fmla="*/ 239222 h 626109"/>
                <a:gd name="connsiteX1954" fmla="*/ 157944 w 591813"/>
                <a:gd name="connsiteY1954" fmla="*/ 236703 h 626109"/>
                <a:gd name="connsiteX1955" fmla="*/ 157539 w 591813"/>
                <a:gd name="connsiteY1955" fmla="*/ 234184 h 626109"/>
                <a:gd name="connsiteX1956" fmla="*/ 157157 w 591813"/>
                <a:gd name="connsiteY1956" fmla="*/ 231643 h 626109"/>
                <a:gd name="connsiteX1957" fmla="*/ 156752 w 591813"/>
                <a:gd name="connsiteY1957" fmla="*/ 229124 h 626109"/>
                <a:gd name="connsiteX1958" fmla="*/ 156347 w 591813"/>
                <a:gd name="connsiteY1958" fmla="*/ 226583 h 626109"/>
                <a:gd name="connsiteX1959" fmla="*/ 155965 w 591813"/>
                <a:gd name="connsiteY1959" fmla="*/ 224041 h 626109"/>
                <a:gd name="connsiteX1960" fmla="*/ 155560 w 591813"/>
                <a:gd name="connsiteY1960" fmla="*/ 221522 h 626109"/>
                <a:gd name="connsiteX1961" fmla="*/ 155178 w 591813"/>
                <a:gd name="connsiteY1961" fmla="*/ 218959 h 626109"/>
                <a:gd name="connsiteX1962" fmla="*/ 154773 w 591813"/>
                <a:gd name="connsiteY1962" fmla="*/ 216417 h 626109"/>
                <a:gd name="connsiteX1963" fmla="*/ 154391 w 591813"/>
                <a:gd name="connsiteY1963" fmla="*/ 213876 h 626109"/>
                <a:gd name="connsiteX1964" fmla="*/ 153986 w 591813"/>
                <a:gd name="connsiteY1964" fmla="*/ 211312 h 626109"/>
                <a:gd name="connsiteX1965" fmla="*/ 153581 w 591813"/>
                <a:gd name="connsiteY1965" fmla="*/ 208771 h 626109"/>
                <a:gd name="connsiteX1966" fmla="*/ 153199 w 591813"/>
                <a:gd name="connsiteY1966" fmla="*/ 206207 h 626109"/>
                <a:gd name="connsiteX1967" fmla="*/ 152794 w 591813"/>
                <a:gd name="connsiteY1967" fmla="*/ 203643 h 626109"/>
                <a:gd name="connsiteX1968" fmla="*/ 152411 w 591813"/>
                <a:gd name="connsiteY1968" fmla="*/ 201102 h 626109"/>
                <a:gd name="connsiteX1969" fmla="*/ 152007 w 591813"/>
                <a:gd name="connsiteY1969" fmla="*/ 198538 h 626109"/>
                <a:gd name="connsiteX1970" fmla="*/ 151625 w 591813"/>
                <a:gd name="connsiteY1970" fmla="*/ 195974 h 626109"/>
                <a:gd name="connsiteX1971" fmla="*/ 151220 w 591813"/>
                <a:gd name="connsiteY1971" fmla="*/ 193410 h 626109"/>
                <a:gd name="connsiteX1972" fmla="*/ 150837 w 591813"/>
                <a:gd name="connsiteY1972" fmla="*/ 190847 h 626109"/>
                <a:gd name="connsiteX1973" fmla="*/ 150433 w 591813"/>
                <a:gd name="connsiteY1973" fmla="*/ 188283 h 626109"/>
                <a:gd name="connsiteX1974" fmla="*/ 150028 w 591813"/>
                <a:gd name="connsiteY1974" fmla="*/ 185741 h 626109"/>
                <a:gd name="connsiteX1975" fmla="*/ 149645 w 591813"/>
                <a:gd name="connsiteY1975" fmla="*/ 183178 h 626109"/>
                <a:gd name="connsiteX1976" fmla="*/ 149241 w 591813"/>
                <a:gd name="connsiteY1976" fmla="*/ 180614 h 626109"/>
                <a:gd name="connsiteX1977" fmla="*/ 148858 w 591813"/>
                <a:gd name="connsiteY1977" fmla="*/ 178050 h 626109"/>
                <a:gd name="connsiteX1978" fmla="*/ 148453 w 591813"/>
                <a:gd name="connsiteY1978" fmla="*/ 175509 h 626109"/>
                <a:gd name="connsiteX1979" fmla="*/ 148071 w 591813"/>
                <a:gd name="connsiteY1979" fmla="*/ 170201 h 626109"/>
                <a:gd name="connsiteX1980" fmla="*/ 147666 w 591813"/>
                <a:gd name="connsiteY1980" fmla="*/ 165613 h 626109"/>
                <a:gd name="connsiteX1981" fmla="*/ 147284 w 591813"/>
                <a:gd name="connsiteY1981" fmla="*/ 163162 h 626109"/>
                <a:gd name="connsiteX1982" fmla="*/ 146879 w 591813"/>
                <a:gd name="connsiteY1982" fmla="*/ 160688 h 626109"/>
                <a:gd name="connsiteX1983" fmla="*/ 146474 w 591813"/>
                <a:gd name="connsiteY1983" fmla="*/ 158237 h 626109"/>
                <a:gd name="connsiteX1984" fmla="*/ 146092 w 591813"/>
                <a:gd name="connsiteY1984" fmla="*/ 155785 h 626109"/>
                <a:gd name="connsiteX1985" fmla="*/ 145687 w 591813"/>
                <a:gd name="connsiteY1985" fmla="*/ 153334 h 626109"/>
                <a:gd name="connsiteX1986" fmla="*/ 145305 w 591813"/>
                <a:gd name="connsiteY1986" fmla="*/ 150883 h 626109"/>
                <a:gd name="connsiteX1987" fmla="*/ 144900 w 591813"/>
                <a:gd name="connsiteY1987" fmla="*/ 148431 h 626109"/>
                <a:gd name="connsiteX1988" fmla="*/ 144518 w 591813"/>
                <a:gd name="connsiteY1988" fmla="*/ 146002 h 626109"/>
                <a:gd name="connsiteX1989" fmla="*/ 144113 w 591813"/>
                <a:gd name="connsiteY1989" fmla="*/ 143573 h 626109"/>
                <a:gd name="connsiteX1990" fmla="*/ 143731 w 591813"/>
                <a:gd name="connsiteY1990" fmla="*/ 141167 h 626109"/>
                <a:gd name="connsiteX1991" fmla="*/ 143326 w 591813"/>
                <a:gd name="connsiteY1991" fmla="*/ 138761 h 626109"/>
                <a:gd name="connsiteX1992" fmla="*/ 142921 w 591813"/>
                <a:gd name="connsiteY1992" fmla="*/ 136354 h 626109"/>
                <a:gd name="connsiteX1993" fmla="*/ 142539 w 591813"/>
                <a:gd name="connsiteY1993" fmla="*/ 133948 h 626109"/>
                <a:gd name="connsiteX1994" fmla="*/ 142134 w 591813"/>
                <a:gd name="connsiteY1994" fmla="*/ 131564 h 626109"/>
                <a:gd name="connsiteX1995" fmla="*/ 141751 w 591813"/>
                <a:gd name="connsiteY1995" fmla="*/ 129203 h 626109"/>
                <a:gd name="connsiteX1996" fmla="*/ 141347 w 591813"/>
                <a:gd name="connsiteY1996" fmla="*/ 126841 h 626109"/>
                <a:gd name="connsiteX1997" fmla="*/ 140965 w 591813"/>
                <a:gd name="connsiteY1997" fmla="*/ 124480 h 626109"/>
                <a:gd name="connsiteX1998" fmla="*/ 140560 w 591813"/>
                <a:gd name="connsiteY1998" fmla="*/ 122163 h 626109"/>
                <a:gd name="connsiteX1999" fmla="*/ 140155 w 591813"/>
                <a:gd name="connsiteY1999" fmla="*/ 119824 h 626109"/>
                <a:gd name="connsiteX2000" fmla="*/ 139773 w 591813"/>
                <a:gd name="connsiteY2000" fmla="*/ 117531 h 626109"/>
                <a:gd name="connsiteX2001" fmla="*/ 139368 w 591813"/>
                <a:gd name="connsiteY2001" fmla="*/ 115237 h 626109"/>
                <a:gd name="connsiteX2002" fmla="*/ 138985 w 591813"/>
                <a:gd name="connsiteY2002" fmla="*/ 112943 h 626109"/>
                <a:gd name="connsiteX2003" fmla="*/ 138581 w 591813"/>
                <a:gd name="connsiteY2003" fmla="*/ 110671 h 626109"/>
                <a:gd name="connsiteX2004" fmla="*/ 138198 w 591813"/>
                <a:gd name="connsiteY2004" fmla="*/ 108422 h 626109"/>
                <a:gd name="connsiteX2005" fmla="*/ 137793 w 591813"/>
                <a:gd name="connsiteY2005" fmla="*/ 106173 h 626109"/>
                <a:gd name="connsiteX2006" fmla="*/ 137411 w 591813"/>
                <a:gd name="connsiteY2006" fmla="*/ 103969 h 626109"/>
                <a:gd name="connsiteX2007" fmla="*/ 137006 w 591813"/>
                <a:gd name="connsiteY2007" fmla="*/ 101788 h 626109"/>
                <a:gd name="connsiteX2008" fmla="*/ 136602 w 591813"/>
                <a:gd name="connsiteY2008" fmla="*/ 99584 h 626109"/>
                <a:gd name="connsiteX2009" fmla="*/ 136219 w 591813"/>
                <a:gd name="connsiteY2009" fmla="*/ 97402 h 626109"/>
                <a:gd name="connsiteX2010" fmla="*/ 135814 w 591813"/>
                <a:gd name="connsiteY2010" fmla="*/ 95266 h 626109"/>
                <a:gd name="connsiteX2011" fmla="*/ 135432 w 591813"/>
                <a:gd name="connsiteY2011" fmla="*/ 93107 h 626109"/>
                <a:gd name="connsiteX2012" fmla="*/ 135027 w 591813"/>
                <a:gd name="connsiteY2012" fmla="*/ 90993 h 626109"/>
                <a:gd name="connsiteX2013" fmla="*/ 134645 w 591813"/>
                <a:gd name="connsiteY2013" fmla="*/ 88901 h 626109"/>
                <a:gd name="connsiteX2014" fmla="*/ 134240 w 591813"/>
                <a:gd name="connsiteY2014" fmla="*/ 86810 h 626109"/>
                <a:gd name="connsiteX2015" fmla="*/ 133858 w 591813"/>
                <a:gd name="connsiteY2015" fmla="*/ 84741 h 626109"/>
                <a:gd name="connsiteX2016" fmla="*/ 133453 w 591813"/>
                <a:gd name="connsiteY2016" fmla="*/ 82694 h 626109"/>
                <a:gd name="connsiteX2017" fmla="*/ 133048 w 591813"/>
                <a:gd name="connsiteY2017" fmla="*/ 80670 h 626109"/>
                <a:gd name="connsiteX2018" fmla="*/ 132666 w 591813"/>
                <a:gd name="connsiteY2018" fmla="*/ 78646 h 626109"/>
                <a:gd name="connsiteX2019" fmla="*/ 132261 w 591813"/>
                <a:gd name="connsiteY2019" fmla="*/ 76667 h 626109"/>
                <a:gd name="connsiteX2020" fmla="*/ 131879 w 591813"/>
                <a:gd name="connsiteY2020" fmla="*/ 74688 h 626109"/>
                <a:gd name="connsiteX2021" fmla="*/ 131474 w 591813"/>
                <a:gd name="connsiteY2021" fmla="*/ 72754 h 626109"/>
                <a:gd name="connsiteX2022" fmla="*/ 131091 w 591813"/>
                <a:gd name="connsiteY2022" fmla="*/ 70820 h 626109"/>
                <a:gd name="connsiteX2023" fmla="*/ 130687 w 591813"/>
                <a:gd name="connsiteY2023" fmla="*/ 68908 h 626109"/>
                <a:gd name="connsiteX2024" fmla="*/ 130305 w 591813"/>
                <a:gd name="connsiteY2024" fmla="*/ 67019 h 626109"/>
                <a:gd name="connsiteX2025" fmla="*/ 129899 w 591813"/>
                <a:gd name="connsiteY2025" fmla="*/ 65152 h 626109"/>
                <a:gd name="connsiteX2026" fmla="*/ 129495 w 591813"/>
                <a:gd name="connsiteY2026" fmla="*/ 63308 h 626109"/>
                <a:gd name="connsiteX2027" fmla="*/ 129113 w 591813"/>
                <a:gd name="connsiteY2027" fmla="*/ 61487 h 626109"/>
                <a:gd name="connsiteX2028" fmla="*/ 128708 w 591813"/>
                <a:gd name="connsiteY2028" fmla="*/ 59710 h 626109"/>
                <a:gd name="connsiteX2029" fmla="*/ 128325 w 591813"/>
                <a:gd name="connsiteY2029" fmla="*/ 57933 h 626109"/>
                <a:gd name="connsiteX2030" fmla="*/ 127920 w 591813"/>
                <a:gd name="connsiteY2030" fmla="*/ 56179 h 626109"/>
                <a:gd name="connsiteX2031" fmla="*/ 127538 w 591813"/>
                <a:gd name="connsiteY2031" fmla="*/ 54470 h 626109"/>
                <a:gd name="connsiteX2032" fmla="*/ 127133 w 591813"/>
                <a:gd name="connsiteY2032" fmla="*/ 52761 h 626109"/>
                <a:gd name="connsiteX2033" fmla="*/ 126751 w 591813"/>
                <a:gd name="connsiteY2033" fmla="*/ 51074 h 626109"/>
                <a:gd name="connsiteX2034" fmla="*/ 126346 w 591813"/>
                <a:gd name="connsiteY2034" fmla="*/ 49432 h 626109"/>
                <a:gd name="connsiteX2035" fmla="*/ 125942 w 591813"/>
                <a:gd name="connsiteY2035" fmla="*/ 47813 h 626109"/>
                <a:gd name="connsiteX2036" fmla="*/ 125559 w 591813"/>
                <a:gd name="connsiteY2036" fmla="*/ 46216 h 626109"/>
                <a:gd name="connsiteX2037" fmla="*/ 125154 w 591813"/>
                <a:gd name="connsiteY2037" fmla="*/ 44642 h 626109"/>
                <a:gd name="connsiteX2038" fmla="*/ 124772 w 591813"/>
                <a:gd name="connsiteY2038" fmla="*/ 43113 h 626109"/>
                <a:gd name="connsiteX2039" fmla="*/ 124367 w 591813"/>
                <a:gd name="connsiteY2039" fmla="*/ 41583 h 626109"/>
                <a:gd name="connsiteX2040" fmla="*/ 123985 w 591813"/>
                <a:gd name="connsiteY2040" fmla="*/ 40099 h 626109"/>
                <a:gd name="connsiteX2041" fmla="*/ 123580 w 591813"/>
                <a:gd name="connsiteY2041" fmla="*/ 38637 h 626109"/>
                <a:gd name="connsiteX2042" fmla="*/ 123175 w 591813"/>
                <a:gd name="connsiteY2042" fmla="*/ 37198 h 626109"/>
                <a:gd name="connsiteX2043" fmla="*/ 122793 w 591813"/>
                <a:gd name="connsiteY2043" fmla="*/ 35803 h 626109"/>
                <a:gd name="connsiteX2044" fmla="*/ 122388 w 591813"/>
                <a:gd name="connsiteY2044" fmla="*/ 34409 h 626109"/>
                <a:gd name="connsiteX2045" fmla="*/ 122006 w 591813"/>
                <a:gd name="connsiteY2045" fmla="*/ 33060 h 626109"/>
                <a:gd name="connsiteX2046" fmla="*/ 121601 w 591813"/>
                <a:gd name="connsiteY2046" fmla="*/ 31733 h 626109"/>
                <a:gd name="connsiteX2047" fmla="*/ 121219 w 591813"/>
                <a:gd name="connsiteY2047" fmla="*/ 30451 h 626109"/>
                <a:gd name="connsiteX2048" fmla="*/ 120814 w 591813"/>
                <a:gd name="connsiteY2048" fmla="*/ 29191 h 626109"/>
                <a:gd name="connsiteX2049" fmla="*/ 120431 w 591813"/>
                <a:gd name="connsiteY2049" fmla="*/ 27955 h 626109"/>
                <a:gd name="connsiteX2050" fmla="*/ 120027 w 591813"/>
                <a:gd name="connsiteY2050" fmla="*/ 26740 h 626109"/>
                <a:gd name="connsiteX2051" fmla="*/ 119622 w 591813"/>
                <a:gd name="connsiteY2051" fmla="*/ 25571 h 626109"/>
                <a:gd name="connsiteX2052" fmla="*/ 119239 w 591813"/>
                <a:gd name="connsiteY2052" fmla="*/ 24401 h 626109"/>
                <a:gd name="connsiteX2053" fmla="*/ 118835 w 591813"/>
                <a:gd name="connsiteY2053" fmla="*/ 23299 h 626109"/>
                <a:gd name="connsiteX2054" fmla="*/ 118452 w 591813"/>
                <a:gd name="connsiteY2054" fmla="*/ 22197 h 626109"/>
                <a:gd name="connsiteX2055" fmla="*/ 118048 w 591813"/>
                <a:gd name="connsiteY2055" fmla="*/ 21140 h 626109"/>
                <a:gd name="connsiteX2056" fmla="*/ 117665 w 591813"/>
                <a:gd name="connsiteY2056" fmla="*/ 20106 h 626109"/>
                <a:gd name="connsiteX2057" fmla="*/ 117260 w 591813"/>
                <a:gd name="connsiteY2057" fmla="*/ 19094 h 626109"/>
                <a:gd name="connsiteX2058" fmla="*/ 116878 w 591813"/>
                <a:gd name="connsiteY2058" fmla="*/ 18127 h 626109"/>
                <a:gd name="connsiteX2059" fmla="*/ 116473 w 591813"/>
                <a:gd name="connsiteY2059" fmla="*/ 17160 h 626109"/>
                <a:gd name="connsiteX2060" fmla="*/ 116068 w 591813"/>
                <a:gd name="connsiteY2060" fmla="*/ 16237 h 626109"/>
                <a:gd name="connsiteX2061" fmla="*/ 115686 w 591813"/>
                <a:gd name="connsiteY2061" fmla="*/ 15360 h 626109"/>
                <a:gd name="connsiteX2062" fmla="*/ 115281 w 591813"/>
                <a:gd name="connsiteY2062" fmla="*/ 14483 h 626109"/>
                <a:gd name="connsiteX2063" fmla="*/ 114899 w 591813"/>
                <a:gd name="connsiteY2063" fmla="*/ 13651 h 626109"/>
                <a:gd name="connsiteX2064" fmla="*/ 114494 w 591813"/>
                <a:gd name="connsiteY2064" fmla="*/ 12842 h 626109"/>
                <a:gd name="connsiteX2065" fmla="*/ 114112 w 591813"/>
                <a:gd name="connsiteY2065" fmla="*/ 12054 h 626109"/>
                <a:gd name="connsiteX2066" fmla="*/ 113707 w 591813"/>
                <a:gd name="connsiteY2066" fmla="*/ 11312 h 626109"/>
                <a:gd name="connsiteX2067" fmla="*/ 113325 w 591813"/>
                <a:gd name="connsiteY2067" fmla="*/ 10570 h 626109"/>
                <a:gd name="connsiteX2068" fmla="*/ 112920 w 591813"/>
                <a:gd name="connsiteY2068" fmla="*/ 9873 h 626109"/>
                <a:gd name="connsiteX2069" fmla="*/ 112515 w 591813"/>
                <a:gd name="connsiteY2069" fmla="*/ 9198 h 626109"/>
                <a:gd name="connsiteX2070" fmla="*/ 112133 w 591813"/>
                <a:gd name="connsiteY2070" fmla="*/ 8569 h 626109"/>
                <a:gd name="connsiteX2071" fmla="*/ 111728 w 591813"/>
                <a:gd name="connsiteY2071" fmla="*/ 7939 h 626109"/>
                <a:gd name="connsiteX2072" fmla="*/ 111345 w 591813"/>
                <a:gd name="connsiteY2072" fmla="*/ 7354 h 626109"/>
                <a:gd name="connsiteX2073" fmla="*/ 110941 w 591813"/>
                <a:gd name="connsiteY2073" fmla="*/ 6792 h 626109"/>
                <a:gd name="connsiteX2074" fmla="*/ 110559 w 591813"/>
                <a:gd name="connsiteY2074" fmla="*/ 6252 h 626109"/>
                <a:gd name="connsiteX2075" fmla="*/ 110154 w 591813"/>
                <a:gd name="connsiteY2075" fmla="*/ 5735 h 626109"/>
                <a:gd name="connsiteX2076" fmla="*/ 109749 w 591813"/>
                <a:gd name="connsiteY2076" fmla="*/ 5240 h 626109"/>
                <a:gd name="connsiteX2077" fmla="*/ 109367 w 591813"/>
                <a:gd name="connsiteY2077" fmla="*/ 4768 h 626109"/>
                <a:gd name="connsiteX2078" fmla="*/ 108962 w 591813"/>
                <a:gd name="connsiteY2078" fmla="*/ 4340 h 626109"/>
                <a:gd name="connsiteX2079" fmla="*/ 108579 w 591813"/>
                <a:gd name="connsiteY2079" fmla="*/ 3913 h 626109"/>
                <a:gd name="connsiteX2080" fmla="*/ 108175 w 591813"/>
                <a:gd name="connsiteY2080" fmla="*/ 3531 h 626109"/>
                <a:gd name="connsiteX2081" fmla="*/ 107792 w 591813"/>
                <a:gd name="connsiteY2081" fmla="*/ 3149 h 626109"/>
                <a:gd name="connsiteX2082" fmla="*/ 107388 w 591813"/>
                <a:gd name="connsiteY2082" fmla="*/ 2811 h 626109"/>
                <a:gd name="connsiteX2083" fmla="*/ 107005 w 591813"/>
                <a:gd name="connsiteY2083" fmla="*/ 2496 h 626109"/>
                <a:gd name="connsiteX2084" fmla="*/ 106600 w 591813"/>
                <a:gd name="connsiteY2084" fmla="*/ 2181 h 626109"/>
                <a:gd name="connsiteX2085" fmla="*/ 106196 w 591813"/>
                <a:gd name="connsiteY2085" fmla="*/ 1912 h 626109"/>
                <a:gd name="connsiteX2086" fmla="*/ 105813 w 591813"/>
                <a:gd name="connsiteY2086" fmla="*/ 1642 h 626109"/>
                <a:gd name="connsiteX2087" fmla="*/ 105408 w 591813"/>
                <a:gd name="connsiteY2087" fmla="*/ 1394 h 626109"/>
                <a:gd name="connsiteX2088" fmla="*/ 105026 w 591813"/>
                <a:gd name="connsiteY2088" fmla="*/ 1192 h 626109"/>
                <a:gd name="connsiteX2089" fmla="*/ 104621 w 591813"/>
                <a:gd name="connsiteY2089" fmla="*/ 990 h 626109"/>
                <a:gd name="connsiteX2090" fmla="*/ 104239 w 591813"/>
                <a:gd name="connsiteY2090" fmla="*/ 810 h 626109"/>
                <a:gd name="connsiteX2091" fmla="*/ 103834 w 591813"/>
                <a:gd name="connsiteY2091" fmla="*/ 652 h 626109"/>
                <a:gd name="connsiteX2092" fmla="*/ 103452 w 591813"/>
                <a:gd name="connsiteY2092" fmla="*/ 517 h 626109"/>
                <a:gd name="connsiteX2093" fmla="*/ 103047 w 591813"/>
                <a:gd name="connsiteY2093" fmla="*/ 382 h 626109"/>
                <a:gd name="connsiteX2094" fmla="*/ 102642 w 591813"/>
                <a:gd name="connsiteY2094" fmla="*/ 292 h 626109"/>
                <a:gd name="connsiteX2095" fmla="*/ 102260 w 591813"/>
                <a:gd name="connsiteY2095" fmla="*/ 202 h 626109"/>
                <a:gd name="connsiteX2096" fmla="*/ 101855 w 591813"/>
                <a:gd name="connsiteY2096" fmla="*/ 135 h 626109"/>
                <a:gd name="connsiteX2097" fmla="*/ 101473 w 591813"/>
                <a:gd name="connsiteY2097" fmla="*/ 67 h 626109"/>
                <a:gd name="connsiteX2098" fmla="*/ 101068 w 591813"/>
                <a:gd name="connsiteY2098" fmla="*/ 22 h 626109"/>
                <a:gd name="connsiteX2099" fmla="*/ 100685 w 591813"/>
                <a:gd name="connsiteY2099" fmla="*/ 0 h 626109"/>
                <a:gd name="connsiteX2100" fmla="*/ 100281 w 591813"/>
                <a:gd name="connsiteY2100" fmla="*/ 0 h 626109"/>
                <a:gd name="connsiteX2101" fmla="*/ 99899 w 591813"/>
                <a:gd name="connsiteY2101" fmla="*/ 22 h 626109"/>
                <a:gd name="connsiteX2102" fmla="*/ 99494 w 591813"/>
                <a:gd name="connsiteY2102" fmla="*/ 45 h 626109"/>
                <a:gd name="connsiteX2103" fmla="*/ 99089 w 591813"/>
                <a:gd name="connsiteY2103" fmla="*/ 67 h 626109"/>
                <a:gd name="connsiteX2104" fmla="*/ 98707 w 591813"/>
                <a:gd name="connsiteY2104" fmla="*/ 135 h 626109"/>
                <a:gd name="connsiteX2105" fmla="*/ 98302 w 591813"/>
                <a:gd name="connsiteY2105" fmla="*/ 202 h 626109"/>
                <a:gd name="connsiteX2106" fmla="*/ 97919 w 591813"/>
                <a:gd name="connsiteY2106" fmla="*/ 292 h 626109"/>
                <a:gd name="connsiteX2107" fmla="*/ 97515 w 591813"/>
                <a:gd name="connsiteY2107" fmla="*/ 382 h 626109"/>
                <a:gd name="connsiteX2108" fmla="*/ 97132 w 591813"/>
                <a:gd name="connsiteY2108" fmla="*/ 472 h 626109"/>
                <a:gd name="connsiteX2109" fmla="*/ 96727 w 591813"/>
                <a:gd name="connsiteY2109" fmla="*/ 585 h 626109"/>
                <a:gd name="connsiteX2110" fmla="*/ 96345 w 591813"/>
                <a:gd name="connsiteY2110" fmla="*/ 720 h 626109"/>
                <a:gd name="connsiteX2111" fmla="*/ 95940 w 591813"/>
                <a:gd name="connsiteY2111" fmla="*/ 855 h 626109"/>
                <a:gd name="connsiteX2112" fmla="*/ 95536 w 591813"/>
                <a:gd name="connsiteY2112" fmla="*/ 1012 h 626109"/>
                <a:gd name="connsiteX2113" fmla="*/ 95153 w 591813"/>
                <a:gd name="connsiteY2113" fmla="*/ 1169 h 626109"/>
                <a:gd name="connsiteX2114" fmla="*/ 94748 w 591813"/>
                <a:gd name="connsiteY2114" fmla="*/ 1327 h 626109"/>
                <a:gd name="connsiteX2115" fmla="*/ 94366 w 591813"/>
                <a:gd name="connsiteY2115" fmla="*/ 1484 h 626109"/>
                <a:gd name="connsiteX2116" fmla="*/ 93961 w 591813"/>
                <a:gd name="connsiteY2116" fmla="*/ 1664 h 626109"/>
                <a:gd name="connsiteX2117" fmla="*/ 93579 w 591813"/>
                <a:gd name="connsiteY2117" fmla="*/ 1867 h 626109"/>
                <a:gd name="connsiteX2118" fmla="*/ 93174 w 591813"/>
                <a:gd name="connsiteY2118" fmla="*/ 2047 h 626109"/>
                <a:gd name="connsiteX2119" fmla="*/ 92770 w 591813"/>
                <a:gd name="connsiteY2119" fmla="*/ 2249 h 626109"/>
                <a:gd name="connsiteX2120" fmla="*/ 92387 w 591813"/>
                <a:gd name="connsiteY2120" fmla="*/ 2451 h 626109"/>
                <a:gd name="connsiteX2121" fmla="*/ 91982 w 591813"/>
                <a:gd name="connsiteY2121" fmla="*/ 2654 h 626109"/>
                <a:gd name="connsiteX2122" fmla="*/ 91600 w 591813"/>
                <a:gd name="connsiteY2122" fmla="*/ 2879 h 626109"/>
                <a:gd name="connsiteX2123" fmla="*/ 91195 w 591813"/>
                <a:gd name="connsiteY2123" fmla="*/ 3104 h 626109"/>
                <a:gd name="connsiteX2124" fmla="*/ 90813 w 591813"/>
                <a:gd name="connsiteY2124" fmla="*/ 3328 h 626109"/>
                <a:gd name="connsiteX2125" fmla="*/ 90408 w 591813"/>
                <a:gd name="connsiteY2125" fmla="*/ 3576 h 626109"/>
                <a:gd name="connsiteX2126" fmla="*/ 90025 w 591813"/>
                <a:gd name="connsiteY2126" fmla="*/ 3823 h 626109"/>
                <a:gd name="connsiteX2127" fmla="*/ 89621 w 591813"/>
                <a:gd name="connsiteY2127" fmla="*/ 4071 h 626109"/>
                <a:gd name="connsiteX2128" fmla="*/ 89216 w 591813"/>
                <a:gd name="connsiteY2128" fmla="*/ 4318 h 626109"/>
                <a:gd name="connsiteX2129" fmla="*/ 88834 w 591813"/>
                <a:gd name="connsiteY2129" fmla="*/ 4588 h 626109"/>
                <a:gd name="connsiteX2130" fmla="*/ 88429 w 591813"/>
                <a:gd name="connsiteY2130" fmla="*/ 4835 h 626109"/>
                <a:gd name="connsiteX2131" fmla="*/ 88047 w 591813"/>
                <a:gd name="connsiteY2131" fmla="*/ 5105 h 626109"/>
                <a:gd name="connsiteX2132" fmla="*/ 87642 w 591813"/>
                <a:gd name="connsiteY2132" fmla="*/ 5375 h 626109"/>
                <a:gd name="connsiteX2133" fmla="*/ 87259 w 591813"/>
                <a:gd name="connsiteY2133" fmla="*/ 5645 h 626109"/>
                <a:gd name="connsiteX2134" fmla="*/ 86854 w 591813"/>
                <a:gd name="connsiteY2134" fmla="*/ 5937 h 626109"/>
                <a:gd name="connsiteX2135" fmla="*/ 86472 w 591813"/>
                <a:gd name="connsiteY2135" fmla="*/ 6207 h 626109"/>
                <a:gd name="connsiteX2136" fmla="*/ 86067 w 591813"/>
                <a:gd name="connsiteY2136" fmla="*/ 6499 h 626109"/>
                <a:gd name="connsiteX2137" fmla="*/ 85662 w 591813"/>
                <a:gd name="connsiteY2137" fmla="*/ 6769 h 626109"/>
                <a:gd name="connsiteX2138" fmla="*/ 85280 w 591813"/>
                <a:gd name="connsiteY2138" fmla="*/ 7062 h 626109"/>
                <a:gd name="connsiteX2139" fmla="*/ 84876 w 591813"/>
                <a:gd name="connsiteY2139" fmla="*/ 7354 h 626109"/>
                <a:gd name="connsiteX2140" fmla="*/ 84493 w 591813"/>
                <a:gd name="connsiteY2140" fmla="*/ 7646 h 626109"/>
                <a:gd name="connsiteX2141" fmla="*/ 84088 w 591813"/>
                <a:gd name="connsiteY2141" fmla="*/ 7961 h 626109"/>
                <a:gd name="connsiteX2142" fmla="*/ 83706 w 591813"/>
                <a:gd name="connsiteY2142" fmla="*/ 8254 h 626109"/>
                <a:gd name="connsiteX2143" fmla="*/ 83301 w 591813"/>
                <a:gd name="connsiteY2143" fmla="*/ 8546 h 626109"/>
                <a:gd name="connsiteX2144" fmla="*/ 82919 w 591813"/>
                <a:gd name="connsiteY2144" fmla="*/ 8861 h 626109"/>
                <a:gd name="connsiteX2145" fmla="*/ 82514 w 591813"/>
                <a:gd name="connsiteY2145" fmla="*/ 9153 h 626109"/>
                <a:gd name="connsiteX2146" fmla="*/ 82109 w 591813"/>
                <a:gd name="connsiteY2146" fmla="*/ 9468 h 626109"/>
                <a:gd name="connsiteX2147" fmla="*/ 81727 w 591813"/>
                <a:gd name="connsiteY2147" fmla="*/ 9783 h 626109"/>
                <a:gd name="connsiteX2148" fmla="*/ 81322 w 591813"/>
                <a:gd name="connsiteY2148" fmla="*/ 10098 h 626109"/>
                <a:gd name="connsiteX2149" fmla="*/ 80940 w 591813"/>
                <a:gd name="connsiteY2149" fmla="*/ 10413 h 626109"/>
                <a:gd name="connsiteX2150" fmla="*/ 80535 w 591813"/>
                <a:gd name="connsiteY2150" fmla="*/ 10728 h 626109"/>
                <a:gd name="connsiteX2151" fmla="*/ 80153 w 591813"/>
                <a:gd name="connsiteY2151" fmla="*/ 11042 h 626109"/>
                <a:gd name="connsiteX2152" fmla="*/ 79748 w 591813"/>
                <a:gd name="connsiteY2152" fmla="*/ 11357 h 626109"/>
                <a:gd name="connsiteX2153" fmla="*/ 79343 w 591813"/>
                <a:gd name="connsiteY2153" fmla="*/ 11695 h 626109"/>
                <a:gd name="connsiteX2154" fmla="*/ 78961 w 591813"/>
                <a:gd name="connsiteY2154" fmla="*/ 12009 h 626109"/>
                <a:gd name="connsiteX2155" fmla="*/ 78556 w 591813"/>
                <a:gd name="connsiteY2155" fmla="*/ 12324 h 626109"/>
                <a:gd name="connsiteX2156" fmla="*/ 78173 w 591813"/>
                <a:gd name="connsiteY2156" fmla="*/ 12639 h 626109"/>
                <a:gd name="connsiteX2157" fmla="*/ 77769 w 591813"/>
                <a:gd name="connsiteY2157" fmla="*/ 12954 h 626109"/>
                <a:gd name="connsiteX2158" fmla="*/ 77386 w 591813"/>
                <a:gd name="connsiteY2158" fmla="*/ 13291 h 626109"/>
                <a:gd name="connsiteX2159" fmla="*/ 76982 w 591813"/>
                <a:gd name="connsiteY2159" fmla="*/ 13606 h 626109"/>
                <a:gd name="connsiteX2160" fmla="*/ 76599 w 591813"/>
                <a:gd name="connsiteY2160" fmla="*/ 13921 h 626109"/>
                <a:gd name="connsiteX2161" fmla="*/ 76194 w 591813"/>
                <a:gd name="connsiteY2161" fmla="*/ 14258 h 626109"/>
                <a:gd name="connsiteX2162" fmla="*/ 75790 w 591813"/>
                <a:gd name="connsiteY2162" fmla="*/ 14573 h 626109"/>
                <a:gd name="connsiteX2163" fmla="*/ 75407 w 591813"/>
                <a:gd name="connsiteY2163" fmla="*/ 14888 h 626109"/>
                <a:gd name="connsiteX2164" fmla="*/ 75002 w 591813"/>
                <a:gd name="connsiteY2164" fmla="*/ 15225 h 626109"/>
                <a:gd name="connsiteX2165" fmla="*/ 74620 w 591813"/>
                <a:gd name="connsiteY2165" fmla="*/ 15540 h 626109"/>
                <a:gd name="connsiteX2166" fmla="*/ 74216 w 591813"/>
                <a:gd name="connsiteY2166" fmla="*/ 15878 h 626109"/>
                <a:gd name="connsiteX2167" fmla="*/ 73833 w 591813"/>
                <a:gd name="connsiteY2167" fmla="*/ 16215 h 626109"/>
                <a:gd name="connsiteX2168" fmla="*/ 73428 w 591813"/>
                <a:gd name="connsiteY2168" fmla="*/ 16530 h 626109"/>
                <a:gd name="connsiteX2169" fmla="*/ 73046 w 591813"/>
                <a:gd name="connsiteY2169" fmla="*/ 16867 h 626109"/>
                <a:gd name="connsiteX2170" fmla="*/ 72641 w 591813"/>
                <a:gd name="connsiteY2170" fmla="*/ 17205 h 626109"/>
                <a:gd name="connsiteX2171" fmla="*/ 72236 w 591813"/>
                <a:gd name="connsiteY2171" fmla="*/ 17542 h 626109"/>
                <a:gd name="connsiteX2172" fmla="*/ 71854 w 591813"/>
                <a:gd name="connsiteY2172" fmla="*/ 17857 h 626109"/>
                <a:gd name="connsiteX2173" fmla="*/ 71449 w 591813"/>
                <a:gd name="connsiteY2173" fmla="*/ 18194 h 626109"/>
                <a:gd name="connsiteX2174" fmla="*/ 71067 w 591813"/>
                <a:gd name="connsiteY2174" fmla="*/ 18531 h 626109"/>
                <a:gd name="connsiteX2175" fmla="*/ 70662 w 591813"/>
                <a:gd name="connsiteY2175" fmla="*/ 18869 h 626109"/>
                <a:gd name="connsiteX2176" fmla="*/ 70280 w 591813"/>
                <a:gd name="connsiteY2176" fmla="*/ 19206 h 626109"/>
                <a:gd name="connsiteX2177" fmla="*/ 69875 w 591813"/>
                <a:gd name="connsiteY2177" fmla="*/ 19543 h 626109"/>
                <a:gd name="connsiteX2178" fmla="*/ 69493 w 591813"/>
                <a:gd name="connsiteY2178" fmla="*/ 19881 h 626109"/>
                <a:gd name="connsiteX2179" fmla="*/ 69088 w 591813"/>
                <a:gd name="connsiteY2179" fmla="*/ 20218 h 626109"/>
                <a:gd name="connsiteX2180" fmla="*/ 68683 w 591813"/>
                <a:gd name="connsiteY2180" fmla="*/ 20555 h 626109"/>
                <a:gd name="connsiteX2181" fmla="*/ 68301 w 591813"/>
                <a:gd name="connsiteY2181" fmla="*/ 20893 h 626109"/>
                <a:gd name="connsiteX2182" fmla="*/ 67896 w 591813"/>
                <a:gd name="connsiteY2182" fmla="*/ 21230 h 626109"/>
                <a:gd name="connsiteX2183" fmla="*/ 67513 w 591813"/>
                <a:gd name="connsiteY2183" fmla="*/ 21567 h 626109"/>
                <a:gd name="connsiteX2184" fmla="*/ 67109 w 591813"/>
                <a:gd name="connsiteY2184" fmla="*/ 21905 h 626109"/>
                <a:gd name="connsiteX2185" fmla="*/ 66726 w 591813"/>
                <a:gd name="connsiteY2185" fmla="*/ 22265 h 626109"/>
                <a:gd name="connsiteX2186" fmla="*/ 66322 w 591813"/>
                <a:gd name="connsiteY2186" fmla="*/ 22602 h 626109"/>
                <a:gd name="connsiteX2187" fmla="*/ 65939 w 591813"/>
                <a:gd name="connsiteY2187" fmla="*/ 22939 h 626109"/>
                <a:gd name="connsiteX2188" fmla="*/ 65534 w 591813"/>
                <a:gd name="connsiteY2188" fmla="*/ 23299 h 626109"/>
                <a:gd name="connsiteX2189" fmla="*/ 65130 w 591813"/>
                <a:gd name="connsiteY2189" fmla="*/ 23637 h 626109"/>
                <a:gd name="connsiteX2190" fmla="*/ 64747 w 591813"/>
                <a:gd name="connsiteY2190" fmla="*/ 23974 h 626109"/>
                <a:gd name="connsiteX2191" fmla="*/ 64342 w 591813"/>
                <a:gd name="connsiteY2191" fmla="*/ 24334 h 626109"/>
                <a:gd name="connsiteX2192" fmla="*/ 63960 w 591813"/>
                <a:gd name="connsiteY2192" fmla="*/ 24671 h 626109"/>
                <a:gd name="connsiteX2193" fmla="*/ 63555 w 591813"/>
                <a:gd name="connsiteY2193" fmla="*/ 25031 h 626109"/>
                <a:gd name="connsiteX2194" fmla="*/ 63173 w 591813"/>
                <a:gd name="connsiteY2194" fmla="*/ 25368 h 626109"/>
                <a:gd name="connsiteX2195" fmla="*/ 62768 w 591813"/>
                <a:gd name="connsiteY2195" fmla="*/ 25728 h 626109"/>
                <a:gd name="connsiteX2196" fmla="*/ 62364 w 591813"/>
                <a:gd name="connsiteY2196" fmla="*/ 26088 h 626109"/>
                <a:gd name="connsiteX2197" fmla="*/ 61981 w 591813"/>
                <a:gd name="connsiteY2197" fmla="*/ 26425 h 626109"/>
                <a:gd name="connsiteX2198" fmla="*/ 61576 w 591813"/>
                <a:gd name="connsiteY2198" fmla="*/ 26785 h 626109"/>
                <a:gd name="connsiteX2199" fmla="*/ 61194 w 591813"/>
                <a:gd name="connsiteY2199" fmla="*/ 27145 h 626109"/>
                <a:gd name="connsiteX2200" fmla="*/ 60789 w 591813"/>
                <a:gd name="connsiteY2200" fmla="*/ 27482 h 626109"/>
                <a:gd name="connsiteX2201" fmla="*/ 60407 w 591813"/>
                <a:gd name="connsiteY2201" fmla="*/ 27842 h 626109"/>
                <a:gd name="connsiteX2202" fmla="*/ 60002 w 591813"/>
                <a:gd name="connsiteY2202" fmla="*/ 28202 h 626109"/>
                <a:gd name="connsiteX2203" fmla="*/ 59619 w 591813"/>
                <a:gd name="connsiteY2203" fmla="*/ 28539 h 626109"/>
                <a:gd name="connsiteX2204" fmla="*/ 59215 w 591813"/>
                <a:gd name="connsiteY2204" fmla="*/ 28899 h 626109"/>
                <a:gd name="connsiteX2205" fmla="*/ 58810 w 591813"/>
                <a:gd name="connsiteY2205" fmla="*/ 29236 h 626109"/>
                <a:gd name="connsiteX2206" fmla="*/ 58428 w 591813"/>
                <a:gd name="connsiteY2206" fmla="*/ 29596 h 626109"/>
                <a:gd name="connsiteX2207" fmla="*/ 58023 w 591813"/>
                <a:gd name="connsiteY2207" fmla="*/ 29934 h 626109"/>
                <a:gd name="connsiteX2208" fmla="*/ 57641 w 591813"/>
                <a:gd name="connsiteY2208" fmla="*/ 30293 h 626109"/>
                <a:gd name="connsiteX2209" fmla="*/ 57236 w 591813"/>
                <a:gd name="connsiteY2209" fmla="*/ 30653 h 626109"/>
                <a:gd name="connsiteX2210" fmla="*/ 56853 w 591813"/>
                <a:gd name="connsiteY2210" fmla="*/ 30991 h 626109"/>
                <a:gd name="connsiteX2211" fmla="*/ 56449 w 591813"/>
                <a:gd name="connsiteY2211" fmla="*/ 31350 h 626109"/>
                <a:gd name="connsiteX2212" fmla="*/ 56066 w 591813"/>
                <a:gd name="connsiteY2212" fmla="*/ 31688 h 626109"/>
                <a:gd name="connsiteX2213" fmla="*/ 55662 w 591813"/>
                <a:gd name="connsiteY2213" fmla="*/ 32048 h 626109"/>
                <a:gd name="connsiteX2214" fmla="*/ 55257 w 591813"/>
                <a:gd name="connsiteY2214" fmla="*/ 32385 h 626109"/>
                <a:gd name="connsiteX2215" fmla="*/ 54874 w 591813"/>
                <a:gd name="connsiteY2215" fmla="*/ 32722 h 626109"/>
                <a:gd name="connsiteX2216" fmla="*/ 54470 w 591813"/>
                <a:gd name="connsiteY2216" fmla="*/ 33082 h 626109"/>
                <a:gd name="connsiteX2217" fmla="*/ 54087 w 591813"/>
                <a:gd name="connsiteY2217" fmla="*/ 33420 h 626109"/>
                <a:gd name="connsiteX2218" fmla="*/ 53682 w 591813"/>
                <a:gd name="connsiteY2218" fmla="*/ 33757 h 626109"/>
                <a:gd name="connsiteX2219" fmla="*/ 53300 w 591813"/>
                <a:gd name="connsiteY2219" fmla="*/ 34117 h 626109"/>
                <a:gd name="connsiteX2220" fmla="*/ 52895 w 591813"/>
                <a:gd name="connsiteY2220" fmla="*/ 34454 h 626109"/>
                <a:gd name="connsiteX2221" fmla="*/ 52513 w 591813"/>
                <a:gd name="connsiteY2221" fmla="*/ 34791 h 626109"/>
                <a:gd name="connsiteX2222" fmla="*/ 52108 w 591813"/>
                <a:gd name="connsiteY2222" fmla="*/ 35129 h 626109"/>
                <a:gd name="connsiteX2223" fmla="*/ 51704 w 591813"/>
                <a:gd name="connsiteY2223" fmla="*/ 35466 h 626109"/>
                <a:gd name="connsiteX2224" fmla="*/ 51321 w 591813"/>
                <a:gd name="connsiteY2224" fmla="*/ 35803 h 626109"/>
                <a:gd name="connsiteX2225" fmla="*/ 50916 w 591813"/>
                <a:gd name="connsiteY2225" fmla="*/ 36141 h 626109"/>
                <a:gd name="connsiteX2226" fmla="*/ 50534 w 591813"/>
                <a:gd name="connsiteY2226" fmla="*/ 36478 h 626109"/>
                <a:gd name="connsiteX2227" fmla="*/ 50129 w 591813"/>
                <a:gd name="connsiteY2227" fmla="*/ 36793 h 626109"/>
                <a:gd name="connsiteX2228" fmla="*/ 49747 w 591813"/>
                <a:gd name="connsiteY2228" fmla="*/ 37130 h 626109"/>
                <a:gd name="connsiteX2229" fmla="*/ 49342 w 591813"/>
                <a:gd name="connsiteY2229" fmla="*/ 37468 h 626109"/>
                <a:gd name="connsiteX2230" fmla="*/ 48959 w 591813"/>
                <a:gd name="connsiteY2230" fmla="*/ 37782 h 626109"/>
                <a:gd name="connsiteX2231" fmla="*/ 48555 w 591813"/>
                <a:gd name="connsiteY2231" fmla="*/ 38120 h 626109"/>
                <a:gd name="connsiteX2232" fmla="*/ 48150 w 591813"/>
                <a:gd name="connsiteY2232" fmla="*/ 38435 h 626109"/>
                <a:gd name="connsiteX2233" fmla="*/ 47768 w 591813"/>
                <a:gd name="connsiteY2233" fmla="*/ 38772 h 626109"/>
                <a:gd name="connsiteX2234" fmla="*/ 47363 w 591813"/>
                <a:gd name="connsiteY2234" fmla="*/ 39087 h 626109"/>
                <a:gd name="connsiteX2235" fmla="*/ 46980 w 591813"/>
                <a:gd name="connsiteY2235" fmla="*/ 39402 h 626109"/>
                <a:gd name="connsiteX2236" fmla="*/ 46576 w 591813"/>
                <a:gd name="connsiteY2236" fmla="*/ 39739 h 626109"/>
                <a:gd name="connsiteX2237" fmla="*/ 46193 w 591813"/>
                <a:gd name="connsiteY2237" fmla="*/ 40054 h 626109"/>
                <a:gd name="connsiteX2238" fmla="*/ 45811 w 591813"/>
                <a:gd name="connsiteY2238" fmla="*/ 40369 h 626109"/>
                <a:gd name="connsiteX2239" fmla="*/ 45384 w 591813"/>
                <a:gd name="connsiteY2239" fmla="*/ 40684 h 626109"/>
                <a:gd name="connsiteX2240" fmla="*/ 45024 w 591813"/>
                <a:gd name="connsiteY2240" fmla="*/ 40998 h 626109"/>
                <a:gd name="connsiteX2241" fmla="*/ 44619 w 591813"/>
                <a:gd name="connsiteY2241" fmla="*/ 41313 h 626109"/>
                <a:gd name="connsiteX2242" fmla="*/ 44214 w 591813"/>
                <a:gd name="connsiteY2242" fmla="*/ 41628 h 626109"/>
                <a:gd name="connsiteX2243" fmla="*/ 43832 w 591813"/>
                <a:gd name="connsiteY2243" fmla="*/ 41921 h 626109"/>
                <a:gd name="connsiteX2244" fmla="*/ 43449 w 591813"/>
                <a:gd name="connsiteY2244" fmla="*/ 42235 h 626109"/>
                <a:gd name="connsiteX2245" fmla="*/ 43045 w 591813"/>
                <a:gd name="connsiteY2245" fmla="*/ 42528 h 626109"/>
                <a:gd name="connsiteX2246" fmla="*/ 42663 w 591813"/>
                <a:gd name="connsiteY2246" fmla="*/ 42843 h 626109"/>
                <a:gd name="connsiteX2247" fmla="*/ 42257 w 591813"/>
                <a:gd name="connsiteY2247" fmla="*/ 43135 h 626109"/>
                <a:gd name="connsiteX2248" fmla="*/ 41853 w 591813"/>
                <a:gd name="connsiteY2248" fmla="*/ 43427 h 626109"/>
                <a:gd name="connsiteX2249" fmla="*/ 41471 w 591813"/>
                <a:gd name="connsiteY2249" fmla="*/ 43720 h 626109"/>
                <a:gd name="connsiteX2250" fmla="*/ 41065 w 591813"/>
                <a:gd name="connsiteY2250" fmla="*/ 44012 h 626109"/>
                <a:gd name="connsiteX2251" fmla="*/ 40683 w 591813"/>
                <a:gd name="connsiteY2251" fmla="*/ 44304 h 626109"/>
                <a:gd name="connsiteX2252" fmla="*/ 40279 w 591813"/>
                <a:gd name="connsiteY2252" fmla="*/ 44597 h 626109"/>
                <a:gd name="connsiteX2253" fmla="*/ 39897 w 591813"/>
                <a:gd name="connsiteY2253" fmla="*/ 44889 h 626109"/>
                <a:gd name="connsiteX2254" fmla="*/ 39491 w 591813"/>
                <a:gd name="connsiteY2254" fmla="*/ 45159 h 626109"/>
                <a:gd name="connsiteX2255" fmla="*/ 39109 w 591813"/>
                <a:gd name="connsiteY2255" fmla="*/ 45451 h 626109"/>
                <a:gd name="connsiteX2256" fmla="*/ 38704 w 591813"/>
                <a:gd name="connsiteY2256" fmla="*/ 45721 h 626109"/>
                <a:gd name="connsiteX2257" fmla="*/ 38299 w 591813"/>
                <a:gd name="connsiteY2257" fmla="*/ 46014 h 626109"/>
                <a:gd name="connsiteX2258" fmla="*/ 37917 w 591813"/>
                <a:gd name="connsiteY2258" fmla="*/ 46284 h 626109"/>
                <a:gd name="connsiteX2259" fmla="*/ 37512 w 591813"/>
                <a:gd name="connsiteY2259" fmla="*/ 46553 h 626109"/>
                <a:gd name="connsiteX2260" fmla="*/ 37130 w 591813"/>
                <a:gd name="connsiteY2260" fmla="*/ 46846 h 626109"/>
                <a:gd name="connsiteX2261" fmla="*/ 36725 w 591813"/>
                <a:gd name="connsiteY2261" fmla="*/ 47116 h 626109"/>
                <a:gd name="connsiteX2262" fmla="*/ 36343 w 591813"/>
                <a:gd name="connsiteY2262" fmla="*/ 47386 h 626109"/>
                <a:gd name="connsiteX2263" fmla="*/ 35938 w 591813"/>
                <a:gd name="connsiteY2263" fmla="*/ 47655 h 626109"/>
                <a:gd name="connsiteX2264" fmla="*/ 35556 w 591813"/>
                <a:gd name="connsiteY2264" fmla="*/ 47925 h 626109"/>
                <a:gd name="connsiteX2265" fmla="*/ 35151 w 591813"/>
                <a:gd name="connsiteY2265" fmla="*/ 48195 h 626109"/>
                <a:gd name="connsiteX2266" fmla="*/ 34746 w 591813"/>
                <a:gd name="connsiteY2266" fmla="*/ 48465 h 626109"/>
                <a:gd name="connsiteX2267" fmla="*/ 34364 w 591813"/>
                <a:gd name="connsiteY2267" fmla="*/ 48735 h 626109"/>
                <a:gd name="connsiteX2268" fmla="*/ 33959 w 591813"/>
                <a:gd name="connsiteY2268" fmla="*/ 49005 h 626109"/>
                <a:gd name="connsiteX2269" fmla="*/ 33577 w 591813"/>
                <a:gd name="connsiteY2269" fmla="*/ 49297 h 626109"/>
                <a:gd name="connsiteX2270" fmla="*/ 33172 w 591813"/>
                <a:gd name="connsiteY2270" fmla="*/ 49567 h 626109"/>
                <a:gd name="connsiteX2271" fmla="*/ 32789 w 591813"/>
                <a:gd name="connsiteY2271" fmla="*/ 49837 h 626109"/>
                <a:gd name="connsiteX2272" fmla="*/ 32385 w 591813"/>
                <a:gd name="connsiteY2272" fmla="*/ 50129 h 626109"/>
                <a:gd name="connsiteX2273" fmla="*/ 31980 w 591813"/>
                <a:gd name="connsiteY2273" fmla="*/ 50399 h 626109"/>
                <a:gd name="connsiteX2274" fmla="*/ 31597 w 591813"/>
                <a:gd name="connsiteY2274" fmla="*/ 50692 h 626109"/>
                <a:gd name="connsiteX2275" fmla="*/ 31193 w 591813"/>
                <a:gd name="connsiteY2275" fmla="*/ 50984 h 626109"/>
                <a:gd name="connsiteX2276" fmla="*/ 30811 w 591813"/>
                <a:gd name="connsiteY2276" fmla="*/ 51276 h 626109"/>
                <a:gd name="connsiteX2277" fmla="*/ 30405 w 591813"/>
                <a:gd name="connsiteY2277" fmla="*/ 51569 h 626109"/>
                <a:gd name="connsiteX2278" fmla="*/ 30023 w 591813"/>
                <a:gd name="connsiteY2278" fmla="*/ 51861 h 626109"/>
                <a:gd name="connsiteX2279" fmla="*/ 29619 w 591813"/>
                <a:gd name="connsiteY2279" fmla="*/ 52176 h 626109"/>
                <a:gd name="connsiteX2280" fmla="*/ 29236 w 591813"/>
                <a:gd name="connsiteY2280" fmla="*/ 52491 h 626109"/>
                <a:gd name="connsiteX2281" fmla="*/ 28831 w 591813"/>
                <a:gd name="connsiteY2281" fmla="*/ 52806 h 626109"/>
                <a:gd name="connsiteX2282" fmla="*/ 28427 w 591813"/>
                <a:gd name="connsiteY2282" fmla="*/ 53120 h 626109"/>
                <a:gd name="connsiteX2283" fmla="*/ 28044 w 591813"/>
                <a:gd name="connsiteY2283" fmla="*/ 53458 h 626109"/>
                <a:gd name="connsiteX2284" fmla="*/ 27639 w 591813"/>
                <a:gd name="connsiteY2284" fmla="*/ 53818 h 626109"/>
                <a:gd name="connsiteX2285" fmla="*/ 27257 w 591813"/>
                <a:gd name="connsiteY2285" fmla="*/ 54155 h 626109"/>
                <a:gd name="connsiteX2286" fmla="*/ 26852 w 591813"/>
                <a:gd name="connsiteY2286" fmla="*/ 54515 h 626109"/>
                <a:gd name="connsiteX2287" fmla="*/ 26470 w 591813"/>
                <a:gd name="connsiteY2287" fmla="*/ 54875 h 626109"/>
                <a:gd name="connsiteX2288" fmla="*/ 26065 w 591813"/>
                <a:gd name="connsiteY2288" fmla="*/ 55257 h 626109"/>
                <a:gd name="connsiteX2289" fmla="*/ 25683 w 591813"/>
                <a:gd name="connsiteY2289" fmla="*/ 55639 h 626109"/>
                <a:gd name="connsiteX2290" fmla="*/ 25278 w 591813"/>
                <a:gd name="connsiteY2290" fmla="*/ 56022 h 626109"/>
                <a:gd name="connsiteX2291" fmla="*/ 24873 w 591813"/>
                <a:gd name="connsiteY2291" fmla="*/ 56404 h 626109"/>
                <a:gd name="connsiteX2292" fmla="*/ 24491 w 591813"/>
                <a:gd name="connsiteY2292" fmla="*/ 56809 h 626109"/>
                <a:gd name="connsiteX2293" fmla="*/ 24086 w 591813"/>
                <a:gd name="connsiteY2293" fmla="*/ 57213 h 626109"/>
                <a:gd name="connsiteX2294" fmla="*/ 23704 w 591813"/>
                <a:gd name="connsiteY2294" fmla="*/ 57641 h 626109"/>
                <a:gd name="connsiteX2295" fmla="*/ 23299 w 591813"/>
                <a:gd name="connsiteY2295" fmla="*/ 58068 h 626109"/>
                <a:gd name="connsiteX2296" fmla="*/ 22917 w 591813"/>
                <a:gd name="connsiteY2296" fmla="*/ 58495 h 626109"/>
                <a:gd name="connsiteX2297" fmla="*/ 22512 w 591813"/>
                <a:gd name="connsiteY2297" fmla="*/ 58923 h 626109"/>
                <a:gd name="connsiteX2298" fmla="*/ 22129 w 591813"/>
                <a:gd name="connsiteY2298" fmla="*/ 59372 h 626109"/>
                <a:gd name="connsiteX2299" fmla="*/ 21725 w 591813"/>
                <a:gd name="connsiteY2299" fmla="*/ 59822 h 626109"/>
                <a:gd name="connsiteX2300" fmla="*/ 21320 w 591813"/>
                <a:gd name="connsiteY2300" fmla="*/ 60250 h 626109"/>
                <a:gd name="connsiteX2301" fmla="*/ 20937 w 591813"/>
                <a:gd name="connsiteY2301" fmla="*/ 60722 h 626109"/>
                <a:gd name="connsiteX2302" fmla="*/ 20533 w 591813"/>
                <a:gd name="connsiteY2302" fmla="*/ 61172 h 626109"/>
                <a:gd name="connsiteX2303" fmla="*/ 20151 w 591813"/>
                <a:gd name="connsiteY2303" fmla="*/ 61644 h 626109"/>
                <a:gd name="connsiteX2304" fmla="*/ 19745 w 591813"/>
                <a:gd name="connsiteY2304" fmla="*/ 62094 h 626109"/>
                <a:gd name="connsiteX2305" fmla="*/ 19363 w 591813"/>
                <a:gd name="connsiteY2305" fmla="*/ 62566 h 626109"/>
                <a:gd name="connsiteX2306" fmla="*/ 18959 w 591813"/>
                <a:gd name="connsiteY2306" fmla="*/ 63038 h 626109"/>
                <a:gd name="connsiteX2307" fmla="*/ 18576 w 591813"/>
                <a:gd name="connsiteY2307" fmla="*/ 63533 h 626109"/>
                <a:gd name="connsiteX2308" fmla="*/ 18171 w 591813"/>
                <a:gd name="connsiteY2308" fmla="*/ 64005 h 626109"/>
                <a:gd name="connsiteX2309" fmla="*/ 17767 w 591813"/>
                <a:gd name="connsiteY2309" fmla="*/ 64478 h 626109"/>
                <a:gd name="connsiteX2310" fmla="*/ 17384 w 591813"/>
                <a:gd name="connsiteY2310" fmla="*/ 64972 h 626109"/>
                <a:gd name="connsiteX2311" fmla="*/ 16979 w 591813"/>
                <a:gd name="connsiteY2311" fmla="*/ 65445 h 626109"/>
                <a:gd name="connsiteX2312" fmla="*/ 16597 w 591813"/>
                <a:gd name="connsiteY2312" fmla="*/ 65939 h 626109"/>
                <a:gd name="connsiteX2313" fmla="*/ 16192 w 591813"/>
                <a:gd name="connsiteY2313" fmla="*/ 66434 h 626109"/>
                <a:gd name="connsiteX2314" fmla="*/ 15810 w 591813"/>
                <a:gd name="connsiteY2314" fmla="*/ 66929 h 626109"/>
                <a:gd name="connsiteX2315" fmla="*/ 15405 w 591813"/>
                <a:gd name="connsiteY2315" fmla="*/ 67424 h 626109"/>
                <a:gd name="connsiteX2316" fmla="*/ 15000 w 591813"/>
                <a:gd name="connsiteY2316" fmla="*/ 67919 h 626109"/>
                <a:gd name="connsiteX2317" fmla="*/ 14618 w 591813"/>
                <a:gd name="connsiteY2317" fmla="*/ 68436 h 626109"/>
                <a:gd name="connsiteX2318" fmla="*/ 14213 w 591813"/>
                <a:gd name="connsiteY2318" fmla="*/ 68931 h 626109"/>
                <a:gd name="connsiteX2319" fmla="*/ 13831 w 591813"/>
                <a:gd name="connsiteY2319" fmla="*/ 69448 h 626109"/>
                <a:gd name="connsiteX2320" fmla="*/ 13426 w 591813"/>
                <a:gd name="connsiteY2320" fmla="*/ 69965 h 626109"/>
                <a:gd name="connsiteX2321" fmla="*/ 13044 w 591813"/>
                <a:gd name="connsiteY2321" fmla="*/ 70460 h 626109"/>
                <a:gd name="connsiteX2322" fmla="*/ 12639 w 591813"/>
                <a:gd name="connsiteY2322" fmla="*/ 70977 h 626109"/>
                <a:gd name="connsiteX2323" fmla="*/ 12257 w 591813"/>
                <a:gd name="connsiteY2323" fmla="*/ 71494 h 626109"/>
                <a:gd name="connsiteX2324" fmla="*/ 11852 w 591813"/>
                <a:gd name="connsiteY2324" fmla="*/ 72012 h 626109"/>
                <a:gd name="connsiteX2325" fmla="*/ 11447 w 591813"/>
                <a:gd name="connsiteY2325" fmla="*/ 72551 h 626109"/>
                <a:gd name="connsiteX2326" fmla="*/ 11065 w 591813"/>
                <a:gd name="connsiteY2326" fmla="*/ 73069 h 626109"/>
                <a:gd name="connsiteX2327" fmla="*/ 10660 w 591813"/>
                <a:gd name="connsiteY2327" fmla="*/ 73586 h 626109"/>
                <a:gd name="connsiteX2328" fmla="*/ 10277 w 591813"/>
                <a:gd name="connsiteY2328" fmla="*/ 74126 h 626109"/>
                <a:gd name="connsiteX2329" fmla="*/ 9873 w 591813"/>
                <a:gd name="connsiteY2329" fmla="*/ 74643 h 626109"/>
                <a:gd name="connsiteX2330" fmla="*/ 9491 w 591813"/>
                <a:gd name="connsiteY2330" fmla="*/ 75183 h 626109"/>
                <a:gd name="connsiteX2331" fmla="*/ 9085 w 591813"/>
                <a:gd name="connsiteY2331" fmla="*/ 75722 h 626109"/>
                <a:gd name="connsiteX2332" fmla="*/ 8703 w 591813"/>
                <a:gd name="connsiteY2332" fmla="*/ 76262 h 626109"/>
                <a:gd name="connsiteX2333" fmla="*/ 8299 w 591813"/>
                <a:gd name="connsiteY2333" fmla="*/ 76802 h 626109"/>
                <a:gd name="connsiteX2334" fmla="*/ 7893 w 591813"/>
                <a:gd name="connsiteY2334" fmla="*/ 77342 h 626109"/>
                <a:gd name="connsiteX2335" fmla="*/ 7511 w 591813"/>
                <a:gd name="connsiteY2335" fmla="*/ 77881 h 626109"/>
                <a:gd name="connsiteX2336" fmla="*/ 7107 w 591813"/>
                <a:gd name="connsiteY2336" fmla="*/ 78421 h 626109"/>
                <a:gd name="connsiteX2337" fmla="*/ 6724 w 591813"/>
                <a:gd name="connsiteY2337" fmla="*/ 78961 h 626109"/>
                <a:gd name="connsiteX2338" fmla="*/ 6319 w 591813"/>
                <a:gd name="connsiteY2338" fmla="*/ 79523 h 626109"/>
                <a:gd name="connsiteX2339" fmla="*/ 5937 w 591813"/>
                <a:gd name="connsiteY2339" fmla="*/ 80063 h 626109"/>
                <a:gd name="connsiteX2340" fmla="*/ 5532 w 591813"/>
                <a:gd name="connsiteY2340" fmla="*/ 80625 h 626109"/>
                <a:gd name="connsiteX2341" fmla="*/ 5150 w 591813"/>
                <a:gd name="connsiteY2341" fmla="*/ 81187 h 626109"/>
                <a:gd name="connsiteX2342" fmla="*/ 4745 w 591813"/>
                <a:gd name="connsiteY2342" fmla="*/ 81727 h 626109"/>
                <a:gd name="connsiteX2343" fmla="*/ 4340 w 591813"/>
                <a:gd name="connsiteY2343" fmla="*/ 82289 h 626109"/>
                <a:gd name="connsiteX2344" fmla="*/ 3958 w 591813"/>
                <a:gd name="connsiteY2344" fmla="*/ 82852 h 626109"/>
                <a:gd name="connsiteX2345" fmla="*/ 3553 w 591813"/>
                <a:gd name="connsiteY2345" fmla="*/ 83414 h 626109"/>
                <a:gd name="connsiteX2346" fmla="*/ 3171 w 591813"/>
                <a:gd name="connsiteY2346" fmla="*/ 83976 h 626109"/>
                <a:gd name="connsiteX2347" fmla="*/ 2766 w 591813"/>
                <a:gd name="connsiteY2347" fmla="*/ 84538 h 626109"/>
                <a:gd name="connsiteX2348" fmla="*/ 2383 w 591813"/>
                <a:gd name="connsiteY2348" fmla="*/ 85123 h 626109"/>
                <a:gd name="connsiteX2349" fmla="*/ 1979 w 591813"/>
                <a:gd name="connsiteY2349" fmla="*/ 85685 h 626109"/>
                <a:gd name="connsiteX2350" fmla="*/ 1574 w 591813"/>
                <a:gd name="connsiteY2350" fmla="*/ 86248 h 626109"/>
                <a:gd name="connsiteX2351" fmla="*/ 1191 w 591813"/>
                <a:gd name="connsiteY2351" fmla="*/ 86810 h 626109"/>
                <a:gd name="connsiteX2352" fmla="*/ 787 w 591813"/>
                <a:gd name="connsiteY2352" fmla="*/ 87395 h 626109"/>
                <a:gd name="connsiteX2353" fmla="*/ 405 w 591813"/>
                <a:gd name="connsiteY2353" fmla="*/ 87957 h 626109"/>
                <a:gd name="connsiteX2354" fmla="*/ 0 w 591813"/>
                <a:gd name="connsiteY2354" fmla="*/ 88519 h 626109"/>
                <a:gd name="connsiteX2355" fmla="*/ 0 w 591813"/>
                <a:gd name="connsiteY2355" fmla="*/ 96615 h 626109"/>
                <a:gd name="connsiteX2356" fmla="*/ 405 w 591813"/>
                <a:gd name="connsiteY2356" fmla="*/ 96120 h 626109"/>
                <a:gd name="connsiteX2357" fmla="*/ 787 w 591813"/>
                <a:gd name="connsiteY2357" fmla="*/ 95626 h 626109"/>
                <a:gd name="connsiteX2358" fmla="*/ 1191 w 591813"/>
                <a:gd name="connsiteY2358" fmla="*/ 95108 h 626109"/>
                <a:gd name="connsiteX2359" fmla="*/ 1574 w 591813"/>
                <a:gd name="connsiteY2359" fmla="*/ 94614 h 626109"/>
                <a:gd name="connsiteX2360" fmla="*/ 1979 w 591813"/>
                <a:gd name="connsiteY2360" fmla="*/ 94119 h 626109"/>
                <a:gd name="connsiteX2361" fmla="*/ 2383 w 591813"/>
                <a:gd name="connsiteY2361" fmla="*/ 93624 h 626109"/>
                <a:gd name="connsiteX2362" fmla="*/ 2766 w 591813"/>
                <a:gd name="connsiteY2362" fmla="*/ 93129 h 626109"/>
                <a:gd name="connsiteX2363" fmla="*/ 3171 w 591813"/>
                <a:gd name="connsiteY2363" fmla="*/ 92635 h 626109"/>
                <a:gd name="connsiteX2364" fmla="*/ 3553 w 591813"/>
                <a:gd name="connsiteY2364" fmla="*/ 92140 h 626109"/>
                <a:gd name="connsiteX2365" fmla="*/ 3958 w 591813"/>
                <a:gd name="connsiteY2365" fmla="*/ 91645 h 626109"/>
                <a:gd name="connsiteX2366" fmla="*/ 4340 w 591813"/>
                <a:gd name="connsiteY2366" fmla="*/ 91150 h 626109"/>
                <a:gd name="connsiteX2367" fmla="*/ 4745 w 591813"/>
                <a:gd name="connsiteY2367" fmla="*/ 90655 h 626109"/>
                <a:gd name="connsiteX2368" fmla="*/ 5150 w 591813"/>
                <a:gd name="connsiteY2368" fmla="*/ 90183 h 626109"/>
                <a:gd name="connsiteX2369" fmla="*/ 5532 w 591813"/>
                <a:gd name="connsiteY2369" fmla="*/ 89688 h 626109"/>
                <a:gd name="connsiteX2370" fmla="*/ 5937 w 591813"/>
                <a:gd name="connsiteY2370" fmla="*/ 89216 h 626109"/>
                <a:gd name="connsiteX2371" fmla="*/ 6319 w 591813"/>
                <a:gd name="connsiteY2371" fmla="*/ 88721 h 626109"/>
                <a:gd name="connsiteX2372" fmla="*/ 6724 w 591813"/>
                <a:gd name="connsiteY2372" fmla="*/ 88249 h 626109"/>
                <a:gd name="connsiteX2373" fmla="*/ 7107 w 591813"/>
                <a:gd name="connsiteY2373" fmla="*/ 87777 h 626109"/>
                <a:gd name="connsiteX2374" fmla="*/ 7511 w 591813"/>
                <a:gd name="connsiteY2374" fmla="*/ 87282 h 626109"/>
                <a:gd name="connsiteX2375" fmla="*/ 7893 w 591813"/>
                <a:gd name="connsiteY2375" fmla="*/ 86810 h 626109"/>
                <a:gd name="connsiteX2376" fmla="*/ 8299 w 591813"/>
                <a:gd name="connsiteY2376" fmla="*/ 86337 h 626109"/>
                <a:gd name="connsiteX2377" fmla="*/ 8703 w 591813"/>
                <a:gd name="connsiteY2377" fmla="*/ 85888 h 626109"/>
                <a:gd name="connsiteX2378" fmla="*/ 9085 w 591813"/>
                <a:gd name="connsiteY2378" fmla="*/ 85415 h 626109"/>
                <a:gd name="connsiteX2379" fmla="*/ 9491 w 591813"/>
                <a:gd name="connsiteY2379" fmla="*/ 84943 h 626109"/>
                <a:gd name="connsiteX2380" fmla="*/ 9873 w 591813"/>
                <a:gd name="connsiteY2380" fmla="*/ 84471 h 626109"/>
                <a:gd name="connsiteX2381" fmla="*/ 10277 w 591813"/>
                <a:gd name="connsiteY2381" fmla="*/ 84021 h 626109"/>
                <a:gd name="connsiteX2382" fmla="*/ 10660 w 591813"/>
                <a:gd name="connsiteY2382" fmla="*/ 83549 h 626109"/>
                <a:gd name="connsiteX2383" fmla="*/ 11065 w 591813"/>
                <a:gd name="connsiteY2383" fmla="*/ 83099 h 626109"/>
                <a:gd name="connsiteX2384" fmla="*/ 11447 w 591813"/>
                <a:gd name="connsiteY2384" fmla="*/ 82649 h 626109"/>
                <a:gd name="connsiteX2385" fmla="*/ 11852 w 591813"/>
                <a:gd name="connsiteY2385" fmla="*/ 82199 h 626109"/>
                <a:gd name="connsiteX2386" fmla="*/ 12257 w 591813"/>
                <a:gd name="connsiteY2386" fmla="*/ 81750 h 626109"/>
                <a:gd name="connsiteX2387" fmla="*/ 12639 w 591813"/>
                <a:gd name="connsiteY2387" fmla="*/ 81300 h 626109"/>
                <a:gd name="connsiteX2388" fmla="*/ 13044 w 591813"/>
                <a:gd name="connsiteY2388" fmla="*/ 80850 h 626109"/>
                <a:gd name="connsiteX2389" fmla="*/ 13426 w 591813"/>
                <a:gd name="connsiteY2389" fmla="*/ 80400 h 626109"/>
                <a:gd name="connsiteX2390" fmla="*/ 13831 w 591813"/>
                <a:gd name="connsiteY2390" fmla="*/ 79950 h 626109"/>
                <a:gd name="connsiteX2391" fmla="*/ 14213 w 591813"/>
                <a:gd name="connsiteY2391" fmla="*/ 79523 h 626109"/>
                <a:gd name="connsiteX2392" fmla="*/ 14618 w 591813"/>
                <a:gd name="connsiteY2392" fmla="*/ 79073 h 626109"/>
                <a:gd name="connsiteX2393" fmla="*/ 15000 w 591813"/>
                <a:gd name="connsiteY2393" fmla="*/ 78646 h 626109"/>
                <a:gd name="connsiteX2394" fmla="*/ 15405 w 591813"/>
                <a:gd name="connsiteY2394" fmla="*/ 78219 h 626109"/>
                <a:gd name="connsiteX2395" fmla="*/ 15810 w 591813"/>
                <a:gd name="connsiteY2395" fmla="*/ 77769 h 626109"/>
                <a:gd name="connsiteX2396" fmla="*/ 16192 w 591813"/>
                <a:gd name="connsiteY2396" fmla="*/ 77342 h 626109"/>
                <a:gd name="connsiteX2397" fmla="*/ 16597 w 591813"/>
                <a:gd name="connsiteY2397" fmla="*/ 76914 h 626109"/>
                <a:gd name="connsiteX2398" fmla="*/ 16979 w 591813"/>
                <a:gd name="connsiteY2398" fmla="*/ 76510 h 626109"/>
                <a:gd name="connsiteX2399" fmla="*/ 17384 w 591813"/>
                <a:gd name="connsiteY2399" fmla="*/ 76082 h 626109"/>
                <a:gd name="connsiteX2400" fmla="*/ 17767 w 591813"/>
                <a:gd name="connsiteY2400" fmla="*/ 75677 h 626109"/>
                <a:gd name="connsiteX2401" fmla="*/ 18171 w 591813"/>
                <a:gd name="connsiteY2401" fmla="*/ 75250 h 626109"/>
                <a:gd name="connsiteX2402" fmla="*/ 18576 w 591813"/>
                <a:gd name="connsiteY2402" fmla="*/ 74845 h 626109"/>
                <a:gd name="connsiteX2403" fmla="*/ 18959 w 591813"/>
                <a:gd name="connsiteY2403" fmla="*/ 74441 h 626109"/>
                <a:gd name="connsiteX2404" fmla="*/ 19363 w 591813"/>
                <a:gd name="connsiteY2404" fmla="*/ 74036 h 626109"/>
                <a:gd name="connsiteX2405" fmla="*/ 19745 w 591813"/>
                <a:gd name="connsiteY2405" fmla="*/ 73631 h 626109"/>
                <a:gd name="connsiteX2406" fmla="*/ 20151 w 591813"/>
                <a:gd name="connsiteY2406" fmla="*/ 73226 h 626109"/>
                <a:gd name="connsiteX2407" fmla="*/ 20533 w 591813"/>
                <a:gd name="connsiteY2407" fmla="*/ 72821 h 626109"/>
                <a:gd name="connsiteX2408" fmla="*/ 20937 w 591813"/>
                <a:gd name="connsiteY2408" fmla="*/ 72439 h 626109"/>
                <a:gd name="connsiteX2409" fmla="*/ 21320 w 591813"/>
                <a:gd name="connsiteY2409" fmla="*/ 72057 h 626109"/>
                <a:gd name="connsiteX2410" fmla="*/ 21725 w 591813"/>
                <a:gd name="connsiteY2410" fmla="*/ 71674 h 626109"/>
                <a:gd name="connsiteX2411" fmla="*/ 22129 w 591813"/>
                <a:gd name="connsiteY2411" fmla="*/ 71292 h 626109"/>
                <a:gd name="connsiteX2412" fmla="*/ 22512 w 591813"/>
                <a:gd name="connsiteY2412" fmla="*/ 70910 h 626109"/>
                <a:gd name="connsiteX2413" fmla="*/ 22917 w 591813"/>
                <a:gd name="connsiteY2413" fmla="*/ 70550 h 626109"/>
                <a:gd name="connsiteX2414" fmla="*/ 23299 w 591813"/>
                <a:gd name="connsiteY2414" fmla="*/ 70190 h 626109"/>
                <a:gd name="connsiteX2415" fmla="*/ 23704 w 591813"/>
                <a:gd name="connsiteY2415" fmla="*/ 69830 h 626109"/>
                <a:gd name="connsiteX2416" fmla="*/ 24086 w 591813"/>
                <a:gd name="connsiteY2416" fmla="*/ 69470 h 626109"/>
                <a:gd name="connsiteX2417" fmla="*/ 24491 w 591813"/>
                <a:gd name="connsiteY2417" fmla="*/ 69133 h 626109"/>
                <a:gd name="connsiteX2418" fmla="*/ 24873 w 591813"/>
                <a:gd name="connsiteY2418" fmla="*/ 68796 h 626109"/>
                <a:gd name="connsiteX2419" fmla="*/ 25278 w 591813"/>
                <a:gd name="connsiteY2419" fmla="*/ 68458 h 626109"/>
                <a:gd name="connsiteX2420" fmla="*/ 25683 w 591813"/>
                <a:gd name="connsiteY2420" fmla="*/ 68143 h 626109"/>
                <a:gd name="connsiteX2421" fmla="*/ 26065 w 591813"/>
                <a:gd name="connsiteY2421" fmla="*/ 67829 h 626109"/>
                <a:gd name="connsiteX2422" fmla="*/ 26470 w 591813"/>
                <a:gd name="connsiteY2422" fmla="*/ 67536 h 626109"/>
                <a:gd name="connsiteX2423" fmla="*/ 26852 w 591813"/>
                <a:gd name="connsiteY2423" fmla="*/ 67244 h 626109"/>
                <a:gd name="connsiteX2424" fmla="*/ 27257 w 591813"/>
                <a:gd name="connsiteY2424" fmla="*/ 66974 h 626109"/>
                <a:gd name="connsiteX2425" fmla="*/ 27639 w 591813"/>
                <a:gd name="connsiteY2425" fmla="*/ 66682 h 626109"/>
                <a:gd name="connsiteX2426" fmla="*/ 28044 w 591813"/>
                <a:gd name="connsiteY2426" fmla="*/ 66434 h 626109"/>
                <a:gd name="connsiteX2427" fmla="*/ 28427 w 591813"/>
                <a:gd name="connsiteY2427" fmla="*/ 66164 h 626109"/>
                <a:gd name="connsiteX2428" fmla="*/ 28831 w 591813"/>
                <a:gd name="connsiteY2428" fmla="*/ 65939 h 626109"/>
                <a:gd name="connsiteX2429" fmla="*/ 29236 w 591813"/>
                <a:gd name="connsiteY2429" fmla="*/ 65692 h 626109"/>
                <a:gd name="connsiteX2430" fmla="*/ 29619 w 591813"/>
                <a:gd name="connsiteY2430" fmla="*/ 65467 h 626109"/>
                <a:gd name="connsiteX2431" fmla="*/ 30023 w 591813"/>
                <a:gd name="connsiteY2431" fmla="*/ 65265 h 626109"/>
                <a:gd name="connsiteX2432" fmla="*/ 30405 w 591813"/>
                <a:gd name="connsiteY2432" fmla="*/ 65062 h 626109"/>
                <a:gd name="connsiteX2433" fmla="*/ 30811 w 591813"/>
                <a:gd name="connsiteY2433" fmla="*/ 64860 h 626109"/>
                <a:gd name="connsiteX2434" fmla="*/ 31193 w 591813"/>
                <a:gd name="connsiteY2434" fmla="*/ 64680 h 626109"/>
                <a:gd name="connsiteX2435" fmla="*/ 31597 w 591813"/>
                <a:gd name="connsiteY2435" fmla="*/ 64500 h 626109"/>
                <a:gd name="connsiteX2436" fmla="*/ 31980 w 591813"/>
                <a:gd name="connsiteY2436" fmla="*/ 64320 h 626109"/>
                <a:gd name="connsiteX2437" fmla="*/ 32385 w 591813"/>
                <a:gd name="connsiteY2437" fmla="*/ 64163 h 626109"/>
                <a:gd name="connsiteX2438" fmla="*/ 32789 w 591813"/>
                <a:gd name="connsiteY2438" fmla="*/ 64028 h 626109"/>
                <a:gd name="connsiteX2439" fmla="*/ 33172 w 591813"/>
                <a:gd name="connsiteY2439" fmla="*/ 63870 h 626109"/>
                <a:gd name="connsiteX2440" fmla="*/ 33577 w 591813"/>
                <a:gd name="connsiteY2440" fmla="*/ 63735 h 626109"/>
                <a:gd name="connsiteX2441" fmla="*/ 33959 w 591813"/>
                <a:gd name="connsiteY2441" fmla="*/ 63601 h 626109"/>
                <a:gd name="connsiteX2442" fmla="*/ 34364 w 591813"/>
                <a:gd name="connsiteY2442" fmla="*/ 63466 h 626109"/>
                <a:gd name="connsiteX2443" fmla="*/ 34746 w 591813"/>
                <a:gd name="connsiteY2443" fmla="*/ 63353 h 626109"/>
                <a:gd name="connsiteX2444" fmla="*/ 35151 w 591813"/>
                <a:gd name="connsiteY2444" fmla="*/ 63241 h 626109"/>
                <a:gd name="connsiteX2445" fmla="*/ 35556 w 591813"/>
                <a:gd name="connsiteY2445" fmla="*/ 63128 h 626109"/>
                <a:gd name="connsiteX2446" fmla="*/ 35938 w 591813"/>
                <a:gd name="connsiteY2446" fmla="*/ 63016 h 626109"/>
                <a:gd name="connsiteX2447" fmla="*/ 36343 w 591813"/>
                <a:gd name="connsiteY2447" fmla="*/ 62903 h 626109"/>
                <a:gd name="connsiteX2448" fmla="*/ 36725 w 591813"/>
                <a:gd name="connsiteY2448" fmla="*/ 62813 h 626109"/>
                <a:gd name="connsiteX2449" fmla="*/ 37130 w 591813"/>
                <a:gd name="connsiteY2449" fmla="*/ 62701 h 626109"/>
                <a:gd name="connsiteX2450" fmla="*/ 37512 w 591813"/>
                <a:gd name="connsiteY2450" fmla="*/ 62611 h 626109"/>
                <a:gd name="connsiteX2451" fmla="*/ 37917 w 591813"/>
                <a:gd name="connsiteY2451" fmla="*/ 62521 h 626109"/>
                <a:gd name="connsiteX2452" fmla="*/ 38299 w 591813"/>
                <a:gd name="connsiteY2452" fmla="*/ 62431 h 626109"/>
                <a:gd name="connsiteX2453" fmla="*/ 38704 w 591813"/>
                <a:gd name="connsiteY2453" fmla="*/ 62319 h 626109"/>
                <a:gd name="connsiteX2454" fmla="*/ 39109 w 591813"/>
                <a:gd name="connsiteY2454" fmla="*/ 62229 h 626109"/>
                <a:gd name="connsiteX2455" fmla="*/ 39491 w 591813"/>
                <a:gd name="connsiteY2455" fmla="*/ 62139 h 626109"/>
                <a:gd name="connsiteX2456" fmla="*/ 39897 w 591813"/>
                <a:gd name="connsiteY2456" fmla="*/ 62049 h 626109"/>
                <a:gd name="connsiteX2457" fmla="*/ 40279 w 591813"/>
                <a:gd name="connsiteY2457" fmla="*/ 61959 h 626109"/>
                <a:gd name="connsiteX2458" fmla="*/ 40683 w 591813"/>
                <a:gd name="connsiteY2458" fmla="*/ 61846 h 626109"/>
                <a:gd name="connsiteX2459" fmla="*/ 41065 w 591813"/>
                <a:gd name="connsiteY2459" fmla="*/ 61756 h 626109"/>
                <a:gd name="connsiteX2460" fmla="*/ 41471 w 591813"/>
                <a:gd name="connsiteY2460" fmla="*/ 61666 h 626109"/>
                <a:gd name="connsiteX2461" fmla="*/ 41853 w 591813"/>
                <a:gd name="connsiteY2461" fmla="*/ 61554 h 626109"/>
                <a:gd name="connsiteX2462" fmla="*/ 42257 w 591813"/>
                <a:gd name="connsiteY2462" fmla="*/ 61442 h 626109"/>
                <a:gd name="connsiteX2463" fmla="*/ 42663 w 591813"/>
                <a:gd name="connsiteY2463" fmla="*/ 61329 h 626109"/>
                <a:gd name="connsiteX2464" fmla="*/ 43045 w 591813"/>
                <a:gd name="connsiteY2464" fmla="*/ 61217 h 626109"/>
                <a:gd name="connsiteX2465" fmla="*/ 43449 w 591813"/>
                <a:gd name="connsiteY2465" fmla="*/ 61104 h 626109"/>
                <a:gd name="connsiteX2466" fmla="*/ 43832 w 591813"/>
                <a:gd name="connsiteY2466" fmla="*/ 60992 h 626109"/>
                <a:gd name="connsiteX2467" fmla="*/ 44214 w 591813"/>
                <a:gd name="connsiteY2467" fmla="*/ 60879 h 626109"/>
                <a:gd name="connsiteX2468" fmla="*/ 44619 w 591813"/>
                <a:gd name="connsiteY2468" fmla="*/ 60744 h 626109"/>
                <a:gd name="connsiteX2469" fmla="*/ 45024 w 591813"/>
                <a:gd name="connsiteY2469" fmla="*/ 60609 h 626109"/>
                <a:gd name="connsiteX2470" fmla="*/ 45384 w 591813"/>
                <a:gd name="connsiteY2470" fmla="*/ 60474 h 626109"/>
                <a:gd name="connsiteX2471" fmla="*/ 45811 w 591813"/>
                <a:gd name="connsiteY2471" fmla="*/ 60340 h 626109"/>
                <a:gd name="connsiteX2472" fmla="*/ 46193 w 591813"/>
                <a:gd name="connsiteY2472" fmla="*/ 60182 h 626109"/>
                <a:gd name="connsiteX2473" fmla="*/ 46576 w 591813"/>
                <a:gd name="connsiteY2473" fmla="*/ 60047 h 626109"/>
                <a:gd name="connsiteX2474" fmla="*/ 46980 w 591813"/>
                <a:gd name="connsiteY2474" fmla="*/ 59890 h 626109"/>
                <a:gd name="connsiteX2475" fmla="*/ 47363 w 591813"/>
                <a:gd name="connsiteY2475" fmla="*/ 59732 h 626109"/>
                <a:gd name="connsiteX2476" fmla="*/ 47768 w 591813"/>
                <a:gd name="connsiteY2476" fmla="*/ 59575 h 626109"/>
                <a:gd name="connsiteX2477" fmla="*/ 48150 w 591813"/>
                <a:gd name="connsiteY2477" fmla="*/ 59417 h 626109"/>
                <a:gd name="connsiteX2478" fmla="*/ 48555 w 591813"/>
                <a:gd name="connsiteY2478" fmla="*/ 59260 h 626109"/>
                <a:gd name="connsiteX2479" fmla="*/ 48959 w 591813"/>
                <a:gd name="connsiteY2479" fmla="*/ 59080 h 626109"/>
                <a:gd name="connsiteX2480" fmla="*/ 49342 w 591813"/>
                <a:gd name="connsiteY2480" fmla="*/ 58923 h 626109"/>
                <a:gd name="connsiteX2481" fmla="*/ 49747 w 591813"/>
                <a:gd name="connsiteY2481" fmla="*/ 58743 h 626109"/>
                <a:gd name="connsiteX2482" fmla="*/ 50129 w 591813"/>
                <a:gd name="connsiteY2482" fmla="*/ 58563 h 626109"/>
                <a:gd name="connsiteX2483" fmla="*/ 50534 w 591813"/>
                <a:gd name="connsiteY2483" fmla="*/ 58360 h 626109"/>
                <a:gd name="connsiteX2484" fmla="*/ 50916 w 591813"/>
                <a:gd name="connsiteY2484" fmla="*/ 58181 h 626109"/>
                <a:gd name="connsiteX2485" fmla="*/ 51321 w 591813"/>
                <a:gd name="connsiteY2485" fmla="*/ 57978 h 626109"/>
                <a:gd name="connsiteX2486" fmla="*/ 51704 w 591813"/>
                <a:gd name="connsiteY2486" fmla="*/ 57776 h 626109"/>
                <a:gd name="connsiteX2487" fmla="*/ 52108 w 591813"/>
                <a:gd name="connsiteY2487" fmla="*/ 57573 h 626109"/>
                <a:gd name="connsiteX2488" fmla="*/ 52513 w 591813"/>
                <a:gd name="connsiteY2488" fmla="*/ 57371 h 626109"/>
                <a:gd name="connsiteX2489" fmla="*/ 52895 w 591813"/>
                <a:gd name="connsiteY2489" fmla="*/ 57169 h 626109"/>
                <a:gd name="connsiteX2490" fmla="*/ 53300 w 591813"/>
                <a:gd name="connsiteY2490" fmla="*/ 56944 h 626109"/>
                <a:gd name="connsiteX2491" fmla="*/ 53682 w 591813"/>
                <a:gd name="connsiteY2491" fmla="*/ 56719 h 626109"/>
                <a:gd name="connsiteX2492" fmla="*/ 54087 w 591813"/>
                <a:gd name="connsiteY2492" fmla="*/ 56494 h 626109"/>
                <a:gd name="connsiteX2493" fmla="*/ 54470 w 591813"/>
                <a:gd name="connsiteY2493" fmla="*/ 56269 h 626109"/>
                <a:gd name="connsiteX2494" fmla="*/ 54874 w 591813"/>
                <a:gd name="connsiteY2494" fmla="*/ 56044 h 626109"/>
                <a:gd name="connsiteX2495" fmla="*/ 55257 w 591813"/>
                <a:gd name="connsiteY2495" fmla="*/ 55797 h 626109"/>
                <a:gd name="connsiteX2496" fmla="*/ 55662 w 591813"/>
                <a:gd name="connsiteY2496" fmla="*/ 55572 h 626109"/>
                <a:gd name="connsiteX2497" fmla="*/ 56066 w 591813"/>
                <a:gd name="connsiteY2497" fmla="*/ 55324 h 626109"/>
                <a:gd name="connsiteX2498" fmla="*/ 56449 w 591813"/>
                <a:gd name="connsiteY2498" fmla="*/ 55077 h 626109"/>
                <a:gd name="connsiteX2499" fmla="*/ 56853 w 591813"/>
                <a:gd name="connsiteY2499" fmla="*/ 54807 h 626109"/>
                <a:gd name="connsiteX2500" fmla="*/ 57236 w 591813"/>
                <a:gd name="connsiteY2500" fmla="*/ 54560 h 626109"/>
                <a:gd name="connsiteX2501" fmla="*/ 57641 w 591813"/>
                <a:gd name="connsiteY2501" fmla="*/ 54290 h 626109"/>
                <a:gd name="connsiteX2502" fmla="*/ 58023 w 591813"/>
                <a:gd name="connsiteY2502" fmla="*/ 54020 h 626109"/>
                <a:gd name="connsiteX2503" fmla="*/ 58428 w 591813"/>
                <a:gd name="connsiteY2503" fmla="*/ 53773 h 626109"/>
                <a:gd name="connsiteX2504" fmla="*/ 58810 w 591813"/>
                <a:gd name="connsiteY2504" fmla="*/ 53480 h 626109"/>
                <a:gd name="connsiteX2505" fmla="*/ 59215 w 591813"/>
                <a:gd name="connsiteY2505" fmla="*/ 53210 h 626109"/>
                <a:gd name="connsiteX2506" fmla="*/ 59619 w 591813"/>
                <a:gd name="connsiteY2506" fmla="*/ 52940 h 626109"/>
                <a:gd name="connsiteX2507" fmla="*/ 60002 w 591813"/>
                <a:gd name="connsiteY2507" fmla="*/ 52648 h 626109"/>
                <a:gd name="connsiteX2508" fmla="*/ 60407 w 591813"/>
                <a:gd name="connsiteY2508" fmla="*/ 52378 h 626109"/>
                <a:gd name="connsiteX2509" fmla="*/ 60789 w 591813"/>
                <a:gd name="connsiteY2509" fmla="*/ 52086 h 626109"/>
                <a:gd name="connsiteX2510" fmla="*/ 61194 w 591813"/>
                <a:gd name="connsiteY2510" fmla="*/ 51794 h 626109"/>
                <a:gd name="connsiteX2511" fmla="*/ 61576 w 591813"/>
                <a:gd name="connsiteY2511" fmla="*/ 51501 h 626109"/>
                <a:gd name="connsiteX2512" fmla="*/ 61981 w 591813"/>
                <a:gd name="connsiteY2512" fmla="*/ 51186 h 626109"/>
                <a:gd name="connsiteX2513" fmla="*/ 62364 w 591813"/>
                <a:gd name="connsiteY2513" fmla="*/ 50894 h 626109"/>
                <a:gd name="connsiteX2514" fmla="*/ 62768 w 591813"/>
                <a:gd name="connsiteY2514" fmla="*/ 50602 h 626109"/>
                <a:gd name="connsiteX2515" fmla="*/ 63173 w 591813"/>
                <a:gd name="connsiteY2515" fmla="*/ 50287 h 626109"/>
                <a:gd name="connsiteX2516" fmla="*/ 63555 w 591813"/>
                <a:gd name="connsiteY2516" fmla="*/ 49994 h 626109"/>
                <a:gd name="connsiteX2517" fmla="*/ 63960 w 591813"/>
                <a:gd name="connsiteY2517" fmla="*/ 49679 h 626109"/>
                <a:gd name="connsiteX2518" fmla="*/ 64342 w 591813"/>
                <a:gd name="connsiteY2518" fmla="*/ 49365 h 626109"/>
                <a:gd name="connsiteX2519" fmla="*/ 64747 w 591813"/>
                <a:gd name="connsiteY2519" fmla="*/ 49072 h 626109"/>
                <a:gd name="connsiteX2520" fmla="*/ 65130 w 591813"/>
                <a:gd name="connsiteY2520" fmla="*/ 48757 h 626109"/>
                <a:gd name="connsiteX2521" fmla="*/ 65534 w 591813"/>
                <a:gd name="connsiteY2521" fmla="*/ 48443 h 626109"/>
                <a:gd name="connsiteX2522" fmla="*/ 65939 w 591813"/>
                <a:gd name="connsiteY2522" fmla="*/ 48128 h 626109"/>
                <a:gd name="connsiteX2523" fmla="*/ 66322 w 591813"/>
                <a:gd name="connsiteY2523" fmla="*/ 47813 h 626109"/>
                <a:gd name="connsiteX2524" fmla="*/ 66726 w 591813"/>
                <a:gd name="connsiteY2524" fmla="*/ 47498 h 626109"/>
                <a:gd name="connsiteX2525" fmla="*/ 67109 w 591813"/>
                <a:gd name="connsiteY2525" fmla="*/ 47183 h 626109"/>
                <a:gd name="connsiteX2526" fmla="*/ 67513 w 591813"/>
                <a:gd name="connsiteY2526" fmla="*/ 46868 h 626109"/>
                <a:gd name="connsiteX2527" fmla="*/ 67896 w 591813"/>
                <a:gd name="connsiteY2527" fmla="*/ 46531 h 626109"/>
                <a:gd name="connsiteX2528" fmla="*/ 68301 w 591813"/>
                <a:gd name="connsiteY2528" fmla="*/ 46216 h 626109"/>
                <a:gd name="connsiteX2529" fmla="*/ 68683 w 591813"/>
                <a:gd name="connsiteY2529" fmla="*/ 45901 h 626109"/>
                <a:gd name="connsiteX2530" fmla="*/ 69088 w 591813"/>
                <a:gd name="connsiteY2530" fmla="*/ 45564 h 626109"/>
                <a:gd name="connsiteX2531" fmla="*/ 69493 w 591813"/>
                <a:gd name="connsiteY2531" fmla="*/ 45249 h 626109"/>
                <a:gd name="connsiteX2532" fmla="*/ 69875 w 591813"/>
                <a:gd name="connsiteY2532" fmla="*/ 44912 h 626109"/>
                <a:gd name="connsiteX2533" fmla="*/ 70280 w 591813"/>
                <a:gd name="connsiteY2533" fmla="*/ 44597 h 626109"/>
                <a:gd name="connsiteX2534" fmla="*/ 70662 w 591813"/>
                <a:gd name="connsiteY2534" fmla="*/ 44259 h 626109"/>
                <a:gd name="connsiteX2535" fmla="*/ 71067 w 591813"/>
                <a:gd name="connsiteY2535" fmla="*/ 43945 h 626109"/>
                <a:gd name="connsiteX2536" fmla="*/ 71449 w 591813"/>
                <a:gd name="connsiteY2536" fmla="*/ 43607 h 626109"/>
                <a:gd name="connsiteX2537" fmla="*/ 71854 w 591813"/>
                <a:gd name="connsiteY2537" fmla="*/ 43292 h 626109"/>
                <a:gd name="connsiteX2538" fmla="*/ 72236 w 591813"/>
                <a:gd name="connsiteY2538" fmla="*/ 42955 h 626109"/>
                <a:gd name="connsiteX2539" fmla="*/ 72641 w 591813"/>
                <a:gd name="connsiteY2539" fmla="*/ 42618 h 626109"/>
                <a:gd name="connsiteX2540" fmla="*/ 73046 w 591813"/>
                <a:gd name="connsiteY2540" fmla="*/ 42303 h 626109"/>
                <a:gd name="connsiteX2541" fmla="*/ 73428 w 591813"/>
                <a:gd name="connsiteY2541" fmla="*/ 41966 h 626109"/>
                <a:gd name="connsiteX2542" fmla="*/ 73833 w 591813"/>
                <a:gd name="connsiteY2542" fmla="*/ 41628 h 626109"/>
                <a:gd name="connsiteX2543" fmla="*/ 74216 w 591813"/>
                <a:gd name="connsiteY2543" fmla="*/ 41291 h 626109"/>
                <a:gd name="connsiteX2544" fmla="*/ 74620 w 591813"/>
                <a:gd name="connsiteY2544" fmla="*/ 40976 h 626109"/>
                <a:gd name="connsiteX2545" fmla="*/ 75002 w 591813"/>
                <a:gd name="connsiteY2545" fmla="*/ 40639 h 626109"/>
                <a:gd name="connsiteX2546" fmla="*/ 75407 w 591813"/>
                <a:gd name="connsiteY2546" fmla="*/ 40301 h 626109"/>
                <a:gd name="connsiteX2547" fmla="*/ 75790 w 591813"/>
                <a:gd name="connsiteY2547" fmla="*/ 39964 h 626109"/>
                <a:gd name="connsiteX2548" fmla="*/ 76194 w 591813"/>
                <a:gd name="connsiteY2548" fmla="*/ 39649 h 626109"/>
                <a:gd name="connsiteX2549" fmla="*/ 76599 w 591813"/>
                <a:gd name="connsiteY2549" fmla="*/ 39312 h 626109"/>
                <a:gd name="connsiteX2550" fmla="*/ 76982 w 591813"/>
                <a:gd name="connsiteY2550" fmla="*/ 38974 h 626109"/>
                <a:gd name="connsiteX2551" fmla="*/ 77386 w 591813"/>
                <a:gd name="connsiteY2551" fmla="*/ 38660 h 626109"/>
                <a:gd name="connsiteX2552" fmla="*/ 77769 w 591813"/>
                <a:gd name="connsiteY2552" fmla="*/ 38322 h 626109"/>
                <a:gd name="connsiteX2553" fmla="*/ 78173 w 591813"/>
                <a:gd name="connsiteY2553" fmla="*/ 37985 h 626109"/>
                <a:gd name="connsiteX2554" fmla="*/ 78556 w 591813"/>
                <a:gd name="connsiteY2554" fmla="*/ 37670 h 626109"/>
                <a:gd name="connsiteX2555" fmla="*/ 78961 w 591813"/>
                <a:gd name="connsiteY2555" fmla="*/ 37333 h 626109"/>
                <a:gd name="connsiteX2556" fmla="*/ 79343 w 591813"/>
                <a:gd name="connsiteY2556" fmla="*/ 36995 h 626109"/>
                <a:gd name="connsiteX2557" fmla="*/ 79748 w 591813"/>
                <a:gd name="connsiteY2557" fmla="*/ 36658 h 626109"/>
                <a:gd name="connsiteX2558" fmla="*/ 80153 w 591813"/>
                <a:gd name="connsiteY2558" fmla="*/ 36343 h 626109"/>
                <a:gd name="connsiteX2559" fmla="*/ 80535 w 591813"/>
                <a:gd name="connsiteY2559" fmla="*/ 36006 h 626109"/>
                <a:gd name="connsiteX2560" fmla="*/ 80940 w 591813"/>
                <a:gd name="connsiteY2560" fmla="*/ 35668 h 626109"/>
                <a:gd name="connsiteX2561" fmla="*/ 81322 w 591813"/>
                <a:gd name="connsiteY2561" fmla="*/ 35354 h 626109"/>
                <a:gd name="connsiteX2562" fmla="*/ 81727 w 591813"/>
                <a:gd name="connsiteY2562" fmla="*/ 35016 h 626109"/>
                <a:gd name="connsiteX2563" fmla="*/ 82109 w 591813"/>
                <a:gd name="connsiteY2563" fmla="*/ 34701 h 626109"/>
                <a:gd name="connsiteX2564" fmla="*/ 82514 w 591813"/>
                <a:gd name="connsiteY2564" fmla="*/ 34364 h 626109"/>
                <a:gd name="connsiteX2565" fmla="*/ 82919 w 591813"/>
                <a:gd name="connsiteY2565" fmla="*/ 34049 h 626109"/>
                <a:gd name="connsiteX2566" fmla="*/ 83301 w 591813"/>
                <a:gd name="connsiteY2566" fmla="*/ 33734 h 626109"/>
                <a:gd name="connsiteX2567" fmla="*/ 83706 w 591813"/>
                <a:gd name="connsiteY2567" fmla="*/ 33397 h 626109"/>
                <a:gd name="connsiteX2568" fmla="*/ 84088 w 591813"/>
                <a:gd name="connsiteY2568" fmla="*/ 33082 h 626109"/>
                <a:gd name="connsiteX2569" fmla="*/ 84493 w 591813"/>
                <a:gd name="connsiteY2569" fmla="*/ 32767 h 626109"/>
                <a:gd name="connsiteX2570" fmla="*/ 84876 w 591813"/>
                <a:gd name="connsiteY2570" fmla="*/ 32475 h 626109"/>
                <a:gd name="connsiteX2571" fmla="*/ 85280 w 591813"/>
                <a:gd name="connsiteY2571" fmla="*/ 32160 h 626109"/>
                <a:gd name="connsiteX2572" fmla="*/ 85662 w 591813"/>
                <a:gd name="connsiteY2572" fmla="*/ 31845 h 626109"/>
                <a:gd name="connsiteX2573" fmla="*/ 86067 w 591813"/>
                <a:gd name="connsiteY2573" fmla="*/ 31553 h 626109"/>
                <a:gd name="connsiteX2574" fmla="*/ 86472 w 591813"/>
                <a:gd name="connsiteY2574" fmla="*/ 31261 h 626109"/>
                <a:gd name="connsiteX2575" fmla="*/ 86854 w 591813"/>
                <a:gd name="connsiteY2575" fmla="*/ 30968 h 626109"/>
                <a:gd name="connsiteX2576" fmla="*/ 87259 w 591813"/>
                <a:gd name="connsiteY2576" fmla="*/ 30676 h 626109"/>
                <a:gd name="connsiteX2577" fmla="*/ 87642 w 591813"/>
                <a:gd name="connsiteY2577" fmla="*/ 30383 h 626109"/>
                <a:gd name="connsiteX2578" fmla="*/ 88047 w 591813"/>
                <a:gd name="connsiteY2578" fmla="*/ 30091 h 626109"/>
                <a:gd name="connsiteX2579" fmla="*/ 88429 w 591813"/>
                <a:gd name="connsiteY2579" fmla="*/ 29821 h 626109"/>
                <a:gd name="connsiteX2580" fmla="*/ 88834 w 591813"/>
                <a:gd name="connsiteY2580" fmla="*/ 29551 h 626109"/>
                <a:gd name="connsiteX2581" fmla="*/ 89216 w 591813"/>
                <a:gd name="connsiteY2581" fmla="*/ 29281 h 626109"/>
                <a:gd name="connsiteX2582" fmla="*/ 89621 w 591813"/>
                <a:gd name="connsiteY2582" fmla="*/ 29012 h 626109"/>
                <a:gd name="connsiteX2583" fmla="*/ 90025 w 591813"/>
                <a:gd name="connsiteY2583" fmla="*/ 28764 h 626109"/>
                <a:gd name="connsiteX2584" fmla="*/ 90408 w 591813"/>
                <a:gd name="connsiteY2584" fmla="*/ 28494 h 626109"/>
                <a:gd name="connsiteX2585" fmla="*/ 90813 w 591813"/>
                <a:gd name="connsiteY2585" fmla="*/ 28247 h 626109"/>
                <a:gd name="connsiteX2586" fmla="*/ 91195 w 591813"/>
                <a:gd name="connsiteY2586" fmla="*/ 28022 h 626109"/>
                <a:gd name="connsiteX2587" fmla="*/ 91600 w 591813"/>
                <a:gd name="connsiteY2587" fmla="*/ 27797 h 626109"/>
                <a:gd name="connsiteX2588" fmla="*/ 91982 w 591813"/>
                <a:gd name="connsiteY2588" fmla="*/ 27572 h 626109"/>
                <a:gd name="connsiteX2589" fmla="*/ 92387 w 591813"/>
                <a:gd name="connsiteY2589" fmla="*/ 27347 h 626109"/>
                <a:gd name="connsiteX2590" fmla="*/ 92770 w 591813"/>
                <a:gd name="connsiteY2590" fmla="*/ 27145 h 626109"/>
                <a:gd name="connsiteX2591" fmla="*/ 93174 w 591813"/>
                <a:gd name="connsiteY2591" fmla="*/ 26943 h 626109"/>
                <a:gd name="connsiteX2592" fmla="*/ 93579 w 591813"/>
                <a:gd name="connsiteY2592" fmla="*/ 26763 h 626109"/>
                <a:gd name="connsiteX2593" fmla="*/ 93961 w 591813"/>
                <a:gd name="connsiteY2593" fmla="*/ 26560 h 626109"/>
                <a:gd name="connsiteX2594" fmla="*/ 94366 w 591813"/>
                <a:gd name="connsiteY2594" fmla="*/ 26403 h 626109"/>
                <a:gd name="connsiteX2595" fmla="*/ 94748 w 591813"/>
                <a:gd name="connsiteY2595" fmla="*/ 26223 h 626109"/>
                <a:gd name="connsiteX2596" fmla="*/ 95153 w 591813"/>
                <a:gd name="connsiteY2596" fmla="*/ 26065 h 626109"/>
                <a:gd name="connsiteX2597" fmla="*/ 95536 w 591813"/>
                <a:gd name="connsiteY2597" fmla="*/ 25908 h 626109"/>
                <a:gd name="connsiteX2598" fmla="*/ 95940 w 591813"/>
                <a:gd name="connsiteY2598" fmla="*/ 25773 h 626109"/>
                <a:gd name="connsiteX2599" fmla="*/ 96345 w 591813"/>
                <a:gd name="connsiteY2599" fmla="*/ 25638 h 626109"/>
                <a:gd name="connsiteX2600" fmla="*/ 96727 w 591813"/>
                <a:gd name="connsiteY2600" fmla="*/ 25526 h 626109"/>
                <a:gd name="connsiteX2601" fmla="*/ 97132 w 591813"/>
                <a:gd name="connsiteY2601" fmla="*/ 25413 h 626109"/>
                <a:gd name="connsiteX2602" fmla="*/ 97515 w 591813"/>
                <a:gd name="connsiteY2602" fmla="*/ 25323 h 626109"/>
                <a:gd name="connsiteX2603" fmla="*/ 97919 w 591813"/>
                <a:gd name="connsiteY2603" fmla="*/ 25233 h 626109"/>
                <a:gd name="connsiteX2604" fmla="*/ 98302 w 591813"/>
                <a:gd name="connsiteY2604" fmla="*/ 25166 h 626109"/>
                <a:gd name="connsiteX2605" fmla="*/ 98707 w 591813"/>
                <a:gd name="connsiteY2605" fmla="*/ 25098 h 626109"/>
                <a:gd name="connsiteX2606" fmla="*/ 99089 w 591813"/>
                <a:gd name="connsiteY2606" fmla="*/ 25053 h 626109"/>
                <a:gd name="connsiteX2607" fmla="*/ 99494 w 591813"/>
                <a:gd name="connsiteY2607" fmla="*/ 25031 h 626109"/>
                <a:gd name="connsiteX2608" fmla="*/ 99899 w 591813"/>
                <a:gd name="connsiteY2608" fmla="*/ 25008 h 626109"/>
                <a:gd name="connsiteX2609" fmla="*/ 100281 w 591813"/>
                <a:gd name="connsiteY2609" fmla="*/ 25031 h 626109"/>
                <a:gd name="connsiteX2610" fmla="*/ 100685 w 591813"/>
                <a:gd name="connsiteY2610" fmla="*/ 25031 h 626109"/>
                <a:gd name="connsiteX2611" fmla="*/ 101068 w 591813"/>
                <a:gd name="connsiteY2611" fmla="*/ 25076 h 626109"/>
                <a:gd name="connsiteX2612" fmla="*/ 101473 w 591813"/>
                <a:gd name="connsiteY2612" fmla="*/ 25121 h 626109"/>
                <a:gd name="connsiteX2613" fmla="*/ 101855 w 591813"/>
                <a:gd name="connsiteY2613" fmla="*/ 25188 h 626109"/>
                <a:gd name="connsiteX2614" fmla="*/ 102260 w 591813"/>
                <a:gd name="connsiteY2614" fmla="*/ 25278 h 626109"/>
                <a:gd name="connsiteX2615" fmla="*/ 102642 w 591813"/>
                <a:gd name="connsiteY2615" fmla="*/ 25391 h 626109"/>
                <a:gd name="connsiteX2616" fmla="*/ 103047 w 591813"/>
                <a:gd name="connsiteY2616" fmla="*/ 25503 h 626109"/>
                <a:gd name="connsiteX2617" fmla="*/ 103452 w 591813"/>
                <a:gd name="connsiteY2617" fmla="*/ 25661 h 626109"/>
                <a:gd name="connsiteX2618" fmla="*/ 103834 w 591813"/>
                <a:gd name="connsiteY2618" fmla="*/ 25818 h 626109"/>
                <a:gd name="connsiteX2619" fmla="*/ 104239 w 591813"/>
                <a:gd name="connsiteY2619" fmla="*/ 25998 h 626109"/>
                <a:gd name="connsiteX2620" fmla="*/ 104621 w 591813"/>
                <a:gd name="connsiteY2620" fmla="*/ 26178 h 626109"/>
                <a:gd name="connsiteX2621" fmla="*/ 105026 w 591813"/>
                <a:gd name="connsiteY2621" fmla="*/ 26403 h 626109"/>
                <a:gd name="connsiteX2622" fmla="*/ 105408 w 591813"/>
                <a:gd name="connsiteY2622" fmla="*/ 26650 h 626109"/>
                <a:gd name="connsiteX2623" fmla="*/ 105813 w 591813"/>
                <a:gd name="connsiteY2623" fmla="*/ 26898 h 626109"/>
                <a:gd name="connsiteX2624" fmla="*/ 106196 w 591813"/>
                <a:gd name="connsiteY2624" fmla="*/ 27190 h 626109"/>
                <a:gd name="connsiteX2625" fmla="*/ 106600 w 591813"/>
                <a:gd name="connsiteY2625" fmla="*/ 27482 h 626109"/>
                <a:gd name="connsiteX2626" fmla="*/ 107005 w 591813"/>
                <a:gd name="connsiteY2626" fmla="*/ 27820 h 626109"/>
                <a:gd name="connsiteX2627" fmla="*/ 107388 w 591813"/>
                <a:gd name="connsiteY2627" fmla="*/ 28157 h 626109"/>
                <a:gd name="connsiteX2628" fmla="*/ 107792 w 591813"/>
                <a:gd name="connsiteY2628" fmla="*/ 28539 h 626109"/>
                <a:gd name="connsiteX2629" fmla="*/ 108175 w 591813"/>
                <a:gd name="connsiteY2629" fmla="*/ 28922 h 626109"/>
                <a:gd name="connsiteX2630" fmla="*/ 108579 w 591813"/>
                <a:gd name="connsiteY2630" fmla="*/ 29349 h 626109"/>
                <a:gd name="connsiteX2631" fmla="*/ 108962 w 591813"/>
                <a:gd name="connsiteY2631" fmla="*/ 29776 h 626109"/>
                <a:gd name="connsiteX2632" fmla="*/ 109367 w 591813"/>
                <a:gd name="connsiteY2632" fmla="*/ 30248 h 626109"/>
                <a:gd name="connsiteX2633" fmla="*/ 109749 w 591813"/>
                <a:gd name="connsiteY2633" fmla="*/ 30743 h 626109"/>
                <a:gd name="connsiteX2634" fmla="*/ 110154 w 591813"/>
                <a:gd name="connsiteY2634" fmla="*/ 31238 h 626109"/>
                <a:gd name="connsiteX2635" fmla="*/ 110559 w 591813"/>
                <a:gd name="connsiteY2635" fmla="*/ 31778 h 626109"/>
                <a:gd name="connsiteX2636" fmla="*/ 110941 w 591813"/>
                <a:gd name="connsiteY2636" fmla="*/ 32340 h 626109"/>
                <a:gd name="connsiteX2637" fmla="*/ 111345 w 591813"/>
                <a:gd name="connsiteY2637" fmla="*/ 32947 h 626109"/>
                <a:gd name="connsiteX2638" fmla="*/ 111728 w 591813"/>
                <a:gd name="connsiteY2638" fmla="*/ 33554 h 626109"/>
                <a:gd name="connsiteX2639" fmla="*/ 112133 w 591813"/>
                <a:gd name="connsiteY2639" fmla="*/ 34207 h 626109"/>
                <a:gd name="connsiteX2640" fmla="*/ 112515 w 591813"/>
                <a:gd name="connsiteY2640" fmla="*/ 34859 h 626109"/>
                <a:gd name="connsiteX2641" fmla="*/ 112920 w 591813"/>
                <a:gd name="connsiteY2641" fmla="*/ 35556 h 626109"/>
                <a:gd name="connsiteX2642" fmla="*/ 113325 w 591813"/>
                <a:gd name="connsiteY2642" fmla="*/ 36298 h 626109"/>
                <a:gd name="connsiteX2643" fmla="*/ 113707 w 591813"/>
                <a:gd name="connsiteY2643" fmla="*/ 37040 h 626109"/>
                <a:gd name="connsiteX2644" fmla="*/ 114112 w 591813"/>
                <a:gd name="connsiteY2644" fmla="*/ 37827 h 626109"/>
                <a:gd name="connsiteX2645" fmla="*/ 114494 w 591813"/>
                <a:gd name="connsiteY2645" fmla="*/ 38637 h 626109"/>
                <a:gd name="connsiteX2646" fmla="*/ 114899 w 591813"/>
                <a:gd name="connsiteY2646" fmla="*/ 39469 h 626109"/>
                <a:gd name="connsiteX2647" fmla="*/ 115281 w 591813"/>
                <a:gd name="connsiteY2647" fmla="*/ 40346 h 626109"/>
                <a:gd name="connsiteX2648" fmla="*/ 115686 w 591813"/>
                <a:gd name="connsiteY2648" fmla="*/ 41223 h 626109"/>
                <a:gd name="connsiteX2649" fmla="*/ 116068 w 591813"/>
                <a:gd name="connsiteY2649" fmla="*/ 42145 h 626109"/>
                <a:gd name="connsiteX2650" fmla="*/ 116473 w 591813"/>
                <a:gd name="connsiteY2650" fmla="*/ 43113 h 626109"/>
                <a:gd name="connsiteX2651" fmla="*/ 116878 w 591813"/>
                <a:gd name="connsiteY2651" fmla="*/ 44080 h 626109"/>
                <a:gd name="connsiteX2652" fmla="*/ 117260 w 591813"/>
                <a:gd name="connsiteY2652" fmla="*/ 45092 h 626109"/>
                <a:gd name="connsiteX2653" fmla="*/ 117665 w 591813"/>
                <a:gd name="connsiteY2653" fmla="*/ 46126 h 626109"/>
                <a:gd name="connsiteX2654" fmla="*/ 118048 w 591813"/>
                <a:gd name="connsiteY2654" fmla="*/ 47206 h 626109"/>
                <a:gd name="connsiteX2655" fmla="*/ 118452 w 591813"/>
                <a:gd name="connsiteY2655" fmla="*/ 48285 h 626109"/>
                <a:gd name="connsiteX2656" fmla="*/ 118835 w 591813"/>
                <a:gd name="connsiteY2656" fmla="*/ 49410 h 626109"/>
                <a:gd name="connsiteX2657" fmla="*/ 119239 w 591813"/>
                <a:gd name="connsiteY2657" fmla="*/ 50579 h 626109"/>
                <a:gd name="connsiteX2658" fmla="*/ 119622 w 591813"/>
                <a:gd name="connsiteY2658" fmla="*/ 51749 h 626109"/>
                <a:gd name="connsiteX2659" fmla="*/ 120027 w 591813"/>
                <a:gd name="connsiteY2659" fmla="*/ 52963 h 626109"/>
                <a:gd name="connsiteX2660" fmla="*/ 120431 w 591813"/>
                <a:gd name="connsiteY2660" fmla="*/ 54200 h 626109"/>
                <a:gd name="connsiteX2661" fmla="*/ 120814 w 591813"/>
                <a:gd name="connsiteY2661" fmla="*/ 55482 h 626109"/>
                <a:gd name="connsiteX2662" fmla="*/ 121219 w 591813"/>
                <a:gd name="connsiteY2662" fmla="*/ 56786 h 626109"/>
                <a:gd name="connsiteX2663" fmla="*/ 121601 w 591813"/>
                <a:gd name="connsiteY2663" fmla="*/ 58113 h 626109"/>
                <a:gd name="connsiteX2664" fmla="*/ 122006 w 591813"/>
                <a:gd name="connsiteY2664" fmla="*/ 59485 h 626109"/>
                <a:gd name="connsiteX2665" fmla="*/ 122388 w 591813"/>
                <a:gd name="connsiteY2665" fmla="*/ 60879 h 626109"/>
                <a:gd name="connsiteX2666" fmla="*/ 122793 w 591813"/>
                <a:gd name="connsiteY2666" fmla="*/ 62296 h 626109"/>
                <a:gd name="connsiteX2667" fmla="*/ 123175 w 591813"/>
                <a:gd name="connsiteY2667" fmla="*/ 63758 h 626109"/>
                <a:gd name="connsiteX2668" fmla="*/ 123580 w 591813"/>
                <a:gd name="connsiteY2668" fmla="*/ 65242 h 626109"/>
                <a:gd name="connsiteX2669" fmla="*/ 123985 w 591813"/>
                <a:gd name="connsiteY2669" fmla="*/ 66749 h 626109"/>
                <a:gd name="connsiteX2670" fmla="*/ 124367 w 591813"/>
                <a:gd name="connsiteY2670" fmla="*/ 68278 h 626109"/>
                <a:gd name="connsiteX2671" fmla="*/ 124772 w 591813"/>
                <a:gd name="connsiteY2671" fmla="*/ 69853 h 626109"/>
                <a:gd name="connsiteX2672" fmla="*/ 125154 w 591813"/>
                <a:gd name="connsiteY2672" fmla="*/ 71449 h 626109"/>
                <a:gd name="connsiteX2673" fmla="*/ 125559 w 591813"/>
                <a:gd name="connsiteY2673" fmla="*/ 73069 h 626109"/>
                <a:gd name="connsiteX2674" fmla="*/ 125942 w 591813"/>
                <a:gd name="connsiteY2674" fmla="*/ 74710 h 626109"/>
                <a:gd name="connsiteX2675" fmla="*/ 126346 w 591813"/>
                <a:gd name="connsiteY2675" fmla="*/ 76397 h 626109"/>
                <a:gd name="connsiteX2676" fmla="*/ 126751 w 591813"/>
                <a:gd name="connsiteY2676" fmla="*/ 78106 h 626109"/>
                <a:gd name="connsiteX2677" fmla="*/ 127133 w 591813"/>
                <a:gd name="connsiteY2677" fmla="*/ 79838 h 626109"/>
                <a:gd name="connsiteX2678" fmla="*/ 127538 w 591813"/>
                <a:gd name="connsiteY2678" fmla="*/ 81592 h 626109"/>
                <a:gd name="connsiteX2679" fmla="*/ 127920 w 591813"/>
                <a:gd name="connsiteY2679" fmla="*/ 83369 h 626109"/>
                <a:gd name="connsiteX2680" fmla="*/ 128325 w 591813"/>
                <a:gd name="connsiteY2680" fmla="*/ 85191 h 626109"/>
                <a:gd name="connsiteX2681" fmla="*/ 128708 w 591813"/>
                <a:gd name="connsiteY2681" fmla="*/ 87012 h 626109"/>
                <a:gd name="connsiteX2682" fmla="*/ 129113 w 591813"/>
                <a:gd name="connsiteY2682" fmla="*/ 88879 h 626109"/>
                <a:gd name="connsiteX2683" fmla="*/ 129495 w 591813"/>
                <a:gd name="connsiteY2683" fmla="*/ 90768 h 626109"/>
                <a:gd name="connsiteX2684" fmla="*/ 129899 w 591813"/>
                <a:gd name="connsiteY2684" fmla="*/ 92680 h 626109"/>
                <a:gd name="connsiteX2685" fmla="*/ 130305 w 591813"/>
                <a:gd name="connsiteY2685" fmla="*/ 94614 h 626109"/>
                <a:gd name="connsiteX2686" fmla="*/ 130687 w 591813"/>
                <a:gd name="connsiteY2686" fmla="*/ 96570 h 626109"/>
                <a:gd name="connsiteX2687" fmla="*/ 131091 w 591813"/>
                <a:gd name="connsiteY2687" fmla="*/ 98549 h 626109"/>
                <a:gd name="connsiteX2688" fmla="*/ 131474 w 591813"/>
                <a:gd name="connsiteY2688" fmla="*/ 100551 h 626109"/>
                <a:gd name="connsiteX2689" fmla="*/ 131879 w 591813"/>
                <a:gd name="connsiteY2689" fmla="*/ 102575 h 626109"/>
                <a:gd name="connsiteX2690" fmla="*/ 132261 w 591813"/>
                <a:gd name="connsiteY2690" fmla="*/ 104599 h 626109"/>
                <a:gd name="connsiteX2691" fmla="*/ 132666 w 591813"/>
                <a:gd name="connsiteY2691" fmla="*/ 106668 h 626109"/>
                <a:gd name="connsiteX2692" fmla="*/ 133048 w 591813"/>
                <a:gd name="connsiteY2692" fmla="*/ 108760 h 626109"/>
                <a:gd name="connsiteX2693" fmla="*/ 133453 w 591813"/>
                <a:gd name="connsiteY2693" fmla="*/ 110874 h 626109"/>
                <a:gd name="connsiteX2694" fmla="*/ 133858 w 591813"/>
                <a:gd name="connsiteY2694" fmla="*/ 113010 h 626109"/>
                <a:gd name="connsiteX2695" fmla="*/ 134240 w 591813"/>
                <a:gd name="connsiteY2695" fmla="*/ 115169 h 626109"/>
                <a:gd name="connsiteX2696" fmla="*/ 134645 w 591813"/>
                <a:gd name="connsiteY2696" fmla="*/ 117328 h 626109"/>
                <a:gd name="connsiteX2697" fmla="*/ 135027 w 591813"/>
                <a:gd name="connsiteY2697" fmla="*/ 119532 h 626109"/>
                <a:gd name="connsiteX2698" fmla="*/ 135432 w 591813"/>
                <a:gd name="connsiteY2698" fmla="*/ 121736 h 626109"/>
                <a:gd name="connsiteX2699" fmla="*/ 135814 w 591813"/>
                <a:gd name="connsiteY2699" fmla="*/ 123985 h 626109"/>
                <a:gd name="connsiteX2700" fmla="*/ 136219 w 591813"/>
                <a:gd name="connsiteY2700" fmla="*/ 126234 h 626109"/>
                <a:gd name="connsiteX2701" fmla="*/ 136602 w 591813"/>
                <a:gd name="connsiteY2701" fmla="*/ 128505 h 626109"/>
                <a:gd name="connsiteX2702" fmla="*/ 137006 w 591813"/>
                <a:gd name="connsiteY2702" fmla="*/ 130799 h 626109"/>
                <a:gd name="connsiteX2703" fmla="*/ 137411 w 591813"/>
                <a:gd name="connsiteY2703" fmla="*/ 133116 h 626109"/>
                <a:gd name="connsiteX2704" fmla="*/ 137793 w 591813"/>
                <a:gd name="connsiteY2704" fmla="*/ 135455 h 626109"/>
                <a:gd name="connsiteX2705" fmla="*/ 138198 w 591813"/>
                <a:gd name="connsiteY2705" fmla="*/ 137794 h 626109"/>
                <a:gd name="connsiteX2706" fmla="*/ 138581 w 591813"/>
                <a:gd name="connsiteY2706" fmla="*/ 140155 h 626109"/>
                <a:gd name="connsiteX2707" fmla="*/ 138985 w 591813"/>
                <a:gd name="connsiteY2707" fmla="*/ 142539 h 626109"/>
                <a:gd name="connsiteX2708" fmla="*/ 139368 w 591813"/>
                <a:gd name="connsiteY2708" fmla="*/ 144945 h 626109"/>
                <a:gd name="connsiteX2709" fmla="*/ 139773 w 591813"/>
                <a:gd name="connsiteY2709" fmla="*/ 147352 h 626109"/>
                <a:gd name="connsiteX2710" fmla="*/ 140155 w 591813"/>
                <a:gd name="connsiteY2710" fmla="*/ 149781 h 626109"/>
                <a:gd name="connsiteX2711" fmla="*/ 140560 w 591813"/>
                <a:gd name="connsiteY2711" fmla="*/ 152209 h 626109"/>
                <a:gd name="connsiteX2712" fmla="*/ 140965 w 591813"/>
                <a:gd name="connsiteY2712" fmla="*/ 154661 h 626109"/>
                <a:gd name="connsiteX2713" fmla="*/ 141347 w 591813"/>
                <a:gd name="connsiteY2713" fmla="*/ 157135 h 626109"/>
                <a:gd name="connsiteX2714" fmla="*/ 141751 w 591813"/>
                <a:gd name="connsiteY2714" fmla="*/ 159609 h 626109"/>
                <a:gd name="connsiteX2715" fmla="*/ 142134 w 591813"/>
                <a:gd name="connsiteY2715" fmla="*/ 162105 h 626109"/>
                <a:gd name="connsiteX2716" fmla="*/ 142539 w 591813"/>
                <a:gd name="connsiteY2716" fmla="*/ 164624 h 626109"/>
                <a:gd name="connsiteX2717" fmla="*/ 142921 w 591813"/>
                <a:gd name="connsiteY2717" fmla="*/ 167120 h 626109"/>
                <a:gd name="connsiteX2718" fmla="*/ 143326 w 591813"/>
                <a:gd name="connsiteY2718" fmla="*/ 169661 h 626109"/>
                <a:gd name="connsiteX2719" fmla="*/ 143731 w 591813"/>
                <a:gd name="connsiteY2719" fmla="*/ 172180 h 626109"/>
                <a:gd name="connsiteX2720" fmla="*/ 144113 w 591813"/>
                <a:gd name="connsiteY2720" fmla="*/ 174744 h 626109"/>
                <a:gd name="connsiteX2721" fmla="*/ 144518 w 591813"/>
                <a:gd name="connsiteY2721" fmla="*/ 177285 h 626109"/>
                <a:gd name="connsiteX2722" fmla="*/ 144900 w 591813"/>
                <a:gd name="connsiteY2722" fmla="*/ 179849 h 626109"/>
                <a:gd name="connsiteX2723" fmla="*/ 145305 w 591813"/>
                <a:gd name="connsiteY2723" fmla="*/ 182413 h 626109"/>
                <a:gd name="connsiteX2724" fmla="*/ 145687 w 591813"/>
                <a:gd name="connsiteY2724" fmla="*/ 184999 h 626109"/>
                <a:gd name="connsiteX2725" fmla="*/ 146092 w 591813"/>
                <a:gd name="connsiteY2725" fmla="*/ 187563 h 626109"/>
                <a:gd name="connsiteX2726" fmla="*/ 146474 w 591813"/>
                <a:gd name="connsiteY2726" fmla="*/ 190149 h 626109"/>
                <a:gd name="connsiteX2727" fmla="*/ 146879 w 591813"/>
                <a:gd name="connsiteY2727" fmla="*/ 192758 h 626109"/>
                <a:gd name="connsiteX2728" fmla="*/ 147284 w 591813"/>
                <a:gd name="connsiteY2728" fmla="*/ 195344 h 626109"/>
                <a:gd name="connsiteX2729" fmla="*/ 147666 w 591813"/>
                <a:gd name="connsiteY2729" fmla="*/ 197931 h 626109"/>
                <a:gd name="connsiteX2730" fmla="*/ 148071 w 591813"/>
                <a:gd name="connsiteY2730" fmla="*/ 203373 h 626109"/>
                <a:gd name="connsiteX2731" fmla="*/ 148453 w 591813"/>
                <a:gd name="connsiteY2731" fmla="*/ 210390 h 626109"/>
                <a:gd name="connsiteX2732" fmla="*/ 148858 w 591813"/>
                <a:gd name="connsiteY2732" fmla="*/ 213111 h 626109"/>
                <a:gd name="connsiteX2733" fmla="*/ 149241 w 591813"/>
                <a:gd name="connsiteY2733" fmla="*/ 215855 h 626109"/>
                <a:gd name="connsiteX2734" fmla="*/ 149645 w 591813"/>
                <a:gd name="connsiteY2734" fmla="*/ 218576 h 626109"/>
                <a:gd name="connsiteX2735" fmla="*/ 150028 w 591813"/>
                <a:gd name="connsiteY2735" fmla="*/ 221297 h 626109"/>
                <a:gd name="connsiteX2736" fmla="*/ 150433 w 591813"/>
                <a:gd name="connsiteY2736" fmla="*/ 224019 h 626109"/>
                <a:gd name="connsiteX2737" fmla="*/ 150837 w 591813"/>
                <a:gd name="connsiteY2737" fmla="*/ 226740 h 626109"/>
                <a:gd name="connsiteX2738" fmla="*/ 151220 w 591813"/>
                <a:gd name="connsiteY2738" fmla="*/ 229484 h 626109"/>
                <a:gd name="connsiteX2739" fmla="*/ 151625 w 591813"/>
                <a:gd name="connsiteY2739" fmla="*/ 232205 h 626109"/>
                <a:gd name="connsiteX2740" fmla="*/ 152007 w 591813"/>
                <a:gd name="connsiteY2740" fmla="*/ 234949 h 626109"/>
                <a:gd name="connsiteX2741" fmla="*/ 152411 w 591813"/>
                <a:gd name="connsiteY2741" fmla="*/ 237692 h 626109"/>
                <a:gd name="connsiteX2742" fmla="*/ 152794 w 591813"/>
                <a:gd name="connsiteY2742" fmla="*/ 240414 h 626109"/>
                <a:gd name="connsiteX2743" fmla="*/ 153199 w 591813"/>
                <a:gd name="connsiteY2743" fmla="*/ 243157 h 626109"/>
                <a:gd name="connsiteX2744" fmla="*/ 153581 w 591813"/>
                <a:gd name="connsiteY2744" fmla="*/ 245879 h 626109"/>
                <a:gd name="connsiteX2745" fmla="*/ 153986 w 591813"/>
                <a:gd name="connsiteY2745" fmla="*/ 248600 h 626109"/>
                <a:gd name="connsiteX2746" fmla="*/ 154391 w 591813"/>
                <a:gd name="connsiteY2746" fmla="*/ 251344 h 626109"/>
                <a:gd name="connsiteX2747" fmla="*/ 154773 w 591813"/>
                <a:gd name="connsiteY2747" fmla="*/ 254065 h 626109"/>
                <a:gd name="connsiteX2748" fmla="*/ 155178 w 591813"/>
                <a:gd name="connsiteY2748" fmla="*/ 256786 h 626109"/>
                <a:gd name="connsiteX2749" fmla="*/ 155560 w 591813"/>
                <a:gd name="connsiteY2749" fmla="*/ 259507 h 626109"/>
                <a:gd name="connsiteX2750" fmla="*/ 155965 w 591813"/>
                <a:gd name="connsiteY2750" fmla="*/ 262229 h 626109"/>
                <a:gd name="connsiteX2751" fmla="*/ 156347 w 591813"/>
                <a:gd name="connsiteY2751" fmla="*/ 264950 h 626109"/>
                <a:gd name="connsiteX2752" fmla="*/ 156752 w 591813"/>
                <a:gd name="connsiteY2752" fmla="*/ 267671 h 626109"/>
                <a:gd name="connsiteX2753" fmla="*/ 157157 w 591813"/>
                <a:gd name="connsiteY2753" fmla="*/ 270370 h 626109"/>
                <a:gd name="connsiteX2754" fmla="*/ 157539 w 591813"/>
                <a:gd name="connsiteY2754" fmla="*/ 273091 h 626109"/>
                <a:gd name="connsiteX2755" fmla="*/ 157944 w 591813"/>
                <a:gd name="connsiteY2755" fmla="*/ 275790 h 626109"/>
                <a:gd name="connsiteX2756" fmla="*/ 158326 w 591813"/>
                <a:gd name="connsiteY2756" fmla="*/ 278488 h 626109"/>
                <a:gd name="connsiteX2757" fmla="*/ 158731 w 591813"/>
                <a:gd name="connsiteY2757" fmla="*/ 281165 h 626109"/>
                <a:gd name="connsiteX2758" fmla="*/ 159114 w 591813"/>
                <a:gd name="connsiteY2758" fmla="*/ 283863 h 626109"/>
                <a:gd name="connsiteX2759" fmla="*/ 159518 w 591813"/>
                <a:gd name="connsiteY2759" fmla="*/ 286540 h 626109"/>
                <a:gd name="connsiteX2760" fmla="*/ 159901 w 591813"/>
                <a:gd name="connsiteY2760" fmla="*/ 289216 h 626109"/>
                <a:gd name="connsiteX2761" fmla="*/ 160305 w 591813"/>
                <a:gd name="connsiteY2761" fmla="*/ 291892 h 626109"/>
                <a:gd name="connsiteX2762" fmla="*/ 160710 w 591813"/>
                <a:gd name="connsiteY2762" fmla="*/ 294546 h 626109"/>
                <a:gd name="connsiteX2763" fmla="*/ 161093 w 591813"/>
                <a:gd name="connsiteY2763" fmla="*/ 297200 h 626109"/>
                <a:gd name="connsiteX2764" fmla="*/ 161497 w 591813"/>
                <a:gd name="connsiteY2764" fmla="*/ 299854 h 626109"/>
                <a:gd name="connsiteX2765" fmla="*/ 161880 w 591813"/>
                <a:gd name="connsiteY2765" fmla="*/ 302507 h 626109"/>
                <a:gd name="connsiteX2766" fmla="*/ 162285 w 591813"/>
                <a:gd name="connsiteY2766" fmla="*/ 305139 h 626109"/>
                <a:gd name="connsiteX2767" fmla="*/ 162667 w 591813"/>
                <a:gd name="connsiteY2767" fmla="*/ 307770 h 626109"/>
                <a:gd name="connsiteX2768" fmla="*/ 163071 w 591813"/>
                <a:gd name="connsiteY2768" fmla="*/ 310379 h 626109"/>
                <a:gd name="connsiteX2769" fmla="*/ 163454 w 591813"/>
                <a:gd name="connsiteY2769" fmla="*/ 313010 h 626109"/>
                <a:gd name="connsiteX2770" fmla="*/ 163859 w 591813"/>
                <a:gd name="connsiteY2770" fmla="*/ 315596 h 626109"/>
                <a:gd name="connsiteX2771" fmla="*/ 164263 w 591813"/>
                <a:gd name="connsiteY2771" fmla="*/ 318205 h 626109"/>
                <a:gd name="connsiteX2772" fmla="*/ 164624 w 591813"/>
                <a:gd name="connsiteY2772" fmla="*/ 320791 h 626109"/>
                <a:gd name="connsiteX2773" fmla="*/ 165028 w 591813"/>
                <a:gd name="connsiteY2773" fmla="*/ 323378 h 626109"/>
                <a:gd name="connsiteX2774" fmla="*/ 165433 w 591813"/>
                <a:gd name="connsiteY2774" fmla="*/ 325941 h 626109"/>
                <a:gd name="connsiteX2775" fmla="*/ 165816 w 591813"/>
                <a:gd name="connsiteY2775" fmla="*/ 328483 h 626109"/>
                <a:gd name="connsiteX2776" fmla="*/ 166198 w 591813"/>
                <a:gd name="connsiteY2776" fmla="*/ 331047 h 626109"/>
                <a:gd name="connsiteX2777" fmla="*/ 166602 w 591813"/>
                <a:gd name="connsiteY2777" fmla="*/ 333588 h 626109"/>
                <a:gd name="connsiteX2778" fmla="*/ 166985 w 591813"/>
                <a:gd name="connsiteY2778" fmla="*/ 336107 h 626109"/>
                <a:gd name="connsiteX2779" fmla="*/ 167390 w 591813"/>
                <a:gd name="connsiteY2779" fmla="*/ 338626 h 626109"/>
                <a:gd name="connsiteX2780" fmla="*/ 167794 w 591813"/>
                <a:gd name="connsiteY2780" fmla="*/ 341144 h 626109"/>
                <a:gd name="connsiteX2781" fmla="*/ 168177 w 591813"/>
                <a:gd name="connsiteY2781" fmla="*/ 343618 h 626109"/>
                <a:gd name="connsiteX2782" fmla="*/ 168582 w 591813"/>
                <a:gd name="connsiteY2782" fmla="*/ 346115 h 626109"/>
                <a:gd name="connsiteX2783" fmla="*/ 168964 w 591813"/>
                <a:gd name="connsiteY2783" fmla="*/ 348611 h 626109"/>
                <a:gd name="connsiteX2784" fmla="*/ 169369 w 591813"/>
                <a:gd name="connsiteY2784" fmla="*/ 351085 h 626109"/>
                <a:gd name="connsiteX2785" fmla="*/ 169751 w 591813"/>
                <a:gd name="connsiteY2785" fmla="*/ 353559 h 626109"/>
                <a:gd name="connsiteX2786" fmla="*/ 170156 w 591813"/>
                <a:gd name="connsiteY2786" fmla="*/ 356010 h 626109"/>
                <a:gd name="connsiteX2787" fmla="*/ 170538 w 591813"/>
                <a:gd name="connsiteY2787" fmla="*/ 358461 h 626109"/>
                <a:gd name="connsiteX2788" fmla="*/ 170943 w 591813"/>
                <a:gd name="connsiteY2788" fmla="*/ 360890 h 626109"/>
                <a:gd name="connsiteX2789" fmla="*/ 171348 w 591813"/>
                <a:gd name="connsiteY2789" fmla="*/ 363319 h 626109"/>
                <a:gd name="connsiteX2790" fmla="*/ 171730 w 591813"/>
                <a:gd name="connsiteY2790" fmla="*/ 365748 h 626109"/>
                <a:gd name="connsiteX2791" fmla="*/ 172135 w 591813"/>
                <a:gd name="connsiteY2791" fmla="*/ 368154 h 626109"/>
                <a:gd name="connsiteX2792" fmla="*/ 172518 w 591813"/>
                <a:gd name="connsiteY2792" fmla="*/ 370538 h 626109"/>
                <a:gd name="connsiteX2793" fmla="*/ 172922 w 591813"/>
                <a:gd name="connsiteY2793" fmla="*/ 372922 h 626109"/>
                <a:gd name="connsiteX2794" fmla="*/ 173304 w 591813"/>
                <a:gd name="connsiteY2794" fmla="*/ 375284 h 626109"/>
                <a:gd name="connsiteX2795" fmla="*/ 173710 w 591813"/>
                <a:gd name="connsiteY2795" fmla="*/ 377645 h 626109"/>
                <a:gd name="connsiteX2796" fmla="*/ 174114 w 591813"/>
                <a:gd name="connsiteY2796" fmla="*/ 380006 h 626109"/>
                <a:gd name="connsiteX2797" fmla="*/ 174496 w 591813"/>
                <a:gd name="connsiteY2797" fmla="*/ 382345 h 626109"/>
                <a:gd name="connsiteX2798" fmla="*/ 174901 w 591813"/>
                <a:gd name="connsiteY2798" fmla="*/ 384662 h 626109"/>
                <a:gd name="connsiteX2799" fmla="*/ 175284 w 591813"/>
                <a:gd name="connsiteY2799" fmla="*/ 386978 h 626109"/>
                <a:gd name="connsiteX2800" fmla="*/ 175688 w 591813"/>
                <a:gd name="connsiteY2800" fmla="*/ 389272 h 626109"/>
                <a:gd name="connsiteX2801" fmla="*/ 176070 w 591813"/>
                <a:gd name="connsiteY2801" fmla="*/ 391566 h 626109"/>
                <a:gd name="connsiteX2802" fmla="*/ 176476 w 591813"/>
                <a:gd name="connsiteY2802" fmla="*/ 393838 h 626109"/>
                <a:gd name="connsiteX2803" fmla="*/ 176858 w 591813"/>
                <a:gd name="connsiteY2803" fmla="*/ 396109 h 626109"/>
                <a:gd name="connsiteX2804" fmla="*/ 177263 w 591813"/>
                <a:gd name="connsiteY2804" fmla="*/ 398358 h 626109"/>
                <a:gd name="connsiteX2805" fmla="*/ 177668 w 591813"/>
                <a:gd name="connsiteY2805" fmla="*/ 400607 h 626109"/>
                <a:gd name="connsiteX2806" fmla="*/ 178050 w 591813"/>
                <a:gd name="connsiteY2806" fmla="*/ 402833 h 626109"/>
                <a:gd name="connsiteX2807" fmla="*/ 178455 w 591813"/>
                <a:gd name="connsiteY2807" fmla="*/ 405060 h 626109"/>
                <a:gd name="connsiteX2808" fmla="*/ 178837 w 591813"/>
                <a:gd name="connsiteY2808" fmla="*/ 407264 h 626109"/>
                <a:gd name="connsiteX2809" fmla="*/ 179242 w 591813"/>
                <a:gd name="connsiteY2809" fmla="*/ 409468 h 626109"/>
                <a:gd name="connsiteX2810" fmla="*/ 179624 w 591813"/>
                <a:gd name="connsiteY2810" fmla="*/ 411649 h 626109"/>
                <a:gd name="connsiteX2811" fmla="*/ 180029 w 591813"/>
                <a:gd name="connsiteY2811" fmla="*/ 413808 h 626109"/>
                <a:gd name="connsiteX2812" fmla="*/ 180411 w 591813"/>
                <a:gd name="connsiteY2812" fmla="*/ 415967 h 626109"/>
                <a:gd name="connsiteX2813" fmla="*/ 180816 w 591813"/>
                <a:gd name="connsiteY2813" fmla="*/ 418104 h 626109"/>
                <a:gd name="connsiteX2814" fmla="*/ 181221 w 591813"/>
                <a:gd name="connsiteY2814" fmla="*/ 420240 h 626109"/>
                <a:gd name="connsiteX2815" fmla="*/ 181603 w 591813"/>
                <a:gd name="connsiteY2815" fmla="*/ 422354 h 626109"/>
                <a:gd name="connsiteX2816" fmla="*/ 182008 w 591813"/>
                <a:gd name="connsiteY2816" fmla="*/ 424468 h 626109"/>
                <a:gd name="connsiteX2817" fmla="*/ 182390 w 591813"/>
                <a:gd name="connsiteY2817" fmla="*/ 426560 h 626109"/>
                <a:gd name="connsiteX2818" fmla="*/ 182795 w 591813"/>
                <a:gd name="connsiteY2818" fmla="*/ 428629 h 626109"/>
                <a:gd name="connsiteX2819" fmla="*/ 183178 w 591813"/>
                <a:gd name="connsiteY2819" fmla="*/ 430698 h 626109"/>
                <a:gd name="connsiteX2820" fmla="*/ 183582 w 591813"/>
                <a:gd name="connsiteY2820" fmla="*/ 432767 h 626109"/>
                <a:gd name="connsiteX2821" fmla="*/ 183964 w 591813"/>
                <a:gd name="connsiteY2821" fmla="*/ 434814 h 626109"/>
                <a:gd name="connsiteX2822" fmla="*/ 184370 w 591813"/>
                <a:gd name="connsiteY2822" fmla="*/ 436838 h 626109"/>
                <a:gd name="connsiteX2823" fmla="*/ 184774 w 591813"/>
                <a:gd name="connsiteY2823" fmla="*/ 438862 h 626109"/>
                <a:gd name="connsiteX2824" fmla="*/ 185156 w 591813"/>
                <a:gd name="connsiteY2824" fmla="*/ 440863 h 626109"/>
                <a:gd name="connsiteX2825" fmla="*/ 185561 w 591813"/>
                <a:gd name="connsiteY2825" fmla="*/ 442842 h 626109"/>
                <a:gd name="connsiteX2826" fmla="*/ 185944 w 591813"/>
                <a:gd name="connsiteY2826" fmla="*/ 444821 h 626109"/>
                <a:gd name="connsiteX2827" fmla="*/ 186348 w 591813"/>
                <a:gd name="connsiteY2827" fmla="*/ 446801 h 626109"/>
                <a:gd name="connsiteX2828" fmla="*/ 186731 w 591813"/>
                <a:gd name="connsiteY2828" fmla="*/ 448757 h 626109"/>
                <a:gd name="connsiteX2829" fmla="*/ 187136 w 591813"/>
                <a:gd name="connsiteY2829" fmla="*/ 450691 h 626109"/>
                <a:gd name="connsiteX2830" fmla="*/ 187540 w 591813"/>
                <a:gd name="connsiteY2830" fmla="*/ 452625 h 626109"/>
                <a:gd name="connsiteX2831" fmla="*/ 187923 w 591813"/>
                <a:gd name="connsiteY2831" fmla="*/ 454537 h 626109"/>
                <a:gd name="connsiteX2832" fmla="*/ 188328 w 591813"/>
                <a:gd name="connsiteY2832" fmla="*/ 456426 h 626109"/>
                <a:gd name="connsiteX2833" fmla="*/ 188710 w 591813"/>
                <a:gd name="connsiteY2833" fmla="*/ 458315 h 626109"/>
                <a:gd name="connsiteX2834" fmla="*/ 189115 w 591813"/>
                <a:gd name="connsiteY2834" fmla="*/ 460182 h 626109"/>
                <a:gd name="connsiteX2835" fmla="*/ 189497 w 591813"/>
                <a:gd name="connsiteY2835" fmla="*/ 462026 h 626109"/>
                <a:gd name="connsiteX2836" fmla="*/ 189902 w 591813"/>
                <a:gd name="connsiteY2836" fmla="*/ 463870 h 626109"/>
                <a:gd name="connsiteX2837" fmla="*/ 190284 w 591813"/>
                <a:gd name="connsiteY2837" fmla="*/ 465714 h 626109"/>
                <a:gd name="connsiteX2838" fmla="*/ 190689 w 591813"/>
                <a:gd name="connsiteY2838" fmla="*/ 467536 h 626109"/>
                <a:gd name="connsiteX2839" fmla="*/ 191094 w 591813"/>
                <a:gd name="connsiteY2839" fmla="*/ 469335 h 626109"/>
                <a:gd name="connsiteX2840" fmla="*/ 191476 w 591813"/>
                <a:gd name="connsiteY2840" fmla="*/ 471134 h 626109"/>
                <a:gd name="connsiteX2841" fmla="*/ 191881 w 591813"/>
                <a:gd name="connsiteY2841" fmla="*/ 472911 h 626109"/>
                <a:gd name="connsiteX2842" fmla="*/ 192263 w 591813"/>
                <a:gd name="connsiteY2842" fmla="*/ 474665 h 626109"/>
                <a:gd name="connsiteX2843" fmla="*/ 192668 w 591813"/>
                <a:gd name="connsiteY2843" fmla="*/ 476419 h 626109"/>
                <a:gd name="connsiteX2844" fmla="*/ 193050 w 591813"/>
                <a:gd name="connsiteY2844" fmla="*/ 478173 h 626109"/>
                <a:gd name="connsiteX2845" fmla="*/ 193455 w 591813"/>
                <a:gd name="connsiteY2845" fmla="*/ 479883 h 626109"/>
                <a:gd name="connsiteX2846" fmla="*/ 193838 w 591813"/>
                <a:gd name="connsiteY2846" fmla="*/ 481614 h 626109"/>
                <a:gd name="connsiteX2847" fmla="*/ 194242 w 591813"/>
                <a:gd name="connsiteY2847" fmla="*/ 483301 h 626109"/>
                <a:gd name="connsiteX2848" fmla="*/ 194647 w 591813"/>
                <a:gd name="connsiteY2848" fmla="*/ 485010 h 626109"/>
                <a:gd name="connsiteX2849" fmla="*/ 195030 w 591813"/>
                <a:gd name="connsiteY2849" fmla="*/ 486674 h 626109"/>
                <a:gd name="connsiteX2850" fmla="*/ 195434 w 591813"/>
                <a:gd name="connsiteY2850" fmla="*/ 488339 h 626109"/>
                <a:gd name="connsiteX2851" fmla="*/ 195816 w 591813"/>
                <a:gd name="connsiteY2851" fmla="*/ 490003 h 626109"/>
                <a:gd name="connsiteX2852" fmla="*/ 196222 w 591813"/>
                <a:gd name="connsiteY2852" fmla="*/ 491645 h 626109"/>
                <a:gd name="connsiteX2853" fmla="*/ 196604 w 591813"/>
                <a:gd name="connsiteY2853" fmla="*/ 493286 h 626109"/>
                <a:gd name="connsiteX2854" fmla="*/ 197008 w 591813"/>
                <a:gd name="connsiteY2854" fmla="*/ 494906 h 626109"/>
                <a:gd name="connsiteX2855" fmla="*/ 197391 w 591813"/>
                <a:gd name="connsiteY2855" fmla="*/ 496525 h 626109"/>
                <a:gd name="connsiteX2856" fmla="*/ 197796 w 591813"/>
                <a:gd name="connsiteY2856" fmla="*/ 498122 h 626109"/>
                <a:gd name="connsiteX2857" fmla="*/ 198200 w 591813"/>
                <a:gd name="connsiteY2857" fmla="*/ 499718 h 626109"/>
                <a:gd name="connsiteX2858" fmla="*/ 198583 w 591813"/>
                <a:gd name="connsiteY2858" fmla="*/ 501315 h 626109"/>
                <a:gd name="connsiteX2859" fmla="*/ 198988 w 591813"/>
                <a:gd name="connsiteY2859" fmla="*/ 502867 h 626109"/>
                <a:gd name="connsiteX2860" fmla="*/ 199370 w 591813"/>
                <a:gd name="connsiteY2860" fmla="*/ 504441 h 626109"/>
                <a:gd name="connsiteX2861" fmla="*/ 199775 w 591813"/>
                <a:gd name="connsiteY2861" fmla="*/ 505971 h 626109"/>
                <a:gd name="connsiteX2862" fmla="*/ 200157 w 591813"/>
                <a:gd name="connsiteY2862" fmla="*/ 507522 h 626109"/>
                <a:gd name="connsiteX2863" fmla="*/ 200562 w 591813"/>
                <a:gd name="connsiteY2863" fmla="*/ 509029 h 626109"/>
                <a:gd name="connsiteX2864" fmla="*/ 200944 w 591813"/>
                <a:gd name="connsiteY2864" fmla="*/ 510536 h 626109"/>
                <a:gd name="connsiteX2865" fmla="*/ 201349 w 591813"/>
                <a:gd name="connsiteY2865" fmla="*/ 512043 h 626109"/>
                <a:gd name="connsiteX2866" fmla="*/ 201754 w 591813"/>
                <a:gd name="connsiteY2866" fmla="*/ 513527 h 626109"/>
                <a:gd name="connsiteX2867" fmla="*/ 202136 w 591813"/>
                <a:gd name="connsiteY2867" fmla="*/ 514989 h 626109"/>
                <a:gd name="connsiteX2868" fmla="*/ 202541 w 591813"/>
                <a:gd name="connsiteY2868" fmla="*/ 516451 h 626109"/>
                <a:gd name="connsiteX2869" fmla="*/ 202923 w 591813"/>
                <a:gd name="connsiteY2869" fmla="*/ 517913 h 626109"/>
                <a:gd name="connsiteX2870" fmla="*/ 203328 w 591813"/>
                <a:gd name="connsiteY2870" fmla="*/ 519329 h 626109"/>
                <a:gd name="connsiteX2871" fmla="*/ 203710 w 591813"/>
                <a:gd name="connsiteY2871" fmla="*/ 520746 h 626109"/>
                <a:gd name="connsiteX2872" fmla="*/ 204115 w 591813"/>
                <a:gd name="connsiteY2872" fmla="*/ 522163 h 626109"/>
                <a:gd name="connsiteX2873" fmla="*/ 204520 w 591813"/>
                <a:gd name="connsiteY2873" fmla="*/ 523535 h 626109"/>
                <a:gd name="connsiteX2874" fmla="*/ 204902 w 591813"/>
                <a:gd name="connsiteY2874" fmla="*/ 524929 h 626109"/>
                <a:gd name="connsiteX2875" fmla="*/ 205307 w 591813"/>
                <a:gd name="connsiteY2875" fmla="*/ 526279 h 626109"/>
                <a:gd name="connsiteX2876" fmla="*/ 205690 w 591813"/>
                <a:gd name="connsiteY2876" fmla="*/ 527651 h 626109"/>
                <a:gd name="connsiteX2877" fmla="*/ 206094 w 591813"/>
                <a:gd name="connsiteY2877" fmla="*/ 528977 h 626109"/>
                <a:gd name="connsiteX2878" fmla="*/ 206476 w 591813"/>
                <a:gd name="connsiteY2878" fmla="*/ 530304 h 626109"/>
                <a:gd name="connsiteX2879" fmla="*/ 206882 w 591813"/>
                <a:gd name="connsiteY2879" fmla="*/ 531631 h 626109"/>
                <a:gd name="connsiteX2880" fmla="*/ 207264 w 591813"/>
                <a:gd name="connsiteY2880" fmla="*/ 532913 h 626109"/>
                <a:gd name="connsiteX2881" fmla="*/ 207668 w 591813"/>
                <a:gd name="connsiteY2881" fmla="*/ 534218 h 626109"/>
                <a:gd name="connsiteX2882" fmla="*/ 208073 w 591813"/>
                <a:gd name="connsiteY2882" fmla="*/ 535499 h 626109"/>
                <a:gd name="connsiteX2883" fmla="*/ 208456 w 591813"/>
                <a:gd name="connsiteY2883" fmla="*/ 536759 h 626109"/>
                <a:gd name="connsiteX2884" fmla="*/ 208860 w 591813"/>
                <a:gd name="connsiteY2884" fmla="*/ 538018 h 626109"/>
                <a:gd name="connsiteX2885" fmla="*/ 209243 w 591813"/>
                <a:gd name="connsiteY2885" fmla="*/ 539255 h 626109"/>
                <a:gd name="connsiteX2886" fmla="*/ 209648 w 591813"/>
                <a:gd name="connsiteY2886" fmla="*/ 540470 h 626109"/>
                <a:gd name="connsiteX2887" fmla="*/ 210030 w 591813"/>
                <a:gd name="connsiteY2887" fmla="*/ 541707 h 626109"/>
                <a:gd name="connsiteX2888" fmla="*/ 210435 w 591813"/>
                <a:gd name="connsiteY2888" fmla="*/ 542898 h 626109"/>
                <a:gd name="connsiteX2889" fmla="*/ 210817 w 591813"/>
                <a:gd name="connsiteY2889" fmla="*/ 544090 h 626109"/>
                <a:gd name="connsiteX2890" fmla="*/ 211222 w 591813"/>
                <a:gd name="connsiteY2890" fmla="*/ 545282 h 626109"/>
                <a:gd name="connsiteX2891" fmla="*/ 211627 w 591813"/>
                <a:gd name="connsiteY2891" fmla="*/ 546452 h 626109"/>
                <a:gd name="connsiteX2892" fmla="*/ 212009 w 591813"/>
                <a:gd name="connsiteY2892" fmla="*/ 547599 h 626109"/>
                <a:gd name="connsiteX2893" fmla="*/ 212414 w 591813"/>
                <a:gd name="connsiteY2893" fmla="*/ 548746 h 626109"/>
                <a:gd name="connsiteX2894" fmla="*/ 212796 w 591813"/>
                <a:gd name="connsiteY2894" fmla="*/ 549893 h 626109"/>
                <a:gd name="connsiteX2895" fmla="*/ 213201 w 591813"/>
                <a:gd name="connsiteY2895" fmla="*/ 550995 h 626109"/>
                <a:gd name="connsiteX2896" fmla="*/ 213584 w 591813"/>
                <a:gd name="connsiteY2896" fmla="*/ 552119 h 626109"/>
                <a:gd name="connsiteX2897" fmla="*/ 213988 w 591813"/>
                <a:gd name="connsiteY2897" fmla="*/ 553221 h 626109"/>
                <a:gd name="connsiteX2898" fmla="*/ 214370 w 591813"/>
                <a:gd name="connsiteY2898" fmla="*/ 554301 h 626109"/>
                <a:gd name="connsiteX2899" fmla="*/ 214776 w 591813"/>
                <a:gd name="connsiteY2899" fmla="*/ 555380 h 626109"/>
                <a:gd name="connsiteX2900" fmla="*/ 215180 w 591813"/>
                <a:gd name="connsiteY2900" fmla="*/ 556437 h 626109"/>
                <a:gd name="connsiteX2901" fmla="*/ 215562 w 591813"/>
                <a:gd name="connsiteY2901" fmla="*/ 557494 h 626109"/>
                <a:gd name="connsiteX2902" fmla="*/ 215967 w 591813"/>
                <a:gd name="connsiteY2902" fmla="*/ 558551 h 626109"/>
                <a:gd name="connsiteX2903" fmla="*/ 216350 w 591813"/>
                <a:gd name="connsiteY2903" fmla="*/ 559586 h 626109"/>
                <a:gd name="connsiteX2904" fmla="*/ 216754 w 591813"/>
                <a:gd name="connsiteY2904" fmla="*/ 560598 h 626109"/>
                <a:gd name="connsiteX2905" fmla="*/ 217136 w 591813"/>
                <a:gd name="connsiteY2905" fmla="*/ 561610 h 626109"/>
                <a:gd name="connsiteX2906" fmla="*/ 217542 w 591813"/>
                <a:gd name="connsiteY2906" fmla="*/ 562622 h 626109"/>
                <a:gd name="connsiteX2907" fmla="*/ 217946 w 591813"/>
                <a:gd name="connsiteY2907" fmla="*/ 563611 h 626109"/>
                <a:gd name="connsiteX2908" fmla="*/ 218329 w 591813"/>
                <a:gd name="connsiteY2908" fmla="*/ 564601 h 626109"/>
                <a:gd name="connsiteX2909" fmla="*/ 218733 w 591813"/>
                <a:gd name="connsiteY2909" fmla="*/ 565568 h 626109"/>
                <a:gd name="connsiteX2910" fmla="*/ 219116 w 591813"/>
                <a:gd name="connsiteY2910" fmla="*/ 566535 h 626109"/>
                <a:gd name="connsiteX2911" fmla="*/ 219521 w 591813"/>
                <a:gd name="connsiteY2911" fmla="*/ 567480 h 626109"/>
                <a:gd name="connsiteX2912" fmla="*/ 219903 w 591813"/>
                <a:gd name="connsiteY2912" fmla="*/ 568424 h 626109"/>
                <a:gd name="connsiteX2913" fmla="*/ 220308 w 591813"/>
                <a:gd name="connsiteY2913" fmla="*/ 569369 h 626109"/>
                <a:gd name="connsiteX2914" fmla="*/ 220690 w 591813"/>
                <a:gd name="connsiteY2914" fmla="*/ 570291 h 626109"/>
                <a:gd name="connsiteX2915" fmla="*/ 221095 w 591813"/>
                <a:gd name="connsiteY2915" fmla="*/ 571213 h 626109"/>
                <a:gd name="connsiteX2916" fmla="*/ 221500 w 591813"/>
                <a:gd name="connsiteY2916" fmla="*/ 572112 h 626109"/>
                <a:gd name="connsiteX2917" fmla="*/ 221882 w 591813"/>
                <a:gd name="connsiteY2917" fmla="*/ 573012 h 626109"/>
                <a:gd name="connsiteX2918" fmla="*/ 222287 w 591813"/>
                <a:gd name="connsiteY2918" fmla="*/ 573912 h 626109"/>
                <a:gd name="connsiteX2919" fmla="*/ 222669 w 591813"/>
                <a:gd name="connsiteY2919" fmla="*/ 574789 h 626109"/>
                <a:gd name="connsiteX2920" fmla="*/ 223074 w 591813"/>
                <a:gd name="connsiteY2920" fmla="*/ 575666 h 626109"/>
                <a:gd name="connsiteX2921" fmla="*/ 223456 w 591813"/>
                <a:gd name="connsiteY2921" fmla="*/ 576543 h 626109"/>
                <a:gd name="connsiteX2922" fmla="*/ 223861 w 591813"/>
                <a:gd name="connsiteY2922" fmla="*/ 577398 h 626109"/>
                <a:gd name="connsiteX2923" fmla="*/ 224244 w 591813"/>
                <a:gd name="connsiteY2923" fmla="*/ 578252 h 626109"/>
                <a:gd name="connsiteX2924" fmla="*/ 224648 w 591813"/>
                <a:gd name="connsiteY2924" fmla="*/ 579084 h 626109"/>
                <a:gd name="connsiteX2925" fmla="*/ 225053 w 591813"/>
                <a:gd name="connsiteY2925" fmla="*/ 579916 h 626109"/>
                <a:gd name="connsiteX2926" fmla="*/ 225436 w 591813"/>
                <a:gd name="connsiteY2926" fmla="*/ 580726 h 626109"/>
                <a:gd name="connsiteX2927" fmla="*/ 225840 w 591813"/>
                <a:gd name="connsiteY2927" fmla="*/ 581513 h 626109"/>
                <a:gd name="connsiteX2928" fmla="*/ 226222 w 591813"/>
                <a:gd name="connsiteY2928" fmla="*/ 582323 h 626109"/>
                <a:gd name="connsiteX2929" fmla="*/ 226627 w 591813"/>
                <a:gd name="connsiteY2929" fmla="*/ 583110 h 626109"/>
                <a:gd name="connsiteX2930" fmla="*/ 227010 w 591813"/>
                <a:gd name="connsiteY2930" fmla="*/ 583897 h 626109"/>
                <a:gd name="connsiteX2931" fmla="*/ 227414 w 591813"/>
                <a:gd name="connsiteY2931" fmla="*/ 584662 h 626109"/>
                <a:gd name="connsiteX2932" fmla="*/ 227797 w 591813"/>
                <a:gd name="connsiteY2932" fmla="*/ 585426 h 626109"/>
                <a:gd name="connsiteX2933" fmla="*/ 228202 w 591813"/>
                <a:gd name="connsiteY2933" fmla="*/ 586191 h 626109"/>
                <a:gd name="connsiteX2934" fmla="*/ 228606 w 591813"/>
                <a:gd name="connsiteY2934" fmla="*/ 586933 h 626109"/>
                <a:gd name="connsiteX2935" fmla="*/ 228989 w 591813"/>
                <a:gd name="connsiteY2935" fmla="*/ 587675 h 626109"/>
                <a:gd name="connsiteX2936" fmla="*/ 229394 w 591813"/>
                <a:gd name="connsiteY2936" fmla="*/ 588417 h 626109"/>
                <a:gd name="connsiteX2937" fmla="*/ 229776 w 591813"/>
                <a:gd name="connsiteY2937" fmla="*/ 589137 h 626109"/>
                <a:gd name="connsiteX2938" fmla="*/ 230181 w 591813"/>
                <a:gd name="connsiteY2938" fmla="*/ 589857 h 626109"/>
                <a:gd name="connsiteX2939" fmla="*/ 230563 w 591813"/>
                <a:gd name="connsiteY2939" fmla="*/ 590554 h 626109"/>
                <a:gd name="connsiteX2940" fmla="*/ 230968 w 591813"/>
                <a:gd name="connsiteY2940" fmla="*/ 591274 h 626109"/>
                <a:gd name="connsiteX2941" fmla="*/ 231350 w 591813"/>
                <a:gd name="connsiteY2941" fmla="*/ 591948 h 626109"/>
                <a:gd name="connsiteX2942" fmla="*/ 231755 w 591813"/>
                <a:gd name="connsiteY2942" fmla="*/ 592645 h 626109"/>
                <a:gd name="connsiteX2943" fmla="*/ 232160 w 591813"/>
                <a:gd name="connsiteY2943" fmla="*/ 593320 h 626109"/>
                <a:gd name="connsiteX2944" fmla="*/ 232542 w 591813"/>
                <a:gd name="connsiteY2944" fmla="*/ 593995 h 626109"/>
                <a:gd name="connsiteX2945" fmla="*/ 232947 w 591813"/>
                <a:gd name="connsiteY2945" fmla="*/ 594647 h 626109"/>
                <a:gd name="connsiteX2946" fmla="*/ 233329 w 591813"/>
                <a:gd name="connsiteY2946" fmla="*/ 595299 h 626109"/>
                <a:gd name="connsiteX2947" fmla="*/ 233734 w 591813"/>
                <a:gd name="connsiteY2947" fmla="*/ 595951 h 626109"/>
                <a:gd name="connsiteX2948" fmla="*/ 234116 w 591813"/>
                <a:gd name="connsiteY2948" fmla="*/ 596581 h 626109"/>
                <a:gd name="connsiteX2949" fmla="*/ 234521 w 591813"/>
                <a:gd name="connsiteY2949" fmla="*/ 597211 h 626109"/>
                <a:gd name="connsiteX2950" fmla="*/ 234926 w 591813"/>
                <a:gd name="connsiteY2950" fmla="*/ 597818 h 626109"/>
                <a:gd name="connsiteX2951" fmla="*/ 235308 w 591813"/>
                <a:gd name="connsiteY2951" fmla="*/ 598425 h 626109"/>
                <a:gd name="connsiteX2952" fmla="*/ 235713 w 591813"/>
                <a:gd name="connsiteY2952" fmla="*/ 599032 h 626109"/>
                <a:gd name="connsiteX2953" fmla="*/ 236096 w 591813"/>
                <a:gd name="connsiteY2953" fmla="*/ 599617 h 626109"/>
                <a:gd name="connsiteX2954" fmla="*/ 236500 w 591813"/>
                <a:gd name="connsiteY2954" fmla="*/ 600224 h 626109"/>
                <a:gd name="connsiteX2955" fmla="*/ 236882 w 591813"/>
                <a:gd name="connsiteY2955" fmla="*/ 600787 h 626109"/>
                <a:gd name="connsiteX2956" fmla="*/ 237287 w 591813"/>
                <a:gd name="connsiteY2956" fmla="*/ 601371 h 626109"/>
                <a:gd name="connsiteX2957" fmla="*/ 237670 w 591813"/>
                <a:gd name="connsiteY2957" fmla="*/ 601934 h 626109"/>
                <a:gd name="connsiteX2958" fmla="*/ 238074 w 591813"/>
                <a:gd name="connsiteY2958" fmla="*/ 602473 h 626109"/>
                <a:gd name="connsiteX2959" fmla="*/ 238479 w 591813"/>
                <a:gd name="connsiteY2959" fmla="*/ 603013 h 626109"/>
                <a:gd name="connsiteX2960" fmla="*/ 238862 w 591813"/>
                <a:gd name="connsiteY2960" fmla="*/ 603553 h 626109"/>
                <a:gd name="connsiteX2961" fmla="*/ 239266 w 591813"/>
                <a:gd name="connsiteY2961" fmla="*/ 604070 h 626109"/>
                <a:gd name="connsiteX2962" fmla="*/ 239649 w 591813"/>
                <a:gd name="connsiteY2962" fmla="*/ 604587 h 626109"/>
                <a:gd name="connsiteX2963" fmla="*/ 240054 w 591813"/>
                <a:gd name="connsiteY2963" fmla="*/ 605105 h 626109"/>
                <a:gd name="connsiteX2964" fmla="*/ 240436 w 591813"/>
                <a:gd name="connsiteY2964" fmla="*/ 605599 h 626109"/>
                <a:gd name="connsiteX2965" fmla="*/ 240841 w 591813"/>
                <a:gd name="connsiteY2965" fmla="*/ 606094 h 626109"/>
                <a:gd name="connsiteX2966" fmla="*/ 241223 w 591813"/>
                <a:gd name="connsiteY2966" fmla="*/ 606589 h 626109"/>
                <a:gd name="connsiteX2967" fmla="*/ 241628 w 591813"/>
                <a:gd name="connsiteY2967" fmla="*/ 607061 h 626109"/>
                <a:gd name="connsiteX2968" fmla="*/ 242033 w 591813"/>
                <a:gd name="connsiteY2968" fmla="*/ 607534 h 626109"/>
                <a:gd name="connsiteX2969" fmla="*/ 242415 w 591813"/>
                <a:gd name="connsiteY2969" fmla="*/ 607983 h 626109"/>
                <a:gd name="connsiteX2970" fmla="*/ 242820 w 591813"/>
                <a:gd name="connsiteY2970" fmla="*/ 608433 h 626109"/>
                <a:gd name="connsiteX2971" fmla="*/ 243202 w 591813"/>
                <a:gd name="connsiteY2971" fmla="*/ 608883 h 626109"/>
                <a:gd name="connsiteX2972" fmla="*/ 243607 w 591813"/>
                <a:gd name="connsiteY2972" fmla="*/ 609333 h 626109"/>
                <a:gd name="connsiteX2973" fmla="*/ 243989 w 591813"/>
                <a:gd name="connsiteY2973" fmla="*/ 609760 h 626109"/>
                <a:gd name="connsiteX2974" fmla="*/ 244394 w 591813"/>
                <a:gd name="connsiteY2974" fmla="*/ 610187 h 626109"/>
                <a:gd name="connsiteX2975" fmla="*/ 244776 w 591813"/>
                <a:gd name="connsiteY2975" fmla="*/ 610615 h 626109"/>
                <a:gd name="connsiteX2976" fmla="*/ 245181 w 591813"/>
                <a:gd name="connsiteY2976" fmla="*/ 611019 h 626109"/>
                <a:gd name="connsiteX2977" fmla="*/ 245586 w 591813"/>
                <a:gd name="connsiteY2977" fmla="*/ 611447 h 626109"/>
                <a:gd name="connsiteX2978" fmla="*/ 245968 w 591813"/>
                <a:gd name="connsiteY2978" fmla="*/ 611852 h 626109"/>
                <a:gd name="connsiteX2979" fmla="*/ 246373 w 591813"/>
                <a:gd name="connsiteY2979" fmla="*/ 612234 h 626109"/>
                <a:gd name="connsiteX2980" fmla="*/ 246756 w 591813"/>
                <a:gd name="connsiteY2980" fmla="*/ 612639 h 626109"/>
                <a:gd name="connsiteX2981" fmla="*/ 247160 w 591813"/>
                <a:gd name="connsiteY2981" fmla="*/ 613021 h 626109"/>
                <a:gd name="connsiteX2982" fmla="*/ 247542 w 591813"/>
                <a:gd name="connsiteY2982" fmla="*/ 613403 h 626109"/>
                <a:gd name="connsiteX2983" fmla="*/ 247948 w 591813"/>
                <a:gd name="connsiteY2983" fmla="*/ 613786 h 626109"/>
                <a:gd name="connsiteX2984" fmla="*/ 248352 w 591813"/>
                <a:gd name="connsiteY2984" fmla="*/ 614145 h 626109"/>
                <a:gd name="connsiteX2985" fmla="*/ 248734 w 591813"/>
                <a:gd name="connsiteY2985" fmla="*/ 614528 h 626109"/>
                <a:gd name="connsiteX2986" fmla="*/ 249139 w 591813"/>
                <a:gd name="connsiteY2986" fmla="*/ 614888 h 626109"/>
                <a:gd name="connsiteX2987" fmla="*/ 249522 w 591813"/>
                <a:gd name="connsiteY2987" fmla="*/ 615225 h 626109"/>
                <a:gd name="connsiteX2988" fmla="*/ 249926 w 591813"/>
                <a:gd name="connsiteY2988" fmla="*/ 615585 h 626109"/>
                <a:gd name="connsiteX2989" fmla="*/ 250309 w 591813"/>
                <a:gd name="connsiteY2989" fmla="*/ 615922 h 626109"/>
                <a:gd name="connsiteX2990" fmla="*/ 250714 w 591813"/>
                <a:gd name="connsiteY2990" fmla="*/ 616260 h 626109"/>
                <a:gd name="connsiteX2991" fmla="*/ 251096 w 591813"/>
                <a:gd name="connsiteY2991" fmla="*/ 616574 h 626109"/>
                <a:gd name="connsiteX2992" fmla="*/ 251501 w 591813"/>
                <a:gd name="connsiteY2992" fmla="*/ 616912 h 626109"/>
                <a:gd name="connsiteX2993" fmla="*/ 251905 w 591813"/>
                <a:gd name="connsiteY2993" fmla="*/ 617227 h 626109"/>
                <a:gd name="connsiteX2994" fmla="*/ 252288 w 591813"/>
                <a:gd name="connsiteY2994" fmla="*/ 617541 h 626109"/>
                <a:gd name="connsiteX2995" fmla="*/ 252693 w 591813"/>
                <a:gd name="connsiteY2995" fmla="*/ 617834 h 626109"/>
                <a:gd name="connsiteX2996" fmla="*/ 253075 w 591813"/>
                <a:gd name="connsiteY2996" fmla="*/ 618149 h 626109"/>
                <a:gd name="connsiteX2997" fmla="*/ 253480 w 591813"/>
                <a:gd name="connsiteY2997" fmla="*/ 618441 h 626109"/>
                <a:gd name="connsiteX2998" fmla="*/ 253862 w 591813"/>
                <a:gd name="connsiteY2998" fmla="*/ 618733 h 626109"/>
                <a:gd name="connsiteX2999" fmla="*/ 254267 w 591813"/>
                <a:gd name="connsiteY2999" fmla="*/ 619003 h 626109"/>
                <a:gd name="connsiteX3000" fmla="*/ 254650 w 591813"/>
                <a:gd name="connsiteY3000" fmla="*/ 619296 h 626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Lst>
              <a:rect l="l" t="t" r="r" b="b"/>
              <a:pathLst>
                <a:path w="591813" h="626109">
                  <a:moveTo>
                    <a:pt x="254650" y="619296"/>
                  </a:moveTo>
                  <a:lnTo>
                    <a:pt x="255054" y="619565"/>
                  </a:lnTo>
                  <a:lnTo>
                    <a:pt x="255459" y="619835"/>
                  </a:lnTo>
                  <a:lnTo>
                    <a:pt x="255841" y="620105"/>
                  </a:lnTo>
                  <a:lnTo>
                    <a:pt x="256246" y="620353"/>
                  </a:lnTo>
                  <a:lnTo>
                    <a:pt x="256628" y="620600"/>
                  </a:lnTo>
                  <a:lnTo>
                    <a:pt x="257033" y="620847"/>
                  </a:lnTo>
                  <a:lnTo>
                    <a:pt x="257416" y="621095"/>
                  </a:lnTo>
                  <a:lnTo>
                    <a:pt x="257820" y="621320"/>
                  </a:lnTo>
                  <a:lnTo>
                    <a:pt x="258202" y="621545"/>
                  </a:lnTo>
                  <a:lnTo>
                    <a:pt x="258608" y="621769"/>
                  </a:lnTo>
                  <a:lnTo>
                    <a:pt x="259012" y="621972"/>
                  </a:lnTo>
                  <a:lnTo>
                    <a:pt x="259395" y="622174"/>
                  </a:lnTo>
                  <a:lnTo>
                    <a:pt x="259799" y="622377"/>
                  </a:lnTo>
                  <a:lnTo>
                    <a:pt x="260182" y="622579"/>
                  </a:lnTo>
                  <a:lnTo>
                    <a:pt x="260587" y="622759"/>
                  </a:lnTo>
                  <a:lnTo>
                    <a:pt x="260969" y="622939"/>
                  </a:lnTo>
                  <a:lnTo>
                    <a:pt x="261374" y="623119"/>
                  </a:lnTo>
                  <a:lnTo>
                    <a:pt x="261756" y="623299"/>
                  </a:lnTo>
                  <a:lnTo>
                    <a:pt x="262161" y="623479"/>
                  </a:lnTo>
                  <a:lnTo>
                    <a:pt x="262566" y="623636"/>
                  </a:lnTo>
                  <a:lnTo>
                    <a:pt x="262948" y="623793"/>
                  </a:lnTo>
                  <a:lnTo>
                    <a:pt x="263353" y="623951"/>
                  </a:lnTo>
                  <a:lnTo>
                    <a:pt x="263735" y="624108"/>
                  </a:lnTo>
                  <a:lnTo>
                    <a:pt x="264140" y="624243"/>
                  </a:lnTo>
                  <a:lnTo>
                    <a:pt x="264522" y="624378"/>
                  </a:lnTo>
                  <a:lnTo>
                    <a:pt x="264927" y="624513"/>
                  </a:lnTo>
                  <a:lnTo>
                    <a:pt x="265332" y="624626"/>
                  </a:lnTo>
                  <a:lnTo>
                    <a:pt x="265714" y="624761"/>
                  </a:lnTo>
                  <a:lnTo>
                    <a:pt x="266119" y="624873"/>
                  </a:lnTo>
                  <a:lnTo>
                    <a:pt x="266502" y="624985"/>
                  </a:lnTo>
                  <a:lnTo>
                    <a:pt x="266906" y="625075"/>
                  </a:lnTo>
                  <a:lnTo>
                    <a:pt x="267288" y="625165"/>
                  </a:lnTo>
                  <a:lnTo>
                    <a:pt x="267693" y="625278"/>
                  </a:lnTo>
                  <a:lnTo>
                    <a:pt x="268076" y="625345"/>
                  </a:lnTo>
                  <a:lnTo>
                    <a:pt x="268480" y="625435"/>
                  </a:lnTo>
                  <a:lnTo>
                    <a:pt x="268885" y="625525"/>
                  </a:lnTo>
                  <a:lnTo>
                    <a:pt x="269268" y="625593"/>
                  </a:lnTo>
                  <a:lnTo>
                    <a:pt x="269672" y="625660"/>
                  </a:lnTo>
                  <a:lnTo>
                    <a:pt x="270055" y="625728"/>
                  </a:lnTo>
                  <a:lnTo>
                    <a:pt x="270459" y="625795"/>
                  </a:lnTo>
                  <a:lnTo>
                    <a:pt x="270842" y="625840"/>
                  </a:lnTo>
                  <a:lnTo>
                    <a:pt x="271247" y="625907"/>
                  </a:lnTo>
                  <a:lnTo>
                    <a:pt x="271629" y="625953"/>
                  </a:lnTo>
                  <a:lnTo>
                    <a:pt x="272034" y="625975"/>
                  </a:lnTo>
                  <a:lnTo>
                    <a:pt x="272439" y="626020"/>
                  </a:lnTo>
                  <a:lnTo>
                    <a:pt x="272821" y="626042"/>
                  </a:lnTo>
                  <a:lnTo>
                    <a:pt x="273226" y="626065"/>
                  </a:lnTo>
                  <a:lnTo>
                    <a:pt x="273608" y="626087"/>
                  </a:lnTo>
                  <a:lnTo>
                    <a:pt x="274013" y="626087"/>
                  </a:lnTo>
                  <a:lnTo>
                    <a:pt x="274395" y="626110"/>
                  </a:lnTo>
                  <a:lnTo>
                    <a:pt x="274800" y="626110"/>
                  </a:lnTo>
                  <a:lnTo>
                    <a:pt x="275182" y="626110"/>
                  </a:lnTo>
                  <a:lnTo>
                    <a:pt x="275587" y="626110"/>
                  </a:lnTo>
                  <a:lnTo>
                    <a:pt x="275992" y="626087"/>
                  </a:lnTo>
                  <a:lnTo>
                    <a:pt x="276374" y="625997"/>
                  </a:lnTo>
                  <a:lnTo>
                    <a:pt x="276779" y="625907"/>
                  </a:lnTo>
                  <a:lnTo>
                    <a:pt x="277162" y="625795"/>
                  </a:lnTo>
                  <a:lnTo>
                    <a:pt x="277566" y="625705"/>
                  </a:lnTo>
                  <a:lnTo>
                    <a:pt x="277948" y="625593"/>
                  </a:lnTo>
                  <a:lnTo>
                    <a:pt x="278353" y="625458"/>
                  </a:lnTo>
                  <a:lnTo>
                    <a:pt x="278758" y="625345"/>
                  </a:lnTo>
                  <a:lnTo>
                    <a:pt x="279140" y="625233"/>
                  </a:lnTo>
                  <a:lnTo>
                    <a:pt x="279545" y="625098"/>
                  </a:lnTo>
                  <a:lnTo>
                    <a:pt x="279928" y="624963"/>
                  </a:lnTo>
                  <a:lnTo>
                    <a:pt x="280332" y="624828"/>
                  </a:lnTo>
                  <a:lnTo>
                    <a:pt x="280715" y="624693"/>
                  </a:lnTo>
                  <a:lnTo>
                    <a:pt x="281120" y="624536"/>
                  </a:lnTo>
                  <a:lnTo>
                    <a:pt x="281502" y="624378"/>
                  </a:lnTo>
                  <a:lnTo>
                    <a:pt x="281907" y="624221"/>
                  </a:lnTo>
                  <a:lnTo>
                    <a:pt x="282311" y="624063"/>
                  </a:lnTo>
                  <a:lnTo>
                    <a:pt x="282694" y="623906"/>
                  </a:lnTo>
                  <a:lnTo>
                    <a:pt x="283076" y="623749"/>
                  </a:lnTo>
                  <a:lnTo>
                    <a:pt x="283481" y="623569"/>
                  </a:lnTo>
                  <a:lnTo>
                    <a:pt x="283886" y="623411"/>
                  </a:lnTo>
                  <a:lnTo>
                    <a:pt x="284246" y="623231"/>
                  </a:lnTo>
                  <a:lnTo>
                    <a:pt x="284673" y="623051"/>
                  </a:lnTo>
                  <a:lnTo>
                    <a:pt x="285033" y="622871"/>
                  </a:lnTo>
                  <a:lnTo>
                    <a:pt x="285438" y="622692"/>
                  </a:lnTo>
                  <a:lnTo>
                    <a:pt x="285842" y="622489"/>
                  </a:lnTo>
                  <a:lnTo>
                    <a:pt x="286224" y="622309"/>
                  </a:lnTo>
                  <a:lnTo>
                    <a:pt x="286630" y="622107"/>
                  </a:lnTo>
                  <a:lnTo>
                    <a:pt x="287012" y="621927"/>
                  </a:lnTo>
                  <a:lnTo>
                    <a:pt x="287416" y="621724"/>
                  </a:lnTo>
                  <a:lnTo>
                    <a:pt x="287799" y="621522"/>
                  </a:lnTo>
                  <a:lnTo>
                    <a:pt x="288204" y="621320"/>
                  </a:lnTo>
                  <a:lnTo>
                    <a:pt x="288586" y="621095"/>
                  </a:lnTo>
                  <a:lnTo>
                    <a:pt x="288991" y="620892"/>
                  </a:lnTo>
                  <a:lnTo>
                    <a:pt x="289396" y="620667"/>
                  </a:lnTo>
                  <a:lnTo>
                    <a:pt x="289778" y="620465"/>
                  </a:lnTo>
                  <a:lnTo>
                    <a:pt x="290183" y="620240"/>
                  </a:lnTo>
                  <a:lnTo>
                    <a:pt x="290565" y="620015"/>
                  </a:lnTo>
                  <a:lnTo>
                    <a:pt x="290970" y="619790"/>
                  </a:lnTo>
                  <a:lnTo>
                    <a:pt x="291352" y="619565"/>
                  </a:lnTo>
                  <a:lnTo>
                    <a:pt x="291757" y="619318"/>
                  </a:lnTo>
                  <a:lnTo>
                    <a:pt x="292139" y="619093"/>
                  </a:lnTo>
                  <a:lnTo>
                    <a:pt x="292544" y="618846"/>
                  </a:lnTo>
                  <a:lnTo>
                    <a:pt x="292949" y="618598"/>
                  </a:lnTo>
                  <a:lnTo>
                    <a:pt x="293331" y="618351"/>
                  </a:lnTo>
                  <a:lnTo>
                    <a:pt x="293736" y="618104"/>
                  </a:lnTo>
                  <a:lnTo>
                    <a:pt x="294118" y="617834"/>
                  </a:lnTo>
                  <a:lnTo>
                    <a:pt x="294524" y="617564"/>
                  </a:lnTo>
                  <a:lnTo>
                    <a:pt x="294906" y="617294"/>
                  </a:lnTo>
                  <a:lnTo>
                    <a:pt x="295310" y="617024"/>
                  </a:lnTo>
                  <a:lnTo>
                    <a:pt x="295716" y="616754"/>
                  </a:lnTo>
                  <a:lnTo>
                    <a:pt x="296098" y="616777"/>
                  </a:lnTo>
                  <a:lnTo>
                    <a:pt x="296502" y="617227"/>
                  </a:lnTo>
                  <a:lnTo>
                    <a:pt x="296884" y="616957"/>
                  </a:lnTo>
                  <a:lnTo>
                    <a:pt x="297290" y="616664"/>
                  </a:lnTo>
                  <a:lnTo>
                    <a:pt x="297672" y="616394"/>
                  </a:lnTo>
                  <a:lnTo>
                    <a:pt x="298076" y="616102"/>
                  </a:lnTo>
                  <a:lnTo>
                    <a:pt x="298459" y="615810"/>
                  </a:lnTo>
                  <a:lnTo>
                    <a:pt x="298864" y="615517"/>
                  </a:lnTo>
                  <a:lnTo>
                    <a:pt x="299269" y="615203"/>
                  </a:lnTo>
                  <a:lnTo>
                    <a:pt x="299651" y="614910"/>
                  </a:lnTo>
                  <a:lnTo>
                    <a:pt x="300056" y="614595"/>
                  </a:lnTo>
                  <a:lnTo>
                    <a:pt x="300438" y="614280"/>
                  </a:lnTo>
                  <a:lnTo>
                    <a:pt x="300843" y="613966"/>
                  </a:lnTo>
                  <a:lnTo>
                    <a:pt x="301225" y="613651"/>
                  </a:lnTo>
                  <a:lnTo>
                    <a:pt x="301630" y="613313"/>
                  </a:lnTo>
                  <a:lnTo>
                    <a:pt x="302012" y="612999"/>
                  </a:lnTo>
                  <a:lnTo>
                    <a:pt x="302417" y="612661"/>
                  </a:lnTo>
                  <a:lnTo>
                    <a:pt x="302822" y="612324"/>
                  </a:lnTo>
                  <a:lnTo>
                    <a:pt x="303204" y="611986"/>
                  </a:lnTo>
                  <a:lnTo>
                    <a:pt x="303609" y="611649"/>
                  </a:lnTo>
                  <a:lnTo>
                    <a:pt x="303992" y="611312"/>
                  </a:lnTo>
                  <a:lnTo>
                    <a:pt x="304396" y="610974"/>
                  </a:lnTo>
                  <a:lnTo>
                    <a:pt x="304778" y="610615"/>
                  </a:lnTo>
                  <a:lnTo>
                    <a:pt x="305184" y="610277"/>
                  </a:lnTo>
                  <a:lnTo>
                    <a:pt x="305566" y="609917"/>
                  </a:lnTo>
                  <a:lnTo>
                    <a:pt x="305970" y="609558"/>
                  </a:lnTo>
                  <a:lnTo>
                    <a:pt x="306376" y="609198"/>
                  </a:lnTo>
                  <a:lnTo>
                    <a:pt x="306758" y="608838"/>
                  </a:lnTo>
                  <a:lnTo>
                    <a:pt x="307162" y="608478"/>
                  </a:lnTo>
                  <a:lnTo>
                    <a:pt x="307545" y="608096"/>
                  </a:lnTo>
                  <a:lnTo>
                    <a:pt x="307950" y="607736"/>
                  </a:lnTo>
                  <a:lnTo>
                    <a:pt x="308332" y="607354"/>
                  </a:lnTo>
                  <a:lnTo>
                    <a:pt x="308737" y="606971"/>
                  </a:lnTo>
                  <a:lnTo>
                    <a:pt x="309142" y="606611"/>
                  </a:lnTo>
                  <a:lnTo>
                    <a:pt x="309524" y="606207"/>
                  </a:lnTo>
                  <a:lnTo>
                    <a:pt x="309929" y="605824"/>
                  </a:lnTo>
                  <a:lnTo>
                    <a:pt x="310311" y="605442"/>
                  </a:lnTo>
                  <a:lnTo>
                    <a:pt x="310716" y="605037"/>
                  </a:lnTo>
                  <a:lnTo>
                    <a:pt x="311098" y="604655"/>
                  </a:lnTo>
                  <a:lnTo>
                    <a:pt x="311503" y="604250"/>
                  </a:lnTo>
                  <a:lnTo>
                    <a:pt x="311885" y="603845"/>
                  </a:lnTo>
                  <a:lnTo>
                    <a:pt x="312290" y="603440"/>
                  </a:lnTo>
                  <a:lnTo>
                    <a:pt x="312695" y="603036"/>
                  </a:lnTo>
                  <a:lnTo>
                    <a:pt x="313077" y="602631"/>
                  </a:lnTo>
                  <a:lnTo>
                    <a:pt x="313482" y="602226"/>
                  </a:lnTo>
                  <a:lnTo>
                    <a:pt x="313864" y="601799"/>
                  </a:lnTo>
                  <a:lnTo>
                    <a:pt x="314269" y="601371"/>
                  </a:lnTo>
                  <a:lnTo>
                    <a:pt x="314652" y="600944"/>
                  </a:lnTo>
                  <a:lnTo>
                    <a:pt x="315056" y="600517"/>
                  </a:lnTo>
                  <a:lnTo>
                    <a:pt x="315438" y="600090"/>
                  </a:lnTo>
                  <a:lnTo>
                    <a:pt x="315844" y="599662"/>
                  </a:lnTo>
                  <a:lnTo>
                    <a:pt x="316248" y="599212"/>
                  </a:lnTo>
                  <a:lnTo>
                    <a:pt x="316630" y="598763"/>
                  </a:lnTo>
                  <a:lnTo>
                    <a:pt x="317036" y="598335"/>
                  </a:lnTo>
                  <a:lnTo>
                    <a:pt x="317418" y="597886"/>
                  </a:lnTo>
                  <a:lnTo>
                    <a:pt x="317822" y="597436"/>
                  </a:lnTo>
                  <a:lnTo>
                    <a:pt x="318205" y="596986"/>
                  </a:lnTo>
                  <a:lnTo>
                    <a:pt x="318610" y="596514"/>
                  </a:lnTo>
                  <a:lnTo>
                    <a:pt x="318992" y="596064"/>
                  </a:lnTo>
                  <a:lnTo>
                    <a:pt x="319397" y="595614"/>
                  </a:lnTo>
                  <a:lnTo>
                    <a:pt x="319802" y="595142"/>
                  </a:lnTo>
                  <a:lnTo>
                    <a:pt x="320184" y="594670"/>
                  </a:lnTo>
                  <a:lnTo>
                    <a:pt x="320589" y="594197"/>
                  </a:lnTo>
                  <a:lnTo>
                    <a:pt x="320971" y="593725"/>
                  </a:lnTo>
                  <a:lnTo>
                    <a:pt x="321376" y="593253"/>
                  </a:lnTo>
                  <a:lnTo>
                    <a:pt x="321758" y="592780"/>
                  </a:lnTo>
                  <a:lnTo>
                    <a:pt x="322163" y="592308"/>
                  </a:lnTo>
                  <a:lnTo>
                    <a:pt x="322545" y="591813"/>
                  </a:lnTo>
                  <a:lnTo>
                    <a:pt x="322950" y="591319"/>
                  </a:lnTo>
                  <a:lnTo>
                    <a:pt x="323355" y="590846"/>
                  </a:lnTo>
                  <a:lnTo>
                    <a:pt x="323737" y="590351"/>
                  </a:lnTo>
                  <a:lnTo>
                    <a:pt x="324142" y="589857"/>
                  </a:lnTo>
                  <a:lnTo>
                    <a:pt x="324524" y="589384"/>
                  </a:lnTo>
                  <a:lnTo>
                    <a:pt x="324929" y="588890"/>
                  </a:lnTo>
                  <a:lnTo>
                    <a:pt x="325312" y="588395"/>
                  </a:lnTo>
                  <a:lnTo>
                    <a:pt x="325716" y="587900"/>
                  </a:lnTo>
                  <a:lnTo>
                    <a:pt x="326121" y="587405"/>
                  </a:lnTo>
                  <a:lnTo>
                    <a:pt x="326504" y="586911"/>
                  </a:lnTo>
                  <a:lnTo>
                    <a:pt x="326908" y="586438"/>
                  </a:lnTo>
                  <a:lnTo>
                    <a:pt x="327290" y="585944"/>
                  </a:lnTo>
                  <a:lnTo>
                    <a:pt x="327696" y="585426"/>
                  </a:lnTo>
                  <a:lnTo>
                    <a:pt x="328078" y="584931"/>
                  </a:lnTo>
                  <a:lnTo>
                    <a:pt x="328482" y="584437"/>
                  </a:lnTo>
                  <a:lnTo>
                    <a:pt x="328865" y="583942"/>
                  </a:lnTo>
                  <a:lnTo>
                    <a:pt x="329270" y="583425"/>
                  </a:lnTo>
                  <a:lnTo>
                    <a:pt x="329674" y="582930"/>
                  </a:lnTo>
                  <a:lnTo>
                    <a:pt x="330057" y="582413"/>
                  </a:lnTo>
                  <a:lnTo>
                    <a:pt x="330462" y="581918"/>
                  </a:lnTo>
                  <a:lnTo>
                    <a:pt x="330844" y="581401"/>
                  </a:lnTo>
                  <a:lnTo>
                    <a:pt x="331249" y="580906"/>
                  </a:lnTo>
                  <a:lnTo>
                    <a:pt x="331631" y="580411"/>
                  </a:lnTo>
                  <a:lnTo>
                    <a:pt x="332036" y="579894"/>
                  </a:lnTo>
                  <a:lnTo>
                    <a:pt x="332418" y="579377"/>
                  </a:lnTo>
                  <a:lnTo>
                    <a:pt x="332823" y="578859"/>
                  </a:lnTo>
                  <a:lnTo>
                    <a:pt x="333228" y="578342"/>
                  </a:lnTo>
                  <a:lnTo>
                    <a:pt x="333610" y="577825"/>
                  </a:lnTo>
                  <a:lnTo>
                    <a:pt x="334015" y="577308"/>
                  </a:lnTo>
                  <a:lnTo>
                    <a:pt x="334397" y="576790"/>
                  </a:lnTo>
                  <a:lnTo>
                    <a:pt x="334802" y="576251"/>
                  </a:lnTo>
                  <a:lnTo>
                    <a:pt x="335184" y="575733"/>
                  </a:lnTo>
                  <a:lnTo>
                    <a:pt x="335590" y="575194"/>
                  </a:lnTo>
                  <a:lnTo>
                    <a:pt x="335972" y="574654"/>
                  </a:lnTo>
                  <a:lnTo>
                    <a:pt x="336376" y="574114"/>
                  </a:lnTo>
                  <a:lnTo>
                    <a:pt x="336782" y="573574"/>
                  </a:lnTo>
                  <a:lnTo>
                    <a:pt x="337164" y="573012"/>
                  </a:lnTo>
                  <a:lnTo>
                    <a:pt x="337568" y="572472"/>
                  </a:lnTo>
                  <a:lnTo>
                    <a:pt x="337950" y="571910"/>
                  </a:lnTo>
                  <a:lnTo>
                    <a:pt x="338356" y="571348"/>
                  </a:lnTo>
                  <a:lnTo>
                    <a:pt x="338738" y="570808"/>
                  </a:lnTo>
                  <a:lnTo>
                    <a:pt x="339142" y="570223"/>
                  </a:lnTo>
                  <a:lnTo>
                    <a:pt x="339548" y="569661"/>
                  </a:lnTo>
                  <a:lnTo>
                    <a:pt x="339930" y="569099"/>
                  </a:lnTo>
                  <a:lnTo>
                    <a:pt x="340335" y="568514"/>
                  </a:lnTo>
                  <a:lnTo>
                    <a:pt x="340717" y="567952"/>
                  </a:lnTo>
                  <a:lnTo>
                    <a:pt x="341122" y="567367"/>
                  </a:lnTo>
                  <a:lnTo>
                    <a:pt x="341504" y="566782"/>
                  </a:lnTo>
                  <a:lnTo>
                    <a:pt x="341909" y="566220"/>
                  </a:lnTo>
                  <a:lnTo>
                    <a:pt x="342291" y="565635"/>
                  </a:lnTo>
                  <a:lnTo>
                    <a:pt x="342696" y="565051"/>
                  </a:lnTo>
                  <a:lnTo>
                    <a:pt x="343101" y="564444"/>
                  </a:lnTo>
                  <a:lnTo>
                    <a:pt x="343483" y="563859"/>
                  </a:lnTo>
                  <a:lnTo>
                    <a:pt x="343888" y="563274"/>
                  </a:lnTo>
                  <a:lnTo>
                    <a:pt x="344270" y="562667"/>
                  </a:lnTo>
                  <a:lnTo>
                    <a:pt x="344675" y="562082"/>
                  </a:lnTo>
                  <a:lnTo>
                    <a:pt x="345058" y="561475"/>
                  </a:lnTo>
                  <a:lnTo>
                    <a:pt x="345462" y="560868"/>
                  </a:lnTo>
                  <a:lnTo>
                    <a:pt x="345844" y="560260"/>
                  </a:lnTo>
                  <a:lnTo>
                    <a:pt x="346250" y="559676"/>
                  </a:lnTo>
                  <a:lnTo>
                    <a:pt x="346654" y="559068"/>
                  </a:lnTo>
                  <a:lnTo>
                    <a:pt x="347036" y="558461"/>
                  </a:lnTo>
                  <a:lnTo>
                    <a:pt x="347442" y="557832"/>
                  </a:lnTo>
                  <a:lnTo>
                    <a:pt x="347824" y="557224"/>
                  </a:lnTo>
                  <a:lnTo>
                    <a:pt x="348228" y="556617"/>
                  </a:lnTo>
                  <a:lnTo>
                    <a:pt x="348611" y="555987"/>
                  </a:lnTo>
                  <a:lnTo>
                    <a:pt x="349016" y="555380"/>
                  </a:lnTo>
                  <a:lnTo>
                    <a:pt x="349398" y="554751"/>
                  </a:lnTo>
                  <a:lnTo>
                    <a:pt x="349803" y="554121"/>
                  </a:lnTo>
                  <a:lnTo>
                    <a:pt x="350208" y="553491"/>
                  </a:lnTo>
                  <a:lnTo>
                    <a:pt x="350590" y="552861"/>
                  </a:lnTo>
                  <a:lnTo>
                    <a:pt x="350995" y="552232"/>
                  </a:lnTo>
                  <a:lnTo>
                    <a:pt x="351377" y="551602"/>
                  </a:lnTo>
                  <a:lnTo>
                    <a:pt x="351782" y="550950"/>
                  </a:lnTo>
                  <a:lnTo>
                    <a:pt x="352164" y="550298"/>
                  </a:lnTo>
                  <a:lnTo>
                    <a:pt x="352569" y="549668"/>
                  </a:lnTo>
                  <a:lnTo>
                    <a:pt x="352951" y="549016"/>
                  </a:lnTo>
                  <a:lnTo>
                    <a:pt x="353356" y="548363"/>
                  </a:lnTo>
                  <a:lnTo>
                    <a:pt x="353761" y="547689"/>
                  </a:lnTo>
                  <a:lnTo>
                    <a:pt x="354143" y="547037"/>
                  </a:lnTo>
                  <a:lnTo>
                    <a:pt x="354548" y="546384"/>
                  </a:lnTo>
                  <a:lnTo>
                    <a:pt x="354930" y="545710"/>
                  </a:lnTo>
                  <a:lnTo>
                    <a:pt x="355335" y="545058"/>
                  </a:lnTo>
                  <a:lnTo>
                    <a:pt x="355718" y="544383"/>
                  </a:lnTo>
                  <a:lnTo>
                    <a:pt x="356122" y="543708"/>
                  </a:lnTo>
                  <a:lnTo>
                    <a:pt x="356527" y="543033"/>
                  </a:lnTo>
                  <a:lnTo>
                    <a:pt x="356910" y="542359"/>
                  </a:lnTo>
                  <a:lnTo>
                    <a:pt x="357314" y="541684"/>
                  </a:lnTo>
                  <a:lnTo>
                    <a:pt x="357696" y="541009"/>
                  </a:lnTo>
                  <a:lnTo>
                    <a:pt x="358102" y="540312"/>
                  </a:lnTo>
                  <a:lnTo>
                    <a:pt x="358484" y="539638"/>
                  </a:lnTo>
                  <a:lnTo>
                    <a:pt x="358888" y="538940"/>
                  </a:lnTo>
                  <a:lnTo>
                    <a:pt x="359271" y="538266"/>
                  </a:lnTo>
                  <a:lnTo>
                    <a:pt x="359676" y="537568"/>
                  </a:lnTo>
                  <a:lnTo>
                    <a:pt x="360080" y="536871"/>
                  </a:lnTo>
                  <a:lnTo>
                    <a:pt x="360463" y="536174"/>
                  </a:lnTo>
                  <a:lnTo>
                    <a:pt x="360868" y="535477"/>
                  </a:lnTo>
                  <a:lnTo>
                    <a:pt x="361250" y="534780"/>
                  </a:lnTo>
                  <a:lnTo>
                    <a:pt x="361655" y="534083"/>
                  </a:lnTo>
                  <a:lnTo>
                    <a:pt x="362037" y="533385"/>
                  </a:lnTo>
                  <a:lnTo>
                    <a:pt x="362442" y="532666"/>
                  </a:lnTo>
                  <a:lnTo>
                    <a:pt x="362824" y="531969"/>
                  </a:lnTo>
                  <a:lnTo>
                    <a:pt x="363229" y="531249"/>
                  </a:lnTo>
                  <a:lnTo>
                    <a:pt x="363634" y="530552"/>
                  </a:lnTo>
                  <a:lnTo>
                    <a:pt x="364016" y="529832"/>
                  </a:lnTo>
                  <a:lnTo>
                    <a:pt x="364421" y="529112"/>
                  </a:lnTo>
                  <a:lnTo>
                    <a:pt x="364803" y="528393"/>
                  </a:lnTo>
                  <a:lnTo>
                    <a:pt x="365208" y="527673"/>
                  </a:lnTo>
                  <a:lnTo>
                    <a:pt x="365590" y="526931"/>
                  </a:lnTo>
                  <a:lnTo>
                    <a:pt x="365995" y="526211"/>
                  </a:lnTo>
                  <a:lnTo>
                    <a:pt x="366378" y="525492"/>
                  </a:lnTo>
                  <a:lnTo>
                    <a:pt x="366782" y="524772"/>
                  </a:lnTo>
                  <a:lnTo>
                    <a:pt x="367187" y="524030"/>
                  </a:lnTo>
                  <a:lnTo>
                    <a:pt x="367570" y="523310"/>
                  </a:lnTo>
                  <a:lnTo>
                    <a:pt x="367974" y="522568"/>
                  </a:lnTo>
                  <a:lnTo>
                    <a:pt x="368356" y="521826"/>
                  </a:lnTo>
                  <a:lnTo>
                    <a:pt x="368762" y="521084"/>
                  </a:lnTo>
                  <a:lnTo>
                    <a:pt x="369144" y="520364"/>
                  </a:lnTo>
                  <a:lnTo>
                    <a:pt x="369548" y="519622"/>
                  </a:lnTo>
                  <a:lnTo>
                    <a:pt x="369954" y="518857"/>
                  </a:lnTo>
                  <a:lnTo>
                    <a:pt x="370336" y="518115"/>
                  </a:lnTo>
                  <a:lnTo>
                    <a:pt x="370740" y="517373"/>
                  </a:lnTo>
                  <a:lnTo>
                    <a:pt x="371123" y="516631"/>
                  </a:lnTo>
                  <a:lnTo>
                    <a:pt x="371528" y="515888"/>
                  </a:lnTo>
                  <a:lnTo>
                    <a:pt x="371910" y="515124"/>
                  </a:lnTo>
                  <a:lnTo>
                    <a:pt x="372315" y="514382"/>
                  </a:lnTo>
                  <a:lnTo>
                    <a:pt x="372697" y="513640"/>
                  </a:lnTo>
                  <a:lnTo>
                    <a:pt x="373102" y="512875"/>
                  </a:lnTo>
                  <a:lnTo>
                    <a:pt x="373507" y="512110"/>
                  </a:lnTo>
                  <a:lnTo>
                    <a:pt x="373889" y="511368"/>
                  </a:lnTo>
                  <a:lnTo>
                    <a:pt x="374294" y="510603"/>
                  </a:lnTo>
                  <a:lnTo>
                    <a:pt x="374676" y="509839"/>
                  </a:lnTo>
                  <a:lnTo>
                    <a:pt x="375081" y="509074"/>
                  </a:lnTo>
                  <a:lnTo>
                    <a:pt x="375463" y="508332"/>
                  </a:lnTo>
                  <a:lnTo>
                    <a:pt x="375868" y="507567"/>
                  </a:lnTo>
                  <a:lnTo>
                    <a:pt x="376250" y="506803"/>
                  </a:lnTo>
                  <a:lnTo>
                    <a:pt x="376656" y="506038"/>
                  </a:lnTo>
                  <a:lnTo>
                    <a:pt x="377060" y="505273"/>
                  </a:lnTo>
                  <a:lnTo>
                    <a:pt x="377442" y="504509"/>
                  </a:lnTo>
                  <a:lnTo>
                    <a:pt x="377847" y="503744"/>
                  </a:lnTo>
                  <a:lnTo>
                    <a:pt x="378230" y="503002"/>
                  </a:lnTo>
                  <a:lnTo>
                    <a:pt x="378634" y="502237"/>
                  </a:lnTo>
                  <a:lnTo>
                    <a:pt x="379016" y="501495"/>
                  </a:lnTo>
                  <a:lnTo>
                    <a:pt x="379422" y="500730"/>
                  </a:lnTo>
                  <a:lnTo>
                    <a:pt x="379804" y="499988"/>
                  </a:lnTo>
                  <a:lnTo>
                    <a:pt x="380208" y="499224"/>
                  </a:lnTo>
                  <a:lnTo>
                    <a:pt x="380614" y="498482"/>
                  </a:lnTo>
                  <a:lnTo>
                    <a:pt x="380996" y="497717"/>
                  </a:lnTo>
                  <a:lnTo>
                    <a:pt x="381401" y="496975"/>
                  </a:lnTo>
                  <a:lnTo>
                    <a:pt x="381783" y="496210"/>
                  </a:lnTo>
                  <a:lnTo>
                    <a:pt x="382188" y="495445"/>
                  </a:lnTo>
                  <a:lnTo>
                    <a:pt x="382570" y="494703"/>
                  </a:lnTo>
                  <a:lnTo>
                    <a:pt x="382975" y="493939"/>
                  </a:lnTo>
                  <a:lnTo>
                    <a:pt x="383357" y="493174"/>
                  </a:lnTo>
                  <a:lnTo>
                    <a:pt x="383762" y="492432"/>
                  </a:lnTo>
                  <a:lnTo>
                    <a:pt x="384167" y="491667"/>
                  </a:lnTo>
                  <a:lnTo>
                    <a:pt x="384549" y="490903"/>
                  </a:lnTo>
                  <a:lnTo>
                    <a:pt x="384954" y="490138"/>
                  </a:lnTo>
                  <a:lnTo>
                    <a:pt x="385336" y="489396"/>
                  </a:lnTo>
                  <a:lnTo>
                    <a:pt x="385741" y="488631"/>
                  </a:lnTo>
                  <a:lnTo>
                    <a:pt x="386124" y="487866"/>
                  </a:lnTo>
                  <a:lnTo>
                    <a:pt x="386528" y="487102"/>
                  </a:lnTo>
                  <a:lnTo>
                    <a:pt x="386933" y="486360"/>
                  </a:lnTo>
                  <a:lnTo>
                    <a:pt x="387316" y="485595"/>
                  </a:lnTo>
                  <a:lnTo>
                    <a:pt x="387720" y="484830"/>
                  </a:lnTo>
                  <a:lnTo>
                    <a:pt x="388102" y="484066"/>
                  </a:lnTo>
                  <a:lnTo>
                    <a:pt x="388508" y="483301"/>
                  </a:lnTo>
                  <a:lnTo>
                    <a:pt x="388890" y="482536"/>
                  </a:lnTo>
                  <a:lnTo>
                    <a:pt x="389294" y="481772"/>
                  </a:lnTo>
                  <a:lnTo>
                    <a:pt x="389677" y="481007"/>
                  </a:lnTo>
                  <a:lnTo>
                    <a:pt x="390082" y="480243"/>
                  </a:lnTo>
                  <a:lnTo>
                    <a:pt x="390486" y="479478"/>
                  </a:lnTo>
                  <a:lnTo>
                    <a:pt x="390869" y="478713"/>
                  </a:lnTo>
                  <a:lnTo>
                    <a:pt x="391274" y="477949"/>
                  </a:lnTo>
                  <a:lnTo>
                    <a:pt x="391656" y="477184"/>
                  </a:lnTo>
                  <a:lnTo>
                    <a:pt x="392061" y="476419"/>
                  </a:lnTo>
                  <a:lnTo>
                    <a:pt x="392443" y="475655"/>
                  </a:lnTo>
                  <a:lnTo>
                    <a:pt x="392848" y="474867"/>
                  </a:lnTo>
                  <a:lnTo>
                    <a:pt x="393230" y="474103"/>
                  </a:lnTo>
                  <a:lnTo>
                    <a:pt x="393635" y="473338"/>
                  </a:lnTo>
                  <a:lnTo>
                    <a:pt x="394040" y="472574"/>
                  </a:lnTo>
                  <a:lnTo>
                    <a:pt x="394422" y="471809"/>
                  </a:lnTo>
                  <a:lnTo>
                    <a:pt x="394827" y="471044"/>
                  </a:lnTo>
                  <a:lnTo>
                    <a:pt x="395209" y="470257"/>
                  </a:lnTo>
                  <a:lnTo>
                    <a:pt x="395614" y="469492"/>
                  </a:lnTo>
                  <a:lnTo>
                    <a:pt x="395996" y="468728"/>
                  </a:lnTo>
                  <a:lnTo>
                    <a:pt x="396401" y="467963"/>
                  </a:lnTo>
                  <a:lnTo>
                    <a:pt x="396784" y="467199"/>
                  </a:lnTo>
                  <a:lnTo>
                    <a:pt x="397188" y="466434"/>
                  </a:lnTo>
                  <a:lnTo>
                    <a:pt x="397593" y="465669"/>
                  </a:lnTo>
                  <a:lnTo>
                    <a:pt x="397976" y="464905"/>
                  </a:lnTo>
                  <a:lnTo>
                    <a:pt x="398380" y="464140"/>
                  </a:lnTo>
                  <a:lnTo>
                    <a:pt x="398762" y="463398"/>
                  </a:lnTo>
                  <a:lnTo>
                    <a:pt x="399168" y="462633"/>
                  </a:lnTo>
                  <a:lnTo>
                    <a:pt x="399550" y="461891"/>
                  </a:lnTo>
                  <a:lnTo>
                    <a:pt x="399954" y="461149"/>
                  </a:lnTo>
                  <a:lnTo>
                    <a:pt x="400359" y="460407"/>
                  </a:lnTo>
                  <a:lnTo>
                    <a:pt x="400742" y="459665"/>
                  </a:lnTo>
                  <a:lnTo>
                    <a:pt x="401146" y="458922"/>
                  </a:lnTo>
                  <a:lnTo>
                    <a:pt x="401529" y="458180"/>
                  </a:lnTo>
                  <a:lnTo>
                    <a:pt x="401934" y="457438"/>
                  </a:lnTo>
                  <a:lnTo>
                    <a:pt x="402316" y="456696"/>
                  </a:lnTo>
                  <a:lnTo>
                    <a:pt x="402721" y="455954"/>
                  </a:lnTo>
                  <a:lnTo>
                    <a:pt x="403103" y="455234"/>
                  </a:lnTo>
                  <a:lnTo>
                    <a:pt x="403485" y="454492"/>
                  </a:lnTo>
                  <a:lnTo>
                    <a:pt x="403913" y="453750"/>
                  </a:lnTo>
                  <a:lnTo>
                    <a:pt x="404295" y="453030"/>
                  </a:lnTo>
                  <a:lnTo>
                    <a:pt x="404677" y="452310"/>
                  </a:lnTo>
                  <a:lnTo>
                    <a:pt x="405060" y="451568"/>
                  </a:lnTo>
                  <a:lnTo>
                    <a:pt x="405464" y="450849"/>
                  </a:lnTo>
                  <a:lnTo>
                    <a:pt x="405847" y="450129"/>
                  </a:lnTo>
                  <a:lnTo>
                    <a:pt x="406252" y="449409"/>
                  </a:lnTo>
                  <a:lnTo>
                    <a:pt x="406634" y="448667"/>
                  </a:lnTo>
                  <a:lnTo>
                    <a:pt x="407039" y="447947"/>
                  </a:lnTo>
                  <a:lnTo>
                    <a:pt x="407444" y="447228"/>
                  </a:lnTo>
                  <a:lnTo>
                    <a:pt x="407826" y="446508"/>
                  </a:lnTo>
                  <a:lnTo>
                    <a:pt x="408230" y="445788"/>
                  </a:lnTo>
                  <a:lnTo>
                    <a:pt x="408613" y="445069"/>
                  </a:lnTo>
                  <a:lnTo>
                    <a:pt x="409018" y="444349"/>
                  </a:lnTo>
                  <a:lnTo>
                    <a:pt x="409400" y="443652"/>
                  </a:lnTo>
                  <a:lnTo>
                    <a:pt x="409805" y="442932"/>
                  </a:lnTo>
                  <a:lnTo>
                    <a:pt x="410187" y="442213"/>
                  </a:lnTo>
                  <a:lnTo>
                    <a:pt x="410592" y="441493"/>
                  </a:lnTo>
                  <a:lnTo>
                    <a:pt x="410997" y="440773"/>
                  </a:lnTo>
                  <a:lnTo>
                    <a:pt x="411379" y="440076"/>
                  </a:lnTo>
                  <a:lnTo>
                    <a:pt x="411784" y="439356"/>
                  </a:lnTo>
                  <a:lnTo>
                    <a:pt x="412166" y="438637"/>
                  </a:lnTo>
                  <a:lnTo>
                    <a:pt x="412571" y="437940"/>
                  </a:lnTo>
                  <a:lnTo>
                    <a:pt x="412953" y="437220"/>
                  </a:lnTo>
                  <a:lnTo>
                    <a:pt x="413358" y="436523"/>
                  </a:lnTo>
                  <a:lnTo>
                    <a:pt x="413741" y="435826"/>
                  </a:lnTo>
                  <a:lnTo>
                    <a:pt x="414145" y="435106"/>
                  </a:lnTo>
                  <a:lnTo>
                    <a:pt x="414550" y="434409"/>
                  </a:lnTo>
                  <a:lnTo>
                    <a:pt x="414933" y="433712"/>
                  </a:lnTo>
                  <a:lnTo>
                    <a:pt x="415337" y="433014"/>
                  </a:lnTo>
                  <a:lnTo>
                    <a:pt x="415720" y="432317"/>
                  </a:lnTo>
                  <a:lnTo>
                    <a:pt x="416124" y="431620"/>
                  </a:lnTo>
                  <a:lnTo>
                    <a:pt x="416507" y="430923"/>
                  </a:lnTo>
                  <a:lnTo>
                    <a:pt x="416912" y="430226"/>
                  </a:lnTo>
                  <a:lnTo>
                    <a:pt x="417316" y="429529"/>
                  </a:lnTo>
                  <a:lnTo>
                    <a:pt x="417699" y="428831"/>
                  </a:lnTo>
                  <a:lnTo>
                    <a:pt x="418104" y="428134"/>
                  </a:lnTo>
                  <a:lnTo>
                    <a:pt x="418486" y="427437"/>
                  </a:lnTo>
                  <a:lnTo>
                    <a:pt x="418890" y="426740"/>
                  </a:lnTo>
                  <a:lnTo>
                    <a:pt x="419273" y="426043"/>
                  </a:lnTo>
                  <a:lnTo>
                    <a:pt x="419678" y="425345"/>
                  </a:lnTo>
                  <a:lnTo>
                    <a:pt x="420060" y="424648"/>
                  </a:lnTo>
                  <a:lnTo>
                    <a:pt x="420465" y="423951"/>
                  </a:lnTo>
                  <a:lnTo>
                    <a:pt x="420870" y="423254"/>
                  </a:lnTo>
                  <a:lnTo>
                    <a:pt x="421252" y="422557"/>
                  </a:lnTo>
                  <a:lnTo>
                    <a:pt x="421657" y="421860"/>
                  </a:lnTo>
                  <a:lnTo>
                    <a:pt x="422039" y="421162"/>
                  </a:lnTo>
                  <a:lnTo>
                    <a:pt x="422444" y="420465"/>
                  </a:lnTo>
                  <a:lnTo>
                    <a:pt x="422826" y="419768"/>
                  </a:lnTo>
                  <a:lnTo>
                    <a:pt x="423231" y="419048"/>
                  </a:lnTo>
                  <a:lnTo>
                    <a:pt x="423613" y="418351"/>
                  </a:lnTo>
                  <a:lnTo>
                    <a:pt x="424018" y="417654"/>
                  </a:lnTo>
                  <a:lnTo>
                    <a:pt x="424423" y="416934"/>
                  </a:lnTo>
                  <a:lnTo>
                    <a:pt x="424806" y="416237"/>
                  </a:lnTo>
                  <a:lnTo>
                    <a:pt x="425210" y="415540"/>
                  </a:lnTo>
                  <a:lnTo>
                    <a:pt x="425593" y="414820"/>
                  </a:lnTo>
                  <a:lnTo>
                    <a:pt x="425998" y="414123"/>
                  </a:lnTo>
                  <a:lnTo>
                    <a:pt x="426380" y="413403"/>
                  </a:lnTo>
                  <a:lnTo>
                    <a:pt x="426784" y="412706"/>
                  </a:lnTo>
                  <a:lnTo>
                    <a:pt x="427167" y="411987"/>
                  </a:lnTo>
                  <a:lnTo>
                    <a:pt x="427572" y="411289"/>
                  </a:lnTo>
                  <a:lnTo>
                    <a:pt x="427976" y="410592"/>
                  </a:lnTo>
                  <a:lnTo>
                    <a:pt x="428359" y="409873"/>
                  </a:lnTo>
                  <a:lnTo>
                    <a:pt x="428764" y="409175"/>
                  </a:lnTo>
                  <a:lnTo>
                    <a:pt x="429146" y="408478"/>
                  </a:lnTo>
                  <a:lnTo>
                    <a:pt x="429551" y="407781"/>
                  </a:lnTo>
                  <a:lnTo>
                    <a:pt x="429933" y="407061"/>
                  </a:lnTo>
                  <a:lnTo>
                    <a:pt x="430338" y="406364"/>
                  </a:lnTo>
                  <a:lnTo>
                    <a:pt x="430720" y="405667"/>
                  </a:lnTo>
                  <a:lnTo>
                    <a:pt x="431125" y="404947"/>
                  </a:lnTo>
                  <a:lnTo>
                    <a:pt x="431530" y="404250"/>
                  </a:lnTo>
                  <a:lnTo>
                    <a:pt x="431912" y="403553"/>
                  </a:lnTo>
                  <a:lnTo>
                    <a:pt x="432317" y="402856"/>
                  </a:lnTo>
                  <a:lnTo>
                    <a:pt x="432699" y="402136"/>
                  </a:lnTo>
                  <a:lnTo>
                    <a:pt x="433104" y="401439"/>
                  </a:lnTo>
                  <a:lnTo>
                    <a:pt x="433487" y="400742"/>
                  </a:lnTo>
                  <a:lnTo>
                    <a:pt x="433891" y="400022"/>
                  </a:lnTo>
                  <a:lnTo>
                    <a:pt x="434296" y="399325"/>
                  </a:lnTo>
                  <a:lnTo>
                    <a:pt x="434678" y="398628"/>
                  </a:lnTo>
                  <a:lnTo>
                    <a:pt x="435083" y="397931"/>
                  </a:lnTo>
                  <a:lnTo>
                    <a:pt x="435466" y="397211"/>
                  </a:lnTo>
                  <a:lnTo>
                    <a:pt x="435870" y="396514"/>
                  </a:lnTo>
                  <a:lnTo>
                    <a:pt x="436253" y="395817"/>
                  </a:lnTo>
                  <a:lnTo>
                    <a:pt x="436658" y="395119"/>
                  </a:lnTo>
                  <a:lnTo>
                    <a:pt x="437040" y="394422"/>
                  </a:lnTo>
                  <a:lnTo>
                    <a:pt x="437444" y="393748"/>
                  </a:lnTo>
                  <a:lnTo>
                    <a:pt x="437850" y="393050"/>
                  </a:lnTo>
                  <a:lnTo>
                    <a:pt x="438232" y="392376"/>
                  </a:lnTo>
                  <a:lnTo>
                    <a:pt x="438636" y="391701"/>
                  </a:lnTo>
                  <a:lnTo>
                    <a:pt x="439019" y="391004"/>
                  </a:lnTo>
                  <a:lnTo>
                    <a:pt x="439424" y="390329"/>
                  </a:lnTo>
                  <a:lnTo>
                    <a:pt x="439806" y="389677"/>
                  </a:lnTo>
                  <a:lnTo>
                    <a:pt x="440211" y="389002"/>
                  </a:lnTo>
                  <a:lnTo>
                    <a:pt x="440593" y="388328"/>
                  </a:lnTo>
                  <a:lnTo>
                    <a:pt x="440998" y="387675"/>
                  </a:lnTo>
                  <a:lnTo>
                    <a:pt x="441403" y="387023"/>
                  </a:lnTo>
                  <a:lnTo>
                    <a:pt x="441785" y="386349"/>
                  </a:lnTo>
                  <a:lnTo>
                    <a:pt x="442190" y="385696"/>
                  </a:lnTo>
                  <a:lnTo>
                    <a:pt x="442572" y="385044"/>
                  </a:lnTo>
                  <a:lnTo>
                    <a:pt x="442977" y="384414"/>
                  </a:lnTo>
                  <a:lnTo>
                    <a:pt x="443359" y="383762"/>
                  </a:lnTo>
                  <a:lnTo>
                    <a:pt x="443764" y="383110"/>
                  </a:lnTo>
                  <a:lnTo>
                    <a:pt x="444147" y="382480"/>
                  </a:lnTo>
                  <a:lnTo>
                    <a:pt x="444551" y="381828"/>
                  </a:lnTo>
                  <a:lnTo>
                    <a:pt x="444956" y="381198"/>
                  </a:lnTo>
                  <a:lnTo>
                    <a:pt x="445338" y="380546"/>
                  </a:lnTo>
                  <a:lnTo>
                    <a:pt x="445743" y="379916"/>
                  </a:lnTo>
                  <a:lnTo>
                    <a:pt x="446126" y="379287"/>
                  </a:lnTo>
                  <a:lnTo>
                    <a:pt x="446530" y="378657"/>
                  </a:lnTo>
                  <a:lnTo>
                    <a:pt x="446913" y="378027"/>
                  </a:lnTo>
                  <a:lnTo>
                    <a:pt x="447318" y="377398"/>
                  </a:lnTo>
                  <a:lnTo>
                    <a:pt x="447722" y="376768"/>
                  </a:lnTo>
                  <a:lnTo>
                    <a:pt x="448105" y="376138"/>
                  </a:lnTo>
                  <a:lnTo>
                    <a:pt x="448510" y="375531"/>
                  </a:lnTo>
                  <a:lnTo>
                    <a:pt x="448892" y="374901"/>
                  </a:lnTo>
                  <a:lnTo>
                    <a:pt x="449296" y="374294"/>
                  </a:lnTo>
                  <a:lnTo>
                    <a:pt x="449679" y="373664"/>
                  </a:lnTo>
                  <a:lnTo>
                    <a:pt x="450084" y="373057"/>
                  </a:lnTo>
                  <a:lnTo>
                    <a:pt x="450466" y="372450"/>
                  </a:lnTo>
                  <a:lnTo>
                    <a:pt x="450871" y="371843"/>
                  </a:lnTo>
                  <a:lnTo>
                    <a:pt x="451276" y="371236"/>
                  </a:lnTo>
                  <a:lnTo>
                    <a:pt x="451658" y="370628"/>
                  </a:lnTo>
                  <a:lnTo>
                    <a:pt x="452063" y="370021"/>
                  </a:lnTo>
                  <a:lnTo>
                    <a:pt x="452445" y="369414"/>
                  </a:lnTo>
                  <a:lnTo>
                    <a:pt x="452850" y="368784"/>
                  </a:lnTo>
                  <a:lnTo>
                    <a:pt x="453232" y="368177"/>
                  </a:lnTo>
                  <a:lnTo>
                    <a:pt x="453637" y="367570"/>
                  </a:lnTo>
                  <a:lnTo>
                    <a:pt x="454019" y="366962"/>
                  </a:lnTo>
                  <a:lnTo>
                    <a:pt x="454424" y="366355"/>
                  </a:lnTo>
                  <a:lnTo>
                    <a:pt x="454829" y="365748"/>
                  </a:lnTo>
                  <a:lnTo>
                    <a:pt x="455211" y="365141"/>
                  </a:lnTo>
                  <a:lnTo>
                    <a:pt x="455616" y="364534"/>
                  </a:lnTo>
                  <a:lnTo>
                    <a:pt x="455998" y="363926"/>
                  </a:lnTo>
                  <a:lnTo>
                    <a:pt x="456403" y="363342"/>
                  </a:lnTo>
                  <a:lnTo>
                    <a:pt x="456786" y="362734"/>
                  </a:lnTo>
                  <a:lnTo>
                    <a:pt x="457190" y="362127"/>
                  </a:lnTo>
                  <a:lnTo>
                    <a:pt x="457573" y="361543"/>
                  </a:lnTo>
                  <a:lnTo>
                    <a:pt x="457978" y="360935"/>
                  </a:lnTo>
                  <a:lnTo>
                    <a:pt x="458382" y="360328"/>
                  </a:lnTo>
                  <a:lnTo>
                    <a:pt x="458765" y="359743"/>
                  </a:lnTo>
                  <a:lnTo>
                    <a:pt x="459170" y="359136"/>
                  </a:lnTo>
                  <a:lnTo>
                    <a:pt x="459552" y="358551"/>
                  </a:lnTo>
                  <a:lnTo>
                    <a:pt x="459956" y="357967"/>
                  </a:lnTo>
                  <a:lnTo>
                    <a:pt x="460339" y="357359"/>
                  </a:lnTo>
                  <a:lnTo>
                    <a:pt x="460744" y="356775"/>
                  </a:lnTo>
                  <a:lnTo>
                    <a:pt x="461126" y="356190"/>
                  </a:lnTo>
                  <a:lnTo>
                    <a:pt x="461531" y="355605"/>
                  </a:lnTo>
                  <a:lnTo>
                    <a:pt x="461936" y="355021"/>
                  </a:lnTo>
                  <a:lnTo>
                    <a:pt x="462318" y="354413"/>
                  </a:lnTo>
                  <a:lnTo>
                    <a:pt x="462723" y="353829"/>
                  </a:lnTo>
                  <a:lnTo>
                    <a:pt x="463105" y="353244"/>
                  </a:lnTo>
                  <a:lnTo>
                    <a:pt x="463510" y="352659"/>
                  </a:lnTo>
                  <a:lnTo>
                    <a:pt x="463892" y="352074"/>
                  </a:lnTo>
                  <a:lnTo>
                    <a:pt x="464297" y="351490"/>
                  </a:lnTo>
                  <a:lnTo>
                    <a:pt x="464702" y="350905"/>
                  </a:lnTo>
                  <a:lnTo>
                    <a:pt x="465084" y="350320"/>
                  </a:lnTo>
                  <a:lnTo>
                    <a:pt x="465489" y="349735"/>
                  </a:lnTo>
                  <a:lnTo>
                    <a:pt x="465872" y="349151"/>
                  </a:lnTo>
                  <a:lnTo>
                    <a:pt x="466276" y="348566"/>
                  </a:lnTo>
                  <a:lnTo>
                    <a:pt x="466659" y="348004"/>
                  </a:lnTo>
                  <a:lnTo>
                    <a:pt x="467064" y="347419"/>
                  </a:lnTo>
                  <a:lnTo>
                    <a:pt x="467446" y="346857"/>
                  </a:lnTo>
                  <a:lnTo>
                    <a:pt x="467850" y="346272"/>
                  </a:lnTo>
                  <a:lnTo>
                    <a:pt x="468256" y="345710"/>
                  </a:lnTo>
                  <a:lnTo>
                    <a:pt x="468638" y="345125"/>
                  </a:lnTo>
                  <a:lnTo>
                    <a:pt x="469042" y="344563"/>
                  </a:lnTo>
                  <a:lnTo>
                    <a:pt x="469425" y="344001"/>
                  </a:lnTo>
                  <a:lnTo>
                    <a:pt x="469830" y="343438"/>
                  </a:lnTo>
                  <a:lnTo>
                    <a:pt x="470212" y="342876"/>
                  </a:lnTo>
                  <a:lnTo>
                    <a:pt x="470617" y="342314"/>
                  </a:lnTo>
                  <a:lnTo>
                    <a:pt x="470999" y="341774"/>
                  </a:lnTo>
                  <a:lnTo>
                    <a:pt x="471404" y="341212"/>
                  </a:lnTo>
                  <a:lnTo>
                    <a:pt x="471809" y="340650"/>
                  </a:lnTo>
                  <a:lnTo>
                    <a:pt x="472191" y="340110"/>
                  </a:lnTo>
                  <a:lnTo>
                    <a:pt x="472596" y="339548"/>
                  </a:lnTo>
                  <a:lnTo>
                    <a:pt x="472978" y="338985"/>
                  </a:lnTo>
                  <a:lnTo>
                    <a:pt x="473383" y="338446"/>
                  </a:lnTo>
                  <a:lnTo>
                    <a:pt x="473765" y="337883"/>
                  </a:lnTo>
                  <a:lnTo>
                    <a:pt x="474170" y="337344"/>
                  </a:lnTo>
                  <a:lnTo>
                    <a:pt x="474552" y="336804"/>
                  </a:lnTo>
                  <a:lnTo>
                    <a:pt x="474957" y="336264"/>
                  </a:lnTo>
                  <a:lnTo>
                    <a:pt x="475362" y="335702"/>
                  </a:lnTo>
                  <a:lnTo>
                    <a:pt x="475744" y="335162"/>
                  </a:lnTo>
                  <a:lnTo>
                    <a:pt x="476149" y="334645"/>
                  </a:lnTo>
                  <a:lnTo>
                    <a:pt x="476532" y="334105"/>
                  </a:lnTo>
                  <a:lnTo>
                    <a:pt x="476936" y="333565"/>
                  </a:lnTo>
                  <a:lnTo>
                    <a:pt x="477319" y="333026"/>
                  </a:lnTo>
                  <a:lnTo>
                    <a:pt x="477724" y="332508"/>
                  </a:lnTo>
                  <a:lnTo>
                    <a:pt x="478128" y="331969"/>
                  </a:lnTo>
                  <a:lnTo>
                    <a:pt x="478510" y="331451"/>
                  </a:lnTo>
                  <a:lnTo>
                    <a:pt x="478916" y="330934"/>
                  </a:lnTo>
                  <a:lnTo>
                    <a:pt x="479298" y="330417"/>
                  </a:lnTo>
                  <a:lnTo>
                    <a:pt x="479702" y="329900"/>
                  </a:lnTo>
                  <a:lnTo>
                    <a:pt x="480085" y="329382"/>
                  </a:lnTo>
                  <a:lnTo>
                    <a:pt x="480490" y="328865"/>
                  </a:lnTo>
                  <a:lnTo>
                    <a:pt x="480872" y="328348"/>
                  </a:lnTo>
                  <a:lnTo>
                    <a:pt x="481277" y="327831"/>
                  </a:lnTo>
                  <a:lnTo>
                    <a:pt x="481682" y="327313"/>
                  </a:lnTo>
                  <a:lnTo>
                    <a:pt x="482064" y="326774"/>
                  </a:lnTo>
                  <a:lnTo>
                    <a:pt x="482469" y="326256"/>
                  </a:lnTo>
                  <a:lnTo>
                    <a:pt x="482851" y="325739"/>
                  </a:lnTo>
                  <a:lnTo>
                    <a:pt x="483256" y="325222"/>
                  </a:lnTo>
                  <a:lnTo>
                    <a:pt x="483638" y="324705"/>
                  </a:lnTo>
                  <a:lnTo>
                    <a:pt x="484043" y="324187"/>
                  </a:lnTo>
                  <a:lnTo>
                    <a:pt x="484425" y="323670"/>
                  </a:lnTo>
                  <a:lnTo>
                    <a:pt x="484830" y="323153"/>
                  </a:lnTo>
                  <a:lnTo>
                    <a:pt x="485235" y="322636"/>
                  </a:lnTo>
                  <a:lnTo>
                    <a:pt x="485617" y="322118"/>
                  </a:lnTo>
                  <a:lnTo>
                    <a:pt x="486022" y="321601"/>
                  </a:lnTo>
                  <a:lnTo>
                    <a:pt x="486404" y="321084"/>
                  </a:lnTo>
                  <a:lnTo>
                    <a:pt x="486809" y="320566"/>
                  </a:lnTo>
                  <a:lnTo>
                    <a:pt x="487192" y="320049"/>
                  </a:lnTo>
                  <a:lnTo>
                    <a:pt x="487596" y="319532"/>
                  </a:lnTo>
                  <a:lnTo>
                    <a:pt x="487979" y="319015"/>
                  </a:lnTo>
                  <a:lnTo>
                    <a:pt x="488384" y="318497"/>
                  </a:lnTo>
                  <a:lnTo>
                    <a:pt x="488788" y="317980"/>
                  </a:lnTo>
                  <a:lnTo>
                    <a:pt x="489170" y="317463"/>
                  </a:lnTo>
                  <a:lnTo>
                    <a:pt x="489576" y="316946"/>
                  </a:lnTo>
                  <a:lnTo>
                    <a:pt x="489958" y="316428"/>
                  </a:lnTo>
                  <a:lnTo>
                    <a:pt x="490362" y="315911"/>
                  </a:lnTo>
                  <a:lnTo>
                    <a:pt x="490745" y="315394"/>
                  </a:lnTo>
                  <a:lnTo>
                    <a:pt x="491150" y="314877"/>
                  </a:lnTo>
                  <a:lnTo>
                    <a:pt x="491532" y="314359"/>
                  </a:lnTo>
                  <a:lnTo>
                    <a:pt x="491937" y="313842"/>
                  </a:lnTo>
                  <a:lnTo>
                    <a:pt x="492342" y="313325"/>
                  </a:lnTo>
                  <a:lnTo>
                    <a:pt x="492724" y="312808"/>
                  </a:lnTo>
                  <a:lnTo>
                    <a:pt x="493129" y="312290"/>
                  </a:lnTo>
                  <a:lnTo>
                    <a:pt x="493511" y="311773"/>
                  </a:lnTo>
                  <a:lnTo>
                    <a:pt x="493916" y="311256"/>
                  </a:lnTo>
                  <a:lnTo>
                    <a:pt x="494298" y="310739"/>
                  </a:lnTo>
                  <a:lnTo>
                    <a:pt x="494703" y="310244"/>
                  </a:lnTo>
                  <a:lnTo>
                    <a:pt x="495108" y="309726"/>
                  </a:lnTo>
                  <a:lnTo>
                    <a:pt x="495490" y="309209"/>
                  </a:lnTo>
                  <a:lnTo>
                    <a:pt x="495895" y="308692"/>
                  </a:lnTo>
                  <a:lnTo>
                    <a:pt x="496277" y="308175"/>
                  </a:lnTo>
                  <a:lnTo>
                    <a:pt x="496682" y="307657"/>
                  </a:lnTo>
                  <a:lnTo>
                    <a:pt x="497064" y="307163"/>
                  </a:lnTo>
                  <a:lnTo>
                    <a:pt x="497469" y="306645"/>
                  </a:lnTo>
                  <a:lnTo>
                    <a:pt x="497852" y="306128"/>
                  </a:lnTo>
                  <a:lnTo>
                    <a:pt x="498256" y="305611"/>
                  </a:lnTo>
                  <a:lnTo>
                    <a:pt x="498662" y="305116"/>
                  </a:lnTo>
                  <a:lnTo>
                    <a:pt x="499044" y="304599"/>
                  </a:lnTo>
                  <a:lnTo>
                    <a:pt x="499448" y="304104"/>
                  </a:lnTo>
                  <a:lnTo>
                    <a:pt x="499831" y="303587"/>
                  </a:lnTo>
                  <a:lnTo>
                    <a:pt x="500236" y="303092"/>
                  </a:lnTo>
                  <a:lnTo>
                    <a:pt x="500618" y="302597"/>
                  </a:lnTo>
                  <a:lnTo>
                    <a:pt x="501022" y="302080"/>
                  </a:lnTo>
                  <a:lnTo>
                    <a:pt x="501405" y="301585"/>
                  </a:lnTo>
                  <a:lnTo>
                    <a:pt x="501810" y="301091"/>
                  </a:lnTo>
                  <a:lnTo>
                    <a:pt x="502214" y="300596"/>
                  </a:lnTo>
                  <a:lnTo>
                    <a:pt x="502597" y="300101"/>
                  </a:lnTo>
                  <a:lnTo>
                    <a:pt x="503002" y="299606"/>
                  </a:lnTo>
                  <a:lnTo>
                    <a:pt x="503384" y="299134"/>
                  </a:lnTo>
                  <a:lnTo>
                    <a:pt x="503789" y="298639"/>
                  </a:lnTo>
                  <a:lnTo>
                    <a:pt x="504171" y="298144"/>
                  </a:lnTo>
                  <a:lnTo>
                    <a:pt x="504576" y="297650"/>
                  </a:lnTo>
                  <a:lnTo>
                    <a:pt x="504958" y="297155"/>
                  </a:lnTo>
                  <a:lnTo>
                    <a:pt x="505363" y="296683"/>
                  </a:lnTo>
                  <a:lnTo>
                    <a:pt x="505768" y="296188"/>
                  </a:lnTo>
                  <a:lnTo>
                    <a:pt x="506150" y="295693"/>
                  </a:lnTo>
                  <a:lnTo>
                    <a:pt x="506555" y="295198"/>
                  </a:lnTo>
                  <a:lnTo>
                    <a:pt x="506938" y="294703"/>
                  </a:lnTo>
                  <a:lnTo>
                    <a:pt x="507342" y="294231"/>
                  </a:lnTo>
                  <a:lnTo>
                    <a:pt x="507724" y="293736"/>
                  </a:lnTo>
                  <a:lnTo>
                    <a:pt x="508130" y="293242"/>
                  </a:lnTo>
                  <a:lnTo>
                    <a:pt x="508534" y="292747"/>
                  </a:lnTo>
                  <a:lnTo>
                    <a:pt x="508916" y="292275"/>
                  </a:lnTo>
                  <a:lnTo>
                    <a:pt x="509322" y="291780"/>
                  </a:lnTo>
                  <a:lnTo>
                    <a:pt x="509704" y="291308"/>
                  </a:lnTo>
                  <a:lnTo>
                    <a:pt x="510108" y="290813"/>
                  </a:lnTo>
                  <a:lnTo>
                    <a:pt x="510491" y="290340"/>
                  </a:lnTo>
                  <a:lnTo>
                    <a:pt x="510896" y="289846"/>
                  </a:lnTo>
                  <a:lnTo>
                    <a:pt x="511278" y="289373"/>
                  </a:lnTo>
                  <a:lnTo>
                    <a:pt x="511683" y="288901"/>
                  </a:lnTo>
                  <a:lnTo>
                    <a:pt x="512088" y="288429"/>
                  </a:lnTo>
                  <a:lnTo>
                    <a:pt x="512470" y="287957"/>
                  </a:lnTo>
                  <a:lnTo>
                    <a:pt x="512875" y="287484"/>
                  </a:lnTo>
                  <a:lnTo>
                    <a:pt x="513257" y="287012"/>
                  </a:lnTo>
                  <a:lnTo>
                    <a:pt x="513662" y="286540"/>
                  </a:lnTo>
                  <a:lnTo>
                    <a:pt x="514044" y="286067"/>
                  </a:lnTo>
                  <a:lnTo>
                    <a:pt x="514449" y="285595"/>
                  </a:lnTo>
                  <a:lnTo>
                    <a:pt x="514831" y="285145"/>
                  </a:lnTo>
                  <a:lnTo>
                    <a:pt x="515236" y="284673"/>
                  </a:lnTo>
                  <a:lnTo>
                    <a:pt x="515641" y="284201"/>
                  </a:lnTo>
                  <a:lnTo>
                    <a:pt x="516023" y="283751"/>
                  </a:lnTo>
                  <a:lnTo>
                    <a:pt x="516428" y="283301"/>
                  </a:lnTo>
                  <a:lnTo>
                    <a:pt x="516810" y="282829"/>
                  </a:lnTo>
                  <a:lnTo>
                    <a:pt x="517215" y="282379"/>
                  </a:lnTo>
                  <a:lnTo>
                    <a:pt x="517598" y="281929"/>
                  </a:lnTo>
                  <a:lnTo>
                    <a:pt x="518002" y="281480"/>
                  </a:lnTo>
                  <a:lnTo>
                    <a:pt x="518385" y="281052"/>
                  </a:lnTo>
                  <a:lnTo>
                    <a:pt x="518790" y="280602"/>
                  </a:lnTo>
                  <a:lnTo>
                    <a:pt x="519194" y="280153"/>
                  </a:lnTo>
                  <a:lnTo>
                    <a:pt x="519576" y="279725"/>
                  </a:lnTo>
                  <a:lnTo>
                    <a:pt x="519982" y="279276"/>
                  </a:lnTo>
                  <a:lnTo>
                    <a:pt x="520364" y="278826"/>
                  </a:lnTo>
                  <a:lnTo>
                    <a:pt x="520768" y="278399"/>
                  </a:lnTo>
                  <a:lnTo>
                    <a:pt x="521151" y="277949"/>
                  </a:lnTo>
                  <a:lnTo>
                    <a:pt x="521556" y="277521"/>
                  </a:lnTo>
                  <a:lnTo>
                    <a:pt x="521938" y="277094"/>
                  </a:lnTo>
                  <a:lnTo>
                    <a:pt x="522343" y="276644"/>
                  </a:lnTo>
                  <a:lnTo>
                    <a:pt x="522748" y="276217"/>
                  </a:lnTo>
                  <a:lnTo>
                    <a:pt x="523107" y="275767"/>
                  </a:lnTo>
                  <a:lnTo>
                    <a:pt x="523535" y="275340"/>
                  </a:lnTo>
                  <a:lnTo>
                    <a:pt x="523895" y="274913"/>
                  </a:lnTo>
                  <a:lnTo>
                    <a:pt x="524299" y="274485"/>
                  </a:lnTo>
                  <a:lnTo>
                    <a:pt x="524682" y="274058"/>
                  </a:lnTo>
                  <a:lnTo>
                    <a:pt x="525087" y="273631"/>
                  </a:lnTo>
                  <a:lnTo>
                    <a:pt x="525491" y="273203"/>
                  </a:lnTo>
                  <a:lnTo>
                    <a:pt x="525874" y="272799"/>
                  </a:lnTo>
                  <a:lnTo>
                    <a:pt x="526278" y="272371"/>
                  </a:lnTo>
                  <a:lnTo>
                    <a:pt x="526661" y="271944"/>
                  </a:lnTo>
                  <a:lnTo>
                    <a:pt x="527066" y="271539"/>
                  </a:lnTo>
                  <a:lnTo>
                    <a:pt x="527448" y="271112"/>
                  </a:lnTo>
                  <a:lnTo>
                    <a:pt x="527853" y="270707"/>
                  </a:lnTo>
                  <a:lnTo>
                    <a:pt x="528235" y="270280"/>
                  </a:lnTo>
                  <a:lnTo>
                    <a:pt x="528640" y="269875"/>
                  </a:lnTo>
                  <a:lnTo>
                    <a:pt x="529045" y="269470"/>
                  </a:lnTo>
                  <a:lnTo>
                    <a:pt x="529427" y="269065"/>
                  </a:lnTo>
                  <a:lnTo>
                    <a:pt x="529832" y="268661"/>
                  </a:lnTo>
                  <a:lnTo>
                    <a:pt x="530214" y="268256"/>
                  </a:lnTo>
                  <a:lnTo>
                    <a:pt x="530619" y="267851"/>
                  </a:lnTo>
                  <a:lnTo>
                    <a:pt x="531001" y="267446"/>
                  </a:lnTo>
                  <a:lnTo>
                    <a:pt x="531406" y="267064"/>
                  </a:lnTo>
                  <a:lnTo>
                    <a:pt x="531789" y="266659"/>
                  </a:lnTo>
                  <a:lnTo>
                    <a:pt x="532193" y="266254"/>
                  </a:lnTo>
                  <a:lnTo>
                    <a:pt x="532598" y="265872"/>
                  </a:lnTo>
                  <a:lnTo>
                    <a:pt x="532981" y="265489"/>
                  </a:lnTo>
                  <a:lnTo>
                    <a:pt x="533385" y="265085"/>
                  </a:lnTo>
                  <a:lnTo>
                    <a:pt x="533767" y="264702"/>
                  </a:lnTo>
                  <a:lnTo>
                    <a:pt x="534172" y="264320"/>
                  </a:lnTo>
                  <a:lnTo>
                    <a:pt x="534555" y="263938"/>
                  </a:lnTo>
                  <a:lnTo>
                    <a:pt x="534959" y="263555"/>
                  </a:lnTo>
                  <a:lnTo>
                    <a:pt x="535342" y="263173"/>
                  </a:lnTo>
                  <a:lnTo>
                    <a:pt x="535747" y="262791"/>
                  </a:lnTo>
                  <a:lnTo>
                    <a:pt x="536151" y="262431"/>
                  </a:lnTo>
                  <a:lnTo>
                    <a:pt x="536534" y="262049"/>
                  </a:lnTo>
                  <a:lnTo>
                    <a:pt x="536939" y="261666"/>
                  </a:lnTo>
                  <a:lnTo>
                    <a:pt x="537321" y="261284"/>
                  </a:lnTo>
                  <a:lnTo>
                    <a:pt x="537726" y="260924"/>
                  </a:lnTo>
                  <a:lnTo>
                    <a:pt x="538108" y="260542"/>
                  </a:lnTo>
                  <a:lnTo>
                    <a:pt x="538513" y="260159"/>
                  </a:lnTo>
                  <a:lnTo>
                    <a:pt x="538918" y="259800"/>
                  </a:lnTo>
                  <a:lnTo>
                    <a:pt x="539300" y="259417"/>
                  </a:lnTo>
                  <a:lnTo>
                    <a:pt x="539705" y="259057"/>
                  </a:lnTo>
                  <a:lnTo>
                    <a:pt x="540087" y="258675"/>
                  </a:lnTo>
                  <a:lnTo>
                    <a:pt x="540492" y="258315"/>
                  </a:lnTo>
                  <a:lnTo>
                    <a:pt x="540875" y="257933"/>
                  </a:lnTo>
                  <a:lnTo>
                    <a:pt x="541279" y="257573"/>
                  </a:lnTo>
                  <a:lnTo>
                    <a:pt x="541661" y="257213"/>
                  </a:lnTo>
                  <a:lnTo>
                    <a:pt x="542066" y="256831"/>
                  </a:lnTo>
                  <a:lnTo>
                    <a:pt x="542471" y="256471"/>
                  </a:lnTo>
                  <a:lnTo>
                    <a:pt x="542853" y="256111"/>
                  </a:lnTo>
                  <a:lnTo>
                    <a:pt x="543258" y="255729"/>
                  </a:lnTo>
                  <a:lnTo>
                    <a:pt x="543641" y="255369"/>
                  </a:lnTo>
                  <a:lnTo>
                    <a:pt x="544045" y="255009"/>
                  </a:lnTo>
                  <a:lnTo>
                    <a:pt x="544427" y="254627"/>
                  </a:lnTo>
                  <a:lnTo>
                    <a:pt x="544832" y="254267"/>
                  </a:lnTo>
                  <a:lnTo>
                    <a:pt x="545215" y="253907"/>
                  </a:lnTo>
                  <a:lnTo>
                    <a:pt x="545620" y="253548"/>
                  </a:lnTo>
                  <a:lnTo>
                    <a:pt x="546024" y="253188"/>
                  </a:lnTo>
                  <a:lnTo>
                    <a:pt x="546407" y="252828"/>
                  </a:lnTo>
                  <a:lnTo>
                    <a:pt x="546812" y="252468"/>
                  </a:lnTo>
                  <a:lnTo>
                    <a:pt x="547194" y="252108"/>
                  </a:lnTo>
                  <a:lnTo>
                    <a:pt x="547599" y="251748"/>
                  </a:lnTo>
                  <a:lnTo>
                    <a:pt x="547981" y="251389"/>
                  </a:lnTo>
                  <a:lnTo>
                    <a:pt x="548386" y="251051"/>
                  </a:lnTo>
                  <a:lnTo>
                    <a:pt x="548768" y="250691"/>
                  </a:lnTo>
                  <a:lnTo>
                    <a:pt x="549173" y="250332"/>
                  </a:lnTo>
                  <a:lnTo>
                    <a:pt x="549578" y="249994"/>
                  </a:lnTo>
                  <a:lnTo>
                    <a:pt x="549960" y="249634"/>
                  </a:lnTo>
                  <a:lnTo>
                    <a:pt x="550365" y="249275"/>
                  </a:lnTo>
                  <a:lnTo>
                    <a:pt x="550747" y="248937"/>
                  </a:lnTo>
                  <a:lnTo>
                    <a:pt x="551152" y="248577"/>
                  </a:lnTo>
                  <a:lnTo>
                    <a:pt x="551535" y="248218"/>
                  </a:lnTo>
                  <a:lnTo>
                    <a:pt x="551939" y="247880"/>
                  </a:lnTo>
                  <a:lnTo>
                    <a:pt x="552321" y="247520"/>
                  </a:lnTo>
                  <a:lnTo>
                    <a:pt x="552726" y="247183"/>
                  </a:lnTo>
                  <a:lnTo>
                    <a:pt x="553131" y="246823"/>
                  </a:lnTo>
                  <a:lnTo>
                    <a:pt x="553513" y="246486"/>
                  </a:lnTo>
                  <a:lnTo>
                    <a:pt x="553918" y="246126"/>
                  </a:lnTo>
                  <a:lnTo>
                    <a:pt x="554301" y="245789"/>
                  </a:lnTo>
                  <a:lnTo>
                    <a:pt x="554705" y="245429"/>
                  </a:lnTo>
                  <a:lnTo>
                    <a:pt x="555088" y="245091"/>
                  </a:lnTo>
                  <a:lnTo>
                    <a:pt x="555493" y="244732"/>
                  </a:lnTo>
                  <a:lnTo>
                    <a:pt x="555897" y="244372"/>
                  </a:lnTo>
                  <a:lnTo>
                    <a:pt x="556280" y="244034"/>
                  </a:lnTo>
                  <a:lnTo>
                    <a:pt x="556684" y="243675"/>
                  </a:lnTo>
                  <a:lnTo>
                    <a:pt x="557067" y="243315"/>
                  </a:lnTo>
                  <a:lnTo>
                    <a:pt x="557472" y="242932"/>
                  </a:lnTo>
                  <a:lnTo>
                    <a:pt x="557854" y="242573"/>
                  </a:lnTo>
                  <a:lnTo>
                    <a:pt x="558259" y="242213"/>
                  </a:lnTo>
                  <a:lnTo>
                    <a:pt x="558641" y="241830"/>
                  </a:lnTo>
                  <a:lnTo>
                    <a:pt x="559046" y="241448"/>
                  </a:lnTo>
                  <a:lnTo>
                    <a:pt x="559450" y="241066"/>
                  </a:lnTo>
                  <a:lnTo>
                    <a:pt x="559833" y="240683"/>
                  </a:lnTo>
                  <a:lnTo>
                    <a:pt x="560238" y="240301"/>
                  </a:lnTo>
                  <a:lnTo>
                    <a:pt x="560620" y="239896"/>
                  </a:lnTo>
                  <a:lnTo>
                    <a:pt x="561025" y="239514"/>
                  </a:lnTo>
                  <a:lnTo>
                    <a:pt x="561407" y="239109"/>
                  </a:lnTo>
                  <a:lnTo>
                    <a:pt x="561812" y="238704"/>
                  </a:lnTo>
                  <a:lnTo>
                    <a:pt x="562195" y="238322"/>
                  </a:lnTo>
                  <a:lnTo>
                    <a:pt x="562599" y="237917"/>
                  </a:lnTo>
                  <a:lnTo>
                    <a:pt x="563004" y="237490"/>
                  </a:lnTo>
                  <a:lnTo>
                    <a:pt x="563386" y="237085"/>
                  </a:lnTo>
                  <a:lnTo>
                    <a:pt x="563791" y="236680"/>
                  </a:lnTo>
                  <a:lnTo>
                    <a:pt x="564173" y="236253"/>
                  </a:lnTo>
                  <a:lnTo>
                    <a:pt x="564578" y="235826"/>
                  </a:lnTo>
                  <a:lnTo>
                    <a:pt x="564961" y="235421"/>
                  </a:lnTo>
                  <a:lnTo>
                    <a:pt x="565365" y="234994"/>
                  </a:lnTo>
                  <a:lnTo>
                    <a:pt x="565748" y="234566"/>
                  </a:lnTo>
                  <a:lnTo>
                    <a:pt x="566153" y="234117"/>
                  </a:lnTo>
                  <a:lnTo>
                    <a:pt x="566557" y="233689"/>
                  </a:lnTo>
                  <a:lnTo>
                    <a:pt x="566940" y="233262"/>
                  </a:lnTo>
                  <a:lnTo>
                    <a:pt x="567344" y="232812"/>
                  </a:lnTo>
                  <a:lnTo>
                    <a:pt x="567727" y="232385"/>
                  </a:lnTo>
                  <a:lnTo>
                    <a:pt x="568132" y="231935"/>
                  </a:lnTo>
                  <a:lnTo>
                    <a:pt x="568514" y="231485"/>
                  </a:lnTo>
                  <a:lnTo>
                    <a:pt x="568919" y="231035"/>
                  </a:lnTo>
                  <a:lnTo>
                    <a:pt x="569324" y="230586"/>
                  </a:lnTo>
                  <a:lnTo>
                    <a:pt x="569706" y="230113"/>
                  </a:lnTo>
                  <a:lnTo>
                    <a:pt x="570111" y="229641"/>
                  </a:lnTo>
                  <a:lnTo>
                    <a:pt x="570493" y="229169"/>
                  </a:lnTo>
                  <a:lnTo>
                    <a:pt x="570898" y="228697"/>
                  </a:lnTo>
                  <a:lnTo>
                    <a:pt x="571280" y="228202"/>
                  </a:lnTo>
                  <a:lnTo>
                    <a:pt x="571685" y="227707"/>
                  </a:lnTo>
                  <a:lnTo>
                    <a:pt x="572067" y="227212"/>
                  </a:lnTo>
                  <a:lnTo>
                    <a:pt x="572472" y="226695"/>
                  </a:lnTo>
                  <a:lnTo>
                    <a:pt x="572877" y="226178"/>
                  </a:lnTo>
                  <a:lnTo>
                    <a:pt x="573259" y="225660"/>
                  </a:lnTo>
                  <a:lnTo>
                    <a:pt x="573664" y="225121"/>
                  </a:lnTo>
                  <a:lnTo>
                    <a:pt x="574047" y="224558"/>
                  </a:lnTo>
                  <a:lnTo>
                    <a:pt x="574451" y="224019"/>
                  </a:lnTo>
                  <a:lnTo>
                    <a:pt x="574833" y="223434"/>
                  </a:lnTo>
                  <a:lnTo>
                    <a:pt x="575238" y="222849"/>
                  </a:lnTo>
                  <a:lnTo>
                    <a:pt x="575621" y="222287"/>
                  </a:lnTo>
                  <a:lnTo>
                    <a:pt x="576025" y="221657"/>
                  </a:lnTo>
                  <a:lnTo>
                    <a:pt x="576430" y="221050"/>
                  </a:lnTo>
                  <a:lnTo>
                    <a:pt x="576813" y="220398"/>
                  </a:lnTo>
                  <a:lnTo>
                    <a:pt x="577217" y="219746"/>
                  </a:lnTo>
                  <a:lnTo>
                    <a:pt x="577600" y="219071"/>
                  </a:lnTo>
                  <a:lnTo>
                    <a:pt x="578004" y="218374"/>
                  </a:lnTo>
                  <a:lnTo>
                    <a:pt x="578387" y="217677"/>
                  </a:lnTo>
                  <a:lnTo>
                    <a:pt x="578792" y="216957"/>
                  </a:lnTo>
                  <a:lnTo>
                    <a:pt x="579174" y="216192"/>
                  </a:lnTo>
                  <a:lnTo>
                    <a:pt x="579579" y="215428"/>
                  </a:lnTo>
                  <a:lnTo>
                    <a:pt x="579984" y="214641"/>
                  </a:lnTo>
                  <a:lnTo>
                    <a:pt x="580366" y="213831"/>
                  </a:lnTo>
                  <a:lnTo>
                    <a:pt x="580771" y="212976"/>
                  </a:lnTo>
                  <a:lnTo>
                    <a:pt x="581153" y="212122"/>
                  </a:lnTo>
                  <a:lnTo>
                    <a:pt x="581558" y="211222"/>
                  </a:lnTo>
                  <a:lnTo>
                    <a:pt x="581940" y="210300"/>
                  </a:lnTo>
                  <a:lnTo>
                    <a:pt x="582345" y="209333"/>
                  </a:lnTo>
                  <a:lnTo>
                    <a:pt x="582727" y="208343"/>
                  </a:lnTo>
                  <a:lnTo>
                    <a:pt x="583132" y="207309"/>
                  </a:lnTo>
                  <a:lnTo>
                    <a:pt x="583537" y="206229"/>
                  </a:lnTo>
                  <a:lnTo>
                    <a:pt x="583919" y="205127"/>
                  </a:lnTo>
                  <a:lnTo>
                    <a:pt x="584324" y="203958"/>
                  </a:lnTo>
                  <a:lnTo>
                    <a:pt x="584707" y="202744"/>
                  </a:lnTo>
                  <a:lnTo>
                    <a:pt x="585111" y="201484"/>
                  </a:lnTo>
                  <a:lnTo>
                    <a:pt x="585493" y="200157"/>
                  </a:lnTo>
                  <a:lnTo>
                    <a:pt x="585898" y="198785"/>
                  </a:lnTo>
                  <a:lnTo>
                    <a:pt x="586303" y="197346"/>
                  </a:lnTo>
                  <a:lnTo>
                    <a:pt x="586686" y="195839"/>
                  </a:lnTo>
                  <a:lnTo>
                    <a:pt x="587090" y="194265"/>
                  </a:lnTo>
                  <a:lnTo>
                    <a:pt x="587473" y="192623"/>
                  </a:lnTo>
                  <a:lnTo>
                    <a:pt x="587878" y="190869"/>
                  </a:lnTo>
                  <a:lnTo>
                    <a:pt x="588260" y="189047"/>
                  </a:lnTo>
                  <a:lnTo>
                    <a:pt x="588665" y="187113"/>
                  </a:lnTo>
                  <a:lnTo>
                    <a:pt x="589047" y="185089"/>
                  </a:lnTo>
                  <a:lnTo>
                    <a:pt x="589452" y="182975"/>
                  </a:lnTo>
                  <a:lnTo>
                    <a:pt x="589856" y="180726"/>
                  </a:lnTo>
                  <a:lnTo>
                    <a:pt x="590239" y="178387"/>
                  </a:lnTo>
                  <a:lnTo>
                    <a:pt x="590644" y="175936"/>
                  </a:lnTo>
                  <a:lnTo>
                    <a:pt x="591026" y="173417"/>
                  </a:lnTo>
                  <a:lnTo>
                    <a:pt x="591431" y="170538"/>
                  </a:lnTo>
                  <a:lnTo>
                    <a:pt x="591813" y="166783"/>
                  </a:lnTo>
                  <a:lnTo>
                    <a:pt x="591813" y="143753"/>
                  </a:lnTo>
                  <a:lnTo>
                    <a:pt x="591431" y="147082"/>
                  </a:lnTo>
                  <a:lnTo>
                    <a:pt x="591026" y="149668"/>
                  </a:lnTo>
                  <a:lnTo>
                    <a:pt x="590644" y="151985"/>
                  </a:lnTo>
                  <a:lnTo>
                    <a:pt x="590239" y="154234"/>
                  </a:lnTo>
                  <a:lnTo>
                    <a:pt x="589856" y="156348"/>
                  </a:lnTo>
                  <a:lnTo>
                    <a:pt x="589452" y="158372"/>
                  </a:lnTo>
                  <a:lnTo>
                    <a:pt x="589047" y="160283"/>
                  </a:lnTo>
                  <a:lnTo>
                    <a:pt x="588665" y="162105"/>
                  </a:lnTo>
                  <a:lnTo>
                    <a:pt x="588260" y="163814"/>
                  </a:lnTo>
                  <a:lnTo>
                    <a:pt x="587878" y="165456"/>
                  </a:lnTo>
                  <a:lnTo>
                    <a:pt x="587473" y="167008"/>
                  </a:lnTo>
                  <a:lnTo>
                    <a:pt x="587090" y="168469"/>
                  </a:lnTo>
                  <a:lnTo>
                    <a:pt x="586686" y="169841"/>
                  </a:lnTo>
                  <a:lnTo>
                    <a:pt x="586303" y="171191"/>
                  </a:lnTo>
                  <a:lnTo>
                    <a:pt x="585898" y="172473"/>
                  </a:lnTo>
                  <a:lnTo>
                    <a:pt x="585493" y="173687"/>
                  </a:lnTo>
                  <a:lnTo>
                    <a:pt x="585111" y="174856"/>
                  </a:lnTo>
                  <a:lnTo>
                    <a:pt x="584707" y="175958"/>
                  </a:lnTo>
                  <a:lnTo>
                    <a:pt x="584324" y="177038"/>
                  </a:lnTo>
                  <a:lnTo>
                    <a:pt x="583919" y="178050"/>
                  </a:lnTo>
                  <a:lnTo>
                    <a:pt x="583537" y="179040"/>
                  </a:lnTo>
                  <a:lnTo>
                    <a:pt x="583132" y="180007"/>
                  </a:lnTo>
                  <a:lnTo>
                    <a:pt x="582727" y="180906"/>
                  </a:lnTo>
                  <a:lnTo>
                    <a:pt x="582345" y="181783"/>
                  </a:lnTo>
                  <a:lnTo>
                    <a:pt x="581940" y="182638"/>
                  </a:lnTo>
                  <a:lnTo>
                    <a:pt x="581558" y="183470"/>
                  </a:lnTo>
                  <a:lnTo>
                    <a:pt x="581153" y="184257"/>
                  </a:lnTo>
                  <a:lnTo>
                    <a:pt x="580771" y="185044"/>
                  </a:lnTo>
                  <a:lnTo>
                    <a:pt x="580366" y="185786"/>
                  </a:lnTo>
                  <a:lnTo>
                    <a:pt x="579984" y="186506"/>
                  </a:lnTo>
                  <a:lnTo>
                    <a:pt x="579579" y="187226"/>
                  </a:lnTo>
                  <a:lnTo>
                    <a:pt x="579174" y="187900"/>
                  </a:lnTo>
                  <a:lnTo>
                    <a:pt x="578792" y="188575"/>
                  </a:lnTo>
                  <a:lnTo>
                    <a:pt x="578387" y="189227"/>
                  </a:lnTo>
                  <a:lnTo>
                    <a:pt x="578004" y="189857"/>
                  </a:lnTo>
                  <a:lnTo>
                    <a:pt x="577600" y="190487"/>
                  </a:lnTo>
                  <a:lnTo>
                    <a:pt x="577217" y="191094"/>
                  </a:lnTo>
                  <a:lnTo>
                    <a:pt x="576813" y="191679"/>
                  </a:lnTo>
                  <a:lnTo>
                    <a:pt x="576430" y="192263"/>
                  </a:lnTo>
                  <a:lnTo>
                    <a:pt x="576025" y="192826"/>
                  </a:lnTo>
                  <a:lnTo>
                    <a:pt x="575621" y="193388"/>
                  </a:lnTo>
                  <a:lnTo>
                    <a:pt x="575238" y="193928"/>
                  </a:lnTo>
                  <a:lnTo>
                    <a:pt x="574833" y="194445"/>
                  </a:lnTo>
                  <a:lnTo>
                    <a:pt x="574451" y="194985"/>
                  </a:lnTo>
                  <a:lnTo>
                    <a:pt x="574047" y="195479"/>
                  </a:lnTo>
                  <a:lnTo>
                    <a:pt x="573664" y="195997"/>
                  </a:lnTo>
                  <a:lnTo>
                    <a:pt x="573259" y="196469"/>
                  </a:lnTo>
                  <a:lnTo>
                    <a:pt x="572877" y="196964"/>
                  </a:lnTo>
                  <a:lnTo>
                    <a:pt x="572472" y="197436"/>
                  </a:lnTo>
                  <a:lnTo>
                    <a:pt x="572067" y="197908"/>
                  </a:lnTo>
                  <a:lnTo>
                    <a:pt x="571685" y="198358"/>
                  </a:lnTo>
                  <a:lnTo>
                    <a:pt x="571280" y="198808"/>
                  </a:lnTo>
                  <a:lnTo>
                    <a:pt x="570898" y="199258"/>
                  </a:lnTo>
                  <a:lnTo>
                    <a:pt x="570493" y="199707"/>
                  </a:lnTo>
                  <a:lnTo>
                    <a:pt x="570111" y="200135"/>
                  </a:lnTo>
                  <a:lnTo>
                    <a:pt x="569706" y="200562"/>
                  </a:lnTo>
                  <a:lnTo>
                    <a:pt x="569324" y="200989"/>
                  </a:lnTo>
                  <a:lnTo>
                    <a:pt x="568919" y="201417"/>
                  </a:lnTo>
                  <a:lnTo>
                    <a:pt x="568514" y="201821"/>
                  </a:lnTo>
                  <a:lnTo>
                    <a:pt x="568132" y="202226"/>
                  </a:lnTo>
                  <a:lnTo>
                    <a:pt x="567727" y="202631"/>
                  </a:lnTo>
                  <a:lnTo>
                    <a:pt x="567344" y="203058"/>
                  </a:lnTo>
                  <a:lnTo>
                    <a:pt x="566940" y="203463"/>
                  </a:lnTo>
                  <a:lnTo>
                    <a:pt x="566557" y="203846"/>
                  </a:lnTo>
                  <a:lnTo>
                    <a:pt x="566153" y="204250"/>
                  </a:lnTo>
                  <a:lnTo>
                    <a:pt x="565748" y="204655"/>
                  </a:lnTo>
                  <a:lnTo>
                    <a:pt x="565365" y="205060"/>
                  </a:lnTo>
                  <a:lnTo>
                    <a:pt x="564961" y="205442"/>
                  </a:lnTo>
                  <a:lnTo>
                    <a:pt x="564578" y="205825"/>
                  </a:lnTo>
                  <a:lnTo>
                    <a:pt x="564173" y="206229"/>
                  </a:lnTo>
                  <a:lnTo>
                    <a:pt x="563791" y="206612"/>
                  </a:lnTo>
                  <a:lnTo>
                    <a:pt x="563386" y="206994"/>
                  </a:lnTo>
                  <a:lnTo>
                    <a:pt x="563004" y="207376"/>
                  </a:lnTo>
                  <a:lnTo>
                    <a:pt x="562599" y="207759"/>
                  </a:lnTo>
                  <a:lnTo>
                    <a:pt x="562195" y="208119"/>
                  </a:lnTo>
                  <a:lnTo>
                    <a:pt x="561812" y="208501"/>
                  </a:lnTo>
                  <a:lnTo>
                    <a:pt x="561407" y="208883"/>
                  </a:lnTo>
                  <a:lnTo>
                    <a:pt x="561025" y="209243"/>
                  </a:lnTo>
                  <a:lnTo>
                    <a:pt x="560620" y="209603"/>
                  </a:lnTo>
                  <a:lnTo>
                    <a:pt x="560238" y="209963"/>
                  </a:lnTo>
                  <a:lnTo>
                    <a:pt x="559833" y="210345"/>
                  </a:lnTo>
                  <a:lnTo>
                    <a:pt x="559450" y="210705"/>
                  </a:lnTo>
                  <a:lnTo>
                    <a:pt x="559046" y="211042"/>
                  </a:lnTo>
                  <a:lnTo>
                    <a:pt x="558641" y="211402"/>
                  </a:lnTo>
                  <a:lnTo>
                    <a:pt x="558259" y="211762"/>
                  </a:lnTo>
                  <a:lnTo>
                    <a:pt x="557854" y="212099"/>
                  </a:lnTo>
                  <a:lnTo>
                    <a:pt x="557472" y="212459"/>
                  </a:lnTo>
                  <a:lnTo>
                    <a:pt x="557067" y="212796"/>
                  </a:lnTo>
                  <a:lnTo>
                    <a:pt x="556684" y="213134"/>
                  </a:lnTo>
                  <a:lnTo>
                    <a:pt x="556280" y="213471"/>
                  </a:lnTo>
                  <a:lnTo>
                    <a:pt x="555897" y="213808"/>
                  </a:lnTo>
                  <a:lnTo>
                    <a:pt x="555493" y="214146"/>
                  </a:lnTo>
                  <a:lnTo>
                    <a:pt x="555088" y="214483"/>
                  </a:lnTo>
                  <a:lnTo>
                    <a:pt x="554705" y="214820"/>
                  </a:lnTo>
                  <a:lnTo>
                    <a:pt x="554301" y="215158"/>
                  </a:lnTo>
                  <a:lnTo>
                    <a:pt x="553918" y="215495"/>
                  </a:lnTo>
                  <a:lnTo>
                    <a:pt x="553513" y="215810"/>
                  </a:lnTo>
                  <a:lnTo>
                    <a:pt x="553131" y="216147"/>
                  </a:lnTo>
                  <a:lnTo>
                    <a:pt x="552726" y="216485"/>
                  </a:lnTo>
                  <a:lnTo>
                    <a:pt x="552321" y="216800"/>
                  </a:lnTo>
                  <a:lnTo>
                    <a:pt x="551939" y="217137"/>
                  </a:lnTo>
                  <a:lnTo>
                    <a:pt x="551535" y="217474"/>
                  </a:lnTo>
                  <a:lnTo>
                    <a:pt x="551152" y="217812"/>
                  </a:lnTo>
                  <a:lnTo>
                    <a:pt x="550747" y="218149"/>
                  </a:lnTo>
                  <a:lnTo>
                    <a:pt x="550365" y="218464"/>
                  </a:lnTo>
                  <a:lnTo>
                    <a:pt x="549960" y="218801"/>
                  </a:lnTo>
                  <a:lnTo>
                    <a:pt x="549578" y="219138"/>
                  </a:lnTo>
                  <a:lnTo>
                    <a:pt x="549173" y="219476"/>
                  </a:lnTo>
                  <a:lnTo>
                    <a:pt x="548768" y="219791"/>
                  </a:lnTo>
                  <a:lnTo>
                    <a:pt x="548386" y="220128"/>
                  </a:lnTo>
                  <a:lnTo>
                    <a:pt x="547981" y="220465"/>
                  </a:lnTo>
                  <a:lnTo>
                    <a:pt x="547599" y="220803"/>
                  </a:lnTo>
                  <a:lnTo>
                    <a:pt x="547194" y="221140"/>
                  </a:lnTo>
                  <a:lnTo>
                    <a:pt x="546812" y="221455"/>
                  </a:lnTo>
                  <a:lnTo>
                    <a:pt x="546407" y="221792"/>
                  </a:lnTo>
                  <a:lnTo>
                    <a:pt x="546024" y="222130"/>
                  </a:lnTo>
                  <a:lnTo>
                    <a:pt x="545620" y="222467"/>
                  </a:lnTo>
                  <a:lnTo>
                    <a:pt x="545215" y="222804"/>
                  </a:lnTo>
                  <a:lnTo>
                    <a:pt x="544832" y="223142"/>
                  </a:lnTo>
                  <a:lnTo>
                    <a:pt x="544427" y="223479"/>
                  </a:lnTo>
                  <a:lnTo>
                    <a:pt x="544045" y="223839"/>
                  </a:lnTo>
                  <a:lnTo>
                    <a:pt x="543641" y="224176"/>
                  </a:lnTo>
                  <a:lnTo>
                    <a:pt x="543258" y="224513"/>
                  </a:lnTo>
                  <a:lnTo>
                    <a:pt x="542853" y="224873"/>
                  </a:lnTo>
                  <a:lnTo>
                    <a:pt x="542471" y="225211"/>
                  </a:lnTo>
                  <a:lnTo>
                    <a:pt x="542066" y="225548"/>
                  </a:lnTo>
                  <a:lnTo>
                    <a:pt x="541661" y="225908"/>
                  </a:lnTo>
                  <a:lnTo>
                    <a:pt x="541279" y="226245"/>
                  </a:lnTo>
                  <a:lnTo>
                    <a:pt x="540875" y="226605"/>
                  </a:lnTo>
                  <a:lnTo>
                    <a:pt x="540492" y="226942"/>
                  </a:lnTo>
                  <a:lnTo>
                    <a:pt x="540087" y="227280"/>
                  </a:lnTo>
                  <a:lnTo>
                    <a:pt x="539705" y="227640"/>
                  </a:lnTo>
                  <a:lnTo>
                    <a:pt x="539300" y="227977"/>
                  </a:lnTo>
                  <a:lnTo>
                    <a:pt x="538918" y="228337"/>
                  </a:lnTo>
                  <a:lnTo>
                    <a:pt x="538513" y="228697"/>
                  </a:lnTo>
                  <a:lnTo>
                    <a:pt x="538108" y="229034"/>
                  </a:lnTo>
                  <a:lnTo>
                    <a:pt x="537726" y="229394"/>
                  </a:lnTo>
                  <a:lnTo>
                    <a:pt x="537321" y="229754"/>
                  </a:lnTo>
                  <a:lnTo>
                    <a:pt x="536939" y="230091"/>
                  </a:lnTo>
                  <a:lnTo>
                    <a:pt x="536534" y="230451"/>
                  </a:lnTo>
                  <a:lnTo>
                    <a:pt x="536151" y="230811"/>
                  </a:lnTo>
                  <a:lnTo>
                    <a:pt x="535747" y="231170"/>
                  </a:lnTo>
                  <a:lnTo>
                    <a:pt x="535342" y="231508"/>
                  </a:lnTo>
                  <a:lnTo>
                    <a:pt x="534959" y="231868"/>
                  </a:lnTo>
                  <a:lnTo>
                    <a:pt x="534555" y="232227"/>
                  </a:lnTo>
                  <a:lnTo>
                    <a:pt x="534172" y="232587"/>
                  </a:lnTo>
                  <a:lnTo>
                    <a:pt x="533767" y="232947"/>
                  </a:lnTo>
                  <a:lnTo>
                    <a:pt x="533385" y="233307"/>
                  </a:lnTo>
                  <a:lnTo>
                    <a:pt x="532981" y="233667"/>
                  </a:lnTo>
                  <a:lnTo>
                    <a:pt x="532598" y="234049"/>
                  </a:lnTo>
                  <a:lnTo>
                    <a:pt x="532193" y="234409"/>
                  </a:lnTo>
                  <a:lnTo>
                    <a:pt x="531789" y="234769"/>
                  </a:lnTo>
                  <a:lnTo>
                    <a:pt x="531406" y="235151"/>
                  </a:lnTo>
                  <a:lnTo>
                    <a:pt x="531001" y="235511"/>
                  </a:lnTo>
                  <a:lnTo>
                    <a:pt x="530619" y="235893"/>
                  </a:lnTo>
                  <a:lnTo>
                    <a:pt x="530214" y="236253"/>
                  </a:lnTo>
                  <a:lnTo>
                    <a:pt x="529832" y="236635"/>
                  </a:lnTo>
                  <a:lnTo>
                    <a:pt x="529427" y="237018"/>
                  </a:lnTo>
                  <a:lnTo>
                    <a:pt x="529045" y="237400"/>
                  </a:lnTo>
                  <a:lnTo>
                    <a:pt x="528640" y="237782"/>
                  </a:lnTo>
                  <a:lnTo>
                    <a:pt x="528235" y="238165"/>
                  </a:lnTo>
                  <a:lnTo>
                    <a:pt x="527853" y="238547"/>
                  </a:lnTo>
                  <a:lnTo>
                    <a:pt x="527448" y="238929"/>
                  </a:lnTo>
                  <a:lnTo>
                    <a:pt x="527066" y="239312"/>
                  </a:lnTo>
                  <a:lnTo>
                    <a:pt x="526661" y="239694"/>
                  </a:lnTo>
                  <a:lnTo>
                    <a:pt x="526278" y="240076"/>
                  </a:lnTo>
                  <a:lnTo>
                    <a:pt x="525874" y="240481"/>
                  </a:lnTo>
                  <a:lnTo>
                    <a:pt x="525491" y="240863"/>
                  </a:lnTo>
                  <a:lnTo>
                    <a:pt x="525087" y="241246"/>
                  </a:lnTo>
                  <a:lnTo>
                    <a:pt x="524682" y="241651"/>
                  </a:lnTo>
                  <a:lnTo>
                    <a:pt x="524299" y="242033"/>
                  </a:lnTo>
                  <a:lnTo>
                    <a:pt x="523895" y="242438"/>
                  </a:lnTo>
                  <a:lnTo>
                    <a:pt x="523535" y="242842"/>
                  </a:lnTo>
                  <a:lnTo>
                    <a:pt x="523107" y="243225"/>
                  </a:lnTo>
                  <a:lnTo>
                    <a:pt x="522748" y="243630"/>
                  </a:lnTo>
                  <a:lnTo>
                    <a:pt x="522343" y="244034"/>
                  </a:lnTo>
                  <a:lnTo>
                    <a:pt x="521938" y="244439"/>
                  </a:lnTo>
                  <a:lnTo>
                    <a:pt x="521556" y="244844"/>
                  </a:lnTo>
                  <a:lnTo>
                    <a:pt x="521151" y="245249"/>
                  </a:lnTo>
                  <a:lnTo>
                    <a:pt x="520768" y="245654"/>
                  </a:lnTo>
                  <a:lnTo>
                    <a:pt x="520364" y="246058"/>
                  </a:lnTo>
                  <a:lnTo>
                    <a:pt x="519982" y="246463"/>
                  </a:lnTo>
                  <a:lnTo>
                    <a:pt x="519576" y="246868"/>
                  </a:lnTo>
                  <a:lnTo>
                    <a:pt x="519194" y="247273"/>
                  </a:lnTo>
                  <a:lnTo>
                    <a:pt x="518790" y="247678"/>
                  </a:lnTo>
                  <a:lnTo>
                    <a:pt x="518385" y="248083"/>
                  </a:lnTo>
                  <a:lnTo>
                    <a:pt x="518002" y="248487"/>
                  </a:lnTo>
                  <a:lnTo>
                    <a:pt x="517598" y="248915"/>
                  </a:lnTo>
                  <a:lnTo>
                    <a:pt x="517215" y="249319"/>
                  </a:lnTo>
                  <a:lnTo>
                    <a:pt x="516810" y="249747"/>
                  </a:lnTo>
                  <a:lnTo>
                    <a:pt x="516428" y="250152"/>
                  </a:lnTo>
                  <a:lnTo>
                    <a:pt x="516023" y="250579"/>
                  </a:lnTo>
                  <a:lnTo>
                    <a:pt x="515641" y="251006"/>
                  </a:lnTo>
                  <a:lnTo>
                    <a:pt x="515236" y="251433"/>
                  </a:lnTo>
                  <a:lnTo>
                    <a:pt x="514831" y="251861"/>
                  </a:lnTo>
                  <a:lnTo>
                    <a:pt x="514449" y="252288"/>
                  </a:lnTo>
                  <a:lnTo>
                    <a:pt x="514044" y="252715"/>
                  </a:lnTo>
                  <a:lnTo>
                    <a:pt x="513662" y="253143"/>
                  </a:lnTo>
                  <a:lnTo>
                    <a:pt x="513257" y="253570"/>
                  </a:lnTo>
                  <a:lnTo>
                    <a:pt x="512875" y="254020"/>
                  </a:lnTo>
                  <a:lnTo>
                    <a:pt x="512470" y="254447"/>
                  </a:lnTo>
                  <a:lnTo>
                    <a:pt x="512088" y="254874"/>
                  </a:lnTo>
                  <a:lnTo>
                    <a:pt x="511683" y="255324"/>
                  </a:lnTo>
                  <a:lnTo>
                    <a:pt x="511278" y="255751"/>
                  </a:lnTo>
                  <a:lnTo>
                    <a:pt x="510896" y="256201"/>
                  </a:lnTo>
                  <a:lnTo>
                    <a:pt x="510491" y="256629"/>
                  </a:lnTo>
                  <a:lnTo>
                    <a:pt x="510108" y="257078"/>
                  </a:lnTo>
                  <a:lnTo>
                    <a:pt x="509704" y="257528"/>
                  </a:lnTo>
                  <a:lnTo>
                    <a:pt x="509322" y="257978"/>
                  </a:lnTo>
                  <a:lnTo>
                    <a:pt x="508916" y="258428"/>
                  </a:lnTo>
                  <a:lnTo>
                    <a:pt x="508534" y="258878"/>
                  </a:lnTo>
                  <a:lnTo>
                    <a:pt x="508130" y="259327"/>
                  </a:lnTo>
                  <a:lnTo>
                    <a:pt x="507724" y="259777"/>
                  </a:lnTo>
                  <a:lnTo>
                    <a:pt x="507342" y="260227"/>
                  </a:lnTo>
                  <a:lnTo>
                    <a:pt x="506938" y="260677"/>
                  </a:lnTo>
                  <a:lnTo>
                    <a:pt x="506555" y="261127"/>
                  </a:lnTo>
                  <a:lnTo>
                    <a:pt x="506150" y="261576"/>
                  </a:lnTo>
                  <a:lnTo>
                    <a:pt x="505768" y="262026"/>
                  </a:lnTo>
                  <a:lnTo>
                    <a:pt x="505363" y="262476"/>
                  </a:lnTo>
                  <a:lnTo>
                    <a:pt x="504958" y="262948"/>
                  </a:lnTo>
                  <a:lnTo>
                    <a:pt x="504576" y="263398"/>
                  </a:lnTo>
                  <a:lnTo>
                    <a:pt x="504171" y="263848"/>
                  </a:lnTo>
                  <a:lnTo>
                    <a:pt x="503789" y="264298"/>
                  </a:lnTo>
                  <a:lnTo>
                    <a:pt x="503384" y="264747"/>
                  </a:lnTo>
                  <a:lnTo>
                    <a:pt x="503002" y="265197"/>
                  </a:lnTo>
                  <a:lnTo>
                    <a:pt x="502597" y="265669"/>
                  </a:lnTo>
                  <a:lnTo>
                    <a:pt x="502214" y="266119"/>
                  </a:lnTo>
                  <a:lnTo>
                    <a:pt x="501810" y="266569"/>
                  </a:lnTo>
                  <a:lnTo>
                    <a:pt x="501405" y="267041"/>
                  </a:lnTo>
                  <a:lnTo>
                    <a:pt x="501022" y="267491"/>
                  </a:lnTo>
                  <a:lnTo>
                    <a:pt x="500618" y="267963"/>
                  </a:lnTo>
                  <a:lnTo>
                    <a:pt x="500236" y="268413"/>
                  </a:lnTo>
                  <a:lnTo>
                    <a:pt x="499831" y="268885"/>
                  </a:lnTo>
                  <a:lnTo>
                    <a:pt x="499448" y="269358"/>
                  </a:lnTo>
                  <a:lnTo>
                    <a:pt x="499044" y="269830"/>
                  </a:lnTo>
                  <a:lnTo>
                    <a:pt x="498662" y="270302"/>
                  </a:lnTo>
                  <a:lnTo>
                    <a:pt x="498256" y="270775"/>
                  </a:lnTo>
                  <a:lnTo>
                    <a:pt x="497852" y="271247"/>
                  </a:lnTo>
                  <a:lnTo>
                    <a:pt x="497469" y="271719"/>
                  </a:lnTo>
                  <a:lnTo>
                    <a:pt x="497064" y="272214"/>
                  </a:lnTo>
                  <a:lnTo>
                    <a:pt x="496682" y="272686"/>
                  </a:lnTo>
                  <a:lnTo>
                    <a:pt x="496277" y="273158"/>
                  </a:lnTo>
                  <a:lnTo>
                    <a:pt x="495895" y="273631"/>
                  </a:lnTo>
                  <a:lnTo>
                    <a:pt x="495490" y="274125"/>
                  </a:lnTo>
                  <a:lnTo>
                    <a:pt x="495108" y="274598"/>
                  </a:lnTo>
                  <a:lnTo>
                    <a:pt x="494703" y="275070"/>
                  </a:lnTo>
                  <a:lnTo>
                    <a:pt x="494298" y="275565"/>
                  </a:lnTo>
                  <a:lnTo>
                    <a:pt x="493916" y="276037"/>
                  </a:lnTo>
                  <a:lnTo>
                    <a:pt x="493511" y="276532"/>
                  </a:lnTo>
                  <a:lnTo>
                    <a:pt x="493129" y="277004"/>
                  </a:lnTo>
                  <a:lnTo>
                    <a:pt x="492724" y="277499"/>
                  </a:lnTo>
                  <a:lnTo>
                    <a:pt x="492342" y="277971"/>
                  </a:lnTo>
                  <a:lnTo>
                    <a:pt x="491937" y="278466"/>
                  </a:lnTo>
                  <a:lnTo>
                    <a:pt x="491532" y="278961"/>
                  </a:lnTo>
                  <a:lnTo>
                    <a:pt x="491150" y="279433"/>
                  </a:lnTo>
                  <a:lnTo>
                    <a:pt x="490745" y="279928"/>
                  </a:lnTo>
                  <a:lnTo>
                    <a:pt x="490362" y="280423"/>
                  </a:lnTo>
                  <a:lnTo>
                    <a:pt x="489958" y="280895"/>
                  </a:lnTo>
                  <a:lnTo>
                    <a:pt x="489576" y="281390"/>
                  </a:lnTo>
                  <a:lnTo>
                    <a:pt x="489170" y="281884"/>
                  </a:lnTo>
                  <a:lnTo>
                    <a:pt x="488788" y="282357"/>
                  </a:lnTo>
                  <a:lnTo>
                    <a:pt x="488384" y="282851"/>
                  </a:lnTo>
                  <a:lnTo>
                    <a:pt x="487979" y="283346"/>
                  </a:lnTo>
                  <a:lnTo>
                    <a:pt x="487596" y="283819"/>
                  </a:lnTo>
                  <a:lnTo>
                    <a:pt x="487192" y="284313"/>
                  </a:lnTo>
                  <a:lnTo>
                    <a:pt x="486809" y="284808"/>
                  </a:lnTo>
                  <a:lnTo>
                    <a:pt x="486404" y="285303"/>
                  </a:lnTo>
                  <a:lnTo>
                    <a:pt x="486022" y="285798"/>
                  </a:lnTo>
                  <a:lnTo>
                    <a:pt x="485617" y="286270"/>
                  </a:lnTo>
                  <a:lnTo>
                    <a:pt x="485235" y="286765"/>
                  </a:lnTo>
                  <a:lnTo>
                    <a:pt x="484830" y="287259"/>
                  </a:lnTo>
                  <a:lnTo>
                    <a:pt x="484425" y="287754"/>
                  </a:lnTo>
                  <a:lnTo>
                    <a:pt x="484043" y="288226"/>
                  </a:lnTo>
                  <a:lnTo>
                    <a:pt x="483638" y="288721"/>
                  </a:lnTo>
                  <a:lnTo>
                    <a:pt x="483256" y="289216"/>
                  </a:lnTo>
                  <a:lnTo>
                    <a:pt x="482851" y="289688"/>
                  </a:lnTo>
                  <a:lnTo>
                    <a:pt x="482469" y="290183"/>
                  </a:lnTo>
                  <a:lnTo>
                    <a:pt x="482064" y="290678"/>
                  </a:lnTo>
                  <a:lnTo>
                    <a:pt x="481682" y="291173"/>
                  </a:lnTo>
                  <a:lnTo>
                    <a:pt x="481277" y="291645"/>
                  </a:lnTo>
                  <a:lnTo>
                    <a:pt x="480872" y="292140"/>
                  </a:lnTo>
                  <a:lnTo>
                    <a:pt x="480490" y="292634"/>
                  </a:lnTo>
                  <a:lnTo>
                    <a:pt x="480085" y="293107"/>
                  </a:lnTo>
                  <a:lnTo>
                    <a:pt x="479702" y="293601"/>
                  </a:lnTo>
                  <a:lnTo>
                    <a:pt x="479298" y="294074"/>
                  </a:lnTo>
                  <a:lnTo>
                    <a:pt x="478916" y="294569"/>
                  </a:lnTo>
                  <a:lnTo>
                    <a:pt x="478510" y="295063"/>
                  </a:lnTo>
                  <a:lnTo>
                    <a:pt x="478128" y="295558"/>
                  </a:lnTo>
                  <a:lnTo>
                    <a:pt x="477724" y="296053"/>
                  </a:lnTo>
                  <a:lnTo>
                    <a:pt x="477319" y="296548"/>
                  </a:lnTo>
                  <a:lnTo>
                    <a:pt x="476936" y="297042"/>
                  </a:lnTo>
                  <a:lnTo>
                    <a:pt x="476532" y="297537"/>
                  </a:lnTo>
                  <a:lnTo>
                    <a:pt x="476149" y="298032"/>
                  </a:lnTo>
                  <a:lnTo>
                    <a:pt x="475744" y="298549"/>
                  </a:lnTo>
                  <a:lnTo>
                    <a:pt x="475362" y="299044"/>
                  </a:lnTo>
                  <a:lnTo>
                    <a:pt x="474957" y="299561"/>
                  </a:lnTo>
                  <a:lnTo>
                    <a:pt x="474552" y="300078"/>
                  </a:lnTo>
                  <a:lnTo>
                    <a:pt x="474170" y="300573"/>
                  </a:lnTo>
                  <a:lnTo>
                    <a:pt x="473765" y="301091"/>
                  </a:lnTo>
                  <a:lnTo>
                    <a:pt x="473383" y="301608"/>
                  </a:lnTo>
                  <a:lnTo>
                    <a:pt x="472978" y="302125"/>
                  </a:lnTo>
                  <a:lnTo>
                    <a:pt x="472596" y="302665"/>
                  </a:lnTo>
                  <a:lnTo>
                    <a:pt x="472191" y="303182"/>
                  </a:lnTo>
                  <a:lnTo>
                    <a:pt x="471809" y="303699"/>
                  </a:lnTo>
                  <a:lnTo>
                    <a:pt x="471404" y="304239"/>
                  </a:lnTo>
                  <a:lnTo>
                    <a:pt x="470999" y="304756"/>
                  </a:lnTo>
                  <a:lnTo>
                    <a:pt x="470617" y="305296"/>
                  </a:lnTo>
                  <a:lnTo>
                    <a:pt x="470212" y="305836"/>
                  </a:lnTo>
                  <a:lnTo>
                    <a:pt x="469830" y="306376"/>
                  </a:lnTo>
                  <a:lnTo>
                    <a:pt x="469425" y="306893"/>
                  </a:lnTo>
                  <a:lnTo>
                    <a:pt x="469042" y="307433"/>
                  </a:lnTo>
                  <a:lnTo>
                    <a:pt x="468638" y="307995"/>
                  </a:lnTo>
                  <a:lnTo>
                    <a:pt x="468256" y="308535"/>
                  </a:lnTo>
                  <a:lnTo>
                    <a:pt x="467850" y="309074"/>
                  </a:lnTo>
                  <a:lnTo>
                    <a:pt x="467446" y="309614"/>
                  </a:lnTo>
                  <a:lnTo>
                    <a:pt x="467064" y="310176"/>
                  </a:lnTo>
                  <a:lnTo>
                    <a:pt x="466659" y="310716"/>
                  </a:lnTo>
                  <a:lnTo>
                    <a:pt x="466276" y="311278"/>
                  </a:lnTo>
                  <a:lnTo>
                    <a:pt x="465872" y="311818"/>
                  </a:lnTo>
                  <a:lnTo>
                    <a:pt x="465489" y="312380"/>
                  </a:lnTo>
                  <a:lnTo>
                    <a:pt x="465084" y="312943"/>
                  </a:lnTo>
                  <a:lnTo>
                    <a:pt x="464702" y="313482"/>
                  </a:lnTo>
                  <a:lnTo>
                    <a:pt x="464297" y="314044"/>
                  </a:lnTo>
                  <a:lnTo>
                    <a:pt x="463892" y="314607"/>
                  </a:lnTo>
                  <a:lnTo>
                    <a:pt x="463510" y="315169"/>
                  </a:lnTo>
                  <a:lnTo>
                    <a:pt x="463105" y="315731"/>
                  </a:lnTo>
                  <a:lnTo>
                    <a:pt x="462723" y="316293"/>
                  </a:lnTo>
                  <a:lnTo>
                    <a:pt x="462318" y="316856"/>
                  </a:lnTo>
                  <a:lnTo>
                    <a:pt x="461936" y="317418"/>
                  </a:lnTo>
                  <a:lnTo>
                    <a:pt x="461531" y="317980"/>
                  </a:lnTo>
                  <a:lnTo>
                    <a:pt x="461126" y="318542"/>
                  </a:lnTo>
                  <a:lnTo>
                    <a:pt x="460744" y="319105"/>
                  </a:lnTo>
                  <a:lnTo>
                    <a:pt x="460339" y="319667"/>
                  </a:lnTo>
                  <a:lnTo>
                    <a:pt x="459956" y="320229"/>
                  </a:lnTo>
                  <a:lnTo>
                    <a:pt x="459552" y="320791"/>
                  </a:lnTo>
                  <a:lnTo>
                    <a:pt x="459170" y="321354"/>
                  </a:lnTo>
                  <a:lnTo>
                    <a:pt x="458765" y="321916"/>
                  </a:lnTo>
                  <a:lnTo>
                    <a:pt x="458382" y="322478"/>
                  </a:lnTo>
                  <a:lnTo>
                    <a:pt x="457978" y="323040"/>
                  </a:lnTo>
                  <a:lnTo>
                    <a:pt x="457573" y="323603"/>
                  </a:lnTo>
                  <a:lnTo>
                    <a:pt x="457190" y="324165"/>
                  </a:lnTo>
                  <a:lnTo>
                    <a:pt x="456786" y="324727"/>
                  </a:lnTo>
                  <a:lnTo>
                    <a:pt x="456403" y="325312"/>
                  </a:lnTo>
                  <a:lnTo>
                    <a:pt x="455998" y="325874"/>
                  </a:lnTo>
                  <a:lnTo>
                    <a:pt x="455616" y="326436"/>
                  </a:lnTo>
                  <a:lnTo>
                    <a:pt x="455211" y="326999"/>
                  </a:lnTo>
                  <a:lnTo>
                    <a:pt x="454829" y="327561"/>
                  </a:lnTo>
                  <a:lnTo>
                    <a:pt x="454424" y="328145"/>
                  </a:lnTo>
                  <a:lnTo>
                    <a:pt x="454019" y="328708"/>
                  </a:lnTo>
                  <a:lnTo>
                    <a:pt x="453637" y="329270"/>
                  </a:lnTo>
                  <a:lnTo>
                    <a:pt x="453232" y="329855"/>
                  </a:lnTo>
                  <a:lnTo>
                    <a:pt x="452850" y="330417"/>
                  </a:lnTo>
                  <a:lnTo>
                    <a:pt x="452445" y="330979"/>
                  </a:lnTo>
                  <a:lnTo>
                    <a:pt x="452063" y="331541"/>
                  </a:lnTo>
                  <a:lnTo>
                    <a:pt x="451658" y="332104"/>
                  </a:lnTo>
                  <a:lnTo>
                    <a:pt x="451276" y="332688"/>
                  </a:lnTo>
                  <a:lnTo>
                    <a:pt x="450871" y="333251"/>
                  </a:lnTo>
                  <a:lnTo>
                    <a:pt x="450466" y="333813"/>
                  </a:lnTo>
                  <a:lnTo>
                    <a:pt x="450084" y="334375"/>
                  </a:lnTo>
                  <a:lnTo>
                    <a:pt x="449679" y="334937"/>
                  </a:lnTo>
                  <a:lnTo>
                    <a:pt x="449296" y="335522"/>
                  </a:lnTo>
                  <a:lnTo>
                    <a:pt x="448892" y="336084"/>
                  </a:lnTo>
                  <a:lnTo>
                    <a:pt x="448510" y="336669"/>
                  </a:lnTo>
                  <a:lnTo>
                    <a:pt x="448105" y="337231"/>
                  </a:lnTo>
                  <a:lnTo>
                    <a:pt x="447722" y="337816"/>
                  </a:lnTo>
                  <a:lnTo>
                    <a:pt x="447318" y="338401"/>
                  </a:lnTo>
                  <a:lnTo>
                    <a:pt x="446913" y="338985"/>
                  </a:lnTo>
                  <a:lnTo>
                    <a:pt x="446530" y="339548"/>
                  </a:lnTo>
                  <a:lnTo>
                    <a:pt x="446126" y="340132"/>
                  </a:lnTo>
                  <a:lnTo>
                    <a:pt x="445743" y="340717"/>
                  </a:lnTo>
                  <a:lnTo>
                    <a:pt x="445338" y="341302"/>
                  </a:lnTo>
                  <a:lnTo>
                    <a:pt x="444956" y="341887"/>
                  </a:lnTo>
                  <a:lnTo>
                    <a:pt x="444551" y="342471"/>
                  </a:lnTo>
                  <a:lnTo>
                    <a:pt x="444147" y="343056"/>
                  </a:lnTo>
                  <a:lnTo>
                    <a:pt x="443764" y="343641"/>
                  </a:lnTo>
                  <a:lnTo>
                    <a:pt x="443359" y="344226"/>
                  </a:lnTo>
                  <a:lnTo>
                    <a:pt x="442977" y="344833"/>
                  </a:lnTo>
                  <a:lnTo>
                    <a:pt x="442572" y="345417"/>
                  </a:lnTo>
                  <a:lnTo>
                    <a:pt x="442190" y="346025"/>
                  </a:lnTo>
                  <a:lnTo>
                    <a:pt x="441785" y="346632"/>
                  </a:lnTo>
                  <a:lnTo>
                    <a:pt x="441403" y="347217"/>
                  </a:lnTo>
                  <a:lnTo>
                    <a:pt x="440998" y="347824"/>
                  </a:lnTo>
                  <a:lnTo>
                    <a:pt x="440593" y="348431"/>
                  </a:lnTo>
                  <a:lnTo>
                    <a:pt x="440211" y="349038"/>
                  </a:lnTo>
                  <a:lnTo>
                    <a:pt x="439806" y="349645"/>
                  </a:lnTo>
                  <a:lnTo>
                    <a:pt x="439424" y="350253"/>
                  </a:lnTo>
                  <a:lnTo>
                    <a:pt x="439019" y="350860"/>
                  </a:lnTo>
                  <a:lnTo>
                    <a:pt x="438636" y="351490"/>
                  </a:lnTo>
                  <a:lnTo>
                    <a:pt x="438232" y="352097"/>
                  </a:lnTo>
                  <a:lnTo>
                    <a:pt x="437850" y="352727"/>
                  </a:lnTo>
                  <a:lnTo>
                    <a:pt x="437444" y="353334"/>
                  </a:lnTo>
                  <a:lnTo>
                    <a:pt x="437040" y="353963"/>
                  </a:lnTo>
                  <a:lnTo>
                    <a:pt x="436658" y="354593"/>
                  </a:lnTo>
                  <a:lnTo>
                    <a:pt x="436253" y="355223"/>
                  </a:lnTo>
                  <a:lnTo>
                    <a:pt x="435870" y="355853"/>
                  </a:lnTo>
                  <a:lnTo>
                    <a:pt x="435466" y="356482"/>
                  </a:lnTo>
                  <a:lnTo>
                    <a:pt x="435083" y="357135"/>
                  </a:lnTo>
                  <a:lnTo>
                    <a:pt x="434678" y="357764"/>
                  </a:lnTo>
                  <a:lnTo>
                    <a:pt x="434296" y="358394"/>
                  </a:lnTo>
                  <a:lnTo>
                    <a:pt x="433891" y="359024"/>
                  </a:lnTo>
                  <a:lnTo>
                    <a:pt x="433487" y="359653"/>
                  </a:lnTo>
                  <a:lnTo>
                    <a:pt x="433104" y="360306"/>
                  </a:lnTo>
                  <a:lnTo>
                    <a:pt x="432699" y="360935"/>
                  </a:lnTo>
                  <a:lnTo>
                    <a:pt x="432317" y="361565"/>
                  </a:lnTo>
                  <a:lnTo>
                    <a:pt x="431912" y="362195"/>
                  </a:lnTo>
                  <a:lnTo>
                    <a:pt x="431530" y="362824"/>
                  </a:lnTo>
                  <a:lnTo>
                    <a:pt x="431125" y="363454"/>
                  </a:lnTo>
                  <a:lnTo>
                    <a:pt x="430720" y="364084"/>
                  </a:lnTo>
                  <a:lnTo>
                    <a:pt x="430338" y="364714"/>
                  </a:lnTo>
                  <a:lnTo>
                    <a:pt x="429933" y="365343"/>
                  </a:lnTo>
                  <a:lnTo>
                    <a:pt x="429551" y="365973"/>
                  </a:lnTo>
                  <a:lnTo>
                    <a:pt x="429146" y="366603"/>
                  </a:lnTo>
                  <a:lnTo>
                    <a:pt x="428764" y="367232"/>
                  </a:lnTo>
                  <a:lnTo>
                    <a:pt x="428359" y="367862"/>
                  </a:lnTo>
                  <a:lnTo>
                    <a:pt x="427976" y="368492"/>
                  </a:lnTo>
                  <a:lnTo>
                    <a:pt x="427572" y="369121"/>
                  </a:lnTo>
                  <a:lnTo>
                    <a:pt x="427167" y="369751"/>
                  </a:lnTo>
                  <a:lnTo>
                    <a:pt x="426784" y="370381"/>
                  </a:lnTo>
                  <a:lnTo>
                    <a:pt x="426380" y="371011"/>
                  </a:lnTo>
                  <a:lnTo>
                    <a:pt x="425998" y="371640"/>
                  </a:lnTo>
                  <a:lnTo>
                    <a:pt x="425593" y="372270"/>
                  </a:lnTo>
                  <a:lnTo>
                    <a:pt x="425210" y="372900"/>
                  </a:lnTo>
                  <a:lnTo>
                    <a:pt x="424806" y="373529"/>
                  </a:lnTo>
                  <a:lnTo>
                    <a:pt x="424423" y="374159"/>
                  </a:lnTo>
                  <a:lnTo>
                    <a:pt x="424018" y="374766"/>
                  </a:lnTo>
                  <a:lnTo>
                    <a:pt x="423613" y="375396"/>
                  </a:lnTo>
                  <a:lnTo>
                    <a:pt x="423231" y="376026"/>
                  </a:lnTo>
                  <a:lnTo>
                    <a:pt x="422826" y="376633"/>
                  </a:lnTo>
                  <a:lnTo>
                    <a:pt x="422444" y="377263"/>
                  </a:lnTo>
                  <a:lnTo>
                    <a:pt x="422039" y="377892"/>
                  </a:lnTo>
                  <a:lnTo>
                    <a:pt x="421657" y="378500"/>
                  </a:lnTo>
                  <a:lnTo>
                    <a:pt x="421252" y="379107"/>
                  </a:lnTo>
                  <a:lnTo>
                    <a:pt x="420870" y="379737"/>
                  </a:lnTo>
                  <a:lnTo>
                    <a:pt x="420465" y="380344"/>
                  </a:lnTo>
                  <a:lnTo>
                    <a:pt x="420060" y="380973"/>
                  </a:lnTo>
                  <a:lnTo>
                    <a:pt x="419678" y="381581"/>
                  </a:lnTo>
                  <a:lnTo>
                    <a:pt x="419273" y="382188"/>
                  </a:lnTo>
                  <a:lnTo>
                    <a:pt x="418890" y="382795"/>
                  </a:lnTo>
                  <a:lnTo>
                    <a:pt x="418486" y="383425"/>
                  </a:lnTo>
                  <a:lnTo>
                    <a:pt x="418104" y="384032"/>
                  </a:lnTo>
                  <a:lnTo>
                    <a:pt x="417699" y="384639"/>
                  </a:lnTo>
                  <a:lnTo>
                    <a:pt x="417316" y="385247"/>
                  </a:lnTo>
                  <a:lnTo>
                    <a:pt x="416912" y="385854"/>
                  </a:lnTo>
                  <a:lnTo>
                    <a:pt x="416507" y="386483"/>
                  </a:lnTo>
                  <a:lnTo>
                    <a:pt x="416124" y="387091"/>
                  </a:lnTo>
                  <a:lnTo>
                    <a:pt x="415720" y="387698"/>
                  </a:lnTo>
                  <a:lnTo>
                    <a:pt x="415337" y="388305"/>
                  </a:lnTo>
                  <a:lnTo>
                    <a:pt x="414933" y="388935"/>
                  </a:lnTo>
                  <a:lnTo>
                    <a:pt x="414550" y="389542"/>
                  </a:lnTo>
                  <a:lnTo>
                    <a:pt x="414145" y="390149"/>
                  </a:lnTo>
                  <a:lnTo>
                    <a:pt x="413741" y="390779"/>
                  </a:lnTo>
                  <a:lnTo>
                    <a:pt x="413358" y="391386"/>
                  </a:lnTo>
                  <a:lnTo>
                    <a:pt x="412953" y="392016"/>
                  </a:lnTo>
                  <a:lnTo>
                    <a:pt x="412571" y="392623"/>
                  </a:lnTo>
                  <a:lnTo>
                    <a:pt x="412166" y="393253"/>
                  </a:lnTo>
                  <a:lnTo>
                    <a:pt x="411784" y="393860"/>
                  </a:lnTo>
                  <a:lnTo>
                    <a:pt x="411379" y="394490"/>
                  </a:lnTo>
                  <a:lnTo>
                    <a:pt x="410997" y="395119"/>
                  </a:lnTo>
                  <a:lnTo>
                    <a:pt x="410592" y="395727"/>
                  </a:lnTo>
                  <a:lnTo>
                    <a:pt x="410187" y="396356"/>
                  </a:lnTo>
                  <a:lnTo>
                    <a:pt x="409805" y="396986"/>
                  </a:lnTo>
                  <a:lnTo>
                    <a:pt x="409400" y="397593"/>
                  </a:lnTo>
                  <a:lnTo>
                    <a:pt x="409018" y="398223"/>
                  </a:lnTo>
                  <a:lnTo>
                    <a:pt x="408613" y="398853"/>
                  </a:lnTo>
                  <a:lnTo>
                    <a:pt x="408230" y="399482"/>
                  </a:lnTo>
                  <a:lnTo>
                    <a:pt x="407826" y="400090"/>
                  </a:lnTo>
                  <a:lnTo>
                    <a:pt x="407444" y="400719"/>
                  </a:lnTo>
                  <a:lnTo>
                    <a:pt x="407039" y="401349"/>
                  </a:lnTo>
                  <a:lnTo>
                    <a:pt x="406634" y="401979"/>
                  </a:lnTo>
                  <a:lnTo>
                    <a:pt x="406252" y="402608"/>
                  </a:lnTo>
                  <a:lnTo>
                    <a:pt x="405847" y="403238"/>
                  </a:lnTo>
                  <a:lnTo>
                    <a:pt x="405464" y="403845"/>
                  </a:lnTo>
                  <a:lnTo>
                    <a:pt x="405060" y="404475"/>
                  </a:lnTo>
                  <a:lnTo>
                    <a:pt x="404677" y="405127"/>
                  </a:lnTo>
                  <a:lnTo>
                    <a:pt x="404295" y="405757"/>
                  </a:lnTo>
                  <a:lnTo>
                    <a:pt x="403913" y="406387"/>
                  </a:lnTo>
                  <a:lnTo>
                    <a:pt x="403485" y="407016"/>
                  </a:lnTo>
                  <a:lnTo>
                    <a:pt x="403103" y="407646"/>
                  </a:lnTo>
                  <a:lnTo>
                    <a:pt x="402721" y="408298"/>
                  </a:lnTo>
                  <a:lnTo>
                    <a:pt x="402316" y="408928"/>
                  </a:lnTo>
                  <a:lnTo>
                    <a:pt x="401934" y="409580"/>
                  </a:lnTo>
                  <a:lnTo>
                    <a:pt x="401529" y="410232"/>
                  </a:lnTo>
                  <a:lnTo>
                    <a:pt x="401146" y="410862"/>
                  </a:lnTo>
                  <a:lnTo>
                    <a:pt x="400742" y="411514"/>
                  </a:lnTo>
                  <a:lnTo>
                    <a:pt x="400359" y="412167"/>
                  </a:lnTo>
                  <a:lnTo>
                    <a:pt x="399954" y="412819"/>
                  </a:lnTo>
                  <a:lnTo>
                    <a:pt x="399550" y="413471"/>
                  </a:lnTo>
                  <a:lnTo>
                    <a:pt x="399168" y="414123"/>
                  </a:lnTo>
                  <a:lnTo>
                    <a:pt x="398762" y="414798"/>
                  </a:lnTo>
                  <a:lnTo>
                    <a:pt x="398380" y="415450"/>
                  </a:lnTo>
                  <a:lnTo>
                    <a:pt x="397976" y="416102"/>
                  </a:lnTo>
                  <a:lnTo>
                    <a:pt x="397593" y="416777"/>
                  </a:lnTo>
                  <a:lnTo>
                    <a:pt x="397188" y="417429"/>
                  </a:lnTo>
                  <a:lnTo>
                    <a:pt x="396784" y="418104"/>
                  </a:lnTo>
                  <a:lnTo>
                    <a:pt x="396401" y="418778"/>
                  </a:lnTo>
                  <a:lnTo>
                    <a:pt x="395996" y="419431"/>
                  </a:lnTo>
                  <a:lnTo>
                    <a:pt x="395614" y="420105"/>
                  </a:lnTo>
                  <a:lnTo>
                    <a:pt x="395209" y="420758"/>
                  </a:lnTo>
                  <a:lnTo>
                    <a:pt x="394827" y="421432"/>
                  </a:lnTo>
                  <a:lnTo>
                    <a:pt x="394422" y="422107"/>
                  </a:lnTo>
                  <a:lnTo>
                    <a:pt x="394040" y="422759"/>
                  </a:lnTo>
                  <a:lnTo>
                    <a:pt x="393635" y="423434"/>
                  </a:lnTo>
                  <a:lnTo>
                    <a:pt x="393230" y="424109"/>
                  </a:lnTo>
                  <a:lnTo>
                    <a:pt x="392848" y="424761"/>
                  </a:lnTo>
                  <a:lnTo>
                    <a:pt x="392443" y="425435"/>
                  </a:lnTo>
                  <a:lnTo>
                    <a:pt x="392061" y="426110"/>
                  </a:lnTo>
                  <a:lnTo>
                    <a:pt x="391656" y="426762"/>
                  </a:lnTo>
                  <a:lnTo>
                    <a:pt x="391274" y="427437"/>
                  </a:lnTo>
                  <a:lnTo>
                    <a:pt x="390869" y="428089"/>
                  </a:lnTo>
                  <a:lnTo>
                    <a:pt x="390486" y="428764"/>
                  </a:lnTo>
                  <a:lnTo>
                    <a:pt x="390082" y="429416"/>
                  </a:lnTo>
                  <a:lnTo>
                    <a:pt x="389677" y="430091"/>
                  </a:lnTo>
                  <a:lnTo>
                    <a:pt x="389294" y="430743"/>
                  </a:lnTo>
                  <a:lnTo>
                    <a:pt x="388890" y="431395"/>
                  </a:lnTo>
                  <a:lnTo>
                    <a:pt x="388508" y="432070"/>
                  </a:lnTo>
                  <a:lnTo>
                    <a:pt x="388102" y="432722"/>
                  </a:lnTo>
                  <a:lnTo>
                    <a:pt x="387720" y="433374"/>
                  </a:lnTo>
                  <a:lnTo>
                    <a:pt x="387316" y="434026"/>
                  </a:lnTo>
                  <a:lnTo>
                    <a:pt x="386933" y="434701"/>
                  </a:lnTo>
                  <a:lnTo>
                    <a:pt x="386528" y="435353"/>
                  </a:lnTo>
                  <a:lnTo>
                    <a:pt x="386124" y="436005"/>
                  </a:lnTo>
                  <a:lnTo>
                    <a:pt x="385741" y="436658"/>
                  </a:lnTo>
                  <a:lnTo>
                    <a:pt x="385336" y="437310"/>
                  </a:lnTo>
                  <a:lnTo>
                    <a:pt x="384954" y="437962"/>
                  </a:lnTo>
                  <a:lnTo>
                    <a:pt x="384549" y="438637"/>
                  </a:lnTo>
                  <a:lnTo>
                    <a:pt x="384167" y="439289"/>
                  </a:lnTo>
                  <a:lnTo>
                    <a:pt x="383762" y="439941"/>
                  </a:lnTo>
                  <a:lnTo>
                    <a:pt x="383357" y="440616"/>
                  </a:lnTo>
                  <a:lnTo>
                    <a:pt x="382975" y="441268"/>
                  </a:lnTo>
                  <a:lnTo>
                    <a:pt x="382570" y="441920"/>
                  </a:lnTo>
                  <a:lnTo>
                    <a:pt x="382188" y="442572"/>
                  </a:lnTo>
                  <a:lnTo>
                    <a:pt x="381783" y="443225"/>
                  </a:lnTo>
                  <a:lnTo>
                    <a:pt x="381401" y="443899"/>
                  </a:lnTo>
                  <a:lnTo>
                    <a:pt x="380996" y="444552"/>
                  </a:lnTo>
                  <a:lnTo>
                    <a:pt x="380614" y="445204"/>
                  </a:lnTo>
                  <a:lnTo>
                    <a:pt x="380208" y="445856"/>
                  </a:lnTo>
                  <a:lnTo>
                    <a:pt x="379804" y="446508"/>
                  </a:lnTo>
                  <a:lnTo>
                    <a:pt x="379422" y="447183"/>
                  </a:lnTo>
                  <a:lnTo>
                    <a:pt x="379016" y="447835"/>
                  </a:lnTo>
                  <a:lnTo>
                    <a:pt x="378634" y="448487"/>
                  </a:lnTo>
                  <a:lnTo>
                    <a:pt x="378230" y="449139"/>
                  </a:lnTo>
                  <a:lnTo>
                    <a:pt x="377847" y="449814"/>
                  </a:lnTo>
                  <a:lnTo>
                    <a:pt x="377442" y="450466"/>
                  </a:lnTo>
                  <a:lnTo>
                    <a:pt x="377060" y="451141"/>
                  </a:lnTo>
                  <a:lnTo>
                    <a:pt x="376656" y="451816"/>
                  </a:lnTo>
                  <a:lnTo>
                    <a:pt x="376250" y="452468"/>
                  </a:lnTo>
                  <a:lnTo>
                    <a:pt x="375868" y="453143"/>
                  </a:lnTo>
                  <a:lnTo>
                    <a:pt x="375463" y="453795"/>
                  </a:lnTo>
                  <a:lnTo>
                    <a:pt x="375081" y="454469"/>
                  </a:lnTo>
                  <a:lnTo>
                    <a:pt x="374676" y="455144"/>
                  </a:lnTo>
                  <a:lnTo>
                    <a:pt x="374294" y="455796"/>
                  </a:lnTo>
                  <a:lnTo>
                    <a:pt x="373889" y="456471"/>
                  </a:lnTo>
                  <a:lnTo>
                    <a:pt x="373507" y="457123"/>
                  </a:lnTo>
                  <a:lnTo>
                    <a:pt x="373102" y="457798"/>
                  </a:lnTo>
                  <a:lnTo>
                    <a:pt x="372697" y="458450"/>
                  </a:lnTo>
                  <a:lnTo>
                    <a:pt x="372315" y="459102"/>
                  </a:lnTo>
                  <a:lnTo>
                    <a:pt x="371910" y="459777"/>
                  </a:lnTo>
                  <a:lnTo>
                    <a:pt x="371528" y="460429"/>
                  </a:lnTo>
                  <a:lnTo>
                    <a:pt x="371123" y="461081"/>
                  </a:lnTo>
                  <a:lnTo>
                    <a:pt x="370740" y="461734"/>
                  </a:lnTo>
                  <a:lnTo>
                    <a:pt x="370336" y="462386"/>
                  </a:lnTo>
                  <a:lnTo>
                    <a:pt x="369954" y="463038"/>
                  </a:lnTo>
                  <a:lnTo>
                    <a:pt x="369548" y="463690"/>
                  </a:lnTo>
                  <a:lnTo>
                    <a:pt x="369144" y="464342"/>
                  </a:lnTo>
                  <a:lnTo>
                    <a:pt x="368762" y="465017"/>
                  </a:lnTo>
                  <a:lnTo>
                    <a:pt x="368356" y="465669"/>
                  </a:lnTo>
                  <a:lnTo>
                    <a:pt x="367974" y="466321"/>
                  </a:lnTo>
                  <a:lnTo>
                    <a:pt x="367570" y="466974"/>
                  </a:lnTo>
                  <a:lnTo>
                    <a:pt x="367187" y="467626"/>
                  </a:lnTo>
                  <a:lnTo>
                    <a:pt x="366782" y="468278"/>
                  </a:lnTo>
                  <a:lnTo>
                    <a:pt x="366378" y="468930"/>
                  </a:lnTo>
                  <a:lnTo>
                    <a:pt x="365995" y="469582"/>
                  </a:lnTo>
                  <a:lnTo>
                    <a:pt x="365590" y="470235"/>
                  </a:lnTo>
                  <a:lnTo>
                    <a:pt x="365208" y="470864"/>
                  </a:lnTo>
                  <a:lnTo>
                    <a:pt x="364803" y="471517"/>
                  </a:lnTo>
                  <a:lnTo>
                    <a:pt x="364421" y="472169"/>
                  </a:lnTo>
                  <a:lnTo>
                    <a:pt x="364016" y="472821"/>
                  </a:lnTo>
                  <a:lnTo>
                    <a:pt x="363634" y="473451"/>
                  </a:lnTo>
                  <a:lnTo>
                    <a:pt x="363229" y="474103"/>
                  </a:lnTo>
                  <a:lnTo>
                    <a:pt x="362824" y="474733"/>
                  </a:lnTo>
                  <a:lnTo>
                    <a:pt x="362442" y="475385"/>
                  </a:lnTo>
                  <a:lnTo>
                    <a:pt x="362037" y="476014"/>
                  </a:lnTo>
                  <a:lnTo>
                    <a:pt x="361655" y="476644"/>
                  </a:lnTo>
                  <a:lnTo>
                    <a:pt x="361250" y="477274"/>
                  </a:lnTo>
                  <a:lnTo>
                    <a:pt x="360868" y="477904"/>
                  </a:lnTo>
                  <a:lnTo>
                    <a:pt x="360463" y="478533"/>
                  </a:lnTo>
                  <a:lnTo>
                    <a:pt x="360080" y="479163"/>
                  </a:lnTo>
                  <a:lnTo>
                    <a:pt x="359676" y="479793"/>
                  </a:lnTo>
                  <a:lnTo>
                    <a:pt x="359271" y="480422"/>
                  </a:lnTo>
                  <a:lnTo>
                    <a:pt x="358888" y="481030"/>
                  </a:lnTo>
                  <a:lnTo>
                    <a:pt x="358484" y="481659"/>
                  </a:lnTo>
                  <a:lnTo>
                    <a:pt x="358102" y="482267"/>
                  </a:lnTo>
                  <a:lnTo>
                    <a:pt x="357696" y="482896"/>
                  </a:lnTo>
                  <a:lnTo>
                    <a:pt x="357314" y="483504"/>
                  </a:lnTo>
                  <a:lnTo>
                    <a:pt x="356910" y="484111"/>
                  </a:lnTo>
                  <a:lnTo>
                    <a:pt x="356527" y="484718"/>
                  </a:lnTo>
                  <a:lnTo>
                    <a:pt x="356122" y="485325"/>
                  </a:lnTo>
                  <a:lnTo>
                    <a:pt x="355718" y="485932"/>
                  </a:lnTo>
                  <a:lnTo>
                    <a:pt x="355335" y="486540"/>
                  </a:lnTo>
                  <a:lnTo>
                    <a:pt x="354930" y="487124"/>
                  </a:lnTo>
                  <a:lnTo>
                    <a:pt x="354548" y="487732"/>
                  </a:lnTo>
                  <a:lnTo>
                    <a:pt x="354143" y="488316"/>
                  </a:lnTo>
                  <a:lnTo>
                    <a:pt x="353761" y="488923"/>
                  </a:lnTo>
                  <a:lnTo>
                    <a:pt x="353356" y="489508"/>
                  </a:lnTo>
                  <a:lnTo>
                    <a:pt x="352951" y="490093"/>
                  </a:lnTo>
                  <a:lnTo>
                    <a:pt x="352569" y="490700"/>
                  </a:lnTo>
                  <a:lnTo>
                    <a:pt x="352164" y="491285"/>
                  </a:lnTo>
                  <a:lnTo>
                    <a:pt x="351782" y="491870"/>
                  </a:lnTo>
                  <a:lnTo>
                    <a:pt x="351377" y="492432"/>
                  </a:lnTo>
                  <a:lnTo>
                    <a:pt x="350995" y="493017"/>
                  </a:lnTo>
                  <a:lnTo>
                    <a:pt x="350590" y="493579"/>
                  </a:lnTo>
                  <a:lnTo>
                    <a:pt x="350208" y="494164"/>
                  </a:lnTo>
                  <a:lnTo>
                    <a:pt x="349803" y="494726"/>
                  </a:lnTo>
                  <a:lnTo>
                    <a:pt x="349398" y="495288"/>
                  </a:lnTo>
                  <a:lnTo>
                    <a:pt x="349016" y="495850"/>
                  </a:lnTo>
                  <a:lnTo>
                    <a:pt x="348611" y="496413"/>
                  </a:lnTo>
                  <a:lnTo>
                    <a:pt x="348228" y="496975"/>
                  </a:lnTo>
                  <a:lnTo>
                    <a:pt x="347824" y="497537"/>
                  </a:lnTo>
                  <a:lnTo>
                    <a:pt x="347442" y="498077"/>
                  </a:lnTo>
                  <a:lnTo>
                    <a:pt x="347036" y="498639"/>
                  </a:lnTo>
                  <a:lnTo>
                    <a:pt x="346654" y="499179"/>
                  </a:lnTo>
                  <a:lnTo>
                    <a:pt x="346250" y="499741"/>
                  </a:lnTo>
                  <a:lnTo>
                    <a:pt x="345844" y="500281"/>
                  </a:lnTo>
                  <a:lnTo>
                    <a:pt x="345462" y="500820"/>
                  </a:lnTo>
                  <a:lnTo>
                    <a:pt x="345058" y="501360"/>
                  </a:lnTo>
                  <a:lnTo>
                    <a:pt x="344675" y="501900"/>
                  </a:lnTo>
                  <a:lnTo>
                    <a:pt x="344270" y="502440"/>
                  </a:lnTo>
                  <a:lnTo>
                    <a:pt x="343888" y="502979"/>
                  </a:lnTo>
                  <a:lnTo>
                    <a:pt x="343483" y="503519"/>
                  </a:lnTo>
                  <a:lnTo>
                    <a:pt x="343101" y="504059"/>
                  </a:lnTo>
                  <a:lnTo>
                    <a:pt x="342696" y="504576"/>
                  </a:lnTo>
                  <a:lnTo>
                    <a:pt x="342291" y="505116"/>
                  </a:lnTo>
                  <a:lnTo>
                    <a:pt x="341909" y="505633"/>
                  </a:lnTo>
                  <a:lnTo>
                    <a:pt x="341504" y="506173"/>
                  </a:lnTo>
                  <a:lnTo>
                    <a:pt x="341122" y="506690"/>
                  </a:lnTo>
                  <a:lnTo>
                    <a:pt x="340717" y="507207"/>
                  </a:lnTo>
                  <a:lnTo>
                    <a:pt x="340335" y="507725"/>
                  </a:lnTo>
                  <a:lnTo>
                    <a:pt x="339930" y="508242"/>
                  </a:lnTo>
                  <a:lnTo>
                    <a:pt x="339548" y="508759"/>
                  </a:lnTo>
                  <a:lnTo>
                    <a:pt x="339142" y="509277"/>
                  </a:lnTo>
                  <a:lnTo>
                    <a:pt x="338738" y="509794"/>
                  </a:lnTo>
                  <a:lnTo>
                    <a:pt x="338356" y="510311"/>
                  </a:lnTo>
                  <a:lnTo>
                    <a:pt x="337950" y="510806"/>
                  </a:lnTo>
                  <a:lnTo>
                    <a:pt x="337568" y="511323"/>
                  </a:lnTo>
                  <a:lnTo>
                    <a:pt x="337164" y="511818"/>
                  </a:lnTo>
                  <a:lnTo>
                    <a:pt x="336782" y="512313"/>
                  </a:lnTo>
                  <a:lnTo>
                    <a:pt x="336376" y="512807"/>
                  </a:lnTo>
                  <a:lnTo>
                    <a:pt x="335972" y="513302"/>
                  </a:lnTo>
                  <a:lnTo>
                    <a:pt x="335590" y="513797"/>
                  </a:lnTo>
                  <a:lnTo>
                    <a:pt x="335184" y="514292"/>
                  </a:lnTo>
                  <a:lnTo>
                    <a:pt x="334802" y="514764"/>
                  </a:lnTo>
                  <a:lnTo>
                    <a:pt x="334397" y="515259"/>
                  </a:lnTo>
                  <a:lnTo>
                    <a:pt x="334015" y="515731"/>
                  </a:lnTo>
                  <a:lnTo>
                    <a:pt x="333610" y="516226"/>
                  </a:lnTo>
                  <a:lnTo>
                    <a:pt x="333228" y="516698"/>
                  </a:lnTo>
                  <a:lnTo>
                    <a:pt x="332823" y="517170"/>
                  </a:lnTo>
                  <a:lnTo>
                    <a:pt x="332418" y="517643"/>
                  </a:lnTo>
                  <a:lnTo>
                    <a:pt x="332036" y="518115"/>
                  </a:lnTo>
                  <a:lnTo>
                    <a:pt x="331631" y="518587"/>
                  </a:lnTo>
                  <a:lnTo>
                    <a:pt x="331249" y="519060"/>
                  </a:lnTo>
                  <a:lnTo>
                    <a:pt x="330844" y="519532"/>
                  </a:lnTo>
                  <a:lnTo>
                    <a:pt x="330462" y="520004"/>
                  </a:lnTo>
                  <a:lnTo>
                    <a:pt x="330057" y="520476"/>
                  </a:lnTo>
                  <a:lnTo>
                    <a:pt x="329674" y="520926"/>
                  </a:lnTo>
                  <a:lnTo>
                    <a:pt x="329270" y="521398"/>
                  </a:lnTo>
                  <a:lnTo>
                    <a:pt x="328865" y="521848"/>
                  </a:lnTo>
                  <a:lnTo>
                    <a:pt x="328482" y="522320"/>
                  </a:lnTo>
                  <a:lnTo>
                    <a:pt x="328078" y="522770"/>
                  </a:lnTo>
                  <a:lnTo>
                    <a:pt x="327696" y="523243"/>
                  </a:lnTo>
                  <a:lnTo>
                    <a:pt x="327290" y="523692"/>
                  </a:lnTo>
                  <a:lnTo>
                    <a:pt x="326908" y="524142"/>
                  </a:lnTo>
                  <a:lnTo>
                    <a:pt x="326504" y="524592"/>
                  </a:lnTo>
                  <a:lnTo>
                    <a:pt x="326121" y="525064"/>
                  </a:lnTo>
                  <a:lnTo>
                    <a:pt x="325716" y="525514"/>
                  </a:lnTo>
                  <a:lnTo>
                    <a:pt x="325312" y="525964"/>
                  </a:lnTo>
                  <a:lnTo>
                    <a:pt x="324929" y="526414"/>
                  </a:lnTo>
                  <a:lnTo>
                    <a:pt x="324524" y="526863"/>
                  </a:lnTo>
                  <a:lnTo>
                    <a:pt x="324142" y="527313"/>
                  </a:lnTo>
                  <a:lnTo>
                    <a:pt x="323737" y="527763"/>
                  </a:lnTo>
                  <a:lnTo>
                    <a:pt x="323355" y="528213"/>
                  </a:lnTo>
                  <a:lnTo>
                    <a:pt x="322950" y="528663"/>
                  </a:lnTo>
                  <a:lnTo>
                    <a:pt x="322545" y="529112"/>
                  </a:lnTo>
                  <a:lnTo>
                    <a:pt x="322163" y="529540"/>
                  </a:lnTo>
                  <a:lnTo>
                    <a:pt x="321758" y="529989"/>
                  </a:lnTo>
                  <a:lnTo>
                    <a:pt x="321376" y="530439"/>
                  </a:lnTo>
                  <a:lnTo>
                    <a:pt x="320971" y="530867"/>
                  </a:lnTo>
                  <a:lnTo>
                    <a:pt x="320589" y="531294"/>
                  </a:lnTo>
                  <a:lnTo>
                    <a:pt x="320184" y="531721"/>
                  </a:lnTo>
                  <a:lnTo>
                    <a:pt x="319802" y="532148"/>
                  </a:lnTo>
                  <a:lnTo>
                    <a:pt x="319397" y="532576"/>
                  </a:lnTo>
                  <a:lnTo>
                    <a:pt x="318992" y="533003"/>
                  </a:lnTo>
                  <a:lnTo>
                    <a:pt x="318610" y="533430"/>
                  </a:lnTo>
                  <a:lnTo>
                    <a:pt x="318205" y="533835"/>
                  </a:lnTo>
                  <a:lnTo>
                    <a:pt x="317822" y="534262"/>
                  </a:lnTo>
                  <a:lnTo>
                    <a:pt x="317418" y="534667"/>
                  </a:lnTo>
                  <a:lnTo>
                    <a:pt x="317036" y="535072"/>
                  </a:lnTo>
                  <a:lnTo>
                    <a:pt x="316630" y="535477"/>
                  </a:lnTo>
                  <a:lnTo>
                    <a:pt x="316248" y="535882"/>
                  </a:lnTo>
                  <a:lnTo>
                    <a:pt x="315844" y="536287"/>
                  </a:lnTo>
                  <a:lnTo>
                    <a:pt x="315438" y="536669"/>
                  </a:lnTo>
                  <a:lnTo>
                    <a:pt x="315056" y="537074"/>
                  </a:lnTo>
                  <a:lnTo>
                    <a:pt x="314652" y="537456"/>
                  </a:lnTo>
                  <a:lnTo>
                    <a:pt x="314269" y="537838"/>
                  </a:lnTo>
                  <a:lnTo>
                    <a:pt x="313864" y="538221"/>
                  </a:lnTo>
                  <a:lnTo>
                    <a:pt x="313482" y="538603"/>
                  </a:lnTo>
                  <a:lnTo>
                    <a:pt x="313077" y="538985"/>
                  </a:lnTo>
                  <a:lnTo>
                    <a:pt x="312695" y="539345"/>
                  </a:lnTo>
                  <a:lnTo>
                    <a:pt x="312290" y="539727"/>
                  </a:lnTo>
                  <a:lnTo>
                    <a:pt x="311885" y="540087"/>
                  </a:lnTo>
                  <a:lnTo>
                    <a:pt x="311503" y="540447"/>
                  </a:lnTo>
                  <a:lnTo>
                    <a:pt x="311098" y="540807"/>
                  </a:lnTo>
                  <a:lnTo>
                    <a:pt x="310716" y="541167"/>
                  </a:lnTo>
                  <a:lnTo>
                    <a:pt x="310311" y="541504"/>
                  </a:lnTo>
                  <a:lnTo>
                    <a:pt x="309929" y="541864"/>
                  </a:lnTo>
                  <a:lnTo>
                    <a:pt x="309524" y="542224"/>
                  </a:lnTo>
                  <a:lnTo>
                    <a:pt x="309142" y="542561"/>
                  </a:lnTo>
                  <a:lnTo>
                    <a:pt x="308737" y="542921"/>
                  </a:lnTo>
                  <a:lnTo>
                    <a:pt x="308332" y="543258"/>
                  </a:lnTo>
                  <a:lnTo>
                    <a:pt x="307950" y="543596"/>
                  </a:lnTo>
                  <a:lnTo>
                    <a:pt x="307545" y="543933"/>
                  </a:lnTo>
                  <a:lnTo>
                    <a:pt x="307162" y="544270"/>
                  </a:lnTo>
                  <a:lnTo>
                    <a:pt x="306758" y="544608"/>
                  </a:lnTo>
                  <a:lnTo>
                    <a:pt x="306376" y="544945"/>
                  </a:lnTo>
                  <a:lnTo>
                    <a:pt x="305970" y="545260"/>
                  </a:lnTo>
                  <a:lnTo>
                    <a:pt x="305566" y="545597"/>
                  </a:lnTo>
                  <a:lnTo>
                    <a:pt x="305184" y="545912"/>
                  </a:lnTo>
                  <a:lnTo>
                    <a:pt x="304778" y="546249"/>
                  </a:lnTo>
                  <a:lnTo>
                    <a:pt x="304396" y="546564"/>
                  </a:lnTo>
                  <a:lnTo>
                    <a:pt x="303992" y="546879"/>
                  </a:lnTo>
                  <a:lnTo>
                    <a:pt x="303609" y="547194"/>
                  </a:lnTo>
                  <a:lnTo>
                    <a:pt x="303204" y="547509"/>
                  </a:lnTo>
                  <a:lnTo>
                    <a:pt x="302822" y="547824"/>
                  </a:lnTo>
                  <a:lnTo>
                    <a:pt x="302417" y="548139"/>
                  </a:lnTo>
                  <a:lnTo>
                    <a:pt x="302012" y="548431"/>
                  </a:lnTo>
                  <a:lnTo>
                    <a:pt x="301630" y="548746"/>
                  </a:lnTo>
                  <a:lnTo>
                    <a:pt x="301225" y="549038"/>
                  </a:lnTo>
                  <a:lnTo>
                    <a:pt x="300843" y="549331"/>
                  </a:lnTo>
                  <a:lnTo>
                    <a:pt x="300438" y="549623"/>
                  </a:lnTo>
                  <a:lnTo>
                    <a:pt x="300056" y="549915"/>
                  </a:lnTo>
                  <a:lnTo>
                    <a:pt x="299651" y="550208"/>
                  </a:lnTo>
                  <a:lnTo>
                    <a:pt x="299269" y="550500"/>
                  </a:lnTo>
                  <a:lnTo>
                    <a:pt x="298864" y="550770"/>
                  </a:lnTo>
                  <a:lnTo>
                    <a:pt x="298459" y="551062"/>
                  </a:lnTo>
                  <a:lnTo>
                    <a:pt x="298076" y="551332"/>
                  </a:lnTo>
                  <a:lnTo>
                    <a:pt x="297672" y="551602"/>
                  </a:lnTo>
                  <a:lnTo>
                    <a:pt x="297290" y="551872"/>
                  </a:lnTo>
                  <a:lnTo>
                    <a:pt x="296884" y="552119"/>
                  </a:lnTo>
                  <a:lnTo>
                    <a:pt x="296502" y="552389"/>
                  </a:lnTo>
                  <a:lnTo>
                    <a:pt x="296098" y="551692"/>
                  </a:lnTo>
                  <a:lnTo>
                    <a:pt x="295716" y="551535"/>
                  </a:lnTo>
                  <a:lnTo>
                    <a:pt x="295310" y="551804"/>
                  </a:lnTo>
                  <a:lnTo>
                    <a:pt x="294906" y="552052"/>
                  </a:lnTo>
                  <a:lnTo>
                    <a:pt x="294524" y="552322"/>
                  </a:lnTo>
                  <a:lnTo>
                    <a:pt x="294118" y="552591"/>
                  </a:lnTo>
                  <a:lnTo>
                    <a:pt x="293736" y="552839"/>
                  </a:lnTo>
                  <a:lnTo>
                    <a:pt x="293331" y="553086"/>
                  </a:lnTo>
                  <a:lnTo>
                    <a:pt x="292949" y="553334"/>
                  </a:lnTo>
                  <a:lnTo>
                    <a:pt x="292544" y="553559"/>
                  </a:lnTo>
                  <a:lnTo>
                    <a:pt x="292139" y="553806"/>
                  </a:lnTo>
                  <a:lnTo>
                    <a:pt x="291757" y="554031"/>
                  </a:lnTo>
                  <a:lnTo>
                    <a:pt x="291352" y="554256"/>
                  </a:lnTo>
                  <a:lnTo>
                    <a:pt x="290970" y="554481"/>
                  </a:lnTo>
                  <a:lnTo>
                    <a:pt x="290565" y="554705"/>
                  </a:lnTo>
                  <a:lnTo>
                    <a:pt x="290183" y="554930"/>
                  </a:lnTo>
                  <a:lnTo>
                    <a:pt x="289778" y="555133"/>
                  </a:lnTo>
                  <a:lnTo>
                    <a:pt x="289396" y="555358"/>
                  </a:lnTo>
                  <a:lnTo>
                    <a:pt x="288991" y="555583"/>
                  </a:lnTo>
                  <a:lnTo>
                    <a:pt x="288586" y="555785"/>
                  </a:lnTo>
                  <a:lnTo>
                    <a:pt x="288204" y="555987"/>
                  </a:lnTo>
                  <a:lnTo>
                    <a:pt x="287799" y="556190"/>
                  </a:lnTo>
                  <a:lnTo>
                    <a:pt x="287416" y="556392"/>
                  </a:lnTo>
                  <a:lnTo>
                    <a:pt x="287012" y="556595"/>
                  </a:lnTo>
                  <a:lnTo>
                    <a:pt x="286630" y="556797"/>
                  </a:lnTo>
                  <a:lnTo>
                    <a:pt x="286224" y="556977"/>
                  </a:lnTo>
                  <a:lnTo>
                    <a:pt x="285842" y="557179"/>
                  </a:lnTo>
                  <a:lnTo>
                    <a:pt x="285438" y="557359"/>
                  </a:lnTo>
                  <a:lnTo>
                    <a:pt x="285033" y="557562"/>
                  </a:lnTo>
                  <a:lnTo>
                    <a:pt x="284673" y="557742"/>
                  </a:lnTo>
                  <a:lnTo>
                    <a:pt x="284246" y="557922"/>
                  </a:lnTo>
                  <a:lnTo>
                    <a:pt x="283886" y="558101"/>
                  </a:lnTo>
                  <a:lnTo>
                    <a:pt x="283481" y="558259"/>
                  </a:lnTo>
                  <a:lnTo>
                    <a:pt x="283076" y="558439"/>
                  </a:lnTo>
                  <a:lnTo>
                    <a:pt x="282694" y="558619"/>
                  </a:lnTo>
                  <a:lnTo>
                    <a:pt x="282311" y="558776"/>
                  </a:lnTo>
                  <a:lnTo>
                    <a:pt x="281907" y="558934"/>
                  </a:lnTo>
                  <a:lnTo>
                    <a:pt x="281502" y="559091"/>
                  </a:lnTo>
                  <a:lnTo>
                    <a:pt x="281120" y="559248"/>
                  </a:lnTo>
                  <a:lnTo>
                    <a:pt x="280715" y="559406"/>
                  </a:lnTo>
                  <a:lnTo>
                    <a:pt x="280332" y="559541"/>
                  </a:lnTo>
                  <a:lnTo>
                    <a:pt x="279928" y="559698"/>
                  </a:lnTo>
                  <a:lnTo>
                    <a:pt x="279545" y="559833"/>
                  </a:lnTo>
                  <a:lnTo>
                    <a:pt x="279140" y="559968"/>
                  </a:lnTo>
                  <a:lnTo>
                    <a:pt x="278758" y="560103"/>
                  </a:lnTo>
                  <a:lnTo>
                    <a:pt x="278353" y="560215"/>
                  </a:lnTo>
                  <a:lnTo>
                    <a:pt x="277948" y="560350"/>
                  </a:lnTo>
                  <a:lnTo>
                    <a:pt x="277566" y="560463"/>
                  </a:lnTo>
                  <a:lnTo>
                    <a:pt x="277162" y="560575"/>
                  </a:lnTo>
                  <a:lnTo>
                    <a:pt x="276779" y="560688"/>
                  </a:lnTo>
                  <a:lnTo>
                    <a:pt x="276374" y="560800"/>
                  </a:lnTo>
                  <a:lnTo>
                    <a:pt x="275992" y="560890"/>
                  </a:lnTo>
                  <a:lnTo>
                    <a:pt x="275587" y="560913"/>
                  </a:lnTo>
                  <a:lnTo>
                    <a:pt x="275182" y="560935"/>
                  </a:lnTo>
                  <a:lnTo>
                    <a:pt x="274800" y="560935"/>
                  </a:lnTo>
                  <a:lnTo>
                    <a:pt x="274395" y="560935"/>
                  </a:lnTo>
                  <a:lnTo>
                    <a:pt x="274013" y="560935"/>
                  </a:lnTo>
                  <a:lnTo>
                    <a:pt x="273608" y="560935"/>
                  </a:lnTo>
                  <a:lnTo>
                    <a:pt x="273226" y="560935"/>
                  </a:lnTo>
                  <a:lnTo>
                    <a:pt x="272821" y="560913"/>
                  </a:lnTo>
                  <a:lnTo>
                    <a:pt x="272439" y="560913"/>
                  </a:lnTo>
                  <a:lnTo>
                    <a:pt x="272034" y="560890"/>
                  </a:lnTo>
                  <a:lnTo>
                    <a:pt x="271629" y="560868"/>
                  </a:lnTo>
                  <a:lnTo>
                    <a:pt x="271247" y="560823"/>
                  </a:lnTo>
                  <a:lnTo>
                    <a:pt x="270842" y="560800"/>
                  </a:lnTo>
                  <a:lnTo>
                    <a:pt x="270459" y="560755"/>
                  </a:lnTo>
                  <a:lnTo>
                    <a:pt x="270055" y="560710"/>
                  </a:lnTo>
                  <a:lnTo>
                    <a:pt x="269672" y="560665"/>
                  </a:lnTo>
                  <a:lnTo>
                    <a:pt x="269268" y="560598"/>
                  </a:lnTo>
                  <a:lnTo>
                    <a:pt x="268885" y="560553"/>
                  </a:lnTo>
                  <a:lnTo>
                    <a:pt x="268480" y="560485"/>
                  </a:lnTo>
                  <a:lnTo>
                    <a:pt x="268076" y="560418"/>
                  </a:lnTo>
                  <a:lnTo>
                    <a:pt x="267693" y="560350"/>
                  </a:lnTo>
                  <a:lnTo>
                    <a:pt x="267288" y="560260"/>
                  </a:lnTo>
                  <a:lnTo>
                    <a:pt x="266906" y="560193"/>
                  </a:lnTo>
                  <a:lnTo>
                    <a:pt x="266502" y="560103"/>
                  </a:lnTo>
                  <a:lnTo>
                    <a:pt x="266119" y="560013"/>
                  </a:lnTo>
                  <a:lnTo>
                    <a:pt x="265714" y="559901"/>
                  </a:lnTo>
                  <a:lnTo>
                    <a:pt x="265332" y="559811"/>
                  </a:lnTo>
                  <a:lnTo>
                    <a:pt x="264927" y="559698"/>
                  </a:lnTo>
                  <a:lnTo>
                    <a:pt x="264522" y="559586"/>
                  </a:lnTo>
                  <a:lnTo>
                    <a:pt x="264140" y="559473"/>
                  </a:lnTo>
                  <a:lnTo>
                    <a:pt x="263735" y="559338"/>
                  </a:lnTo>
                  <a:lnTo>
                    <a:pt x="263353" y="559203"/>
                  </a:lnTo>
                  <a:lnTo>
                    <a:pt x="262948" y="559068"/>
                  </a:lnTo>
                  <a:lnTo>
                    <a:pt x="262566" y="558934"/>
                  </a:lnTo>
                  <a:lnTo>
                    <a:pt x="262161" y="558776"/>
                  </a:lnTo>
                  <a:lnTo>
                    <a:pt x="261756" y="558641"/>
                  </a:lnTo>
                  <a:lnTo>
                    <a:pt x="261374" y="558484"/>
                  </a:lnTo>
                  <a:lnTo>
                    <a:pt x="260969" y="558326"/>
                  </a:lnTo>
                  <a:lnTo>
                    <a:pt x="260587" y="558169"/>
                  </a:lnTo>
                  <a:lnTo>
                    <a:pt x="260182" y="557989"/>
                  </a:lnTo>
                  <a:lnTo>
                    <a:pt x="259799" y="557832"/>
                  </a:lnTo>
                  <a:lnTo>
                    <a:pt x="259395" y="557652"/>
                  </a:lnTo>
                  <a:lnTo>
                    <a:pt x="259012" y="557472"/>
                  </a:lnTo>
                  <a:lnTo>
                    <a:pt x="258608" y="557269"/>
                  </a:lnTo>
                  <a:lnTo>
                    <a:pt x="258202" y="557089"/>
                  </a:lnTo>
                  <a:lnTo>
                    <a:pt x="257820" y="556887"/>
                  </a:lnTo>
                  <a:lnTo>
                    <a:pt x="257416" y="556685"/>
                  </a:lnTo>
                  <a:lnTo>
                    <a:pt x="257033" y="556482"/>
                  </a:lnTo>
                  <a:lnTo>
                    <a:pt x="256628" y="556280"/>
                  </a:lnTo>
                  <a:lnTo>
                    <a:pt x="256246" y="556055"/>
                  </a:lnTo>
                  <a:lnTo>
                    <a:pt x="255841" y="555830"/>
                  </a:lnTo>
                  <a:lnTo>
                    <a:pt x="255459" y="555605"/>
                  </a:lnTo>
                  <a:lnTo>
                    <a:pt x="255054" y="555380"/>
                  </a:lnTo>
                  <a:lnTo>
                    <a:pt x="254650" y="555133"/>
                  </a:lnTo>
                  <a:lnTo>
                    <a:pt x="254267" y="554885"/>
                  </a:lnTo>
                  <a:lnTo>
                    <a:pt x="253862" y="554638"/>
                  </a:lnTo>
                  <a:lnTo>
                    <a:pt x="253480" y="554391"/>
                  </a:lnTo>
                  <a:lnTo>
                    <a:pt x="253075" y="554121"/>
                  </a:lnTo>
                  <a:lnTo>
                    <a:pt x="252693" y="553873"/>
                  </a:lnTo>
                  <a:lnTo>
                    <a:pt x="252288" y="553604"/>
                  </a:lnTo>
                  <a:lnTo>
                    <a:pt x="251905" y="553334"/>
                  </a:lnTo>
                  <a:lnTo>
                    <a:pt x="251501" y="553041"/>
                  </a:lnTo>
                  <a:lnTo>
                    <a:pt x="251096" y="552771"/>
                  </a:lnTo>
                  <a:lnTo>
                    <a:pt x="250714" y="552479"/>
                  </a:lnTo>
                  <a:lnTo>
                    <a:pt x="250309" y="552187"/>
                  </a:lnTo>
                  <a:lnTo>
                    <a:pt x="249926" y="551894"/>
                  </a:lnTo>
                  <a:lnTo>
                    <a:pt x="249522" y="551579"/>
                  </a:lnTo>
                  <a:lnTo>
                    <a:pt x="249139" y="551287"/>
                  </a:lnTo>
                  <a:lnTo>
                    <a:pt x="248734" y="550950"/>
                  </a:lnTo>
                  <a:lnTo>
                    <a:pt x="248352" y="550635"/>
                  </a:lnTo>
                  <a:lnTo>
                    <a:pt x="247948" y="550320"/>
                  </a:lnTo>
                  <a:lnTo>
                    <a:pt x="247542" y="549983"/>
                  </a:lnTo>
                  <a:lnTo>
                    <a:pt x="247160" y="549645"/>
                  </a:lnTo>
                  <a:lnTo>
                    <a:pt x="246756" y="549286"/>
                  </a:lnTo>
                  <a:lnTo>
                    <a:pt x="246373" y="548948"/>
                  </a:lnTo>
                  <a:lnTo>
                    <a:pt x="245968" y="548588"/>
                  </a:lnTo>
                  <a:lnTo>
                    <a:pt x="245586" y="548229"/>
                  </a:lnTo>
                  <a:lnTo>
                    <a:pt x="245181" y="547869"/>
                  </a:lnTo>
                  <a:lnTo>
                    <a:pt x="244776" y="547486"/>
                  </a:lnTo>
                  <a:lnTo>
                    <a:pt x="244394" y="547127"/>
                  </a:lnTo>
                  <a:lnTo>
                    <a:pt x="243989" y="546744"/>
                  </a:lnTo>
                  <a:lnTo>
                    <a:pt x="243607" y="546339"/>
                  </a:lnTo>
                  <a:lnTo>
                    <a:pt x="243202" y="545957"/>
                  </a:lnTo>
                  <a:lnTo>
                    <a:pt x="242820" y="545552"/>
                  </a:lnTo>
                  <a:lnTo>
                    <a:pt x="242415" y="545147"/>
                  </a:lnTo>
                  <a:lnTo>
                    <a:pt x="242033" y="544743"/>
                  </a:lnTo>
                  <a:lnTo>
                    <a:pt x="241628" y="544315"/>
                  </a:lnTo>
                  <a:lnTo>
                    <a:pt x="241223" y="543888"/>
                  </a:lnTo>
                  <a:lnTo>
                    <a:pt x="240841" y="543438"/>
                  </a:lnTo>
                  <a:lnTo>
                    <a:pt x="240436" y="542988"/>
                  </a:lnTo>
                  <a:lnTo>
                    <a:pt x="240054" y="542539"/>
                  </a:lnTo>
                  <a:lnTo>
                    <a:pt x="239649" y="542089"/>
                  </a:lnTo>
                  <a:lnTo>
                    <a:pt x="239266" y="541617"/>
                  </a:lnTo>
                  <a:lnTo>
                    <a:pt x="238862" y="541144"/>
                  </a:lnTo>
                  <a:lnTo>
                    <a:pt x="238479" y="540649"/>
                  </a:lnTo>
                  <a:lnTo>
                    <a:pt x="238074" y="540155"/>
                  </a:lnTo>
                  <a:lnTo>
                    <a:pt x="237670" y="539660"/>
                  </a:lnTo>
                  <a:lnTo>
                    <a:pt x="237287" y="539165"/>
                  </a:lnTo>
                  <a:lnTo>
                    <a:pt x="236882" y="538648"/>
                  </a:lnTo>
                  <a:lnTo>
                    <a:pt x="236500" y="538108"/>
                  </a:lnTo>
                  <a:lnTo>
                    <a:pt x="236096" y="537591"/>
                  </a:lnTo>
                  <a:lnTo>
                    <a:pt x="235713" y="537051"/>
                  </a:lnTo>
                  <a:lnTo>
                    <a:pt x="235308" y="536489"/>
                  </a:lnTo>
                  <a:lnTo>
                    <a:pt x="234926" y="535949"/>
                  </a:lnTo>
                  <a:lnTo>
                    <a:pt x="234521" y="535387"/>
                  </a:lnTo>
                  <a:lnTo>
                    <a:pt x="234116" y="534802"/>
                  </a:lnTo>
                  <a:lnTo>
                    <a:pt x="233734" y="534240"/>
                  </a:lnTo>
                  <a:lnTo>
                    <a:pt x="233329" y="533655"/>
                  </a:lnTo>
                  <a:lnTo>
                    <a:pt x="232947" y="533048"/>
                  </a:lnTo>
                  <a:lnTo>
                    <a:pt x="232542" y="532463"/>
                  </a:lnTo>
                  <a:lnTo>
                    <a:pt x="232160" y="531834"/>
                  </a:lnTo>
                  <a:lnTo>
                    <a:pt x="231755" y="531226"/>
                  </a:lnTo>
                  <a:lnTo>
                    <a:pt x="231350" y="530597"/>
                  </a:lnTo>
                  <a:lnTo>
                    <a:pt x="230968" y="529967"/>
                  </a:lnTo>
                  <a:lnTo>
                    <a:pt x="230563" y="529337"/>
                  </a:lnTo>
                  <a:lnTo>
                    <a:pt x="230181" y="528685"/>
                  </a:lnTo>
                  <a:lnTo>
                    <a:pt x="229776" y="528033"/>
                  </a:lnTo>
                  <a:lnTo>
                    <a:pt x="229394" y="527358"/>
                  </a:lnTo>
                  <a:lnTo>
                    <a:pt x="228989" y="526683"/>
                  </a:lnTo>
                  <a:lnTo>
                    <a:pt x="228606" y="526009"/>
                  </a:lnTo>
                  <a:lnTo>
                    <a:pt x="228202" y="525334"/>
                  </a:lnTo>
                  <a:lnTo>
                    <a:pt x="227797" y="524637"/>
                  </a:lnTo>
                  <a:lnTo>
                    <a:pt x="227414" y="523940"/>
                  </a:lnTo>
                  <a:lnTo>
                    <a:pt x="227010" y="523220"/>
                  </a:lnTo>
                  <a:lnTo>
                    <a:pt x="226627" y="522500"/>
                  </a:lnTo>
                  <a:lnTo>
                    <a:pt x="226222" y="521781"/>
                  </a:lnTo>
                  <a:lnTo>
                    <a:pt x="225840" y="521039"/>
                  </a:lnTo>
                  <a:lnTo>
                    <a:pt x="225436" y="520296"/>
                  </a:lnTo>
                  <a:lnTo>
                    <a:pt x="225053" y="519532"/>
                  </a:lnTo>
                  <a:lnTo>
                    <a:pt x="224648" y="518767"/>
                  </a:lnTo>
                  <a:lnTo>
                    <a:pt x="224244" y="518003"/>
                  </a:lnTo>
                  <a:lnTo>
                    <a:pt x="223861" y="517238"/>
                  </a:lnTo>
                  <a:lnTo>
                    <a:pt x="223456" y="516451"/>
                  </a:lnTo>
                  <a:lnTo>
                    <a:pt x="223074" y="515641"/>
                  </a:lnTo>
                  <a:lnTo>
                    <a:pt x="222669" y="514831"/>
                  </a:lnTo>
                  <a:lnTo>
                    <a:pt x="222287" y="514022"/>
                  </a:lnTo>
                  <a:lnTo>
                    <a:pt x="221882" y="513212"/>
                  </a:lnTo>
                  <a:lnTo>
                    <a:pt x="221500" y="512380"/>
                  </a:lnTo>
                  <a:lnTo>
                    <a:pt x="221095" y="511526"/>
                  </a:lnTo>
                  <a:lnTo>
                    <a:pt x="220690" y="510693"/>
                  </a:lnTo>
                  <a:lnTo>
                    <a:pt x="220308" y="509839"/>
                  </a:lnTo>
                  <a:lnTo>
                    <a:pt x="219903" y="508962"/>
                  </a:lnTo>
                  <a:lnTo>
                    <a:pt x="219521" y="508107"/>
                  </a:lnTo>
                  <a:lnTo>
                    <a:pt x="219116" y="507230"/>
                  </a:lnTo>
                  <a:lnTo>
                    <a:pt x="218733" y="506330"/>
                  </a:lnTo>
                  <a:lnTo>
                    <a:pt x="218329" y="505431"/>
                  </a:lnTo>
                  <a:lnTo>
                    <a:pt x="217946" y="504531"/>
                  </a:lnTo>
                  <a:lnTo>
                    <a:pt x="217542" y="503632"/>
                  </a:lnTo>
                  <a:lnTo>
                    <a:pt x="217136" y="502710"/>
                  </a:lnTo>
                  <a:lnTo>
                    <a:pt x="216754" y="501765"/>
                  </a:lnTo>
                  <a:lnTo>
                    <a:pt x="216350" y="500843"/>
                  </a:lnTo>
                  <a:lnTo>
                    <a:pt x="215967" y="499876"/>
                  </a:lnTo>
                  <a:lnTo>
                    <a:pt x="215562" y="498931"/>
                  </a:lnTo>
                  <a:lnTo>
                    <a:pt x="215180" y="497964"/>
                  </a:lnTo>
                  <a:lnTo>
                    <a:pt x="214776" y="496975"/>
                  </a:lnTo>
                  <a:lnTo>
                    <a:pt x="214370" y="495985"/>
                  </a:lnTo>
                  <a:lnTo>
                    <a:pt x="213988" y="494996"/>
                  </a:lnTo>
                  <a:lnTo>
                    <a:pt x="213584" y="493984"/>
                  </a:lnTo>
                  <a:lnTo>
                    <a:pt x="213201" y="492972"/>
                  </a:lnTo>
                  <a:lnTo>
                    <a:pt x="212796" y="491937"/>
                  </a:lnTo>
                  <a:lnTo>
                    <a:pt x="212414" y="490903"/>
                  </a:lnTo>
                  <a:lnTo>
                    <a:pt x="212009" y="489846"/>
                  </a:lnTo>
                  <a:lnTo>
                    <a:pt x="211627" y="488789"/>
                  </a:lnTo>
                  <a:lnTo>
                    <a:pt x="211222" y="487709"/>
                  </a:lnTo>
                  <a:lnTo>
                    <a:pt x="210817" y="486630"/>
                  </a:lnTo>
                  <a:lnTo>
                    <a:pt x="210435" y="485528"/>
                  </a:lnTo>
                  <a:lnTo>
                    <a:pt x="210030" y="484426"/>
                  </a:lnTo>
                  <a:lnTo>
                    <a:pt x="209648" y="483301"/>
                  </a:lnTo>
                  <a:lnTo>
                    <a:pt x="209243" y="482177"/>
                  </a:lnTo>
                  <a:lnTo>
                    <a:pt x="208860" y="481030"/>
                  </a:lnTo>
                  <a:lnTo>
                    <a:pt x="208456" y="479883"/>
                  </a:lnTo>
                  <a:lnTo>
                    <a:pt x="208073" y="478736"/>
                  </a:lnTo>
                  <a:lnTo>
                    <a:pt x="207668" y="477566"/>
                  </a:lnTo>
                  <a:lnTo>
                    <a:pt x="207264" y="476374"/>
                  </a:lnTo>
                  <a:lnTo>
                    <a:pt x="206882" y="475182"/>
                  </a:lnTo>
                  <a:lnTo>
                    <a:pt x="206476" y="473968"/>
                  </a:lnTo>
                  <a:lnTo>
                    <a:pt x="206094" y="472731"/>
                  </a:lnTo>
                  <a:lnTo>
                    <a:pt x="205690" y="471517"/>
                  </a:lnTo>
                  <a:lnTo>
                    <a:pt x="205307" y="470257"/>
                  </a:lnTo>
                  <a:lnTo>
                    <a:pt x="204902" y="468998"/>
                  </a:lnTo>
                  <a:lnTo>
                    <a:pt x="204520" y="467738"/>
                  </a:lnTo>
                  <a:lnTo>
                    <a:pt x="204115" y="466456"/>
                  </a:lnTo>
                  <a:lnTo>
                    <a:pt x="203710" y="465152"/>
                  </a:lnTo>
                  <a:lnTo>
                    <a:pt x="203328" y="463848"/>
                  </a:lnTo>
                  <a:lnTo>
                    <a:pt x="202923" y="462521"/>
                  </a:lnTo>
                  <a:lnTo>
                    <a:pt x="202541" y="461216"/>
                  </a:lnTo>
                  <a:lnTo>
                    <a:pt x="202136" y="459867"/>
                  </a:lnTo>
                  <a:lnTo>
                    <a:pt x="201754" y="458495"/>
                  </a:lnTo>
                  <a:lnTo>
                    <a:pt x="201349" y="457123"/>
                  </a:lnTo>
                  <a:lnTo>
                    <a:pt x="200944" y="455751"/>
                  </a:lnTo>
                  <a:lnTo>
                    <a:pt x="200562" y="454357"/>
                  </a:lnTo>
                  <a:lnTo>
                    <a:pt x="200157" y="452940"/>
                  </a:lnTo>
                  <a:lnTo>
                    <a:pt x="199775" y="451523"/>
                  </a:lnTo>
                  <a:lnTo>
                    <a:pt x="199370" y="450084"/>
                  </a:lnTo>
                  <a:lnTo>
                    <a:pt x="198988" y="448645"/>
                  </a:lnTo>
                  <a:lnTo>
                    <a:pt x="198583" y="447183"/>
                  </a:lnTo>
                  <a:lnTo>
                    <a:pt x="198200" y="445721"/>
                  </a:lnTo>
                  <a:lnTo>
                    <a:pt x="197796" y="444259"/>
                  </a:lnTo>
                  <a:lnTo>
                    <a:pt x="197391" y="442775"/>
                  </a:lnTo>
                  <a:lnTo>
                    <a:pt x="197008" y="441268"/>
                  </a:lnTo>
                  <a:lnTo>
                    <a:pt x="196604" y="439761"/>
                  </a:lnTo>
                  <a:lnTo>
                    <a:pt x="196222" y="438254"/>
                  </a:lnTo>
                  <a:lnTo>
                    <a:pt x="195816" y="436725"/>
                  </a:lnTo>
                  <a:lnTo>
                    <a:pt x="195434" y="435196"/>
                  </a:lnTo>
                  <a:lnTo>
                    <a:pt x="195030" y="433644"/>
                  </a:lnTo>
                  <a:lnTo>
                    <a:pt x="194647" y="432070"/>
                  </a:lnTo>
                  <a:lnTo>
                    <a:pt x="194242" y="430518"/>
                  </a:lnTo>
                  <a:lnTo>
                    <a:pt x="193838" y="428921"/>
                  </a:lnTo>
                  <a:lnTo>
                    <a:pt x="193455" y="427325"/>
                  </a:lnTo>
                  <a:lnTo>
                    <a:pt x="193050" y="425728"/>
                  </a:lnTo>
                  <a:lnTo>
                    <a:pt x="192668" y="424109"/>
                  </a:lnTo>
                  <a:lnTo>
                    <a:pt x="192263" y="422489"/>
                  </a:lnTo>
                  <a:lnTo>
                    <a:pt x="191881" y="420848"/>
                  </a:lnTo>
                  <a:lnTo>
                    <a:pt x="191476" y="419183"/>
                  </a:lnTo>
                  <a:lnTo>
                    <a:pt x="191094" y="417519"/>
                  </a:lnTo>
                  <a:lnTo>
                    <a:pt x="190689" y="415832"/>
                  </a:lnTo>
                  <a:lnTo>
                    <a:pt x="190284" y="414146"/>
                  </a:lnTo>
                  <a:lnTo>
                    <a:pt x="189902" y="412436"/>
                  </a:lnTo>
                  <a:lnTo>
                    <a:pt x="189497" y="410727"/>
                  </a:lnTo>
                  <a:lnTo>
                    <a:pt x="189115" y="408996"/>
                  </a:lnTo>
                  <a:lnTo>
                    <a:pt x="188710" y="407241"/>
                  </a:lnTo>
                  <a:lnTo>
                    <a:pt x="188328" y="405487"/>
                  </a:lnTo>
                  <a:lnTo>
                    <a:pt x="187923" y="403710"/>
                  </a:lnTo>
                  <a:lnTo>
                    <a:pt x="187540" y="401934"/>
                  </a:lnTo>
                  <a:lnTo>
                    <a:pt x="187136" y="400135"/>
                  </a:lnTo>
                  <a:lnTo>
                    <a:pt x="186731" y="398335"/>
                  </a:lnTo>
                  <a:lnTo>
                    <a:pt x="186348" y="396514"/>
                  </a:lnTo>
                  <a:lnTo>
                    <a:pt x="185944" y="394670"/>
                  </a:lnTo>
                  <a:lnTo>
                    <a:pt x="185561" y="392826"/>
                  </a:lnTo>
                  <a:lnTo>
                    <a:pt x="185156" y="390959"/>
                  </a:lnTo>
                  <a:lnTo>
                    <a:pt x="184774" y="389092"/>
                  </a:lnTo>
                  <a:lnTo>
                    <a:pt x="184370" y="387203"/>
                  </a:lnTo>
                  <a:lnTo>
                    <a:pt x="183964" y="385314"/>
                  </a:lnTo>
                  <a:lnTo>
                    <a:pt x="183582" y="383402"/>
                  </a:lnTo>
                  <a:lnTo>
                    <a:pt x="183178" y="381491"/>
                  </a:lnTo>
                  <a:lnTo>
                    <a:pt x="182795" y="379557"/>
                  </a:lnTo>
                  <a:lnTo>
                    <a:pt x="182390" y="377623"/>
                  </a:lnTo>
                  <a:lnTo>
                    <a:pt x="182008" y="375666"/>
                  </a:lnTo>
                  <a:lnTo>
                    <a:pt x="181603" y="373687"/>
                  </a:lnTo>
                  <a:lnTo>
                    <a:pt x="181221" y="371708"/>
                  </a:lnTo>
                  <a:lnTo>
                    <a:pt x="180816" y="369729"/>
                  </a:lnTo>
                  <a:lnTo>
                    <a:pt x="180411" y="367727"/>
                  </a:lnTo>
                  <a:lnTo>
                    <a:pt x="180029" y="365703"/>
                  </a:lnTo>
                  <a:lnTo>
                    <a:pt x="179624" y="363679"/>
                  </a:lnTo>
                  <a:lnTo>
                    <a:pt x="179242" y="361655"/>
                  </a:lnTo>
                  <a:lnTo>
                    <a:pt x="178837" y="359586"/>
                  </a:lnTo>
                  <a:lnTo>
                    <a:pt x="178455" y="357539"/>
                  </a:lnTo>
                  <a:lnTo>
                    <a:pt x="178050" y="355448"/>
                  </a:lnTo>
                  <a:lnTo>
                    <a:pt x="177668" y="353379"/>
                  </a:lnTo>
                  <a:lnTo>
                    <a:pt x="177263" y="351265"/>
                  </a:lnTo>
                  <a:lnTo>
                    <a:pt x="176858" y="349151"/>
                  </a:lnTo>
                  <a:lnTo>
                    <a:pt x="176476" y="347037"/>
                  </a:lnTo>
                  <a:lnTo>
                    <a:pt x="176070" y="344900"/>
                  </a:lnTo>
                  <a:lnTo>
                    <a:pt x="175688" y="342764"/>
                  </a:lnTo>
                  <a:lnTo>
                    <a:pt x="175284" y="340627"/>
                  </a:lnTo>
                  <a:lnTo>
                    <a:pt x="174901" y="338468"/>
                  </a:lnTo>
                  <a:lnTo>
                    <a:pt x="174496" y="336287"/>
                  </a:lnTo>
                  <a:lnTo>
                    <a:pt x="174114" y="334105"/>
                  </a:lnTo>
                  <a:lnTo>
                    <a:pt x="173710" y="331901"/>
                  </a:lnTo>
                  <a:lnTo>
                    <a:pt x="173304" y="329697"/>
                  </a:lnTo>
                  <a:lnTo>
                    <a:pt x="172922" y="327493"/>
                  </a:lnTo>
                  <a:lnTo>
                    <a:pt x="172518" y="325267"/>
                  </a:lnTo>
                  <a:lnTo>
                    <a:pt x="172135" y="323018"/>
                  </a:lnTo>
                  <a:lnTo>
                    <a:pt x="171730" y="320769"/>
                  </a:lnTo>
                  <a:lnTo>
                    <a:pt x="171348" y="318520"/>
                  </a:lnTo>
                  <a:lnTo>
                    <a:pt x="170943" y="316248"/>
                  </a:lnTo>
                  <a:lnTo>
                    <a:pt x="170538" y="313977"/>
                  </a:lnTo>
                  <a:lnTo>
                    <a:pt x="170156" y="311683"/>
                  </a:lnTo>
                  <a:lnTo>
                    <a:pt x="169751" y="309389"/>
                  </a:lnTo>
                  <a:lnTo>
                    <a:pt x="169369" y="307073"/>
                  </a:lnTo>
                  <a:lnTo>
                    <a:pt x="168964" y="304756"/>
                  </a:lnTo>
                  <a:lnTo>
                    <a:pt x="168582" y="302440"/>
                  </a:lnTo>
                  <a:lnTo>
                    <a:pt x="168177" y="300123"/>
                  </a:lnTo>
                  <a:lnTo>
                    <a:pt x="167794" y="297785"/>
                  </a:lnTo>
                  <a:lnTo>
                    <a:pt x="167390" y="295423"/>
                  </a:lnTo>
                  <a:lnTo>
                    <a:pt x="166985" y="293084"/>
                  </a:lnTo>
                  <a:lnTo>
                    <a:pt x="166602" y="290700"/>
                  </a:lnTo>
                  <a:lnTo>
                    <a:pt x="166198" y="288339"/>
                  </a:lnTo>
                  <a:lnTo>
                    <a:pt x="165816" y="285955"/>
                  </a:lnTo>
                  <a:lnTo>
                    <a:pt x="165433" y="283571"/>
                  </a:lnTo>
                  <a:lnTo>
                    <a:pt x="165028" y="281165"/>
                  </a:lnTo>
                  <a:lnTo>
                    <a:pt x="164624" y="278758"/>
                  </a:lnTo>
                  <a:lnTo>
                    <a:pt x="164263" y="276352"/>
                  </a:lnTo>
                  <a:lnTo>
                    <a:pt x="163859" y="273923"/>
                  </a:lnTo>
                  <a:lnTo>
                    <a:pt x="163454" y="271494"/>
                  </a:lnTo>
                  <a:lnTo>
                    <a:pt x="163071" y="269043"/>
                  </a:lnTo>
                  <a:lnTo>
                    <a:pt x="162667" y="266591"/>
                  </a:lnTo>
                  <a:lnTo>
                    <a:pt x="162285" y="264140"/>
                  </a:lnTo>
                  <a:lnTo>
                    <a:pt x="161880" y="261666"/>
                  </a:lnTo>
                  <a:lnTo>
                    <a:pt x="161497" y="259192"/>
                  </a:lnTo>
                  <a:lnTo>
                    <a:pt x="161093" y="256719"/>
                  </a:lnTo>
                  <a:lnTo>
                    <a:pt x="160710" y="254245"/>
                  </a:lnTo>
                  <a:lnTo>
                    <a:pt x="160305" y="251748"/>
                  </a:lnTo>
                  <a:lnTo>
                    <a:pt x="159901" y="249252"/>
                  </a:lnTo>
                  <a:lnTo>
                    <a:pt x="159518" y="246756"/>
                  </a:lnTo>
                  <a:lnTo>
                    <a:pt x="159114" y="244259"/>
                  </a:lnTo>
                  <a:lnTo>
                    <a:pt x="158731" y="241740"/>
                  </a:lnTo>
                  <a:lnTo>
                    <a:pt x="158326" y="239222"/>
                  </a:lnTo>
                  <a:lnTo>
                    <a:pt x="157944" y="236703"/>
                  </a:lnTo>
                  <a:lnTo>
                    <a:pt x="157539" y="234184"/>
                  </a:lnTo>
                  <a:lnTo>
                    <a:pt x="157157" y="231643"/>
                  </a:lnTo>
                  <a:lnTo>
                    <a:pt x="156752" y="229124"/>
                  </a:lnTo>
                  <a:lnTo>
                    <a:pt x="156347" y="226583"/>
                  </a:lnTo>
                  <a:lnTo>
                    <a:pt x="155965" y="224041"/>
                  </a:lnTo>
                  <a:lnTo>
                    <a:pt x="155560" y="221522"/>
                  </a:lnTo>
                  <a:lnTo>
                    <a:pt x="155178" y="218959"/>
                  </a:lnTo>
                  <a:lnTo>
                    <a:pt x="154773" y="216417"/>
                  </a:lnTo>
                  <a:lnTo>
                    <a:pt x="154391" y="213876"/>
                  </a:lnTo>
                  <a:lnTo>
                    <a:pt x="153986" y="211312"/>
                  </a:lnTo>
                  <a:lnTo>
                    <a:pt x="153581" y="208771"/>
                  </a:lnTo>
                  <a:lnTo>
                    <a:pt x="153199" y="206207"/>
                  </a:lnTo>
                  <a:lnTo>
                    <a:pt x="152794" y="203643"/>
                  </a:lnTo>
                  <a:lnTo>
                    <a:pt x="152411" y="201102"/>
                  </a:lnTo>
                  <a:lnTo>
                    <a:pt x="152007" y="198538"/>
                  </a:lnTo>
                  <a:lnTo>
                    <a:pt x="151625" y="195974"/>
                  </a:lnTo>
                  <a:lnTo>
                    <a:pt x="151220" y="193410"/>
                  </a:lnTo>
                  <a:lnTo>
                    <a:pt x="150837" y="190847"/>
                  </a:lnTo>
                  <a:lnTo>
                    <a:pt x="150433" y="188283"/>
                  </a:lnTo>
                  <a:lnTo>
                    <a:pt x="150028" y="185741"/>
                  </a:lnTo>
                  <a:lnTo>
                    <a:pt x="149645" y="183178"/>
                  </a:lnTo>
                  <a:lnTo>
                    <a:pt x="149241" y="180614"/>
                  </a:lnTo>
                  <a:lnTo>
                    <a:pt x="148858" y="178050"/>
                  </a:lnTo>
                  <a:lnTo>
                    <a:pt x="148453" y="175509"/>
                  </a:lnTo>
                  <a:lnTo>
                    <a:pt x="148071" y="170201"/>
                  </a:lnTo>
                  <a:lnTo>
                    <a:pt x="147666" y="165613"/>
                  </a:lnTo>
                  <a:lnTo>
                    <a:pt x="147284" y="163162"/>
                  </a:lnTo>
                  <a:lnTo>
                    <a:pt x="146879" y="160688"/>
                  </a:lnTo>
                  <a:lnTo>
                    <a:pt x="146474" y="158237"/>
                  </a:lnTo>
                  <a:lnTo>
                    <a:pt x="146092" y="155785"/>
                  </a:lnTo>
                  <a:lnTo>
                    <a:pt x="145687" y="153334"/>
                  </a:lnTo>
                  <a:lnTo>
                    <a:pt x="145305" y="150883"/>
                  </a:lnTo>
                  <a:lnTo>
                    <a:pt x="144900" y="148431"/>
                  </a:lnTo>
                  <a:lnTo>
                    <a:pt x="144518" y="146002"/>
                  </a:lnTo>
                  <a:lnTo>
                    <a:pt x="144113" y="143573"/>
                  </a:lnTo>
                  <a:lnTo>
                    <a:pt x="143731" y="141167"/>
                  </a:lnTo>
                  <a:lnTo>
                    <a:pt x="143326" y="138761"/>
                  </a:lnTo>
                  <a:lnTo>
                    <a:pt x="142921" y="136354"/>
                  </a:lnTo>
                  <a:lnTo>
                    <a:pt x="142539" y="133948"/>
                  </a:lnTo>
                  <a:lnTo>
                    <a:pt x="142134" y="131564"/>
                  </a:lnTo>
                  <a:lnTo>
                    <a:pt x="141751" y="129203"/>
                  </a:lnTo>
                  <a:lnTo>
                    <a:pt x="141347" y="126841"/>
                  </a:lnTo>
                  <a:lnTo>
                    <a:pt x="140965" y="124480"/>
                  </a:lnTo>
                  <a:lnTo>
                    <a:pt x="140560" y="122163"/>
                  </a:lnTo>
                  <a:lnTo>
                    <a:pt x="140155" y="119824"/>
                  </a:lnTo>
                  <a:lnTo>
                    <a:pt x="139773" y="117531"/>
                  </a:lnTo>
                  <a:lnTo>
                    <a:pt x="139368" y="115237"/>
                  </a:lnTo>
                  <a:lnTo>
                    <a:pt x="138985" y="112943"/>
                  </a:lnTo>
                  <a:lnTo>
                    <a:pt x="138581" y="110671"/>
                  </a:lnTo>
                  <a:lnTo>
                    <a:pt x="138198" y="108422"/>
                  </a:lnTo>
                  <a:lnTo>
                    <a:pt x="137793" y="106173"/>
                  </a:lnTo>
                  <a:lnTo>
                    <a:pt x="137411" y="103969"/>
                  </a:lnTo>
                  <a:lnTo>
                    <a:pt x="137006" y="101788"/>
                  </a:lnTo>
                  <a:lnTo>
                    <a:pt x="136602" y="99584"/>
                  </a:lnTo>
                  <a:lnTo>
                    <a:pt x="136219" y="97402"/>
                  </a:lnTo>
                  <a:lnTo>
                    <a:pt x="135814" y="95266"/>
                  </a:lnTo>
                  <a:lnTo>
                    <a:pt x="135432" y="93107"/>
                  </a:lnTo>
                  <a:lnTo>
                    <a:pt x="135027" y="90993"/>
                  </a:lnTo>
                  <a:lnTo>
                    <a:pt x="134645" y="88901"/>
                  </a:lnTo>
                  <a:lnTo>
                    <a:pt x="134240" y="86810"/>
                  </a:lnTo>
                  <a:lnTo>
                    <a:pt x="133858" y="84741"/>
                  </a:lnTo>
                  <a:lnTo>
                    <a:pt x="133453" y="82694"/>
                  </a:lnTo>
                  <a:lnTo>
                    <a:pt x="133048" y="80670"/>
                  </a:lnTo>
                  <a:lnTo>
                    <a:pt x="132666" y="78646"/>
                  </a:lnTo>
                  <a:lnTo>
                    <a:pt x="132261" y="76667"/>
                  </a:lnTo>
                  <a:lnTo>
                    <a:pt x="131879" y="74688"/>
                  </a:lnTo>
                  <a:lnTo>
                    <a:pt x="131474" y="72754"/>
                  </a:lnTo>
                  <a:lnTo>
                    <a:pt x="131091" y="70820"/>
                  </a:lnTo>
                  <a:lnTo>
                    <a:pt x="130687" y="68908"/>
                  </a:lnTo>
                  <a:lnTo>
                    <a:pt x="130305" y="67019"/>
                  </a:lnTo>
                  <a:lnTo>
                    <a:pt x="129899" y="65152"/>
                  </a:lnTo>
                  <a:lnTo>
                    <a:pt x="129495" y="63308"/>
                  </a:lnTo>
                  <a:lnTo>
                    <a:pt x="129113" y="61487"/>
                  </a:lnTo>
                  <a:lnTo>
                    <a:pt x="128708" y="59710"/>
                  </a:lnTo>
                  <a:lnTo>
                    <a:pt x="128325" y="57933"/>
                  </a:lnTo>
                  <a:lnTo>
                    <a:pt x="127920" y="56179"/>
                  </a:lnTo>
                  <a:lnTo>
                    <a:pt x="127538" y="54470"/>
                  </a:lnTo>
                  <a:lnTo>
                    <a:pt x="127133" y="52761"/>
                  </a:lnTo>
                  <a:lnTo>
                    <a:pt x="126751" y="51074"/>
                  </a:lnTo>
                  <a:lnTo>
                    <a:pt x="126346" y="49432"/>
                  </a:lnTo>
                  <a:lnTo>
                    <a:pt x="125942" y="47813"/>
                  </a:lnTo>
                  <a:lnTo>
                    <a:pt x="125559" y="46216"/>
                  </a:lnTo>
                  <a:lnTo>
                    <a:pt x="125154" y="44642"/>
                  </a:lnTo>
                  <a:lnTo>
                    <a:pt x="124772" y="43113"/>
                  </a:lnTo>
                  <a:lnTo>
                    <a:pt x="124367" y="41583"/>
                  </a:lnTo>
                  <a:lnTo>
                    <a:pt x="123985" y="40099"/>
                  </a:lnTo>
                  <a:lnTo>
                    <a:pt x="123580" y="38637"/>
                  </a:lnTo>
                  <a:lnTo>
                    <a:pt x="123175" y="37198"/>
                  </a:lnTo>
                  <a:lnTo>
                    <a:pt x="122793" y="35803"/>
                  </a:lnTo>
                  <a:lnTo>
                    <a:pt x="122388" y="34409"/>
                  </a:lnTo>
                  <a:lnTo>
                    <a:pt x="122006" y="33060"/>
                  </a:lnTo>
                  <a:lnTo>
                    <a:pt x="121601" y="31733"/>
                  </a:lnTo>
                  <a:lnTo>
                    <a:pt x="121219" y="30451"/>
                  </a:lnTo>
                  <a:lnTo>
                    <a:pt x="120814" y="29191"/>
                  </a:lnTo>
                  <a:lnTo>
                    <a:pt x="120431" y="27955"/>
                  </a:lnTo>
                  <a:lnTo>
                    <a:pt x="120027" y="26740"/>
                  </a:lnTo>
                  <a:lnTo>
                    <a:pt x="119622" y="25571"/>
                  </a:lnTo>
                  <a:lnTo>
                    <a:pt x="119239" y="24401"/>
                  </a:lnTo>
                  <a:lnTo>
                    <a:pt x="118835" y="23299"/>
                  </a:lnTo>
                  <a:lnTo>
                    <a:pt x="118452" y="22197"/>
                  </a:lnTo>
                  <a:lnTo>
                    <a:pt x="118048" y="21140"/>
                  </a:lnTo>
                  <a:lnTo>
                    <a:pt x="117665" y="20106"/>
                  </a:lnTo>
                  <a:lnTo>
                    <a:pt x="117260" y="19094"/>
                  </a:lnTo>
                  <a:lnTo>
                    <a:pt x="116878" y="18127"/>
                  </a:lnTo>
                  <a:lnTo>
                    <a:pt x="116473" y="17160"/>
                  </a:lnTo>
                  <a:lnTo>
                    <a:pt x="116068" y="16237"/>
                  </a:lnTo>
                  <a:lnTo>
                    <a:pt x="115686" y="15360"/>
                  </a:lnTo>
                  <a:lnTo>
                    <a:pt x="115281" y="14483"/>
                  </a:lnTo>
                  <a:lnTo>
                    <a:pt x="114899" y="13651"/>
                  </a:lnTo>
                  <a:lnTo>
                    <a:pt x="114494" y="12842"/>
                  </a:lnTo>
                  <a:lnTo>
                    <a:pt x="114112" y="12054"/>
                  </a:lnTo>
                  <a:lnTo>
                    <a:pt x="113707" y="11312"/>
                  </a:lnTo>
                  <a:lnTo>
                    <a:pt x="113325" y="10570"/>
                  </a:lnTo>
                  <a:lnTo>
                    <a:pt x="112920" y="9873"/>
                  </a:lnTo>
                  <a:lnTo>
                    <a:pt x="112515" y="9198"/>
                  </a:lnTo>
                  <a:lnTo>
                    <a:pt x="112133" y="8569"/>
                  </a:lnTo>
                  <a:lnTo>
                    <a:pt x="111728" y="7939"/>
                  </a:lnTo>
                  <a:lnTo>
                    <a:pt x="111345" y="7354"/>
                  </a:lnTo>
                  <a:lnTo>
                    <a:pt x="110941" y="6792"/>
                  </a:lnTo>
                  <a:lnTo>
                    <a:pt x="110559" y="6252"/>
                  </a:lnTo>
                  <a:lnTo>
                    <a:pt x="110154" y="5735"/>
                  </a:lnTo>
                  <a:lnTo>
                    <a:pt x="109749" y="5240"/>
                  </a:lnTo>
                  <a:lnTo>
                    <a:pt x="109367" y="4768"/>
                  </a:lnTo>
                  <a:lnTo>
                    <a:pt x="108962" y="4340"/>
                  </a:lnTo>
                  <a:lnTo>
                    <a:pt x="108579" y="3913"/>
                  </a:lnTo>
                  <a:lnTo>
                    <a:pt x="108175" y="3531"/>
                  </a:lnTo>
                  <a:lnTo>
                    <a:pt x="107792" y="3149"/>
                  </a:lnTo>
                  <a:lnTo>
                    <a:pt x="107388" y="2811"/>
                  </a:lnTo>
                  <a:lnTo>
                    <a:pt x="107005" y="2496"/>
                  </a:lnTo>
                  <a:lnTo>
                    <a:pt x="106600" y="2181"/>
                  </a:lnTo>
                  <a:lnTo>
                    <a:pt x="106196" y="1912"/>
                  </a:lnTo>
                  <a:lnTo>
                    <a:pt x="105813" y="1642"/>
                  </a:lnTo>
                  <a:lnTo>
                    <a:pt x="105408" y="1394"/>
                  </a:lnTo>
                  <a:lnTo>
                    <a:pt x="105026" y="1192"/>
                  </a:lnTo>
                  <a:lnTo>
                    <a:pt x="104621" y="990"/>
                  </a:lnTo>
                  <a:lnTo>
                    <a:pt x="104239" y="810"/>
                  </a:lnTo>
                  <a:lnTo>
                    <a:pt x="103834" y="652"/>
                  </a:lnTo>
                  <a:lnTo>
                    <a:pt x="103452" y="517"/>
                  </a:lnTo>
                  <a:lnTo>
                    <a:pt x="103047" y="382"/>
                  </a:lnTo>
                  <a:lnTo>
                    <a:pt x="102642" y="292"/>
                  </a:lnTo>
                  <a:lnTo>
                    <a:pt x="102260" y="202"/>
                  </a:lnTo>
                  <a:lnTo>
                    <a:pt x="101855" y="135"/>
                  </a:lnTo>
                  <a:lnTo>
                    <a:pt x="101473" y="67"/>
                  </a:lnTo>
                  <a:lnTo>
                    <a:pt x="101068" y="22"/>
                  </a:lnTo>
                  <a:lnTo>
                    <a:pt x="100685" y="0"/>
                  </a:lnTo>
                  <a:lnTo>
                    <a:pt x="100281" y="0"/>
                  </a:lnTo>
                  <a:lnTo>
                    <a:pt x="99899" y="22"/>
                  </a:lnTo>
                  <a:lnTo>
                    <a:pt x="99494" y="45"/>
                  </a:lnTo>
                  <a:lnTo>
                    <a:pt x="99089" y="67"/>
                  </a:lnTo>
                  <a:lnTo>
                    <a:pt x="98707" y="135"/>
                  </a:lnTo>
                  <a:lnTo>
                    <a:pt x="98302" y="202"/>
                  </a:lnTo>
                  <a:lnTo>
                    <a:pt x="97919" y="292"/>
                  </a:lnTo>
                  <a:lnTo>
                    <a:pt x="97515" y="382"/>
                  </a:lnTo>
                  <a:lnTo>
                    <a:pt x="97132" y="472"/>
                  </a:lnTo>
                  <a:lnTo>
                    <a:pt x="96727" y="585"/>
                  </a:lnTo>
                  <a:lnTo>
                    <a:pt x="96345" y="720"/>
                  </a:lnTo>
                  <a:lnTo>
                    <a:pt x="95940" y="855"/>
                  </a:lnTo>
                  <a:lnTo>
                    <a:pt x="95536" y="1012"/>
                  </a:lnTo>
                  <a:lnTo>
                    <a:pt x="95153" y="1169"/>
                  </a:lnTo>
                  <a:lnTo>
                    <a:pt x="94748" y="1327"/>
                  </a:lnTo>
                  <a:lnTo>
                    <a:pt x="94366" y="1484"/>
                  </a:lnTo>
                  <a:lnTo>
                    <a:pt x="93961" y="1664"/>
                  </a:lnTo>
                  <a:lnTo>
                    <a:pt x="93579" y="1867"/>
                  </a:lnTo>
                  <a:lnTo>
                    <a:pt x="93174" y="2047"/>
                  </a:lnTo>
                  <a:lnTo>
                    <a:pt x="92770" y="2249"/>
                  </a:lnTo>
                  <a:lnTo>
                    <a:pt x="92387" y="2451"/>
                  </a:lnTo>
                  <a:lnTo>
                    <a:pt x="91982" y="2654"/>
                  </a:lnTo>
                  <a:lnTo>
                    <a:pt x="91600" y="2879"/>
                  </a:lnTo>
                  <a:lnTo>
                    <a:pt x="91195" y="3104"/>
                  </a:lnTo>
                  <a:lnTo>
                    <a:pt x="90813" y="3328"/>
                  </a:lnTo>
                  <a:lnTo>
                    <a:pt x="90408" y="3576"/>
                  </a:lnTo>
                  <a:lnTo>
                    <a:pt x="90025" y="3823"/>
                  </a:lnTo>
                  <a:lnTo>
                    <a:pt x="89621" y="4071"/>
                  </a:lnTo>
                  <a:lnTo>
                    <a:pt x="89216" y="4318"/>
                  </a:lnTo>
                  <a:lnTo>
                    <a:pt x="88834" y="4588"/>
                  </a:lnTo>
                  <a:lnTo>
                    <a:pt x="88429" y="4835"/>
                  </a:lnTo>
                  <a:lnTo>
                    <a:pt x="88047" y="5105"/>
                  </a:lnTo>
                  <a:lnTo>
                    <a:pt x="87642" y="5375"/>
                  </a:lnTo>
                  <a:lnTo>
                    <a:pt x="87259" y="5645"/>
                  </a:lnTo>
                  <a:lnTo>
                    <a:pt x="86854" y="5937"/>
                  </a:lnTo>
                  <a:lnTo>
                    <a:pt x="86472" y="6207"/>
                  </a:lnTo>
                  <a:lnTo>
                    <a:pt x="86067" y="6499"/>
                  </a:lnTo>
                  <a:lnTo>
                    <a:pt x="85662" y="6769"/>
                  </a:lnTo>
                  <a:lnTo>
                    <a:pt x="85280" y="7062"/>
                  </a:lnTo>
                  <a:lnTo>
                    <a:pt x="84876" y="7354"/>
                  </a:lnTo>
                  <a:lnTo>
                    <a:pt x="84493" y="7646"/>
                  </a:lnTo>
                  <a:lnTo>
                    <a:pt x="84088" y="7961"/>
                  </a:lnTo>
                  <a:lnTo>
                    <a:pt x="83706" y="8254"/>
                  </a:lnTo>
                  <a:lnTo>
                    <a:pt x="83301" y="8546"/>
                  </a:lnTo>
                  <a:lnTo>
                    <a:pt x="82919" y="8861"/>
                  </a:lnTo>
                  <a:lnTo>
                    <a:pt x="82514" y="9153"/>
                  </a:lnTo>
                  <a:lnTo>
                    <a:pt x="82109" y="9468"/>
                  </a:lnTo>
                  <a:lnTo>
                    <a:pt x="81727" y="9783"/>
                  </a:lnTo>
                  <a:lnTo>
                    <a:pt x="81322" y="10098"/>
                  </a:lnTo>
                  <a:lnTo>
                    <a:pt x="80940" y="10413"/>
                  </a:lnTo>
                  <a:lnTo>
                    <a:pt x="80535" y="10728"/>
                  </a:lnTo>
                  <a:lnTo>
                    <a:pt x="80153" y="11042"/>
                  </a:lnTo>
                  <a:lnTo>
                    <a:pt x="79748" y="11357"/>
                  </a:lnTo>
                  <a:lnTo>
                    <a:pt x="79343" y="11695"/>
                  </a:lnTo>
                  <a:lnTo>
                    <a:pt x="78961" y="12009"/>
                  </a:lnTo>
                  <a:lnTo>
                    <a:pt x="78556" y="12324"/>
                  </a:lnTo>
                  <a:lnTo>
                    <a:pt x="78173" y="12639"/>
                  </a:lnTo>
                  <a:lnTo>
                    <a:pt x="77769" y="12954"/>
                  </a:lnTo>
                  <a:lnTo>
                    <a:pt x="77386" y="13291"/>
                  </a:lnTo>
                  <a:lnTo>
                    <a:pt x="76982" y="13606"/>
                  </a:lnTo>
                  <a:lnTo>
                    <a:pt x="76599" y="13921"/>
                  </a:lnTo>
                  <a:lnTo>
                    <a:pt x="76194" y="14258"/>
                  </a:lnTo>
                  <a:lnTo>
                    <a:pt x="75790" y="14573"/>
                  </a:lnTo>
                  <a:lnTo>
                    <a:pt x="75407" y="14888"/>
                  </a:lnTo>
                  <a:lnTo>
                    <a:pt x="75002" y="15225"/>
                  </a:lnTo>
                  <a:lnTo>
                    <a:pt x="74620" y="15540"/>
                  </a:lnTo>
                  <a:lnTo>
                    <a:pt x="74216" y="15878"/>
                  </a:lnTo>
                  <a:lnTo>
                    <a:pt x="73833" y="16215"/>
                  </a:lnTo>
                  <a:lnTo>
                    <a:pt x="73428" y="16530"/>
                  </a:lnTo>
                  <a:lnTo>
                    <a:pt x="73046" y="16867"/>
                  </a:lnTo>
                  <a:lnTo>
                    <a:pt x="72641" y="17205"/>
                  </a:lnTo>
                  <a:lnTo>
                    <a:pt x="72236" y="17542"/>
                  </a:lnTo>
                  <a:lnTo>
                    <a:pt x="71854" y="17857"/>
                  </a:lnTo>
                  <a:lnTo>
                    <a:pt x="71449" y="18194"/>
                  </a:lnTo>
                  <a:lnTo>
                    <a:pt x="71067" y="18531"/>
                  </a:lnTo>
                  <a:lnTo>
                    <a:pt x="70662" y="18869"/>
                  </a:lnTo>
                  <a:lnTo>
                    <a:pt x="70280" y="19206"/>
                  </a:lnTo>
                  <a:lnTo>
                    <a:pt x="69875" y="19543"/>
                  </a:lnTo>
                  <a:lnTo>
                    <a:pt x="69493" y="19881"/>
                  </a:lnTo>
                  <a:lnTo>
                    <a:pt x="69088" y="20218"/>
                  </a:lnTo>
                  <a:lnTo>
                    <a:pt x="68683" y="20555"/>
                  </a:lnTo>
                  <a:lnTo>
                    <a:pt x="68301" y="20893"/>
                  </a:lnTo>
                  <a:lnTo>
                    <a:pt x="67896" y="21230"/>
                  </a:lnTo>
                  <a:lnTo>
                    <a:pt x="67513" y="21567"/>
                  </a:lnTo>
                  <a:lnTo>
                    <a:pt x="67109" y="21905"/>
                  </a:lnTo>
                  <a:lnTo>
                    <a:pt x="66726" y="22265"/>
                  </a:lnTo>
                  <a:lnTo>
                    <a:pt x="66322" y="22602"/>
                  </a:lnTo>
                  <a:lnTo>
                    <a:pt x="65939" y="22939"/>
                  </a:lnTo>
                  <a:lnTo>
                    <a:pt x="65534" y="23299"/>
                  </a:lnTo>
                  <a:lnTo>
                    <a:pt x="65130" y="23637"/>
                  </a:lnTo>
                  <a:lnTo>
                    <a:pt x="64747" y="23974"/>
                  </a:lnTo>
                  <a:lnTo>
                    <a:pt x="64342" y="24334"/>
                  </a:lnTo>
                  <a:lnTo>
                    <a:pt x="63960" y="24671"/>
                  </a:lnTo>
                  <a:lnTo>
                    <a:pt x="63555" y="25031"/>
                  </a:lnTo>
                  <a:lnTo>
                    <a:pt x="63173" y="25368"/>
                  </a:lnTo>
                  <a:lnTo>
                    <a:pt x="62768" y="25728"/>
                  </a:lnTo>
                  <a:lnTo>
                    <a:pt x="62364" y="26088"/>
                  </a:lnTo>
                  <a:lnTo>
                    <a:pt x="61981" y="26425"/>
                  </a:lnTo>
                  <a:lnTo>
                    <a:pt x="61576" y="26785"/>
                  </a:lnTo>
                  <a:lnTo>
                    <a:pt x="61194" y="27145"/>
                  </a:lnTo>
                  <a:lnTo>
                    <a:pt x="60789" y="27482"/>
                  </a:lnTo>
                  <a:lnTo>
                    <a:pt x="60407" y="27842"/>
                  </a:lnTo>
                  <a:lnTo>
                    <a:pt x="60002" y="28202"/>
                  </a:lnTo>
                  <a:lnTo>
                    <a:pt x="59619" y="28539"/>
                  </a:lnTo>
                  <a:lnTo>
                    <a:pt x="59215" y="28899"/>
                  </a:lnTo>
                  <a:lnTo>
                    <a:pt x="58810" y="29236"/>
                  </a:lnTo>
                  <a:lnTo>
                    <a:pt x="58428" y="29596"/>
                  </a:lnTo>
                  <a:lnTo>
                    <a:pt x="58023" y="29934"/>
                  </a:lnTo>
                  <a:lnTo>
                    <a:pt x="57641" y="30293"/>
                  </a:lnTo>
                  <a:lnTo>
                    <a:pt x="57236" y="30653"/>
                  </a:lnTo>
                  <a:lnTo>
                    <a:pt x="56853" y="30991"/>
                  </a:lnTo>
                  <a:lnTo>
                    <a:pt x="56449" y="31350"/>
                  </a:lnTo>
                  <a:lnTo>
                    <a:pt x="56066" y="31688"/>
                  </a:lnTo>
                  <a:lnTo>
                    <a:pt x="55662" y="32048"/>
                  </a:lnTo>
                  <a:lnTo>
                    <a:pt x="55257" y="32385"/>
                  </a:lnTo>
                  <a:lnTo>
                    <a:pt x="54874" y="32722"/>
                  </a:lnTo>
                  <a:lnTo>
                    <a:pt x="54470" y="33082"/>
                  </a:lnTo>
                  <a:lnTo>
                    <a:pt x="54087" y="33420"/>
                  </a:lnTo>
                  <a:lnTo>
                    <a:pt x="53682" y="33757"/>
                  </a:lnTo>
                  <a:lnTo>
                    <a:pt x="53300" y="34117"/>
                  </a:lnTo>
                  <a:lnTo>
                    <a:pt x="52895" y="34454"/>
                  </a:lnTo>
                  <a:lnTo>
                    <a:pt x="52513" y="34791"/>
                  </a:lnTo>
                  <a:lnTo>
                    <a:pt x="52108" y="35129"/>
                  </a:lnTo>
                  <a:lnTo>
                    <a:pt x="51704" y="35466"/>
                  </a:lnTo>
                  <a:lnTo>
                    <a:pt x="51321" y="35803"/>
                  </a:lnTo>
                  <a:lnTo>
                    <a:pt x="50916" y="36141"/>
                  </a:lnTo>
                  <a:lnTo>
                    <a:pt x="50534" y="36478"/>
                  </a:lnTo>
                  <a:lnTo>
                    <a:pt x="50129" y="36793"/>
                  </a:lnTo>
                  <a:lnTo>
                    <a:pt x="49747" y="37130"/>
                  </a:lnTo>
                  <a:lnTo>
                    <a:pt x="49342" y="37468"/>
                  </a:lnTo>
                  <a:lnTo>
                    <a:pt x="48959" y="37782"/>
                  </a:lnTo>
                  <a:lnTo>
                    <a:pt x="48555" y="38120"/>
                  </a:lnTo>
                  <a:lnTo>
                    <a:pt x="48150" y="38435"/>
                  </a:lnTo>
                  <a:lnTo>
                    <a:pt x="47768" y="38772"/>
                  </a:lnTo>
                  <a:lnTo>
                    <a:pt x="47363" y="39087"/>
                  </a:lnTo>
                  <a:lnTo>
                    <a:pt x="46980" y="39402"/>
                  </a:lnTo>
                  <a:lnTo>
                    <a:pt x="46576" y="39739"/>
                  </a:lnTo>
                  <a:lnTo>
                    <a:pt x="46193" y="40054"/>
                  </a:lnTo>
                  <a:lnTo>
                    <a:pt x="45811" y="40369"/>
                  </a:lnTo>
                  <a:lnTo>
                    <a:pt x="45384" y="40684"/>
                  </a:lnTo>
                  <a:lnTo>
                    <a:pt x="45024" y="40998"/>
                  </a:lnTo>
                  <a:lnTo>
                    <a:pt x="44619" y="41313"/>
                  </a:lnTo>
                  <a:lnTo>
                    <a:pt x="44214" y="41628"/>
                  </a:lnTo>
                  <a:lnTo>
                    <a:pt x="43832" y="41921"/>
                  </a:lnTo>
                  <a:lnTo>
                    <a:pt x="43449" y="42235"/>
                  </a:lnTo>
                  <a:lnTo>
                    <a:pt x="43045" y="42528"/>
                  </a:lnTo>
                  <a:lnTo>
                    <a:pt x="42663" y="42843"/>
                  </a:lnTo>
                  <a:lnTo>
                    <a:pt x="42257" y="43135"/>
                  </a:lnTo>
                  <a:lnTo>
                    <a:pt x="41853" y="43427"/>
                  </a:lnTo>
                  <a:lnTo>
                    <a:pt x="41471" y="43720"/>
                  </a:lnTo>
                  <a:lnTo>
                    <a:pt x="41065" y="44012"/>
                  </a:lnTo>
                  <a:lnTo>
                    <a:pt x="40683" y="44304"/>
                  </a:lnTo>
                  <a:lnTo>
                    <a:pt x="40279" y="44597"/>
                  </a:lnTo>
                  <a:lnTo>
                    <a:pt x="39897" y="44889"/>
                  </a:lnTo>
                  <a:lnTo>
                    <a:pt x="39491" y="45159"/>
                  </a:lnTo>
                  <a:lnTo>
                    <a:pt x="39109" y="45451"/>
                  </a:lnTo>
                  <a:lnTo>
                    <a:pt x="38704" y="45721"/>
                  </a:lnTo>
                  <a:lnTo>
                    <a:pt x="38299" y="46014"/>
                  </a:lnTo>
                  <a:lnTo>
                    <a:pt x="37917" y="46284"/>
                  </a:lnTo>
                  <a:lnTo>
                    <a:pt x="37512" y="46553"/>
                  </a:lnTo>
                  <a:lnTo>
                    <a:pt x="37130" y="46846"/>
                  </a:lnTo>
                  <a:lnTo>
                    <a:pt x="36725" y="47116"/>
                  </a:lnTo>
                  <a:lnTo>
                    <a:pt x="36343" y="47386"/>
                  </a:lnTo>
                  <a:lnTo>
                    <a:pt x="35938" y="47655"/>
                  </a:lnTo>
                  <a:lnTo>
                    <a:pt x="35556" y="47925"/>
                  </a:lnTo>
                  <a:lnTo>
                    <a:pt x="35151" y="48195"/>
                  </a:lnTo>
                  <a:lnTo>
                    <a:pt x="34746" y="48465"/>
                  </a:lnTo>
                  <a:lnTo>
                    <a:pt x="34364" y="48735"/>
                  </a:lnTo>
                  <a:lnTo>
                    <a:pt x="33959" y="49005"/>
                  </a:lnTo>
                  <a:lnTo>
                    <a:pt x="33577" y="49297"/>
                  </a:lnTo>
                  <a:lnTo>
                    <a:pt x="33172" y="49567"/>
                  </a:lnTo>
                  <a:lnTo>
                    <a:pt x="32789" y="49837"/>
                  </a:lnTo>
                  <a:lnTo>
                    <a:pt x="32385" y="50129"/>
                  </a:lnTo>
                  <a:lnTo>
                    <a:pt x="31980" y="50399"/>
                  </a:lnTo>
                  <a:lnTo>
                    <a:pt x="31597" y="50692"/>
                  </a:lnTo>
                  <a:lnTo>
                    <a:pt x="31193" y="50984"/>
                  </a:lnTo>
                  <a:lnTo>
                    <a:pt x="30811" y="51276"/>
                  </a:lnTo>
                  <a:lnTo>
                    <a:pt x="30405" y="51569"/>
                  </a:lnTo>
                  <a:lnTo>
                    <a:pt x="30023" y="51861"/>
                  </a:lnTo>
                  <a:lnTo>
                    <a:pt x="29619" y="52176"/>
                  </a:lnTo>
                  <a:lnTo>
                    <a:pt x="29236" y="52491"/>
                  </a:lnTo>
                  <a:lnTo>
                    <a:pt x="28831" y="52806"/>
                  </a:lnTo>
                  <a:lnTo>
                    <a:pt x="28427" y="53120"/>
                  </a:lnTo>
                  <a:lnTo>
                    <a:pt x="28044" y="53458"/>
                  </a:lnTo>
                  <a:lnTo>
                    <a:pt x="27639" y="53818"/>
                  </a:lnTo>
                  <a:lnTo>
                    <a:pt x="27257" y="54155"/>
                  </a:lnTo>
                  <a:lnTo>
                    <a:pt x="26852" y="54515"/>
                  </a:lnTo>
                  <a:lnTo>
                    <a:pt x="26470" y="54875"/>
                  </a:lnTo>
                  <a:lnTo>
                    <a:pt x="26065" y="55257"/>
                  </a:lnTo>
                  <a:lnTo>
                    <a:pt x="25683" y="55639"/>
                  </a:lnTo>
                  <a:lnTo>
                    <a:pt x="25278" y="56022"/>
                  </a:lnTo>
                  <a:lnTo>
                    <a:pt x="24873" y="56404"/>
                  </a:lnTo>
                  <a:lnTo>
                    <a:pt x="24491" y="56809"/>
                  </a:lnTo>
                  <a:lnTo>
                    <a:pt x="24086" y="57213"/>
                  </a:lnTo>
                  <a:lnTo>
                    <a:pt x="23704" y="57641"/>
                  </a:lnTo>
                  <a:lnTo>
                    <a:pt x="23299" y="58068"/>
                  </a:lnTo>
                  <a:lnTo>
                    <a:pt x="22917" y="58495"/>
                  </a:lnTo>
                  <a:lnTo>
                    <a:pt x="22512" y="58923"/>
                  </a:lnTo>
                  <a:lnTo>
                    <a:pt x="22129" y="59372"/>
                  </a:lnTo>
                  <a:lnTo>
                    <a:pt x="21725" y="59822"/>
                  </a:lnTo>
                  <a:lnTo>
                    <a:pt x="21320" y="60250"/>
                  </a:lnTo>
                  <a:lnTo>
                    <a:pt x="20937" y="60722"/>
                  </a:lnTo>
                  <a:lnTo>
                    <a:pt x="20533" y="61172"/>
                  </a:lnTo>
                  <a:lnTo>
                    <a:pt x="20151" y="61644"/>
                  </a:lnTo>
                  <a:lnTo>
                    <a:pt x="19745" y="62094"/>
                  </a:lnTo>
                  <a:lnTo>
                    <a:pt x="19363" y="62566"/>
                  </a:lnTo>
                  <a:lnTo>
                    <a:pt x="18959" y="63038"/>
                  </a:lnTo>
                  <a:lnTo>
                    <a:pt x="18576" y="63533"/>
                  </a:lnTo>
                  <a:lnTo>
                    <a:pt x="18171" y="64005"/>
                  </a:lnTo>
                  <a:lnTo>
                    <a:pt x="17767" y="64478"/>
                  </a:lnTo>
                  <a:lnTo>
                    <a:pt x="17384" y="64972"/>
                  </a:lnTo>
                  <a:lnTo>
                    <a:pt x="16979" y="65445"/>
                  </a:lnTo>
                  <a:lnTo>
                    <a:pt x="16597" y="65939"/>
                  </a:lnTo>
                  <a:lnTo>
                    <a:pt x="16192" y="66434"/>
                  </a:lnTo>
                  <a:lnTo>
                    <a:pt x="15810" y="66929"/>
                  </a:lnTo>
                  <a:lnTo>
                    <a:pt x="15405" y="67424"/>
                  </a:lnTo>
                  <a:lnTo>
                    <a:pt x="15000" y="67919"/>
                  </a:lnTo>
                  <a:lnTo>
                    <a:pt x="14618" y="68436"/>
                  </a:lnTo>
                  <a:lnTo>
                    <a:pt x="14213" y="68931"/>
                  </a:lnTo>
                  <a:lnTo>
                    <a:pt x="13831" y="69448"/>
                  </a:lnTo>
                  <a:lnTo>
                    <a:pt x="13426" y="69965"/>
                  </a:lnTo>
                  <a:lnTo>
                    <a:pt x="13044" y="70460"/>
                  </a:lnTo>
                  <a:lnTo>
                    <a:pt x="12639" y="70977"/>
                  </a:lnTo>
                  <a:lnTo>
                    <a:pt x="12257" y="71494"/>
                  </a:lnTo>
                  <a:lnTo>
                    <a:pt x="11852" y="72012"/>
                  </a:lnTo>
                  <a:lnTo>
                    <a:pt x="11447" y="72551"/>
                  </a:lnTo>
                  <a:lnTo>
                    <a:pt x="11065" y="73069"/>
                  </a:lnTo>
                  <a:lnTo>
                    <a:pt x="10660" y="73586"/>
                  </a:lnTo>
                  <a:lnTo>
                    <a:pt x="10277" y="74126"/>
                  </a:lnTo>
                  <a:lnTo>
                    <a:pt x="9873" y="74643"/>
                  </a:lnTo>
                  <a:lnTo>
                    <a:pt x="9491" y="75183"/>
                  </a:lnTo>
                  <a:lnTo>
                    <a:pt x="9085" y="75722"/>
                  </a:lnTo>
                  <a:lnTo>
                    <a:pt x="8703" y="76262"/>
                  </a:lnTo>
                  <a:lnTo>
                    <a:pt x="8299" y="76802"/>
                  </a:lnTo>
                  <a:lnTo>
                    <a:pt x="7893" y="77342"/>
                  </a:lnTo>
                  <a:lnTo>
                    <a:pt x="7511" y="77881"/>
                  </a:lnTo>
                  <a:lnTo>
                    <a:pt x="7107" y="78421"/>
                  </a:lnTo>
                  <a:lnTo>
                    <a:pt x="6724" y="78961"/>
                  </a:lnTo>
                  <a:lnTo>
                    <a:pt x="6319" y="79523"/>
                  </a:lnTo>
                  <a:lnTo>
                    <a:pt x="5937" y="80063"/>
                  </a:lnTo>
                  <a:lnTo>
                    <a:pt x="5532" y="80625"/>
                  </a:lnTo>
                  <a:lnTo>
                    <a:pt x="5150" y="81187"/>
                  </a:lnTo>
                  <a:lnTo>
                    <a:pt x="4745" y="81727"/>
                  </a:lnTo>
                  <a:lnTo>
                    <a:pt x="4340" y="82289"/>
                  </a:lnTo>
                  <a:lnTo>
                    <a:pt x="3958" y="82852"/>
                  </a:lnTo>
                  <a:lnTo>
                    <a:pt x="3553" y="83414"/>
                  </a:lnTo>
                  <a:lnTo>
                    <a:pt x="3171" y="83976"/>
                  </a:lnTo>
                  <a:lnTo>
                    <a:pt x="2766" y="84538"/>
                  </a:lnTo>
                  <a:lnTo>
                    <a:pt x="2383" y="85123"/>
                  </a:lnTo>
                  <a:lnTo>
                    <a:pt x="1979" y="85685"/>
                  </a:lnTo>
                  <a:lnTo>
                    <a:pt x="1574" y="86248"/>
                  </a:lnTo>
                  <a:lnTo>
                    <a:pt x="1191" y="86810"/>
                  </a:lnTo>
                  <a:lnTo>
                    <a:pt x="787" y="87395"/>
                  </a:lnTo>
                  <a:lnTo>
                    <a:pt x="405" y="87957"/>
                  </a:lnTo>
                  <a:lnTo>
                    <a:pt x="0" y="88519"/>
                  </a:lnTo>
                  <a:lnTo>
                    <a:pt x="0" y="96615"/>
                  </a:lnTo>
                  <a:lnTo>
                    <a:pt x="405" y="96120"/>
                  </a:lnTo>
                  <a:lnTo>
                    <a:pt x="787" y="95626"/>
                  </a:lnTo>
                  <a:lnTo>
                    <a:pt x="1191" y="95108"/>
                  </a:lnTo>
                  <a:lnTo>
                    <a:pt x="1574" y="94614"/>
                  </a:lnTo>
                  <a:lnTo>
                    <a:pt x="1979" y="94119"/>
                  </a:lnTo>
                  <a:lnTo>
                    <a:pt x="2383" y="93624"/>
                  </a:lnTo>
                  <a:lnTo>
                    <a:pt x="2766" y="93129"/>
                  </a:lnTo>
                  <a:lnTo>
                    <a:pt x="3171" y="92635"/>
                  </a:lnTo>
                  <a:lnTo>
                    <a:pt x="3553" y="92140"/>
                  </a:lnTo>
                  <a:lnTo>
                    <a:pt x="3958" y="91645"/>
                  </a:lnTo>
                  <a:lnTo>
                    <a:pt x="4340" y="91150"/>
                  </a:lnTo>
                  <a:lnTo>
                    <a:pt x="4745" y="90655"/>
                  </a:lnTo>
                  <a:lnTo>
                    <a:pt x="5150" y="90183"/>
                  </a:lnTo>
                  <a:lnTo>
                    <a:pt x="5532" y="89688"/>
                  </a:lnTo>
                  <a:lnTo>
                    <a:pt x="5937" y="89216"/>
                  </a:lnTo>
                  <a:lnTo>
                    <a:pt x="6319" y="88721"/>
                  </a:lnTo>
                  <a:lnTo>
                    <a:pt x="6724" y="88249"/>
                  </a:lnTo>
                  <a:lnTo>
                    <a:pt x="7107" y="87777"/>
                  </a:lnTo>
                  <a:lnTo>
                    <a:pt x="7511" y="87282"/>
                  </a:lnTo>
                  <a:lnTo>
                    <a:pt x="7893" y="86810"/>
                  </a:lnTo>
                  <a:lnTo>
                    <a:pt x="8299" y="86337"/>
                  </a:lnTo>
                  <a:lnTo>
                    <a:pt x="8703" y="85888"/>
                  </a:lnTo>
                  <a:lnTo>
                    <a:pt x="9085" y="85415"/>
                  </a:lnTo>
                  <a:lnTo>
                    <a:pt x="9491" y="84943"/>
                  </a:lnTo>
                  <a:lnTo>
                    <a:pt x="9873" y="84471"/>
                  </a:lnTo>
                  <a:lnTo>
                    <a:pt x="10277" y="84021"/>
                  </a:lnTo>
                  <a:lnTo>
                    <a:pt x="10660" y="83549"/>
                  </a:lnTo>
                  <a:lnTo>
                    <a:pt x="11065" y="83099"/>
                  </a:lnTo>
                  <a:lnTo>
                    <a:pt x="11447" y="82649"/>
                  </a:lnTo>
                  <a:lnTo>
                    <a:pt x="11852" y="82199"/>
                  </a:lnTo>
                  <a:lnTo>
                    <a:pt x="12257" y="81750"/>
                  </a:lnTo>
                  <a:lnTo>
                    <a:pt x="12639" y="81300"/>
                  </a:lnTo>
                  <a:lnTo>
                    <a:pt x="13044" y="80850"/>
                  </a:lnTo>
                  <a:lnTo>
                    <a:pt x="13426" y="80400"/>
                  </a:lnTo>
                  <a:lnTo>
                    <a:pt x="13831" y="79950"/>
                  </a:lnTo>
                  <a:lnTo>
                    <a:pt x="14213" y="79523"/>
                  </a:lnTo>
                  <a:lnTo>
                    <a:pt x="14618" y="79073"/>
                  </a:lnTo>
                  <a:lnTo>
                    <a:pt x="15000" y="78646"/>
                  </a:lnTo>
                  <a:lnTo>
                    <a:pt x="15405" y="78219"/>
                  </a:lnTo>
                  <a:lnTo>
                    <a:pt x="15810" y="77769"/>
                  </a:lnTo>
                  <a:lnTo>
                    <a:pt x="16192" y="77342"/>
                  </a:lnTo>
                  <a:lnTo>
                    <a:pt x="16597" y="76914"/>
                  </a:lnTo>
                  <a:lnTo>
                    <a:pt x="16979" y="76510"/>
                  </a:lnTo>
                  <a:lnTo>
                    <a:pt x="17384" y="76082"/>
                  </a:lnTo>
                  <a:lnTo>
                    <a:pt x="17767" y="75677"/>
                  </a:lnTo>
                  <a:lnTo>
                    <a:pt x="18171" y="75250"/>
                  </a:lnTo>
                  <a:lnTo>
                    <a:pt x="18576" y="74845"/>
                  </a:lnTo>
                  <a:lnTo>
                    <a:pt x="18959" y="74441"/>
                  </a:lnTo>
                  <a:lnTo>
                    <a:pt x="19363" y="74036"/>
                  </a:lnTo>
                  <a:lnTo>
                    <a:pt x="19745" y="73631"/>
                  </a:lnTo>
                  <a:lnTo>
                    <a:pt x="20151" y="73226"/>
                  </a:lnTo>
                  <a:lnTo>
                    <a:pt x="20533" y="72821"/>
                  </a:lnTo>
                  <a:lnTo>
                    <a:pt x="20937" y="72439"/>
                  </a:lnTo>
                  <a:lnTo>
                    <a:pt x="21320" y="72057"/>
                  </a:lnTo>
                  <a:lnTo>
                    <a:pt x="21725" y="71674"/>
                  </a:lnTo>
                  <a:lnTo>
                    <a:pt x="22129" y="71292"/>
                  </a:lnTo>
                  <a:lnTo>
                    <a:pt x="22512" y="70910"/>
                  </a:lnTo>
                  <a:lnTo>
                    <a:pt x="22917" y="70550"/>
                  </a:lnTo>
                  <a:lnTo>
                    <a:pt x="23299" y="70190"/>
                  </a:lnTo>
                  <a:lnTo>
                    <a:pt x="23704" y="69830"/>
                  </a:lnTo>
                  <a:lnTo>
                    <a:pt x="24086" y="69470"/>
                  </a:lnTo>
                  <a:lnTo>
                    <a:pt x="24491" y="69133"/>
                  </a:lnTo>
                  <a:lnTo>
                    <a:pt x="24873" y="68796"/>
                  </a:lnTo>
                  <a:lnTo>
                    <a:pt x="25278" y="68458"/>
                  </a:lnTo>
                  <a:lnTo>
                    <a:pt x="25683" y="68143"/>
                  </a:lnTo>
                  <a:lnTo>
                    <a:pt x="26065" y="67829"/>
                  </a:lnTo>
                  <a:lnTo>
                    <a:pt x="26470" y="67536"/>
                  </a:lnTo>
                  <a:lnTo>
                    <a:pt x="26852" y="67244"/>
                  </a:lnTo>
                  <a:lnTo>
                    <a:pt x="27257" y="66974"/>
                  </a:lnTo>
                  <a:lnTo>
                    <a:pt x="27639" y="66682"/>
                  </a:lnTo>
                  <a:lnTo>
                    <a:pt x="28044" y="66434"/>
                  </a:lnTo>
                  <a:lnTo>
                    <a:pt x="28427" y="66164"/>
                  </a:lnTo>
                  <a:lnTo>
                    <a:pt x="28831" y="65939"/>
                  </a:lnTo>
                  <a:lnTo>
                    <a:pt x="29236" y="65692"/>
                  </a:lnTo>
                  <a:lnTo>
                    <a:pt x="29619" y="65467"/>
                  </a:lnTo>
                  <a:lnTo>
                    <a:pt x="30023" y="65265"/>
                  </a:lnTo>
                  <a:lnTo>
                    <a:pt x="30405" y="65062"/>
                  </a:lnTo>
                  <a:lnTo>
                    <a:pt x="30811" y="64860"/>
                  </a:lnTo>
                  <a:lnTo>
                    <a:pt x="31193" y="64680"/>
                  </a:lnTo>
                  <a:lnTo>
                    <a:pt x="31597" y="64500"/>
                  </a:lnTo>
                  <a:lnTo>
                    <a:pt x="31980" y="64320"/>
                  </a:lnTo>
                  <a:lnTo>
                    <a:pt x="32385" y="64163"/>
                  </a:lnTo>
                  <a:lnTo>
                    <a:pt x="32789" y="64028"/>
                  </a:lnTo>
                  <a:lnTo>
                    <a:pt x="33172" y="63870"/>
                  </a:lnTo>
                  <a:lnTo>
                    <a:pt x="33577" y="63735"/>
                  </a:lnTo>
                  <a:lnTo>
                    <a:pt x="33959" y="63601"/>
                  </a:lnTo>
                  <a:lnTo>
                    <a:pt x="34364" y="63466"/>
                  </a:lnTo>
                  <a:lnTo>
                    <a:pt x="34746" y="63353"/>
                  </a:lnTo>
                  <a:lnTo>
                    <a:pt x="35151" y="63241"/>
                  </a:lnTo>
                  <a:lnTo>
                    <a:pt x="35556" y="63128"/>
                  </a:lnTo>
                  <a:lnTo>
                    <a:pt x="35938" y="63016"/>
                  </a:lnTo>
                  <a:lnTo>
                    <a:pt x="36343" y="62903"/>
                  </a:lnTo>
                  <a:lnTo>
                    <a:pt x="36725" y="62813"/>
                  </a:lnTo>
                  <a:lnTo>
                    <a:pt x="37130" y="62701"/>
                  </a:lnTo>
                  <a:lnTo>
                    <a:pt x="37512" y="62611"/>
                  </a:lnTo>
                  <a:lnTo>
                    <a:pt x="37917" y="62521"/>
                  </a:lnTo>
                  <a:lnTo>
                    <a:pt x="38299" y="62431"/>
                  </a:lnTo>
                  <a:lnTo>
                    <a:pt x="38704" y="62319"/>
                  </a:lnTo>
                  <a:lnTo>
                    <a:pt x="39109" y="62229"/>
                  </a:lnTo>
                  <a:lnTo>
                    <a:pt x="39491" y="62139"/>
                  </a:lnTo>
                  <a:lnTo>
                    <a:pt x="39897" y="62049"/>
                  </a:lnTo>
                  <a:lnTo>
                    <a:pt x="40279" y="61959"/>
                  </a:lnTo>
                  <a:lnTo>
                    <a:pt x="40683" y="61846"/>
                  </a:lnTo>
                  <a:lnTo>
                    <a:pt x="41065" y="61756"/>
                  </a:lnTo>
                  <a:lnTo>
                    <a:pt x="41471" y="61666"/>
                  </a:lnTo>
                  <a:lnTo>
                    <a:pt x="41853" y="61554"/>
                  </a:lnTo>
                  <a:lnTo>
                    <a:pt x="42257" y="61442"/>
                  </a:lnTo>
                  <a:lnTo>
                    <a:pt x="42663" y="61329"/>
                  </a:lnTo>
                  <a:lnTo>
                    <a:pt x="43045" y="61217"/>
                  </a:lnTo>
                  <a:lnTo>
                    <a:pt x="43449" y="61104"/>
                  </a:lnTo>
                  <a:lnTo>
                    <a:pt x="43832" y="60992"/>
                  </a:lnTo>
                  <a:lnTo>
                    <a:pt x="44214" y="60879"/>
                  </a:lnTo>
                  <a:lnTo>
                    <a:pt x="44619" y="60744"/>
                  </a:lnTo>
                  <a:lnTo>
                    <a:pt x="45024" y="60609"/>
                  </a:lnTo>
                  <a:lnTo>
                    <a:pt x="45384" y="60474"/>
                  </a:lnTo>
                  <a:lnTo>
                    <a:pt x="45811" y="60340"/>
                  </a:lnTo>
                  <a:lnTo>
                    <a:pt x="46193" y="60182"/>
                  </a:lnTo>
                  <a:lnTo>
                    <a:pt x="46576" y="60047"/>
                  </a:lnTo>
                  <a:lnTo>
                    <a:pt x="46980" y="59890"/>
                  </a:lnTo>
                  <a:lnTo>
                    <a:pt x="47363" y="59732"/>
                  </a:lnTo>
                  <a:lnTo>
                    <a:pt x="47768" y="59575"/>
                  </a:lnTo>
                  <a:lnTo>
                    <a:pt x="48150" y="59417"/>
                  </a:lnTo>
                  <a:lnTo>
                    <a:pt x="48555" y="59260"/>
                  </a:lnTo>
                  <a:lnTo>
                    <a:pt x="48959" y="59080"/>
                  </a:lnTo>
                  <a:lnTo>
                    <a:pt x="49342" y="58923"/>
                  </a:lnTo>
                  <a:lnTo>
                    <a:pt x="49747" y="58743"/>
                  </a:lnTo>
                  <a:lnTo>
                    <a:pt x="50129" y="58563"/>
                  </a:lnTo>
                  <a:lnTo>
                    <a:pt x="50534" y="58360"/>
                  </a:lnTo>
                  <a:lnTo>
                    <a:pt x="50916" y="58181"/>
                  </a:lnTo>
                  <a:lnTo>
                    <a:pt x="51321" y="57978"/>
                  </a:lnTo>
                  <a:lnTo>
                    <a:pt x="51704" y="57776"/>
                  </a:lnTo>
                  <a:lnTo>
                    <a:pt x="52108" y="57573"/>
                  </a:lnTo>
                  <a:lnTo>
                    <a:pt x="52513" y="57371"/>
                  </a:lnTo>
                  <a:lnTo>
                    <a:pt x="52895" y="57169"/>
                  </a:lnTo>
                  <a:lnTo>
                    <a:pt x="53300" y="56944"/>
                  </a:lnTo>
                  <a:lnTo>
                    <a:pt x="53682" y="56719"/>
                  </a:lnTo>
                  <a:lnTo>
                    <a:pt x="54087" y="56494"/>
                  </a:lnTo>
                  <a:lnTo>
                    <a:pt x="54470" y="56269"/>
                  </a:lnTo>
                  <a:lnTo>
                    <a:pt x="54874" y="56044"/>
                  </a:lnTo>
                  <a:lnTo>
                    <a:pt x="55257" y="55797"/>
                  </a:lnTo>
                  <a:lnTo>
                    <a:pt x="55662" y="55572"/>
                  </a:lnTo>
                  <a:lnTo>
                    <a:pt x="56066" y="55324"/>
                  </a:lnTo>
                  <a:lnTo>
                    <a:pt x="56449" y="55077"/>
                  </a:lnTo>
                  <a:lnTo>
                    <a:pt x="56853" y="54807"/>
                  </a:lnTo>
                  <a:lnTo>
                    <a:pt x="57236" y="54560"/>
                  </a:lnTo>
                  <a:lnTo>
                    <a:pt x="57641" y="54290"/>
                  </a:lnTo>
                  <a:lnTo>
                    <a:pt x="58023" y="54020"/>
                  </a:lnTo>
                  <a:lnTo>
                    <a:pt x="58428" y="53773"/>
                  </a:lnTo>
                  <a:lnTo>
                    <a:pt x="58810" y="53480"/>
                  </a:lnTo>
                  <a:lnTo>
                    <a:pt x="59215" y="53210"/>
                  </a:lnTo>
                  <a:lnTo>
                    <a:pt x="59619" y="52940"/>
                  </a:lnTo>
                  <a:lnTo>
                    <a:pt x="60002" y="52648"/>
                  </a:lnTo>
                  <a:lnTo>
                    <a:pt x="60407" y="52378"/>
                  </a:lnTo>
                  <a:lnTo>
                    <a:pt x="60789" y="52086"/>
                  </a:lnTo>
                  <a:lnTo>
                    <a:pt x="61194" y="51794"/>
                  </a:lnTo>
                  <a:lnTo>
                    <a:pt x="61576" y="51501"/>
                  </a:lnTo>
                  <a:lnTo>
                    <a:pt x="61981" y="51186"/>
                  </a:lnTo>
                  <a:lnTo>
                    <a:pt x="62364" y="50894"/>
                  </a:lnTo>
                  <a:lnTo>
                    <a:pt x="62768" y="50602"/>
                  </a:lnTo>
                  <a:lnTo>
                    <a:pt x="63173" y="50287"/>
                  </a:lnTo>
                  <a:lnTo>
                    <a:pt x="63555" y="49994"/>
                  </a:lnTo>
                  <a:lnTo>
                    <a:pt x="63960" y="49679"/>
                  </a:lnTo>
                  <a:lnTo>
                    <a:pt x="64342" y="49365"/>
                  </a:lnTo>
                  <a:lnTo>
                    <a:pt x="64747" y="49072"/>
                  </a:lnTo>
                  <a:lnTo>
                    <a:pt x="65130" y="48757"/>
                  </a:lnTo>
                  <a:lnTo>
                    <a:pt x="65534" y="48443"/>
                  </a:lnTo>
                  <a:lnTo>
                    <a:pt x="65939" y="48128"/>
                  </a:lnTo>
                  <a:lnTo>
                    <a:pt x="66322" y="47813"/>
                  </a:lnTo>
                  <a:lnTo>
                    <a:pt x="66726" y="47498"/>
                  </a:lnTo>
                  <a:lnTo>
                    <a:pt x="67109" y="47183"/>
                  </a:lnTo>
                  <a:lnTo>
                    <a:pt x="67513" y="46868"/>
                  </a:lnTo>
                  <a:lnTo>
                    <a:pt x="67896" y="46531"/>
                  </a:lnTo>
                  <a:lnTo>
                    <a:pt x="68301" y="46216"/>
                  </a:lnTo>
                  <a:lnTo>
                    <a:pt x="68683" y="45901"/>
                  </a:lnTo>
                  <a:lnTo>
                    <a:pt x="69088" y="45564"/>
                  </a:lnTo>
                  <a:lnTo>
                    <a:pt x="69493" y="45249"/>
                  </a:lnTo>
                  <a:lnTo>
                    <a:pt x="69875" y="44912"/>
                  </a:lnTo>
                  <a:lnTo>
                    <a:pt x="70280" y="44597"/>
                  </a:lnTo>
                  <a:lnTo>
                    <a:pt x="70662" y="44259"/>
                  </a:lnTo>
                  <a:lnTo>
                    <a:pt x="71067" y="43945"/>
                  </a:lnTo>
                  <a:lnTo>
                    <a:pt x="71449" y="43607"/>
                  </a:lnTo>
                  <a:lnTo>
                    <a:pt x="71854" y="43292"/>
                  </a:lnTo>
                  <a:lnTo>
                    <a:pt x="72236" y="42955"/>
                  </a:lnTo>
                  <a:lnTo>
                    <a:pt x="72641" y="42618"/>
                  </a:lnTo>
                  <a:lnTo>
                    <a:pt x="73046" y="42303"/>
                  </a:lnTo>
                  <a:lnTo>
                    <a:pt x="73428" y="41966"/>
                  </a:lnTo>
                  <a:lnTo>
                    <a:pt x="73833" y="41628"/>
                  </a:lnTo>
                  <a:lnTo>
                    <a:pt x="74216" y="41291"/>
                  </a:lnTo>
                  <a:lnTo>
                    <a:pt x="74620" y="40976"/>
                  </a:lnTo>
                  <a:lnTo>
                    <a:pt x="75002" y="40639"/>
                  </a:lnTo>
                  <a:lnTo>
                    <a:pt x="75407" y="40301"/>
                  </a:lnTo>
                  <a:lnTo>
                    <a:pt x="75790" y="39964"/>
                  </a:lnTo>
                  <a:lnTo>
                    <a:pt x="76194" y="39649"/>
                  </a:lnTo>
                  <a:lnTo>
                    <a:pt x="76599" y="39312"/>
                  </a:lnTo>
                  <a:lnTo>
                    <a:pt x="76982" y="38974"/>
                  </a:lnTo>
                  <a:lnTo>
                    <a:pt x="77386" y="38660"/>
                  </a:lnTo>
                  <a:lnTo>
                    <a:pt x="77769" y="38322"/>
                  </a:lnTo>
                  <a:lnTo>
                    <a:pt x="78173" y="37985"/>
                  </a:lnTo>
                  <a:lnTo>
                    <a:pt x="78556" y="37670"/>
                  </a:lnTo>
                  <a:lnTo>
                    <a:pt x="78961" y="37333"/>
                  </a:lnTo>
                  <a:lnTo>
                    <a:pt x="79343" y="36995"/>
                  </a:lnTo>
                  <a:lnTo>
                    <a:pt x="79748" y="36658"/>
                  </a:lnTo>
                  <a:lnTo>
                    <a:pt x="80153" y="36343"/>
                  </a:lnTo>
                  <a:lnTo>
                    <a:pt x="80535" y="36006"/>
                  </a:lnTo>
                  <a:lnTo>
                    <a:pt x="80940" y="35668"/>
                  </a:lnTo>
                  <a:lnTo>
                    <a:pt x="81322" y="35354"/>
                  </a:lnTo>
                  <a:lnTo>
                    <a:pt x="81727" y="35016"/>
                  </a:lnTo>
                  <a:lnTo>
                    <a:pt x="82109" y="34701"/>
                  </a:lnTo>
                  <a:lnTo>
                    <a:pt x="82514" y="34364"/>
                  </a:lnTo>
                  <a:lnTo>
                    <a:pt x="82919" y="34049"/>
                  </a:lnTo>
                  <a:lnTo>
                    <a:pt x="83301" y="33734"/>
                  </a:lnTo>
                  <a:lnTo>
                    <a:pt x="83706" y="33397"/>
                  </a:lnTo>
                  <a:lnTo>
                    <a:pt x="84088" y="33082"/>
                  </a:lnTo>
                  <a:lnTo>
                    <a:pt x="84493" y="32767"/>
                  </a:lnTo>
                  <a:lnTo>
                    <a:pt x="84876" y="32475"/>
                  </a:lnTo>
                  <a:lnTo>
                    <a:pt x="85280" y="32160"/>
                  </a:lnTo>
                  <a:lnTo>
                    <a:pt x="85662" y="31845"/>
                  </a:lnTo>
                  <a:lnTo>
                    <a:pt x="86067" y="31553"/>
                  </a:lnTo>
                  <a:lnTo>
                    <a:pt x="86472" y="31261"/>
                  </a:lnTo>
                  <a:lnTo>
                    <a:pt x="86854" y="30968"/>
                  </a:lnTo>
                  <a:lnTo>
                    <a:pt x="87259" y="30676"/>
                  </a:lnTo>
                  <a:lnTo>
                    <a:pt x="87642" y="30383"/>
                  </a:lnTo>
                  <a:lnTo>
                    <a:pt x="88047" y="30091"/>
                  </a:lnTo>
                  <a:lnTo>
                    <a:pt x="88429" y="29821"/>
                  </a:lnTo>
                  <a:lnTo>
                    <a:pt x="88834" y="29551"/>
                  </a:lnTo>
                  <a:lnTo>
                    <a:pt x="89216" y="29281"/>
                  </a:lnTo>
                  <a:lnTo>
                    <a:pt x="89621" y="29012"/>
                  </a:lnTo>
                  <a:lnTo>
                    <a:pt x="90025" y="28764"/>
                  </a:lnTo>
                  <a:lnTo>
                    <a:pt x="90408" y="28494"/>
                  </a:lnTo>
                  <a:lnTo>
                    <a:pt x="90813" y="28247"/>
                  </a:lnTo>
                  <a:lnTo>
                    <a:pt x="91195" y="28022"/>
                  </a:lnTo>
                  <a:lnTo>
                    <a:pt x="91600" y="27797"/>
                  </a:lnTo>
                  <a:lnTo>
                    <a:pt x="91982" y="27572"/>
                  </a:lnTo>
                  <a:lnTo>
                    <a:pt x="92387" y="27347"/>
                  </a:lnTo>
                  <a:lnTo>
                    <a:pt x="92770" y="27145"/>
                  </a:lnTo>
                  <a:lnTo>
                    <a:pt x="93174" y="26943"/>
                  </a:lnTo>
                  <a:lnTo>
                    <a:pt x="93579" y="26763"/>
                  </a:lnTo>
                  <a:lnTo>
                    <a:pt x="93961" y="26560"/>
                  </a:lnTo>
                  <a:lnTo>
                    <a:pt x="94366" y="26403"/>
                  </a:lnTo>
                  <a:lnTo>
                    <a:pt x="94748" y="26223"/>
                  </a:lnTo>
                  <a:lnTo>
                    <a:pt x="95153" y="26065"/>
                  </a:lnTo>
                  <a:lnTo>
                    <a:pt x="95536" y="25908"/>
                  </a:lnTo>
                  <a:lnTo>
                    <a:pt x="95940" y="25773"/>
                  </a:lnTo>
                  <a:lnTo>
                    <a:pt x="96345" y="25638"/>
                  </a:lnTo>
                  <a:lnTo>
                    <a:pt x="96727" y="25526"/>
                  </a:lnTo>
                  <a:lnTo>
                    <a:pt x="97132" y="25413"/>
                  </a:lnTo>
                  <a:lnTo>
                    <a:pt x="97515" y="25323"/>
                  </a:lnTo>
                  <a:lnTo>
                    <a:pt x="97919" y="25233"/>
                  </a:lnTo>
                  <a:lnTo>
                    <a:pt x="98302" y="25166"/>
                  </a:lnTo>
                  <a:lnTo>
                    <a:pt x="98707" y="25098"/>
                  </a:lnTo>
                  <a:lnTo>
                    <a:pt x="99089" y="25053"/>
                  </a:lnTo>
                  <a:lnTo>
                    <a:pt x="99494" y="25031"/>
                  </a:lnTo>
                  <a:lnTo>
                    <a:pt x="99899" y="25008"/>
                  </a:lnTo>
                  <a:lnTo>
                    <a:pt x="100281" y="25031"/>
                  </a:lnTo>
                  <a:lnTo>
                    <a:pt x="100685" y="25031"/>
                  </a:lnTo>
                  <a:lnTo>
                    <a:pt x="101068" y="25076"/>
                  </a:lnTo>
                  <a:lnTo>
                    <a:pt x="101473" y="25121"/>
                  </a:lnTo>
                  <a:lnTo>
                    <a:pt x="101855" y="25188"/>
                  </a:lnTo>
                  <a:lnTo>
                    <a:pt x="102260" y="25278"/>
                  </a:lnTo>
                  <a:lnTo>
                    <a:pt x="102642" y="25391"/>
                  </a:lnTo>
                  <a:lnTo>
                    <a:pt x="103047" y="25503"/>
                  </a:lnTo>
                  <a:lnTo>
                    <a:pt x="103452" y="25661"/>
                  </a:lnTo>
                  <a:lnTo>
                    <a:pt x="103834" y="25818"/>
                  </a:lnTo>
                  <a:lnTo>
                    <a:pt x="104239" y="25998"/>
                  </a:lnTo>
                  <a:lnTo>
                    <a:pt x="104621" y="26178"/>
                  </a:lnTo>
                  <a:lnTo>
                    <a:pt x="105026" y="26403"/>
                  </a:lnTo>
                  <a:lnTo>
                    <a:pt x="105408" y="26650"/>
                  </a:lnTo>
                  <a:lnTo>
                    <a:pt x="105813" y="26898"/>
                  </a:lnTo>
                  <a:lnTo>
                    <a:pt x="106196" y="27190"/>
                  </a:lnTo>
                  <a:lnTo>
                    <a:pt x="106600" y="27482"/>
                  </a:lnTo>
                  <a:lnTo>
                    <a:pt x="107005" y="27820"/>
                  </a:lnTo>
                  <a:lnTo>
                    <a:pt x="107388" y="28157"/>
                  </a:lnTo>
                  <a:lnTo>
                    <a:pt x="107792" y="28539"/>
                  </a:lnTo>
                  <a:lnTo>
                    <a:pt x="108175" y="28922"/>
                  </a:lnTo>
                  <a:lnTo>
                    <a:pt x="108579" y="29349"/>
                  </a:lnTo>
                  <a:lnTo>
                    <a:pt x="108962" y="29776"/>
                  </a:lnTo>
                  <a:lnTo>
                    <a:pt x="109367" y="30248"/>
                  </a:lnTo>
                  <a:lnTo>
                    <a:pt x="109749" y="30743"/>
                  </a:lnTo>
                  <a:lnTo>
                    <a:pt x="110154" y="31238"/>
                  </a:lnTo>
                  <a:lnTo>
                    <a:pt x="110559" y="31778"/>
                  </a:lnTo>
                  <a:lnTo>
                    <a:pt x="110941" y="32340"/>
                  </a:lnTo>
                  <a:lnTo>
                    <a:pt x="111345" y="32947"/>
                  </a:lnTo>
                  <a:lnTo>
                    <a:pt x="111728" y="33554"/>
                  </a:lnTo>
                  <a:lnTo>
                    <a:pt x="112133" y="34207"/>
                  </a:lnTo>
                  <a:lnTo>
                    <a:pt x="112515" y="34859"/>
                  </a:lnTo>
                  <a:lnTo>
                    <a:pt x="112920" y="35556"/>
                  </a:lnTo>
                  <a:lnTo>
                    <a:pt x="113325" y="36298"/>
                  </a:lnTo>
                  <a:lnTo>
                    <a:pt x="113707" y="37040"/>
                  </a:lnTo>
                  <a:lnTo>
                    <a:pt x="114112" y="37827"/>
                  </a:lnTo>
                  <a:lnTo>
                    <a:pt x="114494" y="38637"/>
                  </a:lnTo>
                  <a:lnTo>
                    <a:pt x="114899" y="39469"/>
                  </a:lnTo>
                  <a:lnTo>
                    <a:pt x="115281" y="40346"/>
                  </a:lnTo>
                  <a:lnTo>
                    <a:pt x="115686" y="41223"/>
                  </a:lnTo>
                  <a:lnTo>
                    <a:pt x="116068" y="42145"/>
                  </a:lnTo>
                  <a:lnTo>
                    <a:pt x="116473" y="43113"/>
                  </a:lnTo>
                  <a:lnTo>
                    <a:pt x="116878" y="44080"/>
                  </a:lnTo>
                  <a:lnTo>
                    <a:pt x="117260" y="45092"/>
                  </a:lnTo>
                  <a:lnTo>
                    <a:pt x="117665" y="46126"/>
                  </a:lnTo>
                  <a:lnTo>
                    <a:pt x="118048" y="47206"/>
                  </a:lnTo>
                  <a:lnTo>
                    <a:pt x="118452" y="48285"/>
                  </a:lnTo>
                  <a:lnTo>
                    <a:pt x="118835" y="49410"/>
                  </a:lnTo>
                  <a:lnTo>
                    <a:pt x="119239" y="50579"/>
                  </a:lnTo>
                  <a:lnTo>
                    <a:pt x="119622" y="51749"/>
                  </a:lnTo>
                  <a:lnTo>
                    <a:pt x="120027" y="52963"/>
                  </a:lnTo>
                  <a:lnTo>
                    <a:pt x="120431" y="54200"/>
                  </a:lnTo>
                  <a:lnTo>
                    <a:pt x="120814" y="55482"/>
                  </a:lnTo>
                  <a:lnTo>
                    <a:pt x="121219" y="56786"/>
                  </a:lnTo>
                  <a:lnTo>
                    <a:pt x="121601" y="58113"/>
                  </a:lnTo>
                  <a:lnTo>
                    <a:pt x="122006" y="59485"/>
                  </a:lnTo>
                  <a:lnTo>
                    <a:pt x="122388" y="60879"/>
                  </a:lnTo>
                  <a:lnTo>
                    <a:pt x="122793" y="62296"/>
                  </a:lnTo>
                  <a:lnTo>
                    <a:pt x="123175" y="63758"/>
                  </a:lnTo>
                  <a:lnTo>
                    <a:pt x="123580" y="65242"/>
                  </a:lnTo>
                  <a:lnTo>
                    <a:pt x="123985" y="66749"/>
                  </a:lnTo>
                  <a:lnTo>
                    <a:pt x="124367" y="68278"/>
                  </a:lnTo>
                  <a:lnTo>
                    <a:pt x="124772" y="69853"/>
                  </a:lnTo>
                  <a:lnTo>
                    <a:pt x="125154" y="71449"/>
                  </a:lnTo>
                  <a:lnTo>
                    <a:pt x="125559" y="73069"/>
                  </a:lnTo>
                  <a:lnTo>
                    <a:pt x="125942" y="74710"/>
                  </a:lnTo>
                  <a:lnTo>
                    <a:pt x="126346" y="76397"/>
                  </a:lnTo>
                  <a:lnTo>
                    <a:pt x="126751" y="78106"/>
                  </a:lnTo>
                  <a:lnTo>
                    <a:pt x="127133" y="79838"/>
                  </a:lnTo>
                  <a:lnTo>
                    <a:pt x="127538" y="81592"/>
                  </a:lnTo>
                  <a:lnTo>
                    <a:pt x="127920" y="83369"/>
                  </a:lnTo>
                  <a:lnTo>
                    <a:pt x="128325" y="85191"/>
                  </a:lnTo>
                  <a:lnTo>
                    <a:pt x="128708" y="87012"/>
                  </a:lnTo>
                  <a:lnTo>
                    <a:pt x="129113" y="88879"/>
                  </a:lnTo>
                  <a:lnTo>
                    <a:pt x="129495" y="90768"/>
                  </a:lnTo>
                  <a:lnTo>
                    <a:pt x="129899" y="92680"/>
                  </a:lnTo>
                  <a:lnTo>
                    <a:pt x="130305" y="94614"/>
                  </a:lnTo>
                  <a:lnTo>
                    <a:pt x="130687" y="96570"/>
                  </a:lnTo>
                  <a:lnTo>
                    <a:pt x="131091" y="98549"/>
                  </a:lnTo>
                  <a:lnTo>
                    <a:pt x="131474" y="100551"/>
                  </a:lnTo>
                  <a:lnTo>
                    <a:pt x="131879" y="102575"/>
                  </a:lnTo>
                  <a:lnTo>
                    <a:pt x="132261" y="104599"/>
                  </a:lnTo>
                  <a:lnTo>
                    <a:pt x="132666" y="106668"/>
                  </a:lnTo>
                  <a:lnTo>
                    <a:pt x="133048" y="108760"/>
                  </a:lnTo>
                  <a:lnTo>
                    <a:pt x="133453" y="110874"/>
                  </a:lnTo>
                  <a:lnTo>
                    <a:pt x="133858" y="113010"/>
                  </a:lnTo>
                  <a:lnTo>
                    <a:pt x="134240" y="115169"/>
                  </a:lnTo>
                  <a:lnTo>
                    <a:pt x="134645" y="117328"/>
                  </a:lnTo>
                  <a:lnTo>
                    <a:pt x="135027" y="119532"/>
                  </a:lnTo>
                  <a:lnTo>
                    <a:pt x="135432" y="121736"/>
                  </a:lnTo>
                  <a:lnTo>
                    <a:pt x="135814" y="123985"/>
                  </a:lnTo>
                  <a:lnTo>
                    <a:pt x="136219" y="126234"/>
                  </a:lnTo>
                  <a:lnTo>
                    <a:pt x="136602" y="128505"/>
                  </a:lnTo>
                  <a:lnTo>
                    <a:pt x="137006" y="130799"/>
                  </a:lnTo>
                  <a:lnTo>
                    <a:pt x="137411" y="133116"/>
                  </a:lnTo>
                  <a:lnTo>
                    <a:pt x="137793" y="135455"/>
                  </a:lnTo>
                  <a:lnTo>
                    <a:pt x="138198" y="137794"/>
                  </a:lnTo>
                  <a:lnTo>
                    <a:pt x="138581" y="140155"/>
                  </a:lnTo>
                  <a:lnTo>
                    <a:pt x="138985" y="142539"/>
                  </a:lnTo>
                  <a:lnTo>
                    <a:pt x="139368" y="144945"/>
                  </a:lnTo>
                  <a:lnTo>
                    <a:pt x="139773" y="147352"/>
                  </a:lnTo>
                  <a:lnTo>
                    <a:pt x="140155" y="149781"/>
                  </a:lnTo>
                  <a:lnTo>
                    <a:pt x="140560" y="152209"/>
                  </a:lnTo>
                  <a:lnTo>
                    <a:pt x="140965" y="154661"/>
                  </a:lnTo>
                  <a:lnTo>
                    <a:pt x="141347" y="157135"/>
                  </a:lnTo>
                  <a:lnTo>
                    <a:pt x="141751" y="159609"/>
                  </a:lnTo>
                  <a:lnTo>
                    <a:pt x="142134" y="162105"/>
                  </a:lnTo>
                  <a:lnTo>
                    <a:pt x="142539" y="164624"/>
                  </a:lnTo>
                  <a:lnTo>
                    <a:pt x="142921" y="167120"/>
                  </a:lnTo>
                  <a:lnTo>
                    <a:pt x="143326" y="169661"/>
                  </a:lnTo>
                  <a:lnTo>
                    <a:pt x="143731" y="172180"/>
                  </a:lnTo>
                  <a:lnTo>
                    <a:pt x="144113" y="174744"/>
                  </a:lnTo>
                  <a:lnTo>
                    <a:pt x="144518" y="177285"/>
                  </a:lnTo>
                  <a:lnTo>
                    <a:pt x="144900" y="179849"/>
                  </a:lnTo>
                  <a:lnTo>
                    <a:pt x="145305" y="182413"/>
                  </a:lnTo>
                  <a:lnTo>
                    <a:pt x="145687" y="184999"/>
                  </a:lnTo>
                  <a:lnTo>
                    <a:pt x="146092" y="187563"/>
                  </a:lnTo>
                  <a:lnTo>
                    <a:pt x="146474" y="190149"/>
                  </a:lnTo>
                  <a:lnTo>
                    <a:pt x="146879" y="192758"/>
                  </a:lnTo>
                  <a:lnTo>
                    <a:pt x="147284" y="195344"/>
                  </a:lnTo>
                  <a:lnTo>
                    <a:pt x="147666" y="197931"/>
                  </a:lnTo>
                  <a:lnTo>
                    <a:pt x="148071" y="203373"/>
                  </a:lnTo>
                  <a:lnTo>
                    <a:pt x="148453" y="210390"/>
                  </a:lnTo>
                  <a:lnTo>
                    <a:pt x="148858" y="213111"/>
                  </a:lnTo>
                  <a:lnTo>
                    <a:pt x="149241" y="215855"/>
                  </a:lnTo>
                  <a:lnTo>
                    <a:pt x="149645" y="218576"/>
                  </a:lnTo>
                  <a:lnTo>
                    <a:pt x="150028" y="221297"/>
                  </a:lnTo>
                  <a:lnTo>
                    <a:pt x="150433" y="224019"/>
                  </a:lnTo>
                  <a:lnTo>
                    <a:pt x="150837" y="226740"/>
                  </a:lnTo>
                  <a:lnTo>
                    <a:pt x="151220" y="229484"/>
                  </a:lnTo>
                  <a:lnTo>
                    <a:pt x="151625" y="232205"/>
                  </a:lnTo>
                  <a:lnTo>
                    <a:pt x="152007" y="234949"/>
                  </a:lnTo>
                  <a:lnTo>
                    <a:pt x="152411" y="237692"/>
                  </a:lnTo>
                  <a:lnTo>
                    <a:pt x="152794" y="240414"/>
                  </a:lnTo>
                  <a:lnTo>
                    <a:pt x="153199" y="243157"/>
                  </a:lnTo>
                  <a:lnTo>
                    <a:pt x="153581" y="245879"/>
                  </a:lnTo>
                  <a:lnTo>
                    <a:pt x="153986" y="248600"/>
                  </a:lnTo>
                  <a:lnTo>
                    <a:pt x="154391" y="251344"/>
                  </a:lnTo>
                  <a:lnTo>
                    <a:pt x="154773" y="254065"/>
                  </a:lnTo>
                  <a:lnTo>
                    <a:pt x="155178" y="256786"/>
                  </a:lnTo>
                  <a:lnTo>
                    <a:pt x="155560" y="259507"/>
                  </a:lnTo>
                  <a:lnTo>
                    <a:pt x="155965" y="262229"/>
                  </a:lnTo>
                  <a:lnTo>
                    <a:pt x="156347" y="264950"/>
                  </a:lnTo>
                  <a:lnTo>
                    <a:pt x="156752" y="267671"/>
                  </a:lnTo>
                  <a:lnTo>
                    <a:pt x="157157" y="270370"/>
                  </a:lnTo>
                  <a:lnTo>
                    <a:pt x="157539" y="273091"/>
                  </a:lnTo>
                  <a:lnTo>
                    <a:pt x="157944" y="275790"/>
                  </a:lnTo>
                  <a:lnTo>
                    <a:pt x="158326" y="278488"/>
                  </a:lnTo>
                  <a:lnTo>
                    <a:pt x="158731" y="281165"/>
                  </a:lnTo>
                  <a:lnTo>
                    <a:pt x="159114" y="283863"/>
                  </a:lnTo>
                  <a:lnTo>
                    <a:pt x="159518" y="286540"/>
                  </a:lnTo>
                  <a:lnTo>
                    <a:pt x="159901" y="289216"/>
                  </a:lnTo>
                  <a:lnTo>
                    <a:pt x="160305" y="291892"/>
                  </a:lnTo>
                  <a:lnTo>
                    <a:pt x="160710" y="294546"/>
                  </a:lnTo>
                  <a:lnTo>
                    <a:pt x="161093" y="297200"/>
                  </a:lnTo>
                  <a:lnTo>
                    <a:pt x="161497" y="299854"/>
                  </a:lnTo>
                  <a:lnTo>
                    <a:pt x="161880" y="302507"/>
                  </a:lnTo>
                  <a:lnTo>
                    <a:pt x="162285" y="305139"/>
                  </a:lnTo>
                  <a:lnTo>
                    <a:pt x="162667" y="307770"/>
                  </a:lnTo>
                  <a:lnTo>
                    <a:pt x="163071" y="310379"/>
                  </a:lnTo>
                  <a:lnTo>
                    <a:pt x="163454" y="313010"/>
                  </a:lnTo>
                  <a:lnTo>
                    <a:pt x="163859" y="315596"/>
                  </a:lnTo>
                  <a:lnTo>
                    <a:pt x="164263" y="318205"/>
                  </a:lnTo>
                  <a:lnTo>
                    <a:pt x="164624" y="320791"/>
                  </a:lnTo>
                  <a:lnTo>
                    <a:pt x="165028" y="323378"/>
                  </a:lnTo>
                  <a:lnTo>
                    <a:pt x="165433" y="325941"/>
                  </a:lnTo>
                  <a:lnTo>
                    <a:pt x="165816" y="328483"/>
                  </a:lnTo>
                  <a:lnTo>
                    <a:pt x="166198" y="331047"/>
                  </a:lnTo>
                  <a:lnTo>
                    <a:pt x="166602" y="333588"/>
                  </a:lnTo>
                  <a:lnTo>
                    <a:pt x="166985" y="336107"/>
                  </a:lnTo>
                  <a:lnTo>
                    <a:pt x="167390" y="338626"/>
                  </a:lnTo>
                  <a:lnTo>
                    <a:pt x="167794" y="341144"/>
                  </a:lnTo>
                  <a:lnTo>
                    <a:pt x="168177" y="343618"/>
                  </a:lnTo>
                  <a:lnTo>
                    <a:pt x="168582" y="346115"/>
                  </a:lnTo>
                  <a:lnTo>
                    <a:pt x="168964" y="348611"/>
                  </a:lnTo>
                  <a:lnTo>
                    <a:pt x="169369" y="351085"/>
                  </a:lnTo>
                  <a:lnTo>
                    <a:pt x="169751" y="353559"/>
                  </a:lnTo>
                  <a:lnTo>
                    <a:pt x="170156" y="356010"/>
                  </a:lnTo>
                  <a:lnTo>
                    <a:pt x="170538" y="358461"/>
                  </a:lnTo>
                  <a:lnTo>
                    <a:pt x="170943" y="360890"/>
                  </a:lnTo>
                  <a:lnTo>
                    <a:pt x="171348" y="363319"/>
                  </a:lnTo>
                  <a:lnTo>
                    <a:pt x="171730" y="365748"/>
                  </a:lnTo>
                  <a:lnTo>
                    <a:pt x="172135" y="368154"/>
                  </a:lnTo>
                  <a:lnTo>
                    <a:pt x="172518" y="370538"/>
                  </a:lnTo>
                  <a:lnTo>
                    <a:pt x="172922" y="372922"/>
                  </a:lnTo>
                  <a:lnTo>
                    <a:pt x="173304" y="375284"/>
                  </a:lnTo>
                  <a:lnTo>
                    <a:pt x="173710" y="377645"/>
                  </a:lnTo>
                  <a:lnTo>
                    <a:pt x="174114" y="380006"/>
                  </a:lnTo>
                  <a:lnTo>
                    <a:pt x="174496" y="382345"/>
                  </a:lnTo>
                  <a:lnTo>
                    <a:pt x="174901" y="384662"/>
                  </a:lnTo>
                  <a:lnTo>
                    <a:pt x="175284" y="386978"/>
                  </a:lnTo>
                  <a:lnTo>
                    <a:pt x="175688" y="389272"/>
                  </a:lnTo>
                  <a:lnTo>
                    <a:pt x="176070" y="391566"/>
                  </a:lnTo>
                  <a:lnTo>
                    <a:pt x="176476" y="393838"/>
                  </a:lnTo>
                  <a:lnTo>
                    <a:pt x="176858" y="396109"/>
                  </a:lnTo>
                  <a:lnTo>
                    <a:pt x="177263" y="398358"/>
                  </a:lnTo>
                  <a:lnTo>
                    <a:pt x="177668" y="400607"/>
                  </a:lnTo>
                  <a:lnTo>
                    <a:pt x="178050" y="402833"/>
                  </a:lnTo>
                  <a:lnTo>
                    <a:pt x="178455" y="405060"/>
                  </a:lnTo>
                  <a:lnTo>
                    <a:pt x="178837" y="407264"/>
                  </a:lnTo>
                  <a:lnTo>
                    <a:pt x="179242" y="409468"/>
                  </a:lnTo>
                  <a:lnTo>
                    <a:pt x="179624" y="411649"/>
                  </a:lnTo>
                  <a:lnTo>
                    <a:pt x="180029" y="413808"/>
                  </a:lnTo>
                  <a:lnTo>
                    <a:pt x="180411" y="415967"/>
                  </a:lnTo>
                  <a:lnTo>
                    <a:pt x="180816" y="418104"/>
                  </a:lnTo>
                  <a:lnTo>
                    <a:pt x="181221" y="420240"/>
                  </a:lnTo>
                  <a:lnTo>
                    <a:pt x="181603" y="422354"/>
                  </a:lnTo>
                  <a:lnTo>
                    <a:pt x="182008" y="424468"/>
                  </a:lnTo>
                  <a:lnTo>
                    <a:pt x="182390" y="426560"/>
                  </a:lnTo>
                  <a:lnTo>
                    <a:pt x="182795" y="428629"/>
                  </a:lnTo>
                  <a:lnTo>
                    <a:pt x="183178" y="430698"/>
                  </a:lnTo>
                  <a:lnTo>
                    <a:pt x="183582" y="432767"/>
                  </a:lnTo>
                  <a:lnTo>
                    <a:pt x="183964" y="434814"/>
                  </a:lnTo>
                  <a:lnTo>
                    <a:pt x="184370" y="436838"/>
                  </a:lnTo>
                  <a:lnTo>
                    <a:pt x="184774" y="438862"/>
                  </a:lnTo>
                  <a:lnTo>
                    <a:pt x="185156" y="440863"/>
                  </a:lnTo>
                  <a:lnTo>
                    <a:pt x="185561" y="442842"/>
                  </a:lnTo>
                  <a:lnTo>
                    <a:pt x="185944" y="444821"/>
                  </a:lnTo>
                  <a:lnTo>
                    <a:pt x="186348" y="446801"/>
                  </a:lnTo>
                  <a:lnTo>
                    <a:pt x="186731" y="448757"/>
                  </a:lnTo>
                  <a:lnTo>
                    <a:pt x="187136" y="450691"/>
                  </a:lnTo>
                  <a:lnTo>
                    <a:pt x="187540" y="452625"/>
                  </a:lnTo>
                  <a:lnTo>
                    <a:pt x="187923" y="454537"/>
                  </a:lnTo>
                  <a:lnTo>
                    <a:pt x="188328" y="456426"/>
                  </a:lnTo>
                  <a:lnTo>
                    <a:pt x="188710" y="458315"/>
                  </a:lnTo>
                  <a:lnTo>
                    <a:pt x="189115" y="460182"/>
                  </a:lnTo>
                  <a:lnTo>
                    <a:pt x="189497" y="462026"/>
                  </a:lnTo>
                  <a:lnTo>
                    <a:pt x="189902" y="463870"/>
                  </a:lnTo>
                  <a:lnTo>
                    <a:pt x="190284" y="465714"/>
                  </a:lnTo>
                  <a:lnTo>
                    <a:pt x="190689" y="467536"/>
                  </a:lnTo>
                  <a:lnTo>
                    <a:pt x="191094" y="469335"/>
                  </a:lnTo>
                  <a:lnTo>
                    <a:pt x="191476" y="471134"/>
                  </a:lnTo>
                  <a:lnTo>
                    <a:pt x="191881" y="472911"/>
                  </a:lnTo>
                  <a:lnTo>
                    <a:pt x="192263" y="474665"/>
                  </a:lnTo>
                  <a:lnTo>
                    <a:pt x="192668" y="476419"/>
                  </a:lnTo>
                  <a:lnTo>
                    <a:pt x="193050" y="478173"/>
                  </a:lnTo>
                  <a:lnTo>
                    <a:pt x="193455" y="479883"/>
                  </a:lnTo>
                  <a:lnTo>
                    <a:pt x="193838" y="481614"/>
                  </a:lnTo>
                  <a:lnTo>
                    <a:pt x="194242" y="483301"/>
                  </a:lnTo>
                  <a:lnTo>
                    <a:pt x="194647" y="485010"/>
                  </a:lnTo>
                  <a:lnTo>
                    <a:pt x="195030" y="486674"/>
                  </a:lnTo>
                  <a:lnTo>
                    <a:pt x="195434" y="488339"/>
                  </a:lnTo>
                  <a:lnTo>
                    <a:pt x="195816" y="490003"/>
                  </a:lnTo>
                  <a:lnTo>
                    <a:pt x="196222" y="491645"/>
                  </a:lnTo>
                  <a:lnTo>
                    <a:pt x="196604" y="493286"/>
                  </a:lnTo>
                  <a:lnTo>
                    <a:pt x="197008" y="494906"/>
                  </a:lnTo>
                  <a:lnTo>
                    <a:pt x="197391" y="496525"/>
                  </a:lnTo>
                  <a:lnTo>
                    <a:pt x="197796" y="498122"/>
                  </a:lnTo>
                  <a:lnTo>
                    <a:pt x="198200" y="499718"/>
                  </a:lnTo>
                  <a:lnTo>
                    <a:pt x="198583" y="501315"/>
                  </a:lnTo>
                  <a:lnTo>
                    <a:pt x="198988" y="502867"/>
                  </a:lnTo>
                  <a:lnTo>
                    <a:pt x="199370" y="504441"/>
                  </a:lnTo>
                  <a:lnTo>
                    <a:pt x="199775" y="505971"/>
                  </a:lnTo>
                  <a:lnTo>
                    <a:pt x="200157" y="507522"/>
                  </a:lnTo>
                  <a:lnTo>
                    <a:pt x="200562" y="509029"/>
                  </a:lnTo>
                  <a:lnTo>
                    <a:pt x="200944" y="510536"/>
                  </a:lnTo>
                  <a:lnTo>
                    <a:pt x="201349" y="512043"/>
                  </a:lnTo>
                  <a:lnTo>
                    <a:pt x="201754" y="513527"/>
                  </a:lnTo>
                  <a:lnTo>
                    <a:pt x="202136" y="514989"/>
                  </a:lnTo>
                  <a:lnTo>
                    <a:pt x="202541" y="516451"/>
                  </a:lnTo>
                  <a:lnTo>
                    <a:pt x="202923" y="517913"/>
                  </a:lnTo>
                  <a:lnTo>
                    <a:pt x="203328" y="519329"/>
                  </a:lnTo>
                  <a:lnTo>
                    <a:pt x="203710" y="520746"/>
                  </a:lnTo>
                  <a:lnTo>
                    <a:pt x="204115" y="522163"/>
                  </a:lnTo>
                  <a:lnTo>
                    <a:pt x="204520" y="523535"/>
                  </a:lnTo>
                  <a:lnTo>
                    <a:pt x="204902" y="524929"/>
                  </a:lnTo>
                  <a:lnTo>
                    <a:pt x="205307" y="526279"/>
                  </a:lnTo>
                  <a:lnTo>
                    <a:pt x="205690" y="527651"/>
                  </a:lnTo>
                  <a:lnTo>
                    <a:pt x="206094" y="528977"/>
                  </a:lnTo>
                  <a:lnTo>
                    <a:pt x="206476" y="530304"/>
                  </a:lnTo>
                  <a:lnTo>
                    <a:pt x="206882" y="531631"/>
                  </a:lnTo>
                  <a:lnTo>
                    <a:pt x="207264" y="532913"/>
                  </a:lnTo>
                  <a:lnTo>
                    <a:pt x="207668" y="534218"/>
                  </a:lnTo>
                  <a:lnTo>
                    <a:pt x="208073" y="535499"/>
                  </a:lnTo>
                  <a:lnTo>
                    <a:pt x="208456" y="536759"/>
                  </a:lnTo>
                  <a:lnTo>
                    <a:pt x="208860" y="538018"/>
                  </a:lnTo>
                  <a:lnTo>
                    <a:pt x="209243" y="539255"/>
                  </a:lnTo>
                  <a:lnTo>
                    <a:pt x="209648" y="540470"/>
                  </a:lnTo>
                  <a:lnTo>
                    <a:pt x="210030" y="541707"/>
                  </a:lnTo>
                  <a:lnTo>
                    <a:pt x="210435" y="542898"/>
                  </a:lnTo>
                  <a:lnTo>
                    <a:pt x="210817" y="544090"/>
                  </a:lnTo>
                  <a:lnTo>
                    <a:pt x="211222" y="545282"/>
                  </a:lnTo>
                  <a:lnTo>
                    <a:pt x="211627" y="546452"/>
                  </a:lnTo>
                  <a:lnTo>
                    <a:pt x="212009" y="547599"/>
                  </a:lnTo>
                  <a:lnTo>
                    <a:pt x="212414" y="548746"/>
                  </a:lnTo>
                  <a:lnTo>
                    <a:pt x="212796" y="549893"/>
                  </a:lnTo>
                  <a:lnTo>
                    <a:pt x="213201" y="550995"/>
                  </a:lnTo>
                  <a:lnTo>
                    <a:pt x="213584" y="552119"/>
                  </a:lnTo>
                  <a:lnTo>
                    <a:pt x="213988" y="553221"/>
                  </a:lnTo>
                  <a:lnTo>
                    <a:pt x="214370" y="554301"/>
                  </a:lnTo>
                  <a:lnTo>
                    <a:pt x="214776" y="555380"/>
                  </a:lnTo>
                  <a:lnTo>
                    <a:pt x="215180" y="556437"/>
                  </a:lnTo>
                  <a:lnTo>
                    <a:pt x="215562" y="557494"/>
                  </a:lnTo>
                  <a:lnTo>
                    <a:pt x="215967" y="558551"/>
                  </a:lnTo>
                  <a:lnTo>
                    <a:pt x="216350" y="559586"/>
                  </a:lnTo>
                  <a:lnTo>
                    <a:pt x="216754" y="560598"/>
                  </a:lnTo>
                  <a:lnTo>
                    <a:pt x="217136" y="561610"/>
                  </a:lnTo>
                  <a:lnTo>
                    <a:pt x="217542" y="562622"/>
                  </a:lnTo>
                  <a:lnTo>
                    <a:pt x="217946" y="563611"/>
                  </a:lnTo>
                  <a:lnTo>
                    <a:pt x="218329" y="564601"/>
                  </a:lnTo>
                  <a:lnTo>
                    <a:pt x="218733" y="565568"/>
                  </a:lnTo>
                  <a:lnTo>
                    <a:pt x="219116" y="566535"/>
                  </a:lnTo>
                  <a:lnTo>
                    <a:pt x="219521" y="567480"/>
                  </a:lnTo>
                  <a:lnTo>
                    <a:pt x="219903" y="568424"/>
                  </a:lnTo>
                  <a:lnTo>
                    <a:pt x="220308" y="569369"/>
                  </a:lnTo>
                  <a:lnTo>
                    <a:pt x="220690" y="570291"/>
                  </a:lnTo>
                  <a:lnTo>
                    <a:pt x="221095" y="571213"/>
                  </a:lnTo>
                  <a:lnTo>
                    <a:pt x="221500" y="572112"/>
                  </a:lnTo>
                  <a:lnTo>
                    <a:pt x="221882" y="573012"/>
                  </a:lnTo>
                  <a:lnTo>
                    <a:pt x="222287" y="573912"/>
                  </a:lnTo>
                  <a:lnTo>
                    <a:pt x="222669" y="574789"/>
                  </a:lnTo>
                  <a:lnTo>
                    <a:pt x="223074" y="575666"/>
                  </a:lnTo>
                  <a:lnTo>
                    <a:pt x="223456" y="576543"/>
                  </a:lnTo>
                  <a:lnTo>
                    <a:pt x="223861" y="577398"/>
                  </a:lnTo>
                  <a:lnTo>
                    <a:pt x="224244" y="578252"/>
                  </a:lnTo>
                  <a:lnTo>
                    <a:pt x="224648" y="579084"/>
                  </a:lnTo>
                  <a:lnTo>
                    <a:pt x="225053" y="579916"/>
                  </a:lnTo>
                  <a:lnTo>
                    <a:pt x="225436" y="580726"/>
                  </a:lnTo>
                  <a:lnTo>
                    <a:pt x="225840" y="581513"/>
                  </a:lnTo>
                  <a:lnTo>
                    <a:pt x="226222" y="582323"/>
                  </a:lnTo>
                  <a:lnTo>
                    <a:pt x="226627" y="583110"/>
                  </a:lnTo>
                  <a:lnTo>
                    <a:pt x="227010" y="583897"/>
                  </a:lnTo>
                  <a:lnTo>
                    <a:pt x="227414" y="584662"/>
                  </a:lnTo>
                  <a:lnTo>
                    <a:pt x="227797" y="585426"/>
                  </a:lnTo>
                  <a:lnTo>
                    <a:pt x="228202" y="586191"/>
                  </a:lnTo>
                  <a:lnTo>
                    <a:pt x="228606" y="586933"/>
                  </a:lnTo>
                  <a:lnTo>
                    <a:pt x="228989" y="587675"/>
                  </a:lnTo>
                  <a:lnTo>
                    <a:pt x="229394" y="588417"/>
                  </a:lnTo>
                  <a:lnTo>
                    <a:pt x="229776" y="589137"/>
                  </a:lnTo>
                  <a:lnTo>
                    <a:pt x="230181" y="589857"/>
                  </a:lnTo>
                  <a:lnTo>
                    <a:pt x="230563" y="590554"/>
                  </a:lnTo>
                  <a:lnTo>
                    <a:pt x="230968" y="591274"/>
                  </a:lnTo>
                  <a:lnTo>
                    <a:pt x="231350" y="591948"/>
                  </a:lnTo>
                  <a:lnTo>
                    <a:pt x="231755" y="592645"/>
                  </a:lnTo>
                  <a:lnTo>
                    <a:pt x="232160" y="593320"/>
                  </a:lnTo>
                  <a:lnTo>
                    <a:pt x="232542" y="593995"/>
                  </a:lnTo>
                  <a:lnTo>
                    <a:pt x="232947" y="594647"/>
                  </a:lnTo>
                  <a:lnTo>
                    <a:pt x="233329" y="595299"/>
                  </a:lnTo>
                  <a:lnTo>
                    <a:pt x="233734" y="595951"/>
                  </a:lnTo>
                  <a:lnTo>
                    <a:pt x="234116" y="596581"/>
                  </a:lnTo>
                  <a:lnTo>
                    <a:pt x="234521" y="597211"/>
                  </a:lnTo>
                  <a:lnTo>
                    <a:pt x="234926" y="597818"/>
                  </a:lnTo>
                  <a:lnTo>
                    <a:pt x="235308" y="598425"/>
                  </a:lnTo>
                  <a:lnTo>
                    <a:pt x="235713" y="599032"/>
                  </a:lnTo>
                  <a:lnTo>
                    <a:pt x="236096" y="599617"/>
                  </a:lnTo>
                  <a:lnTo>
                    <a:pt x="236500" y="600224"/>
                  </a:lnTo>
                  <a:lnTo>
                    <a:pt x="236882" y="600787"/>
                  </a:lnTo>
                  <a:lnTo>
                    <a:pt x="237287" y="601371"/>
                  </a:lnTo>
                  <a:lnTo>
                    <a:pt x="237670" y="601934"/>
                  </a:lnTo>
                  <a:lnTo>
                    <a:pt x="238074" y="602473"/>
                  </a:lnTo>
                  <a:lnTo>
                    <a:pt x="238479" y="603013"/>
                  </a:lnTo>
                  <a:lnTo>
                    <a:pt x="238862" y="603553"/>
                  </a:lnTo>
                  <a:lnTo>
                    <a:pt x="239266" y="604070"/>
                  </a:lnTo>
                  <a:lnTo>
                    <a:pt x="239649" y="604587"/>
                  </a:lnTo>
                  <a:lnTo>
                    <a:pt x="240054" y="605105"/>
                  </a:lnTo>
                  <a:lnTo>
                    <a:pt x="240436" y="605599"/>
                  </a:lnTo>
                  <a:lnTo>
                    <a:pt x="240841" y="606094"/>
                  </a:lnTo>
                  <a:lnTo>
                    <a:pt x="241223" y="606589"/>
                  </a:lnTo>
                  <a:lnTo>
                    <a:pt x="241628" y="607061"/>
                  </a:lnTo>
                  <a:lnTo>
                    <a:pt x="242033" y="607534"/>
                  </a:lnTo>
                  <a:lnTo>
                    <a:pt x="242415" y="607983"/>
                  </a:lnTo>
                  <a:lnTo>
                    <a:pt x="242820" y="608433"/>
                  </a:lnTo>
                  <a:lnTo>
                    <a:pt x="243202" y="608883"/>
                  </a:lnTo>
                  <a:lnTo>
                    <a:pt x="243607" y="609333"/>
                  </a:lnTo>
                  <a:lnTo>
                    <a:pt x="243989" y="609760"/>
                  </a:lnTo>
                  <a:lnTo>
                    <a:pt x="244394" y="610187"/>
                  </a:lnTo>
                  <a:lnTo>
                    <a:pt x="244776" y="610615"/>
                  </a:lnTo>
                  <a:lnTo>
                    <a:pt x="245181" y="611019"/>
                  </a:lnTo>
                  <a:lnTo>
                    <a:pt x="245586" y="611447"/>
                  </a:lnTo>
                  <a:lnTo>
                    <a:pt x="245968" y="611852"/>
                  </a:lnTo>
                  <a:lnTo>
                    <a:pt x="246373" y="612234"/>
                  </a:lnTo>
                  <a:lnTo>
                    <a:pt x="246756" y="612639"/>
                  </a:lnTo>
                  <a:lnTo>
                    <a:pt x="247160" y="613021"/>
                  </a:lnTo>
                  <a:lnTo>
                    <a:pt x="247542" y="613403"/>
                  </a:lnTo>
                  <a:lnTo>
                    <a:pt x="247948" y="613786"/>
                  </a:lnTo>
                  <a:lnTo>
                    <a:pt x="248352" y="614145"/>
                  </a:lnTo>
                  <a:lnTo>
                    <a:pt x="248734" y="614528"/>
                  </a:lnTo>
                  <a:lnTo>
                    <a:pt x="249139" y="614888"/>
                  </a:lnTo>
                  <a:lnTo>
                    <a:pt x="249522" y="615225"/>
                  </a:lnTo>
                  <a:lnTo>
                    <a:pt x="249926" y="615585"/>
                  </a:lnTo>
                  <a:lnTo>
                    <a:pt x="250309" y="615922"/>
                  </a:lnTo>
                  <a:lnTo>
                    <a:pt x="250714" y="616260"/>
                  </a:lnTo>
                  <a:lnTo>
                    <a:pt x="251096" y="616574"/>
                  </a:lnTo>
                  <a:lnTo>
                    <a:pt x="251501" y="616912"/>
                  </a:lnTo>
                  <a:lnTo>
                    <a:pt x="251905" y="617227"/>
                  </a:lnTo>
                  <a:lnTo>
                    <a:pt x="252288" y="617541"/>
                  </a:lnTo>
                  <a:lnTo>
                    <a:pt x="252693" y="617834"/>
                  </a:lnTo>
                  <a:lnTo>
                    <a:pt x="253075" y="618149"/>
                  </a:lnTo>
                  <a:lnTo>
                    <a:pt x="253480" y="618441"/>
                  </a:lnTo>
                  <a:lnTo>
                    <a:pt x="253862" y="618733"/>
                  </a:lnTo>
                  <a:lnTo>
                    <a:pt x="254267" y="619003"/>
                  </a:lnTo>
                  <a:lnTo>
                    <a:pt x="254650" y="619296"/>
                  </a:lnTo>
                  <a:close/>
                </a:path>
              </a:pathLst>
            </a:custGeom>
            <a:solidFill>
              <a:srgbClr val="8172B4">
                <a:alpha val="20000"/>
              </a:srgbClr>
            </a:solidFill>
            <a:ln w="2249" cap="flat">
              <a:noFill/>
              <a:prstDash val="solid"/>
              <a:miter/>
            </a:ln>
          </p:spPr>
          <p:txBody>
            <a:bodyPr rtlCol="0" anchor="ctr"/>
            <a:lstStyle/>
            <a:p>
              <a:endParaRPr lang="en-US"/>
            </a:p>
          </p:txBody>
        </p:sp>
      </p:grpSp>
      <p:grpSp>
        <p:nvGrpSpPr>
          <p:cNvPr id="11" name="Group 10">
            <a:extLst>
              <a:ext uri="{FF2B5EF4-FFF2-40B4-BE49-F238E27FC236}">
                <a16:creationId xmlns:a16="http://schemas.microsoft.com/office/drawing/2014/main" id="{AC989178-0E69-4C9C-63C5-1778EF785DEC}"/>
              </a:ext>
            </a:extLst>
          </p:cNvPr>
          <p:cNvGrpSpPr/>
          <p:nvPr/>
        </p:nvGrpSpPr>
        <p:grpSpPr>
          <a:xfrm>
            <a:off x="1976178" y="1596328"/>
            <a:ext cx="2503612" cy="2711206"/>
            <a:chOff x="1643264" y="2987165"/>
            <a:chExt cx="2503612" cy="2711206"/>
          </a:xfrm>
        </p:grpSpPr>
        <p:sp>
          <p:nvSpPr>
            <p:cNvPr id="5113" name="Freeform 5112">
              <a:extLst>
                <a:ext uri="{FF2B5EF4-FFF2-40B4-BE49-F238E27FC236}">
                  <a16:creationId xmlns:a16="http://schemas.microsoft.com/office/drawing/2014/main" id="{23043C87-3557-ACD4-67AD-4507C7DAB5A0}"/>
                </a:ext>
              </a:extLst>
            </p:cNvPr>
            <p:cNvSpPr/>
            <p:nvPr/>
          </p:nvSpPr>
          <p:spPr>
            <a:xfrm>
              <a:off x="1643264" y="3041395"/>
              <a:ext cx="2503612" cy="2514268"/>
            </a:xfrm>
            <a:custGeom>
              <a:avLst/>
              <a:gdLst>
                <a:gd name="connsiteX0" fmla="*/ 0 w 591813"/>
                <a:gd name="connsiteY0" fmla="*/ 75295 h 594332"/>
                <a:gd name="connsiteX1" fmla="*/ 405 w 591813"/>
                <a:gd name="connsiteY1" fmla="*/ 74733 h 594332"/>
                <a:gd name="connsiteX2" fmla="*/ 787 w 591813"/>
                <a:gd name="connsiteY2" fmla="*/ 74171 h 594332"/>
                <a:gd name="connsiteX3" fmla="*/ 1191 w 591813"/>
                <a:gd name="connsiteY3" fmla="*/ 73608 h 594332"/>
                <a:gd name="connsiteX4" fmla="*/ 1574 w 591813"/>
                <a:gd name="connsiteY4" fmla="*/ 73046 h 594332"/>
                <a:gd name="connsiteX5" fmla="*/ 1979 w 591813"/>
                <a:gd name="connsiteY5" fmla="*/ 72506 h 594332"/>
                <a:gd name="connsiteX6" fmla="*/ 2383 w 591813"/>
                <a:gd name="connsiteY6" fmla="*/ 71944 h 594332"/>
                <a:gd name="connsiteX7" fmla="*/ 2766 w 591813"/>
                <a:gd name="connsiteY7" fmla="*/ 71404 h 594332"/>
                <a:gd name="connsiteX8" fmla="*/ 3171 w 591813"/>
                <a:gd name="connsiteY8" fmla="*/ 70842 h 594332"/>
                <a:gd name="connsiteX9" fmla="*/ 3553 w 591813"/>
                <a:gd name="connsiteY9" fmla="*/ 70302 h 594332"/>
                <a:gd name="connsiteX10" fmla="*/ 3958 w 591813"/>
                <a:gd name="connsiteY10" fmla="*/ 69740 h 594332"/>
                <a:gd name="connsiteX11" fmla="*/ 4340 w 591813"/>
                <a:gd name="connsiteY11" fmla="*/ 69200 h 594332"/>
                <a:gd name="connsiteX12" fmla="*/ 4745 w 591813"/>
                <a:gd name="connsiteY12" fmla="*/ 68638 h 594332"/>
                <a:gd name="connsiteX13" fmla="*/ 5150 w 591813"/>
                <a:gd name="connsiteY13" fmla="*/ 68098 h 594332"/>
                <a:gd name="connsiteX14" fmla="*/ 5532 w 591813"/>
                <a:gd name="connsiteY14" fmla="*/ 67559 h 594332"/>
                <a:gd name="connsiteX15" fmla="*/ 5937 w 591813"/>
                <a:gd name="connsiteY15" fmla="*/ 67019 h 594332"/>
                <a:gd name="connsiteX16" fmla="*/ 6319 w 591813"/>
                <a:gd name="connsiteY16" fmla="*/ 66479 h 594332"/>
                <a:gd name="connsiteX17" fmla="*/ 6724 w 591813"/>
                <a:gd name="connsiteY17" fmla="*/ 65917 h 594332"/>
                <a:gd name="connsiteX18" fmla="*/ 7107 w 591813"/>
                <a:gd name="connsiteY18" fmla="*/ 65377 h 594332"/>
                <a:gd name="connsiteX19" fmla="*/ 7511 w 591813"/>
                <a:gd name="connsiteY19" fmla="*/ 64837 h 594332"/>
                <a:gd name="connsiteX20" fmla="*/ 7893 w 591813"/>
                <a:gd name="connsiteY20" fmla="*/ 64320 h 594332"/>
                <a:gd name="connsiteX21" fmla="*/ 8299 w 591813"/>
                <a:gd name="connsiteY21" fmla="*/ 63780 h 594332"/>
                <a:gd name="connsiteX22" fmla="*/ 8703 w 591813"/>
                <a:gd name="connsiteY22" fmla="*/ 63241 h 594332"/>
                <a:gd name="connsiteX23" fmla="*/ 9085 w 591813"/>
                <a:gd name="connsiteY23" fmla="*/ 62701 h 594332"/>
                <a:gd name="connsiteX24" fmla="*/ 9491 w 591813"/>
                <a:gd name="connsiteY24" fmla="*/ 62184 h 594332"/>
                <a:gd name="connsiteX25" fmla="*/ 9873 w 591813"/>
                <a:gd name="connsiteY25" fmla="*/ 61644 h 594332"/>
                <a:gd name="connsiteX26" fmla="*/ 10277 w 591813"/>
                <a:gd name="connsiteY26" fmla="*/ 61127 h 594332"/>
                <a:gd name="connsiteX27" fmla="*/ 10660 w 591813"/>
                <a:gd name="connsiteY27" fmla="*/ 60587 h 594332"/>
                <a:gd name="connsiteX28" fmla="*/ 11065 w 591813"/>
                <a:gd name="connsiteY28" fmla="*/ 60070 h 594332"/>
                <a:gd name="connsiteX29" fmla="*/ 11447 w 591813"/>
                <a:gd name="connsiteY29" fmla="*/ 59552 h 594332"/>
                <a:gd name="connsiteX30" fmla="*/ 11852 w 591813"/>
                <a:gd name="connsiteY30" fmla="*/ 59013 h 594332"/>
                <a:gd name="connsiteX31" fmla="*/ 12257 w 591813"/>
                <a:gd name="connsiteY31" fmla="*/ 58495 h 594332"/>
                <a:gd name="connsiteX32" fmla="*/ 12639 w 591813"/>
                <a:gd name="connsiteY32" fmla="*/ 57978 h 594332"/>
                <a:gd name="connsiteX33" fmla="*/ 13044 w 591813"/>
                <a:gd name="connsiteY33" fmla="*/ 57461 h 594332"/>
                <a:gd name="connsiteX34" fmla="*/ 13426 w 591813"/>
                <a:gd name="connsiteY34" fmla="*/ 56944 h 594332"/>
                <a:gd name="connsiteX35" fmla="*/ 13831 w 591813"/>
                <a:gd name="connsiteY35" fmla="*/ 56426 h 594332"/>
                <a:gd name="connsiteX36" fmla="*/ 14213 w 591813"/>
                <a:gd name="connsiteY36" fmla="*/ 55909 h 594332"/>
                <a:gd name="connsiteX37" fmla="*/ 14618 w 591813"/>
                <a:gd name="connsiteY37" fmla="*/ 55414 h 594332"/>
                <a:gd name="connsiteX38" fmla="*/ 15000 w 591813"/>
                <a:gd name="connsiteY38" fmla="*/ 54897 h 594332"/>
                <a:gd name="connsiteX39" fmla="*/ 15405 w 591813"/>
                <a:gd name="connsiteY39" fmla="*/ 54402 h 594332"/>
                <a:gd name="connsiteX40" fmla="*/ 15810 w 591813"/>
                <a:gd name="connsiteY40" fmla="*/ 53908 h 594332"/>
                <a:gd name="connsiteX41" fmla="*/ 16192 w 591813"/>
                <a:gd name="connsiteY41" fmla="*/ 53390 h 594332"/>
                <a:gd name="connsiteX42" fmla="*/ 16597 w 591813"/>
                <a:gd name="connsiteY42" fmla="*/ 52896 h 594332"/>
                <a:gd name="connsiteX43" fmla="*/ 16979 w 591813"/>
                <a:gd name="connsiteY43" fmla="*/ 52401 h 594332"/>
                <a:gd name="connsiteX44" fmla="*/ 17384 w 591813"/>
                <a:gd name="connsiteY44" fmla="*/ 51928 h 594332"/>
                <a:gd name="connsiteX45" fmla="*/ 17767 w 591813"/>
                <a:gd name="connsiteY45" fmla="*/ 51434 h 594332"/>
                <a:gd name="connsiteX46" fmla="*/ 18171 w 591813"/>
                <a:gd name="connsiteY46" fmla="*/ 50939 h 594332"/>
                <a:gd name="connsiteX47" fmla="*/ 18576 w 591813"/>
                <a:gd name="connsiteY47" fmla="*/ 50467 h 594332"/>
                <a:gd name="connsiteX48" fmla="*/ 18959 w 591813"/>
                <a:gd name="connsiteY48" fmla="*/ 49994 h 594332"/>
                <a:gd name="connsiteX49" fmla="*/ 19363 w 591813"/>
                <a:gd name="connsiteY49" fmla="*/ 49522 h 594332"/>
                <a:gd name="connsiteX50" fmla="*/ 19745 w 591813"/>
                <a:gd name="connsiteY50" fmla="*/ 49050 h 594332"/>
                <a:gd name="connsiteX51" fmla="*/ 20151 w 591813"/>
                <a:gd name="connsiteY51" fmla="*/ 48577 h 594332"/>
                <a:gd name="connsiteX52" fmla="*/ 20533 w 591813"/>
                <a:gd name="connsiteY52" fmla="*/ 48128 h 594332"/>
                <a:gd name="connsiteX53" fmla="*/ 20937 w 591813"/>
                <a:gd name="connsiteY53" fmla="*/ 47655 h 594332"/>
                <a:gd name="connsiteX54" fmla="*/ 21320 w 591813"/>
                <a:gd name="connsiteY54" fmla="*/ 47206 h 594332"/>
                <a:gd name="connsiteX55" fmla="*/ 21725 w 591813"/>
                <a:gd name="connsiteY55" fmla="*/ 46778 h 594332"/>
                <a:gd name="connsiteX56" fmla="*/ 22129 w 591813"/>
                <a:gd name="connsiteY56" fmla="*/ 46329 h 594332"/>
                <a:gd name="connsiteX57" fmla="*/ 22512 w 591813"/>
                <a:gd name="connsiteY57" fmla="*/ 45901 h 594332"/>
                <a:gd name="connsiteX58" fmla="*/ 22917 w 591813"/>
                <a:gd name="connsiteY58" fmla="*/ 45474 h 594332"/>
                <a:gd name="connsiteX59" fmla="*/ 23299 w 591813"/>
                <a:gd name="connsiteY59" fmla="*/ 45069 h 594332"/>
                <a:gd name="connsiteX60" fmla="*/ 23704 w 591813"/>
                <a:gd name="connsiteY60" fmla="*/ 44664 h 594332"/>
                <a:gd name="connsiteX61" fmla="*/ 24086 w 591813"/>
                <a:gd name="connsiteY61" fmla="*/ 44259 h 594332"/>
                <a:gd name="connsiteX62" fmla="*/ 24491 w 591813"/>
                <a:gd name="connsiteY62" fmla="*/ 43877 h 594332"/>
                <a:gd name="connsiteX63" fmla="*/ 24873 w 591813"/>
                <a:gd name="connsiteY63" fmla="*/ 43495 h 594332"/>
                <a:gd name="connsiteX64" fmla="*/ 25278 w 591813"/>
                <a:gd name="connsiteY64" fmla="*/ 43135 h 594332"/>
                <a:gd name="connsiteX65" fmla="*/ 25683 w 591813"/>
                <a:gd name="connsiteY65" fmla="*/ 42753 h 594332"/>
                <a:gd name="connsiteX66" fmla="*/ 26065 w 591813"/>
                <a:gd name="connsiteY66" fmla="*/ 42415 h 594332"/>
                <a:gd name="connsiteX67" fmla="*/ 26470 w 591813"/>
                <a:gd name="connsiteY67" fmla="*/ 42056 h 594332"/>
                <a:gd name="connsiteX68" fmla="*/ 26852 w 591813"/>
                <a:gd name="connsiteY68" fmla="*/ 41718 h 594332"/>
                <a:gd name="connsiteX69" fmla="*/ 27257 w 591813"/>
                <a:gd name="connsiteY69" fmla="*/ 41403 h 594332"/>
                <a:gd name="connsiteX70" fmla="*/ 27639 w 591813"/>
                <a:gd name="connsiteY70" fmla="*/ 41088 h 594332"/>
                <a:gd name="connsiteX71" fmla="*/ 28044 w 591813"/>
                <a:gd name="connsiteY71" fmla="*/ 40796 h 594332"/>
                <a:gd name="connsiteX72" fmla="*/ 28427 w 591813"/>
                <a:gd name="connsiteY72" fmla="*/ 40481 h 594332"/>
                <a:gd name="connsiteX73" fmla="*/ 28831 w 591813"/>
                <a:gd name="connsiteY73" fmla="*/ 40211 h 594332"/>
                <a:gd name="connsiteX74" fmla="*/ 29236 w 591813"/>
                <a:gd name="connsiteY74" fmla="*/ 39942 h 594332"/>
                <a:gd name="connsiteX75" fmla="*/ 29619 w 591813"/>
                <a:gd name="connsiteY75" fmla="*/ 39672 h 594332"/>
                <a:gd name="connsiteX76" fmla="*/ 30023 w 591813"/>
                <a:gd name="connsiteY76" fmla="*/ 39424 h 594332"/>
                <a:gd name="connsiteX77" fmla="*/ 30405 w 591813"/>
                <a:gd name="connsiteY77" fmla="*/ 39177 h 594332"/>
                <a:gd name="connsiteX78" fmla="*/ 30811 w 591813"/>
                <a:gd name="connsiteY78" fmla="*/ 38929 h 594332"/>
                <a:gd name="connsiteX79" fmla="*/ 31193 w 591813"/>
                <a:gd name="connsiteY79" fmla="*/ 38705 h 594332"/>
                <a:gd name="connsiteX80" fmla="*/ 31597 w 591813"/>
                <a:gd name="connsiteY80" fmla="*/ 38502 h 594332"/>
                <a:gd name="connsiteX81" fmla="*/ 31980 w 591813"/>
                <a:gd name="connsiteY81" fmla="*/ 38277 h 594332"/>
                <a:gd name="connsiteX82" fmla="*/ 32385 w 591813"/>
                <a:gd name="connsiteY82" fmla="*/ 38075 h 594332"/>
                <a:gd name="connsiteX83" fmla="*/ 32789 w 591813"/>
                <a:gd name="connsiteY83" fmla="*/ 37850 h 594332"/>
                <a:gd name="connsiteX84" fmla="*/ 33172 w 591813"/>
                <a:gd name="connsiteY84" fmla="*/ 37670 h 594332"/>
                <a:gd name="connsiteX85" fmla="*/ 33577 w 591813"/>
                <a:gd name="connsiteY85" fmla="*/ 37468 h 594332"/>
                <a:gd name="connsiteX86" fmla="*/ 33959 w 591813"/>
                <a:gd name="connsiteY86" fmla="*/ 37265 h 594332"/>
                <a:gd name="connsiteX87" fmla="*/ 34364 w 591813"/>
                <a:gd name="connsiteY87" fmla="*/ 37085 h 594332"/>
                <a:gd name="connsiteX88" fmla="*/ 34746 w 591813"/>
                <a:gd name="connsiteY88" fmla="*/ 36905 h 594332"/>
                <a:gd name="connsiteX89" fmla="*/ 35151 w 591813"/>
                <a:gd name="connsiteY89" fmla="*/ 36725 h 594332"/>
                <a:gd name="connsiteX90" fmla="*/ 35556 w 591813"/>
                <a:gd name="connsiteY90" fmla="*/ 36546 h 594332"/>
                <a:gd name="connsiteX91" fmla="*/ 35938 w 591813"/>
                <a:gd name="connsiteY91" fmla="*/ 36388 h 594332"/>
                <a:gd name="connsiteX92" fmla="*/ 36343 w 591813"/>
                <a:gd name="connsiteY92" fmla="*/ 36208 h 594332"/>
                <a:gd name="connsiteX93" fmla="*/ 36725 w 591813"/>
                <a:gd name="connsiteY93" fmla="*/ 36051 h 594332"/>
                <a:gd name="connsiteX94" fmla="*/ 37130 w 591813"/>
                <a:gd name="connsiteY94" fmla="*/ 35871 h 594332"/>
                <a:gd name="connsiteX95" fmla="*/ 37512 w 591813"/>
                <a:gd name="connsiteY95" fmla="*/ 35713 h 594332"/>
                <a:gd name="connsiteX96" fmla="*/ 37917 w 591813"/>
                <a:gd name="connsiteY96" fmla="*/ 35556 h 594332"/>
                <a:gd name="connsiteX97" fmla="*/ 38299 w 591813"/>
                <a:gd name="connsiteY97" fmla="*/ 35376 h 594332"/>
                <a:gd name="connsiteX98" fmla="*/ 38704 w 591813"/>
                <a:gd name="connsiteY98" fmla="*/ 35219 h 594332"/>
                <a:gd name="connsiteX99" fmla="*/ 39109 w 591813"/>
                <a:gd name="connsiteY99" fmla="*/ 35061 h 594332"/>
                <a:gd name="connsiteX100" fmla="*/ 39491 w 591813"/>
                <a:gd name="connsiteY100" fmla="*/ 34881 h 594332"/>
                <a:gd name="connsiteX101" fmla="*/ 39897 w 591813"/>
                <a:gd name="connsiteY101" fmla="*/ 34724 h 594332"/>
                <a:gd name="connsiteX102" fmla="*/ 40279 w 591813"/>
                <a:gd name="connsiteY102" fmla="*/ 34544 h 594332"/>
                <a:gd name="connsiteX103" fmla="*/ 40683 w 591813"/>
                <a:gd name="connsiteY103" fmla="*/ 34387 h 594332"/>
                <a:gd name="connsiteX104" fmla="*/ 41065 w 591813"/>
                <a:gd name="connsiteY104" fmla="*/ 34207 h 594332"/>
                <a:gd name="connsiteX105" fmla="*/ 41471 w 591813"/>
                <a:gd name="connsiteY105" fmla="*/ 34027 h 594332"/>
                <a:gd name="connsiteX106" fmla="*/ 41853 w 591813"/>
                <a:gd name="connsiteY106" fmla="*/ 33847 h 594332"/>
                <a:gd name="connsiteX107" fmla="*/ 42257 w 591813"/>
                <a:gd name="connsiteY107" fmla="*/ 33667 h 594332"/>
                <a:gd name="connsiteX108" fmla="*/ 42663 w 591813"/>
                <a:gd name="connsiteY108" fmla="*/ 33487 h 594332"/>
                <a:gd name="connsiteX109" fmla="*/ 43045 w 591813"/>
                <a:gd name="connsiteY109" fmla="*/ 33307 h 594332"/>
                <a:gd name="connsiteX110" fmla="*/ 43449 w 591813"/>
                <a:gd name="connsiteY110" fmla="*/ 33127 h 594332"/>
                <a:gd name="connsiteX111" fmla="*/ 43832 w 591813"/>
                <a:gd name="connsiteY111" fmla="*/ 32947 h 594332"/>
                <a:gd name="connsiteX112" fmla="*/ 44214 w 591813"/>
                <a:gd name="connsiteY112" fmla="*/ 32745 h 594332"/>
                <a:gd name="connsiteX113" fmla="*/ 44619 w 591813"/>
                <a:gd name="connsiteY113" fmla="*/ 32542 h 594332"/>
                <a:gd name="connsiteX114" fmla="*/ 45024 w 591813"/>
                <a:gd name="connsiteY114" fmla="*/ 32363 h 594332"/>
                <a:gd name="connsiteX115" fmla="*/ 45384 w 591813"/>
                <a:gd name="connsiteY115" fmla="*/ 32160 h 594332"/>
                <a:gd name="connsiteX116" fmla="*/ 45811 w 591813"/>
                <a:gd name="connsiteY116" fmla="*/ 31958 h 594332"/>
                <a:gd name="connsiteX117" fmla="*/ 46193 w 591813"/>
                <a:gd name="connsiteY117" fmla="*/ 31733 h 594332"/>
                <a:gd name="connsiteX118" fmla="*/ 46576 w 591813"/>
                <a:gd name="connsiteY118" fmla="*/ 31530 h 594332"/>
                <a:gd name="connsiteX119" fmla="*/ 46980 w 591813"/>
                <a:gd name="connsiteY119" fmla="*/ 31328 h 594332"/>
                <a:gd name="connsiteX120" fmla="*/ 47363 w 591813"/>
                <a:gd name="connsiteY120" fmla="*/ 31103 h 594332"/>
                <a:gd name="connsiteX121" fmla="*/ 47768 w 591813"/>
                <a:gd name="connsiteY121" fmla="*/ 30901 h 594332"/>
                <a:gd name="connsiteX122" fmla="*/ 48150 w 591813"/>
                <a:gd name="connsiteY122" fmla="*/ 30676 h 594332"/>
                <a:gd name="connsiteX123" fmla="*/ 48555 w 591813"/>
                <a:gd name="connsiteY123" fmla="*/ 30451 h 594332"/>
                <a:gd name="connsiteX124" fmla="*/ 48959 w 591813"/>
                <a:gd name="connsiteY124" fmla="*/ 30226 h 594332"/>
                <a:gd name="connsiteX125" fmla="*/ 49342 w 591813"/>
                <a:gd name="connsiteY125" fmla="*/ 30001 h 594332"/>
                <a:gd name="connsiteX126" fmla="*/ 49747 w 591813"/>
                <a:gd name="connsiteY126" fmla="*/ 29754 h 594332"/>
                <a:gd name="connsiteX127" fmla="*/ 50129 w 591813"/>
                <a:gd name="connsiteY127" fmla="*/ 29529 h 594332"/>
                <a:gd name="connsiteX128" fmla="*/ 50534 w 591813"/>
                <a:gd name="connsiteY128" fmla="*/ 29281 h 594332"/>
                <a:gd name="connsiteX129" fmla="*/ 50916 w 591813"/>
                <a:gd name="connsiteY129" fmla="*/ 29034 h 594332"/>
                <a:gd name="connsiteX130" fmla="*/ 51321 w 591813"/>
                <a:gd name="connsiteY130" fmla="*/ 28787 h 594332"/>
                <a:gd name="connsiteX131" fmla="*/ 51704 w 591813"/>
                <a:gd name="connsiteY131" fmla="*/ 28539 h 594332"/>
                <a:gd name="connsiteX132" fmla="*/ 52108 w 591813"/>
                <a:gd name="connsiteY132" fmla="*/ 28292 h 594332"/>
                <a:gd name="connsiteX133" fmla="*/ 52513 w 591813"/>
                <a:gd name="connsiteY133" fmla="*/ 28045 h 594332"/>
                <a:gd name="connsiteX134" fmla="*/ 52895 w 591813"/>
                <a:gd name="connsiteY134" fmla="*/ 27797 h 594332"/>
                <a:gd name="connsiteX135" fmla="*/ 53300 w 591813"/>
                <a:gd name="connsiteY135" fmla="*/ 27527 h 594332"/>
                <a:gd name="connsiteX136" fmla="*/ 53682 w 591813"/>
                <a:gd name="connsiteY136" fmla="*/ 27280 h 594332"/>
                <a:gd name="connsiteX137" fmla="*/ 54087 w 591813"/>
                <a:gd name="connsiteY137" fmla="*/ 27010 h 594332"/>
                <a:gd name="connsiteX138" fmla="*/ 54470 w 591813"/>
                <a:gd name="connsiteY138" fmla="*/ 26740 h 594332"/>
                <a:gd name="connsiteX139" fmla="*/ 54874 w 591813"/>
                <a:gd name="connsiteY139" fmla="*/ 26470 h 594332"/>
                <a:gd name="connsiteX140" fmla="*/ 55257 w 591813"/>
                <a:gd name="connsiteY140" fmla="*/ 26200 h 594332"/>
                <a:gd name="connsiteX141" fmla="*/ 55662 w 591813"/>
                <a:gd name="connsiteY141" fmla="*/ 25930 h 594332"/>
                <a:gd name="connsiteX142" fmla="*/ 56066 w 591813"/>
                <a:gd name="connsiteY142" fmla="*/ 25661 h 594332"/>
                <a:gd name="connsiteX143" fmla="*/ 56449 w 591813"/>
                <a:gd name="connsiteY143" fmla="*/ 25391 h 594332"/>
                <a:gd name="connsiteX144" fmla="*/ 56853 w 591813"/>
                <a:gd name="connsiteY144" fmla="*/ 25098 h 594332"/>
                <a:gd name="connsiteX145" fmla="*/ 57236 w 591813"/>
                <a:gd name="connsiteY145" fmla="*/ 24828 h 594332"/>
                <a:gd name="connsiteX146" fmla="*/ 57641 w 591813"/>
                <a:gd name="connsiteY146" fmla="*/ 24559 h 594332"/>
                <a:gd name="connsiteX147" fmla="*/ 58023 w 591813"/>
                <a:gd name="connsiteY147" fmla="*/ 24266 h 594332"/>
                <a:gd name="connsiteX148" fmla="*/ 58428 w 591813"/>
                <a:gd name="connsiteY148" fmla="*/ 23996 h 594332"/>
                <a:gd name="connsiteX149" fmla="*/ 58810 w 591813"/>
                <a:gd name="connsiteY149" fmla="*/ 23704 h 594332"/>
                <a:gd name="connsiteX150" fmla="*/ 59215 w 591813"/>
                <a:gd name="connsiteY150" fmla="*/ 23434 h 594332"/>
                <a:gd name="connsiteX151" fmla="*/ 59619 w 591813"/>
                <a:gd name="connsiteY151" fmla="*/ 23142 h 594332"/>
                <a:gd name="connsiteX152" fmla="*/ 60002 w 591813"/>
                <a:gd name="connsiteY152" fmla="*/ 22872 h 594332"/>
                <a:gd name="connsiteX153" fmla="*/ 60407 w 591813"/>
                <a:gd name="connsiteY153" fmla="*/ 22580 h 594332"/>
                <a:gd name="connsiteX154" fmla="*/ 60789 w 591813"/>
                <a:gd name="connsiteY154" fmla="*/ 22310 h 594332"/>
                <a:gd name="connsiteX155" fmla="*/ 61194 w 591813"/>
                <a:gd name="connsiteY155" fmla="*/ 22040 h 594332"/>
                <a:gd name="connsiteX156" fmla="*/ 61576 w 591813"/>
                <a:gd name="connsiteY156" fmla="*/ 21747 h 594332"/>
                <a:gd name="connsiteX157" fmla="*/ 61981 w 591813"/>
                <a:gd name="connsiteY157" fmla="*/ 21478 h 594332"/>
                <a:gd name="connsiteX158" fmla="*/ 62364 w 591813"/>
                <a:gd name="connsiteY158" fmla="*/ 21185 h 594332"/>
                <a:gd name="connsiteX159" fmla="*/ 62768 w 591813"/>
                <a:gd name="connsiteY159" fmla="*/ 20915 h 594332"/>
                <a:gd name="connsiteX160" fmla="*/ 63173 w 591813"/>
                <a:gd name="connsiteY160" fmla="*/ 20645 h 594332"/>
                <a:gd name="connsiteX161" fmla="*/ 63555 w 591813"/>
                <a:gd name="connsiteY161" fmla="*/ 20353 h 594332"/>
                <a:gd name="connsiteX162" fmla="*/ 63960 w 591813"/>
                <a:gd name="connsiteY162" fmla="*/ 20083 h 594332"/>
                <a:gd name="connsiteX163" fmla="*/ 64342 w 591813"/>
                <a:gd name="connsiteY163" fmla="*/ 19791 h 594332"/>
                <a:gd name="connsiteX164" fmla="*/ 64747 w 591813"/>
                <a:gd name="connsiteY164" fmla="*/ 19521 h 594332"/>
                <a:gd name="connsiteX165" fmla="*/ 65130 w 591813"/>
                <a:gd name="connsiteY165" fmla="*/ 19229 h 594332"/>
                <a:gd name="connsiteX166" fmla="*/ 65534 w 591813"/>
                <a:gd name="connsiteY166" fmla="*/ 18959 h 594332"/>
                <a:gd name="connsiteX167" fmla="*/ 65939 w 591813"/>
                <a:gd name="connsiteY167" fmla="*/ 18666 h 594332"/>
                <a:gd name="connsiteX168" fmla="*/ 66322 w 591813"/>
                <a:gd name="connsiteY168" fmla="*/ 18396 h 594332"/>
                <a:gd name="connsiteX169" fmla="*/ 66726 w 591813"/>
                <a:gd name="connsiteY169" fmla="*/ 18104 h 594332"/>
                <a:gd name="connsiteX170" fmla="*/ 67109 w 591813"/>
                <a:gd name="connsiteY170" fmla="*/ 17834 h 594332"/>
                <a:gd name="connsiteX171" fmla="*/ 67513 w 591813"/>
                <a:gd name="connsiteY171" fmla="*/ 17542 h 594332"/>
                <a:gd name="connsiteX172" fmla="*/ 67896 w 591813"/>
                <a:gd name="connsiteY172" fmla="*/ 17272 h 594332"/>
                <a:gd name="connsiteX173" fmla="*/ 68301 w 591813"/>
                <a:gd name="connsiteY173" fmla="*/ 16980 h 594332"/>
                <a:gd name="connsiteX174" fmla="*/ 68683 w 591813"/>
                <a:gd name="connsiteY174" fmla="*/ 16710 h 594332"/>
                <a:gd name="connsiteX175" fmla="*/ 69088 w 591813"/>
                <a:gd name="connsiteY175" fmla="*/ 16417 h 594332"/>
                <a:gd name="connsiteX176" fmla="*/ 69493 w 591813"/>
                <a:gd name="connsiteY176" fmla="*/ 16148 h 594332"/>
                <a:gd name="connsiteX177" fmla="*/ 69875 w 591813"/>
                <a:gd name="connsiteY177" fmla="*/ 15855 h 594332"/>
                <a:gd name="connsiteX178" fmla="*/ 70280 w 591813"/>
                <a:gd name="connsiteY178" fmla="*/ 15585 h 594332"/>
                <a:gd name="connsiteX179" fmla="*/ 70662 w 591813"/>
                <a:gd name="connsiteY179" fmla="*/ 15315 h 594332"/>
                <a:gd name="connsiteX180" fmla="*/ 71067 w 591813"/>
                <a:gd name="connsiteY180" fmla="*/ 15023 h 594332"/>
                <a:gd name="connsiteX181" fmla="*/ 71449 w 591813"/>
                <a:gd name="connsiteY181" fmla="*/ 14753 h 594332"/>
                <a:gd name="connsiteX182" fmla="*/ 71854 w 591813"/>
                <a:gd name="connsiteY182" fmla="*/ 14483 h 594332"/>
                <a:gd name="connsiteX183" fmla="*/ 72236 w 591813"/>
                <a:gd name="connsiteY183" fmla="*/ 14191 h 594332"/>
                <a:gd name="connsiteX184" fmla="*/ 72641 w 591813"/>
                <a:gd name="connsiteY184" fmla="*/ 13921 h 594332"/>
                <a:gd name="connsiteX185" fmla="*/ 73046 w 591813"/>
                <a:gd name="connsiteY185" fmla="*/ 13651 h 594332"/>
                <a:gd name="connsiteX186" fmla="*/ 73428 w 591813"/>
                <a:gd name="connsiteY186" fmla="*/ 13359 h 594332"/>
                <a:gd name="connsiteX187" fmla="*/ 73833 w 591813"/>
                <a:gd name="connsiteY187" fmla="*/ 13089 h 594332"/>
                <a:gd name="connsiteX188" fmla="*/ 74216 w 591813"/>
                <a:gd name="connsiteY188" fmla="*/ 12819 h 594332"/>
                <a:gd name="connsiteX189" fmla="*/ 74620 w 591813"/>
                <a:gd name="connsiteY189" fmla="*/ 12527 h 594332"/>
                <a:gd name="connsiteX190" fmla="*/ 75002 w 591813"/>
                <a:gd name="connsiteY190" fmla="*/ 12257 h 594332"/>
                <a:gd name="connsiteX191" fmla="*/ 75407 w 591813"/>
                <a:gd name="connsiteY191" fmla="*/ 11987 h 594332"/>
                <a:gd name="connsiteX192" fmla="*/ 75790 w 591813"/>
                <a:gd name="connsiteY192" fmla="*/ 11695 h 594332"/>
                <a:gd name="connsiteX193" fmla="*/ 76194 w 591813"/>
                <a:gd name="connsiteY193" fmla="*/ 11425 h 594332"/>
                <a:gd name="connsiteX194" fmla="*/ 76599 w 591813"/>
                <a:gd name="connsiteY194" fmla="*/ 11155 h 594332"/>
                <a:gd name="connsiteX195" fmla="*/ 76982 w 591813"/>
                <a:gd name="connsiteY195" fmla="*/ 10862 h 594332"/>
                <a:gd name="connsiteX196" fmla="*/ 77386 w 591813"/>
                <a:gd name="connsiteY196" fmla="*/ 10593 h 594332"/>
                <a:gd name="connsiteX197" fmla="*/ 77769 w 591813"/>
                <a:gd name="connsiteY197" fmla="*/ 10323 h 594332"/>
                <a:gd name="connsiteX198" fmla="*/ 78173 w 591813"/>
                <a:gd name="connsiteY198" fmla="*/ 10053 h 594332"/>
                <a:gd name="connsiteX199" fmla="*/ 78556 w 591813"/>
                <a:gd name="connsiteY199" fmla="*/ 9783 h 594332"/>
                <a:gd name="connsiteX200" fmla="*/ 78961 w 591813"/>
                <a:gd name="connsiteY200" fmla="*/ 9513 h 594332"/>
                <a:gd name="connsiteX201" fmla="*/ 79343 w 591813"/>
                <a:gd name="connsiteY201" fmla="*/ 9243 h 594332"/>
                <a:gd name="connsiteX202" fmla="*/ 79748 w 591813"/>
                <a:gd name="connsiteY202" fmla="*/ 8973 h 594332"/>
                <a:gd name="connsiteX203" fmla="*/ 80153 w 591813"/>
                <a:gd name="connsiteY203" fmla="*/ 8703 h 594332"/>
                <a:gd name="connsiteX204" fmla="*/ 80535 w 591813"/>
                <a:gd name="connsiteY204" fmla="*/ 8434 h 594332"/>
                <a:gd name="connsiteX205" fmla="*/ 80940 w 591813"/>
                <a:gd name="connsiteY205" fmla="*/ 8186 h 594332"/>
                <a:gd name="connsiteX206" fmla="*/ 81322 w 591813"/>
                <a:gd name="connsiteY206" fmla="*/ 7916 h 594332"/>
                <a:gd name="connsiteX207" fmla="*/ 81727 w 591813"/>
                <a:gd name="connsiteY207" fmla="*/ 7669 h 594332"/>
                <a:gd name="connsiteX208" fmla="*/ 82109 w 591813"/>
                <a:gd name="connsiteY208" fmla="*/ 7422 h 594332"/>
                <a:gd name="connsiteX209" fmla="*/ 82514 w 591813"/>
                <a:gd name="connsiteY209" fmla="*/ 7152 h 594332"/>
                <a:gd name="connsiteX210" fmla="*/ 82919 w 591813"/>
                <a:gd name="connsiteY210" fmla="*/ 6904 h 594332"/>
                <a:gd name="connsiteX211" fmla="*/ 83301 w 591813"/>
                <a:gd name="connsiteY211" fmla="*/ 6657 h 594332"/>
                <a:gd name="connsiteX212" fmla="*/ 83706 w 591813"/>
                <a:gd name="connsiteY212" fmla="*/ 6410 h 594332"/>
                <a:gd name="connsiteX213" fmla="*/ 84088 w 591813"/>
                <a:gd name="connsiteY213" fmla="*/ 6140 h 594332"/>
                <a:gd name="connsiteX214" fmla="*/ 84493 w 591813"/>
                <a:gd name="connsiteY214" fmla="*/ 5915 h 594332"/>
                <a:gd name="connsiteX215" fmla="*/ 84876 w 591813"/>
                <a:gd name="connsiteY215" fmla="*/ 5667 h 594332"/>
                <a:gd name="connsiteX216" fmla="*/ 85280 w 591813"/>
                <a:gd name="connsiteY216" fmla="*/ 5420 h 594332"/>
                <a:gd name="connsiteX217" fmla="*/ 85662 w 591813"/>
                <a:gd name="connsiteY217" fmla="*/ 5173 h 594332"/>
                <a:gd name="connsiteX218" fmla="*/ 86067 w 591813"/>
                <a:gd name="connsiteY218" fmla="*/ 4948 h 594332"/>
                <a:gd name="connsiteX219" fmla="*/ 86472 w 591813"/>
                <a:gd name="connsiteY219" fmla="*/ 4723 h 594332"/>
                <a:gd name="connsiteX220" fmla="*/ 86854 w 591813"/>
                <a:gd name="connsiteY220" fmla="*/ 4498 h 594332"/>
                <a:gd name="connsiteX221" fmla="*/ 87259 w 591813"/>
                <a:gd name="connsiteY221" fmla="*/ 4273 h 594332"/>
                <a:gd name="connsiteX222" fmla="*/ 87642 w 591813"/>
                <a:gd name="connsiteY222" fmla="*/ 4048 h 594332"/>
                <a:gd name="connsiteX223" fmla="*/ 88047 w 591813"/>
                <a:gd name="connsiteY223" fmla="*/ 3846 h 594332"/>
                <a:gd name="connsiteX224" fmla="*/ 88429 w 591813"/>
                <a:gd name="connsiteY224" fmla="*/ 3621 h 594332"/>
                <a:gd name="connsiteX225" fmla="*/ 88834 w 591813"/>
                <a:gd name="connsiteY225" fmla="*/ 3418 h 594332"/>
                <a:gd name="connsiteX226" fmla="*/ 89216 w 591813"/>
                <a:gd name="connsiteY226" fmla="*/ 3216 h 594332"/>
                <a:gd name="connsiteX227" fmla="*/ 89621 w 591813"/>
                <a:gd name="connsiteY227" fmla="*/ 3014 h 594332"/>
                <a:gd name="connsiteX228" fmla="*/ 90025 w 591813"/>
                <a:gd name="connsiteY228" fmla="*/ 2811 h 594332"/>
                <a:gd name="connsiteX229" fmla="*/ 90408 w 591813"/>
                <a:gd name="connsiteY229" fmla="*/ 2631 h 594332"/>
                <a:gd name="connsiteX230" fmla="*/ 90813 w 591813"/>
                <a:gd name="connsiteY230" fmla="*/ 2429 h 594332"/>
                <a:gd name="connsiteX231" fmla="*/ 91195 w 591813"/>
                <a:gd name="connsiteY231" fmla="*/ 2249 h 594332"/>
                <a:gd name="connsiteX232" fmla="*/ 91600 w 591813"/>
                <a:gd name="connsiteY232" fmla="*/ 2069 h 594332"/>
                <a:gd name="connsiteX233" fmla="*/ 91982 w 591813"/>
                <a:gd name="connsiteY233" fmla="*/ 1889 h 594332"/>
                <a:gd name="connsiteX234" fmla="*/ 92387 w 591813"/>
                <a:gd name="connsiteY234" fmla="*/ 1732 h 594332"/>
                <a:gd name="connsiteX235" fmla="*/ 92770 w 591813"/>
                <a:gd name="connsiteY235" fmla="*/ 1574 h 594332"/>
                <a:gd name="connsiteX236" fmla="*/ 93174 w 591813"/>
                <a:gd name="connsiteY236" fmla="*/ 1394 h 594332"/>
                <a:gd name="connsiteX237" fmla="*/ 93579 w 591813"/>
                <a:gd name="connsiteY237" fmla="*/ 1259 h 594332"/>
                <a:gd name="connsiteX238" fmla="*/ 93961 w 591813"/>
                <a:gd name="connsiteY238" fmla="*/ 1102 h 594332"/>
                <a:gd name="connsiteX239" fmla="*/ 94366 w 591813"/>
                <a:gd name="connsiteY239" fmla="*/ 967 h 594332"/>
                <a:gd name="connsiteX240" fmla="*/ 94748 w 591813"/>
                <a:gd name="connsiteY240" fmla="*/ 832 h 594332"/>
                <a:gd name="connsiteX241" fmla="*/ 95153 w 591813"/>
                <a:gd name="connsiteY241" fmla="*/ 720 h 594332"/>
                <a:gd name="connsiteX242" fmla="*/ 95536 w 591813"/>
                <a:gd name="connsiteY242" fmla="*/ 585 h 594332"/>
                <a:gd name="connsiteX243" fmla="*/ 95940 w 591813"/>
                <a:gd name="connsiteY243" fmla="*/ 495 h 594332"/>
                <a:gd name="connsiteX244" fmla="*/ 96345 w 591813"/>
                <a:gd name="connsiteY244" fmla="*/ 382 h 594332"/>
                <a:gd name="connsiteX245" fmla="*/ 96727 w 591813"/>
                <a:gd name="connsiteY245" fmla="*/ 292 h 594332"/>
                <a:gd name="connsiteX246" fmla="*/ 97132 w 591813"/>
                <a:gd name="connsiteY246" fmla="*/ 225 h 594332"/>
                <a:gd name="connsiteX247" fmla="*/ 97515 w 591813"/>
                <a:gd name="connsiteY247" fmla="*/ 157 h 594332"/>
                <a:gd name="connsiteX248" fmla="*/ 97919 w 591813"/>
                <a:gd name="connsiteY248" fmla="*/ 112 h 594332"/>
                <a:gd name="connsiteX249" fmla="*/ 98302 w 591813"/>
                <a:gd name="connsiteY249" fmla="*/ 67 h 594332"/>
                <a:gd name="connsiteX250" fmla="*/ 98707 w 591813"/>
                <a:gd name="connsiteY250" fmla="*/ 22 h 594332"/>
                <a:gd name="connsiteX251" fmla="*/ 99089 w 591813"/>
                <a:gd name="connsiteY251" fmla="*/ 22 h 594332"/>
                <a:gd name="connsiteX252" fmla="*/ 99494 w 591813"/>
                <a:gd name="connsiteY252" fmla="*/ 0 h 594332"/>
                <a:gd name="connsiteX253" fmla="*/ 99899 w 591813"/>
                <a:gd name="connsiteY253" fmla="*/ 22 h 594332"/>
                <a:gd name="connsiteX254" fmla="*/ 100281 w 591813"/>
                <a:gd name="connsiteY254" fmla="*/ 45 h 594332"/>
                <a:gd name="connsiteX255" fmla="*/ 100685 w 591813"/>
                <a:gd name="connsiteY255" fmla="*/ 67 h 594332"/>
                <a:gd name="connsiteX256" fmla="*/ 101068 w 591813"/>
                <a:gd name="connsiteY256" fmla="*/ 112 h 594332"/>
                <a:gd name="connsiteX257" fmla="*/ 101473 w 591813"/>
                <a:gd name="connsiteY257" fmla="*/ 180 h 594332"/>
                <a:gd name="connsiteX258" fmla="*/ 101855 w 591813"/>
                <a:gd name="connsiteY258" fmla="*/ 270 h 594332"/>
                <a:gd name="connsiteX259" fmla="*/ 102260 w 591813"/>
                <a:gd name="connsiteY259" fmla="*/ 360 h 594332"/>
                <a:gd name="connsiteX260" fmla="*/ 102642 w 591813"/>
                <a:gd name="connsiteY260" fmla="*/ 472 h 594332"/>
                <a:gd name="connsiteX261" fmla="*/ 103047 w 591813"/>
                <a:gd name="connsiteY261" fmla="*/ 607 h 594332"/>
                <a:gd name="connsiteX262" fmla="*/ 103452 w 591813"/>
                <a:gd name="connsiteY262" fmla="*/ 765 h 594332"/>
                <a:gd name="connsiteX263" fmla="*/ 103834 w 591813"/>
                <a:gd name="connsiteY263" fmla="*/ 922 h 594332"/>
                <a:gd name="connsiteX264" fmla="*/ 104239 w 591813"/>
                <a:gd name="connsiteY264" fmla="*/ 1124 h 594332"/>
                <a:gd name="connsiteX265" fmla="*/ 104621 w 591813"/>
                <a:gd name="connsiteY265" fmla="*/ 1327 h 594332"/>
                <a:gd name="connsiteX266" fmla="*/ 105026 w 591813"/>
                <a:gd name="connsiteY266" fmla="*/ 1552 h 594332"/>
                <a:gd name="connsiteX267" fmla="*/ 105408 w 591813"/>
                <a:gd name="connsiteY267" fmla="*/ 1799 h 594332"/>
                <a:gd name="connsiteX268" fmla="*/ 105813 w 591813"/>
                <a:gd name="connsiteY268" fmla="*/ 2047 h 594332"/>
                <a:gd name="connsiteX269" fmla="*/ 106196 w 591813"/>
                <a:gd name="connsiteY269" fmla="*/ 2339 h 594332"/>
                <a:gd name="connsiteX270" fmla="*/ 106600 w 591813"/>
                <a:gd name="connsiteY270" fmla="*/ 2631 h 594332"/>
                <a:gd name="connsiteX271" fmla="*/ 107005 w 591813"/>
                <a:gd name="connsiteY271" fmla="*/ 2969 h 594332"/>
                <a:gd name="connsiteX272" fmla="*/ 107388 w 591813"/>
                <a:gd name="connsiteY272" fmla="*/ 3306 h 594332"/>
                <a:gd name="connsiteX273" fmla="*/ 107792 w 591813"/>
                <a:gd name="connsiteY273" fmla="*/ 3688 h 594332"/>
                <a:gd name="connsiteX274" fmla="*/ 108175 w 591813"/>
                <a:gd name="connsiteY274" fmla="*/ 4071 h 594332"/>
                <a:gd name="connsiteX275" fmla="*/ 108579 w 591813"/>
                <a:gd name="connsiteY275" fmla="*/ 4475 h 594332"/>
                <a:gd name="connsiteX276" fmla="*/ 108962 w 591813"/>
                <a:gd name="connsiteY276" fmla="*/ 4925 h 594332"/>
                <a:gd name="connsiteX277" fmla="*/ 109367 w 591813"/>
                <a:gd name="connsiteY277" fmla="*/ 5375 h 594332"/>
                <a:gd name="connsiteX278" fmla="*/ 109749 w 591813"/>
                <a:gd name="connsiteY278" fmla="*/ 5847 h 594332"/>
                <a:gd name="connsiteX279" fmla="*/ 110154 w 591813"/>
                <a:gd name="connsiteY279" fmla="*/ 6365 h 594332"/>
                <a:gd name="connsiteX280" fmla="*/ 110559 w 591813"/>
                <a:gd name="connsiteY280" fmla="*/ 6882 h 594332"/>
                <a:gd name="connsiteX281" fmla="*/ 110941 w 591813"/>
                <a:gd name="connsiteY281" fmla="*/ 7444 h 594332"/>
                <a:gd name="connsiteX282" fmla="*/ 111345 w 591813"/>
                <a:gd name="connsiteY282" fmla="*/ 8029 h 594332"/>
                <a:gd name="connsiteX283" fmla="*/ 111728 w 591813"/>
                <a:gd name="connsiteY283" fmla="*/ 8636 h 594332"/>
                <a:gd name="connsiteX284" fmla="*/ 112133 w 591813"/>
                <a:gd name="connsiteY284" fmla="*/ 9288 h 594332"/>
                <a:gd name="connsiteX285" fmla="*/ 112515 w 591813"/>
                <a:gd name="connsiteY285" fmla="*/ 9940 h 594332"/>
                <a:gd name="connsiteX286" fmla="*/ 112920 w 591813"/>
                <a:gd name="connsiteY286" fmla="*/ 10638 h 594332"/>
                <a:gd name="connsiteX287" fmla="*/ 113325 w 591813"/>
                <a:gd name="connsiteY287" fmla="*/ 11357 h 594332"/>
                <a:gd name="connsiteX288" fmla="*/ 113707 w 591813"/>
                <a:gd name="connsiteY288" fmla="*/ 12099 h 594332"/>
                <a:gd name="connsiteX289" fmla="*/ 114112 w 591813"/>
                <a:gd name="connsiteY289" fmla="*/ 12864 h 594332"/>
                <a:gd name="connsiteX290" fmla="*/ 114494 w 591813"/>
                <a:gd name="connsiteY290" fmla="*/ 13674 h 594332"/>
                <a:gd name="connsiteX291" fmla="*/ 114899 w 591813"/>
                <a:gd name="connsiteY291" fmla="*/ 14506 h 594332"/>
                <a:gd name="connsiteX292" fmla="*/ 115281 w 591813"/>
                <a:gd name="connsiteY292" fmla="*/ 15360 h 594332"/>
                <a:gd name="connsiteX293" fmla="*/ 115686 w 591813"/>
                <a:gd name="connsiteY293" fmla="*/ 16260 h 594332"/>
                <a:gd name="connsiteX294" fmla="*/ 116068 w 591813"/>
                <a:gd name="connsiteY294" fmla="*/ 17182 h 594332"/>
                <a:gd name="connsiteX295" fmla="*/ 116473 w 591813"/>
                <a:gd name="connsiteY295" fmla="*/ 18127 h 594332"/>
                <a:gd name="connsiteX296" fmla="*/ 116878 w 591813"/>
                <a:gd name="connsiteY296" fmla="*/ 19116 h 594332"/>
                <a:gd name="connsiteX297" fmla="*/ 117260 w 591813"/>
                <a:gd name="connsiteY297" fmla="*/ 20128 h 594332"/>
                <a:gd name="connsiteX298" fmla="*/ 117665 w 591813"/>
                <a:gd name="connsiteY298" fmla="*/ 21163 h 594332"/>
                <a:gd name="connsiteX299" fmla="*/ 118048 w 591813"/>
                <a:gd name="connsiteY299" fmla="*/ 22220 h 594332"/>
                <a:gd name="connsiteX300" fmla="*/ 118452 w 591813"/>
                <a:gd name="connsiteY300" fmla="*/ 23322 h 594332"/>
                <a:gd name="connsiteX301" fmla="*/ 118835 w 591813"/>
                <a:gd name="connsiteY301" fmla="*/ 24469 h 594332"/>
                <a:gd name="connsiteX302" fmla="*/ 119239 w 591813"/>
                <a:gd name="connsiteY302" fmla="*/ 25616 h 594332"/>
                <a:gd name="connsiteX303" fmla="*/ 119622 w 591813"/>
                <a:gd name="connsiteY303" fmla="*/ 26808 h 594332"/>
                <a:gd name="connsiteX304" fmla="*/ 120027 w 591813"/>
                <a:gd name="connsiteY304" fmla="*/ 28045 h 594332"/>
                <a:gd name="connsiteX305" fmla="*/ 120431 w 591813"/>
                <a:gd name="connsiteY305" fmla="*/ 29281 h 594332"/>
                <a:gd name="connsiteX306" fmla="*/ 120814 w 591813"/>
                <a:gd name="connsiteY306" fmla="*/ 30563 h 594332"/>
                <a:gd name="connsiteX307" fmla="*/ 121219 w 591813"/>
                <a:gd name="connsiteY307" fmla="*/ 31868 h 594332"/>
                <a:gd name="connsiteX308" fmla="*/ 121601 w 591813"/>
                <a:gd name="connsiteY308" fmla="*/ 33217 h 594332"/>
                <a:gd name="connsiteX309" fmla="*/ 122006 w 591813"/>
                <a:gd name="connsiteY309" fmla="*/ 34566 h 594332"/>
                <a:gd name="connsiteX310" fmla="*/ 122388 w 591813"/>
                <a:gd name="connsiteY310" fmla="*/ 35961 h 594332"/>
                <a:gd name="connsiteX311" fmla="*/ 122793 w 591813"/>
                <a:gd name="connsiteY311" fmla="*/ 37400 h 594332"/>
                <a:gd name="connsiteX312" fmla="*/ 123175 w 591813"/>
                <a:gd name="connsiteY312" fmla="*/ 38840 h 594332"/>
                <a:gd name="connsiteX313" fmla="*/ 123580 w 591813"/>
                <a:gd name="connsiteY313" fmla="*/ 40346 h 594332"/>
                <a:gd name="connsiteX314" fmla="*/ 123985 w 591813"/>
                <a:gd name="connsiteY314" fmla="*/ 41853 h 594332"/>
                <a:gd name="connsiteX315" fmla="*/ 124367 w 591813"/>
                <a:gd name="connsiteY315" fmla="*/ 43382 h 594332"/>
                <a:gd name="connsiteX316" fmla="*/ 124772 w 591813"/>
                <a:gd name="connsiteY316" fmla="*/ 44957 h 594332"/>
                <a:gd name="connsiteX317" fmla="*/ 125154 w 591813"/>
                <a:gd name="connsiteY317" fmla="*/ 46553 h 594332"/>
                <a:gd name="connsiteX318" fmla="*/ 125559 w 591813"/>
                <a:gd name="connsiteY318" fmla="*/ 48195 h 594332"/>
                <a:gd name="connsiteX319" fmla="*/ 125942 w 591813"/>
                <a:gd name="connsiteY319" fmla="*/ 49837 h 594332"/>
                <a:gd name="connsiteX320" fmla="*/ 126346 w 591813"/>
                <a:gd name="connsiteY320" fmla="*/ 51524 h 594332"/>
                <a:gd name="connsiteX321" fmla="*/ 126751 w 591813"/>
                <a:gd name="connsiteY321" fmla="*/ 53233 h 594332"/>
                <a:gd name="connsiteX322" fmla="*/ 127133 w 591813"/>
                <a:gd name="connsiteY322" fmla="*/ 54987 h 594332"/>
                <a:gd name="connsiteX323" fmla="*/ 127538 w 591813"/>
                <a:gd name="connsiteY323" fmla="*/ 56741 h 594332"/>
                <a:gd name="connsiteX324" fmla="*/ 127920 w 591813"/>
                <a:gd name="connsiteY324" fmla="*/ 58540 h 594332"/>
                <a:gd name="connsiteX325" fmla="*/ 128325 w 591813"/>
                <a:gd name="connsiteY325" fmla="*/ 60362 h 594332"/>
                <a:gd name="connsiteX326" fmla="*/ 128708 w 591813"/>
                <a:gd name="connsiteY326" fmla="*/ 62206 h 594332"/>
                <a:gd name="connsiteX327" fmla="*/ 129113 w 591813"/>
                <a:gd name="connsiteY327" fmla="*/ 64073 h 594332"/>
                <a:gd name="connsiteX328" fmla="*/ 129495 w 591813"/>
                <a:gd name="connsiteY328" fmla="*/ 65962 h 594332"/>
                <a:gd name="connsiteX329" fmla="*/ 129899 w 591813"/>
                <a:gd name="connsiteY329" fmla="*/ 67896 h 594332"/>
                <a:gd name="connsiteX330" fmla="*/ 130305 w 591813"/>
                <a:gd name="connsiteY330" fmla="*/ 69830 h 594332"/>
                <a:gd name="connsiteX331" fmla="*/ 130687 w 591813"/>
                <a:gd name="connsiteY331" fmla="*/ 71787 h 594332"/>
                <a:gd name="connsiteX332" fmla="*/ 131091 w 591813"/>
                <a:gd name="connsiteY332" fmla="*/ 73788 h 594332"/>
                <a:gd name="connsiteX333" fmla="*/ 131474 w 591813"/>
                <a:gd name="connsiteY333" fmla="*/ 75812 h 594332"/>
                <a:gd name="connsiteX334" fmla="*/ 131879 w 591813"/>
                <a:gd name="connsiteY334" fmla="*/ 77836 h 594332"/>
                <a:gd name="connsiteX335" fmla="*/ 132261 w 591813"/>
                <a:gd name="connsiteY335" fmla="*/ 79883 h 594332"/>
                <a:gd name="connsiteX336" fmla="*/ 132666 w 591813"/>
                <a:gd name="connsiteY336" fmla="*/ 81975 h 594332"/>
                <a:gd name="connsiteX337" fmla="*/ 133048 w 591813"/>
                <a:gd name="connsiteY337" fmla="*/ 84066 h 594332"/>
                <a:gd name="connsiteX338" fmla="*/ 133453 w 591813"/>
                <a:gd name="connsiteY338" fmla="*/ 86180 h 594332"/>
                <a:gd name="connsiteX339" fmla="*/ 133858 w 591813"/>
                <a:gd name="connsiteY339" fmla="*/ 88317 h 594332"/>
                <a:gd name="connsiteX340" fmla="*/ 134240 w 591813"/>
                <a:gd name="connsiteY340" fmla="*/ 90476 h 594332"/>
                <a:gd name="connsiteX341" fmla="*/ 134645 w 591813"/>
                <a:gd name="connsiteY341" fmla="*/ 92635 h 594332"/>
                <a:gd name="connsiteX342" fmla="*/ 135027 w 591813"/>
                <a:gd name="connsiteY342" fmla="*/ 94839 h 594332"/>
                <a:gd name="connsiteX343" fmla="*/ 135432 w 591813"/>
                <a:gd name="connsiteY343" fmla="*/ 97043 h 594332"/>
                <a:gd name="connsiteX344" fmla="*/ 135814 w 591813"/>
                <a:gd name="connsiteY344" fmla="*/ 99269 h 594332"/>
                <a:gd name="connsiteX345" fmla="*/ 136219 w 591813"/>
                <a:gd name="connsiteY345" fmla="*/ 101518 h 594332"/>
                <a:gd name="connsiteX346" fmla="*/ 136602 w 591813"/>
                <a:gd name="connsiteY346" fmla="*/ 103767 h 594332"/>
                <a:gd name="connsiteX347" fmla="*/ 137006 w 591813"/>
                <a:gd name="connsiteY347" fmla="*/ 106038 h 594332"/>
                <a:gd name="connsiteX348" fmla="*/ 137411 w 591813"/>
                <a:gd name="connsiteY348" fmla="*/ 108332 h 594332"/>
                <a:gd name="connsiteX349" fmla="*/ 137793 w 591813"/>
                <a:gd name="connsiteY349" fmla="*/ 110626 h 594332"/>
                <a:gd name="connsiteX350" fmla="*/ 138198 w 591813"/>
                <a:gd name="connsiteY350" fmla="*/ 112943 h 594332"/>
                <a:gd name="connsiteX351" fmla="*/ 138581 w 591813"/>
                <a:gd name="connsiteY351" fmla="*/ 115259 h 594332"/>
                <a:gd name="connsiteX352" fmla="*/ 138985 w 591813"/>
                <a:gd name="connsiteY352" fmla="*/ 117598 h 594332"/>
                <a:gd name="connsiteX353" fmla="*/ 139368 w 591813"/>
                <a:gd name="connsiteY353" fmla="*/ 119959 h 594332"/>
                <a:gd name="connsiteX354" fmla="*/ 139773 w 591813"/>
                <a:gd name="connsiteY354" fmla="*/ 122321 h 594332"/>
                <a:gd name="connsiteX355" fmla="*/ 140155 w 591813"/>
                <a:gd name="connsiteY355" fmla="*/ 124682 h 594332"/>
                <a:gd name="connsiteX356" fmla="*/ 140560 w 591813"/>
                <a:gd name="connsiteY356" fmla="*/ 127066 h 594332"/>
                <a:gd name="connsiteX357" fmla="*/ 140965 w 591813"/>
                <a:gd name="connsiteY357" fmla="*/ 129473 h 594332"/>
                <a:gd name="connsiteX358" fmla="*/ 141347 w 591813"/>
                <a:gd name="connsiteY358" fmla="*/ 131879 h 594332"/>
                <a:gd name="connsiteX359" fmla="*/ 141751 w 591813"/>
                <a:gd name="connsiteY359" fmla="*/ 134285 h 594332"/>
                <a:gd name="connsiteX360" fmla="*/ 142134 w 591813"/>
                <a:gd name="connsiteY360" fmla="*/ 136714 h 594332"/>
                <a:gd name="connsiteX361" fmla="*/ 142539 w 591813"/>
                <a:gd name="connsiteY361" fmla="*/ 139143 h 594332"/>
                <a:gd name="connsiteX362" fmla="*/ 142921 w 591813"/>
                <a:gd name="connsiteY362" fmla="*/ 141594 h 594332"/>
                <a:gd name="connsiteX363" fmla="*/ 143326 w 591813"/>
                <a:gd name="connsiteY363" fmla="*/ 144046 h 594332"/>
                <a:gd name="connsiteX364" fmla="*/ 143731 w 591813"/>
                <a:gd name="connsiteY364" fmla="*/ 146497 h 594332"/>
                <a:gd name="connsiteX365" fmla="*/ 144113 w 591813"/>
                <a:gd name="connsiteY365" fmla="*/ 148949 h 594332"/>
                <a:gd name="connsiteX366" fmla="*/ 144518 w 591813"/>
                <a:gd name="connsiteY366" fmla="*/ 151422 h 594332"/>
                <a:gd name="connsiteX367" fmla="*/ 144900 w 591813"/>
                <a:gd name="connsiteY367" fmla="*/ 153896 h 594332"/>
                <a:gd name="connsiteX368" fmla="*/ 145305 w 591813"/>
                <a:gd name="connsiteY368" fmla="*/ 156370 h 594332"/>
                <a:gd name="connsiteX369" fmla="*/ 145687 w 591813"/>
                <a:gd name="connsiteY369" fmla="*/ 158866 h 594332"/>
                <a:gd name="connsiteX370" fmla="*/ 146092 w 591813"/>
                <a:gd name="connsiteY370" fmla="*/ 161363 h 594332"/>
                <a:gd name="connsiteX371" fmla="*/ 146474 w 591813"/>
                <a:gd name="connsiteY371" fmla="*/ 163837 h 594332"/>
                <a:gd name="connsiteX372" fmla="*/ 146879 w 591813"/>
                <a:gd name="connsiteY372" fmla="*/ 166355 h 594332"/>
                <a:gd name="connsiteX373" fmla="*/ 147284 w 591813"/>
                <a:gd name="connsiteY373" fmla="*/ 168852 h 594332"/>
                <a:gd name="connsiteX374" fmla="*/ 147666 w 591813"/>
                <a:gd name="connsiteY374" fmla="*/ 171348 h 594332"/>
                <a:gd name="connsiteX375" fmla="*/ 148071 w 591813"/>
                <a:gd name="connsiteY375" fmla="*/ 175869 h 594332"/>
                <a:gd name="connsiteX376" fmla="*/ 148453 w 591813"/>
                <a:gd name="connsiteY376" fmla="*/ 179602 h 594332"/>
                <a:gd name="connsiteX377" fmla="*/ 148858 w 591813"/>
                <a:gd name="connsiteY377" fmla="*/ 182233 h 594332"/>
                <a:gd name="connsiteX378" fmla="*/ 149241 w 591813"/>
                <a:gd name="connsiteY378" fmla="*/ 184887 h 594332"/>
                <a:gd name="connsiteX379" fmla="*/ 149645 w 591813"/>
                <a:gd name="connsiteY379" fmla="*/ 187541 h 594332"/>
                <a:gd name="connsiteX380" fmla="*/ 150028 w 591813"/>
                <a:gd name="connsiteY380" fmla="*/ 190194 h 594332"/>
                <a:gd name="connsiteX381" fmla="*/ 150433 w 591813"/>
                <a:gd name="connsiteY381" fmla="*/ 192848 h 594332"/>
                <a:gd name="connsiteX382" fmla="*/ 150837 w 591813"/>
                <a:gd name="connsiteY382" fmla="*/ 195502 h 594332"/>
                <a:gd name="connsiteX383" fmla="*/ 151220 w 591813"/>
                <a:gd name="connsiteY383" fmla="*/ 198178 h 594332"/>
                <a:gd name="connsiteX384" fmla="*/ 151625 w 591813"/>
                <a:gd name="connsiteY384" fmla="*/ 200832 h 594332"/>
                <a:gd name="connsiteX385" fmla="*/ 152007 w 591813"/>
                <a:gd name="connsiteY385" fmla="*/ 203486 h 594332"/>
                <a:gd name="connsiteX386" fmla="*/ 152411 w 591813"/>
                <a:gd name="connsiteY386" fmla="*/ 206139 h 594332"/>
                <a:gd name="connsiteX387" fmla="*/ 152794 w 591813"/>
                <a:gd name="connsiteY387" fmla="*/ 208793 h 594332"/>
                <a:gd name="connsiteX388" fmla="*/ 153199 w 591813"/>
                <a:gd name="connsiteY388" fmla="*/ 211470 h 594332"/>
                <a:gd name="connsiteX389" fmla="*/ 153581 w 591813"/>
                <a:gd name="connsiteY389" fmla="*/ 214123 h 594332"/>
                <a:gd name="connsiteX390" fmla="*/ 153986 w 591813"/>
                <a:gd name="connsiteY390" fmla="*/ 216777 h 594332"/>
                <a:gd name="connsiteX391" fmla="*/ 154391 w 591813"/>
                <a:gd name="connsiteY391" fmla="*/ 219431 h 594332"/>
                <a:gd name="connsiteX392" fmla="*/ 154773 w 591813"/>
                <a:gd name="connsiteY392" fmla="*/ 222107 h 594332"/>
                <a:gd name="connsiteX393" fmla="*/ 155178 w 591813"/>
                <a:gd name="connsiteY393" fmla="*/ 224761 h 594332"/>
                <a:gd name="connsiteX394" fmla="*/ 155560 w 591813"/>
                <a:gd name="connsiteY394" fmla="*/ 227392 h 594332"/>
                <a:gd name="connsiteX395" fmla="*/ 155965 w 591813"/>
                <a:gd name="connsiteY395" fmla="*/ 230046 h 594332"/>
                <a:gd name="connsiteX396" fmla="*/ 156347 w 591813"/>
                <a:gd name="connsiteY396" fmla="*/ 232700 h 594332"/>
                <a:gd name="connsiteX397" fmla="*/ 156752 w 591813"/>
                <a:gd name="connsiteY397" fmla="*/ 235331 h 594332"/>
                <a:gd name="connsiteX398" fmla="*/ 157157 w 591813"/>
                <a:gd name="connsiteY398" fmla="*/ 237985 h 594332"/>
                <a:gd name="connsiteX399" fmla="*/ 157539 w 591813"/>
                <a:gd name="connsiteY399" fmla="*/ 240616 h 594332"/>
                <a:gd name="connsiteX400" fmla="*/ 157944 w 591813"/>
                <a:gd name="connsiteY400" fmla="*/ 243247 h 594332"/>
                <a:gd name="connsiteX401" fmla="*/ 158326 w 591813"/>
                <a:gd name="connsiteY401" fmla="*/ 245879 h 594332"/>
                <a:gd name="connsiteX402" fmla="*/ 158731 w 591813"/>
                <a:gd name="connsiteY402" fmla="*/ 248510 h 594332"/>
                <a:gd name="connsiteX403" fmla="*/ 159114 w 591813"/>
                <a:gd name="connsiteY403" fmla="*/ 251119 h 594332"/>
                <a:gd name="connsiteX404" fmla="*/ 159518 w 591813"/>
                <a:gd name="connsiteY404" fmla="*/ 253727 h 594332"/>
                <a:gd name="connsiteX405" fmla="*/ 159901 w 591813"/>
                <a:gd name="connsiteY405" fmla="*/ 256336 h 594332"/>
                <a:gd name="connsiteX406" fmla="*/ 160305 w 591813"/>
                <a:gd name="connsiteY406" fmla="*/ 258945 h 594332"/>
                <a:gd name="connsiteX407" fmla="*/ 160710 w 591813"/>
                <a:gd name="connsiteY407" fmla="*/ 261531 h 594332"/>
                <a:gd name="connsiteX408" fmla="*/ 161093 w 591813"/>
                <a:gd name="connsiteY408" fmla="*/ 264118 h 594332"/>
                <a:gd name="connsiteX409" fmla="*/ 161497 w 591813"/>
                <a:gd name="connsiteY409" fmla="*/ 266704 h 594332"/>
                <a:gd name="connsiteX410" fmla="*/ 161880 w 591813"/>
                <a:gd name="connsiteY410" fmla="*/ 269290 h 594332"/>
                <a:gd name="connsiteX411" fmla="*/ 162285 w 591813"/>
                <a:gd name="connsiteY411" fmla="*/ 271854 h 594332"/>
                <a:gd name="connsiteX412" fmla="*/ 162667 w 591813"/>
                <a:gd name="connsiteY412" fmla="*/ 274418 h 594332"/>
                <a:gd name="connsiteX413" fmla="*/ 163071 w 591813"/>
                <a:gd name="connsiteY413" fmla="*/ 276982 h 594332"/>
                <a:gd name="connsiteX414" fmla="*/ 163454 w 591813"/>
                <a:gd name="connsiteY414" fmla="*/ 279545 h 594332"/>
                <a:gd name="connsiteX415" fmla="*/ 163859 w 591813"/>
                <a:gd name="connsiteY415" fmla="*/ 282087 h 594332"/>
                <a:gd name="connsiteX416" fmla="*/ 164263 w 591813"/>
                <a:gd name="connsiteY416" fmla="*/ 284628 h 594332"/>
                <a:gd name="connsiteX417" fmla="*/ 164624 w 591813"/>
                <a:gd name="connsiteY417" fmla="*/ 287147 h 594332"/>
                <a:gd name="connsiteX418" fmla="*/ 165028 w 591813"/>
                <a:gd name="connsiteY418" fmla="*/ 289666 h 594332"/>
                <a:gd name="connsiteX419" fmla="*/ 165433 w 591813"/>
                <a:gd name="connsiteY419" fmla="*/ 292185 h 594332"/>
                <a:gd name="connsiteX420" fmla="*/ 165816 w 591813"/>
                <a:gd name="connsiteY420" fmla="*/ 294703 h 594332"/>
                <a:gd name="connsiteX421" fmla="*/ 166198 w 591813"/>
                <a:gd name="connsiteY421" fmla="*/ 297200 h 594332"/>
                <a:gd name="connsiteX422" fmla="*/ 166602 w 591813"/>
                <a:gd name="connsiteY422" fmla="*/ 299674 h 594332"/>
                <a:gd name="connsiteX423" fmla="*/ 166985 w 591813"/>
                <a:gd name="connsiteY423" fmla="*/ 302170 h 594332"/>
                <a:gd name="connsiteX424" fmla="*/ 167390 w 591813"/>
                <a:gd name="connsiteY424" fmla="*/ 304644 h 594332"/>
                <a:gd name="connsiteX425" fmla="*/ 167794 w 591813"/>
                <a:gd name="connsiteY425" fmla="*/ 307095 h 594332"/>
                <a:gd name="connsiteX426" fmla="*/ 168177 w 591813"/>
                <a:gd name="connsiteY426" fmla="*/ 309547 h 594332"/>
                <a:gd name="connsiteX427" fmla="*/ 168582 w 591813"/>
                <a:gd name="connsiteY427" fmla="*/ 311998 h 594332"/>
                <a:gd name="connsiteX428" fmla="*/ 168964 w 591813"/>
                <a:gd name="connsiteY428" fmla="*/ 314427 h 594332"/>
                <a:gd name="connsiteX429" fmla="*/ 169369 w 591813"/>
                <a:gd name="connsiteY429" fmla="*/ 316856 h 594332"/>
                <a:gd name="connsiteX430" fmla="*/ 169751 w 591813"/>
                <a:gd name="connsiteY430" fmla="*/ 319285 h 594332"/>
                <a:gd name="connsiteX431" fmla="*/ 170156 w 591813"/>
                <a:gd name="connsiteY431" fmla="*/ 321691 h 594332"/>
                <a:gd name="connsiteX432" fmla="*/ 170538 w 591813"/>
                <a:gd name="connsiteY432" fmla="*/ 324075 h 594332"/>
                <a:gd name="connsiteX433" fmla="*/ 170943 w 591813"/>
                <a:gd name="connsiteY433" fmla="*/ 326436 h 594332"/>
                <a:gd name="connsiteX434" fmla="*/ 171348 w 591813"/>
                <a:gd name="connsiteY434" fmla="*/ 328798 h 594332"/>
                <a:gd name="connsiteX435" fmla="*/ 171730 w 591813"/>
                <a:gd name="connsiteY435" fmla="*/ 331182 h 594332"/>
                <a:gd name="connsiteX436" fmla="*/ 172135 w 591813"/>
                <a:gd name="connsiteY436" fmla="*/ 333520 h 594332"/>
                <a:gd name="connsiteX437" fmla="*/ 172518 w 591813"/>
                <a:gd name="connsiteY437" fmla="*/ 335859 h 594332"/>
                <a:gd name="connsiteX438" fmla="*/ 172922 w 591813"/>
                <a:gd name="connsiteY438" fmla="*/ 338198 h 594332"/>
                <a:gd name="connsiteX439" fmla="*/ 173304 w 591813"/>
                <a:gd name="connsiteY439" fmla="*/ 340537 h 594332"/>
                <a:gd name="connsiteX440" fmla="*/ 173710 w 591813"/>
                <a:gd name="connsiteY440" fmla="*/ 342831 h 594332"/>
                <a:gd name="connsiteX441" fmla="*/ 174114 w 591813"/>
                <a:gd name="connsiteY441" fmla="*/ 345148 h 594332"/>
                <a:gd name="connsiteX442" fmla="*/ 174496 w 591813"/>
                <a:gd name="connsiteY442" fmla="*/ 347442 h 594332"/>
                <a:gd name="connsiteX443" fmla="*/ 174901 w 591813"/>
                <a:gd name="connsiteY443" fmla="*/ 349713 h 594332"/>
                <a:gd name="connsiteX444" fmla="*/ 175284 w 591813"/>
                <a:gd name="connsiteY444" fmla="*/ 351984 h 594332"/>
                <a:gd name="connsiteX445" fmla="*/ 175688 w 591813"/>
                <a:gd name="connsiteY445" fmla="*/ 354256 h 594332"/>
                <a:gd name="connsiteX446" fmla="*/ 176070 w 591813"/>
                <a:gd name="connsiteY446" fmla="*/ 356505 h 594332"/>
                <a:gd name="connsiteX447" fmla="*/ 176476 w 591813"/>
                <a:gd name="connsiteY447" fmla="*/ 358731 h 594332"/>
                <a:gd name="connsiteX448" fmla="*/ 176858 w 591813"/>
                <a:gd name="connsiteY448" fmla="*/ 360958 h 594332"/>
                <a:gd name="connsiteX449" fmla="*/ 177263 w 591813"/>
                <a:gd name="connsiteY449" fmla="*/ 363162 h 594332"/>
                <a:gd name="connsiteX450" fmla="*/ 177668 w 591813"/>
                <a:gd name="connsiteY450" fmla="*/ 365366 h 594332"/>
                <a:gd name="connsiteX451" fmla="*/ 178050 w 591813"/>
                <a:gd name="connsiteY451" fmla="*/ 367570 h 594332"/>
                <a:gd name="connsiteX452" fmla="*/ 178455 w 591813"/>
                <a:gd name="connsiteY452" fmla="*/ 369729 h 594332"/>
                <a:gd name="connsiteX453" fmla="*/ 178837 w 591813"/>
                <a:gd name="connsiteY453" fmla="*/ 371910 h 594332"/>
                <a:gd name="connsiteX454" fmla="*/ 179242 w 591813"/>
                <a:gd name="connsiteY454" fmla="*/ 374069 h 594332"/>
                <a:gd name="connsiteX455" fmla="*/ 179624 w 591813"/>
                <a:gd name="connsiteY455" fmla="*/ 376206 h 594332"/>
                <a:gd name="connsiteX456" fmla="*/ 180029 w 591813"/>
                <a:gd name="connsiteY456" fmla="*/ 378320 h 594332"/>
                <a:gd name="connsiteX457" fmla="*/ 180411 w 591813"/>
                <a:gd name="connsiteY457" fmla="*/ 380456 h 594332"/>
                <a:gd name="connsiteX458" fmla="*/ 180816 w 591813"/>
                <a:gd name="connsiteY458" fmla="*/ 382548 h 594332"/>
                <a:gd name="connsiteX459" fmla="*/ 181221 w 591813"/>
                <a:gd name="connsiteY459" fmla="*/ 384639 h 594332"/>
                <a:gd name="connsiteX460" fmla="*/ 181603 w 591813"/>
                <a:gd name="connsiteY460" fmla="*/ 386731 h 594332"/>
                <a:gd name="connsiteX461" fmla="*/ 182008 w 591813"/>
                <a:gd name="connsiteY461" fmla="*/ 388800 h 594332"/>
                <a:gd name="connsiteX462" fmla="*/ 182390 w 591813"/>
                <a:gd name="connsiteY462" fmla="*/ 390846 h 594332"/>
                <a:gd name="connsiteX463" fmla="*/ 182795 w 591813"/>
                <a:gd name="connsiteY463" fmla="*/ 392893 h 594332"/>
                <a:gd name="connsiteX464" fmla="*/ 183178 w 591813"/>
                <a:gd name="connsiteY464" fmla="*/ 394917 h 594332"/>
                <a:gd name="connsiteX465" fmla="*/ 183582 w 591813"/>
                <a:gd name="connsiteY465" fmla="*/ 396941 h 594332"/>
                <a:gd name="connsiteX466" fmla="*/ 183964 w 591813"/>
                <a:gd name="connsiteY466" fmla="*/ 398943 h 594332"/>
                <a:gd name="connsiteX467" fmla="*/ 184370 w 591813"/>
                <a:gd name="connsiteY467" fmla="*/ 400922 h 594332"/>
                <a:gd name="connsiteX468" fmla="*/ 184774 w 591813"/>
                <a:gd name="connsiteY468" fmla="*/ 402901 h 594332"/>
                <a:gd name="connsiteX469" fmla="*/ 185156 w 591813"/>
                <a:gd name="connsiteY469" fmla="*/ 404880 h 594332"/>
                <a:gd name="connsiteX470" fmla="*/ 185561 w 591813"/>
                <a:gd name="connsiteY470" fmla="*/ 406837 h 594332"/>
                <a:gd name="connsiteX471" fmla="*/ 185944 w 591813"/>
                <a:gd name="connsiteY471" fmla="*/ 408771 h 594332"/>
                <a:gd name="connsiteX472" fmla="*/ 186348 w 591813"/>
                <a:gd name="connsiteY472" fmla="*/ 410705 h 594332"/>
                <a:gd name="connsiteX473" fmla="*/ 186731 w 591813"/>
                <a:gd name="connsiteY473" fmla="*/ 412616 h 594332"/>
                <a:gd name="connsiteX474" fmla="*/ 187136 w 591813"/>
                <a:gd name="connsiteY474" fmla="*/ 414505 h 594332"/>
                <a:gd name="connsiteX475" fmla="*/ 187540 w 591813"/>
                <a:gd name="connsiteY475" fmla="*/ 416395 h 594332"/>
                <a:gd name="connsiteX476" fmla="*/ 187923 w 591813"/>
                <a:gd name="connsiteY476" fmla="*/ 418261 h 594332"/>
                <a:gd name="connsiteX477" fmla="*/ 188328 w 591813"/>
                <a:gd name="connsiteY477" fmla="*/ 420128 h 594332"/>
                <a:gd name="connsiteX478" fmla="*/ 188710 w 591813"/>
                <a:gd name="connsiteY478" fmla="*/ 421972 h 594332"/>
                <a:gd name="connsiteX479" fmla="*/ 189115 w 591813"/>
                <a:gd name="connsiteY479" fmla="*/ 423816 h 594332"/>
                <a:gd name="connsiteX480" fmla="*/ 189497 w 591813"/>
                <a:gd name="connsiteY480" fmla="*/ 425638 h 594332"/>
                <a:gd name="connsiteX481" fmla="*/ 189902 w 591813"/>
                <a:gd name="connsiteY481" fmla="*/ 427437 h 594332"/>
                <a:gd name="connsiteX482" fmla="*/ 190284 w 591813"/>
                <a:gd name="connsiteY482" fmla="*/ 429236 h 594332"/>
                <a:gd name="connsiteX483" fmla="*/ 190689 w 591813"/>
                <a:gd name="connsiteY483" fmla="*/ 431035 h 594332"/>
                <a:gd name="connsiteX484" fmla="*/ 191094 w 591813"/>
                <a:gd name="connsiteY484" fmla="*/ 432790 h 594332"/>
                <a:gd name="connsiteX485" fmla="*/ 191476 w 591813"/>
                <a:gd name="connsiteY485" fmla="*/ 434566 h 594332"/>
                <a:gd name="connsiteX486" fmla="*/ 191881 w 591813"/>
                <a:gd name="connsiteY486" fmla="*/ 436298 h 594332"/>
                <a:gd name="connsiteX487" fmla="*/ 192263 w 591813"/>
                <a:gd name="connsiteY487" fmla="*/ 438052 h 594332"/>
                <a:gd name="connsiteX488" fmla="*/ 192668 w 591813"/>
                <a:gd name="connsiteY488" fmla="*/ 439761 h 594332"/>
                <a:gd name="connsiteX489" fmla="*/ 193050 w 591813"/>
                <a:gd name="connsiteY489" fmla="*/ 441470 h 594332"/>
                <a:gd name="connsiteX490" fmla="*/ 193455 w 591813"/>
                <a:gd name="connsiteY490" fmla="*/ 443180 h 594332"/>
                <a:gd name="connsiteX491" fmla="*/ 193838 w 591813"/>
                <a:gd name="connsiteY491" fmla="*/ 444866 h 594332"/>
                <a:gd name="connsiteX492" fmla="*/ 194242 w 591813"/>
                <a:gd name="connsiteY492" fmla="*/ 446508 h 594332"/>
                <a:gd name="connsiteX493" fmla="*/ 194647 w 591813"/>
                <a:gd name="connsiteY493" fmla="*/ 448172 h 594332"/>
                <a:gd name="connsiteX494" fmla="*/ 195030 w 591813"/>
                <a:gd name="connsiteY494" fmla="*/ 449837 h 594332"/>
                <a:gd name="connsiteX495" fmla="*/ 195434 w 591813"/>
                <a:gd name="connsiteY495" fmla="*/ 451478 h 594332"/>
                <a:gd name="connsiteX496" fmla="*/ 195816 w 591813"/>
                <a:gd name="connsiteY496" fmla="*/ 453098 h 594332"/>
                <a:gd name="connsiteX497" fmla="*/ 196222 w 591813"/>
                <a:gd name="connsiteY497" fmla="*/ 454717 h 594332"/>
                <a:gd name="connsiteX498" fmla="*/ 196604 w 591813"/>
                <a:gd name="connsiteY498" fmla="*/ 456314 h 594332"/>
                <a:gd name="connsiteX499" fmla="*/ 197008 w 591813"/>
                <a:gd name="connsiteY499" fmla="*/ 457888 h 594332"/>
                <a:gd name="connsiteX500" fmla="*/ 197391 w 591813"/>
                <a:gd name="connsiteY500" fmla="*/ 459462 h 594332"/>
                <a:gd name="connsiteX501" fmla="*/ 197796 w 591813"/>
                <a:gd name="connsiteY501" fmla="*/ 461036 h 594332"/>
                <a:gd name="connsiteX502" fmla="*/ 198200 w 591813"/>
                <a:gd name="connsiteY502" fmla="*/ 462588 h 594332"/>
                <a:gd name="connsiteX503" fmla="*/ 198583 w 591813"/>
                <a:gd name="connsiteY503" fmla="*/ 464140 h 594332"/>
                <a:gd name="connsiteX504" fmla="*/ 198988 w 591813"/>
                <a:gd name="connsiteY504" fmla="*/ 465669 h 594332"/>
                <a:gd name="connsiteX505" fmla="*/ 199370 w 591813"/>
                <a:gd name="connsiteY505" fmla="*/ 467176 h 594332"/>
                <a:gd name="connsiteX506" fmla="*/ 199775 w 591813"/>
                <a:gd name="connsiteY506" fmla="*/ 468683 h 594332"/>
                <a:gd name="connsiteX507" fmla="*/ 200157 w 591813"/>
                <a:gd name="connsiteY507" fmla="*/ 470190 h 594332"/>
                <a:gd name="connsiteX508" fmla="*/ 200562 w 591813"/>
                <a:gd name="connsiteY508" fmla="*/ 471651 h 594332"/>
                <a:gd name="connsiteX509" fmla="*/ 200944 w 591813"/>
                <a:gd name="connsiteY509" fmla="*/ 473136 h 594332"/>
                <a:gd name="connsiteX510" fmla="*/ 201349 w 591813"/>
                <a:gd name="connsiteY510" fmla="*/ 474598 h 594332"/>
                <a:gd name="connsiteX511" fmla="*/ 201754 w 591813"/>
                <a:gd name="connsiteY511" fmla="*/ 476037 h 594332"/>
                <a:gd name="connsiteX512" fmla="*/ 202136 w 591813"/>
                <a:gd name="connsiteY512" fmla="*/ 477476 h 594332"/>
                <a:gd name="connsiteX513" fmla="*/ 202541 w 591813"/>
                <a:gd name="connsiteY513" fmla="*/ 478893 h 594332"/>
                <a:gd name="connsiteX514" fmla="*/ 202923 w 591813"/>
                <a:gd name="connsiteY514" fmla="*/ 480310 h 594332"/>
                <a:gd name="connsiteX515" fmla="*/ 203328 w 591813"/>
                <a:gd name="connsiteY515" fmla="*/ 481704 h 594332"/>
                <a:gd name="connsiteX516" fmla="*/ 203710 w 591813"/>
                <a:gd name="connsiteY516" fmla="*/ 483099 h 594332"/>
                <a:gd name="connsiteX517" fmla="*/ 204115 w 591813"/>
                <a:gd name="connsiteY517" fmla="*/ 484471 h 594332"/>
                <a:gd name="connsiteX518" fmla="*/ 204520 w 591813"/>
                <a:gd name="connsiteY518" fmla="*/ 485842 h 594332"/>
                <a:gd name="connsiteX519" fmla="*/ 204902 w 591813"/>
                <a:gd name="connsiteY519" fmla="*/ 487192 h 594332"/>
                <a:gd name="connsiteX520" fmla="*/ 205307 w 591813"/>
                <a:gd name="connsiteY520" fmla="*/ 488541 h 594332"/>
                <a:gd name="connsiteX521" fmla="*/ 205690 w 591813"/>
                <a:gd name="connsiteY521" fmla="*/ 489868 h 594332"/>
                <a:gd name="connsiteX522" fmla="*/ 206094 w 591813"/>
                <a:gd name="connsiteY522" fmla="*/ 491195 h 594332"/>
                <a:gd name="connsiteX523" fmla="*/ 206476 w 591813"/>
                <a:gd name="connsiteY523" fmla="*/ 492499 h 594332"/>
                <a:gd name="connsiteX524" fmla="*/ 206882 w 591813"/>
                <a:gd name="connsiteY524" fmla="*/ 493804 h 594332"/>
                <a:gd name="connsiteX525" fmla="*/ 207264 w 591813"/>
                <a:gd name="connsiteY525" fmla="*/ 495086 h 594332"/>
                <a:gd name="connsiteX526" fmla="*/ 207668 w 591813"/>
                <a:gd name="connsiteY526" fmla="*/ 496368 h 594332"/>
                <a:gd name="connsiteX527" fmla="*/ 208073 w 591813"/>
                <a:gd name="connsiteY527" fmla="*/ 497627 h 594332"/>
                <a:gd name="connsiteX528" fmla="*/ 208456 w 591813"/>
                <a:gd name="connsiteY528" fmla="*/ 498886 h 594332"/>
                <a:gd name="connsiteX529" fmla="*/ 208860 w 591813"/>
                <a:gd name="connsiteY529" fmla="*/ 500146 h 594332"/>
                <a:gd name="connsiteX530" fmla="*/ 209243 w 591813"/>
                <a:gd name="connsiteY530" fmla="*/ 501360 h 594332"/>
                <a:gd name="connsiteX531" fmla="*/ 209648 w 591813"/>
                <a:gd name="connsiteY531" fmla="*/ 502597 h 594332"/>
                <a:gd name="connsiteX532" fmla="*/ 210030 w 591813"/>
                <a:gd name="connsiteY532" fmla="*/ 503789 h 594332"/>
                <a:gd name="connsiteX533" fmla="*/ 210435 w 591813"/>
                <a:gd name="connsiteY533" fmla="*/ 505004 h 594332"/>
                <a:gd name="connsiteX534" fmla="*/ 210817 w 591813"/>
                <a:gd name="connsiteY534" fmla="*/ 506173 h 594332"/>
                <a:gd name="connsiteX535" fmla="*/ 211222 w 591813"/>
                <a:gd name="connsiteY535" fmla="*/ 507365 h 594332"/>
                <a:gd name="connsiteX536" fmla="*/ 211627 w 591813"/>
                <a:gd name="connsiteY536" fmla="*/ 508512 h 594332"/>
                <a:gd name="connsiteX537" fmla="*/ 212009 w 591813"/>
                <a:gd name="connsiteY537" fmla="*/ 509681 h 594332"/>
                <a:gd name="connsiteX538" fmla="*/ 212414 w 591813"/>
                <a:gd name="connsiteY538" fmla="*/ 510828 h 594332"/>
                <a:gd name="connsiteX539" fmla="*/ 212796 w 591813"/>
                <a:gd name="connsiteY539" fmla="*/ 511953 h 594332"/>
                <a:gd name="connsiteX540" fmla="*/ 213201 w 591813"/>
                <a:gd name="connsiteY540" fmla="*/ 513077 h 594332"/>
                <a:gd name="connsiteX541" fmla="*/ 213584 w 591813"/>
                <a:gd name="connsiteY541" fmla="*/ 514179 h 594332"/>
                <a:gd name="connsiteX542" fmla="*/ 213988 w 591813"/>
                <a:gd name="connsiteY542" fmla="*/ 515281 h 594332"/>
                <a:gd name="connsiteX543" fmla="*/ 214370 w 591813"/>
                <a:gd name="connsiteY543" fmla="*/ 516361 h 594332"/>
                <a:gd name="connsiteX544" fmla="*/ 214776 w 591813"/>
                <a:gd name="connsiteY544" fmla="*/ 517440 h 594332"/>
                <a:gd name="connsiteX545" fmla="*/ 215180 w 591813"/>
                <a:gd name="connsiteY545" fmla="*/ 518520 h 594332"/>
                <a:gd name="connsiteX546" fmla="*/ 215562 w 591813"/>
                <a:gd name="connsiteY546" fmla="*/ 519577 h 594332"/>
                <a:gd name="connsiteX547" fmla="*/ 215967 w 591813"/>
                <a:gd name="connsiteY547" fmla="*/ 520611 h 594332"/>
                <a:gd name="connsiteX548" fmla="*/ 216350 w 591813"/>
                <a:gd name="connsiteY548" fmla="*/ 521668 h 594332"/>
                <a:gd name="connsiteX549" fmla="*/ 216754 w 591813"/>
                <a:gd name="connsiteY549" fmla="*/ 522703 h 594332"/>
                <a:gd name="connsiteX550" fmla="*/ 217136 w 591813"/>
                <a:gd name="connsiteY550" fmla="*/ 523715 h 594332"/>
                <a:gd name="connsiteX551" fmla="*/ 217542 w 591813"/>
                <a:gd name="connsiteY551" fmla="*/ 524727 h 594332"/>
                <a:gd name="connsiteX552" fmla="*/ 217946 w 591813"/>
                <a:gd name="connsiteY552" fmla="*/ 525739 h 594332"/>
                <a:gd name="connsiteX553" fmla="*/ 218329 w 591813"/>
                <a:gd name="connsiteY553" fmla="*/ 526728 h 594332"/>
                <a:gd name="connsiteX554" fmla="*/ 218733 w 591813"/>
                <a:gd name="connsiteY554" fmla="*/ 527718 h 594332"/>
                <a:gd name="connsiteX555" fmla="*/ 219116 w 591813"/>
                <a:gd name="connsiteY555" fmla="*/ 528685 h 594332"/>
                <a:gd name="connsiteX556" fmla="*/ 219521 w 591813"/>
                <a:gd name="connsiteY556" fmla="*/ 529652 h 594332"/>
                <a:gd name="connsiteX557" fmla="*/ 219903 w 591813"/>
                <a:gd name="connsiteY557" fmla="*/ 530619 h 594332"/>
                <a:gd name="connsiteX558" fmla="*/ 220308 w 591813"/>
                <a:gd name="connsiteY558" fmla="*/ 531564 h 594332"/>
                <a:gd name="connsiteX559" fmla="*/ 220690 w 591813"/>
                <a:gd name="connsiteY559" fmla="*/ 532508 h 594332"/>
                <a:gd name="connsiteX560" fmla="*/ 221095 w 591813"/>
                <a:gd name="connsiteY560" fmla="*/ 533453 h 594332"/>
                <a:gd name="connsiteX561" fmla="*/ 221500 w 591813"/>
                <a:gd name="connsiteY561" fmla="*/ 534375 h 594332"/>
                <a:gd name="connsiteX562" fmla="*/ 221882 w 591813"/>
                <a:gd name="connsiteY562" fmla="*/ 535297 h 594332"/>
                <a:gd name="connsiteX563" fmla="*/ 222287 w 591813"/>
                <a:gd name="connsiteY563" fmla="*/ 536197 h 594332"/>
                <a:gd name="connsiteX564" fmla="*/ 222669 w 591813"/>
                <a:gd name="connsiteY564" fmla="*/ 537074 h 594332"/>
                <a:gd name="connsiteX565" fmla="*/ 223074 w 591813"/>
                <a:gd name="connsiteY565" fmla="*/ 537973 h 594332"/>
                <a:gd name="connsiteX566" fmla="*/ 223456 w 591813"/>
                <a:gd name="connsiteY566" fmla="*/ 538850 h 594332"/>
                <a:gd name="connsiteX567" fmla="*/ 223861 w 591813"/>
                <a:gd name="connsiteY567" fmla="*/ 539705 h 594332"/>
                <a:gd name="connsiteX568" fmla="*/ 224244 w 591813"/>
                <a:gd name="connsiteY568" fmla="*/ 540560 h 594332"/>
                <a:gd name="connsiteX569" fmla="*/ 224648 w 591813"/>
                <a:gd name="connsiteY569" fmla="*/ 541392 h 594332"/>
                <a:gd name="connsiteX570" fmla="*/ 225053 w 591813"/>
                <a:gd name="connsiteY570" fmla="*/ 542224 h 594332"/>
                <a:gd name="connsiteX571" fmla="*/ 225436 w 591813"/>
                <a:gd name="connsiteY571" fmla="*/ 543056 h 594332"/>
                <a:gd name="connsiteX572" fmla="*/ 225840 w 591813"/>
                <a:gd name="connsiteY572" fmla="*/ 543866 h 594332"/>
                <a:gd name="connsiteX573" fmla="*/ 226222 w 591813"/>
                <a:gd name="connsiteY573" fmla="*/ 544675 h 594332"/>
                <a:gd name="connsiteX574" fmla="*/ 226627 w 591813"/>
                <a:gd name="connsiteY574" fmla="*/ 545485 h 594332"/>
                <a:gd name="connsiteX575" fmla="*/ 227010 w 591813"/>
                <a:gd name="connsiteY575" fmla="*/ 546272 h 594332"/>
                <a:gd name="connsiteX576" fmla="*/ 227414 w 591813"/>
                <a:gd name="connsiteY576" fmla="*/ 547059 h 594332"/>
                <a:gd name="connsiteX577" fmla="*/ 227797 w 591813"/>
                <a:gd name="connsiteY577" fmla="*/ 547846 h 594332"/>
                <a:gd name="connsiteX578" fmla="*/ 228202 w 591813"/>
                <a:gd name="connsiteY578" fmla="*/ 548611 h 594332"/>
                <a:gd name="connsiteX579" fmla="*/ 228606 w 591813"/>
                <a:gd name="connsiteY579" fmla="*/ 549375 h 594332"/>
                <a:gd name="connsiteX580" fmla="*/ 228989 w 591813"/>
                <a:gd name="connsiteY580" fmla="*/ 550140 h 594332"/>
                <a:gd name="connsiteX581" fmla="*/ 229394 w 591813"/>
                <a:gd name="connsiteY581" fmla="*/ 550882 h 594332"/>
                <a:gd name="connsiteX582" fmla="*/ 229776 w 591813"/>
                <a:gd name="connsiteY582" fmla="*/ 551624 h 594332"/>
                <a:gd name="connsiteX583" fmla="*/ 230181 w 591813"/>
                <a:gd name="connsiteY583" fmla="*/ 552367 h 594332"/>
                <a:gd name="connsiteX584" fmla="*/ 230563 w 591813"/>
                <a:gd name="connsiteY584" fmla="*/ 553086 h 594332"/>
                <a:gd name="connsiteX585" fmla="*/ 230968 w 591813"/>
                <a:gd name="connsiteY585" fmla="*/ 553806 h 594332"/>
                <a:gd name="connsiteX586" fmla="*/ 231350 w 591813"/>
                <a:gd name="connsiteY586" fmla="*/ 554526 h 594332"/>
                <a:gd name="connsiteX587" fmla="*/ 231755 w 591813"/>
                <a:gd name="connsiteY587" fmla="*/ 555223 h 594332"/>
                <a:gd name="connsiteX588" fmla="*/ 232160 w 591813"/>
                <a:gd name="connsiteY588" fmla="*/ 555942 h 594332"/>
                <a:gd name="connsiteX589" fmla="*/ 232542 w 591813"/>
                <a:gd name="connsiteY589" fmla="*/ 556617 h 594332"/>
                <a:gd name="connsiteX590" fmla="*/ 232947 w 591813"/>
                <a:gd name="connsiteY590" fmla="*/ 557314 h 594332"/>
                <a:gd name="connsiteX591" fmla="*/ 233329 w 591813"/>
                <a:gd name="connsiteY591" fmla="*/ 557989 h 594332"/>
                <a:gd name="connsiteX592" fmla="*/ 233734 w 591813"/>
                <a:gd name="connsiteY592" fmla="*/ 558664 h 594332"/>
                <a:gd name="connsiteX593" fmla="*/ 234116 w 591813"/>
                <a:gd name="connsiteY593" fmla="*/ 559316 h 594332"/>
                <a:gd name="connsiteX594" fmla="*/ 234521 w 591813"/>
                <a:gd name="connsiteY594" fmla="*/ 559991 h 594332"/>
                <a:gd name="connsiteX595" fmla="*/ 234926 w 591813"/>
                <a:gd name="connsiteY595" fmla="*/ 560643 h 594332"/>
                <a:gd name="connsiteX596" fmla="*/ 235308 w 591813"/>
                <a:gd name="connsiteY596" fmla="*/ 561273 h 594332"/>
                <a:gd name="connsiteX597" fmla="*/ 235713 w 591813"/>
                <a:gd name="connsiteY597" fmla="*/ 561902 h 594332"/>
                <a:gd name="connsiteX598" fmla="*/ 236096 w 591813"/>
                <a:gd name="connsiteY598" fmla="*/ 562532 h 594332"/>
                <a:gd name="connsiteX599" fmla="*/ 236500 w 591813"/>
                <a:gd name="connsiteY599" fmla="*/ 563162 h 594332"/>
                <a:gd name="connsiteX600" fmla="*/ 236882 w 591813"/>
                <a:gd name="connsiteY600" fmla="*/ 563791 h 594332"/>
                <a:gd name="connsiteX601" fmla="*/ 237287 w 591813"/>
                <a:gd name="connsiteY601" fmla="*/ 564399 h 594332"/>
                <a:gd name="connsiteX602" fmla="*/ 237670 w 591813"/>
                <a:gd name="connsiteY602" fmla="*/ 564983 h 594332"/>
                <a:gd name="connsiteX603" fmla="*/ 238074 w 591813"/>
                <a:gd name="connsiteY603" fmla="*/ 565568 h 594332"/>
                <a:gd name="connsiteX604" fmla="*/ 238479 w 591813"/>
                <a:gd name="connsiteY604" fmla="*/ 566153 h 594332"/>
                <a:gd name="connsiteX605" fmla="*/ 238862 w 591813"/>
                <a:gd name="connsiteY605" fmla="*/ 566737 h 594332"/>
                <a:gd name="connsiteX606" fmla="*/ 239266 w 591813"/>
                <a:gd name="connsiteY606" fmla="*/ 567322 h 594332"/>
                <a:gd name="connsiteX607" fmla="*/ 239649 w 591813"/>
                <a:gd name="connsiteY607" fmla="*/ 567907 h 594332"/>
                <a:gd name="connsiteX608" fmla="*/ 240054 w 591813"/>
                <a:gd name="connsiteY608" fmla="*/ 568469 h 594332"/>
                <a:gd name="connsiteX609" fmla="*/ 240436 w 591813"/>
                <a:gd name="connsiteY609" fmla="*/ 569031 h 594332"/>
                <a:gd name="connsiteX610" fmla="*/ 240841 w 591813"/>
                <a:gd name="connsiteY610" fmla="*/ 569594 h 594332"/>
                <a:gd name="connsiteX611" fmla="*/ 241223 w 591813"/>
                <a:gd name="connsiteY611" fmla="*/ 570156 h 594332"/>
                <a:gd name="connsiteX612" fmla="*/ 241628 w 591813"/>
                <a:gd name="connsiteY612" fmla="*/ 570696 h 594332"/>
                <a:gd name="connsiteX613" fmla="*/ 242033 w 591813"/>
                <a:gd name="connsiteY613" fmla="*/ 571235 h 594332"/>
                <a:gd name="connsiteX614" fmla="*/ 242415 w 591813"/>
                <a:gd name="connsiteY614" fmla="*/ 571775 h 594332"/>
                <a:gd name="connsiteX615" fmla="*/ 242820 w 591813"/>
                <a:gd name="connsiteY615" fmla="*/ 572292 h 594332"/>
                <a:gd name="connsiteX616" fmla="*/ 243202 w 591813"/>
                <a:gd name="connsiteY616" fmla="*/ 572832 h 594332"/>
                <a:gd name="connsiteX617" fmla="*/ 243607 w 591813"/>
                <a:gd name="connsiteY617" fmla="*/ 573349 h 594332"/>
                <a:gd name="connsiteX618" fmla="*/ 243989 w 591813"/>
                <a:gd name="connsiteY618" fmla="*/ 573844 h 594332"/>
                <a:gd name="connsiteX619" fmla="*/ 244394 w 591813"/>
                <a:gd name="connsiteY619" fmla="*/ 574361 h 594332"/>
                <a:gd name="connsiteX620" fmla="*/ 244776 w 591813"/>
                <a:gd name="connsiteY620" fmla="*/ 574856 h 594332"/>
                <a:gd name="connsiteX621" fmla="*/ 245181 w 591813"/>
                <a:gd name="connsiteY621" fmla="*/ 575351 h 594332"/>
                <a:gd name="connsiteX622" fmla="*/ 245586 w 591813"/>
                <a:gd name="connsiteY622" fmla="*/ 575823 h 594332"/>
                <a:gd name="connsiteX623" fmla="*/ 245968 w 591813"/>
                <a:gd name="connsiteY623" fmla="*/ 576296 h 594332"/>
                <a:gd name="connsiteX624" fmla="*/ 246373 w 591813"/>
                <a:gd name="connsiteY624" fmla="*/ 576768 h 594332"/>
                <a:gd name="connsiteX625" fmla="*/ 246756 w 591813"/>
                <a:gd name="connsiteY625" fmla="*/ 577218 h 594332"/>
                <a:gd name="connsiteX626" fmla="*/ 247160 w 591813"/>
                <a:gd name="connsiteY626" fmla="*/ 577690 h 594332"/>
                <a:gd name="connsiteX627" fmla="*/ 247542 w 591813"/>
                <a:gd name="connsiteY627" fmla="*/ 578117 h 594332"/>
                <a:gd name="connsiteX628" fmla="*/ 247948 w 591813"/>
                <a:gd name="connsiteY628" fmla="*/ 578567 h 594332"/>
                <a:gd name="connsiteX629" fmla="*/ 248352 w 591813"/>
                <a:gd name="connsiteY629" fmla="*/ 578994 h 594332"/>
                <a:gd name="connsiteX630" fmla="*/ 248734 w 591813"/>
                <a:gd name="connsiteY630" fmla="*/ 579422 h 594332"/>
                <a:gd name="connsiteX631" fmla="*/ 249139 w 591813"/>
                <a:gd name="connsiteY631" fmla="*/ 579826 h 594332"/>
                <a:gd name="connsiteX632" fmla="*/ 249522 w 591813"/>
                <a:gd name="connsiteY632" fmla="*/ 580254 h 594332"/>
                <a:gd name="connsiteX633" fmla="*/ 249926 w 591813"/>
                <a:gd name="connsiteY633" fmla="*/ 580659 h 594332"/>
                <a:gd name="connsiteX634" fmla="*/ 250309 w 591813"/>
                <a:gd name="connsiteY634" fmla="*/ 581041 h 594332"/>
                <a:gd name="connsiteX635" fmla="*/ 250714 w 591813"/>
                <a:gd name="connsiteY635" fmla="*/ 581446 h 594332"/>
                <a:gd name="connsiteX636" fmla="*/ 251096 w 591813"/>
                <a:gd name="connsiteY636" fmla="*/ 581828 h 594332"/>
                <a:gd name="connsiteX637" fmla="*/ 251501 w 591813"/>
                <a:gd name="connsiteY637" fmla="*/ 582188 h 594332"/>
                <a:gd name="connsiteX638" fmla="*/ 251905 w 591813"/>
                <a:gd name="connsiteY638" fmla="*/ 582570 h 594332"/>
                <a:gd name="connsiteX639" fmla="*/ 252288 w 591813"/>
                <a:gd name="connsiteY639" fmla="*/ 582930 h 594332"/>
                <a:gd name="connsiteX640" fmla="*/ 252693 w 591813"/>
                <a:gd name="connsiteY640" fmla="*/ 583290 h 594332"/>
                <a:gd name="connsiteX641" fmla="*/ 253075 w 591813"/>
                <a:gd name="connsiteY641" fmla="*/ 583627 h 594332"/>
                <a:gd name="connsiteX642" fmla="*/ 253480 w 591813"/>
                <a:gd name="connsiteY642" fmla="*/ 583964 h 594332"/>
                <a:gd name="connsiteX643" fmla="*/ 253862 w 591813"/>
                <a:gd name="connsiteY643" fmla="*/ 584302 h 594332"/>
                <a:gd name="connsiteX644" fmla="*/ 254267 w 591813"/>
                <a:gd name="connsiteY644" fmla="*/ 584639 h 594332"/>
                <a:gd name="connsiteX645" fmla="*/ 254650 w 591813"/>
                <a:gd name="connsiteY645" fmla="*/ 584954 h 594332"/>
                <a:gd name="connsiteX646" fmla="*/ 255054 w 591813"/>
                <a:gd name="connsiteY646" fmla="*/ 585269 h 594332"/>
                <a:gd name="connsiteX647" fmla="*/ 255459 w 591813"/>
                <a:gd name="connsiteY647" fmla="*/ 585584 h 594332"/>
                <a:gd name="connsiteX648" fmla="*/ 255841 w 591813"/>
                <a:gd name="connsiteY648" fmla="*/ 585876 h 594332"/>
                <a:gd name="connsiteX649" fmla="*/ 256246 w 591813"/>
                <a:gd name="connsiteY649" fmla="*/ 586191 h 594332"/>
                <a:gd name="connsiteX650" fmla="*/ 256628 w 591813"/>
                <a:gd name="connsiteY650" fmla="*/ 586483 h 594332"/>
                <a:gd name="connsiteX651" fmla="*/ 257033 w 591813"/>
                <a:gd name="connsiteY651" fmla="*/ 586753 h 594332"/>
                <a:gd name="connsiteX652" fmla="*/ 257416 w 591813"/>
                <a:gd name="connsiteY652" fmla="*/ 587046 h 594332"/>
                <a:gd name="connsiteX653" fmla="*/ 257820 w 591813"/>
                <a:gd name="connsiteY653" fmla="*/ 587315 h 594332"/>
                <a:gd name="connsiteX654" fmla="*/ 258202 w 591813"/>
                <a:gd name="connsiteY654" fmla="*/ 587585 h 594332"/>
                <a:gd name="connsiteX655" fmla="*/ 258608 w 591813"/>
                <a:gd name="connsiteY655" fmla="*/ 587855 h 594332"/>
                <a:gd name="connsiteX656" fmla="*/ 259012 w 591813"/>
                <a:gd name="connsiteY656" fmla="*/ 588103 h 594332"/>
                <a:gd name="connsiteX657" fmla="*/ 259395 w 591813"/>
                <a:gd name="connsiteY657" fmla="*/ 588350 h 594332"/>
                <a:gd name="connsiteX658" fmla="*/ 259799 w 591813"/>
                <a:gd name="connsiteY658" fmla="*/ 588597 h 594332"/>
                <a:gd name="connsiteX659" fmla="*/ 260182 w 591813"/>
                <a:gd name="connsiteY659" fmla="*/ 588845 h 594332"/>
                <a:gd name="connsiteX660" fmla="*/ 260587 w 591813"/>
                <a:gd name="connsiteY660" fmla="*/ 589092 h 594332"/>
                <a:gd name="connsiteX661" fmla="*/ 260969 w 591813"/>
                <a:gd name="connsiteY661" fmla="*/ 589317 h 594332"/>
                <a:gd name="connsiteX662" fmla="*/ 261374 w 591813"/>
                <a:gd name="connsiteY662" fmla="*/ 589564 h 594332"/>
                <a:gd name="connsiteX663" fmla="*/ 261756 w 591813"/>
                <a:gd name="connsiteY663" fmla="*/ 589789 h 594332"/>
                <a:gd name="connsiteX664" fmla="*/ 262161 w 591813"/>
                <a:gd name="connsiteY664" fmla="*/ 589992 h 594332"/>
                <a:gd name="connsiteX665" fmla="*/ 262566 w 591813"/>
                <a:gd name="connsiteY665" fmla="*/ 590217 h 594332"/>
                <a:gd name="connsiteX666" fmla="*/ 262948 w 591813"/>
                <a:gd name="connsiteY666" fmla="*/ 590419 h 594332"/>
                <a:gd name="connsiteX667" fmla="*/ 263353 w 591813"/>
                <a:gd name="connsiteY667" fmla="*/ 590621 h 594332"/>
                <a:gd name="connsiteX668" fmla="*/ 263735 w 591813"/>
                <a:gd name="connsiteY668" fmla="*/ 590824 h 594332"/>
                <a:gd name="connsiteX669" fmla="*/ 264140 w 591813"/>
                <a:gd name="connsiteY669" fmla="*/ 591026 h 594332"/>
                <a:gd name="connsiteX670" fmla="*/ 264522 w 591813"/>
                <a:gd name="connsiteY670" fmla="*/ 591206 h 594332"/>
                <a:gd name="connsiteX671" fmla="*/ 264927 w 591813"/>
                <a:gd name="connsiteY671" fmla="*/ 591386 h 594332"/>
                <a:gd name="connsiteX672" fmla="*/ 265332 w 591813"/>
                <a:gd name="connsiteY672" fmla="*/ 591566 h 594332"/>
                <a:gd name="connsiteX673" fmla="*/ 265714 w 591813"/>
                <a:gd name="connsiteY673" fmla="*/ 591723 h 594332"/>
                <a:gd name="connsiteX674" fmla="*/ 266119 w 591813"/>
                <a:gd name="connsiteY674" fmla="*/ 591881 h 594332"/>
                <a:gd name="connsiteX675" fmla="*/ 266502 w 591813"/>
                <a:gd name="connsiteY675" fmla="*/ 592038 h 594332"/>
                <a:gd name="connsiteX676" fmla="*/ 266906 w 591813"/>
                <a:gd name="connsiteY676" fmla="*/ 592196 h 594332"/>
                <a:gd name="connsiteX677" fmla="*/ 267288 w 591813"/>
                <a:gd name="connsiteY677" fmla="*/ 592353 h 594332"/>
                <a:gd name="connsiteX678" fmla="*/ 267693 w 591813"/>
                <a:gd name="connsiteY678" fmla="*/ 592488 h 594332"/>
                <a:gd name="connsiteX679" fmla="*/ 268076 w 591813"/>
                <a:gd name="connsiteY679" fmla="*/ 592623 h 594332"/>
                <a:gd name="connsiteX680" fmla="*/ 268480 w 591813"/>
                <a:gd name="connsiteY680" fmla="*/ 592758 h 594332"/>
                <a:gd name="connsiteX681" fmla="*/ 268885 w 591813"/>
                <a:gd name="connsiteY681" fmla="*/ 592893 h 594332"/>
                <a:gd name="connsiteX682" fmla="*/ 269268 w 591813"/>
                <a:gd name="connsiteY682" fmla="*/ 593028 h 594332"/>
                <a:gd name="connsiteX683" fmla="*/ 269672 w 591813"/>
                <a:gd name="connsiteY683" fmla="*/ 593140 h 594332"/>
                <a:gd name="connsiteX684" fmla="*/ 270055 w 591813"/>
                <a:gd name="connsiteY684" fmla="*/ 593253 h 594332"/>
                <a:gd name="connsiteX685" fmla="*/ 270459 w 591813"/>
                <a:gd name="connsiteY685" fmla="*/ 593365 h 594332"/>
                <a:gd name="connsiteX686" fmla="*/ 270842 w 591813"/>
                <a:gd name="connsiteY686" fmla="*/ 593478 h 594332"/>
                <a:gd name="connsiteX687" fmla="*/ 271247 w 591813"/>
                <a:gd name="connsiteY687" fmla="*/ 593568 h 594332"/>
                <a:gd name="connsiteX688" fmla="*/ 271629 w 591813"/>
                <a:gd name="connsiteY688" fmla="*/ 593657 h 594332"/>
                <a:gd name="connsiteX689" fmla="*/ 272034 w 591813"/>
                <a:gd name="connsiteY689" fmla="*/ 593747 h 594332"/>
                <a:gd name="connsiteX690" fmla="*/ 272439 w 591813"/>
                <a:gd name="connsiteY690" fmla="*/ 593815 h 594332"/>
                <a:gd name="connsiteX691" fmla="*/ 272821 w 591813"/>
                <a:gd name="connsiteY691" fmla="*/ 593905 h 594332"/>
                <a:gd name="connsiteX692" fmla="*/ 273226 w 591813"/>
                <a:gd name="connsiteY692" fmla="*/ 593972 h 594332"/>
                <a:gd name="connsiteX693" fmla="*/ 273608 w 591813"/>
                <a:gd name="connsiteY693" fmla="*/ 594040 h 594332"/>
                <a:gd name="connsiteX694" fmla="*/ 274013 w 591813"/>
                <a:gd name="connsiteY694" fmla="*/ 594085 h 594332"/>
                <a:gd name="connsiteX695" fmla="*/ 274395 w 591813"/>
                <a:gd name="connsiteY695" fmla="*/ 594152 h 594332"/>
                <a:gd name="connsiteX696" fmla="*/ 274800 w 591813"/>
                <a:gd name="connsiteY696" fmla="*/ 594197 h 594332"/>
                <a:gd name="connsiteX697" fmla="*/ 275182 w 591813"/>
                <a:gd name="connsiteY697" fmla="*/ 594242 h 594332"/>
                <a:gd name="connsiteX698" fmla="*/ 275587 w 591813"/>
                <a:gd name="connsiteY698" fmla="*/ 594287 h 594332"/>
                <a:gd name="connsiteX699" fmla="*/ 275992 w 591813"/>
                <a:gd name="connsiteY699" fmla="*/ 594332 h 594332"/>
                <a:gd name="connsiteX700" fmla="*/ 276374 w 591813"/>
                <a:gd name="connsiteY700" fmla="*/ 594332 h 594332"/>
                <a:gd name="connsiteX701" fmla="*/ 276779 w 591813"/>
                <a:gd name="connsiteY701" fmla="*/ 594310 h 594332"/>
                <a:gd name="connsiteX702" fmla="*/ 277162 w 591813"/>
                <a:gd name="connsiteY702" fmla="*/ 594310 h 594332"/>
                <a:gd name="connsiteX703" fmla="*/ 277566 w 591813"/>
                <a:gd name="connsiteY703" fmla="*/ 594287 h 594332"/>
                <a:gd name="connsiteX704" fmla="*/ 277948 w 591813"/>
                <a:gd name="connsiteY704" fmla="*/ 594265 h 594332"/>
                <a:gd name="connsiteX705" fmla="*/ 278353 w 591813"/>
                <a:gd name="connsiteY705" fmla="*/ 594220 h 594332"/>
                <a:gd name="connsiteX706" fmla="*/ 278758 w 591813"/>
                <a:gd name="connsiteY706" fmla="*/ 594197 h 594332"/>
                <a:gd name="connsiteX707" fmla="*/ 279140 w 591813"/>
                <a:gd name="connsiteY707" fmla="*/ 594152 h 594332"/>
                <a:gd name="connsiteX708" fmla="*/ 279545 w 591813"/>
                <a:gd name="connsiteY708" fmla="*/ 594107 h 594332"/>
                <a:gd name="connsiteX709" fmla="*/ 279928 w 591813"/>
                <a:gd name="connsiteY709" fmla="*/ 594040 h 594332"/>
                <a:gd name="connsiteX710" fmla="*/ 280332 w 591813"/>
                <a:gd name="connsiteY710" fmla="*/ 593995 h 594332"/>
                <a:gd name="connsiteX711" fmla="*/ 280715 w 591813"/>
                <a:gd name="connsiteY711" fmla="*/ 593927 h 594332"/>
                <a:gd name="connsiteX712" fmla="*/ 281120 w 591813"/>
                <a:gd name="connsiteY712" fmla="*/ 593860 h 594332"/>
                <a:gd name="connsiteX713" fmla="*/ 281502 w 591813"/>
                <a:gd name="connsiteY713" fmla="*/ 593792 h 594332"/>
                <a:gd name="connsiteX714" fmla="*/ 281907 w 591813"/>
                <a:gd name="connsiteY714" fmla="*/ 593702 h 594332"/>
                <a:gd name="connsiteX715" fmla="*/ 282311 w 591813"/>
                <a:gd name="connsiteY715" fmla="*/ 593635 h 594332"/>
                <a:gd name="connsiteX716" fmla="*/ 282694 w 591813"/>
                <a:gd name="connsiteY716" fmla="*/ 593545 h 594332"/>
                <a:gd name="connsiteX717" fmla="*/ 283076 w 591813"/>
                <a:gd name="connsiteY717" fmla="*/ 593455 h 594332"/>
                <a:gd name="connsiteX718" fmla="*/ 283481 w 591813"/>
                <a:gd name="connsiteY718" fmla="*/ 593365 h 594332"/>
                <a:gd name="connsiteX719" fmla="*/ 283886 w 591813"/>
                <a:gd name="connsiteY719" fmla="*/ 593253 h 594332"/>
                <a:gd name="connsiteX720" fmla="*/ 284246 w 591813"/>
                <a:gd name="connsiteY720" fmla="*/ 593140 h 594332"/>
                <a:gd name="connsiteX721" fmla="*/ 284673 w 591813"/>
                <a:gd name="connsiteY721" fmla="*/ 593028 h 594332"/>
                <a:gd name="connsiteX722" fmla="*/ 285033 w 591813"/>
                <a:gd name="connsiteY722" fmla="*/ 592915 h 594332"/>
                <a:gd name="connsiteX723" fmla="*/ 285438 w 591813"/>
                <a:gd name="connsiteY723" fmla="*/ 592780 h 594332"/>
                <a:gd name="connsiteX724" fmla="*/ 285842 w 591813"/>
                <a:gd name="connsiteY724" fmla="*/ 592668 h 594332"/>
                <a:gd name="connsiteX725" fmla="*/ 286224 w 591813"/>
                <a:gd name="connsiteY725" fmla="*/ 592510 h 594332"/>
                <a:gd name="connsiteX726" fmla="*/ 286630 w 591813"/>
                <a:gd name="connsiteY726" fmla="*/ 592376 h 594332"/>
                <a:gd name="connsiteX727" fmla="*/ 287012 w 591813"/>
                <a:gd name="connsiteY727" fmla="*/ 592241 h 594332"/>
                <a:gd name="connsiteX728" fmla="*/ 287416 w 591813"/>
                <a:gd name="connsiteY728" fmla="*/ 592083 h 594332"/>
                <a:gd name="connsiteX729" fmla="*/ 287799 w 591813"/>
                <a:gd name="connsiteY729" fmla="*/ 591926 h 594332"/>
                <a:gd name="connsiteX730" fmla="*/ 288204 w 591813"/>
                <a:gd name="connsiteY730" fmla="*/ 591768 h 594332"/>
                <a:gd name="connsiteX731" fmla="*/ 288586 w 591813"/>
                <a:gd name="connsiteY731" fmla="*/ 591611 h 594332"/>
                <a:gd name="connsiteX732" fmla="*/ 288991 w 591813"/>
                <a:gd name="connsiteY732" fmla="*/ 591431 h 594332"/>
                <a:gd name="connsiteX733" fmla="*/ 289396 w 591813"/>
                <a:gd name="connsiteY733" fmla="*/ 591274 h 594332"/>
                <a:gd name="connsiteX734" fmla="*/ 289778 w 591813"/>
                <a:gd name="connsiteY734" fmla="*/ 591094 h 594332"/>
                <a:gd name="connsiteX735" fmla="*/ 290183 w 591813"/>
                <a:gd name="connsiteY735" fmla="*/ 590914 h 594332"/>
                <a:gd name="connsiteX736" fmla="*/ 290565 w 591813"/>
                <a:gd name="connsiteY736" fmla="*/ 590734 h 594332"/>
                <a:gd name="connsiteX737" fmla="*/ 290970 w 591813"/>
                <a:gd name="connsiteY737" fmla="*/ 590554 h 594332"/>
                <a:gd name="connsiteX738" fmla="*/ 291352 w 591813"/>
                <a:gd name="connsiteY738" fmla="*/ 590352 h 594332"/>
                <a:gd name="connsiteX739" fmla="*/ 291757 w 591813"/>
                <a:gd name="connsiteY739" fmla="*/ 590172 h 594332"/>
                <a:gd name="connsiteX740" fmla="*/ 292139 w 591813"/>
                <a:gd name="connsiteY740" fmla="*/ 589969 h 594332"/>
                <a:gd name="connsiteX741" fmla="*/ 292544 w 591813"/>
                <a:gd name="connsiteY741" fmla="*/ 589767 h 594332"/>
                <a:gd name="connsiteX742" fmla="*/ 292949 w 591813"/>
                <a:gd name="connsiteY742" fmla="*/ 589564 h 594332"/>
                <a:gd name="connsiteX743" fmla="*/ 293331 w 591813"/>
                <a:gd name="connsiteY743" fmla="*/ 589362 h 594332"/>
                <a:gd name="connsiteX744" fmla="*/ 293736 w 591813"/>
                <a:gd name="connsiteY744" fmla="*/ 589137 h 594332"/>
                <a:gd name="connsiteX745" fmla="*/ 294118 w 591813"/>
                <a:gd name="connsiteY745" fmla="*/ 588935 h 594332"/>
                <a:gd name="connsiteX746" fmla="*/ 294524 w 591813"/>
                <a:gd name="connsiteY746" fmla="*/ 588710 h 594332"/>
                <a:gd name="connsiteX747" fmla="*/ 294906 w 591813"/>
                <a:gd name="connsiteY747" fmla="*/ 588485 h 594332"/>
                <a:gd name="connsiteX748" fmla="*/ 295310 w 591813"/>
                <a:gd name="connsiteY748" fmla="*/ 588485 h 594332"/>
                <a:gd name="connsiteX749" fmla="*/ 295716 w 591813"/>
                <a:gd name="connsiteY749" fmla="*/ 588260 h 594332"/>
                <a:gd name="connsiteX750" fmla="*/ 296098 w 591813"/>
                <a:gd name="connsiteY750" fmla="*/ 591476 h 594332"/>
                <a:gd name="connsiteX751" fmla="*/ 296502 w 591813"/>
                <a:gd name="connsiteY751" fmla="*/ 592421 h 594332"/>
                <a:gd name="connsiteX752" fmla="*/ 296884 w 591813"/>
                <a:gd name="connsiteY752" fmla="*/ 592196 h 594332"/>
                <a:gd name="connsiteX753" fmla="*/ 297290 w 591813"/>
                <a:gd name="connsiteY753" fmla="*/ 591971 h 594332"/>
                <a:gd name="connsiteX754" fmla="*/ 297672 w 591813"/>
                <a:gd name="connsiteY754" fmla="*/ 591746 h 594332"/>
                <a:gd name="connsiteX755" fmla="*/ 298076 w 591813"/>
                <a:gd name="connsiteY755" fmla="*/ 591498 h 594332"/>
                <a:gd name="connsiteX756" fmla="*/ 298459 w 591813"/>
                <a:gd name="connsiteY756" fmla="*/ 591274 h 594332"/>
                <a:gd name="connsiteX757" fmla="*/ 298864 w 591813"/>
                <a:gd name="connsiteY757" fmla="*/ 591026 h 594332"/>
                <a:gd name="connsiteX758" fmla="*/ 299269 w 591813"/>
                <a:gd name="connsiteY758" fmla="*/ 590779 h 594332"/>
                <a:gd name="connsiteX759" fmla="*/ 299651 w 591813"/>
                <a:gd name="connsiteY759" fmla="*/ 590509 h 594332"/>
                <a:gd name="connsiteX760" fmla="*/ 300056 w 591813"/>
                <a:gd name="connsiteY760" fmla="*/ 590262 h 594332"/>
                <a:gd name="connsiteX761" fmla="*/ 300438 w 591813"/>
                <a:gd name="connsiteY761" fmla="*/ 590014 h 594332"/>
                <a:gd name="connsiteX762" fmla="*/ 300843 w 591813"/>
                <a:gd name="connsiteY762" fmla="*/ 589744 h 594332"/>
                <a:gd name="connsiteX763" fmla="*/ 301225 w 591813"/>
                <a:gd name="connsiteY763" fmla="*/ 589474 h 594332"/>
                <a:gd name="connsiteX764" fmla="*/ 301630 w 591813"/>
                <a:gd name="connsiteY764" fmla="*/ 589205 h 594332"/>
                <a:gd name="connsiteX765" fmla="*/ 302012 w 591813"/>
                <a:gd name="connsiteY765" fmla="*/ 588935 h 594332"/>
                <a:gd name="connsiteX766" fmla="*/ 302417 w 591813"/>
                <a:gd name="connsiteY766" fmla="*/ 588642 h 594332"/>
                <a:gd name="connsiteX767" fmla="*/ 302822 w 591813"/>
                <a:gd name="connsiteY767" fmla="*/ 588350 h 594332"/>
                <a:gd name="connsiteX768" fmla="*/ 303204 w 591813"/>
                <a:gd name="connsiteY768" fmla="*/ 588058 h 594332"/>
                <a:gd name="connsiteX769" fmla="*/ 303609 w 591813"/>
                <a:gd name="connsiteY769" fmla="*/ 587765 h 594332"/>
                <a:gd name="connsiteX770" fmla="*/ 303992 w 591813"/>
                <a:gd name="connsiteY770" fmla="*/ 587473 h 594332"/>
                <a:gd name="connsiteX771" fmla="*/ 304396 w 591813"/>
                <a:gd name="connsiteY771" fmla="*/ 587158 h 594332"/>
                <a:gd name="connsiteX772" fmla="*/ 304778 w 591813"/>
                <a:gd name="connsiteY772" fmla="*/ 586866 h 594332"/>
                <a:gd name="connsiteX773" fmla="*/ 305184 w 591813"/>
                <a:gd name="connsiteY773" fmla="*/ 586551 h 594332"/>
                <a:gd name="connsiteX774" fmla="*/ 305566 w 591813"/>
                <a:gd name="connsiteY774" fmla="*/ 586236 h 594332"/>
                <a:gd name="connsiteX775" fmla="*/ 305970 w 591813"/>
                <a:gd name="connsiteY775" fmla="*/ 585921 h 594332"/>
                <a:gd name="connsiteX776" fmla="*/ 306376 w 591813"/>
                <a:gd name="connsiteY776" fmla="*/ 585584 h 594332"/>
                <a:gd name="connsiteX777" fmla="*/ 306758 w 591813"/>
                <a:gd name="connsiteY777" fmla="*/ 585246 h 594332"/>
                <a:gd name="connsiteX778" fmla="*/ 307162 w 591813"/>
                <a:gd name="connsiteY778" fmla="*/ 584932 h 594332"/>
                <a:gd name="connsiteX779" fmla="*/ 307545 w 591813"/>
                <a:gd name="connsiteY779" fmla="*/ 584572 h 594332"/>
                <a:gd name="connsiteX780" fmla="*/ 307950 w 591813"/>
                <a:gd name="connsiteY780" fmla="*/ 584234 h 594332"/>
                <a:gd name="connsiteX781" fmla="*/ 308332 w 591813"/>
                <a:gd name="connsiteY781" fmla="*/ 583897 h 594332"/>
                <a:gd name="connsiteX782" fmla="*/ 308737 w 591813"/>
                <a:gd name="connsiteY782" fmla="*/ 583537 h 594332"/>
                <a:gd name="connsiteX783" fmla="*/ 309142 w 591813"/>
                <a:gd name="connsiteY783" fmla="*/ 583177 h 594332"/>
                <a:gd name="connsiteX784" fmla="*/ 309524 w 591813"/>
                <a:gd name="connsiteY784" fmla="*/ 582817 h 594332"/>
                <a:gd name="connsiteX785" fmla="*/ 309929 w 591813"/>
                <a:gd name="connsiteY785" fmla="*/ 582458 h 594332"/>
                <a:gd name="connsiteX786" fmla="*/ 310311 w 591813"/>
                <a:gd name="connsiteY786" fmla="*/ 582098 h 594332"/>
                <a:gd name="connsiteX787" fmla="*/ 310716 w 591813"/>
                <a:gd name="connsiteY787" fmla="*/ 581716 h 594332"/>
                <a:gd name="connsiteX788" fmla="*/ 311098 w 591813"/>
                <a:gd name="connsiteY788" fmla="*/ 581356 h 594332"/>
                <a:gd name="connsiteX789" fmla="*/ 311503 w 591813"/>
                <a:gd name="connsiteY789" fmla="*/ 580973 h 594332"/>
                <a:gd name="connsiteX790" fmla="*/ 311885 w 591813"/>
                <a:gd name="connsiteY790" fmla="*/ 580591 h 594332"/>
                <a:gd name="connsiteX791" fmla="*/ 312290 w 591813"/>
                <a:gd name="connsiteY791" fmla="*/ 580209 h 594332"/>
                <a:gd name="connsiteX792" fmla="*/ 312695 w 591813"/>
                <a:gd name="connsiteY792" fmla="*/ 579826 h 594332"/>
                <a:gd name="connsiteX793" fmla="*/ 313077 w 591813"/>
                <a:gd name="connsiteY793" fmla="*/ 579444 h 594332"/>
                <a:gd name="connsiteX794" fmla="*/ 313482 w 591813"/>
                <a:gd name="connsiteY794" fmla="*/ 579039 h 594332"/>
                <a:gd name="connsiteX795" fmla="*/ 313864 w 591813"/>
                <a:gd name="connsiteY795" fmla="*/ 578634 h 594332"/>
                <a:gd name="connsiteX796" fmla="*/ 314269 w 591813"/>
                <a:gd name="connsiteY796" fmla="*/ 578252 h 594332"/>
                <a:gd name="connsiteX797" fmla="*/ 314652 w 591813"/>
                <a:gd name="connsiteY797" fmla="*/ 577847 h 594332"/>
                <a:gd name="connsiteX798" fmla="*/ 315056 w 591813"/>
                <a:gd name="connsiteY798" fmla="*/ 577420 h 594332"/>
                <a:gd name="connsiteX799" fmla="*/ 315438 w 591813"/>
                <a:gd name="connsiteY799" fmla="*/ 577015 h 594332"/>
                <a:gd name="connsiteX800" fmla="*/ 315844 w 591813"/>
                <a:gd name="connsiteY800" fmla="*/ 576610 h 594332"/>
                <a:gd name="connsiteX801" fmla="*/ 316248 w 591813"/>
                <a:gd name="connsiteY801" fmla="*/ 576183 h 594332"/>
                <a:gd name="connsiteX802" fmla="*/ 316630 w 591813"/>
                <a:gd name="connsiteY802" fmla="*/ 575756 h 594332"/>
                <a:gd name="connsiteX803" fmla="*/ 317036 w 591813"/>
                <a:gd name="connsiteY803" fmla="*/ 575328 h 594332"/>
                <a:gd name="connsiteX804" fmla="*/ 317418 w 591813"/>
                <a:gd name="connsiteY804" fmla="*/ 574901 h 594332"/>
                <a:gd name="connsiteX805" fmla="*/ 317822 w 591813"/>
                <a:gd name="connsiteY805" fmla="*/ 574474 h 594332"/>
                <a:gd name="connsiteX806" fmla="*/ 318205 w 591813"/>
                <a:gd name="connsiteY806" fmla="*/ 574047 h 594332"/>
                <a:gd name="connsiteX807" fmla="*/ 318610 w 591813"/>
                <a:gd name="connsiteY807" fmla="*/ 573597 h 594332"/>
                <a:gd name="connsiteX808" fmla="*/ 318992 w 591813"/>
                <a:gd name="connsiteY808" fmla="*/ 573169 h 594332"/>
                <a:gd name="connsiteX809" fmla="*/ 319397 w 591813"/>
                <a:gd name="connsiteY809" fmla="*/ 572720 h 594332"/>
                <a:gd name="connsiteX810" fmla="*/ 319802 w 591813"/>
                <a:gd name="connsiteY810" fmla="*/ 572270 h 594332"/>
                <a:gd name="connsiteX811" fmla="*/ 320184 w 591813"/>
                <a:gd name="connsiteY811" fmla="*/ 571820 h 594332"/>
                <a:gd name="connsiteX812" fmla="*/ 320589 w 591813"/>
                <a:gd name="connsiteY812" fmla="*/ 571370 h 594332"/>
                <a:gd name="connsiteX813" fmla="*/ 320971 w 591813"/>
                <a:gd name="connsiteY813" fmla="*/ 570920 h 594332"/>
                <a:gd name="connsiteX814" fmla="*/ 321376 w 591813"/>
                <a:gd name="connsiteY814" fmla="*/ 570448 h 594332"/>
                <a:gd name="connsiteX815" fmla="*/ 321758 w 591813"/>
                <a:gd name="connsiteY815" fmla="*/ 569998 h 594332"/>
                <a:gd name="connsiteX816" fmla="*/ 322163 w 591813"/>
                <a:gd name="connsiteY816" fmla="*/ 569526 h 594332"/>
                <a:gd name="connsiteX817" fmla="*/ 322545 w 591813"/>
                <a:gd name="connsiteY817" fmla="*/ 569076 h 594332"/>
                <a:gd name="connsiteX818" fmla="*/ 322950 w 591813"/>
                <a:gd name="connsiteY818" fmla="*/ 568604 h 594332"/>
                <a:gd name="connsiteX819" fmla="*/ 323355 w 591813"/>
                <a:gd name="connsiteY819" fmla="*/ 568132 h 594332"/>
                <a:gd name="connsiteX820" fmla="*/ 323737 w 591813"/>
                <a:gd name="connsiteY820" fmla="*/ 567660 h 594332"/>
                <a:gd name="connsiteX821" fmla="*/ 324142 w 591813"/>
                <a:gd name="connsiteY821" fmla="*/ 567187 h 594332"/>
                <a:gd name="connsiteX822" fmla="*/ 324524 w 591813"/>
                <a:gd name="connsiteY822" fmla="*/ 566715 h 594332"/>
                <a:gd name="connsiteX823" fmla="*/ 324929 w 591813"/>
                <a:gd name="connsiteY823" fmla="*/ 566243 h 594332"/>
                <a:gd name="connsiteX824" fmla="*/ 325312 w 591813"/>
                <a:gd name="connsiteY824" fmla="*/ 565748 h 594332"/>
                <a:gd name="connsiteX825" fmla="*/ 325716 w 591813"/>
                <a:gd name="connsiteY825" fmla="*/ 565253 h 594332"/>
                <a:gd name="connsiteX826" fmla="*/ 326121 w 591813"/>
                <a:gd name="connsiteY826" fmla="*/ 564781 h 594332"/>
                <a:gd name="connsiteX827" fmla="*/ 326504 w 591813"/>
                <a:gd name="connsiteY827" fmla="*/ 564286 h 594332"/>
                <a:gd name="connsiteX828" fmla="*/ 326908 w 591813"/>
                <a:gd name="connsiteY828" fmla="*/ 563791 h 594332"/>
                <a:gd name="connsiteX829" fmla="*/ 327290 w 591813"/>
                <a:gd name="connsiteY829" fmla="*/ 563297 h 594332"/>
                <a:gd name="connsiteX830" fmla="*/ 327696 w 591813"/>
                <a:gd name="connsiteY830" fmla="*/ 562779 h 594332"/>
                <a:gd name="connsiteX831" fmla="*/ 328078 w 591813"/>
                <a:gd name="connsiteY831" fmla="*/ 562262 h 594332"/>
                <a:gd name="connsiteX832" fmla="*/ 328482 w 591813"/>
                <a:gd name="connsiteY832" fmla="*/ 561745 h 594332"/>
                <a:gd name="connsiteX833" fmla="*/ 328865 w 591813"/>
                <a:gd name="connsiteY833" fmla="*/ 561227 h 594332"/>
                <a:gd name="connsiteX834" fmla="*/ 329270 w 591813"/>
                <a:gd name="connsiteY834" fmla="*/ 560710 h 594332"/>
                <a:gd name="connsiteX835" fmla="*/ 329674 w 591813"/>
                <a:gd name="connsiteY835" fmla="*/ 560193 h 594332"/>
                <a:gd name="connsiteX836" fmla="*/ 330057 w 591813"/>
                <a:gd name="connsiteY836" fmla="*/ 559653 h 594332"/>
                <a:gd name="connsiteX837" fmla="*/ 330462 w 591813"/>
                <a:gd name="connsiteY837" fmla="*/ 559113 h 594332"/>
                <a:gd name="connsiteX838" fmla="*/ 330844 w 591813"/>
                <a:gd name="connsiteY838" fmla="*/ 558574 h 594332"/>
                <a:gd name="connsiteX839" fmla="*/ 331249 w 591813"/>
                <a:gd name="connsiteY839" fmla="*/ 558034 h 594332"/>
                <a:gd name="connsiteX840" fmla="*/ 331631 w 591813"/>
                <a:gd name="connsiteY840" fmla="*/ 557472 h 594332"/>
                <a:gd name="connsiteX841" fmla="*/ 332036 w 591813"/>
                <a:gd name="connsiteY841" fmla="*/ 556932 h 594332"/>
                <a:gd name="connsiteX842" fmla="*/ 332418 w 591813"/>
                <a:gd name="connsiteY842" fmla="*/ 556370 h 594332"/>
                <a:gd name="connsiteX843" fmla="*/ 332823 w 591813"/>
                <a:gd name="connsiteY843" fmla="*/ 555807 h 594332"/>
                <a:gd name="connsiteX844" fmla="*/ 333228 w 591813"/>
                <a:gd name="connsiteY844" fmla="*/ 555245 h 594332"/>
                <a:gd name="connsiteX845" fmla="*/ 333610 w 591813"/>
                <a:gd name="connsiteY845" fmla="*/ 554661 h 594332"/>
                <a:gd name="connsiteX846" fmla="*/ 334015 w 591813"/>
                <a:gd name="connsiteY846" fmla="*/ 554098 h 594332"/>
                <a:gd name="connsiteX847" fmla="*/ 334397 w 591813"/>
                <a:gd name="connsiteY847" fmla="*/ 553514 h 594332"/>
                <a:gd name="connsiteX848" fmla="*/ 334802 w 591813"/>
                <a:gd name="connsiteY848" fmla="*/ 552951 h 594332"/>
                <a:gd name="connsiteX849" fmla="*/ 335184 w 591813"/>
                <a:gd name="connsiteY849" fmla="*/ 552367 h 594332"/>
                <a:gd name="connsiteX850" fmla="*/ 335590 w 591813"/>
                <a:gd name="connsiteY850" fmla="*/ 551782 h 594332"/>
                <a:gd name="connsiteX851" fmla="*/ 335972 w 591813"/>
                <a:gd name="connsiteY851" fmla="*/ 551197 h 594332"/>
                <a:gd name="connsiteX852" fmla="*/ 336376 w 591813"/>
                <a:gd name="connsiteY852" fmla="*/ 550612 h 594332"/>
                <a:gd name="connsiteX853" fmla="*/ 336782 w 591813"/>
                <a:gd name="connsiteY853" fmla="*/ 550028 h 594332"/>
                <a:gd name="connsiteX854" fmla="*/ 337164 w 591813"/>
                <a:gd name="connsiteY854" fmla="*/ 549443 h 594332"/>
                <a:gd name="connsiteX855" fmla="*/ 337568 w 591813"/>
                <a:gd name="connsiteY855" fmla="*/ 548858 h 594332"/>
                <a:gd name="connsiteX856" fmla="*/ 337950 w 591813"/>
                <a:gd name="connsiteY856" fmla="*/ 548274 h 594332"/>
                <a:gd name="connsiteX857" fmla="*/ 338356 w 591813"/>
                <a:gd name="connsiteY857" fmla="*/ 547689 h 594332"/>
                <a:gd name="connsiteX858" fmla="*/ 338738 w 591813"/>
                <a:gd name="connsiteY858" fmla="*/ 547082 h 594332"/>
                <a:gd name="connsiteX859" fmla="*/ 339142 w 591813"/>
                <a:gd name="connsiteY859" fmla="*/ 546497 h 594332"/>
                <a:gd name="connsiteX860" fmla="*/ 339548 w 591813"/>
                <a:gd name="connsiteY860" fmla="*/ 545912 h 594332"/>
                <a:gd name="connsiteX861" fmla="*/ 339930 w 591813"/>
                <a:gd name="connsiteY861" fmla="*/ 545305 h 594332"/>
                <a:gd name="connsiteX862" fmla="*/ 340335 w 591813"/>
                <a:gd name="connsiteY862" fmla="*/ 544720 h 594332"/>
                <a:gd name="connsiteX863" fmla="*/ 340717 w 591813"/>
                <a:gd name="connsiteY863" fmla="*/ 544113 h 594332"/>
                <a:gd name="connsiteX864" fmla="*/ 341122 w 591813"/>
                <a:gd name="connsiteY864" fmla="*/ 543528 h 594332"/>
                <a:gd name="connsiteX865" fmla="*/ 341504 w 591813"/>
                <a:gd name="connsiteY865" fmla="*/ 542921 h 594332"/>
                <a:gd name="connsiteX866" fmla="*/ 341909 w 591813"/>
                <a:gd name="connsiteY866" fmla="*/ 542314 h 594332"/>
                <a:gd name="connsiteX867" fmla="*/ 342291 w 591813"/>
                <a:gd name="connsiteY867" fmla="*/ 541707 h 594332"/>
                <a:gd name="connsiteX868" fmla="*/ 342696 w 591813"/>
                <a:gd name="connsiteY868" fmla="*/ 541099 h 594332"/>
                <a:gd name="connsiteX869" fmla="*/ 343101 w 591813"/>
                <a:gd name="connsiteY869" fmla="*/ 540492 h 594332"/>
                <a:gd name="connsiteX870" fmla="*/ 343483 w 591813"/>
                <a:gd name="connsiteY870" fmla="*/ 539862 h 594332"/>
                <a:gd name="connsiteX871" fmla="*/ 343888 w 591813"/>
                <a:gd name="connsiteY871" fmla="*/ 539255 h 594332"/>
                <a:gd name="connsiteX872" fmla="*/ 344270 w 591813"/>
                <a:gd name="connsiteY872" fmla="*/ 538625 h 594332"/>
                <a:gd name="connsiteX873" fmla="*/ 344675 w 591813"/>
                <a:gd name="connsiteY873" fmla="*/ 537996 h 594332"/>
                <a:gd name="connsiteX874" fmla="*/ 345058 w 591813"/>
                <a:gd name="connsiteY874" fmla="*/ 537366 h 594332"/>
                <a:gd name="connsiteX875" fmla="*/ 345462 w 591813"/>
                <a:gd name="connsiteY875" fmla="*/ 536736 h 594332"/>
                <a:gd name="connsiteX876" fmla="*/ 345844 w 591813"/>
                <a:gd name="connsiteY876" fmla="*/ 536107 h 594332"/>
                <a:gd name="connsiteX877" fmla="*/ 346250 w 591813"/>
                <a:gd name="connsiteY877" fmla="*/ 535477 h 594332"/>
                <a:gd name="connsiteX878" fmla="*/ 346654 w 591813"/>
                <a:gd name="connsiteY878" fmla="*/ 534847 h 594332"/>
                <a:gd name="connsiteX879" fmla="*/ 347036 w 591813"/>
                <a:gd name="connsiteY879" fmla="*/ 534218 h 594332"/>
                <a:gd name="connsiteX880" fmla="*/ 347442 w 591813"/>
                <a:gd name="connsiteY880" fmla="*/ 533588 h 594332"/>
                <a:gd name="connsiteX881" fmla="*/ 347824 w 591813"/>
                <a:gd name="connsiteY881" fmla="*/ 532958 h 594332"/>
                <a:gd name="connsiteX882" fmla="*/ 348228 w 591813"/>
                <a:gd name="connsiteY882" fmla="*/ 532328 h 594332"/>
                <a:gd name="connsiteX883" fmla="*/ 348611 w 591813"/>
                <a:gd name="connsiteY883" fmla="*/ 531676 h 594332"/>
                <a:gd name="connsiteX884" fmla="*/ 349016 w 591813"/>
                <a:gd name="connsiteY884" fmla="*/ 531047 h 594332"/>
                <a:gd name="connsiteX885" fmla="*/ 349398 w 591813"/>
                <a:gd name="connsiteY885" fmla="*/ 530417 h 594332"/>
                <a:gd name="connsiteX886" fmla="*/ 349803 w 591813"/>
                <a:gd name="connsiteY886" fmla="*/ 529765 h 594332"/>
                <a:gd name="connsiteX887" fmla="*/ 350208 w 591813"/>
                <a:gd name="connsiteY887" fmla="*/ 529135 h 594332"/>
                <a:gd name="connsiteX888" fmla="*/ 350590 w 591813"/>
                <a:gd name="connsiteY888" fmla="*/ 528505 h 594332"/>
                <a:gd name="connsiteX889" fmla="*/ 350995 w 591813"/>
                <a:gd name="connsiteY889" fmla="*/ 527853 h 594332"/>
                <a:gd name="connsiteX890" fmla="*/ 351377 w 591813"/>
                <a:gd name="connsiteY890" fmla="*/ 527223 h 594332"/>
                <a:gd name="connsiteX891" fmla="*/ 351782 w 591813"/>
                <a:gd name="connsiteY891" fmla="*/ 526571 h 594332"/>
                <a:gd name="connsiteX892" fmla="*/ 352164 w 591813"/>
                <a:gd name="connsiteY892" fmla="*/ 525941 h 594332"/>
                <a:gd name="connsiteX893" fmla="*/ 352569 w 591813"/>
                <a:gd name="connsiteY893" fmla="*/ 525289 h 594332"/>
                <a:gd name="connsiteX894" fmla="*/ 352951 w 591813"/>
                <a:gd name="connsiteY894" fmla="*/ 524659 h 594332"/>
                <a:gd name="connsiteX895" fmla="*/ 353356 w 591813"/>
                <a:gd name="connsiteY895" fmla="*/ 524030 h 594332"/>
                <a:gd name="connsiteX896" fmla="*/ 353761 w 591813"/>
                <a:gd name="connsiteY896" fmla="*/ 523378 h 594332"/>
                <a:gd name="connsiteX897" fmla="*/ 354143 w 591813"/>
                <a:gd name="connsiteY897" fmla="*/ 522748 h 594332"/>
                <a:gd name="connsiteX898" fmla="*/ 354548 w 591813"/>
                <a:gd name="connsiteY898" fmla="*/ 522118 h 594332"/>
                <a:gd name="connsiteX899" fmla="*/ 354930 w 591813"/>
                <a:gd name="connsiteY899" fmla="*/ 521466 h 594332"/>
                <a:gd name="connsiteX900" fmla="*/ 355335 w 591813"/>
                <a:gd name="connsiteY900" fmla="*/ 520836 h 594332"/>
                <a:gd name="connsiteX901" fmla="*/ 355718 w 591813"/>
                <a:gd name="connsiteY901" fmla="*/ 520206 h 594332"/>
                <a:gd name="connsiteX902" fmla="*/ 356122 w 591813"/>
                <a:gd name="connsiteY902" fmla="*/ 519554 h 594332"/>
                <a:gd name="connsiteX903" fmla="*/ 356527 w 591813"/>
                <a:gd name="connsiteY903" fmla="*/ 518925 h 594332"/>
                <a:gd name="connsiteX904" fmla="*/ 356910 w 591813"/>
                <a:gd name="connsiteY904" fmla="*/ 518295 h 594332"/>
                <a:gd name="connsiteX905" fmla="*/ 357314 w 591813"/>
                <a:gd name="connsiteY905" fmla="*/ 517643 h 594332"/>
                <a:gd name="connsiteX906" fmla="*/ 357696 w 591813"/>
                <a:gd name="connsiteY906" fmla="*/ 517013 h 594332"/>
                <a:gd name="connsiteX907" fmla="*/ 358102 w 591813"/>
                <a:gd name="connsiteY907" fmla="*/ 516361 h 594332"/>
                <a:gd name="connsiteX908" fmla="*/ 358484 w 591813"/>
                <a:gd name="connsiteY908" fmla="*/ 515731 h 594332"/>
                <a:gd name="connsiteX909" fmla="*/ 358888 w 591813"/>
                <a:gd name="connsiteY909" fmla="*/ 515079 h 594332"/>
                <a:gd name="connsiteX910" fmla="*/ 359271 w 591813"/>
                <a:gd name="connsiteY910" fmla="*/ 514449 h 594332"/>
                <a:gd name="connsiteX911" fmla="*/ 359676 w 591813"/>
                <a:gd name="connsiteY911" fmla="*/ 513797 h 594332"/>
                <a:gd name="connsiteX912" fmla="*/ 360080 w 591813"/>
                <a:gd name="connsiteY912" fmla="*/ 513167 h 594332"/>
                <a:gd name="connsiteX913" fmla="*/ 360463 w 591813"/>
                <a:gd name="connsiteY913" fmla="*/ 512515 h 594332"/>
                <a:gd name="connsiteX914" fmla="*/ 360868 w 591813"/>
                <a:gd name="connsiteY914" fmla="*/ 511885 h 594332"/>
                <a:gd name="connsiteX915" fmla="*/ 361250 w 591813"/>
                <a:gd name="connsiteY915" fmla="*/ 511233 h 594332"/>
                <a:gd name="connsiteX916" fmla="*/ 361655 w 591813"/>
                <a:gd name="connsiteY916" fmla="*/ 510581 h 594332"/>
                <a:gd name="connsiteX917" fmla="*/ 362037 w 591813"/>
                <a:gd name="connsiteY917" fmla="*/ 509951 h 594332"/>
                <a:gd name="connsiteX918" fmla="*/ 362442 w 591813"/>
                <a:gd name="connsiteY918" fmla="*/ 509299 h 594332"/>
                <a:gd name="connsiteX919" fmla="*/ 362824 w 591813"/>
                <a:gd name="connsiteY919" fmla="*/ 508647 h 594332"/>
                <a:gd name="connsiteX920" fmla="*/ 363229 w 591813"/>
                <a:gd name="connsiteY920" fmla="*/ 507995 h 594332"/>
                <a:gd name="connsiteX921" fmla="*/ 363634 w 591813"/>
                <a:gd name="connsiteY921" fmla="*/ 507342 h 594332"/>
                <a:gd name="connsiteX922" fmla="*/ 364016 w 591813"/>
                <a:gd name="connsiteY922" fmla="*/ 506668 h 594332"/>
                <a:gd name="connsiteX923" fmla="*/ 364421 w 591813"/>
                <a:gd name="connsiteY923" fmla="*/ 506016 h 594332"/>
                <a:gd name="connsiteX924" fmla="*/ 364803 w 591813"/>
                <a:gd name="connsiteY924" fmla="*/ 505363 h 594332"/>
                <a:gd name="connsiteX925" fmla="*/ 365208 w 591813"/>
                <a:gd name="connsiteY925" fmla="*/ 504711 h 594332"/>
                <a:gd name="connsiteX926" fmla="*/ 365590 w 591813"/>
                <a:gd name="connsiteY926" fmla="*/ 504036 h 594332"/>
                <a:gd name="connsiteX927" fmla="*/ 365995 w 591813"/>
                <a:gd name="connsiteY927" fmla="*/ 503384 h 594332"/>
                <a:gd name="connsiteX928" fmla="*/ 366378 w 591813"/>
                <a:gd name="connsiteY928" fmla="*/ 502710 h 594332"/>
                <a:gd name="connsiteX929" fmla="*/ 366782 w 591813"/>
                <a:gd name="connsiteY929" fmla="*/ 502057 h 594332"/>
                <a:gd name="connsiteX930" fmla="*/ 367187 w 591813"/>
                <a:gd name="connsiteY930" fmla="*/ 501383 h 594332"/>
                <a:gd name="connsiteX931" fmla="*/ 367570 w 591813"/>
                <a:gd name="connsiteY931" fmla="*/ 500731 h 594332"/>
                <a:gd name="connsiteX932" fmla="*/ 367974 w 591813"/>
                <a:gd name="connsiteY932" fmla="*/ 500056 h 594332"/>
                <a:gd name="connsiteX933" fmla="*/ 368356 w 591813"/>
                <a:gd name="connsiteY933" fmla="*/ 499381 h 594332"/>
                <a:gd name="connsiteX934" fmla="*/ 368762 w 591813"/>
                <a:gd name="connsiteY934" fmla="*/ 498729 h 594332"/>
                <a:gd name="connsiteX935" fmla="*/ 369144 w 591813"/>
                <a:gd name="connsiteY935" fmla="*/ 498054 h 594332"/>
                <a:gd name="connsiteX936" fmla="*/ 369548 w 591813"/>
                <a:gd name="connsiteY936" fmla="*/ 497402 h 594332"/>
                <a:gd name="connsiteX937" fmla="*/ 369954 w 591813"/>
                <a:gd name="connsiteY937" fmla="*/ 496727 h 594332"/>
                <a:gd name="connsiteX938" fmla="*/ 370336 w 591813"/>
                <a:gd name="connsiteY938" fmla="*/ 496053 h 594332"/>
                <a:gd name="connsiteX939" fmla="*/ 370740 w 591813"/>
                <a:gd name="connsiteY939" fmla="*/ 495400 h 594332"/>
                <a:gd name="connsiteX940" fmla="*/ 371123 w 591813"/>
                <a:gd name="connsiteY940" fmla="*/ 494726 h 594332"/>
                <a:gd name="connsiteX941" fmla="*/ 371528 w 591813"/>
                <a:gd name="connsiteY941" fmla="*/ 494051 h 594332"/>
                <a:gd name="connsiteX942" fmla="*/ 371910 w 591813"/>
                <a:gd name="connsiteY942" fmla="*/ 493376 h 594332"/>
                <a:gd name="connsiteX943" fmla="*/ 372315 w 591813"/>
                <a:gd name="connsiteY943" fmla="*/ 492724 h 594332"/>
                <a:gd name="connsiteX944" fmla="*/ 372697 w 591813"/>
                <a:gd name="connsiteY944" fmla="*/ 492050 h 594332"/>
                <a:gd name="connsiteX945" fmla="*/ 373102 w 591813"/>
                <a:gd name="connsiteY945" fmla="*/ 491375 h 594332"/>
                <a:gd name="connsiteX946" fmla="*/ 373507 w 591813"/>
                <a:gd name="connsiteY946" fmla="*/ 490678 h 594332"/>
                <a:gd name="connsiteX947" fmla="*/ 373889 w 591813"/>
                <a:gd name="connsiteY947" fmla="*/ 490003 h 594332"/>
                <a:gd name="connsiteX948" fmla="*/ 374294 w 591813"/>
                <a:gd name="connsiteY948" fmla="*/ 489328 h 594332"/>
                <a:gd name="connsiteX949" fmla="*/ 374676 w 591813"/>
                <a:gd name="connsiteY949" fmla="*/ 488654 h 594332"/>
                <a:gd name="connsiteX950" fmla="*/ 375081 w 591813"/>
                <a:gd name="connsiteY950" fmla="*/ 487979 h 594332"/>
                <a:gd name="connsiteX951" fmla="*/ 375463 w 591813"/>
                <a:gd name="connsiteY951" fmla="*/ 487304 h 594332"/>
                <a:gd name="connsiteX952" fmla="*/ 375868 w 591813"/>
                <a:gd name="connsiteY952" fmla="*/ 486630 h 594332"/>
                <a:gd name="connsiteX953" fmla="*/ 376250 w 591813"/>
                <a:gd name="connsiteY953" fmla="*/ 485955 h 594332"/>
                <a:gd name="connsiteX954" fmla="*/ 376656 w 591813"/>
                <a:gd name="connsiteY954" fmla="*/ 485303 h 594332"/>
                <a:gd name="connsiteX955" fmla="*/ 377060 w 591813"/>
                <a:gd name="connsiteY955" fmla="*/ 484628 h 594332"/>
                <a:gd name="connsiteX956" fmla="*/ 377442 w 591813"/>
                <a:gd name="connsiteY956" fmla="*/ 483953 h 594332"/>
                <a:gd name="connsiteX957" fmla="*/ 377847 w 591813"/>
                <a:gd name="connsiteY957" fmla="*/ 483301 h 594332"/>
                <a:gd name="connsiteX958" fmla="*/ 378230 w 591813"/>
                <a:gd name="connsiteY958" fmla="*/ 482626 h 594332"/>
                <a:gd name="connsiteX959" fmla="*/ 378634 w 591813"/>
                <a:gd name="connsiteY959" fmla="*/ 481974 h 594332"/>
                <a:gd name="connsiteX960" fmla="*/ 379016 w 591813"/>
                <a:gd name="connsiteY960" fmla="*/ 481322 h 594332"/>
                <a:gd name="connsiteX961" fmla="*/ 379422 w 591813"/>
                <a:gd name="connsiteY961" fmla="*/ 480647 h 594332"/>
                <a:gd name="connsiteX962" fmla="*/ 379804 w 591813"/>
                <a:gd name="connsiteY962" fmla="*/ 479995 h 594332"/>
                <a:gd name="connsiteX963" fmla="*/ 380208 w 591813"/>
                <a:gd name="connsiteY963" fmla="*/ 479343 h 594332"/>
                <a:gd name="connsiteX964" fmla="*/ 380614 w 591813"/>
                <a:gd name="connsiteY964" fmla="*/ 478691 h 594332"/>
                <a:gd name="connsiteX965" fmla="*/ 380996 w 591813"/>
                <a:gd name="connsiteY965" fmla="*/ 478039 h 594332"/>
                <a:gd name="connsiteX966" fmla="*/ 381401 w 591813"/>
                <a:gd name="connsiteY966" fmla="*/ 477386 h 594332"/>
                <a:gd name="connsiteX967" fmla="*/ 381783 w 591813"/>
                <a:gd name="connsiteY967" fmla="*/ 476734 h 594332"/>
                <a:gd name="connsiteX968" fmla="*/ 382188 w 591813"/>
                <a:gd name="connsiteY968" fmla="*/ 476104 h 594332"/>
                <a:gd name="connsiteX969" fmla="*/ 382570 w 591813"/>
                <a:gd name="connsiteY969" fmla="*/ 475452 h 594332"/>
                <a:gd name="connsiteX970" fmla="*/ 382975 w 591813"/>
                <a:gd name="connsiteY970" fmla="*/ 474800 h 594332"/>
                <a:gd name="connsiteX971" fmla="*/ 383357 w 591813"/>
                <a:gd name="connsiteY971" fmla="*/ 474148 h 594332"/>
                <a:gd name="connsiteX972" fmla="*/ 383762 w 591813"/>
                <a:gd name="connsiteY972" fmla="*/ 473518 h 594332"/>
                <a:gd name="connsiteX973" fmla="*/ 384167 w 591813"/>
                <a:gd name="connsiteY973" fmla="*/ 472866 h 594332"/>
                <a:gd name="connsiteX974" fmla="*/ 384549 w 591813"/>
                <a:gd name="connsiteY974" fmla="*/ 472236 h 594332"/>
                <a:gd name="connsiteX975" fmla="*/ 384954 w 591813"/>
                <a:gd name="connsiteY975" fmla="*/ 471584 h 594332"/>
                <a:gd name="connsiteX976" fmla="*/ 385336 w 591813"/>
                <a:gd name="connsiteY976" fmla="*/ 470954 h 594332"/>
                <a:gd name="connsiteX977" fmla="*/ 385741 w 591813"/>
                <a:gd name="connsiteY977" fmla="*/ 470302 h 594332"/>
                <a:gd name="connsiteX978" fmla="*/ 386124 w 591813"/>
                <a:gd name="connsiteY978" fmla="*/ 469672 h 594332"/>
                <a:gd name="connsiteX979" fmla="*/ 386528 w 591813"/>
                <a:gd name="connsiteY979" fmla="*/ 469043 h 594332"/>
                <a:gd name="connsiteX980" fmla="*/ 386933 w 591813"/>
                <a:gd name="connsiteY980" fmla="*/ 468390 h 594332"/>
                <a:gd name="connsiteX981" fmla="*/ 387316 w 591813"/>
                <a:gd name="connsiteY981" fmla="*/ 467761 h 594332"/>
                <a:gd name="connsiteX982" fmla="*/ 387720 w 591813"/>
                <a:gd name="connsiteY982" fmla="*/ 467131 h 594332"/>
                <a:gd name="connsiteX983" fmla="*/ 388102 w 591813"/>
                <a:gd name="connsiteY983" fmla="*/ 466479 h 594332"/>
                <a:gd name="connsiteX984" fmla="*/ 388508 w 591813"/>
                <a:gd name="connsiteY984" fmla="*/ 465849 h 594332"/>
                <a:gd name="connsiteX985" fmla="*/ 388890 w 591813"/>
                <a:gd name="connsiteY985" fmla="*/ 465219 h 594332"/>
                <a:gd name="connsiteX986" fmla="*/ 389294 w 591813"/>
                <a:gd name="connsiteY986" fmla="*/ 464567 h 594332"/>
                <a:gd name="connsiteX987" fmla="*/ 389677 w 591813"/>
                <a:gd name="connsiteY987" fmla="*/ 463938 h 594332"/>
                <a:gd name="connsiteX988" fmla="*/ 390082 w 591813"/>
                <a:gd name="connsiteY988" fmla="*/ 463308 h 594332"/>
                <a:gd name="connsiteX989" fmla="*/ 390486 w 591813"/>
                <a:gd name="connsiteY989" fmla="*/ 462678 h 594332"/>
                <a:gd name="connsiteX990" fmla="*/ 390869 w 591813"/>
                <a:gd name="connsiteY990" fmla="*/ 462048 h 594332"/>
                <a:gd name="connsiteX991" fmla="*/ 391274 w 591813"/>
                <a:gd name="connsiteY991" fmla="*/ 461419 h 594332"/>
                <a:gd name="connsiteX992" fmla="*/ 391656 w 591813"/>
                <a:gd name="connsiteY992" fmla="*/ 460789 h 594332"/>
                <a:gd name="connsiteX993" fmla="*/ 392061 w 591813"/>
                <a:gd name="connsiteY993" fmla="*/ 460182 h 594332"/>
                <a:gd name="connsiteX994" fmla="*/ 392443 w 591813"/>
                <a:gd name="connsiteY994" fmla="*/ 459552 h 594332"/>
                <a:gd name="connsiteX995" fmla="*/ 392848 w 591813"/>
                <a:gd name="connsiteY995" fmla="*/ 458922 h 594332"/>
                <a:gd name="connsiteX996" fmla="*/ 393230 w 591813"/>
                <a:gd name="connsiteY996" fmla="*/ 458293 h 594332"/>
                <a:gd name="connsiteX997" fmla="*/ 393635 w 591813"/>
                <a:gd name="connsiteY997" fmla="*/ 457685 h 594332"/>
                <a:gd name="connsiteX998" fmla="*/ 394040 w 591813"/>
                <a:gd name="connsiteY998" fmla="*/ 457056 h 594332"/>
                <a:gd name="connsiteX999" fmla="*/ 394422 w 591813"/>
                <a:gd name="connsiteY999" fmla="*/ 456426 h 594332"/>
                <a:gd name="connsiteX1000" fmla="*/ 394827 w 591813"/>
                <a:gd name="connsiteY1000" fmla="*/ 455819 h 594332"/>
                <a:gd name="connsiteX1001" fmla="*/ 395209 w 591813"/>
                <a:gd name="connsiteY1001" fmla="*/ 455189 h 594332"/>
                <a:gd name="connsiteX1002" fmla="*/ 395614 w 591813"/>
                <a:gd name="connsiteY1002" fmla="*/ 454559 h 594332"/>
                <a:gd name="connsiteX1003" fmla="*/ 395996 w 591813"/>
                <a:gd name="connsiteY1003" fmla="*/ 453952 h 594332"/>
                <a:gd name="connsiteX1004" fmla="*/ 396401 w 591813"/>
                <a:gd name="connsiteY1004" fmla="*/ 453323 h 594332"/>
                <a:gd name="connsiteX1005" fmla="*/ 396784 w 591813"/>
                <a:gd name="connsiteY1005" fmla="*/ 452693 h 594332"/>
                <a:gd name="connsiteX1006" fmla="*/ 397188 w 591813"/>
                <a:gd name="connsiteY1006" fmla="*/ 452086 h 594332"/>
                <a:gd name="connsiteX1007" fmla="*/ 397593 w 591813"/>
                <a:gd name="connsiteY1007" fmla="*/ 451456 h 594332"/>
                <a:gd name="connsiteX1008" fmla="*/ 397976 w 591813"/>
                <a:gd name="connsiteY1008" fmla="*/ 450826 h 594332"/>
                <a:gd name="connsiteX1009" fmla="*/ 398380 w 591813"/>
                <a:gd name="connsiteY1009" fmla="*/ 450219 h 594332"/>
                <a:gd name="connsiteX1010" fmla="*/ 398762 w 591813"/>
                <a:gd name="connsiteY1010" fmla="*/ 449589 h 594332"/>
                <a:gd name="connsiteX1011" fmla="*/ 399168 w 591813"/>
                <a:gd name="connsiteY1011" fmla="*/ 448982 h 594332"/>
                <a:gd name="connsiteX1012" fmla="*/ 399550 w 591813"/>
                <a:gd name="connsiteY1012" fmla="*/ 448352 h 594332"/>
                <a:gd name="connsiteX1013" fmla="*/ 399954 w 591813"/>
                <a:gd name="connsiteY1013" fmla="*/ 447745 h 594332"/>
                <a:gd name="connsiteX1014" fmla="*/ 400359 w 591813"/>
                <a:gd name="connsiteY1014" fmla="*/ 447115 h 594332"/>
                <a:gd name="connsiteX1015" fmla="*/ 400742 w 591813"/>
                <a:gd name="connsiteY1015" fmla="*/ 446508 h 594332"/>
                <a:gd name="connsiteX1016" fmla="*/ 401146 w 591813"/>
                <a:gd name="connsiteY1016" fmla="*/ 445878 h 594332"/>
                <a:gd name="connsiteX1017" fmla="*/ 401529 w 591813"/>
                <a:gd name="connsiteY1017" fmla="*/ 445271 h 594332"/>
                <a:gd name="connsiteX1018" fmla="*/ 401934 w 591813"/>
                <a:gd name="connsiteY1018" fmla="*/ 444686 h 594332"/>
                <a:gd name="connsiteX1019" fmla="*/ 402316 w 591813"/>
                <a:gd name="connsiteY1019" fmla="*/ 444079 h 594332"/>
                <a:gd name="connsiteX1020" fmla="*/ 402721 w 591813"/>
                <a:gd name="connsiteY1020" fmla="*/ 443472 h 594332"/>
                <a:gd name="connsiteX1021" fmla="*/ 403103 w 591813"/>
                <a:gd name="connsiteY1021" fmla="*/ 442865 h 594332"/>
                <a:gd name="connsiteX1022" fmla="*/ 403485 w 591813"/>
                <a:gd name="connsiteY1022" fmla="*/ 442258 h 594332"/>
                <a:gd name="connsiteX1023" fmla="*/ 403913 w 591813"/>
                <a:gd name="connsiteY1023" fmla="*/ 441650 h 594332"/>
                <a:gd name="connsiteX1024" fmla="*/ 404295 w 591813"/>
                <a:gd name="connsiteY1024" fmla="*/ 441043 h 594332"/>
                <a:gd name="connsiteX1025" fmla="*/ 404677 w 591813"/>
                <a:gd name="connsiteY1025" fmla="*/ 440458 h 594332"/>
                <a:gd name="connsiteX1026" fmla="*/ 405060 w 591813"/>
                <a:gd name="connsiteY1026" fmla="*/ 439851 h 594332"/>
                <a:gd name="connsiteX1027" fmla="*/ 405464 w 591813"/>
                <a:gd name="connsiteY1027" fmla="*/ 439244 h 594332"/>
                <a:gd name="connsiteX1028" fmla="*/ 405847 w 591813"/>
                <a:gd name="connsiteY1028" fmla="*/ 438659 h 594332"/>
                <a:gd name="connsiteX1029" fmla="*/ 406252 w 591813"/>
                <a:gd name="connsiteY1029" fmla="*/ 438052 h 594332"/>
                <a:gd name="connsiteX1030" fmla="*/ 406634 w 591813"/>
                <a:gd name="connsiteY1030" fmla="*/ 437445 h 594332"/>
                <a:gd name="connsiteX1031" fmla="*/ 407039 w 591813"/>
                <a:gd name="connsiteY1031" fmla="*/ 436860 h 594332"/>
                <a:gd name="connsiteX1032" fmla="*/ 407444 w 591813"/>
                <a:gd name="connsiteY1032" fmla="*/ 436253 h 594332"/>
                <a:gd name="connsiteX1033" fmla="*/ 407826 w 591813"/>
                <a:gd name="connsiteY1033" fmla="*/ 435668 h 594332"/>
                <a:gd name="connsiteX1034" fmla="*/ 408230 w 591813"/>
                <a:gd name="connsiteY1034" fmla="*/ 435061 h 594332"/>
                <a:gd name="connsiteX1035" fmla="*/ 408613 w 591813"/>
                <a:gd name="connsiteY1035" fmla="*/ 434476 h 594332"/>
                <a:gd name="connsiteX1036" fmla="*/ 409018 w 591813"/>
                <a:gd name="connsiteY1036" fmla="*/ 433869 h 594332"/>
                <a:gd name="connsiteX1037" fmla="*/ 409400 w 591813"/>
                <a:gd name="connsiteY1037" fmla="*/ 433284 h 594332"/>
                <a:gd name="connsiteX1038" fmla="*/ 409805 w 591813"/>
                <a:gd name="connsiteY1038" fmla="*/ 432677 h 594332"/>
                <a:gd name="connsiteX1039" fmla="*/ 410187 w 591813"/>
                <a:gd name="connsiteY1039" fmla="*/ 432092 h 594332"/>
                <a:gd name="connsiteX1040" fmla="*/ 410592 w 591813"/>
                <a:gd name="connsiteY1040" fmla="*/ 431485 h 594332"/>
                <a:gd name="connsiteX1041" fmla="*/ 410997 w 591813"/>
                <a:gd name="connsiteY1041" fmla="*/ 430900 h 594332"/>
                <a:gd name="connsiteX1042" fmla="*/ 411379 w 591813"/>
                <a:gd name="connsiteY1042" fmla="*/ 430316 h 594332"/>
                <a:gd name="connsiteX1043" fmla="*/ 411784 w 591813"/>
                <a:gd name="connsiteY1043" fmla="*/ 429708 h 594332"/>
                <a:gd name="connsiteX1044" fmla="*/ 412166 w 591813"/>
                <a:gd name="connsiteY1044" fmla="*/ 429124 h 594332"/>
                <a:gd name="connsiteX1045" fmla="*/ 412571 w 591813"/>
                <a:gd name="connsiteY1045" fmla="*/ 428517 h 594332"/>
                <a:gd name="connsiteX1046" fmla="*/ 412953 w 591813"/>
                <a:gd name="connsiteY1046" fmla="*/ 427932 h 594332"/>
                <a:gd name="connsiteX1047" fmla="*/ 413358 w 591813"/>
                <a:gd name="connsiteY1047" fmla="*/ 427324 h 594332"/>
                <a:gd name="connsiteX1048" fmla="*/ 413741 w 591813"/>
                <a:gd name="connsiteY1048" fmla="*/ 426740 h 594332"/>
                <a:gd name="connsiteX1049" fmla="*/ 414145 w 591813"/>
                <a:gd name="connsiteY1049" fmla="*/ 426133 h 594332"/>
                <a:gd name="connsiteX1050" fmla="*/ 414550 w 591813"/>
                <a:gd name="connsiteY1050" fmla="*/ 425548 h 594332"/>
                <a:gd name="connsiteX1051" fmla="*/ 414933 w 591813"/>
                <a:gd name="connsiteY1051" fmla="*/ 424941 h 594332"/>
                <a:gd name="connsiteX1052" fmla="*/ 415337 w 591813"/>
                <a:gd name="connsiteY1052" fmla="*/ 424333 h 594332"/>
                <a:gd name="connsiteX1053" fmla="*/ 415720 w 591813"/>
                <a:gd name="connsiteY1053" fmla="*/ 423749 h 594332"/>
                <a:gd name="connsiteX1054" fmla="*/ 416124 w 591813"/>
                <a:gd name="connsiteY1054" fmla="*/ 423141 h 594332"/>
                <a:gd name="connsiteX1055" fmla="*/ 416507 w 591813"/>
                <a:gd name="connsiteY1055" fmla="*/ 422534 h 594332"/>
                <a:gd name="connsiteX1056" fmla="*/ 416912 w 591813"/>
                <a:gd name="connsiteY1056" fmla="*/ 421927 h 594332"/>
                <a:gd name="connsiteX1057" fmla="*/ 417316 w 591813"/>
                <a:gd name="connsiteY1057" fmla="*/ 421320 h 594332"/>
                <a:gd name="connsiteX1058" fmla="*/ 417699 w 591813"/>
                <a:gd name="connsiteY1058" fmla="*/ 420713 h 594332"/>
                <a:gd name="connsiteX1059" fmla="*/ 418104 w 591813"/>
                <a:gd name="connsiteY1059" fmla="*/ 420105 h 594332"/>
                <a:gd name="connsiteX1060" fmla="*/ 418486 w 591813"/>
                <a:gd name="connsiteY1060" fmla="*/ 419498 h 594332"/>
                <a:gd name="connsiteX1061" fmla="*/ 418890 w 591813"/>
                <a:gd name="connsiteY1061" fmla="*/ 418891 h 594332"/>
                <a:gd name="connsiteX1062" fmla="*/ 419273 w 591813"/>
                <a:gd name="connsiteY1062" fmla="*/ 418261 h 594332"/>
                <a:gd name="connsiteX1063" fmla="*/ 419678 w 591813"/>
                <a:gd name="connsiteY1063" fmla="*/ 417654 h 594332"/>
                <a:gd name="connsiteX1064" fmla="*/ 420060 w 591813"/>
                <a:gd name="connsiteY1064" fmla="*/ 417047 h 594332"/>
                <a:gd name="connsiteX1065" fmla="*/ 420465 w 591813"/>
                <a:gd name="connsiteY1065" fmla="*/ 416440 h 594332"/>
                <a:gd name="connsiteX1066" fmla="*/ 420870 w 591813"/>
                <a:gd name="connsiteY1066" fmla="*/ 415810 h 594332"/>
                <a:gd name="connsiteX1067" fmla="*/ 421252 w 591813"/>
                <a:gd name="connsiteY1067" fmla="*/ 415203 h 594332"/>
                <a:gd name="connsiteX1068" fmla="*/ 421657 w 591813"/>
                <a:gd name="connsiteY1068" fmla="*/ 414595 h 594332"/>
                <a:gd name="connsiteX1069" fmla="*/ 422039 w 591813"/>
                <a:gd name="connsiteY1069" fmla="*/ 413988 h 594332"/>
                <a:gd name="connsiteX1070" fmla="*/ 422444 w 591813"/>
                <a:gd name="connsiteY1070" fmla="*/ 413381 h 594332"/>
                <a:gd name="connsiteX1071" fmla="*/ 422826 w 591813"/>
                <a:gd name="connsiteY1071" fmla="*/ 412751 h 594332"/>
                <a:gd name="connsiteX1072" fmla="*/ 423231 w 591813"/>
                <a:gd name="connsiteY1072" fmla="*/ 412144 h 594332"/>
                <a:gd name="connsiteX1073" fmla="*/ 423613 w 591813"/>
                <a:gd name="connsiteY1073" fmla="*/ 411537 h 594332"/>
                <a:gd name="connsiteX1074" fmla="*/ 424018 w 591813"/>
                <a:gd name="connsiteY1074" fmla="*/ 410930 h 594332"/>
                <a:gd name="connsiteX1075" fmla="*/ 424423 w 591813"/>
                <a:gd name="connsiteY1075" fmla="*/ 410322 h 594332"/>
                <a:gd name="connsiteX1076" fmla="*/ 424806 w 591813"/>
                <a:gd name="connsiteY1076" fmla="*/ 409738 h 594332"/>
                <a:gd name="connsiteX1077" fmla="*/ 425210 w 591813"/>
                <a:gd name="connsiteY1077" fmla="*/ 409130 h 594332"/>
                <a:gd name="connsiteX1078" fmla="*/ 425593 w 591813"/>
                <a:gd name="connsiteY1078" fmla="*/ 408523 h 594332"/>
                <a:gd name="connsiteX1079" fmla="*/ 425998 w 591813"/>
                <a:gd name="connsiteY1079" fmla="*/ 407916 h 594332"/>
                <a:gd name="connsiteX1080" fmla="*/ 426380 w 591813"/>
                <a:gd name="connsiteY1080" fmla="*/ 407309 h 594332"/>
                <a:gd name="connsiteX1081" fmla="*/ 426784 w 591813"/>
                <a:gd name="connsiteY1081" fmla="*/ 406724 h 594332"/>
                <a:gd name="connsiteX1082" fmla="*/ 427167 w 591813"/>
                <a:gd name="connsiteY1082" fmla="*/ 406117 h 594332"/>
                <a:gd name="connsiteX1083" fmla="*/ 427572 w 591813"/>
                <a:gd name="connsiteY1083" fmla="*/ 405532 h 594332"/>
                <a:gd name="connsiteX1084" fmla="*/ 427976 w 591813"/>
                <a:gd name="connsiteY1084" fmla="*/ 404925 h 594332"/>
                <a:gd name="connsiteX1085" fmla="*/ 428359 w 591813"/>
                <a:gd name="connsiteY1085" fmla="*/ 404340 h 594332"/>
                <a:gd name="connsiteX1086" fmla="*/ 428764 w 591813"/>
                <a:gd name="connsiteY1086" fmla="*/ 403733 h 594332"/>
                <a:gd name="connsiteX1087" fmla="*/ 429146 w 591813"/>
                <a:gd name="connsiteY1087" fmla="*/ 403148 h 594332"/>
                <a:gd name="connsiteX1088" fmla="*/ 429551 w 591813"/>
                <a:gd name="connsiteY1088" fmla="*/ 402541 h 594332"/>
                <a:gd name="connsiteX1089" fmla="*/ 429933 w 591813"/>
                <a:gd name="connsiteY1089" fmla="*/ 401956 h 594332"/>
                <a:gd name="connsiteX1090" fmla="*/ 430338 w 591813"/>
                <a:gd name="connsiteY1090" fmla="*/ 401372 h 594332"/>
                <a:gd name="connsiteX1091" fmla="*/ 430720 w 591813"/>
                <a:gd name="connsiteY1091" fmla="*/ 400764 h 594332"/>
                <a:gd name="connsiteX1092" fmla="*/ 431125 w 591813"/>
                <a:gd name="connsiteY1092" fmla="*/ 400180 h 594332"/>
                <a:gd name="connsiteX1093" fmla="*/ 431530 w 591813"/>
                <a:gd name="connsiteY1093" fmla="*/ 399595 h 594332"/>
                <a:gd name="connsiteX1094" fmla="*/ 431912 w 591813"/>
                <a:gd name="connsiteY1094" fmla="*/ 399010 h 594332"/>
                <a:gd name="connsiteX1095" fmla="*/ 432317 w 591813"/>
                <a:gd name="connsiteY1095" fmla="*/ 398425 h 594332"/>
                <a:gd name="connsiteX1096" fmla="*/ 432699 w 591813"/>
                <a:gd name="connsiteY1096" fmla="*/ 397841 h 594332"/>
                <a:gd name="connsiteX1097" fmla="*/ 433104 w 591813"/>
                <a:gd name="connsiteY1097" fmla="*/ 397256 h 594332"/>
                <a:gd name="connsiteX1098" fmla="*/ 433487 w 591813"/>
                <a:gd name="connsiteY1098" fmla="*/ 396694 h 594332"/>
                <a:gd name="connsiteX1099" fmla="*/ 433891 w 591813"/>
                <a:gd name="connsiteY1099" fmla="*/ 396109 h 594332"/>
                <a:gd name="connsiteX1100" fmla="*/ 434296 w 591813"/>
                <a:gd name="connsiteY1100" fmla="*/ 395524 h 594332"/>
                <a:gd name="connsiteX1101" fmla="*/ 434678 w 591813"/>
                <a:gd name="connsiteY1101" fmla="*/ 394940 h 594332"/>
                <a:gd name="connsiteX1102" fmla="*/ 435083 w 591813"/>
                <a:gd name="connsiteY1102" fmla="*/ 394355 h 594332"/>
                <a:gd name="connsiteX1103" fmla="*/ 435466 w 591813"/>
                <a:gd name="connsiteY1103" fmla="*/ 393793 h 594332"/>
                <a:gd name="connsiteX1104" fmla="*/ 435870 w 591813"/>
                <a:gd name="connsiteY1104" fmla="*/ 393208 h 594332"/>
                <a:gd name="connsiteX1105" fmla="*/ 436253 w 591813"/>
                <a:gd name="connsiteY1105" fmla="*/ 392646 h 594332"/>
                <a:gd name="connsiteX1106" fmla="*/ 436658 w 591813"/>
                <a:gd name="connsiteY1106" fmla="*/ 392061 h 594332"/>
                <a:gd name="connsiteX1107" fmla="*/ 437040 w 591813"/>
                <a:gd name="connsiteY1107" fmla="*/ 391499 h 594332"/>
                <a:gd name="connsiteX1108" fmla="*/ 437444 w 591813"/>
                <a:gd name="connsiteY1108" fmla="*/ 390914 h 594332"/>
                <a:gd name="connsiteX1109" fmla="*/ 437850 w 591813"/>
                <a:gd name="connsiteY1109" fmla="*/ 390352 h 594332"/>
                <a:gd name="connsiteX1110" fmla="*/ 438232 w 591813"/>
                <a:gd name="connsiteY1110" fmla="*/ 389789 h 594332"/>
                <a:gd name="connsiteX1111" fmla="*/ 438636 w 591813"/>
                <a:gd name="connsiteY1111" fmla="*/ 389205 h 594332"/>
                <a:gd name="connsiteX1112" fmla="*/ 439019 w 591813"/>
                <a:gd name="connsiteY1112" fmla="*/ 388642 h 594332"/>
                <a:gd name="connsiteX1113" fmla="*/ 439424 w 591813"/>
                <a:gd name="connsiteY1113" fmla="*/ 388080 h 594332"/>
                <a:gd name="connsiteX1114" fmla="*/ 439806 w 591813"/>
                <a:gd name="connsiteY1114" fmla="*/ 387518 h 594332"/>
                <a:gd name="connsiteX1115" fmla="*/ 440211 w 591813"/>
                <a:gd name="connsiteY1115" fmla="*/ 386956 h 594332"/>
                <a:gd name="connsiteX1116" fmla="*/ 440593 w 591813"/>
                <a:gd name="connsiteY1116" fmla="*/ 386393 h 594332"/>
                <a:gd name="connsiteX1117" fmla="*/ 440998 w 591813"/>
                <a:gd name="connsiteY1117" fmla="*/ 385831 h 594332"/>
                <a:gd name="connsiteX1118" fmla="*/ 441403 w 591813"/>
                <a:gd name="connsiteY1118" fmla="*/ 385269 h 594332"/>
                <a:gd name="connsiteX1119" fmla="*/ 441785 w 591813"/>
                <a:gd name="connsiteY1119" fmla="*/ 384707 h 594332"/>
                <a:gd name="connsiteX1120" fmla="*/ 442190 w 591813"/>
                <a:gd name="connsiteY1120" fmla="*/ 384167 h 594332"/>
                <a:gd name="connsiteX1121" fmla="*/ 442572 w 591813"/>
                <a:gd name="connsiteY1121" fmla="*/ 383605 h 594332"/>
                <a:gd name="connsiteX1122" fmla="*/ 442977 w 591813"/>
                <a:gd name="connsiteY1122" fmla="*/ 383043 h 594332"/>
                <a:gd name="connsiteX1123" fmla="*/ 443359 w 591813"/>
                <a:gd name="connsiteY1123" fmla="*/ 382503 h 594332"/>
                <a:gd name="connsiteX1124" fmla="*/ 443764 w 591813"/>
                <a:gd name="connsiteY1124" fmla="*/ 381963 h 594332"/>
                <a:gd name="connsiteX1125" fmla="*/ 444147 w 591813"/>
                <a:gd name="connsiteY1125" fmla="*/ 381423 h 594332"/>
                <a:gd name="connsiteX1126" fmla="*/ 444551 w 591813"/>
                <a:gd name="connsiteY1126" fmla="*/ 380884 h 594332"/>
                <a:gd name="connsiteX1127" fmla="*/ 444956 w 591813"/>
                <a:gd name="connsiteY1127" fmla="*/ 380344 h 594332"/>
                <a:gd name="connsiteX1128" fmla="*/ 445338 w 591813"/>
                <a:gd name="connsiteY1128" fmla="*/ 379804 h 594332"/>
                <a:gd name="connsiteX1129" fmla="*/ 445743 w 591813"/>
                <a:gd name="connsiteY1129" fmla="*/ 379264 h 594332"/>
                <a:gd name="connsiteX1130" fmla="*/ 446126 w 591813"/>
                <a:gd name="connsiteY1130" fmla="*/ 378725 h 594332"/>
                <a:gd name="connsiteX1131" fmla="*/ 446530 w 591813"/>
                <a:gd name="connsiteY1131" fmla="*/ 378207 h 594332"/>
                <a:gd name="connsiteX1132" fmla="*/ 446913 w 591813"/>
                <a:gd name="connsiteY1132" fmla="*/ 377668 h 594332"/>
                <a:gd name="connsiteX1133" fmla="*/ 447318 w 591813"/>
                <a:gd name="connsiteY1133" fmla="*/ 377150 h 594332"/>
                <a:gd name="connsiteX1134" fmla="*/ 447722 w 591813"/>
                <a:gd name="connsiteY1134" fmla="*/ 376633 h 594332"/>
                <a:gd name="connsiteX1135" fmla="*/ 448105 w 591813"/>
                <a:gd name="connsiteY1135" fmla="*/ 376116 h 594332"/>
                <a:gd name="connsiteX1136" fmla="*/ 448510 w 591813"/>
                <a:gd name="connsiteY1136" fmla="*/ 375598 h 594332"/>
                <a:gd name="connsiteX1137" fmla="*/ 448892 w 591813"/>
                <a:gd name="connsiteY1137" fmla="*/ 375081 h 594332"/>
                <a:gd name="connsiteX1138" fmla="*/ 449296 w 591813"/>
                <a:gd name="connsiteY1138" fmla="*/ 374564 h 594332"/>
                <a:gd name="connsiteX1139" fmla="*/ 449679 w 591813"/>
                <a:gd name="connsiteY1139" fmla="*/ 374047 h 594332"/>
                <a:gd name="connsiteX1140" fmla="*/ 450084 w 591813"/>
                <a:gd name="connsiteY1140" fmla="*/ 373529 h 594332"/>
                <a:gd name="connsiteX1141" fmla="*/ 450466 w 591813"/>
                <a:gd name="connsiteY1141" fmla="*/ 373012 h 594332"/>
                <a:gd name="connsiteX1142" fmla="*/ 450871 w 591813"/>
                <a:gd name="connsiteY1142" fmla="*/ 372517 h 594332"/>
                <a:gd name="connsiteX1143" fmla="*/ 451276 w 591813"/>
                <a:gd name="connsiteY1143" fmla="*/ 372000 h 594332"/>
                <a:gd name="connsiteX1144" fmla="*/ 451658 w 591813"/>
                <a:gd name="connsiteY1144" fmla="*/ 371505 h 594332"/>
                <a:gd name="connsiteX1145" fmla="*/ 452063 w 591813"/>
                <a:gd name="connsiteY1145" fmla="*/ 370988 h 594332"/>
                <a:gd name="connsiteX1146" fmla="*/ 452445 w 591813"/>
                <a:gd name="connsiteY1146" fmla="*/ 370493 h 594332"/>
                <a:gd name="connsiteX1147" fmla="*/ 452850 w 591813"/>
                <a:gd name="connsiteY1147" fmla="*/ 369999 h 594332"/>
                <a:gd name="connsiteX1148" fmla="*/ 453232 w 591813"/>
                <a:gd name="connsiteY1148" fmla="*/ 369481 h 594332"/>
                <a:gd name="connsiteX1149" fmla="*/ 453637 w 591813"/>
                <a:gd name="connsiteY1149" fmla="*/ 368987 h 594332"/>
                <a:gd name="connsiteX1150" fmla="*/ 454019 w 591813"/>
                <a:gd name="connsiteY1150" fmla="*/ 368469 h 594332"/>
                <a:gd name="connsiteX1151" fmla="*/ 454424 w 591813"/>
                <a:gd name="connsiteY1151" fmla="*/ 367975 h 594332"/>
                <a:gd name="connsiteX1152" fmla="*/ 454829 w 591813"/>
                <a:gd name="connsiteY1152" fmla="*/ 367480 h 594332"/>
                <a:gd name="connsiteX1153" fmla="*/ 455211 w 591813"/>
                <a:gd name="connsiteY1153" fmla="*/ 366962 h 594332"/>
                <a:gd name="connsiteX1154" fmla="*/ 455616 w 591813"/>
                <a:gd name="connsiteY1154" fmla="*/ 366468 h 594332"/>
                <a:gd name="connsiteX1155" fmla="*/ 455998 w 591813"/>
                <a:gd name="connsiteY1155" fmla="*/ 365973 h 594332"/>
                <a:gd name="connsiteX1156" fmla="*/ 456403 w 591813"/>
                <a:gd name="connsiteY1156" fmla="*/ 365478 h 594332"/>
                <a:gd name="connsiteX1157" fmla="*/ 456786 w 591813"/>
                <a:gd name="connsiteY1157" fmla="*/ 364983 h 594332"/>
                <a:gd name="connsiteX1158" fmla="*/ 457190 w 591813"/>
                <a:gd name="connsiteY1158" fmla="*/ 364489 h 594332"/>
                <a:gd name="connsiteX1159" fmla="*/ 457573 w 591813"/>
                <a:gd name="connsiteY1159" fmla="*/ 363994 h 594332"/>
                <a:gd name="connsiteX1160" fmla="*/ 457978 w 591813"/>
                <a:gd name="connsiteY1160" fmla="*/ 363499 h 594332"/>
                <a:gd name="connsiteX1161" fmla="*/ 458382 w 591813"/>
                <a:gd name="connsiteY1161" fmla="*/ 363027 h 594332"/>
                <a:gd name="connsiteX1162" fmla="*/ 458765 w 591813"/>
                <a:gd name="connsiteY1162" fmla="*/ 362532 h 594332"/>
                <a:gd name="connsiteX1163" fmla="*/ 459170 w 591813"/>
                <a:gd name="connsiteY1163" fmla="*/ 362037 h 594332"/>
                <a:gd name="connsiteX1164" fmla="*/ 459552 w 591813"/>
                <a:gd name="connsiteY1164" fmla="*/ 361565 h 594332"/>
                <a:gd name="connsiteX1165" fmla="*/ 459956 w 591813"/>
                <a:gd name="connsiteY1165" fmla="*/ 361070 h 594332"/>
                <a:gd name="connsiteX1166" fmla="*/ 460339 w 591813"/>
                <a:gd name="connsiteY1166" fmla="*/ 360598 h 594332"/>
                <a:gd name="connsiteX1167" fmla="*/ 460744 w 591813"/>
                <a:gd name="connsiteY1167" fmla="*/ 360126 h 594332"/>
                <a:gd name="connsiteX1168" fmla="*/ 461126 w 591813"/>
                <a:gd name="connsiteY1168" fmla="*/ 359631 h 594332"/>
                <a:gd name="connsiteX1169" fmla="*/ 461531 w 591813"/>
                <a:gd name="connsiteY1169" fmla="*/ 359159 h 594332"/>
                <a:gd name="connsiteX1170" fmla="*/ 461936 w 591813"/>
                <a:gd name="connsiteY1170" fmla="*/ 358686 h 594332"/>
                <a:gd name="connsiteX1171" fmla="*/ 462318 w 591813"/>
                <a:gd name="connsiteY1171" fmla="*/ 358214 h 594332"/>
                <a:gd name="connsiteX1172" fmla="*/ 462723 w 591813"/>
                <a:gd name="connsiteY1172" fmla="*/ 357742 h 594332"/>
                <a:gd name="connsiteX1173" fmla="*/ 463105 w 591813"/>
                <a:gd name="connsiteY1173" fmla="*/ 357269 h 594332"/>
                <a:gd name="connsiteX1174" fmla="*/ 463510 w 591813"/>
                <a:gd name="connsiteY1174" fmla="*/ 356797 h 594332"/>
                <a:gd name="connsiteX1175" fmla="*/ 463892 w 591813"/>
                <a:gd name="connsiteY1175" fmla="*/ 356325 h 594332"/>
                <a:gd name="connsiteX1176" fmla="*/ 464297 w 591813"/>
                <a:gd name="connsiteY1176" fmla="*/ 355853 h 594332"/>
                <a:gd name="connsiteX1177" fmla="*/ 464702 w 591813"/>
                <a:gd name="connsiteY1177" fmla="*/ 355380 h 594332"/>
                <a:gd name="connsiteX1178" fmla="*/ 465084 w 591813"/>
                <a:gd name="connsiteY1178" fmla="*/ 354908 h 594332"/>
                <a:gd name="connsiteX1179" fmla="*/ 465489 w 591813"/>
                <a:gd name="connsiteY1179" fmla="*/ 354436 h 594332"/>
                <a:gd name="connsiteX1180" fmla="*/ 465872 w 591813"/>
                <a:gd name="connsiteY1180" fmla="*/ 353964 h 594332"/>
                <a:gd name="connsiteX1181" fmla="*/ 466276 w 591813"/>
                <a:gd name="connsiteY1181" fmla="*/ 353491 h 594332"/>
                <a:gd name="connsiteX1182" fmla="*/ 466659 w 591813"/>
                <a:gd name="connsiteY1182" fmla="*/ 353019 h 594332"/>
                <a:gd name="connsiteX1183" fmla="*/ 467064 w 591813"/>
                <a:gd name="connsiteY1183" fmla="*/ 352569 h 594332"/>
                <a:gd name="connsiteX1184" fmla="*/ 467446 w 591813"/>
                <a:gd name="connsiteY1184" fmla="*/ 352097 h 594332"/>
                <a:gd name="connsiteX1185" fmla="*/ 467850 w 591813"/>
                <a:gd name="connsiteY1185" fmla="*/ 351625 h 594332"/>
                <a:gd name="connsiteX1186" fmla="*/ 468256 w 591813"/>
                <a:gd name="connsiteY1186" fmla="*/ 351152 h 594332"/>
                <a:gd name="connsiteX1187" fmla="*/ 468638 w 591813"/>
                <a:gd name="connsiteY1187" fmla="*/ 350680 h 594332"/>
                <a:gd name="connsiteX1188" fmla="*/ 469042 w 591813"/>
                <a:gd name="connsiteY1188" fmla="*/ 350230 h 594332"/>
                <a:gd name="connsiteX1189" fmla="*/ 469425 w 591813"/>
                <a:gd name="connsiteY1189" fmla="*/ 349758 h 594332"/>
                <a:gd name="connsiteX1190" fmla="*/ 469830 w 591813"/>
                <a:gd name="connsiteY1190" fmla="*/ 349286 h 594332"/>
                <a:gd name="connsiteX1191" fmla="*/ 470212 w 591813"/>
                <a:gd name="connsiteY1191" fmla="*/ 348813 h 594332"/>
                <a:gd name="connsiteX1192" fmla="*/ 470617 w 591813"/>
                <a:gd name="connsiteY1192" fmla="*/ 348364 h 594332"/>
                <a:gd name="connsiteX1193" fmla="*/ 470999 w 591813"/>
                <a:gd name="connsiteY1193" fmla="*/ 347891 h 594332"/>
                <a:gd name="connsiteX1194" fmla="*/ 471404 w 591813"/>
                <a:gd name="connsiteY1194" fmla="*/ 347442 h 594332"/>
                <a:gd name="connsiteX1195" fmla="*/ 471809 w 591813"/>
                <a:gd name="connsiteY1195" fmla="*/ 346969 h 594332"/>
                <a:gd name="connsiteX1196" fmla="*/ 472191 w 591813"/>
                <a:gd name="connsiteY1196" fmla="*/ 346519 h 594332"/>
                <a:gd name="connsiteX1197" fmla="*/ 472596 w 591813"/>
                <a:gd name="connsiteY1197" fmla="*/ 346070 h 594332"/>
                <a:gd name="connsiteX1198" fmla="*/ 472978 w 591813"/>
                <a:gd name="connsiteY1198" fmla="*/ 345620 h 594332"/>
                <a:gd name="connsiteX1199" fmla="*/ 473383 w 591813"/>
                <a:gd name="connsiteY1199" fmla="*/ 345170 h 594332"/>
                <a:gd name="connsiteX1200" fmla="*/ 473765 w 591813"/>
                <a:gd name="connsiteY1200" fmla="*/ 344720 h 594332"/>
                <a:gd name="connsiteX1201" fmla="*/ 474170 w 591813"/>
                <a:gd name="connsiteY1201" fmla="*/ 344270 h 594332"/>
                <a:gd name="connsiteX1202" fmla="*/ 474552 w 591813"/>
                <a:gd name="connsiteY1202" fmla="*/ 343821 h 594332"/>
                <a:gd name="connsiteX1203" fmla="*/ 474957 w 591813"/>
                <a:gd name="connsiteY1203" fmla="*/ 343393 h 594332"/>
                <a:gd name="connsiteX1204" fmla="*/ 475362 w 591813"/>
                <a:gd name="connsiteY1204" fmla="*/ 342944 h 594332"/>
                <a:gd name="connsiteX1205" fmla="*/ 475744 w 591813"/>
                <a:gd name="connsiteY1205" fmla="*/ 342494 h 594332"/>
                <a:gd name="connsiteX1206" fmla="*/ 476149 w 591813"/>
                <a:gd name="connsiteY1206" fmla="*/ 342067 h 594332"/>
                <a:gd name="connsiteX1207" fmla="*/ 476532 w 591813"/>
                <a:gd name="connsiteY1207" fmla="*/ 341617 h 594332"/>
                <a:gd name="connsiteX1208" fmla="*/ 476936 w 591813"/>
                <a:gd name="connsiteY1208" fmla="*/ 341167 h 594332"/>
                <a:gd name="connsiteX1209" fmla="*/ 477319 w 591813"/>
                <a:gd name="connsiteY1209" fmla="*/ 340740 h 594332"/>
                <a:gd name="connsiteX1210" fmla="*/ 477724 w 591813"/>
                <a:gd name="connsiteY1210" fmla="*/ 340290 h 594332"/>
                <a:gd name="connsiteX1211" fmla="*/ 478128 w 591813"/>
                <a:gd name="connsiteY1211" fmla="*/ 339863 h 594332"/>
                <a:gd name="connsiteX1212" fmla="*/ 478510 w 591813"/>
                <a:gd name="connsiteY1212" fmla="*/ 339413 h 594332"/>
                <a:gd name="connsiteX1213" fmla="*/ 478916 w 591813"/>
                <a:gd name="connsiteY1213" fmla="*/ 338985 h 594332"/>
                <a:gd name="connsiteX1214" fmla="*/ 479298 w 591813"/>
                <a:gd name="connsiteY1214" fmla="*/ 338558 h 594332"/>
                <a:gd name="connsiteX1215" fmla="*/ 479702 w 591813"/>
                <a:gd name="connsiteY1215" fmla="*/ 338131 h 594332"/>
                <a:gd name="connsiteX1216" fmla="*/ 480085 w 591813"/>
                <a:gd name="connsiteY1216" fmla="*/ 337704 h 594332"/>
                <a:gd name="connsiteX1217" fmla="*/ 480490 w 591813"/>
                <a:gd name="connsiteY1217" fmla="*/ 337254 h 594332"/>
                <a:gd name="connsiteX1218" fmla="*/ 480872 w 591813"/>
                <a:gd name="connsiteY1218" fmla="*/ 336826 h 594332"/>
                <a:gd name="connsiteX1219" fmla="*/ 481277 w 591813"/>
                <a:gd name="connsiteY1219" fmla="*/ 336399 h 594332"/>
                <a:gd name="connsiteX1220" fmla="*/ 481682 w 591813"/>
                <a:gd name="connsiteY1220" fmla="*/ 335972 h 594332"/>
                <a:gd name="connsiteX1221" fmla="*/ 482064 w 591813"/>
                <a:gd name="connsiteY1221" fmla="*/ 335545 h 594332"/>
                <a:gd name="connsiteX1222" fmla="*/ 482469 w 591813"/>
                <a:gd name="connsiteY1222" fmla="*/ 335117 h 594332"/>
                <a:gd name="connsiteX1223" fmla="*/ 482851 w 591813"/>
                <a:gd name="connsiteY1223" fmla="*/ 334712 h 594332"/>
                <a:gd name="connsiteX1224" fmla="*/ 483256 w 591813"/>
                <a:gd name="connsiteY1224" fmla="*/ 334285 h 594332"/>
                <a:gd name="connsiteX1225" fmla="*/ 483638 w 591813"/>
                <a:gd name="connsiteY1225" fmla="*/ 333858 h 594332"/>
                <a:gd name="connsiteX1226" fmla="*/ 484043 w 591813"/>
                <a:gd name="connsiteY1226" fmla="*/ 333453 h 594332"/>
                <a:gd name="connsiteX1227" fmla="*/ 484425 w 591813"/>
                <a:gd name="connsiteY1227" fmla="*/ 333026 h 594332"/>
                <a:gd name="connsiteX1228" fmla="*/ 484830 w 591813"/>
                <a:gd name="connsiteY1228" fmla="*/ 332621 h 594332"/>
                <a:gd name="connsiteX1229" fmla="*/ 485235 w 591813"/>
                <a:gd name="connsiteY1229" fmla="*/ 332216 h 594332"/>
                <a:gd name="connsiteX1230" fmla="*/ 485617 w 591813"/>
                <a:gd name="connsiteY1230" fmla="*/ 331789 h 594332"/>
                <a:gd name="connsiteX1231" fmla="*/ 486022 w 591813"/>
                <a:gd name="connsiteY1231" fmla="*/ 331384 h 594332"/>
                <a:gd name="connsiteX1232" fmla="*/ 486404 w 591813"/>
                <a:gd name="connsiteY1232" fmla="*/ 330979 h 594332"/>
                <a:gd name="connsiteX1233" fmla="*/ 486809 w 591813"/>
                <a:gd name="connsiteY1233" fmla="*/ 330574 h 594332"/>
                <a:gd name="connsiteX1234" fmla="*/ 487192 w 591813"/>
                <a:gd name="connsiteY1234" fmla="*/ 330192 h 594332"/>
                <a:gd name="connsiteX1235" fmla="*/ 487596 w 591813"/>
                <a:gd name="connsiteY1235" fmla="*/ 329787 h 594332"/>
                <a:gd name="connsiteX1236" fmla="*/ 487979 w 591813"/>
                <a:gd name="connsiteY1236" fmla="*/ 329382 h 594332"/>
                <a:gd name="connsiteX1237" fmla="*/ 488384 w 591813"/>
                <a:gd name="connsiteY1237" fmla="*/ 329000 h 594332"/>
                <a:gd name="connsiteX1238" fmla="*/ 488788 w 591813"/>
                <a:gd name="connsiteY1238" fmla="*/ 328595 h 594332"/>
                <a:gd name="connsiteX1239" fmla="*/ 489170 w 591813"/>
                <a:gd name="connsiteY1239" fmla="*/ 328213 h 594332"/>
                <a:gd name="connsiteX1240" fmla="*/ 489576 w 591813"/>
                <a:gd name="connsiteY1240" fmla="*/ 327808 h 594332"/>
                <a:gd name="connsiteX1241" fmla="*/ 489958 w 591813"/>
                <a:gd name="connsiteY1241" fmla="*/ 327403 h 594332"/>
                <a:gd name="connsiteX1242" fmla="*/ 490362 w 591813"/>
                <a:gd name="connsiteY1242" fmla="*/ 327021 h 594332"/>
                <a:gd name="connsiteX1243" fmla="*/ 490745 w 591813"/>
                <a:gd name="connsiteY1243" fmla="*/ 326616 h 594332"/>
                <a:gd name="connsiteX1244" fmla="*/ 491150 w 591813"/>
                <a:gd name="connsiteY1244" fmla="*/ 326211 h 594332"/>
                <a:gd name="connsiteX1245" fmla="*/ 491532 w 591813"/>
                <a:gd name="connsiteY1245" fmla="*/ 325807 h 594332"/>
                <a:gd name="connsiteX1246" fmla="*/ 491937 w 591813"/>
                <a:gd name="connsiteY1246" fmla="*/ 325447 h 594332"/>
                <a:gd name="connsiteX1247" fmla="*/ 492342 w 591813"/>
                <a:gd name="connsiteY1247" fmla="*/ 325042 h 594332"/>
                <a:gd name="connsiteX1248" fmla="*/ 492724 w 591813"/>
                <a:gd name="connsiteY1248" fmla="*/ 324637 h 594332"/>
                <a:gd name="connsiteX1249" fmla="*/ 493129 w 591813"/>
                <a:gd name="connsiteY1249" fmla="*/ 324255 h 594332"/>
                <a:gd name="connsiteX1250" fmla="*/ 493511 w 591813"/>
                <a:gd name="connsiteY1250" fmla="*/ 323850 h 594332"/>
                <a:gd name="connsiteX1251" fmla="*/ 493916 w 591813"/>
                <a:gd name="connsiteY1251" fmla="*/ 323445 h 594332"/>
                <a:gd name="connsiteX1252" fmla="*/ 494298 w 591813"/>
                <a:gd name="connsiteY1252" fmla="*/ 323040 h 594332"/>
                <a:gd name="connsiteX1253" fmla="*/ 494703 w 591813"/>
                <a:gd name="connsiteY1253" fmla="*/ 322658 h 594332"/>
                <a:gd name="connsiteX1254" fmla="*/ 495108 w 591813"/>
                <a:gd name="connsiteY1254" fmla="*/ 322253 h 594332"/>
                <a:gd name="connsiteX1255" fmla="*/ 495490 w 591813"/>
                <a:gd name="connsiteY1255" fmla="*/ 321848 h 594332"/>
                <a:gd name="connsiteX1256" fmla="*/ 495895 w 591813"/>
                <a:gd name="connsiteY1256" fmla="*/ 321466 h 594332"/>
                <a:gd name="connsiteX1257" fmla="*/ 496277 w 591813"/>
                <a:gd name="connsiteY1257" fmla="*/ 321061 h 594332"/>
                <a:gd name="connsiteX1258" fmla="*/ 496682 w 591813"/>
                <a:gd name="connsiteY1258" fmla="*/ 320656 h 594332"/>
                <a:gd name="connsiteX1259" fmla="*/ 497064 w 591813"/>
                <a:gd name="connsiteY1259" fmla="*/ 320274 h 594332"/>
                <a:gd name="connsiteX1260" fmla="*/ 497469 w 591813"/>
                <a:gd name="connsiteY1260" fmla="*/ 319869 h 594332"/>
                <a:gd name="connsiteX1261" fmla="*/ 497852 w 591813"/>
                <a:gd name="connsiteY1261" fmla="*/ 319464 h 594332"/>
                <a:gd name="connsiteX1262" fmla="*/ 498256 w 591813"/>
                <a:gd name="connsiteY1262" fmla="*/ 319060 h 594332"/>
                <a:gd name="connsiteX1263" fmla="*/ 498662 w 591813"/>
                <a:gd name="connsiteY1263" fmla="*/ 318677 h 594332"/>
                <a:gd name="connsiteX1264" fmla="*/ 499044 w 591813"/>
                <a:gd name="connsiteY1264" fmla="*/ 318273 h 594332"/>
                <a:gd name="connsiteX1265" fmla="*/ 499448 w 591813"/>
                <a:gd name="connsiteY1265" fmla="*/ 317868 h 594332"/>
                <a:gd name="connsiteX1266" fmla="*/ 499831 w 591813"/>
                <a:gd name="connsiteY1266" fmla="*/ 317463 h 594332"/>
                <a:gd name="connsiteX1267" fmla="*/ 500236 w 591813"/>
                <a:gd name="connsiteY1267" fmla="*/ 317058 h 594332"/>
                <a:gd name="connsiteX1268" fmla="*/ 500618 w 591813"/>
                <a:gd name="connsiteY1268" fmla="*/ 316653 h 594332"/>
                <a:gd name="connsiteX1269" fmla="*/ 501022 w 591813"/>
                <a:gd name="connsiteY1269" fmla="*/ 316248 h 594332"/>
                <a:gd name="connsiteX1270" fmla="*/ 501405 w 591813"/>
                <a:gd name="connsiteY1270" fmla="*/ 315844 h 594332"/>
                <a:gd name="connsiteX1271" fmla="*/ 501810 w 591813"/>
                <a:gd name="connsiteY1271" fmla="*/ 315439 h 594332"/>
                <a:gd name="connsiteX1272" fmla="*/ 502214 w 591813"/>
                <a:gd name="connsiteY1272" fmla="*/ 315012 h 594332"/>
                <a:gd name="connsiteX1273" fmla="*/ 502597 w 591813"/>
                <a:gd name="connsiteY1273" fmla="*/ 314607 h 594332"/>
                <a:gd name="connsiteX1274" fmla="*/ 503002 w 591813"/>
                <a:gd name="connsiteY1274" fmla="*/ 314202 h 594332"/>
                <a:gd name="connsiteX1275" fmla="*/ 503384 w 591813"/>
                <a:gd name="connsiteY1275" fmla="*/ 313797 h 594332"/>
                <a:gd name="connsiteX1276" fmla="*/ 503789 w 591813"/>
                <a:gd name="connsiteY1276" fmla="*/ 313392 h 594332"/>
                <a:gd name="connsiteX1277" fmla="*/ 504171 w 591813"/>
                <a:gd name="connsiteY1277" fmla="*/ 312988 h 594332"/>
                <a:gd name="connsiteX1278" fmla="*/ 504576 w 591813"/>
                <a:gd name="connsiteY1278" fmla="*/ 312560 h 594332"/>
                <a:gd name="connsiteX1279" fmla="*/ 504958 w 591813"/>
                <a:gd name="connsiteY1279" fmla="*/ 312155 h 594332"/>
                <a:gd name="connsiteX1280" fmla="*/ 505363 w 591813"/>
                <a:gd name="connsiteY1280" fmla="*/ 311751 h 594332"/>
                <a:gd name="connsiteX1281" fmla="*/ 505768 w 591813"/>
                <a:gd name="connsiteY1281" fmla="*/ 311346 h 594332"/>
                <a:gd name="connsiteX1282" fmla="*/ 506150 w 591813"/>
                <a:gd name="connsiteY1282" fmla="*/ 310941 h 594332"/>
                <a:gd name="connsiteX1283" fmla="*/ 506555 w 591813"/>
                <a:gd name="connsiteY1283" fmla="*/ 310536 h 594332"/>
                <a:gd name="connsiteX1284" fmla="*/ 506938 w 591813"/>
                <a:gd name="connsiteY1284" fmla="*/ 310109 h 594332"/>
                <a:gd name="connsiteX1285" fmla="*/ 507342 w 591813"/>
                <a:gd name="connsiteY1285" fmla="*/ 309704 h 594332"/>
                <a:gd name="connsiteX1286" fmla="*/ 507724 w 591813"/>
                <a:gd name="connsiteY1286" fmla="*/ 309299 h 594332"/>
                <a:gd name="connsiteX1287" fmla="*/ 508130 w 591813"/>
                <a:gd name="connsiteY1287" fmla="*/ 308894 h 594332"/>
                <a:gd name="connsiteX1288" fmla="*/ 508534 w 591813"/>
                <a:gd name="connsiteY1288" fmla="*/ 308490 h 594332"/>
                <a:gd name="connsiteX1289" fmla="*/ 508916 w 591813"/>
                <a:gd name="connsiteY1289" fmla="*/ 308085 h 594332"/>
                <a:gd name="connsiteX1290" fmla="*/ 509322 w 591813"/>
                <a:gd name="connsiteY1290" fmla="*/ 307680 h 594332"/>
                <a:gd name="connsiteX1291" fmla="*/ 509704 w 591813"/>
                <a:gd name="connsiteY1291" fmla="*/ 307275 h 594332"/>
                <a:gd name="connsiteX1292" fmla="*/ 510108 w 591813"/>
                <a:gd name="connsiteY1292" fmla="*/ 306870 h 594332"/>
                <a:gd name="connsiteX1293" fmla="*/ 510491 w 591813"/>
                <a:gd name="connsiteY1293" fmla="*/ 306443 h 594332"/>
                <a:gd name="connsiteX1294" fmla="*/ 510896 w 591813"/>
                <a:gd name="connsiteY1294" fmla="*/ 306038 h 594332"/>
                <a:gd name="connsiteX1295" fmla="*/ 511278 w 591813"/>
                <a:gd name="connsiteY1295" fmla="*/ 305633 h 594332"/>
                <a:gd name="connsiteX1296" fmla="*/ 511683 w 591813"/>
                <a:gd name="connsiteY1296" fmla="*/ 305229 h 594332"/>
                <a:gd name="connsiteX1297" fmla="*/ 512088 w 591813"/>
                <a:gd name="connsiteY1297" fmla="*/ 304824 h 594332"/>
                <a:gd name="connsiteX1298" fmla="*/ 512470 w 591813"/>
                <a:gd name="connsiteY1298" fmla="*/ 304419 h 594332"/>
                <a:gd name="connsiteX1299" fmla="*/ 512875 w 591813"/>
                <a:gd name="connsiteY1299" fmla="*/ 303992 h 594332"/>
                <a:gd name="connsiteX1300" fmla="*/ 513257 w 591813"/>
                <a:gd name="connsiteY1300" fmla="*/ 303587 h 594332"/>
                <a:gd name="connsiteX1301" fmla="*/ 513662 w 591813"/>
                <a:gd name="connsiteY1301" fmla="*/ 303182 h 594332"/>
                <a:gd name="connsiteX1302" fmla="*/ 514044 w 591813"/>
                <a:gd name="connsiteY1302" fmla="*/ 302777 h 594332"/>
                <a:gd name="connsiteX1303" fmla="*/ 514449 w 591813"/>
                <a:gd name="connsiteY1303" fmla="*/ 302350 h 594332"/>
                <a:gd name="connsiteX1304" fmla="*/ 514831 w 591813"/>
                <a:gd name="connsiteY1304" fmla="*/ 301945 h 594332"/>
                <a:gd name="connsiteX1305" fmla="*/ 515236 w 591813"/>
                <a:gd name="connsiteY1305" fmla="*/ 301540 h 594332"/>
                <a:gd name="connsiteX1306" fmla="*/ 515641 w 591813"/>
                <a:gd name="connsiteY1306" fmla="*/ 301135 h 594332"/>
                <a:gd name="connsiteX1307" fmla="*/ 516023 w 591813"/>
                <a:gd name="connsiteY1307" fmla="*/ 300731 h 594332"/>
                <a:gd name="connsiteX1308" fmla="*/ 516428 w 591813"/>
                <a:gd name="connsiteY1308" fmla="*/ 300303 h 594332"/>
                <a:gd name="connsiteX1309" fmla="*/ 516810 w 591813"/>
                <a:gd name="connsiteY1309" fmla="*/ 299899 h 594332"/>
                <a:gd name="connsiteX1310" fmla="*/ 517215 w 591813"/>
                <a:gd name="connsiteY1310" fmla="*/ 299494 h 594332"/>
                <a:gd name="connsiteX1311" fmla="*/ 517598 w 591813"/>
                <a:gd name="connsiteY1311" fmla="*/ 299089 h 594332"/>
                <a:gd name="connsiteX1312" fmla="*/ 518002 w 591813"/>
                <a:gd name="connsiteY1312" fmla="*/ 298684 h 594332"/>
                <a:gd name="connsiteX1313" fmla="*/ 518385 w 591813"/>
                <a:gd name="connsiteY1313" fmla="*/ 298302 h 594332"/>
                <a:gd name="connsiteX1314" fmla="*/ 518790 w 591813"/>
                <a:gd name="connsiteY1314" fmla="*/ 297897 h 594332"/>
                <a:gd name="connsiteX1315" fmla="*/ 519194 w 591813"/>
                <a:gd name="connsiteY1315" fmla="*/ 297492 h 594332"/>
                <a:gd name="connsiteX1316" fmla="*/ 519576 w 591813"/>
                <a:gd name="connsiteY1316" fmla="*/ 297110 h 594332"/>
                <a:gd name="connsiteX1317" fmla="*/ 519982 w 591813"/>
                <a:gd name="connsiteY1317" fmla="*/ 296705 h 594332"/>
                <a:gd name="connsiteX1318" fmla="*/ 520364 w 591813"/>
                <a:gd name="connsiteY1318" fmla="*/ 296300 h 594332"/>
                <a:gd name="connsiteX1319" fmla="*/ 520768 w 591813"/>
                <a:gd name="connsiteY1319" fmla="*/ 295918 h 594332"/>
                <a:gd name="connsiteX1320" fmla="*/ 521151 w 591813"/>
                <a:gd name="connsiteY1320" fmla="*/ 295536 h 594332"/>
                <a:gd name="connsiteX1321" fmla="*/ 521556 w 591813"/>
                <a:gd name="connsiteY1321" fmla="*/ 295131 h 594332"/>
                <a:gd name="connsiteX1322" fmla="*/ 521938 w 591813"/>
                <a:gd name="connsiteY1322" fmla="*/ 294748 h 594332"/>
                <a:gd name="connsiteX1323" fmla="*/ 522343 w 591813"/>
                <a:gd name="connsiteY1323" fmla="*/ 294344 h 594332"/>
                <a:gd name="connsiteX1324" fmla="*/ 522748 w 591813"/>
                <a:gd name="connsiteY1324" fmla="*/ 293961 h 594332"/>
                <a:gd name="connsiteX1325" fmla="*/ 523107 w 591813"/>
                <a:gd name="connsiteY1325" fmla="*/ 293579 h 594332"/>
                <a:gd name="connsiteX1326" fmla="*/ 523535 w 591813"/>
                <a:gd name="connsiteY1326" fmla="*/ 293197 h 594332"/>
                <a:gd name="connsiteX1327" fmla="*/ 523895 w 591813"/>
                <a:gd name="connsiteY1327" fmla="*/ 292792 h 594332"/>
                <a:gd name="connsiteX1328" fmla="*/ 524299 w 591813"/>
                <a:gd name="connsiteY1328" fmla="*/ 292410 h 594332"/>
                <a:gd name="connsiteX1329" fmla="*/ 524682 w 591813"/>
                <a:gd name="connsiteY1329" fmla="*/ 292027 h 594332"/>
                <a:gd name="connsiteX1330" fmla="*/ 525087 w 591813"/>
                <a:gd name="connsiteY1330" fmla="*/ 291622 h 594332"/>
                <a:gd name="connsiteX1331" fmla="*/ 525491 w 591813"/>
                <a:gd name="connsiteY1331" fmla="*/ 291240 h 594332"/>
                <a:gd name="connsiteX1332" fmla="*/ 525874 w 591813"/>
                <a:gd name="connsiteY1332" fmla="*/ 290858 h 594332"/>
                <a:gd name="connsiteX1333" fmla="*/ 526278 w 591813"/>
                <a:gd name="connsiteY1333" fmla="*/ 290475 h 594332"/>
                <a:gd name="connsiteX1334" fmla="*/ 526661 w 591813"/>
                <a:gd name="connsiteY1334" fmla="*/ 290071 h 594332"/>
                <a:gd name="connsiteX1335" fmla="*/ 527066 w 591813"/>
                <a:gd name="connsiteY1335" fmla="*/ 289688 h 594332"/>
                <a:gd name="connsiteX1336" fmla="*/ 527448 w 591813"/>
                <a:gd name="connsiteY1336" fmla="*/ 289306 h 594332"/>
                <a:gd name="connsiteX1337" fmla="*/ 527853 w 591813"/>
                <a:gd name="connsiteY1337" fmla="*/ 288924 h 594332"/>
                <a:gd name="connsiteX1338" fmla="*/ 528235 w 591813"/>
                <a:gd name="connsiteY1338" fmla="*/ 288541 h 594332"/>
                <a:gd name="connsiteX1339" fmla="*/ 528640 w 591813"/>
                <a:gd name="connsiteY1339" fmla="*/ 288159 h 594332"/>
                <a:gd name="connsiteX1340" fmla="*/ 529045 w 591813"/>
                <a:gd name="connsiteY1340" fmla="*/ 287754 h 594332"/>
                <a:gd name="connsiteX1341" fmla="*/ 529427 w 591813"/>
                <a:gd name="connsiteY1341" fmla="*/ 287372 h 594332"/>
                <a:gd name="connsiteX1342" fmla="*/ 529832 w 591813"/>
                <a:gd name="connsiteY1342" fmla="*/ 286990 h 594332"/>
                <a:gd name="connsiteX1343" fmla="*/ 530214 w 591813"/>
                <a:gd name="connsiteY1343" fmla="*/ 286607 h 594332"/>
                <a:gd name="connsiteX1344" fmla="*/ 530619 w 591813"/>
                <a:gd name="connsiteY1344" fmla="*/ 286225 h 594332"/>
                <a:gd name="connsiteX1345" fmla="*/ 531001 w 591813"/>
                <a:gd name="connsiteY1345" fmla="*/ 285843 h 594332"/>
                <a:gd name="connsiteX1346" fmla="*/ 531406 w 591813"/>
                <a:gd name="connsiteY1346" fmla="*/ 285483 h 594332"/>
                <a:gd name="connsiteX1347" fmla="*/ 531789 w 591813"/>
                <a:gd name="connsiteY1347" fmla="*/ 285100 h 594332"/>
                <a:gd name="connsiteX1348" fmla="*/ 532193 w 591813"/>
                <a:gd name="connsiteY1348" fmla="*/ 284718 h 594332"/>
                <a:gd name="connsiteX1349" fmla="*/ 532598 w 591813"/>
                <a:gd name="connsiteY1349" fmla="*/ 284336 h 594332"/>
                <a:gd name="connsiteX1350" fmla="*/ 532981 w 591813"/>
                <a:gd name="connsiteY1350" fmla="*/ 283976 h 594332"/>
                <a:gd name="connsiteX1351" fmla="*/ 533385 w 591813"/>
                <a:gd name="connsiteY1351" fmla="*/ 283594 h 594332"/>
                <a:gd name="connsiteX1352" fmla="*/ 533767 w 591813"/>
                <a:gd name="connsiteY1352" fmla="*/ 283211 h 594332"/>
                <a:gd name="connsiteX1353" fmla="*/ 534172 w 591813"/>
                <a:gd name="connsiteY1353" fmla="*/ 282851 h 594332"/>
                <a:gd name="connsiteX1354" fmla="*/ 534555 w 591813"/>
                <a:gd name="connsiteY1354" fmla="*/ 282469 h 594332"/>
                <a:gd name="connsiteX1355" fmla="*/ 534959 w 591813"/>
                <a:gd name="connsiteY1355" fmla="*/ 282109 h 594332"/>
                <a:gd name="connsiteX1356" fmla="*/ 535342 w 591813"/>
                <a:gd name="connsiteY1356" fmla="*/ 281749 h 594332"/>
                <a:gd name="connsiteX1357" fmla="*/ 535747 w 591813"/>
                <a:gd name="connsiteY1357" fmla="*/ 281367 h 594332"/>
                <a:gd name="connsiteX1358" fmla="*/ 536151 w 591813"/>
                <a:gd name="connsiteY1358" fmla="*/ 281007 h 594332"/>
                <a:gd name="connsiteX1359" fmla="*/ 536534 w 591813"/>
                <a:gd name="connsiteY1359" fmla="*/ 280647 h 594332"/>
                <a:gd name="connsiteX1360" fmla="*/ 536939 w 591813"/>
                <a:gd name="connsiteY1360" fmla="*/ 280265 h 594332"/>
                <a:gd name="connsiteX1361" fmla="*/ 537321 w 591813"/>
                <a:gd name="connsiteY1361" fmla="*/ 279905 h 594332"/>
                <a:gd name="connsiteX1362" fmla="*/ 537726 w 591813"/>
                <a:gd name="connsiteY1362" fmla="*/ 279523 h 594332"/>
                <a:gd name="connsiteX1363" fmla="*/ 538108 w 591813"/>
                <a:gd name="connsiteY1363" fmla="*/ 279163 h 594332"/>
                <a:gd name="connsiteX1364" fmla="*/ 538513 w 591813"/>
                <a:gd name="connsiteY1364" fmla="*/ 278781 h 594332"/>
                <a:gd name="connsiteX1365" fmla="*/ 538918 w 591813"/>
                <a:gd name="connsiteY1365" fmla="*/ 278421 h 594332"/>
                <a:gd name="connsiteX1366" fmla="*/ 539300 w 591813"/>
                <a:gd name="connsiteY1366" fmla="*/ 278039 h 594332"/>
                <a:gd name="connsiteX1367" fmla="*/ 539705 w 591813"/>
                <a:gd name="connsiteY1367" fmla="*/ 277679 h 594332"/>
                <a:gd name="connsiteX1368" fmla="*/ 540087 w 591813"/>
                <a:gd name="connsiteY1368" fmla="*/ 277297 h 594332"/>
                <a:gd name="connsiteX1369" fmla="*/ 540492 w 591813"/>
                <a:gd name="connsiteY1369" fmla="*/ 276937 h 594332"/>
                <a:gd name="connsiteX1370" fmla="*/ 540875 w 591813"/>
                <a:gd name="connsiteY1370" fmla="*/ 276554 h 594332"/>
                <a:gd name="connsiteX1371" fmla="*/ 541279 w 591813"/>
                <a:gd name="connsiteY1371" fmla="*/ 276172 h 594332"/>
                <a:gd name="connsiteX1372" fmla="*/ 541661 w 591813"/>
                <a:gd name="connsiteY1372" fmla="*/ 275812 h 594332"/>
                <a:gd name="connsiteX1373" fmla="*/ 542066 w 591813"/>
                <a:gd name="connsiteY1373" fmla="*/ 275430 h 594332"/>
                <a:gd name="connsiteX1374" fmla="*/ 542471 w 591813"/>
                <a:gd name="connsiteY1374" fmla="*/ 275070 h 594332"/>
                <a:gd name="connsiteX1375" fmla="*/ 542853 w 591813"/>
                <a:gd name="connsiteY1375" fmla="*/ 274688 h 594332"/>
                <a:gd name="connsiteX1376" fmla="*/ 543258 w 591813"/>
                <a:gd name="connsiteY1376" fmla="*/ 274305 h 594332"/>
                <a:gd name="connsiteX1377" fmla="*/ 543641 w 591813"/>
                <a:gd name="connsiteY1377" fmla="*/ 273946 h 594332"/>
                <a:gd name="connsiteX1378" fmla="*/ 544045 w 591813"/>
                <a:gd name="connsiteY1378" fmla="*/ 273563 h 594332"/>
                <a:gd name="connsiteX1379" fmla="*/ 544427 w 591813"/>
                <a:gd name="connsiteY1379" fmla="*/ 273203 h 594332"/>
                <a:gd name="connsiteX1380" fmla="*/ 544832 w 591813"/>
                <a:gd name="connsiteY1380" fmla="*/ 272821 h 594332"/>
                <a:gd name="connsiteX1381" fmla="*/ 545215 w 591813"/>
                <a:gd name="connsiteY1381" fmla="*/ 272461 h 594332"/>
                <a:gd name="connsiteX1382" fmla="*/ 545620 w 591813"/>
                <a:gd name="connsiteY1382" fmla="*/ 272101 h 594332"/>
                <a:gd name="connsiteX1383" fmla="*/ 546024 w 591813"/>
                <a:gd name="connsiteY1383" fmla="*/ 271742 h 594332"/>
                <a:gd name="connsiteX1384" fmla="*/ 546407 w 591813"/>
                <a:gd name="connsiteY1384" fmla="*/ 271382 h 594332"/>
                <a:gd name="connsiteX1385" fmla="*/ 546812 w 591813"/>
                <a:gd name="connsiteY1385" fmla="*/ 271022 h 594332"/>
                <a:gd name="connsiteX1386" fmla="*/ 547194 w 591813"/>
                <a:gd name="connsiteY1386" fmla="*/ 270662 h 594332"/>
                <a:gd name="connsiteX1387" fmla="*/ 547599 w 591813"/>
                <a:gd name="connsiteY1387" fmla="*/ 270302 h 594332"/>
                <a:gd name="connsiteX1388" fmla="*/ 547981 w 591813"/>
                <a:gd name="connsiteY1388" fmla="*/ 269942 h 594332"/>
                <a:gd name="connsiteX1389" fmla="*/ 548386 w 591813"/>
                <a:gd name="connsiteY1389" fmla="*/ 269605 h 594332"/>
                <a:gd name="connsiteX1390" fmla="*/ 548768 w 591813"/>
                <a:gd name="connsiteY1390" fmla="*/ 269245 h 594332"/>
                <a:gd name="connsiteX1391" fmla="*/ 549173 w 591813"/>
                <a:gd name="connsiteY1391" fmla="*/ 268885 h 594332"/>
                <a:gd name="connsiteX1392" fmla="*/ 549578 w 591813"/>
                <a:gd name="connsiteY1392" fmla="*/ 268526 h 594332"/>
                <a:gd name="connsiteX1393" fmla="*/ 549960 w 591813"/>
                <a:gd name="connsiteY1393" fmla="*/ 268188 h 594332"/>
                <a:gd name="connsiteX1394" fmla="*/ 550365 w 591813"/>
                <a:gd name="connsiteY1394" fmla="*/ 267828 h 594332"/>
                <a:gd name="connsiteX1395" fmla="*/ 550747 w 591813"/>
                <a:gd name="connsiteY1395" fmla="*/ 267469 h 594332"/>
                <a:gd name="connsiteX1396" fmla="*/ 551152 w 591813"/>
                <a:gd name="connsiteY1396" fmla="*/ 267131 h 594332"/>
                <a:gd name="connsiteX1397" fmla="*/ 551535 w 591813"/>
                <a:gd name="connsiteY1397" fmla="*/ 266771 h 594332"/>
                <a:gd name="connsiteX1398" fmla="*/ 551939 w 591813"/>
                <a:gd name="connsiteY1398" fmla="*/ 266434 h 594332"/>
                <a:gd name="connsiteX1399" fmla="*/ 552321 w 591813"/>
                <a:gd name="connsiteY1399" fmla="*/ 266074 h 594332"/>
                <a:gd name="connsiteX1400" fmla="*/ 552726 w 591813"/>
                <a:gd name="connsiteY1400" fmla="*/ 265737 h 594332"/>
                <a:gd name="connsiteX1401" fmla="*/ 553131 w 591813"/>
                <a:gd name="connsiteY1401" fmla="*/ 265400 h 594332"/>
                <a:gd name="connsiteX1402" fmla="*/ 553513 w 591813"/>
                <a:gd name="connsiteY1402" fmla="*/ 265062 h 594332"/>
                <a:gd name="connsiteX1403" fmla="*/ 553918 w 591813"/>
                <a:gd name="connsiteY1403" fmla="*/ 264725 h 594332"/>
                <a:gd name="connsiteX1404" fmla="*/ 554301 w 591813"/>
                <a:gd name="connsiteY1404" fmla="*/ 264365 h 594332"/>
                <a:gd name="connsiteX1405" fmla="*/ 554705 w 591813"/>
                <a:gd name="connsiteY1405" fmla="*/ 264028 h 594332"/>
                <a:gd name="connsiteX1406" fmla="*/ 555088 w 591813"/>
                <a:gd name="connsiteY1406" fmla="*/ 263690 h 594332"/>
                <a:gd name="connsiteX1407" fmla="*/ 555493 w 591813"/>
                <a:gd name="connsiteY1407" fmla="*/ 263353 h 594332"/>
                <a:gd name="connsiteX1408" fmla="*/ 555897 w 591813"/>
                <a:gd name="connsiteY1408" fmla="*/ 263038 h 594332"/>
                <a:gd name="connsiteX1409" fmla="*/ 556280 w 591813"/>
                <a:gd name="connsiteY1409" fmla="*/ 262701 h 594332"/>
                <a:gd name="connsiteX1410" fmla="*/ 556684 w 591813"/>
                <a:gd name="connsiteY1410" fmla="*/ 262363 h 594332"/>
                <a:gd name="connsiteX1411" fmla="*/ 557067 w 591813"/>
                <a:gd name="connsiteY1411" fmla="*/ 262026 h 594332"/>
                <a:gd name="connsiteX1412" fmla="*/ 557472 w 591813"/>
                <a:gd name="connsiteY1412" fmla="*/ 261689 h 594332"/>
                <a:gd name="connsiteX1413" fmla="*/ 557854 w 591813"/>
                <a:gd name="connsiteY1413" fmla="*/ 261351 h 594332"/>
                <a:gd name="connsiteX1414" fmla="*/ 558259 w 591813"/>
                <a:gd name="connsiteY1414" fmla="*/ 261014 h 594332"/>
                <a:gd name="connsiteX1415" fmla="*/ 558641 w 591813"/>
                <a:gd name="connsiteY1415" fmla="*/ 260677 h 594332"/>
                <a:gd name="connsiteX1416" fmla="*/ 559046 w 591813"/>
                <a:gd name="connsiteY1416" fmla="*/ 260339 h 594332"/>
                <a:gd name="connsiteX1417" fmla="*/ 559450 w 591813"/>
                <a:gd name="connsiteY1417" fmla="*/ 260002 h 594332"/>
                <a:gd name="connsiteX1418" fmla="*/ 559833 w 591813"/>
                <a:gd name="connsiteY1418" fmla="*/ 259665 h 594332"/>
                <a:gd name="connsiteX1419" fmla="*/ 560238 w 591813"/>
                <a:gd name="connsiteY1419" fmla="*/ 259327 h 594332"/>
                <a:gd name="connsiteX1420" fmla="*/ 560620 w 591813"/>
                <a:gd name="connsiteY1420" fmla="*/ 258990 h 594332"/>
                <a:gd name="connsiteX1421" fmla="*/ 561025 w 591813"/>
                <a:gd name="connsiteY1421" fmla="*/ 258653 h 594332"/>
                <a:gd name="connsiteX1422" fmla="*/ 561407 w 591813"/>
                <a:gd name="connsiteY1422" fmla="*/ 258315 h 594332"/>
                <a:gd name="connsiteX1423" fmla="*/ 561812 w 591813"/>
                <a:gd name="connsiteY1423" fmla="*/ 257978 h 594332"/>
                <a:gd name="connsiteX1424" fmla="*/ 562195 w 591813"/>
                <a:gd name="connsiteY1424" fmla="*/ 257618 h 594332"/>
                <a:gd name="connsiteX1425" fmla="*/ 562599 w 591813"/>
                <a:gd name="connsiteY1425" fmla="*/ 257281 h 594332"/>
                <a:gd name="connsiteX1426" fmla="*/ 563004 w 591813"/>
                <a:gd name="connsiteY1426" fmla="*/ 256921 h 594332"/>
                <a:gd name="connsiteX1427" fmla="*/ 563386 w 591813"/>
                <a:gd name="connsiteY1427" fmla="*/ 256561 h 594332"/>
                <a:gd name="connsiteX1428" fmla="*/ 563791 w 591813"/>
                <a:gd name="connsiteY1428" fmla="*/ 256224 h 594332"/>
                <a:gd name="connsiteX1429" fmla="*/ 564173 w 591813"/>
                <a:gd name="connsiteY1429" fmla="*/ 255864 h 594332"/>
                <a:gd name="connsiteX1430" fmla="*/ 564578 w 591813"/>
                <a:gd name="connsiteY1430" fmla="*/ 255482 h 594332"/>
                <a:gd name="connsiteX1431" fmla="*/ 564961 w 591813"/>
                <a:gd name="connsiteY1431" fmla="*/ 255122 h 594332"/>
                <a:gd name="connsiteX1432" fmla="*/ 565365 w 591813"/>
                <a:gd name="connsiteY1432" fmla="*/ 254762 h 594332"/>
                <a:gd name="connsiteX1433" fmla="*/ 565748 w 591813"/>
                <a:gd name="connsiteY1433" fmla="*/ 254380 h 594332"/>
                <a:gd name="connsiteX1434" fmla="*/ 566153 w 591813"/>
                <a:gd name="connsiteY1434" fmla="*/ 254020 h 594332"/>
                <a:gd name="connsiteX1435" fmla="*/ 566557 w 591813"/>
                <a:gd name="connsiteY1435" fmla="*/ 253638 h 594332"/>
                <a:gd name="connsiteX1436" fmla="*/ 566940 w 591813"/>
                <a:gd name="connsiteY1436" fmla="*/ 253278 h 594332"/>
                <a:gd name="connsiteX1437" fmla="*/ 567344 w 591813"/>
                <a:gd name="connsiteY1437" fmla="*/ 252895 h 594332"/>
                <a:gd name="connsiteX1438" fmla="*/ 567727 w 591813"/>
                <a:gd name="connsiteY1438" fmla="*/ 252513 h 594332"/>
                <a:gd name="connsiteX1439" fmla="*/ 568132 w 591813"/>
                <a:gd name="connsiteY1439" fmla="*/ 252108 h 594332"/>
                <a:gd name="connsiteX1440" fmla="*/ 568514 w 591813"/>
                <a:gd name="connsiteY1440" fmla="*/ 251726 h 594332"/>
                <a:gd name="connsiteX1441" fmla="*/ 568919 w 591813"/>
                <a:gd name="connsiteY1441" fmla="*/ 251321 h 594332"/>
                <a:gd name="connsiteX1442" fmla="*/ 569324 w 591813"/>
                <a:gd name="connsiteY1442" fmla="*/ 250939 h 594332"/>
                <a:gd name="connsiteX1443" fmla="*/ 569706 w 591813"/>
                <a:gd name="connsiteY1443" fmla="*/ 250511 h 594332"/>
                <a:gd name="connsiteX1444" fmla="*/ 570111 w 591813"/>
                <a:gd name="connsiteY1444" fmla="*/ 250107 h 594332"/>
                <a:gd name="connsiteX1445" fmla="*/ 570493 w 591813"/>
                <a:gd name="connsiteY1445" fmla="*/ 249679 h 594332"/>
                <a:gd name="connsiteX1446" fmla="*/ 570898 w 591813"/>
                <a:gd name="connsiteY1446" fmla="*/ 249252 h 594332"/>
                <a:gd name="connsiteX1447" fmla="*/ 571280 w 591813"/>
                <a:gd name="connsiteY1447" fmla="*/ 248825 h 594332"/>
                <a:gd name="connsiteX1448" fmla="*/ 571685 w 591813"/>
                <a:gd name="connsiteY1448" fmla="*/ 248375 h 594332"/>
                <a:gd name="connsiteX1449" fmla="*/ 572067 w 591813"/>
                <a:gd name="connsiteY1449" fmla="*/ 247925 h 594332"/>
                <a:gd name="connsiteX1450" fmla="*/ 572472 w 591813"/>
                <a:gd name="connsiteY1450" fmla="*/ 247453 h 594332"/>
                <a:gd name="connsiteX1451" fmla="*/ 572877 w 591813"/>
                <a:gd name="connsiteY1451" fmla="*/ 246981 h 594332"/>
                <a:gd name="connsiteX1452" fmla="*/ 573259 w 591813"/>
                <a:gd name="connsiteY1452" fmla="*/ 246508 h 594332"/>
                <a:gd name="connsiteX1453" fmla="*/ 573664 w 591813"/>
                <a:gd name="connsiteY1453" fmla="*/ 246014 h 594332"/>
                <a:gd name="connsiteX1454" fmla="*/ 574047 w 591813"/>
                <a:gd name="connsiteY1454" fmla="*/ 245496 h 594332"/>
                <a:gd name="connsiteX1455" fmla="*/ 574451 w 591813"/>
                <a:gd name="connsiteY1455" fmla="*/ 244979 h 594332"/>
                <a:gd name="connsiteX1456" fmla="*/ 574833 w 591813"/>
                <a:gd name="connsiteY1456" fmla="*/ 244439 h 594332"/>
                <a:gd name="connsiteX1457" fmla="*/ 575238 w 591813"/>
                <a:gd name="connsiteY1457" fmla="*/ 243900 h 594332"/>
                <a:gd name="connsiteX1458" fmla="*/ 575621 w 591813"/>
                <a:gd name="connsiteY1458" fmla="*/ 243360 h 594332"/>
                <a:gd name="connsiteX1459" fmla="*/ 576025 w 591813"/>
                <a:gd name="connsiteY1459" fmla="*/ 242775 h 594332"/>
                <a:gd name="connsiteX1460" fmla="*/ 576430 w 591813"/>
                <a:gd name="connsiteY1460" fmla="*/ 242190 h 594332"/>
                <a:gd name="connsiteX1461" fmla="*/ 576813 w 591813"/>
                <a:gd name="connsiteY1461" fmla="*/ 241606 h 594332"/>
                <a:gd name="connsiteX1462" fmla="*/ 577217 w 591813"/>
                <a:gd name="connsiteY1462" fmla="*/ 240976 h 594332"/>
                <a:gd name="connsiteX1463" fmla="*/ 577600 w 591813"/>
                <a:gd name="connsiteY1463" fmla="*/ 240346 h 594332"/>
                <a:gd name="connsiteX1464" fmla="*/ 578004 w 591813"/>
                <a:gd name="connsiteY1464" fmla="*/ 239694 h 594332"/>
                <a:gd name="connsiteX1465" fmla="*/ 578387 w 591813"/>
                <a:gd name="connsiteY1465" fmla="*/ 239042 h 594332"/>
                <a:gd name="connsiteX1466" fmla="*/ 578792 w 591813"/>
                <a:gd name="connsiteY1466" fmla="*/ 238345 h 594332"/>
                <a:gd name="connsiteX1467" fmla="*/ 579174 w 591813"/>
                <a:gd name="connsiteY1467" fmla="*/ 237647 h 594332"/>
                <a:gd name="connsiteX1468" fmla="*/ 579579 w 591813"/>
                <a:gd name="connsiteY1468" fmla="*/ 236905 h 594332"/>
                <a:gd name="connsiteX1469" fmla="*/ 579984 w 591813"/>
                <a:gd name="connsiteY1469" fmla="*/ 236163 h 594332"/>
                <a:gd name="connsiteX1470" fmla="*/ 580366 w 591813"/>
                <a:gd name="connsiteY1470" fmla="*/ 235376 h 594332"/>
                <a:gd name="connsiteX1471" fmla="*/ 580771 w 591813"/>
                <a:gd name="connsiteY1471" fmla="*/ 234589 h 594332"/>
                <a:gd name="connsiteX1472" fmla="*/ 581153 w 591813"/>
                <a:gd name="connsiteY1472" fmla="*/ 233757 h 594332"/>
                <a:gd name="connsiteX1473" fmla="*/ 581558 w 591813"/>
                <a:gd name="connsiteY1473" fmla="*/ 232902 h 594332"/>
                <a:gd name="connsiteX1474" fmla="*/ 581940 w 591813"/>
                <a:gd name="connsiteY1474" fmla="*/ 232025 h 594332"/>
                <a:gd name="connsiteX1475" fmla="*/ 582345 w 591813"/>
                <a:gd name="connsiteY1475" fmla="*/ 231103 h 594332"/>
                <a:gd name="connsiteX1476" fmla="*/ 582727 w 591813"/>
                <a:gd name="connsiteY1476" fmla="*/ 230136 h 594332"/>
                <a:gd name="connsiteX1477" fmla="*/ 583132 w 591813"/>
                <a:gd name="connsiteY1477" fmla="*/ 229169 h 594332"/>
                <a:gd name="connsiteX1478" fmla="*/ 583537 w 591813"/>
                <a:gd name="connsiteY1478" fmla="*/ 228134 h 594332"/>
                <a:gd name="connsiteX1479" fmla="*/ 583919 w 591813"/>
                <a:gd name="connsiteY1479" fmla="*/ 227055 h 594332"/>
                <a:gd name="connsiteX1480" fmla="*/ 584324 w 591813"/>
                <a:gd name="connsiteY1480" fmla="*/ 225953 h 594332"/>
                <a:gd name="connsiteX1481" fmla="*/ 584707 w 591813"/>
                <a:gd name="connsiteY1481" fmla="*/ 224783 h 594332"/>
                <a:gd name="connsiteX1482" fmla="*/ 585111 w 591813"/>
                <a:gd name="connsiteY1482" fmla="*/ 223569 h 594332"/>
                <a:gd name="connsiteX1483" fmla="*/ 585493 w 591813"/>
                <a:gd name="connsiteY1483" fmla="*/ 222287 h 594332"/>
                <a:gd name="connsiteX1484" fmla="*/ 585898 w 591813"/>
                <a:gd name="connsiteY1484" fmla="*/ 220960 h 594332"/>
                <a:gd name="connsiteX1485" fmla="*/ 586303 w 591813"/>
                <a:gd name="connsiteY1485" fmla="*/ 219566 h 594332"/>
                <a:gd name="connsiteX1486" fmla="*/ 586686 w 591813"/>
                <a:gd name="connsiteY1486" fmla="*/ 218104 h 594332"/>
                <a:gd name="connsiteX1487" fmla="*/ 587090 w 591813"/>
                <a:gd name="connsiteY1487" fmla="*/ 216575 h 594332"/>
                <a:gd name="connsiteX1488" fmla="*/ 587473 w 591813"/>
                <a:gd name="connsiteY1488" fmla="*/ 214955 h 594332"/>
                <a:gd name="connsiteX1489" fmla="*/ 587878 w 591813"/>
                <a:gd name="connsiteY1489" fmla="*/ 213269 h 594332"/>
                <a:gd name="connsiteX1490" fmla="*/ 588260 w 591813"/>
                <a:gd name="connsiteY1490" fmla="*/ 211492 h 594332"/>
                <a:gd name="connsiteX1491" fmla="*/ 588665 w 591813"/>
                <a:gd name="connsiteY1491" fmla="*/ 209625 h 594332"/>
                <a:gd name="connsiteX1492" fmla="*/ 589047 w 591813"/>
                <a:gd name="connsiteY1492" fmla="*/ 207646 h 594332"/>
                <a:gd name="connsiteX1493" fmla="*/ 589452 w 591813"/>
                <a:gd name="connsiteY1493" fmla="*/ 205600 h 594332"/>
                <a:gd name="connsiteX1494" fmla="*/ 589856 w 591813"/>
                <a:gd name="connsiteY1494" fmla="*/ 203396 h 594332"/>
                <a:gd name="connsiteX1495" fmla="*/ 590239 w 591813"/>
                <a:gd name="connsiteY1495" fmla="*/ 201102 h 594332"/>
                <a:gd name="connsiteX1496" fmla="*/ 590644 w 591813"/>
                <a:gd name="connsiteY1496" fmla="*/ 198695 h 594332"/>
                <a:gd name="connsiteX1497" fmla="*/ 591026 w 591813"/>
                <a:gd name="connsiteY1497" fmla="*/ 196199 h 594332"/>
                <a:gd name="connsiteX1498" fmla="*/ 591431 w 591813"/>
                <a:gd name="connsiteY1498" fmla="*/ 193815 h 594332"/>
                <a:gd name="connsiteX1499" fmla="*/ 591813 w 591813"/>
                <a:gd name="connsiteY1499" fmla="*/ 191139 h 594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Lst>
              <a:rect l="l" t="t" r="r" b="b"/>
              <a:pathLst>
                <a:path w="591813" h="594332">
                  <a:moveTo>
                    <a:pt x="0" y="75295"/>
                  </a:moveTo>
                  <a:lnTo>
                    <a:pt x="405" y="74733"/>
                  </a:lnTo>
                  <a:lnTo>
                    <a:pt x="787" y="74171"/>
                  </a:lnTo>
                  <a:lnTo>
                    <a:pt x="1191" y="73608"/>
                  </a:lnTo>
                  <a:lnTo>
                    <a:pt x="1574" y="73046"/>
                  </a:lnTo>
                  <a:lnTo>
                    <a:pt x="1979" y="72506"/>
                  </a:lnTo>
                  <a:lnTo>
                    <a:pt x="2383" y="71944"/>
                  </a:lnTo>
                  <a:lnTo>
                    <a:pt x="2766" y="71404"/>
                  </a:lnTo>
                  <a:lnTo>
                    <a:pt x="3171" y="70842"/>
                  </a:lnTo>
                  <a:lnTo>
                    <a:pt x="3553" y="70302"/>
                  </a:lnTo>
                  <a:lnTo>
                    <a:pt x="3958" y="69740"/>
                  </a:lnTo>
                  <a:lnTo>
                    <a:pt x="4340" y="69200"/>
                  </a:lnTo>
                  <a:lnTo>
                    <a:pt x="4745" y="68638"/>
                  </a:lnTo>
                  <a:lnTo>
                    <a:pt x="5150" y="68098"/>
                  </a:lnTo>
                  <a:lnTo>
                    <a:pt x="5532" y="67559"/>
                  </a:lnTo>
                  <a:lnTo>
                    <a:pt x="5937" y="67019"/>
                  </a:lnTo>
                  <a:lnTo>
                    <a:pt x="6319" y="66479"/>
                  </a:lnTo>
                  <a:lnTo>
                    <a:pt x="6724" y="65917"/>
                  </a:lnTo>
                  <a:lnTo>
                    <a:pt x="7107" y="65377"/>
                  </a:lnTo>
                  <a:lnTo>
                    <a:pt x="7511" y="64837"/>
                  </a:lnTo>
                  <a:lnTo>
                    <a:pt x="7893" y="64320"/>
                  </a:lnTo>
                  <a:lnTo>
                    <a:pt x="8299" y="63780"/>
                  </a:lnTo>
                  <a:lnTo>
                    <a:pt x="8703" y="63241"/>
                  </a:lnTo>
                  <a:lnTo>
                    <a:pt x="9085" y="62701"/>
                  </a:lnTo>
                  <a:lnTo>
                    <a:pt x="9491" y="62184"/>
                  </a:lnTo>
                  <a:lnTo>
                    <a:pt x="9873" y="61644"/>
                  </a:lnTo>
                  <a:lnTo>
                    <a:pt x="10277" y="61127"/>
                  </a:lnTo>
                  <a:lnTo>
                    <a:pt x="10660" y="60587"/>
                  </a:lnTo>
                  <a:lnTo>
                    <a:pt x="11065" y="60070"/>
                  </a:lnTo>
                  <a:lnTo>
                    <a:pt x="11447" y="59552"/>
                  </a:lnTo>
                  <a:lnTo>
                    <a:pt x="11852" y="59013"/>
                  </a:lnTo>
                  <a:lnTo>
                    <a:pt x="12257" y="58495"/>
                  </a:lnTo>
                  <a:lnTo>
                    <a:pt x="12639" y="57978"/>
                  </a:lnTo>
                  <a:lnTo>
                    <a:pt x="13044" y="57461"/>
                  </a:lnTo>
                  <a:lnTo>
                    <a:pt x="13426" y="56944"/>
                  </a:lnTo>
                  <a:lnTo>
                    <a:pt x="13831" y="56426"/>
                  </a:lnTo>
                  <a:lnTo>
                    <a:pt x="14213" y="55909"/>
                  </a:lnTo>
                  <a:lnTo>
                    <a:pt x="14618" y="55414"/>
                  </a:lnTo>
                  <a:lnTo>
                    <a:pt x="15000" y="54897"/>
                  </a:lnTo>
                  <a:lnTo>
                    <a:pt x="15405" y="54402"/>
                  </a:lnTo>
                  <a:lnTo>
                    <a:pt x="15810" y="53908"/>
                  </a:lnTo>
                  <a:lnTo>
                    <a:pt x="16192" y="53390"/>
                  </a:lnTo>
                  <a:lnTo>
                    <a:pt x="16597" y="52896"/>
                  </a:lnTo>
                  <a:lnTo>
                    <a:pt x="16979" y="52401"/>
                  </a:lnTo>
                  <a:lnTo>
                    <a:pt x="17384" y="51928"/>
                  </a:lnTo>
                  <a:lnTo>
                    <a:pt x="17767" y="51434"/>
                  </a:lnTo>
                  <a:lnTo>
                    <a:pt x="18171" y="50939"/>
                  </a:lnTo>
                  <a:lnTo>
                    <a:pt x="18576" y="50467"/>
                  </a:lnTo>
                  <a:lnTo>
                    <a:pt x="18959" y="49994"/>
                  </a:lnTo>
                  <a:lnTo>
                    <a:pt x="19363" y="49522"/>
                  </a:lnTo>
                  <a:lnTo>
                    <a:pt x="19745" y="49050"/>
                  </a:lnTo>
                  <a:lnTo>
                    <a:pt x="20151" y="48577"/>
                  </a:lnTo>
                  <a:lnTo>
                    <a:pt x="20533" y="48128"/>
                  </a:lnTo>
                  <a:lnTo>
                    <a:pt x="20937" y="47655"/>
                  </a:lnTo>
                  <a:lnTo>
                    <a:pt x="21320" y="47206"/>
                  </a:lnTo>
                  <a:lnTo>
                    <a:pt x="21725" y="46778"/>
                  </a:lnTo>
                  <a:lnTo>
                    <a:pt x="22129" y="46329"/>
                  </a:lnTo>
                  <a:lnTo>
                    <a:pt x="22512" y="45901"/>
                  </a:lnTo>
                  <a:lnTo>
                    <a:pt x="22917" y="45474"/>
                  </a:lnTo>
                  <a:lnTo>
                    <a:pt x="23299" y="45069"/>
                  </a:lnTo>
                  <a:lnTo>
                    <a:pt x="23704" y="44664"/>
                  </a:lnTo>
                  <a:lnTo>
                    <a:pt x="24086" y="44259"/>
                  </a:lnTo>
                  <a:lnTo>
                    <a:pt x="24491" y="43877"/>
                  </a:lnTo>
                  <a:lnTo>
                    <a:pt x="24873" y="43495"/>
                  </a:lnTo>
                  <a:lnTo>
                    <a:pt x="25278" y="43135"/>
                  </a:lnTo>
                  <a:lnTo>
                    <a:pt x="25683" y="42753"/>
                  </a:lnTo>
                  <a:lnTo>
                    <a:pt x="26065" y="42415"/>
                  </a:lnTo>
                  <a:lnTo>
                    <a:pt x="26470" y="42056"/>
                  </a:lnTo>
                  <a:lnTo>
                    <a:pt x="26852" y="41718"/>
                  </a:lnTo>
                  <a:lnTo>
                    <a:pt x="27257" y="41403"/>
                  </a:lnTo>
                  <a:lnTo>
                    <a:pt x="27639" y="41088"/>
                  </a:lnTo>
                  <a:lnTo>
                    <a:pt x="28044" y="40796"/>
                  </a:lnTo>
                  <a:lnTo>
                    <a:pt x="28427" y="40481"/>
                  </a:lnTo>
                  <a:lnTo>
                    <a:pt x="28831" y="40211"/>
                  </a:lnTo>
                  <a:lnTo>
                    <a:pt x="29236" y="39942"/>
                  </a:lnTo>
                  <a:lnTo>
                    <a:pt x="29619" y="39672"/>
                  </a:lnTo>
                  <a:lnTo>
                    <a:pt x="30023" y="39424"/>
                  </a:lnTo>
                  <a:lnTo>
                    <a:pt x="30405" y="39177"/>
                  </a:lnTo>
                  <a:lnTo>
                    <a:pt x="30811" y="38929"/>
                  </a:lnTo>
                  <a:lnTo>
                    <a:pt x="31193" y="38705"/>
                  </a:lnTo>
                  <a:lnTo>
                    <a:pt x="31597" y="38502"/>
                  </a:lnTo>
                  <a:lnTo>
                    <a:pt x="31980" y="38277"/>
                  </a:lnTo>
                  <a:lnTo>
                    <a:pt x="32385" y="38075"/>
                  </a:lnTo>
                  <a:lnTo>
                    <a:pt x="32789" y="37850"/>
                  </a:lnTo>
                  <a:lnTo>
                    <a:pt x="33172" y="37670"/>
                  </a:lnTo>
                  <a:lnTo>
                    <a:pt x="33577" y="37468"/>
                  </a:lnTo>
                  <a:lnTo>
                    <a:pt x="33959" y="37265"/>
                  </a:lnTo>
                  <a:lnTo>
                    <a:pt x="34364" y="37085"/>
                  </a:lnTo>
                  <a:lnTo>
                    <a:pt x="34746" y="36905"/>
                  </a:lnTo>
                  <a:lnTo>
                    <a:pt x="35151" y="36725"/>
                  </a:lnTo>
                  <a:lnTo>
                    <a:pt x="35556" y="36546"/>
                  </a:lnTo>
                  <a:lnTo>
                    <a:pt x="35938" y="36388"/>
                  </a:lnTo>
                  <a:lnTo>
                    <a:pt x="36343" y="36208"/>
                  </a:lnTo>
                  <a:lnTo>
                    <a:pt x="36725" y="36051"/>
                  </a:lnTo>
                  <a:lnTo>
                    <a:pt x="37130" y="35871"/>
                  </a:lnTo>
                  <a:lnTo>
                    <a:pt x="37512" y="35713"/>
                  </a:lnTo>
                  <a:lnTo>
                    <a:pt x="37917" y="35556"/>
                  </a:lnTo>
                  <a:lnTo>
                    <a:pt x="38299" y="35376"/>
                  </a:lnTo>
                  <a:lnTo>
                    <a:pt x="38704" y="35219"/>
                  </a:lnTo>
                  <a:lnTo>
                    <a:pt x="39109" y="35061"/>
                  </a:lnTo>
                  <a:lnTo>
                    <a:pt x="39491" y="34881"/>
                  </a:lnTo>
                  <a:lnTo>
                    <a:pt x="39897" y="34724"/>
                  </a:lnTo>
                  <a:lnTo>
                    <a:pt x="40279" y="34544"/>
                  </a:lnTo>
                  <a:lnTo>
                    <a:pt x="40683" y="34387"/>
                  </a:lnTo>
                  <a:lnTo>
                    <a:pt x="41065" y="34207"/>
                  </a:lnTo>
                  <a:lnTo>
                    <a:pt x="41471" y="34027"/>
                  </a:lnTo>
                  <a:lnTo>
                    <a:pt x="41853" y="33847"/>
                  </a:lnTo>
                  <a:lnTo>
                    <a:pt x="42257" y="33667"/>
                  </a:lnTo>
                  <a:lnTo>
                    <a:pt x="42663" y="33487"/>
                  </a:lnTo>
                  <a:lnTo>
                    <a:pt x="43045" y="33307"/>
                  </a:lnTo>
                  <a:lnTo>
                    <a:pt x="43449" y="33127"/>
                  </a:lnTo>
                  <a:lnTo>
                    <a:pt x="43832" y="32947"/>
                  </a:lnTo>
                  <a:lnTo>
                    <a:pt x="44214" y="32745"/>
                  </a:lnTo>
                  <a:lnTo>
                    <a:pt x="44619" y="32542"/>
                  </a:lnTo>
                  <a:lnTo>
                    <a:pt x="45024" y="32363"/>
                  </a:lnTo>
                  <a:lnTo>
                    <a:pt x="45384" y="32160"/>
                  </a:lnTo>
                  <a:lnTo>
                    <a:pt x="45811" y="31958"/>
                  </a:lnTo>
                  <a:lnTo>
                    <a:pt x="46193" y="31733"/>
                  </a:lnTo>
                  <a:lnTo>
                    <a:pt x="46576" y="31530"/>
                  </a:lnTo>
                  <a:lnTo>
                    <a:pt x="46980" y="31328"/>
                  </a:lnTo>
                  <a:lnTo>
                    <a:pt x="47363" y="31103"/>
                  </a:lnTo>
                  <a:lnTo>
                    <a:pt x="47768" y="30901"/>
                  </a:lnTo>
                  <a:lnTo>
                    <a:pt x="48150" y="30676"/>
                  </a:lnTo>
                  <a:lnTo>
                    <a:pt x="48555" y="30451"/>
                  </a:lnTo>
                  <a:lnTo>
                    <a:pt x="48959" y="30226"/>
                  </a:lnTo>
                  <a:lnTo>
                    <a:pt x="49342" y="30001"/>
                  </a:lnTo>
                  <a:lnTo>
                    <a:pt x="49747" y="29754"/>
                  </a:lnTo>
                  <a:lnTo>
                    <a:pt x="50129" y="29529"/>
                  </a:lnTo>
                  <a:lnTo>
                    <a:pt x="50534" y="29281"/>
                  </a:lnTo>
                  <a:lnTo>
                    <a:pt x="50916" y="29034"/>
                  </a:lnTo>
                  <a:lnTo>
                    <a:pt x="51321" y="28787"/>
                  </a:lnTo>
                  <a:lnTo>
                    <a:pt x="51704" y="28539"/>
                  </a:lnTo>
                  <a:lnTo>
                    <a:pt x="52108" y="28292"/>
                  </a:lnTo>
                  <a:lnTo>
                    <a:pt x="52513" y="28045"/>
                  </a:lnTo>
                  <a:lnTo>
                    <a:pt x="52895" y="27797"/>
                  </a:lnTo>
                  <a:lnTo>
                    <a:pt x="53300" y="27527"/>
                  </a:lnTo>
                  <a:lnTo>
                    <a:pt x="53682" y="27280"/>
                  </a:lnTo>
                  <a:lnTo>
                    <a:pt x="54087" y="27010"/>
                  </a:lnTo>
                  <a:lnTo>
                    <a:pt x="54470" y="26740"/>
                  </a:lnTo>
                  <a:lnTo>
                    <a:pt x="54874" y="26470"/>
                  </a:lnTo>
                  <a:lnTo>
                    <a:pt x="55257" y="26200"/>
                  </a:lnTo>
                  <a:lnTo>
                    <a:pt x="55662" y="25930"/>
                  </a:lnTo>
                  <a:lnTo>
                    <a:pt x="56066" y="25661"/>
                  </a:lnTo>
                  <a:lnTo>
                    <a:pt x="56449" y="25391"/>
                  </a:lnTo>
                  <a:lnTo>
                    <a:pt x="56853" y="25098"/>
                  </a:lnTo>
                  <a:lnTo>
                    <a:pt x="57236" y="24828"/>
                  </a:lnTo>
                  <a:lnTo>
                    <a:pt x="57641" y="24559"/>
                  </a:lnTo>
                  <a:lnTo>
                    <a:pt x="58023" y="24266"/>
                  </a:lnTo>
                  <a:lnTo>
                    <a:pt x="58428" y="23996"/>
                  </a:lnTo>
                  <a:lnTo>
                    <a:pt x="58810" y="23704"/>
                  </a:lnTo>
                  <a:lnTo>
                    <a:pt x="59215" y="23434"/>
                  </a:lnTo>
                  <a:lnTo>
                    <a:pt x="59619" y="23142"/>
                  </a:lnTo>
                  <a:lnTo>
                    <a:pt x="60002" y="22872"/>
                  </a:lnTo>
                  <a:lnTo>
                    <a:pt x="60407" y="22580"/>
                  </a:lnTo>
                  <a:lnTo>
                    <a:pt x="60789" y="22310"/>
                  </a:lnTo>
                  <a:lnTo>
                    <a:pt x="61194" y="22040"/>
                  </a:lnTo>
                  <a:lnTo>
                    <a:pt x="61576" y="21747"/>
                  </a:lnTo>
                  <a:lnTo>
                    <a:pt x="61981" y="21478"/>
                  </a:lnTo>
                  <a:lnTo>
                    <a:pt x="62364" y="21185"/>
                  </a:lnTo>
                  <a:lnTo>
                    <a:pt x="62768" y="20915"/>
                  </a:lnTo>
                  <a:lnTo>
                    <a:pt x="63173" y="20645"/>
                  </a:lnTo>
                  <a:lnTo>
                    <a:pt x="63555" y="20353"/>
                  </a:lnTo>
                  <a:lnTo>
                    <a:pt x="63960" y="20083"/>
                  </a:lnTo>
                  <a:lnTo>
                    <a:pt x="64342" y="19791"/>
                  </a:lnTo>
                  <a:lnTo>
                    <a:pt x="64747" y="19521"/>
                  </a:lnTo>
                  <a:lnTo>
                    <a:pt x="65130" y="19229"/>
                  </a:lnTo>
                  <a:lnTo>
                    <a:pt x="65534" y="18959"/>
                  </a:lnTo>
                  <a:lnTo>
                    <a:pt x="65939" y="18666"/>
                  </a:lnTo>
                  <a:lnTo>
                    <a:pt x="66322" y="18396"/>
                  </a:lnTo>
                  <a:lnTo>
                    <a:pt x="66726" y="18104"/>
                  </a:lnTo>
                  <a:lnTo>
                    <a:pt x="67109" y="17834"/>
                  </a:lnTo>
                  <a:lnTo>
                    <a:pt x="67513" y="17542"/>
                  </a:lnTo>
                  <a:lnTo>
                    <a:pt x="67896" y="17272"/>
                  </a:lnTo>
                  <a:lnTo>
                    <a:pt x="68301" y="16980"/>
                  </a:lnTo>
                  <a:lnTo>
                    <a:pt x="68683" y="16710"/>
                  </a:lnTo>
                  <a:lnTo>
                    <a:pt x="69088" y="16417"/>
                  </a:lnTo>
                  <a:lnTo>
                    <a:pt x="69493" y="16148"/>
                  </a:lnTo>
                  <a:lnTo>
                    <a:pt x="69875" y="15855"/>
                  </a:lnTo>
                  <a:lnTo>
                    <a:pt x="70280" y="15585"/>
                  </a:lnTo>
                  <a:lnTo>
                    <a:pt x="70662" y="15315"/>
                  </a:lnTo>
                  <a:lnTo>
                    <a:pt x="71067" y="15023"/>
                  </a:lnTo>
                  <a:lnTo>
                    <a:pt x="71449" y="14753"/>
                  </a:lnTo>
                  <a:lnTo>
                    <a:pt x="71854" y="14483"/>
                  </a:lnTo>
                  <a:lnTo>
                    <a:pt x="72236" y="14191"/>
                  </a:lnTo>
                  <a:lnTo>
                    <a:pt x="72641" y="13921"/>
                  </a:lnTo>
                  <a:lnTo>
                    <a:pt x="73046" y="13651"/>
                  </a:lnTo>
                  <a:lnTo>
                    <a:pt x="73428" y="13359"/>
                  </a:lnTo>
                  <a:lnTo>
                    <a:pt x="73833" y="13089"/>
                  </a:lnTo>
                  <a:lnTo>
                    <a:pt x="74216" y="12819"/>
                  </a:lnTo>
                  <a:lnTo>
                    <a:pt x="74620" y="12527"/>
                  </a:lnTo>
                  <a:lnTo>
                    <a:pt x="75002" y="12257"/>
                  </a:lnTo>
                  <a:lnTo>
                    <a:pt x="75407" y="11987"/>
                  </a:lnTo>
                  <a:lnTo>
                    <a:pt x="75790" y="11695"/>
                  </a:lnTo>
                  <a:lnTo>
                    <a:pt x="76194" y="11425"/>
                  </a:lnTo>
                  <a:lnTo>
                    <a:pt x="76599" y="11155"/>
                  </a:lnTo>
                  <a:lnTo>
                    <a:pt x="76982" y="10862"/>
                  </a:lnTo>
                  <a:lnTo>
                    <a:pt x="77386" y="10593"/>
                  </a:lnTo>
                  <a:lnTo>
                    <a:pt x="77769" y="10323"/>
                  </a:lnTo>
                  <a:lnTo>
                    <a:pt x="78173" y="10053"/>
                  </a:lnTo>
                  <a:lnTo>
                    <a:pt x="78556" y="9783"/>
                  </a:lnTo>
                  <a:lnTo>
                    <a:pt x="78961" y="9513"/>
                  </a:lnTo>
                  <a:lnTo>
                    <a:pt x="79343" y="9243"/>
                  </a:lnTo>
                  <a:lnTo>
                    <a:pt x="79748" y="8973"/>
                  </a:lnTo>
                  <a:lnTo>
                    <a:pt x="80153" y="8703"/>
                  </a:lnTo>
                  <a:lnTo>
                    <a:pt x="80535" y="8434"/>
                  </a:lnTo>
                  <a:lnTo>
                    <a:pt x="80940" y="8186"/>
                  </a:lnTo>
                  <a:lnTo>
                    <a:pt x="81322" y="7916"/>
                  </a:lnTo>
                  <a:lnTo>
                    <a:pt x="81727" y="7669"/>
                  </a:lnTo>
                  <a:lnTo>
                    <a:pt x="82109" y="7422"/>
                  </a:lnTo>
                  <a:lnTo>
                    <a:pt x="82514" y="7152"/>
                  </a:lnTo>
                  <a:lnTo>
                    <a:pt x="82919" y="6904"/>
                  </a:lnTo>
                  <a:lnTo>
                    <a:pt x="83301" y="6657"/>
                  </a:lnTo>
                  <a:lnTo>
                    <a:pt x="83706" y="6410"/>
                  </a:lnTo>
                  <a:lnTo>
                    <a:pt x="84088" y="6140"/>
                  </a:lnTo>
                  <a:lnTo>
                    <a:pt x="84493" y="5915"/>
                  </a:lnTo>
                  <a:lnTo>
                    <a:pt x="84876" y="5667"/>
                  </a:lnTo>
                  <a:lnTo>
                    <a:pt x="85280" y="5420"/>
                  </a:lnTo>
                  <a:lnTo>
                    <a:pt x="85662" y="5173"/>
                  </a:lnTo>
                  <a:lnTo>
                    <a:pt x="86067" y="4948"/>
                  </a:lnTo>
                  <a:lnTo>
                    <a:pt x="86472" y="4723"/>
                  </a:lnTo>
                  <a:lnTo>
                    <a:pt x="86854" y="4498"/>
                  </a:lnTo>
                  <a:lnTo>
                    <a:pt x="87259" y="4273"/>
                  </a:lnTo>
                  <a:lnTo>
                    <a:pt x="87642" y="4048"/>
                  </a:lnTo>
                  <a:lnTo>
                    <a:pt x="88047" y="3846"/>
                  </a:lnTo>
                  <a:lnTo>
                    <a:pt x="88429" y="3621"/>
                  </a:lnTo>
                  <a:lnTo>
                    <a:pt x="88834" y="3418"/>
                  </a:lnTo>
                  <a:lnTo>
                    <a:pt x="89216" y="3216"/>
                  </a:lnTo>
                  <a:lnTo>
                    <a:pt x="89621" y="3014"/>
                  </a:lnTo>
                  <a:lnTo>
                    <a:pt x="90025" y="2811"/>
                  </a:lnTo>
                  <a:lnTo>
                    <a:pt x="90408" y="2631"/>
                  </a:lnTo>
                  <a:lnTo>
                    <a:pt x="90813" y="2429"/>
                  </a:lnTo>
                  <a:lnTo>
                    <a:pt x="91195" y="2249"/>
                  </a:lnTo>
                  <a:lnTo>
                    <a:pt x="91600" y="2069"/>
                  </a:lnTo>
                  <a:lnTo>
                    <a:pt x="91982" y="1889"/>
                  </a:lnTo>
                  <a:lnTo>
                    <a:pt x="92387" y="1732"/>
                  </a:lnTo>
                  <a:lnTo>
                    <a:pt x="92770" y="1574"/>
                  </a:lnTo>
                  <a:lnTo>
                    <a:pt x="93174" y="1394"/>
                  </a:lnTo>
                  <a:lnTo>
                    <a:pt x="93579" y="1259"/>
                  </a:lnTo>
                  <a:lnTo>
                    <a:pt x="93961" y="1102"/>
                  </a:lnTo>
                  <a:lnTo>
                    <a:pt x="94366" y="967"/>
                  </a:lnTo>
                  <a:lnTo>
                    <a:pt x="94748" y="832"/>
                  </a:lnTo>
                  <a:lnTo>
                    <a:pt x="95153" y="720"/>
                  </a:lnTo>
                  <a:lnTo>
                    <a:pt x="95536" y="585"/>
                  </a:lnTo>
                  <a:lnTo>
                    <a:pt x="95940" y="495"/>
                  </a:lnTo>
                  <a:lnTo>
                    <a:pt x="96345" y="382"/>
                  </a:lnTo>
                  <a:lnTo>
                    <a:pt x="96727" y="292"/>
                  </a:lnTo>
                  <a:lnTo>
                    <a:pt x="97132" y="225"/>
                  </a:lnTo>
                  <a:lnTo>
                    <a:pt x="97515" y="157"/>
                  </a:lnTo>
                  <a:lnTo>
                    <a:pt x="97919" y="112"/>
                  </a:lnTo>
                  <a:lnTo>
                    <a:pt x="98302" y="67"/>
                  </a:lnTo>
                  <a:lnTo>
                    <a:pt x="98707" y="22"/>
                  </a:lnTo>
                  <a:lnTo>
                    <a:pt x="99089" y="22"/>
                  </a:lnTo>
                  <a:lnTo>
                    <a:pt x="99494" y="0"/>
                  </a:lnTo>
                  <a:lnTo>
                    <a:pt x="99899" y="22"/>
                  </a:lnTo>
                  <a:lnTo>
                    <a:pt x="100281" y="45"/>
                  </a:lnTo>
                  <a:lnTo>
                    <a:pt x="100685" y="67"/>
                  </a:lnTo>
                  <a:lnTo>
                    <a:pt x="101068" y="112"/>
                  </a:lnTo>
                  <a:lnTo>
                    <a:pt x="101473" y="180"/>
                  </a:lnTo>
                  <a:lnTo>
                    <a:pt x="101855" y="270"/>
                  </a:lnTo>
                  <a:lnTo>
                    <a:pt x="102260" y="360"/>
                  </a:lnTo>
                  <a:lnTo>
                    <a:pt x="102642" y="472"/>
                  </a:lnTo>
                  <a:lnTo>
                    <a:pt x="103047" y="607"/>
                  </a:lnTo>
                  <a:lnTo>
                    <a:pt x="103452" y="765"/>
                  </a:lnTo>
                  <a:lnTo>
                    <a:pt x="103834" y="922"/>
                  </a:lnTo>
                  <a:lnTo>
                    <a:pt x="104239" y="1124"/>
                  </a:lnTo>
                  <a:lnTo>
                    <a:pt x="104621" y="1327"/>
                  </a:lnTo>
                  <a:lnTo>
                    <a:pt x="105026" y="1552"/>
                  </a:lnTo>
                  <a:lnTo>
                    <a:pt x="105408" y="1799"/>
                  </a:lnTo>
                  <a:lnTo>
                    <a:pt x="105813" y="2047"/>
                  </a:lnTo>
                  <a:lnTo>
                    <a:pt x="106196" y="2339"/>
                  </a:lnTo>
                  <a:lnTo>
                    <a:pt x="106600" y="2631"/>
                  </a:lnTo>
                  <a:lnTo>
                    <a:pt x="107005" y="2969"/>
                  </a:lnTo>
                  <a:lnTo>
                    <a:pt x="107388" y="3306"/>
                  </a:lnTo>
                  <a:lnTo>
                    <a:pt x="107792" y="3688"/>
                  </a:lnTo>
                  <a:lnTo>
                    <a:pt x="108175" y="4071"/>
                  </a:lnTo>
                  <a:lnTo>
                    <a:pt x="108579" y="4475"/>
                  </a:lnTo>
                  <a:lnTo>
                    <a:pt x="108962" y="4925"/>
                  </a:lnTo>
                  <a:lnTo>
                    <a:pt x="109367" y="5375"/>
                  </a:lnTo>
                  <a:lnTo>
                    <a:pt x="109749" y="5847"/>
                  </a:lnTo>
                  <a:lnTo>
                    <a:pt x="110154" y="6365"/>
                  </a:lnTo>
                  <a:lnTo>
                    <a:pt x="110559" y="6882"/>
                  </a:lnTo>
                  <a:lnTo>
                    <a:pt x="110941" y="7444"/>
                  </a:lnTo>
                  <a:lnTo>
                    <a:pt x="111345" y="8029"/>
                  </a:lnTo>
                  <a:lnTo>
                    <a:pt x="111728" y="8636"/>
                  </a:lnTo>
                  <a:lnTo>
                    <a:pt x="112133" y="9288"/>
                  </a:lnTo>
                  <a:lnTo>
                    <a:pt x="112515" y="9940"/>
                  </a:lnTo>
                  <a:lnTo>
                    <a:pt x="112920" y="10638"/>
                  </a:lnTo>
                  <a:lnTo>
                    <a:pt x="113325" y="11357"/>
                  </a:lnTo>
                  <a:lnTo>
                    <a:pt x="113707" y="12099"/>
                  </a:lnTo>
                  <a:lnTo>
                    <a:pt x="114112" y="12864"/>
                  </a:lnTo>
                  <a:lnTo>
                    <a:pt x="114494" y="13674"/>
                  </a:lnTo>
                  <a:lnTo>
                    <a:pt x="114899" y="14506"/>
                  </a:lnTo>
                  <a:lnTo>
                    <a:pt x="115281" y="15360"/>
                  </a:lnTo>
                  <a:lnTo>
                    <a:pt x="115686" y="16260"/>
                  </a:lnTo>
                  <a:lnTo>
                    <a:pt x="116068" y="17182"/>
                  </a:lnTo>
                  <a:lnTo>
                    <a:pt x="116473" y="18127"/>
                  </a:lnTo>
                  <a:lnTo>
                    <a:pt x="116878" y="19116"/>
                  </a:lnTo>
                  <a:lnTo>
                    <a:pt x="117260" y="20128"/>
                  </a:lnTo>
                  <a:lnTo>
                    <a:pt x="117665" y="21163"/>
                  </a:lnTo>
                  <a:lnTo>
                    <a:pt x="118048" y="22220"/>
                  </a:lnTo>
                  <a:lnTo>
                    <a:pt x="118452" y="23322"/>
                  </a:lnTo>
                  <a:lnTo>
                    <a:pt x="118835" y="24469"/>
                  </a:lnTo>
                  <a:lnTo>
                    <a:pt x="119239" y="25616"/>
                  </a:lnTo>
                  <a:lnTo>
                    <a:pt x="119622" y="26808"/>
                  </a:lnTo>
                  <a:lnTo>
                    <a:pt x="120027" y="28045"/>
                  </a:lnTo>
                  <a:lnTo>
                    <a:pt x="120431" y="29281"/>
                  </a:lnTo>
                  <a:lnTo>
                    <a:pt x="120814" y="30563"/>
                  </a:lnTo>
                  <a:lnTo>
                    <a:pt x="121219" y="31868"/>
                  </a:lnTo>
                  <a:lnTo>
                    <a:pt x="121601" y="33217"/>
                  </a:lnTo>
                  <a:lnTo>
                    <a:pt x="122006" y="34566"/>
                  </a:lnTo>
                  <a:lnTo>
                    <a:pt x="122388" y="35961"/>
                  </a:lnTo>
                  <a:lnTo>
                    <a:pt x="122793" y="37400"/>
                  </a:lnTo>
                  <a:lnTo>
                    <a:pt x="123175" y="38840"/>
                  </a:lnTo>
                  <a:lnTo>
                    <a:pt x="123580" y="40346"/>
                  </a:lnTo>
                  <a:lnTo>
                    <a:pt x="123985" y="41853"/>
                  </a:lnTo>
                  <a:lnTo>
                    <a:pt x="124367" y="43382"/>
                  </a:lnTo>
                  <a:lnTo>
                    <a:pt x="124772" y="44957"/>
                  </a:lnTo>
                  <a:lnTo>
                    <a:pt x="125154" y="46553"/>
                  </a:lnTo>
                  <a:lnTo>
                    <a:pt x="125559" y="48195"/>
                  </a:lnTo>
                  <a:lnTo>
                    <a:pt x="125942" y="49837"/>
                  </a:lnTo>
                  <a:lnTo>
                    <a:pt x="126346" y="51524"/>
                  </a:lnTo>
                  <a:lnTo>
                    <a:pt x="126751" y="53233"/>
                  </a:lnTo>
                  <a:lnTo>
                    <a:pt x="127133" y="54987"/>
                  </a:lnTo>
                  <a:lnTo>
                    <a:pt x="127538" y="56741"/>
                  </a:lnTo>
                  <a:lnTo>
                    <a:pt x="127920" y="58540"/>
                  </a:lnTo>
                  <a:lnTo>
                    <a:pt x="128325" y="60362"/>
                  </a:lnTo>
                  <a:lnTo>
                    <a:pt x="128708" y="62206"/>
                  </a:lnTo>
                  <a:lnTo>
                    <a:pt x="129113" y="64073"/>
                  </a:lnTo>
                  <a:lnTo>
                    <a:pt x="129495" y="65962"/>
                  </a:lnTo>
                  <a:lnTo>
                    <a:pt x="129899" y="67896"/>
                  </a:lnTo>
                  <a:lnTo>
                    <a:pt x="130305" y="69830"/>
                  </a:lnTo>
                  <a:lnTo>
                    <a:pt x="130687" y="71787"/>
                  </a:lnTo>
                  <a:lnTo>
                    <a:pt x="131091" y="73788"/>
                  </a:lnTo>
                  <a:lnTo>
                    <a:pt x="131474" y="75812"/>
                  </a:lnTo>
                  <a:lnTo>
                    <a:pt x="131879" y="77836"/>
                  </a:lnTo>
                  <a:lnTo>
                    <a:pt x="132261" y="79883"/>
                  </a:lnTo>
                  <a:lnTo>
                    <a:pt x="132666" y="81975"/>
                  </a:lnTo>
                  <a:lnTo>
                    <a:pt x="133048" y="84066"/>
                  </a:lnTo>
                  <a:lnTo>
                    <a:pt x="133453" y="86180"/>
                  </a:lnTo>
                  <a:lnTo>
                    <a:pt x="133858" y="88317"/>
                  </a:lnTo>
                  <a:lnTo>
                    <a:pt x="134240" y="90476"/>
                  </a:lnTo>
                  <a:lnTo>
                    <a:pt x="134645" y="92635"/>
                  </a:lnTo>
                  <a:lnTo>
                    <a:pt x="135027" y="94839"/>
                  </a:lnTo>
                  <a:lnTo>
                    <a:pt x="135432" y="97043"/>
                  </a:lnTo>
                  <a:lnTo>
                    <a:pt x="135814" y="99269"/>
                  </a:lnTo>
                  <a:lnTo>
                    <a:pt x="136219" y="101518"/>
                  </a:lnTo>
                  <a:lnTo>
                    <a:pt x="136602" y="103767"/>
                  </a:lnTo>
                  <a:lnTo>
                    <a:pt x="137006" y="106038"/>
                  </a:lnTo>
                  <a:lnTo>
                    <a:pt x="137411" y="108332"/>
                  </a:lnTo>
                  <a:lnTo>
                    <a:pt x="137793" y="110626"/>
                  </a:lnTo>
                  <a:lnTo>
                    <a:pt x="138198" y="112943"/>
                  </a:lnTo>
                  <a:lnTo>
                    <a:pt x="138581" y="115259"/>
                  </a:lnTo>
                  <a:lnTo>
                    <a:pt x="138985" y="117598"/>
                  </a:lnTo>
                  <a:lnTo>
                    <a:pt x="139368" y="119959"/>
                  </a:lnTo>
                  <a:lnTo>
                    <a:pt x="139773" y="122321"/>
                  </a:lnTo>
                  <a:lnTo>
                    <a:pt x="140155" y="124682"/>
                  </a:lnTo>
                  <a:lnTo>
                    <a:pt x="140560" y="127066"/>
                  </a:lnTo>
                  <a:lnTo>
                    <a:pt x="140965" y="129473"/>
                  </a:lnTo>
                  <a:lnTo>
                    <a:pt x="141347" y="131879"/>
                  </a:lnTo>
                  <a:lnTo>
                    <a:pt x="141751" y="134285"/>
                  </a:lnTo>
                  <a:lnTo>
                    <a:pt x="142134" y="136714"/>
                  </a:lnTo>
                  <a:lnTo>
                    <a:pt x="142539" y="139143"/>
                  </a:lnTo>
                  <a:lnTo>
                    <a:pt x="142921" y="141594"/>
                  </a:lnTo>
                  <a:lnTo>
                    <a:pt x="143326" y="144046"/>
                  </a:lnTo>
                  <a:lnTo>
                    <a:pt x="143731" y="146497"/>
                  </a:lnTo>
                  <a:lnTo>
                    <a:pt x="144113" y="148949"/>
                  </a:lnTo>
                  <a:lnTo>
                    <a:pt x="144518" y="151422"/>
                  </a:lnTo>
                  <a:lnTo>
                    <a:pt x="144900" y="153896"/>
                  </a:lnTo>
                  <a:lnTo>
                    <a:pt x="145305" y="156370"/>
                  </a:lnTo>
                  <a:lnTo>
                    <a:pt x="145687" y="158866"/>
                  </a:lnTo>
                  <a:lnTo>
                    <a:pt x="146092" y="161363"/>
                  </a:lnTo>
                  <a:lnTo>
                    <a:pt x="146474" y="163837"/>
                  </a:lnTo>
                  <a:lnTo>
                    <a:pt x="146879" y="166355"/>
                  </a:lnTo>
                  <a:lnTo>
                    <a:pt x="147284" y="168852"/>
                  </a:lnTo>
                  <a:lnTo>
                    <a:pt x="147666" y="171348"/>
                  </a:lnTo>
                  <a:lnTo>
                    <a:pt x="148071" y="175869"/>
                  </a:lnTo>
                  <a:lnTo>
                    <a:pt x="148453" y="179602"/>
                  </a:lnTo>
                  <a:lnTo>
                    <a:pt x="148858" y="182233"/>
                  </a:lnTo>
                  <a:lnTo>
                    <a:pt x="149241" y="184887"/>
                  </a:lnTo>
                  <a:lnTo>
                    <a:pt x="149645" y="187541"/>
                  </a:lnTo>
                  <a:lnTo>
                    <a:pt x="150028" y="190194"/>
                  </a:lnTo>
                  <a:lnTo>
                    <a:pt x="150433" y="192848"/>
                  </a:lnTo>
                  <a:lnTo>
                    <a:pt x="150837" y="195502"/>
                  </a:lnTo>
                  <a:lnTo>
                    <a:pt x="151220" y="198178"/>
                  </a:lnTo>
                  <a:lnTo>
                    <a:pt x="151625" y="200832"/>
                  </a:lnTo>
                  <a:lnTo>
                    <a:pt x="152007" y="203486"/>
                  </a:lnTo>
                  <a:lnTo>
                    <a:pt x="152411" y="206139"/>
                  </a:lnTo>
                  <a:lnTo>
                    <a:pt x="152794" y="208793"/>
                  </a:lnTo>
                  <a:lnTo>
                    <a:pt x="153199" y="211470"/>
                  </a:lnTo>
                  <a:lnTo>
                    <a:pt x="153581" y="214123"/>
                  </a:lnTo>
                  <a:lnTo>
                    <a:pt x="153986" y="216777"/>
                  </a:lnTo>
                  <a:lnTo>
                    <a:pt x="154391" y="219431"/>
                  </a:lnTo>
                  <a:lnTo>
                    <a:pt x="154773" y="222107"/>
                  </a:lnTo>
                  <a:lnTo>
                    <a:pt x="155178" y="224761"/>
                  </a:lnTo>
                  <a:lnTo>
                    <a:pt x="155560" y="227392"/>
                  </a:lnTo>
                  <a:lnTo>
                    <a:pt x="155965" y="230046"/>
                  </a:lnTo>
                  <a:lnTo>
                    <a:pt x="156347" y="232700"/>
                  </a:lnTo>
                  <a:lnTo>
                    <a:pt x="156752" y="235331"/>
                  </a:lnTo>
                  <a:lnTo>
                    <a:pt x="157157" y="237985"/>
                  </a:lnTo>
                  <a:lnTo>
                    <a:pt x="157539" y="240616"/>
                  </a:lnTo>
                  <a:lnTo>
                    <a:pt x="157944" y="243247"/>
                  </a:lnTo>
                  <a:lnTo>
                    <a:pt x="158326" y="245879"/>
                  </a:lnTo>
                  <a:lnTo>
                    <a:pt x="158731" y="248510"/>
                  </a:lnTo>
                  <a:lnTo>
                    <a:pt x="159114" y="251119"/>
                  </a:lnTo>
                  <a:lnTo>
                    <a:pt x="159518" y="253727"/>
                  </a:lnTo>
                  <a:lnTo>
                    <a:pt x="159901" y="256336"/>
                  </a:lnTo>
                  <a:lnTo>
                    <a:pt x="160305" y="258945"/>
                  </a:lnTo>
                  <a:lnTo>
                    <a:pt x="160710" y="261531"/>
                  </a:lnTo>
                  <a:lnTo>
                    <a:pt x="161093" y="264118"/>
                  </a:lnTo>
                  <a:lnTo>
                    <a:pt x="161497" y="266704"/>
                  </a:lnTo>
                  <a:lnTo>
                    <a:pt x="161880" y="269290"/>
                  </a:lnTo>
                  <a:lnTo>
                    <a:pt x="162285" y="271854"/>
                  </a:lnTo>
                  <a:lnTo>
                    <a:pt x="162667" y="274418"/>
                  </a:lnTo>
                  <a:lnTo>
                    <a:pt x="163071" y="276982"/>
                  </a:lnTo>
                  <a:lnTo>
                    <a:pt x="163454" y="279545"/>
                  </a:lnTo>
                  <a:lnTo>
                    <a:pt x="163859" y="282087"/>
                  </a:lnTo>
                  <a:lnTo>
                    <a:pt x="164263" y="284628"/>
                  </a:lnTo>
                  <a:lnTo>
                    <a:pt x="164624" y="287147"/>
                  </a:lnTo>
                  <a:lnTo>
                    <a:pt x="165028" y="289666"/>
                  </a:lnTo>
                  <a:lnTo>
                    <a:pt x="165433" y="292185"/>
                  </a:lnTo>
                  <a:lnTo>
                    <a:pt x="165816" y="294703"/>
                  </a:lnTo>
                  <a:lnTo>
                    <a:pt x="166198" y="297200"/>
                  </a:lnTo>
                  <a:lnTo>
                    <a:pt x="166602" y="299674"/>
                  </a:lnTo>
                  <a:lnTo>
                    <a:pt x="166985" y="302170"/>
                  </a:lnTo>
                  <a:lnTo>
                    <a:pt x="167390" y="304644"/>
                  </a:lnTo>
                  <a:lnTo>
                    <a:pt x="167794" y="307095"/>
                  </a:lnTo>
                  <a:lnTo>
                    <a:pt x="168177" y="309547"/>
                  </a:lnTo>
                  <a:lnTo>
                    <a:pt x="168582" y="311998"/>
                  </a:lnTo>
                  <a:lnTo>
                    <a:pt x="168964" y="314427"/>
                  </a:lnTo>
                  <a:lnTo>
                    <a:pt x="169369" y="316856"/>
                  </a:lnTo>
                  <a:lnTo>
                    <a:pt x="169751" y="319285"/>
                  </a:lnTo>
                  <a:lnTo>
                    <a:pt x="170156" y="321691"/>
                  </a:lnTo>
                  <a:lnTo>
                    <a:pt x="170538" y="324075"/>
                  </a:lnTo>
                  <a:lnTo>
                    <a:pt x="170943" y="326436"/>
                  </a:lnTo>
                  <a:lnTo>
                    <a:pt x="171348" y="328798"/>
                  </a:lnTo>
                  <a:lnTo>
                    <a:pt x="171730" y="331182"/>
                  </a:lnTo>
                  <a:lnTo>
                    <a:pt x="172135" y="333520"/>
                  </a:lnTo>
                  <a:lnTo>
                    <a:pt x="172518" y="335859"/>
                  </a:lnTo>
                  <a:lnTo>
                    <a:pt x="172922" y="338198"/>
                  </a:lnTo>
                  <a:lnTo>
                    <a:pt x="173304" y="340537"/>
                  </a:lnTo>
                  <a:lnTo>
                    <a:pt x="173710" y="342831"/>
                  </a:lnTo>
                  <a:lnTo>
                    <a:pt x="174114" y="345148"/>
                  </a:lnTo>
                  <a:lnTo>
                    <a:pt x="174496" y="347442"/>
                  </a:lnTo>
                  <a:lnTo>
                    <a:pt x="174901" y="349713"/>
                  </a:lnTo>
                  <a:lnTo>
                    <a:pt x="175284" y="351984"/>
                  </a:lnTo>
                  <a:lnTo>
                    <a:pt x="175688" y="354256"/>
                  </a:lnTo>
                  <a:lnTo>
                    <a:pt x="176070" y="356505"/>
                  </a:lnTo>
                  <a:lnTo>
                    <a:pt x="176476" y="358731"/>
                  </a:lnTo>
                  <a:lnTo>
                    <a:pt x="176858" y="360958"/>
                  </a:lnTo>
                  <a:lnTo>
                    <a:pt x="177263" y="363162"/>
                  </a:lnTo>
                  <a:lnTo>
                    <a:pt x="177668" y="365366"/>
                  </a:lnTo>
                  <a:lnTo>
                    <a:pt x="178050" y="367570"/>
                  </a:lnTo>
                  <a:lnTo>
                    <a:pt x="178455" y="369729"/>
                  </a:lnTo>
                  <a:lnTo>
                    <a:pt x="178837" y="371910"/>
                  </a:lnTo>
                  <a:lnTo>
                    <a:pt x="179242" y="374069"/>
                  </a:lnTo>
                  <a:lnTo>
                    <a:pt x="179624" y="376206"/>
                  </a:lnTo>
                  <a:lnTo>
                    <a:pt x="180029" y="378320"/>
                  </a:lnTo>
                  <a:lnTo>
                    <a:pt x="180411" y="380456"/>
                  </a:lnTo>
                  <a:lnTo>
                    <a:pt x="180816" y="382548"/>
                  </a:lnTo>
                  <a:lnTo>
                    <a:pt x="181221" y="384639"/>
                  </a:lnTo>
                  <a:lnTo>
                    <a:pt x="181603" y="386731"/>
                  </a:lnTo>
                  <a:lnTo>
                    <a:pt x="182008" y="388800"/>
                  </a:lnTo>
                  <a:lnTo>
                    <a:pt x="182390" y="390846"/>
                  </a:lnTo>
                  <a:lnTo>
                    <a:pt x="182795" y="392893"/>
                  </a:lnTo>
                  <a:lnTo>
                    <a:pt x="183178" y="394917"/>
                  </a:lnTo>
                  <a:lnTo>
                    <a:pt x="183582" y="396941"/>
                  </a:lnTo>
                  <a:lnTo>
                    <a:pt x="183964" y="398943"/>
                  </a:lnTo>
                  <a:lnTo>
                    <a:pt x="184370" y="400922"/>
                  </a:lnTo>
                  <a:lnTo>
                    <a:pt x="184774" y="402901"/>
                  </a:lnTo>
                  <a:lnTo>
                    <a:pt x="185156" y="404880"/>
                  </a:lnTo>
                  <a:lnTo>
                    <a:pt x="185561" y="406837"/>
                  </a:lnTo>
                  <a:lnTo>
                    <a:pt x="185944" y="408771"/>
                  </a:lnTo>
                  <a:lnTo>
                    <a:pt x="186348" y="410705"/>
                  </a:lnTo>
                  <a:lnTo>
                    <a:pt x="186731" y="412616"/>
                  </a:lnTo>
                  <a:lnTo>
                    <a:pt x="187136" y="414505"/>
                  </a:lnTo>
                  <a:lnTo>
                    <a:pt x="187540" y="416395"/>
                  </a:lnTo>
                  <a:lnTo>
                    <a:pt x="187923" y="418261"/>
                  </a:lnTo>
                  <a:lnTo>
                    <a:pt x="188328" y="420128"/>
                  </a:lnTo>
                  <a:lnTo>
                    <a:pt x="188710" y="421972"/>
                  </a:lnTo>
                  <a:lnTo>
                    <a:pt x="189115" y="423816"/>
                  </a:lnTo>
                  <a:lnTo>
                    <a:pt x="189497" y="425638"/>
                  </a:lnTo>
                  <a:lnTo>
                    <a:pt x="189902" y="427437"/>
                  </a:lnTo>
                  <a:lnTo>
                    <a:pt x="190284" y="429236"/>
                  </a:lnTo>
                  <a:lnTo>
                    <a:pt x="190689" y="431035"/>
                  </a:lnTo>
                  <a:lnTo>
                    <a:pt x="191094" y="432790"/>
                  </a:lnTo>
                  <a:lnTo>
                    <a:pt x="191476" y="434566"/>
                  </a:lnTo>
                  <a:lnTo>
                    <a:pt x="191881" y="436298"/>
                  </a:lnTo>
                  <a:lnTo>
                    <a:pt x="192263" y="438052"/>
                  </a:lnTo>
                  <a:lnTo>
                    <a:pt x="192668" y="439761"/>
                  </a:lnTo>
                  <a:lnTo>
                    <a:pt x="193050" y="441470"/>
                  </a:lnTo>
                  <a:lnTo>
                    <a:pt x="193455" y="443180"/>
                  </a:lnTo>
                  <a:lnTo>
                    <a:pt x="193838" y="444866"/>
                  </a:lnTo>
                  <a:lnTo>
                    <a:pt x="194242" y="446508"/>
                  </a:lnTo>
                  <a:lnTo>
                    <a:pt x="194647" y="448172"/>
                  </a:lnTo>
                  <a:lnTo>
                    <a:pt x="195030" y="449837"/>
                  </a:lnTo>
                  <a:lnTo>
                    <a:pt x="195434" y="451478"/>
                  </a:lnTo>
                  <a:lnTo>
                    <a:pt x="195816" y="453098"/>
                  </a:lnTo>
                  <a:lnTo>
                    <a:pt x="196222" y="454717"/>
                  </a:lnTo>
                  <a:lnTo>
                    <a:pt x="196604" y="456314"/>
                  </a:lnTo>
                  <a:lnTo>
                    <a:pt x="197008" y="457888"/>
                  </a:lnTo>
                  <a:lnTo>
                    <a:pt x="197391" y="459462"/>
                  </a:lnTo>
                  <a:lnTo>
                    <a:pt x="197796" y="461036"/>
                  </a:lnTo>
                  <a:lnTo>
                    <a:pt x="198200" y="462588"/>
                  </a:lnTo>
                  <a:lnTo>
                    <a:pt x="198583" y="464140"/>
                  </a:lnTo>
                  <a:lnTo>
                    <a:pt x="198988" y="465669"/>
                  </a:lnTo>
                  <a:lnTo>
                    <a:pt x="199370" y="467176"/>
                  </a:lnTo>
                  <a:lnTo>
                    <a:pt x="199775" y="468683"/>
                  </a:lnTo>
                  <a:lnTo>
                    <a:pt x="200157" y="470190"/>
                  </a:lnTo>
                  <a:lnTo>
                    <a:pt x="200562" y="471651"/>
                  </a:lnTo>
                  <a:lnTo>
                    <a:pt x="200944" y="473136"/>
                  </a:lnTo>
                  <a:lnTo>
                    <a:pt x="201349" y="474598"/>
                  </a:lnTo>
                  <a:lnTo>
                    <a:pt x="201754" y="476037"/>
                  </a:lnTo>
                  <a:lnTo>
                    <a:pt x="202136" y="477476"/>
                  </a:lnTo>
                  <a:lnTo>
                    <a:pt x="202541" y="478893"/>
                  </a:lnTo>
                  <a:lnTo>
                    <a:pt x="202923" y="480310"/>
                  </a:lnTo>
                  <a:lnTo>
                    <a:pt x="203328" y="481704"/>
                  </a:lnTo>
                  <a:lnTo>
                    <a:pt x="203710" y="483099"/>
                  </a:lnTo>
                  <a:lnTo>
                    <a:pt x="204115" y="484471"/>
                  </a:lnTo>
                  <a:lnTo>
                    <a:pt x="204520" y="485842"/>
                  </a:lnTo>
                  <a:lnTo>
                    <a:pt x="204902" y="487192"/>
                  </a:lnTo>
                  <a:lnTo>
                    <a:pt x="205307" y="488541"/>
                  </a:lnTo>
                  <a:lnTo>
                    <a:pt x="205690" y="489868"/>
                  </a:lnTo>
                  <a:lnTo>
                    <a:pt x="206094" y="491195"/>
                  </a:lnTo>
                  <a:lnTo>
                    <a:pt x="206476" y="492499"/>
                  </a:lnTo>
                  <a:lnTo>
                    <a:pt x="206882" y="493804"/>
                  </a:lnTo>
                  <a:lnTo>
                    <a:pt x="207264" y="495086"/>
                  </a:lnTo>
                  <a:lnTo>
                    <a:pt x="207668" y="496368"/>
                  </a:lnTo>
                  <a:lnTo>
                    <a:pt x="208073" y="497627"/>
                  </a:lnTo>
                  <a:lnTo>
                    <a:pt x="208456" y="498886"/>
                  </a:lnTo>
                  <a:lnTo>
                    <a:pt x="208860" y="500146"/>
                  </a:lnTo>
                  <a:lnTo>
                    <a:pt x="209243" y="501360"/>
                  </a:lnTo>
                  <a:lnTo>
                    <a:pt x="209648" y="502597"/>
                  </a:lnTo>
                  <a:lnTo>
                    <a:pt x="210030" y="503789"/>
                  </a:lnTo>
                  <a:lnTo>
                    <a:pt x="210435" y="505004"/>
                  </a:lnTo>
                  <a:lnTo>
                    <a:pt x="210817" y="506173"/>
                  </a:lnTo>
                  <a:lnTo>
                    <a:pt x="211222" y="507365"/>
                  </a:lnTo>
                  <a:lnTo>
                    <a:pt x="211627" y="508512"/>
                  </a:lnTo>
                  <a:lnTo>
                    <a:pt x="212009" y="509681"/>
                  </a:lnTo>
                  <a:lnTo>
                    <a:pt x="212414" y="510828"/>
                  </a:lnTo>
                  <a:lnTo>
                    <a:pt x="212796" y="511953"/>
                  </a:lnTo>
                  <a:lnTo>
                    <a:pt x="213201" y="513077"/>
                  </a:lnTo>
                  <a:lnTo>
                    <a:pt x="213584" y="514179"/>
                  </a:lnTo>
                  <a:lnTo>
                    <a:pt x="213988" y="515281"/>
                  </a:lnTo>
                  <a:lnTo>
                    <a:pt x="214370" y="516361"/>
                  </a:lnTo>
                  <a:lnTo>
                    <a:pt x="214776" y="517440"/>
                  </a:lnTo>
                  <a:lnTo>
                    <a:pt x="215180" y="518520"/>
                  </a:lnTo>
                  <a:lnTo>
                    <a:pt x="215562" y="519577"/>
                  </a:lnTo>
                  <a:lnTo>
                    <a:pt x="215967" y="520611"/>
                  </a:lnTo>
                  <a:lnTo>
                    <a:pt x="216350" y="521668"/>
                  </a:lnTo>
                  <a:lnTo>
                    <a:pt x="216754" y="522703"/>
                  </a:lnTo>
                  <a:lnTo>
                    <a:pt x="217136" y="523715"/>
                  </a:lnTo>
                  <a:lnTo>
                    <a:pt x="217542" y="524727"/>
                  </a:lnTo>
                  <a:lnTo>
                    <a:pt x="217946" y="525739"/>
                  </a:lnTo>
                  <a:lnTo>
                    <a:pt x="218329" y="526728"/>
                  </a:lnTo>
                  <a:lnTo>
                    <a:pt x="218733" y="527718"/>
                  </a:lnTo>
                  <a:lnTo>
                    <a:pt x="219116" y="528685"/>
                  </a:lnTo>
                  <a:lnTo>
                    <a:pt x="219521" y="529652"/>
                  </a:lnTo>
                  <a:lnTo>
                    <a:pt x="219903" y="530619"/>
                  </a:lnTo>
                  <a:lnTo>
                    <a:pt x="220308" y="531564"/>
                  </a:lnTo>
                  <a:lnTo>
                    <a:pt x="220690" y="532508"/>
                  </a:lnTo>
                  <a:lnTo>
                    <a:pt x="221095" y="533453"/>
                  </a:lnTo>
                  <a:lnTo>
                    <a:pt x="221500" y="534375"/>
                  </a:lnTo>
                  <a:lnTo>
                    <a:pt x="221882" y="535297"/>
                  </a:lnTo>
                  <a:lnTo>
                    <a:pt x="222287" y="536197"/>
                  </a:lnTo>
                  <a:lnTo>
                    <a:pt x="222669" y="537074"/>
                  </a:lnTo>
                  <a:lnTo>
                    <a:pt x="223074" y="537973"/>
                  </a:lnTo>
                  <a:lnTo>
                    <a:pt x="223456" y="538850"/>
                  </a:lnTo>
                  <a:lnTo>
                    <a:pt x="223861" y="539705"/>
                  </a:lnTo>
                  <a:lnTo>
                    <a:pt x="224244" y="540560"/>
                  </a:lnTo>
                  <a:lnTo>
                    <a:pt x="224648" y="541392"/>
                  </a:lnTo>
                  <a:lnTo>
                    <a:pt x="225053" y="542224"/>
                  </a:lnTo>
                  <a:lnTo>
                    <a:pt x="225436" y="543056"/>
                  </a:lnTo>
                  <a:lnTo>
                    <a:pt x="225840" y="543866"/>
                  </a:lnTo>
                  <a:lnTo>
                    <a:pt x="226222" y="544675"/>
                  </a:lnTo>
                  <a:lnTo>
                    <a:pt x="226627" y="545485"/>
                  </a:lnTo>
                  <a:lnTo>
                    <a:pt x="227010" y="546272"/>
                  </a:lnTo>
                  <a:lnTo>
                    <a:pt x="227414" y="547059"/>
                  </a:lnTo>
                  <a:lnTo>
                    <a:pt x="227797" y="547846"/>
                  </a:lnTo>
                  <a:lnTo>
                    <a:pt x="228202" y="548611"/>
                  </a:lnTo>
                  <a:lnTo>
                    <a:pt x="228606" y="549375"/>
                  </a:lnTo>
                  <a:lnTo>
                    <a:pt x="228989" y="550140"/>
                  </a:lnTo>
                  <a:lnTo>
                    <a:pt x="229394" y="550882"/>
                  </a:lnTo>
                  <a:lnTo>
                    <a:pt x="229776" y="551624"/>
                  </a:lnTo>
                  <a:lnTo>
                    <a:pt x="230181" y="552367"/>
                  </a:lnTo>
                  <a:lnTo>
                    <a:pt x="230563" y="553086"/>
                  </a:lnTo>
                  <a:lnTo>
                    <a:pt x="230968" y="553806"/>
                  </a:lnTo>
                  <a:lnTo>
                    <a:pt x="231350" y="554526"/>
                  </a:lnTo>
                  <a:lnTo>
                    <a:pt x="231755" y="555223"/>
                  </a:lnTo>
                  <a:lnTo>
                    <a:pt x="232160" y="555942"/>
                  </a:lnTo>
                  <a:lnTo>
                    <a:pt x="232542" y="556617"/>
                  </a:lnTo>
                  <a:lnTo>
                    <a:pt x="232947" y="557314"/>
                  </a:lnTo>
                  <a:lnTo>
                    <a:pt x="233329" y="557989"/>
                  </a:lnTo>
                  <a:lnTo>
                    <a:pt x="233734" y="558664"/>
                  </a:lnTo>
                  <a:lnTo>
                    <a:pt x="234116" y="559316"/>
                  </a:lnTo>
                  <a:lnTo>
                    <a:pt x="234521" y="559991"/>
                  </a:lnTo>
                  <a:lnTo>
                    <a:pt x="234926" y="560643"/>
                  </a:lnTo>
                  <a:lnTo>
                    <a:pt x="235308" y="561273"/>
                  </a:lnTo>
                  <a:lnTo>
                    <a:pt x="235713" y="561902"/>
                  </a:lnTo>
                  <a:lnTo>
                    <a:pt x="236096" y="562532"/>
                  </a:lnTo>
                  <a:lnTo>
                    <a:pt x="236500" y="563162"/>
                  </a:lnTo>
                  <a:lnTo>
                    <a:pt x="236882" y="563791"/>
                  </a:lnTo>
                  <a:lnTo>
                    <a:pt x="237287" y="564399"/>
                  </a:lnTo>
                  <a:lnTo>
                    <a:pt x="237670" y="564983"/>
                  </a:lnTo>
                  <a:lnTo>
                    <a:pt x="238074" y="565568"/>
                  </a:lnTo>
                  <a:lnTo>
                    <a:pt x="238479" y="566153"/>
                  </a:lnTo>
                  <a:lnTo>
                    <a:pt x="238862" y="566737"/>
                  </a:lnTo>
                  <a:lnTo>
                    <a:pt x="239266" y="567322"/>
                  </a:lnTo>
                  <a:lnTo>
                    <a:pt x="239649" y="567907"/>
                  </a:lnTo>
                  <a:lnTo>
                    <a:pt x="240054" y="568469"/>
                  </a:lnTo>
                  <a:lnTo>
                    <a:pt x="240436" y="569031"/>
                  </a:lnTo>
                  <a:lnTo>
                    <a:pt x="240841" y="569594"/>
                  </a:lnTo>
                  <a:lnTo>
                    <a:pt x="241223" y="570156"/>
                  </a:lnTo>
                  <a:lnTo>
                    <a:pt x="241628" y="570696"/>
                  </a:lnTo>
                  <a:lnTo>
                    <a:pt x="242033" y="571235"/>
                  </a:lnTo>
                  <a:lnTo>
                    <a:pt x="242415" y="571775"/>
                  </a:lnTo>
                  <a:lnTo>
                    <a:pt x="242820" y="572292"/>
                  </a:lnTo>
                  <a:lnTo>
                    <a:pt x="243202" y="572832"/>
                  </a:lnTo>
                  <a:lnTo>
                    <a:pt x="243607" y="573349"/>
                  </a:lnTo>
                  <a:lnTo>
                    <a:pt x="243989" y="573844"/>
                  </a:lnTo>
                  <a:lnTo>
                    <a:pt x="244394" y="574361"/>
                  </a:lnTo>
                  <a:lnTo>
                    <a:pt x="244776" y="574856"/>
                  </a:lnTo>
                  <a:lnTo>
                    <a:pt x="245181" y="575351"/>
                  </a:lnTo>
                  <a:lnTo>
                    <a:pt x="245586" y="575823"/>
                  </a:lnTo>
                  <a:lnTo>
                    <a:pt x="245968" y="576296"/>
                  </a:lnTo>
                  <a:lnTo>
                    <a:pt x="246373" y="576768"/>
                  </a:lnTo>
                  <a:lnTo>
                    <a:pt x="246756" y="577218"/>
                  </a:lnTo>
                  <a:lnTo>
                    <a:pt x="247160" y="577690"/>
                  </a:lnTo>
                  <a:lnTo>
                    <a:pt x="247542" y="578117"/>
                  </a:lnTo>
                  <a:lnTo>
                    <a:pt x="247948" y="578567"/>
                  </a:lnTo>
                  <a:lnTo>
                    <a:pt x="248352" y="578994"/>
                  </a:lnTo>
                  <a:lnTo>
                    <a:pt x="248734" y="579422"/>
                  </a:lnTo>
                  <a:lnTo>
                    <a:pt x="249139" y="579826"/>
                  </a:lnTo>
                  <a:lnTo>
                    <a:pt x="249522" y="580254"/>
                  </a:lnTo>
                  <a:lnTo>
                    <a:pt x="249926" y="580659"/>
                  </a:lnTo>
                  <a:lnTo>
                    <a:pt x="250309" y="581041"/>
                  </a:lnTo>
                  <a:lnTo>
                    <a:pt x="250714" y="581446"/>
                  </a:lnTo>
                  <a:lnTo>
                    <a:pt x="251096" y="581828"/>
                  </a:lnTo>
                  <a:lnTo>
                    <a:pt x="251501" y="582188"/>
                  </a:lnTo>
                  <a:lnTo>
                    <a:pt x="251905" y="582570"/>
                  </a:lnTo>
                  <a:lnTo>
                    <a:pt x="252288" y="582930"/>
                  </a:lnTo>
                  <a:lnTo>
                    <a:pt x="252693" y="583290"/>
                  </a:lnTo>
                  <a:lnTo>
                    <a:pt x="253075" y="583627"/>
                  </a:lnTo>
                  <a:lnTo>
                    <a:pt x="253480" y="583964"/>
                  </a:lnTo>
                  <a:lnTo>
                    <a:pt x="253862" y="584302"/>
                  </a:lnTo>
                  <a:lnTo>
                    <a:pt x="254267" y="584639"/>
                  </a:lnTo>
                  <a:lnTo>
                    <a:pt x="254650" y="584954"/>
                  </a:lnTo>
                  <a:lnTo>
                    <a:pt x="255054" y="585269"/>
                  </a:lnTo>
                  <a:lnTo>
                    <a:pt x="255459" y="585584"/>
                  </a:lnTo>
                  <a:lnTo>
                    <a:pt x="255841" y="585876"/>
                  </a:lnTo>
                  <a:lnTo>
                    <a:pt x="256246" y="586191"/>
                  </a:lnTo>
                  <a:lnTo>
                    <a:pt x="256628" y="586483"/>
                  </a:lnTo>
                  <a:lnTo>
                    <a:pt x="257033" y="586753"/>
                  </a:lnTo>
                  <a:lnTo>
                    <a:pt x="257416" y="587046"/>
                  </a:lnTo>
                  <a:lnTo>
                    <a:pt x="257820" y="587315"/>
                  </a:lnTo>
                  <a:lnTo>
                    <a:pt x="258202" y="587585"/>
                  </a:lnTo>
                  <a:lnTo>
                    <a:pt x="258608" y="587855"/>
                  </a:lnTo>
                  <a:lnTo>
                    <a:pt x="259012" y="588103"/>
                  </a:lnTo>
                  <a:lnTo>
                    <a:pt x="259395" y="588350"/>
                  </a:lnTo>
                  <a:lnTo>
                    <a:pt x="259799" y="588597"/>
                  </a:lnTo>
                  <a:lnTo>
                    <a:pt x="260182" y="588845"/>
                  </a:lnTo>
                  <a:lnTo>
                    <a:pt x="260587" y="589092"/>
                  </a:lnTo>
                  <a:lnTo>
                    <a:pt x="260969" y="589317"/>
                  </a:lnTo>
                  <a:lnTo>
                    <a:pt x="261374" y="589564"/>
                  </a:lnTo>
                  <a:lnTo>
                    <a:pt x="261756" y="589789"/>
                  </a:lnTo>
                  <a:lnTo>
                    <a:pt x="262161" y="589992"/>
                  </a:lnTo>
                  <a:lnTo>
                    <a:pt x="262566" y="590217"/>
                  </a:lnTo>
                  <a:lnTo>
                    <a:pt x="262948" y="590419"/>
                  </a:lnTo>
                  <a:lnTo>
                    <a:pt x="263353" y="590621"/>
                  </a:lnTo>
                  <a:lnTo>
                    <a:pt x="263735" y="590824"/>
                  </a:lnTo>
                  <a:lnTo>
                    <a:pt x="264140" y="591026"/>
                  </a:lnTo>
                  <a:lnTo>
                    <a:pt x="264522" y="591206"/>
                  </a:lnTo>
                  <a:lnTo>
                    <a:pt x="264927" y="591386"/>
                  </a:lnTo>
                  <a:lnTo>
                    <a:pt x="265332" y="591566"/>
                  </a:lnTo>
                  <a:lnTo>
                    <a:pt x="265714" y="591723"/>
                  </a:lnTo>
                  <a:lnTo>
                    <a:pt x="266119" y="591881"/>
                  </a:lnTo>
                  <a:lnTo>
                    <a:pt x="266502" y="592038"/>
                  </a:lnTo>
                  <a:lnTo>
                    <a:pt x="266906" y="592196"/>
                  </a:lnTo>
                  <a:lnTo>
                    <a:pt x="267288" y="592353"/>
                  </a:lnTo>
                  <a:lnTo>
                    <a:pt x="267693" y="592488"/>
                  </a:lnTo>
                  <a:lnTo>
                    <a:pt x="268076" y="592623"/>
                  </a:lnTo>
                  <a:lnTo>
                    <a:pt x="268480" y="592758"/>
                  </a:lnTo>
                  <a:lnTo>
                    <a:pt x="268885" y="592893"/>
                  </a:lnTo>
                  <a:lnTo>
                    <a:pt x="269268" y="593028"/>
                  </a:lnTo>
                  <a:lnTo>
                    <a:pt x="269672" y="593140"/>
                  </a:lnTo>
                  <a:lnTo>
                    <a:pt x="270055" y="593253"/>
                  </a:lnTo>
                  <a:lnTo>
                    <a:pt x="270459" y="593365"/>
                  </a:lnTo>
                  <a:lnTo>
                    <a:pt x="270842" y="593478"/>
                  </a:lnTo>
                  <a:lnTo>
                    <a:pt x="271247" y="593568"/>
                  </a:lnTo>
                  <a:lnTo>
                    <a:pt x="271629" y="593657"/>
                  </a:lnTo>
                  <a:lnTo>
                    <a:pt x="272034" y="593747"/>
                  </a:lnTo>
                  <a:lnTo>
                    <a:pt x="272439" y="593815"/>
                  </a:lnTo>
                  <a:lnTo>
                    <a:pt x="272821" y="593905"/>
                  </a:lnTo>
                  <a:lnTo>
                    <a:pt x="273226" y="593972"/>
                  </a:lnTo>
                  <a:lnTo>
                    <a:pt x="273608" y="594040"/>
                  </a:lnTo>
                  <a:lnTo>
                    <a:pt x="274013" y="594085"/>
                  </a:lnTo>
                  <a:lnTo>
                    <a:pt x="274395" y="594152"/>
                  </a:lnTo>
                  <a:lnTo>
                    <a:pt x="274800" y="594197"/>
                  </a:lnTo>
                  <a:lnTo>
                    <a:pt x="275182" y="594242"/>
                  </a:lnTo>
                  <a:lnTo>
                    <a:pt x="275587" y="594287"/>
                  </a:lnTo>
                  <a:lnTo>
                    <a:pt x="275992" y="594332"/>
                  </a:lnTo>
                  <a:lnTo>
                    <a:pt x="276374" y="594332"/>
                  </a:lnTo>
                  <a:lnTo>
                    <a:pt x="276779" y="594310"/>
                  </a:lnTo>
                  <a:lnTo>
                    <a:pt x="277162" y="594310"/>
                  </a:lnTo>
                  <a:lnTo>
                    <a:pt x="277566" y="594287"/>
                  </a:lnTo>
                  <a:lnTo>
                    <a:pt x="277948" y="594265"/>
                  </a:lnTo>
                  <a:lnTo>
                    <a:pt x="278353" y="594220"/>
                  </a:lnTo>
                  <a:lnTo>
                    <a:pt x="278758" y="594197"/>
                  </a:lnTo>
                  <a:lnTo>
                    <a:pt x="279140" y="594152"/>
                  </a:lnTo>
                  <a:lnTo>
                    <a:pt x="279545" y="594107"/>
                  </a:lnTo>
                  <a:lnTo>
                    <a:pt x="279928" y="594040"/>
                  </a:lnTo>
                  <a:lnTo>
                    <a:pt x="280332" y="593995"/>
                  </a:lnTo>
                  <a:lnTo>
                    <a:pt x="280715" y="593927"/>
                  </a:lnTo>
                  <a:lnTo>
                    <a:pt x="281120" y="593860"/>
                  </a:lnTo>
                  <a:lnTo>
                    <a:pt x="281502" y="593792"/>
                  </a:lnTo>
                  <a:lnTo>
                    <a:pt x="281907" y="593702"/>
                  </a:lnTo>
                  <a:lnTo>
                    <a:pt x="282311" y="593635"/>
                  </a:lnTo>
                  <a:lnTo>
                    <a:pt x="282694" y="593545"/>
                  </a:lnTo>
                  <a:lnTo>
                    <a:pt x="283076" y="593455"/>
                  </a:lnTo>
                  <a:lnTo>
                    <a:pt x="283481" y="593365"/>
                  </a:lnTo>
                  <a:lnTo>
                    <a:pt x="283886" y="593253"/>
                  </a:lnTo>
                  <a:lnTo>
                    <a:pt x="284246" y="593140"/>
                  </a:lnTo>
                  <a:lnTo>
                    <a:pt x="284673" y="593028"/>
                  </a:lnTo>
                  <a:lnTo>
                    <a:pt x="285033" y="592915"/>
                  </a:lnTo>
                  <a:lnTo>
                    <a:pt x="285438" y="592780"/>
                  </a:lnTo>
                  <a:lnTo>
                    <a:pt x="285842" y="592668"/>
                  </a:lnTo>
                  <a:lnTo>
                    <a:pt x="286224" y="592510"/>
                  </a:lnTo>
                  <a:lnTo>
                    <a:pt x="286630" y="592376"/>
                  </a:lnTo>
                  <a:lnTo>
                    <a:pt x="287012" y="592241"/>
                  </a:lnTo>
                  <a:lnTo>
                    <a:pt x="287416" y="592083"/>
                  </a:lnTo>
                  <a:lnTo>
                    <a:pt x="287799" y="591926"/>
                  </a:lnTo>
                  <a:lnTo>
                    <a:pt x="288204" y="591768"/>
                  </a:lnTo>
                  <a:lnTo>
                    <a:pt x="288586" y="591611"/>
                  </a:lnTo>
                  <a:lnTo>
                    <a:pt x="288991" y="591431"/>
                  </a:lnTo>
                  <a:lnTo>
                    <a:pt x="289396" y="591274"/>
                  </a:lnTo>
                  <a:lnTo>
                    <a:pt x="289778" y="591094"/>
                  </a:lnTo>
                  <a:lnTo>
                    <a:pt x="290183" y="590914"/>
                  </a:lnTo>
                  <a:lnTo>
                    <a:pt x="290565" y="590734"/>
                  </a:lnTo>
                  <a:lnTo>
                    <a:pt x="290970" y="590554"/>
                  </a:lnTo>
                  <a:lnTo>
                    <a:pt x="291352" y="590352"/>
                  </a:lnTo>
                  <a:lnTo>
                    <a:pt x="291757" y="590172"/>
                  </a:lnTo>
                  <a:lnTo>
                    <a:pt x="292139" y="589969"/>
                  </a:lnTo>
                  <a:lnTo>
                    <a:pt x="292544" y="589767"/>
                  </a:lnTo>
                  <a:lnTo>
                    <a:pt x="292949" y="589564"/>
                  </a:lnTo>
                  <a:lnTo>
                    <a:pt x="293331" y="589362"/>
                  </a:lnTo>
                  <a:lnTo>
                    <a:pt x="293736" y="589137"/>
                  </a:lnTo>
                  <a:lnTo>
                    <a:pt x="294118" y="588935"/>
                  </a:lnTo>
                  <a:lnTo>
                    <a:pt x="294524" y="588710"/>
                  </a:lnTo>
                  <a:lnTo>
                    <a:pt x="294906" y="588485"/>
                  </a:lnTo>
                  <a:lnTo>
                    <a:pt x="295310" y="588485"/>
                  </a:lnTo>
                  <a:lnTo>
                    <a:pt x="295716" y="588260"/>
                  </a:lnTo>
                  <a:lnTo>
                    <a:pt x="296098" y="591476"/>
                  </a:lnTo>
                  <a:lnTo>
                    <a:pt x="296502" y="592421"/>
                  </a:lnTo>
                  <a:lnTo>
                    <a:pt x="296884" y="592196"/>
                  </a:lnTo>
                  <a:lnTo>
                    <a:pt x="297290" y="591971"/>
                  </a:lnTo>
                  <a:lnTo>
                    <a:pt x="297672" y="591746"/>
                  </a:lnTo>
                  <a:lnTo>
                    <a:pt x="298076" y="591498"/>
                  </a:lnTo>
                  <a:lnTo>
                    <a:pt x="298459" y="591274"/>
                  </a:lnTo>
                  <a:lnTo>
                    <a:pt x="298864" y="591026"/>
                  </a:lnTo>
                  <a:lnTo>
                    <a:pt x="299269" y="590779"/>
                  </a:lnTo>
                  <a:lnTo>
                    <a:pt x="299651" y="590509"/>
                  </a:lnTo>
                  <a:lnTo>
                    <a:pt x="300056" y="590262"/>
                  </a:lnTo>
                  <a:lnTo>
                    <a:pt x="300438" y="590014"/>
                  </a:lnTo>
                  <a:lnTo>
                    <a:pt x="300843" y="589744"/>
                  </a:lnTo>
                  <a:lnTo>
                    <a:pt x="301225" y="589474"/>
                  </a:lnTo>
                  <a:lnTo>
                    <a:pt x="301630" y="589205"/>
                  </a:lnTo>
                  <a:lnTo>
                    <a:pt x="302012" y="588935"/>
                  </a:lnTo>
                  <a:lnTo>
                    <a:pt x="302417" y="588642"/>
                  </a:lnTo>
                  <a:lnTo>
                    <a:pt x="302822" y="588350"/>
                  </a:lnTo>
                  <a:lnTo>
                    <a:pt x="303204" y="588058"/>
                  </a:lnTo>
                  <a:lnTo>
                    <a:pt x="303609" y="587765"/>
                  </a:lnTo>
                  <a:lnTo>
                    <a:pt x="303992" y="587473"/>
                  </a:lnTo>
                  <a:lnTo>
                    <a:pt x="304396" y="587158"/>
                  </a:lnTo>
                  <a:lnTo>
                    <a:pt x="304778" y="586866"/>
                  </a:lnTo>
                  <a:lnTo>
                    <a:pt x="305184" y="586551"/>
                  </a:lnTo>
                  <a:lnTo>
                    <a:pt x="305566" y="586236"/>
                  </a:lnTo>
                  <a:lnTo>
                    <a:pt x="305970" y="585921"/>
                  </a:lnTo>
                  <a:lnTo>
                    <a:pt x="306376" y="585584"/>
                  </a:lnTo>
                  <a:lnTo>
                    <a:pt x="306758" y="585246"/>
                  </a:lnTo>
                  <a:lnTo>
                    <a:pt x="307162" y="584932"/>
                  </a:lnTo>
                  <a:lnTo>
                    <a:pt x="307545" y="584572"/>
                  </a:lnTo>
                  <a:lnTo>
                    <a:pt x="307950" y="584234"/>
                  </a:lnTo>
                  <a:lnTo>
                    <a:pt x="308332" y="583897"/>
                  </a:lnTo>
                  <a:lnTo>
                    <a:pt x="308737" y="583537"/>
                  </a:lnTo>
                  <a:lnTo>
                    <a:pt x="309142" y="583177"/>
                  </a:lnTo>
                  <a:lnTo>
                    <a:pt x="309524" y="582817"/>
                  </a:lnTo>
                  <a:lnTo>
                    <a:pt x="309929" y="582458"/>
                  </a:lnTo>
                  <a:lnTo>
                    <a:pt x="310311" y="582098"/>
                  </a:lnTo>
                  <a:lnTo>
                    <a:pt x="310716" y="581716"/>
                  </a:lnTo>
                  <a:lnTo>
                    <a:pt x="311098" y="581356"/>
                  </a:lnTo>
                  <a:lnTo>
                    <a:pt x="311503" y="580973"/>
                  </a:lnTo>
                  <a:lnTo>
                    <a:pt x="311885" y="580591"/>
                  </a:lnTo>
                  <a:lnTo>
                    <a:pt x="312290" y="580209"/>
                  </a:lnTo>
                  <a:lnTo>
                    <a:pt x="312695" y="579826"/>
                  </a:lnTo>
                  <a:lnTo>
                    <a:pt x="313077" y="579444"/>
                  </a:lnTo>
                  <a:lnTo>
                    <a:pt x="313482" y="579039"/>
                  </a:lnTo>
                  <a:lnTo>
                    <a:pt x="313864" y="578634"/>
                  </a:lnTo>
                  <a:lnTo>
                    <a:pt x="314269" y="578252"/>
                  </a:lnTo>
                  <a:lnTo>
                    <a:pt x="314652" y="577847"/>
                  </a:lnTo>
                  <a:lnTo>
                    <a:pt x="315056" y="577420"/>
                  </a:lnTo>
                  <a:lnTo>
                    <a:pt x="315438" y="577015"/>
                  </a:lnTo>
                  <a:lnTo>
                    <a:pt x="315844" y="576610"/>
                  </a:lnTo>
                  <a:lnTo>
                    <a:pt x="316248" y="576183"/>
                  </a:lnTo>
                  <a:lnTo>
                    <a:pt x="316630" y="575756"/>
                  </a:lnTo>
                  <a:lnTo>
                    <a:pt x="317036" y="575328"/>
                  </a:lnTo>
                  <a:lnTo>
                    <a:pt x="317418" y="574901"/>
                  </a:lnTo>
                  <a:lnTo>
                    <a:pt x="317822" y="574474"/>
                  </a:lnTo>
                  <a:lnTo>
                    <a:pt x="318205" y="574047"/>
                  </a:lnTo>
                  <a:lnTo>
                    <a:pt x="318610" y="573597"/>
                  </a:lnTo>
                  <a:lnTo>
                    <a:pt x="318992" y="573169"/>
                  </a:lnTo>
                  <a:lnTo>
                    <a:pt x="319397" y="572720"/>
                  </a:lnTo>
                  <a:lnTo>
                    <a:pt x="319802" y="572270"/>
                  </a:lnTo>
                  <a:lnTo>
                    <a:pt x="320184" y="571820"/>
                  </a:lnTo>
                  <a:lnTo>
                    <a:pt x="320589" y="571370"/>
                  </a:lnTo>
                  <a:lnTo>
                    <a:pt x="320971" y="570920"/>
                  </a:lnTo>
                  <a:lnTo>
                    <a:pt x="321376" y="570448"/>
                  </a:lnTo>
                  <a:lnTo>
                    <a:pt x="321758" y="569998"/>
                  </a:lnTo>
                  <a:lnTo>
                    <a:pt x="322163" y="569526"/>
                  </a:lnTo>
                  <a:lnTo>
                    <a:pt x="322545" y="569076"/>
                  </a:lnTo>
                  <a:lnTo>
                    <a:pt x="322950" y="568604"/>
                  </a:lnTo>
                  <a:lnTo>
                    <a:pt x="323355" y="568132"/>
                  </a:lnTo>
                  <a:lnTo>
                    <a:pt x="323737" y="567660"/>
                  </a:lnTo>
                  <a:lnTo>
                    <a:pt x="324142" y="567187"/>
                  </a:lnTo>
                  <a:lnTo>
                    <a:pt x="324524" y="566715"/>
                  </a:lnTo>
                  <a:lnTo>
                    <a:pt x="324929" y="566243"/>
                  </a:lnTo>
                  <a:lnTo>
                    <a:pt x="325312" y="565748"/>
                  </a:lnTo>
                  <a:lnTo>
                    <a:pt x="325716" y="565253"/>
                  </a:lnTo>
                  <a:lnTo>
                    <a:pt x="326121" y="564781"/>
                  </a:lnTo>
                  <a:lnTo>
                    <a:pt x="326504" y="564286"/>
                  </a:lnTo>
                  <a:lnTo>
                    <a:pt x="326908" y="563791"/>
                  </a:lnTo>
                  <a:lnTo>
                    <a:pt x="327290" y="563297"/>
                  </a:lnTo>
                  <a:lnTo>
                    <a:pt x="327696" y="562779"/>
                  </a:lnTo>
                  <a:lnTo>
                    <a:pt x="328078" y="562262"/>
                  </a:lnTo>
                  <a:lnTo>
                    <a:pt x="328482" y="561745"/>
                  </a:lnTo>
                  <a:lnTo>
                    <a:pt x="328865" y="561227"/>
                  </a:lnTo>
                  <a:lnTo>
                    <a:pt x="329270" y="560710"/>
                  </a:lnTo>
                  <a:lnTo>
                    <a:pt x="329674" y="560193"/>
                  </a:lnTo>
                  <a:lnTo>
                    <a:pt x="330057" y="559653"/>
                  </a:lnTo>
                  <a:lnTo>
                    <a:pt x="330462" y="559113"/>
                  </a:lnTo>
                  <a:lnTo>
                    <a:pt x="330844" y="558574"/>
                  </a:lnTo>
                  <a:lnTo>
                    <a:pt x="331249" y="558034"/>
                  </a:lnTo>
                  <a:lnTo>
                    <a:pt x="331631" y="557472"/>
                  </a:lnTo>
                  <a:lnTo>
                    <a:pt x="332036" y="556932"/>
                  </a:lnTo>
                  <a:lnTo>
                    <a:pt x="332418" y="556370"/>
                  </a:lnTo>
                  <a:lnTo>
                    <a:pt x="332823" y="555807"/>
                  </a:lnTo>
                  <a:lnTo>
                    <a:pt x="333228" y="555245"/>
                  </a:lnTo>
                  <a:lnTo>
                    <a:pt x="333610" y="554661"/>
                  </a:lnTo>
                  <a:lnTo>
                    <a:pt x="334015" y="554098"/>
                  </a:lnTo>
                  <a:lnTo>
                    <a:pt x="334397" y="553514"/>
                  </a:lnTo>
                  <a:lnTo>
                    <a:pt x="334802" y="552951"/>
                  </a:lnTo>
                  <a:lnTo>
                    <a:pt x="335184" y="552367"/>
                  </a:lnTo>
                  <a:lnTo>
                    <a:pt x="335590" y="551782"/>
                  </a:lnTo>
                  <a:lnTo>
                    <a:pt x="335972" y="551197"/>
                  </a:lnTo>
                  <a:lnTo>
                    <a:pt x="336376" y="550612"/>
                  </a:lnTo>
                  <a:lnTo>
                    <a:pt x="336782" y="550028"/>
                  </a:lnTo>
                  <a:lnTo>
                    <a:pt x="337164" y="549443"/>
                  </a:lnTo>
                  <a:lnTo>
                    <a:pt x="337568" y="548858"/>
                  </a:lnTo>
                  <a:lnTo>
                    <a:pt x="337950" y="548274"/>
                  </a:lnTo>
                  <a:lnTo>
                    <a:pt x="338356" y="547689"/>
                  </a:lnTo>
                  <a:lnTo>
                    <a:pt x="338738" y="547082"/>
                  </a:lnTo>
                  <a:lnTo>
                    <a:pt x="339142" y="546497"/>
                  </a:lnTo>
                  <a:lnTo>
                    <a:pt x="339548" y="545912"/>
                  </a:lnTo>
                  <a:lnTo>
                    <a:pt x="339930" y="545305"/>
                  </a:lnTo>
                  <a:lnTo>
                    <a:pt x="340335" y="544720"/>
                  </a:lnTo>
                  <a:lnTo>
                    <a:pt x="340717" y="544113"/>
                  </a:lnTo>
                  <a:lnTo>
                    <a:pt x="341122" y="543528"/>
                  </a:lnTo>
                  <a:lnTo>
                    <a:pt x="341504" y="542921"/>
                  </a:lnTo>
                  <a:lnTo>
                    <a:pt x="341909" y="542314"/>
                  </a:lnTo>
                  <a:lnTo>
                    <a:pt x="342291" y="541707"/>
                  </a:lnTo>
                  <a:lnTo>
                    <a:pt x="342696" y="541099"/>
                  </a:lnTo>
                  <a:lnTo>
                    <a:pt x="343101" y="540492"/>
                  </a:lnTo>
                  <a:lnTo>
                    <a:pt x="343483" y="539862"/>
                  </a:lnTo>
                  <a:lnTo>
                    <a:pt x="343888" y="539255"/>
                  </a:lnTo>
                  <a:lnTo>
                    <a:pt x="344270" y="538625"/>
                  </a:lnTo>
                  <a:lnTo>
                    <a:pt x="344675" y="537996"/>
                  </a:lnTo>
                  <a:lnTo>
                    <a:pt x="345058" y="537366"/>
                  </a:lnTo>
                  <a:lnTo>
                    <a:pt x="345462" y="536736"/>
                  </a:lnTo>
                  <a:lnTo>
                    <a:pt x="345844" y="536107"/>
                  </a:lnTo>
                  <a:lnTo>
                    <a:pt x="346250" y="535477"/>
                  </a:lnTo>
                  <a:lnTo>
                    <a:pt x="346654" y="534847"/>
                  </a:lnTo>
                  <a:lnTo>
                    <a:pt x="347036" y="534218"/>
                  </a:lnTo>
                  <a:lnTo>
                    <a:pt x="347442" y="533588"/>
                  </a:lnTo>
                  <a:lnTo>
                    <a:pt x="347824" y="532958"/>
                  </a:lnTo>
                  <a:lnTo>
                    <a:pt x="348228" y="532328"/>
                  </a:lnTo>
                  <a:lnTo>
                    <a:pt x="348611" y="531676"/>
                  </a:lnTo>
                  <a:lnTo>
                    <a:pt x="349016" y="531047"/>
                  </a:lnTo>
                  <a:lnTo>
                    <a:pt x="349398" y="530417"/>
                  </a:lnTo>
                  <a:lnTo>
                    <a:pt x="349803" y="529765"/>
                  </a:lnTo>
                  <a:lnTo>
                    <a:pt x="350208" y="529135"/>
                  </a:lnTo>
                  <a:lnTo>
                    <a:pt x="350590" y="528505"/>
                  </a:lnTo>
                  <a:lnTo>
                    <a:pt x="350995" y="527853"/>
                  </a:lnTo>
                  <a:lnTo>
                    <a:pt x="351377" y="527223"/>
                  </a:lnTo>
                  <a:lnTo>
                    <a:pt x="351782" y="526571"/>
                  </a:lnTo>
                  <a:lnTo>
                    <a:pt x="352164" y="525941"/>
                  </a:lnTo>
                  <a:lnTo>
                    <a:pt x="352569" y="525289"/>
                  </a:lnTo>
                  <a:lnTo>
                    <a:pt x="352951" y="524659"/>
                  </a:lnTo>
                  <a:lnTo>
                    <a:pt x="353356" y="524030"/>
                  </a:lnTo>
                  <a:lnTo>
                    <a:pt x="353761" y="523378"/>
                  </a:lnTo>
                  <a:lnTo>
                    <a:pt x="354143" y="522748"/>
                  </a:lnTo>
                  <a:lnTo>
                    <a:pt x="354548" y="522118"/>
                  </a:lnTo>
                  <a:lnTo>
                    <a:pt x="354930" y="521466"/>
                  </a:lnTo>
                  <a:lnTo>
                    <a:pt x="355335" y="520836"/>
                  </a:lnTo>
                  <a:lnTo>
                    <a:pt x="355718" y="520206"/>
                  </a:lnTo>
                  <a:lnTo>
                    <a:pt x="356122" y="519554"/>
                  </a:lnTo>
                  <a:lnTo>
                    <a:pt x="356527" y="518925"/>
                  </a:lnTo>
                  <a:lnTo>
                    <a:pt x="356910" y="518295"/>
                  </a:lnTo>
                  <a:lnTo>
                    <a:pt x="357314" y="517643"/>
                  </a:lnTo>
                  <a:lnTo>
                    <a:pt x="357696" y="517013"/>
                  </a:lnTo>
                  <a:lnTo>
                    <a:pt x="358102" y="516361"/>
                  </a:lnTo>
                  <a:lnTo>
                    <a:pt x="358484" y="515731"/>
                  </a:lnTo>
                  <a:lnTo>
                    <a:pt x="358888" y="515079"/>
                  </a:lnTo>
                  <a:lnTo>
                    <a:pt x="359271" y="514449"/>
                  </a:lnTo>
                  <a:lnTo>
                    <a:pt x="359676" y="513797"/>
                  </a:lnTo>
                  <a:lnTo>
                    <a:pt x="360080" y="513167"/>
                  </a:lnTo>
                  <a:lnTo>
                    <a:pt x="360463" y="512515"/>
                  </a:lnTo>
                  <a:lnTo>
                    <a:pt x="360868" y="511885"/>
                  </a:lnTo>
                  <a:lnTo>
                    <a:pt x="361250" y="511233"/>
                  </a:lnTo>
                  <a:lnTo>
                    <a:pt x="361655" y="510581"/>
                  </a:lnTo>
                  <a:lnTo>
                    <a:pt x="362037" y="509951"/>
                  </a:lnTo>
                  <a:lnTo>
                    <a:pt x="362442" y="509299"/>
                  </a:lnTo>
                  <a:lnTo>
                    <a:pt x="362824" y="508647"/>
                  </a:lnTo>
                  <a:lnTo>
                    <a:pt x="363229" y="507995"/>
                  </a:lnTo>
                  <a:lnTo>
                    <a:pt x="363634" y="507342"/>
                  </a:lnTo>
                  <a:lnTo>
                    <a:pt x="364016" y="506668"/>
                  </a:lnTo>
                  <a:lnTo>
                    <a:pt x="364421" y="506016"/>
                  </a:lnTo>
                  <a:lnTo>
                    <a:pt x="364803" y="505363"/>
                  </a:lnTo>
                  <a:lnTo>
                    <a:pt x="365208" y="504711"/>
                  </a:lnTo>
                  <a:lnTo>
                    <a:pt x="365590" y="504036"/>
                  </a:lnTo>
                  <a:lnTo>
                    <a:pt x="365995" y="503384"/>
                  </a:lnTo>
                  <a:lnTo>
                    <a:pt x="366378" y="502710"/>
                  </a:lnTo>
                  <a:lnTo>
                    <a:pt x="366782" y="502057"/>
                  </a:lnTo>
                  <a:lnTo>
                    <a:pt x="367187" y="501383"/>
                  </a:lnTo>
                  <a:lnTo>
                    <a:pt x="367570" y="500731"/>
                  </a:lnTo>
                  <a:lnTo>
                    <a:pt x="367974" y="500056"/>
                  </a:lnTo>
                  <a:lnTo>
                    <a:pt x="368356" y="499381"/>
                  </a:lnTo>
                  <a:lnTo>
                    <a:pt x="368762" y="498729"/>
                  </a:lnTo>
                  <a:lnTo>
                    <a:pt x="369144" y="498054"/>
                  </a:lnTo>
                  <a:lnTo>
                    <a:pt x="369548" y="497402"/>
                  </a:lnTo>
                  <a:lnTo>
                    <a:pt x="369954" y="496727"/>
                  </a:lnTo>
                  <a:lnTo>
                    <a:pt x="370336" y="496053"/>
                  </a:lnTo>
                  <a:lnTo>
                    <a:pt x="370740" y="495400"/>
                  </a:lnTo>
                  <a:lnTo>
                    <a:pt x="371123" y="494726"/>
                  </a:lnTo>
                  <a:lnTo>
                    <a:pt x="371528" y="494051"/>
                  </a:lnTo>
                  <a:lnTo>
                    <a:pt x="371910" y="493376"/>
                  </a:lnTo>
                  <a:lnTo>
                    <a:pt x="372315" y="492724"/>
                  </a:lnTo>
                  <a:lnTo>
                    <a:pt x="372697" y="492050"/>
                  </a:lnTo>
                  <a:lnTo>
                    <a:pt x="373102" y="491375"/>
                  </a:lnTo>
                  <a:lnTo>
                    <a:pt x="373507" y="490678"/>
                  </a:lnTo>
                  <a:lnTo>
                    <a:pt x="373889" y="490003"/>
                  </a:lnTo>
                  <a:lnTo>
                    <a:pt x="374294" y="489328"/>
                  </a:lnTo>
                  <a:lnTo>
                    <a:pt x="374676" y="488654"/>
                  </a:lnTo>
                  <a:lnTo>
                    <a:pt x="375081" y="487979"/>
                  </a:lnTo>
                  <a:lnTo>
                    <a:pt x="375463" y="487304"/>
                  </a:lnTo>
                  <a:lnTo>
                    <a:pt x="375868" y="486630"/>
                  </a:lnTo>
                  <a:lnTo>
                    <a:pt x="376250" y="485955"/>
                  </a:lnTo>
                  <a:lnTo>
                    <a:pt x="376656" y="485303"/>
                  </a:lnTo>
                  <a:lnTo>
                    <a:pt x="377060" y="484628"/>
                  </a:lnTo>
                  <a:lnTo>
                    <a:pt x="377442" y="483953"/>
                  </a:lnTo>
                  <a:lnTo>
                    <a:pt x="377847" y="483301"/>
                  </a:lnTo>
                  <a:lnTo>
                    <a:pt x="378230" y="482626"/>
                  </a:lnTo>
                  <a:lnTo>
                    <a:pt x="378634" y="481974"/>
                  </a:lnTo>
                  <a:lnTo>
                    <a:pt x="379016" y="481322"/>
                  </a:lnTo>
                  <a:lnTo>
                    <a:pt x="379422" y="480647"/>
                  </a:lnTo>
                  <a:lnTo>
                    <a:pt x="379804" y="479995"/>
                  </a:lnTo>
                  <a:lnTo>
                    <a:pt x="380208" y="479343"/>
                  </a:lnTo>
                  <a:lnTo>
                    <a:pt x="380614" y="478691"/>
                  </a:lnTo>
                  <a:lnTo>
                    <a:pt x="380996" y="478039"/>
                  </a:lnTo>
                  <a:lnTo>
                    <a:pt x="381401" y="477386"/>
                  </a:lnTo>
                  <a:lnTo>
                    <a:pt x="381783" y="476734"/>
                  </a:lnTo>
                  <a:lnTo>
                    <a:pt x="382188" y="476104"/>
                  </a:lnTo>
                  <a:lnTo>
                    <a:pt x="382570" y="475452"/>
                  </a:lnTo>
                  <a:lnTo>
                    <a:pt x="382975" y="474800"/>
                  </a:lnTo>
                  <a:lnTo>
                    <a:pt x="383357" y="474148"/>
                  </a:lnTo>
                  <a:lnTo>
                    <a:pt x="383762" y="473518"/>
                  </a:lnTo>
                  <a:lnTo>
                    <a:pt x="384167" y="472866"/>
                  </a:lnTo>
                  <a:lnTo>
                    <a:pt x="384549" y="472236"/>
                  </a:lnTo>
                  <a:lnTo>
                    <a:pt x="384954" y="471584"/>
                  </a:lnTo>
                  <a:lnTo>
                    <a:pt x="385336" y="470954"/>
                  </a:lnTo>
                  <a:lnTo>
                    <a:pt x="385741" y="470302"/>
                  </a:lnTo>
                  <a:lnTo>
                    <a:pt x="386124" y="469672"/>
                  </a:lnTo>
                  <a:lnTo>
                    <a:pt x="386528" y="469043"/>
                  </a:lnTo>
                  <a:lnTo>
                    <a:pt x="386933" y="468390"/>
                  </a:lnTo>
                  <a:lnTo>
                    <a:pt x="387316" y="467761"/>
                  </a:lnTo>
                  <a:lnTo>
                    <a:pt x="387720" y="467131"/>
                  </a:lnTo>
                  <a:lnTo>
                    <a:pt x="388102" y="466479"/>
                  </a:lnTo>
                  <a:lnTo>
                    <a:pt x="388508" y="465849"/>
                  </a:lnTo>
                  <a:lnTo>
                    <a:pt x="388890" y="465219"/>
                  </a:lnTo>
                  <a:lnTo>
                    <a:pt x="389294" y="464567"/>
                  </a:lnTo>
                  <a:lnTo>
                    <a:pt x="389677" y="463938"/>
                  </a:lnTo>
                  <a:lnTo>
                    <a:pt x="390082" y="463308"/>
                  </a:lnTo>
                  <a:lnTo>
                    <a:pt x="390486" y="462678"/>
                  </a:lnTo>
                  <a:lnTo>
                    <a:pt x="390869" y="462048"/>
                  </a:lnTo>
                  <a:lnTo>
                    <a:pt x="391274" y="461419"/>
                  </a:lnTo>
                  <a:lnTo>
                    <a:pt x="391656" y="460789"/>
                  </a:lnTo>
                  <a:lnTo>
                    <a:pt x="392061" y="460182"/>
                  </a:lnTo>
                  <a:lnTo>
                    <a:pt x="392443" y="459552"/>
                  </a:lnTo>
                  <a:lnTo>
                    <a:pt x="392848" y="458922"/>
                  </a:lnTo>
                  <a:lnTo>
                    <a:pt x="393230" y="458293"/>
                  </a:lnTo>
                  <a:lnTo>
                    <a:pt x="393635" y="457685"/>
                  </a:lnTo>
                  <a:lnTo>
                    <a:pt x="394040" y="457056"/>
                  </a:lnTo>
                  <a:lnTo>
                    <a:pt x="394422" y="456426"/>
                  </a:lnTo>
                  <a:lnTo>
                    <a:pt x="394827" y="455819"/>
                  </a:lnTo>
                  <a:lnTo>
                    <a:pt x="395209" y="455189"/>
                  </a:lnTo>
                  <a:lnTo>
                    <a:pt x="395614" y="454559"/>
                  </a:lnTo>
                  <a:lnTo>
                    <a:pt x="395996" y="453952"/>
                  </a:lnTo>
                  <a:lnTo>
                    <a:pt x="396401" y="453323"/>
                  </a:lnTo>
                  <a:lnTo>
                    <a:pt x="396784" y="452693"/>
                  </a:lnTo>
                  <a:lnTo>
                    <a:pt x="397188" y="452086"/>
                  </a:lnTo>
                  <a:lnTo>
                    <a:pt x="397593" y="451456"/>
                  </a:lnTo>
                  <a:lnTo>
                    <a:pt x="397976" y="450826"/>
                  </a:lnTo>
                  <a:lnTo>
                    <a:pt x="398380" y="450219"/>
                  </a:lnTo>
                  <a:lnTo>
                    <a:pt x="398762" y="449589"/>
                  </a:lnTo>
                  <a:lnTo>
                    <a:pt x="399168" y="448982"/>
                  </a:lnTo>
                  <a:lnTo>
                    <a:pt x="399550" y="448352"/>
                  </a:lnTo>
                  <a:lnTo>
                    <a:pt x="399954" y="447745"/>
                  </a:lnTo>
                  <a:lnTo>
                    <a:pt x="400359" y="447115"/>
                  </a:lnTo>
                  <a:lnTo>
                    <a:pt x="400742" y="446508"/>
                  </a:lnTo>
                  <a:lnTo>
                    <a:pt x="401146" y="445878"/>
                  </a:lnTo>
                  <a:lnTo>
                    <a:pt x="401529" y="445271"/>
                  </a:lnTo>
                  <a:lnTo>
                    <a:pt x="401934" y="444686"/>
                  </a:lnTo>
                  <a:lnTo>
                    <a:pt x="402316" y="444079"/>
                  </a:lnTo>
                  <a:lnTo>
                    <a:pt x="402721" y="443472"/>
                  </a:lnTo>
                  <a:lnTo>
                    <a:pt x="403103" y="442865"/>
                  </a:lnTo>
                  <a:lnTo>
                    <a:pt x="403485" y="442258"/>
                  </a:lnTo>
                  <a:lnTo>
                    <a:pt x="403913" y="441650"/>
                  </a:lnTo>
                  <a:lnTo>
                    <a:pt x="404295" y="441043"/>
                  </a:lnTo>
                  <a:lnTo>
                    <a:pt x="404677" y="440458"/>
                  </a:lnTo>
                  <a:lnTo>
                    <a:pt x="405060" y="439851"/>
                  </a:lnTo>
                  <a:lnTo>
                    <a:pt x="405464" y="439244"/>
                  </a:lnTo>
                  <a:lnTo>
                    <a:pt x="405847" y="438659"/>
                  </a:lnTo>
                  <a:lnTo>
                    <a:pt x="406252" y="438052"/>
                  </a:lnTo>
                  <a:lnTo>
                    <a:pt x="406634" y="437445"/>
                  </a:lnTo>
                  <a:lnTo>
                    <a:pt x="407039" y="436860"/>
                  </a:lnTo>
                  <a:lnTo>
                    <a:pt x="407444" y="436253"/>
                  </a:lnTo>
                  <a:lnTo>
                    <a:pt x="407826" y="435668"/>
                  </a:lnTo>
                  <a:lnTo>
                    <a:pt x="408230" y="435061"/>
                  </a:lnTo>
                  <a:lnTo>
                    <a:pt x="408613" y="434476"/>
                  </a:lnTo>
                  <a:lnTo>
                    <a:pt x="409018" y="433869"/>
                  </a:lnTo>
                  <a:lnTo>
                    <a:pt x="409400" y="433284"/>
                  </a:lnTo>
                  <a:lnTo>
                    <a:pt x="409805" y="432677"/>
                  </a:lnTo>
                  <a:lnTo>
                    <a:pt x="410187" y="432092"/>
                  </a:lnTo>
                  <a:lnTo>
                    <a:pt x="410592" y="431485"/>
                  </a:lnTo>
                  <a:lnTo>
                    <a:pt x="410997" y="430900"/>
                  </a:lnTo>
                  <a:lnTo>
                    <a:pt x="411379" y="430316"/>
                  </a:lnTo>
                  <a:lnTo>
                    <a:pt x="411784" y="429708"/>
                  </a:lnTo>
                  <a:lnTo>
                    <a:pt x="412166" y="429124"/>
                  </a:lnTo>
                  <a:lnTo>
                    <a:pt x="412571" y="428517"/>
                  </a:lnTo>
                  <a:lnTo>
                    <a:pt x="412953" y="427932"/>
                  </a:lnTo>
                  <a:lnTo>
                    <a:pt x="413358" y="427324"/>
                  </a:lnTo>
                  <a:lnTo>
                    <a:pt x="413741" y="426740"/>
                  </a:lnTo>
                  <a:lnTo>
                    <a:pt x="414145" y="426133"/>
                  </a:lnTo>
                  <a:lnTo>
                    <a:pt x="414550" y="425548"/>
                  </a:lnTo>
                  <a:lnTo>
                    <a:pt x="414933" y="424941"/>
                  </a:lnTo>
                  <a:lnTo>
                    <a:pt x="415337" y="424333"/>
                  </a:lnTo>
                  <a:lnTo>
                    <a:pt x="415720" y="423749"/>
                  </a:lnTo>
                  <a:lnTo>
                    <a:pt x="416124" y="423141"/>
                  </a:lnTo>
                  <a:lnTo>
                    <a:pt x="416507" y="422534"/>
                  </a:lnTo>
                  <a:lnTo>
                    <a:pt x="416912" y="421927"/>
                  </a:lnTo>
                  <a:lnTo>
                    <a:pt x="417316" y="421320"/>
                  </a:lnTo>
                  <a:lnTo>
                    <a:pt x="417699" y="420713"/>
                  </a:lnTo>
                  <a:lnTo>
                    <a:pt x="418104" y="420105"/>
                  </a:lnTo>
                  <a:lnTo>
                    <a:pt x="418486" y="419498"/>
                  </a:lnTo>
                  <a:lnTo>
                    <a:pt x="418890" y="418891"/>
                  </a:lnTo>
                  <a:lnTo>
                    <a:pt x="419273" y="418261"/>
                  </a:lnTo>
                  <a:lnTo>
                    <a:pt x="419678" y="417654"/>
                  </a:lnTo>
                  <a:lnTo>
                    <a:pt x="420060" y="417047"/>
                  </a:lnTo>
                  <a:lnTo>
                    <a:pt x="420465" y="416440"/>
                  </a:lnTo>
                  <a:lnTo>
                    <a:pt x="420870" y="415810"/>
                  </a:lnTo>
                  <a:lnTo>
                    <a:pt x="421252" y="415203"/>
                  </a:lnTo>
                  <a:lnTo>
                    <a:pt x="421657" y="414595"/>
                  </a:lnTo>
                  <a:lnTo>
                    <a:pt x="422039" y="413988"/>
                  </a:lnTo>
                  <a:lnTo>
                    <a:pt x="422444" y="413381"/>
                  </a:lnTo>
                  <a:lnTo>
                    <a:pt x="422826" y="412751"/>
                  </a:lnTo>
                  <a:lnTo>
                    <a:pt x="423231" y="412144"/>
                  </a:lnTo>
                  <a:lnTo>
                    <a:pt x="423613" y="411537"/>
                  </a:lnTo>
                  <a:lnTo>
                    <a:pt x="424018" y="410930"/>
                  </a:lnTo>
                  <a:lnTo>
                    <a:pt x="424423" y="410322"/>
                  </a:lnTo>
                  <a:lnTo>
                    <a:pt x="424806" y="409738"/>
                  </a:lnTo>
                  <a:lnTo>
                    <a:pt x="425210" y="409130"/>
                  </a:lnTo>
                  <a:lnTo>
                    <a:pt x="425593" y="408523"/>
                  </a:lnTo>
                  <a:lnTo>
                    <a:pt x="425998" y="407916"/>
                  </a:lnTo>
                  <a:lnTo>
                    <a:pt x="426380" y="407309"/>
                  </a:lnTo>
                  <a:lnTo>
                    <a:pt x="426784" y="406724"/>
                  </a:lnTo>
                  <a:lnTo>
                    <a:pt x="427167" y="406117"/>
                  </a:lnTo>
                  <a:lnTo>
                    <a:pt x="427572" y="405532"/>
                  </a:lnTo>
                  <a:lnTo>
                    <a:pt x="427976" y="404925"/>
                  </a:lnTo>
                  <a:lnTo>
                    <a:pt x="428359" y="404340"/>
                  </a:lnTo>
                  <a:lnTo>
                    <a:pt x="428764" y="403733"/>
                  </a:lnTo>
                  <a:lnTo>
                    <a:pt x="429146" y="403148"/>
                  </a:lnTo>
                  <a:lnTo>
                    <a:pt x="429551" y="402541"/>
                  </a:lnTo>
                  <a:lnTo>
                    <a:pt x="429933" y="401956"/>
                  </a:lnTo>
                  <a:lnTo>
                    <a:pt x="430338" y="401372"/>
                  </a:lnTo>
                  <a:lnTo>
                    <a:pt x="430720" y="400764"/>
                  </a:lnTo>
                  <a:lnTo>
                    <a:pt x="431125" y="400180"/>
                  </a:lnTo>
                  <a:lnTo>
                    <a:pt x="431530" y="399595"/>
                  </a:lnTo>
                  <a:lnTo>
                    <a:pt x="431912" y="399010"/>
                  </a:lnTo>
                  <a:lnTo>
                    <a:pt x="432317" y="398425"/>
                  </a:lnTo>
                  <a:lnTo>
                    <a:pt x="432699" y="397841"/>
                  </a:lnTo>
                  <a:lnTo>
                    <a:pt x="433104" y="397256"/>
                  </a:lnTo>
                  <a:lnTo>
                    <a:pt x="433487" y="396694"/>
                  </a:lnTo>
                  <a:lnTo>
                    <a:pt x="433891" y="396109"/>
                  </a:lnTo>
                  <a:lnTo>
                    <a:pt x="434296" y="395524"/>
                  </a:lnTo>
                  <a:lnTo>
                    <a:pt x="434678" y="394940"/>
                  </a:lnTo>
                  <a:lnTo>
                    <a:pt x="435083" y="394355"/>
                  </a:lnTo>
                  <a:lnTo>
                    <a:pt x="435466" y="393793"/>
                  </a:lnTo>
                  <a:lnTo>
                    <a:pt x="435870" y="393208"/>
                  </a:lnTo>
                  <a:lnTo>
                    <a:pt x="436253" y="392646"/>
                  </a:lnTo>
                  <a:lnTo>
                    <a:pt x="436658" y="392061"/>
                  </a:lnTo>
                  <a:lnTo>
                    <a:pt x="437040" y="391499"/>
                  </a:lnTo>
                  <a:lnTo>
                    <a:pt x="437444" y="390914"/>
                  </a:lnTo>
                  <a:lnTo>
                    <a:pt x="437850" y="390352"/>
                  </a:lnTo>
                  <a:lnTo>
                    <a:pt x="438232" y="389789"/>
                  </a:lnTo>
                  <a:lnTo>
                    <a:pt x="438636" y="389205"/>
                  </a:lnTo>
                  <a:lnTo>
                    <a:pt x="439019" y="388642"/>
                  </a:lnTo>
                  <a:lnTo>
                    <a:pt x="439424" y="388080"/>
                  </a:lnTo>
                  <a:lnTo>
                    <a:pt x="439806" y="387518"/>
                  </a:lnTo>
                  <a:lnTo>
                    <a:pt x="440211" y="386956"/>
                  </a:lnTo>
                  <a:lnTo>
                    <a:pt x="440593" y="386393"/>
                  </a:lnTo>
                  <a:lnTo>
                    <a:pt x="440998" y="385831"/>
                  </a:lnTo>
                  <a:lnTo>
                    <a:pt x="441403" y="385269"/>
                  </a:lnTo>
                  <a:lnTo>
                    <a:pt x="441785" y="384707"/>
                  </a:lnTo>
                  <a:lnTo>
                    <a:pt x="442190" y="384167"/>
                  </a:lnTo>
                  <a:lnTo>
                    <a:pt x="442572" y="383605"/>
                  </a:lnTo>
                  <a:lnTo>
                    <a:pt x="442977" y="383043"/>
                  </a:lnTo>
                  <a:lnTo>
                    <a:pt x="443359" y="382503"/>
                  </a:lnTo>
                  <a:lnTo>
                    <a:pt x="443764" y="381963"/>
                  </a:lnTo>
                  <a:lnTo>
                    <a:pt x="444147" y="381423"/>
                  </a:lnTo>
                  <a:lnTo>
                    <a:pt x="444551" y="380884"/>
                  </a:lnTo>
                  <a:lnTo>
                    <a:pt x="444956" y="380344"/>
                  </a:lnTo>
                  <a:lnTo>
                    <a:pt x="445338" y="379804"/>
                  </a:lnTo>
                  <a:lnTo>
                    <a:pt x="445743" y="379264"/>
                  </a:lnTo>
                  <a:lnTo>
                    <a:pt x="446126" y="378725"/>
                  </a:lnTo>
                  <a:lnTo>
                    <a:pt x="446530" y="378207"/>
                  </a:lnTo>
                  <a:lnTo>
                    <a:pt x="446913" y="377668"/>
                  </a:lnTo>
                  <a:lnTo>
                    <a:pt x="447318" y="377150"/>
                  </a:lnTo>
                  <a:lnTo>
                    <a:pt x="447722" y="376633"/>
                  </a:lnTo>
                  <a:lnTo>
                    <a:pt x="448105" y="376116"/>
                  </a:lnTo>
                  <a:lnTo>
                    <a:pt x="448510" y="375598"/>
                  </a:lnTo>
                  <a:lnTo>
                    <a:pt x="448892" y="375081"/>
                  </a:lnTo>
                  <a:lnTo>
                    <a:pt x="449296" y="374564"/>
                  </a:lnTo>
                  <a:lnTo>
                    <a:pt x="449679" y="374047"/>
                  </a:lnTo>
                  <a:lnTo>
                    <a:pt x="450084" y="373529"/>
                  </a:lnTo>
                  <a:lnTo>
                    <a:pt x="450466" y="373012"/>
                  </a:lnTo>
                  <a:lnTo>
                    <a:pt x="450871" y="372517"/>
                  </a:lnTo>
                  <a:lnTo>
                    <a:pt x="451276" y="372000"/>
                  </a:lnTo>
                  <a:lnTo>
                    <a:pt x="451658" y="371505"/>
                  </a:lnTo>
                  <a:lnTo>
                    <a:pt x="452063" y="370988"/>
                  </a:lnTo>
                  <a:lnTo>
                    <a:pt x="452445" y="370493"/>
                  </a:lnTo>
                  <a:lnTo>
                    <a:pt x="452850" y="369999"/>
                  </a:lnTo>
                  <a:lnTo>
                    <a:pt x="453232" y="369481"/>
                  </a:lnTo>
                  <a:lnTo>
                    <a:pt x="453637" y="368987"/>
                  </a:lnTo>
                  <a:lnTo>
                    <a:pt x="454019" y="368469"/>
                  </a:lnTo>
                  <a:lnTo>
                    <a:pt x="454424" y="367975"/>
                  </a:lnTo>
                  <a:lnTo>
                    <a:pt x="454829" y="367480"/>
                  </a:lnTo>
                  <a:lnTo>
                    <a:pt x="455211" y="366962"/>
                  </a:lnTo>
                  <a:lnTo>
                    <a:pt x="455616" y="366468"/>
                  </a:lnTo>
                  <a:lnTo>
                    <a:pt x="455998" y="365973"/>
                  </a:lnTo>
                  <a:lnTo>
                    <a:pt x="456403" y="365478"/>
                  </a:lnTo>
                  <a:lnTo>
                    <a:pt x="456786" y="364983"/>
                  </a:lnTo>
                  <a:lnTo>
                    <a:pt x="457190" y="364489"/>
                  </a:lnTo>
                  <a:lnTo>
                    <a:pt x="457573" y="363994"/>
                  </a:lnTo>
                  <a:lnTo>
                    <a:pt x="457978" y="363499"/>
                  </a:lnTo>
                  <a:lnTo>
                    <a:pt x="458382" y="363027"/>
                  </a:lnTo>
                  <a:lnTo>
                    <a:pt x="458765" y="362532"/>
                  </a:lnTo>
                  <a:lnTo>
                    <a:pt x="459170" y="362037"/>
                  </a:lnTo>
                  <a:lnTo>
                    <a:pt x="459552" y="361565"/>
                  </a:lnTo>
                  <a:lnTo>
                    <a:pt x="459956" y="361070"/>
                  </a:lnTo>
                  <a:lnTo>
                    <a:pt x="460339" y="360598"/>
                  </a:lnTo>
                  <a:lnTo>
                    <a:pt x="460744" y="360126"/>
                  </a:lnTo>
                  <a:lnTo>
                    <a:pt x="461126" y="359631"/>
                  </a:lnTo>
                  <a:lnTo>
                    <a:pt x="461531" y="359159"/>
                  </a:lnTo>
                  <a:lnTo>
                    <a:pt x="461936" y="358686"/>
                  </a:lnTo>
                  <a:lnTo>
                    <a:pt x="462318" y="358214"/>
                  </a:lnTo>
                  <a:lnTo>
                    <a:pt x="462723" y="357742"/>
                  </a:lnTo>
                  <a:lnTo>
                    <a:pt x="463105" y="357269"/>
                  </a:lnTo>
                  <a:lnTo>
                    <a:pt x="463510" y="356797"/>
                  </a:lnTo>
                  <a:lnTo>
                    <a:pt x="463892" y="356325"/>
                  </a:lnTo>
                  <a:lnTo>
                    <a:pt x="464297" y="355853"/>
                  </a:lnTo>
                  <a:lnTo>
                    <a:pt x="464702" y="355380"/>
                  </a:lnTo>
                  <a:lnTo>
                    <a:pt x="465084" y="354908"/>
                  </a:lnTo>
                  <a:lnTo>
                    <a:pt x="465489" y="354436"/>
                  </a:lnTo>
                  <a:lnTo>
                    <a:pt x="465872" y="353964"/>
                  </a:lnTo>
                  <a:lnTo>
                    <a:pt x="466276" y="353491"/>
                  </a:lnTo>
                  <a:lnTo>
                    <a:pt x="466659" y="353019"/>
                  </a:lnTo>
                  <a:lnTo>
                    <a:pt x="467064" y="352569"/>
                  </a:lnTo>
                  <a:lnTo>
                    <a:pt x="467446" y="352097"/>
                  </a:lnTo>
                  <a:lnTo>
                    <a:pt x="467850" y="351625"/>
                  </a:lnTo>
                  <a:lnTo>
                    <a:pt x="468256" y="351152"/>
                  </a:lnTo>
                  <a:lnTo>
                    <a:pt x="468638" y="350680"/>
                  </a:lnTo>
                  <a:lnTo>
                    <a:pt x="469042" y="350230"/>
                  </a:lnTo>
                  <a:lnTo>
                    <a:pt x="469425" y="349758"/>
                  </a:lnTo>
                  <a:lnTo>
                    <a:pt x="469830" y="349286"/>
                  </a:lnTo>
                  <a:lnTo>
                    <a:pt x="470212" y="348813"/>
                  </a:lnTo>
                  <a:lnTo>
                    <a:pt x="470617" y="348364"/>
                  </a:lnTo>
                  <a:lnTo>
                    <a:pt x="470999" y="347891"/>
                  </a:lnTo>
                  <a:lnTo>
                    <a:pt x="471404" y="347442"/>
                  </a:lnTo>
                  <a:lnTo>
                    <a:pt x="471809" y="346969"/>
                  </a:lnTo>
                  <a:lnTo>
                    <a:pt x="472191" y="346519"/>
                  </a:lnTo>
                  <a:lnTo>
                    <a:pt x="472596" y="346070"/>
                  </a:lnTo>
                  <a:lnTo>
                    <a:pt x="472978" y="345620"/>
                  </a:lnTo>
                  <a:lnTo>
                    <a:pt x="473383" y="345170"/>
                  </a:lnTo>
                  <a:lnTo>
                    <a:pt x="473765" y="344720"/>
                  </a:lnTo>
                  <a:lnTo>
                    <a:pt x="474170" y="344270"/>
                  </a:lnTo>
                  <a:lnTo>
                    <a:pt x="474552" y="343821"/>
                  </a:lnTo>
                  <a:lnTo>
                    <a:pt x="474957" y="343393"/>
                  </a:lnTo>
                  <a:lnTo>
                    <a:pt x="475362" y="342944"/>
                  </a:lnTo>
                  <a:lnTo>
                    <a:pt x="475744" y="342494"/>
                  </a:lnTo>
                  <a:lnTo>
                    <a:pt x="476149" y="342067"/>
                  </a:lnTo>
                  <a:lnTo>
                    <a:pt x="476532" y="341617"/>
                  </a:lnTo>
                  <a:lnTo>
                    <a:pt x="476936" y="341167"/>
                  </a:lnTo>
                  <a:lnTo>
                    <a:pt x="477319" y="340740"/>
                  </a:lnTo>
                  <a:lnTo>
                    <a:pt x="477724" y="340290"/>
                  </a:lnTo>
                  <a:lnTo>
                    <a:pt x="478128" y="339863"/>
                  </a:lnTo>
                  <a:lnTo>
                    <a:pt x="478510" y="339413"/>
                  </a:lnTo>
                  <a:lnTo>
                    <a:pt x="478916" y="338985"/>
                  </a:lnTo>
                  <a:lnTo>
                    <a:pt x="479298" y="338558"/>
                  </a:lnTo>
                  <a:lnTo>
                    <a:pt x="479702" y="338131"/>
                  </a:lnTo>
                  <a:lnTo>
                    <a:pt x="480085" y="337704"/>
                  </a:lnTo>
                  <a:lnTo>
                    <a:pt x="480490" y="337254"/>
                  </a:lnTo>
                  <a:lnTo>
                    <a:pt x="480872" y="336826"/>
                  </a:lnTo>
                  <a:lnTo>
                    <a:pt x="481277" y="336399"/>
                  </a:lnTo>
                  <a:lnTo>
                    <a:pt x="481682" y="335972"/>
                  </a:lnTo>
                  <a:lnTo>
                    <a:pt x="482064" y="335545"/>
                  </a:lnTo>
                  <a:lnTo>
                    <a:pt x="482469" y="335117"/>
                  </a:lnTo>
                  <a:lnTo>
                    <a:pt x="482851" y="334712"/>
                  </a:lnTo>
                  <a:lnTo>
                    <a:pt x="483256" y="334285"/>
                  </a:lnTo>
                  <a:lnTo>
                    <a:pt x="483638" y="333858"/>
                  </a:lnTo>
                  <a:lnTo>
                    <a:pt x="484043" y="333453"/>
                  </a:lnTo>
                  <a:lnTo>
                    <a:pt x="484425" y="333026"/>
                  </a:lnTo>
                  <a:lnTo>
                    <a:pt x="484830" y="332621"/>
                  </a:lnTo>
                  <a:lnTo>
                    <a:pt x="485235" y="332216"/>
                  </a:lnTo>
                  <a:lnTo>
                    <a:pt x="485617" y="331789"/>
                  </a:lnTo>
                  <a:lnTo>
                    <a:pt x="486022" y="331384"/>
                  </a:lnTo>
                  <a:lnTo>
                    <a:pt x="486404" y="330979"/>
                  </a:lnTo>
                  <a:lnTo>
                    <a:pt x="486809" y="330574"/>
                  </a:lnTo>
                  <a:lnTo>
                    <a:pt x="487192" y="330192"/>
                  </a:lnTo>
                  <a:lnTo>
                    <a:pt x="487596" y="329787"/>
                  </a:lnTo>
                  <a:lnTo>
                    <a:pt x="487979" y="329382"/>
                  </a:lnTo>
                  <a:lnTo>
                    <a:pt x="488384" y="329000"/>
                  </a:lnTo>
                  <a:lnTo>
                    <a:pt x="488788" y="328595"/>
                  </a:lnTo>
                  <a:lnTo>
                    <a:pt x="489170" y="328213"/>
                  </a:lnTo>
                  <a:lnTo>
                    <a:pt x="489576" y="327808"/>
                  </a:lnTo>
                  <a:lnTo>
                    <a:pt x="489958" y="327403"/>
                  </a:lnTo>
                  <a:lnTo>
                    <a:pt x="490362" y="327021"/>
                  </a:lnTo>
                  <a:lnTo>
                    <a:pt x="490745" y="326616"/>
                  </a:lnTo>
                  <a:lnTo>
                    <a:pt x="491150" y="326211"/>
                  </a:lnTo>
                  <a:lnTo>
                    <a:pt x="491532" y="325807"/>
                  </a:lnTo>
                  <a:lnTo>
                    <a:pt x="491937" y="325447"/>
                  </a:lnTo>
                  <a:lnTo>
                    <a:pt x="492342" y="325042"/>
                  </a:lnTo>
                  <a:lnTo>
                    <a:pt x="492724" y="324637"/>
                  </a:lnTo>
                  <a:lnTo>
                    <a:pt x="493129" y="324255"/>
                  </a:lnTo>
                  <a:lnTo>
                    <a:pt x="493511" y="323850"/>
                  </a:lnTo>
                  <a:lnTo>
                    <a:pt x="493916" y="323445"/>
                  </a:lnTo>
                  <a:lnTo>
                    <a:pt x="494298" y="323040"/>
                  </a:lnTo>
                  <a:lnTo>
                    <a:pt x="494703" y="322658"/>
                  </a:lnTo>
                  <a:lnTo>
                    <a:pt x="495108" y="322253"/>
                  </a:lnTo>
                  <a:lnTo>
                    <a:pt x="495490" y="321848"/>
                  </a:lnTo>
                  <a:lnTo>
                    <a:pt x="495895" y="321466"/>
                  </a:lnTo>
                  <a:lnTo>
                    <a:pt x="496277" y="321061"/>
                  </a:lnTo>
                  <a:lnTo>
                    <a:pt x="496682" y="320656"/>
                  </a:lnTo>
                  <a:lnTo>
                    <a:pt x="497064" y="320274"/>
                  </a:lnTo>
                  <a:lnTo>
                    <a:pt x="497469" y="319869"/>
                  </a:lnTo>
                  <a:lnTo>
                    <a:pt x="497852" y="319464"/>
                  </a:lnTo>
                  <a:lnTo>
                    <a:pt x="498256" y="319060"/>
                  </a:lnTo>
                  <a:lnTo>
                    <a:pt x="498662" y="318677"/>
                  </a:lnTo>
                  <a:lnTo>
                    <a:pt x="499044" y="318273"/>
                  </a:lnTo>
                  <a:lnTo>
                    <a:pt x="499448" y="317868"/>
                  </a:lnTo>
                  <a:lnTo>
                    <a:pt x="499831" y="317463"/>
                  </a:lnTo>
                  <a:lnTo>
                    <a:pt x="500236" y="317058"/>
                  </a:lnTo>
                  <a:lnTo>
                    <a:pt x="500618" y="316653"/>
                  </a:lnTo>
                  <a:lnTo>
                    <a:pt x="501022" y="316248"/>
                  </a:lnTo>
                  <a:lnTo>
                    <a:pt x="501405" y="315844"/>
                  </a:lnTo>
                  <a:lnTo>
                    <a:pt x="501810" y="315439"/>
                  </a:lnTo>
                  <a:lnTo>
                    <a:pt x="502214" y="315012"/>
                  </a:lnTo>
                  <a:lnTo>
                    <a:pt x="502597" y="314607"/>
                  </a:lnTo>
                  <a:lnTo>
                    <a:pt x="503002" y="314202"/>
                  </a:lnTo>
                  <a:lnTo>
                    <a:pt x="503384" y="313797"/>
                  </a:lnTo>
                  <a:lnTo>
                    <a:pt x="503789" y="313392"/>
                  </a:lnTo>
                  <a:lnTo>
                    <a:pt x="504171" y="312988"/>
                  </a:lnTo>
                  <a:lnTo>
                    <a:pt x="504576" y="312560"/>
                  </a:lnTo>
                  <a:lnTo>
                    <a:pt x="504958" y="312155"/>
                  </a:lnTo>
                  <a:lnTo>
                    <a:pt x="505363" y="311751"/>
                  </a:lnTo>
                  <a:lnTo>
                    <a:pt x="505768" y="311346"/>
                  </a:lnTo>
                  <a:lnTo>
                    <a:pt x="506150" y="310941"/>
                  </a:lnTo>
                  <a:lnTo>
                    <a:pt x="506555" y="310536"/>
                  </a:lnTo>
                  <a:lnTo>
                    <a:pt x="506938" y="310109"/>
                  </a:lnTo>
                  <a:lnTo>
                    <a:pt x="507342" y="309704"/>
                  </a:lnTo>
                  <a:lnTo>
                    <a:pt x="507724" y="309299"/>
                  </a:lnTo>
                  <a:lnTo>
                    <a:pt x="508130" y="308894"/>
                  </a:lnTo>
                  <a:lnTo>
                    <a:pt x="508534" y="308490"/>
                  </a:lnTo>
                  <a:lnTo>
                    <a:pt x="508916" y="308085"/>
                  </a:lnTo>
                  <a:lnTo>
                    <a:pt x="509322" y="307680"/>
                  </a:lnTo>
                  <a:lnTo>
                    <a:pt x="509704" y="307275"/>
                  </a:lnTo>
                  <a:lnTo>
                    <a:pt x="510108" y="306870"/>
                  </a:lnTo>
                  <a:lnTo>
                    <a:pt x="510491" y="306443"/>
                  </a:lnTo>
                  <a:lnTo>
                    <a:pt x="510896" y="306038"/>
                  </a:lnTo>
                  <a:lnTo>
                    <a:pt x="511278" y="305633"/>
                  </a:lnTo>
                  <a:lnTo>
                    <a:pt x="511683" y="305229"/>
                  </a:lnTo>
                  <a:lnTo>
                    <a:pt x="512088" y="304824"/>
                  </a:lnTo>
                  <a:lnTo>
                    <a:pt x="512470" y="304419"/>
                  </a:lnTo>
                  <a:lnTo>
                    <a:pt x="512875" y="303992"/>
                  </a:lnTo>
                  <a:lnTo>
                    <a:pt x="513257" y="303587"/>
                  </a:lnTo>
                  <a:lnTo>
                    <a:pt x="513662" y="303182"/>
                  </a:lnTo>
                  <a:lnTo>
                    <a:pt x="514044" y="302777"/>
                  </a:lnTo>
                  <a:lnTo>
                    <a:pt x="514449" y="302350"/>
                  </a:lnTo>
                  <a:lnTo>
                    <a:pt x="514831" y="301945"/>
                  </a:lnTo>
                  <a:lnTo>
                    <a:pt x="515236" y="301540"/>
                  </a:lnTo>
                  <a:lnTo>
                    <a:pt x="515641" y="301135"/>
                  </a:lnTo>
                  <a:lnTo>
                    <a:pt x="516023" y="300731"/>
                  </a:lnTo>
                  <a:lnTo>
                    <a:pt x="516428" y="300303"/>
                  </a:lnTo>
                  <a:lnTo>
                    <a:pt x="516810" y="299899"/>
                  </a:lnTo>
                  <a:lnTo>
                    <a:pt x="517215" y="299494"/>
                  </a:lnTo>
                  <a:lnTo>
                    <a:pt x="517598" y="299089"/>
                  </a:lnTo>
                  <a:lnTo>
                    <a:pt x="518002" y="298684"/>
                  </a:lnTo>
                  <a:lnTo>
                    <a:pt x="518385" y="298302"/>
                  </a:lnTo>
                  <a:lnTo>
                    <a:pt x="518790" y="297897"/>
                  </a:lnTo>
                  <a:lnTo>
                    <a:pt x="519194" y="297492"/>
                  </a:lnTo>
                  <a:lnTo>
                    <a:pt x="519576" y="297110"/>
                  </a:lnTo>
                  <a:lnTo>
                    <a:pt x="519982" y="296705"/>
                  </a:lnTo>
                  <a:lnTo>
                    <a:pt x="520364" y="296300"/>
                  </a:lnTo>
                  <a:lnTo>
                    <a:pt x="520768" y="295918"/>
                  </a:lnTo>
                  <a:lnTo>
                    <a:pt x="521151" y="295536"/>
                  </a:lnTo>
                  <a:lnTo>
                    <a:pt x="521556" y="295131"/>
                  </a:lnTo>
                  <a:lnTo>
                    <a:pt x="521938" y="294748"/>
                  </a:lnTo>
                  <a:lnTo>
                    <a:pt x="522343" y="294344"/>
                  </a:lnTo>
                  <a:lnTo>
                    <a:pt x="522748" y="293961"/>
                  </a:lnTo>
                  <a:lnTo>
                    <a:pt x="523107" y="293579"/>
                  </a:lnTo>
                  <a:lnTo>
                    <a:pt x="523535" y="293197"/>
                  </a:lnTo>
                  <a:lnTo>
                    <a:pt x="523895" y="292792"/>
                  </a:lnTo>
                  <a:lnTo>
                    <a:pt x="524299" y="292410"/>
                  </a:lnTo>
                  <a:lnTo>
                    <a:pt x="524682" y="292027"/>
                  </a:lnTo>
                  <a:lnTo>
                    <a:pt x="525087" y="291622"/>
                  </a:lnTo>
                  <a:lnTo>
                    <a:pt x="525491" y="291240"/>
                  </a:lnTo>
                  <a:lnTo>
                    <a:pt x="525874" y="290858"/>
                  </a:lnTo>
                  <a:lnTo>
                    <a:pt x="526278" y="290475"/>
                  </a:lnTo>
                  <a:lnTo>
                    <a:pt x="526661" y="290071"/>
                  </a:lnTo>
                  <a:lnTo>
                    <a:pt x="527066" y="289688"/>
                  </a:lnTo>
                  <a:lnTo>
                    <a:pt x="527448" y="289306"/>
                  </a:lnTo>
                  <a:lnTo>
                    <a:pt x="527853" y="288924"/>
                  </a:lnTo>
                  <a:lnTo>
                    <a:pt x="528235" y="288541"/>
                  </a:lnTo>
                  <a:lnTo>
                    <a:pt x="528640" y="288159"/>
                  </a:lnTo>
                  <a:lnTo>
                    <a:pt x="529045" y="287754"/>
                  </a:lnTo>
                  <a:lnTo>
                    <a:pt x="529427" y="287372"/>
                  </a:lnTo>
                  <a:lnTo>
                    <a:pt x="529832" y="286990"/>
                  </a:lnTo>
                  <a:lnTo>
                    <a:pt x="530214" y="286607"/>
                  </a:lnTo>
                  <a:lnTo>
                    <a:pt x="530619" y="286225"/>
                  </a:lnTo>
                  <a:lnTo>
                    <a:pt x="531001" y="285843"/>
                  </a:lnTo>
                  <a:lnTo>
                    <a:pt x="531406" y="285483"/>
                  </a:lnTo>
                  <a:lnTo>
                    <a:pt x="531789" y="285100"/>
                  </a:lnTo>
                  <a:lnTo>
                    <a:pt x="532193" y="284718"/>
                  </a:lnTo>
                  <a:lnTo>
                    <a:pt x="532598" y="284336"/>
                  </a:lnTo>
                  <a:lnTo>
                    <a:pt x="532981" y="283976"/>
                  </a:lnTo>
                  <a:lnTo>
                    <a:pt x="533385" y="283594"/>
                  </a:lnTo>
                  <a:lnTo>
                    <a:pt x="533767" y="283211"/>
                  </a:lnTo>
                  <a:lnTo>
                    <a:pt x="534172" y="282851"/>
                  </a:lnTo>
                  <a:lnTo>
                    <a:pt x="534555" y="282469"/>
                  </a:lnTo>
                  <a:lnTo>
                    <a:pt x="534959" y="282109"/>
                  </a:lnTo>
                  <a:lnTo>
                    <a:pt x="535342" y="281749"/>
                  </a:lnTo>
                  <a:lnTo>
                    <a:pt x="535747" y="281367"/>
                  </a:lnTo>
                  <a:lnTo>
                    <a:pt x="536151" y="281007"/>
                  </a:lnTo>
                  <a:lnTo>
                    <a:pt x="536534" y="280647"/>
                  </a:lnTo>
                  <a:lnTo>
                    <a:pt x="536939" y="280265"/>
                  </a:lnTo>
                  <a:lnTo>
                    <a:pt x="537321" y="279905"/>
                  </a:lnTo>
                  <a:lnTo>
                    <a:pt x="537726" y="279523"/>
                  </a:lnTo>
                  <a:lnTo>
                    <a:pt x="538108" y="279163"/>
                  </a:lnTo>
                  <a:lnTo>
                    <a:pt x="538513" y="278781"/>
                  </a:lnTo>
                  <a:lnTo>
                    <a:pt x="538918" y="278421"/>
                  </a:lnTo>
                  <a:lnTo>
                    <a:pt x="539300" y="278039"/>
                  </a:lnTo>
                  <a:lnTo>
                    <a:pt x="539705" y="277679"/>
                  </a:lnTo>
                  <a:lnTo>
                    <a:pt x="540087" y="277297"/>
                  </a:lnTo>
                  <a:lnTo>
                    <a:pt x="540492" y="276937"/>
                  </a:lnTo>
                  <a:lnTo>
                    <a:pt x="540875" y="276554"/>
                  </a:lnTo>
                  <a:lnTo>
                    <a:pt x="541279" y="276172"/>
                  </a:lnTo>
                  <a:lnTo>
                    <a:pt x="541661" y="275812"/>
                  </a:lnTo>
                  <a:lnTo>
                    <a:pt x="542066" y="275430"/>
                  </a:lnTo>
                  <a:lnTo>
                    <a:pt x="542471" y="275070"/>
                  </a:lnTo>
                  <a:lnTo>
                    <a:pt x="542853" y="274688"/>
                  </a:lnTo>
                  <a:lnTo>
                    <a:pt x="543258" y="274305"/>
                  </a:lnTo>
                  <a:lnTo>
                    <a:pt x="543641" y="273946"/>
                  </a:lnTo>
                  <a:lnTo>
                    <a:pt x="544045" y="273563"/>
                  </a:lnTo>
                  <a:lnTo>
                    <a:pt x="544427" y="273203"/>
                  </a:lnTo>
                  <a:lnTo>
                    <a:pt x="544832" y="272821"/>
                  </a:lnTo>
                  <a:lnTo>
                    <a:pt x="545215" y="272461"/>
                  </a:lnTo>
                  <a:lnTo>
                    <a:pt x="545620" y="272101"/>
                  </a:lnTo>
                  <a:lnTo>
                    <a:pt x="546024" y="271742"/>
                  </a:lnTo>
                  <a:lnTo>
                    <a:pt x="546407" y="271382"/>
                  </a:lnTo>
                  <a:lnTo>
                    <a:pt x="546812" y="271022"/>
                  </a:lnTo>
                  <a:lnTo>
                    <a:pt x="547194" y="270662"/>
                  </a:lnTo>
                  <a:lnTo>
                    <a:pt x="547599" y="270302"/>
                  </a:lnTo>
                  <a:lnTo>
                    <a:pt x="547981" y="269942"/>
                  </a:lnTo>
                  <a:lnTo>
                    <a:pt x="548386" y="269605"/>
                  </a:lnTo>
                  <a:lnTo>
                    <a:pt x="548768" y="269245"/>
                  </a:lnTo>
                  <a:lnTo>
                    <a:pt x="549173" y="268885"/>
                  </a:lnTo>
                  <a:lnTo>
                    <a:pt x="549578" y="268526"/>
                  </a:lnTo>
                  <a:lnTo>
                    <a:pt x="549960" y="268188"/>
                  </a:lnTo>
                  <a:lnTo>
                    <a:pt x="550365" y="267828"/>
                  </a:lnTo>
                  <a:lnTo>
                    <a:pt x="550747" y="267469"/>
                  </a:lnTo>
                  <a:lnTo>
                    <a:pt x="551152" y="267131"/>
                  </a:lnTo>
                  <a:lnTo>
                    <a:pt x="551535" y="266771"/>
                  </a:lnTo>
                  <a:lnTo>
                    <a:pt x="551939" y="266434"/>
                  </a:lnTo>
                  <a:lnTo>
                    <a:pt x="552321" y="266074"/>
                  </a:lnTo>
                  <a:lnTo>
                    <a:pt x="552726" y="265737"/>
                  </a:lnTo>
                  <a:lnTo>
                    <a:pt x="553131" y="265400"/>
                  </a:lnTo>
                  <a:lnTo>
                    <a:pt x="553513" y="265062"/>
                  </a:lnTo>
                  <a:lnTo>
                    <a:pt x="553918" y="264725"/>
                  </a:lnTo>
                  <a:lnTo>
                    <a:pt x="554301" y="264365"/>
                  </a:lnTo>
                  <a:lnTo>
                    <a:pt x="554705" y="264028"/>
                  </a:lnTo>
                  <a:lnTo>
                    <a:pt x="555088" y="263690"/>
                  </a:lnTo>
                  <a:lnTo>
                    <a:pt x="555493" y="263353"/>
                  </a:lnTo>
                  <a:lnTo>
                    <a:pt x="555897" y="263038"/>
                  </a:lnTo>
                  <a:lnTo>
                    <a:pt x="556280" y="262701"/>
                  </a:lnTo>
                  <a:lnTo>
                    <a:pt x="556684" y="262363"/>
                  </a:lnTo>
                  <a:lnTo>
                    <a:pt x="557067" y="262026"/>
                  </a:lnTo>
                  <a:lnTo>
                    <a:pt x="557472" y="261689"/>
                  </a:lnTo>
                  <a:lnTo>
                    <a:pt x="557854" y="261351"/>
                  </a:lnTo>
                  <a:lnTo>
                    <a:pt x="558259" y="261014"/>
                  </a:lnTo>
                  <a:lnTo>
                    <a:pt x="558641" y="260677"/>
                  </a:lnTo>
                  <a:lnTo>
                    <a:pt x="559046" y="260339"/>
                  </a:lnTo>
                  <a:lnTo>
                    <a:pt x="559450" y="260002"/>
                  </a:lnTo>
                  <a:lnTo>
                    <a:pt x="559833" y="259665"/>
                  </a:lnTo>
                  <a:lnTo>
                    <a:pt x="560238" y="259327"/>
                  </a:lnTo>
                  <a:lnTo>
                    <a:pt x="560620" y="258990"/>
                  </a:lnTo>
                  <a:lnTo>
                    <a:pt x="561025" y="258653"/>
                  </a:lnTo>
                  <a:lnTo>
                    <a:pt x="561407" y="258315"/>
                  </a:lnTo>
                  <a:lnTo>
                    <a:pt x="561812" y="257978"/>
                  </a:lnTo>
                  <a:lnTo>
                    <a:pt x="562195" y="257618"/>
                  </a:lnTo>
                  <a:lnTo>
                    <a:pt x="562599" y="257281"/>
                  </a:lnTo>
                  <a:lnTo>
                    <a:pt x="563004" y="256921"/>
                  </a:lnTo>
                  <a:lnTo>
                    <a:pt x="563386" y="256561"/>
                  </a:lnTo>
                  <a:lnTo>
                    <a:pt x="563791" y="256224"/>
                  </a:lnTo>
                  <a:lnTo>
                    <a:pt x="564173" y="255864"/>
                  </a:lnTo>
                  <a:lnTo>
                    <a:pt x="564578" y="255482"/>
                  </a:lnTo>
                  <a:lnTo>
                    <a:pt x="564961" y="255122"/>
                  </a:lnTo>
                  <a:lnTo>
                    <a:pt x="565365" y="254762"/>
                  </a:lnTo>
                  <a:lnTo>
                    <a:pt x="565748" y="254380"/>
                  </a:lnTo>
                  <a:lnTo>
                    <a:pt x="566153" y="254020"/>
                  </a:lnTo>
                  <a:lnTo>
                    <a:pt x="566557" y="253638"/>
                  </a:lnTo>
                  <a:lnTo>
                    <a:pt x="566940" y="253278"/>
                  </a:lnTo>
                  <a:lnTo>
                    <a:pt x="567344" y="252895"/>
                  </a:lnTo>
                  <a:lnTo>
                    <a:pt x="567727" y="252513"/>
                  </a:lnTo>
                  <a:lnTo>
                    <a:pt x="568132" y="252108"/>
                  </a:lnTo>
                  <a:lnTo>
                    <a:pt x="568514" y="251726"/>
                  </a:lnTo>
                  <a:lnTo>
                    <a:pt x="568919" y="251321"/>
                  </a:lnTo>
                  <a:lnTo>
                    <a:pt x="569324" y="250939"/>
                  </a:lnTo>
                  <a:lnTo>
                    <a:pt x="569706" y="250511"/>
                  </a:lnTo>
                  <a:lnTo>
                    <a:pt x="570111" y="250107"/>
                  </a:lnTo>
                  <a:lnTo>
                    <a:pt x="570493" y="249679"/>
                  </a:lnTo>
                  <a:lnTo>
                    <a:pt x="570898" y="249252"/>
                  </a:lnTo>
                  <a:lnTo>
                    <a:pt x="571280" y="248825"/>
                  </a:lnTo>
                  <a:lnTo>
                    <a:pt x="571685" y="248375"/>
                  </a:lnTo>
                  <a:lnTo>
                    <a:pt x="572067" y="247925"/>
                  </a:lnTo>
                  <a:lnTo>
                    <a:pt x="572472" y="247453"/>
                  </a:lnTo>
                  <a:lnTo>
                    <a:pt x="572877" y="246981"/>
                  </a:lnTo>
                  <a:lnTo>
                    <a:pt x="573259" y="246508"/>
                  </a:lnTo>
                  <a:lnTo>
                    <a:pt x="573664" y="246014"/>
                  </a:lnTo>
                  <a:lnTo>
                    <a:pt x="574047" y="245496"/>
                  </a:lnTo>
                  <a:lnTo>
                    <a:pt x="574451" y="244979"/>
                  </a:lnTo>
                  <a:lnTo>
                    <a:pt x="574833" y="244439"/>
                  </a:lnTo>
                  <a:lnTo>
                    <a:pt x="575238" y="243900"/>
                  </a:lnTo>
                  <a:lnTo>
                    <a:pt x="575621" y="243360"/>
                  </a:lnTo>
                  <a:lnTo>
                    <a:pt x="576025" y="242775"/>
                  </a:lnTo>
                  <a:lnTo>
                    <a:pt x="576430" y="242190"/>
                  </a:lnTo>
                  <a:lnTo>
                    <a:pt x="576813" y="241606"/>
                  </a:lnTo>
                  <a:lnTo>
                    <a:pt x="577217" y="240976"/>
                  </a:lnTo>
                  <a:lnTo>
                    <a:pt x="577600" y="240346"/>
                  </a:lnTo>
                  <a:lnTo>
                    <a:pt x="578004" y="239694"/>
                  </a:lnTo>
                  <a:lnTo>
                    <a:pt x="578387" y="239042"/>
                  </a:lnTo>
                  <a:lnTo>
                    <a:pt x="578792" y="238345"/>
                  </a:lnTo>
                  <a:lnTo>
                    <a:pt x="579174" y="237647"/>
                  </a:lnTo>
                  <a:lnTo>
                    <a:pt x="579579" y="236905"/>
                  </a:lnTo>
                  <a:lnTo>
                    <a:pt x="579984" y="236163"/>
                  </a:lnTo>
                  <a:lnTo>
                    <a:pt x="580366" y="235376"/>
                  </a:lnTo>
                  <a:lnTo>
                    <a:pt x="580771" y="234589"/>
                  </a:lnTo>
                  <a:lnTo>
                    <a:pt x="581153" y="233757"/>
                  </a:lnTo>
                  <a:lnTo>
                    <a:pt x="581558" y="232902"/>
                  </a:lnTo>
                  <a:lnTo>
                    <a:pt x="581940" y="232025"/>
                  </a:lnTo>
                  <a:lnTo>
                    <a:pt x="582345" y="231103"/>
                  </a:lnTo>
                  <a:lnTo>
                    <a:pt x="582727" y="230136"/>
                  </a:lnTo>
                  <a:lnTo>
                    <a:pt x="583132" y="229169"/>
                  </a:lnTo>
                  <a:lnTo>
                    <a:pt x="583537" y="228134"/>
                  </a:lnTo>
                  <a:lnTo>
                    <a:pt x="583919" y="227055"/>
                  </a:lnTo>
                  <a:lnTo>
                    <a:pt x="584324" y="225953"/>
                  </a:lnTo>
                  <a:lnTo>
                    <a:pt x="584707" y="224783"/>
                  </a:lnTo>
                  <a:lnTo>
                    <a:pt x="585111" y="223569"/>
                  </a:lnTo>
                  <a:lnTo>
                    <a:pt x="585493" y="222287"/>
                  </a:lnTo>
                  <a:lnTo>
                    <a:pt x="585898" y="220960"/>
                  </a:lnTo>
                  <a:lnTo>
                    <a:pt x="586303" y="219566"/>
                  </a:lnTo>
                  <a:lnTo>
                    <a:pt x="586686" y="218104"/>
                  </a:lnTo>
                  <a:lnTo>
                    <a:pt x="587090" y="216575"/>
                  </a:lnTo>
                  <a:lnTo>
                    <a:pt x="587473" y="214955"/>
                  </a:lnTo>
                  <a:lnTo>
                    <a:pt x="587878" y="213269"/>
                  </a:lnTo>
                  <a:lnTo>
                    <a:pt x="588260" y="211492"/>
                  </a:lnTo>
                  <a:lnTo>
                    <a:pt x="588665" y="209625"/>
                  </a:lnTo>
                  <a:lnTo>
                    <a:pt x="589047" y="207646"/>
                  </a:lnTo>
                  <a:lnTo>
                    <a:pt x="589452" y="205600"/>
                  </a:lnTo>
                  <a:lnTo>
                    <a:pt x="589856" y="203396"/>
                  </a:lnTo>
                  <a:lnTo>
                    <a:pt x="590239" y="201102"/>
                  </a:lnTo>
                  <a:lnTo>
                    <a:pt x="590644" y="198695"/>
                  </a:lnTo>
                  <a:lnTo>
                    <a:pt x="591026" y="196199"/>
                  </a:lnTo>
                  <a:lnTo>
                    <a:pt x="591431" y="193815"/>
                  </a:lnTo>
                  <a:lnTo>
                    <a:pt x="591813" y="191139"/>
                  </a:lnTo>
                </a:path>
              </a:pathLst>
            </a:custGeom>
            <a:noFill/>
            <a:ln w="4498" cap="flat">
              <a:solidFill>
                <a:srgbClr val="B4E4FA"/>
              </a:solidFill>
              <a:prstDash val="solid"/>
              <a:round/>
            </a:ln>
          </p:spPr>
          <p:txBody>
            <a:bodyPr rtlCol="0" anchor="ctr"/>
            <a:lstStyle/>
            <a:p>
              <a:endParaRPr lang="en-US"/>
            </a:p>
          </p:txBody>
        </p:sp>
        <p:sp>
          <p:nvSpPr>
            <p:cNvPr id="5114" name="Freeform 5113">
              <a:extLst>
                <a:ext uri="{FF2B5EF4-FFF2-40B4-BE49-F238E27FC236}">
                  <a16:creationId xmlns:a16="http://schemas.microsoft.com/office/drawing/2014/main" id="{F825E6B3-F21B-C5CC-10E4-FAE675B714D8}"/>
                </a:ext>
              </a:extLst>
            </p:cNvPr>
            <p:cNvSpPr/>
            <p:nvPr/>
          </p:nvSpPr>
          <p:spPr>
            <a:xfrm>
              <a:off x="1643264" y="2987165"/>
              <a:ext cx="2503612" cy="2711206"/>
            </a:xfrm>
            <a:custGeom>
              <a:avLst/>
              <a:gdLst>
                <a:gd name="connsiteX0" fmla="*/ 104621 w 591813"/>
                <a:gd name="connsiteY0" fmla="*/ 27122 h 640885"/>
                <a:gd name="connsiteX1" fmla="*/ 105026 w 591813"/>
                <a:gd name="connsiteY1" fmla="*/ 27347 h 640885"/>
                <a:gd name="connsiteX2" fmla="*/ 105408 w 591813"/>
                <a:gd name="connsiteY2" fmla="*/ 27617 h 640885"/>
                <a:gd name="connsiteX3" fmla="*/ 105813 w 591813"/>
                <a:gd name="connsiteY3" fmla="*/ 27887 h 640885"/>
                <a:gd name="connsiteX4" fmla="*/ 106196 w 591813"/>
                <a:gd name="connsiteY4" fmla="*/ 28179 h 640885"/>
                <a:gd name="connsiteX5" fmla="*/ 106600 w 591813"/>
                <a:gd name="connsiteY5" fmla="*/ 28494 h 640885"/>
                <a:gd name="connsiteX6" fmla="*/ 107005 w 591813"/>
                <a:gd name="connsiteY6" fmla="*/ 28832 h 640885"/>
                <a:gd name="connsiteX7" fmla="*/ 107388 w 591813"/>
                <a:gd name="connsiteY7" fmla="*/ 29191 h 640885"/>
                <a:gd name="connsiteX8" fmla="*/ 107792 w 591813"/>
                <a:gd name="connsiteY8" fmla="*/ 29574 h 640885"/>
                <a:gd name="connsiteX9" fmla="*/ 108175 w 591813"/>
                <a:gd name="connsiteY9" fmla="*/ 29979 h 640885"/>
                <a:gd name="connsiteX10" fmla="*/ 108579 w 591813"/>
                <a:gd name="connsiteY10" fmla="*/ 30406 h 640885"/>
                <a:gd name="connsiteX11" fmla="*/ 108962 w 591813"/>
                <a:gd name="connsiteY11" fmla="*/ 30856 h 640885"/>
                <a:gd name="connsiteX12" fmla="*/ 109367 w 591813"/>
                <a:gd name="connsiteY12" fmla="*/ 31328 h 640885"/>
                <a:gd name="connsiteX13" fmla="*/ 109749 w 591813"/>
                <a:gd name="connsiteY13" fmla="*/ 31823 h 640885"/>
                <a:gd name="connsiteX14" fmla="*/ 110154 w 591813"/>
                <a:gd name="connsiteY14" fmla="*/ 32340 h 640885"/>
                <a:gd name="connsiteX15" fmla="*/ 110559 w 591813"/>
                <a:gd name="connsiteY15" fmla="*/ 32880 h 640885"/>
                <a:gd name="connsiteX16" fmla="*/ 110941 w 591813"/>
                <a:gd name="connsiteY16" fmla="*/ 33442 h 640885"/>
                <a:gd name="connsiteX17" fmla="*/ 111345 w 591813"/>
                <a:gd name="connsiteY17" fmla="*/ 34049 h 640885"/>
                <a:gd name="connsiteX18" fmla="*/ 111728 w 591813"/>
                <a:gd name="connsiteY18" fmla="*/ 34679 h 640885"/>
                <a:gd name="connsiteX19" fmla="*/ 112133 w 591813"/>
                <a:gd name="connsiteY19" fmla="*/ 35331 h 640885"/>
                <a:gd name="connsiteX20" fmla="*/ 112515 w 591813"/>
                <a:gd name="connsiteY20" fmla="*/ 36006 h 640885"/>
                <a:gd name="connsiteX21" fmla="*/ 112920 w 591813"/>
                <a:gd name="connsiteY21" fmla="*/ 36703 h 640885"/>
                <a:gd name="connsiteX22" fmla="*/ 113325 w 591813"/>
                <a:gd name="connsiteY22" fmla="*/ 37445 h 640885"/>
                <a:gd name="connsiteX23" fmla="*/ 113707 w 591813"/>
                <a:gd name="connsiteY23" fmla="*/ 38210 h 640885"/>
                <a:gd name="connsiteX24" fmla="*/ 114112 w 591813"/>
                <a:gd name="connsiteY24" fmla="*/ 38997 h 640885"/>
                <a:gd name="connsiteX25" fmla="*/ 114494 w 591813"/>
                <a:gd name="connsiteY25" fmla="*/ 39807 h 640885"/>
                <a:gd name="connsiteX26" fmla="*/ 114899 w 591813"/>
                <a:gd name="connsiteY26" fmla="*/ 40661 h 640885"/>
                <a:gd name="connsiteX27" fmla="*/ 115281 w 591813"/>
                <a:gd name="connsiteY27" fmla="*/ 41538 h 640885"/>
                <a:gd name="connsiteX28" fmla="*/ 115686 w 591813"/>
                <a:gd name="connsiteY28" fmla="*/ 42438 h 640885"/>
                <a:gd name="connsiteX29" fmla="*/ 116068 w 591813"/>
                <a:gd name="connsiteY29" fmla="*/ 43382 h 640885"/>
                <a:gd name="connsiteX30" fmla="*/ 116473 w 591813"/>
                <a:gd name="connsiteY30" fmla="*/ 44349 h 640885"/>
                <a:gd name="connsiteX31" fmla="*/ 116878 w 591813"/>
                <a:gd name="connsiteY31" fmla="*/ 45339 h 640885"/>
                <a:gd name="connsiteX32" fmla="*/ 117260 w 591813"/>
                <a:gd name="connsiteY32" fmla="*/ 46374 h 640885"/>
                <a:gd name="connsiteX33" fmla="*/ 117665 w 591813"/>
                <a:gd name="connsiteY33" fmla="*/ 47431 h 640885"/>
                <a:gd name="connsiteX34" fmla="*/ 118048 w 591813"/>
                <a:gd name="connsiteY34" fmla="*/ 48510 h 640885"/>
                <a:gd name="connsiteX35" fmla="*/ 118452 w 591813"/>
                <a:gd name="connsiteY35" fmla="*/ 49635 h 640885"/>
                <a:gd name="connsiteX36" fmla="*/ 118835 w 591813"/>
                <a:gd name="connsiteY36" fmla="*/ 50781 h 640885"/>
                <a:gd name="connsiteX37" fmla="*/ 119239 w 591813"/>
                <a:gd name="connsiteY37" fmla="*/ 51973 h 640885"/>
                <a:gd name="connsiteX38" fmla="*/ 119622 w 591813"/>
                <a:gd name="connsiteY38" fmla="*/ 53165 h 640885"/>
                <a:gd name="connsiteX39" fmla="*/ 120027 w 591813"/>
                <a:gd name="connsiteY39" fmla="*/ 54425 h 640885"/>
                <a:gd name="connsiteX40" fmla="*/ 120431 w 591813"/>
                <a:gd name="connsiteY40" fmla="*/ 55684 h 640885"/>
                <a:gd name="connsiteX41" fmla="*/ 120814 w 591813"/>
                <a:gd name="connsiteY41" fmla="*/ 56989 h 640885"/>
                <a:gd name="connsiteX42" fmla="*/ 121219 w 591813"/>
                <a:gd name="connsiteY42" fmla="*/ 58315 h 640885"/>
                <a:gd name="connsiteX43" fmla="*/ 121601 w 591813"/>
                <a:gd name="connsiteY43" fmla="*/ 59665 h 640885"/>
                <a:gd name="connsiteX44" fmla="*/ 122006 w 591813"/>
                <a:gd name="connsiteY44" fmla="*/ 61059 h 640885"/>
                <a:gd name="connsiteX45" fmla="*/ 122388 w 591813"/>
                <a:gd name="connsiteY45" fmla="*/ 62476 h 640885"/>
                <a:gd name="connsiteX46" fmla="*/ 122793 w 591813"/>
                <a:gd name="connsiteY46" fmla="*/ 63915 h 640885"/>
                <a:gd name="connsiteX47" fmla="*/ 123175 w 591813"/>
                <a:gd name="connsiteY47" fmla="*/ 65400 h 640885"/>
                <a:gd name="connsiteX48" fmla="*/ 123580 w 591813"/>
                <a:gd name="connsiteY48" fmla="*/ 66907 h 640885"/>
                <a:gd name="connsiteX49" fmla="*/ 123985 w 591813"/>
                <a:gd name="connsiteY49" fmla="*/ 68458 h 640885"/>
                <a:gd name="connsiteX50" fmla="*/ 124367 w 591813"/>
                <a:gd name="connsiteY50" fmla="*/ 70010 h 640885"/>
                <a:gd name="connsiteX51" fmla="*/ 124772 w 591813"/>
                <a:gd name="connsiteY51" fmla="*/ 71607 h 640885"/>
                <a:gd name="connsiteX52" fmla="*/ 125154 w 591813"/>
                <a:gd name="connsiteY52" fmla="*/ 73249 h 640885"/>
                <a:gd name="connsiteX53" fmla="*/ 125559 w 591813"/>
                <a:gd name="connsiteY53" fmla="*/ 74890 h 640885"/>
                <a:gd name="connsiteX54" fmla="*/ 125942 w 591813"/>
                <a:gd name="connsiteY54" fmla="*/ 76577 h 640885"/>
                <a:gd name="connsiteX55" fmla="*/ 126346 w 591813"/>
                <a:gd name="connsiteY55" fmla="*/ 78286 h 640885"/>
                <a:gd name="connsiteX56" fmla="*/ 126751 w 591813"/>
                <a:gd name="connsiteY56" fmla="*/ 80018 h 640885"/>
                <a:gd name="connsiteX57" fmla="*/ 127133 w 591813"/>
                <a:gd name="connsiteY57" fmla="*/ 81795 h 640885"/>
                <a:gd name="connsiteX58" fmla="*/ 127538 w 591813"/>
                <a:gd name="connsiteY58" fmla="*/ 83594 h 640885"/>
                <a:gd name="connsiteX59" fmla="*/ 127920 w 591813"/>
                <a:gd name="connsiteY59" fmla="*/ 85393 h 640885"/>
                <a:gd name="connsiteX60" fmla="*/ 128325 w 591813"/>
                <a:gd name="connsiteY60" fmla="*/ 87260 h 640885"/>
                <a:gd name="connsiteX61" fmla="*/ 128708 w 591813"/>
                <a:gd name="connsiteY61" fmla="*/ 89126 h 640885"/>
                <a:gd name="connsiteX62" fmla="*/ 129113 w 591813"/>
                <a:gd name="connsiteY62" fmla="*/ 91015 h 640885"/>
                <a:gd name="connsiteX63" fmla="*/ 129495 w 591813"/>
                <a:gd name="connsiteY63" fmla="*/ 92949 h 640885"/>
                <a:gd name="connsiteX64" fmla="*/ 129899 w 591813"/>
                <a:gd name="connsiteY64" fmla="*/ 94906 h 640885"/>
                <a:gd name="connsiteX65" fmla="*/ 130305 w 591813"/>
                <a:gd name="connsiteY65" fmla="*/ 96885 h 640885"/>
                <a:gd name="connsiteX66" fmla="*/ 130687 w 591813"/>
                <a:gd name="connsiteY66" fmla="*/ 98864 h 640885"/>
                <a:gd name="connsiteX67" fmla="*/ 131091 w 591813"/>
                <a:gd name="connsiteY67" fmla="*/ 100866 h 640885"/>
                <a:gd name="connsiteX68" fmla="*/ 131474 w 591813"/>
                <a:gd name="connsiteY68" fmla="*/ 102912 h 640885"/>
                <a:gd name="connsiteX69" fmla="*/ 131879 w 591813"/>
                <a:gd name="connsiteY69" fmla="*/ 104981 h 640885"/>
                <a:gd name="connsiteX70" fmla="*/ 132261 w 591813"/>
                <a:gd name="connsiteY70" fmla="*/ 107073 h 640885"/>
                <a:gd name="connsiteX71" fmla="*/ 132666 w 591813"/>
                <a:gd name="connsiteY71" fmla="*/ 109187 h 640885"/>
                <a:gd name="connsiteX72" fmla="*/ 133048 w 591813"/>
                <a:gd name="connsiteY72" fmla="*/ 111323 h 640885"/>
                <a:gd name="connsiteX73" fmla="*/ 133453 w 591813"/>
                <a:gd name="connsiteY73" fmla="*/ 113482 h 640885"/>
                <a:gd name="connsiteX74" fmla="*/ 133858 w 591813"/>
                <a:gd name="connsiteY74" fmla="*/ 115641 h 640885"/>
                <a:gd name="connsiteX75" fmla="*/ 134240 w 591813"/>
                <a:gd name="connsiteY75" fmla="*/ 117845 h 640885"/>
                <a:gd name="connsiteX76" fmla="*/ 134645 w 591813"/>
                <a:gd name="connsiteY76" fmla="*/ 120049 h 640885"/>
                <a:gd name="connsiteX77" fmla="*/ 135027 w 591813"/>
                <a:gd name="connsiteY77" fmla="*/ 122276 h 640885"/>
                <a:gd name="connsiteX78" fmla="*/ 135432 w 591813"/>
                <a:gd name="connsiteY78" fmla="*/ 124525 h 640885"/>
                <a:gd name="connsiteX79" fmla="*/ 135814 w 591813"/>
                <a:gd name="connsiteY79" fmla="*/ 126774 h 640885"/>
                <a:gd name="connsiteX80" fmla="*/ 136219 w 591813"/>
                <a:gd name="connsiteY80" fmla="*/ 129068 h 640885"/>
                <a:gd name="connsiteX81" fmla="*/ 136602 w 591813"/>
                <a:gd name="connsiteY81" fmla="*/ 131362 h 640885"/>
                <a:gd name="connsiteX82" fmla="*/ 137006 w 591813"/>
                <a:gd name="connsiteY82" fmla="*/ 133656 h 640885"/>
                <a:gd name="connsiteX83" fmla="*/ 137411 w 591813"/>
                <a:gd name="connsiteY83" fmla="*/ 135994 h 640885"/>
                <a:gd name="connsiteX84" fmla="*/ 137793 w 591813"/>
                <a:gd name="connsiteY84" fmla="*/ 138333 h 640885"/>
                <a:gd name="connsiteX85" fmla="*/ 138198 w 591813"/>
                <a:gd name="connsiteY85" fmla="*/ 140672 h 640885"/>
                <a:gd name="connsiteX86" fmla="*/ 138581 w 591813"/>
                <a:gd name="connsiteY86" fmla="*/ 143056 h 640885"/>
                <a:gd name="connsiteX87" fmla="*/ 138985 w 591813"/>
                <a:gd name="connsiteY87" fmla="*/ 145440 h 640885"/>
                <a:gd name="connsiteX88" fmla="*/ 139368 w 591813"/>
                <a:gd name="connsiteY88" fmla="*/ 147824 h 640885"/>
                <a:gd name="connsiteX89" fmla="*/ 139773 w 591813"/>
                <a:gd name="connsiteY89" fmla="*/ 150230 h 640885"/>
                <a:gd name="connsiteX90" fmla="*/ 140155 w 591813"/>
                <a:gd name="connsiteY90" fmla="*/ 152637 h 640885"/>
                <a:gd name="connsiteX91" fmla="*/ 140560 w 591813"/>
                <a:gd name="connsiteY91" fmla="*/ 155066 h 640885"/>
                <a:gd name="connsiteX92" fmla="*/ 140965 w 591813"/>
                <a:gd name="connsiteY92" fmla="*/ 157517 h 640885"/>
                <a:gd name="connsiteX93" fmla="*/ 141347 w 591813"/>
                <a:gd name="connsiteY93" fmla="*/ 159968 h 640885"/>
                <a:gd name="connsiteX94" fmla="*/ 141751 w 591813"/>
                <a:gd name="connsiteY94" fmla="*/ 162420 h 640885"/>
                <a:gd name="connsiteX95" fmla="*/ 142134 w 591813"/>
                <a:gd name="connsiteY95" fmla="*/ 164894 h 640885"/>
                <a:gd name="connsiteX96" fmla="*/ 142539 w 591813"/>
                <a:gd name="connsiteY96" fmla="*/ 167367 h 640885"/>
                <a:gd name="connsiteX97" fmla="*/ 142921 w 591813"/>
                <a:gd name="connsiteY97" fmla="*/ 169864 h 640885"/>
                <a:gd name="connsiteX98" fmla="*/ 143326 w 591813"/>
                <a:gd name="connsiteY98" fmla="*/ 172360 h 640885"/>
                <a:gd name="connsiteX99" fmla="*/ 143731 w 591813"/>
                <a:gd name="connsiteY99" fmla="*/ 174856 h 640885"/>
                <a:gd name="connsiteX100" fmla="*/ 144113 w 591813"/>
                <a:gd name="connsiteY100" fmla="*/ 177375 h 640885"/>
                <a:gd name="connsiteX101" fmla="*/ 144518 w 591813"/>
                <a:gd name="connsiteY101" fmla="*/ 179894 h 640885"/>
                <a:gd name="connsiteX102" fmla="*/ 144900 w 591813"/>
                <a:gd name="connsiteY102" fmla="*/ 182413 h 640885"/>
                <a:gd name="connsiteX103" fmla="*/ 145305 w 591813"/>
                <a:gd name="connsiteY103" fmla="*/ 184954 h 640885"/>
                <a:gd name="connsiteX104" fmla="*/ 145687 w 591813"/>
                <a:gd name="connsiteY104" fmla="*/ 187473 h 640885"/>
                <a:gd name="connsiteX105" fmla="*/ 146092 w 591813"/>
                <a:gd name="connsiteY105" fmla="*/ 190037 h 640885"/>
                <a:gd name="connsiteX106" fmla="*/ 146474 w 591813"/>
                <a:gd name="connsiteY106" fmla="*/ 192578 h 640885"/>
                <a:gd name="connsiteX107" fmla="*/ 146879 w 591813"/>
                <a:gd name="connsiteY107" fmla="*/ 195120 h 640885"/>
                <a:gd name="connsiteX108" fmla="*/ 147284 w 591813"/>
                <a:gd name="connsiteY108" fmla="*/ 197683 h 640885"/>
                <a:gd name="connsiteX109" fmla="*/ 147666 w 591813"/>
                <a:gd name="connsiteY109" fmla="*/ 200247 h 640885"/>
                <a:gd name="connsiteX110" fmla="*/ 148071 w 591813"/>
                <a:gd name="connsiteY110" fmla="*/ 204970 h 640885"/>
                <a:gd name="connsiteX111" fmla="*/ 148453 w 591813"/>
                <a:gd name="connsiteY111" fmla="*/ 209198 h 640885"/>
                <a:gd name="connsiteX112" fmla="*/ 148858 w 591813"/>
                <a:gd name="connsiteY112" fmla="*/ 211942 h 640885"/>
                <a:gd name="connsiteX113" fmla="*/ 149241 w 591813"/>
                <a:gd name="connsiteY113" fmla="*/ 214663 h 640885"/>
                <a:gd name="connsiteX114" fmla="*/ 149645 w 591813"/>
                <a:gd name="connsiteY114" fmla="*/ 217407 h 640885"/>
                <a:gd name="connsiteX115" fmla="*/ 150028 w 591813"/>
                <a:gd name="connsiteY115" fmla="*/ 220128 h 640885"/>
                <a:gd name="connsiteX116" fmla="*/ 150433 w 591813"/>
                <a:gd name="connsiteY116" fmla="*/ 222872 h 640885"/>
                <a:gd name="connsiteX117" fmla="*/ 150837 w 591813"/>
                <a:gd name="connsiteY117" fmla="*/ 225615 h 640885"/>
                <a:gd name="connsiteX118" fmla="*/ 151220 w 591813"/>
                <a:gd name="connsiteY118" fmla="*/ 228359 h 640885"/>
                <a:gd name="connsiteX119" fmla="*/ 151625 w 591813"/>
                <a:gd name="connsiteY119" fmla="*/ 231103 h 640885"/>
                <a:gd name="connsiteX120" fmla="*/ 152007 w 591813"/>
                <a:gd name="connsiteY120" fmla="*/ 233847 h 640885"/>
                <a:gd name="connsiteX121" fmla="*/ 152411 w 591813"/>
                <a:gd name="connsiteY121" fmla="*/ 236613 h 640885"/>
                <a:gd name="connsiteX122" fmla="*/ 152794 w 591813"/>
                <a:gd name="connsiteY122" fmla="*/ 239357 h 640885"/>
                <a:gd name="connsiteX123" fmla="*/ 153199 w 591813"/>
                <a:gd name="connsiteY123" fmla="*/ 242100 h 640885"/>
                <a:gd name="connsiteX124" fmla="*/ 153581 w 591813"/>
                <a:gd name="connsiteY124" fmla="*/ 244844 h 640885"/>
                <a:gd name="connsiteX125" fmla="*/ 153986 w 591813"/>
                <a:gd name="connsiteY125" fmla="*/ 247588 h 640885"/>
                <a:gd name="connsiteX126" fmla="*/ 154391 w 591813"/>
                <a:gd name="connsiteY126" fmla="*/ 250332 h 640885"/>
                <a:gd name="connsiteX127" fmla="*/ 154773 w 591813"/>
                <a:gd name="connsiteY127" fmla="*/ 253098 h 640885"/>
                <a:gd name="connsiteX128" fmla="*/ 155178 w 591813"/>
                <a:gd name="connsiteY128" fmla="*/ 255819 h 640885"/>
                <a:gd name="connsiteX129" fmla="*/ 155560 w 591813"/>
                <a:gd name="connsiteY129" fmla="*/ 258563 h 640885"/>
                <a:gd name="connsiteX130" fmla="*/ 155965 w 591813"/>
                <a:gd name="connsiteY130" fmla="*/ 261306 h 640885"/>
                <a:gd name="connsiteX131" fmla="*/ 156347 w 591813"/>
                <a:gd name="connsiteY131" fmla="*/ 264050 h 640885"/>
                <a:gd name="connsiteX132" fmla="*/ 156752 w 591813"/>
                <a:gd name="connsiteY132" fmla="*/ 266771 h 640885"/>
                <a:gd name="connsiteX133" fmla="*/ 157157 w 591813"/>
                <a:gd name="connsiteY133" fmla="*/ 269493 h 640885"/>
                <a:gd name="connsiteX134" fmla="*/ 157539 w 591813"/>
                <a:gd name="connsiteY134" fmla="*/ 272214 h 640885"/>
                <a:gd name="connsiteX135" fmla="*/ 157944 w 591813"/>
                <a:gd name="connsiteY135" fmla="*/ 274935 h 640885"/>
                <a:gd name="connsiteX136" fmla="*/ 158326 w 591813"/>
                <a:gd name="connsiteY136" fmla="*/ 277656 h 640885"/>
                <a:gd name="connsiteX137" fmla="*/ 158731 w 591813"/>
                <a:gd name="connsiteY137" fmla="*/ 280378 h 640885"/>
                <a:gd name="connsiteX138" fmla="*/ 159114 w 591813"/>
                <a:gd name="connsiteY138" fmla="*/ 283076 h 640885"/>
                <a:gd name="connsiteX139" fmla="*/ 159518 w 591813"/>
                <a:gd name="connsiteY139" fmla="*/ 285775 h 640885"/>
                <a:gd name="connsiteX140" fmla="*/ 159901 w 591813"/>
                <a:gd name="connsiteY140" fmla="*/ 288474 h 640885"/>
                <a:gd name="connsiteX141" fmla="*/ 160305 w 591813"/>
                <a:gd name="connsiteY141" fmla="*/ 291173 h 640885"/>
                <a:gd name="connsiteX142" fmla="*/ 160710 w 591813"/>
                <a:gd name="connsiteY142" fmla="*/ 293849 h 640885"/>
                <a:gd name="connsiteX143" fmla="*/ 161093 w 591813"/>
                <a:gd name="connsiteY143" fmla="*/ 296525 h 640885"/>
                <a:gd name="connsiteX144" fmla="*/ 161497 w 591813"/>
                <a:gd name="connsiteY144" fmla="*/ 299201 h 640885"/>
                <a:gd name="connsiteX145" fmla="*/ 161880 w 591813"/>
                <a:gd name="connsiteY145" fmla="*/ 301878 h 640885"/>
                <a:gd name="connsiteX146" fmla="*/ 162285 w 591813"/>
                <a:gd name="connsiteY146" fmla="*/ 304531 h 640885"/>
                <a:gd name="connsiteX147" fmla="*/ 162667 w 591813"/>
                <a:gd name="connsiteY147" fmla="*/ 307185 h 640885"/>
                <a:gd name="connsiteX148" fmla="*/ 163071 w 591813"/>
                <a:gd name="connsiteY148" fmla="*/ 309839 h 640885"/>
                <a:gd name="connsiteX149" fmla="*/ 163454 w 591813"/>
                <a:gd name="connsiteY149" fmla="*/ 312470 h 640885"/>
                <a:gd name="connsiteX150" fmla="*/ 163859 w 591813"/>
                <a:gd name="connsiteY150" fmla="*/ 315102 h 640885"/>
                <a:gd name="connsiteX151" fmla="*/ 164263 w 591813"/>
                <a:gd name="connsiteY151" fmla="*/ 317733 h 640885"/>
                <a:gd name="connsiteX152" fmla="*/ 164624 w 591813"/>
                <a:gd name="connsiteY152" fmla="*/ 320342 h 640885"/>
                <a:gd name="connsiteX153" fmla="*/ 165028 w 591813"/>
                <a:gd name="connsiteY153" fmla="*/ 322950 h 640885"/>
                <a:gd name="connsiteX154" fmla="*/ 165433 w 591813"/>
                <a:gd name="connsiteY154" fmla="*/ 325559 h 640885"/>
                <a:gd name="connsiteX155" fmla="*/ 165816 w 591813"/>
                <a:gd name="connsiteY155" fmla="*/ 328145 h 640885"/>
                <a:gd name="connsiteX156" fmla="*/ 166198 w 591813"/>
                <a:gd name="connsiteY156" fmla="*/ 330732 h 640885"/>
                <a:gd name="connsiteX157" fmla="*/ 166602 w 591813"/>
                <a:gd name="connsiteY157" fmla="*/ 333318 h 640885"/>
                <a:gd name="connsiteX158" fmla="*/ 166985 w 591813"/>
                <a:gd name="connsiteY158" fmla="*/ 335882 h 640885"/>
                <a:gd name="connsiteX159" fmla="*/ 167390 w 591813"/>
                <a:gd name="connsiteY159" fmla="*/ 338423 h 640885"/>
                <a:gd name="connsiteX160" fmla="*/ 167794 w 591813"/>
                <a:gd name="connsiteY160" fmla="*/ 340965 h 640885"/>
                <a:gd name="connsiteX161" fmla="*/ 168177 w 591813"/>
                <a:gd name="connsiteY161" fmla="*/ 343506 h 640885"/>
                <a:gd name="connsiteX162" fmla="*/ 168582 w 591813"/>
                <a:gd name="connsiteY162" fmla="*/ 346047 h 640885"/>
                <a:gd name="connsiteX163" fmla="*/ 168964 w 591813"/>
                <a:gd name="connsiteY163" fmla="*/ 348566 h 640885"/>
                <a:gd name="connsiteX164" fmla="*/ 169369 w 591813"/>
                <a:gd name="connsiteY164" fmla="*/ 351085 h 640885"/>
                <a:gd name="connsiteX165" fmla="*/ 169751 w 591813"/>
                <a:gd name="connsiteY165" fmla="*/ 353581 h 640885"/>
                <a:gd name="connsiteX166" fmla="*/ 170156 w 591813"/>
                <a:gd name="connsiteY166" fmla="*/ 356078 h 640885"/>
                <a:gd name="connsiteX167" fmla="*/ 170538 w 591813"/>
                <a:gd name="connsiteY167" fmla="*/ 358551 h 640885"/>
                <a:gd name="connsiteX168" fmla="*/ 170943 w 591813"/>
                <a:gd name="connsiteY168" fmla="*/ 361025 h 640885"/>
                <a:gd name="connsiteX169" fmla="*/ 171348 w 591813"/>
                <a:gd name="connsiteY169" fmla="*/ 363477 h 640885"/>
                <a:gd name="connsiteX170" fmla="*/ 171730 w 591813"/>
                <a:gd name="connsiteY170" fmla="*/ 365928 h 640885"/>
                <a:gd name="connsiteX171" fmla="*/ 172135 w 591813"/>
                <a:gd name="connsiteY171" fmla="*/ 368357 h 640885"/>
                <a:gd name="connsiteX172" fmla="*/ 172518 w 591813"/>
                <a:gd name="connsiteY172" fmla="*/ 370786 h 640885"/>
                <a:gd name="connsiteX173" fmla="*/ 172922 w 591813"/>
                <a:gd name="connsiteY173" fmla="*/ 373215 h 640885"/>
                <a:gd name="connsiteX174" fmla="*/ 173304 w 591813"/>
                <a:gd name="connsiteY174" fmla="*/ 375621 h 640885"/>
                <a:gd name="connsiteX175" fmla="*/ 173710 w 591813"/>
                <a:gd name="connsiteY175" fmla="*/ 378027 h 640885"/>
                <a:gd name="connsiteX176" fmla="*/ 174114 w 591813"/>
                <a:gd name="connsiteY176" fmla="*/ 380411 h 640885"/>
                <a:gd name="connsiteX177" fmla="*/ 174496 w 591813"/>
                <a:gd name="connsiteY177" fmla="*/ 382773 h 640885"/>
                <a:gd name="connsiteX178" fmla="*/ 174901 w 591813"/>
                <a:gd name="connsiteY178" fmla="*/ 385157 h 640885"/>
                <a:gd name="connsiteX179" fmla="*/ 175284 w 591813"/>
                <a:gd name="connsiteY179" fmla="*/ 387495 h 640885"/>
                <a:gd name="connsiteX180" fmla="*/ 175688 w 591813"/>
                <a:gd name="connsiteY180" fmla="*/ 389834 h 640885"/>
                <a:gd name="connsiteX181" fmla="*/ 176070 w 591813"/>
                <a:gd name="connsiteY181" fmla="*/ 392173 h 640885"/>
                <a:gd name="connsiteX182" fmla="*/ 176476 w 591813"/>
                <a:gd name="connsiteY182" fmla="*/ 394490 h 640885"/>
                <a:gd name="connsiteX183" fmla="*/ 176858 w 591813"/>
                <a:gd name="connsiteY183" fmla="*/ 396806 h 640885"/>
                <a:gd name="connsiteX184" fmla="*/ 177263 w 591813"/>
                <a:gd name="connsiteY184" fmla="*/ 399100 h 640885"/>
                <a:gd name="connsiteX185" fmla="*/ 177668 w 591813"/>
                <a:gd name="connsiteY185" fmla="*/ 401372 h 640885"/>
                <a:gd name="connsiteX186" fmla="*/ 178050 w 591813"/>
                <a:gd name="connsiteY186" fmla="*/ 403643 h 640885"/>
                <a:gd name="connsiteX187" fmla="*/ 178455 w 591813"/>
                <a:gd name="connsiteY187" fmla="*/ 405914 h 640885"/>
                <a:gd name="connsiteX188" fmla="*/ 178837 w 591813"/>
                <a:gd name="connsiteY188" fmla="*/ 408141 h 640885"/>
                <a:gd name="connsiteX189" fmla="*/ 179242 w 591813"/>
                <a:gd name="connsiteY189" fmla="*/ 410390 h 640885"/>
                <a:gd name="connsiteX190" fmla="*/ 179624 w 591813"/>
                <a:gd name="connsiteY190" fmla="*/ 412616 h 640885"/>
                <a:gd name="connsiteX191" fmla="*/ 180029 w 591813"/>
                <a:gd name="connsiteY191" fmla="*/ 414820 h 640885"/>
                <a:gd name="connsiteX192" fmla="*/ 180411 w 591813"/>
                <a:gd name="connsiteY192" fmla="*/ 417024 h 640885"/>
                <a:gd name="connsiteX193" fmla="*/ 180816 w 591813"/>
                <a:gd name="connsiteY193" fmla="*/ 419206 h 640885"/>
                <a:gd name="connsiteX194" fmla="*/ 181221 w 591813"/>
                <a:gd name="connsiteY194" fmla="*/ 421365 h 640885"/>
                <a:gd name="connsiteX195" fmla="*/ 181603 w 591813"/>
                <a:gd name="connsiteY195" fmla="*/ 423524 h 640885"/>
                <a:gd name="connsiteX196" fmla="*/ 182008 w 591813"/>
                <a:gd name="connsiteY196" fmla="*/ 425683 h 640885"/>
                <a:gd name="connsiteX197" fmla="*/ 182390 w 591813"/>
                <a:gd name="connsiteY197" fmla="*/ 427819 h 640885"/>
                <a:gd name="connsiteX198" fmla="*/ 182795 w 591813"/>
                <a:gd name="connsiteY198" fmla="*/ 429933 h 640885"/>
                <a:gd name="connsiteX199" fmla="*/ 183178 w 591813"/>
                <a:gd name="connsiteY199" fmla="*/ 432047 h 640885"/>
                <a:gd name="connsiteX200" fmla="*/ 183582 w 591813"/>
                <a:gd name="connsiteY200" fmla="*/ 434139 h 640885"/>
                <a:gd name="connsiteX201" fmla="*/ 183964 w 591813"/>
                <a:gd name="connsiteY201" fmla="*/ 436208 h 640885"/>
                <a:gd name="connsiteX202" fmla="*/ 184370 w 591813"/>
                <a:gd name="connsiteY202" fmla="*/ 438277 h 640885"/>
                <a:gd name="connsiteX203" fmla="*/ 184774 w 591813"/>
                <a:gd name="connsiteY203" fmla="*/ 440346 h 640885"/>
                <a:gd name="connsiteX204" fmla="*/ 185156 w 591813"/>
                <a:gd name="connsiteY204" fmla="*/ 442370 h 640885"/>
                <a:gd name="connsiteX205" fmla="*/ 185561 w 591813"/>
                <a:gd name="connsiteY205" fmla="*/ 444417 h 640885"/>
                <a:gd name="connsiteX206" fmla="*/ 185944 w 591813"/>
                <a:gd name="connsiteY206" fmla="*/ 446418 h 640885"/>
                <a:gd name="connsiteX207" fmla="*/ 186348 w 591813"/>
                <a:gd name="connsiteY207" fmla="*/ 448420 h 640885"/>
                <a:gd name="connsiteX208" fmla="*/ 186731 w 591813"/>
                <a:gd name="connsiteY208" fmla="*/ 450421 h 640885"/>
                <a:gd name="connsiteX209" fmla="*/ 187136 w 591813"/>
                <a:gd name="connsiteY209" fmla="*/ 452378 h 640885"/>
                <a:gd name="connsiteX210" fmla="*/ 187540 w 591813"/>
                <a:gd name="connsiteY210" fmla="*/ 454335 h 640885"/>
                <a:gd name="connsiteX211" fmla="*/ 187923 w 591813"/>
                <a:gd name="connsiteY211" fmla="*/ 456291 h 640885"/>
                <a:gd name="connsiteX212" fmla="*/ 188328 w 591813"/>
                <a:gd name="connsiteY212" fmla="*/ 458225 h 640885"/>
                <a:gd name="connsiteX213" fmla="*/ 188710 w 591813"/>
                <a:gd name="connsiteY213" fmla="*/ 460114 h 640885"/>
                <a:gd name="connsiteX214" fmla="*/ 189115 w 591813"/>
                <a:gd name="connsiteY214" fmla="*/ 462026 h 640885"/>
                <a:gd name="connsiteX215" fmla="*/ 189497 w 591813"/>
                <a:gd name="connsiteY215" fmla="*/ 463915 h 640885"/>
                <a:gd name="connsiteX216" fmla="*/ 189902 w 591813"/>
                <a:gd name="connsiteY216" fmla="*/ 465804 h 640885"/>
                <a:gd name="connsiteX217" fmla="*/ 190284 w 591813"/>
                <a:gd name="connsiteY217" fmla="*/ 467671 h 640885"/>
                <a:gd name="connsiteX218" fmla="*/ 190689 w 591813"/>
                <a:gd name="connsiteY218" fmla="*/ 469537 h 640885"/>
                <a:gd name="connsiteX219" fmla="*/ 191094 w 591813"/>
                <a:gd name="connsiteY219" fmla="*/ 471382 h 640885"/>
                <a:gd name="connsiteX220" fmla="*/ 191476 w 591813"/>
                <a:gd name="connsiteY220" fmla="*/ 473203 h 640885"/>
                <a:gd name="connsiteX221" fmla="*/ 191881 w 591813"/>
                <a:gd name="connsiteY221" fmla="*/ 475025 h 640885"/>
                <a:gd name="connsiteX222" fmla="*/ 192263 w 591813"/>
                <a:gd name="connsiteY222" fmla="*/ 476847 h 640885"/>
                <a:gd name="connsiteX223" fmla="*/ 192668 w 591813"/>
                <a:gd name="connsiteY223" fmla="*/ 478623 h 640885"/>
                <a:gd name="connsiteX224" fmla="*/ 193050 w 591813"/>
                <a:gd name="connsiteY224" fmla="*/ 480422 h 640885"/>
                <a:gd name="connsiteX225" fmla="*/ 193455 w 591813"/>
                <a:gd name="connsiteY225" fmla="*/ 482177 h 640885"/>
                <a:gd name="connsiteX226" fmla="*/ 193838 w 591813"/>
                <a:gd name="connsiteY226" fmla="*/ 483931 h 640885"/>
                <a:gd name="connsiteX227" fmla="*/ 194242 w 591813"/>
                <a:gd name="connsiteY227" fmla="*/ 485685 h 640885"/>
                <a:gd name="connsiteX228" fmla="*/ 194647 w 591813"/>
                <a:gd name="connsiteY228" fmla="*/ 487417 h 640885"/>
                <a:gd name="connsiteX229" fmla="*/ 195030 w 591813"/>
                <a:gd name="connsiteY229" fmla="*/ 489148 h 640885"/>
                <a:gd name="connsiteX230" fmla="*/ 195434 w 591813"/>
                <a:gd name="connsiteY230" fmla="*/ 490858 h 640885"/>
                <a:gd name="connsiteX231" fmla="*/ 195816 w 591813"/>
                <a:gd name="connsiteY231" fmla="*/ 492544 h 640885"/>
                <a:gd name="connsiteX232" fmla="*/ 196222 w 591813"/>
                <a:gd name="connsiteY232" fmla="*/ 494231 h 640885"/>
                <a:gd name="connsiteX233" fmla="*/ 196604 w 591813"/>
                <a:gd name="connsiteY233" fmla="*/ 495895 h 640885"/>
                <a:gd name="connsiteX234" fmla="*/ 197008 w 591813"/>
                <a:gd name="connsiteY234" fmla="*/ 497560 h 640885"/>
                <a:gd name="connsiteX235" fmla="*/ 197391 w 591813"/>
                <a:gd name="connsiteY235" fmla="*/ 499201 h 640885"/>
                <a:gd name="connsiteX236" fmla="*/ 197796 w 591813"/>
                <a:gd name="connsiteY236" fmla="*/ 500843 h 640885"/>
                <a:gd name="connsiteX237" fmla="*/ 198200 w 591813"/>
                <a:gd name="connsiteY237" fmla="*/ 502462 h 640885"/>
                <a:gd name="connsiteX238" fmla="*/ 198583 w 591813"/>
                <a:gd name="connsiteY238" fmla="*/ 504059 h 640885"/>
                <a:gd name="connsiteX239" fmla="*/ 198988 w 591813"/>
                <a:gd name="connsiteY239" fmla="*/ 505656 h 640885"/>
                <a:gd name="connsiteX240" fmla="*/ 199370 w 591813"/>
                <a:gd name="connsiteY240" fmla="*/ 507253 h 640885"/>
                <a:gd name="connsiteX241" fmla="*/ 199775 w 591813"/>
                <a:gd name="connsiteY241" fmla="*/ 508827 h 640885"/>
                <a:gd name="connsiteX242" fmla="*/ 200157 w 591813"/>
                <a:gd name="connsiteY242" fmla="*/ 510379 h 640885"/>
                <a:gd name="connsiteX243" fmla="*/ 200562 w 591813"/>
                <a:gd name="connsiteY243" fmla="*/ 511930 h 640885"/>
                <a:gd name="connsiteX244" fmla="*/ 200944 w 591813"/>
                <a:gd name="connsiteY244" fmla="*/ 513460 h 640885"/>
                <a:gd name="connsiteX245" fmla="*/ 201349 w 591813"/>
                <a:gd name="connsiteY245" fmla="*/ 514989 h 640885"/>
                <a:gd name="connsiteX246" fmla="*/ 201754 w 591813"/>
                <a:gd name="connsiteY246" fmla="*/ 516496 h 640885"/>
                <a:gd name="connsiteX247" fmla="*/ 202136 w 591813"/>
                <a:gd name="connsiteY247" fmla="*/ 518003 h 640885"/>
                <a:gd name="connsiteX248" fmla="*/ 202541 w 591813"/>
                <a:gd name="connsiteY248" fmla="*/ 519487 h 640885"/>
                <a:gd name="connsiteX249" fmla="*/ 202923 w 591813"/>
                <a:gd name="connsiteY249" fmla="*/ 520971 h 640885"/>
                <a:gd name="connsiteX250" fmla="*/ 203328 w 591813"/>
                <a:gd name="connsiteY250" fmla="*/ 522433 h 640885"/>
                <a:gd name="connsiteX251" fmla="*/ 203710 w 591813"/>
                <a:gd name="connsiteY251" fmla="*/ 523872 h 640885"/>
                <a:gd name="connsiteX252" fmla="*/ 204115 w 591813"/>
                <a:gd name="connsiteY252" fmla="*/ 525312 h 640885"/>
                <a:gd name="connsiteX253" fmla="*/ 204520 w 591813"/>
                <a:gd name="connsiteY253" fmla="*/ 526751 h 640885"/>
                <a:gd name="connsiteX254" fmla="*/ 204902 w 591813"/>
                <a:gd name="connsiteY254" fmla="*/ 528168 h 640885"/>
                <a:gd name="connsiteX255" fmla="*/ 205307 w 591813"/>
                <a:gd name="connsiteY255" fmla="*/ 529562 h 640885"/>
                <a:gd name="connsiteX256" fmla="*/ 205690 w 591813"/>
                <a:gd name="connsiteY256" fmla="*/ 530956 h 640885"/>
                <a:gd name="connsiteX257" fmla="*/ 206094 w 591813"/>
                <a:gd name="connsiteY257" fmla="*/ 532351 h 640885"/>
                <a:gd name="connsiteX258" fmla="*/ 206476 w 591813"/>
                <a:gd name="connsiteY258" fmla="*/ 533723 h 640885"/>
                <a:gd name="connsiteX259" fmla="*/ 206882 w 591813"/>
                <a:gd name="connsiteY259" fmla="*/ 535072 h 640885"/>
                <a:gd name="connsiteX260" fmla="*/ 207264 w 591813"/>
                <a:gd name="connsiteY260" fmla="*/ 536422 h 640885"/>
                <a:gd name="connsiteX261" fmla="*/ 207668 w 591813"/>
                <a:gd name="connsiteY261" fmla="*/ 537771 h 640885"/>
                <a:gd name="connsiteX262" fmla="*/ 208073 w 591813"/>
                <a:gd name="connsiteY262" fmla="*/ 539098 h 640885"/>
                <a:gd name="connsiteX263" fmla="*/ 208456 w 591813"/>
                <a:gd name="connsiteY263" fmla="*/ 540402 h 640885"/>
                <a:gd name="connsiteX264" fmla="*/ 208860 w 591813"/>
                <a:gd name="connsiteY264" fmla="*/ 541707 h 640885"/>
                <a:gd name="connsiteX265" fmla="*/ 209243 w 591813"/>
                <a:gd name="connsiteY265" fmla="*/ 543011 h 640885"/>
                <a:gd name="connsiteX266" fmla="*/ 209648 w 591813"/>
                <a:gd name="connsiteY266" fmla="*/ 544293 h 640885"/>
                <a:gd name="connsiteX267" fmla="*/ 210030 w 591813"/>
                <a:gd name="connsiteY267" fmla="*/ 545552 h 640885"/>
                <a:gd name="connsiteX268" fmla="*/ 210435 w 591813"/>
                <a:gd name="connsiteY268" fmla="*/ 546812 h 640885"/>
                <a:gd name="connsiteX269" fmla="*/ 210817 w 591813"/>
                <a:gd name="connsiteY269" fmla="*/ 548049 h 640885"/>
                <a:gd name="connsiteX270" fmla="*/ 211222 w 591813"/>
                <a:gd name="connsiteY270" fmla="*/ 549286 h 640885"/>
                <a:gd name="connsiteX271" fmla="*/ 211627 w 591813"/>
                <a:gd name="connsiteY271" fmla="*/ 550522 h 640885"/>
                <a:gd name="connsiteX272" fmla="*/ 212009 w 591813"/>
                <a:gd name="connsiteY272" fmla="*/ 551737 h 640885"/>
                <a:gd name="connsiteX273" fmla="*/ 212414 w 591813"/>
                <a:gd name="connsiteY273" fmla="*/ 552929 h 640885"/>
                <a:gd name="connsiteX274" fmla="*/ 212796 w 591813"/>
                <a:gd name="connsiteY274" fmla="*/ 554121 h 640885"/>
                <a:gd name="connsiteX275" fmla="*/ 213201 w 591813"/>
                <a:gd name="connsiteY275" fmla="*/ 555290 h 640885"/>
                <a:gd name="connsiteX276" fmla="*/ 213584 w 591813"/>
                <a:gd name="connsiteY276" fmla="*/ 556460 h 640885"/>
                <a:gd name="connsiteX277" fmla="*/ 213988 w 591813"/>
                <a:gd name="connsiteY277" fmla="*/ 557607 h 640885"/>
                <a:gd name="connsiteX278" fmla="*/ 214370 w 591813"/>
                <a:gd name="connsiteY278" fmla="*/ 558754 h 640885"/>
                <a:gd name="connsiteX279" fmla="*/ 214776 w 591813"/>
                <a:gd name="connsiteY279" fmla="*/ 559878 h 640885"/>
                <a:gd name="connsiteX280" fmla="*/ 215180 w 591813"/>
                <a:gd name="connsiteY280" fmla="*/ 561003 h 640885"/>
                <a:gd name="connsiteX281" fmla="*/ 215562 w 591813"/>
                <a:gd name="connsiteY281" fmla="*/ 562127 h 640885"/>
                <a:gd name="connsiteX282" fmla="*/ 215967 w 591813"/>
                <a:gd name="connsiteY282" fmla="*/ 563229 h 640885"/>
                <a:gd name="connsiteX283" fmla="*/ 216350 w 591813"/>
                <a:gd name="connsiteY283" fmla="*/ 564309 h 640885"/>
                <a:gd name="connsiteX284" fmla="*/ 216754 w 591813"/>
                <a:gd name="connsiteY284" fmla="*/ 565411 h 640885"/>
                <a:gd name="connsiteX285" fmla="*/ 217136 w 591813"/>
                <a:gd name="connsiteY285" fmla="*/ 566468 h 640885"/>
                <a:gd name="connsiteX286" fmla="*/ 217542 w 591813"/>
                <a:gd name="connsiteY286" fmla="*/ 567547 h 640885"/>
                <a:gd name="connsiteX287" fmla="*/ 217946 w 591813"/>
                <a:gd name="connsiteY287" fmla="*/ 568604 h 640885"/>
                <a:gd name="connsiteX288" fmla="*/ 218329 w 591813"/>
                <a:gd name="connsiteY288" fmla="*/ 569639 h 640885"/>
                <a:gd name="connsiteX289" fmla="*/ 218733 w 591813"/>
                <a:gd name="connsiteY289" fmla="*/ 570673 h 640885"/>
                <a:gd name="connsiteX290" fmla="*/ 219116 w 591813"/>
                <a:gd name="connsiteY290" fmla="*/ 571708 h 640885"/>
                <a:gd name="connsiteX291" fmla="*/ 219521 w 591813"/>
                <a:gd name="connsiteY291" fmla="*/ 572720 h 640885"/>
                <a:gd name="connsiteX292" fmla="*/ 219903 w 591813"/>
                <a:gd name="connsiteY292" fmla="*/ 573732 h 640885"/>
                <a:gd name="connsiteX293" fmla="*/ 220308 w 591813"/>
                <a:gd name="connsiteY293" fmla="*/ 574744 h 640885"/>
                <a:gd name="connsiteX294" fmla="*/ 220690 w 591813"/>
                <a:gd name="connsiteY294" fmla="*/ 575733 h 640885"/>
                <a:gd name="connsiteX295" fmla="*/ 221095 w 591813"/>
                <a:gd name="connsiteY295" fmla="*/ 576723 h 640885"/>
                <a:gd name="connsiteX296" fmla="*/ 221500 w 591813"/>
                <a:gd name="connsiteY296" fmla="*/ 577667 h 640885"/>
                <a:gd name="connsiteX297" fmla="*/ 221882 w 591813"/>
                <a:gd name="connsiteY297" fmla="*/ 578634 h 640885"/>
                <a:gd name="connsiteX298" fmla="*/ 222287 w 591813"/>
                <a:gd name="connsiteY298" fmla="*/ 579579 h 640885"/>
                <a:gd name="connsiteX299" fmla="*/ 222669 w 591813"/>
                <a:gd name="connsiteY299" fmla="*/ 580524 h 640885"/>
                <a:gd name="connsiteX300" fmla="*/ 223074 w 591813"/>
                <a:gd name="connsiteY300" fmla="*/ 581468 h 640885"/>
                <a:gd name="connsiteX301" fmla="*/ 223456 w 591813"/>
                <a:gd name="connsiteY301" fmla="*/ 582390 h 640885"/>
                <a:gd name="connsiteX302" fmla="*/ 223861 w 591813"/>
                <a:gd name="connsiteY302" fmla="*/ 583290 h 640885"/>
                <a:gd name="connsiteX303" fmla="*/ 224244 w 591813"/>
                <a:gd name="connsiteY303" fmla="*/ 584189 h 640885"/>
                <a:gd name="connsiteX304" fmla="*/ 224648 w 591813"/>
                <a:gd name="connsiteY304" fmla="*/ 585089 h 640885"/>
                <a:gd name="connsiteX305" fmla="*/ 225053 w 591813"/>
                <a:gd name="connsiteY305" fmla="*/ 585966 h 640885"/>
                <a:gd name="connsiteX306" fmla="*/ 225436 w 591813"/>
                <a:gd name="connsiteY306" fmla="*/ 586843 h 640885"/>
                <a:gd name="connsiteX307" fmla="*/ 225840 w 591813"/>
                <a:gd name="connsiteY307" fmla="*/ 587698 h 640885"/>
                <a:gd name="connsiteX308" fmla="*/ 226222 w 591813"/>
                <a:gd name="connsiteY308" fmla="*/ 588552 h 640885"/>
                <a:gd name="connsiteX309" fmla="*/ 226627 w 591813"/>
                <a:gd name="connsiteY309" fmla="*/ 589407 h 640885"/>
                <a:gd name="connsiteX310" fmla="*/ 227010 w 591813"/>
                <a:gd name="connsiteY310" fmla="*/ 590239 h 640885"/>
                <a:gd name="connsiteX311" fmla="*/ 227414 w 591813"/>
                <a:gd name="connsiteY311" fmla="*/ 591071 h 640885"/>
                <a:gd name="connsiteX312" fmla="*/ 227797 w 591813"/>
                <a:gd name="connsiteY312" fmla="*/ 591903 h 640885"/>
                <a:gd name="connsiteX313" fmla="*/ 228202 w 591813"/>
                <a:gd name="connsiteY313" fmla="*/ 592713 h 640885"/>
                <a:gd name="connsiteX314" fmla="*/ 228606 w 591813"/>
                <a:gd name="connsiteY314" fmla="*/ 593523 h 640885"/>
                <a:gd name="connsiteX315" fmla="*/ 228989 w 591813"/>
                <a:gd name="connsiteY315" fmla="*/ 594310 h 640885"/>
                <a:gd name="connsiteX316" fmla="*/ 229394 w 591813"/>
                <a:gd name="connsiteY316" fmla="*/ 595119 h 640885"/>
                <a:gd name="connsiteX317" fmla="*/ 229776 w 591813"/>
                <a:gd name="connsiteY317" fmla="*/ 595884 h 640885"/>
                <a:gd name="connsiteX318" fmla="*/ 230181 w 591813"/>
                <a:gd name="connsiteY318" fmla="*/ 596671 h 640885"/>
                <a:gd name="connsiteX319" fmla="*/ 230563 w 591813"/>
                <a:gd name="connsiteY319" fmla="*/ 597436 h 640885"/>
                <a:gd name="connsiteX320" fmla="*/ 230968 w 591813"/>
                <a:gd name="connsiteY320" fmla="*/ 598200 h 640885"/>
                <a:gd name="connsiteX321" fmla="*/ 231350 w 591813"/>
                <a:gd name="connsiteY321" fmla="*/ 598965 h 640885"/>
                <a:gd name="connsiteX322" fmla="*/ 231755 w 591813"/>
                <a:gd name="connsiteY322" fmla="*/ 599707 h 640885"/>
                <a:gd name="connsiteX323" fmla="*/ 232160 w 591813"/>
                <a:gd name="connsiteY323" fmla="*/ 600449 h 640885"/>
                <a:gd name="connsiteX324" fmla="*/ 232542 w 591813"/>
                <a:gd name="connsiteY324" fmla="*/ 601169 h 640885"/>
                <a:gd name="connsiteX325" fmla="*/ 232947 w 591813"/>
                <a:gd name="connsiteY325" fmla="*/ 601911 h 640885"/>
                <a:gd name="connsiteX326" fmla="*/ 233329 w 591813"/>
                <a:gd name="connsiteY326" fmla="*/ 602608 h 640885"/>
                <a:gd name="connsiteX327" fmla="*/ 233734 w 591813"/>
                <a:gd name="connsiteY327" fmla="*/ 603328 h 640885"/>
                <a:gd name="connsiteX328" fmla="*/ 234116 w 591813"/>
                <a:gd name="connsiteY328" fmla="*/ 604025 h 640885"/>
                <a:gd name="connsiteX329" fmla="*/ 234521 w 591813"/>
                <a:gd name="connsiteY329" fmla="*/ 604722 h 640885"/>
                <a:gd name="connsiteX330" fmla="*/ 234926 w 591813"/>
                <a:gd name="connsiteY330" fmla="*/ 605420 h 640885"/>
                <a:gd name="connsiteX331" fmla="*/ 235308 w 591813"/>
                <a:gd name="connsiteY331" fmla="*/ 606094 h 640885"/>
                <a:gd name="connsiteX332" fmla="*/ 235713 w 591813"/>
                <a:gd name="connsiteY332" fmla="*/ 606769 h 640885"/>
                <a:gd name="connsiteX333" fmla="*/ 236096 w 591813"/>
                <a:gd name="connsiteY333" fmla="*/ 607421 h 640885"/>
                <a:gd name="connsiteX334" fmla="*/ 236500 w 591813"/>
                <a:gd name="connsiteY334" fmla="*/ 608073 h 640885"/>
                <a:gd name="connsiteX335" fmla="*/ 236882 w 591813"/>
                <a:gd name="connsiteY335" fmla="*/ 608725 h 640885"/>
                <a:gd name="connsiteX336" fmla="*/ 237287 w 591813"/>
                <a:gd name="connsiteY336" fmla="*/ 609378 h 640885"/>
                <a:gd name="connsiteX337" fmla="*/ 237670 w 591813"/>
                <a:gd name="connsiteY337" fmla="*/ 610007 h 640885"/>
                <a:gd name="connsiteX338" fmla="*/ 238074 w 591813"/>
                <a:gd name="connsiteY338" fmla="*/ 610637 h 640885"/>
                <a:gd name="connsiteX339" fmla="*/ 238479 w 591813"/>
                <a:gd name="connsiteY339" fmla="*/ 611267 h 640885"/>
                <a:gd name="connsiteX340" fmla="*/ 238862 w 591813"/>
                <a:gd name="connsiteY340" fmla="*/ 611897 h 640885"/>
                <a:gd name="connsiteX341" fmla="*/ 239266 w 591813"/>
                <a:gd name="connsiteY341" fmla="*/ 612504 h 640885"/>
                <a:gd name="connsiteX342" fmla="*/ 239649 w 591813"/>
                <a:gd name="connsiteY342" fmla="*/ 613111 h 640885"/>
                <a:gd name="connsiteX343" fmla="*/ 240054 w 591813"/>
                <a:gd name="connsiteY343" fmla="*/ 613718 h 640885"/>
                <a:gd name="connsiteX344" fmla="*/ 240436 w 591813"/>
                <a:gd name="connsiteY344" fmla="*/ 614303 h 640885"/>
                <a:gd name="connsiteX345" fmla="*/ 240841 w 591813"/>
                <a:gd name="connsiteY345" fmla="*/ 614888 h 640885"/>
                <a:gd name="connsiteX346" fmla="*/ 241223 w 591813"/>
                <a:gd name="connsiteY346" fmla="*/ 615472 h 640885"/>
                <a:gd name="connsiteX347" fmla="*/ 241628 w 591813"/>
                <a:gd name="connsiteY347" fmla="*/ 616057 h 640885"/>
                <a:gd name="connsiteX348" fmla="*/ 242033 w 591813"/>
                <a:gd name="connsiteY348" fmla="*/ 616619 h 640885"/>
                <a:gd name="connsiteX349" fmla="*/ 242415 w 591813"/>
                <a:gd name="connsiteY349" fmla="*/ 617182 h 640885"/>
                <a:gd name="connsiteX350" fmla="*/ 242820 w 591813"/>
                <a:gd name="connsiteY350" fmla="*/ 617744 h 640885"/>
                <a:gd name="connsiteX351" fmla="*/ 243202 w 591813"/>
                <a:gd name="connsiteY351" fmla="*/ 618306 h 640885"/>
                <a:gd name="connsiteX352" fmla="*/ 243607 w 591813"/>
                <a:gd name="connsiteY352" fmla="*/ 618846 h 640885"/>
                <a:gd name="connsiteX353" fmla="*/ 243989 w 591813"/>
                <a:gd name="connsiteY353" fmla="*/ 619386 h 640885"/>
                <a:gd name="connsiteX354" fmla="*/ 244394 w 591813"/>
                <a:gd name="connsiteY354" fmla="*/ 619925 h 640885"/>
                <a:gd name="connsiteX355" fmla="*/ 244776 w 591813"/>
                <a:gd name="connsiteY355" fmla="*/ 620443 h 640885"/>
                <a:gd name="connsiteX356" fmla="*/ 245181 w 591813"/>
                <a:gd name="connsiteY356" fmla="*/ 620960 h 640885"/>
                <a:gd name="connsiteX357" fmla="*/ 245586 w 591813"/>
                <a:gd name="connsiteY357" fmla="*/ 621477 h 640885"/>
                <a:gd name="connsiteX358" fmla="*/ 245968 w 591813"/>
                <a:gd name="connsiteY358" fmla="*/ 621972 h 640885"/>
                <a:gd name="connsiteX359" fmla="*/ 246373 w 591813"/>
                <a:gd name="connsiteY359" fmla="*/ 622467 h 640885"/>
                <a:gd name="connsiteX360" fmla="*/ 246756 w 591813"/>
                <a:gd name="connsiteY360" fmla="*/ 622961 h 640885"/>
                <a:gd name="connsiteX361" fmla="*/ 247160 w 591813"/>
                <a:gd name="connsiteY361" fmla="*/ 623434 h 640885"/>
                <a:gd name="connsiteX362" fmla="*/ 247542 w 591813"/>
                <a:gd name="connsiteY362" fmla="*/ 623906 h 640885"/>
                <a:gd name="connsiteX363" fmla="*/ 247948 w 591813"/>
                <a:gd name="connsiteY363" fmla="*/ 624378 h 640885"/>
                <a:gd name="connsiteX364" fmla="*/ 248352 w 591813"/>
                <a:gd name="connsiteY364" fmla="*/ 624828 h 640885"/>
                <a:gd name="connsiteX365" fmla="*/ 248734 w 591813"/>
                <a:gd name="connsiteY365" fmla="*/ 625278 h 640885"/>
                <a:gd name="connsiteX366" fmla="*/ 249139 w 591813"/>
                <a:gd name="connsiteY366" fmla="*/ 625728 h 640885"/>
                <a:gd name="connsiteX367" fmla="*/ 249522 w 591813"/>
                <a:gd name="connsiteY367" fmla="*/ 626155 h 640885"/>
                <a:gd name="connsiteX368" fmla="*/ 249926 w 591813"/>
                <a:gd name="connsiteY368" fmla="*/ 626582 h 640885"/>
                <a:gd name="connsiteX369" fmla="*/ 250309 w 591813"/>
                <a:gd name="connsiteY369" fmla="*/ 627010 h 640885"/>
                <a:gd name="connsiteX370" fmla="*/ 250714 w 591813"/>
                <a:gd name="connsiteY370" fmla="*/ 627414 h 640885"/>
                <a:gd name="connsiteX371" fmla="*/ 251096 w 591813"/>
                <a:gd name="connsiteY371" fmla="*/ 627819 h 640885"/>
                <a:gd name="connsiteX372" fmla="*/ 251501 w 591813"/>
                <a:gd name="connsiteY372" fmla="*/ 628224 h 640885"/>
                <a:gd name="connsiteX373" fmla="*/ 251905 w 591813"/>
                <a:gd name="connsiteY373" fmla="*/ 628606 h 640885"/>
                <a:gd name="connsiteX374" fmla="*/ 252288 w 591813"/>
                <a:gd name="connsiteY374" fmla="*/ 628989 h 640885"/>
                <a:gd name="connsiteX375" fmla="*/ 252693 w 591813"/>
                <a:gd name="connsiteY375" fmla="*/ 629371 h 640885"/>
                <a:gd name="connsiteX376" fmla="*/ 253075 w 591813"/>
                <a:gd name="connsiteY376" fmla="*/ 629731 h 640885"/>
                <a:gd name="connsiteX377" fmla="*/ 253480 w 591813"/>
                <a:gd name="connsiteY377" fmla="*/ 630091 h 640885"/>
                <a:gd name="connsiteX378" fmla="*/ 253862 w 591813"/>
                <a:gd name="connsiteY378" fmla="*/ 630450 h 640885"/>
                <a:gd name="connsiteX379" fmla="*/ 254267 w 591813"/>
                <a:gd name="connsiteY379" fmla="*/ 630788 h 640885"/>
                <a:gd name="connsiteX380" fmla="*/ 254650 w 591813"/>
                <a:gd name="connsiteY380" fmla="*/ 631125 h 640885"/>
                <a:gd name="connsiteX381" fmla="*/ 255054 w 591813"/>
                <a:gd name="connsiteY381" fmla="*/ 631462 h 640885"/>
                <a:gd name="connsiteX382" fmla="*/ 255459 w 591813"/>
                <a:gd name="connsiteY382" fmla="*/ 631800 h 640885"/>
                <a:gd name="connsiteX383" fmla="*/ 255841 w 591813"/>
                <a:gd name="connsiteY383" fmla="*/ 632115 h 640885"/>
                <a:gd name="connsiteX384" fmla="*/ 256246 w 591813"/>
                <a:gd name="connsiteY384" fmla="*/ 632429 h 640885"/>
                <a:gd name="connsiteX385" fmla="*/ 256628 w 591813"/>
                <a:gd name="connsiteY385" fmla="*/ 632744 h 640885"/>
                <a:gd name="connsiteX386" fmla="*/ 257033 w 591813"/>
                <a:gd name="connsiteY386" fmla="*/ 633037 h 640885"/>
                <a:gd name="connsiteX387" fmla="*/ 257416 w 591813"/>
                <a:gd name="connsiteY387" fmla="*/ 633329 h 640885"/>
                <a:gd name="connsiteX388" fmla="*/ 257820 w 591813"/>
                <a:gd name="connsiteY388" fmla="*/ 633621 h 640885"/>
                <a:gd name="connsiteX389" fmla="*/ 258202 w 591813"/>
                <a:gd name="connsiteY389" fmla="*/ 633891 h 640885"/>
                <a:gd name="connsiteX390" fmla="*/ 258608 w 591813"/>
                <a:gd name="connsiteY390" fmla="*/ 634184 h 640885"/>
                <a:gd name="connsiteX391" fmla="*/ 259012 w 591813"/>
                <a:gd name="connsiteY391" fmla="*/ 634454 h 640885"/>
                <a:gd name="connsiteX392" fmla="*/ 259395 w 591813"/>
                <a:gd name="connsiteY392" fmla="*/ 634701 h 640885"/>
                <a:gd name="connsiteX393" fmla="*/ 259799 w 591813"/>
                <a:gd name="connsiteY393" fmla="*/ 634971 h 640885"/>
                <a:gd name="connsiteX394" fmla="*/ 260182 w 591813"/>
                <a:gd name="connsiteY394" fmla="*/ 635218 h 640885"/>
                <a:gd name="connsiteX395" fmla="*/ 260587 w 591813"/>
                <a:gd name="connsiteY395" fmla="*/ 635466 h 640885"/>
                <a:gd name="connsiteX396" fmla="*/ 260969 w 591813"/>
                <a:gd name="connsiteY396" fmla="*/ 635713 h 640885"/>
                <a:gd name="connsiteX397" fmla="*/ 261374 w 591813"/>
                <a:gd name="connsiteY397" fmla="*/ 635960 h 640885"/>
                <a:gd name="connsiteX398" fmla="*/ 261756 w 591813"/>
                <a:gd name="connsiteY398" fmla="*/ 636208 h 640885"/>
                <a:gd name="connsiteX399" fmla="*/ 262161 w 591813"/>
                <a:gd name="connsiteY399" fmla="*/ 636433 h 640885"/>
                <a:gd name="connsiteX400" fmla="*/ 262566 w 591813"/>
                <a:gd name="connsiteY400" fmla="*/ 636658 h 640885"/>
                <a:gd name="connsiteX401" fmla="*/ 262948 w 591813"/>
                <a:gd name="connsiteY401" fmla="*/ 636882 h 640885"/>
                <a:gd name="connsiteX402" fmla="*/ 263353 w 591813"/>
                <a:gd name="connsiteY402" fmla="*/ 637085 h 640885"/>
                <a:gd name="connsiteX403" fmla="*/ 263735 w 591813"/>
                <a:gd name="connsiteY403" fmla="*/ 637287 h 640885"/>
                <a:gd name="connsiteX404" fmla="*/ 264140 w 591813"/>
                <a:gd name="connsiteY404" fmla="*/ 637490 h 640885"/>
                <a:gd name="connsiteX405" fmla="*/ 264522 w 591813"/>
                <a:gd name="connsiteY405" fmla="*/ 637692 h 640885"/>
                <a:gd name="connsiteX406" fmla="*/ 264927 w 591813"/>
                <a:gd name="connsiteY406" fmla="*/ 637872 h 640885"/>
                <a:gd name="connsiteX407" fmla="*/ 265332 w 591813"/>
                <a:gd name="connsiteY407" fmla="*/ 638052 h 640885"/>
                <a:gd name="connsiteX408" fmla="*/ 265714 w 591813"/>
                <a:gd name="connsiteY408" fmla="*/ 638232 h 640885"/>
                <a:gd name="connsiteX409" fmla="*/ 266119 w 591813"/>
                <a:gd name="connsiteY409" fmla="*/ 638389 h 640885"/>
                <a:gd name="connsiteX410" fmla="*/ 266502 w 591813"/>
                <a:gd name="connsiteY410" fmla="*/ 638569 h 640885"/>
                <a:gd name="connsiteX411" fmla="*/ 266906 w 591813"/>
                <a:gd name="connsiteY411" fmla="*/ 638727 h 640885"/>
                <a:gd name="connsiteX412" fmla="*/ 267288 w 591813"/>
                <a:gd name="connsiteY412" fmla="*/ 638884 h 640885"/>
                <a:gd name="connsiteX413" fmla="*/ 267693 w 591813"/>
                <a:gd name="connsiteY413" fmla="*/ 639019 h 640885"/>
                <a:gd name="connsiteX414" fmla="*/ 268076 w 591813"/>
                <a:gd name="connsiteY414" fmla="*/ 639154 h 640885"/>
                <a:gd name="connsiteX415" fmla="*/ 268480 w 591813"/>
                <a:gd name="connsiteY415" fmla="*/ 639311 h 640885"/>
                <a:gd name="connsiteX416" fmla="*/ 268885 w 591813"/>
                <a:gd name="connsiteY416" fmla="*/ 639446 h 640885"/>
                <a:gd name="connsiteX417" fmla="*/ 269268 w 591813"/>
                <a:gd name="connsiteY417" fmla="*/ 639559 h 640885"/>
                <a:gd name="connsiteX418" fmla="*/ 269672 w 591813"/>
                <a:gd name="connsiteY418" fmla="*/ 639694 h 640885"/>
                <a:gd name="connsiteX419" fmla="*/ 270055 w 591813"/>
                <a:gd name="connsiteY419" fmla="*/ 639806 h 640885"/>
                <a:gd name="connsiteX420" fmla="*/ 270459 w 591813"/>
                <a:gd name="connsiteY420" fmla="*/ 639919 h 640885"/>
                <a:gd name="connsiteX421" fmla="*/ 270842 w 591813"/>
                <a:gd name="connsiteY421" fmla="*/ 640031 h 640885"/>
                <a:gd name="connsiteX422" fmla="*/ 271247 w 591813"/>
                <a:gd name="connsiteY422" fmla="*/ 640121 h 640885"/>
                <a:gd name="connsiteX423" fmla="*/ 271629 w 591813"/>
                <a:gd name="connsiteY423" fmla="*/ 640211 h 640885"/>
                <a:gd name="connsiteX424" fmla="*/ 272034 w 591813"/>
                <a:gd name="connsiteY424" fmla="*/ 640301 h 640885"/>
                <a:gd name="connsiteX425" fmla="*/ 272439 w 591813"/>
                <a:gd name="connsiteY425" fmla="*/ 640391 h 640885"/>
                <a:gd name="connsiteX426" fmla="*/ 272821 w 591813"/>
                <a:gd name="connsiteY426" fmla="*/ 640458 h 640885"/>
                <a:gd name="connsiteX427" fmla="*/ 273226 w 591813"/>
                <a:gd name="connsiteY427" fmla="*/ 640526 h 640885"/>
                <a:gd name="connsiteX428" fmla="*/ 273608 w 591813"/>
                <a:gd name="connsiteY428" fmla="*/ 640593 h 640885"/>
                <a:gd name="connsiteX429" fmla="*/ 274013 w 591813"/>
                <a:gd name="connsiteY429" fmla="*/ 640661 h 640885"/>
                <a:gd name="connsiteX430" fmla="*/ 274395 w 591813"/>
                <a:gd name="connsiteY430" fmla="*/ 640706 h 640885"/>
                <a:gd name="connsiteX431" fmla="*/ 274800 w 591813"/>
                <a:gd name="connsiteY431" fmla="*/ 640751 h 640885"/>
                <a:gd name="connsiteX432" fmla="*/ 275182 w 591813"/>
                <a:gd name="connsiteY432" fmla="*/ 640796 h 640885"/>
                <a:gd name="connsiteX433" fmla="*/ 275587 w 591813"/>
                <a:gd name="connsiteY433" fmla="*/ 640841 h 640885"/>
                <a:gd name="connsiteX434" fmla="*/ 275992 w 591813"/>
                <a:gd name="connsiteY434" fmla="*/ 640886 h 640885"/>
                <a:gd name="connsiteX435" fmla="*/ 276374 w 591813"/>
                <a:gd name="connsiteY435" fmla="*/ 640863 h 640885"/>
                <a:gd name="connsiteX436" fmla="*/ 276779 w 591813"/>
                <a:gd name="connsiteY436" fmla="*/ 640863 h 640885"/>
                <a:gd name="connsiteX437" fmla="*/ 277162 w 591813"/>
                <a:gd name="connsiteY437" fmla="*/ 640841 h 640885"/>
                <a:gd name="connsiteX438" fmla="*/ 277566 w 591813"/>
                <a:gd name="connsiteY438" fmla="*/ 640818 h 640885"/>
                <a:gd name="connsiteX439" fmla="*/ 277948 w 591813"/>
                <a:gd name="connsiteY439" fmla="*/ 640796 h 640885"/>
                <a:gd name="connsiteX440" fmla="*/ 278353 w 591813"/>
                <a:gd name="connsiteY440" fmla="*/ 640751 h 640885"/>
                <a:gd name="connsiteX441" fmla="*/ 278758 w 591813"/>
                <a:gd name="connsiteY441" fmla="*/ 640728 h 640885"/>
                <a:gd name="connsiteX442" fmla="*/ 279140 w 591813"/>
                <a:gd name="connsiteY442" fmla="*/ 640661 h 640885"/>
                <a:gd name="connsiteX443" fmla="*/ 279545 w 591813"/>
                <a:gd name="connsiteY443" fmla="*/ 640616 h 640885"/>
                <a:gd name="connsiteX444" fmla="*/ 279928 w 591813"/>
                <a:gd name="connsiteY444" fmla="*/ 640571 h 640885"/>
                <a:gd name="connsiteX445" fmla="*/ 280332 w 591813"/>
                <a:gd name="connsiteY445" fmla="*/ 640503 h 640885"/>
                <a:gd name="connsiteX446" fmla="*/ 280715 w 591813"/>
                <a:gd name="connsiteY446" fmla="*/ 640436 h 640885"/>
                <a:gd name="connsiteX447" fmla="*/ 281120 w 591813"/>
                <a:gd name="connsiteY447" fmla="*/ 640346 h 640885"/>
                <a:gd name="connsiteX448" fmla="*/ 281502 w 591813"/>
                <a:gd name="connsiteY448" fmla="*/ 640278 h 640885"/>
                <a:gd name="connsiteX449" fmla="*/ 281907 w 591813"/>
                <a:gd name="connsiteY449" fmla="*/ 640188 h 640885"/>
                <a:gd name="connsiteX450" fmla="*/ 282311 w 591813"/>
                <a:gd name="connsiteY450" fmla="*/ 640098 h 640885"/>
                <a:gd name="connsiteX451" fmla="*/ 282694 w 591813"/>
                <a:gd name="connsiteY451" fmla="*/ 640009 h 640885"/>
                <a:gd name="connsiteX452" fmla="*/ 283076 w 591813"/>
                <a:gd name="connsiteY452" fmla="*/ 639919 h 640885"/>
                <a:gd name="connsiteX453" fmla="*/ 283481 w 591813"/>
                <a:gd name="connsiteY453" fmla="*/ 639806 h 640885"/>
                <a:gd name="connsiteX454" fmla="*/ 283886 w 591813"/>
                <a:gd name="connsiteY454" fmla="*/ 639694 h 640885"/>
                <a:gd name="connsiteX455" fmla="*/ 284246 w 591813"/>
                <a:gd name="connsiteY455" fmla="*/ 639581 h 640885"/>
                <a:gd name="connsiteX456" fmla="*/ 284673 w 591813"/>
                <a:gd name="connsiteY456" fmla="*/ 639469 h 640885"/>
                <a:gd name="connsiteX457" fmla="*/ 285033 w 591813"/>
                <a:gd name="connsiteY457" fmla="*/ 639334 h 640885"/>
                <a:gd name="connsiteX458" fmla="*/ 285438 w 591813"/>
                <a:gd name="connsiteY458" fmla="*/ 639199 h 640885"/>
                <a:gd name="connsiteX459" fmla="*/ 285842 w 591813"/>
                <a:gd name="connsiteY459" fmla="*/ 639064 h 640885"/>
                <a:gd name="connsiteX460" fmla="*/ 286224 w 591813"/>
                <a:gd name="connsiteY460" fmla="*/ 638929 h 640885"/>
                <a:gd name="connsiteX461" fmla="*/ 286630 w 591813"/>
                <a:gd name="connsiteY461" fmla="*/ 638772 h 640885"/>
                <a:gd name="connsiteX462" fmla="*/ 287012 w 591813"/>
                <a:gd name="connsiteY462" fmla="*/ 638614 h 640885"/>
                <a:gd name="connsiteX463" fmla="*/ 287416 w 591813"/>
                <a:gd name="connsiteY463" fmla="*/ 638457 h 640885"/>
                <a:gd name="connsiteX464" fmla="*/ 287799 w 591813"/>
                <a:gd name="connsiteY464" fmla="*/ 638299 h 640885"/>
                <a:gd name="connsiteX465" fmla="*/ 288204 w 591813"/>
                <a:gd name="connsiteY465" fmla="*/ 638119 h 640885"/>
                <a:gd name="connsiteX466" fmla="*/ 288586 w 591813"/>
                <a:gd name="connsiteY466" fmla="*/ 637939 h 640885"/>
                <a:gd name="connsiteX467" fmla="*/ 288991 w 591813"/>
                <a:gd name="connsiteY467" fmla="*/ 637760 h 640885"/>
                <a:gd name="connsiteX468" fmla="*/ 289396 w 591813"/>
                <a:gd name="connsiteY468" fmla="*/ 637580 h 640885"/>
                <a:gd name="connsiteX469" fmla="*/ 289778 w 591813"/>
                <a:gd name="connsiteY469" fmla="*/ 637400 h 640885"/>
                <a:gd name="connsiteX470" fmla="*/ 290183 w 591813"/>
                <a:gd name="connsiteY470" fmla="*/ 637197 h 640885"/>
                <a:gd name="connsiteX471" fmla="*/ 290565 w 591813"/>
                <a:gd name="connsiteY471" fmla="*/ 637017 h 640885"/>
                <a:gd name="connsiteX472" fmla="*/ 290970 w 591813"/>
                <a:gd name="connsiteY472" fmla="*/ 636815 h 640885"/>
                <a:gd name="connsiteX473" fmla="*/ 291352 w 591813"/>
                <a:gd name="connsiteY473" fmla="*/ 636613 h 640885"/>
                <a:gd name="connsiteX474" fmla="*/ 291757 w 591813"/>
                <a:gd name="connsiteY474" fmla="*/ 636410 h 640885"/>
                <a:gd name="connsiteX475" fmla="*/ 292139 w 591813"/>
                <a:gd name="connsiteY475" fmla="*/ 636185 h 640885"/>
                <a:gd name="connsiteX476" fmla="*/ 292544 w 591813"/>
                <a:gd name="connsiteY476" fmla="*/ 635983 h 640885"/>
                <a:gd name="connsiteX477" fmla="*/ 292949 w 591813"/>
                <a:gd name="connsiteY477" fmla="*/ 635758 h 640885"/>
                <a:gd name="connsiteX478" fmla="*/ 293331 w 591813"/>
                <a:gd name="connsiteY478" fmla="*/ 635533 h 640885"/>
                <a:gd name="connsiteX479" fmla="*/ 293736 w 591813"/>
                <a:gd name="connsiteY479" fmla="*/ 635308 h 640885"/>
                <a:gd name="connsiteX480" fmla="*/ 294118 w 591813"/>
                <a:gd name="connsiteY480" fmla="*/ 635083 h 640885"/>
                <a:gd name="connsiteX481" fmla="*/ 294524 w 591813"/>
                <a:gd name="connsiteY481" fmla="*/ 634858 h 640885"/>
                <a:gd name="connsiteX482" fmla="*/ 294906 w 591813"/>
                <a:gd name="connsiteY482" fmla="*/ 634611 h 640885"/>
                <a:gd name="connsiteX483" fmla="*/ 295310 w 591813"/>
                <a:gd name="connsiteY483" fmla="*/ 634589 h 640885"/>
                <a:gd name="connsiteX484" fmla="*/ 295716 w 591813"/>
                <a:gd name="connsiteY484" fmla="*/ 634341 h 640885"/>
                <a:gd name="connsiteX485" fmla="*/ 296098 w 591813"/>
                <a:gd name="connsiteY485" fmla="*/ 637602 h 640885"/>
                <a:gd name="connsiteX486" fmla="*/ 296502 w 591813"/>
                <a:gd name="connsiteY486" fmla="*/ 638637 h 640885"/>
                <a:gd name="connsiteX487" fmla="*/ 296884 w 591813"/>
                <a:gd name="connsiteY487" fmla="*/ 638389 h 640885"/>
                <a:gd name="connsiteX488" fmla="*/ 297290 w 591813"/>
                <a:gd name="connsiteY488" fmla="*/ 638142 h 640885"/>
                <a:gd name="connsiteX489" fmla="*/ 297672 w 591813"/>
                <a:gd name="connsiteY489" fmla="*/ 637894 h 640885"/>
                <a:gd name="connsiteX490" fmla="*/ 298076 w 591813"/>
                <a:gd name="connsiteY490" fmla="*/ 637647 h 640885"/>
                <a:gd name="connsiteX491" fmla="*/ 298459 w 591813"/>
                <a:gd name="connsiteY491" fmla="*/ 637377 h 640885"/>
                <a:gd name="connsiteX492" fmla="*/ 298864 w 591813"/>
                <a:gd name="connsiteY492" fmla="*/ 637130 h 640885"/>
                <a:gd name="connsiteX493" fmla="*/ 299269 w 591813"/>
                <a:gd name="connsiteY493" fmla="*/ 636860 h 640885"/>
                <a:gd name="connsiteX494" fmla="*/ 299651 w 591813"/>
                <a:gd name="connsiteY494" fmla="*/ 636590 h 640885"/>
                <a:gd name="connsiteX495" fmla="*/ 300056 w 591813"/>
                <a:gd name="connsiteY495" fmla="*/ 636298 h 640885"/>
                <a:gd name="connsiteX496" fmla="*/ 300438 w 591813"/>
                <a:gd name="connsiteY496" fmla="*/ 636028 h 640885"/>
                <a:gd name="connsiteX497" fmla="*/ 300843 w 591813"/>
                <a:gd name="connsiteY497" fmla="*/ 635735 h 640885"/>
                <a:gd name="connsiteX498" fmla="*/ 301225 w 591813"/>
                <a:gd name="connsiteY498" fmla="*/ 635443 h 640885"/>
                <a:gd name="connsiteX499" fmla="*/ 301630 w 591813"/>
                <a:gd name="connsiteY499" fmla="*/ 635151 h 640885"/>
                <a:gd name="connsiteX500" fmla="*/ 302012 w 591813"/>
                <a:gd name="connsiteY500" fmla="*/ 634858 h 640885"/>
                <a:gd name="connsiteX501" fmla="*/ 302417 w 591813"/>
                <a:gd name="connsiteY501" fmla="*/ 634543 h 640885"/>
                <a:gd name="connsiteX502" fmla="*/ 302822 w 591813"/>
                <a:gd name="connsiteY502" fmla="*/ 634229 h 640885"/>
                <a:gd name="connsiteX503" fmla="*/ 303204 w 591813"/>
                <a:gd name="connsiteY503" fmla="*/ 633914 h 640885"/>
                <a:gd name="connsiteX504" fmla="*/ 303609 w 591813"/>
                <a:gd name="connsiteY504" fmla="*/ 633599 h 640885"/>
                <a:gd name="connsiteX505" fmla="*/ 303992 w 591813"/>
                <a:gd name="connsiteY505" fmla="*/ 633284 h 640885"/>
                <a:gd name="connsiteX506" fmla="*/ 304396 w 591813"/>
                <a:gd name="connsiteY506" fmla="*/ 632947 h 640885"/>
                <a:gd name="connsiteX507" fmla="*/ 304778 w 591813"/>
                <a:gd name="connsiteY507" fmla="*/ 632632 h 640885"/>
                <a:gd name="connsiteX508" fmla="*/ 305184 w 591813"/>
                <a:gd name="connsiteY508" fmla="*/ 632295 h 640885"/>
                <a:gd name="connsiteX509" fmla="*/ 305566 w 591813"/>
                <a:gd name="connsiteY509" fmla="*/ 631957 h 640885"/>
                <a:gd name="connsiteX510" fmla="*/ 305970 w 591813"/>
                <a:gd name="connsiteY510" fmla="*/ 631597 h 640885"/>
                <a:gd name="connsiteX511" fmla="*/ 306376 w 591813"/>
                <a:gd name="connsiteY511" fmla="*/ 631260 h 640885"/>
                <a:gd name="connsiteX512" fmla="*/ 306758 w 591813"/>
                <a:gd name="connsiteY512" fmla="*/ 630900 h 640885"/>
                <a:gd name="connsiteX513" fmla="*/ 307162 w 591813"/>
                <a:gd name="connsiteY513" fmla="*/ 630540 h 640885"/>
                <a:gd name="connsiteX514" fmla="*/ 307545 w 591813"/>
                <a:gd name="connsiteY514" fmla="*/ 630181 h 640885"/>
                <a:gd name="connsiteX515" fmla="*/ 307950 w 591813"/>
                <a:gd name="connsiteY515" fmla="*/ 629798 h 640885"/>
                <a:gd name="connsiteX516" fmla="*/ 308332 w 591813"/>
                <a:gd name="connsiteY516" fmla="*/ 629438 h 640885"/>
                <a:gd name="connsiteX517" fmla="*/ 308737 w 591813"/>
                <a:gd name="connsiteY517" fmla="*/ 629056 h 640885"/>
                <a:gd name="connsiteX518" fmla="*/ 309142 w 591813"/>
                <a:gd name="connsiteY518" fmla="*/ 628674 h 640885"/>
                <a:gd name="connsiteX519" fmla="*/ 309524 w 591813"/>
                <a:gd name="connsiteY519" fmla="*/ 628291 h 640885"/>
                <a:gd name="connsiteX520" fmla="*/ 309929 w 591813"/>
                <a:gd name="connsiteY520" fmla="*/ 627909 h 640885"/>
                <a:gd name="connsiteX521" fmla="*/ 310311 w 591813"/>
                <a:gd name="connsiteY521" fmla="*/ 627504 h 640885"/>
                <a:gd name="connsiteX522" fmla="*/ 310716 w 591813"/>
                <a:gd name="connsiteY522" fmla="*/ 627122 h 640885"/>
                <a:gd name="connsiteX523" fmla="*/ 311098 w 591813"/>
                <a:gd name="connsiteY523" fmla="*/ 626717 h 640885"/>
                <a:gd name="connsiteX524" fmla="*/ 311503 w 591813"/>
                <a:gd name="connsiteY524" fmla="*/ 626312 h 640885"/>
                <a:gd name="connsiteX525" fmla="*/ 311885 w 591813"/>
                <a:gd name="connsiteY525" fmla="*/ 625907 h 640885"/>
                <a:gd name="connsiteX526" fmla="*/ 312290 w 591813"/>
                <a:gd name="connsiteY526" fmla="*/ 625503 h 640885"/>
                <a:gd name="connsiteX527" fmla="*/ 312695 w 591813"/>
                <a:gd name="connsiteY527" fmla="*/ 625098 h 640885"/>
                <a:gd name="connsiteX528" fmla="*/ 313077 w 591813"/>
                <a:gd name="connsiteY528" fmla="*/ 624671 h 640885"/>
                <a:gd name="connsiteX529" fmla="*/ 313482 w 591813"/>
                <a:gd name="connsiteY529" fmla="*/ 624243 h 640885"/>
                <a:gd name="connsiteX530" fmla="*/ 313864 w 591813"/>
                <a:gd name="connsiteY530" fmla="*/ 623838 h 640885"/>
                <a:gd name="connsiteX531" fmla="*/ 314269 w 591813"/>
                <a:gd name="connsiteY531" fmla="*/ 623411 h 640885"/>
                <a:gd name="connsiteX532" fmla="*/ 314652 w 591813"/>
                <a:gd name="connsiteY532" fmla="*/ 622961 h 640885"/>
                <a:gd name="connsiteX533" fmla="*/ 315056 w 591813"/>
                <a:gd name="connsiteY533" fmla="*/ 622534 h 640885"/>
                <a:gd name="connsiteX534" fmla="*/ 315438 w 591813"/>
                <a:gd name="connsiteY534" fmla="*/ 622107 h 640885"/>
                <a:gd name="connsiteX535" fmla="*/ 315844 w 591813"/>
                <a:gd name="connsiteY535" fmla="*/ 621657 h 640885"/>
                <a:gd name="connsiteX536" fmla="*/ 316248 w 591813"/>
                <a:gd name="connsiteY536" fmla="*/ 621207 h 640885"/>
                <a:gd name="connsiteX537" fmla="*/ 316630 w 591813"/>
                <a:gd name="connsiteY537" fmla="*/ 620757 h 640885"/>
                <a:gd name="connsiteX538" fmla="*/ 317036 w 591813"/>
                <a:gd name="connsiteY538" fmla="*/ 620308 h 640885"/>
                <a:gd name="connsiteX539" fmla="*/ 317418 w 591813"/>
                <a:gd name="connsiteY539" fmla="*/ 619858 h 640885"/>
                <a:gd name="connsiteX540" fmla="*/ 317822 w 591813"/>
                <a:gd name="connsiteY540" fmla="*/ 619408 h 640885"/>
                <a:gd name="connsiteX541" fmla="*/ 318205 w 591813"/>
                <a:gd name="connsiteY541" fmla="*/ 618936 h 640885"/>
                <a:gd name="connsiteX542" fmla="*/ 318610 w 591813"/>
                <a:gd name="connsiteY542" fmla="*/ 618486 h 640885"/>
                <a:gd name="connsiteX543" fmla="*/ 318992 w 591813"/>
                <a:gd name="connsiteY543" fmla="*/ 618014 h 640885"/>
                <a:gd name="connsiteX544" fmla="*/ 319397 w 591813"/>
                <a:gd name="connsiteY544" fmla="*/ 617541 h 640885"/>
                <a:gd name="connsiteX545" fmla="*/ 319802 w 591813"/>
                <a:gd name="connsiteY545" fmla="*/ 617069 h 640885"/>
                <a:gd name="connsiteX546" fmla="*/ 320184 w 591813"/>
                <a:gd name="connsiteY546" fmla="*/ 616597 h 640885"/>
                <a:gd name="connsiteX547" fmla="*/ 320589 w 591813"/>
                <a:gd name="connsiteY547" fmla="*/ 616102 h 640885"/>
                <a:gd name="connsiteX548" fmla="*/ 320971 w 591813"/>
                <a:gd name="connsiteY548" fmla="*/ 615630 h 640885"/>
                <a:gd name="connsiteX549" fmla="*/ 321376 w 591813"/>
                <a:gd name="connsiteY549" fmla="*/ 615135 h 640885"/>
                <a:gd name="connsiteX550" fmla="*/ 321758 w 591813"/>
                <a:gd name="connsiteY550" fmla="*/ 614640 h 640885"/>
                <a:gd name="connsiteX551" fmla="*/ 322163 w 591813"/>
                <a:gd name="connsiteY551" fmla="*/ 614168 h 640885"/>
                <a:gd name="connsiteX552" fmla="*/ 322545 w 591813"/>
                <a:gd name="connsiteY552" fmla="*/ 613673 h 640885"/>
                <a:gd name="connsiteX553" fmla="*/ 322950 w 591813"/>
                <a:gd name="connsiteY553" fmla="*/ 613178 h 640885"/>
                <a:gd name="connsiteX554" fmla="*/ 323355 w 591813"/>
                <a:gd name="connsiteY554" fmla="*/ 612684 h 640885"/>
                <a:gd name="connsiteX555" fmla="*/ 323737 w 591813"/>
                <a:gd name="connsiteY555" fmla="*/ 612166 h 640885"/>
                <a:gd name="connsiteX556" fmla="*/ 324142 w 591813"/>
                <a:gd name="connsiteY556" fmla="*/ 611672 h 640885"/>
                <a:gd name="connsiteX557" fmla="*/ 324524 w 591813"/>
                <a:gd name="connsiteY557" fmla="*/ 611154 h 640885"/>
                <a:gd name="connsiteX558" fmla="*/ 324929 w 591813"/>
                <a:gd name="connsiteY558" fmla="*/ 610637 h 640885"/>
                <a:gd name="connsiteX559" fmla="*/ 325312 w 591813"/>
                <a:gd name="connsiteY559" fmla="*/ 610120 h 640885"/>
                <a:gd name="connsiteX560" fmla="*/ 325716 w 591813"/>
                <a:gd name="connsiteY560" fmla="*/ 609603 h 640885"/>
                <a:gd name="connsiteX561" fmla="*/ 326121 w 591813"/>
                <a:gd name="connsiteY561" fmla="*/ 609063 h 640885"/>
                <a:gd name="connsiteX562" fmla="*/ 326504 w 591813"/>
                <a:gd name="connsiteY562" fmla="*/ 608546 h 640885"/>
                <a:gd name="connsiteX563" fmla="*/ 326908 w 591813"/>
                <a:gd name="connsiteY563" fmla="*/ 608006 h 640885"/>
                <a:gd name="connsiteX564" fmla="*/ 327290 w 591813"/>
                <a:gd name="connsiteY564" fmla="*/ 607466 h 640885"/>
                <a:gd name="connsiteX565" fmla="*/ 327696 w 591813"/>
                <a:gd name="connsiteY565" fmla="*/ 606926 h 640885"/>
                <a:gd name="connsiteX566" fmla="*/ 328078 w 591813"/>
                <a:gd name="connsiteY566" fmla="*/ 606387 h 640885"/>
                <a:gd name="connsiteX567" fmla="*/ 328482 w 591813"/>
                <a:gd name="connsiteY567" fmla="*/ 605824 h 640885"/>
                <a:gd name="connsiteX568" fmla="*/ 328865 w 591813"/>
                <a:gd name="connsiteY568" fmla="*/ 605262 h 640885"/>
                <a:gd name="connsiteX569" fmla="*/ 329270 w 591813"/>
                <a:gd name="connsiteY569" fmla="*/ 604722 h 640885"/>
                <a:gd name="connsiteX570" fmla="*/ 329674 w 591813"/>
                <a:gd name="connsiteY570" fmla="*/ 604138 h 640885"/>
                <a:gd name="connsiteX571" fmla="*/ 330057 w 591813"/>
                <a:gd name="connsiteY571" fmla="*/ 603575 h 640885"/>
                <a:gd name="connsiteX572" fmla="*/ 330462 w 591813"/>
                <a:gd name="connsiteY572" fmla="*/ 602991 h 640885"/>
                <a:gd name="connsiteX573" fmla="*/ 330844 w 591813"/>
                <a:gd name="connsiteY573" fmla="*/ 602428 h 640885"/>
                <a:gd name="connsiteX574" fmla="*/ 331249 w 591813"/>
                <a:gd name="connsiteY574" fmla="*/ 601844 h 640885"/>
                <a:gd name="connsiteX575" fmla="*/ 331631 w 591813"/>
                <a:gd name="connsiteY575" fmla="*/ 601259 h 640885"/>
                <a:gd name="connsiteX576" fmla="*/ 332036 w 591813"/>
                <a:gd name="connsiteY576" fmla="*/ 600652 h 640885"/>
                <a:gd name="connsiteX577" fmla="*/ 332418 w 591813"/>
                <a:gd name="connsiteY577" fmla="*/ 600067 h 640885"/>
                <a:gd name="connsiteX578" fmla="*/ 332823 w 591813"/>
                <a:gd name="connsiteY578" fmla="*/ 599460 h 640885"/>
                <a:gd name="connsiteX579" fmla="*/ 333228 w 591813"/>
                <a:gd name="connsiteY579" fmla="*/ 598853 h 640885"/>
                <a:gd name="connsiteX580" fmla="*/ 333610 w 591813"/>
                <a:gd name="connsiteY580" fmla="*/ 598245 h 640885"/>
                <a:gd name="connsiteX581" fmla="*/ 334015 w 591813"/>
                <a:gd name="connsiteY581" fmla="*/ 597638 h 640885"/>
                <a:gd name="connsiteX582" fmla="*/ 334397 w 591813"/>
                <a:gd name="connsiteY582" fmla="*/ 597031 h 640885"/>
                <a:gd name="connsiteX583" fmla="*/ 334802 w 591813"/>
                <a:gd name="connsiteY583" fmla="*/ 596424 h 640885"/>
                <a:gd name="connsiteX584" fmla="*/ 335184 w 591813"/>
                <a:gd name="connsiteY584" fmla="*/ 595794 h 640885"/>
                <a:gd name="connsiteX585" fmla="*/ 335590 w 591813"/>
                <a:gd name="connsiteY585" fmla="*/ 595187 h 640885"/>
                <a:gd name="connsiteX586" fmla="*/ 335972 w 591813"/>
                <a:gd name="connsiteY586" fmla="*/ 594557 h 640885"/>
                <a:gd name="connsiteX587" fmla="*/ 336376 w 591813"/>
                <a:gd name="connsiteY587" fmla="*/ 593950 h 640885"/>
                <a:gd name="connsiteX588" fmla="*/ 336782 w 591813"/>
                <a:gd name="connsiteY588" fmla="*/ 593320 h 640885"/>
                <a:gd name="connsiteX589" fmla="*/ 337164 w 591813"/>
                <a:gd name="connsiteY589" fmla="*/ 592690 h 640885"/>
                <a:gd name="connsiteX590" fmla="*/ 337568 w 591813"/>
                <a:gd name="connsiteY590" fmla="*/ 592061 h 640885"/>
                <a:gd name="connsiteX591" fmla="*/ 337950 w 591813"/>
                <a:gd name="connsiteY591" fmla="*/ 591454 h 640885"/>
                <a:gd name="connsiteX592" fmla="*/ 338356 w 591813"/>
                <a:gd name="connsiteY592" fmla="*/ 590824 h 640885"/>
                <a:gd name="connsiteX593" fmla="*/ 338738 w 591813"/>
                <a:gd name="connsiteY593" fmla="*/ 590194 h 640885"/>
                <a:gd name="connsiteX594" fmla="*/ 339142 w 591813"/>
                <a:gd name="connsiteY594" fmla="*/ 589564 h 640885"/>
                <a:gd name="connsiteX595" fmla="*/ 339548 w 591813"/>
                <a:gd name="connsiteY595" fmla="*/ 588935 h 640885"/>
                <a:gd name="connsiteX596" fmla="*/ 339930 w 591813"/>
                <a:gd name="connsiteY596" fmla="*/ 588305 h 640885"/>
                <a:gd name="connsiteX597" fmla="*/ 340335 w 591813"/>
                <a:gd name="connsiteY597" fmla="*/ 587675 h 640885"/>
                <a:gd name="connsiteX598" fmla="*/ 340717 w 591813"/>
                <a:gd name="connsiteY598" fmla="*/ 587046 h 640885"/>
                <a:gd name="connsiteX599" fmla="*/ 341122 w 591813"/>
                <a:gd name="connsiteY599" fmla="*/ 586416 h 640885"/>
                <a:gd name="connsiteX600" fmla="*/ 341504 w 591813"/>
                <a:gd name="connsiteY600" fmla="*/ 585786 h 640885"/>
                <a:gd name="connsiteX601" fmla="*/ 341909 w 591813"/>
                <a:gd name="connsiteY601" fmla="*/ 585134 h 640885"/>
                <a:gd name="connsiteX602" fmla="*/ 342291 w 591813"/>
                <a:gd name="connsiteY602" fmla="*/ 584504 h 640885"/>
                <a:gd name="connsiteX603" fmla="*/ 342696 w 591813"/>
                <a:gd name="connsiteY603" fmla="*/ 583852 h 640885"/>
                <a:gd name="connsiteX604" fmla="*/ 343101 w 591813"/>
                <a:gd name="connsiteY604" fmla="*/ 583200 h 640885"/>
                <a:gd name="connsiteX605" fmla="*/ 343483 w 591813"/>
                <a:gd name="connsiteY605" fmla="*/ 582548 h 640885"/>
                <a:gd name="connsiteX606" fmla="*/ 343888 w 591813"/>
                <a:gd name="connsiteY606" fmla="*/ 581895 h 640885"/>
                <a:gd name="connsiteX607" fmla="*/ 344270 w 591813"/>
                <a:gd name="connsiteY607" fmla="*/ 581243 h 640885"/>
                <a:gd name="connsiteX608" fmla="*/ 344675 w 591813"/>
                <a:gd name="connsiteY608" fmla="*/ 580591 h 640885"/>
                <a:gd name="connsiteX609" fmla="*/ 345058 w 591813"/>
                <a:gd name="connsiteY609" fmla="*/ 579916 h 640885"/>
                <a:gd name="connsiteX610" fmla="*/ 345462 w 591813"/>
                <a:gd name="connsiteY610" fmla="*/ 579264 h 640885"/>
                <a:gd name="connsiteX611" fmla="*/ 345844 w 591813"/>
                <a:gd name="connsiteY611" fmla="*/ 578589 h 640885"/>
                <a:gd name="connsiteX612" fmla="*/ 346250 w 591813"/>
                <a:gd name="connsiteY612" fmla="*/ 577937 h 640885"/>
                <a:gd name="connsiteX613" fmla="*/ 346654 w 591813"/>
                <a:gd name="connsiteY613" fmla="*/ 577285 h 640885"/>
                <a:gd name="connsiteX614" fmla="*/ 347036 w 591813"/>
                <a:gd name="connsiteY614" fmla="*/ 576610 h 640885"/>
                <a:gd name="connsiteX615" fmla="*/ 347442 w 591813"/>
                <a:gd name="connsiteY615" fmla="*/ 575958 h 640885"/>
                <a:gd name="connsiteX616" fmla="*/ 347824 w 591813"/>
                <a:gd name="connsiteY616" fmla="*/ 575284 h 640885"/>
                <a:gd name="connsiteX617" fmla="*/ 348228 w 591813"/>
                <a:gd name="connsiteY617" fmla="*/ 574609 h 640885"/>
                <a:gd name="connsiteX618" fmla="*/ 348611 w 591813"/>
                <a:gd name="connsiteY618" fmla="*/ 573934 h 640885"/>
                <a:gd name="connsiteX619" fmla="*/ 349016 w 591813"/>
                <a:gd name="connsiteY619" fmla="*/ 573282 h 640885"/>
                <a:gd name="connsiteX620" fmla="*/ 349398 w 591813"/>
                <a:gd name="connsiteY620" fmla="*/ 572607 h 640885"/>
                <a:gd name="connsiteX621" fmla="*/ 349803 w 591813"/>
                <a:gd name="connsiteY621" fmla="*/ 571933 h 640885"/>
                <a:gd name="connsiteX622" fmla="*/ 350208 w 591813"/>
                <a:gd name="connsiteY622" fmla="*/ 571258 h 640885"/>
                <a:gd name="connsiteX623" fmla="*/ 350590 w 591813"/>
                <a:gd name="connsiteY623" fmla="*/ 570583 h 640885"/>
                <a:gd name="connsiteX624" fmla="*/ 350995 w 591813"/>
                <a:gd name="connsiteY624" fmla="*/ 569908 h 640885"/>
                <a:gd name="connsiteX625" fmla="*/ 351377 w 591813"/>
                <a:gd name="connsiteY625" fmla="*/ 569234 h 640885"/>
                <a:gd name="connsiteX626" fmla="*/ 351782 w 591813"/>
                <a:gd name="connsiteY626" fmla="*/ 568559 h 640885"/>
                <a:gd name="connsiteX627" fmla="*/ 352164 w 591813"/>
                <a:gd name="connsiteY627" fmla="*/ 567884 h 640885"/>
                <a:gd name="connsiteX628" fmla="*/ 352569 w 591813"/>
                <a:gd name="connsiteY628" fmla="*/ 567232 h 640885"/>
                <a:gd name="connsiteX629" fmla="*/ 352951 w 591813"/>
                <a:gd name="connsiteY629" fmla="*/ 566558 h 640885"/>
                <a:gd name="connsiteX630" fmla="*/ 353356 w 591813"/>
                <a:gd name="connsiteY630" fmla="*/ 565883 h 640885"/>
                <a:gd name="connsiteX631" fmla="*/ 353761 w 591813"/>
                <a:gd name="connsiteY631" fmla="*/ 565208 h 640885"/>
                <a:gd name="connsiteX632" fmla="*/ 354143 w 591813"/>
                <a:gd name="connsiteY632" fmla="*/ 564556 h 640885"/>
                <a:gd name="connsiteX633" fmla="*/ 354548 w 591813"/>
                <a:gd name="connsiteY633" fmla="*/ 563881 h 640885"/>
                <a:gd name="connsiteX634" fmla="*/ 354930 w 591813"/>
                <a:gd name="connsiteY634" fmla="*/ 563207 h 640885"/>
                <a:gd name="connsiteX635" fmla="*/ 355335 w 591813"/>
                <a:gd name="connsiteY635" fmla="*/ 562554 h 640885"/>
                <a:gd name="connsiteX636" fmla="*/ 355718 w 591813"/>
                <a:gd name="connsiteY636" fmla="*/ 561880 h 640885"/>
                <a:gd name="connsiteX637" fmla="*/ 356122 w 591813"/>
                <a:gd name="connsiteY637" fmla="*/ 561205 h 640885"/>
                <a:gd name="connsiteX638" fmla="*/ 356527 w 591813"/>
                <a:gd name="connsiteY638" fmla="*/ 560530 h 640885"/>
                <a:gd name="connsiteX639" fmla="*/ 356910 w 591813"/>
                <a:gd name="connsiteY639" fmla="*/ 559856 h 640885"/>
                <a:gd name="connsiteX640" fmla="*/ 357314 w 591813"/>
                <a:gd name="connsiteY640" fmla="*/ 559203 h 640885"/>
                <a:gd name="connsiteX641" fmla="*/ 357696 w 591813"/>
                <a:gd name="connsiteY641" fmla="*/ 558529 h 640885"/>
                <a:gd name="connsiteX642" fmla="*/ 358102 w 591813"/>
                <a:gd name="connsiteY642" fmla="*/ 557854 h 640885"/>
                <a:gd name="connsiteX643" fmla="*/ 358484 w 591813"/>
                <a:gd name="connsiteY643" fmla="*/ 557179 h 640885"/>
                <a:gd name="connsiteX644" fmla="*/ 358888 w 591813"/>
                <a:gd name="connsiteY644" fmla="*/ 556505 h 640885"/>
                <a:gd name="connsiteX645" fmla="*/ 359271 w 591813"/>
                <a:gd name="connsiteY645" fmla="*/ 555830 h 640885"/>
                <a:gd name="connsiteX646" fmla="*/ 359676 w 591813"/>
                <a:gd name="connsiteY646" fmla="*/ 555155 h 640885"/>
                <a:gd name="connsiteX647" fmla="*/ 360080 w 591813"/>
                <a:gd name="connsiteY647" fmla="*/ 554481 h 640885"/>
                <a:gd name="connsiteX648" fmla="*/ 360463 w 591813"/>
                <a:gd name="connsiteY648" fmla="*/ 553806 h 640885"/>
                <a:gd name="connsiteX649" fmla="*/ 360868 w 591813"/>
                <a:gd name="connsiteY649" fmla="*/ 553131 h 640885"/>
                <a:gd name="connsiteX650" fmla="*/ 361250 w 591813"/>
                <a:gd name="connsiteY650" fmla="*/ 552457 h 640885"/>
                <a:gd name="connsiteX651" fmla="*/ 361655 w 591813"/>
                <a:gd name="connsiteY651" fmla="*/ 551782 h 640885"/>
                <a:gd name="connsiteX652" fmla="*/ 362037 w 591813"/>
                <a:gd name="connsiteY652" fmla="*/ 551107 h 640885"/>
                <a:gd name="connsiteX653" fmla="*/ 362442 w 591813"/>
                <a:gd name="connsiteY653" fmla="*/ 550432 h 640885"/>
                <a:gd name="connsiteX654" fmla="*/ 362824 w 591813"/>
                <a:gd name="connsiteY654" fmla="*/ 549735 h 640885"/>
                <a:gd name="connsiteX655" fmla="*/ 363229 w 591813"/>
                <a:gd name="connsiteY655" fmla="*/ 549061 h 640885"/>
                <a:gd name="connsiteX656" fmla="*/ 363634 w 591813"/>
                <a:gd name="connsiteY656" fmla="*/ 548363 h 640885"/>
                <a:gd name="connsiteX657" fmla="*/ 364016 w 591813"/>
                <a:gd name="connsiteY657" fmla="*/ 547689 h 640885"/>
                <a:gd name="connsiteX658" fmla="*/ 364421 w 591813"/>
                <a:gd name="connsiteY658" fmla="*/ 546992 h 640885"/>
                <a:gd name="connsiteX659" fmla="*/ 364803 w 591813"/>
                <a:gd name="connsiteY659" fmla="*/ 546294 h 640885"/>
                <a:gd name="connsiteX660" fmla="*/ 365208 w 591813"/>
                <a:gd name="connsiteY660" fmla="*/ 545597 h 640885"/>
                <a:gd name="connsiteX661" fmla="*/ 365590 w 591813"/>
                <a:gd name="connsiteY661" fmla="*/ 544923 h 640885"/>
                <a:gd name="connsiteX662" fmla="*/ 365995 w 591813"/>
                <a:gd name="connsiteY662" fmla="*/ 544225 h 640885"/>
                <a:gd name="connsiteX663" fmla="*/ 366378 w 591813"/>
                <a:gd name="connsiteY663" fmla="*/ 543528 h 640885"/>
                <a:gd name="connsiteX664" fmla="*/ 366782 w 591813"/>
                <a:gd name="connsiteY664" fmla="*/ 542831 h 640885"/>
                <a:gd name="connsiteX665" fmla="*/ 367187 w 591813"/>
                <a:gd name="connsiteY665" fmla="*/ 542111 h 640885"/>
                <a:gd name="connsiteX666" fmla="*/ 367570 w 591813"/>
                <a:gd name="connsiteY666" fmla="*/ 541414 h 640885"/>
                <a:gd name="connsiteX667" fmla="*/ 367974 w 591813"/>
                <a:gd name="connsiteY667" fmla="*/ 540717 h 640885"/>
                <a:gd name="connsiteX668" fmla="*/ 368356 w 591813"/>
                <a:gd name="connsiteY668" fmla="*/ 540020 h 640885"/>
                <a:gd name="connsiteX669" fmla="*/ 368762 w 591813"/>
                <a:gd name="connsiteY669" fmla="*/ 539323 h 640885"/>
                <a:gd name="connsiteX670" fmla="*/ 369144 w 591813"/>
                <a:gd name="connsiteY670" fmla="*/ 538625 h 640885"/>
                <a:gd name="connsiteX671" fmla="*/ 369548 w 591813"/>
                <a:gd name="connsiteY671" fmla="*/ 537906 h 640885"/>
                <a:gd name="connsiteX672" fmla="*/ 369954 w 591813"/>
                <a:gd name="connsiteY672" fmla="*/ 537209 h 640885"/>
                <a:gd name="connsiteX673" fmla="*/ 370336 w 591813"/>
                <a:gd name="connsiteY673" fmla="*/ 536511 h 640885"/>
                <a:gd name="connsiteX674" fmla="*/ 370740 w 591813"/>
                <a:gd name="connsiteY674" fmla="*/ 535814 h 640885"/>
                <a:gd name="connsiteX675" fmla="*/ 371123 w 591813"/>
                <a:gd name="connsiteY675" fmla="*/ 535117 h 640885"/>
                <a:gd name="connsiteX676" fmla="*/ 371528 w 591813"/>
                <a:gd name="connsiteY676" fmla="*/ 534397 h 640885"/>
                <a:gd name="connsiteX677" fmla="*/ 371910 w 591813"/>
                <a:gd name="connsiteY677" fmla="*/ 533700 h 640885"/>
                <a:gd name="connsiteX678" fmla="*/ 372315 w 591813"/>
                <a:gd name="connsiteY678" fmla="*/ 533003 h 640885"/>
                <a:gd name="connsiteX679" fmla="*/ 372697 w 591813"/>
                <a:gd name="connsiteY679" fmla="*/ 532283 h 640885"/>
                <a:gd name="connsiteX680" fmla="*/ 373102 w 591813"/>
                <a:gd name="connsiteY680" fmla="*/ 531586 h 640885"/>
                <a:gd name="connsiteX681" fmla="*/ 373507 w 591813"/>
                <a:gd name="connsiteY681" fmla="*/ 530867 h 640885"/>
                <a:gd name="connsiteX682" fmla="*/ 373889 w 591813"/>
                <a:gd name="connsiteY682" fmla="*/ 530147 h 640885"/>
                <a:gd name="connsiteX683" fmla="*/ 374294 w 591813"/>
                <a:gd name="connsiteY683" fmla="*/ 529450 h 640885"/>
                <a:gd name="connsiteX684" fmla="*/ 374676 w 591813"/>
                <a:gd name="connsiteY684" fmla="*/ 528730 h 640885"/>
                <a:gd name="connsiteX685" fmla="*/ 375081 w 591813"/>
                <a:gd name="connsiteY685" fmla="*/ 528010 h 640885"/>
                <a:gd name="connsiteX686" fmla="*/ 375463 w 591813"/>
                <a:gd name="connsiteY686" fmla="*/ 527313 h 640885"/>
                <a:gd name="connsiteX687" fmla="*/ 375868 w 591813"/>
                <a:gd name="connsiteY687" fmla="*/ 526594 h 640885"/>
                <a:gd name="connsiteX688" fmla="*/ 376250 w 591813"/>
                <a:gd name="connsiteY688" fmla="*/ 525896 h 640885"/>
                <a:gd name="connsiteX689" fmla="*/ 376656 w 591813"/>
                <a:gd name="connsiteY689" fmla="*/ 525199 h 640885"/>
                <a:gd name="connsiteX690" fmla="*/ 377060 w 591813"/>
                <a:gd name="connsiteY690" fmla="*/ 524479 h 640885"/>
                <a:gd name="connsiteX691" fmla="*/ 377442 w 591813"/>
                <a:gd name="connsiteY691" fmla="*/ 523782 h 640885"/>
                <a:gd name="connsiteX692" fmla="*/ 377847 w 591813"/>
                <a:gd name="connsiteY692" fmla="*/ 523085 h 640885"/>
                <a:gd name="connsiteX693" fmla="*/ 378230 w 591813"/>
                <a:gd name="connsiteY693" fmla="*/ 522388 h 640885"/>
                <a:gd name="connsiteX694" fmla="*/ 378634 w 591813"/>
                <a:gd name="connsiteY694" fmla="*/ 521691 h 640885"/>
                <a:gd name="connsiteX695" fmla="*/ 379016 w 591813"/>
                <a:gd name="connsiteY695" fmla="*/ 521016 h 640885"/>
                <a:gd name="connsiteX696" fmla="*/ 379422 w 591813"/>
                <a:gd name="connsiteY696" fmla="*/ 520319 h 640885"/>
                <a:gd name="connsiteX697" fmla="*/ 379804 w 591813"/>
                <a:gd name="connsiteY697" fmla="*/ 519622 h 640885"/>
                <a:gd name="connsiteX698" fmla="*/ 380208 w 591813"/>
                <a:gd name="connsiteY698" fmla="*/ 518947 h 640885"/>
                <a:gd name="connsiteX699" fmla="*/ 380614 w 591813"/>
                <a:gd name="connsiteY699" fmla="*/ 518272 h 640885"/>
                <a:gd name="connsiteX700" fmla="*/ 380996 w 591813"/>
                <a:gd name="connsiteY700" fmla="*/ 517575 h 640885"/>
                <a:gd name="connsiteX701" fmla="*/ 381401 w 591813"/>
                <a:gd name="connsiteY701" fmla="*/ 516900 h 640885"/>
                <a:gd name="connsiteX702" fmla="*/ 381783 w 591813"/>
                <a:gd name="connsiteY702" fmla="*/ 516226 h 640885"/>
                <a:gd name="connsiteX703" fmla="*/ 382188 w 591813"/>
                <a:gd name="connsiteY703" fmla="*/ 515551 h 640885"/>
                <a:gd name="connsiteX704" fmla="*/ 382570 w 591813"/>
                <a:gd name="connsiteY704" fmla="*/ 514854 h 640885"/>
                <a:gd name="connsiteX705" fmla="*/ 382975 w 591813"/>
                <a:gd name="connsiteY705" fmla="*/ 514179 h 640885"/>
                <a:gd name="connsiteX706" fmla="*/ 383357 w 591813"/>
                <a:gd name="connsiteY706" fmla="*/ 513505 h 640885"/>
                <a:gd name="connsiteX707" fmla="*/ 383762 w 591813"/>
                <a:gd name="connsiteY707" fmla="*/ 512830 h 640885"/>
                <a:gd name="connsiteX708" fmla="*/ 384167 w 591813"/>
                <a:gd name="connsiteY708" fmla="*/ 512178 h 640885"/>
                <a:gd name="connsiteX709" fmla="*/ 384549 w 591813"/>
                <a:gd name="connsiteY709" fmla="*/ 511503 h 640885"/>
                <a:gd name="connsiteX710" fmla="*/ 384954 w 591813"/>
                <a:gd name="connsiteY710" fmla="*/ 510828 h 640885"/>
                <a:gd name="connsiteX711" fmla="*/ 385336 w 591813"/>
                <a:gd name="connsiteY711" fmla="*/ 510154 h 640885"/>
                <a:gd name="connsiteX712" fmla="*/ 385741 w 591813"/>
                <a:gd name="connsiteY712" fmla="*/ 509501 h 640885"/>
                <a:gd name="connsiteX713" fmla="*/ 386124 w 591813"/>
                <a:gd name="connsiteY713" fmla="*/ 508827 h 640885"/>
                <a:gd name="connsiteX714" fmla="*/ 386528 w 591813"/>
                <a:gd name="connsiteY714" fmla="*/ 508152 h 640885"/>
                <a:gd name="connsiteX715" fmla="*/ 386933 w 591813"/>
                <a:gd name="connsiteY715" fmla="*/ 507500 h 640885"/>
                <a:gd name="connsiteX716" fmla="*/ 387316 w 591813"/>
                <a:gd name="connsiteY716" fmla="*/ 506825 h 640885"/>
                <a:gd name="connsiteX717" fmla="*/ 387720 w 591813"/>
                <a:gd name="connsiteY717" fmla="*/ 506150 h 640885"/>
                <a:gd name="connsiteX718" fmla="*/ 388102 w 591813"/>
                <a:gd name="connsiteY718" fmla="*/ 505498 h 640885"/>
                <a:gd name="connsiteX719" fmla="*/ 388508 w 591813"/>
                <a:gd name="connsiteY719" fmla="*/ 504824 h 640885"/>
                <a:gd name="connsiteX720" fmla="*/ 388890 w 591813"/>
                <a:gd name="connsiteY720" fmla="*/ 504149 h 640885"/>
                <a:gd name="connsiteX721" fmla="*/ 389294 w 591813"/>
                <a:gd name="connsiteY721" fmla="*/ 503497 h 640885"/>
                <a:gd name="connsiteX722" fmla="*/ 389677 w 591813"/>
                <a:gd name="connsiteY722" fmla="*/ 502822 h 640885"/>
                <a:gd name="connsiteX723" fmla="*/ 390082 w 591813"/>
                <a:gd name="connsiteY723" fmla="*/ 502170 h 640885"/>
                <a:gd name="connsiteX724" fmla="*/ 390486 w 591813"/>
                <a:gd name="connsiteY724" fmla="*/ 501518 h 640885"/>
                <a:gd name="connsiteX725" fmla="*/ 390869 w 591813"/>
                <a:gd name="connsiteY725" fmla="*/ 500843 h 640885"/>
                <a:gd name="connsiteX726" fmla="*/ 391274 w 591813"/>
                <a:gd name="connsiteY726" fmla="*/ 500191 h 640885"/>
                <a:gd name="connsiteX727" fmla="*/ 391656 w 591813"/>
                <a:gd name="connsiteY727" fmla="*/ 499539 h 640885"/>
                <a:gd name="connsiteX728" fmla="*/ 392061 w 591813"/>
                <a:gd name="connsiteY728" fmla="*/ 498864 h 640885"/>
                <a:gd name="connsiteX729" fmla="*/ 392443 w 591813"/>
                <a:gd name="connsiteY729" fmla="*/ 498212 h 640885"/>
                <a:gd name="connsiteX730" fmla="*/ 392848 w 591813"/>
                <a:gd name="connsiteY730" fmla="*/ 497560 h 640885"/>
                <a:gd name="connsiteX731" fmla="*/ 393230 w 591813"/>
                <a:gd name="connsiteY731" fmla="*/ 496907 h 640885"/>
                <a:gd name="connsiteX732" fmla="*/ 393635 w 591813"/>
                <a:gd name="connsiteY732" fmla="*/ 496255 h 640885"/>
                <a:gd name="connsiteX733" fmla="*/ 394040 w 591813"/>
                <a:gd name="connsiteY733" fmla="*/ 495603 h 640885"/>
                <a:gd name="connsiteX734" fmla="*/ 394422 w 591813"/>
                <a:gd name="connsiteY734" fmla="*/ 494951 h 640885"/>
                <a:gd name="connsiteX735" fmla="*/ 394827 w 591813"/>
                <a:gd name="connsiteY735" fmla="*/ 494276 h 640885"/>
                <a:gd name="connsiteX736" fmla="*/ 395209 w 591813"/>
                <a:gd name="connsiteY736" fmla="*/ 493624 h 640885"/>
                <a:gd name="connsiteX737" fmla="*/ 395614 w 591813"/>
                <a:gd name="connsiteY737" fmla="*/ 492972 h 640885"/>
                <a:gd name="connsiteX738" fmla="*/ 395996 w 591813"/>
                <a:gd name="connsiteY738" fmla="*/ 492319 h 640885"/>
                <a:gd name="connsiteX739" fmla="*/ 396401 w 591813"/>
                <a:gd name="connsiteY739" fmla="*/ 491667 h 640885"/>
                <a:gd name="connsiteX740" fmla="*/ 396784 w 591813"/>
                <a:gd name="connsiteY740" fmla="*/ 491015 h 640885"/>
                <a:gd name="connsiteX741" fmla="*/ 397188 w 591813"/>
                <a:gd name="connsiteY741" fmla="*/ 490363 h 640885"/>
                <a:gd name="connsiteX742" fmla="*/ 397593 w 591813"/>
                <a:gd name="connsiteY742" fmla="*/ 489711 h 640885"/>
                <a:gd name="connsiteX743" fmla="*/ 397976 w 591813"/>
                <a:gd name="connsiteY743" fmla="*/ 489058 h 640885"/>
                <a:gd name="connsiteX744" fmla="*/ 398380 w 591813"/>
                <a:gd name="connsiteY744" fmla="*/ 488406 h 640885"/>
                <a:gd name="connsiteX745" fmla="*/ 398762 w 591813"/>
                <a:gd name="connsiteY745" fmla="*/ 487754 h 640885"/>
                <a:gd name="connsiteX746" fmla="*/ 399168 w 591813"/>
                <a:gd name="connsiteY746" fmla="*/ 487102 h 640885"/>
                <a:gd name="connsiteX747" fmla="*/ 399550 w 591813"/>
                <a:gd name="connsiteY747" fmla="*/ 486450 h 640885"/>
                <a:gd name="connsiteX748" fmla="*/ 399954 w 591813"/>
                <a:gd name="connsiteY748" fmla="*/ 485797 h 640885"/>
                <a:gd name="connsiteX749" fmla="*/ 400359 w 591813"/>
                <a:gd name="connsiteY749" fmla="*/ 485145 h 640885"/>
                <a:gd name="connsiteX750" fmla="*/ 400742 w 591813"/>
                <a:gd name="connsiteY750" fmla="*/ 484493 h 640885"/>
                <a:gd name="connsiteX751" fmla="*/ 401146 w 591813"/>
                <a:gd name="connsiteY751" fmla="*/ 483841 h 640885"/>
                <a:gd name="connsiteX752" fmla="*/ 401529 w 591813"/>
                <a:gd name="connsiteY752" fmla="*/ 483211 h 640885"/>
                <a:gd name="connsiteX753" fmla="*/ 401934 w 591813"/>
                <a:gd name="connsiteY753" fmla="*/ 482559 h 640885"/>
                <a:gd name="connsiteX754" fmla="*/ 402316 w 591813"/>
                <a:gd name="connsiteY754" fmla="*/ 481929 h 640885"/>
                <a:gd name="connsiteX755" fmla="*/ 402721 w 591813"/>
                <a:gd name="connsiteY755" fmla="*/ 481277 h 640885"/>
                <a:gd name="connsiteX756" fmla="*/ 403103 w 591813"/>
                <a:gd name="connsiteY756" fmla="*/ 480647 h 640885"/>
                <a:gd name="connsiteX757" fmla="*/ 403485 w 591813"/>
                <a:gd name="connsiteY757" fmla="*/ 479995 h 640885"/>
                <a:gd name="connsiteX758" fmla="*/ 403913 w 591813"/>
                <a:gd name="connsiteY758" fmla="*/ 479365 h 640885"/>
                <a:gd name="connsiteX759" fmla="*/ 404295 w 591813"/>
                <a:gd name="connsiteY759" fmla="*/ 478736 h 640885"/>
                <a:gd name="connsiteX760" fmla="*/ 404677 w 591813"/>
                <a:gd name="connsiteY760" fmla="*/ 478106 h 640885"/>
                <a:gd name="connsiteX761" fmla="*/ 405060 w 591813"/>
                <a:gd name="connsiteY761" fmla="*/ 477476 h 640885"/>
                <a:gd name="connsiteX762" fmla="*/ 405464 w 591813"/>
                <a:gd name="connsiteY762" fmla="*/ 476847 h 640885"/>
                <a:gd name="connsiteX763" fmla="*/ 405847 w 591813"/>
                <a:gd name="connsiteY763" fmla="*/ 476217 h 640885"/>
                <a:gd name="connsiteX764" fmla="*/ 406252 w 591813"/>
                <a:gd name="connsiteY764" fmla="*/ 475587 h 640885"/>
                <a:gd name="connsiteX765" fmla="*/ 406634 w 591813"/>
                <a:gd name="connsiteY765" fmla="*/ 474957 h 640885"/>
                <a:gd name="connsiteX766" fmla="*/ 407039 w 591813"/>
                <a:gd name="connsiteY766" fmla="*/ 474328 h 640885"/>
                <a:gd name="connsiteX767" fmla="*/ 407444 w 591813"/>
                <a:gd name="connsiteY767" fmla="*/ 473698 h 640885"/>
                <a:gd name="connsiteX768" fmla="*/ 407826 w 591813"/>
                <a:gd name="connsiteY768" fmla="*/ 473068 h 640885"/>
                <a:gd name="connsiteX769" fmla="*/ 408230 w 591813"/>
                <a:gd name="connsiteY769" fmla="*/ 472439 h 640885"/>
                <a:gd name="connsiteX770" fmla="*/ 408613 w 591813"/>
                <a:gd name="connsiteY770" fmla="*/ 471831 h 640885"/>
                <a:gd name="connsiteX771" fmla="*/ 409018 w 591813"/>
                <a:gd name="connsiteY771" fmla="*/ 471202 h 640885"/>
                <a:gd name="connsiteX772" fmla="*/ 409400 w 591813"/>
                <a:gd name="connsiteY772" fmla="*/ 470572 h 640885"/>
                <a:gd name="connsiteX773" fmla="*/ 409805 w 591813"/>
                <a:gd name="connsiteY773" fmla="*/ 469942 h 640885"/>
                <a:gd name="connsiteX774" fmla="*/ 410187 w 591813"/>
                <a:gd name="connsiteY774" fmla="*/ 469335 h 640885"/>
                <a:gd name="connsiteX775" fmla="*/ 410592 w 591813"/>
                <a:gd name="connsiteY775" fmla="*/ 468705 h 640885"/>
                <a:gd name="connsiteX776" fmla="*/ 410997 w 591813"/>
                <a:gd name="connsiteY776" fmla="*/ 468076 h 640885"/>
                <a:gd name="connsiteX777" fmla="*/ 411379 w 591813"/>
                <a:gd name="connsiteY777" fmla="*/ 467446 h 640885"/>
                <a:gd name="connsiteX778" fmla="*/ 411784 w 591813"/>
                <a:gd name="connsiteY778" fmla="*/ 466839 h 640885"/>
                <a:gd name="connsiteX779" fmla="*/ 412166 w 591813"/>
                <a:gd name="connsiteY779" fmla="*/ 466209 h 640885"/>
                <a:gd name="connsiteX780" fmla="*/ 412571 w 591813"/>
                <a:gd name="connsiteY780" fmla="*/ 465579 h 640885"/>
                <a:gd name="connsiteX781" fmla="*/ 412953 w 591813"/>
                <a:gd name="connsiteY781" fmla="*/ 464950 h 640885"/>
                <a:gd name="connsiteX782" fmla="*/ 413358 w 591813"/>
                <a:gd name="connsiteY782" fmla="*/ 464320 h 640885"/>
                <a:gd name="connsiteX783" fmla="*/ 413741 w 591813"/>
                <a:gd name="connsiteY783" fmla="*/ 463690 h 640885"/>
                <a:gd name="connsiteX784" fmla="*/ 414145 w 591813"/>
                <a:gd name="connsiteY784" fmla="*/ 463083 h 640885"/>
                <a:gd name="connsiteX785" fmla="*/ 414550 w 591813"/>
                <a:gd name="connsiteY785" fmla="*/ 462453 h 640885"/>
                <a:gd name="connsiteX786" fmla="*/ 414933 w 591813"/>
                <a:gd name="connsiteY786" fmla="*/ 461824 h 640885"/>
                <a:gd name="connsiteX787" fmla="*/ 415337 w 591813"/>
                <a:gd name="connsiteY787" fmla="*/ 461194 h 640885"/>
                <a:gd name="connsiteX788" fmla="*/ 415720 w 591813"/>
                <a:gd name="connsiteY788" fmla="*/ 460542 h 640885"/>
                <a:gd name="connsiteX789" fmla="*/ 416124 w 591813"/>
                <a:gd name="connsiteY789" fmla="*/ 459912 h 640885"/>
                <a:gd name="connsiteX790" fmla="*/ 416507 w 591813"/>
                <a:gd name="connsiteY790" fmla="*/ 459282 h 640885"/>
                <a:gd name="connsiteX791" fmla="*/ 416912 w 591813"/>
                <a:gd name="connsiteY791" fmla="*/ 458652 h 640885"/>
                <a:gd name="connsiteX792" fmla="*/ 417316 w 591813"/>
                <a:gd name="connsiteY792" fmla="*/ 458000 h 640885"/>
                <a:gd name="connsiteX793" fmla="*/ 417699 w 591813"/>
                <a:gd name="connsiteY793" fmla="*/ 457393 h 640885"/>
                <a:gd name="connsiteX794" fmla="*/ 418104 w 591813"/>
                <a:gd name="connsiteY794" fmla="*/ 456741 h 640885"/>
                <a:gd name="connsiteX795" fmla="*/ 418486 w 591813"/>
                <a:gd name="connsiteY795" fmla="*/ 456111 h 640885"/>
                <a:gd name="connsiteX796" fmla="*/ 418890 w 591813"/>
                <a:gd name="connsiteY796" fmla="*/ 455459 h 640885"/>
                <a:gd name="connsiteX797" fmla="*/ 419273 w 591813"/>
                <a:gd name="connsiteY797" fmla="*/ 454807 h 640885"/>
                <a:gd name="connsiteX798" fmla="*/ 419678 w 591813"/>
                <a:gd name="connsiteY798" fmla="*/ 454155 h 640885"/>
                <a:gd name="connsiteX799" fmla="*/ 420060 w 591813"/>
                <a:gd name="connsiteY799" fmla="*/ 453525 h 640885"/>
                <a:gd name="connsiteX800" fmla="*/ 420465 w 591813"/>
                <a:gd name="connsiteY800" fmla="*/ 452873 h 640885"/>
                <a:gd name="connsiteX801" fmla="*/ 420870 w 591813"/>
                <a:gd name="connsiteY801" fmla="*/ 452221 h 640885"/>
                <a:gd name="connsiteX802" fmla="*/ 421252 w 591813"/>
                <a:gd name="connsiteY802" fmla="*/ 451591 h 640885"/>
                <a:gd name="connsiteX803" fmla="*/ 421657 w 591813"/>
                <a:gd name="connsiteY803" fmla="*/ 450939 h 640885"/>
                <a:gd name="connsiteX804" fmla="*/ 422039 w 591813"/>
                <a:gd name="connsiteY804" fmla="*/ 450286 h 640885"/>
                <a:gd name="connsiteX805" fmla="*/ 422444 w 591813"/>
                <a:gd name="connsiteY805" fmla="*/ 449657 h 640885"/>
                <a:gd name="connsiteX806" fmla="*/ 422826 w 591813"/>
                <a:gd name="connsiteY806" fmla="*/ 449004 h 640885"/>
                <a:gd name="connsiteX807" fmla="*/ 423231 w 591813"/>
                <a:gd name="connsiteY807" fmla="*/ 448375 h 640885"/>
                <a:gd name="connsiteX808" fmla="*/ 423613 w 591813"/>
                <a:gd name="connsiteY808" fmla="*/ 447723 h 640885"/>
                <a:gd name="connsiteX809" fmla="*/ 424018 w 591813"/>
                <a:gd name="connsiteY809" fmla="*/ 447093 h 640885"/>
                <a:gd name="connsiteX810" fmla="*/ 424423 w 591813"/>
                <a:gd name="connsiteY810" fmla="*/ 446463 h 640885"/>
                <a:gd name="connsiteX811" fmla="*/ 424806 w 591813"/>
                <a:gd name="connsiteY811" fmla="*/ 445833 h 640885"/>
                <a:gd name="connsiteX812" fmla="*/ 425210 w 591813"/>
                <a:gd name="connsiteY812" fmla="*/ 445181 h 640885"/>
                <a:gd name="connsiteX813" fmla="*/ 425593 w 591813"/>
                <a:gd name="connsiteY813" fmla="*/ 444552 h 640885"/>
                <a:gd name="connsiteX814" fmla="*/ 425998 w 591813"/>
                <a:gd name="connsiteY814" fmla="*/ 443922 h 640885"/>
                <a:gd name="connsiteX815" fmla="*/ 426380 w 591813"/>
                <a:gd name="connsiteY815" fmla="*/ 443292 h 640885"/>
                <a:gd name="connsiteX816" fmla="*/ 426784 w 591813"/>
                <a:gd name="connsiteY816" fmla="*/ 442662 h 640885"/>
                <a:gd name="connsiteX817" fmla="*/ 427167 w 591813"/>
                <a:gd name="connsiteY817" fmla="*/ 442033 h 640885"/>
                <a:gd name="connsiteX818" fmla="*/ 427572 w 591813"/>
                <a:gd name="connsiteY818" fmla="*/ 441403 h 640885"/>
                <a:gd name="connsiteX819" fmla="*/ 427976 w 591813"/>
                <a:gd name="connsiteY819" fmla="*/ 440773 h 640885"/>
                <a:gd name="connsiteX820" fmla="*/ 428359 w 591813"/>
                <a:gd name="connsiteY820" fmla="*/ 440144 h 640885"/>
                <a:gd name="connsiteX821" fmla="*/ 428764 w 591813"/>
                <a:gd name="connsiteY821" fmla="*/ 439536 h 640885"/>
                <a:gd name="connsiteX822" fmla="*/ 429146 w 591813"/>
                <a:gd name="connsiteY822" fmla="*/ 438907 h 640885"/>
                <a:gd name="connsiteX823" fmla="*/ 429551 w 591813"/>
                <a:gd name="connsiteY823" fmla="*/ 438277 h 640885"/>
                <a:gd name="connsiteX824" fmla="*/ 429933 w 591813"/>
                <a:gd name="connsiteY824" fmla="*/ 437647 h 640885"/>
                <a:gd name="connsiteX825" fmla="*/ 430338 w 591813"/>
                <a:gd name="connsiteY825" fmla="*/ 437040 h 640885"/>
                <a:gd name="connsiteX826" fmla="*/ 430720 w 591813"/>
                <a:gd name="connsiteY826" fmla="*/ 436410 h 640885"/>
                <a:gd name="connsiteX827" fmla="*/ 431125 w 591813"/>
                <a:gd name="connsiteY827" fmla="*/ 435803 h 640885"/>
                <a:gd name="connsiteX828" fmla="*/ 431530 w 591813"/>
                <a:gd name="connsiteY828" fmla="*/ 435196 h 640885"/>
                <a:gd name="connsiteX829" fmla="*/ 431912 w 591813"/>
                <a:gd name="connsiteY829" fmla="*/ 434566 h 640885"/>
                <a:gd name="connsiteX830" fmla="*/ 432317 w 591813"/>
                <a:gd name="connsiteY830" fmla="*/ 433959 h 640885"/>
                <a:gd name="connsiteX831" fmla="*/ 432699 w 591813"/>
                <a:gd name="connsiteY831" fmla="*/ 433352 h 640885"/>
                <a:gd name="connsiteX832" fmla="*/ 433104 w 591813"/>
                <a:gd name="connsiteY832" fmla="*/ 432722 h 640885"/>
                <a:gd name="connsiteX833" fmla="*/ 433487 w 591813"/>
                <a:gd name="connsiteY833" fmla="*/ 432115 h 640885"/>
                <a:gd name="connsiteX834" fmla="*/ 433891 w 591813"/>
                <a:gd name="connsiteY834" fmla="*/ 431508 h 640885"/>
                <a:gd name="connsiteX835" fmla="*/ 434296 w 591813"/>
                <a:gd name="connsiteY835" fmla="*/ 430900 h 640885"/>
                <a:gd name="connsiteX836" fmla="*/ 434678 w 591813"/>
                <a:gd name="connsiteY836" fmla="*/ 430293 h 640885"/>
                <a:gd name="connsiteX837" fmla="*/ 435083 w 591813"/>
                <a:gd name="connsiteY837" fmla="*/ 429686 h 640885"/>
                <a:gd name="connsiteX838" fmla="*/ 435466 w 591813"/>
                <a:gd name="connsiteY838" fmla="*/ 429079 h 640885"/>
                <a:gd name="connsiteX839" fmla="*/ 435870 w 591813"/>
                <a:gd name="connsiteY839" fmla="*/ 428472 h 640885"/>
                <a:gd name="connsiteX840" fmla="*/ 436253 w 591813"/>
                <a:gd name="connsiteY840" fmla="*/ 427864 h 640885"/>
                <a:gd name="connsiteX841" fmla="*/ 436658 w 591813"/>
                <a:gd name="connsiteY841" fmla="*/ 427257 h 640885"/>
                <a:gd name="connsiteX842" fmla="*/ 437040 w 591813"/>
                <a:gd name="connsiteY842" fmla="*/ 426650 h 640885"/>
                <a:gd name="connsiteX843" fmla="*/ 437444 w 591813"/>
                <a:gd name="connsiteY843" fmla="*/ 426043 h 640885"/>
                <a:gd name="connsiteX844" fmla="*/ 437850 w 591813"/>
                <a:gd name="connsiteY844" fmla="*/ 425458 h 640885"/>
                <a:gd name="connsiteX845" fmla="*/ 438232 w 591813"/>
                <a:gd name="connsiteY845" fmla="*/ 424851 h 640885"/>
                <a:gd name="connsiteX846" fmla="*/ 438636 w 591813"/>
                <a:gd name="connsiteY846" fmla="*/ 424266 h 640885"/>
                <a:gd name="connsiteX847" fmla="*/ 439019 w 591813"/>
                <a:gd name="connsiteY847" fmla="*/ 423659 h 640885"/>
                <a:gd name="connsiteX848" fmla="*/ 439424 w 591813"/>
                <a:gd name="connsiteY848" fmla="*/ 423074 h 640885"/>
                <a:gd name="connsiteX849" fmla="*/ 439806 w 591813"/>
                <a:gd name="connsiteY849" fmla="*/ 422467 h 640885"/>
                <a:gd name="connsiteX850" fmla="*/ 440211 w 591813"/>
                <a:gd name="connsiteY850" fmla="*/ 421882 h 640885"/>
                <a:gd name="connsiteX851" fmla="*/ 440593 w 591813"/>
                <a:gd name="connsiteY851" fmla="*/ 421297 h 640885"/>
                <a:gd name="connsiteX852" fmla="*/ 440998 w 591813"/>
                <a:gd name="connsiteY852" fmla="*/ 420690 h 640885"/>
                <a:gd name="connsiteX853" fmla="*/ 441403 w 591813"/>
                <a:gd name="connsiteY853" fmla="*/ 420105 h 640885"/>
                <a:gd name="connsiteX854" fmla="*/ 441785 w 591813"/>
                <a:gd name="connsiteY854" fmla="*/ 419521 h 640885"/>
                <a:gd name="connsiteX855" fmla="*/ 442190 w 591813"/>
                <a:gd name="connsiteY855" fmla="*/ 418936 h 640885"/>
                <a:gd name="connsiteX856" fmla="*/ 442572 w 591813"/>
                <a:gd name="connsiteY856" fmla="*/ 418351 h 640885"/>
                <a:gd name="connsiteX857" fmla="*/ 442977 w 591813"/>
                <a:gd name="connsiteY857" fmla="*/ 417766 h 640885"/>
                <a:gd name="connsiteX858" fmla="*/ 443359 w 591813"/>
                <a:gd name="connsiteY858" fmla="*/ 417204 h 640885"/>
                <a:gd name="connsiteX859" fmla="*/ 443764 w 591813"/>
                <a:gd name="connsiteY859" fmla="*/ 416619 h 640885"/>
                <a:gd name="connsiteX860" fmla="*/ 444147 w 591813"/>
                <a:gd name="connsiteY860" fmla="*/ 416057 h 640885"/>
                <a:gd name="connsiteX861" fmla="*/ 444551 w 591813"/>
                <a:gd name="connsiteY861" fmla="*/ 415473 h 640885"/>
                <a:gd name="connsiteX862" fmla="*/ 444956 w 591813"/>
                <a:gd name="connsiteY862" fmla="*/ 414910 h 640885"/>
                <a:gd name="connsiteX863" fmla="*/ 445338 w 591813"/>
                <a:gd name="connsiteY863" fmla="*/ 414348 h 640885"/>
                <a:gd name="connsiteX864" fmla="*/ 445743 w 591813"/>
                <a:gd name="connsiteY864" fmla="*/ 413786 h 640885"/>
                <a:gd name="connsiteX865" fmla="*/ 446126 w 591813"/>
                <a:gd name="connsiteY865" fmla="*/ 413224 h 640885"/>
                <a:gd name="connsiteX866" fmla="*/ 446530 w 591813"/>
                <a:gd name="connsiteY866" fmla="*/ 412684 h 640885"/>
                <a:gd name="connsiteX867" fmla="*/ 446913 w 591813"/>
                <a:gd name="connsiteY867" fmla="*/ 412122 h 640885"/>
                <a:gd name="connsiteX868" fmla="*/ 447318 w 591813"/>
                <a:gd name="connsiteY868" fmla="*/ 411559 h 640885"/>
                <a:gd name="connsiteX869" fmla="*/ 447722 w 591813"/>
                <a:gd name="connsiteY869" fmla="*/ 411020 h 640885"/>
                <a:gd name="connsiteX870" fmla="*/ 448105 w 591813"/>
                <a:gd name="connsiteY870" fmla="*/ 410480 h 640885"/>
                <a:gd name="connsiteX871" fmla="*/ 448510 w 591813"/>
                <a:gd name="connsiteY871" fmla="*/ 409940 h 640885"/>
                <a:gd name="connsiteX872" fmla="*/ 448892 w 591813"/>
                <a:gd name="connsiteY872" fmla="*/ 409400 h 640885"/>
                <a:gd name="connsiteX873" fmla="*/ 449296 w 591813"/>
                <a:gd name="connsiteY873" fmla="*/ 408838 h 640885"/>
                <a:gd name="connsiteX874" fmla="*/ 449679 w 591813"/>
                <a:gd name="connsiteY874" fmla="*/ 408298 h 640885"/>
                <a:gd name="connsiteX875" fmla="*/ 450084 w 591813"/>
                <a:gd name="connsiteY875" fmla="*/ 407759 h 640885"/>
                <a:gd name="connsiteX876" fmla="*/ 450466 w 591813"/>
                <a:gd name="connsiteY876" fmla="*/ 407241 h 640885"/>
                <a:gd name="connsiteX877" fmla="*/ 450871 w 591813"/>
                <a:gd name="connsiteY877" fmla="*/ 406702 h 640885"/>
                <a:gd name="connsiteX878" fmla="*/ 451276 w 591813"/>
                <a:gd name="connsiteY878" fmla="*/ 406162 h 640885"/>
                <a:gd name="connsiteX879" fmla="*/ 451658 w 591813"/>
                <a:gd name="connsiteY879" fmla="*/ 405645 h 640885"/>
                <a:gd name="connsiteX880" fmla="*/ 452063 w 591813"/>
                <a:gd name="connsiteY880" fmla="*/ 405105 h 640885"/>
                <a:gd name="connsiteX881" fmla="*/ 452445 w 591813"/>
                <a:gd name="connsiteY881" fmla="*/ 404588 h 640885"/>
                <a:gd name="connsiteX882" fmla="*/ 452850 w 591813"/>
                <a:gd name="connsiteY882" fmla="*/ 404048 h 640885"/>
                <a:gd name="connsiteX883" fmla="*/ 453232 w 591813"/>
                <a:gd name="connsiteY883" fmla="*/ 403531 h 640885"/>
                <a:gd name="connsiteX884" fmla="*/ 453637 w 591813"/>
                <a:gd name="connsiteY884" fmla="*/ 402991 h 640885"/>
                <a:gd name="connsiteX885" fmla="*/ 454019 w 591813"/>
                <a:gd name="connsiteY885" fmla="*/ 402473 h 640885"/>
                <a:gd name="connsiteX886" fmla="*/ 454424 w 591813"/>
                <a:gd name="connsiteY886" fmla="*/ 401956 h 640885"/>
                <a:gd name="connsiteX887" fmla="*/ 454829 w 591813"/>
                <a:gd name="connsiteY887" fmla="*/ 401417 h 640885"/>
                <a:gd name="connsiteX888" fmla="*/ 455211 w 591813"/>
                <a:gd name="connsiteY888" fmla="*/ 400899 h 640885"/>
                <a:gd name="connsiteX889" fmla="*/ 455616 w 591813"/>
                <a:gd name="connsiteY889" fmla="*/ 400382 h 640885"/>
                <a:gd name="connsiteX890" fmla="*/ 455998 w 591813"/>
                <a:gd name="connsiteY890" fmla="*/ 399865 h 640885"/>
                <a:gd name="connsiteX891" fmla="*/ 456403 w 591813"/>
                <a:gd name="connsiteY891" fmla="*/ 399347 h 640885"/>
                <a:gd name="connsiteX892" fmla="*/ 456786 w 591813"/>
                <a:gd name="connsiteY892" fmla="*/ 398830 h 640885"/>
                <a:gd name="connsiteX893" fmla="*/ 457190 w 591813"/>
                <a:gd name="connsiteY893" fmla="*/ 398313 h 640885"/>
                <a:gd name="connsiteX894" fmla="*/ 457573 w 591813"/>
                <a:gd name="connsiteY894" fmla="*/ 397796 h 640885"/>
                <a:gd name="connsiteX895" fmla="*/ 457978 w 591813"/>
                <a:gd name="connsiteY895" fmla="*/ 397301 h 640885"/>
                <a:gd name="connsiteX896" fmla="*/ 458382 w 591813"/>
                <a:gd name="connsiteY896" fmla="*/ 396784 h 640885"/>
                <a:gd name="connsiteX897" fmla="*/ 458765 w 591813"/>
                <a:gd name="connsiteY897" fmla="*/ 396266 h 640885"/>
                <a:gd name="connsiteX898" fmla="*/ 459170 w 591813"/>
                <a:gd name="connsiteY898" fmla="*/ 395772 h 640885"/>
                <a:gd name="connsiteX899" fmla="*/ 459552 w 591813"/>
                <a:gd name="connsiteY899" fmla="*/ 395277 h 640885"/>
                <a:gd name="connsiteX900" fmla="*/ 459956 w 591813"/>
                <a:gd name="connsiteY900" fmla="*/ 394760 h 640885"/>
                <a:gd name="connsiteX901" fmla="*/ 460339 w 591813"/>
                <a:gd name="connsiteY901" fmla="*/ 394265 h 640885"/>
                <a:gd name="connsiteX902" fmla="*/ 460744 w 591813"/>
                <a:gd name="connsiteY902" fmla="*/ 393770 h 640885"/>
                <a:gd name="connsiteX903" fmla="*/ 461126 w 591813"/>
                <a:gd name="connsiteY903" fmla="*/ 393275 h 640885"/>
                <a:gd name="connsiteX904" fmla="*/ 461531 w 591813"/>
                <a:gd name="connsiteY904" fmla="*/ 392780 h 640885"/>
                <a:gd name="connsiteX905" fmla="*/ 461936 w 591813"/>
                <a:gd name="connsiteY905" fmla="*/ 392286 h 640885"/>
                <a:gd name="connsiteX906" fmla="*/ 462318 w 591813"/>
                <a:gd name="connsiteY906" fmla="*/ 391791 h 640885"/>
                <a:gd name="connsiteX907" fmla="*/ 462723 w 591813"/>
                <a:gd name="connsiteY907" fmla="*/ 391296 h 640885"/>
                <a:gd name="connsiteX908" fmla="*/ 463105 w 591813"/>
                <a:gd name="connsiteY908" fmla="*/ 390801 h 640885"/>
                <a:gd name="connsiteX909" fmla="*/ 463510 w 591813"/>
                <a:gd name="connsiteY909" fmla="*/ 390329 h 640885"/>
                <a:gd name="connsiteX910" fmla="*/ 463892 w 591813"/>
                <a:gd name="connsiteY910" fmla="*/ 389834 h 640885"/>
                <a:gd name="connsiteX911" fmla="*/ 464297 w 591813"/>
                <a:gd name="connsiteY911" fmla="*/ 389362 h 640885"/>
                <a:gd name="connsiteX912" fmla="*/ 464702 w 591813"/>
                <a:gd name="connsiteY912" fmla="*/ 388867 h 640885"/>
                <a:gd name="connsiteX913" fmla="*/ 465084 w 591813"/>
                <a:gd name="connsiteY913" fmla="*/ 388373 h 640885"/>
                <a:gd name="connsiteX914" fmla="*/ 465489 w 591813"/>
                <a:gd name="connsiteY914" fmla="*/ 387900 h 640885"/>
                <a:gd name="connsiteX915" fmla="*/ 465872 w 591813"/>
                <a:gd name="connsiteY915" fmla="*/ 387406 h 640885"/>
                <a:gd name="connsiteX916" fmla="*/ 466276 w 591813"/>
                <a:gd name="connsiteY916" fmla="*/ 386933 h 640885"/>
                <a:gd name="connsiteX917" fmla="*/ 466659 w 591813"/>
                <a:gd name="connsiteY917" fmla="*/ 386438 h 640885"/>
                <a:gd name="connsiteX918" fmla="*/ 467064 w 591813"/>
                <a:gd name="connsiteY918" fmla="*/ 385944 h 640885"/>
                <a:gd name="connsiteX919" fmla="*/ 467446 w 591813"/>
                <a:gd name="connsiteY919" fmla="*/ 385471 h 640885"/>
                <a:gd name="connsiteX920" fmla="*/ 467850 w 591813"/>
                <a:gd name="connsiteY920" fmla="*/ 384977 h 640885"/>
                <a:gd name="connsiteX921" fmla="*/ 468256 w 591813"/>
                <a:gd name="connsiteY921" fmla="*/ 384504 h 640885"/>
                <a:gd name="connsiteX922" fmla="*/ 468638 w 591813"/>
                <a:gd name="connsiteY922" fmla="*/ 384032 h 640885"/>
                <a:gd name="connsiteX923" fmla="*/ 469042 w 591813"/>
                <a:gd name="connsiteY923" fmla="*/ 383537 h 640885"/>
                <a:gd name="connsiteX924" fmla="*/ 469425 w 591813"/>
                <a:gd name="connsiteY924" fmla="*/ 383065 h 640885"/>
                <a:gd name="connsiteX925" fmla="*/ 469830 w 591813"/>
                <a:gd name="connsiteY925" fmla="*/ 382593 h 640885"/>
                <a:gd name="connsiteX926" fmla="*/ 470212 w 591813"/>
                <a:gd name="connsiteY926" fmla="*/ 382098 h 640885"/>
                <a:gd name="connsiteX927" fmla="*/ 470617 w 591813"/>
                <a:gd name="connsiteY927" fmla="*/ 381626 h 640885"/>
                <a:gd name="connsiteX928" fmla="*/ 470999 w 591813"/>
                <a:gd name="connsiteY928" fmla="*/ 381153 h 640885"/>
                <a:gd name="connsiteX929" fmla="*/ 471404 w 591813"/>
                <a:gd name="connsiteY929" fmla="*/ 380681 h 640885"/>
                <a:gd name="connsiteX930" fmla="*/ 471809 w 591813"/>
                <a:gd name="connsiteY930" fmla="*/ 380209 h 640885"/>
                <a:gd name="connsiteX931" fmla="*/ 472191 w 591813"/>
                <a:gd name="connsiteY931" fmla="*/ 379737 h 640885"/>
                <a:gd name="connsiteX932" fmla="*/ 472596 w 591813"/>
                <a:gd name="connsiteY932" fmla="*/ 379264 h 640885"/>
                <a:gd name="connsiteX933" fmla="*/ 472978 w 591813"/>
                <a:gd name="connsiteY933" fmla="*/ 378814 h 640885"/>
                <a:gd name="connsiteX934" fmla="*/ 473383 w 591813"/>
                <a:gd name="connsiteY934" fmla="*/ 378342 h 640885"/>
                <a:gd name="connsiteX935" fmla="*/ 473765 w 591813"/>
                <a:gd name="connsiteY935" fmla="*/ 377892 h 640885"/>
                <a:gd name="connsiteX936" fmla="*/ 474170 w 591813"/>
                <a:gd name="connsiteY936" fmla="*/ 377420 h 640885"/>
                <a:gd name="connsiteX937" fmla="*/ 474552 w 591813"/>
                <a:gd name="connsiteY937" fmla="*/ 376970 h 640885"/>
                <a:gd name="connsiteX938" fmla="*/ 474957 w 591813"/>
                <a:gd name="connsiteY938" fmla="*/ 376521 h 640885"/>
                <a:gd name="connsiteX939" fmla="*/ 475362 w 591813"/>
                <a:gd name="connsiteY939" fmla="*/ 376048 h 640885"/>
                <a:gd name="connsiteX940" fmla="*/ 475744 w 591813"/>
                <a:gd name="connsiteY940" fmla="*/ 375598 h 640885"/>
                <a:gd name="connsiteX941" fmla="*/ 476149 w 591813"/>
                <a:gd name="connsiteY941" fmla="*/ 375149 h 640885"/>
                <a:gd name="connsiteX942" fmla="*/ 476532 w 591813"/>
                <a:gd name="connsiteY942" fmla="*/ 374699 h 640885"/>
                <a:gd name="connsiteX943" fmla="*/ 476936 w 591813"/>
                <a:gd name="connsiteY943" fmla="*/ 374227 h 640885"/>
                <a:gd name="connsiteX944" fmla="*/ 477319 w 591813"/>
                <a:gd name="connsiteY944" fmla="*/ 373777 h 640885"/>
                <a:gd name="connsiteX945" fmla="*/ 477724 w 591813"/>
                <a:gd name="connsiteY945" fmla="*/ 373327 h 640885"/>
                <a:gd name="connsiteX946" fmla="*/ 478128 w 591813"/>
                <a:gd name="connsiteY946" fmla="*/ 372877 h 640885"/>
                <a:gd name="connsiteX947" fmla="*/ 478510 w 591813"/>
                <a:gd name="connsiteY947" fmla="*/ 372427 h 640885"/>
                <a:gd name="connsiteX948" fmla="*/ 478916 w 591813"/>
                <a:gd name="connsiteY948" fmla="*/ 371978 h 640885"/>
                <a:gd name="connsiteX949" fmla="*/ 479298 w 591813"/>
                <a:gd name="connsiteY949" fmla="*/ 371528 h 640885"/>
                <a:gd name="connsiteX950" fmla="*/ 479702 w 591813"/>
                <a:gd name="connsiteY950" fmla="*/ 371101 h 640885"/>
                <a:gd name="connsiteX951" fmla="*/ 480085 w 591813"/>
                <a:gd name="connsiteY951" fmla="*/ 370651 h 640885"/>
                <a:gd name="connsiteX952" fmla="*/ 480490 w 591813"/>
                <a:gd name="connsiteY952" fmla="*/ 370201 h 640885"/>
                <a:gd name="connsiteX953" fmla="*/ 480872 w 591813"/>
                <a:gd name="connsiteY953" fmla="*/ 369751 h 640885"/>
                <a:gd name="connsiteX954" fmla="*/ 481277 w 591813"/>
                <a:gd name="connsiteY954" fmla="*/ 369324 h 640885"/>
                <a:gd name="connsiteX955" fmla="*/ 481682 w 591813"/>
                <a:gd name="connsiteY955" fmla="*/ 368874 h 640885"/>
                <a:gd name="connsiteX956" fmla="*/ 482064 w 591813"/>
                <a:gd name="connsiteY956" fmla="*/ 368447 h 640885"/>
                <a:gd name="connsiteX957" fmla="*/ 482469 w 591813"/>
                <a:gd name="connsiteY957" fmla="*/ 367997 h 640885"/>
                <a:gd name="connsiteX958" fmla="*/ 482851 w 591813"/>
                <a:gd name="connsiteY958" fmla="*/ 367570 h 640885"/>
                <a:gd name="connsiteX959" fmla="*/ 483256 w 591813"/>
                <a:gd name="connsiteY959" fmla="*/ 367120 h 640885"/>
                <a:gd name="connsiteX960" fmla="*/ 483638 w 591813"/>
                <a:gd name="connsiteY960" fmla="*/ 366693 h 640885"/>
                <a:gd name="connsiteX961" fmla="*/ 484043 w 591813"/>
                <a:gd name="connsiteY961" fmla="*/ 366265 h 640885"/>
                <a:gd name="connsiteX962" fmla="*/ 484425 w 591813"/>
                <a:gd name="connsiteY962" fmla="*/ 365816 h 640885"/>
                <a:gd name="connsiteX963" fmla="*/ 484830 w 591813"/>
                <a:gd name="connsiteY963" fmla="*/ 365411 h 640885"/>
                <a:gd name="connsiteX964" fmla="*/ 485235 w 591813"/>
                <a:gd name="connsiteY964" fmla="*/ 364983 h 640885"/>
                <a:gd name="connsiteX965" fmla="*/ 485617 w 591813"/>
                <a:gd name="connsiteY965" fmla="*/ 364556 h 640885"/>
                <a:gd name="connsiteX966" fmla="*/ 486022 w 591813"/>
                <a:gd name="connsiteY966" fmla="*/ 364129 h 640885"/>
                <a:gd name="connsiteX967" fmla="*/ 486404 w 591813"/>
                <a:gd name="connsiteY967" fmla="*/ 363724 h 640885"/>
                <a:gd name="connsiteX968" fmla="*/ 486809 w 591813"/>
                <a:gd name="connsiteY968" fmla="*/ 363297 h 640885"/>
                <a:gd name="connsiteX969" fmla="*/ 487192 w 591813"/>
                <a:gd name="connsiteY969" fmla="*/ 362892 h 640885"/>
                <a:gd name="connsiteX970" fmla="*/ 487596 w 591813"/>
                <a:gd name="connsiteY970" fmla="*/ 362465 h 640885"/>
                <a:gd name="connsiteX971" fmla="*/ 487979 w 591813"/>
                <a:gd name="connsiteY971" fmla="*/ 362060 h 640885"/>
                <a:gd name="connsiteX972" fmla="*/ 488384 w 591813"/>
                <a:gd name="connsiteY972" fmla="*/ 361655 h 640885"/>
                <a:gd name="connsiteX973" fmla="*/ 488788 w 591813"/>
                <a:gd name="connsiteY973" fmla="*/ 361250 h 640885"/>
                <a:gd name="connsiteX974" fmla="*/ 489170 w 591813"/>
                <a:gd name="connsiteY974" fmla="*/ 360823 h 640885"/>
                <a:gd name="connsiteX975" fmla="*/ 489576 w 591813"/>
                <a:gd name="connsiteY975" fmla="*/ 360418 h 640885"/>
                <a:gd name="connsiteX976" fmla="*/ 489958 w 591813"/>
                <a:gd name="connsiteY976" fmla="*/ 360013 h 640885"/>
                <a:gd name="connsiteX977" fmla="*/ 490362 w 591813"/>
                <a:gd name="connsiteY977" fmla="*/ 359608 h 640885"/>
                <a:gd name="connsiteX978" fmla="*/ 490745 w 591813"/>
                <a:gd name="connsiteY978" fmla="*/ 359181 h 640885"/>
                <a:gd name="connsiteX979" fmla="*/ 491150 w 591813"/>
                <a:gd name="connsiteY979" fmla="*/ 358776 h 640885"/>
                <a:gd name="connsiteX980" fmla="*/ 491532 w 591813"/>
                <a:gd name="connsiteY980" fmla="*/ 358371 h 640885"/>
                <a:gd name="connsiteX981" fmla="*/ 491937 w 591813"/>
                <a:gd name="connsiteY981" fmla="*/ 357944 h 640885"/>
                <a:gd name="connsiteX982" fmla="*/ 492342 w 591813"/>
                <a:gd name="connsiteY982" fmla="*/ 357539 h 640885"/>
                <a:gd name="connsiteX983" fmla="*/ 492724 w 591813"/>
                <a:gd name="connsiteY983" fmla="*/ 357135 h 640885"/>
                <a:gd name="connsiteX984" fmla="*/ 493129 w 591813"/>
                <a:gd name="connsiteY984" fmla="*/ 356730 h 640885"/>
                <a:gd name="connsiteX985" fmla="*/ 493511 w 591813"/>
                <a:gd name="connsiteY985" fmla="*/ 356302 h 640885"/>
                <a:gd name="connsiteX986" fmla="*/ 493916 w 591813"/>
                <a:gd name="connsiteY986" fmla="*/ 355898 h 640885"/>
                <a:gd name="connsiteX987" fmla="*/ 494298 w 591813"/>
                <a:gd name="connsiteY987" fmla="*/ 355493 h 640885"/>
                <a:gd name="connsiteX988" fmla="*/ 494703 w 591813"/>
                <a:gd name="connsiteY988" fmla="*/ 355065 h 640885"/>
                <a:gd name="connsiteX989" fmla="*/ 495108 w 591813"/>
                <a:gd name="connsiteY989" fmla="*/ 354661 h 640885"/>
                <a:gd name="connsiteX990" fmla="*/ 495490 w 591813"/>
                <a:gd name="connsiteY990" fmla="*/ 354256 h 640885"/>
                <a:gd name="connsiteX991" fmla="*/ 495895 w 591813"/>
                <a:gd name="connsiteY991" fmla="*/ 353851 h 640885"/>
                <a:gd name="connsiteX992" fmla="*/ 496277 w 591813"/>
                <a:gd name="connsiteY992" fmla="*/ 353424 h 640885"/>
                <a:gd name="connsiteX993" fmla="*/ 496682 w 591813"/>
                <a:gd name="connsiteY993" fmla="*/ 353019 h 640885"/>
                <a:gd name="connsiteX994" fmla="*/ 497064 w 591813"/>
                <a:gd name="connsiteY994" fmla="*/ 352614 h 640885"/>
                <a:gd name="connsiteX995" fmla="*/ 497469 w 591813"/>
                <a:gd name="connsiteY995" fmla="*/ 352209 h 640885"/>
                <a:gd name="connsiteX996" fmla="*/ 497852 w 591813"/>
                <a:gd name="connsiteY996" fmla="*/ 351782 h 640885"/>
                <a:gd name="connsiteX997" fmla="*/ 498256 w 591813"/>
                <a:gd name="connsiteY997" fmla="*/ 351377 h 640885"/>
                <a:gd name="connsiteX998" fmla="*/ 498662 w 591813"/>
                <a:gd name="connsiteY998" fmla="*/ 350972 h 640885"/>
                <a:gd name="connsiteX999" fmla="*/ 499044 w 591813"/>
                <a:gd name="connsiteY999" fmla="*/ 350545 h 640885"/>
                <a:gd name="connsiteX1000" fmla="*/ 499448 w 591813"/>
                <a:gd name="connsiteY1000" fmla="*/ 350140 h 640885"/>
                <a:gd name="connsiteX1001" fmla="*/ 499831 w 591813"/>
                <a:gd name="connsiteY1001" fmla="*/ 349713 h 640885"/>
                <a:gd name="connsiteX1002" fmla="*/ 500236 w 591813"/>
                <a:gd name="connsiteY1002" fmla="*/ 349286 h 640885"/>
                <a:gd name="connsiteX1003" fmla="*/ 500618 w 591813"/>
                <a:gd name="connsiteY1003" fmla="*/ 348858 h 640885"/>
                <a:gd name="connsiteX1004" fmla="*/ 501022 w 591813"/>
                <a:gd name="connsiteY1004" fmla="*/ 348454 h 640885"/>
                <a:gd name="connsiteX1005" fmla="*/ 501405 w 591813"/>
                <a:gd name="connsiteY1005" fmla="*/ 348026 h 640885"/>
                <a:gd name="connsiteX1006" fmla="*/ 501810 w 591813"/>
                <a:gd name="connsiteY1006" fmla="*/ 347599 h 640885"/>
                <a:gd name="connsiteX1007" fmla="*/ 502214 w 591813"/>
                <a:gd name="connsiteY1007" fmla="*/ 347172 h 640885"/>
                <a:gd name="connsiteX1008" fmla="*/ 502597 w 591813"/>
                <a:gd name="connsiteY1008" fmla="*/ 346744 h 640885"/>
                <a:gd name="connsiteX1009" fmla="*/ 503002 w 591813"/>
                <a:gd name="connsiteY1009" fmla="*/ 346317 h 640885"/>
                <a:gd name="connsiteX1010" fmla="*/ 503384 w 591813"/>
                <a:gd name="connsiteY1010" fmla="*/ 345890 h 640885"/>
                <a:gd name="connsiteX1011" fmla="*/ 503789 w 591813"/>
                <a:gd name="connsiteY1011" fmla="*/ 345462 h 640885"/>
                <a:gd name="connsiteX1012" fmla="*/ 504171 w 591813"/>
                <a:gd name="connsiteY1012" fmla="*/ 345035 h 640885"/>
                <a:gd name="connsiteX1013" fmla="*/ 504576 w 591813"/>
                <a:gd name="connsiteY1013" fmla="*/ 344608 h 640885"/>
                <a:gd name="connsiteX1014" fmla="*/ 504958 w 591813"/>
                <a:gd name="connsiteY1014" fmla="*/ 344181 h 640885"/>
                <a:gd name="connsiteX1015" fmla="*/ 505363 w 591813"/>
                <a:gd name="connsiteY1015" fmla="*/ 343776 h 640885"/>
                <a:gd name="connsiteX1016" fmla="*/ 505768 w 591813"/>
                <a:gd name="connsiteY1016" fmla="*/ 343348 h 640885"/>
                <a:gd name="connsiteX1017" fmla="*/ 506150 w 591813"/>
                <a:gd name="connsiteY1017" fmla="*/ 342921 h 640885"/>
                <a:gd name="connsiteX1018" fmla="*/ 506555 w 591813"/>
                <a:gd name="connsiteY1018" fmla="*/ 342494 h 640885"/>
                <a:gd name="connsiteX1019" fmla="*/ 506938 w 591813"/>
                <a:gd name="connsiteY1019" fmla="*/ 342067 h 640885"/>
                <a:gd name="connsiteX1020" fmla="*/ 507342 w 591813"/>
                <a:gd name="connsiteY1020" fmla="*/ 341639 h 640885"/>
                <a:gd name="connsiteX1021" fmla="*/ 507724 w 591813"/>
                <a:gd name="connsiteY1021" fmla="*/ 341212 h 640885"/>
                <a:gd name="connsiteX1022" fmla="*/ 508130 w 591813"/>
                <a:gd name="connsiteY1022" fmla="*/ 340807 h 640885"/>
                <a:gd name="connsiteX1023" fmla="*/ 508534 w 591813"/>
                <a:gd name="connsiteY1023" fmla="*/ 340380 h 640885"/>
                <a:gd name="connsiteX1024" fmla="*/ 508916 w 591813"/>
                <a:gd name="connsiteY1024" fmla="*/ 339952 h 640885"/>
                <a:gd name="connsiteX1025" fmla="*/ 509322 w 591813"/>
                <a:gd name="connsiteY1025" fmla="*/ 339525 h 640885"/>
                <a:gd name="connsiteX1026" fmla="*/ 509704 w 591813"/>
                <a:gd name="connsiteY1026" fmla="*/ 339098 h 640885"/>
                <a:gd name="connsiteX1027" fmla="*/ 510108 w 591813"/>
                <a:gd name="connsiteY1027" fmla="*/ 338671 h 640885"/>
                <a:gd name="connsiteX1028" fmla="*/ 510491 w 591813"/>
                <a:gd name="connsiteY1028" fmla="*/ 338266 h 640885"/>
                <a:gd name="connsiteX1029" fmla="*/ 510896 w 591813"/>
                <a:gd name="connsiteY1029" fmla="*/ 337861 h 640885"/>
                <a:gd name="connsiteX1030" fmla="*/ 511278 w 591813"/>
                <a:gd name="connsiteY1030" fmla="*/ 337434 h 640885"/>
                <a:gd name="connsiteX1031" fmla="*/ 511683 w 591813"/>
                <a:gd name="connsiteY1031" fmla="*/ 337006 h 640885"/>
                <a:gd name="connsiteX1032" fmla="*/ 512088 w 591813"/>
                <a:gd name="connsiteY1032" fmla="*/ 336579 h 640885"/>
                <a:gd name="connsiteX1033" fmla="*/ 512470 w 591813"/>
                <a:gd name="connsiteY1033" fmla="*/ 336152 h 640885"/>
                <a:gd name="connsiteX1034" fmla="*/ 512875 w 591813"/>
                <a:gd name="connsiteY1034" fmla="*/ 335724 h 640885"/>
                <a:gd name="connsiteX1035" fmla="*/ 513257 w 591813"/>
                <a:gd name="connsiteY1035" fmla="*/ 335297 h 640885"/>
                <a:gd name="connsiteX1036" fmla="*/ 513662 w 591813"/>
                <a:gd name="connsiteY1036" fmla="*/ 334870 h 640885"/>
                <a:gd name="connsiteX1037" fmla="*/ 514044 w 591813"/>
                <a:gd name="connsiteY1037" fmla="*/ 334465 h 640885"/>
                <a:gd name="connsiteX1038" fmla="*/ 514449 w 591813"/>
                <a:gd name="connsiteY1038" fmla="*/ 334038 h 640885"/>
                <a:gd name="connsiteX1039" fmla="*/ 514831 w 591813"/>
                <a:gd name="connsiteY1039" fmla="*/ 333610 h 640885"/>
                <a:gd name="connsiteX1040" fmla="*/ 515236 w 591813"/>
                <a:gd name="connsiteY1040" fmla="*/ 333183 h 640885"/>
                <a:gd name="connsiteX1041" fmla="*/ 515641 w 591813"/>
                <a:gd name="connsiteY1041" fmla="*/ 332756 h 640885"/>
                <a:gd name="connsiteX1042" fmla="*/ 516023 w 591813"/>
                <a:gd name="connsiteY1042" fmla="*/ 332329 h 640885"/>
                <a:gd name="connsiteX1043" fmla="*/ 516428 w 591813"/>
                <a:gd name="connsiteY1043" fmla="*/ 331901 h 640885"/>
                <a:gd name="connsiteX1044" fmla="*/ 516810 w 591813"/>
                <a:gd name="connsiteY1044" fmla="*/ 331496 h 640885"/>
                <a:gd name="connsiteX1045" fmla="*/ 517215 w 591813"/>
                <a:gd name="connsiteY1045" fmla="*/ 331069 h 640885"/>
                <a:gd name="connsiteX1046" fmla="*/ 517598 w 591813"/>
                <a:gd name="connsiteY1046" fmla="*/ 330642 h 640885"/>
                <a:gd name="connsiteX1047" fmla="*/ 518002 w 591813"/>
                <a:gd name="connsiteY1047" fmla="*/ 330237 h 640885"/>
                <a:gd name="connsiteX1048" fmla="*/ 518385 w 591813"/>
                <a:gd name="connsiteY1048" fmla="*/ 329810 h 640885"/>
                <a:gd name="connsiteX1049" fmla="*/ 518790 w 591813"/>
                <a:gd name="connsiteY1049" fmla="*/ 329405 h 640885"/>
                <a:gd name="connsiteX1050" fmla="*/ 519194 w 591813"/>
                <a:gd name="connsiteY1050" fmla="*/ 329000 h 640885"/>
                <a:gd name="connsiteX1051" fmla="*/ 519576 w 591813"/>
                <a:gd name="connsiteY1051" fmla="*/ 328573 h 640885"/>
                <a:gd name="connsiteX1052" fmla="*/ 519982 w 591813"/>
                <a:gd name="connsiteY1052" fmla="*/ 328168 h 640885"/>
                <a:gd name="connsiteX1053" fmla="*/ 520364 w 591813"/>
                <a:gd name="connsiteY1053" fmla="*/ 327763 h 640885"/>
                <a:gd name="connsiteX1054" fmla="*/ 520768 w 591813"/>
                <a:gd name="connsiteY1054" fmla="*/ 327358 h 640885"/>
                <a:gd name="connsiteX1055" fmla="*/ 521151 w 591813"/>
                <a:gd name="connsiteY1055" fmla="*/ 326931 h 640885"/>
                <a:gd name="connsiteX1056" fmla="*/ 521556 w 591813"/>
                <a:gd name="connsiteY1056" fmla="*/ 326526 h 640885"/>
                <a:gd name="connsiteX1057" fmla="*/ 521938 w 591813"/>
                <a:gd name="connsiteY1057" fmla="*/ 326121 h 640885"/>
                <a:gd name="connsiteX1058" fmla="*/ 522343 w 591813"/>
                <a:gd name="connsiteY1058" fmla="*/ 325717 h 640885"/>
                <a:gd name="connsiteX1059" fmla="*/ 522748 w 591813"/>
                <a:gd name="connsiteY1059" fmla="*/ 325312 h 640885"/>
                <a:gd name="connsiteX1060" fmla="*/ 523107 w 591813"/>
                <a:gd name="connsiteY1060" fmla="*/ 324907 h 640885"/>
                <a:gd name="connsiteX1061" fmla="*/ 523535 w 591813"/>
                <a:gd name="connsiteY1061" fmla="*/ 324502 h 640885"/>
                <a:gd name="connsiteX1062" fmla="*/ 523895 w 591813"/>
                <a:gd name="connsiteY1062" fmla="*/ 324097 h 640885"/>
                <a:gd name="connsiteX1063" fmla="*/ 524299 w 591813"/>
                <a:gd name="connsiteY1063" fmla="*/ 323693 h 640885"/>
                <a:gd name="connsiteX1064" fmla="*/ 524682 w 591813"/>
                <a:gd name="connsiteY1064" fmla="*/ 323288 h 640885"/>
                <a:gd name="connsiteX1065" fmla="*/ 525087 w 591813"/>
                <a:gd name="connsiteY1065" fmla="*/ 322883 h 640885"/>
                <a:gd name="connsiteX1066" fmla="*/ 525491 w 591813"/>
                <a:gd name="connsiteY1066" fmla="*/ 322501 h 640885"/>
                <a:gd name="connsiteX1067" fmla="*/ 525874 w 591813"/>
                <a:gd name="connsiteY1067" fmla="*/ 322096 h 640885"/>
                <a:gd name="connsiteX1068" fmla="*/ 526278 w 591813"/>
                <a:gd name="connsiteY1068" fmla="*/ 321691 h 640885"/>
                <a:gd name="connsiteX1069" fmla="*/ 526661 w 591813"/>
                <a:gd name="connsiteY1069" fmla="*/ 321286 h 640885"/>
                <a:gd name="connsiteX1070" fmla="*/ 527066 w 591813"/>
                <a:gd name="connsiteY1070" fmla="*/ 320881 h 640885"/>
                <a:gd name="connsiteX1071" fmla="*/ 527448 w 591813"/>
                <a:gd name="connsiteY1071" fmla="*/ 320477 h 640885"/>
                <a:gd name="connsiteX1072" fmla="*/ 527853 w 591813"/>
                <a:gd name="connsiteY1072" fmla="*/ 320072 h 640885"/>
                <a:gd name="connsiteX1073" fmla="*/ 528235 w 591813"/>
                <a:gd name="connsiteY1073" fmla="*/ 319689 h 640885"/>
                <a:gd name="connsiteX1074" fmla="*/ 528640 w 591813"/>
                <a:gd name="connsiteY1074" fmla="*/ 319285 h 640885"/>
                <a:gd name="connsiteX1075" fmla="*/ 529045 w 591813"/>
                <a:gd name="connsiteY1075" fmla="*/ 318880 h 640885"/>
                <a:gd name="connsiteX1076" fmla="*/ 529427 w 591813"/>
                <a:gd name="connsiteY1076" fmla="*/ 318475 h 640885"/>
                <a:gd name="connsiteX1077" fmla="*/ 529832 w 591813"/>
                <a:gd name="connsiteY1077" fmla="*/ 318093 h 640885"/>
                <a:gd name="connsiteX1078" fmla="*/ 530214 w 591813"/>
                <a:gd name="connsiteY1078" fmla="*/ 317688 h 640885"/>
                <a:gd name="connsiteX1079" fmla="*/ 530619 w 591813"/>
                <a:gd name="connsiteY1079" fmla="*/ 317283 h 640885"/>
                <a:gd name="connsiteX1080" fmla="*/ 531001 w 591813"/>
                <a:gd name="connsiteY1080" fmla="*/ 316901 h 640885"/>
                <a:gd name="connsiteX1081" fmla="*/ 531406 w 591813"/>
                <a:gd name="connsiteY1081" fmla="*/ 316496 h 640885"/>
                <a:gd name="connsiteX1082" fmla="*/ 531789 w 591813"/>
                <a:gd name="connsiteY1082" fmla="*/ 316114 h 640885"/>
                <a:gd name="connsiteX1083" fmla="*/ 532193 w 591813"/>
                <a:gd name="connsiteY1083" fmla="*/ 315731 h 640885"/>
                <a:gd name="connsiteX1084" fmla="*/ 532598 w 591813"/>
                <a:gd name="connsiteY1084" fmla="*/ 315326 h 640885"/>
                <a:gd name="connsiteX1085" fmla="*/ 532981 w 591813"/>
                <a:gd name="connsiteY1085" fmla="*/ 314944 h 640885"/>
                <a:gd name="connsiteX1086" fmla="*/ 533385 w 591813"/>
                <a:gd name="connsiteY1086" fmla="*/ 314562 h 640885"/>
                <a:gd name="connsiteX1087" fmla="*/ 533767 w 591813"/>
                <a:gd name="connsiteY1087" fmla="*/ 314157 h 640885"/>
                <a:gd name="connsiteX1088" fmla="*/ 534172 w 591813"/>
                <a:gd name="connsiteY1088" fmla="*/ 313775 h 640885"/>
                <a:gd name="connsiteX1089" fmla="*/ 534555 w 591813"/>
                <a:gd name="connsiteY1089" fmla="*/ 313392 h 640885"/>
                <a:gd name="connsiteX1090" fmla="*/ 534959 w 591813"/>
                <a:gd name="connsiteY1090" fmla="*/ 313010 h 640885"/>
                <a:gd name="connsiteX1091" fmla="*/ 535342 w 591813"/>
                <a:gd name="connsiteY1091" fmla="*/ 312628 h 640885"/>
                <a:gd name="connsiteX1092" fmla="*/ 535747 w 591813"/>
                <a:gd name="connsiteY1092" fmla="*/ 312245 h 640885"/>
                <a:gd name="connsiteX1093" fmla="*/ 536151 w 591813"/>
                <a:gd name="connsiteY1093" fmla="*/ 311863 h 640885"/>
                <a:gd name="connsiteX1094" fmla="*/ 536534 w 591813"/>
                <a:gd name="connsiteY1094" fmla="*/ 311481 h 640885"/>
                <a:gd name="connsiteX1095" fmla="*/ 536939 w 591813"/>
                <a:gd name="connsiteY1095" fmla="*/ 311098 h 640885"/>
                <a:gd name="connsiteX1096" fmla="*/ 537321 w 591813"/>
                <a:gd name="connsiteY1096" fmla="*/ 310716 h 640885"/>
                <a:gd name="connsiteX1097" fmla="*/ 537726 w 591813"/>
                <a:gd name="connsiteY1097" fmla="*/ 310334 h 640885"/>
                <a:gd name="connsiteX1098" fmla="*/ 538108 w 591813"/>
                <a:gd name="connsiteY1098" fmla="*/ 309951 h 640885"/>
                <a:gd name="connsiteX1099" fmla="*/ 538513 w 591813"/>
                <a:gd name="connsiteY1099" fmla="*/ 309569 h 640885"/>
                <a:gd name="connsiteX1100" fmla="*/ 538918 w 591813"/>
                <a:gd name="connsiteY1100" fmla="*/ 309187 h 640885"/>
                <a:gd name="connsiteX1101" fmla="*/ 539300 w 591813"/>
                <a:gd name="connsiteY1101" fmla="*/ 308782 h 640885"/>
                <a:gd name="connsiteX1102" fmla="*/ 539705 w 591813"/>
                <a:gd name="connsiteY1102" fmla="*/ 308400 h 640885"/>
                <a:gd name="connsiteX1103" fmla="*/ 540087 w 591813"/>
                <a:gd name="connsiteY1103" fmla="*/ 308017 h 640885"/>
                <a:gd name="connsiteX1104" fmla="*/ 540492 w 591813"/>
                <a:gd name="connsiteY1104" fmla="*/ 307635 h 640885"/>
                <a:gd name="connsiteX1105" fmla="*/ 540875 w 591813"/>
                <a:gd name="connsiteY1105" fmla="*/ 307253 h 640885"/>
                <a:gd name="connsiteX1106" fmla="*/ 541279 w 591813"/>
                <a:gd name="connsiteY1106" fmla="*/ 306870 h 640885"/>
                <a:gd name="connsiteX1107" fmla="*/ 541661 w 591813"/>
                <a:gd name="connsiteY1107" fmla="*/ 306488 h 640885"/>
                <a:gd name="connsiteX1108" fmla="*/ 542066 w 591813"/>
                <a:gd name="connsiteY1108" fmla="*/ 306106 h 640885"/>
                <a:gd name="connsiteX1109" fmla="*/ 542471 w 591813"/>
                <a:gd name="connsiteY1109" fmla="*/ 305723 h 640885"/>
                <a:gd name="connsiteX1110" fmla="*/ 542853 w 591813"/>
                <a:gd name="connsiteY1110" fmla="*/ 305341 h 640885"/>
                <a:gd name="connsiteX1111" fmla="*/ 543258 w 591813"/>
                <a:gd name="connsiteY1111" fmla="*/ 304936 h 640885"/>
                <a:gd name="connsiteX1112" fmla="*/ 543641 w 591813"/>
                <a:gd name="connsiteY1112" fmla="*/ 304554 h 640885"/>
                <a:gd name="connsiteX1113" fmla="*/ 544045 w 591813"/>
                <a:gd name="connsiteY1113" fmla="*/ 304172 h 640885"/>
                <a:gd name="connsiteX1114" fmla="*/ 544427 w 591813"/>
                <a:gd name="connsiteY1114" fmla="*/ 303789 h 640885"/>
                <a:gd name="connsiteX1115" fmla="*/ 544832 w 591813"/>
                <a:gd name="connsiteY1115" fmla="*/ 303429 h 640885"/>
                <a:gd name="connsiteX1116" fmla="*/ 545215 w 591813"/>
                <a:gd name="connsiteY1116" fmla="*/ 303047 h 640885"/>
                <a:gd name="connsiteX1117" fmla="*/ 545620 w 591813"/>
                <a:gd name="connsiteY1117" fmla="*/ 302665 h 640885"/>
                <a:gd name="connsiteX1118" fmla="*/ 546024 w 591813"/>
                <a:gd name="connsiteY1118" fmla="*/ 302305 h 640885"/>
                <a:gd name="connsiteX1119" fmla="*/ 546407 w 591813"/>
                <a:gd name="connsiteY1119" fmla="*/ 301923 h 640885"/>
                <a:gd name="connsiteX1120" fmla="*/ 546812 w 591813"/>
                <a:gd name="connsiteY1120" fmla="*/ 301563 h 640885"/>
                <a:gd name="connsiteX1121" fmla="*/ 547194 w 591813"/>
                <a:gd name="connsiteY1121" fmla="*/ 301180 h 640885"/>
                <a:gd name="connsiteX1122" fmla="*/ 547599 w 591813"/>
                <a:gd name="connsiteY1122" fmla="*/ 300821 h 640885"/>
                <a:gd name="connsiteX1123" fmla="*/ 547981 w 591813"/>
                <a:gd name="connsiteY1123" fmla="*/ 300461 h 640885"/>
                <a:gd name="connsiteX1124" fmla="*/ 548386 w 591813"/>
                <a:gd name="connsiteY1124" fmla="*/ 300101 h 640885"/>
                <a:gd name="connsiteX1125" fmla="*/ 548768 w 591813"/>
                <a:gd name="connsiteY1125" fmla="*/ 299719 h 640885"/>
                <a:gd name="connsiteX1126" fmla="*/ 549173 w 591813"/>
                <a:gd name="connsiteY1126" fmla="*/ 299359 h 640885"/>
                <a:gd name="connsiteX1127" fmla="*/ 549578 w 591813"/>
                <a:gd name="connsiteY1127" fmla="*/ 298999 h 640885"/>
                <a:gd name="connsiteX1128" fmla="*/ 549960 w 591813"/>
                <a:gd name="connsiteY1128" fmla="*/ 298639 h 640885"/>
                <a:gd name="connsiteX1129" fmla="*/ 550365 w 591813"/>
                <a:gd name="connsiteY1129" fmla="*/ 298279 h 640885"/>
                <a:gd name="connsiteX1130" fmla="*/ 550747 w 591813"/>
                <a:gd name="connsiteY1130" fmla="*/ 297919 h 640885"/>
                <a:gd name="connsiteX1131" fmla="*/ 551152 w 591813"/>
                <a:gd name="connsiteY1131" fmla="*/ 297560 h 640885"/>
                <a:gd name="connsiteX1132" fmla="*/ 551535 w 591813"/>
                <a:gd name="connsiteY1132" fmla="*/ 297200 h 640885"/>
                <a:gd name="connsiteX1133" fmla="*/ 551939 w 591813"/>
                <a:gd name="connsiteY1133" fmla="*/ 296840 h 640885"/>
                <a:gd name="connsiteX1134" fmla="*/ 552321 w 591813"/>
                <a:gd name="connsiteY1134" fmla="*/ 296480 h 640885"/>
                <a:gd name="connsiteX1135" fmla="*/ 552726 w 591813"/>
                <a:gd name="connsiteY1135" fmla="*/ 296120 h 640885"/>
                <a:gd name="connsiteX1136" fmla="*/ 553131 w 591813"/>
                <a:gd name="connsiteY1136" fmla="*/ 295760 h 640885"/>
                <a:gd name="connsiteX1137" fmla="*/ 553513 w 591813"/>
                <a:gd name="connsiteY1137" fmla="*/ 295423 h 640885"/>
                <a:gd name="connsiteX1138" fmla="*/ 553918 w 591813"/>
                <a:gd name="connsiteY1138" fmla="*/ 295063 h 640885"/>
                <a:gd name="connsiteX1139" fmla="*/ 554301 w 591813"/>
                <a:gd name="connsiteY1139" fmla="*/ 294726 h 640885"/>
                <a:gd name="connsiteX1140" fmla="*/ 554705 w 591813"/>
                <a:gd name="connsiteY1140" fmla="*/ 294366 h 640885"/>
                <a:gd name="connsiteX1141" fmla="*/ 555088 w 591813"/>
                <a:gd name="connsiteY1141" fmla="*/ 294006 h 640885"/>
                <a:gd name="connsiteX1142" fmla="*/ 555493 w 591813"/>
                <a:gd name="connsiteY1142" fmla="*/ 293669 h 640885"/>
                <a:gd name="connsiteX1143" fmla="*/ 555897 w 591813"/>
                <a:gd name="connsiteY1143" fmla="*/ 293332 h 640885"/>
                <a:gd name="connsiteX1144" fmla="*/ 556280 w 591813"/>
                <a:gd name="connsiteY1144" fmla="*/ 292972 h 640885"/>
                <a:gd name="connsiteX1145" fmla="*/ 556684 w 591813"/>
                <a:gd name="connsiteY1145" fmla="*/ 292634 h 640885"/>
                <a:gd name="connsiteX1146" fmla="*/ 557067 w 591813"/>
                <a:gd name="connsiteY1146" fmla="*/ 292275 h 640885"/>
                <a:gd name="connsiteX1147" fmla="*/ 557472 w 591813"/>
                <a:gd name="connsiteY1147" fmla="*/ 291937 h 640885"/>
                <a:gd name="connsiteX1148" fmla="*/ 557854 w 591813"/>
                <a:gd name="connsiteY1148" fmla="*/ 291577 h 640885"/>
                <a:gd name="connsiteX1149" fmla="*/ 558259 w 591813"/>
                <a:gd name="connsiteY1149" fmla="*/ 291218 h 640885"/>
                <a:gd name="connsiteX1150" fmla="*/ 558641 w 591813"/>
                <a:gd name="connsiteY1150" fmla="*/ 290880 h 640885"/>
                <a:gd name="connsiteX1151" fmla="*/ 559046 w 591813"/>
                <a:gd name="connsiteY1151" fmla="*/ 290520 h 640885"/>
                <a:gd name="connsiteX1152" fmla="*/ 559450 w 591813"/>
                <a:gd name="connsiteY1152" fmla="*/ 290183 h 640885"/>
                <a:gd name="connsiteX1153" fmla="*/ 559833 w 591813"/>
                <a:gd name="connsiteY1153" fmla="*/ 289823 h 640885"/>
                <a:gd name="connsiteX1154" fmla="*/ 560238 w 591813"/>
                <a:gd name="connsiteY1154" fmla="*/ 289463 h 640885"/>
                <a:gd name="connsiteX1155" fmla="*/ 560620 w 591813"/>
                <a:gd name="connsiteY1155" fmla="*/ 289126 h 640885"/>
                <a:gd name="connsiteX1156" fmla="*/ 561025 w 591813"/>
                <a:gd name="connsiteY1156" fmla="*/ 288766 h 640885"/>
                <a:gd name="connsiteX1157" fmla="*/ 561407 w 591813"/>
                <a:gd name="connsiteY1157" fmla="*/ 288406 h 640885"/>
                <a:gd name="connsiteX1158" fmla="*/ 561812 w 591813"/>
                <a:gd name="connsiteY1158" fmla="*/ 288047 h 640885"/>
                <a:gd name="connsiteX1159" fmla="*/ 562195 w 591813"/>
                <a:gd name="connsiteY1159" fmla="*/ 287687 h 640885"/>
                <a:gd name="connsiteX1160" fmla="*/ 562599 w 591813"/>
                <a:gd name="connsiteY1160" fmla="*/ 287327 h 640885"/>
                <a:gd name="connsiteX1161" fmla="*/ 563004 w 591813"/>
                <a:gd name="connsiteY1161" fmla="*/ 286967 h 640885"/>
                <a:gd name="connsiteX1162" fmla="*/ 563386 w 591813"/>
                <a:gd name="connsiteY1162" fmla="*/ 286585 h 640885"/>
                <a:gd name="connsiteX1163" fmla="*/ 563791 w 591813"/>
                <a:gd name="connsiteY1163" fmla="*/ 286202 h 640885"/>
                <a:gd name="connsiteX1164" fmla="*/ 564173 w 591813"/>
                <a:gd name="connsiteY1164" fmla="*/ 285843 h 640885"/>
                <a:gd name="connsiteX1165" fmla="*/ 564578 w 591813"/>
                <a:gd name="connsiteY1165" fmla="*/ 285460 h 640885"/>
                <a:gd name="connsiteX1166" fmla="*/ 564961 w 591813"/>
                <a:gd name="connsiteY1166" fmla="*/ 285078 h 640885"/>
                <a:gd name="connsiteX1167" fmla="*/ 565365 w 591813"/>
                <a:gd name="connsiteY1167" fmla="*/ 284696 h 640885"/>
                <a:gd name="connsiteX1168" fmla="*/ 565748 w 591813"/>
                <a:gd name="connsiteY1168" fmla="*/ 284313 h 640885"/>
                <a:gd name="connsiteX1169" fmla="*/ 566153 w 591813"/>
                <a:gd name="connsiteY1169" fmla="*/ 283908 h 640885"/>
                <a:gd name="connsiteX1170" fmla="*/ 566557 w 591813"/>
                <a:gd name="connsiteY1170" fmla="*/ 283526 h 640885"/>
                <a:gd name="connsiteX1171" fmla="*/ 566940 w 591813"/>
                <a:gd name="connsiteY1171" fmla="*/ 283121 h 640885"/>
                <a:gd name="connsiteX1172" fmla="*/ 567344 w 591813"/>
                <a:gd name="connsiteY1172" fmla="*/ 282739 h 640885"/>
                <a:gd name="connsiteX1173" fmla="*/ 567727 w 591813"/>
                <a:gd name="connsiteY1173" fmla="*/ 282334 h 640885"/>
                <a:gd name="connsiteX1174" fmla="*/ 568132 w 591813"/>
                <a:gd name="connsiteY1174" fmla="*/ 281929 h 640885"/>
                <a:gd name="connsiteX1175" fmla="*/ 568514 w 591813"/>
                <a:gd name="connsiteY1175" fmla="*/ 281525 h 640885"/>
                <a:gd name="connsiteX1176" fmla="*/ 568919 w 591813"/>
                <a:gd name="connsiteY1176" fmla="*/ 281097 h 640885"/>
                <a:gd name="connsiteX1177" fmla="*/ 569324 w 591813"/>
                <a:gd name="connsiteY1177" fmla="*/ 280692 h 640885"/>
                <a:gd name="connsiteX1178" fmla="*/ 569706 w 591813"/>
                <a:gd name="connsiteY1178" fmla="*/ 280265 h 640885"/>
                <a:gd name="connsiteX1179" fmla="*/ 570111 w 591813"/>
                <a:gd name="connsiteY1179" fmla="*/ 279838 h 640885"/>
                <a:gd name="connsiteX1180" fmla="*/ 570493 w 591813"/>
                <a:gd name="connsiteY1180" fmla="*/ 279388 h 640885"/>
                <a:gd name="connsiteX1181" fmla="*/ 570898 w 591813"/>
                <a:gd name="connsiteY1181" fmla="*/ 278938 h 640885"/>
                <a:gd name="connsiteX1182" fmla="*/ 571280 w 591813"/>
                <a:gd name="connsiteY1182" fmla="*/ 278488 h 640885"/>
                <a:gd name="connsiteX1183" fmla="*/ 571685 w 591813"/>
                <a:gd name="connsiteY1183" fmla="*/ 278016 h 640885"/>
                <a:gd name="connsiteX1184" fmla="*/ 572067 w 591813"/>
                <a:gd name="connsiteY1184" fmla="*/ 277544 h 640885"/>
                <a:gd name="connsiteX1185" fmla="*/ 572472 w 591813"/>
                <a:gd name="connsiteY1185" fmla="*/ 277049 h 640885"/>
                <a:gd name="connsiteX1186" fmla="*/ 572877 w 591813"/>
                <a:gd name="connsiteY1186" fmla="*/ 276554 h 640885"/>
                <a:gd name="connsiteX1187" fmla="*/ 573259 w 591813"/>
                <a:gd name="connsiteY1187" fmla="*/ 276060 h 640885"/>
                <a:gd name="connsiteX1188" fmla="*/ 573664 w 591813"/>
                <a:gd name="connsiteY1188" fmla="*/ 275542 h 640885"/>
                <a:gd name="connsiteX1189" fmla="*/ 574047 w 591813"/>
                <a:gd name="connsiteY1189" fmla="*/ 275003 h 640885"/>
                <a:gd name="connsiteX1190" fmla="*/ 574451 w 591813"/>
                <a:gd name="connsiteY1190" fmla="*/ 274463 h 640885"/>
                <a:gd name="connsiteX1191" fmla="*/ 574833 w 591813"/>
                <a:gd name="connsiteY1191" fmla="*/ 273901 h 640885"/>
                <a:gd name="connsiteX1192" fmla="*/ 575238 w 591813"/>
                <a:gd name="connsiteY1192" fmla="*/ 273338 h 640885"/>
                <a:gd name="connsiteX1193" fmla="*/ 575621 w 591813"/>
                <a:gd name="connsiteY1193" fmla="*/ 272754 h 640885"/>
                <a:gd name="connsiteX1194" fmla="*/ 576025 w 591813"/>
                <a:gd name="connsiteY1194" fmla="*/ 272146 h 640885"/>
                <a:gd name="connsiteX1195" fmla="*/ 576430 w 591813"/>
                <a:gd name="connsiteY1195" fmla="*/ 271517 h 640885"/>
                <a:gd name="connsiteX1196" fmla="*/ 576813 w 591813"/>
                <a:gd name="connsiteY1196" fmla="*/ 270887 h 640885"/>
                <a:gd name="connsiteX1197" fmla="*/ 577217 w 591813"/>
                <a:gd name="connsiteY1197" fmla="*/ 270235 h 640885"/>
                <a:gd name="connsiteX1198" fmla="*/ 577600 w 591813"/>
                <a:gd name="connsiteY1198" fmla="*/ 269560 h 640885"/>
                <a:gd name="connsiteX1199" fmla="*/ 578004 w 591813"/>
                <a:gd name="connsiteY1199" fmla="*/ 268885 h 640885"/>
                <a:gd name="connsiteX1200" fmla="*/ 578387 w 591813"/>
                <a:gd name="connsiteY1200" fmla="*/ 268166 h 640885"/>
                <a:gd name="connsiteX1201" fmla="*/ 578792 w 591813"/>
                <a:gd name="connsiteY1201" fmla="*/ 267446 h 640885"/>
                <a:gd name="connsiteX1202" fmla="*/ 579174 w 591813"/>
                <a:gd name="connsiteY1202" fmla="*/ 266681 h 640885"/>
                <a:gd name="connsiteX1203" fmla="*/ 579579 w 591813"/>
                <a:gd name="connsiteY1203" fmla="*/ 265917 h 640885"/>
                <a:gd name="connsiteX1204" fmla="*/ 579984 w 591813"/>
                <a:gd name="connsiteY1204" fmla="*/ 265107 h 640885"/>
                <a:gd name="connsiteX1205" fmla="*/ 580366 w 591813"/>
                <a:gd name="connsiteY1205" fmla="*/ 264275 h 640885"/>
                <a:gd name="connsiteX1206" fmla="*/ 580771 w 591813"/>
                <a:gd name="connsiteY1206" fmla="*/ 263420 h 640885"/>
                <a:gd name="connsiteX1207" fmla="*/ 581153 w 591813"/>
                <a:gd name="connsiteY1207" fmla="*/ 262521 h 640885"/>
                <a:gd name="connsiteX1208" fmla="*/ 581558 w 591813"/>
                <a:gd name="connsiteY1208" fmla="*/ 261599 h 640885"/>
                <a:gd name="connsiteX1209" fmla="*/ 581940 w 591813"/>
                <a:gd name="connsiteY1209" fmla="*/ 260654 h 640885"/>
                <a:gd name="connsiteX1210" fmla="*/ 582345 w 591813"/>
                <a:gd name="connsiteY1210" fmla="*/ 259642 h 640885"/>
                <a:gd name="connsiteX1211" fmla="*/ 582727 w 591813"/>
                <a:gd name="connsiteY1211" fmla="*/ 258630 h 640885"/>
                <a:gd name="connsiteX1212" fmla="*/ 583132 w 591813"/>
                <a:gd name="connsiteY1212" fmla="*/ 257551 h 640885"/>
                <a:gd name="connsiteX1213" fmla="*/ 583537 w 591813"/>
                <a:gd name="connsiteY1213" fmla="*/ 256426 h 640885"/>
                <a:gd name="connsiteX1214" fmla="*/ 583919 w 591813"/>
                <a:gd name="connsiteY1214" fmla="*/ 255257 h 640885"/>
                <a:gd name="connsiteX1215" fmla="*/ 584324 w 591813"/>
                <a:gd name="connsiteY1215" fmla="*/ 254042 h 640885"/>
                <a:gd name="connsiteX1216" fmla="*/ 584707 w 591813"/>
                <a:gd name="connsiteY1216" fmla="*/ 252783 h 640885"/>
                <a:gd name="connsiteX1217" fmla="*/ 585111 w 591813"/>
                <a:gd name="connsiteY1217" fmla="*/ 251456 h 640885"/>
                <a:gd name="connsiteX1218" fmla="*/ 585493 w 591813"/>
                <a:gd name="connsiteY1218" fmla="*/ 250062 h 640885"/>
                <a:gd name="connsiteX1219" fmla="*/ 585898 w 591813"/>
                <a:gd name="connsiteY1219" fmla="*/ 248600 h 640885"/>
                <a:gd name="connsiteX1220" fmla="*/ 586303 w 591813"/>
                <a:gd name="connsiteY1220" fmla="*/ 247071 h 640885"/>
                <a:gd name="connsiteX1221" fmla="*/ 586686 w 591813"/>
                <a:gd name="connsiteY1221" fmla="*/ 245474 h 640885"/>
                <a:gd name="connsiteX1222" fmla="*/ 587090 w 591813"/>
                <a:gd name="connsiteY1222" fmla="*/ 243787 h 640885"/>
                <a:gd name="connsiteX1223" fmla="*/ 587473 w 591813"/>
                <a:gd name="connsiteY1223" fmla="*/ 242010 h 640885"/>
                <a:gd name="connsiteX1224" fmla="*/ 587878 w 591813"/>
                <a:gd name="connsiteY1224" fmla="*/ 240166 h 640885"/>
                <a:gd name="connsiteX1225" fmla="*/ 588260 w 591813"/>
                <a:gd name="connsiteY1225" fmla="*/ 238210 h 640885"/>
                <a:gd name="connsiteX1226" fmla="*/ 588665 w 591813"/>
                <a:gd name="connsiteY1226" fmla="*/ 236141 h 640885"/>
                <a:gd name="connsiteX1227" fmla="*/ 589047 w 591813"/>
                <a:gd name="connsiteY1227" fmla="*/ 233982 h 640885"/>
                <a:gd name="connsiteX1228" fmla="*/ 589452 w 591813"/>
                <a:gd name="connsiteY1228" fmla="*/ 231710 h 640885"/>
                <a:gd name="connsiteX1229" fmla="*/ 589856 w 591813"/>
                <a:gd name="connsiteY1229" fmla="*/ 229304 h 640885"/>
                <a:gd name="connsiteX1230" fmla="*/ 590239 w 591813"/>
                <a:gd name="connsiteY1230" fmla="*/ 226785 h 640885"/>
                <a:gd name="connsiteX1231" fmla="*/ 590644 w 591813"/>
                <a:gd name="connsiteY1231" fmla="*/ 224154 h 640885"/>
                <a:gd name="connsiteX1232" fmla="*/ 591026 w 591813"/>
                <a:gd name="connsiteY1232" fmla="*/ 221410 h 640885"/>
                <a:gd name="connsiteX1233" fmla="*/ 591431 w 591813"/>
                <a:gd name="connsiteY1233" fmla="*/ 218801 h 640885"/>
                <a:gd name="connsiteX1234" fmla="*/ 591813 w 591813"/>
                <a:gd name="connsiteY1234" fmla="*/ 215877 h 640885"/>
                <a:gd name="connsiteX1235" fmla="*/ 591813 w 591813"/>
                <a:gd name="connsiteY1235" fmla="*/ 192039 h 640885"/>
                <a:gd name="connsiteX1236" fmla="*/ 591431 w 591813"/>
                <a:gd name="connsiteY1236" fmla="*/ 194467 h 640885"/>
                <a:gd name="connsiteX1237" fmla="*/ 591026 w 591813"/>
                <a:gd name="connsiteY1237" fmla="*/ 196581 h 640885"/>
                <a:gd name="connsiteX1238" fmla="*/ 590644 w 591813"/>
                <a:gd name="connsiteY1238" fmla="*/ 198853 h 640885"/>
                <a:gd name="connsiteX1239" fmla="*/ 590239 w 591813"/>
                <a:gd name="connsiteY1239" fmla="*/ 201034 h 640885"/>
                <a:gd name="connsiteX1240" fmla="*/ 589856 w 591813"/>
                <a:gd name="connsiteY1240" fmla="*/ 203103 h 640885"/>
                <a:gd name="connsiteX1241" fmla="*/ 589452 w 591813"/>
                <a:gd name="connsiteY1241" fmla="*/ 205082 h 640885"/>
                <a:gd name="connsiteX1242" fmla="*/ 589047 w 591813"/>
                <a:gd name="connsiteY1242" fmla="*/ 206949 h 640885"/>
                <a:gd name="connsiteX1243" fmla="*/ 588665 w 591813"/>
                <a:gd name="connsiteY1243" fmla="*/ 208748 h 640885"/>
                <a:gd name="connsiteX1244" fmla="*/ 588260 w 591813"/>
                <a:gd name="connsiteY1244" fmla="*/ 210435 h 640885"/>
                <a:gd name="connsiteX1245" fmla="*/ 587878 w 591813"/>
                <a:gd name="connsiteY1245" fmla="*/ 212032 h 640885"/>
                <a:gd name="connsiteX1246" fmla="*/ 587473 w 591813"/>
                <a:gd name="connsiteY1246" fmla="*/ 213561 h 640885"/>
                <a:gd name="connsiteX1247" fmla="*/ 587090 w 591813"/>
                <a:gd name="connsiteY1247" fmla="*/ 215023 h 640885"/>
                <a:gd name="connsiteX1248" fmla="*/ 586686 w 591813"/>
                <a:gd name="connsiteY1248" fmla="*/ 216395 h 640885"/>
                <a:gd name="connsiteX1249" fmla="*/ 586303 w 591813"/>
                <a:gd name="connsiteY1249" fmla="*/ 217722 h 640885"/>
                <a:gd name="connsiteX1250" fmla="*/ 585898 w 591813"/>
                <a:gd name="connsiteY1250" fmla="*/ 218959 h 640885"/>
                <a:gd name="connsiteX1251" fmla="*/ 585493 w 591813"/>
                <a:gd name="connsiteY1251" fmla="*/ 220173 h 640885"/>
                <a:gd name="connsiteX1252" fmla="*/ 585111 w 591813"/>
                <a:gd name="connsiteY1252" fmla="*/ 221320 h 640885"/>
                <a:gd name="connsiteX1253" fmla="*/ 584707 w 591813"/>
                <a:gd name="connsiteY1253" fmla="*/ 222422 h 640885"/>
                <a:gd name="connsiteX1254" fmla="*/ 584324 w 591813"/>
                <a:gd name="connsiteY1254" fmla="*/ 223479 h 640885"/>
                <a:gd name="connsiteX1255" fmla="*/ 583919 w 591813"/>
                <a:gd name="connsiteY1255" fmla="*/ 224491 h 640885"/>
                <a:gd name="connsiteX1256" fmla="*/ 583537 w 591813"/>
                <a:gd name="connsiteY1256" fmla="*/ 225481 h 640885"/>
                <a:gd name="connsiteX1257" fmla="*/ 583132 w 591813"/>
                <a:gd name="connsiteY1257" fmla="*/ 226403 h 640885"/>
                <a:gd name="connsiteX1258" fmla="*/ 582727 w 591813"/>
                <a:gd name="connsiteY1258" fmla="*/ 227302 h 640885"/>
                <a:gd name="connsiteX1259" fmla="*/ 582345 w 591813"/>
                <a:gd name="connsiteY1259" fmla="*/ 228179 h 640885"/>
                <a:gd name="connsiteX1260" fmla="*/ 581940 w 591813"/>
                <a:gd name="connsiteY1260" fmla="*/ 229034 h 640885"/>
                <a:gd name="connsiteX1261" fmla="*/ 581558 w 591813"/>
                <a:gd name="connsiteY1261" fmla="*/ 229844 h 640885"/>
                <a:gd name="connsiteX1262" fmla="*/ 581153 w 591813"/>
                <a:gd name="connsiteY1262" fmla="*/ 230631 h 640885"/>
                <a:gd name="connsiteX1263" fmla="*/ 580771 w 591813"/>
                <a:gd name="connsiteY1263" fmla="*/ 231395 h 640885"/>
                <a:gd name="connsiteX1264" fmla="*/ 580366 w 591813"/>
                <a:gd name="connsiteY1264" fmla="*/ 232137 h 640885"/>
                <a:gd name="connsiteX1265" fmla="*/ 579984 w 591813"/>
                <a:gd name="connsiteY1265" fmla="*/ 232857 h 640885"/>
                <a:gd name="connsiteX1266" fmla="*/ 579579 w 591813"/>
                <a:gd name="connsiteY1266" fmla="*/ 233554 h 640885"/>
                <a:gd name="connsiteX1267" fmla="*/ 579174 w 591813"/>
                <a:gd name="connsiteY1267" fmla="*/ 234229 h 640885"/>
                <a:gd name="connsiteX1268" fmla="*/ 578792 w 591813"/>
                <a:gd name="connsiteY1268" fmla="*/ 234881 h 640885"/>
                <a:gd name="connsiteX1269" fmla="*/ 578387 w 591813"/>
                <a:gd name="connsiteY1269" fmla="*/ 235533 h 640885"/>
                <a:gd name="connsiteX1270" fmla="*/ 578004 w 591813"/>
                <a:gd name="connsiteY1270" fmla="*/ 236163 h 640885"/>
                <a:gd name="connsiteX1271" fmla="*/ 577600 w 591813"/>
                <a:gd name="connsiteY1271" fmla="*/ 236770 h 640885"/>
                <a:gd name="connsiteX1272" fmla="*/ 577217 w 591813"/>
                <a:gd name="connsiteY1272" fmla="*/ 237355 h 640885"/>
                <a:gd name="connsiteX1273" fmla="*/ 576813 w 591813"/>
                <a:gd name="connsiteY1273" fmla="*/ 237940 h 640885"/>
                <a:gd name="connsiteX1274" fmla="*/ 576430 w 591813"/>
                <a:gd name="connsiteY1274" fmla="*/ 238502 h 640885"/>
                <a:gd name="connsiteX1275" fmla="*/ 576025 w 591813"/>
                <a:gd name="connsiteY1275" fmla="*/ 239064 h 640885"/>
                <a:gd name="connsiteX1276" fmla="*/ 575621 w 591813"/>
                <a:gd name="connsiteY1276" fmla="*/ 239604 h 640885"/>
                <a:gd name="connsiteX1277" fmla="*/ 575238 w 591813"/>
                <a:gd name="connsiteY1277" fmla="*/ 240121 h 640885"/>
                <a:gd name="connsiteX1278" fmla="*/ 574833 w 591813"/>
                <a:gd name="connsiteY1278" fmla="*/ 240638 h 640885"/>
                <a:gd name="connsiteX1279" fmla="*/ 574451 w 591813"/>
                <a:gd name="connsiteY1279" fmla="*/ 241133 h 640885"/>
                <a:gd name="connsiteX1280" fmla="*/ 574047 w 591813"/>
                <a:gd name="connsiteY1280" fmla="*/ 241628 h 640885"/>
                <a:gd name="connsiteX1281" fmla="*/ 573664 w 591813"/>
                <a:gd name="connsiteY1281" fmla="*/ 242123 h 640885"/>
                <a:gd name="connsiteX1282" fmla="*/ 573259 w 591813"/>
                <a:gd name="connsiteY1282" fmla="*/ 242595 h 640885"/>
                <a:gd name="connsiteX1283" fmla="*/ 572877 w 591813"/>
                <a:gd name="connsiteY1283" fmla="*/ 243045 h 640885"/>
                <a:gd name="connsiteX1284" fmla="*/ 572472 w 591813"/>
                <a:gd name="connsiteY1284" fmla="*/ 243495 h 640885"/>
                <a:gd name="connsiteX1285" fmla="*/ 572067 w 591813"/>
                <a:gd name="connsiteY1285" fmla="*/ 243944 h 640885"/>
                <a:gd name="connsiteX1286" fmla="*/ 571685 w 591813"/>
                <a:gd name="connsiteY1286" fmla="*/ 244372 h 640885"/>
                <a:gd name="connsiteX1287" fmla="*/ 571280 w 591813"/>
                <a:gd name="connsiteY1287" fmla="*/ 244799 h 640885"/>
                <a:gd name="connsiteX1288" fmla="*/ 570898 w 591813"/>
                <a:gd name="connsiteY1288" fmla="*/ 245226 h 640885"/>
                <a:gd name="connsiteX1289" fmla="*/ 570493 w 591813"/>
                <a:gd name="connsiteY1289" fmla="*/ 245631 h 640885"/>
                <a:gd name="connsiteX1290" fmla="*/ 570111 w 591813"/>
                <a:gd name="connsiteY1290" fmla="*/ 246036 h 640885"/>
                <a:gd name="connsiteX1291" fmla="*/ 569706 w 591813"/>
                <a:gd name="connsiteY1291" fmla="*/ 246418 h 640885"/>
                <a:gd name="connsiteX1292" fmla="*/ 569324 w 591813"/>
                <a:gd name="connsiteY1292" fmla="*/ 246801 h 640885"/>
                <a:gd name="connsiteX1293" fmla="*/ 568919 w 591813"/>
                <a:gd name="connsiteY1293" fmla="*/ 247183 h 640885"/>
                <a:gd name="connsiteX1294" fmla="*/ 568514 w 591813"/>
                <a:gd name="connsiteY1294" fmla="*/ 247565 h 640885"/>
                <a:gd name="connsiteX1295" fmla="*/ 568132 w 591813"/>
                <a:gd name="connsiteY1295" fmla="*/ 247948 h 640885"/>
                <a:gd name="connsiteX1296" fmla="*/ 567727 w 591813"/>
                <a:gd name="connsiteY1296" fmla="*/ 248307 h 640885"/>
                <a:gd name="connsiteX1297" fmla="*/ 567344 w 591813"/>
                <a:gd name="connsiteY1297" fmla="*/ 248690 h 640885"/>
                <a:gd name="connsiteX1298" fmla="*/ 566940 w 591813"/>
                <a:gd name="connsiteY1298" fmla="*/ 249050 h 640885"/>
                <a:gd name="connsiteX1299" fmla="*/ 566557 w 591813"/>
                <a:gd name="connsiteY1299" fmla="*/ 249409 h 640885"/>
                <a:gd name="connsiteX1300" fmla="*/ 566153 w 591813"/>
                <a:gd name="connsiteY1300" fmla="*/ 249769 h 640885"/>
                <a:gd name="connsiteX1301" fmla="*/ 565748 w 591813"/>
                <a:gd name="connsiteY1301" fmla="*/ 250107 h 640885"/>
                <a:gd name="connsiteX1302" fmla="*/ 565365 w 591813"/>
                <a:gd name="connsiteY1302" fmla="*/ 250466 h 640885"/>
                <a:gd name="connsiteX1303" fmla="*/ 564961 w 591813"/>
                <a:gd name="connsiteY1303" fmla="*/ 250826 h 640885"/>
                <a:gd name="connsiteX1304" fmla="*/ 564578 w 591813"/>
                <a:gd name="connsiteY1304" fmla="*/ 251164 h 640885"/>
                <a:gd name="connsiteX1305" fmla="*/ 564173 w 591813"/>
                <a:gd name="connsiteY1305" fmla="*/ 251501 h 640885"/>
                <a:gd name="connsiteX1306" fmla="*/ 563791 w 591813"/>
                <a:gd name="connsiteY1306" fmla="*/ 251861 h 640885"/>
                <a:gd name="connsiteX1307" fmla="*/ 563386 w 591813"/>
                <a:gd name="connsiteY1307" fmla="*/ 252198 h 640885"/>
                <a:gd name="connsiteX1308" fmla="*/ 563004 w 591813"/>
                <a:gd name="connsiteY1308" fmla="*/ 252535 h 640885"/>
                <a:gd name="connsiteX1309" fmla="*/ 562599 w 591813"/>
                <a:gd name="connsiteY1309" fmla="*/ 252873 h 640885"/>
                <a:gd name="connsiteX1310" fmla="*/ 562195 w 591813"/>
                <a:gd name="connsiteY1310" fmla="*/ 253188 h 640885"/>
                <a:gd name="connsiteX1311" fmla="*/ 561812 w 591813"/>
                <a:gd name="connsiteY1311" fmla="*/ 253525 h 640885"/>
                <a:gd name="connsiteX1312" fmla="*/ 561407 w 591813"/>
                <a:gd name="connsiteY1312" fmla="*/ 253862 h 640885"/>
                <a:gd name="connsiteX1313" fmla="*/ 561025 w 591813"/>
                <a:gd name="connsiteY1313" fmla="*/ 254177 h 640885"/>
                <a:gd name="connsiteX1314" fmla="*/ 560620 w 591813"/>
                <a:gd name="connsiteY1314" fmla="*/ 254492 h 640885"/>
                <a:gd name="connsiteX1315" fmla="*/ 560238 w 591813"/>
                <a:gd name="connsiteY1315" fmla="*/ 254829 h 640885"/>
                <a:gd name="connsiteX1316" fmla="*/ 559833 w 591813"/>
                <a:gd name="connsiteY1316" fmla="*/ 255144 h 640885"/>
                <a:gd name="connsiteX1317" fmla="*/ 559450 w 591813"/>
                <a:gd name="connsiteY1317" fmla="*/ 255482 h 640885"/>
                <a:gd name="connsiteX1318" fmla="*/ 559046 w 591813"/>
                <a:gd name="connsiteY1318" fmla="*/ 255796 h 640885"/>
                <a:gd name="connsiteX1319" fmla="*/ 558641 w 591813"/>
                <a:gd name="connsiteY1319" fmla="*/ 256111 h 640885"/>
                <a:gd name="connsiteX1320" fmla="*/ 558259 w 591813"/>
                <a:gd name="connsiteY1320" fmla="*/ 256449 h 640885"/>
                <a:gd name="connsiteX1321" fmla="*/ 557854 w 591813"/>
                <a:gd name="connsiteY1321" fmla="*/ 256764 h 640885"/>
                <a:gd name="connsiteX1322" fmla="*/ 557472 w 591813"/>
                <a:gd name="connsiteY1322" fmla="*/ 257078 h 640885"/>
                <a:gd name="connsiteX1323" fmla="*/ 557067 w 591813"/>
                <a:gd name="connsiteY1323" fmla="*/ 257416 h 640885"/>
                <a:gd name="connsiteX1324" fmla="*/ 556684 w 591813"/>
                <a:gd name="connsiteY1324" fmla="*/ 257731 h 640885"/>
                <a:gd name="connsiteX1325" fmla="*/ 556280 w 591813"/>
                <a:gd name="connsiteY1325" fmla="*/ 258045 h 640885"/>
                <a:gd name="connsiteX1326" fmla="*/ 555897 w 591813"/>
                <a:gd name="connsiteY1326" fmla="*/ 258383 h 640885"/>
                <a:gd name="connsiteX1327" fmla="*/ 555493 w 591813"/>
                <a:gd name="connsiteY1327" fmla="*/ 258698 h 640885"/>
                <a:gd name="connsiteX1328" fmla="*/ 555088 w 591813"/>
                <a:gd name="connsiteY1328" fmla="*/ 259013 h 640885"/>
                <a:gd name="connsiteX1329" fmla="*/ 554705 w 591813"/>
                <a:gd name="connsiteY1329" fmla="*/ 259350 h 640885"/>
                <a:gd name="connsiteX1330" fmla="*/ 554301 w 591813"/>
                <a:gd name="connsiteY1330" fmla="*/ 259665 h 640885"/>
                <a:gd name="connsiteX1331" fmla="*/ 553918 w 591813"/>
                <a:gd name="connsiteY1331" fmla="*/ 260002 h 640885"/>
                <a:gd name="connsiteX1332" fmla="*/ 553513 w 591813"/>
                <a:gd name="connsiteY1332" fmla="*/ 260339 h 640885"/>
                <a:gd name="connsiteX1333" fmla="*/ 553131 w 591813"/>
                <a:gd name="connsiteY1333" fmla="*/ 260654 h 640885"/>
                <a:gd name="connsiteX1334" fmla="*/ 552726 w 591813"/>
                <a:gd name="connsiteY1334" fmla="*/ 260992 h 640885"/>
                <a:gd name="connsiteX1335" fmla="*/ 552321 w 591813"/>
                <a:gd name="connsiteY1335" fmla="*/ 261329 h 640885"/>
                <a:gd name="connsiteX1336" fmla="*/ 551939 w 591813"/>
                <a:gd name="connsiteY1336" fmla="*/ 261666 h 640885"/>
                <a:gd name="connsiteX1337" fmla="*/ 551535 w 591813"/>
                <a:gd name="connsiteY1337" fmla="*/ 262004 h 640885"/>
                <a:gd name="connsiteX1338" fmla="*/ 551152 w 591813"/>
                <a:gd name="connsiteY1338" fmla="*/ 262341 h 640885"/>
                <a:gd name="connsiteX1339" fmla="*/ 550747 w 591813"/>
                <a:gd name="connsiteY1339" fmla="*/ 262678 h 640885"/>
                <a:gd name="connsiteX1340" fmla="*/ 550365 w 591813"/>
                <a:gd name="connsiteY1340" fmla="*/ 263016 h 640885"/>
                <a:gd name="connsiteX1341" fmla="*/ 549960 w 591813"/>
                <a:gd name="connsiteY1341" fmla="*/ 263353 h 640885"/>
                <a:gd name="connsiteX1342" fmla="*/ 549578 w 591813"/>
                <a:gd name="connsiteY1342" fmla="*/ 263713 h 640885"/>
                <a:gd name="connsiteX1343" fmla="*/ 549173 w 591813"/>
                <a:gd name="connsiteY1343" fmla="*/ 264050 h 640885"/>
                <a:gd name="connsiteX1344" fmla="*/ 548768 w 591813"/>
                <a:gd name="connsiteY1344" fmla="*/ 264388 h 640885"/>
                <a:gd name="connsiteX1345" fmla="*/ 548386 w 591813"/>
                <a:gd name="connsiteY1345" fmla="*/ 264747 h 640885"/>
                <a:gd name="connsiteX1346" fmla="*/ 547981 w 591813"/>
                <a:gd name="connsiteY1346" fmla="*/ 265085 h 640885"/>
                <a:gd name="connsiteX1347" fmla="*/ 547599 w 591813"/>
                <a:gd name="connsiteY1347" fmla="*/ 265422 h 640885"/>
                <a:gd name="connsiteX1348" fmla="*/ 547194 w 591813"/>
                <a:gd name="connsiteY1348" fmla="*/ 265782 h 640885"/>
                <a:gd name="connsiteX1349" fmla="*/ 546812 w 591813"/>
                <a:gd name="connsiteY1349" fmla="*/ 266119 h 640885"/>
                <a:gd name="connsiteX1350" fmla="*/ 546407 w 591813"/>
                <a:gd name="connsiteY1350" fmla="*/ 266479 h 640885"/>
                <a:gd name="connsiteX1351" fmla="*/ 546024 w 591813"/>
                <a:gd name="connsiteY1351" fmla="*/ 266816 h 640885"/>
                <a:gd name="connsiteX1352" fmla="*/ 545620 w 591813"/>
                <a:gd name="connsiteY1352" fmla="*/ 267176 h 640885"/>
                <a:gd name="connsiteX1353" fmla="*/ 545215 w 591813"/>
                <a:gd name="connsiteY1353" fmla="*/ 267536 h 640885"/>
                <a:gd name="connsiteX1354" fmla="*/ 544832 w 591813"/>
                <a:gd name="connsiteY1354" fmla="*/ 267873 h 640885"/>
                <a:gd name="connsiteX1355" fmla="*/ 544427 w 591813"/>
                <a:gd name="connsiteY1355" fmla="*/ 268233 h 640885"/>
                <a:gd name="connsiteX1356" fmla="*/ 544045 w 591813"/>
                <a:gd name="connsiteY1356" fmla="*/ 268593 h 640885"/>
                <a:gd name="connsiteX1357" fmla="*/ 543641 w 591813"/>
                <a:gd name="connsiteY1357" fmla="*/ 268953 h 640885"/>
                <a:gd name="connsiteX1358" fmla="*/ 543258 w 591813"/>
                <a:gd name="connsiteY1358" fmla="*/ 269313 h 640885"/>
                <a:gd name="connsiteX1359" fmla="*/ 542853 w 591813"/>
                <a:gd name="connsiteY1359" fmla="*/ 269695 h 640885"/>
                <a:gd name="connsiteX1360" fmla="*/ 542471 w 591813"/>
                <a:gd name="connsiteY1360" fmla="*/ 270055 h 640885"/>
                <a:gd name="connsiteX1361" fmla="*/ 542066 w 591813"/>
                <a:gd name="connsiteY1361" fmla="*/ 270415 h 640885"/>
                <a:gd name="connsiteX1362" fmla="*/ 541661 w 591813"/>
                <a:gd name="connsiteY1362" fmla="*/ 270775 h 640885"/>
                <a:gd name="connsiteX1363" fmla="*/ 541279 w 591813"/>
                <a:gd name="connsiteY1363" fmla="*/ 271134 h 640885"/>
                <a:gd name="connsiteX1364" fmla="*/ 540875 w 591813"/>
                <a:gd name="connsiteY1364" fmla="*/ 271494 h 640885"/>
                <a:gd name="connsiteX1365" fmla="*/ 540492 w 591813"/>
                <a:gd name="connsiteY1365" fmla="*/ 271854 h 640885"/>
                <a:gd name="connsiteX1366" fmla="*/ 540087 w 591813"/>
                <a:gd name="connsiteY1366" fmla="*/ 272214 h 640885"/>
                <a:gd name="connsiteX1367" fmla="*/ 539705 w 591813"/>
                <a:gd name="connsiteY1367" fmla="*/ 272574 h 640885"/>
                <a:gd name="connsiteX1368" fmla="*/ 539300 w 591813"/>
                <a:gd name="connsiteY1368" fmla="*/ 272934 h 640885"/>
                <a:gd name="connsiteX1369" fmla="*/ 538918 w 591813"/>
                <a:gd name="connsiteY1369" fmla="*/ 273293 h 640885"/>
                <a:gd name="connsiteX1370" fmla="*/ 538513 w 591813"/>
                <a:gd name="connsiteY1370" fmla="*/ 273653 h 640885"/>
                <a:gd name="connsiteX1371" fmla="*/ 538108 w 591813"/>
                <a:gd name="connsiteY1371" fmla="*/ 274013 h 640885"/>
                <a:gd name="connsiteX1372" fmla="*/ 537726 w 591813"/>
                <a:gd name="connsiteY1372" fmla="*/ 274373 h 640885"/>
                <a:gd name="connsiteX1373" fmla="*/ 537321 w 591813"/>
                <a:gd name="connsiteY1373" fmla="*/ 274710 h 640885"/>
                <a:gd name="connsiteX1374" fmla="*/ 536939 w 591813"/>
                <a:gd name="connsiteY1374" fmla="*/ 275070 h 640885"/>
                <a:gd name="connsiteX1375" fmla="*/ 536534 w 591813"/>
                <a:gd name="connsiteY1375" fmla="*/ 275430 h 640885"/>
                <a:gd name="connsiteX1376" fmla="*/ 536151 w 591813"/>
                <a:gd name="connsiteY1376" fmla="*/ 275790 h 640885"/>
                <a:gd name="connsiteX1377" fmla="*/ 535747 w 591813"/>
                <a:gd name="connsiteY1377" fmla="*/ 276150 h 640885"/>
                <a:gd name="connsiteX1378" fmla="*/ 535342 w 591813"/>
                <a:gd name="connsiteY1378" fmla="*/ 276487 h 640885"/>
                <a:gd name="connsiteX1379" fmla="*/ 534959 w 591813"/>
                <a:gd name="connsiteY1379" fmla="*/ 276847 h 640885"/>
                <a:gd name="connsiteX1380" fmla="*/ 534555 w 591813"/>
                <a:gd name="connsiteY1380" fmla="*/ 277207 h 640885"/>
                <a:gd name="connsiteX1381" fmla="*/ 534172 w 591813"/>
                <a:gd name="connsiteY1381" fmla="*/ 277544 h 640885"/>
                <a:gd name="connsiteX1382" fmla="*/ 533767 w 591813"/>
                <a:gd name="connsiteY1382" fmla="*/ 277904 h 640885"/>
                <a:gd name="connsiteX1383" fmla="*/ 533385 w 591813"/>
                <a:gd name="connsiteY1383" fmla="*/ 278264 h 640885"/>
                <a:gd name="connsiteX1384" fmla="*/ 532981 w 591813"/>
                <a:gd name="connsiteY1384" fmla="*/ 278623 h 640885"/>
                <a:gd name="connsiteX1385" fmla="*/ 532598 w 591813"/>
                <a:gd name="connsiteY1385" fmla="*/ 278983 h 640885"/>
                <a:gd name="connsiteX1386" fmla="*/ 532193 w 591813"/>
                <a:gd name="connsiteY1386" fmla="*/ 279343 h 640885"/>
                <a:gd name="connsiteX1387" fmla="*/ 531789 w 591813"/>
                <a:gd name="connsiteY1387" fmla="*/ 279703 h 640885"/>
                <a:gd name="connsiteX1388" fmla="*/ 531406 w 591813"/>
                <a:gd name="connsiteY1388" fmla="*/ 280085 h 640885"/>
                <a:gd name="connsiteX1389" fmla="*/ 531001 w 591813"/>
                <a:gd name="connsiteY1389" fmla="*/ 280445 h 640885"/>
                <a:gd name="connsiteX1390" fmla="*/ 530619 w 591813"/>
                <a:gd name="connsiteY1390" fmla="*/ 280805 h 640885"/>
                <a:gd name="connsiteX1391" fmla="*/ 530214 w 591813"/>
                <a:gd name="connsiteY1391" fmla="*/ 281187 h 640885"/>
                <a:gd name="connsiteX1392" fmla="*/ 529832 w 591813"/>
                <a:gd name="connsiteY1392" fmla="*/ 281547 h 640885"/>
                <a:gd name="connsiteX1393" fmla="*/ 529427 w 591813"/>
                <a:gd name="connsiteY1393" fmla="*/ 281907 h 640885"/>
                <a:gd name="connsiteX1394" fmla="*/ 529045 w 591813"/>
                <a:gd name="connsiteY1394" fmla="*/ 282289 h 640885"/>
                <a:gd name="connsiteX1395" fmla="*/ 528640 w 591813"/>
                <a:gd name="connsiteY1395" fmla="*/ 282649 h 640885"/>
                <a:gd name="connsiteX1396" fmla="*/ 528235 w 591813"/>
                <a:gd name="connsiteY1396" fmla="*/ 283031 h 640885"/>
                <a:gd name="connsiteX1397" fmla="*/ 527853 w 591813"/>
                <a:gd name="connsiteY1397" fmla="*/ 283391 h 640885"/>
                <a:gd name="connsiteX1398" fmla="*/ 527448 w 591813"/>
                <a:gd name="connsiteY1398" fmla="*/ 283774 h 640885"/>
                <a:gd name="connsiteX1399" fmla="*/ 527066 w 591813"/>
                <a:gd name="connsiteY1399" fmla="*/ 284133 h 640885"/>
                <a:gd name="connsiteX1400" fmla="*/ 526661 w 591813"/>
                <a:gd name="connsiteY1400" fmla="*/ 284516 h 640885"/>
                <a:gd name="connsiteX1401" fmla="*/ 526278 w 591813"/>
                <a:gd name="connsiteY1401" fmla="*/ 284898 h 640885"/>
                <a:gd name="connsiteX1402" fmla="*/ 525874 w 591813"/>
                <a:gd name="connsiteY1402" fmla="*/ 285258 h 640885"/>
                <a:gd name="connsiteX1403" fmla="*/ 525491 w 591813"/>
                <a:gd name="connsiteY1403" fmla="*/ 285640 h 640885"/>
                <a:gd name="connsiteX1404" fmla="*/ 525087 w 591813"/>
                <a:gd name="connsiteY1404" fmla="*/ 286000 h 640885"/>
                <a:gd name="connsiteX1405" fmla="*/ 524682 w 591813"/>
                <a:gd name="connsiteY1405" fmla="*/ 286382 h 640885"/>
                <a:gd name="connsiteX1406" fmla="*/ 524299 w 591813"/>
                <a:gd name="connsiteY1406" fmla="*/ 286742 h 640885"/>
                <a:gd name="connsiteX1407" fmla="*/ 523895 w 591813"/>
                <a:gd name="connsiteY1407" fmla="*/ 287124 h 640885"/>
                <a:gd name="connsiteX1408" fmla="*/ 523535 w 591813"/>
                <a:gd name="connsiteY1408" fmla="*/ 287507 h 640885"/>
                <a:gd name="connsiteX1409" fmla="*/ 523107 w 591813"/>
                <a:gd name="connsiteY1409" fmla="*/ 287867 h 640885"/>
                <a:gd name="connsiteX1410" fmla="*/ 522748 w 591813"/>
                <a:gd name="connsiteY1410" fmla="*/ 288249 h 640885"/>
                <a:gd name="connsiteX1411" fmla="*/ 522343 w 591813"/>
                <a:gd name="connsiteY1411" fmla="*/ 288631 h 640885"/>
                <a:gd name="connsiteX1412" fmla="*/ 521938 w 591813"/>
                <a:gd name="connsiteY1412" fmla="*/ 288991 h 640885"/>
                <a:gd name="connsiteX1413" fmla="*/ 521556 w 591813"/>
                <a:gd name="connsiteY1413" fmla="*/ 289373 h 640885"/>
                <a:gd name="connsiteX1414" fmla="*/ 521151 w 591813"/>
                <a:gd name="connsiteY1414" fmla="*/ 289756 h 640885"/>
                <a:gd name="connsiteX1415" fmla="*/ 520768 w 591813"/>
                <a:gd name="connsiteY1415" fmla="*/ 290116 h 640885"/>
                <a:gd name="connsiteX1416" fmla="*/ 520364 w 591813"/>
                <a:gd name="connsiteY1416" fmla="*/ 290498 h 640885"/>
                <a:gd name="connsiteX1417" fmla="*/ 519982 w 591813"/>
                <a:gd name="connsiteY1417" fmla="*/ 290880 h 640885"/>
                <a:gd name="connsiteX1418" fmla="*/ 519576 w 591813"/>
                <a:gd name="connsiteY1418" fmla="*/ 291263 h 640885"/>
                <a:gd name="connsiteX1419" fmla="*/ 519194 w 591813"/>
                <a:gd name="connsiteY1419" fmla="*/ 291645 h 640885"/>
                <a:gd name="connsiteX1420" fmla="*/ 518790 w 591813"/>
                <a:gd name="connsiteY1420" fmla="*/ 292027 h 640885"/>
                <a:gd name="connsiteX1421" fmla="*/ 518385 w 591813"/>
                <a:gd name="connsiteY1421" fmla="*/ 292410 h 640885"/>
                <a:gd name="connsiteX1422" fmla="*/ 518002 w 591813"/>
                <a:gd name="connsiteY1422" fmla="*/ 292792 h 640885"/>
                <a:gd name="connsiteX1423" fmla="*/ 517598 w 591813"/>
                <a:gd name="connsiteY1423" fmla="*/ 293174 h 640885"/>
                <a:gd name="connsiteX1424" fmla="*/ 517215 w 591813"/>
                <a:gd name="connsiteY1424" fmla="*/ 293579 h 640885"/>
                <a:gd name="connsiteX1425" fmla="*/ 516810 w 591813"/>
                <a:gd name="connsiteY1425" fmla="*/ 293961 h 640885"/>
                <a:gd name="connsiteX1426" fmla="*/ 516428 w 591813"/>
                <a:gd name="connsiteY1426" fmla="*/ 294344 h 640885"/>
                <a:gd name="connsiteX1427" fmla="*/ 516023 w 591813"/>
                <a:gd name="connsiteY1427" fmla="*/ 294748 h 640885"/>
                <a:gd name="connsiteX1428" fmla="*/ 515641 w 591813"/>
                <a:gd name="connsiteY1428" fmla="*/ 295131 h 640885"/>
                <a:gd name="connsiteX1429" fmla="*/ 515236 w 591813"/>
                <a:gd name="connsiteY1429" fmla="*/ 295536 h 640885"/>
                <a:gd name="connsiteX1430" fmla="*/ 514831 w 591813"/>
                <a:gd name="connsiteY1430" fmla="*/ 295940 h 640885"/>
                <a:gd name="connsiteX1431" fmla="*/ 514449 w 591813"/>
                <a:gd name="connsiteY1431" fmla="*/ 296323 h 640885"/>
                <a:gd name="connsiteX1432" fmla="*/ 514044 w 591813"/>
                <a:gd name="connsiteY1432" fmla="*/ 296728 h 640885"/>
                <a:gd name="connsiteX1433" fmla="*/ 513662 w 591813"/>
                <a:gd name="connsiteY1433" fmla="*/ 297110 h 640885"/>
                <a:gd name="connsiteX1434" fmla="*/ 513257 w 591813"/>
                <a:gd name="connsiteY1434" fmla="*/ 297515 h 640885"/>
                <a:gd name="connsiteX1435" fmla="*/ 512875 w 591813"/>
                <a:gd name="connsiteY1435" fmla="*/ 297919 h 640885"/>
                <a:gd name="connsiteX1436" fmla="*/ 512470 w 591813"/>
                <a:gd name="connsiteY1436" fmla="*/ 298302 h 640885"/>
                <a:gd name="connsiteX1437" fmla="*/ 512088 w 591813"/>
                <a:gd name="connsiteY1437" fmla="*/ 298707 h 640885"/>
                <a:gd name="connsiteX1438" fmla="*/ 511683 w 591813"/>
                <a:gd name="connsiteY1438" fmla="*/ 299089 h 640885"/>
                <a:gd name="connsiteX1439" fmla="*/ 511278 w 591813"/>
                <a:gd name="connsiteY1439" fmla="*/ 299494 h 640885"/>
                <a:gd name="connsiteX1440" fmla="*/ 510896 w 591813"/>
                <a:gd name="connsiteY1440" fmla="*/ 299876 h 640885"/>
                <a:gd name="connsiteX1441" fmla="*/ 510491 w 591813"/>
                <a:gd name="connsiteY1441" fmla="*/ 300258 h 640885"/>
                <a:gd name="connsiteX1442" fmla="*/ 510108 w 591813"/>
                <a:gd name="connsiteY1442" fmla="*/ 300663 h 640885"/>
                <a:gd name="connsiteX1443" fmla="*/ 509704 w 591813"/>
                <a:gd name="connsiteY1443" fmla="*/ 301046 h 640885"/>
                <a:gd name="connsiteX1444" fmla="*/ 509322 w 591813"/>
                <a:gd name="connsiteY1444" fmla="*/ 301450 h 640885"/>
                <a:gd name="connsiteX1445" fmla="*/ 508916 w 591813"/>
                <a:gd name="connsiteY1445" fmla="*/ 301833 h 640885"/>
                <a:gd name="connsiteX1446" fmla="*/ 508534 w 591813"/>
                <a:gd name="connsiteY1446" fmla="*/ 302215 h 640885"/>
                <a:gd name="connsiteX1447" fmla="*/ 508130 w 591813"/>
                <a:gd name="connsiteY1447" fmla="*/ 302620 h 640885"/>
                <a:gd name="connsiteX1448" fmla="*/ 507724 w 591813"/>
                <a:gd name="connsiteY1448" fmla="*/ 303002 h 640885"/>
                <a:gd name="connsiteX1449" fmla="*/ 507342 w 591813"/>
                <a:gd name="connsiteY1449" fmla="*/ 303407 h 640885"/>
                <a:gd name="connsiteX1450" fmla="*/ 506938 w 591813"/>
                <a:gd name="connsiteY1450" fmla="*/ 303789 h 640885"/>
                <a:gd name="connsiteX1451" fmla="*/ 506555 w 591813"/>
                <a:gd name="connsiteY1451" fmla="*/ 304172 h 640885"/>
                <a:gd name="connsiteX1452" fmla="*/ 506150 w 591813"/>
                <a:gd name="connsiteY1452" fmla="*/ 304576 h 640885"/>
                <a:gd name="connsiteX1453" fmla="*/ 505768 w 591813"/>
                <a:gd name="connsiteY1453" fmla="*/ 304959 h 640885"/>
                <a:gd name="connsiteX1454" fmla="*/ 505363 w 591813"/>
                <a:gd name="connsiteY1454" fmla="*/ 305364 h 640885"/>
                <a:gd name="connsiteX1455" fmla="*/ 504958 w 591813"/>
                <a:gd name="connsiteY1455" fmla="*/ 305746 h 640885"/>
                <a:gd name="connsiteX1456" fmla="*/ 504576 w 591813"/>
                <a:gd name="connsiteY1456" fmla="*/ 306128 h 640885"/>
                <a:gd name="connsiteX1457" fmla="*/ 504171 w 591813"/>
                <a:gd name="connsiteY1457" fmla="*/ 306533 h 640885"/>
                <a:gd name="connsiteX1458" fmla="*/ 503789 w 591813"/>
                <a:gd name="connsiteY1458" fmla="*/ 306915 h 640885"/>
                <a:gd name="connsiteX1459" fmla="*/ 503384 w 591813"/>
                <a:gd name="connsiteY1459" fmla="*/ 307320 h 640885"/>
                <a:gd name="connsiteX1460" fmla="*/ 503002 w 591813"/>
                <a:gd name="connsiteY1460" fmla="*/ 307702 h 640885"/>
                <a:gd name="connsiteX1461" fmla="*/ 502597 w 591813"/>
                <a:gd name="connsiteY1461" fmla="*/ 308085 h 640885"/>
                <a:gd name="connsiteX1462" fmla="*/ 502214 w 591813"/>
                <a:gd name="connsiteY1462" fmla="*/ 308490 h 640885"/>
                <a:gd name="connsiteX1463" fmla="*/ 501810 w 591813"/>
                <a:gd name="connsiteY1463" fmla="*/ 308872 h 640885"/>
                <a:gd name="connsiteX1464" fmla="*/ 501405 w 591813"/>
                <a:gd name="connsiteY1464" fmla="*/ 309277 h 640885"/>
                <a:gd name="connsiteX1465" fmla="*/ 501022 w 591813"/>
                <a:gd name="connsiteY1465" fmla="*/ 309659 h 640885"/>
                <a:gd name="connsiteX1466" fmla="*/ 500618 w 591813"/>
                <a:gd name="connsiteY1466" fmla="*/ 310064 h 640885"/>
                <a:gd name="connsiteX1467" fmla="*/ 500236 w 591813"/>
                <a:gd name="connsiteY1467" fmla="*/ 310446 h 640885"/>
                <a:gd name="connsiteX1468" fmla="*/ 499831 w 591813"/>
                <a:gd name="connsiteY1468" fmla="*/ 310828 h 640885"/>
                <a:gd name="connsiteX1469" fmla="*/ 499448 w 591813"/>
                <a:gd name="connsiteY1469" fmla="*/ 311233 h 640885"/>
                <a:gd name="connsiteX1470" fmla="*/ 499044 w 591813"/>
                <a:gd name="connsiteY1470" fmla="*/ 311616 h 640885"/>
                <a:gd name="connsiteX1471" fmla="*/ 498662 w 591813"/>
                <a:gd name="connsiteY1471" fmla="*/ 311998 h 640885"/>
                <a:gd name="connsiteX1472" fmla="*/ 498256 w 591813"/>
                <a:gd name="connsiteY1472" fmla="*/ 312380 h 640885"/>
                <a:gd name="connsiteX1473" fmla="*/ 497852 w 591813"/>
                <a:gd name="connsiteY1473" fmla="*/ 312763 h 640885"/>
                <a:gd name="connsiteX1474" fmla="*/ 497469 w 591813"/>
                <a:gd name="connsiteY1474" fmla="*/ 313145 h 640885"/>
                <a:gd name="connsiteX1475" fmla="*/ 497064 w 591813"/>
                <a:gd name="connsiteY1475" fmla="*/ 313527 h 640885"/>
                <a:gd name="connsiteX1476" fmla="*/ 496682 w 591813"/>
                <a:gd name="connsiteY1476" fmla="*/ 313910 h 640885"/>
                <a:gd name="connsiteX1477" fmla="*/ 496277 w 591813"/>
                <a:gd name="connsiteY1477" fmla="*/ 314292 h 640885"/>
                <a:gd name="connsiteX1478" fmla="*/ 495895 w 591813"/>
                <a:gd name="connsiteY1478" fmla="*/ 314697 h 640885"/>
                <a:gd name="connsiteX1479" fmla="*/ 495490 w 591813"/>
                <a:gd name="connsiteY1479" fmla="*/ 315079 h 640885"/>
                <a:gd name="connsiteX1480" fmla="*/ 495108 w 591813"/>
                <a:gd name="connsiteY1480" fmla="*/ 315461 h 640885"/>
                <a:gd name="connsiteX1481" fmla="*/ 494703 w 591813"/>
                <a:gd name="connsiteY1481" fmla="*/ 315844 h 640885"/>
                <a:gd name="connsiteX1482" fmla="*/ 494298 w 591813"/>
                <a:gd name="connsiteY1482" fmla="*/ 316226 h 640885"/>
                <a:gd name="connsiteX1483" fmla="*/ 493916 w 591813"/>
                <a:gd name="connsiteY1483" fmla="*/ 316608 h 640885"/>
                <a:gd name="connsiteX1484" fmla="*/ 493511 w 591813"/>
                <a:gd name="connsiteY1484" fmla="*/ 317013 h 640885"/>
                <a:gd name="connsiteX1485" fmla="*/ 493129 w 591813"/>
                <a:gd name="connsiteY1485" fmla="*/ 317395 h 640885"/>
                <a:gd name="connsiteX1486" fmla="*/ 492724 w 591813"/>
                <a:gd name="connsiteY1486" fmla="*/ 317778 h 640885"/>
                <a:gd name="connsiteX1487" fmla="*/ 492342 w 591813"/>
                <a:gd name="connsiteY1487" fmla="*/ 318160 h 640885"/>
                <a:gd name="connsiteX1488" fmla="*/ 491937 w 591813"/>
                <a:gd name="connsiteY1488" fmla="*/ 318542 h 640885"/>
                <a:gd name="connsiteX1489" fmla="*/ 491532 w 591813"/>
                <a:gd name="connsiteY1489" fmla="*/ 318925 h 640885"/>
                <a:gd name="connsiteX1490" fmla="*/ 491150 w 591813"/>
                <a:gd name="connsiteY1490" fmla="*/ 319307 h 640885"/>
                <a:gd name="connsiteX1491" fmla="*/ 490745 w 591813"/>
                <a:gd name="connsiteY1491" fmla="*/ 319689 h 640885"/>
                <a:gd name="connsiteX1492" fmla="*/ 490362 w 591813"/>
                <a:gd name="connsiteY1492" fmla="*/ 320072 h 640885"/>
                <a:gd name="connsiteX1493" fmla="*/ 489958 w 591813"/>
                <a:gd name="connsiteY1493" fmla="*/ 320477 h 640885"/>
                <a:gd name="connsiteX1494" fmla="*/ 489576 w 591813"/>
                <a:gd name="connsiteY1494" fmla="*/ 320859 h 640885"/>
                <a:gd name="connsiteX1495" fmla="*/ 489170 w 591813"/>
                <a:gd name="connsiteY1495" fmla="*/ 321241 h 640885"/>
                <a:gd name="connsiteX1496" fmla="*/ 488788 w 591813"/>
                <a:gd name="connsiteY1496" fmla="*/ 321623 h 640885"/>
                <a:gd name="connsiteX1497" fmla="*/ 488384 w 591813"/>
                <a:gd name="connsiteY1497" fmla="*/ 322006 h 640885"/>
                <a:gd name="connsiteX1498" fmla="*/ 487979 w 591813"/>
                <a:gd name="connsiteY1498" fmla="*/ 322388 h 640885"/>
                <a:gd name="connsiteX1499" fmla="*/ 487596 w 591813"/>
                <a:gd name="connsiteY1499" fmla="*/ 322770 h 640885"/>
                <a:gd name="connsiteX1500" fmla="*/ 487192 w 591813"/>
                <a:gd name="connsiteY1500" fmla="*/ 323153 h 640885"/>
                <a:gd name="connsiteX1501" fmla="*/ 486809 w 591813"/>
                <a:gd name="connsiteY1501" fmla="*/ 323535 h 640885"/>
                <a:gd name="connsiteX1502" fmla="*/ 486404 w 591813"/>
                <a:gd name="connsiteY1502" fmla="*/ 323917 h 640885"/>
                <a:gd name="connsiteX1503" fmla="*/ 486022 w 591813"/>
                <a:gd name="connsiteY1503" fmla="*/ 324300 h 640885"/>
                <a:gd name="connsiteX1504" fmla="*/ 485617 w 591813"/>
                <a:gd name="connsiteY1504" fmla="*/ 324705 h 640885"/>
                <a:gd name="connsiteX1505" fmla="*/ 485235 w 591813"/>
                <a:gd name="connsiteY1505" fmla="*/ 325087 h 640885"/>
                <a:gd name="connsiteX1506" fmla="*/ 484830 w 591813"/>
                <a:gd name="connsiteY1506" fmla="*/ 325492 h 640885"/>
                <a:gd name="connsiteX1507" fmla="*/ 484425 w 591813"/>
                <a:gd name="connsiteY1507" fmla="*/ 325897 h 640885"/>
                <a:gd name="connsiteX1508" fmla="*/ 484043 w 591813"/>
                <a:gd name="connsiteY1508" fmla="*/ 326301 h 640885"/>
                <a:gd name="connsiteX1509" fmla="*/ 483638 w 591813"/>
                <a:gd name="connsiteY1509" fmla="*/ 326706 h 640885"/>
                <a:gd name="connsiteX1510" fmla="*/ 483256 w 591813"/>
                <a:gd name="connsiteY1510" fmla="*/ 327111 h 640885"/>
                <a:gd name="connsiteX1511" fmla="*/ 482851 w 591813"/>
                <a:gd name="connsiteY1511" fmla="*/ 327516 h 640885"/>
                <a:gd name="connsiteX1512" fmla="*/ 482469 w 591813"/>
                <a:gd name="connsiteY1512" fmla="*/ 327921 h 640885"/>
                <a:gd name="connsiteX1513" fmla="*/ 482064 w 591813"/>
                <a:gd name="connsiteY1513" fmla="*/ 328325 h 640885"/>
                <a:gd name="connsiteX1514" fmla="*/ 481682 w 591813"/>
                <a:gd name="connsiteY1514" fmla="*/ 328730 h 640885"/>
                <a:gd name="connsiteX1515" fmla="*/ 481277 w 591813"/>
                <a:gd name="connsiteY1515" fmla="*/ 329157 h 640885"/>
                <a:gd name="connsiteX1516" fmla="*/ 480872 w 591813"/>
                <a:gd name="connsiteY1516" fmla="*/ 329562 h 640885"/>
                <a:gd name="connsiteX1517" fmla="*/ 480490 w 591813"/>
                <a:gd name="connsiteY1517" fmla="*/ 329990 h 640885"/>
                <a:gd name="connsiteX1518" fmla="*/ 480085 w 591813"/>
                <a:gd name="connsiteY1518" fmla="*/ 330394 h 640885"/>
                <a:gd name="connsiteX1519" fmla="*/ 479702 w 591813"/>
                <a:gd name="connsiteY1519" fmla="*/ 330822 h 640885"/>
                <a:gd name="connsiteX1520" fmla="*/ 479298 w 591813"/>
                <a:gd name="connsiteY1520" fmla="*/ 331227 h 640885"/>
                <a:gd name="connsiteX1521" fmla="*/ 478916 w 591813"/>
                <a:gd name="connsiteY1521" fmla="*/ 331654 h 640885"/>
                <a:gd name="connsiteX1522" fmla="*/ 478510 w 591813"/>
                <a:gd name="connsiteY1522" fmla="*/ 332081 h 640885"/>
                <a:gd name="connsiteX1523" fmla="*/ 478128 w 591813"/>
                <a:gd name="connsiteY1523" fmla="*/ 332486 h 640885"/>
                <a:gd name="connsiteX1524" fmla="*/ 477724 w 591813"/>
                <a:gd name="connsiteY1524" fmla="*/ 332913 h 640885"/>
                <a:gd name="connsiteX1525" fmla="*/ 477319 w 591813"/>
                <a:gd name="connsiteY1525" fmla="*/ 333341 h 640885"/>
                <a:gd name="connsiteX1526" fmla="*/ 476936 w 591813"/>
                <a:gd name="connsiteY1526" fmla="*/ 333768 h 640885"/>
                <a:gd name="connsiteX1527" fmla="*/ 476532 w 591813"/>
                <a:gd name="connsiteY1527" fmla="*/ 334195 h 640885"/>
                <a:gd name="connsiteX1528" fmla="*/ 476149 w 591813"/>
                <a:gd name="connsiteY1528" fmla="*/ 334622 h 640885"/>
                <a:gd name="connsiteX1529" fmla="*/ 475744 w 591813"/>
                <a:gd name="connsiteY1529" fmla="*/ 335050 h 640885"/>
                <a:gd name="connsiteX1530" fmla="*/ 475362 w 591813"/>
                <a:gd name="connsiteY1530" fmla="*/ 335477 h 640885"/>
                <a:gd name="connsiteX1531" fmla="*/ 474957 w 591813"/>
                <a:gd name="connsiteY1531" fmla="*/ 335927 h 640885"/>
                <a:gd name="connsiteX1532" fmla="*/ 474552 w 591813"/>
                <a:gd name="connsiteY1532" fmla="*/ 336354 h 640885"/>
                <a:gd name="connsiteX1533" fmla="*/ 474170 w 591813"/>
                <a:gd name="connsiteY1533" fmla="*/ 336781 h 640885"/>
                <a:gd name="connsiteX1534" fmla="*/ 473765 w 591813"/>
                <a:gd name="connsiteY1534" fmla="*/ 337209 h 640885"/>
                <a:gd name="connsiteX1535" fmla="*/ 473383 w 591813"/>
                <a:gd name="connsiteY1535" fmla="*/ 337659 h 640885"/>
                <a:gd name="connsiteX1536" fmla="*/ 472978 w 591813"/>
                <a:gd name="connsiteY1536" fmla="*/ 338086 h 640885"/>
                <a:gd name="connsiteX1537" fmla="*/ 472596 w 591813"/>
                <a:gd name="connsiteY1537" fmla="*/ 338513 h 640885"/>
                <a:gd name="connsiteX1538" fmla="*/ 472191 w 591813"/>
                <a:gd name="connsiteY1538" fmla="*/ 338940 h 640885"/>
                <a:gd name="connsiteX1539" fmla="*/ 471809 w 591813"/>
                <a:gd name="connsiteY1539" fmla="*/ 339390 h 640885"/>
                <a:gd name="connsiteX1540" fmla="*/ 471404 w 591813"/>
                <a:gd name="connsiteY1540" fmla="*/ 339840 h 640885"/>
                <a:gd name="connsiteX1541" fmla="*/ 470999 w 591813"/>
                <a:gd name="connsiteY1541" fmla="*/ 340267 h 640885"/>
                <a:gd name="connsiteX1542" fmla="*/ 470617 w 591813"/>
                <a:gd name="connsiteY1542" fmla="*/ 340717 h 640885"/>
                <a:gd name="connsiteX1543" fmla="*/ 470212 w 591813"/>
                <a:gd name="connsiteY1543" fmla="*/ 341167 h 640885"/>
                <a:gd name="connsiteX1544" fmla="*/ 469830 w 591813"/>
                <a:gd name="connsiteY1544" fmla="*/ 341639 h 640885"/>
                <a:gd name="connsiteX1545" fmla="*/ 469425 w 591813"/>
                <a:gd name="connsiteY1545" fmla="*/ 342089 h 640885"/>
                <a:gd name="connsiteX1546" fmla="*/ 469042 w 591813"/>
                <a:gd name="connsiteY1546" fmla="*/ 342539 h 640885"/>
                <a:gd name="connsiteX1547" fmla="*/ 468638 w 591813"/>
                <a:gd name="connsiteY1547" fmla="*/ 342989 h 640885"/>
                <a:gd name="connsiteX1548" fmla="*/ 468256 w 591813"/>
                <a:gd name="connsiteY1548" fmla="*/ 343438 h 640885"/>
                <a:gd name="connsiteX1549" fmla="*/ 467850 w 591813"/>
                <a:gd name="connsiteY1549" fmla="*/ 343888 h 640885"/>
                <a:gd name="connsiteX1550" fmla="*/ 467446 w 591813"/>
                <a:gd name="connsiteY1550" fmla="*/ 344338 h 640885"/>
                <a:gd name="connsiteX1551" fmla="*/ 467064 w 591813"/>
                <a:gd name="connsiteY1551" fmla="*/ 344810 h 640885"/>
                <a:gd name="connsiteX1552" fmla="*/ 466659 w 591813"/>
                <a:gd name="connsiteY1552" fmla="*/ 345260 h 640885"/>
                <a:gd name="connsiteX1553" fmla="*/ 466276 w 591813"/>
                <a:gd name="connsiteY1553" fmla="*/ 345710 h 640885"/>
                <a:gd name="connsiteX1554" fmla="*/ 465872 w 591813"/>
                <a:gd name="connsiteY1554" fmla="*/ 346182 h 640885"/>
                <a:gd name="connsiteX1555" fmla="*/ 465489 w 591813"/>
                <a:gd name="connsiteY1555" fmla="*/ 346632 h 640885"/>
                <a:gd name="connsiteX1556" fmla="*/ 465084 w 591813"/>
                <a:gd name="connsiteY1556" fmla="*/ 347082 h 640885"/>
                <a:gd name="connsiteX1557" fmla="*/ 464702 w 591813"/>
                <a:gd name="connsiteY1557" fmla="*/ 347554 h 640885"/>
                <a:gd name="connsiteX1558" fmla="*/ 464297 w 591813"/>
                <a:gd name="connsiteY1558" fmla="*/ 348004 h 640885"/>
                <a:gd name="connsiteX1559" fmla="*/ 463892 w 591813"/>
                <a:gd name="connsiteY1559" fmla="*/ 348454 h 640885"/>
                <a:gd name="connsiteX1560" fmla="*/ 463510 w 591813"/>
                <a:gd name="connsiteY1560" fmla="*/ 348903 h 640885"/>
                <a:gd name="connsiteX1561" fmla="*/ 463105 w 591813"/>
                <a:gd name="connsiteY1561" fmla="*/ 349376 h 640885"/>
                <a:gd name="connsiteX1562" fmla="*/ 462723 w 591813"/>
                <a:gd name="connsiteY1562" fmla="*/ 349825 h 640885"/>
                <a:gd name="connsiteX1563" fmla="*/ 462318 w 591813"/>
                <a:gd name="connsiteY1563" fmla="*/ 350275 h 640885"/>
                <a:gd name="connsiteX1564" fmla="*/ 461936 w 591813"/>
                <a:gd name="connsiteY1564" fmla="*/ 350725 h 640885"/>
                <a:gd name="connsiteX1565" fmla="*/ 461531 w 591813"/>
                <a:gd name="connsiteY1565" fmla="*/ 351197 h 640885"/>
                <a:gd name="connsiteX1566" fmla="*/ 461126 w 591813"/>
                <a:gd name="connsiteY1566" fmla="*/ 351647 h 640885"/>
                <a:gd name="connsiteX1567" fmla="*/ 460744 w 591813"/>
                <a:gd name="connsiteY1567" fmla="*/ 352097 h 640885"/>
                <a:gd name="connsiteX1568" fmla="*/ 460339 w 591813"/>
                <a:gd name="connsiteY1568" fmla="*/ 352569 h 640885"/>
                <a:gd name="connsiteX1569" fmla="*/ 459956 w 591813"/>
                <a:gd name="connsiteY1569" fmla="*/ 353041 h 640885"/>
                <a:gd name="connsiteX1570" fmla="*/ 459552 w 591813"/>
                <a:gd name="connsiteY1570" fmla="*/ 353491 h 640885"/>
                <a:gd name="connsiteX1571" fmla="*/ 459170 w 591813"/>
                <a:gd name="connsiteY1571" fmla="*/ 353963 h 640885"/>
                <a:gd name="connsiteX1572" fmla="*/ 458765 w 591813"/>
                <a:gd name="connsiteY1572" fmla="*/ 354436 h 640885"/>
                <a:gd name="connsiteX1573" fmla="*/ 458382 w 591813"/>
                <a:gd name="connsiteY1573" fmla="*/ 354886 h 640885"/>
                <a:gd name="connsiteX1574" fmla="*/ 457978 w 591813"/>
                <a:gd name="connsiteY1574" fmla="*/ 355358 h 640885"/>
                <a:gd name="connsiteX1575" fmla="*/ 457573 w 591813"/>
                <a:gd name="connsiteY1575" fmla="*/ 355830 h 640885"/>
                <a:gd name="connsiteX1576" fmla="*/ 457190 w 591813"/>
                <a:gd name="connsiteY1576" fmla="*/ 356302 h 640885"/>
                <a:gd name="connsiteX1577" fmla="*/ 456786 w 591813"/>
                <a:gd name="connsiteY1577" fmla="*/ 356775 h 640885"/>
                <a:gd name="connsiteX1578" fmla="*/ 456403 w 591813"/>
                <a:gd name="connsiteY1578" fmla="*/ 357247 h 640885"/>
                <a:gd name="connsiteX1579" fmla="*/ 455998 w 591813"/>
                <a:gd name="connsiteY1579" fmla="*/ 357719 h 640885"/>
                <a:gd name="connsiteX1580" fmla="*/ 455616 w 591813"/>
                <a:gd name="connsiteY1580" fmla="*/ 358192 h 640885"/>
                <a:gd name="connsiteX1581" fmla="*/ 455211 w 591813"/>
                <a:gd name="connsiteY1581" fmla="*/ 358686 h 640885"/>
                <a:gd name="connsiteX1582" fmla="*/ 454829 w 591813"/>
                <a:gd name="connsiteY1582" fmla="*/ 359159 h 640885"/>
                <a:gd name="connsiteX1583" fmla="*/ 454424 w 591813"/>
                <a:gd name="connsiteY1583" fmla="*/ 359631 h 640885"/>
                <a:gd name="connsiteX1584" fmla="*/ 454019 w 591813"/>
                <a:gd name="connsiteY1584" fmla="*/ 360126 h 640885"/>
                <a:gd name="connsiteX1585" fmla="*/ 453637 w 591813"/>
                <a:gd name="connsiteY1585" fmla="*/ 360598 h 640885"/>
                <a:gd name="connsiteX1586" fmla="*/ 453232 w 591813"/>
                <a:gd name="connsiteY1586" fmla="*/ 361093 h 640885"/>
                <a:gd name="connsiteX1587" fmla="*/ 452850 w 591813"/>
                <a:gd name="connsiteY1587" fmla="*/ 361565 h 640885"/>
                <a:gd name="connsiteX1588" fmla="*/ 452445 w 591813"/>
                <a:gd name="connsiteY1588" fmla="*/ 362037 h 640885"/>
                <a:gd name="connsiteX1589" fmla="*/ 452063 w 591813"/>
                <a:gd name="connsiteY1589" fmla="*/ 362532 h 640885"/>
                <a:gd name="connsiteX1590" fmla="*/ 451658 w 591813"/>
                <a:gd name="connsiteY1590" fmla="*/ 363004 h 640885"/>
                <a:gd name="connsiteX1591" fmla="*/ 451276 w 591813"/>
                <a:gd name="connsiteY1591" fmla="*/ 363477 h 640885"/>
                <a:gd name="connsiteX1592" fmla="*/ 450871 w 591813"/>
                <a:gd name="connsiteY1592" fmla="*/ 363971 h 640885"/>
                <a:gd name="connsiteX1593" fmla="*/ 450466 w 591813"/>
                <a:gd name="connsiteY1593" fmla="*/ 364444 h 640885"/>
                <a:gd name="connsiteX1594" fmla="*/ 450084 w 591813"/>
                <a:gd name="connsiteY1594" fmla="*/ 364938 h 640885"/>
                <a:gd name="connsiteX1595" fmla="*/ 449679 w 591813"/>
                <a:gd name="connsiteY1595" fmla="*/ 365433 h 640885"/>
                <a:gd name="connsiteX1596" fmla="*/ 449296 w 591813"/>
                <a:gd name="connsiteY1596" fmla="*/ 365905 h 640885"/>
                <a:gd name="connsiteX1597" fmla="*/ 448892 w 591813"/>
                <a:gd name="connsiteY1597" fmla="*/ 366400 h 640885"/>
                <a:gd name="connsiteX1598" fmla="*/ 448510 w 591813"/>
                <a:gd name="connsiteY1598" fmla="*/ 366895 h 640885"/>
                <a:gd name="connsiteX1599" fmla="*/ 448105 w 591813"/>
                <a:gd name="connsiteY1599" fmla="*/ 367390 h 640885"/>
                <a:gd name="connsiteX1600" fmla="*/ 447722 w 591813"/>
                <a:gd name="connsiteY1600" fmla="*/ 367885 h 640885"/>
                <a:gd name="connsiteX1601" fmla="*/ 447318 w 591813"/>
                <a:gd name="connsiteY1601" fmla="*/ 368379 h 640885"/>
                <a:gd name="connsiteX1602" fmla="*/ 446913 w 591813"/>
                <a:gd name="connsiteY1602" fmla="*/ 368874 h 640885"/>
                <a:gd name="connsiteX1603" fmla="*/ 446530 w 591813"/>
                <a:gd name="connsiteY1603" fmla="*/ 369369 h 640885"/>
                <a:gd name="connsiteX1604" fmla="*/ 446126 w 591813"/>
                <a:gd name="connsiteY1604" fmla="*/ 369864 h 640885"/>
                <a:gd name="connsiteX1605" fmla="*/ 445743 w 591813"/>
                <a:gd name="connsiteY1605" fmla="*/ 370381 h 640885"/>
                <a:gd name="connsiteX1606" fmla="*/ 445338 w 591813"/>
                <a:gd name="connsiteY1606" fmla="*/ 370876 h 640885"/>
                <a:gd name="connsiteX1607" fmla="*/ 444956 w 591813"/>
                <a:gd name="connsiteY1607" fmla="*/ 371393 h 640885"/>
                <a:gd name="connsiteX1608" fmla="*/ 444551 w 591813"/>
                <a:gd name="connsiteY1608" fmla="*/ 371910 h 640885"/>
                <a:gd name="connsiteX1609" fmla="*/ 444147 w 591813"/>
                <a:gd name="connsiteY1609" fmla="*/ 372427 h 640885"/>
                <a:gd name="connsiteX1610" fmla="*/ 443764 w 591813"/>
                <a:gd name="connsiteY1610" fmla="*/ 372922 h 640885"/>
                <a:gd name="connsiteX1611" fmla="*/ 443359 w 591813"/>
                <a:gd name="connsiteY1611" fmla="*/ 373439 h 640885"/>
                <a:gd name="connsiteX1612" fmla="*/ 442977 w 591813"/>
                <a:gd name="connsiteY1612" fmla="*/ 373979 h 640885"/>
                <a:gd name="connsiteX1613" fmla="*/ 442572 w 591813"/>
                <a:gd name="connsiteY1613" fmla="*/ 374496 h 640885"/>
                <a:gd name="connsiteX1614" fmla="*/ 442190 w 591813"/>
                <a:gd name="connsiteY1614" fmla="*/ 375014 h 640885"/>
                <a:gd name="connsiteX1615" fmla="*/ 441785 w 591813"/>
                <a:gd name="connsiteY1615" fmla="*/ 375554 h 640885"/>
                <a:gd name="connsiteX1616" fmla="*/ 441403 w 591813"/>
                <a:gd name="connsiteY1616" fmla="*/ 376071 h 640885"/>
                <a:gd name="connsiteX1617" fmla="*/ 440998 w 591813"/>
                <a:gd name="connsiteY1617" fmla="*/ 376610 h 640885"/>
                <a:gd name="connsiteX1618" fmla="*/ 440593 w 591813"/>
                <a:gd name="connsiteY1618" fmla="*/ 377150 h 640885"/>
                <a:gd name="connsiteX1619" fmla="*/ 440211 w 591813"/>
                <a:gd name="connsiteY1619" fmla="*/ 377667 h 640885"/>
                <a:gd name="connsiteX1620" fmla="*/ 439806 w 591813"/>
                <a:gd name="connsiteY1620" fmla="*/ 378207 h 640885"/>
                <a:gd name="connsiteX1621" fmla="*/ 439424 w 591813"/>
                <a:gd name="connsiteY1621" fmla="*/ 378747 h 640885"/>
                <a:gd name="connsiteX1622" fmla="*/ 439019 w 591813"/>
                <a:gd name="connsiteY1622" fmla="*/ 379264 h 640885"/>
                <a:gd name="connsiteX1623" fmla="*/ 438636 w 591813"/>
                <a:gd name="connsiteY1623" fmla="*/ 379804 h 640885"/>
                <a:gd name="connsiteX1624" fmla="*/ 438232 w 591813"/>
                <a:gd name="connsiteY1624" fmla="*/ 380344 h 640885"/>
                <a:gd name="connsiteX1625" fmla="*/ 437850 w 591813"/>
                <a:gd name="connsiteY1625" fmla="*/ 380884 h 640885"/>
                <a:gd name="connsiteX1626" fmla="*/ 437444 w 591813"/>
                <a:gd name="connsiteY1626" fmla="*/ 381423 h 640885"/>
                <a:gd name="connsiteX1627" fmla="*/ 437040 w 591813"/>
                <a:gd name="connsiteY1627" fmla="*/ 381963 h 640885"/>
                <a:gd name="connsiteX1628" fmla="*/ 436658 w 591813"/>
                <a:gd name="connsiteY1628" fmla="*/ 382503 h 640885"/>
                <a:gd name="connsiteX1629" fmla="*/ 436253 w 591813"/>
                <a:gd name="connsiteY1629" fmla="*/ 383043 h 640885"/>
                <a:gd name="connsiteX1630" fmla="*/ 435870 w 591813"/>
                <a:gd name="connsiteY1630" fmla="*/ 383605 h 640885"/>
                <a:gd name="connsiteX1631" fmla="*/ 435466 w 591813"/>
                <a:gd name="connsiteY1631" fmla="*/ 384145 h 640885"/>
                <a:gd name="connsiteX1632" fmla="*/ 435083 w 591813"/>
                <a:gd name="connsiteY1632" fmla="*/ 384684 h 640885"/>
                <a:gd name="connsiteX1633" fmla="*/ 434678 w 591813"/>
                <a:gd name="connsiteY1633" fmla="*/ 385247 h 640885"/>
                <a:gd name="connsiteX1634" fmla="*/ 434296 w 591813"/>
                <a:gd name="connsiteY1634" fmla="*/ 385786 h 640885"/>
                <a:gd name="connsiteX1635" fmla="*/ 433891 w 591813"/>
                <a:gd name="connsiteY1635" fmla="*/ 386326 h 640885"/>
                <a:gd name="connsiteX1636" fmla="*/ 433487 w 591813"/>
                <a:gd name="connsiteY1636" fmla="*/ 386888 h 640885"/>
                <a:gd name="connsiteX1637" fmla="*/ 433104 w 591813"/>
                <a:gd name="connsiteY1637" fmla="*/ 387450 h 640885"/>
                <a:gd name="connsiteX1638" fmla="*/ 432699 w 591813"/>
                <a:gd name="connsiteY1638" fmla="*/ 387990 h 640885"/>
                <a:gd name="connsiteX1639" fmla="*/ 432317 w 591813"/>
                <a:gd name="connsiteY1639" fmla="*/ 388553 h 640885"/>
                <a:gd name="connsiteX1640" fmla="*/ 431912 w 591813"/>
                <a:gd name="connsiteY1640" fmla="*/ 389092 h 640885"/>
                <a:gd name="connsiteX1641" fmla="*/ 431530 w 591813"/>
                <a:gd name="connsiteY1641" fmla="*/ 389654 h 640885"/>
                <a:gd name="connsiteX1642" fmla="*/ 431125 w 591813"/>
                <a:gd name="connsiteY1642" fmla="*/ 390217 h 640885"/>
                <a:gd name="connsiteX1643" fmla="*/ 430720 w 591813"/>
                <a:gd name="connsiteY1643" fmla="*/ 390779 h 640885"/>
                <a:gd name="connsiteX1644" fmla="*/ 430338 w 591813"/>
                <a:gd name="connsiteY1644" fmla="*/ 391319 h 640885"/>
                <a:gd name="connsiteX1645" fmla="*/ 429933 w 591813"/>
                <a:gd name="connsiteY1645" fmla="*/ 391881 h 640885"/>
                <a:gd name="connsiteX1646" fmla="*/ 429551 w 591813"/>
                <a:gd name="connsiteY1646" fmla="*/ 392443 h 640885"/>
                <a:gd name="connsiteX1647" fmla="*/ 429146 w 591813"/>
                <a:gd name="connsiteY1647" fmla="*/ 393005 h 640885"/>
                <a:gd name="connsiteX1648" fmla="*/ 428764 w 591813"/>
                <a:gd name="connsiteY1648" fmla="*/ 393590 h 640885"/>
                <a:gd name="connsiteX1649" fmla="*/ 428359 w 591813"/>
                <a:gd name="connsiteY1649" fmla="*/ 394152 h 640885"/>
                <a:gd name="connsiteX1650" fmla="*/ 427976 w 591813"/>
                <a:gd name="connsiteY1650" fmla="*/ 394715 h 640885"/>
                <a:gd name="connsiteX1651" fmla="*/ 427572 w 591813"/>
                <a:gd name="connsiteY1651" fmla="*/ 395277 h 640885"/>
                <a:gd name="connsiteX1652" fmla="*/ 427167 w 591813"/>
                <a:gd name="connsiteY1652" fmla="*/ 395839 h 640885"/>
                <a:gd name="connsiteX1653" fmla="*/ 426784 w 591813"/>
                <a:gd name="connsiteY1653" fmla="*/ 396424 h 640885"/>
                <a:gd name="connsiteX1654" fmla="*/ 426380 w 591813"/>
                <a:gd name="connsiteY1654" fmla="*/ 396986 h 640885"/>
                <a:gd name="connsiteX1655" fmla="*/ 425998 w 591813"/>
                <a:gd name="connsiteY1655" fmla="*/ 397548 h 640885"/>
                <a:gd name="connsiteX1656" fmla="*/ 425593 w 591813"/>
                <a:gd name="connsiteY1656" fmla="*/ 398133 h 640885"/>
                <a:gd name="connsiteX1657" fmla="*/ 425210 w 591813"/>
                <a:gd name="connsiteY1657" fmla="*/ 398695 h 640885"/>
                <a:gd name="connsiteX1658" fmla="*/ 424806 w 591813"/>
                <a:gd name="connsiteY1658" fmla="*/ 399280 h 640885"/>
                <a:gd name="connsiteX1659" fmla="*/ 424423 w 591813"/>
                <a:gd name="connsiteY1659" fmla="*/ 399842 h 640885"/>
                <a:gd name="connsiteX1660" fmla="*/ 424018 w 591813"/>
                <a:gd name="connsiteY1660" fmla="*/ 400427 h 640885"/>
                <a:gd name="connsiteX1661" fmla="*/ 423613 w 591813"/>
                <a:gd name="connsiteY1661" fmla="*/ 400989 h 640885"/>
                <a:gd name="connsiteX1662" fmla="*/ 423231 w 591813"/>
                <a:gd name="connsiteY1662" fmla="*/ 401574 h 640885"/>
                <a:gd name="connsiteX1663" fmla="*/ 422826 w 591813"/>
                <a:gd name="connsiteY1663" fmla="*/ 402136 h 640885"/>
                <a:gd name="connsiteX1664" fmla="*/ 422444 w 591813"/>
                <a:gd name="connsiteY1664" fmla="*/ 402721 h 640885"/>
                <a:gd name="connsiteX1665" fmla="*/ 422039 w 591813"/>
                <a:gd name="connsiteY1665" fmla="*/ 403306 h 640885"/>
                <a:gd name="connsiteX1666" fmla="*/ 421657 w 591813"/>
                <a:gd name="connsiteY1666" fmla="*/ 403890 h 640885"/>
                <a:gd name="connsiteX1667" fmla="*/ 421252 w 591813"/>
                <a:gd name="connsiteY1667" fmla="*/ 404475 h 640885"/>
                <a:gd name="connsiteX1668" fmla="*/ 420870 w 591813"/>
                <a:gd name="connsiteY1668" fmla="*/ 405037 h 640885"/>
                <a:gd name="connsiteX1669" fmla="*/ 420465 w 591813"/>
                <a:gd name="connsiteY1669" fmla="*/ 405622 h 640885"/>
                <a:gd name="connsiteX1670" fmla="*/ 420060 w 591813"/>
                <a:gd name="connsiteY1670" fmla="*/ 406207 h 640885"/>
                <a:gd name="connsiteX1671" fmla="*/ 419678 w 591813"/>
                <a:gd name="connsiteY1671" fmla="*/ 406792 h 640885"/>
                <a:gd name="connsiteX1672" fmla="*/ 419273 w 591813"/>
                <a:gd name="connsiteY1672" fmla="*/ 407376 h 640885"/>
                <a:gd name="connsiteX1673" fmla="*/ 418890 w 591813"/>
                <a:gd name="connsiteY1673" fmla="*/ 407961 h 640885"/>
                <a:gd name="connsiteX1674" fmla="*/ 418486 w 591813"/>
                <a:gd name="connsiteY1674" fmla="*/ 408523 h 640885"/>
                <a:gd name="connsiteX1675" fmla="*/ 418104 w 591813"/>
                <a:gd name="connsiteY1675" fmla="*/ 409108 h 640885"/>
                <a:gd name="connsiteX1676" fmla="*/ 417699 w 591813"/>
                <a:gd name="connsiteY1676" fmla="*/ 409693 h 640885"/>
                <a:gd name="connsiteX1677" fmla="*/ 417316 w 591813"/>
                <a:gd name="connsiteY1677" fmla="*/ 410255 h 640885"/>
                <a:gd name="connsiteX1678" fmla="*/ 416912 w 591813"/>
                <a:gd name="connsiteY1678" fmla="*/ 410840 h 640885"/>
                <a:gd name="connsiteX1679" fmla="*/ 416507 w 591813"/>
                <a:gd name="connsiteY1679" fmla="*/ 411402 h 640885"/>
                <a:gd name="connsiteX1680" fmla="*/ 416124 w 591813"/>
                <a:gd name="connsiteY1680" fmla="*/ 411987 h 640885"/>
                <a:gd name="connsiteX1681" fmla="*/ 415720 w 591813"/>
                <a:gd name="connsiteY1681" fmla="*/ 412549 h 640885"/>
                <a:gd name="connsiteX1682" fmla="*/ 415337 w 591813"/>
                <a:gd name="connsiteY1682" fmla="*/ 413111 h 640885"/>
                <a:gd name="connsiteX1683" fmla="*/ 414933 w 591813"/>
                <a:gd name="connsiteY1683" fmla="*/ 413696 h 640885"/>
                <a:gd name="connsiteX1684" fmla="*/ 414550 w 591813"/>
                <a:gd name="connsiteY1684" fmla="*/ 414258 h 640885"/>
                <a:gd name="connsiteX1685" fmla="*/ 414145 w 591813"/>
                <a:gd name="connsiteY1685" fmla="*/ 414820 h 640885"/>
                <a:gd name="connsiteX1686" fmla="*/ 413741 w 591813"/>
                <a:gd name="connsiteY1686" fmla="*/ 415383 h 640885"/>
                <a:gd name="connsiteX1687" fmla="*/ 413358 w 591813"/>
                <a:gd name="connsiteY1687" fmla="*/ 415945 h 640885"/>
                <a:gd name="connsiteX1688" fmla="*/ 412953 w 591813"/>
                <a:gd name="connsiteY1688" fmla="*/ 416507 h 640885"/>
                <a:gd name="connsiteX1689" fmla="*/ 412571 w 591813"/>
                <a:gd name="connsiteY1689" fmla="*/ 417069 h 640885"/>
                <a:gd name="connsiteX1690" fmla="*/ 412166 w 591813"/>
                <a:gd name="connsiteY1690" fmla="*/ 417632 h 640885"/>
                <a:gd name="connsiteX1691" fmla="*/ 411784 w 591813"/>
                <a:gd name="connsiteY1691" fmla="*/ 418216 h 640885"/>
                <a:gd name="connsiteX1692" fmla="*/ 411379 w 591813"/>
                <a:gd name="connsiteY1692" fmla="*/ 418778 h 640885"/>
                <a:gd name="connsiteX1693" fmla="*/ 410997 w 591813"/>
                <a:gd name="connsiteY1693" fmla="*/ 419341 h 640885"/>
                <a:gd name="connsiteX1694" fmla="*/ 410592 w 591813"/>
                <a:gd name="connsiteY1694" fmla="*/ 419903 h 640885"/>
                <a:gd name="connsiteX1695" fmla="*/ 410187 w 591813"/>
                <a:gd name="connsiteY1695" fmla="*/ 420465 h 640885"/>
                <a:gd name="connsiteX1696" fmla="*/ 409805 w 591813"/>
                <a:gd name="connsiteY1696" fmla="*/ 421027 h 640885"/>
                <a:gd name="connsiteX1697" fmla="*/ 409400 w 591813"/>
                <a:gd name="connsiteY1697" fmla="*/ 421612 h 640885"/>
                <a:gd name="connsiteX1698" fmla="*/ 409018 w 591813"/>
                <a:gd name="connsiteY1698" fmla="*/ 422174 h 640885"/>
                <a:gd name="connsiteX1699" fmla="*/ 408613 w 591813"/>
                <a:gd name="connsiteY1699" fmla="*/ 422737 h 640885"/>
                <a:gd name="connsiteX1700" fmla="*/ 408230 w 591813"/>
                <a:gd name="connsiteY1700" fmla="*/ 423299 h 640885"/>
                <a:gd name="connsiteX1701" fmla="*/ 407826 w 591813"/>
                <a:gd name="connsiteY1701" fmla="*/ 423861 h 640885"/>
                <a:gd name="connsiteX1702" fmla="*/ 407444 w 591813"/>
                <a:gd name="connsiteY1702" fmla="*/ 424446 h 640885"/>
                <a:gd name="connsiteX1703" fmla="*/ 407039 w 591813"/>
                <a:gd name="connsiteY1703" fmla="*/ 425008 h 640885"/>
                <a:gd name="connsiteX1704" fmla="*/ 406634 w 591813"/>
                <a:gd name="connsiteY1704" fmla="*/ 425570 h 640885"/>
                <a:gd name="connsiteX1705" fmla="*/ 406252 w 591813"/>
                <a:gd name="connsiteY1705" fmla="*/ 426133 h 640885"/>
                <a:gd name="connsiteX1706" fmla="*/ 405847 w 591813"/>
                <a:gd name="connsiteY1706" fmla="*/ 426717 h 640885"/>
                <a:gd name="connsiteX1707" fmla="*/ 405464 w 591813"/>
                <a:gd name="connsiteY1707" fmla="*/ 427280 h 640885"/>
                <a:gd name="connsiteX1708" fmla="*/ 405060 w 591813"/>
                <a:gd name="connsiteY1708" fmla="*/ 427842 h 640885"/>
                <a:gd name="connsiteX1709" fmla="*/ 404677 w 591813"/>
                <a:gd name="connsiteY1709" fmla="*/ 428426 h 640885"/>
                <a:gd name="connsiteX1710" fmla="*/ 404295 w 591813"/>
                <a:gd name="connsiteY1710" fmla="*/ 428989 h 640885"/>
                <a:gd name="connsiteX1711" fmla="*/ 403913 w 591813"/>
                <a:gd name="connsiteY1711" fmla="*/ 429551 h 640885"/>
                <a:gd name="connsiteX1712" fmla="*/ 403485 w 591813"/>
                <a:gd name="connsiteY1712" fmla="*/ 430136 h 640885"/>
                <a:gd name="connsiteX1713" fmla="*/ 403103 w 591813"/>
                <a:gd name="connsiteY1713" fmla="*/ 430698 h 640885"/>
                <a:gd name="connsiteX1714" fmla="*/ 402721 w 591813"/>
                <a:gd name="connsiteY1714" fmla="*/ 431283 h 640885"/>
                <a:gd name="connsiteX1715" fmla="*/ 402316 w 591813"/>
                <a:gd name="connsiteY1715" fmla="*/ 431845 h 640885"/>
                <a:gd name="connsiteX1716" fmla="*/ 401934 w 591813"/>
                <a:gd name="connsiteY1716" fmla="*/ 432430 h 640885"/>
                <a:gd name="connsiteX1717" fmla="*/ 401529 w 591813"/>
                <a:gd name="connsiteY1717" fmla="*/ 432992 h 640885"/>
                <a:gd name="connsiteX1718" fmla="*/ 401146 w 591813"/>
                <a:gd name="connsiteY1718" fmla="*/ 433577 h 640885"/>
                <a:gd name="connsiteX1719" fmla="*/ 400742 w 591813"/>
                <a:gd name="connsiteY1719" fmla="*/ 434161 h 640885"/>
                <a:gd name="connsiteX1720" fmla="*/ 400359 w 591813"/>
                <a:gd name="connsiteY1720" fmla="*/ 434746 h 640885"/>
                <a:gd name="connsiteX1721" fmla="*/ 399954 w 591813"/>
                <a:gd name="connsiteY1721" fmla="*/ 435331 h 640885"/>
                <a:gd name="connsiteX1722" fmla="*/ 399550 w 591813"/>
                <a:gd name="connsiteY1722" fmla="*/ 435916 h 640885"/>
                <a:gd name="connsiteX1723" fmla="*/ 399168 w 591813"/>
                <a:gd name="connsiteY1723" fmla="*/ 436500 h 640885"/>
                <a:gd name="connsiteX1724" fmla="*/ 398762 w 591813"/>
                <a:gd name="connsiteY1724" fmla="*/ 437085 h 640885"/>
                <a:gd name="connsiteX1725" fmla="*/ 398380 w 591813"/>
                <a:gd name="connsiteY1725" fmla="*/ 437670 h 640885"/>
                <a:gd name="connsiteX1726" fmla="*/ 397976 w 591813"/>
                <a:gd name="connsiteY1726" fmla="*/ 438277 h 640885"/>
                <a:gd name="connsiteX1727" fmla="*/ 397593 w 591813"/>
                <a:gd name="connsiteY1727" fmla="*/ 438862 h 640885"/>
                <a:gd name="connsiteX1728" fmla="*/ 397188 w 591813"/>
                <a:gd name="connsiteY1728" fmla="*/ 439446 h 640885"/>
                <a:gd name="connsiteX1729" fmla="*/ 396784 w 591813"/>
                <a:gd name="connsiteY1729" fmla="*/ 440031 h 640885"/>
                <a:gd name="connsiteX1730" fmla="*/ 396401 w 591813"/>
                <a:gd name="connsiteY1730" fmla="*/ 440638 h 640885"/>
                <a:gd name="connsiteX1731" fmla="*/ 395996 w 591813"/>
                <a:gd name="connsiteY1731" fmla="*/ 441223 h 640885"/>
                <a:gd name="connsiteX1732" fmla="*/ 395614 w 591813"/>
                <a:gd name="connsiteY1732" fmla="*/ 441808 h 640885"/>
                <a:gd name="connsiteX1733" fmla="*/ 395209 w 591813"/>
                <a:gd name="connsiteY1733" fmla="*/ 442415 h 640885"/>
                <a:gd name="connsiteX1734" fmla="*/ 394827 w 591813"/>
                <a:gd name="connsiteY1734" fmla="*/ 443000 h 640885"/>
                <a:gd name="connsiteX1735" fmla="*/ 394422 w 591813"/>
                <a:gd name="connsiteY1735" fmla="*/ 443585 h 640885"/>
                <a:gd name="connsiteX1736" fmla="*/ 394040 w 591813"/>
                <a:gd name="connsiteY1736" fmla="*/ 444169 h 640885"/>
                <a:gd name="connsiteX1737" fmla="*/ 393635 w 591813"/>
                <a:gd name="connsiteY1737" fmla="*/ 444754 h 640885"/>
                <a:gd name="connsiteX1738" fmla="*/ 393230 w 591813"/>
                <a:gd name="connsiteY1738" fmla="*/ 445361 h 640885"/>
                <a:gd name="connsiteX1739" fmla="*/ 392848 w 591813"/>
                <a:gd name="connsiteY1739" fmla="*/ 445946 h 640885"/>
                <a:gd name="connsiteX1740" fmla="*/ 392443 w 591813"/>
                <a:gd name="connsiteY1740" fmla="*/ 446531 h 640885"/>
                <a:gd name="connsiteX1741" fmla="*/ 392061 w 591813"/>
                <a:gd name="connsiteY1741" fmla="*/ 447138 h 640885"/>
                <a:gd name="connsiteX1742" fmla="*/ 391656 w 591813"/>
                <a:gd name="connsiteY1742" fmla="*/ 447723 h 640885"/>
                <a:gd name="connsiteX1743" fmla="*/ 391274 w 591813"/>
                <a:gd name="connsiteY1743" fmla="*/ 448330 h 640885"/>
                <a:gd name="connsiteX1744" fmla="*/ 390869 w 591813"/>
                <a:gd name="connsiteY1744" fmla="*/ 448915 h 640885"/>
                <a:gd name="connsiteX1745" fmla="*/ 390486 w 591813"/>
                <a:gd name="connsiteY1745" fmla="*/ 449522 h 640885"/>
                <a:gd name="connsiteX1746" fmla="*/ 390082 w 591813"/>
                <a:gd name="connsiteY1746" fmla="*/ 450106 h 640885"/>
                <a:gd name="connsiteX1747" fmla="*/ 389677 w 591813"/>
                <a:gd name="connsiteY1747" fmla="*/ 450714 h 640885"/>
                <a:gd name="connsiteX1748" fmla="*/ 389294 w 591813"/>
                <a:gd name="connsiteY1748" fmla="*/ 451321 h 640885"/>
                <a:gd name="connsiteX1749" fmla="*/ 388890 w 591813"/>
                <a:gd name="connsiteY1749" fmla="*/ 451928 h 640885"/>
                <a:gd name="connsiteX1750" fmla="*/ 388508 w 591813"/>
                <a:gd name="connsiteY1750" fmla="*/ 452535 h 640885"/>
                <a:gd name="connsiteX1751" fmla="*/ 388102 w 591813"/>
                <a:gd name="connsiteY1751" fmla="*/ 453143 h 640885"/>
                <a:gd name="connsiteX1752" fmla="*/ 387720 w 591813"/>
                <a:gd name="connsiteY1752" fmla="*/ 453750 h 640885"/>
                <a:gd name="connsiteX1753" fmla="*/ 387316 w 591813"/>
                <a:gd name="connsiteY1753" fmla="*/ 454357 h 640885"/>
                <a:gd name="connsiteX1754" fmla="*/ 386933 w 591813"/>
                <a:gd name="connsiteY1754" fmla="*/ 454964 h 640885"/>
                <a:gd name="connsiteX1755" fmla="*/ 386528 w 591813"/>
                <a:gd name="connsiteY1755" fmla="*/ 455571 h 640885"/>
                <a:gd name="connsiteX1756" fmla="*/ 386124 w 591813"/>
                <a:gd name="connsiteY1756" fmla="*/ 456179 h 640885"/>
                <a:gd name="connsiteX1757" fmla="*/ 385741 w 591813"/>
                <a:gd name="connsiteY1757" fmla="*/ 456786 h 640885"/>
                <a:gd name="connsiteX1758" fmla="*/ 385336 w 591813"/>
                <a:gd name="connsiteY1758" fmla="*/ 457393 h 640885"/>
                <a:gd name="connsiteX1759" fmla="*/ 384954 w 591813"/>
                <a:gd name="connsiteY1759" fmla="*/ 458000 h 640885"/>
                <a:gd name="connsiteX1760" fmla="*/ 384549 w 591813"/>
                <a:gd name="connsiteY1760" fmla="*/ 458608 h 640885"/>
                <a:gd name="connsiteX1761" fmla="*/ 384167 w 591813"/>
                <a:gd name="connsiteY1761" fmla="*/ 459215 h 640885"/>
                <a:gd name="connsiteX1762" fmla="*/ 383762 w 591813"/>
                <a:gd name="connsiteY1762" fmla="*/ 459822 h 640885"/>
                <a:gd name="connsiteX1763" fmla="*/ 383357 w 591813"/>
                <a:gd name="connsiteY1763" fmla="*/ 460429 h 640885"/>
                <a:gd name="connsiteX1764" fmla="*/ 382975 w 591813"/>
                <a:gd name="connsiteY1764" fmla="*/ 461059 h 640885"/>
                <a:gd name="connsiteX1765" fmla="*/ 382570 w 591813"/>
                <a:gd name="connsiteY1765" fmla="*/ 461666 h 640885"/>
                <a:gd name="connsiteX1766" fmla="*/ 382188 w 591813"/>
                <a:gd name="connsiteY1766" fmla="*/ 462296 h 640885"/>
                <a:gd name="connsiteX1767" fmla="*/ 381783 w 591813"/>
                <a:gd name="connsiteY1767" fmla="*/ 462903 h 640885"/>
                <a:gd name="connsiteX1768" fmla="*/ 381401 w 591813"/>
                <a:gd name="connsiteY1768" fmla="*/ 463533 h 640885"/>
                <a:gd name="connsiteX1769" fmla="*/ 380996 w 591813"/>
                <a:gd name="connsiteY1769" fmla="*/ 464140 h 640885"/>
                <a:gd name="connsiteX1770" fmla="*/ 380614 w 591813"/>
                <a:gd name="connsiteY1770" fmla="*/ 464770 h 640885"/>
                <a:gd name="connsiteX1771" fmla="*/ 380208 w 591813"/>
                <a:gd name="connsiteY1771" fmla="*/ 465377 h 640885"/>
                <a:gd name="connsiteX1772" fmla="*/ 379804 w 591813"/>
                <a:gd name="connsiteY1772" fmla="*/ 466007 h 640885"/>
                <a:gd name="connsiteX1773" fmla="*/ 379422 w 591813"/>
                <a:gd name="connsiteY1773" fmla="*/ 466636 h 640885"/>
                <a:gd name="connsiteX1774" fmla="*/ 379016 w 591813"/>
                <a:gd name="connsiteY1774" fmla="*/ 467244 h 640885"/>
                <a:gd name="connsiteX1775" fmla="*/ 378634 w 591813"/>
                <a:gd name="connsiteY1775" fmla="*/ 467873 h 640885"/>
                <a:gd name="connsiteX1776" fmla="*/ 378230 w 591813"/>
                <a:gd name="connsiteY1776" fmla="*/ 468503 h 640885"/>
                <a:gd name="connsiteX1777" fmla="*/ 377847 w 591813"/>
                <a:gd name="connsiteY1777" fmla="*/ 469133 h 640885"/>
                <a:gd name="connsiteX1778" fmla="*/ 377442 w 591813"/>
                <a:gd name="connsiteY1778" fmla="*/ 469762 h 640885"/>
                <a:gd name="connsiteX1779" fmla="*/ 377060 w 591813"/>
                <a:gd name="connsiteY1779" fmla="*/ 470392 h 640885"/>
                <a:gd name="connsiteX1780" fmla="*/ 376656 w 591813"/>
                <a:gd name="connsiteY1780" fmla="*/ 471022 h 640885"/>
                <a:gd name="connsiteX1781" fmla="*/ 376250 w 591813"/>
                <a:gd name="connsiteY1781" fmla="*/ 471674 h 640885"/>
                <a:gd name="connsiteX1782" fmla="*/ 375868 w 591813"/>
                <a:gd name="connsiteY1782" fmla="*/ 472304 h 640885"/>
                <a:gd name="connsiteX1783" fmla="*/ 375463 w 591813"/>
                <a:gd name="connsiteY1783" fmla="*/ 472933 h 640885"/>
                <a:gd name="connsiteX1784" fmla="*/ 375081 w 591813"/>
                <a:gd name="connsiteY1784" fmla="*/ 473586 h 640885"/>
                <a:gd name="connsiteX1785" fmla="*/ 374676 w 591813"/>
                <a:gd name="connsiteY1785" fmla="*/ 474215 h 640885"/>
                <a:gd name="connsiteX1786" fmla="*/ 374294 w 591813"/>
                <a:gd name="connsiteY1786" fmla="*/ 474867 h 640885"/>
                <a:gd name="connsiteX1787" fmla="*/ 373889 w 591813"/>
                <a:gd name="connsiteY1787" fmla="*/ 475497 h 640885"/>
                <a:gd name="connsiteX1788" fmla="*/ 373507 w 591813"/>
                <a:gd name="connsiteY1788" fmla="*/ 476149 h 640885"/>
                <a:gd name="connsiteX1789" fmla="*/ 373102 w 591813"/>
                <a:gd name="connsiteY1789" fmla="*/ 476802 h 640885"/>
                <a:gd name="connsiteX1790" fmla="*/ 372697 w 591813"/>
                <a:gd name="connsiteY1790" fmla="*/ 477431 h 640885"/>
                <a:gd name="connsiteX1791" fmla="*/ 372315 w 591813"/>
                <a:gd name="connsiteY1791" fmla="*/ 478061 h 640885"/>
                <a:gd name="connsiteX1792" fmla="*/ 371910 w 591813"/>
                <a:gd name="connsiteY1792" fmla="*/ 478713 h 640885"/>
                <a:gd name="connsiteX1793" fmla="*/ 371528 w 591813"/>
                <a:gd name="connsiteY1793" fmla="*/ 479343 h 640885"/>
                <a:gd name="connsiteX1794" fmla="*/ 371123 w 591813"/>
                <a:gd name="connsiteY1794" fmla="*/ 479973 h 640885"/>
                <a:gd name="connsiteX1795" fmla="*/ 370740 w 591813"/>
                <a:gd name="connsiteY1795" fmla="*/ 480602 h 640885"/>
                <a:gd name="connsiteX1796" fmla="*/ 370336 w 591813"/>
                <a:gd name="connsiteY1796" fmla="*/ 481255 h 640885"/>
                <a:gd name="connsiteX1797" fmla="*/ 369954 w 591813"/>
                <a:gd name="connsiteY1797" fmla="*/ 481884 h 640885"/>
                <a:gd name="connsiteX1798" fmla="*/ 369548 w 591813"/>
                <a:gd name="connsiteY1798" fmla="*/ 482514 h 640885"/>
                <a:gd name="connsiteX1799" fmla="*/ 369144 w 591813"/>
                <a:gd name="connsiteY1799" fmla="*/ 483144 h 640885"/>
                <a:gd name="connsiteX1800" fmla="*/ 368762 w 591813"/>
                <a:gd name="connsiteY1800" fmla="*/ 483773 h 640885"/>
                <a:gd name="connsiteX1801" fmla="*/ 368356 w 591813"/>
                <a:gd name="connsiteY1801" fmla="*/ 484403 h 640885"/>
                <a:gd name="connsiteX1802" fmla="*/ 367974 w 591813"/>
                <a:gd name="connsiteY1802" fmla="*/ 485033 h 640885"/>
                <a:gd name="connsiteX1803" fmla="*/ 367570 w 591813"/>
                <a:gd name="connsiteY1803" fmla="*/ 485662 h 640885"/>
                <a:gd name="connsiteX1804" fmla="*/ 367187 w 591813"/>
                <a:gd name="connsiteY1804" fmla="*/ 486292 h 640885"/>
                <a:gd name="connsiteX1805" fmla="*/ 366782 w 591813"/>
                <a:gd name="connsiteY1805" fmla="*/ 486922 h 640885"/>
                <a:gd name="connsiteX1806" fmla="*/ 366378 w 591813"/>
                <a:gd name="connsiteY1806" fmla="*/ 487552 h 640885"/>
                <a:gd name="connsiteX1807" fmla="*/ 365995 w 591813"/>
                <a:gd name="connsiteY1807" fmla="*/ 488181 h 640885"/>
                <a:gd name="connsiteX1808" fmla="*/ 365590 w 591813"/>
                <a:gd name="connsiteY1808" fmla="*/ 488811 h 640885"/>
                <a:gd name="connsiteX1809" fmla="*/ 365208 w 591813"/>
                <a:gd name="connsiteY1809" fmla="*/ 489441 h 640885"/>
                <a:gd name="connsiteX1810" fmla="*/ 364803 w 591813"/>
                <a:gd name="connsiteY1810" fmla="*/ 490070 h 640885"/>
                <a:gd name="connsiteX1811" fmla="*/ 364421 w 591813"/>
                <a:gd name="connsiteY1811" fmla="*/ 490700 h 640885"/>
                <a:gd name="connsiteX1812" fmla="*/ 364016 w 591813"/>
                <a:gd name="connsiteY1812" fmla="*/ 491307 h 640885"/>
                <a:gd name="connsiteX1813" fmla="*/ 363634 w 591813"/>
                <a:gd name="connsiteY1813" fmla="*/ 491937 h 640885"/>
                <a:gd name="connsiteX1814" fmla="*/ 363229 w 591813"/>
                <a:gd name="connsiteY1814" fmla="*/ 492567 h 640885"/>
                <a:gd name="connsiteX1815" fmla="*/ 362824 w 591813"/>
                <a:gd name="connsiteY1815" fmla="*/ 493174 h 640885"/>
                <a:gd name="connsiteX1816" fmla="*/ 362442 w 591813"/>
                <a:gd name="connsiteY1816" fmla="*/ 493804 h 640885"/>
                <a:gd name="connsiteX1817" fmla="*/ 362037 w 591813"/>
                <a:gd name="connsiteY1817" fmla="*/ 494411 h 640885"/>
                <a:gd name="connsiteX1818" fmla="*/ 361655 w 591813"/>
                <a:gd name="connsiteY1818" fmla="*/ 495018 h 640885"/>
                <a:gd name="connsiteX1819" fmla="*/ 361250 w 591813"/>
                <a:gd name="connsiteY1819" fmla="*/ 495648 h 640885"/>
                <a:gd name="connsiteX1820" fmla="*/ 360868 w 591813"/>
                <a:gd name="connsiteY1820" fmla="*/ 496255 h 640885"/>
                <a:gd name="connsiteX1821" fmla="*/ 360463 w 591813"/>
                <a:gd name="connsiteY1821" fmla="*/ 496862 h 640885"/>
                <a:gd name="connsiteX1822" fmla="*/ 360080 w 591813"/>
                <a:gd name="connsiteY1822" fmla="*/ 497470 h 640885"/>
                <a:gd name="connsiteX1823" fmla="*/ 359676 w 591813"/>
                <a:gd name="connsiteY1823" fmla="*/ 498077 h 640885"/>
                <a:gd name="connsiteX1824" fmla="*/ 359271 w 591813"/>
                <a:gd name="connsiteY1824" fmla="*/ 498684 h 640885"/>
                <a:gd name="connsiteX1825" fmla="*/ 358888 w 591813"/>
                <a:gd name="connsiteY1825" fmla="*/ 499291 h 640885"/>
                <a:gd name="connsiteX1826" fmla="*/ 358484 w 591813"/>
                <a:gd name="connsiteY1826" fmla="*/ 499921 h 640885"/>
                <a:gd name="connsiteX1827" fmla="*/ 358102 w 591813"/>
                <a:gd name="connsiteY1827" fmla="*/ 500528 h 640885"/>
                <a:gd name="connsiteX1828" fmla="*/ 357696 w 591813"/>
                <a:gd name="connsiteY1828" fmla="*/ 501135 h 640885"/>
                <a:gd name="connsiteX1829" fmla="*/ 357314 w 591813"/>
                <a:gd name="connsiteY1829" fmla="*/ 501743 h 640885"/>
                <a:gd name="connsiteX1830" fmla="*/ 356910 w 591813"/>
                <a:gd name="connsiteY1830" fmla="*/ 502350 h 640885"/>
                <a:gd name="connsiteX1831" fmla="*/ 356527 w 591813"/>
                <a:gd name="connsiteY1831" fmla="*/ 502957 h 640885"/>
                <a:gd name="connsiteX1832" fmla="*/ 356122 w 591813"/>
                <a:gd name="connsiteY1832" fmla="*/ 503564 h 640885"/>
                <a:gd name="connsiteX1833" fmla="*/ 355718 w 591813"/>
                <a:gd name="connsiteY1833" fmla="*/ 504171 h 640885"/>
                <a:gd name="connsiteX1834" fmla="*/ 355335 w 591813"/>
                <a:gd name="connsiteY1834" fmla="*/ 504779 h 640885"/>
                <a:gd name="connsiteX1835" fmla="*/ 354930 w 591813"/>
                <a:gd name="connsiteY1835" fmla="*/ 505363 h 640885"/>
                <a:gd name="connsiteX1836" fmla="*/ 354548 w 591813"/>
                <a:gd name="connsiteY1836" fmla="*/ 505971 h 640885"/>
                <a:gd name="connsiteX1837" fmla="*/ 354143 w 591813"/>
                <a:gd name="connsiteY1837" fmla="*/ 506578 h 640885"/>
                <a:gd name="connsiteX1838" fmla="*/ 353761 w 591813"/>
                <a:gd name="connsiteY1838" fmla="*/ 507185 h 640885"/>
                <a:gd name="connsiteX1839" fmla="*/ 353356 w 591813"/>
                <a:gd name="connsiteY1839" fmla="*/ 507792 h 640885"/>
                <a:gd name="connsiteX1840" fmla="*/ 352951 w 591813"/>
                <a:gd name="connsiteY1840" fmla="*/ 508399 h 640885"/>
                <a:gd name="connsiteX1841" fmla="*/ 352569 w 591813"/>
                <a:gd name="connsiteY1841" fmla="*/ 509007 h 640885"/>
                <a:gd name="connsiteX1842" fmla="*/ 352164 w 591813"/>
                <a:gd name="connsiteY1842" fmla="*/ 509614 h 640885"/>
                <a:gd name="connsiteX1843" fmla="*/ 351782 w 591813"/>
                <a:gd name="connsiteY1843" fmla="*/ 510221 h 640885"/>
                <a:gd name="connsiteX1844" fmla="*/ 351377 w 591813"/>
                <a:gd name="connsiteY1844" fmla="*/ 510828 h 640885"/>
                <a:gd name="connsiteX1845" fmla="*/ 350995 w 591813"/>
                <a:gd name="connsiteY1845" fmla="*/ 511436 h 640885"/>
                <a:gd name="connsiteX1846" fmla="*/ 350590 w 591813"/>
                <a:gd name="connsiteY1846" fmla="*/ 512043 h 640885"/>
                <a:gd name="connsiteX1847" fmla="*/ 350208 w 591813"/>
                <a:gd name="connsiteY1847" fmla="*/ 512650 h 640885"/>
                <a:gd name="connsiteX1848" fmla="*/ 349803 w 591813"/>
                <a:gd name="connsiteY1848" fmla="*/ 513257 h 640885"/>
                <a:gd name="connsiteX1849" fmla="*/ 349398 w 591813"/>
                <a:gd name="connsiteY1849" fmla="*/ 513864 h 640885"/>
                <a:gd name="connsiteX1850" fmla="*/ 349016 w 591813"/>
                <a:gd name="connsiteY1850" fmla="*/ 514472 h 640885"/>
                <a:gd name="connsiteX1851" fmla="*/ 348611 w 591813"/>
                <a:gd name="connsiteY1851" fmla="*/ 515079 h 640885"/>
                <a:gd name="connsiteX1852" fmla="*/ 348228 w 591813"/>
                <a:gd name="connsiteY1852" fmla="*/ 515664 h 640885"/>
                <a:gd name="connsiteX1853" fmla="*/ 347824 w 591813"/>
                <a:gd name="connsiteY1853" fmla="*/ 516271 h 640885"/>
                <a:gd name="connsiteX1854" fmla="*/ 347442 w 591813"/>
                <a:gd name="connsiteY1854" fmla="*/ 516878 h 640885"/>
                <a:gd name="connsiteX1855" fmla="*/ 347036 w 591813"/>
                <a:gd name="connsiteY1855" fmla="*/ 517463 h 640885"/>
                <a:gd name="connsiteX1856" fmla="*/ 346654 w 591813"/>
                <a:gd name="connsiteY1856" fmla="*/ 518070 h 640885"/>
                <a:gd name="connsiteX1857" fmla="*/ 346250 w 591813"/>
                <a:gd name="connsiteY1857" fmla="*/ 518655 h 640885"/>
                <a:gd name="connsiteX1858" fmla="*/ 345844 w 591813"/>
                <a:gd name="connsiteY1858" fmla="*/ 519262 h 640885"/>
                <a:gd name="connsiteX1859" fmla="*/ 345462 w 591813"/>
                <a:gd name="connsiteY1859" fmla="*/ 519847 h 640885"/>
                <a:gd name="connsiteX1860" fmla="*/ 345058 w 591813"/>
                <a:gd name="connsiteY1860" fmla="*/ 520454 h 640885"/>
                <a:gd name="connsiteX1861" fmla="*/ 344675 w 591813"/>
                <a:gd name="connsiteY1861" fmla="*/ 521039 h 640885"/>
                <a:gd name="connsiteX1862" fmla="*/ 344270 w 591813"/>
                <a:gd name="connsiteY1862" fmla="*/ 521623 h 640885"/>
                <a:gd name="connsiteX1863" fmla="*/ 343888 w 591813"/>
                <a:gd name="connsiteY1863" fmla="*/ 522208 h 640885"/>
                <a:gd name="connsiteX1864" fmla="*/ 343483 w 591813"/>
                <a:gd name="connsiteY1864" fmla="*/ 522793 h 640885"/>
                <a:gd name="connsiteX1865" fmla="*/ 343101 w 591813"/>
                <a:gd name="connsiteY1865" fmla="*/ 523377 h 640885"/>
                <a:gd name="connsiteX1866" fmla="*/ 342696 w 591813"/>
                <a:gd name="connsiteY1866" fmla="*/ 523962 h 640885"/>
                <a:gd name="connsiteX1867" fmla="*/ 342291 w 591813"/>
                <a:gd name="connsiteY1867" fmla="*/ 524547 h 640885"/>
                <a:gd name="connsiteX1868" fmla="*/ 341909 w 591813"/>
                <a:gd name="connsiteY1868" fmla="*/ 525109 h 640885"/>
                <a:gd name="connsiteX1869" fmla="*/ 341504 w 591813"/>
                <a:gd name="connsiteY1869" fmla="*/ 525671 h 640885"/>
                <a:gd name="connsiteX1870" fmla="*/ 341122 w 591813"/>
                <a:gd name="connsiteY1870" fmla="*/ 526234 h 640885"/>
                <a:gd name="connsiteX1871" fmla="*/ 340717 w 591813"/>
                <a:gd name="connsiteY1871" fmla="*/ 526818 h 640885"/>
                <a:gd name="connsiteX1872" fmla="*/ 340335 w 591813"/>
                <a:gd name="connsiteY1872" fmla="*/ 527381 h 640885"/>
                <a:gd name="connsiteX1873" fmla="*/ 339930 w 591813"/>
                <a:gd name="connsiteY1873" fmla="*/ 527920 h 640885"/>
                <a:gd name="connsiteX1874" fmla="*/ 339548 w 591813"/>
                <a:gd name="connsiteY1874" fmla="*/ 528483 h 640885"/>
                <a:gd name="connsiteX1875" fmla="*/ 339142 w 591813"/>
                <a:gd name="connsiteY1875" fmla="*/ 529045 h 640885"/>
                <a:gd name="connsiteX1876" fmla="*/ 338738 w 591813"/>
                <a:gd name="connsiteY1876" fmla="*/ 529607 h 640885"/>
                <a:gd name="connsiteX1877" fmla="*/ 338356 w 591813"/>
                <a:gd name="connsiteY1877" fmla="*/ 530147 h 640885"/>
                <a:gd name="connsiteX1878" fmla="*/ 337950 w 591813"/>
                <a:gd name="connsiteY1878" fmla="*/ 530709 h 640885"/>
                <a:gd name="connsiteX1879" fmla="*/ 337568 w 591813"/>
                <a:gd name="connsiteY1879" fmla="*/ 531271 h 640885"/>
                <a:gd name="connsiteX1880" fmla="*/ 337164 w 591813"/>
                <a:gd name="connsiteY1880" fmla="*/ 531811 h 640885"/>
                <a:gd name="connsiteX1881" fmla="*/ 336782 w 591813"/>
                <a:gd name="connsiteY1881" fmla="*/ 532373 h 640885"/>
                <a:gd name="connsiteX1882" fmla="*/ 336376 w 591813"/>
                <a:gd name="connsiteY1882" fmla="*/ 532913 h 640885"/>
                <a:gd name="connsiteX1883" fmla="*/ 335972 w 591813"/>
                <a:gd name="connsiteY1883" fmla="*/ 533453 h 640885"/>
                <a:gd name="connsiteX1884" fmla="*/ 335590 w 591813"/>
                <a:gd name="connsiteY1884" fmla="*/ 533993 h 640885"/>
                <a:gd name="connsiteX1885" fmla="*/ 335184 w 591813"/>
                <a:gd name="connsiteY1885" fmla="*/ 534555 h 640885"/>
                <a:gd name="connsiteX1886" fmla="*/ 334802 w 591813"/>
                <a:gd name="connsiteY1886" fmla="*/ 535095 h 640885"/>
                <a:gd name="connsiteX1887" fmla="*/ 334397 w 591813"/>
                <a:gd name="connsiteY1887" fmla="*/ 535634 h 640885"/>
                <a:gd name="connsiteX1888" fmla="*/ 334015 w 591813"/>
                <a:gd name="connsiteY1888" fmla="*/ 536174 h 640885"/>
                <a:gd name="connsiteX1889" fmla="*/ 333610 w 591813"/>
                <a:gd name="connsiteY1889" fmla="*/ 536691 h 640885"/>
                <a:gd name="connsiteX1890" fmla="*/ 333228 w 591813"/>
                <a:gd name="connsiteY1890" fmla="*/ 537231 h 640885"/>
                <a:gd name="connsiteX1891" fmla="*/ 332823 w 591813"/>
                <a:gd name="connsiteY1891" fmla="*/ 537748 h 640885"/>
                <a:gd name="connsiteX1892" fmla="*/ 332418 w 591813"/>
                <a:gd name="connsiteY1892" fmla="*/ 538288 h 640885"/>
                <a:gd name="connsiteX1893" fmla="*/ 332036 w 591813"/>
                <a:gd name="connsiteY1893" fmla="*/ 538805 h 640885"/>
                <a:gd name="connsiteX1894" fmla="*/ 331631 w 591813"/>
                <a:gd name="connsiteY1894" fmla="*/ 539323 h 640885"/>
                <a:gd name="connsiteX1895" fmla="*/ 331249 w 591813"/>
                <a:gd name="connsiteY1895" fmla="*/ 539817 h 640885"/>
                <a:gd name="connsiteX1896" fmla="*/ 330844 w 591813"/>
                <a:gd name="connsiteY1896" fmla="*/ 540335 h 640885"/>
                <a:gd name="connsiteX1897" fmla="*/ 330462 w 591813"/>
                <a:gd name="connsiteY1897" fmla="*/ 540829 h 640885"/>
                <a:gd name="connsiteX1898" fmla="*/ 330057 w 591813"/>
                <a:gd name="connsiteY1898" fmla="*/ 541347 h 640885"/>
                <a:gd name="connsiteX1899" fmla="*/ 329674 w 591813"/>
                <a:gd name="connsiteY1899" fmla="*/ 541841 h 640885"/>
                <a:gd name="connsiteX1900" fmla="*/ 329270 w 591813"/>
                <a:gd name="connsiteY1900" fmla="*/ 542336 h 640885"/>
                <a:gd name="connsiteX1901" fmla="*/ 328865 w 591813"/>
                <a:gd name="connsiteY1901" fmla="*/ 542809 h 640885"/>
                <a:gd name="connsiteX1902" fmla="*/ 328482 w 591813"/>
                <a:gd name="connsiteY1902" fmla="*/ 543303 h 640885"/>
                <a:gd name="connsiteX1903" fmla="*/ 328078 w 591813"/>
                <a:gd name="connsiteY1903" fmla="*/ 543776 h 640885"/>
                <a:gd name="connsiteX1904" fmla="*/ 327696 w 591813"/>
                <a:gd name="connsiteY1904" fmla="*/ 544248 h 640885"/>
                <a:gd name="connsiteX1905" fmla="*/ 327290 w 591813"/>
                <a:gd name="connsiteY1905" fmla="*/ 544720 h 640885"/>
                <a:gd name="connsiteX1906" fmla="*/ 326908 w 591813"/>
                <a:gd name="connsiteY1906" fmla="*/ 545192 h 640885"/>
                <a:gd name="connsiteX1907" fmla="*/ 326504 w 591813"/>
                <a:gd name="connsiteY1907" fmla="*/ 545665 h 640885"/>
                <a:gd name="connsiteX1908" fmla="*/ 326121 w 591813"/>
                <a:gd name="connsiteY1908" fmla="*/ 546115 h 640885"/>
                <a:gd name="connsiteX1909" fmla="*/ 325716 w 591813"/>
                <a:gd name="connsiteY1909" fmla="*/ 546564 h 640885"/>
                <a:gd name="connsiteX1910" fmla="*/ 325312 w 591813"/>
                <a:gd name="connsiteY1910" fmla="*/ 547037 h 640885"/>
                <a:gd name="connsiteX1911" fmla="*/ 324929 w 591813"/>
                <a:gd name="connsiteY1911" fmla="*/ 547486 h 640885"/>
                <a:gd name="connsiteX1912" fmla="*/ 324524 w 591813"/>
                <a:gd name="connsiteY1912" fmla="*/ 547936 h 640885"/>
                <a:gd name="connsiteX1913" fmla="*/ 324142 w 591813"/>
                <a:gd name="connsiteY1913" fmla="*/ 548386 h 640885"/>
                <a:gd name="connsiteX1914" fmla="*/ 323737 w 591813"/>
                <a:gd name="connsiteY1914" fmla="*/ 548813 h 640885"/>
                <a:gd name="connsiteX1915" fmla="*/ 323355 w 591813"/>
                <a:gd name="connsiteY1915" fmla="*/ 549263 h 640885"/>
                <a:gd name="connsiteX1916" fmla="*/ 322950 w 591813"/>
                <a:gd name="connsiteY1916" fmla="*/ 549690 h 640885"/>
                <a:gd name="connsiteX1917" fmla="*/ 322545 w 591813"/>
                <a:gd name="connsiteY1917" fmla="*/ 550140 h 640885"/>
                <a:gd name="connsiteX1918" fmla="*/ 322163 w 591813"/>
                <a:gd name="connsiteY1918" fmla="*/ 550567 h 640885"/>
                <a:gd name="connsiteX1919" fmla="*/ 321758 w 591813"/>
                <a:gd name="connsiteY1919" fmla="*/ 550995 h 640885"/>
                <a:gd name="connsiteX1920" fmla="*/ 321376 w 591813"/>
                <a:gd name="connsiteY1920" fmla="*/ 551422 h 640885"/>
                <a:gd name="connsiteX1921" fmla="*/ 320971 w 591813"/>
                <a:gd name="connsiteY1921" fmla="*/ 551872 h 640885"/>
                <a:gd name="connsiteX1922" fmla="*/ 320589 w 591813"/>
                <a:gd name="connsiteY1922" fmla="*/ 552299 h 640885"/>
                <a:gd name="connsiteX1923" fmla="*/ 320184 w 591813"/>
                <a:gd name="connsiteY1923" fmla="*/ 552704 h 640885"/>
                <a:gd name="connsiteX1924" fmla="*/ 319802 w 591813"/>
                <a:gd name="connsiteY1924" fmla="*/ 553131 h 640885"/>
                <a:gd name="connsiteX1925" fmla="*/ 319397 w 591813"/>
                <a:gd name="connsiteY1925" fmla="*/ 553559 h 640885"/>
                <a:gd name="connsiteX1926" fmla="*/ 318992 w 591813"/>
                <a:gd name="connsiteY1926" fmla="*/ 553963 h 640885"/>
                <a:gd name="connsiteX1927" fmla="*/ 318610 w 591813"/>
                <a:gd name="connsiteY1927" fmla="*/ 554391 h 640885"/>
                <a:gd name="connsiteX1928" fmla="*/ 318205 w 591813"/>
                <a:gd name="connsiteY1928" fmla="*/ 554795 h 640885"/>
                <a:gd name="connsiteX1929" fmla="*/ 317822 w 591813"/>
                <a:gd name="connsiteY1929" fmla="*/ 555200 h 640885"/>
                <a:gd name="connsiteX1930" fmla="*/ 317418 w 591813"/>
                <a:gd name="connsiteY1930" fmla="*/ 555605 h 640885"/>
                <a:gd name="connsiteX1931" fmla="*/ 317036 w 591813"/>
                <a:gd name="connsiteY1931" fmla="*/ 556010 h 640885"/>
                <a:gd name="connsiteX1932" fmla="*/ 316630 w 591813"/>
                <a:gd name="connsiteY1932" fmla="*/ 556415 h 640885"/>
                <a:gd name="connsiteX1933" fmla="*/ 316248 w 591813"/>
                <a:gd name="connsiteY1933" fmla="*/ 556820 h 640885"/>
                <a:gd name="connsiteX1934" fmla="*/ 315844 w 591813"/>
                <a:gd name="connsiteY1934" fmla="*/ 557202 h 640885"/>
                <a:gd name="connsiteX1935" fmla="*/ 315438 w 591813"/>
                <a:gd name="connsiteY1935" fmla="*/ 557584 h 640885"/>
                <a:gd name="connsiteX1936" fmla="*/ 315056 w 591813"/>
                <a:gd name="connsiteY1936" fmla="*/ 557989 h 640885"/>
                <a:gd name="connsiteX1937" fmla="*/ 314652 w 591813"/>
                <a:gd name="connsiteY1937" fmla="*/ 558371 h 640885"/>
                <a:gd name="connsiteX1938" fmla="*/ 314269 w 591813"/>
                <a:gd name="connsiteY1938" fmla="*/ 558754 h 640885"/>
                <a:gd name="connsiteX1939" fmla="*/ 313864 w 591813"/>
                <a:gd name="connsiteY1939" fmla="*/ 559113 h 640885"/>
                <a:gd name="connsiteX1940" fmla="*/ 313482 w 591813"/>
                <a:gd name="connsiteY1940" fmla="*/ 559496 h 640885"/>
                <a:gd name="connsiteX1941" fmla="*/ 313077 w 591813"/>
                <a:gd name="connsiteY1941" fmla="*/ 559856 h 640885"/>
                <a:gd name="connsiteX1942" fmla="*/ 312695 w 591813"/>
                <a:gd name="connsiteY1942" fmla="*/ 560215 h 640885"/>
                <a:gd name="connsiteX1943" fmla="*/ 312290 w 591813"/>
                <a:gd name="connsiteY1943" fmla="*/ 560575 h 640885"/>
                <a:gd name="connsiteX1944" fmla="*/ 311885 w 591813"/>
                <a:gd name="connsiteY1944" fmla="*/ 560935 h 640885"/>
                <a:gd name="connsiteX1945" fmla="*/ 311503 w 591813"/>
                <a:gd name="connsiteY1945" fmla="*/ 561295 h 640885"/>
                <a:gd name="connsiteX1946" fmla="*/ 311098 w 591813"/>
                <a:gd name="connsiteY1946" fmla="*/ 561655 h 640885"/>
                <a:gd name="connsiteX1947" fmla="*/ 310716 w 591813"/>
                <a:gd name="connsiteY1947" fmla="*/ 561992 h 640885"/>
                <a:gd name="connsiteX1948" fmla="*/ 310311 w 591813"/>
                <a:gd name="connsiteY1948" fmla="*/ 562329 h 640885"/>
                <a:gd name="connsiteX1949" fmla="*/ 309929 w 591813"/>
                <a:gd name="connsiteY1949" fmla="*/ 562667 h 640885"/>
                <a:gd name="connsiteX1950" fmla="*/ 309524 w 591813"/>
                <a:gd name="connsiteY1950" fmla="*/ 563004 h 640885"/>
                <a:gd name="connsiteX1951" fmla="*/ 309142 w 591813"/>
                <a:gd name="connsiteY1951" fmla="*/ 563342 h 640885"/>
                <a:gd name="connsiteX1952" fmla="*/ 308737 w 591813"/>
                <a:gd name="connsiteY1952" fmla="*/ 563679 h 640885"/>
                <a:gd name="connsiteX1953" fmla="*/ 308332 w 591813"/>
                <a:gd name="connsiteY1953" fmla="*/ 564016 h 640885"/>
                <a:gd name="connsiteX1954" fmla="*/ 307950 w 591813"/>
                <a:gd name="connsiteY1954" fmla="*/ 564331 h 640885"/>
                <a:gd name="connsiteX1955" fmla="*/ 307545 w 591813"/>
                <a:gd name="connsiteY1955" fmla="*/ 564646 h 640885"/>
                <a:gd name="connsiteX1956" fmla="*/ 307162 w 591813"/>
                <a:gd name="connsiteY1956" fmla="*/ 564961 h 640885"/>
                <a:gd name="connsiteX1957" fmla="*/ 306758 w 591813"/>
                <a:gd name="connsiteY1957" fmla="*/ 565276 h 640885"/>
                <a:gd name="connsiteX1958" fmla="*/ 306376 w 591813"/>
                <a:gd name="connsiteY1958" fmla="*/ 565590 h 640885"/>
                <a:gd name="connsiteX1959" fmla="*/ 305970 w 591813"/>
                <a:gd name="connsiteY1959" fmla="*/ 565883 h 640885"/>
                <a:gd name="connsiteX1960" fmla="*/ 305566 w 591813"/>
                <a:gd name="connsiteY1960" fmla="*/ 566175 h 640885"/>
                <a:gd name="connsiteX1961" fmla="*/ 305184 w 591813"/>
                <a:gd name="connsiteY1961" fmla="*/ 566468 h 640885"/>
                <a:gd name="connsiteX1962" fmla="*/ 304778 w 591813"/>
                <a:gd name="connsiteY1962" fmla="*/ 566760 h 640885"/>
                <a:gd name="connsiteX1963" fmla="*/ 304396 w 591813"/>
                <a:gd name="connsiteY1963" fmla="*/ 567052 h 640885"/>
                <a:gd name="connsiteX1964" fmla="*/ 303992 w 591813"/>
                <a:gd name="connsiteY1964" fmla="*/ 567322 h 640885"/>
                <a:gd name="connsiteX1965" fmla="*/ 303609 w 591813"/>
                <a:gd name="connsiteY1965" fmla="*/ 567592 h 640885"/>
                <a:gd name="connsiteX1966" fmla="*/ 303204 w 591813"/>
                <a:gd name="connsiteY1966" fmla="*/ 567862 h 640885"/>
                <a:gd name="connsiteX1967" fmla="*/ 302822 w 591813"/>
                <a:gd name="connsiteY1967" fmla="*/ 568132 h 640885"/>
                <a:gd name="connsiteX1968" fmla="*/ 302417 w 591813"/>
                <a:gd name="connsiteY1968" fmla="*/ 568402 h 640885"/>
                <a:gd name="connsiteX1969" fmla="*/ 302012 w 591813"/>
                <a:gd name="connsiteY1969" fmla="*/ 568649 h 640885"/>
                <a:gd name="connsiteX1970" fmla="*/ 301630 w 591813"/>
                <a:gd name="connsiteY1970" fmla="*/ 568919 h 640885"/>
                <a:gd name="connsiteX1971" fmla="*/ 301225 w 591813"/>
                <a:gd name="connsiteY1971" fmla="*/ 569166 h 640885"/>
                <a:gd name="connsiteX1972" fmla="*/ 300843 w 591813"/>
                <a:gd name="connsiteY1972" fmla="*/ 569414 h 640885"/>
                <a:gd name="connsiteX1973" fmla="*/ 300438 w 591813"/>
                <a:gd name="connsiteY1973" fmla="*/ 569639 h 640885"/>
                <a:gd name="connsiteX1974" fmla="*/ 300056 w 591813"/>
                <a:gd name="connsiteY1974" fmla="*/ 569886 h 640885"/>
                <a:gd name="connsiteX1975" fmla="*/ 299651 w 591813"/>
                <a:gd name="connsiteY1975" fmla="*/ 570111 h 640885"/>
                <a:gd name="connsiteX1976" fmla="*/ 299269 w 591813"/>
                <a:gd name="connsiteY1976" fmla="*/ 570358 h 640885"/>
                <a:gd name="connsiteX1977" fmla="*/ 298864 w 591813"/>
                <a:gd name="connsiteY1977" fmla="*/ 570583 h 640885"/>
                <a:gd name="connsiteX1978" fmla="*/ 298459 w 591813"/>
                <a:gd name="connsiteY1978" fmla="*/ 570808 h 640885"/>
                <a:gd name="connsiteX1979" fmla="*/ 298076 w 591813"/>
                <a:gd name="connsiteY1979" fmla="*/ 571010 h 640885"/>
                <a:gd name="connsiteX1980" fmla="*/ 297672 w 591813"/>
                <a:gd name="connsiteY1980" fmla="*/ 571235 h 640885"/>
                <a:gd name="connsiteX1981" fmla="*/ 297290 w 591813"/>
                <a:gd name="connsiteY1981" fmla="*/ 571438 h 640885"/>
                <a:gd name="connsiteX1982" fmla="*/ 296884 w 591813"/>
                <a:gd name="connsiteY1982" fmla="*/ 571663 h 640885"/>
                <a:gd name="connsiteX1983" fmla="*/ 296502 w 591813"/>
                <a:gd name="connsiteY1983" fmla="*/ 571865 h 640885"/>
                <a:gd name="connsiteX1984" fmla="*/ 296098 w 591813"/>
                <a:gd name="connsiteY1984" fmla="*/ 570988 h 640885"/>
                <a:gd name="connsiteX1985" fmla="*/ 295716 w 591813"/>
                <a:gd name="connsiteY1985" fmla="*/ 567862 h 640885"/>
                <a:gd name="connsiteX1986" fmla="*/ 295310 w 591813"/>
                <a:gd name="connsiteY1986" fmla="*/ 568064 h 640885"/>
                <a:gd name="connsiteX1987" fmla="*/ 294906 w 591813"/>
                <a:gd name="connsiteY1987" fmla="*/ 568042 h 640885"/>
                <a:gd name="connsiteX1988" fmla="*/ 294524 w 591813"/>
                <a:gd name="connsiteY1988" fmla="*/ 568244 h 640885"/>
                <a:gd name="connsiteX1989" fmla="*/ 294118 w 591813"/>
                <a:gd name="connsiteY1989" fmla="*/ 568447 h 640885"/>
                <a:gd name="connsiteX1990" fmla="*/ 293736 w 591813"/>
                <a:gd name="connsiteY1990" fmla="*/ 568649 h 640885"/>
                <a:gd name="connsiteX1991" fmla="*/ 293331 w 591813"/>
                <a:gd name="connsiteY1991" fmla="*/ 568829 h 640885"/>
                <a:gd name="connsiteX1992" fmla="*/ 292949 w 591813"/>
                <a:gd name="connsiteY1992" fmla="*/ 569031 h 640885"/>
                <a:gd name="connsiteX1993" fmla="*/ 292544 w 591813"/>
                <a:gd name="connsiteY1993" fmla="*/ 569211 h 640885"/>
                <a:gd name="connsiteX1994" fmla="*/ 292139 w 591813"/>
                <a:gd name="connsiteY1994" fmla="*/ 569391 h 640885"/>
                <a:gd name="connsiteX1995" fmla="*/ 291757 w 591813"/>
                <a:gd name="connsiteY1995" fmla="*/ 569594 h 640885"/>
                <a:gd name="connsiteX1996" fmla="*/ 291352 w 591813"/>
                <a:gd name="connsiteY1996" fmla="*/ 569751 h 640885"/>
                <a:gd name="connsiteX1997" fmla="*/ 290970 w 591813"/>
                <a:gd name="connsiteY1997" fmla="*/ 569931 h 640885"/>
                <a:gd name="connsiteX1998" fmla="*/ 290565 w 591813"/>
                <a:gd name="connsiteY1998" fmla="*/ 570111 h 640885"/>
                <a:gd name="connsiteX1999" fmla="*/ 290183 w 591813"/>
                <a:gd name="connsiteY1999" fmla="*/ 570291 h 640885"/>
                <a:gd name="connsiteX2000" fmla="*/ 289778 w 591813"/>
                <a:gd name="connsiteY2000" fmla="*/ 570448 h 640885"/>
                <a:gd name="connsiteX2001" fmla="*/ 289396 w 591813"/>
                <a:gd name="connsiteY2001" fmla="*/ 570606 h 640885"/>
                <a:gd name="connsiteX2002" fmla="*/ 288991 w 591813"/>
                <a:gd name="connsiteY2002" fmla="*/ 570763 h 640885"/>
                <a:gd name="connsiteX2003" fmla="*/ 288586 w 591813"/>
                <a:gd name="connsiteY2003" fmla="*/ 570921 h 640885"/>
                <a:gd name="connsiteX2004" fmla="*/ 288204 w 591813"/>
                <a:gd name="connsiteY2004" fmla="*/ 571078 h 640885"/>
                <a:gd name="connsiteX2005" fmla="*/ 287799 w 591813"/>
                <a:gd name="connsiteY2005" fmla="*/ 571235 h 640885"/>
                <a:gd name="connsiteX2006" fmla="*/ 287416 w 591813"/>
                <a:gd name="connsiteY2006" fmla="*/ 571370 h 640885"/>
                <a:gd name="connsiteX2007" fmla="*/ 287012 w 591813"/>
                <a:gd name="connsiteY2007" fmla="*/ 571505 h 640885"/>
                <a:gd name="connsiteX2008" fmla="*/ 286630 w 591813"/>
                <a:gd name="connsiteY2008" fmla="*/ 571640 h 640885"/>
                <a:gd name="connsiteX2009" fmla="*/ 286224 w 591813"/>
                <a:gd name="connsiteY2009" fmla="*/ 571775 h 640885"/>
                <a:gd name="connsiteX2010" fmla="*/ 285842 w 591813"/>
                <a:gd name="connsiteY2010" fmla="*/ 571910 h 640885"/>
                <a:gd name="connsiteX2011" fmla="*/ 285438 w 591813"/>
                <a:gd name="connsiteY2011" fmla="*/ 572022 h 640885"/>
                <a:gd name="connsiteX2012" fmla="*/ 285033 w 591813"/>
                <a:gd name="connsiteY2012" fmla="*/ 572157 h 640885"/>
                <a:gd name="connsiteX2013" fmla="*/ 284673 w 591813"/>
                <a:gd name="connsiteY2013" fmla="*/ 572270 h 640885"/>
                <a:gd name="connsiteX2014" fmla="*/ 284246 w 591813"/>
                <a:gd name="connsiteY2014" fmla="*/ 572360 h 640885"/>
                <a:gd name="connsiteX2015" fmla="*/ 283886 w 591813"/>
                <a:gd name="connsiteY2015" fmla="*/ 572472 h 640885"/>
                <a:gd name="connsiteX2016" fmla="*/ 283481 w 591813"/>
                <a:gd name="connsiteY2016" fmla="*/ 572562 h 640885"/>
                <a:gd name="connsiteX2017" fmla="*/ 283076 w 591813"/>
                <a:gd name="connsiteY2017" fmla="*/ 572652 h 640885"/>
                <a:gd name="connsiteX2018" fmla="*/ 282694 w 591813"/>
                <a:gd name="connsiteY2018" fmla="*/ 572742 h 640885"/>
                <a:gd name="connsiteX2019" fmla="*/ 282311 w 591813"/>
                <a:gd name="connsiteY2019" fmla="*/ 572810 h 640885"/>
                <a:gd name="connsiteX2020" fmla="*/ 281907 w 591813"/>
                <a:gd name="connsiteY2020" fmla="*/ 572877 h 640885"/>
                <a:gd name="connsiteX2021" fmla="*/ 281502 w 591813"/>
                <a:gd name="connsiteY2021" fmla="*/ 572967 h 640885"/>
                <a:gd name="connsiteX2022" fmla="*/ 281120 w 591813"/>
                <a:gd name="connsiteY2022" fmla="*/ 573035 h 640885"/>
                <a:gd name="connsiteX2023" fmla="*/ 280715 w 591813"/>
                <a:gd name="connsiteY2023" fmla="*/ 573079 h 640885"/>
                <a:gd name="connsiteX2024" fmla="*/ 280332 w 591813"/>
                <a:gd name="connsiteY2024" fmla="*/ 573147 h 640885"/>
                <a:gd name="connsiteX2025" fmla="*/ 279928 w 591813"/>
                <a:gd name="connsiteY2025" fmla="*/ 573192 h 640885"/>
                <a:gd name="connsiteX2026" fmla="*/ 279545 w 591813"/>
                <a:gd name="connsiteY2026" fmla="*/ 573237 h 640885"/>
                <a:gd name="connsiteX2027" fmla="*/ 279140 w 591813"/>
                <a:gd name="connsiteY2027" fmla="*/ 573282 h 640885"/>
                <a:gd name="connsiteX2028" fmla="*/ 278758 w 591813"/>
                <a:gd name="connsiteY2028" fmla="*/ 573327 h 640885"/>
                <a:gd name="connsiteX2029" fmla="*/ 278353 w 591813"/>
                <a:gd name="connsiteY2029" fmla="*/ 573349 h 640885"/>
                <a:gd name="connsiteX2030" fmla="*/ 277948 w 591813"/>
                <a:gd name="connsiteY2030" fmla="*/ 573372 h 640885"/>
                <a:gd name="connsiteX2031" fmla="*/ 277566 w 591813"/>
                <a:gd name="connsiteY2031" fmla="*/ 573394 h 640885"/>
                <a:gd name="connsiteX2032" fmla="*/ 277162 w 591813"/>
                <a:gd name="connsiteY2032" fmla="*/ 573417 h 640885"/>
                <a:gd name="connsiteX2033" fmla="*/ 276779 w 591813"/>
                <a:gd name="connsiteY2033" fmla="*/ 573439 h 640885"/>
                <a:gd name="connsiteX2034" fmla="*/ 276374 w 591813"/>
                <a:gd name="connsiteY2034" fmla="*/ 573439 h 640885"/>
                <a:gd name="connsiteX2035" fmla="*/ 275992 w 591813"/>
                <a:gd name="connsiteY2035" fmla="*/ 573439 h 640885"/>
                <a:gd name="connsiteX2036" fmla="*/ 275587 w 591813"/>
                <a:gd name="connsiteY2036" fmla="*/ 573394 h 640885"/>
                <a:gd name="connsiteX2037" fmla="*/ 275182 w 591813"/>
                <a:gd name="connsiteY2037" fmla="*/ 573349 h 640885"/>
                <a:gd name="connsiteX2038" fmla="*/ 274800 w 591813"/>
                <a:gd name="connsiteY2038" fmla="*/ 573304 h 640885"/>
                <a:gd name="connsiteX2039" fmla="*/ 274395 w 591813"/>
                <a:gd name="connsiteY2039" fmla="*/ 573259 h 640885"/>
                <a:gd name="connsiteX2040" fmla="*/ 274013 w 591813"/>
                <a:gd name="connsiteY2040" fmla="*/ 573192 h 640885"/>
                <a:gd name="connsiteX2041" fmla="*/ 273608 w 591813"/>
                <a:gd name="connsiteY2041" fmla="*/ 573124 h 640885"/>
                <a:gd name="connsiteX2042" fmla="*/ 273226 w 591813"/>
                <a:gd name="connsiteY2042" fmla="*/ 573079 h 640885"/>
                <a:gd name="connsiteX2043" fmla="*/ 272821 w 591813"/>
                <a:gd name="connsiteY2043" fmla="*/ 572990 h 640885"/>
                <a:gd name="connsiteX2044" fmla="*/ 272439 w 591813"/>
                <a:gd name="connsiteY2044" fmla="*/ 572922 h 640885"/>
                <a:gd name="connsiteX2045" fmla="*/ 272034 w 591813"/>
                <a:gd name="connsiteY2045" fmla="*/ 572855 h 640885"/>
                <a:gd name="connsiteX2046" fmla="*/ 271629 w 591813"/>
                <a:gd name="connsiteY2046" fmla="*/ 572765 h 640885"/>
                <a:gd name="connsiteX2047" fmla="*/ 271247 w 591813"/>
                <a:gd name="connsiteY2047" fmla="*/ 572675 h 640885"/>
                <a:gd name="connsiteX2048" fmla="*/ 270842 w 591813"/>
                <a:gd name="connsiteY2048" fmla="*/ 572585 h 640885"/>
                <a:gd name="connsiteX2049" fmla="*/ 270459 w 591813"/>
                <a:gd name="connsiteY2049" fmla="*/ 572472 h 640885"/>
                <a:gd name="connsiteX2050" fmla="*/ 270055 w 591813"/>
                <a:gd name="connsiteY2050" fmla="*/ 572360 h 640885"/>
                <a:gd name="connsiteX2051" fmla="*/ 269672 w 591813"/>
                <a:gd name="connsiteY2051" fmla="*/ 572247 h 640885"/>
                <a:gd name="connsiteX2052" fmla="*/ 269268 w 591813"/>
                <a:gd name="connsiteY2052" fmla="*/ 572135 h 640885"/>
                <a:gd name="connsiteX2053" fmla="*/ 268885 w 591813"/>
                <a:gd name="connsiteY2053" fmla="*/ 572022 h 640885"/>
                <a:gd name="connsiteX2054" fmla="*/ 268480 w 591813"/>
                <a:gd name="connsiteY2054" fmla="*/ 571888 h 640885"/>
                <a:gd name="connsiteX2055" fmla="*/ 268076 w 591813"/>
                <a:gd name="connsiteY2055" fmla="*/ 571753 h 640885"/>
                <a:gd name="connsiteX2056" fmla="*/ 267693 w 591813"/>
                <a:gd name="connsiteY2056" fmla="*/ 571618 h 640885"/>
                <a:gd name="connsiteX2057" fmla="*/ 267288 w 591813"/>
                <a:gd name="connsiteY2057" fmla="*/ 571483 h 640885"/>
                <a:gd name="connsiteX2058" fmla="*/ 266906 w 591813"/>
                <a:gd name="connsiteY2058" fmla="*/ 571348 h 640885"/>
                <a:gd name="connsiteX2059" fmla="*/ 266502 w 591813"/>
                <a:gd name="connsiteY2059" fmla="*/ 571190 h 640885"/>
                <a:gd name="connsiteX2060" fmla="*/ 266119 w 591813"/>
                <a:gd name="connsiteY2060" fmla="*/ 571033 h 640885"/>
                <a:gd name="connsiteX2061" fmla="*/ 265714 w 591813"/>
                <a:gd name="connsiteY2061" fmla="*/ 570875 h 640885"/>
                <a:gd name="connsiteX2062" fmla="*/ 265332 w 591813"/>
                <a:gd name="connsiteY2062" fmla="*/ 570718 h 640885"/>
                <a:gd name="connsiteX2063" fmla="*/ 264927 w 591813"/>
                <a:gd name="connsiteY2063" fmla="*/ 570561 h 640885"/>
                <a:gd name="connsiteX2064" fmla="*/ 264522 w 591813"/>
                <a:gd name="connsiteY2064" fmla="*/ 570381 h 640885"/>
                <a:gd name="connsiteX2065" fmla="*/ 264140 w 591813"/>
                <a:gd name="connsiteY2065" fmla="*/ 570201 h 640885"/>
                <a:gd name="connsiteX2066" fmla="*/ 263735 w 591813"/>
                <a:gd name="connsiteY2066" fmla="*/ 570021 h 640885"/>
                <a:gd name="connsiteX2067" fmla="*/ 263353 w 591813"/>
                <a:gd name="connsiteY2067" fmla="*/ 569841 h 640885"/>
                <a:gd name="connsiteX2068" fmla="*/ 262948 w 591813"/>
                <a:gd name="connsiteY2068" fmla="*/ 569639 h 640885"/>
                <a:gd name="connsiteX2069" fmla="*/ 262566 w 591813"/>
                <a:gd name="connsiteY2069" fmla="*/ 569436 h 640885"/>
                <a:gd name="connsiteX2070" fmla="*/ 262161 w 591813"/>
                <a:gd name="connsiteY2070" fmla="*/ 569234 h 640885"/>
                <a:gd name="connsiteX2071" fmla="*/ 261756 w 591813"/>
                <a:gd name="connsiteY2071" fmla="*/ 569031 h 640885"/>
                <a:gd name="connsiteX2072" fmla="*/ 261374 w 591813"/>
                <a:gd name="connsiteY2072" fmla="*/ 568806 h 640885"/>
                <a:gd name="connsiteX2073" fmla="*/ 260969 w 591813"/>
                <a:gd name="connsiteY2073" fmla="*/ 568582 h 640885"/>
                <a:gd name="connsiteX2074" fmla="*/ 260587 w 591813"/>
                <a:gd name="connsiteY2074" fmla="*/ 568357 h 640885"/>
                <a:gd name="connsiteX2075" fmla="*/ 260182 w 591813"/>
                <a:gd name="connsiteY2075" fmla="*/ 568132 h 640885"/>
                <a:gd name="connsiteX2076" fmla="*/ 259799 w 591813"/>
                <a:gd name="connsiteY2076" fmla="*/ 567907 h 640885"/>
                <a:gd name="connsiteX2077" fmla="*/ 259395 w 591813"/>
                <a:gd name="connsiteY2077" fmla="*/ 567660 h 640885"/>
                <a:gd name="connsiteX2078" fmla="*/ 259012 w 591813"/>
                <a:gd name="connsiteY2078" fmla="*/ 567435 h 640885"/>
                <a:gd name="connsiteX2079" fmla="*/ 258608 w 591813"/>
                <a:gd name="connsiteY2079" fmla="*/ 567187 h 640885"/>
                <a:gd name="connsiteX2080" fmla="*/ 258202 w 591813"/>
                <a:gd name="connsiteY2080" fmla="*/ 566940 h 640885"/>
                <a:gd name="connsiteX2081" fmla="*/ 257820 w 591813"/>
                <a:gd name="connsiteY2081" fmla="*/ 566670 h 640885"/>
                <a:gd name="connsiteX2082" fmla="*/ 257416 w 591813"/>
                <a:gd name="connsiteY2082" fmla="*/ 566423 h 640885"/>
                <a:gd name="connsiteX2083" fmla="*/ 257033 w 591813"/>
                <a:gd name="connsiteY2083" fmla="*/ 566153 h 640885"/>
                <a:gd name="connsiteX2084" fmla="*/ 256628 w 591813"/>
                <a:gd name="connsiteY2084" fmla="*/ 565883 h 640885"/>
                <a:gd name="connsiteX2085" fmla="*/ 256246 w 591813"/>
                <a:gd name="connsiteY2085" fmla="*/ 565590 h 640885"/>
                <a:gd name="connsiteX2086" fmla="*/ 255841 w 591813"/>
                <a:gd name="connsiteY2086" fmla="*/ 565321 h 640885"/>
                <a:gd name="connsiteX2087" fmla="*/ 255459 w 591813"/>
                <a:gd name="connsiteY2087" fmla="*/ 565028 h 640885"/>
                <a:gd name="connsiteX2088" fmla="*/ 255054 w 591813"/>
                <a:gd name="connsiteY2088" fmla="*/ 564736 h 640885"/>
                <a:gd name="connsiteX2089" fmla="*/ 254650 w 591813"/>
                <a:gd name="connsiteY2089" fmla="*/ 564444 h 640885"/>
                <a:gd name="connsiteX2090" fmla="*/ 254267 w 591813"/>
                <a:gd name="connsiteY2090" fmla="*/ 564129 h 640885"/>
                <a:gd name="connsiteX2091" fmla="*/ 253862 w 591813"/>
                <a:gd name="connsiteY2091" fmla="*/ 563814 h 640885"/>
                <a:gd name="connsiteX2092" fmla="*/ 253480 w 591813"/>
                <a:gd name="connsiteY2092" fmla="*/ 563499 h 640885"/>
                <a:gd name="connsiteX2093" fmla="*/ 253075 w 591813"/>
                <a:gd name="connsiteY2093" fmla="*/ 563184 h 640885"/>
                <a:gd name="connsiteX2094" fmla="*/ 252693 w 591813"/>
                <a:gd name="connsiteY2094" fmla="*/ 562869 h 640885"/>
                <a:gd name="connsiteX2095" fmla="*/ 252288 w 591813"/>
                <a:gd name="connsiteY2095" fmla="*/ 562532 h 640885"/>
                <a:gd name="connsiteX2096" fmla="*/ 251905 w 591813"/>
                <a:gd name="connsiteY2096" fmla="*/ 562172 h 640885"/>
                <a:gd name="connsiteX2097" fmla="*/ 251501 w 591813"/>
                <a:gd name="connsiteY2097" fmla="*/ 561835 h 640885"/>
                <a:gd name="connsiteX2098" fmla="*/ 251096 w 591813"/>
                <a:gd name="connsiteY2098" fmla="*/ 561475 h 640885"/>
                <a:gd name="connsiteX2099" fmla="*/ 250714 w 591813"/>
                <a:gd name="connsiteY2099" fmla="*/ 561115 h 640885"/>
                <a:gd name="connsiteX2100" fmla="*/ 250309 w 591813"/>
                <a:gd name="connsiteY2100" fmla="*/ 560755 h 640885"/>
                <a:gd name="connsiteX2101" fmla="*/ 249926 w 591813"/>
                <a:gd name="connsiteY2101" fmla="*/ 560373 h 640885"/>
                <a:gd name="connsiteX2102" fmla="*/ 249522 w 591813"/>
                <a:gd name="connsiteY2102" fmla="*/ 559991 h 640885"/>
                <a:gd name="connsiteX2103" fmla="*/ 249139 w 591813"/>
                <a:gd name="connsiteY2103" fmla="*/ 559608 h 640885"/>
                <a:gd name="connsiteX2104" fmla="*/ 248734 w 591813"/>
                <a:gd name="connsiteY2104" fmla="*/ 559226 h 640885"/>
                <a:gd name="connsiteX2105" fmla="*/ 248352 w 591813"/>
                <a:gd name="connsiteY2105" fmla="*/ 558821 h 640885"/>
                <a:gd name="connsiteX2106" fmla="*/ 247948 w 591813"/>
                <a:gd name="connsiteY2106" fmla="*/ 558416 h 640885"/>
                <a:gd name="connsiteX2107" fmla="*/ 247542 w 591813"/>
                <a:gd name="connsiteY2107" fmla="*/ 558011 h 640885"/>
                <a:gd name="connsiteX2108" fmla="*/ 247160 w 591813"/>
                <a:gd name="connsiteY2108" fmla="*/ 557584 h 640885"/>
                <a:gd name="connsiteX2109" fmla="*/ 246756 w 591813"/>
                <a:gd name="connsiteY2109" fmla="*/ 557157 h 640885"/>
                <a:gd name="connsiteX2110" fmla="*/ 246373 w 591813"/>
                <a:gd name="connsiteY2110" fmla="*/ 556730 h 640885"/>
                <a:gd name="connsiteX2111" fmla="*/ 245968 w 591813"/>
                <a:gd name="connsiteY2111" fmla="*/ 556280 h 640885"/>
                <a:gd name="connsiteX2112" fmla="*/ 245586 w 591813"/>
                <a:gd name="connsiteY2112" fmla="*/ 555830 h 640885"/>
                <a:gd name="connsiteX2113" fmla="*/ 245181 w 591813"/>
                <a:gd name="connsiteY2113" fmla="*/ 555380 h 640885"/>
                <a:gd name="connsiteX2114" fmla="*/ 244776 w 591813"/>
                <a:gd name="connsiteY2114" fmla="*/ 554908 h 640885"/>
                <a:gd name="connsiteX2115" fmla="*/ 244394 w 591813"/>
                <a:gd name="connsiteY2115" fmla="*/ 554458 h 640885"/>
                <a:gd name="connsiteX2116" fmla="*/ 243989 w 591813"/>
                <a:gd name="connsiteY2116" fmla="*/ 553986 h 640885"/>
                <a:gd name="connsiteX2117" fmla="*/ 243607 w 591813"/>
                <a:gd name="connsiteY2117" fmla="*/ 553491 h 640885"/>
                <a:gd name="connsiteX2118" fmla="*/ 243202 w 591813"/>
                <a:gd name="connsiteY2118" fmla="*/ 553019 h 640885"/>
                <a:gd name="connsiteX2119" fmla="*/ 242820 w 591813"/>
                <a:gd name="connsiteY2119" fmla="*/ 552502 h 640885"/>
                <a:gd name="connsiteX2120" fmla="*/ 242415 w 591813"/>
                <a:gd name="connsiteY2120" fmla="*/ 552007 h 640885"/>
                <a:gd name="connsiteX2121" fmla="*/ 242033 w 591813"/>
                <a:gd name="connsiteY2121" fmla="*/ 551512 h 640885"/>
                <a:gd name="connsiteX2122" fmla="*/ 241628 w 591813"/>
                <a:gd name="connsiteY2122" fmla="*/ 550995 h 640885"/>
                <a:gd name="connsiteX2123" fmla="*/ 241223 w 591813"/>
                <a:gd name="connsiteY2123" fmla="*/ 550477 h 640885"/>
                <a:gd name="connsiteX2124" fmla="*/ 240841 w 591813"/>
                <a:gd name="connsiteY2124" fmla="*/ 549960 h 640885"/>
                <a:gd name="connsiteX2125" fmla="*/ 240436 w 591813"/>
                <a:gd name="connsiteY2125" fmla="*/ 549420 h 640885"/>
                <a:gd name="connsiteX2126" fmla="*/ 240054 w 591813"/>
                <a:gd name="connsiteY2126" fmla="*/ 548903 h 640885"/>
                <a:gd name="connsiteX2127" fmla="*/ 239649 w 591813"/>
                <a:gd name="connsiteY2127" fmla="*/ 548363 h 640885"/>
                <a:gd name="connsiteX2128" fmla="*/ 239266 w 591813"/>
                <a:gd name="connsiteY2128" fmla="*/ 547824 h 640885"/>
                <a:gd name="connsiteX2129" fmla="*/ 238862 w 591813"/>
                <a:gd name="connsiteY2129" fmla="*/ 547261 h 640885"/>
                <a:gd name="connsiteX2130" fmla="*/ 238479 w 591813"/>
                <a:gd name="connsiteY2130" fmla="*/ 546699 h 640885"/>
                <a:gd name="connsiteX2131" fmla="*/ 238074 w 591813"/>
                <a:gd name="connsiteY2131" fmla="*/ 546159 h 640885"/>
                <a:gd name="connsiteX2132" fmla="*/ 237670 w 591813"/>
                <a:gd name="connsiteY2132" fmla="*/ 545597 h 640885"/>
                <a:gd name="connsiteX2133" fmla="*/ 237287 w 591813"/>
                <a:gd name="connsiteY2133" fmla="*/ 545012 h 640885"/>
                <a:gd name="connsiteX2134" fmla="*/ 236882 w 591813"/>
                <a:gd name="connsiteY2134" fmla="*/ 544450 h 640885"/>
                <a:gd name="connsiteX2135" fmla="*/ 236500 w 591813"/>
                <a:gd name="connsiteY2135" fmla="*/ 543866 h 640885"/>
                <a:gd name="connsiteX2136" fmla="*/ 236096 w 591813"/>
                <a:gd name="connsiteY2136" fmla="*/ 543281 h 640885"/>
                <a:gd name="connsiteX2137" fmla="*/ 235713 w 591813"/>
                <a:gd name="connsiteY2137" fmla="*/ 542674 h 640885"/>
                <a:gd name="connsiteX2138" fmla="*/ 235308 w 591813"/>
                <a:gd name="connsiteY2138" fmla="*/ 542089 h 640885"/>
                <a:gd name="connsiteX2139" fmla="*/ 234926 w 591813"/>
                <a:gd name="connsiteY2139" fmla="*/ 541482 h 640885"/>
                <a:gd name="connsiteX2140" fmla="*/ 234521 w 591813"/>
                <a:gd name="connsiteY2140" fmla="*/ 540852 h 640885"/>
                <a:gd name="connsiteX2141" fmla="*/ 234116 w 591813"/>
                <a:gd name="connsiteY2141" fmla="*/ 540245 h 640885"/>
                <a:gd name="connsiteX2142" fmla="*/ 233734 w 591813"/>
                <a:gd name="connsiteY2142" fmla="*/ 539615 h 640885"/>
                <a:gd name="connsiteX2143" fmla="*/ 233329 w 591813"/>
                <a:gd name="connsiteY2143" fmla="*/ 538985 h 640885"/>
                <a:gd name="connsiteX2144" fmla="*/ 232947 w 591813"/>
                <a:gd name="connsiteY2144" fmla="*/ 538333 h 640885"/>
                <a:gd name="connsiteX2145" fmla="*/ 232542 w 591813"/>
                <a:gd name="connsiteY2145" fmla="*/ 537681 h 640885"/>
                <a:gd name="connsiteX2146" fmla="*/ 232160 w 591813"/>
                <a:gd name="connsiteY2146" fmla="*/ 537029 h 640885"/>
                <a:gd name="connsiteX2147" fmla="*/ 231755 w 591813"/>
                <a:gd name="connsiteY2147" fmla="*/ 536376 h 640885"/>
                <a:gd name="connsiteX2148" fmla="*/ 231350 w 591813"/>
                <a:gd name="connsiteY2148" fmla="*/ 535702 h 640885"/>
                <a:gd name="connsiteX2149" fmla="*/ 230968 w 591813"/>
                <a:gd name="connsiteY2149" fmla="*/ 535027 h 640885"/>
                <a:gd name="connsiteX2150" fmla="*/ 230563 w 591813"/>
                <a:gd name="connsiteY2150" fmla="*/ 534352 h 640885"/>
                <a:gd name="connsiteX2151" fmla="*/ 230181 w 591813"/>
                <a:gd name="connsiteY2151" fmla="*/ 533655 h 640885"/>
                <a:gd name="connsiteX2152" fmla="*/ 229776 w 591813"/>
                <a:gd name="connsiteY2152" fmla="*/ 532958 h 640885"/>
                <a:gd name="connsiteX2153" fmla="*/ 229394 w 591813"/>
                <a:gd name="connsiteY2153" fmla="*/ 532261 h 640885"/>
                <a:gd name="connsiteX2154" fmla="*/ 228989 w 591813"/>
                <a:gd name="connsiteY2154" fmla="*/ 531564 h 640885"/>
                <a:gd name="connsiteX2155" fmla="*/ 228606 w 591813"/>
                <a:gd name="connsiteY2155" fmla="*/ 530844 h 640885"/>
                <a:gd name="connsiteX2156" fmla="*/ 228202 w 591813"/>
                <a:gd name="connsiteY2156" fmla="*/ 530124 h 640885"/>
                <a:gd name="connsiteX2157" fmla="*/ 227797 w 591813"/>
                <a:gd name="connsiteY2157" fmla="*/ 529405 h 640885"/>
                <a:gd name="connsiteX2158" fmla="*/ 227414 w 591813"/>
                <a:gd name="connsiteY2158" fmla="*/ 528663 h 640885"/>
                <a:gd name="connsiteX2159" fmla="*/ 227010 w 591813"/>
                <a:gd name="connsiteY2159" fmla="*/ 527920 h 640885"/>
                <a:gd name="connsiteX2160" fmla="*/ 226627 w 591813"/>
                <a:gd name="connsiteY2160" fmla="*/ 527178 h 640885"/>
                <a:gd name="connsiteX2161" fmla="*/ 226222 w 591813"/>
                <a:gd name="connsiteY2161" fmla="*/ 526436 h 640885"/>
                <a:gd name="connsiteX2162" fmla="*/ 225840 w 591813"/>
                <a:gd name="connsiteY2162" fmla="*/ 525671 h 640885"/>
                <a:gd name="connsiteX2163" fmla="*/ 225436 w 591813"/>
                <a:gd name="connsiteY2163" fmla="*/ 524884 h 640885"/>
                <a:gd name="connsiteX2164" fmla="*/ 225053 w 591813"/>
                <a:gd name="connsiteY2164" fmla="*/ 524120 h 640885"/>
                <a:gd name="connsiteX2165" fmla="*/ 224648 w 591813"/>
                <a:gd name="connsiteY2165" fmla="*/ 523333 h 640885"/>
                <a:gd name="connsiteX2166" fmla="*/ 224244 w 591813"/>
                <a:gd name="connsiteY2166" fmla="*/ 522545 h 640885"/>
                <a:gd name="connsiteX2167" fmla="*/ 223861 w 591813"/>
                <a:gd name="connsiteY2167" fmla="*/ 521736 h 640885"/>
                <a:gd name="connsiteX2168" fmla="*/ 223456 w 591813"/>
                <a:gd name="connsiteY2168" fmla="*/ 520926 h 640885"/>
                <a:gd name="connsiteX2169" fmla="*/ 223074 w 591813"/>
                <a:gd name="connsiteY2169" fmla="*/ 520094 h 640885"/>
                <a:gd name="connsiteX2170" fmla="*/ 222669 w 591813"/>
                <a:gd name="connsiteY2170" fmla="*/ 519262 h 640885"/>
                <a:gd name="connsiteX2171" fmla="*/ 222287 w 591813"/>
                <a:gd name="connsiteY2171" fmla="*/ 518407 h 640885"/>
                <a:gd name="connsiteX2172" fmla="*/ 221882 w 591813"/>
                <a:gd name="connsiteY2172" fmla="*/ 517553 h 640885"/>
                <a:gd name="connsiteX2173" fmla="*/ 221500 w 591813"/>
                <a:gd name="connsiteY2173" fmla="*/ 516698 h 640885"/>
                <a:gd name="connsiteX2174" fmla="*/ 221095 w 591813"/>
                <a:gd name="connsiteY2174" fmla="*/ 515821 h 640885"/>
                <a:gd name="connsiteX2175" fmla="*/ 220690 w 591813"/>
                <a:gd name="connsiteY2175" fmla="*/ 514944 h 640885"/>
                <a:gd name="connsiteX2176" fmla="*/ 220308 w 591813"/>
                <a:gd name="connsiteY2176" fmla="*/ 514044 h 640885"/>
                <a:gd name="connsiteX2177" fmla="*/ 219903 w 591813"/>
                <a:gd name="connsiteY2177" fmla="*/ 513145 h 640885"/>
                <a:gd name="connsiteX2178" fmla="*/ 219521 w 591813"/>
                <a:gd name="connsiteY2178" fmla="*/ 512223 h 640885"/>
                <a:gd name="connsiteX2179" fmla="*/ 219116 w 591813"/>
                <a:gd name="connsiteY2179" fmla="*/ 511301 h 640885"/>
                <a:gd name="connsiteX2180" fmla="*/ 218733 w 591813"/>
                <a:gd name="connsiteY2180" fmla="*/ 510379 h 640885"/>
                <a:gd name="connsiteX2181" fmla="*/ 218329 w 591813"/>
                <a:gd name="connsiteY2181" fmla="*/ 509434 h 640885"/>
                <a:gd name="connsiteX2182" fmla="*/ 217946 w 591813"/>
                <a:gd name="connsiteY2182" fmla="*/ 508512 h 640885"/>
                <a:gd name="connsiteX2183" fmla="*/ 217542 w 591813"/>
                <a:gd name="connsiteY2183" fmla="*/ 507545 h 640885"/>
                <a:gd name="connsiteX2184" fmla="*/ 217136 w 591813"/>
                <a:gd name="connsiteY2184" fmla="*/ 506600 h 640885"/>
                <a:gd name="connsiteX2185" fmla="*/ 216754 w 591813"/>
                <a:gd name="connsiteY2185" fmla="*/ 505611 h 640885"/>
                <a:gd name="connsiteX2186" fmla="*/ 216350 w 591813"/>
                <a:gd name="connsiteY2186" fmla="*/ 504644 h 640885"/>
                <a:gd name="connsiteX2187" fmla="*/ 215967 w 591813"/>
                <a:gd name="connsiteY2187" fmla="*/ 503654 h 640885"/>
                <a:gd name="connsiteX2188" fmla="*/ 215562 w 591813"/>
                <a:gd name="connsiteY2188" fmla="*/ 502665 h 640885"/>
                <a:gd name="connsiteX2189" fmla="*/ 215180 w 591813"/>
                <a:gd name="connsiteY2189" fmla="*/ 501653 h 640885"/>
                <a:gd name="connsiteX2190" fmla="*/ 214776 w 591813"/>
                <a:gd name="connsiteY2190" fmla="*/ 500641 h 640885"/>
                <a:gd name="connsiteX2191" fmla="*/ 214370 w 591813"/>
                <a:gd name="connsiteY2191" fmla="*/ 499606 h 640885"/>
                <a:gd name="connsiteX2192" fmla="*/ 213988 w 591813"/>
                <a:gd name="connsiteY2192" fmla="*/ 498571 h 640885"/>
                <a:gd name="connsiteX2193" fmla="*/ 213584 w 591813"/>
                <a:gd name="connsiteY2193" fmla="*/ 497537 h 640885"/>
                <a:gd name="connsiteX2194" fmla="*/ 213201 w 591813"/>
                <a:gd name="connsiteY2194" fmla="*/ 496480 h 640885"/>
                <a:gd name="connsiteX2195" fmla="*/ 212796 w 591813"/>
                <a:gd name="connsiteY2195" fmla="*/ 495423 h 640885"/>
                <a:gd name="connsiteX2196" fmla="*/ 212414 w 591813"/>
                <a:gd name="connsiteY2196" fmla="*/ 494343 h 640885"/>
                <a:gd name="connsiteX2197" fmla="*/ 212009 w 591813"/>
                <a:gd name="connsiteY2197" fmla="*/ 493264 h 640885"/>
                <a:gd name="connsiteX2198" fmla="*/ 211627 w 591813"/>
                <a:gd name="connsiteY2198" fmla="*/ 492162 h 640885"/>
                <a:gd name="connsiteX2199" fmla="*/ 211222 w 591813"/>
                <a:gd name="connsiteY2199" fmla="*/ 491060 h 640885"/>
                <a:gd name="connsiteX2200" fmla="*/ 210817 w 591813"/>
                <a:gd name="connsiteY2200" fmla="*/ 489936 h 640885"/>
                <a:gd name="connsiteX2201" fmla="*/ 210435 w 591813"/>
                <a:gd name="connsiteY2201" fmla="*/ 488811 h 640885"/>
                <a:gd name="connsiteX2202" fmla="*/ 210030 w 591813"/>
                <a:gd name="connsiteY2202" fmla="*/ 487687 h 640885"/>
                <a:gd name="connsiteX2203" fmla="*/ 209648 w 591813"/>
                <a:gd name="connsiteY2203" fmla="*/ 486517 h 640885"/>
                <a:gd name="connsiteX2204" fmla="*/ 209243 w 591813"/>
                <a:gd name="connsiteY2204" fmla="*/ 485370 h 640885"/>
                <a:gd name="connsiteX2205" fmla="*/ 208860 w 591813"/>
                <a:gd name="connsiteY2205" fmla="*/ 484201 h 640885"/>
                <a:gd name="connsiteX2206" fmla="*/ 208456 w 591813"/>
                <a:gd name="connsiteY2206" fmla="*/ 483009 h 640885"/>
                <a:gd name="connsiteX2207" fmla="*/ 208073 w 591813"/>
                <a:gd name="connsiteY2207" fmla="*/ 481817 h 640885"/>
                <a:gd name="connsiteX2208" fmla="*/ 207668 w 591813"/>
                <a:gd name="connsiteY2208" fmla="*/ 480602 h 640885"/>
                <a:gd name="connsiteX2209" fmla="*/ 207264 w 591813"/>
                <a:gd name="connsiteY2209" fmla="*/ 479388 h 640885"/>
                <a:gd name="connsiteX2210" fmla="*/ 206882 w 591813"/>
                <a:gd name="connsiteY2210" fmla="*/ 478151 h 640885"/>
                <a:gd name="connsiteX2211" fmla="*/ 206476 w 591813"/>
                <a:gd name="connsiteY2211" fmla="*/ 476914 h 640885"/>
                <a:gd name="connsiteX2212" fmla="*/ 206094 w 591813"/>
                <a:gd name="connsiteY2212" fmla="*/ 475677 h 640885"/>
                <a:gd name="connsiteX2213" fmla="*/ 205690 w 591813"/>
                <a:gd name="connsiteY2213" fmla="*/ 474418 h 640885"/>
                <a:gd name="connsiteX2214" fmla="*/ 205307 w 591813"/>
                <a:gd name="connsiteY2214" fmla="*/ 473136 h 640885"/>
                <a:gd name="connsiteX2215" fmla="*/ 204902 w 591813"/>
                <a:gd name="connsiteY2215" fmla="*/ 471854 h 640885"/>
                <a:gd name="connsiteX2216" fmla="*/ 204520 w 591813"/>
                <a:gd name="connsiteY2216" fmla="*/ 470572 h 640885"/>
                <a:gd name="connsiteX2217" fmla="*/ 204115 w 591813"/>
                <a:gd name="connsiteY2217" fmla="*/ 469268 h 640885"/>
                <a:gd name="connsiteX2218" fmla="*/ 203710 w 591813"/>
                <a:gd name="connsiteY2218" fmla="*/ 467941 h 640885"/>
                <a:gd name="connsiteX2219" fmla="*/ 203328 w 591813"/>
                <a:gd name="connsiteY2219" fmla="*/ 466614 h 640885"/>
                <a:gd name="connsiteX2220" fmla="*/ 202923 w 591813"/>
                <a:gd name="connsiteY2220" fmla="*/ 465287 h 640885"/>
                <a:gd name="connsiteX2221" fmla="*/ 202541 w 591813"/>
                <a:gd name="connsiteY2221" fmla="*/ 463938 h 640885"/>
                <a:gd name="connsiteX2222" fmla="*/ 202136 w 591813"/>
                <a:gd name="connsiteY2222" fmla="*/ 462566 h 640885"/>
                <a:gd name="connsiteX2223" fmla="*/ 201754 w 591813"/>
                <a:gd name="connsiteY2223" fmla="*/ 461216 h 640885"/>
                <a:gd name="connsiteX2224" fmla="*/ 201349 w 591813"/>
                <a:gd name="connsiteY2224" fmla="*/ 459822 h 640885"/>
                <a:gd name="connsiteX2225" fmla="*/ 200944 w 591813"/>
                <a:gd name="connsiteY2225" fmla="*/ 458428 h 640885"/>
                <a:gd name="connsiteX2226" fmla="*/ 200562 w 591813"/>
                <a:gd name="connsiteY2226" fmla="*/ 457056 h 640885"/>
                <a:gd name="connsiteX2227" fmla="*/ 200157 w 591813"/>
                <a:gd name="connsiteY2227" fmla="*/ 455639 h 640885"/>
                <a:gd name="connsiteX2228" fmla="*/ 199775 w 591813"/>
                <a:gd name="connsiteY2228" fmla="*/ 454222 h 640885"/>
                <a:gd name="connsiteX2229" fmla="*/ 199370 w 591813"/>
                <a:gd name="connsiteY2229" fmla="*/ 452783 h 640885"/>
                <a:gd name="connsiteX2230" fmla="*/ 198988 w 591813"/>
                <a:gd name="connsiteY2230" fmla="*/ 451321 h 640885"/>
                <a:gd name="connsiteX2231" fmla="*/ 198583 w 591813"/>
                <a:gd name="connsiteY2231" fmla="*/ 449859 h 640885"/>
                <a:gd name="connsiteX2232" fmla="*/ 198200 w 591813"/>
                <a:gd name="connsiteY2232" fmla="*/ 448375 h 640885"/>
                <a:gd name="connsiteX2233" fmla="*/ 197796 w 591813"/>
                <a:gd name="connsiteY2233" fmla="*/ 446890 h 640885"/>
                <a:gd name="connsiteX2234" fmla="*/ 197391 w 591813"/>
                <a:gd name="connsiteY2234" fmla="*/ 445406 h 640885"/>
                <a:gd name="connsiteX2235" fmla="*/ 197008 w 591813"/>
                <a:gd name="connsiteY2235" fmla="*/ 443899 h 640885"/>
                <a:gd name="connsiteX2236" fmla="*/ 196604 w 591813"/>
                <a:gd name="connsiteY2236" fmla="*/ 442370 h 640885"/>
                <a:gd name="connsiteX2237" fmla="*/ 196222 w 591813"/>
                <a:gd name="connsiteY2237" fmla="*/ 440841 h 640885"/>
                <a:gd name="connsiteX2238" fmla="*/ 195816 w 591813"/>
                <a:gd name="connsiteY2238" fmla="*/ 439311 h 640885"/>
                <a:gd name="connsiteX2239" fmla="*/ 195434 w 591813"/>
                <a:gd name="connsiteY2239" fmla="*/ 437737 h 640885"/>
                <a:gd name="connsiteX2240" fmla="*/ 195030 w 591813"/>
                <a:gd name="connsiteY2240" fmla="*/ 436185 h 640885"/>
                <a:gd name="connsiteX2241" fmla="*/ 194647 w 591813"/>
                <a:gd name="connsiteY2241" fmla="*/ 434589 h 640885"/>
                <a:gd name="connsiteX2242" fmla="*/ 194242 w 591813"/>
                <a:gd name="connsiteY2242" fmla="*/ 432992 h 640885"/>
                <a:gd name="connsiteX2243" fmla="*/ 193838 w 591813"/>
                <a:gd name="connsiteY2243" fmla="*/ 431395 h 640885"/>
                <a:gd name="connsiteX2244" fmla="*/ 193455 w 591813"/>
                <a:gd name="connsiteY2244" fmla="*/ 429776 h 640885"/>
                <a:gd name="connsiteX2245" fmla="*/ 193050 w 591813"/>
                <a:gd name="connsiteY2245" fmla="*/ 428157 h 640885"/>
                <a:gd name="connsiteX2246" fmla="*/ 192668 w 591813"/>
                <a:gd name="connsiteY2246" fmla="*/ 426515 h 640885"/>
                <a:gd name="connsiteX2247" fmla="*/ 192263 w 591813"/>
                <a:gd name="connsiteY2247" fmla="*/ 424873 h 640885"/>
                <a:gd name="connsiteX2248" fmla="*/ 191881 w 591813"/>
                <a:gd name="connsiteY2248" fmla="*/ 423209 h 640885"/>
                <a:gd name="connsiteX2249" fmla="*/ 191476 w 591813"/>
                <a:gd name="connsiteY2249" fmla="*/ 421522 h 640885"/>
                <a:gd name="connsiteX2250" fmla="*/ 191094 w 591813"/>
                <a:gd name="connsiteY2250" fmla="*/ 419835 h 640885"/>
                <a:gd name="connsiteX2251" fmla="*/ 190689 w 591813"/>
                <a:gd name="connsiteY2251" fmla="*/ 418126 h 640885"/>
                <a:gd name="connsiteX2252" fmla="*/ 190284 w 591813"/>
                <a:gd name="connsiteY2252" fmla="*/ 416417 h 640885"/>
                <a:gd name="connsiteX2253" fmla="*/ 189902 w 591813"/>
                <a:gd name="connsiteY2253" fmla="*/ 414685 h 640885"/>
                <a:gd name="connsiteX2254" fmla="*/ 189497 w 591813"/>
                <a:gd name="connsiteY2254" fmla="*/ 412954 h 640885"/>
                <a:gd name="connsiteX2255" fmla="*/ 189115 w 591813"/>
                <a:gd name="connsiteY2255" fmla="*/ 411199 h 640885"/>
                <a:gd name="connsiteX2256" fmla="*/ 188710 w 591813"/>
                <a:gd name="connsiteY2256" fmla="*/ 409445 h 640885"/>
                <a:gd name="connsiteX2257" fmla="*/ 188328 w 591813"/>
                <a:gd name="connsiteY2257" fmla="*/ 407669 h 640885"/>
                <a:gd name="connsiteX2258" fmla="*/ 187923 w 591813"/>
                <a:gd name="connsiteY2258" fmla="*/ 405892 h 640885"/>
                <a:gd name="connsiteX2259" fmla="*/ 187540 w 591813"/>
                <a:gd name="connsiteY2259" fmla="*/ 404093 h 640885"/>
                <a:gd name="connsiteX2260" fmla="*/ 187136 w 591813"/>
                <a:gd name="connsiteY2260" fmla="*/ 402271 h 640885"/>
                <a:gd name="connsiteX2261" fmla="*/ 186731 w 591813"/>
                <a:gd name="connsiteY2261" fmla="*/ 400449 h 640885"/>
                <a:gd name="connsiteX2262" fmla="*/ 186348 w 591813"/>
                <a:gd name="connsiteY2262" fmla="*/ 398605 h 640885"/>
                <a:gd name="connsiteX2263" fmla="*/ 185944 w 591813"/>
                <a:gd name="connsiteY2263" fmla="*/ 396761 h 640885"/>
                <a:gd name="connsiteX2264" fmla="*/ 185561 w 591813"/>
                <a:gd name="connsiteY2264" fmla="*/ 394895 h 640885"/>
                <a:gd name="connsiteX2265" fmla="*/ 185156 w 591813"/>
                <a:gd name="connsiteY2265" fmla="*/ 393005 h 640885"/>
                <a:gd name="connsiteX2266" fmla="*/ 184774 w 591813"/>
                <a:gd name="connsiteY2266" fmla="*/ 391116 h 640885"/>
                <a:gd name="connsiteX2267" fmla="*/ 184370 w 591813"/>
                <a:gd name="connsiteY2267" fmla="*/ 389227 h 640885"/>
                <a:gd name="connsiteX2268" fmla="*/ 183964 w 591813"/>
                <a:gd name="connsiteY2268" fmla="*/ 387316 h 640885"/>
                <a:gd name="connsiteX2269" fmla="*/ 183582 w 591813"/>
                <a:gd name="connsiteY2269" fmla="*/ 385381 h 640885"/>
                <a:gd name="connsiteX2270" fmla="*/ 183178 w 591813"/>
                <a:gd name="connsiteY2270" fmla="*/ 383447 h 640885"/>
                <a:gd name="connsiteX2271" fmla="*/ 182795 w 591813"/>
                <a:gd name="connsiteY2271" fmla="*/ 381491 h 640885"/>
                <a:gd name="connsiteX2272" fmla="*/ 182390 w 591813"/>
                <a:gd name="connsiteY2272" fmla="*/ 379534 h 640885"/>
                <a:gd name="connsiteX2273" fmla="*/ 182008 w 591813"/>
                <a:gd name="connsiteY2273" fmla="*/ 377555 h 640885"/>
                <a:gd name="connsiteX2274" fmla="*/ 181603 w 591813"/>
                <a:gd name="connsiteY2274" fmla="*/ 375554 h 640885"/>
                <a:gd name="connsiteX2275" fmla="*/ 181221 w 591813"/>
                <a:gd name="connsiteY2275" fmla="*/ 373552 h 640885"/>
                <a:gd name="connsiteX2276" fmla="*/ 180816 w 591813"/>
                <a:gd name="connsiteY2276" fmla="*/ 371550 h 640885"/>
                <a:gd name="connsiteX2277" fmla="*/ 180411 w 591813"/>
                <a:gd name="connsiteY2277" fmla="*/ 369526 h 640885"/>
                <a:gd name="connsiteX2278" fmla="*/ 180029 w 591813"/>
                <a:gd name="connsiteY2278" fmla="*/ 367480 h 640885"/>
                <a:gd name="connsiteX2279" fmla="*/ 179624 w 591813"/>
                <a:gd name="connsiteY2279" fmla="*/ 365433 h 640885"/>
                <a:gd name="connsiteX2280" fmla="*/ 179242 w 591813"/>
                <a:gd name="connsiteY2280" fmla="*/ 363364 h 640885"/>
                <a:gd name="connsiteX2281" fmla="*/ 178837 w 591813"/>
                <a:gd name="connsiteY2281" fmla="*/ 361295 h 640885"/>
                <a:gd name="connsiteX2282" fmla="*/ 178455 w 591813"/>
                <a:gd name="connsiteY2282" fmla="*/ 359204 h 640885"/>
                <a:gd name="connsiteX2283" fmla="*/ 178050 w 591813"/>
                <a:gd name="connsiteY2283" fmla="*/ 357112 h 640885"/>
                <a:gd name="connsiteX2284" fmla="*/ 177668 w 591813"/>
                <a:gd name="connsiteY2284" fmla="*/ 354998 h 640885"/>
                <a:gd name="connsiteX2285" fmla="*/ 177263 w 591813"/>
                <a:gd name="connsiteY2285" fmla="*/ 352884 h 640885"/>
                <a:gd name="connsiteX2286" fmla="*/ 176858 w 591813"/>
                <a:gd name="connsiteY2286" fmla="*/ 350747 h 640885"/>
                <a:gd name="connsiteX2287" fmla="*/ 176476 w 591813"/>
                <a:gd name="connsiteY2287" fmla="*/ 348611 h 640885"/>
                <a:gd name="connsiteX2288" fmla="*/ 176070 w 591813"/>
                <a:gd name="connsiteY2288" fmla="*/ 346452 h 640885"/>
                <a:gd name="connsiteX2289" fmla="*/ 175688 w 591813"/>
                <a:gd name="connsiteY2289" fmla="*/ 344293 h 640885"/>
                <a:gd name="connsiteX2290" fmla="*/ 175284 w 591813"/>
                <a:gd name="connsiteY2290" fmla="*/ 342112 h 640885"/>
                <a:gd name="connsiteX2291" fmla="*/ 174901 w 591813"/>
                <a:gd name="connsiteY2291" fmla="*/ 339930 h 640885"/>
                <a:gd name="connsiteX2292" fmla="*/ 174496 w 591813"/>
                <a:gd name="connsiteY2292" fmla="*/ 337749 h 640885"/>
                <a:gd name="connsiteX2293" fmla="*/ 174114 w 591813"/>
                <a:gd name="connsiteY2293" fmla="*/ 335545 h 640885"/>
                <a:gd name="connsiteX2294" fmla="*/ 173710 w 591813"/>
                <a:gd name="connsiteY2294" fmla="*/ 333318 h 640885"/>
                <a:gd name="connsiteX2295" fmla="*/ 173304 w 591813"/>
                <a:gd name="connsiteY2295" fmla="*/ 331092 h 640885"/>
                <a:gd name="connsiteX2296" fmla="*/ 172922 w 591813"/>
                <a:gd name="connsiteY2296" fmla="*/ 328843 h 640885"/>
                <a:gd name="connsiteX2297" fmla="*/ 172518 w 591813"/>
                <a:gd name="connsiteY2297" fmla="*/ 326594 h 640885"/>
                <a:gd name="connsiteX2298" fmla="*/ 172135 w 591813"/>
                <a:gd name="connsiteY2298" fmla="*/ 324345 h 640885"/>
                <a:gd name="connsiteX2299" fmla="*/ 171730 w 591813"/>
                <a:gd name="connsiteY2299" fmla="*/ 322073 h 640885"/>
                <a:gd name="connsiteX2300" fmla="*/ 171348 w 591813"/>
                <a:gd name="connsiteY2300" fmla="*/ 319802 h 640885"/>
                <a:gd name="connsiteX2301" fmla="*/ 170943 w 591813"/>
                <a:gd name="connsiteY2301" fmla="*/ 317508 h 640885"/>
                <a:gd name="connsiteX2302" fmla="*/ 170538 w 591813"/>
                <a:gd name="connsiteY2302" fmla="*/ 315214 h 640885"/>
                <a:gd name="connsiteX2303" fmla="*/ 170156 w 591813"/>
                <a:gd name="connsiteY2303" fmla="*/ 312898 h 640885"/>
                <a:gd name="connsiteX2304" fmla="*/ 169751 w 591813"/>
                <a:gd name="connsiteY2304" fmla="*/ 310581 h 640885"/>
                <a:gd name="connsiteX2305" fmla="*/ 169369 w 591813"/>
                <a:gd name="connsiteY2305" fmla="*/ 308265 h 640885"/>
                <a:gd name="connsiteX2306" fmla="*/ 168964 w 591813"/>
                <a:gd name="connsiteY2306" fmla="*/ 305926 h 640885"/>
                <a:gd name="connsiteX2307" fmla="*/ 168582 w 591813"/>
                <a:gd name="connsiteY2307" fmla="*/ 303564 h 640885"/>
                <a:gd name="connsiteX2308" fmla="*/ 168177 w 591813"/>
                <a:gd name="connsiteY2308" fmla="*/ 301203 h 640885"/>
                <a:gd name="connsiteX2309" fmla="*/ 167794 w 591813"/>
                <a:gd name="connsiteY2309" fmla="*/ 298842 h 640885"/>
                <a:gd name="connsiteX2310" fmla="*/ 167390 w 591813"/>
                <a:gd name="connsiteY2310" fmla="*/ 296458 h 640885"/>
                <a:gd name="connsiteX2311" fmla="*/ 166985 w 591813"/>
                <a:gd name="connsiteY2311" fmla="*/ 294074 h 640885"/>
                <a:gd name="connsiteX2312" fmla="*/ 166602 w 591813"/>
                <a:gd name="connsiteY2312" fmla="*/ 291690 h 640885"/>
                <a:gd name="connsiteX2313" fmla="*/ 166198 w 591813"/>
                <a:gd name="connsiteY2313" fmla="*/ 289283 h 640885"/>
                <a:gd name="connsiteX2314" fmla="*/ 165816 w 591813"/>
                <a:gd name="connsiteY2314" fmla="*/ 286877 h 640885"/>
                <a:gd name="connsiteX2315" fmla="*/ 165433 w 591813"/>
                <a:gd name="connsiteY2315" fmla="*/ 284448 h 640885"/>
                <a:gd name="connsiteX2316" fmla="*/ 165028 w 591813"/>
                <a:gd name="connsiteY2316" fmla="*/ 282019 h 640885"/>
                <a:gd name="connsiteX2317" fmla="*/ 164624 w 591813"/>
                <a:gd name="connsiteY2317" fmla="*/ 279590 h 640885"/>
                <a:gd name="connsiteX2318" fmla="*/ 164263 w 591813"/>
                <a:gd name="connsiteY2318" fmla="*/ 277139 h 640885"/>
                <a:gd name="connsiteX2319" fmla="*/ 163859 w 591813"/>
                <a:gd name="connsiteY2319" fmla="*/ 274688 h 640885"/>
                <a:gd name="connsiteX2320" fmla="*/ 163454 w 591813"/>
                <a:gd name="connsiteY2320" fmla="*/ 272236 h 640885"/>
                <a:gd name="connsiteX2321" fmla="*/ 163071 w 591813"/>
                <a:gd name="connsiteY2321" fmla="*/ 269785 h 640885"/>
                <a:gd name="connsiteX2322" fmla="*/ 162667 w 591813"/>
                <a:gd name="connsiteY2322" fmla="*/ 267311 h 640885"/>
                <a:gd name="connsiteX2323" fmla="*/ 162285 w 591813"/>
                <a:gd name="connsiteY2323" fmla="*/ 264837 h 640885"/>
                <a:gd name="connsiteX2324" fmla="*/ 161880 w 591813"/>
                <a:gd name="connsiteY2324" fmla="*/ 262341 h 640885"/>
                <a:gd name="connsiteX2325" fmla="*/ 161497 w 591813"/>
                <a:gd name="connsiteY2325" fmla="*/ 259867 h 640885"/>
                <a:gd name="connsiteX2326" fmla="*/ 161093 w 591813"/>
                <a:gd name="connsiteY2326" fmla="*/ 257371 h 640885"/>
                <a:gd name="connsiteX2327" fmla="*/ 160710 w 591813"/>
                <a:gd name="connsiteY2327" fmla="*/ 254852 h 640885"/>
                <a:gd name="connsiteX2328" fmla="*/ 160305 w 591813"/>
                <a:gd name="connsiteY2328" fmla="*/ 252356 h 640885"/>
                <a:gd name="connsiteX2329" fmla="*/ 159901 w 591813"/>
                <a:gd name="connsiteY2329" fmla="*/ 249837 h 640885"/>
                <a:gd name="connsiteX2330" fmla="*/ 159518 w 591813"/>
                <a:gd name="connsiteY2330" fmla="*/ 247318 h 640885"/>
                <a:gd name="connsiteX2331" fmla="*/ 159114 w 591813"/>
                <a:gd name="connsiteY2331" fmla="*/ 244799 h 640885"/>
                <a:gd name="connsiteX2332" fmla="*/ 158731 w 591813"/>
                <a:gd name="connsiteY2332" fmla="*/ 242258 h 640885"/>
                <a:gd name="connsiteX2333" fmla="*/ 158326 w 591813"/>
                <a:gd name="connsiteY2333" fmla="*/ 239739 h 640885"/>
                <a:gd name="connsiteX2334" fmla="*/ 157944 w 591813"/>
                <a:gd name="connsiteY2334" fmla="*/ 237198 h 640885"/>
                <a:gd name="connsiteX2335" fmla="*/ 157539 w 591813"/>
                <a:gd name="connsiteY2335" fmla="*/ 234656 h 640885"/>
                <a:gd name="connsiteX2336" fmla="*/ 157157 w 591813"/>
                <a:gd name="connsiteY2336" fmla="*/ 232092 h 640885"/>
                <a:gd name="connsiteX2337" fmla="*/ 156752 w 591813"/>
                <a:gd name="connsiteY2337" fmla="*/ 229551 h 640885"/>
                <a:gd name="connsiteX2338" fmla="*/ 156347 w 591813"/>
                <a:gd name="connsiteY2338" fmla="*/ 226987 h 640885"/>
                <a:gd name="connsiteX2339" fmla="*/ 155965 w 591813"/>
                <a:gd name="connsiteY2339" fmla="*/ 224446 h 640885"/>
                <a:gd name="connsiteX2340" fmla="*/ 155560 w 591813"/>
                <a:gd name="connsiteY2340" fmla="*/ 221882 h 640885"/>
                <a:gd name="connsiteX2341" fmla="*/ 155178 w 591813"/>
                <a:gd name="connsiteY2341" fmla="*/ 219318 h 640885"/>
                <a:gd name="connsiteX2342" fmla="*/ 154773 w 591813"/>
                <a:gd name="connsiteY2342" fmla="*/ 216777 h 640885"/>
                <a:gd name="connsiteX2343" fmla="*/ 154391 w 591813"/>
                <a:gd name="connsiteY2343" fmla="*/ 214191 h 640885"/>
                <a:gd name="connsiteX2344" fmla="*/ 153986 w 591813"/>
                <a:gd name="connsiteY2344" fmla="*/ 211627 h 640885"/>
                <a:gd name="connsiteX2345" fmla="*/ 153581 w 591813"/>
                <a:gd name="connsiteY2345" fmla="*/ 209063 h 640885"/>
                <a:gd name="connsiteX2346" fmla="*/ 153199 w 591813"/>
                <a:gd name="connsiteY2346" fmla="*/ 206477 h 640885"/>
                <a:gd name="connsiteX2347" fmla="*/ 152794 w 591813"/>
                <a:gd name="connsiteY2347" fmla="*/ 203913 h 640885"/>
                <a:gd name="connsiteX2348" fmla="*/ 152411 w 591813"/>
                <a:gd name="connsiteY2348" fmla="*/ 201327 h 640885"/>
                <a:gd name="connsiteX2349" fmla="*/ 152007 w 591813"/>
                <a:gd name="connsiteY2349" fmla="*/ 198763 h 640885"/>
                <a:gd name="connsiteX2350" fmla="*/ 151625 w 591813"/>
                <a:gd name="connsiteY2350" fmla="*/ 196177 h 640885"/>
                <a:gd name="connsiteX2351" fmla="*/ 151220 w 591813"/>
                <a:gd name="connsiteY2351" fmla="*/ 193590 h 640885"/>
                <a:gd name="connsiteX2352" fmla="*/ 150837 w 591813"/>
                <a:gd name="connsiteY2352" fmla="*/ 191026 h 640885"/>
                <a:gd name="connsiteX2353" fmla="*/ 150433 w 591813"/>
                <a:gd name="connsiteY2353" fmla="*/ 188463 h 640885"/>
                <a:gd name="connsiteX2354" fmla="*/ 150028 w 591813"/>
                <a:gd name="connsiteY2354" fmla="*/ 185876 h 640885"/>
                <a:gd name="connsiteX2355" fmla="*/ 149645 w 591813"/>
                <a:gd name="connsiteY2355" fmla="*/ 183313 h 640885"/>
                <a:gd name="connsiteX2356" fmla="*/ 149241 w 591813"/>
                <a:gd name="connsiteY2356" fmla="*/ 180749 h 640885"/>
                <a:gd name="connsiteX2357" fmla="*/ 148858 w 591813"/>
                <a:gd name="connsiteY2357" fmla="*/ 178185 h 640885"/>
                <a:gd name="connsiteX2358" fmla="*/ 148453 w 591813"/>
                <a:gd name="connsiteY2358" fmla="*/ 175621 h 640885"/>
                <a:gd name="connsiteX2359" fmla="*/ 148071 w 591813"/>
                <a:gd name="connsiteY2359" fmla="*/ 172405 h 640885"/>
                <a:gd name="connsiteX2360" fmla="*/ 147666 w 591813"/>
                <a:gd name="connsiteY2360" fmla="*/ 168110 h 640885"/>
                <a:gd name="connsiteX2361" fmla="*/ 147284 w 591813"/>
                <a:gd name="connsiteY2361" fmla="*/ 165658 h 640885"/>
                <a:gd name="connsiteX2362" fmla="*/ 146879 w 591813"/>
                <a:gd name="connsiteY2362" fmla="*/ 163207 h 640885"/>
                <a:gd name="connsiteX2363" fmla="*/ 146474 w 591813"/>
                <a:gd name="connsiteY2363" fmla="*/ 160756 h 640885"/>
                <a:gd name="connsiteX2364" fmla="*/ 146092 w 591813"/>
                <a:gd name="connsiteY2364" fmla="*/ 158327 h 640885"/>
                <a:gd name="connsiteX2365" fmla="*/ 145687 w 591813"/>
                <a:gd name="connsiteY2365" fmla="*/ 155875 h 640885"/>
                <a:gd name="connsiteX2366" fmla="*/ 145305 w 591813"/>
                <a:gd name="connsiteY2366" fmla="*/ 153446 h 640885"/>
                <a:gd name="connsiteX2367" fmla="*/ 144900 w 591813"/>
                <a:gd name="connsiteY2367" fmla="*/ 151018 h 640885"/>
                <a:gd name="connsiteX2368" fmla="*/ 144518 w 591813"/>
                <a:gd name="connsiteY2368" fmla="*/ 148589 h 640885"/>
                <a:gd name="connsiteX2369" fmla="*/ 144113 w 591813"/>
                <a:gd name="connsiteY2369" fmla="*/ 146182 h 640885"/>
                <a:gd name="connsiteX2370" fmla="*/ 143731 w 591813"/>
                <a:gd name="connsiteY2370" fmla="*/ 143753 h 640885"/>
                <a:gd name="connsiteX2371" fmla="*/ 143326 w 591813"/>
                <a:gd name="connsiteY2371" fmla="*/ 141347 h 640885"/>
                <a:gd name="connsiteX2372" fmla="*/ 142921 w 591813"/>
                <a:gd name="connsiteY2372" fmla="*/ 138963 h 640885"/>
                <a:gd name="connsiteX2373" fmla="*/ 142539 w 591813"/>
                <a:gd name="connsiteY2373" fmla="*/ 136557 h 640885"/>
                <a:gd name="connsiteX2374" fmla="*/ 142134 w 591813"/>
                <a:gd name="connsiteY2374" fmla="*/ 134173 h 640885"/>
                <a:gd name="connsiteX2375" fmla="*/ 141751 w 591813"/>
                <a:gd name="connsiteY2375" fmla="*/ 131789 h 640885"/>
                <a:gd name="connsiteX2376" fmla="*/ 141347 w 591813"/>
                <a:gd name="connsiteY2376" fmla="*/ 129428 h 640885"/>
                <a:gd name="connsiteX2377" fmla="*/ 140965 w 591813"/>
                <a:gd name="connsiteY2377" fmla="*/ 127066 h 640885"/>
                <a:gd name="connsiteX2378" fmla="*/ 140560 w 591813"/>
                <a:gd name="connsiteY2378" fmla="*/ 124705 h 640885"/>
                <a:gd name="connsiteX2379" fmla="*/ 140155 w 591813"/>
                <a:gd name="connsiteY2379" fmla="*/ 122366 h 640885"/>
                <a:gd name="connsiteX2380" fmla="*/ 139773 w 591813"/>
                <a:gd name="connsiteY2380" fmla="*/ 120049 h 640885"/>
                <a:gd name="connsiteX2381" fmla="*/ 139368 w 591813"/>
                <a:gd name="connsiteY2381" fmla="*/ 117733 h 640885"/>
                <a:gd name="connsiteX2382" fmla="*/ 138985 w 591813"/>
                <a:gd name="connsiteY2382" fmla="*/ 115417 h 640885"/>
                <a:gd name="connsiteX2383" fmla="*/ 138581 w 591813"/>
                <a:gd name="connsiteY2383" fmla="*/ 113123 h 640885"/>
                <a:gd name="connsiteX2384" fmla="*/ 138198 w 591813"/>
                <a:gd name="connsiteY2384" fmla="*/ 110829 h 640885"/>
                <a:gd name="connsiteX2385" fmla="*/ 137793 w 591813"/>
                <a:gd name="connsiteY2385" fmla="*/ 108557 h 640885"/>
                <a:gd name="connsiteX2386" fmla="*/ 137411 w 591813"/>
                <a:gd name="connsiteY2386" fmla="*/ 106286 h 640885"/>
                <a:gd name="connsiteX2387" fmla="*/ 137006 w 591813"/>
                <a:gd name="connsiteY2387" fmla="*/ 104059 h 640885"/>
                <a:gd name="connsiteX2388" fmla="*/ 136602 w 591813"/>
                <a:gd name="connsiteY2388" fmla="*/ 101810 h 640885"/>
                <a:gd name="connsiteX2389" fmla="*/ 136219 w 591813"/>
                <a:gd name="connsiteY2389" fmla="*/ 99606 h 640885"/>
                <a:gd name="connsiteX2390" fmla="*/ 135814 w 591813"/>
                <a:gd name="connsiteY2390" fmla="*/ 97402 h 640885"/>
                <a:gd name="connsiteX2391" fmla="*/ 135432 w 591813"/>
                <a:gd name="connsiteY2391" fmla="*/ 95221 h 640885"/>
                <a:gd name="connsiteX2392" fmla="*/ 135027 w 591813"/>
                <a:gd name="connsiteY2392" fmla="*/ 93039 h 640885"/>
                <a:gd name="connsiteX2393" fmla="*/ 134645 w 591813"/>
                <a:gd name="connsiteY2393" fmla="*/ 90903 h 640885"/>
                <a:gd name="connsiteX2394" fmla="*/ 134240 w 591813"/>
                <a:gd name="connsiteY2394" fmla="*/ 88744 h 640885"/>
                <a:gd name="connsiteX2395" fmla="*/ 133858 w 591813"/>
                <a:gd name="connsiteY2395" fmla="*/ 86630 h 640885"/>
                <a:gd name="connsiteX2396" fmla="*/ 133453 w 591813"/>
                <a:gd name="connsiteY2396" fmla="*/ 84516 h 640885"/>
                <a:gd name="connsiteX2397" fmla="*/ 133048 w 591813"/>
                <a:gd name="connsiteY2397" fmla="*/ 82447 h 640885"/>
                <a:gd name="connsiteX2398" fmla="*/ 132666 w 591813"/>
                <a:gd name="connsiteY2398" fmla="*/ 80378 h 640885"/>
                <a:gd name="connsiteX2399" fmla="*/ 132261 w 591813"/>
                <a:gd name="connsiteY2399" fmla="*/ 78331 h 640885"/>
                <a:gd name="connsiteX2400" fmla="*/ 131879 w 591813"/>
                <a:gd name="connsiteY2400" fmla="*/ 76307 h 640885"/>
                <a:gd name="connsiteX2401" fmla="*/ 131474 w 591813"/>
                <a:gd name="connsiteY2401" fmla="*/ 74306 h 640885"/>
                <a:gd name="connsiteX2402" fmla="*/ 131091 w 591813"/>
                <a:gd name="connsiteY2402" fmla="*/ 72326 h 640885"/>
                <a:gd name="connsiteX2403" fmla="*/ 130687 w 591813"/>
                <a:gd name="connsiteY2403" fmla="*/ 70370 h 640885"/>
                <a:gd name="connsiteX2404" fmla="*/ 130305 w 591813"/>
                <a:gd name="connsiteY2404" fmla="*/ 68413 h 640885"/>
                <a:gd name="connsiteX2405" fmla="*/ 129899 w 591813"/>
                <a:gd name="connsiteY2405" fmla="*/ 66502 h 640885"/>
                <a:gd name="connsiteX2406" fmla="*/ 129495 w 591813"/>
                <a:gd name="connsiteY2406" fmla="*/ 64613 h 640885"/>
                <a:gd name="connsiteX2407" fmla="*/ 129113 w 591813"/>
                <a:gd name="connsiteY2407" fmla="*/ 62746 h 640885"/>
                <a:gd name="connsiteX2408" fmla="*/ 128708 w 591813"/>
                <a:gd name="connsiteY2408" fmla="*/ 60902 h 640885"/>
                <a:gd name="connsiteX2409" fmla="*/ 128325 w 591813"/>
                <a:gd name="connsiteY2409" fmla="*/ 59103 h 640885"/>
                <a:gd name="connsiteX2410" fmla="*/ 127920 w 591813"/>
                <a:gd name="connsiteY2410" fmla="*/ 57303 h 640885"/>
                <a:gd name="connsiteX2411" fmla="*/ 127538 w 591813"/>
                <a:gd name="connsiteY2411" fmla="*/ 55527 h 640885"/>
                <a:gd name="connsiteX2412" fmla="*/ 127133 w 591813"/>
                <a:gd name="connsiteY2412" fmla="*/ 53795 h 640885"/>
                <a:gd name="connsiteX2413" fmla="*/ 126751 w 591813"/>
                <a:gd name="connsiteY2413" fmla="*/ 52086 h 640885"/>
                <a:gd name="connsiteX2414" fmla="*/ 126346 w 591813"/>
                <a:gd name="connsiteY2414" fmla="*/ 50399 h 640885"/>
                <a:gd name="connsiteX2415" fmla="*/ 125942 w 591813"/>
                <a:gd name="connsiteY2415" fmla="*/ 48757 h 640885"/>
                <a:gd name="connsiteX2416" fmla="*/ 125559 w 591813"/>
                <a:gd name="connsiteY2416" fmla="*/ 47116 h 640885"/>
                <a:gd name="connsiteX2417" fmla="*/ 125154 w 591813"/>
                <a:gd name="connsiteY2417" fmla="*/ 45519 h 640885"/>
                <a:gd name="connsiteX2418" fmla="*/ 124772 w 591813"/>
                <a:gd name="connsiteY2418" fmla="*/ 43945 h 640885"/>
                <a:gd name="connsiteX2419" fmla="*/ 124367 w 591813"/>
                <a:gd name="connsiteY2419" fmla="*/ 42415 h 640885"/>
                <a:gd name="connsiteX2420" fmla="*/ 123985 w 591813"/>
                <a:gd name="connsiteY2420" fmla="*/ 40886 h 640885"/>
                <a:gd name="connsiteX2421" fmla="*/ 123580 w 591813"/>
                <a:gd name="connsiteY2421" fmla="*/ 39402 h 640885"/>
                <a:gd name="connsiteX2422" fmla="*/ 123175 w 591813"/>
                <a:gd name="connsiteY2422" fmla="*/ 37940 h 640885"/>
                <a:gd name="connsiteX2423" fmla="*/ 122793 w 591813"/>
                <a:gd name="connsiteY2423" fmla="*/ 36501 h 640885"/>
                <a:gd name="connsiteX2424" fmla="*/ 122388 w 591813"/>
                <a:gd name="connsiteY2424" fmla="*/ 35106 h 640885"/>
                <a:gd name="connsiteX2425" fmla="*/ 122006 w 591813"/>
                <a:gd name="connsiteY2425" fmla="*/ 33734 h 640885"/>
                <a:gd name="connsiteX2426" fmla="*/ 121601 w 591813"/>
                <a:gd name="connsiteY2426" fmla="*/ 32385 h 640885"/>
                <a:gd name="connsiteX2427" fmla="*/ 121219 w 591813"/>
                <a:gd name="connsiteY2427" fmla="*/ 31058 h 640885"/>
                <a:gd name="connsiteX2428" fmla="*/ 120814 w 591813"/>
                <a:gd name="connsiteY2428" fmla="*/ 29776 h 640885"/>
                <a:gd name="connsiteX2429" fmla="*/ 120431 w 591813"/>
                <a:gd name="connsiteY2429" fmla="*/ 28517 h 640885"/>
                <a:gd name="connsiteX2430" fmla="*/ 120027 w 591813"/>
                <a:gd name="connsiteY2430" fmla="*/ 27302 h 640885"/>
                <a:gd name="connsiteX2431" fmla="*/ 119622 w 591813"/>
                <a:gd name="connsiteY2431" fmla="*/ 26088 h 640885"/>
                <a:gd name="connsiteX2432" fmla="*/ 119239 w 591813"/>
                <a:gd name="connsiteY2432" fmla="*/ 24918 h 640885"/>
                <a:gd name="connsiteX2433" fmla="*/ 118835 w 591813"/>
                <a:gd name="connsiteY2433" fmla="*/ 23771 h 640885"/>
                <a:gd name="connsiteX2434" fmla="*/ 118452 w 591813"/>
                <a:gd name="connsiteY2434" fmla="*/ 22670 h 640885"/>
                <a:gd name="connsiteX2435" fmla="*/ 118048 w 591813"/>
                <a:gd name="connsiteY2435" fmla="*/ 21590 h 640885"/>
                <a:gd name="connsiteX2436" fmla="*/ 117665 w 591813"/>
                <a:gd name="connsiteY2436" fmla="*/ 20533 h 640885"/>
                <a:gd name="connsiteX2437" fmla="*/ 117260 w 591813"/>
                <a:gd name="connsiteY2437" fmla="*/ 19498 h 640885"/>
                <a:gd name="connsiteX2438" fmla="*/ 116878 w 591813"/>
                <a:gd name="connsiteY2438" fmla="*/ 18509 h 640885"/>
                <a:gd name="connsiteX2439" fmla="*/ 116473 w 591813"/>
                <a:gd name="connsiteY2439" fmla="*/ 17564 h 640885"/>
                <a:gd name="connsiteX2440" fmla="*/ 116068 w 591813"/>
                <a:gd name="connsiteY2440" fmla="*/ 16620 h 640885"/>
                <a:gd name="connsiteX2441" fmla="*/ 115686 w 591813"/>
                <a:gd name="connsiteY2441" fmla="*/ 15720 h 640885"/>
                <a:gd name="connsiteX2442" fmla="*/ 115281 w 591813"/>
                <a:gd name="connsiteY2442" fmla="*/ 14843 h 640885"/>
                <a:gd name="connsiteX2443" fmla="*/ 114899 w 591813"/>
                <a:gd name="connsiteY2443" fmla="*/ 14011 h 640885"/>
                <a:gd name="connsiteX2444" fmla="*/ 114494 w 591813"/>
                <a:gd name="connsiteY2444" fmla="*/ 13179 h 640885"/>
                <a:gd name="connsiteX2445" fmla="*/ 114112 w 591813"/>
                <a:gd name="connsiteY2445" fmla="*/ 12392 h 640885"/>
                <a:gd name="connsiteX2446" fmla="*/ 113707 w 591813"/>
                <a:gd name="connsiteY2446" fmla="*/ 11627 h 640885"/>
                <a:gd name="connsiteX2447" fmla="*/ 113325 w 591813"/>
                <a:gd name="connsiteY2447" fmla="*/ 10907 h 640885"/>
                <a:gd name="connsiteX2448" fmla="*/ 112920 w 591813"/>
                <a:gd name="connsiteY2448" fmla="*/ 10188 h 640885"/>
                <a:gd name="connsiteX2449" fmla="*/ 112515 w 591813"/>
                <a:gd name="connsiteY2449" fmla="*/ 9513 h 640885"/>
                <a:gd name="connsiteX2450" fmla="*/ 112133 w 591813"/>
                <a:gd name="connsiteY2450" fmla="*/ 8883 h 640885"/>
                <a:gd name="connsiteX2451" fmla="*/ 111728 w 591813"/>
                <a:gd name="connsiteY2451" fmla="*/ 8254 h 640885"/>
                <a:gd name="connsiteX2452" fmla="*/ 111345 w 591813"/>
                <a:gd name="connsiteY2452" fmla="*/ 7646 h 640885"/>
                <a:gd name="connsiteX2453" fmla="*/ 110941 w 591813"/>
                <a:gd name="connsiteY2453" fmla="*/ 7084 h 640885"/>
                <a:gd name="connsiteX2454" fmla="*/ 110559 w 591813"/>
                <a:gd name="connsiteY2454" fmla="*/ 6544 h 640885"/>
                <a:gd name="connsiteX2455" fmla="*/ 110154 w 591813"/>
                <a:gd name="connsiteY2455" fmla="*/ 6027 h 640885"/>
                <a:gd name="connsiteX2456" fmla="*/ 109749 w 591813"/>
                <a:gd name="connsiteY2456" fmla="*/ 5532 h 640885"/>
                <a:gd name="connsiteX2457" fmla="*/ 109367 w 591813"/>
                <a:gd name="connsiteY2457" fmla="*/ 5060 h 640885"/>
                <a:gd name="connsiteX2458" fmla="*/ 108962 w 591813"/>
                <a:gd name="connsiteY2458" fmla="*/ 4610 h 640885"/>
                <a:gd name="connsiteX2459" fmla="*/ 108579 w 591813"/>
                <a:gd name="connsiteY2459" fmla="*/ 4183 h 640885"/>
                <a:gd name="connsiteX2460" fmla="*/ 108175 w 591813"/>
                <a:gd name="connsiteY2460" fmla="*/ 3801 h 640885"/>
                <a:gd name="connsiteX2461" fmla="*/ 107792 w 591813"/>
                <a:gd name="connsiteY2461" fmla="*/ 3418 h 640885"/>
                <a:gd name="connsiteX2462" fmla="*/ 107388 w 591813"/>
                <a:gd name="connsiteY2462" fmla="*/ 3059 h 640885"/>
                <a:gd name="connsiteX2463" fmla="*/ 107005 w 591813"/>
                <a:gd name="connsiteY2463" fmla="*/ 2721 h 640885"/>
                <a:gd name="connsiteX2464" fmla="*/ 106600 w 591813"/>
                <a:gd name="connsiteY2464" fmla="*/ 2429 h 640885"/>
                <a:gd name="connsiteX2465" fmla="*/ 106196 w 591813"/>
                <a:gd name="connsiteY2465" fmla="*/ 2137 h 640885"/>
                <a:gd name="connsiteX2466" fmla="*/ 105813 w 591813"/>
                <a:gd name="connsiteY2466" fmla="*/ 1867 h 640885"/>
                <a:gd name="connsiteX2467" fmla="*/ 105408 w 591813"/>
                <a:gd name="connsiteY2467" fmla="*/ 1597 h 640885"/>
                <a:gd name="connsiteX2468" fmla="*/ 105026 w 591813"/>
                <a:gd name="connsiteY2468" fmla="*/ 1372 h 640885"/>
                <a:gd name="connsiteX2469" fmla="*/ 104621 w 591813"/>
                <a:gd name="connsiteY2469" fmla="*/ 1169 h 640885"/>
                <a:gd name="connsiteX2470" fmla="*/ 104239 w 591813"/>
                <a:gd name="connsiteY2470" fmla="*/ 967 h 640885"/>
                <a:gd name="connsiteX2471" fmla="*/ 103834 w 591813"/>
                <a:gd name="connsiteY2471" fmla="*/ 787 h 640885"/>
                <a:gd name="connsiteX2472" fmla="*/ 103452 w 591813"/>
                <a:gd name="connsiteY2472" fmla="*/ 630 h 640885"/>
                <a:gd name="connsiteX2473" fmla="*/ 103047 w 591813"/>
                <a:gd name="connsiteY2473" fmla="*/ 495 h 640885"/>
                <a:gd name="connsiteX2474" fmla="*/ 102642 w 591813"/>
                <a:gd name="connsiteY2474" fmla="*/ 382 h 640885"/>
                <a:gd name="connsiteX2475" fmla="*/ 102260 w 591813"/>
                <a:gd name="connsiteY2475" fmla="*/ 270 h 640885"/>
                <a:gd name="connsiteX2476" fmla="*/ 101855 w 591813"/>
                <a:gd name="connsiteY2476" fmla="*/ 202 h 640885"/>
                <a:gd name="connsiteX2477" fmla="*/ 101473 w 591813"/>
                <a:gd name="connsiteY2477" fmla="*/ 135 h 640885"/>
                <a:gd name="connsiteX2478" fmla="*/ 101068 w 591813"/>
                <a:gd name="connsiteY2478" fmla="*/ 67 h 640885"/>
                <a:gd name="connsiteX2479" fmla="*/ 100685 w 591813"/>
                <a:gd name="connsiteY2479" fmla="*/ 45 h 640885"/>
                <a:gd name="connsiteX2480" fmla="*/ 100281 w 591813"/>
                <a:gd name="connsiteY2480" fmla="*/ 0 h 640885"/>
                <a:gd name="connsiteX2481" fmla="*/ 99899 w 591813"/>
                <a:gd name="connsiteY2481" fmla="*/ 0 h 640885"/>
                <a:gd name="connsiteX2482" fmla="*/ 99494 w 591813"/>
                <a:gd name="connsiteY2482" fmla="*/ 0 h 640885"/>
                <a:gd name="connsiteX2483" fmla="*/ 99089 w 591813"/>
                <a:gd name="connsiteY2483" fmla="*/ 22 h 640885"/>
                <a:gd name="connsiteX2484" fmla="*/ 98707 w 591813"/>
                <a:gd name="connsiteY2484" fmla="*/ 45 h 640885"/>
                <a:gd name="connsiteX2485" fmla="*/ 98302 w 591813"/>
                <a:gd name="connsiteY2485" fmla="*/ 90 h 640885"/>
                <a:gd name="connsiteX2486" fmla="*/ 97919 w 591813"/>
                <a:gd name="connsiteY2486" fmla="*/ 135 h 640885"/>
                <a:gd name="connsiteX2487" fmla="*/ 97515 w 591813"/>
                <a:gd name="connsiteY2487" fmla="*/ 202 h 640885"/>
                <a:gd name="connsiteX2488" fmla="*/ 97132 w 591813"/>
                <a:gd name="connsiteY2488" fmla="*/ 292 h 640885"/>
                <a:gd name="connsiteX2489" fmla="*/ 96727 w 591813"/>
                <a:gd name="connsiteY2489" fmla="*/ 382 h 640885"/>
                <a:gd name="connsiteX2490" fmla="*/ 96345 w 591813"/>
                <a:gd name="connsiteY2490" fmla="*/ 472 h 640885"/>
                <a:gd name="connsiteX2491" fmla="*/ 95940 w 591813"/>
                <a:gd name="connsiteY2491" fmla="*/ 585 h 640885"/>
                <a:gd name="connsiteX2492" fmla="*/ 95536 w 591813"/>
                <a:gd name="connsiteY2492" fmla="*/ 697 h 640885"/>
                <a:gd name="connsiteX2493" fmla="*/ 95153 w 591813"/>
                <a:gd name="connsiteY2493" fmla="*/ 810 h 640885"/>
                <a:gd name="connsiteX2494" fmla="*/ 94748 w 591813"/>
                <a:gd name="connsiteY2494" fmla="*/ 945 h 640885"/>
                <a:gd name="connsiteX2495" fmla="*/ 94366 w 591813"/>
                <a:gd name="connsiteY2495" fmla="*/ 1079 h 640885"/>
                <a:gd name="connsiteX2496" fmla="*/ 93961 w 591813"/>
                <a:gd name="connsiteY2496" fmla="*/ 1237 h 640885"/>
                <a:gd name="connsiteX2497" fmla="*/ 93579 w 591813"/>
                <a:gd name="connsiteY2497" fmla="*/ 1394 h 640885"/>
                <a:gd name="connsiteX2498" fmla="*/ 93174 w 591813"/>
                <a:gd name="connsiteY2498" fmla="*/ 1552 h 640885"/>
                <a:gd name="connsiteX2499" fmla="*/ 92770 w 591813"/>
                <a:gd name="connsiteY2499" fmla="*/ 1709 h 640885"/>
                <a:gd name="connsiteX2500" fmla="*/ 92387 w 591813"/>
                <a:gd name="connsiteY2500" fmla="*/ 1889 h 640885"/>
                <a:gd name="connsiteX2501" fmla="*/ 91982 w 591813"/>
                <a:gd name="connsiteY2501" fmla="*/ 2047 h 640885"/>
                <a:gd name="connsiteX2502" fmla="*/ 91600 w 591813"/>
                <a:gd name="connsiteY2502" fmla="*/ 2226 h 640885"/>
                <a:gd name="connsiteX2503" fmla="*/ 91195 w 591813"/>
                <a:gd name="connsiteY2503" fmla="*/ 2406 h 640885"/>
                <a:gd name="connsiteX2504" fmla="*/ 90813 w 591813"/>
                <a:gd name="connsiteY2504" fmla="*/ 2609 h 640885"/>
                <a:gd name="connsiteX2505" fmla="*/ 90408 w 591813"/>
                <a:gd name="connsiteY2505" fmla="*/ 2789 h 640885"/>
                <a:gd name="connsiteX2506" fmla="*/ 90025 w 591813"/>
                <a:gd name="connsiteY2506" fmla="*/ 2991 h 640885"/>
                <a:gd name="connsiteX2507" fmla="*/ 89621 w 591813"/>
                <a:gd name="connsiteY2507" fmla="*/ 3194 h 640885"/>
                <a:gd name="connsiteX2508" fmla="*/ 89216 w 591813"/>
                <a:gd name="connsiteY2508" fmla="*/ 3396 h 640885"/>
                <a:gd name="connsiteX2509" fmla="*/ 88834 w 591813"/>
                <a:gd name="connsiteY2509" fmla="*/ 3598 h 640885"/>
                <a:gd name="connsiteX2510" fmla="*/ 88429 w 591813"/>
                <a:gd name="connsiteY2510" fmla="*/ 3823 h 640885"/>
                <a:gd name="connsiteX2511" fmla="*/ 88047 w 591813"/>
                <a:gd name="connsiteY2511" fmla="*/ 4026 h 640885"/>
                <a:gd name="connsiteX2512" fmla="*/ 87642 w 591813"/>
                <a:gd name="connsiteY2512" fmla="*/ 4251 h 640885"/>
                <a:gd name="connsiteX2513" fmla="*/ 87259 w 591813"/>
                <a:gd name="connsiteY2513" fmla="*/ 4475 h 640885"/>
                <a:gd name="connsiteX2514" fmla="*/ 86854 w 591813"/>
                <a:gd name="connsiteY2514" fmla="*/ 4700 h 640885"/>
                <a:gd name="connsiteX2515" fmla="*/ 86472 w 591813"/>
                <a:gd name="connsiteY2515" fmla="*/ 4925 h 640885"/>
                <a:gd name="connsiteX2516" fmla="*/ 86067 w 591813"/>
                <a:gd name="connsiteY2516" fmla="*/ 5150 h 640885"/>
                <a:gd name="connsiteX2517" fmla="*/ 85662 w 591813"/>
                <a:gd name="connsiteY2517" fmla="*/ 5375 h 640885"/>
                <a:gd name="connsiteX2518" fmla="*/ 85280 w 591813"/>
                <a:gd name="connsiteY2518" fmla="*/ 5622 h 640885"/>
                <a:gd name="connsiteX2519" fmla="*/ 84876 w 591813"/>
                <a:gd name="connsiteY2519" fmla="*/ 5870 h 640885"/>
                <a:gd name="connsiteX2520" fmla="*/ 84493 w 591813"/>
                <a:gd name="connsiteY2520" fmla="*/ 6095 h 640885"/>
                <a:gd name="connsiteX2521" fmla="*/ 84088 w 591813"/>
                <a:gd name="connsiteY2521" fmla="*/ 6342 h 640885"/>
                <a:gd name="connsiteX2522" fmla="*/ 83706 w 591813"/>
                <a:gd name="connsiteY2522" fmla="*/ 6589 h 640885"/>
                <a:gd name="connsiteX2523" fmla="*/ 83301 w 591813"/>
                <a:gd name="connsiteY2523" fmla="*/ 6859 h 640885"/>
                <a:gd name="connsiteX2524" fmla="*/ 82919 w 591813"/>
                <a:gd name="connsiteY2524" fmla="*/ 7107 h 640885"/>
                <a:gd name="connsiteX2525" fmla="*/ 82514 w 591813"/>
                <a:gd name="connsiteY2525" fmla="*/ 7354 h 640885"/>
                <a:gd name="connsiteX2526" fmla="*/ 82109 w 591813"/>
                <a:gd name="connsiteY2526" fmla="*/ 7601 h 640885"/>
                <a:gd name="connsiteX2527" fmla="*/ 81727 w 591813"/>
                <a:gd name="connsiteY2527" fmla="*/ 7871 h 640885"/>
                <a:gd name="connsiteX2528" fmla="*/ 81322 w 591813"/>
                <a:gd name="connsiteY2528" fmla="*/ 8119 h 640885"/>
                <a:gd name="connsiteX2529" fmla="*/ 80940 w 591813"/>
                <a:gd name="connsiteY2529" fmla="*/ 8389 h 640885"/>
                <a:gd name="connsiteX2530" fmla="*/ 80535 w 591813"/>
                <a:gd name="connsiteY2530" fmla="*/ 8636 h 640885"/>
                <a:gd name="connsiteX2531" fmla="*/ 80153 w 591813"/>
                <a:gd name="connsiteY2531" fmla="*/ 8906 h 640885"/>
                <a:gd name="connsiteX2532" fmla="*/ 79748 w 591813"/>
                <a:gd name="connsiteY2532" fmla="*/ 9176 h 640885"/>
                <a:gd name="connsiteX2533" fmla="*/ 79343 w 591813"/>
                <a:gd name="connsiteY2533" fmla="*/ 9446 h 640885"/>
                <a:gd name="connsiteX2534" fmla="*/ 78961 w 591813"/>
                <a:gd name="connsiteY2534" fmla="*/ 9715 h 640885"/>
                <a:gd name="connsiteX2535" fmla="*/ 78556 w 591813"/>
                <a:gd name="connsiteY2535" fmla="*/ 9985 h 640885"/>
                <a:gd name="connsiteX2536" fmla="*/ 78173 w 591813"/>
                <a:gd name="connsiteY2536" fmla="*/ 10255 h 640885"/>
                <a:gd name="connsiteX2537" fmla="*/ 77769 w 591813"/>
                <a:gd name="connsiteY2537" fmla="*/ 10525 h 640885"/>
                <a:gd name="connsiteX2538" fmla="*/ 77386 w 591813"/>
                <a:gd name="connsiteY2538" fmla="*/ 10817 h 640885"/>
                <a:gd name="connsiteX2539" fmla="*/ 76982 w 591813"/>
                <a:gd name="connsiteY2539" fmla="*/ 11087 h 640885"/>
                <a:gd name="connsiteX2540" fmla="*/ 76599 w 591813"/>
                <a:gd name="connsiteY2540" fmla="*/ 11357 h 640885"/>
                <a:gd name="connsiteX2541" fmla="*/ 76194 w 591813"/>
                <a:gd name="connsiteY2541" fmla="*/ 11650 h 640885"/>
                <a:gd name="connsiteX2542" fmla="*/ 75790 w 591813"/>
                <a:gd name="connsiteY2542" fmla="*/ 11919 h 640885"/>
                <a:gd name="connsiteX2543" fmla="*/ 75407 w 591813"/>
                <a:gd name="connsiteY2543" fmla="*/ 12212 h 640885"/>
                <a:gd name="connsiteX2544" fmla="*/ 75002 w 591813"/>
                <a:gd name="connsiteY2544" fmla="*/ 12482 h 640885"/>
                <a:gd name="connsiteX2545" fmla="*/ 74620 w 591813"/>
                <a:gd name="connsiteY2545" fmla="*/ 12774 h 640885"/>
                <a:gd name="connsiteX2546" fmla="*/ 74216 w 591813"/>
                <a:gd name="connsiteY2546" fmla="*/ 13044 h 640885"/>
                <a:gd name="connsiteX2547" fmla="*/ 73833 w 591813"/>
                <a:gd name="connsiteY2547" fmla="*/ 13336 h 640885"/>
                <a:gd name="connsiteX2548" fmla="*/ 73428 w 591813"/>
                <a:gd name="connsiteY2548" fmla="*/ 13629 h 640885"/>
                <a:gd name="connsiteX2549" fmla="*/ 73046 w 591813"/>
                <a:gd name="connsiteY2549" fmla="*/ 13899 h 640885"/>
                <a:gd name="connsiteX2550" fmla="*/ 72641 w 591813"/>
                <a:gd name="connsiteY2550" fmla="*/ 14191 h 640885"/>
                <a:gd name="connsiteX2551" fmla="*/ 72236 w 591813"/>
                <a:gd name="connsiteY2551" fmla="*/ 14461 h 640885"/>
                <a:gd name="connsiteX2552" fmla="*/ 71854 w 591813"/>
                <a:gd name="connsiteY2552" fmla="*/ 14753 h 640885"/>
                <a:gd name="connsiteX2553" fmla="*/ 71449 w 591813"/>
                <a:gd name="connsiteY2553" fmla="*/ 15046 h 640885"/>
                <a:gd name="connsiteX2554" fmla="*/ 71067 w 591813"/>
                <a:gd name="connsiteY2554" fmla="*/ 15315 h 640885"/>
                <a:gd name="connsiteX2555" fmla="*/ 70662 w 591813"/>
                <a:gd name="connsiteY2555" fmla="*/ 15608 h 640885"/>
                <a:gd name="connsiteX2556" fmla="*/ 70280 w 591813"/>
                <a:gd name="connsiteY2556" fmla="*/ 15900 h 640885"/>
                <a:gd name="connsiteX2557" fmla="*/ 69875 w 591813"/>
                <a:gd name="connsiteY2557" fmla="*/ 16192 h 640885"/>
                <a:gd name="connsiteX2558" fmla="*/ 69493 w 591813"/>
                <a:gd name="connsiteY2558" fmla="*/ 16485 h 640885"/>
                <a:gd name="connsiteX2559" fmla="*/ 69088 w 591813"/>
                <a:gd name="connsiteY2559" fmla="*/ 16777 h 640885"/>
                <a:gd name="connsiteX2560" fmla="*/ 68683 w 591813"/>
                <a:gd name="connsiteY2560" fmla="*/ 17070 h 640885"/>
                <a:gd name="connsiteX2561" fmla="*/ 68301 w 591813"/>
                <a:gd name="connsiteY2561" fmla="*/ 17362 h 640885"/>
                <a:gd name="connsiteX2562" fmla="*/ 67896 w 591813"/>
                <a:gd name="connsiteY2562" fmla="*/ 17654 h 640885"/>
                <a:gd name="connsiteX2563" fmla="*/ 67513 w 591813"/>
                <a:gd name="connsiteY2563" fmla="*/ 17947 h 640885"/>
                <a:gd name="connsiteX2564" fmla="*/ 67109 w 591813"/>
                <a:gd name="connsiteY2564" fmla="*/ 18239 h 640885"/>
                <a:gd name="connsiteX2565" fmla="*/ 66726 w 591813"/>
                <a:gd name="connsiteY2565" fmla="*/ 18554 h 640885"/>
                <a:gd name="connsiteX2566" fmla="*/ 66322 w 591813"/>
                <a:gd name="connsiteY2566" fmla="*/ 18846 h 640885"/>
                <a:gd name="connsiteX2567" fmla="*/ 65939 w 591813"/>
                <a:gd name="connsiteY2567" fmla="*/ 19139 h 640885"/>
                <a:gd name="connsiteX2568" fmla="*/ 65534 w 591813"/>
                <a:gd name="connsiteY2568" fmla="*/ 19453 h 640885"/>
                <a:gd name="connsiteX2569" fmla="*/ 65130 w 591813"/>
                <a:gd name="connsiteY2569" fmla="*/ 19746 h 640885"/>
                <a:gd name="connsiteX2570" fmla="*/ 64747 w 591813"/>
                <a:gd name="connsiteY2570" fmla="*/ 20038 h 640885"/>
                <a:gd name="connsiteX2571" fmla="*/ 64342 w 591813"/>
                <a:gd name="connsiteY2571" fmla="*/ 20331 h 640885"/>
                <a:gd name="connsiteX2572" fmla="*/ 63960 w 591813"/>
                <a:gd name="connsiteY2572" fmla="*/ 20645 h 640885"/>
                <a:gd name="connsiteX2573" fmla="*/ 63555 w 591813"/>
                <a:gd name="connsiteY2573" fmla="*/ 20938 h 640885"/>
                <a:gd name="connsiteX2574" fmla="*/ 63173 w 591813"/>
                <a:gd name="connsiteY2574" fmla="*/ 21253 h 640885"/>
                <a:gd name="connsiteX2575" fmla="*/ 62768 w 591813"/>
                <a:gd name="connsiteY2575" fmla="*/ 21545 h 640885"/>
                <a:gd name="connsiteX2576" fmla="*/ 62364 w 591813"/>
                <a:gd name="connsiteY2576" fmla="*/ 21860 h 640885"/>
                <a:gd name="connsiteX2577" fmla="*/ 61981 w 591813"/>
                <a:gd name="connsiteY2577" fmla="*/ 22152 h 640885"/>
                <a:gd name="connsiteX2578" fmla="*/ 61576 w 591813"/>
                <a:gd name="connsiteY2578" fmla="*/ 22467 h 640885"/>
                <a:gd name="connsiteX2579" fmla="*/ 61194 w 591813"/>
                <a:gd name="connsiteY2579" fmla="*/ 22759 h 640885"/>
                <a:gd name="connsiteX2580" fmla="*/ 60789 w 591813"/>
                <a:gd name="connsiteY2580" fmla="*/ 23074 h 640885"/>
                <a:gd name="connsiteX2581" fmla="*/ 60407 w 591813"/>
                <a:gd name="connsiteY2581" fmla="*/ 23389 h 640885"/>
                <a:gd name="connsiteX2582" fmla="*/ 60002 w 591813"/>
                <a:gd name="connsiteY2582" fmla="*/ 23704 h 640885"/>
                <a:gd name="connsiteX2583" fmla="*/ 59619 w 591813"/>
                <a:gd name="connsiteY2583" fmla="*/ 24019 h 640885"/>
                <a:gd name="connsiteX2584" fmla="*/ 59215 w 591813"/>
                <a:gd name="connsiteY2584" fmla="*/ 24334 h 640885"/>
                <a:gd name="connsiteX2585" fmla="*/ 58810 w 591813"/>
                <a:gd name="connsiteY2585" fmla="*/ 24649 h 640885"/>
                <a:gd name="connsiteX2586" fmla="*/ 58428 w 591813"/>
                <a:gd name="connsiteY2586" fmla="*/ 24963 h 640885"/>
                <a:gd name="connsiteX2587" fmla="*/ 58023 w 591813"/>
                <a:gd name="connsiteY2587" fmla="*/ 25278 h 640885"/>
                <a:gd name="connsiteX2588" fmla="*/ 57641 w 591813"/>
                <a:gd name="connsiteY2588" fmla="*/ 25593 h 640885"/>
                <a:gd name="connsiteX2589" fmla="*/ 57236 w 591813"/>
                <a:gd name="connsiteY2589" fmla="*/ 25930 h 640885"/>
                <a:gd name="connsiteX2590" fmla="*/ 56853 w 591813"/>
                <a:gd name="connsiteY2590" fmla="*/ 26245 h 640885"/>
                <a:gd name="connsiteX2591" fmla="*/ 56449 w 591813"/>
                <a:gd name="connsiteY2591" fmla="*/ 26560 h 640885"/>
                <a:gd name="connsiteX2592" fmla="*/ 56066 w 591813"/>
                <a:gd name="connsiteY2592" fmla="*/ 26875 h 640885"/>
                <a:gd name="connsiteX2593" fmla="*/ 55662 w 591813"/>
                <a:gd name="connsiteY2593" fmla="*/ 27212 h 640885"/>
                <a:gd name="connsiteX2594" fmla="*/ 55257 w 591813"/>
                <a:gd name="connsiteY2594" fmla="*/ 27527 h 640885"/>
                <a:gd name="connsiteX2595" fmla="*/ 54874 w 591813"/>
                <a:gd name="connsiteY2595" fmla="*/ 27842 h 640885"/>
                <a:gd name="connsiteX2596" fmla="*/ 54470 w 591813"/>
                <a:gd name="connsiteY2596" fmla="*/ 28157 h 640885"/>
                <a:gd name="connsiteX2597" fmla="*/ 54087 w 591813"/>
                <a:gd name="connsiteY2597" fmla="*/ 28494 h 640885"/>
                <a:gd name="connsiteX2598" fmla="*/ 53682 w 591813"/>
                <a:gd name="connsiteY2598" fmla="*/ 28809 h 640885"/>
                <a:gd name="connsiteX2599" fmla="*/ 53300 w 591813"/>
                <a:gd name="connsiteY2599" fmla="*/ 29124 h 640885"/>
                <a:gd name="connsiteX2600" fmla="*/ 52895 w 591813"/>
                <a:gd name="connsiteY2600" fmla="*/ 29416 h 640885"/>
                <a:gd name="connsiteX2601" fmla="*/ 52513 w 591813"/>
                <a:gd name="connsiteY2601" fmla="*/ 29731 h 640885"/>
                <a:gd name="connsiteX2602" fmla="*/ 52108 w 591813"/>
                <a:gd name="connsiteY2602" fmla="*/ 30046 h 640885"/>
                <a:gd name="connsiteX2603" fmla="*/ 51704 w 591813"/>
                <a:gd name="connsiteY2603" fmla="*/ 30361 h 640885"/>
                <a:gd name="connsiteX2604" fmla="*/ 51321 w 591813"/>
                <a:gd name="connsiteY2604" fmla="*/ 30676 h 640885"/>
                <a:gd name="connsiteX2605" fmla="*/ 50916 w 591813"/>
                <a:gd name="connsiteY2605" fmla="*/ 30968 h 640885"/>
                <a:gd name="connsiteX2606" fmla="*/ 50534 w 591813"/>
                <a:gd name="connsiteY2606" fmla="*/ 31283 h 640885"/>
                <a:gd name="connsiteX2607" fmla="*/ 50129 w 591813"/>
                <a:gd name="connsiteY2607" fmla="*/ 31598 h 640885"/>
                <a:gd name="connsiteX2608" fmla="*/ 49747 w 591813"/>
                <a:gd name="connsiteY2608" fmla="*/ 31890 h 640885"/>
                <a:gd name="connsiteX2609" fmla="*/ 49342 w 591813"/>
                <a:gd name="connsiteY2609" fmla="*/ 32205 h 640885"/>
                <a:gd name="connsiteX2610" fmla="*/ 48959 w 591813"/>
                <a:gd name="connsiteY2610" fmla="*/ 32497 h 640885"/>
                <a:gd name="connsiteX2611" fmla="*/ 48555 w 591813"/>
                <a:gd name="connsiteY2611" fmla="*/ 32790 h 640885"/>
                <a:gd name="connsiteX2612" fmla="*/ 48150 w 591813"/>
                <a:gd name="connsiteY2612" fmla="*/ 33082 h 640885"/>
                <a:gd name="connsiteX2613" fmla="*/ 47768 w 591813"/>
                <a:gd name="connsiteY2613" fmla="*/ 33375 h 640885"/>
                <a:gd name="connsiteX2614" fmla="*/ 47363 w 591813"/>
                <a:gd name="connsiteY2614" fmla="*/ 33667 h 640885"/>
                <a:gd name="connsiteX2615" fmla="*/ 46980 w 591813"/>
                <a:gd name="connsiteY2615" fmla="*/ 33959 h 640885"/>
                <a:gd name="connsiteX2616" fmla="*/ 46576 w 591813"/>
                <a:gd name="connsiteY2616" fmla="*/ 34252 h 640885"/>
                <a:gd name="connsiteX2617" fmla="*/ 46193 w 591813"/>
                <a:gd name="connsiteY2617" fmla="*/ 34544 h 640885"/>
                <a:gd name="connsiteX2618" fmla="*/ 45811 w 591813"/>
                <a:gd name="connsiteY2618" fmla="*/ 34836 h 640885"/>
                <a:gd name="connsiteX2619" fmla="*/ 45384 w 591813"/>
                <a:gd name="connsiteY2619" fmla="*/ 35129 h 640885"/>
                <a:gd name="connsiteX2620" fmla="*/ 45024 w 591813"/>
                <a:gd name="connsiteY2620" fmla="*/ 35399 h 640885"/>
                <a:gd name="connsiteX2621" fmla="*/ 44619 w 591813"/>
                <a:gd name="connsiteY2621" fmla="*/ 35691 h 640885"/>
                <a:gd name="connsiteX2622" fmla="*/ 44214 w 591813"/>
                <a:gd name="connsiteY2622" fmla="*/ 35961 h 640885"/>
                <a:gd name="connsiteX2623" fmla="*/ 43832 w 591813"/>
                <a:gd name="connsiteY2623" fmla="*/ 36253 h 640885"/>
                <a:gd name="connsiteX2624" fmla="*/ 43449 w 591813"/>
                <a:gd name="connsiteY2624" fmla="*/ 36523 h 640885"/>
                <a:gd name="connsiteX2625" fmla="*/ 43045 w 591813"/>
                <a:gd name="connsiteY2625" fmla="*/ 36793 h 640885"/>
                <a:gd name="connsiteX2626" fmla="*/ 42663 w 591813"/>
                <a:gd name="connsiteY2626" fmla="*/ 37063 h 640885"/>
                <a:gd name="connsiteX2627" fmla="*/ 42257 w 591813"/>
                <a:gd name="connsiteY2627" fmla="*/ 37333 h 640885"/>
                <a:gd name="connsiteX2628" fmla="*/ 41853 w 591813"/>
                <a:gd name="connsiteY2628" fmla="*/ 37603 h 640885"/>
                <a:gd name="connsiteX2629" fmla="*/ 41471 w 591813"/>
                <a:gd name="connsiteY2629" fmla="*/ 37872 h 640885"/>
                <a:gd name="connsiteX2630" fmla="*/ 41065 w 591813"/>
                <a:gd name="connsiteY2630" fmla="*/ 38120 h 640885"/>
                <a:gd name="connsiteX2631" fmla="*/ 40683 w 591813"/>
                <a:gd name="connsiteY2631" fmla="*/ 38390 h 640885"/>
                <a:gd name="connsiteX2632" fmla="*/ 40279 w 591813"/>
                <a:gd name="connsiteY2632" fmla="*/ 38660 h 640885"/>
                <a:gd name="connsiteX2633" fmla="*/ 39897 w 591813"/>
                <a:gd name="connsiteY2633" fmla="*/ 38907 h 640885"/>
                <a:gd name="connsiteX2634" fmla="*/ 39491 w 591813"/>
                <a:gd name="connsiteY2634" fmla="*/ 39154 h 640885"/>
                <a:gd name="connsiteX2635" fmla="*/ 39109 w 591813"/>
                <a:gd name="connsiteY2635" fmla="*/ 39424 h 640885"/>
                <a:gd name="connsiteX2636" fmla="*/ 38704 w 591813"/>
                <a:gd name="connsiteY2636" fmla="*/ 39672 h 640885"/>
                <a:gd name="connsiteX2637" fmla="*/ 38299 w 591813"/>
                <a:gd name="connsiteY2637" fmla="*/ 39919 h 640885"/>
                <a:gd name="connsiteX2638" fmla="*/ 37917 w 591813"/>
                <a:gd name="connsiteY2638" fmla="*/ 40166 h 640885"/>
                <a:gd name="connsiteX2639" fmla="*/ 37512 w 591813"/>
                <a:gd name="connsiteY2639" fmla="*/ 40414 h 640885"/>
                <a:gd name="connsiteX2640" fmla="*/ 37130 w 591813"/>
                <a:gd name="connsiteY2640" fmla="*/ 40661 h 640885"/>
                <a:gd name="connsiteX2641" fmla="*/ 36725 w 591813"/>
                <a:gd name="connsiteY2641" fmla="*/ 40886 h 640885"/>
                <a:gd name="connsiteX2642" fmla="*/ 36343 w 591813"/>
                <a:gd name="connsiteY2642" fmla="*/ 41133 h 640885"/>
                <a:gd name="connsiteX2643" fmla="*/ 35938 w 591813"/>
                <a:gd name="connsiteY2643" fmla="*/ 41381 h 640885"/>
                <a:gd name="connsiteX2644" fmla="*/ 35556 w 591813"/>
                <a:gd name="connsiteY2644" fmla="*/ 41628 h 640885"/>
                <a:gd name="connsiteX2645" fmla="*/ 35151 w 591813"/>
                <a:gd name="connsiteY2645" fmla="*/ 41876 h 640885"/>
                <a:gd name="connsiteX2646" fmla="*/ 34746 w 591813"/>
                <a:gd name="connsiteY2646" fmla="*/ 42100 h 640885"/>
                <a:gd name="connsiteX2647" fmla="*/ 34364 w 591813"/>
                <a:gd name="connsiteY2647" fmla="*/ 42348 h 640885"/>
                <a:gd name="connsiteX2648" fmla="*/ 33959 w 591813"/>
                <a:gd name="connsiteY2648" fmla="*/ 42595 h 640885"/>
                <a:gd name="connsiteX2649" fmla="*/ 33577 w 591813"/>
                <a:gd name="connsiteY2649" fmla="*/ 42843 h 640885"/>
                <a:gd name="connsiteX2650" fmla="*/ 33172 w 591813"/>
                <a:gd name="connsiteY2650" fmla="*/ 43113 h 640885"/>
                <a:gd name="connsiteX2651" fmla="*/ 32789 w 591813"/>
                <a:gd name="connsiteY2651" fmla="*/ 43360 h 640885"/>
                <a:gd name="connsiteX2652" fmla="*/ 32385 w 591813"/>
                <a:gd name="connsiteY2652" fmla="*/ 43607 h 640885"/>
                <a:gd name="connsiteX2653" fmla="*/ 31980 w 591813"/>
                <a:gd name="connsiteY2653" fmla="*/ 43877 h 640885"/>
                <a:gd name="connsiteX2654" fmla="*/ 31597 w 591813"/>
                <a:gd name="connsiteY2654" fmla="*/ 44125 h 640885"/>
                <a:gd name="connsiteX2655" fmla="*/ 31193 w 591813"/>
                <a:gd name="connsiteY2655" fmla="*/ 44394 h 640885"/>
                <a:gd name="connsiteX2656" fmla="*/ 30811 w 591813"/>
                <a:gd name="connsiteY2656" fmla="*/ 44664 h 640885"/>
                <a:gd name="connsiteX2657" fmla="*/ 30405 w 591813"/>
                <a:gd name="connsiteY2657" fmla="*/ 44934 h 640885"/>
                <a:gd name="connsiteX2658" fmla="*/ 30023 w 591813"/>
                <a:gd name="connsiteY2658" fmla="*/ 45227 h 640885"/>
                <a:gd name="connsiteX2659" fmla="*/ 29619 w 591813"/>
                <a:gd name="connsiteY2659" fmla="*/ 45519 h 640885"/>
                <a:gd name="connsiteX2660" fmla="*/ 29236 w 591813"/>
                <a:gd name="connsiteY2660" fmla="*/ 45811 h 640885"/>
                <a:gd name="connsiteX2661" fmla="*/ 28831 w 591813"/>
                <a:gd name="connsiteY2661" fmla="*/ 46104 h 640885"/>
                <a:gd name="connsiteX2662" fmla="*/ 28427 w 591813"/>
                <a:gd name="connsiteY2662" fmla="*/ 46418 h 640885"/>
                <a:gd name="connsiteX2663" fmla="*/ 28044 w 591813"/>
                <a:gd name="connsiteY2663" fmla="*/ 46756 h 640885"/>
                <a:gd name="connsiteX2664" fmla="*/ 27639 w 591813"/>
                <a:gd name="connsiteY2664" fmla="*/ 47071 h 640885"/>
                <a:gd name="connsiteX2665" fmla="*/ 27257 w 591813"/>
                <a:gd name="connsiteY2665" fmla="*/ 47431 h 640885"/>
                <a:gd name="connsiteX2666" fmla="*/ 26852 w 591813"/>
                <a:gd name="connsiteY2666" fmla="*/ 47768 h 640885"/>
                <a:gd name="connsiteX2667" fmla="*/ 26470 w 591813"/>
                <a:gd name="connsiteY2667" fmla="*/ 48128 h 640885"/>
                <a:gd name="connsiteX2668" fmla="*/ 26065 w 591813"/>
                <a:gd name="connsiteY2668" fmla="*/ 48510 h 640885"/>
                <a:gd name="connsiteX2669" fmla="*/ 25683 w 591813"/>
                <a:gd name="connsiteY2669" fmla="*/ 48892 h 640885"/>
                <a:gd name="connsiteX2670" fmla="*/ 25278 w 591813"/>
                <a:gd name="connsiteY2670" fmla="*/ 49275 h 640885"/>
                <a:gd name="connsiteX2671" fmla="*/ 24873 w 591813"/>
                <a:gd name="connsiteY2671" fmla="*/ 49679 h 640885"/>
                <a:gd name="connsiteX2672" fmla="*/ 24491 w 591813"/>
                <a:gd name="connsiteY2672" fmla="*/ 50084 h 640885"/>
                <a:gd name="connsiteX2673" fmla="*/ 24086 w 591813"/>
                <a:gd name="connsiteY2673" fmla="*/ 50489 h 640885"/>
                <a:gd name="connsiteX2674" fmla="*/ 23704 w 591813"/>
                <a:gd name="connsiteY2674" fmla="*/ 50916 h 640885"/>
                <a:gd name="connsiteX2675" fmla="*/ 23299 w 591813"/>
                <a:gd name="connsiteY2675" fmla="*/ 51344 h 640885"/>
                <a:gd name="connsiteX2676" fmla="*/ 22917 w 591813"/>
                <a:gd name="connsiteY2676" fmla="*/ 51794 h 640885"/>
                <a:gd name="connsiteX2677" fmla="*/ 22512 w 591813"/>
                <a:gd name="connsiteY2677" fmla="*/ 52221 h 640885"/>
                <a:gd name="connsiteX2678" fmla="*/ 22129 w 591813"/>
                <a:gd name="connsiteY2678" fmla="*/ 52693 h 640885"/>
                <a:gd name="connsiteX2679" fmla="*/ 21725 w 591813"/>
                <a:gd name="connsiteY2679" fmla="*/ 53143 h 640885"/>
                <a:gd name="connsiteX2680" fmla="*/ 21320 w 591813"/>
                <a:gd name="connsiteY2680" fmla="*/ 53615 h 640885"/>
                <a:gd name="connsiteX2681" fmla="*/ 20937 w 591813"/>
                <a:gd name="connsiteY2681" fmla="*/ 54087 h 640885"/>
                <a:gd name="connsiteX2682" fmla="*/ 20533 w 591813"/>
                <a:gd name="connsiteY2682" fmla="*/ 54560 h 640885"/>
                <a:gd name="connsiteX2683" fmla="*/ 20151 w 591813"/>
                <a:gd name="connsiteY2683" fmla="*/ 55054 h 640885"/>
                <a:gd name="connsiteX2684" fmla="*/ 19745 w 591813"/>
                <a:gd name="connsiteY2684" fmla="*/ 55549 h 640885"/>
                <a:gd name="connsiteX2685" fmla="*/ 19363 w 591813"/>
                <a:gd name="connsiteY2685" fmla="*/ 56044 h 640885"/>
                <a:gd name="connsiteX2686" fmla="*/ 18959 w 591813"/>
                <a:gd name="connsiteY2686" fmla="*/ 56561 h 640885"/>
                <a:gd name="connsiteX2687" fmla="*/ 18576 w 591813"/>
                <a:gd name="connsiteY2687" fmla="*/ 57056 h 640885"/>
                <a:gd name="connsiteX2688" fmla="*/ 18171 w 591813"/>
                <a:gd name="connsiteY2688" fmla="*/ 57573 h 640885"/>
                <a:gd name="connsiteX2689" fmla="*/ 17767 w 591813"/>
                <a:gd name="connsiteY2689" fmla="*/ 58091 h 640885"/>
                <a:gd name="connsiteX2690" fmla="*/ 17384 w 591813"/>
                <a:gd name="connsiteY2690" fmla="*/ 58608 h 640885"/>
                <a:gd name="connsiteX2691" fmla="*/ 16979 w 591813"/>
                <a:gd name="connsiteY2691" fmla="*/ 59125 h 640885"/>
                <a:gd name="connsiteX2692" fmla="*/ 16597 w 591813"/>
                <a:gd name="connsiteY2692" fmla="*/ 59642 h 640885"/>
                <a:gd name="connsiteX2693" fmla="*/ 16192 w 591813"/>
                <a:gd name="connsiteY2693" fmla="*/ 60182 h 640885"/>
                <a:gd name="connsiteX2694" fmla="*/ 15810 w 591813"/>
                <a:gd name="connsiteY2694" fmla="*/ 60722 h 640885"/>
                <a:gd name="connsiteX2695" fmla="*/ 15405 w 591813"/>
                <a:gd name="connsiteY2695" fmla="*/ 61239 h 640885"/>
                <a:gd name="connsiteX2696" fmla="*/ 15000 w 591813"/>
                <a:gd name="connsiteY2696" fmla="*/ 61779 h 640885"/>
                <a:gd name="connsiteX2697" fmla="*/ 14618 w 591813"/>
                <a:gd name="connsiteY2697" fmla="*/ 62319 h 640885"/>
                <a:gd name="connsiteX2698" fmla="*/ 14213 w 591813"/>
                <a:gd name="connsiteY2698" fmla="*/ 62858 h 640885"/>
                <a:gd name="connsiteX2699" fmla="*/ 13831 w 591813"/>
                <a:gd name="connsiteY2699" fmla="*/ 63421 h 640885"/>
                <a:gd name="connsiteX2700" fmla="*/ 13426 w 591813"/>
                <a:gd name="connsiteY2700" fmla="*/ 63960 h 640885"/>
                <a:gd name="connsiteX2701" fmla="*/ 13044 w 591813"/>
                <a:gd name="connsiteY2701" fmla="*/ 64500 h 640885"/>
                <a:gd name="connsiteX2702" fmla="*/ 12639 w 591813"/>
                <a:gd name="connsiteY2702" fmla="*/ 65062 h 640885"/>
                <a:gd name="connsiteX2703" fmla="*/ 12257 w 591813"/>
                <a:gd name="connsiteY2703" fmla="*/ 65625 h 640885"/>
                <a:gd name="connsiteX2704" fmla="*/ 11852 w 591813"/>
                <a:gd name="connsiteY2704" fmla="*/ 66187 h 640885"/>
                <a:gd name="connsiteX2705" fmla="*/ 11447 w 591813"/>
                <a:gd name="connsiteY2705" fmla="*/ 66727 h 640885"/>
                <a:gd name="connsiteX2706" fmla="*/ 11065 w 591813"/>
                <a:gd name="connsiteY2706" fmla="*/ 67289 h 640885"/>
                <a:gd name="connsiteX2707" fmla="*/ 10660 w 591813"/>
                <a:gd name="connsiteY2707" fmla="*/ 67851 h 640885"/>
                <a:gd name="connsiteX2708" fmla="*/ 10277 w 591813"/>
                <a:gd name="connsiteY2708" fmla="*/ 68413 h 640885"/>
                <a:gd name="connsiteX2709" fmla="*/ 9873 w 591813"/>
                <a:gd name="connsiteY2709" fmla="*/ 68998 h 640885"/>
                <a:gd name="connsiteX2710" fmla="*/ 9491 w 591813"/>
                <a:gd name="connsiteY2710" fmla="*/ 69560 h 640885"/>
                <a:gd name="connsiteX2711" fmla="*/ 9085 w 591813"/>
                <a:gd name="connsiteY2711" fmla="*/ 70123 h 640885"/>
                <a:gd name="connsiteX2712" fmla="*/ 8703 w 591813"/>
                <a:gd name="connsiteY2712" fmla="*/ 70707 h 640885"/>
                <a:gd name="connsiteX2713" fmla="*/ 8299 w 591813"/>
                <a:gd name="connsiteY2713" fmla="*/ 71269 h 640885"/>
                <a:gd name="connsiteX2714" fmla="*/ 7893 w 591813"/>
                <a:gd name="connsiteY2714" fmla="*/ 71854 h 640885"/>
                <a:gd name="connsiteX2715" fmla="*/ 7511 w 591813"/>
                <a:gd name="connsiteY2715" fmla="*/ 72416 h 640885"/>
                <a:gd name="connsiteX2716" fmla="*/ 7107 w 591813"/>
                <a:gd name="connsiteY2716" fmla="*/ 73001 h 640885"/>
                <a:gd name="connsiteX2717" fmla="*/ 6724 w 591813"/>
                <a:gd name="connsiteY2717" fmla="*/ 73586 h 640885"/>
                <a:gd name="connsiteX2718" fmla="*/ 6319 w 591813"/>
                <a:gd name="connsiteY2718" fmla="*/ 74171 h 640885"/>
                <a:gd name="connsiteX2719" fmla="*/ 5937 w 591813"/>
                <a:gd name="connsiteY2719" fmla="*/ 74755 h 640885"/>
                <a:gd name="connsiteX2720" fmla="*/ 5532 w 591813"/>
                <a:gd name="connsiteY2720" fmla="*/ 75340 h 640885"/>
                <a:gd name="connsiteX2721" fmla="*/ 5150 w 591813"/>
                <a:gd name="connsiteY2721" fmla="*/ 75925 h 640885"/>
                <a:gd name="connsiteX2722" fmla="*/ 4745 w 591813"/>
                <a:gd name="connsiteY2722" fmla="*/ 76510 h 640885"/>
                <a:gd name="connsiteX2723" fmla="*/ 4340 w 591813"/>
                <a:gd name="connsiteY2723" fmla="*/ 77094 h 640885"/>
                <a:gd name="connsiteX2724" fmla="*/ 3958 w 591813"/>
                <a:gd name="connsiteY2724" fmla="*/ 77701 h 640885"/>
                <a:gd name="connsiteX2725" fmla="*/ 3553 w 591813"/>
                <a:gd name="connsiteY2725" fmla="*/ 78286 h 640885"/>
                <a:gd name="connsiteX2726" fmla="*/ 3171 w 591813"/>
                <a:gd name="connsiteY2726" fmla="*/ 78871 h 640885"/>
                <a:gd name="connsiteX2727" fmla="*/ 2766 w 591813"/>
                <a:gd name="connsiteY2727" fmla="*/ 79478 h 640885"/>
                <a:gd name="connsiteX2728" fmla="*/ 2383 w 591813"/>
                <a:gd name="connsiteY2728" fmla="*/ 80063 h 640885"/>
                <a:gd name="connsiteX2729" fmla="*/ 1979 w 591813"/>
                <a:gd name="connsiteY2729" fmla="*/ 80670 h 640885"/>
                <a:gd name="connsiteX2730" fmla="*/ 1574 w 591813"/>
                <a:gd name="connsiteY2730" fmla="*/ 81255 h 640885"/>
                <a:gd name="connsiteX2731" fmla="*/ 1191 w 591813"/>
                <a:gd name="connsiteY2731" fmla="*/ 81862 h 640885"/>
                <a:gd name="connsiteX2732" fmla="*/ 787 w 591813"/>
                <a:gd name="connsiteY2732" fmla="*/ 82469 h 640885"/>
                <a:gd name="connsiteX2733" fmla="*/ 405 w 591813"/>
                <a:gd name="connsiteY2733" fmla="*/ 83054 h 640885"/>
                <a:gd name="connsiteX2734" fmla="*/ 0 w 591813"/>
                <a:gd name="connsiteY2734" fmla="*/ 83661 h 640885"/>
                <a:gd name="connsiteX2735" fmla="*/ 0 w 591813"/>
                <a:gd name="connsiteY2735" fmla="*/ 92545 h 640885"/>
                <a:gd name="connsiteX2736" fmla="*/ 405 w 591813"/>
                <a:gd name="connsiteY2736" fmla="*/ 92027 h 640885"/>
                <a:gd name="connsiteX2737" fmla="*/ 787 w 591813"/>
                <a:gd name="connsiteY2737" fmla="*/ 91510 h 640885"/>
                <a:gd name="connsiteX2738" fmla="*/ 1191 w 591813"/>
                <a:gd name="connsiteY2738" fmla="*/ 90993 h 640885"/>
                <a:gd name="connsiteX2739" fmla="*/ 1574 w 591813"/>
                <a:gd name="connsiteY2739" fmla="*/ 90498 h 640885"/>
                <a:gd name="connsiteX2740" fmla="*/ 1979 w 591813"/>
                <a:gd name="connsiteY2740" fmla="*/ 89981 h 640885"/>
                <a:gd name="connsiteX2741" fmla="*/ 2383 w 591813"/>
                <a:gd name="connsiteY2741" fmla="*/ 89464 h 640885"/>
                <a:gd name="connsiteX2742" fmla="*/ 2766 w 591813"/>
                <a:gd name="connsiteY2742" fmla="*/ 88946 h 640885"/>
                <a:gd name="connsiteX2743" fmla="*/ 3171 w 591813"/>
                <a:gd name="connsiteY2743" fmla="*/ 88452 h 640885"/>
                <a:gd name="connsiteX2744" fmla="*/ 3553 w 591813"/>
                <a:gd name="connsiteY2744" fmla="*/ 87934 h 640885"/>
                <a:gd name="connsiteX2745" fmla="*/ 3958 w 591813"/>
                <a:gd name="connsiteY2745" fmla="*/ 87439 h 640885"/>
                <a:gd name="connsiteX2746" fmla="*/ 4340 w 591813"/>
                <a:gd name="connsiteY2746" fmla="*/ 86922 h 640885"/>
                <a:gd name="connsiteX2747" fmla="*/ 4745 w 591813"/>
                <a:gd name="connsiteY2747" fmla="*/ 86427 h 640885"/>
                <a:gd name="connsiteX2748" fmla="*/ 5150 w 591813"/>
                <a:gd name="connsiteY2748" fmla="*/ 85910 h 640885"/>
                <a:gd name="connsiteX2749" fmla="*/ 5532 w 591813"/>
                <a:gd name="connsiteY2749" fmla="*/ 85415 h 640885"/>
                <a:gd name="connsiteX2750" fmla="*/ 5937 w 591813"/>
                <a:gd name="connsiteY2750" fmla="*/ 84898 h 640885"/>
                <a:gd name="connsiteX2751" fmla="*/ 6319 w 591813"/>
                <a:gd name="connsiteY2751" fmla="*/ 84403 h 640885"/>
                <a:gd name="connsiteX2752" fmla="*/ 6724 w 591813"/>
                <a:gd name="connsiteY2752" fmla="*/ 83909 h 640885"/>
                <a:gd name="connsiteX2753" fmla="*/ 7107 w 591813"/>
                <a:gd name="connsiteY2753" fmla="*/ 83414 h 640885"/>
                <a:gd name="connsiteX2754" fmla="*/ 7511 w 591813"/>
                <a:gd name="connsiteY2754" fmla="*/ 82919 h 640885"/>
                <a:gd name="connsiteX2755" fmla="*/ 7893 w 591813"/>
                <a:gd name="connsiteY2755" fmla="*/ 82402 h 640885"/>
                <a:gd name="connsiteX2756" fmla="*/ 8299 w 591813"/>
                <a:gd name="connsiteY2756" fmla="*/ 81907 h 640885"/>
                <a:gd name="connsiteX2757" fmla="*/ 8703 w 591813"/>
                <a:gd name="connsiteY2757" fmla="*/ 81412 h 640885"/>
                <a:gd name="connsiteX2758" fmla="*/ 9085 w 591813"/>
                <a:gd name="connsiteY2758" fmla="*/ 80918 h 640885"/>
                <a:gd name="connsiteX2759" fmla="*/ 9491 w 591813"/>
                <a:gd name="connsiteY2759" fmla="*/ 80423 h 640885"/>
                <a:gd name="connsiteX2760" fmla="*/ 9873 w 591813"/>
                <a:gd name="connsiteY2760" fmla="*/ 79950 h 640885"/>
                <a:gd name="connsiteX2761" fmla="*/ 10277 w 591813"/>
                <a:gd name="connsiteY2761" fmla="*/ 79456 h 640885"/>
                <a:gd name="connsiteX2762" fmla="*/ 10660 w 591813"/>
                <a:gd name="connsiteY2762" fmla="*/ 78961 h 640885"/>
                <a:gd name="connsiteX2763" fmla="*/ 11065 w 591813"/>
                <a:gd name="connsiteY2763" fmla="*/ 78466 h 640885"/>
                <a:gd name="connsiteX2764" fmla="*/ 11447 w 591813"/>
                <a:gd name="connsiteY2764" fmla="*/ 77994 h 640885"/>
                <a:gd name="connsiteX2765" fmla="*/ 11852 w 591813"/>
                <a:gd name="connsiteY2765" fmla="*/ 77499 h 640885"/>
                <a:gd name="connsiteX2766" fmla="*/ 12257 w 591813"/>
                <a:gd name="connsiteY2766" fmla="*/ 77027 h 640885"/>
                <a:gd name="connsiteX2767" fmla="*/ 12639 w 591813"/>
                <a:gd name="connsiteY2767" fmla="*/ 76532 h 640885"/>
                <a:gd name="connsiteX2768" fmla="*/ 13044 w 591813"/>
                <a:gd name="connsiteY2768" fmla="*/ 76060 h 640885"/>
                <a:gd name="connsiteX2769" fmla="*/ 13426 w 591813"/>
                <a:gd name="connsiteY2769" fmla="*/ 75565 h 640885"/>
                <a:gd name="connsiteX2770" fmla="*/ 13831 w 591813"/>
                <a:gd name="connsiteY2770" fmla="*/ 75093 h 640885"/>
                <a:gd name="connsiteX2771" fmla="*/ 14213 w 591813"/>
                <a:gd name="connsiteY2771" fmla="*/ 74620 h 640885"/>
                <a:gd name="connsiteX2772" fmla="*/ 14618 w 591813"/>
                <a:gd name="connsiteY2772" fmla="*/ 74148 h 640885"/>
                <a:gd name="connsiteX2773" fmla="*/ 15000 w 591813"/>
                <a:gd name="connsiteY2773" fmla="*/ 73676 h 640885"/>
                <a:gd name="connsiteX2774" fmla="*/ 15405 w 591813"/>
                <a:gd name="connsiteY2774" fmla="*/ 73204 h 640885"/>
                <a:gd name="connsiteX2775" fmla="*/ 15810 w 591813"/>
                <a:gd name="connsiteY2775" fmla="*/ 72731 h 640885"/>
                <a:gd name="connsiteX2776" fmla="*/ 16192 w 591813"/>
                <a:gd name="connsiteY2776" fmla="*/ 72259 h 640885"/>
                <a:gd name="connsiteX2777" fmla="*/ 16597 w 591813"/>
                <a:gd name="connsiteY2777" fmla="*/ 71787 h 640885"/>
                <a:gd name="connsiteX2778" fmla="*/ 16979 w 591813"/>
                <a:gd name="connsiteY2778" fmla="*/ 71337 h 640885"/>
                <a:gd name="connsiteX2779" fmla="*/ 17384 w 591813"/>
                <a:gd name="connsiteY2779" fmla="*/ 70865 h 640885"/>
                <a:gd name="connsiteX2780" fmla="*/ 17767 w 591813"/>
                <a:gd name="connsiteY2780" fmla="*/ 70415 h 640885"/>
                <a:gd name="connsiteX2781" fmla="*/ 18171 w 591813"/>
                <a:gd name="connsiteY2781" fmla="*/ 69965 h 640885"/>
                <a:gd name="connsiteX2782" fmla="*/ 18576 w 591813"/>
                <a:gd name="connsiteY2782" fmla="*/ 69515 h 640885"/>
                <a:gd name="connsiteX2783" fmla="*/ 18959 w 591813"/>
                <a:gd name="connsiteY2783" fmla="*/ 69066 h 640885"/>
                <a:gd name="connsiteX2784" fmla="*/ 19363 w 591813"/>
                <a:gd name="connsiteY2784" fmla="*/ 68616 h 640885"/>
                <a:gd name="connsiteX2785" fmla="*/ 19745 w 591813"/>
                <a:gd name="connsiteY2785" fmla="*/ 68188 h 640885"/>
                <a:gd name="connsiteX2786" fmla="*/ 20151 w 591813"/>
                <a:gd name="connsiteY2786" fmla="*/ 67739 h 640885"/>
                <a:gd name="connsiteX2787" fmla="*/ 20533 w 591813"/>
                <a:gd name="connsiteY2787" fmla="*/ 67311 h 640885"/>
                <a:gd name="connsiteX2788" fmla="*/ 20937 w 591813"/>
                <a:gd name="connsiteY2788" fmla="*/ 66884 h 640885"/>
                <a:gd name="connsiteX2789" fmla="*/ 21320 w 591813"/>
                <a:gd name="connsiteY2789" fmla="*/ 66457 h 640885"/>
                <a:gd name="connsiteX2790" fmla="*/ 21725 w 591813"/>
                <a:gd name="connsiteY2790" fmla="*/ 66029 h 640885"/>
                <a:gd name="connsiteX2791" fmla="*/ 22129 w 591813"/>
                <a:gd name="connsiteY2791" fmla="*/ 65625 h 640885"/>
                <a:gd name="connsiteX2792" fmla="*/ 22512 w 591813"/>
                <a:gd name="connsiteY2792" fmla="*/ 65220 h 640885"/>
                <a:gd name="connsiteX2793" fmla="*/ 22917 w 591813"/>
                <a:gd name="connsiteY2793" fmla="*/ 64815 h 640885"/>
                <a:gd name="connsiteX2794" fmla="*/ 23299 w 591813"/>
                <a:gd name="connsiteY2794" fmla="*/ 64433 h 640885"/>
                <a:gd name="connsiteX2795" fmla="*/ 23704 w 591813"/>
                <a:gd name="connsiteY2795" fmla="*/ 64050 h 640885"/>
                <a:gd name="connsiteX2796" fmla="*/ 24086 w 591813"/>
                <a:gd name="connsiteY2796" fmla="*/ 63690 h 640885"/>
                <a:gd name="connsiteX2797" fmla="*/ 24491 w 591813"/>
                <a:gd name="connsiteY2797" fmla="*/ 63331 h 640885"/>
                <a:gd name="connsiteX2798" fmla="*/ 24873 w 591813"/>
                <a:gd name="connsiteY2798" fmla="*/ 62971 h 640885"/>
                <a:gd name="connsiteX2799" fmla="*/ 25278 w 591813"/>
                <a:gd name="connsiteY2799" fmla="*/ 62611 h 640885"/>
                <a:gd name="connsiteX2800" fmla="*/ 25683 w 591813"/>
                <a:gd name="connsiteY2800" fmla="*/ 62274 h 640885"/>
                <a:gd name="connsiteX2801" fmla="*/ 26065 w 591813"/>
                <a:gd name="connsiteY2801" fmla="*/ 61959 h 640885"/>
                <a:gd name="connsiteX2802" fmla="*/ 26470 w 591813"/>
                <a:gd name="connsiteY2802" fmla="*/ 61621 h 640885"/>
                <a:gd name="connsiteX2803" fmla="*/ 26852 w 591813"/>
                <a:gd name="connsiteY2803" fmla="*/ 61329 h 640885"/>
                <a:gd name="connsiteX2804" fmla="*/ 27257 w 591813"/>
                <a:gd name="connsiteY2804" fmla="*/ 61014 h 640885"/>
                <a:gd name="connsiteX2805" fmla="*/ 27639 w 591813"/>
                <a:gd name="connsiteY2805" fmla="*/ 60744 h 640885"/>
                <a:gd name="connsiteX2806" fmla="*/ 28044 w 591813"/>
                <a:gd name="connsiteY2806" fmla="*/ 60452 h 640885"/>
                <a:gd name="connsiteX2807" fmla="*/ 28427 w 591813"/>
                <a:gd name="connsiteY2807" fmla="*/ 60205 h 640885"/>
                <a:gd name="connsiteX2808" fmla="*/ 28831 w 591813"/>
                <a:gd name="connsiteY2808" fmla="*/ 59935 h 640885"/>
                <a:gd name="connsiteX2809" fmla="*/ 29236 w 591813"/>
                <a:gd name="connsiteY2809" fmla="*/ 59710 h 640885"/>
                <a:gd name="connsiteX2810" fmla="*/ 29619 w 591813"/>
                <a:gd name="connsiteY2810" fmla="*/ 59485 h 640885"/>
                <a:gd name="connsiteX2811" fmla="*/ 30023 w 591813"/>
                <a:gd name="connsiteY2811" fmla="*/ 59260 h 640885"/>
                <a:gd name="connsiteX2812" fmla="*/ 30405 w 591813"/>
                <a:gd name="connsiteY2812" fmla="*/ 59058 h 640885"/>
                <a:gd name="connsiteX2813" fmla="*/ 30811 w 591813"/>
                <a:gd name="connsiteY2813" fmla="*/ 58855 h 640885"/>
                <a:gd name="connsiteX2814" fmla="*/ 31193 w 591813"/>
                <a:gd name="connsiteY2814" fmla="*/ 58675 h 640885"/>
                <a:gd name="connsiteX2815" fmla="*/ 31597 w 591813"/>
                <a:gd name="connsiteY2815" fmla="*/ 58495 h 640885"/>
                <a:gd name="connsiteX2816" fmla="*/ 31980 w 591813"/>
                <a:gd name="connsiteY2816" fmla="*/ 58315 h 640885"/>
                <a:gd name="connsiteX2817" fmla="*/ 32385 w 591813"/>
                <a:gd name="connsiteY2817" fmla="*/ 58158 h 640885"/>
                <a:gd name="connsiteX2818" fmla="*/ 32789 w 591813"/>
                <a:gd name="connsiteY2818" fmla="*/ 58001 h 640885"/>
                <a:gd name="connsiteX2819" fmla="*/ 33172 w 591813"/>
                <a:gd name="connsiteY2819" fmla="*/ 57866 h 640885"/>
                <a:gd name="connsiteX2820" fmla="*/ 33577 w 591813"/>
                <a:gd name="connsiteY2820" fmla="*/ 57708 h 640885"/>
                <a:gd name="connsiteX2821" fmla="*/ 33959 w 591813"/>
                <a:gd name="connsiteY2821" fmla="*/ 57573 h 640885"/>
                <a:gd name="connsiteX2822" fmla="*/ 34364 w 591813"/>
                <a:gd name="connsiteY2822" fmla="*/ 57461 h 640885"/>
                <a:gd name="connsiteX2823" fmla="*/ 34746 w 591813"/>
                <a:gd name="connsiteY2823" fmla="*/ 57348 h 640885"/>
                <a:gd name="connsiteX2824" fmla="*/ 35151 w 591813"/>
                <a:gd name="connsiteY2824" fmla="*/ 57236 h 640885"/>
                <a:gd name="connsiteX2825" fmla="*/ 35556 w 591813"/>
                <a:gd name="connsiteY2825" fmla="*/ 57124 h 640885"/>
                <a:gd name="connsiteX2826" fmla="*/ 35938 w 591813"/>
                <a:gd name="connsiteY2826" fmla="*/ 57011 h 640885"/>
                <a:gd name="connsiteX2827" fmla="*/ 36343 w 591813"/>
                <a:gd name="connsiteY2827" fmla="*/ 56921 h 640885"/>
                <a:gd name="connsiteX2828" fmla="*/ 36725 w 591813"/>
                <a:gd name="connsiteY2828" fmla="*/ 56831 h 640885"/>
                <a:gd name="connsiteX2829" fmla="*/ 37130 w 591813"/>
                <a:gd name="connsiteY2829" fmla="*/ 56741 h 640885"/>
                <a:gd name="connsiteX2830" fmla="*/ 37512 w 591813"/>
                <a:gd name="connsiteY2830" fmla="*/ 56651 h 640885"/>
                <a:gd name="connsiteX2831" fmla="*/ 37917 w 591813"/>
                <a:gd name="connsiteY2831" fmla="*/ 56584 h 640885"/>
                <a:gd name="connsiteX2832" fmla="*/ 38299 w 591813"/>
                <a:gd name="connsiteY2832" fmla="*/ 56494 h 640885"/>
                <a:gd name="connsiteX2833" fmla="*/ 38704 w 591813"/>
                <a:gd name="connsiteY2833" fmla="*/ 56404 h 640885"/>
                <a:gd name="connsiteX2834" fmla="*/ 39109 w 591813"/>
                <a:gd name="connsiteY2834" fmla="*/ 56336 h 640885"/>
                <a:gd name="connsiteX2835" fmla="*/ 39491 w 591813"/>
                <a:gd name="connsiteY2835" fmla="*/ 56246 h 640885"/>
                <a:gd name="connsiteX2836" fmla="*/ 39897 w 591813"/>
                <a:gd name="connsiteY2836" fmla="*/ 56156 h 640885"/>
                <a:gd name="connsiteX2837" fmla="*/ 40279 w 591813"/>
                <a:gd name="connsiteY2837" fmla="*/ 56089 h 640885"/>
                <a:gd name="connsiteX2838" fmla="*/ 40683 w 591813"/>
                <a:gd name="connsiteY2838" fmla="*/ 55999 h 640885"/>
                <a:gd name="connsiteX2839" fmla="*/ 41065 w 591813"/>
                <a:gd name="connsiteY2839" fmla="*/ 55909 h 640885"/>
                <a:gd name="connsiteX2840" fmla="*/ 41471 w 591813"/>
                <a:gd name="connsiteY2840" fmla="*/ 55819 h 640885"/>
                <a:gd name="connsiteX2841" fmla="*/ 41853 w 591813"/>
                <a:gd name="connsiteY2841" fmla="*/ 55752 h 640885"/>
                <a:gd name="connsiteX2842" fmla="*/ 42257 w 591813"/>
                <a:gd name="connsiteY2842" fmla="*/ 55662 h 640885"/>
                <a:gd name="connsiteX2843" fmla="*/ 42663 w 591813"/>
                <a:gd name="connsiteY2843" fmla="*/ 55572 h 640885"/>
                <a:gd name="connsiteX2844" fmla="*/ 43045 w 591813"/>
                <a:gd name="connsiteY2844" fmla="*/ 55459 h 640885"/>
                <a:gd name="connsiteX2845" fmla="*/ 43449 w 591813"/>
                <a:gd name="connsiteY2845" fmla="*/ 55369 h 640885"/>
                <a:gd name="connsiteX2846" fmla="*/ 43832 w 591813"/>
                <a:gd name="connsiteY2846" fmla="*/ 55257 h 640885"/>
                <a:gd name="connsiteX2847" fmla="*/ 44214 w 591813"/>
                <a:gd name="connsiteY2847" fmla="*/ 55167 h 640885"/>
                <a:gd name="connsiteX2848" fmla="*/ 44619 w 591813"/>
                <a:gd name="connsiteY2848" fmla="*/ 55054 h 640885"/>
                <a:gd name="connsiteX2849" fmla="*/ 45024 w 591813"/>
                <a:gd name="connsiteY2849" fmla="*/ 54942 h 640885"/>
                <a:gd name="connsiteX2850" fmla="*/ 45384 w 591813"/>
                <a:gd name="connsiteY2850" fmla="*/ 54830 h 640885"/>
                <a:gd name="connsiteX2851" fmla="*/ 45811 w 591813"/>
                <a:gd name="connsiteY2851" fmla="*/ 54695 h 640885"/>
                <a:gd name="connsiteX2852" fmla="*/ 46193 w 591813"/>
                <a:gd name="connsiteY2852" fmla="*/ 54582 h 640885"/>
                <a:gd name="connsiteX2853" fmla="*/ 46576 w 591813"/>
                <a:gd name="connsiteY2853" fmla="*/ 54447 h 640885"/>
                <a:gd name="connsiteX2854" fmla="*/ 46980 w 591813"/>
                <a:gd name="connsiteY2854" fmla="*/ 54312 h 640885"/>
                <a:gd name="connsiteX2855" fmla="*/ 47363 w 591813"/>
                <a:gd name="connsiteY2855" fmla="*/ 54177 h 640885"/>
                <a:gd name="connsiteX2856" fmla="*/ 47768 w 591813"/>
                <a:gd name="connsiteY2856" fmla="*/ 54042 h 640885"/>
                <a:gd name="connsiteX2857" fmla="*/ 48150 w 591813"/>
                <a:gd name="connsiteY2857" fmla="*/ 53885 h 640885"/>
                <a:gd name="connsiteX2858" fmla="*/ 48555 w 591813"/>
                <a:gd name="connsiteY2858" fmla="*/ 53750 h 640885"/>
                <a:gd name="connsiteX2859" fmla="*/ 48959 w 591813"/>
                <a:gd name="connsiteY2859" fmla="*/ 53593 h 640885"/>
                <a:gd name="connsiteX2860" fmla="*/ 49342 w 591813"/>
                <a:gd name="connsiteY2860" fmla="*/ 53435 h 640885"/>
                <a:gd name="connsiteX2861" fmla="*/ 49747 w 591813"/>
                <a:gd name="connsiteY2861" fmla="*/ 53278 h 640885"/>
                <a:gd name="connsiteX2862" fmla="*/ 50129 w 591813"/>
                <a:gd name="connsiteY2862" fmla="*/ 53098 h 640885"/>
                <a:gd name="connsiteX2863" fmla="*/ 50534 w 591813"/>
                <a:gd name="connsiteY2863" fmla="*/ 52918 h 640885"/>
                <a:gd name="connsiteX2864" fmla="*/ 50916 w 591813"/>
                <a:gd name="connsiteY2864" fmla="*/ 52738 h 640885"/>
                <a:gd name="connsiteX2865" fmla="*/ 51321 w 591813"/>
                <a:gd name="connsiteY2865" fmla="*/ 52558 h 640885"/>
                <a:gd name="connsiteX2866" fmla="*/ 51704 w 591813"/>
                <a:gd name="connsiteY2866" fmla="*/ 52378 h 640885"/>
                <a:gd name="connsiteX2867" fmla="*/ 52108 w 591813"/>
                <a:gd name="connsiteY2867" fmla="*/ 52198 h 640885"/>
                <a:gd name="connsiteX2868" fmla="*/ 52513 w 591813"/>
                <a:gd name="connsiteY2868" fmla="*/ 51996 h 640885"/>
                <a:gd name="connsiteX2869" fmla="*/ 52895 w 591813"/>
                <a:gd name="connsiteY2869" fmla="*/ 51794 h 640885"/>
                <a:gd name="connsiteX2870" fmla="*/ 53300 w 591813"/>
                <a:gd name="connsiteY2870" fmla="*/ 51591 h 640885"/>
                <a:gd name="connsiteX2871" fmla="*/ 53682 w 591813"/>
                <a:gd name="connsiteY2871" fmla="*/ 51389 h 640885"/>
                <a:gd name="connsiteX2872" fmla="*/ 54087 w 591813"/>
                <a:gd name="connsiteY2872" fmla="*/ 51186 h 640885"/>
                <a:gd name="connsiteX2873" fmla="*/ 54470 w 591813"/>
                <a:gd name="connsiteY2873" fmla="*/ 50961 h 640885"/>
                <a:gd name="connsiteX2874" fmla="*/ 54874 w 591813"/>
                <a:gd name="connsiteY2874" fmla="*/ 50736 h 640885"/>
                <a:gd name="connsiteX2875" fmla="*/ 55257 w 591813"/>
                <a:gd name="connsiteY2875" fmla="*/ 50534 h 640885"/>
                <a:gd name="connsiteX2876" fmla="*/ 55662 w 591813"/>
                <a:gd name="connsiteY2876" fmla="*/ 50287 h 640885"/>
                <a:gd name="connsiteX2877" fmla="*/ 56066 w 591813"/>
                <a:gd name="connsiteY2877" fmla="*/ 50062 h 640885"/>
                <a:gd name="connsiteX2878" fmla="*/ 56449 w 591813"/>
                <a:gd name="connsiteY2878" fmla="*/ 49837 h 640885"/>
                <a:gd name="connsiteX2879" fmla="*/ 56853 w 591813"/>
                <a:gd name="connsiteY2879" fmla="*/ 49612 h 640885"/>
                <a:gd name="connsiteX2880" fmla="*/ 57236 w 591813"/>
                <a:gd name="connsiteY2880" fmla="*/ 49365 h 640885"/>
                <a:gd name="connsiteX2881" fmla="*/ 57641 w 591813"/>
                <a:gd name="connsiteY2881" fmla="*/ 49140 h 640885"/>
                <a:gd name="connsiteX2882" fmla="*/ 58023 w 591813"/>
                <a:gd name="connsiteY2882" fmla="*/ 48892 h 640885"/>
                <a:gd name="connsiteX2883" fmla="*/ 58428 w 591813"/>
                <a:gd name="connsiteY2883" fmla="*/ 48667 h 640885"/>
                <a:gd name="connsiteX2884" fmla="*/ 58810 w 591813"/>
                <a:gd name="connsiteY2884" fmla="*/ 48420 h 640885"/>
                <a:gd name="connsiteX2885" fmla="*/ 59215 w 591813"/>
                <a:gd name="connsiteY2885" fmla="*/ 48173 h 640885"/>
                <a:gd name="connsiteX2886" fmla="*/ 59619 w 591813"/>
                <a:gd name="connsiteY2886" fmla="*/ 47925 h 640885"/>
                <a:gd name="connsiteX2887" fmla="*/ 60002 w 591813"/>
                <a:gd name="connsiteY2887" fmla="*/ 47678 h 640885"/>
                <a:gd name="connsiteX2888" fmla="*/ 60407 w 591813"/>
                <a:gd name="connsiteY2888" fmla="*/ 47431 h 640885"/>
                <a:gd name="connsiteX2889" fmla="*/ 60789 w 591813"/>
                <a:gd name="connsiteY2889" fmla="*/ 47183 h 640885"/>
                <a:gd name="connsiteX2890" fmla="*/ 61194 w 591813"/>
                <a:gd name="connsiteY2890" fmla="*/ 46936 h 640885"/>
                <a:gd name="connsiteX2891" fmla="*/ 61576 w 591813"/>
                <a:gd name="connsiteY2891" fmla="*/ 46688 h 640885"/>
                <a:gd name="connsiteX2892" fmla="*/ 61981 w 591813"/>
                <a:gd name="connsiteY2892" fmla="*/ 46441 h 640885"/>
                <a:gd name="connsiteX2893" fmla="*/ 62364 w 591813"/>
                <a:gd name="connsiteY2893" fmla="*/ 46171 h 640885"/>
                <a:gd name="connsiteX2894" fmla="*/ 62768 w 591813"/>
                <a:gd name="connsiteY2894" fmla="*/ 45924 h 640885"/>
                <a:gd name="connsiteX2895" fmla="*/ 63173 w 591813"/>
                <a:gd name="connsiteY2895" fmla="*/ 45676 h 640885"/>
                <a:gd name="connsiteX2896" fmla="*/ 63555 w 591813"/>
                <a:gd name="connsiteY2896" fmla="*/ 45406 h 640885"/>
                <a:gd name="connsiteX2897" fmla="*/ 63960 w 591813"/>
                <a:gd name="connsiteY2897" fmla="*/ 45159 h 640885"/>
                <a:gd name="connsiteX2898" fmla="*/ 64342 w 591813"/>
                <a:gd name="connsiteY2898" fmla="*/ 44889 h 640885"/>
                <a:gd name="connsiteX2899" fmla="*/ 64747 w 591813"/>
                <a:gd name="connsiteY2899" fmla="*/ 44642 h 640885"/>
                <a:gd name="connsiteX2900" fmla="*/ 65130 w 591813"/>
                <a:gd name="connsiteY2900" fmla="*/ 44372 h 640885"/>
                <a:gd name="connsiteX2901" fmla="*/ 65534 w 591813"/>
                <a:gd name="connsiteY2901" fmla="*/ 44102 h 640885"/>
                <a:gd name="connsiteX2902" fmla="*/ 65939 w 591813"/>
                <a:gd name="connsiteY2902" fmla="*/ 43855 h 640885"/>
                <a:gd name="connsiteX2903" fmla="*/ 66322 w 591813"/>
                <a:gd name="connsiteY2903" fmla="*/ 43585 h 640885"/>
                <a:gd name="connsiteX2904" fmla="*/ 66726 w 591813"/>
                <a:gd name="connsiteY2904" fmla="*/ 43315 h 640885"/>
                <a:gd name="connsiteX2905" fmla="*/ 67109 w 591813"/>
                <a:gd name="connsiteY2905" fmla="*/ 43045 h 640885"/>
                <a:gd name="connsiteX2906" fmla="*/ 67513 w 591813"/>
                <a:gd name="connsiteY2906" fmla="*/ 42775 h 640885"/>
                <a:gd name="connsiteX2907" fmla="*/ 67896 w 591813"/>
                <a:gd name="connsiteY2907" fmla="*/ 42528 h 640885"/>
                <a:gd name="connsiteX2908" fmla="*/ 68301 w 591813"/>
                <a:gd name="connsiteY2908" fmla="*/ 42258 h 640885"/>
                <a:gd name="connsiteX2909" fmla="*/ 68683 w 591813"/>
                <a:gd name="connsiteY2909" fmla="*/ 41988 h 640885"/>
                <a:gd name="connsiteX2910" fmla="*/ 69088 w 591813"/>
                <a:gd name="connsiteY2910" fmla="*/ 41718 h 640885"/>
                <a:gd name="connsiteX2911" fmla="*/ 69493 w 591813"/>
                <a:gd name="connsiteY2911" fmla="*/ 41448 h 640885"/>
                <a:gd name="connsiteX2912" fmla="*/ 69875 w 591813"/>
                <a:gd name="connsiteY2912" fmla="*/ 41178 h 640885"/>
                <a:gd name="connsiteX2913" fmla="*/ 70280 w 591813"/>
                <a:gd name="connsiteY2913" fmla="*/ 40909 h 640885"/>
                <a:gd name="connsiteX2914" fmla="*/ 70662 w 591813"/>
                <a:gd name="connsiteY2914" fmla="*/ 40639 h 640885"/>
                <a:gd name="connsiteX2915" fmla="*/ 71067 w 591813"/>
                <a:gd name="connsiteY2915" fmla="*/ 40369 h 640885"/>
                <a:gd name="connsiteX2916" fmla="*/ 71449 w 591813"/>
                <a:gd name="connsiteY2916" fmla="*/ 40099 h 640885"/>
                <a:gd name="connsiteX2917" fmla="*/ 71854 w 591813"/>
                <a:gd name="connsiteY2917" fmla="*/ 39829 h 640885"/>
                <a:gd name="connsiteX2918" fmla="*/ 72236 w 591813"/>
                <a:gd name="connsiteY2918" fmla="*/ 39559 h 640885"/>
                <a:gd name="connsiteX2919" fmla="*/ 72641 w 591813"/>
                <a:gd name="connsiteY2919" fmla="*/ 39289 h 640885"/>
                <a:gd name="connsiteX2920" fmla="*/ 73046 w 591813"/>
                <a:gd name="connsiteY2920" fmla="*/ 39019 h 640885"/>
                <a:gd name="connsiteX2921" fmla="*/ 73428 w 591813"/>
                <a:gd name="connsiteY2921" fmla="*/ 38750 h 640885"/>
                <a:gd name="connsiteX2922" fmla="*/ 73833 w 591813"/>
                <a:gd name="connsiteY2922" fmla="*/ 38480 h 640885"/>
                <a:gd name="connsiteX2923" fmla="*/ 74216 w 591813"/>
                <a:gd name="connsiteY2923" fmla="*/ 38210 h 640885"/>
                <a:gd name="connsiteX2924" fmla="*/ 74620 w 591813"/>
                <a:gd name="connsiteY2924" fmla="*/ 37940 h 640885"/>
                <a:gd name="connsiteX2925" fmla="*/ 75002 w 591813"/>
                <a:gd name="connsiteY2925" fmla="*/ 37670 h 640885"/>
                <a:gd name="connsiteX2926" fmla="*/ 75407 w 591813"/>
                <a:gd name="connsiteY2926" fmla="*/ 37400 h 640885"/>
                <a:gd name="connsiteX2927" fmla="*/ 75790 w 591813"/>
                <a:gd name="connsiteY2927" fmla="*/ 37108 h 640885"/>
                <a:gd name="connsiteX2928" fmla="*/ 76194 w 591813"/>
                <a:gd name="connsiteY2928" fmla="*/ 36838 h 640885"/>
                <a:gd name="connsiteX2929" fmla="*/ 76599 w 591813"/>
                <a:gd name="connsiteY2929" fmla="*/ 36568 h 640885"/>
                <a:gd name="connsiteX2930" fmla="*/ 76982 w 591813"/>
                <a:gd name="connsiteY2930" fmla="*/ 36298 h 640885"/>
                <a:gd name="connsiteX2931" fmla="*/ 77386 w 591813"/>
                <a:gd name="connsiteY2931" fmla="*/ 36028 h 640885"/>
                <a:gd name="connsiteX2932" fmla="*/ 77769 w 591813"/>
                <a:gd name="connsiteY2932" fmla="*/ 35736 h 640885"/>
                <a:gd name="connsiteX2933" fmla="*/ 78173 w 591813"/>
                <a:gd name="connsiteY2933" fmla="*/ 35466 h 640885"/>
                <a:gd name="connsiteX2934" fmla="*/ 78556 w 591813"/>
                <a:gd name="connsiteY2934" fmla="*/ 35196 h 640885"/>
                <a:gd name="connsiteX2935" fmla="*/ 78961 w 591813"/>
                <a:gd name="connsiteY2935" fmla="*/ 34926 h 640885"/>
                <a:gd name="connsiteX2936" fmla="*/ 79343 w 591813"/>
                <a:gd name="connsiteY2936" fmla="*/ 34656 h 640885"/>
                <a:gd name="connsiteX2937" fmla="*/ 79748 w 591813"/>
                <a:gd name="connsiteY2937" fmla="*/ 34409 h 640885"/>
                <a:gd name="connsiteX2938" fmla="*/ 80153 w 591813"/>
                <a:gd name="connsiteY2938" fmla="*/ 34139 h 640885"/>
                <a:gd name="connsiteX2939" fmla="*/ 80535 w 591813"/>
                <a:gd name="connsiteY2939" fmla="*/ 33869 h 640885"/>
                <a:gd name="connsiteX2940" fmla="*/ 80940 w 591813"/>
                <a:gd name="connsiteY2940" fmla="*/ 33622 h 640885"/>
                <a:gd name="connsiteX2941" fmla="*/ 81322 w 591813"/>
                <a:gd name="connsiteY2941" fmla="*/ 33352 h 640885"/>
                <a:gd name="connsiteX2942" fmla="*/ 81727 w 591813"/>
                <a:gd name="connsiteY2942" fmla="*/ 33105 h 640885"/>
                <a:gd name="connsiteX2943" fmla="*/ 82109 w 591813"/>
                <a:gd name="connsiteY2943" fmla="*/ 32857 h 640885"/>
                <a:gd name="connsiteX2944" fmla="*/ 82514 w 591813"/>
                <a:gd name="connsiteY2944" fmla="*/ 32587 h 640885"/>
                <a:gd name="connsiteX2945" fmla="*/ 82919 w 591813"/>
                <a:gd name="connsiteY2945" fmla="*/ 32340 h 640885"/>
                <a:gd name="connsiteX2946" fmla="*/ 83301 w 591813"/>
                <a:gd name="connsiteY2946" fmla="*/ 32093 h 640885"/>
                <a:gd name="connsiteX2947" fmla="*/ 83706 w 591813"/>
                <a:gd name="connsiteY2947" fmla="*/ 31845 h 640885"/>
                <a:gd name="connsiteX2948" fmla="*/ 84088 w 591813"/>
                <a:gd name="connsiteY2948" fmla="*/ 31598 h 640885"/>
                <a:gd name="connsiteX2949" fmla="*/ 84493 w 591813"/>
                <a:gd name="connsiteY2949" fmla="*/ 31350 h 640885"/>
                <a:gd name="connsiteX2950" fmla="*/ 84876 w 591813"/>
                <a:gd name="connsiteY2950" fmla="*/ 31103 h 640885"/>
                <a:gd name="connsiteX2951" fmla="*/ 85280 w 591813"/>
                <a:gd name="connsiteY2951" fmla="*/ 30856 h 640885"/>
                <a:gd name="connsiteX2952" fmla="*/ 85662 w 591813"/>
                <a:gd name="connsiteY2952" fmla="*/ 30631 h 640885"/>
                <a:gd name="connsiteX2953" fmla="*/ 86067 w 591813"/>
                <a:gd name="connsiteY2953" fmla="*/ 30383 h 640885"/>
                <a:gd name="connsiteX2954" fmla="*/ 86472 w 591813"/>
                <a:gd name="connsiteY2954" fmla="*/ 30159 h 640885"/>
                <a:gd name="connsiteX2955" fmla="*/ 86854 w 591813"/>
                <a:gd name="connsiteY2955" fmla="*/ 29934 h 640885"/>
                <a:gd name="connsiteX2956" fmla="*/ 87259 w 591813"/>
                <a:gd name="connsiteY2956" fmla="*/ 29709 h 640885"/>
                <a:gd name="connsiteX2957" fmla="*/ 87642 w 591813"/>
                <a:gd name="connsiteY2957" fmla="*/ 29506 h 640885"/>
                <a:gd name="connsiteX2958" fmla="*/ 88047 w 591813"/>
                <a:gd name="connsiteY2958" fmla="*/ 29281 h 640885"/>
                <a:gd name="connsiteX2959" fmla="*/ 88429 w 591813"/>
                <a:gd name="connsiteY2959" fmla="*/ 29079 h 640885"/>
                <a:gd name="connsiteX2960" fmla="*/ 88834 w 591813"/>
                <a:gd name="connsiteY2960" fmla="*/ 28877 h 640885"/>
                <a:gd name="connsiteX2961" fmla="*/ 89216 w 591813"/>
                <a:gd name="connsiteY2961" fmla="*/ 28674 h 640885"/>
                <a:gd name="connsiteX2962" fmla="*/ 89621 w 591813"/>
                <a:gd name="connsiteY2962" fmla="*/ 28472 h 640885"/>
                <a:gd name="connsiteX2963" fmla="*/ 90025 w 591813"/>
                <a:gd name="connsiteY2963" fmla="*/ 28269 h 640885"/>
                <a:gd name="connsiteX2964" fmla="*/ 90408 w 591813"/>
                <a:gd name="connsiteY2964" fmla="*/ 28089 h 640885"/>
                <a:gd name="connsiteX2965" fmla="*/ 90813 w 591813"/>
                <a:gd name="connsiteY2965" fmla="*/ 27910 h 640885"/>
                <a:gd name="connsiteX2966" fmla="*/ 91195 w 591813"/>
                <a:gd name="connsiteY2966" fmla="*/ 27730 h 640885"/>
                <a:gd name="connsiteX2967" fmla="*/ 91600 w 591813"/>
                <a:gd name="connsiteY2967" fmla="*/ 27550 h 640885"/>
                <a:gd name="connsiteX2968" fmla="*/ 91982 w 591813"/>
                <a:gd name="connsiteY2968" fmla="*/ 27370 h 640885"/>
                <a:gd name="connsiteX2969" fmla="*/ 92387 w 591813"/>
                <a:gd name="connsiteY2969" fmla="*/ 27212 h 640885"/>
                <a:gd name="connsiteX2970" fmla="*/ 92770 w 591813"/>
                <a:gd name="connsiteY2970" fmla="*/ 27055 h 640885"/>
                <a:gd name="connsiteX2971" fmla="*/ 93174 w 591813"/>
                <a:gd name="connsiteY2971" fmla="*/ 26898 h 640885"/>
                <a:gd name="connsiteX2972" fmla="*/ 93579 w 591813"/>
                <a:gd name="connsiteY2972" fmla="*/ 26763 h 640885"/>
                <a:gd name="connsiteX2973" fmla="*/ 93961 w 591813"/>
                <a:gd name="connsiteY2973" fmla="*/ 26628 h 640885"/>
                <a:gd name="connsiteX2974" fmla="*/ 94366 w 591813"/>
                <a:gd name="connsiteY2974" fmla="*/ 26493 h 640885"/>
                <a:gd name="connsiteX2975" fmla="*/ 94748 w 591813"/>
                <a:gd name="connsiteY2975" fmla="*/ 26358 h 640885"/>
                <a:gd name="connsiteX2976" fmla="*/ 95153 w 591813"/>
                <a:gd name="connsiteY2976" fmla="*/ 26245 h 640885"/>
                <a:gd name="connsiteX2977" fmla="*/ 95536 w 591813"/>
                <a:gd name="connsiteY2977" fmla="*/ 26133 h 640885"/>
                <a:gd name="connsiteX2978" fmla="*/ 95940 w 591813"/>
                <a:gd name="connsiteY2978" fmla="*/ 26043 h 640885"/>
                <a:gd name="connsiteX2979" fmla="*/ 96345 w 591813"/>
                <a:gd name="connsiteY2979" fmla="*/ 25953 h 640885"/>
                <a:gd name="connsiteX2980" fmla="*/ 96727 w 591813"/>
                <a:gd name="connsiteY2980" fmla="*/ 25863 h 640885"/>
                <a:gd name="connsiteX2981" fmla="*/ 97132 w 591813"/>
                <a:gd name="connsiteY2981" fmla="*/ 25796 h 640885"/>
                <a:gd name="connsiteX2982" fmla="*/ 97515 w 591813"/>
                <a:gd name="connsiteY2982" fmla="*/ 25751 h 640885"/>
                <a:gd name="connsiteX2983" fmla="*/ 97919 w 591813"/>
                <a:gd name="connsiteY2983" fmla="*/ 25706 h 640885"/>
                <a:gd name="connsiteX2984" fmla="*/ 98302 w 591813"/>
                <a:gd name="connsiteY2984" fmla="*/ 25661 h 640885"/>
                <a:gd name="connsiteX2985" fmla="*/ 98707 w 591813"/>
                <a:gd name="connsiteY2985" fmla="*/ 25638 h 640885"/>
                <a:gd name="connsiteX2986" fmla="*/ 99089 w 591813"/>
                <a:gd name="connsiteY2986" fmla="*/ 25638 h 640885"/>
                <a:gd name="connsiteX2987" fmla="*/ 99494 w 591813"/>
                <a:gd name="connsiteY2987" fmla="*/ 25638 h 640885"/>
                <a:gd name="connsiteX2988" fmla="*/ 99899 w 591813"/>
                <a:gd name="connsiteY2988" fmla="*/ 25661 h 640885"/>
                <a:gd name="connsiteX2989" fmla="*/ 100281 w 591813"/>
                <a:gd name="connsiteY2989" fmla="*/ 25706 h 640885"/>
                <a:gd name="connsiteX2990" fmla="*/ 100685 w 591813"/>
                <a:gd name="connsiteY2990" fmla="*/ 25751 h 640885"/>
                <a:gd name="connsiteX2991" fmla="*/ 101068 w 591813"/>
                <a:gd name="connsiteY2991" fmla="*/ 25796 h 640885"/>
                <a:gd name="connsiteX2992" fmla="*/ 101473 w 591813"/>
                <a:gd name="connsiteY2992" fmla="*/ 25886 h 640885"/>
                <a:gd name="connsiteX2993" fmla="*/ 101855 w 591813"/>
                <a:gd name="connsiteY2993" fmla="*/ 25975 h 640885"/>
                <a:gd name="connsiteX2994" fmla="*/ 102260 w 591813"/>
                <a:gd name="connsiteY2994" fmla="*/ 26088 h 640885"/>
                <a:gd name="connsiteX2995" fmla="*/ 102642 w 591813"/>
                <a:gd name="connsiteY2995" fmla="*/ 26200 h 640885"/>
                <a:gd name="connsiteX2996" fmla="*/ 103047 w 591813"/>
                <a:gd name="connsiteY2996" fmla="*/ 26358 h 640885"/>
                <a:gd name="connsiteX2997" fmla="*/ 103452 w 591813"/>
                <a:gd name="connsiteY2997" fmla="*/ 26515 h 640885"/>
                <a:gd name="connsiteX2998" fmla="*/ 103834 w 591813"/>
                <a:gd name="connsiteY2998" fmla="*/ 26695 h 640885"/>
                <a:gd name="connsiteX2999" fmla="*/ 104239 w 591813"/>
                <a:gd name="connsiteY2999" fmla="*/ 26898 h 640885"/>
                <a:gd name="connsiteX3000" fmla="*/ 104621 w 591813"/>
                <a:gd name="connsiteY3000" fmla="*/ 27122 h 6408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Lst>
              <a:rect l="l" t="t" r="r" b="b"/>
              <a:pathLst>
                <a:path w="591813" h="640885">
                  <a:moveTo>
                    <a:pt x="104621" y="27122"/>
                  </a:moveTo>
                  <a:lnTo>
                    <a:pt x="105026" y="27347"/>
                  </a:lnTo>
                  <a:lnTo>
                    <a:pt x="105408" y="27617"/>
                  </a:lnTo>
                  <a:lnTo>
                    <a:pt x="105813" y="27887"/>
                  </a:lnTo>
                  <a:lnTo>
                    <a:pt x="106196" y="28179"/>
                  </a:lnTo>
                  <a:lnTo>
                    <a:pt x="106600" y="28494"/>
                  </a:lnTo>
                  <a:lnTo>
                    <a:pt x="107005" y="28832"/>
                  </a:lnTo>
                  <a:lnTo>
                    <a:pt x="107388" y="29191"/>
                  </a:lnTo>
                  <a:lnTo>
                    <a:pt x="107792" y="29574"/>
                  </a:lnTo>
                  <a:lnTo>
                    <a:pt x="108175" y="29979"/>
                  </a:lnTo>
                  <a:lnTo>
                    <a:pt x="108579" y="30406"/>
                  </a:lnTo>
                  <a:lnTo>
                    <a:pt x="108962" y="30856"/>
                  </a:lnTo>
                  <a:lnTo>
                    <a:pt x="109367" y="31328"/>
                  </a:lnTo>
                  <a:lnTo>
                    <a:pt x="109749" y="31823"/>
                  </a:lnTo>
                  <a:lnTo>
                    <a:pt x="110154" y="32340"/>
                  </a:lnTo>
                  <a:lnTo>
                    <a:pt x="110559" y="32880"/>
                  </a:lnTo>
                  <a:lnTo>
                    <a:pt x="110941" y="33442"/>
                  </a:lnTo>
                  <a:lnTo>
                    <a:pt x="111345" y="34049"/>
                  </a:lnTo>
                  <a:lnTo>
                    <a:pt x="111728" y="34679"/>
                  </a:lnTo>
                  <a:lnTo>
                    <a:pt x="112133" y="35331"/>
                  </a:lnTo>
                  <a:lnTo>
                    <a:pt x="112515" y="36006"/>
                  </a:lnTo>
                  <a:lnTo>
                    <a:pt x="112920" y="36703"/>
                  </a:lnTo>
                  <a:lnTo>
                    <a:pt x="113325" y="37445"/>
                  </a:lnTo>
                  <a:lnTo>
                    <a:pt x="113707" y="38210"/>
                  </a:lnTo>
                  <a:lnTo>
                    <a:pt x="114112" y="38997"/>
                  </a:lnTo>
                  <a:lnTo>
                    <a:pt x="114494" y="39807"/>
                  </a:lnTo>
                  <a:lnTo>
                    <a:pt x="114899" y="40661"/>
                  </a:lnTo>
                  <a:lnTo>
                    <a:pt x="115281" y="41538"/>
                  </a:lnTo>
                  <a:lnTo>
                    <a:pt x="115686" y="42438"/>
                  </a:lnTo>
                  <a:lnTo>
                    <a:pt x="116068" y="43382"/>
                  </a:lnTo>
                  <a:lnTo>
                    <a:pt x="116473" y="44349"/>
                  </a:lnTo>
                  <a:lnTo>
                    <a:pt x="116878" y="45339"/>
                  </a:lnTo>
                  <a:lnTo>
                    <a:pt x="117260" y="46374"/>
                  </a:lnTo>
                  <a:lnTo>
                    <a:pt x="117665" y="47431"/>
                  </a:lnTo>
                  <a:lnTo>
                    <a:pt x="118048" y="48510"/>
                  </a:lnTo>
                  <a:lnTo>
                    <a:pt x="118452" y="49635"/>
                  </a:lnTo>
                  <a:lnTo>
                    <a:pt x="118835" y="50781"/>
                  </a:lnTo>
                  <a:lnTo>
                    <a:pt x="119239" y="51973"/>
                  </a:lnTo>
                  <a:lnTo>
                    <a:pt x="119622" y="53165"/>
                  </a:lnTo>
                  <a:lnTo>
                    <a:pt x="120027" y="54425"/>
                  </a:lnTo>
                  <a:lnTo>
                    <a:pt x="120431" y="55684"/>
                  </a:lnTo>
                  <a:lnTo>
                    <a:pt x="120814" y="56989"/>
                  </a:lnTo>
                  <a:lnTo>
                    <a:pt x="121219" y="58315"/>
                  </a:lnTo>
                  <a:lnTo>
                    <a:pt x="121601" y="59665"/>
                  </a:lnTo>
                  <a:lnTo>
                    <a:pt x="122006" y="61059"/>
                  </a:lnTo>
                  <a:lnTo>
                    <a:pt x="122388" y="62476"/>
                  </a:lnTo>
                  <a:lnTo>
                    <a:pt x="122793" y="63915"/>
                  </a:lnTo>
                  <a:lnTo>
                    <a:pt x="123175" y="65400"/>
                  </a:lnTo>
                  <a:lnTo>
                    <a:pt x="123580" y="66907"/>
                  </a:lnTo>
                  <a:lnTo>
                    <a:pt x="123985" y="68458"/>
                  </a:lnTo>
                  <a:lnTo>
                    <a:pt x="124367" y="70010"/>
                  </a:lnTo>
                  <a:lnTo>
                    <a:pt x="124772" y="71607"/>
                  </a:lnTo>
                  <a:lnTo>
                    <a:pt x="125154" y="73249"/>
                  </a:lnTo>
                  <a:lnTo>
                    <a:pt x="125559" y="74890"/>
                  </a:lnTo>
                  <a:lnTo>
                    <a:pt x="125942" y="76577"/>
                  </a:lnTo>
                  <a:lnTo>
                    <a:pt x="126346" y="78286"/>
                  </a:lnTo>
                  <a:lnTo>
                    <a:pt x="126751" y="80018"/>
                  </a:lnTo>
                  <a:lnTo>
                    <a:pt x="127133" y="81795"/>
                  </a:lnTo>
                  <a:lnTo>
                    <a:pt x="127538" y="83594"/>
                  </a:lnTo>
                  <a:lnTo>
                    <a:pt x="127920" y="85393"/>
                  </a:lnTo>
                  <a:lnTo>
                    <a:pt x="128325" y="87260"/>
                  </a:lnTo>
                  <a:lnTo>
                    <a:pt x="128708" y="89126"/>
                  </a:lnTo>
                  <a:lnTo>
                    <a:pt x="129113" y="91015"/>
                  </a:lnTo>
                  <a:lnTo>
                    <a:pt x="129495" y="92949"/>
                  </a:lnTo>
                  <a:lnTo>
                    <a:pt x="129899" y="94906"/>
                  </a:lnTo>
                  <a:lnTo>
                    <a:pt x="130305" y="96885"/>
                  </a:lnTo>
                  <a:lnTo>
                    <a:pt x="130687" y="98864"/>
                  </a:lnTo>
                  <a:lnTo>
                    <a:pt x="131091" y="100866"/>
                  </a:lnTo>
                  <a:lnTo>
                    <a:pt x="131474" y="102912"/>
                  </a:lnTo>
                  <a:lnTo>
                    <a:pt x="131879" y="104981"/>
                  </a:lnTo>
                  <a:lnTo>
                    <a:pt x="132261" y="107073"/>
                  </a:lnTo>
                  <a:lnTo>
                    <a:pt x="132666" y="109187"/>
                  </a:lnTo>
                  <a:lnTo>
                    <a:pt x="133048" y="111323"/>
                  </a:lnTo>
                  <a:lnTo>
                    <a:pt x="133453" y="113482"/>
                  </a:lnTo>
                  <a:lnTo>
                    <a:pt x="133858" y="115641"/>
                  </a:lnTo>
                  <a:lnTo>
                    <a:pt x="134240" y="117845"/>
                  </a:lnTo>
                  <a:lnTo>
                    <a:pt x="134645" y="120049"/>
                  </a:lnTo>
                  <a:lnTo>
                    <a:pt x="135027" y="122276"/>
                  </a:lnTo>
                  <a:lnTo>
                    <a:pt x="135432" y="124525"/>
                  </a:lnTo>
                  <a:lnTo>
                    <a:pt x="135814" y="126774"/>
                  </a:lnTo>
                  <a:lnTo>
                    <a:pt x="136219" y="129068"/>
                  </a:lnTo>
                  <a:lnTo>
                    <a:pt x="136602" y="131362"/>
                  </a:lnTo>
                  <a:lnTo>
                    <a:pt x="137006" y="133656"/>
                  </a:lnTo>
                  <a:lnTo>
                    <a:pt x="137411" y="135994"/>
                  </a:lnTo>
                  <a:lnTo>
                    <a:pt x="137793" y="138333"/>
                  </a:lnTo>
                  <a:lnTo>
                    <a:pt x="138198" y="140672"/>
                  </a:lnTo>
                  <a:lnTo>
                    <a:pt x="138581" y="143056"/>
                  </a:lnTo>
                  <a:lnTo>
                    <a:pt x="138985" y="145440"/>
                  </a:lnTo>
                  <a:lnTo>
                    <a:pt x="139368" y="147824"/>
                  </a:lnTo>
                  <a:lnTo>
                    <a:pt x="139773" y="150230"/>
                  </a:lnTo>
                  <a:lnTo>
                    <a:pt x="140155" y="152637"/>
                  </a:lnTo>
                  <a:lnTo>
                    <a:pt x="140560" y="155066"/>
                  </a:lnTo>
                  <a:lnTo>
                    <a:pt x="140965" y="157517"/>
                  </a:lnTo>
                  <a:lnTo>
                    <a:pt x="141347" y="159968"/>
                  </a:lnTo>
                  <a:lnTo>
                    <a:pt x="141751" y="162420"/>
                  </a:lnTo>
                  <a:lnTo>
                    <a:pt x="142134" y="164894"/>
                  </a:lnTo>
                  <a:lnTo>
                    <a:pt x="142539" y="167367"/>
                  </a:lnTo>
                  <a:lnTo>
                    <a:pt x="142921" y="169864"/>
                  </a:lnTo>
                  <a:lnTo>
                    <a:pt x="143326" y="172360"/>
                  </a:lnTo>
                  <a:lnTo>
                    <a:pt x="143731" y="174856"/>
                  </a:lnTo>
                  <a:lnTo>
                    <a:pt x="144113" y="177375"/>
                  </a:lnTo>
                  <a:lnTo>
                    <a:pt x="144518" y="179894"/>
                  </a:lnTo>
                  <a:lnTo>
                    <a:pt x="144900" y="182413"/>
                  </a:lnTo>
                  <a:lnTo>
                    <a:pt x="145305" y="184954"/>
                  </a:lnTo>
                  <a:lnTo>
                    <a:pt x="145687" y="187473"/>
                  </a:lnTo>
                  <a:lnTo>
                    <a:pt x="146092" y="190037"/>
                  </a:lnTo>
                  <a:lnTo>
                    <a:pt x="146474" y="192578"/>
                  </a:lnTo>
                  <a:lnTo>
                    <a:pt x="146879" y="195120"/>
                  </a:lnTo>
                  <a:lnTo>
                    <a:pt x="147284" y="197683"/>
                  </a:lnTo>
                  <a:lnTo>
                    <a:pt x="147666" y="200247"/>
                  </a:lnTo>
                  <a:lnTo>
                    <a:pt x="148071" y="204970"/>
                  </a:lnTo>
                  <a:lnTo>
                    <a:pt x="148453" y="209198"/>
                  </a:lnTo>
                  <a:lnTo>
                    <a:pt x="148858" y="211942"/>
                  </a:lnTo>
                  <a:lnTo>
                    <a:pt x="149241" y="214663"/>
                  </a:lnTo>
                  <a:lnTo>
                    <a:pt x="149645" y="217407"/>
                  </a:lnTo>
                  <a:lnTo>
                    <a:pt x="150028" y="220128"/>
                  </a:lnTo>
                  <a:lnTo>
                    <a:pt x="150433" y="222872"/>
                  </a:lnTo>
                  <a:lnTo>
                    <a:pt x="150837" y="225615"/>
                  </a:lnTo>
                  <a:lnTo>
                    <a:pt x="151220" y="228359"/>
                  </a:lnTo>
                  <a:lnTo>
                    <a:pt x="151625" y="231103"/>
                  </a:lnTo>
                  <a:lnTo>
                    <a:pt x="152007" y="233847"/>
                  </a:lnTo>
                  <a:lnTo>
                    <a:pt x="152411" y="236613"/>
                  </a:lnTo>
                  <a:lnTo>
                    <a:pt x="152794" y="239357"/>
                  </a:lnTo>
                  <a:lnTo>
                    <a:pt x="153199" y="242100"/>
                  </a:lnTo>
                  <a:lnTo>
                    <a:pt x="153581" y="244844"/>
                  </a:lnTo>
                  <a:lnTo>
                    <a:pt x="153986" y="247588"/>
                  </a:lnTo>
                  <a:lnTo>
                    <a:pt x="154391" y="250332"/>
                  </a:lnTo>
                  <a:lnTo>
                    <a:pt x="154773" y="253098"/>
                  </a:lnTo>
                  <a:lnTo>
                    <a:pt x="155178" y="255819"/>
                  </a:lnTo>
                  <a:lnTo>
                    <a:pt x="155560" y="258563"/>
                  </a:lnTo>
                  <a:lnTo>
                    <a:pt x="155965" y="261306"/>
                  </a:lnTo>
                  <a:lnTo>
                    <a:pt x="156347" y="264050"/>
                  </a:lnTo>
                  <a:lnTo>
                    <a:pt x="156752" y="266771"/>
                  </a:lnTo>
                  <a:lnTo>
                    <a:pt x="157157" y="269493"/>
                  </a:lnTo>
                  <a:lnTo>
                    <a:pt x="157539" y="272214"/>
                  </a:lnTo>
                  <a:lnTo>
                    <a:pt x="157944" y="274935"/>
                  </a:lnTo>
                  <a:lnTo>
                    <a:pt x="158326" y="277656"/>
                  </a:lnTo>
                  <a:lnTo>
                    <a:pt x="158731" y="280378"/>
                  </a:lnTo>
                  <a:lnTo>
                    <a:pt x="159114" y="283076"/>
                  </a:lnTo>
                  <a:lnTo>
                    <a:pt x="159518" y="285775"/>
                  </a:lnTo>
                  <a:lnTo>
                    <a:pt x="159901" y="288474"/>
                  </a:lnTo>
                  <a:lnTo>
                    <a:pt x="160305" y="291173"/>
                  </a:lnTo>
                  <a:lnTo>
                    <a:pt x="160710" y="293849"/>
                  </a:lnTo>
                  <a:lnTo>
                    <a:pt x="161093" y="296525"/>
                  </a:lnTo>
                  <a:lnTo>
                    <a:pt x="161497" y="299201"/>
                  </a:lnTo>
                  <a:lnTo>
                    <a:pt x="161880" y="301878"/>
                  </a:lnTo>
                  <a:lnTo>
                    <a:pt x="162285" y="304531"/>
                  </a:lnTo>
                  <a:lnTo>
                    <a:pt x="162667" y="307185"/>
                  </a:lnTo>
                  <a:lnTo>
                    <a:pt x="163071" y="309839"/>
                  </a:lnTo>
                  <a:lnTo>
                    <a:pt x="163454" y="312470"/>
                  </a:lnTo>
                  <a:lnTo>
                    <a:pt x="163859" y="315102"/>
                  </a:lnTo>
                  <a:lnTo>
                    <a:pt x="164263" y="317733"/>
                  </a:lnTo>
                  <a:lnTo>
                    <a:pt x="164624" y="320342"/>
                  </a:lnTo>
                  <a:lnTo>
                    <a:pt x="165028" y="322950"/>
                  </a:lnTo>
                  <a:lnTo>
                    <a:pt x="165433" y="325559"/>
                  </a:lnTo>
                  <a:lnTo>
                    <a:pt x="165816" y="328145"/>
                  </a:lnTo>
                  <a:lnTo>
                    <a:pt x="166198" y="330732"/>
                  </a:lnTo>
                  <a:lnTo>
                    <a:pt x="166602" y="333318"/>
                  </a:lnTo>
                  <a:lnTo>
                    <a:pt x="166985" y="335882"/>
                  </a:lnTo>
                  <a:lnTo>
                    <a:pt x="167390" y="338423"/>
                  </a:lnTo>
                  <a:lnTo>
                    <a:pt x="167794" y="340965"/>
                  </a:lnTo>
                  <a:lnTo>
                    <a:pt x="168177" y="343506"/>
                  </a:lnTo>
                  <a:lnTo>
                    <a:pt x="168582" y="346047"/>
                  </a:lnTo>
                  <a:lnTo>
                    <a:pt x="168964" y="348566"/>
                  </a:lnTo>
                  <a:lnTo>
                    <a:pt x="169369" y="351085"/>
                  </a:lnTo>
                  <a:lnTo>
                    <a:pt x="169751" y="353581"/>
                  </a:lnTo>
                  <a:lnTo>
                    <a:pt x="170156" y="356078"/>
                  </a:lnTo>
                  <a:lnTo>
                    <a:pt x="170538" y="358551"/>
                  </a:lnTo>
                  <a:lnTo>
                    <a:pt x="170943" y="361025"/>
                  </a:lnTo>
                  <a:lnTo>
                    <a:pt x="171348" y="363477"/>
                  </a:lnTo>
                  <a:lnTo>
                    <a:pt x="171730" y="365928"/>
                  </a:lnTo>
                  <a:lnTo>
                    <a:pt x="172135" y="368357"/>
                  </a:lnTo>
                  <a:lnTo>
                    <a:pt x="172518" y="370786"/>
                  </a:lnTo>
                  <a:lnTo>
                    <a:pt x="172922" y="373215"/>
                  </a:lnTo>
                  <a:lnTo>
                    <a:pt x="173304" y="375621"/>
                  </a:lnTo>
                  <a:lnTo>
                    <a:pt x="173710" y="378027"/>
                  </a:lnTo>
                  <a:lnTo>
                    <a:pt x="174114" y="380411"/>
                  </a:lnTo>
                  <a:lnTo>
                    <a:pt x="174496" y="382773"/>
                  </a:lnTo>
                  <a:lnTo>
                    <a:pt x="174901" y="385157"/>
                  </a:lnTo>
                  <a:lnTo>
                    <a:pt x="175284" y="387495"/>
                  </a:lnTo>
                  <a:lnTo>
                    <a:pt x="175688" y="389834"/>
                  </a:lnTo>
                  <a:lnTo>
                    <a:pt x="176070" y="392173"/>
                  </a:lnTo>
                  <a:lnTo>
                    <a:pt x="176476" y="394490"/>
                  </a:lnTo>
                  <a:lnTo>
                    <a:pt x="176858" y="396806"/>
                  </a:lnTo>
                  <a:lnTo>
                    <a:pt x="177263" y="399100"/>
                  </a:lnTo>
                  <a:lnTo>
                    <a:pt x="177668" y="401372"/>
                  </a:lnTo>
                  <a:lnTo>
                    <a:pt x="178050" y="403643"/>
                  </a:lnTo>
                  <a:lnTo>
                    <a:pt x="178455" y="405914"/>
                  </a:lnTo>
                  <a:lnTo>
                    <a:pt x="178837" y="408141"/>
                  </a:lnTo>
                  <a:lnTo>
                    <a:pt x="179242" y="410390"/>
                  </a:lnTo>
                  <a:lnTo>
                    <a:pt x="179624" y="412616"/>
                  </a:lnTo>
                  <a:lnTo>
                    <a:pt x="180029" y="414820"/>
                  </a:lnTo>
                  <a:lnTo>
                    <a:pt x="180411" y="417024"/>
                  </a:lnTo>
                  <a:lnTo>
                    <a:pt x="180816" y="419206"/>
                  </a:lnTo>
                  <a:lnTo>
                    <a:pt x="181221" y="421365"/>
                  </a:lnTo>
                  <a:lnTo>
                    <a:pt x="181603" y="423524"/>
                  </a:lnTo>
                  <a:lnTo>
                    <a:pt x="182008" y="425683"/>
                  </a:lnTo>
                  <a:lnTo>
                    <a:pt x="182390" y="427819"/>
                  </a:lnTo>
                  <a:lnTo>
                    <a:pt x="182795" y="429933"/>
                  </a:lnTo>
                  <a:lnTo>
                    <a:pt x="183178" y="432047"/>
                  </a:lnTo>
                  <a:lnTo>
                    <a:pt x="183582" y="434139"/>
                  </a:lnTo>
                  <a:lnTo>
                    <a:pt x="183964" y="436208"/>
                  </a:lnTo>
                  <a:lnTo>
                    <a:pt x="184370" y="438277"/>
                  </a:lnTo>
                  <a:lnTo>
                    <a:pt x="184774" y="440346"/>
                  </a:lnTo>
                  <a:lnTo>
                    <a:pt x="185156" y="442370"/>
                  </a:lnTo>
                  <a:lnTo>
                    <a:pt x="185561" y="444417"/>
                  </a:lnTo>
                  <a:lnTo>
                    <a:pt x="185944" y="446418"/>
                  </a:lnTo>
                  <a:lnTo>
                    <a:pt x="186348" y="448420"/>
                  </a:lnTo>
                  <a:lnTo>
                    <a:pt x="186731" y="450421"/>
                  </a:lnTo>
                  <a:lnTo>
                    <a:pt x="187136" y="452378"/>
                  </a:lnTo>
                  <a:lnTo>
                    <a:pt x="187540" y="454335"/>
                  </a:lnTo>
                  <a:lnTo>
                    <a:pt x="187923" y="456291"/>
                  </a:lnTo>
                  <a:lnTo>
                    <a:pt x="188328" y="458225"/>
                  </a:lnTo>
                  <a:lnTo>
                    <a:pt x="188710" y="460114"/>
                  </a:lnTo>
                  <a:lnTo>
                    <a:pt x="189115" y="462026"/>
                  </a:lnTo>
                  <a:lnTo>
                    <a:pt x="189497" y="463915"/>
                  </a:lnTo>
                  <a:lnTo>
                    <a:pt x="189902" y="465804"/>
                  </a:lnTo>
                  <a:lnTo>
                    <a:pt x="190284" y="467671"/>
                  </a:lnTo>
                  <a:lnTo>
                    <a:pt x="190689" y="469537"/>
                  </a:lnTo>
                  <a:lnTo>
                    <a:pt x="191094" y="471382"/>
                  </a:lnTo>
                  <a:lnTo>
                    <a:pt x="191476" y="473203"/>
                  </a:lnTo>
                  <a:lnTo>
                    <a:pt x="191881" y="475025"/>
                  </a:lnTo>
                  <a:lnTo>
                    <a:pt x="192263" y="476847"/>
                  </a:lnTo>
                  <a:lnTo>
                    <a:pt x="192668" y="478623"/>
                  </a:lnTo>
                  <a:lnTo>
                    <a:pt x="193050" y="480422"/>
                  </a:lnTo>
                  <a:lnTo>
                    <a:pt x="193455" y="482177"/>
                  </a:lnTo>
                  <a:lnTo>
                    <a:pt x="193838" y="483931"/>
                  </a:lnTo>
                  <a:lnTo>
                    <a:pt x="194242" y="485685"/>
                  </a:lnTo>
                  <a:lnTo>
                    <a:pt x="194647" y="487417"/>
                  </a:lnTo>
                  <a:lnTo>
                    <a:pt x="195030" y="489148"/>
                  </a:lnTo>
                  <a:lnTo>
                    <a:pt x="195434" y="490858"/>
                  </a:lnTo>
                  <a:lnTo>
                    <a:pt x="195816" y="492544"/>
                  </a:lnTo>
                  <a:lnTo>
                    <a:pt x="196222" y="494231"/>
                  </a:lnTo>
                  <a:lnTo>
                    <a:pt x="196604" y="495895"/>
                  </a:lnTo>
                  <a:lnTo>
                    <a:pt x="197008" y="497560"/>
                  </a:lnTo>
                  <a:lnTo>
                    <a:pt x="197391" y="499201"/>
                  </a:lnTo>
                  <a:lnTo>
                    <a:pt x="197796" y="500843"/>
                  </a:lnTo>
                  <a:lnTo>
                    <a:pt x="198200" y="502462"/>
                  </a:lnTo>
                  <a:lnTo>
                    <a:pt x="198583" y="504059"/>
                  </a:lnTo>
                  <a:lnTo>
                    <a:pt x="198988" y="505656"/>
                  </a:lnTo>
                  <a:lnTo>
                    <a:pt x="199370" y="507253"/>
                  </a:lnTo>
                  <a:lnTo>
                    <a:pt x="199775" y="508827"/>
                  </a:lnTo>
                  <a:lnTo>
                    <a:pt x="200157" y="510379"/>
                  </a:lnTo>
                  <a:lnTo>
                    <a:pt x="200562" y="511930"/>
                  </a:lnTo>
                  <a:lnTo>
                    <a:pt x="200944" y="513460"/>
                  </a:lnTo>
                  <a:lnTo>
                    <a:pt x="201349" y="514989"/>
                  </a:lnTo>
                  <a:lnTo>
                    <a:pt x="201754" y="516496"/>
                  </a:lnTo>
                  <a:lnTo>
                    <a:pt x="202136" y="518003"/>
                  </a:lnTo>
                  <a:lnTo>
                    <a:pt x="202541" y="519487"/>
                  </a:lnTo>
                  <a:lnTo>
                    <a:pt x="202923" y="520971"/>
                  </a:lnTo>
                  <a:lnTo>
                    <a:pt x="203328" y="522433"/>
                  </a:lnTo>
                  <a:lnTo>
                    <a:pt x="203710" y="523872"/>
                  </a:lnTo>
                  <a:lnTo>
                    <a:pt x="204115" y="525312"/>
                  </a:lnTo>
                  <a:lnTo>
                    <a:pt x="204520" y="526751"/>
                  </a:lnTo>
                  <a:lnTo>
                    <a:pt x="204902" y="528168"/>
                  </a:lnTo>
                  <a:lnTo>
                    <a:pt x="205307" y="529562"/>
                  </a:lnTo>
                  <a:lnTo>
                    <a:pt x="205690" y="530956"/>
                  </a:lnTo>
                  <a:lnTo>
                    <a:pt x="206094" y="532351"/>
                  </a:lnTo>
                  <a:lnTo>
                    <a:pt x="206476" y="533723"/>
                  </a:lnTo>
                  <a:lnTo>
                    <a:pt x="206882" y="535072"/>
                  </a:lnTo>
                  <a:lnTo>
                    <a:pt x="207264" y="536422"/>
                  </a:lnTo>
                  <a:lnTo>
                    <a:pt x="207668" y="537771"/>
                  </a:lnTo>
                  <a:lnTo>
                    <a:pt x="208073" y="539098"/>
                  </a:lnTo>
                  <a:lnTo>
                    <a:pt x="208456" y="540402"/>
                  </a:lnTo>
                  <a:lnTo>
                    <a:pt x="208860" y="541707"/>
                  </a:lnTo>
                  <a:lnTo>
                    <a:pt x="209243" y="543011"/>
                  </a:lnTo>
                  <a:lnTo>
                    <a:pt x="209648" y="544293"/>
                  </a:lnTo>
                  <a:lnTo>
                    <a:pt x="210030" y="545552"/>
                  </a:lnTo>
                  <a:lnTo>
                    <a:pt x="210435" y="546812"/>
                  </a:lnTo>
                  <a:lnTo>
                    <a:pt x="210817" y="548049"/>
                  </a:lnTo>
                  <a:lnTo>
                    <a:pt x="211222" y="549286"/>
                  </a:lnTo>
                  <a:lnTo>
                    <a:pt x="211627" y="550522"/>
                  </a:lnTo>
                  <a:lnTo>
                    <a:pt x="212009" y="551737"/>
                  </a:lnTo>
                  <a:lnTo>
                    <a:pt x="212414" y="552929"/>
                  </a:lnTo>
                  <a:lnTo>
                    <a:pt x="212796" y="554121"/>
                  </a:lnTo>
                  <a:lnTo>
                    <a:pt x="213201" y="555290"/>
                  </a:lnTo>
                  <a:lnTo>
                    <a:pt x="213584" y="556460"/>
                  </a:lnTo>
                  <a:lnTo>
                    <a:pt x="213988" y="557607"/>
                  </a:lnTo>
                  <a:lnTo>
                    <a:pt x="214370" y="558754"/>
                  </a:lnTo>
                  <a:lnTo>
                    <a:pt x="214776" y="559878"/>
                  </a:lnTo>
                  <a:lnTo>
                    <a:pt x="215180" y="561003"/>
                  </a:lnTo>
                  <a:lnTo>
                    <a:pt x="215562" y="562127"/>
                  </a:lnTo>
                  <a:lnTo>
                    <a:pt x="215967" y="563229"/>
                  </a:lnTo>
                  <a:lnTo>
                    <a:pt x="216350" y="564309"/>
                  </a:lnTo>
                  <a:lnTo>
                    <a:pt x="216754" y="565411"/>
                  </a:lnTo>
                  <a:lnTo>
                    <a:pt x="217136" y="566468"/>
                  </a:lnTo>
                  <a:lnTo>
                    <a:pt x="217542" y="567547"/>
                  </a:lnTo>
                  <a:lnTo>
                    <a:pt x="217946" y="568604"/>
                  </a:lnTo>
                  <a:lnTo>
                    <a:pt x="218329" y="569639"/>
                  </a:lnTo>
                  <a:lnTo>
                    <a:pt x="218733" y="570673"/>
                  </a:lnTo>
                  <a:lnTo>
                    <a:pt x="219116" y="571708"/>
                  </a:lnTo>
                  <a:lnTo>
                    <a:pt x="219521" y="572720"/>
                  </a:lnTo>
                  <a:lnTo>
                    <a:pt x="219903" y="573732"/>
                  </a:lnTo>
                  <a:lnTo>
                    <a:pt x="220308" y="574744"/>
                  </a:lnTo>
                  <a:lnTo>
                    <a:pt x="220690" y="575733"/>
                  </a:lnTo>
                  <a:lnTo>
                    <a:pt x="221095" y="576723"/>
                  </a:lnTo>
                  <a:lnTo>
                    <a:pt x="221500" y="577667"/>
                  </a:lnTo>
                  <a:lnTo>
                    <a:pt x="221882" y="578634"/>
                  </a:lnTo>
                  <a:lnTo>
                    <a:pt x="222287" y="579579"/>
                  </a:lnTo>
                  <a:lnTo>
                    <a:pt x="222669" y="580524"/>
                  </a:lnTo>
                  <a:lnTo>
                    <a:pt x="223074" y="581468"/>
                  </a:lnTo>
                  <a:lnTo>
                    <a:pt x="223456" y="582390"/>
                  </a:lnTo>
                  <a:lnTo>
                    <a:pt x="223861" y="583290"/>
                  </a:lnTo>
                  <a:lnTo>
                    <a:pt x="224244" y="584189"/>
                  </a:lnTo>
                  <a:lnTo>
                    <a:pt x="224648" y="585089"/>
                  </a:lnTo>
                  <a:lnTo>
                    <a:pt x="225053" y="585966"/>
                  </a:lnTo>
                  <a:lnTo>
                    <a:pt x="225436" y="586843"/>
                  </a:lnTo>
                  <a:lnTo>
                    <a:pt x="225840" y="587698"/>
                  </a:lnTo>
                  <a:lnTo>
                    <a:pt x="226222" y="588552"/>
                  </a:lnTo>
                  <a:lnTo>
                    <a:pt x="226627" y="589407"/>
                  </a:lnTo>
                  <a:lnTo>
                    <a:pt x="227010" y="590239"/>
                  </a:lnTo>
                  <a:lnTo>
                    <a:pt x="227414" y="591071"/>
                  </a:lnTo>
                  <a:lnTo>
                    <a:pt x="227797" y="591903"/>
                  </a:lnTo>
                  <a:lnTo>
                    <a:pt x="228202" y="592713"/>
                  </a:lnTo>
                  <a:lnTo>
                    <a:pt x="228606" y="593523"/>
                  </a:lnTo>
                  <a:lnTo>
                    <a:pt x="228989" y="594310"/>
                  </a:lnTo>
                  <a:lnTo>
                    <a:pt x="229394" y="595119"/>
                  </a:lnTo>
                  <a:lnTo>
                    <a:pt x="229776" y="595884"/>
                  </a:lnTo>
                  <a:lnTo>
                    <a:pt x="230181" y="596671"/>
                  </a:lnTo>
                  <a:lnTo>
                    <a:pt x="230563" y="597436"/>
                  </a:lnTo>
                  <a:lnTo>
                    <a:pt x="230968" y="598200"/>
                  </a:lnTo>
                  <a:lnTo>
                    <a:pt x="231350" y="598965"/>
                  </a:lnTo>
                  <a:lnTo>
                    <a:pt x="231755" y="599707"/>
                  </a:lnTo>
                  <a:lnTo>
                    <a:pt x="232160" y="600449"/>
                  </a:lnTo>
                  <a:lnTo>
                    <a:pt x="232542" y="601169"/>
                  </a:lnTo>
                  <a:lnTo>
                    <a:pt x="232947" y="601911"/>
                  </a:lnTo>
                  <a:lnTo>
                    <a:pt x="233329" y="602608"/>
                  </a:lnTo>
                  <a:lnTo>
                    <a:pt x="233734" y="603328"/>
                  </a:lnTo>
                  <a:lnTo>
                    <a:pt x="234116" y="604025"/>
                  </a:lnTo>
                  <a:lnTo>
                    <a:pt x="234521" y="604722"/>
                  </a:lnTo>
                  <a:lnTo>
                    <a:pt x="234926" y="605420"/>
                  </a:lnTo>
                  <a:lnTo>
                    <a:pt x="235308" y="606094"/>
                  </a:lnTo>
                  <a:lnTo>
                    <a:pt x="235713" y="606769"/>
                  </a:lnTo>
                  <a:lnTo>
                    <a:pt x="236096" y="607421"/>
                  </a:lnTo>
                  <a:lnTo>
                    <a:pt x="236500" y="608073"/>
                  </a:lnTo>
                  <a:lnTo>
                    <a:pt x="236882" y="608725"/>
                  </a:lnTo>
                  <a:lnTo>
                    <a:pt x="237287" y="609378"/>
                  </a:lnTo>
                  <a:lnTo>
                    <a:pt x="237670" y="610007"/>
                  </a:lnTo>
                  <a:lnTo>
                    <a:pt x="238074" y="610637"/>
                  </a:lnTo>
                  <a:lnTo>
                    <a:pt x="238479" y="611267"/>
                  </a:lnTo>
                  <a:lnTo>
                    <a:pt x="238862" y="611897"/>
                  </a:lnTo>
                  <a:lnTo>
                    <a:pt x="239266" y="612504"/>
                  </a:lnTo>
                  <a:lnTo>
                    <a:pt x="239649" y="613111"/>
                  </a:lnTo>
                  <a:lnTo>
                    <a:pt x="240054" y="613718"/>
                  </a:lnTo>
                  <a:lnTo>
                    <a:pt x="240436" y="614303"/>
                  </a:lnTo>
                  <a:lnTo>
                    <a:pt x="240841" y="614888"/>
                  </a:lnTo>
                  <a:lnTo>
                    <a:pt x="241223" y="615472"/>
                  </a:lnTo>
                  <a:lnTo>
                    <a:pt x="241628" y="616057"/>
                  </a:lnTo>
                  <a:lnTo>
                    <a:pt x="242033" y="616619"/>
                  </a:lnTo>
                  <a:lnTo>
                    <a:pt x="242415" y="617182"/>
                  </a:lnTo>
                  <a:lnTo>
                    <a:pt x="242820" y="617744"/>
                  </a:lnTo>
                  <a:lnTo>
                    <a:pt x="243202" y="618306"/>
                  </a:lnTo>
                  <a:lnTo>
                    <a:pt x="243607" y="618846"/>
                  </a:lnTo>
                  <a:lnTo>
                    <a:pt x="243989" y="619386"/>
                  </a:lnTo>
                  <a:lnTo>
                    <a:pt x="244394" y="619925"/>
                  </a:lnTo>
                  <a:lnTo>
                    <a:pt x="244776" y="620443"/>
                  </a:lnTo>
                  <a:lnTo>
                    <a:pt x="245181" y="620960"/>
                  </a:lnTo>
                  <a:lnTo>
                    <a:pt x="245586" y="621477"/>
                  </a:lnTo>
                  <a:lnTo>
                    <a:pt x="245968" y="621972"/>
                  </a:lnTo>
                  <a:lnTo>
                    <a:pt x="246373" y="622467"/>
                  </a:lnTo>
                  <a:lnTo>
                    <a:pt x="246756" y="622961"/>
                  </a:lnTo>
                  <a:lnTo>
                    <a:pt x="247160" y="623434"/>
                  </a:lnTo>
                  <a:lnTo>
                    <a:pt x="247542" y="623906"/>
                  </a:lnTo>
                  <a:lnTo>
                    <a:pt x="247948" y="624378"/>
                  </a:lnTo>
                  <a:lnTo>
                    <a:pt x="248352" y="624828"/>
                  </a:lnTo>
                  <a:lnTo>
                    <a:pt x="248734" y="625278"/>
                  </a:lnTo>
                  <a:lnTo>
                    <a:pt x="249139" y="625728"/>
                  </a:lnTo>
                  <a:lnTo>
                    <a:pt x="249522" y="626155"/>
                  </a:lnTo>
                  <a:lnTo>
                    <a:pt x="249926" y="626582"/>
                  </a:lnTo>
                  <a:lnTo>
                    <a:pt x="250309" y="627010"/>
                  </a:lnTo>
                  <a:lnTo>
                    <a:pt x="250714" y="627414"/>
                  </a:lnTo>
                  <a:lnTo>
                    <a:pt x="251096" y="627819"/>
                  </a:lnTo>
                  <a:lnTo>
                    <a:pt x="251501" y="628224"/>
                  </a:lnTo>
                  <a:lnTo>
                    <a:pt x="251905" y="628606"/>
                  </a:lnTo>
                  <a:lnTo>
                    <a:pt x="252288" y="628989"/>
                  </a:lnTo>
                  <a:lnTo>
                    <a:pt x="252693" y="629371"/>
                  </a:lnTo>
                  <a:lnTo>
                    <a:pt x="253075" y="629731"/>
                  </a:lnTo>
                  <a:lnTo>
                    <a:pt x="253480" y="630091"/>
                  </a:lnTo>
                  <a:lnTo>
                    <a:pt x="253862" y="630450"/>
                  </a:lnTo>
                  <a:lnTo>
                    <a:pt x="254267" y="630788"/>
                  </a:lnTo>
                  <a:lnTo>
                    <a:pt x="254650" y="631125"/>
                  </a:lnTo>
                  <a:lnTo>
                    <a:pt x="255054" y="631462"/>
                  </a:lnTo>
                  <a:lnTo>
                    <a:pt x="255459" y="631800"/>
                  </a:lnTo>
                  <a:lnTo>
                    <a:pt x="255841" y="632115"/>
                  </a:lnTo>
                  <a:lnTo>
                    <a:pt x="256246" y="632429"/>
                  </a:lnTo>
                  <a:lnTo>
                    <a:pt x="256628" y="632744"/>
                  </a:lnTo>
                  <a:lnTo>
                    <a:pt x="257033" y="633037"/>
                  </a:lnTo>
                  <a:lnTo>
                    <a:pt x="257416" y="633329"/>
                  </a:lnTo>
                  <a:lnTo>
                    <a:pt x="257820" y="633621"/>
                  </a:lnTo>
                  <a:lnTo>
                    <a:pt x="258202" y="633891"/>
                  </a:lnTo>
                  <a:lnTo>
                    <a:pt x="258608" y="634184"/>
                  </a:lnTo>
                  <a:lnTo>
                    <a:pt x="259012" y="634454"/>
                  </a:lnTo>
                  <a:lnTo>
                    <a:pt x="259395" y="634701"/>
                  </a:lnTo>
                  <a:lnTo>
                    <a:pt x="259799" y="634971"/>
                  </a:lnTo>
                  <a:lnTo>
                    <a:pt x="260182" y="635218"/>
                  </a:lnTo>
                  <a:lnTo>
                    <a:pt x="260587" y="635466"/>
                  </a:lnTo>
                  <a:lnTo>
                    <a:pt x="260969" y="635713"/>
                  </a:lnTo>
                  <a:lnTo>
                    <a:pt x="261374" y="635960"/>
                  </a:lnTo>
                  <a:lnTo>
                    <a:pt x="261756" y="636208"/>
                  </a:lnTo>
                  <a:lnTo>
                    <a:pt x="262161" y="636433"/>
                  </a:lnTo>
                  <a:lnTo>
                    <a:pt x="262566" y="636658"/>
                  </a:lnTo>
                  <a:lnTo>
                    <a:pt x="262948" y="636882"/>
                  </a:lnTo>
                  <a:lnTo>
                    <a:pt x="263353" y="637085"/>
                  </a:lnTo>
                  <a:lnTo>
                    <a:pt x="263735" y="637287"/>
                  </a:lnTo>
                  <a:lnTo>
                    <a:pt x="264140" y="637490"/>
                  </a:lnTo>
                  <a:lnTo>
                    <a:pt x="264522" y="637692"/>
                  </a:lnTo>
                  <a:lnTo>
                    <a:pt x="264927" y="637872"/>
                  </a:lnTo>
                  <a:lnTo>
                    <a:pt x="265332" y="638052"/>
                  </a:lnTo>
                  <a:lnTo>
                    <a:pt x="265714" y="638232"/>
                  </a:lnTo>
                  <a:lnTo>
                    <a:pt x="266119" y="638389"/>
                  </a:lnTo>
                  <a:lnTo>
                    <a:pt x="266502" y="638569"/>
                  </a:lnTo>
                  <a:lnTo>
                    <a:pt x="266906" y="638727"/>
                  </a:lnTo>
                  <a:lnTo>
                    <a:pt x="267288" y="638884"/>
                  </a:lnTo>
                  <a:lnTo>
                    <a:pt x="267693" y="639019"/>
                  </a:lnTo>
                  <a:lnTo>
                    <a:pt x="268076" y="639154"/>
                  </a:lnTo>
                  <a:lnTo>
                    <a:pt x="268480" y="639311"/>
                  </a:lnTo>
                  <a:lnTo>
                    <a:pt x="268885" y="639446"/>
                  </a:lnTo>
                  <a:lnTo>
                    <a:pt x="269268" y="639559"/>
                  </a:lnTo>
                  <a:lnTo>
                    <a:pt x="269672" y="639694"/>
                  </a:lnTo>
                  <a:lnTo>
                    <a:pt x="270055" y="639806"/>
                  </a:lnTo>
                  <a:lnTo>
                    <a:pt x="270459" y="639919"/>
                  </a:lnTo>
                  <a:lnTo>
                    <a:pt x="270842" y="640031"/>
                  </a:lnTo>
                  <a:lnTo>
                    <a:pt x="271247" y="640121"/>
                  </a:lnTo>
                  <a:lnTo>
                    <a:pt x="271629" y="640211"/>
                  </a:lnTo>
                  <a:lnTo>
                    <a:pt x="272034" y="640301"/>
                  </a:lnTo>
                  <a:lnTo>
                    <a:pt x="272439" y="640391"/>
                  </a:lnTo>
                  <a:lnTo>
                    <a:pt x="272821" y="640458"/>
                  </a:lnTo>
                  <a:lnTo>
                    <a:pt x="273226" y="640526"/>
                  </a:lnTo>
                  <a:lnTo>
                    <a:pt x="273608" y="640593"/>
                  </a:lnTo>
                  <a:lnTo>
                    <a:pt x="274013" y="640661"/>
                  </a:lnTo>
                  <a:lnTo>
                    <a:pt x="274395" y="640706"/>
                  </a:lnTo>
                  <a:lnTo>
                    <a:pt x="274800" y="640751"/>
                  </a:lnTo>
                  <a:lnTo>
                    <a:pt x="275182" y="640796"/>
                  </a:lnTo>
                  <a:lnTo>
                    <a:pt x="275587" y="640841"/>
                  </a:lnTo>
                  <a:lnTo>
                    <a:pt x="275992" y="640886"/>
                  </a:lnTo>
                  <a:lnTo>
                    <a:pt x="276374" y="640863"/>
                  </a:lnTo>
                  <a:lnTo>
                    <a:pt x="276779" y="640863"/>
                  </a:lnTo>
                  <a:lnTo>
                    <a:pt x="277162" y="640841"/>
                  </a:lnTo>
                  <a:lnTo>
                    <a:pt x="277566" y="640818"/>
                  </a:lnTo>
                  <a:lnTo>
                    <a:pt x="277948" y="640796"/>
                  </a:lnTo>
                  <a:lnTo>
                    <a:pt x="278353" y="640751"/>
                  </a:lnTo>
                  <a:lnTo>
                    <a:pt x="278758" y="640728"/>
                  </a:lnTo>
                  <a:lnTo>
                    <a:pt x="279140" y="640661"/>
                  </a:lnTo>
                  <a:lnTo>
                    <a:pt x="279545" y="640616"/>
                  </a:lnTo>
                  <a:lnTo>
                    <a:pt x="279928" y="640571"/>
                  </a:lnTo>
                  <a:lnTo>
                    <a:pt x="280332" y="640503"/>
                  </a:lnTo>
                  <a:lnTo>
                    <a:pt x="280715" y="640436"/>
                  </a:lnTo>
                  <a:lnTo>
                    <a:pt x="281120" y="640346"/>
                  </a:lnTo>
                  <a:lnTo>
                    <a:pt x="281502" y="640278"/>
                  </a:lnTo>
                  <a:lnTo>
                    <a:pt x="281907" y="640188"/>
                  </a:lnTo>
                  <a:lnTo>
                    <a:pt x="282311" y="640098"/>
                  </a:lnTo>
                  <a:lnTo>
                    <a:pt x="282694" y="640009"/>
                  </a:lnTo>
                  <a:lnTo>
                    <a:pt x="283076" y="639919"/>
                  </a:lnTo>
                  <a:lnTo>
                    <a:pt x="283481" y="639806"/>
                  </a:lnTo>
                  <a:lnTo>
                    <a:pt x="283886" y="639694"/>
                  </a:lnTo>
                  <a:lnTo>
                    <a:pt x="284246" y="639581"/>
                  </a:lnTo>
                  <a:lnTo>
                    <a:pt x="284673" y="639469"/>
                  </a:lnTo>
                  <a:lnTo>
                    <a:pt x="285033" y="639334"/>
                  </a:lnTo>
                  <a:lnTo>
                    <a:pt x="285438" y="639199"/>
                  </a:lnTo>
                  <a:lnTo>
                    <a:pt x="285842" y="639064"/>
                  </a:lnTo>
                  <a:lnTo>
                    <a:pt x="286224" y="638929"/>
                  </a:lnTo>
                  <a:lnTo>
                    <a:pt x="286630" y="638772"/>
                  </a:lnTo>
                  <a:lnTo>
                    <a:pt x="287012" y="638614"/>
                  </a:lnTo>
                  <a:lnTo>
                    <a:pt x="287416" y="638457"/>
                  </a:lnTo>
                  <a:lnTo>
                    <a:pt x="287799" y="638299"/>
                  </a:lnTo>
                  <a:lnTo>
                    <a:pt x="288204" y="638119"/>
                  </a:lnTo>
                  <a:lnTo>
                    <a:pt x="288586" y="637939"/>
                  </a:lnTo>
                  <a:lnTo>
                    <a:pt x="288991" y="637760"/>
                  </a:lnTo>
                  <a:lnTo>
                    <a:pt x="289396" y="637580"/>
                  </a:lnTo>
                  <a:lnTo>
                    <a:pt x="289778" y="637400"/>
                  </a:lnTo>
                  <a:lnTo>
                    <a:pt x="290183" y="637197"/>
                  </a:lnTo>
                  <a:lnTo>
                    <a:pt x="290565" y="637017"/>
                  </a:lnTo>
                  <a:lnTo>
                    <a:pt x="290970" y="636815"/>
                  </a:lnTo>
                  <a:lnTo>
                    <a:pt x="291352" y="636613"/>
                  </a:lnTo>
                  <a:lnTo>
                    <a:pt x="291757" y="636410"/>
                  </a:lnTo>
                  <a:lnTo>
                    <a:pt x="292139" y="636185"/>
                  </a:lnTo>
                  <a:lnTo>
                    <a:pt x="292544" y="635983"/>
                  </a:lnTo>
                  <a:lnTo>
                    <a:pt x="292949" y="635758"/>
                  </a:lnTo>
                  <a:lnTo>
                    <a:pt x="293331" y="635533"/>
                  </a:lnTo>
                  <a:lnTo>
                    <a:pt x="293736" y="635308"/>
                  </a:lnTo>
                  <a:lnTo>
                    <a:pt x="294118" y="635083"/>
                  </a:lnTo>
                  <a:lnTo>
                    <a:pt x="294524" y="634858"/>
                  </a:lnTo>
                  <a:lnTo>
                    <a:pt x="294906" y="634611"/>
                  </a:lnTo>
                  <a:lnTo>
                    <a:pt x="295310" y="634589"/>
                  </a:lnTo>
                  <a:lnTo>
                    <a:pt x="295716" y="634341"/>
                  </a:lnTo>
                  <a:lnTo>
                    <a:pt x="296098" y="637602"/>
                  </a:lnTo>
                  <a:lnTo>
                    <a:pt x="296502" y="638637"/>
                  </a:lnTo>
                  <a:lnTo>
                    <a:pt x="296884" y="638389"/>
                  </a:lnTo>
                  <a:lnTo>
                    <a:pt x="297290" y="638142"/>
                  </a:lnTo>
                  <a:lnTo>
                    <a:pt x="297672" y="637894"/>
                  </a:lnTo>
                  <a:lnTo>
                    <a:pt x="298076" y="637647"/>
                  </a:lnTo>
                  <a:lnTo>
                    <a:pt x="298459" y="637377"/>
                  </a:lnTo>
                  <a:lnTo>
                    <a:pt x="298864" y="637130"/>
                  </a:lnTo>
                  <a:lnTo>
                    <a:pt x="299269" y="636860"/>
                  </a:lnTo>
                  <a:lnTo>
                    <a:pt x="299651" y="636590"/>
                  </a:lnTo>
                  <a:lnTo>
                    <a:pt x="300056" y="636298"/>
                  </a:lnTo>
                  <a:lnTo>
                    <a:pt x="300438" y="636028"/>
                  </a:lnTo>
                  <a:lnTo>
                    <a:pt x="300843" y="635735"/>
                  </a:lnTo>
                  <a:lnTo>
                    <a:pt x="301225" y="635443"/>
                  </a:lnTo>
                  <a:lnTo>
                    <a:pt x="301630" y="635151"/>
                  </a:lnTo>
                  <a:lnTo>
                    <a:pt x="302012" y="634858"/>
                  </a:lnTo>
                  <a:lnTo>
                    <a:pt x="302417" y="634543"/>
                  </a:lnTo>
                  <a:lnTo>
                    <a:pt x="302822" y="634229"/>
                  </a:lnTo>
                  <a:lnTo>
                    <a:pt x="303204" y="633914"/>
                  </a:lnTo>
                  <a:lnTo>
                    <a:pt x="303609" y="633599"/>
                  </a:lnTo>
                  <a:lnTo>
                    <a:pt x="303992" y="633284"/>
                  </a:lnTo>
                  <a:lnTo>
                    <a:pt x="304396" y="632947"/>
                  </a:lnTo>
                  <a:lnTo>
                    <a:pt x="304778" y="632632"/>
                  </a:lnTo>
                  <a:lnTo>
                    <a:pt x="305184" y="632295"/>
                  </a:lnTo>
                  <a:lnTo>
                    <a:pt x="305566" y="631957"/>
                  </a:lnTo>
                  <a:lnTo>
                    <a:pt x="305970" y="631597"/>
                  </a:lnTo>
                  <a:lnTo>
                    <a:pt x="306376" y="631260"/>
                  </a:lnTo>
                  <a:lnTo>
                    <a:pt x="306758" y="630900"/>
                  </a:lnTo>
                  <a:lnTo>
                    <a:pt x="307162" y="630540"/>
                  </a:lnTo>
                  <a:lnTo>
                    <a:pt x="307545" y="630181"/>
                  </a:lnTo>
                  <a:lnTo>
                    <a:pt x="307950" y="629798"/>
                  </a:lnTo>
                  <a:lnTo>
                    <a:pt x="308332" y="629438"/>
                  </a:lnTo>
                  <a:lnTo>
                    <a:pt x="308737" y="629056"/>
                  </a:lnTo>
                  <a:lnTo>
                    <a:pt x="309142" y="628674"/>
                  </a:lnTo>
                  <a:lnTo>
                    <a:pt x="309524" y="628291"/>
                  </a:lnTo>
                  <a:lnTo>
                    <a:pt x="309929" y="627909"/>
                  </a:lnTo>
                  <a:lnTo>
                    <a:pt x="310311" y="627504"/>
                  </a:lnTo>
                  <a:lnTo>
                    <a:pt x="310716" y="627122"/>
                  </a:lnTo>
                  <a:lnTo>
                    <a:pt x="311098" y="626717"/>
                  </a:lnTo>
                  <a:lnTo>
                    <a:pt x="311503" y="626312"/>
                  </a:lnTo>
                  <a:lnTo>
                    <a:pt x="311885" y="625907"/>
                  </a:lnTo>
                  <a:lnTo>
                    <a:pt x="312290" y="625503"/>
                  </a:lnTo>
                  <a:lnTo>
                    <a:pt x="312695" y="625098"/>
                  </a:lnTo>
                  <a:lnTo>
                    <a:pt x="313077" y="624671"/>
                  </a:lnTo>
                  <a:lnTo>
                    <a:pt x="313482" y="624243"/>
                  </a:lnTo>
                  <a:lnTo>
                    <a:pt x="313864" y="623838"/>
                  </a:lnTo>
                  <a:lnTo>
                    <a:pt x="314269" y="623411"/>
                  </a:lnTo>
                  <a:lnTo>
                    <a:pt x="314652" y="622961"/>
                  </a:lnTo>
                  <a:lnTo>
                    <a:pt x="315056" y="622534"/>
                  </a:lnTo>
                  <a:lnTo>
                    <a:pt x="315438" y="622107"/>
                  </a:lnTo>
                  <a:lnTo>
                    <a:pt x="315844" y="621657"/>
                  </a:lnTo>
                  <a:lnTo>
                    <a:pt x="316248" y="621207"/>
                  </a:lnTo>
                  <a:lnTo>
                    <a:pt x="316630" y="620757"/>
                  </a:lnTo>
                  <a:lnTo>
                    <a:pt x="317036" y="620308"/>
                  </a:lnTo>
                  <a:lnTo>
                    <a:pt x="317418" y="619858"/>
                  </a:lnTo>
                  <a:lnTo>
                    <a:pt x="317822" y="619408"/>
                  </a:lnTo>
                  <a:lnTo>
                    <a:pt x="318205" y="618936"/>
                  </a:lnTo>
                  <a:lnTo>
                    <a:pt x="318610" y="618486"/>
                  </a:lnTo>
                  <a:lnTo>
                    <a:pt x="318992" y="618014"/>
                  </a:lnTo>
                  <a:lnTo>
                    <a:pt x="319397" y="617541"/>
                  </a:lnTo>
                  <a:lnTo>
                    <a:pt x="319802" y="617069"/>
                  </a:lnTo>
                  <a:lnTo>
                    <a:pt x="320184" y="616597"/>
                  </a:lnTo>
                  <a:lnTo>
                    <a:pt x="320589" y="616102"/>
                  </a:lnTo>
                  <a:lnTo>
                    <a:pt x="320971" y="615630"/>
                  </a:lnTo>
                  <a:lnTo>
                    <a:pt x="321376" y="615135"/>
                  </a:lnTo>
                  <a:lnTo>
                    <a:pt x="321758" y="614640"/>
                  </a:lnTo>
                  <a:lnTo>
                    <a:pt x="322163" y="614168"/>
                  </a:lnTo>
                  <a:lnTo>
                    <a:pt x="322545" y="613673"/>
                  </a:lnTo>
                  <a:lnTo>
                    <a:pt x="322950" y="613178"/>
                  </a:lnTo>
                  <a:lnTo>
                    <a:pt x="323355" y="612684"/>
                  </a:lnTo>
                  <a:lnTo>
                    <a:pt x="323737" y="612166"/>
                  </a:lnTo>
                  <a:lnTo>
                    <a:pt x="324142" y="611672"/>
                  </a:lnTo>
                  <a:lnTo>
                    <a:pt x="324524" y="611154"/>
                  </a:lnTo>
                  <a:lnTo>
                    <a:pt x="324929" y="610637"/>
                  </a:lnTo>
                  <a:lnTo>
                    <a:pt x="325312" y="610120"/>
                  </a:lnTo>
                  <a:lnTo>
                    <a:pt x="325716" y="609603"/>
                  </a:lnTo>
                  <a:lnTo>
                    <a:pt x="326121" y="609063"/>
                  </a:lnTo>
                  <a:lnTo>
                    <a:pt x="326504" y="608546"/>
                  </a:lnTo>
                  <a:lnTo>
                    <a:pt x="326908" y="608006"/>
                  </a:lnTo>
                  <a:lnTo>
                    <a:pt x="327290" y="607466"/>
                  </a:lnTo>
                  <a:lnTo>
                    <a:pt x="327696" y="606926"/>
                  </a:lnTo>
                  <a:lnTo>
                    <a:pt x="328078" y="606387"/>
                  </a:lnTo>
                  <a:lnTo>
                    <a:pt x="328482" y="605824"/>
                  </a:lnTo>
                  <a:lnTo>
                    <a:pt x="328865" y="605262"/>
                  </a:lnTo>
                  <a:lnTo>
                    <a:pt x="329270" y="604722"/>
                  </a:lnTo>
                  <a:lnTo>
                    <a:pt x="329674" y="604138"/>
                  </a:lnTo>
                  <a:lnTo>
                    <a:pt x="330057" y="603575"/>
                  </a:lnTo>
                  <a:lnTo>
                    <a:pt x="330462" y="602991"/>
                  </a:lnTo>
                  <a:lnTo>
                    <a:pt x="330844" y="602428"/>
                  </a:lnTo>
                  <a:lnTo>
                    <a:pt x="331249" y="601844"/>
                  </a:lnTo>
                  <a:lnTo>
                    <a:pt x="331631" y="601259"/>
                  </a:lnTo>
                  <a:lnTo>
                    <a:pt x="332036" y="600652"/>
                  </a:lnTo>
                  <a:lnTo>
                    <a:pt x="332418" y="600067"/>
                  </a:lnTo>
                  <a:lnTo>
                    <a:pt x="332823" y="599460"/>
                  </a:lnTo>
                  <a:lnTo>
                    <a:pt x="333228" y="598853"/>
                  </a:lnTo>
                  <a:lnTo>
                    <a:pt x="333610" y="598245"/>
                  </a:lnTo>
                  <a:lnTo>
                    <a:pt x="334015" y="597638"/>
                  </a:lnTo>
                  <a:lnTo>
                    <a:pt x="334397" y="597031"/>
                  </a:lnTo>
                  <a:lnTo>
                    <a:pt x="334802" y="596424"/>
                  </a:lnTo>
                  <a:lnTo>
                    <a:pt x="335184" y="595794"/>
                  </a:lnTo>
                  <a:lnTo>
                    <a:pt x="335590" y="595187"/>
                  </a:lnTo>
                  <a:lnTo>
                    <a:pt x="335972" y="594557"/>
                  </a:lnTo>
                  <a:lnTo>
                    <a:pt x="336376" y="593950"/>
                  </a:lnTo>
                  <a:lnTo>
                    <a:pt x="336782" y="593320"/>
                  </a:lnTo>
                  <a:lnTo>
                    <a:pt x="337164" y="592690"/>
                  </a:lnTo>
                  <a:lnTo>
                    <a:pt x="337568" y="592061"/>
                  </a:lnTo>
                  <a:lnTo>
                    <a:pt x="337950" y="591454"/>
                  </a:lnTo>
                  <a:lnTo>
                    <a:pt x="338356" y="590824"/>
                  </a:lnTo>
                  <a:lnTo>
                    <a:pt x="338738" y="590194"/>
                  </a:lnTo>
                  <a:lnTo>
                    <a:pt x="339142" y="589564"/>
                  </a:lnTo>
                  <a:lnTo>
                    <a:pt x="339548" y="588935"/>
                  </a:lnTo>
                  <a:lnTo>
                    <a:pt x="339930" y="588305"/>
                  </a:lnTo>
                  <a:lnTo>
                    <a:pt x="340335" y="587675"/>
                  </a:lnTo>
                  <a:lnTo>
                    <a:pt x="340717" y="587046"/>
                  </a:lnTo>
                  <a:lnTo>
                    <a:pt x="341122" y="586416"/>
                  </a:lnTo>
                  <a:lnTo>
                    <a:pt x="341504" y="585786"/>
                  </a:lnTo>
                  <a:lnTo>
                    <a:pt x="341909" y="585134"/>
                  </a:lnTo>
                  <a:lnTo>
                    <a:pt x="342291" y="584504"/>
                  </a:lnTo>
                  <a:lnTo>
                    <a:pt x="342696" y="583852"/>
                  </a:lnTo>
                  <a:lnTo>
                    <a:pt x="343101" y="583200"/>
                  </a:lnTo>
                  <a:lnTo>
                    <a:pt x="343483" y="582548"/>
                  </a:lnTo>
                  <a:lnTo>
                    <a:pt x="343888" y="581895"/>
                  </a:lnTo>
                  <a:lnTo>
                    <a:pt x="344270" y="581243"/>
                  </a:lnTo>
                  <a:lnTo>
                    <a:pt x="344675" y="580591"/>
                  </a:lnTo>
                  <a:lnTo>
                    <a:pt x="345058" y="579916"/>
                  </a:lnTo>
                  <a:lnTo>
                    <a:pt x="345462" y="579264"/>
                  </a:lnTo>
                  <a:lnTo>
                    <a:pt x="345844" y="578589"/>
                  </a:lnTo>
                  <a:lnTo>
                    <a:pt x="346250" y="577937"/>
                  </a:lnTo>
                  <a:lnTo>
                    <a:pt x="346654" y="577285"/>
                  </a:lnTo>
                  <a:lnTo>
                    <a:pt x="347036" y="576610"/>
                  </a:lnTo>
                  <a:lnTo>
                    <a:pt x="347442" y="575958"/>
                  </a:lnTo>
                  <a:lnTo>
                    <a:pt x="347824" y="575284"/>
                  </a:lnTo>
                  <a:lnTo>
                    <a:pt x="348228" y="574609"/>
                  </a:lnTo>
                  <a:lnTo>
                    <a:pt x="348611" y="573934"/>
                  </a:lnTo>
                  <a:lnTo>
                    <a:pt x="349016" y="573282"/>
                  </a:lnTo>
                  <a:lnTo>
                    <a:pt x="349398" y="572607"/>
                  </a:lnTo>
                  <a:lnTo>
                    <a:pt x="349803" y="571933"/>
                  </a:lnTo>
                  <a:lnTo>
                    <a:pt x="350208" y="571258"/>
                  </a:lnTo>
                  <a:lnTo>
                    <a:pt x="350590" y="570583"/>
                  </a:lnTo>
                  <a:lnTo>
                    <a:pt x="350995" y="569908"/>
                  </a:lnTo>
                  <a:lnTo>
                    <a:pt x="351377" y="569234"/>
                  </a:lnTo>
                  <a:lnTo>
                    <a:pt x="351782" y="568559"/>
                  </a:lnTo>
                  <a:lnTo>
                    <a:pt x="352164" y="567884"/>
                  </a:lnTo>
                  <a:lnTo>
                    <a:pt x="352569" y="567232"/>
                  </a:lnTo>
                  <a:lnTo>
                    <a:pt x="352951" y="566558"/>
                  </a:lnTo>
                  <a:lnTo>
                    <a:pt x="353356" y="565883"/>
                  </a:lnTo>
                  <a:lnTo>
                    <a:pt x="353761" y="565208"/>
                  </a:lnTo>
                  <a:lnTo>
                    <a:pt x="354143" y="564556"/>
                  </a:lnTo>
                  <a:lnTo>
                    <a:pt x="354548" y="563881"/>
                  </a:lnTo>
                  <a:lnTo>
                    <a:pt x="354930" y="563207"/>
                  </a:lnTo>
                  <a:lnTo>
                    <a:pt x="355335" y="562554"/>
                  </a:lnTo>
                  <a:lnTo>
                    <a:pt x="355718" y="561880"/>
                  </a:lnTo>
                  <a:lnTo>
                    <a:pt x="356122" y="561205"/>
                  </a:lnTo>
                  <a:lnTo>
                    <a:pt x="356527" y="560530"/>
                  </a:lnTo>
                  <a:lnTo>
                    <a:pt x="356910" y="559856"/>
                  </a:lnTo>
                  <a:lnTo>
                    <a:pt x="357314" y="559203"/>
                  </a:lnTo>
                  <a:lnTo>
                    <a:pt x="357696" y="558529"/>
                  </a:lnTo>
                  <a:lnTo>
                    <a:pt x="358102" y="557854"/>
                  </a:lnTo>
                  <a:lnTo>
                    <a:pt x="358484" y="557179"/>
                  </a:lnTo>
                  <a:lnTo>
                    <a:pt x="358888" y="556505"/>
                  </a:lnTo>
                  <a:lnTo>
                    <a:pt x="359271" y="555830"/>
                  </a:lnTo>
                  <a:lnTo>
                    <a:pt x="359676" y="555155"/>
                  </a:lnTo>
                  <a:lnTo>
                    <a:pt x="360080" y="554481"/>
                  </a:lnTo>
                  <a:lnTo>
                    <a:pt x="360463" y="553806"/>
                  </a:lnTo>
                  <a:lnTo>
                    <a:pt x="360868" y="553131"/>
                  </a:lnTo>
                  <a:lnTo>
                    <a:pt x="361250" y="552457"/>
                  </a:lnTo>
                  <a:lnTo>
                    <a:pt x="361655" y="551782"/>
                  </a:lnTo>
                  <a:lnTo>
                    <a:pt x="362037" y="551107"/>
                  </a:lnTo>
                  <a:lnTo>
                    <a:pt x="362442" y="550432"/>
                  </a:lnTo>
                  <a:lnTo>
                    <a:pt x="362824" y="549735"/>
                  </a:lnTo>
                  <a:lnTo>
                    <a:pt x="363229" y="549061"/>
                  </a:lnTo>
                  <a:lnTo>
                    <a:pt x="363634" y="548363"/>
                  </a:lnTo>
                  <a:lnTo>
                    <a:pt x="364016" y="547689"/>
                  </a:lnTo>
                  <a:lnTo>
                    <a:pt x="364421" y="546992"/>
                  </a:lnTo>
                  <a:lnTo>
                    <a:pt x="364803" y="546294"/>
                  </a:lnTo>
                  <a:lnTo>
                    <a:pt x="365208" y="545597"/>
                  </a:lnTo>
                  <a:lnTo>
                    <a:pt x="365590" y="544923"/>
                  </a:lnTo>
                  <a:lnTo>
                    <a:pt x="365995" y="544225"/>
                  </a:lnTo>
                  <a:lnTo>
                    <a:pt x="366378" y="543528"/>
                  </a:lnTo>
                  <a:lnTo>
                    <a:pt x="366782" y="542831"/>
                  </a:lnTo>
                  <a:lnTo>
                    <a:pt x="367187" y="542111"/>
                  </a:lnTo>
                  <a:lnTo>
                    <a:pt x="367570" y="541414"/>
                  </a:lnTo>
                  <a:lnTo>
                    <a:pt x="367974" y="540717"/>
                  </a:lnTo>
                  <a:lnTo>
                    <a:pt x="368356" y="540020"/>
                  </a:lnTo>
                  <a:lnTo>
                    <a:pt x="368762" y="539323"/>
                  </a:lnTo>
                  <a:lnTo>
                    <a:pt x="369144" y="538625"/>
                  </a:lnTo>
                  <a:lnTo>
                    <a:pt x="369548" y="537906"/>
                  </a:lnTo>
                  <a:lnTo>
                    <a:pt x="369954" y="537209"/>
                  </a:lnTo>
                  <a:lnTo>
                    <a:pt x="370336" y="536511"/>
                  </a:lnTo>
                  <a:lnTo>
                    <a:pt x="370740" y="535814"/>
                  </a:lnTo>
                  <a:lnTo>
                    <a:pt x="371123" y="535117"/>
                  </a:lnTo>
                  <a:lnTo>
                    <a:pt x="371528" y="534397"/>
                  </a:lnTo>
                  <a:lnTo>
                    <a:pt x="371910" y="533700"/>
                  </a:lnTo>
                  <a:lnTo>
                    <a:pt x="372315" y="533003"/>
                  </a:lnTo>
                  <a:lnTo>
                    <a:pt x="372697" y="532283"/>
                  </a:lnTo>
                  <a:lnTo>
                    <a:pt x="373102" y="531586"/>
                  </a:lnTo>
                  <a:lnTo>
                    <a:pt x="373507" y="530867"/>
                  </a:lnTo>
                  <a:lnTo>
                    <a:pt x="373889" y="530147"/>
                  </a:lnTo>
                  <a:lnTo>
                    <a:pt x="374294" y="529450"/>
                  </a:lnTo>
                  <a:lnTo>
                    <a:pt x="374676" y="528730"/>
                  </a:lnTo>
                  <a:lnTo>
                    <a:pt x="375081" y="528010"/>
                  </a:lnTo>
                  <a:lnTo>
                    <a:pt x="375463" y="527313"/>
                  </a:lnTo>
                  <a:lnTo>
                    <a:pt x="375868" y="526594"/>
                  </a:lnTo>
                  <a:lnTo>
                    <a:pt x="376250" y="525896"/>
                  </a:lnTo>
                  <a:lnTo>
                    <a:pt x="376656" y="525199"/>
                  </a:lnTo>
                  <a:lnTo>
                    <a:pt x="377060" y="524479"/>
                  </a:lnTo>
                  <a:lnTo>
                    <a:pt x="377442" y="523782"/>
                  </a:lnTo>
                  <a:lnTo>
                    <a:pt x="377847" y="523085"/>
                  </a:lnTo>
                  <a:lnTo>
                    <a:pt x="378230" y="522388"/>
                  </a:lnTo>
                  <a:lnTo>
                    <a:pt x="378634" y="521691"/>
                  </a:lnTo>
                  <a:lnTo>
                    <a:pt x="379016" y="521016"/>
                  </a:lnTo>
                  <a:lnTo>
                    <a:pt x="379422" y="520319"/>
                  </a:lnTo>
                  <a:lnTo>
                    <a:pt x="379804" y="519622"/>
                  </a:lnTo>
                  <a:lnTo>
                    <a:pt x="380208" y="518947"/>
                  </a:lnTo>
                  <a:lnTo>
                    <a:pt x="380614" y="518272"/>
                  </a:lnTo>
                  <a:lnTo>
                    <a:pt x="380996" y="517575"/>
                  </a:lnTo>
                  <a:lnTo>
                    <a:pt x="381401" y="516900"/>
                  </a:lnTo>
                  <a:lnTo>
                    <a:pt x="381783" y="516226"/>
                  </a:lnTo>
                  <a:lnTo>
                    <a:pt x="382188" y="515551"/>
                  </a:lnTo>
                  <a:lnTo>
                    <a:pt x="382570" y="514854"/>
                  </a:lnTo>
                  <a:lnTo>
                    <a:pt x="382975" y="514179"/>
                  </a:lnTo>
                  <a:lnTo>
                    <a:pt x="383357" y="513505"/>
                  </a:lnTo>
                  <a:lnTo>
                    <a:pt x="383762" y="512830"/>
                  </a:lnTo>
                  <a:lnTo>
                    <a:pt x="384167" y="512178"/>
                  </a:lnTo>
                  <a:lnTo>
                    <a:pt x="384549" y="511503"/>
                  </a:lnTo>
                  <a:lnTo>
                    <a:pt x="384954" y="510828"/>
                  </a:lnTo>
                  <a:lnTo>
                    <a:pt x="385336" y="510154"/>
                  </a:lnTo>
                  <a:lnTo>
                    <a:pt x="385741" y="509501"/>
                  </a:lnTo>
                  <a:lnTo>
                    <a:pt x="386124" y="508827"/>
                  </a:lnTo>
                  <a:lnTo>
                    <a:pt x="386528" y="508152"/>
                  </a:lnTo>
                  <a:lnTo>
                    <a:pt x="386933" y="507500"/>
                  </a:lnTo>
                  <a:lnTo>
                    <a:pt x="387316" y="506825"/>
                  </a:lnTo>
                  <a:lnTo>
                    <a:pt x="387720" y="506150"/>
                  </a:lnTo>
                  <a:lnTo>
                    <a:pt x="388102" y="505498"/>
                  </a:lnTo>
                  <a:lnTo>
                    <a:pt x="388508" y="504824"/>
                  </a:lnTo>
                  <a:lnTo>
                    <a:pt x="388890" y="504149"/>
                  </a:lnTo>
                  <a:lnTo>
                    <a:pt x="389294" y="503497"/>
                  </a:lnTo>
                  <a:lnTo>
                    <a:pt x="389677" y="502822"/>
                  </a:lnTo>
                  <a:lnTo>
                    <a:pt x="390082" y="502170"/>
                  </a:lnTo>
                  <a:lnTo>
                    <a:pt x="390486" y="501518"/>
                  </a:lnTo>
                  <a:lnTo>
                    <a:pt x="390869" y="500843"/>
                  </a:lnTo>
                  <a:lnTo>
                    <a:pt x="391274" y="500191"/>
                  </a:lnTo>
                  <a:lnTo>
                    <a:pt x="391656" y="499539"/>
                  </a:lnTo>
                  <a:lnTo>
                    <a:pt x="392061" y="498864"/>
                  </a:lnTo>
                  <a:lnTo>
                    <a:pt x="392443" y="498212"/>
                  </a:lnTo>
                  <a:lnTo>
                    <a:pt x="392848" y="497560"/>
                  </a:lnTo>
                  <a:lnTo>
                    <a:pt x="393230" y="496907"/>
                  </a:lnTo>
                  <a:lnTo>
                    <a:pt x="393635" y="496255"/>
                  </a:lnTo>
                  <a:lnTo>
                    <a:pt x="394040" y="495603"/>
                  </a:lnTo>
                  <a:lnTo>
                    <a:pt x="394422" y="494951"/>
                  </a:lnTo>
                  <a:lnTo>
                    <a:pt x="394827" y="494276"/>
                  </a:lnTo>
                  <a:lnTo>
                    <a:pt x="395209" y="493624"/>
                  </a:lnTo>
                  <a:lnTo>
                    <a:pt x="395614" y="492972"/>
                  </a:lnTo>
                  <a:lnTo>
                    <a:pt x="395996" y="492319"/>
                  </a:lnTo>
                  <a:lnTo>
                    <a:pt x="396401" y="491667"/>
                  </a:lnTo>
                  <a:lnTo>
                    <a:pt x="396784" y="491015"/>
                  </a:lnTo>
                  <a:lnTo>
                    <a:pt x="397188" y="490363"/>
                  </a:lnTo>
                  <a:lnTo>
                    <a:pt x="397593" y="489711"/>
                  </a:lnTo>
                  <a:lnTo>
                    <a:pt x="397976" y="489058"/>
                  </a:lnTo>
                  <a:lnTo>
                    <a:pt x="398380" y="488406"/>
                  </a:lnTo>
                  <a:lnTo>
                    <a:pt x="398762" y="487754"/>
                  </a:lnTo>
                  <a:lnTo>
                    <a:pt x="399168" y="487102"/>
                  </a:lnTo>
                  <a:lnTo>
                    <a:pt x="399550" y="486450"/>
                  </a:lnTo>
                  <a:lnTo>
                    <a:pt x="399954" y="485797"/>
                  </a:lnTo>
                  <a:lnTo>
                    <a:pt x="400359" y="485145"/>
                  </a:lnTo>
                  <a:lnTo>
                    <a:pt x="400742" y="484493"/>
                  </a:lnTo>
                  <a:lnTo>
                    <a:pt x="401146" y="483841"/>
                  </a:lnTo>
                  <a:lnTo>
                    <a:pt x="401529" y="483211"/>
                  </a:lnTo>
                  <a:lnTo>
                    <a:pt x="401934" y="482559"/>
                  </a:lnTo>
                  <a:lnTo>
                    <a:pt x="402316" y="481929"/>
                  </a:lnTo>
                  <a:lnTo>
                    <a:pt x="402721" y="481277"/>
                  </a:lnTo>
                  <a:lnTo>
                    <a:pt x="403103" y="480647"/>
                  </a:lnTo>
                  <a:lnTo>
                    <a:pt x="403485" y="479995"/>
                  </a:lnTo>
                  <a:lnTo>
                    <a:pt x="403913" y="479365"/>
                  </a:lnTo>
                  <a:lnTo>
                    <a:pt x="404295" y="478736"/>
                  </a:lnTo>
                  <a:lnTo>
                    <a:pt x="404677" y="478106"/>
                  </a:lnTo>
                  <a:lnTo>
                    <a:pt x="405060" y="477476"/>
                  </a:lnTo>
                  <a:lnTo>
                    <a:pt x="405464" y="476847"/>
                  </a:lnTo>
                  <a:lnTo>
                    <a:pt x="405847" y="476217"/>
                  </a:lnTo>
                  <a:lnTo>
                    <a:pt x="406252" y="475587"/>
                  </a:lnTo>
                  <a:lnTo>
                    <a:pt x="406634" y="474957"/>
                  </a:lnTo>
                  <a:lnTo>
                    <a:pt x="407039" y="474328"/>
                  </a:lnTo>
                  <a:lnTo>
                    <a:pt x="407444" y="473698"/>
                  </a:lnTo>
                  <a:lnTo>
                    <a:pt x="407826" y="473068"/>
                  </a:lnTo>
                  <a:lnTo>
                    <a:pt x="408230" y="472439"/>
                  </a:lnTo>
                  <a:lnTo>
                    <a:pt x="408613" y="471831"/>
                  </a:lnTo>
                  <a:lnTo>
                    <a:pt x="409018" y="471202"/>
                  </a:lnTo>
                  <a:lnTo>
                    <a:pt x="409400" y="470572"/>
                  </a:lnTo>
                  <a:lnTo>
                    <a:pt x="409805" y="469942"/>
                  </a:lnTo>
                  <a:lnTo>
                    <a:pt x="410187" y="469335"/>
                  </a:lnTo>
                  <a:lnTo>
                    <a:pt x="410592" y="468705"/>
                  </a:lnTo>
                  <a:lnTo>
                    <a:pt x="410997" y="468076"/>
                  </a:lnTo>
                  <a:lnTo>
                    <a:pt x="411379" y="467446"/>
                  </a:lnTo>
                  <a:lnTo>
                    <a:pt x="411784" y="466839"/>
                  </a:lnTo>
                  <a:lnTo>
                    <a:pt x="412166" y="466209"/>
                  </a:lnTo>
                  <a:lnTo>
                    <a:pt x="412571" y="465579"/>
                  </a:lnTo>
                  <a:lnTo>
                    <a:pt x="412953" y="464950"/>
                  </a:lnTo>
                  <a:lnTo>
                    <a:pt x="413358" y="464320"/>
                  </a:lnTo>
                  <a:lnTo>
                    <a:pt x="413741" y="463690"/>
                  </a:lnTo>
                  <a:lnTo>
                    <a:pt x="414145" y="463083"/>
                  </a:lnTo>
                  <a:lnTo>
                    <a:pt x="414550" y="462453"/>
                  </a:lnTo>
                  <a:lnTo>
                    <a:pt x="414933" y="461824"/>
                  </a:lnTo>
                  <a:lnTo>
                    <a:pt x="415337" y="461194"/>
                  </a:lnTo>
                  <a:lnTo>
                    <a:pt x="415720" y="460542"/>
                  </a:lnTo>
                  <a:lnTo>
                    <a:pt x="416124" y="459912"/>
                  </a:lnTo>
                  <a:lnTo>
                    <a:pt x="416507" y="459282"/>
                  </a:lnTo>
                  <a:lnTo>
                    <a:pt x="416912" y="458652"/>
                  </a:lnTo>
                  <a:lnTo>
                    <a:pt x="417316" y="458000"/>
                  </a:lnTo>
                  <a:lnTo>
                    <a:pt x="417699" y="457393"/>
                  </a:lnTo>
                  <a:lnTo>
                    <a:pt x="418104" y="456741"/>
                  </a:lnTo>
                  <a:lnTo>
                    <a:pt x="418486" y="456111"/>
                  </a:lnTo>
                  <a:lnTo>
                    <a:pt x="418890" y="455459"/>
                  </a:lnTo>
                  <a:lnTo>
                    <a:pt x="419273" y="454807"/>
                  </a:lnTo>
                  <a:lnTo>
                    <a:pt x="419678" y="454155"/>
                  </a:lnTo>
                  <a:lnTo>
                    <a:pt x="420060" y="453525"/>
                  </a:lnTo>
                  <a:lnTo>
                    <a:pt x="420465" y="452873"/>
                  </a:lnTo>
                  <a:lnTo>
                    <a:pt x="420870" y="452221"/>
                  </a:lnTo>
                  <a:lnTo>
                    <a:pt x="421252" y="451591"/>
                  </a:lnTo>
                  <a:lnTo>
                    <a:pt x="421657" y="450939"/>
                  </a:lnTo>
                  <a:lnTo>
                    <a:pt x="422039" y="450286"/>
                  </a:lnTo>
                  <a:lnTo>
                    <a:pt x="422444" y="449657"/>
                  </a:lnTo>
                  <a:lnTo>
                    <a:pt x="422826" y="449004"/>
                  </a:lnTo>
                  <a:lnTo>
                    <a:pt x="423231" y="448375"/>
                  </a:lnTo>
                  <a:lnTo>
                    <a:pt x="423613" y="447723"/>
                  </a:lnTo>
                  <a:lnTo>
                    <a:pt x="424018" y="447093"/>
                  </a:lnTo>
                  <a:lnTo>
                    <a:pt x="424423" y="446463"/>
                  </a:lnTo>
                  <a:lnTo>
                    <a:pt x="424806" y="445833"/>
                  </a:lnTo>
                  <a:lnTo>
                    <a:pt x="425210" y="445181"/>
                  </a:lnTo>
                  <a:lnTo>
                    <a:pt x="425593" y="444552"/>
                  </a:lnTo>
                  <a:lnTo>
                    <a:pt x="425998" y="443922"/>
                  </a:lnTo>
                  <a:lnTo>
                    <a:pt x="426380" y="443292"/>
                  </a:lnTo>
                  <a:lnTo>
                    <a:pt x="426784" y="442662"/>
                  </a:lnTo>
                  <a:lnTo>
                    <a:pt x="427167" y="442033"/>
                  </a:lnTo>
                  <a:lnTo>
                    <a:pt x="427572" y="441403"/>
                  </a:lnTo>
                  <a:lnTo>
                    <a:pt x="427976" y="440773"/>
                  </a:lnTo>
                  <a:lnTo>
                    <a:pt x="428359" y="440144"/>
                  </a:lnTo>
                  <a:lnTo>
                    <a:pt x="428764" y="439536"/>
                  </a:lnTo>
                  <a:lnTo>
                    <a:pt x="429146" y="438907"/>
                  </a:lnTo>
                  <a:lnTo>
                    <a:pt x="429551" y="438277"/>
                  </a:lnTo>
                  <a:lnTo>
                    <a:pt x="429933" y="437647"/>
                  </a:lnTo>
                  <a:lnTo>
                    <a:pt x="430338" y="437040"/>
                  </a:lnTo>
                  <a:lnTo>
                    <a:pt x="430720" y="436410"/>
                  </a:lnTo>
                  <a:lnTo>
                    <a:pt x="431125" y="435803"/>
                  </a:lnTo>
                  <a:lnTo>
                    <a:pt x="431530" y="435196"/>
                  </a:lnTo>
                  <a:lnTo>
                    <a:pt x="431912" y="434566"/>
                  </a:lnTo>
                  <a:lnTo>
                    <a:pt x="432317" y="433959"/>
                  </a:lnTo>
                  <a:lnTo>
                    <a:pt x="432699" y="433352"/>
                  </a:lnTo>
                  <a:lnTo>
                    <a:pt x="433104" y="432722"/>
                  </a:lnTo>
                  <a:lnTo>
                    <a:pt x="433487" y="432115"/>
                  </a:lnTo>
                  <a:lnTo>
                    <a:pt x="433891" y="431508"/>
                  </a:lnTo>
                  <a:lnTo>
                    <a:pt x="434296" y="430900"/>
                  </a:lnTo>
                  <a:lnTo>
                    <a:pt x="434678" y="430293"/>
                  </a:lnTo>
                  <a:lnTo>
                    <a:pt x="435083" y="429686"/>
                  </a:lnTo>
                  <a:lnTo>
                    <a:pt x="435466" y="429079"/>
                  </a:lnTo>
                  <a:lnTo>
                    <a:pt x="435870" y="428472"/>
                  </a:lnTo>
                  <a:lnTo>
                    <a:pt x="436253" y="427864"/>
                  </a:lnTo>
                  <a:lnTo>
                    <a:pt x="436658" y="427257"/>
                  </a:lnTo>
                  <a:lnTo>
                    <a:pt x="437040" y="426650"/>
                  </a:lnTo>
                  <a:lnTo>
                    <a:pt x="437444" y="426043"/>
                  </a:lnTo>
                  <a:lnTo>
                    <a:pt x="437850" y="425458"/>
                  </a:lnTo>
                  <a:lnTo>
                    <a:pt x="438232" y="424851"/>
                  </a:lnTo>
                  <a:lnTo>
                    <a:pt x="438636" y="424266"/>
                  </a:lnTo>
                  <a:lnTo>
                    <a:pt x="439019" y="423659"/>
                  </a:lnTo>
                  <a:lnTo>
                    <a:pt x="439424" y="423074"/>
                  </a:lnTo>
                  <a:lnTo>
                    <a:pt x="439806" y="422467"/>
                  </a:lnTo>
                  <a:lnTo>
                    <a:pt x="440211" y="421882"/>
                  </a:lnTo>
                  <a:lnTo>
                    <a:pt x="440593" y="421297"/>
                  </a:lnTo>
                  <a:lnTo>
                    <a:pt x="440998" y="420690"/>
                  </a:lnTo>
                  <a:lnTo>
                    <a:pt x="441403" y="420105"/>
                  </a:lnTo>
                  <a:lnTo>
                    <a:pt x="441785" y="419521"/>
                  </a:lnTo>
                  <a:lnTo>
                    <a:pt x="442190" y="418936"/>
                  </a:lnTo>
                  <a:lnTo>
                    <a:pt x="442572" y="418351"/>
                  </a:lnTo>
                  <a:lnTo>
                    <a:pt x="442977" y="417766"/>
                  </a:lnTo>
                  <a:lnTo>
                    <a:pt x="443359" y="417204"/>
                  </a:lnTo>
                  <a:lnTo>
                    <a:pt x="443764" y="416619"/>
                  </a:lnTo>
                  <a:lnTo>
                    <a:pt x="444147" y="416057"/>
                  </a:lnTo>
                  <a:lnTo>
                    <a:pt x="444551" y="415473"/>
                  </a:lnTo>
                  <a:lnTo>
                    <a:pt x="444956" y="414910"/>
                  </a:lnTo>
                  <a:lnTo>
                    <a:pt x="445338" y="414348"/>
                  </a:lnTo>
                  <a:lnTo>
                    <a:pt x="445743" y="413786"/>
                  </a:lnTo>
                  <a:lnTo>
                    <a:pt x="446126" y="413224"/>
                  </a:lnTo>
                  <a:lnTo>
                    <a:pt x="446530" y="412684"/>
                  </a:lnTo>
                  <a:lnTo>
                    <a:pt x="446913" y="412122"/>
                  </a:lnTo>
                  <a:lnTo>
                    <a:pt x="447318" y="411559"/>
                  </a:lnTo>
                  <a:lnTo>
                    <a:pt x="447722" y="411020"/>
                  </a:lnTo>
                  <a:lnTo>
                    <a:pt x="448105" y="410480"/>
                  </a:lnTo>
                  <a:lnTo>
                    <a:pt x="448510" y="409940"/>
                  </a:lnTo>
                  <a:lnTo>
                    <a:pt x="448892" y="409400"/>
                  </a:lnTo>
                  <a:lnTo>
                    <a:pt x="449296" y="408838"/>
                  </a:lnTo>
                  <a:lnTo>
                    <a:pt x="449679" y="408298"/>
                  </a:lnTo>
                  <a:lnTo>
                    <a:pt x="450084" y="407759"/>
                  </a:lnTo>
                  <a:lnTo>
                    <a:pt x="450466" y="407241"/>
                  </a:lnTo>
                  <a:lnTo>
                    <a:pt x="450871" y="406702"/>
                  </a:lnTo>
                  <a:lnTo>
                    <a:pt x="451276" y="406162"/>
                  </a:lnTo>
                  <a:lnTo>
                    <a:pt x="451658" y="405645"/>
                  </a:lnTo>
                  <a:lnTo>
                    <a:pt x="452063" y="405105"/>
                  </a:lnTo>
                  <a:lnTo>
                    <a:pt x="452445" y="404588"/>
                  </a:lnTo>
                  <a:lnTo>
                    <a:pt x="452850" y="404048"/>
                  </a:lnTo>
                  <a:lnTo>
                    <a:pt x="453232" y="403531"/>
                  </a:lnTo>
                  <a:lnTo>
                    <a:pt x="453637" y="402991"/>
                  </a:lnTo>
                  <a:lnTo>
                    <a:pt x="454019" y="402473"/>
                  </a:lnTo>
                  <a:lnTo>
                    <a:pt x="454424" y="401956"/>
                  </a:lnTo>
                  <a:lnTo>
                    <a:pt x="454829" y="401417"/>
                  </a:lnTo>
                  <a:lnTo>
                    <a:pt x="455211" y="400899"/>
                  </a:lnTo>
                  <a:lnTo>
                    <a:pt x="455616" y="400382"/>
                  </a:lnTo>
                  <a:lnTo>
                    <a:pt x="455998" y="399865"/>
                  </a:lnTo>
                  <a:lnTo>
                    <a:pt x="456403" y="399347"/>
                  </a:lnTo>
                  <a:lnTo>
                    <a:pt x="456786" y="398830"/>
                  </a:lnTo>
                  <a:lnTo>
                    <a:pt x="457190" y="398313"/>
                  </a:lnTo>
                  <a:lnTo>
                    <a:pt x="457573" y="397796"/>
                  </a:lnTo>
                  <a:lnTo>
                    <a:pt x="457978" y="397301"/>
                  </a:lnTo>
                  <a:lnTo>
                    <a:pt x="458382" y="396784"/>
                  </a:lnTo>
                  <a:lnTo>
                    <a:pt x="458765" y="396266"/>
                  </a:lnTo>
                  <a:lnTo>
                    <a:pt x="459170" y="395772"/>
                  </a:lnTo>
                  <a:lnTo>
                    <a:pt x="459552" y="395277"/>
                  </a:lnTo>
                  <a:lnTo>
                    <a:pt x="459956" y="394760"/>
                  </a:lnTo>
                  <a:lnTo>
                    <a:pt x="460339" y="394265"/>
                  </a:lnTo>
                  <a:lnTo>
                    <a:pt x="460744" y="393770"/>
                  </a:lnTo>
                  <a:lnTo>
                    <a:pt x="461126" y="393275"/>
                  </a:lnTo>
                  <a:lnTo>
                    <a:pt x="461531" y="392780"/>
                  </a:lnTo>
                  <a:lnTo>
                    <a:pt x="461936" y="392286"/>
                  </a:lnTo>
                  <a:lnTo>
                    <a:pt x="462318" y="391791"/>
                  </a:lnTo>
                  <a:lnTo>
                    <a:pt x="462723" y="391296"/>
                  </a:lnTo>
                  <a:lnTo>
                    <a:pt x="463105" y="390801"/>
                  </a:lnTo>
                  <a:lnTo>
                    <a:pt x="463510" y="390329"/>
                  </a:lnTo>
                  <a:lnTo>
                    <a:pt x="463892" y="389834"/>
                  </a:lnTo>
                  <a:lnTo>
                    <a:pt x="464297" y="389362"/>
                  </a:lnTo>
                  <a:lnTo>
                    <a:pt x="464702" y="388867"/>
                  </a:lnTo>
                  <a:lnTo>
                    <a:pt x="465084" y="388373"/>
                  </a:lnTo>
                  <a:lnTo>
                    <a:pt x="465489" y="387900"/>
                  </a:lnTo>
                  <a:lnTo>
                    <a:pt x="465872" y="387406"/>
                  </a:lnTo>
                  <a:lnTo>
                    <a:pt x="466276" y="386933"/>
                  </a:lnTo>
                  <a:lnTo>
                    <a:pt x="466659" y="386438"/>
                  </a:lnTo>
                  <a:lnTo>
                    <a:pt x="467064" y="385944"/>
                  </a:lnTo>
                  <a:lnTo>
                    <a:pt x="467446" y="385471"/>
                  </a:lnTo>
                  <a:lnTo>
                    <a:pt x="467850" y="384977"/>
                  </a:lnTo>
                  <a:lnTo>
                    <a:pt x="468256" y="384504"/>
                  </a:lnTo>
                  <a:lnTo>
                    <a:pt x="468638" y="384032"/>
                  </a:lnTo>
                  <a:lnTo>
                    <a:pt x="469042" y="383537"/>
                  </a:lnTo>
                  <a:lnTo>
                    <a:pt x="469425" y="383065"/>
                  </a:lnTo>
                  <a:lnTo>
                    <a:pt x="469830" y="382593"/>
                  </a:lnTo>
                  <a:lnTo>
                    <a:pt x="470212" y="382098"/>
                  </a:lnTo>
                  <a:lnTo>
                    <a:pt x="470617" y="381626"/>
                  </a:lnTo>
                  <a:lnTo>
                    <a:pt x="470999" y="381153"/>
                  </a:lnTo>
                  <a:lnTo>
                    <a:pt x="471404" y="380681"/>
                  </a:lnTo>
                  <a:lnTo>
                    <a:pt x="471809" y="380209"/>
                  </a:lnTo>
                  <a:lnTo>
                    <a:pt x="472191" y="379737"/>
                  </a:lnTo>
                  <a:lnTo>
                    <a:pt x="472596" y="379264"/>
                  </a:lnTo>
                  <a:lnTo>
                    <a:pt x="472978" y="378814"/>
                  </a:lnTo>
                  <a:lnTo>
                    <a:pt x="473383" y="378342"/>
                  </a:lnTo>
                  <a:lnTo>
                    <a:pt x="473765" y="377892"/>
                  </a:lnTo>
                  <a:lnTo>
                    <a:pt x="474170" y="377420"/>
                  </a:lnTo>
                  <a:lnTo>
                    <a:pt x="474552" y="376970"/>
                  </a:lnTo>
                  <a:lnTo>
                    <a:pt x="474957" y="376521"/>
                  </a:lnTo>
                  <a:lnTo>
                    <a:pt x="475362" y="376048"/>
                  </a:lnTo>
                  <a:lnTo>
                    <a:pt x="475744" y="375598"/>
                  </a:lnTo>
                  <a:lnTo>
                    <a:pt x="476149" y="375149"/>
                  </a:lnTo>
                  <a:lnTo>
                    <a:pt x="476532" y="374699"/>
                  </a:lnTo>
                  <a:lnTo>
                    <a:pt x="476936" y="374227"/>
                  </a:lnTo>
                  <a:lnTo>
                    <a:pt x="477319" y="373777"/>
                  </a:lnTo>
                  <a:lnTo>
                    <a:pt x="477724" y="373327"/>
                  </a:lnTo>
                  <a:lnTo>
                    <a:pt x="478128" y="372877"/>
                  </a:lnTo>
                  <a:lnTo>
                    <a:pt x="478510" y="372427"/>
                  </a:lnTo>
                  <a:lnTo>
                    <a:pt x="478916" y="371978"/>
                  </a:lnTo>
                  <a:lnTo>
                    <a:pt x="479298" y="371528"/>
                  </a:lnTo>
                  <a:lnTo>
                    <a:pt x="479702" y="371101"/>
                  </a:lnTo>
                  <a:lnTo>
                    <a:pt x="480085" y="370651"/>
                  </a:lnTo>
                  <a:lnTo>
                    <a:pt x="480490" y="370201"/>
                  </a:lnTo>
                  <a:lnTo>
                    <a:pt x="480872" y="369751"/>
                  </a:lnTo>
                  <a:lnTo>
                    <a:pt x="481277" y="369324"/>
                  </a:lnTo>
                  <a:lnTo>
                    <a:pt x="481682" y="368874"/>
                  </a:lnTo>
                  <a:lnTo>
                    <a:pt x="482064" y="368447"/>
                  </a:lnTo>
                  <a:lnTo>
                    <a:pt x="482469" y="367997"/>
                  </a:lnTo>
                  <a:lnTo>
                    <a:pt x="482851" y="367570"/>
                  </a:lnTo>
                  <a:lnTo>
                    <a:pt x="483256" y="367120"/>
                  </a:lnTo>
                  <a:lnTo>
                    <a:pt x="483638" y="366693"/>
                  </a:lnTo>
                  <a:lnTo>
                    <a:pt x="484043" y="366265"/>
                  </a:lnTo>
                  <a:lnTo>
                    <a:pt x="484425" y="365816"/>
                  </a:lnTo>
                  <a:lnTo>
                    <a:pt x="484830" y="365411"/>
                  </a:lnTo>
                  <a:lnTo>
                    <a:pt x="485235" y="364983"/>
                  </a:lnTo>
                  <a:lnTo>
                    <a:pt x="485617" y="364556"/>
                  </a:lnTo>
                  <a:lnTo>
                    <a:pt x="486022" y="364129"/>
                  </a:lnTo>
                  <a:lnTo>
                    <a:pt x="486404" y="363724"/>
                  </a:lnTo>
                  <a:lnTo>
                    <a:pt x="486809" y="363297"/>
                  </a:lnTo>
                  <a:lnTo>
                    <a:pt x="487192" y="362892"/>
                  </a:lnTo>
                  <a:lnTo>
                    <a:pt x="487596" y="362465"/>
                  </a:lnTo>
                  <a:lnTo>
                    <a:pt x="487979" y="362060"/>
                  </a:lnTo>
                  <a:lnTo>
                    <a:pt x="488384" y="361655"/>
                  </a:lnTo>
                  <a:lnTo>
                    <a:pt x="488788" y="361250"/>
                  </a:lnTo>
                  <a:lnTo>
                    <a:pt x="489170" y="360823"/>
                  </a:lnTo>
                  <a:lnTo>
                    <a:pt x="489576" y="360418"/>
                  </a:lnTo>
                  <a:lnTo>
                    <a:pt x="489958" y="360013"/>
                  </a:lnTo>
                  <a:lnTo>
                    <a:pt x="490362" y="359608"/>
                  </a:lnTo>
                  <a:lnTo>
                    <a:pt x="490745" y="359181"/>
                  </a:lnTo>
                  <a:lnTo>
                    <a:pt x="491150" y="358776"/>
                  </a:lnTo>
                  <a:lnTo>
                    <a:pt x="491532" y="358371"/>
                  </a:lnTo>
                  <a:lnTo>
                    <a:pt x="491937" y="357944"/>
                  </a:lnTo>
                  <a:lnTo>
                    <a:pt x="492342" y="357539"/>
                  </a:lnTo>
                  <a:lnTo>
                    <a:pt x="492724" y="357135"/>
                  </a:lnTo>
                  <a:lnTo>
                    <a:pt x="493129" y="356730"/>
                  </a:lnTo>
                  <a:lnTo>
                    <a:pt x="493511" y="356302"/>
                  </a:lnTo>
                  <a:lnTo>
                    <a:pt x="493916" y="355898"/>
                  </a:lnTo>
                  <a:lnTo>
                    <a:pt x="494298" y="355493"/>
                  </a:lnTo>
                  <a:lnTo>
                    <a:pt x="494703" y="355065"/>
                  </a:lnTo>
                  <a:lnTo>
                    <a:pt x="495108" y="354661"/>
                  </a:lnTo>
                  <a:lnTo>
                    <a:pt x="495490" y="354256"/>
                  </a:lnTo>
                  <a:lnTo>
                    <a:pt x="495895" y="353851"/>
                  </a:lnTo>
                  <a:lnTo>
                    <a:pt x="496277" y="353424"/>
                  </a:lnTo>
                  <a:lnTo>
                    <a:pt x="496682" y="353019"/>
                  </a:lnTo>
                  <a:lnTo>
                    <a:pt x="497064" y="352614"/>
                  </a:lnTo>
                  <a:lnTo>
                    <a:pt x="497469" y="352209"/>
                  </a:lnTo>
                  <a:lnTo>
                    <a:pt x="497852" y="351782"/>
                  </a:lnTo>
                  <a:lnTo>
                    <a:pt x="498256" y="351377"/>
                  </a:lnTo>
                  <a:lnTo>
                    <a:pt x="498662" y="350972"/>
                  </a:lnTo>
                  <a:lnTo>
                    <a:pt x="499044" y="350545"/>
                  </a:lnTo>
                  <a:lnTo>
                    <a:pt x="499448" y="350140"/>
                  </a:lnTo>
                  <a:lnTo>
                    <a:pt x="499831" y="349713"/>
                  </a:lnTo>
                  <a:lnTo>
                    <a:pt x="500236" y="349286"/>
                  </a:lnTo>
                  <a:lnTo>
                    <a:pt x="500618" y="348858"/>
                  </a:lnTo>
                  <a:lnTo>
                    <a:pt x="501022" y="348454"/>
                  </a:lnTo>
                  <a:lnTo>
                    <a:pt x="501405" y="348026"/>
                  </a:lnTo>
                  <a:lnTo>
                    <a:pt x="501810" y="347599"/>
                  </a:lnTo>
                  <a:lnTo>
                    <a:pt x="502214" y="347172"/>
                  </a:lnTo>
                  <a:lnTo>
                    <a:pt x="502597" y="346744"/>
                  </a:lnTo>
                  <a:lnTo>
                    <a:pt x="503002" y="346317"/>
                  </a:lnTo>
                  <a:lnTo>
                    <a:pt x="503384" y="345890"/>
                  </a:lnTo>
                  <a:lnTo>
                    <a:pt x="503789" y="345462"/>
                  </a:lnTo>
                  <a:lnTo>
                    <a:pt x="504171" y="345035"/>
                  </a:lnTo>
                  <a:lnTo>
                    <a:pt x="504576" y="344608"/>
                  </a:lnTo>
                  <a:lnTo>
                    <a:pt x="504958" y="344181"/>
                  </a:lnTo>
                  <a:lnTo>
                    <a:pt x="505363" y="343776"/>
                  </a:lnTo>
                  <a:lnTo>
                    <a:pt x="505768" y="343348"/>
                  </a:lnTo>
                  <a:lnTo>
                    <a:pt x="506150" y="342921"/>
                  </a:lnTo>
                  <a:lnTo>
                    <a:pt x="506555" y="342494"/>
                  </a:lnTo>
                  <a:lnTo>
                    <a:pt x="506938" y="342067"/>
                  </a:lnTo>
                  <a:lnTo>
                    <a:pt x="507342" y="341639"/>
                  </a:lnTo>
                  <a:lnTo>
                    <a:pt x="507724" y="341212"/>
                  </a:lnTo>
                  <a:lnTo>
                    <a:pt x="508130" y="340807"/>
                  </a:lnTo>
                  <a:lnTo>
                    <a:pt x="508534" y="340380"/>
                  </a:lnTo>
                  <a:lnTo>
                    <a:pt x="508916" y="339952"/>
                  </a:lnTo>
                  <a:lnTo>
                    <a:pt x="509322" y="339525"/>
                  </a:lnTo>
                  <a:lnTo>
                    <a:pt x="509704" y="339098"/>
                  </a:lnTo>
                  <a:lnTo>
                    <a:pt x="510108" y="338671"/>
                  </a:lnTo>
                  <a:lnTo>
                    <a:pt x="510491" y="338266"/>
                  </a:lnTo>
                  <a:lnTo>
                    <a:pt x="510896" y="337861"/>
                  </a:lnTo>
                  <a:lnTo>
                    <a:pt x="511278" y="337434"/>
                  </a:lnTo>
                  <a:lnTo>
                    <a:pt x="511683" y="337006"/>
                  </a:lnTo>
                  <a:lnTo>
                    <a:pt x="512088" y="336579"/>
                  </a:lnTo>
                  <a:lnTo>
                    <a:pt x="512470" y="336152"/>
                  </a:lnTo>
                  <a:lnTo>
                    <a:pt x="512875" y="335724"/>
                  </a:lnTo>
                  <a:lnTo>
                    <a:pt x="513257" y="335297"/>
                  </a:lnTo>
                  <a:lnTo>
                    <a:pt x="513662" y="334870"/>
                  </a:lnTo>
                  <a:lnTo>
                    <a:pt x="514044" y="334465"/>
                  </a:lnTo>
                  <a:lnTo>
                    <a:pt x="514449" y="334038"/>
                  </a:lnTo>
                  <a:lnTo>
                    <a:pt x="514831" y="333610"/>
                  </a:lnTo>
                  <a:lnTo>
                    <a:pt x="515236" y="333183"/>
                  </a:lnTo>
                  <a:lnTo>
                    <a:pt x="515641" y="332756"/>
                  </a:lnTo>
                  <a:lnTo>
                    <a:pt x="516023" y="332329"/>
                  </a:lnTo>
                  <a:lnTo>
                    <a:pt x="516428" y="331901"/>
                  </a:lnTo>
                  <a:lnTo>
                    <a:pt x="516810" y="331496"/>
                  </a:lnTo>
                  <a:lnTo>
                    <a:pt x="517215" y="331069"/>
                  </a:lnTo>
                  <a:lnTo>
                    <a:pt x="517598" y="330642"/>
                  </a:lnTo>
                  <a:lnTo>
                    <a:pt x="518002" y="330237"/>
                  </a:lnTo>
                  <a:lnTo>
                    <a:pt x="518385" y="329810"/>
                  </a:lnTo>
                  <a:lnTo>
                    <a:pt x="518790" y="329405"/>
                  </a:lnTo>
                  <a:lnTo>
                    <a:pt x="519194" y="329000"/>
                  </a:lnTo>
                  <a:lnTo>
                    <a:pt x="519576" y="328573"/>
                  </a:lnTo>
                  <a:lnTo>
                    <a:pt x="519982" y="328168"/>
                  </a:lnTo>
                  <a:lnTo>
                    <a:pt x="520364" y="327763"/>
                  </a:lnTo>
                  <a:lnTo>
                    <a:pt x="520768" y="327358"/>
                  </a:lnTo>
                  <a:lnTo>
                    <a:pt x="521151" y="326931"/>
                  </a:lnTo>
                  <a:lnTo>
                    <a:pt x="521556" y="326526"/>
                  </a:lnTo>
                  <a:lnTo>
                    <a:pt x="521938" y="326121"/>
                  </a:lnTo>
                  <a:lnTo>
                    <a:pt x="522343" y="325717"/>
                  </a:lnTo>
                  <a:lnTo>
                    <a:pt x="522748" y="325312"/>
                  </a:lnTo>
                  <a:lnTo>
                    <a:pt x="523107" y="324907"/>
                  </a:lnTo>
                  <a:lnTo>
                    <a:pt x="523535" y="324502"/>
                  </a:lnTo>
                  <a:lnTo>
                    <a:pt x="523895" y="324097"/>
                  </a:lnTo>
                  <a:lnTo>
                    <a:pt x="524299" y="323693"/>
                  </a:lnTo>
                  <a:lnTo>
                    <a:pt x="524682" y="323288"/>
                  </a:lnTo>
                  <a:lnTo>
                    <a:pt x="525087" y="322883"/>
                  </a:lnTo>
                  <a:lnTo>
                    <a:pt x="525491" y="322501"/>
                  </a:lnTo>
                  <a:lnTo>
                    <a:pt x="525874" y="322096"/>
                  </a:lnTo>
                  <a:lnTo>
                    <a:pt x="526278" y="321691"/>
                  </a:lnTo>
                  <a:lnTo>
                    <a:pt x="526661" y="321286"/>
                  </a:lnTo>
                  <a:lnTo>
                    <a:pt x="527066" y="320881"/>
                  </a:lnTo>
                  <a:lnTo>
                    <a:pt x="527448" y="320477"/>
                  </a:lnTo>
                  <a:lnTo>
                    <a:pt x="527853" y="320072"/>
                  </a:lnTo>
                  <a:lnTo>
                    <a:pt x="528235" y="319689"/>
                  </a:lnTo>
                  <a:lnTo>
                    <a:pt x="528640" y="319285"/>
                  </a:lnTo>
                  <a:lnTo>
                    <a:pt x="529045" y="318880"/>
                  </a:lnTo>
                  <a:lnTo>
                    <a:pt x="529427" y="318475"/>
                  </a:lnTo>
                  <a:lnTo>
                    <a:pt x="529832" y="318093"/>
                  </a:lnTo>
                  <a:lnTo>
                    <a:pt x="530214" y="317688"/>
                  </a:lnTo>
                  <a:lnTo>
                    <a:pt x="530619" y="317283"/>
                  </a:lnTo>
                  <a:lnTo>
                    <a:pt x="531001" y="316901"/>
                  </a:lnTo>
                  <a:lnTo>
                    <a:pt x="531406" y="316496"/>
                  </a:lnTo>
                  <a:lnTo>
                    <a:pt x="531789" y="316114"/>
                  </a:lnTo>
                  <a:lnTo>
                    <a:pt x="532193" y="315731"/>
                  </a:lnTo>
                  <a:lnTo>
                    <a:pt x="532598" y="315326"/>
                  </a:lnTo>
                  <a:lnTo>
                    <a:pt x="532981" y="314944"/>
                  </a:lnTo>
                  <a:lnTo>
                    <a:pt x="533385" y="314562"/>
                  </a:lnTo>
                  <a:lnTo>
                    <a:pt x="533767" y="314157"/>
                  </a:lnTo>
                  <a:lnTo>
                    <a:pt x="534172" y="313775"/>
                  </a:lnTo>
                  <a:lnTo>
                    <a:pt x="534555" y="313392"/>
                  </a:lnTo>
                  <a:lnTo>
                    <a:pt x="534959" y="313010"/>
                  </a:lnTo>
                  <a:lnTo>
                    <a:pt x="535342" y="312628"/>
                  </a:lnTo>
                  <a:lnTo>
                    <a:pt x="535747" y="312245"/>
                  </a:lnTo>
                  <a:lnTo>
                    <a:pt x="536151" y="311863"/>
                  </a:lnTo>
                  <a:lnTo>
                    <a:pt x="536534" y="311481"/>
                  </a:lnTo>
                  <a:lnTo>
                    <a:pt x="536939" y="311098"/>
                  </a:lnTo>
                  <a:lnTo>
                    <a:pt x="537321" y="310716"/>
                  </a:lnTo>
                  <a:lnTo>
                    <a:pt x="537726" y="310334"/>
                  </a:lnTo>
                  <a:lnTo>
                    <a:pt x="538108" y="309951"/>
                  </a:lnTo>
                  <a:lnTo>
                    <a:pt x="538513" y="309569"/>
                  </a:lnTo>
                  <a:lnTo>
                    <a:pt x="538918" y="309187"/>
                  </a:lnTo>
                  <a:lnTo>
                    <a:pt x="539300" y="308782"/>
                  </a:lnTo>
                  <a:lnTo>
                    <a:pt x="539705" y="308400"/>
                  </a:lnTo>
                  <a:lnTo>
                    <a:pt x="540087" y="308017"/>
                  </a:lnTo>
                  <a:lnTo>
                    <a:pt x="540492" y="307635"/>
                  </a:lnTo>
                  <a:lnTo>
                    <a:pt x="540875" y="307253"/>
                  </a:lnTo>
                  <a:lnTo>
                    <a:pt x="541279" y="306870"/>
                  </a:lnTo>
                  <a:lnTo>
                    <a:pt x="541661" y="306488"/>
                  </a:lnTo>
                  <a:lnTo>
                    <a:pt x="542066" y="306106"/>
                  </a:lnTo>
                  <a:lnTo>
                    <a:pt x="542471" y="305723"/>
                  </a:lnTo>
                  <a:lnTo>
                    <a:pt x="542853" y="305341"/>
                  </a:lnTo>
                  <a:lnTo>
                    <a:pt x="543258" y="304936"/>
                  </a:lnTo>
                  <a:lnTo>
                    <a:pt x="543641" y="304554"/>
                  </a:lnTo>
                  <a:lnTo>
                    <a:pt x="544045" y="304172"/>
                  </a:lnTo>
                  <a:lnTo>
                    <a:pt x="544427" y="303789"/>
                  </a:lnTo>
                  <a:lnTo>
                    <a:pt x="544832" y="303429"/>
                  </a:lnTo>
                  <a:lnTo>
                    <a:pt x="545215" y="303047"/>
                  </a:lnTo>
                  <a:lnTo>
                    <a:pt x="545620" y="302665"/>
                  </a:lnTo>
                  <a:lnTo>
                    <a:pt x="546024" y="302305"/>
                  </a:lnTo>
                  <a:lnTo>
                    <a:pt x="546407" y="301923"/>
                  </a:lnTo>
                  <a:lnTo>
                    <a:pt x="546812" y="301563"/>
                  </a:lnTo>
                  <a:lnTo>
                    <a:pt x="547194" y="301180"/>
                  </a:lnTo>
                  <a:lnTo>
                    <a:pt x="547599" y="300821"/>
                  </a:lnTo>
                  <a:lnTo>
                    <a:pt x="547981" y="300461"/>
                  </a:lnTo>
                  <a:lnTo>
                    <a:pt x="548386" y="300101"/>
                  </a:lnTo>
                  <a:lnTo>
                    <a:pt x="548768" y="299719"/>
                  </a:lnTo>
                  <a:lnTo>
                    <a:pt x="549173" y="299359"/>
                  </a:lnTo>
                  <a:lnTo>
                    <a:pt x="549578" y="298999"/>
                  </a:lnTo>
                  <a:lnTo>
                    <a:pt x="549960" y="298639"/>
                  </a:lnTo>
                  <a:lnTo>
                    <a:pt x="550365" y="298279"/>
                  </a:lnTo>
                  <a:lnTo>
                    <a:pt x="550747" y="297919"/>
                  </a:lnTo>
                  <a:lnTo>
                    <a:pt x="551152" y="297560"/>
                  </a:lnTo>
                  <a:lnTo>
                    <a:pt x="551535" y="297200"/>
                  </a:lnTo>
                  <a:lnTo>
                    <a:pt x="551939" y="296840"/>
                  </a:lnTo>
                  <a:lnTo>
                    <a:pt x="552321" y="296480"/>
                  </a:lnTo>
                  <a:lnTo>
                    <a:pt x="552726" y="296120"/>
                  </a:lnTo>
                  <a:lnTo>
                    <a:pt x="553131" y="295760"/>
                  </a:lnTo>
                  <a:lnTo>
                    <a:pt x="553513" y="295423"/>
                  </a:lnTo>
                  <a:lnTo>
                    <a:pt x="553918" y="295063"/>
                  </a:lnTo>
                  <a:lnTo>
                    <a:pt x="554301" y="294726"/>
                  </a:lnTo>
                  <a:lnTo>
                    <a:pt x="554705" y="294366"/>
                  </a:lnTo>
                  <a:lnTo>
                    <a:pt x="555088" y="294006"/>
                  </a:lnTo>
                  <a:lnTo>
                    <a:pt x="555493" y="293669"/>
                  </a:lnTo>
                  <a:lnTo>
                    <a:pt x="555897" y="293332"/>
                  </a:lnTo>
                  <a:lnTo>
                    <a:pt x="556280" y="292972"/>
                  </a:lnTo>
                  <a:lnTo>
                    <a:pt x="556684" y="292634"/>
                  </a:lnTo>
                  <a:lnTo>
                    <a:pt x="557067" y="292275"/>
                  </a:lnTo>
                  <a:lnTo>
                    <a:pt x="557472" y="291937"/>
                  </a:lnTo>
                  <a:lnTo>
                    <a:pt x="557854" y="291577"/>
                  </a:lnTo>
                  <a:lnTo>
                    <a:pt x="558259" y="291218"/>
                  </a:lnTo>
                  <a:lnTo>
                    <a:pt x="558641" y="290880"/>
                  </a:lnTo>
                  <a:lnTo>
                    <a:pt x="559046" y="290520"/>
                  </a:lnTo>
                  <a:lnTo>
                    <a:pt x="559450" y="290183"/>
                  </a:lnTo>
                  <a:lnTo>
                    <a:pt x="559833" y="289823"/>
                  </a:lnTo>
                  <a:lnTo>
                    <a:pt x="560238" y="289463"/>
                  </a:lnTo>
                  <a:lnTo>
                    <a:pt x="560620" y="289126"/>
                  </a:lnTo>
                  <a:lnTo>
                    <a:pt x="561025" y="288766"/>
                  </a:lnTo>
                  <a:lnTo>
                    <a:pt x="561407" y="288406"/>
                  </a:lnTo>
                  <a:lnTo>
                    <a:pt x="561812" y="288047"/>
                  </a:lnTo>
                  <a:lnTo>
                    <a:pt x="562195" y="287687"/>
                  </a:lnTo>
                  <a:lnTo>
                    <a:pt x="562599" y="287327"/>
                  </a:lnTo>
                  <a:lnTo>
                    <a:pt x="563004" y="286967"/>
                  </a:lnTo>
                  <a:lnTo>
                    <a:pt x="563386" y="286585"/>
                  </a:lnTo>
                  <a:lnTo>
                    <a:pt x="563791" y="286202"/>
                  </a:lnTo>
                  <a:lnTo>
                    <a:pt x="564173" y="285843"/>
                  </a:lnTo>
                  <a:lnTo>
                    <a:pt x="564578" y="285460"/>
                  </a:lnTo>
                  <a:lnTo>
                    <a:pt x="564961" y="285078"/>
                  </a:lnTo>
                  <a:lnTo>
                    <a:pt x="565365" y="284696"/>
                  </a:lnTo>
                  <a:lnTo>
                    <a:pt x="565748" y="284313"/>
                  </a:lnTo>
                  <a:lnTo>
                    <a:pt x="566153" y="283908"/>
                  </a:lnTo>
                  <a:lnTo>
                    <a:pt x="566557" y="283526"/>
                  </a:lnTo>
                  <a:lnTo>
                    <a:pt x="566940" y="283121"/>
                  </a:lnTo>
                  <a:lnTo>
                    <a:pt x="567344" y="282739"/>
                  </a:lnTo>
                  <a:lnTo>
                    <a:pt x="567727" y="282334"/>
                  </a:lnTo>
                  <a:lnTo>
                    <a:pt x="568132" y="281929"/>
                  </a:lnTo>
                  <a:lnTo>
                    <a:pt x="568514" y="281525"/>
                  </a:lnTo>
                  <a:lnTo>
                    <a:pt x="568919" y="281097"/>
                  </a:lnTo>
                  <a:lnTo>
                    <a:pt x="569324" y="280692"/>
                  </a:lnTo>
                  <a:lnTo>
                    <a:pt x="569706" y="280265"/>
                  </a:lnTo>
                  <a:lnTo>
                    <a:pt x="570111" y="279838"/>
                  </a:lnTo>
                  <a:lnTo>
                    <a:pt x="570493" y="279388"/>
                  </a:lnTo>
                  <a:lnTo>
                    <a:pt x="570898" y="278938"/>
                  </a:lnTo>
                  <a:lnTo>
                    <a:pt x="571280" y="278488"/>
                  </a:lnTo>
                  <a:lnTo>
                    <a:pt x="571685" y="278016"/>
                  </a:lnTo>
                  <a:lnTo>
                    <a:pt x="572067" y="277544"/>
                  </a:lnTo>
                  <a:lnTo>
                    <a:pt x="572472" y="277049"/>
                  </a:lnTo>
                  <a:lnTo>
                    <a:pt x="572877" y="276554"/>
                  </a:lnTo>
                  <a:lnTo>
                    <a:pt x="573259" y="276060"/>
                  </a:lnTo>
                  <a:lnTo>
                    <a:pt x="573664" y="275542"/>
                  </a:lnTo>
                  <a:lnTo>
                    <a:pt x="574047" y="275003"/>
                  </a:lnTo>
                  <a:lnTo>
                    <a:pt x="574451" y="274463"/>
                  </a:lnTo>
                  <a:lnTo>
                    <a:pt x="574833" y="273901"/>
                  </a:lnTo>
                  <a:lnTo>
                    <a:pt x="575238" y="273338"/>
                  </a:lnTo>
                  <a:lnTo>
                    <a:pt x="575621" y="272754"/>
                  </a:lnTo>
                  <a:lnTo>
                    <a:pt x="576025" y="272146"/>
                  </a:lnTo>
                  <a:lnTo>
                    <a:pt x="576430" y="271517"/>
                  </a:lnTo>
                  <a:lnTo>
                    <a:pt x="576813" y="270887"/>
                  </a:lnTo>
                  <a:lnTo>
                    <a:pt x="577217" y="270235"/>
                  </a:lnTo>
                  <a:lnTo>
                    <a:pt x="577600" y="269560"/>
                  </a:lnTo>
                  <a:lnTo>
                    <a:pt x="578004" y="268885"/>
                  </a:lnTo>
                  <a:lnTo>
                    <a:pt x="578387" y="268166"/>
                  </a:lnTo>
                  <a:lnTo>
                    <a:pt x="578792" y="267446"/>
                  </a:lnTo>
                  <a:lnTo>
                    <a:pt x="579174" y="266681"/>
                  </a:lnTo>
                  <a:lnTo>
                    <a:pt x="579579" y="265917"/>
                  </a:lnTo>
                  <a:lnTo>
                    <a:pt x="579984" y="265107"/>
                  </a:lnTo>
                  <a:lnTo>
                    <a:pt x="580366" y="264275"/>
                  </a:lnTo>
                  <a:lnTo>
                    <a:pt x="580771" y="263420"/>
                  </a:lnTo>
                  <a:lnTo>
                    <a:pt x="581153" y="262521"/>
                  </a:lnTo>
                  <a:lnTo>
                    <a:pt x="581558" y="261599"/>
                  </a:lnTo>
                  <a:lnTo>
                    <a:pt x="581940" y="260654"/>
                  </a:lnTo>
                  <a:lnTo>
                    <a:pt x="582345" y="259642"/>
                  </a:lnTo>
                  <a:lnTo>
                    <a:pt x="582727" y="258630"/>
                  </a:lnTo>
                  <a:lnTo>
                    <a:pt x="583132" y="257551"/>
                  </a:lnTo>
                  <a:lnTo>
                    <a:pt x="583537" y="256426"/>
                  </a:lnTo>
                  <a:lnTo>
                    <a:pt x="583919" y="255257"/>
                  </a:lnTo>
                  <a:lnTo>
                    <a:pt x="584324" y="254042"/>
                  </a:lnTo>
                  <a:lnTo>
                    <a:pt x="584707" y="252783"/>
                  </a:lnTo>
                  <a:lnTo>
                    <a:pt x="585111" y="251456"/>
                  </a:lnTo>
                  <a:lnTo>
                    <a:pt x="585493" y="250062"/>
                  </a:lnTo>
                  <a:lnTo>
                    <a:pt x="585898" y="248600"/>
                  </a:lnTo>
                  <a:lnTo>
                    <a:pt x="586303" y="247071"/>
                  </a:lnTo>
                  <a:lnTo>
                    <a:pt x="586686" y="245474"/>
                  </a:lnTo>
                  <a:lnTo>
                    <a:pt x="587090" y="243787"/>
                  </a:lnTo>
                  <a:lnTo>
                    <a:pt x="587473" y="242010"/>
                  </a:lnTo>
                  <a:lnTo>
                    <a:pt x="587878" y="240166"/>
                  </a:lnTo>
                  <a:lnTo>
                    <a:pt x="588260" y="238210"/>
                  </a:lnTo>
                  <a:lnTo>
                    <a:pt x="588665" y="236141"/>
                  </a:lnTo>
                  <a:lnTo>
                    <a:pt x="589047" y="233982"/>
                  </a:lnTo>
                  <a:lnTo>
                    <a:pt x="589452" y="231710"/>
                  </a:lnTo>
                  <a:lnTo>
                    <a:pt x="589856" y="229304"/>
                  </a:lnTo>
                  <a:lnTo>
                    <a:pt x="590239" y="226785"/>
                  </a:lnTo>
                  <a:lnTo>
                    <a:pt x="590644" y="224154"/>
                  </a:lnTo>
                  <a:lnTo>
                    <a:pt x="591026" y="221410"/>
                  </a:lnTo>
                  <a:lnTo>
                    <a:pt x="591431" y="218801"/>
                  </a:lnTo>
                  <a:lnTo>
                    <a:pt x="591813" y="215877"/>
                  </a:lnTo>
                  <a:lnTo>
                    <a:pt x="591813" y="192039"/>
                  </a:lnTo>
                  <a:lnTo>
                    <a:pt x="591431" y="194467"/>
                  </a:lnTo>
                  <a:lnTo>
                    <a:pt x="591026" y="196581"/>
                  </a:lnTo>
                  <a:lnTo>
                    <a:pt x="590644" y="198853"/>
                  </a:lnTo>
                  <a:lnTo>
                    <a:pt x="590239" y="201034"/>
                  </a:lnTo>
                  <a:lnTo>
                    <a:pt x="589856" y="203103"/>
                  </a:lnTo>
                  <a:lnTo>
                    <a:pt x="589452" y="205082"/>
                  </a:lnTo>
                  <a:lnTo>
                    <a:pt x="589047" y="206949"/>
                  </a:lnTo>
                  <a:lnTo>
                    <a:pt x="588665" y="208748"/>
                  </a:lnTo>
                  <a:lnTo>
                    <a:pt x="588260" y="210435"/>
                  </a:lnTo>
                  <a:lnTo>
                    <a:pt x="587878" y="212032"/>
                  </a:lnTo>
                  <a:lnTo>
                    <a:pt x="587473" y="213561"/>
                  </a:lnTo>
                  <a:lnTo>
                    <a:pt x="587090" y="215023"/>
                  </a:lnTo>
                  <a:lnTo>
                    <a:pt x="586686" y="216395"/>
                  </a:lnTo>
                  <a:lnTo>
                    <a:pt x="586303" y="217722"/>
                  </a:lnTo>
                  <a:lnTo>
                    <a:pt x="585898" y="218959"/>
                  </a:lnTo>
                  <a:lnTo>
                    <a:pt x="585493" y="220173"/>
                  </a:lnTo>
                  <a:lnTo>
                    <a:pt x="585111" y="221320"/>
                  </a:lnTo>
                  <a:lnTo>
                    <a:pt x="584707" y="222422"/>
                  </a:lnTo>
                  <a:lnTo>
                    <a:pt x="584324" y="223479"/>
                  </a:lnTo>
                  <a:lnTo>
                    <a:pt x="583919" y="224491"/>
                  </a:lnTo>
                  <a:lnTo>
                    <a:pt x="583537" y="225481"/>
                  </a:lnTo>
                  <a:lnTo>
                    <a:pt x="583132" y="226403"/>
                  </a:lnTo>
                  <a:lnTo>
                    <a:pt x="582727" y="227302"/>
                  </a:lnTo>
                  <a:lnTo>
                    <a:pt x="582345" y="228179"/>
                  </a:lnTo>
                  <a:lnTo>
                    <a:pt x="581940" y="229034"/>
                  </a:lnTo>
                  <a:lnTo>
                    <a:pt x="581558" y="229844"/>
                  </a:lnTo>
                  <a:lnTo>
                    <a:pt x="581153" y="230631"/>
                  </a:lnTo>
                  <a:lnTo>
                    <a:pt x="580771" y="231395"/>
                  </a:lnTo>
                  <a:lnTo>
                    <a:pt x="580366" y="232137"/>
                  </a:lnTo>
                  <a:lnTo>
                    <a:pt x="579984" y="232857"/>
                  </a:lnTo>
                  <a:lnTo>
                    <a:pt x="579579" y="233554"/>
                  </a:lnTo>
                  <a:lnTo>
                    <a:pt x="579174" y="234229"/>
                  </a:lnTo>
                  <a:lnTo>
                    <a:pt x="578792" y="234881"/>
                  </a:lnTo>
                  <a:lnTo>
                    <a:pt x="578387" y="235533"/>
                  </a:lnTo>
                  <a:lnTo>
                    <a:pt x="578004" y="236163"/>
                  </a:lnTo>
                  <a:lnTo>
                    <a:pt x="577600" y="236770"/>
                  </a:lnTo>
                  <a:lnTo>
                    <a:pt x="577217" y="237355"/>
                  </a:lnTo>
                  <a:lnTo>
                    <a:pt x="576813" y="237940"/>
                  </a:lnTo>
                  <a:lnTo>
                    <a:pt x="576430" y="238502"/>
                  </a:lnTo>
                  <a:lnTo>
                    <a:pt x="576025" y="239064"/>
                  </a:lnTo>
                  <a:lnTo>
                    <a:pt x="575621" y="239604"/>
                  </a:lnTo>
                  <a:lnTo>
                    <a:pt x="575238" y="240121"/>
                  </a:lnTo>
                  <a:lnTo>
                    <a:pt x="574833" y="240638"/>
                  </a:lnTo>
                  <a:lnTo>
                    <a:pt x="574451" y="241133"/>
                  </a:lnTo>
                  <a:lnTo>
                    <a:pt x="574047" y="241628"/>
                  </a:lnTo>
                  <a:lnTo>
                    <a:pt x="573664" y="242123"/>
                  </a:lnTo>
                  <a:lnTo>
                    <a:pt x="573259" y="242595"/>
                  </a:lnTo>
                  <a:lnTo>
                    <a:pt x="572877" y="243045"/>
                  </a:lnTo>
                  <a:lnTo>
                    <a:pt x="572472" y="243495"/>
                  </a:lnTo>
                  <a:lnTo>
                    <a:pt x="572067" y="243944"/>
                  </a:lnTo>
                  <a:lnTo>
                    <a:pt x="571685" y="244372"/>
                  </a:lnTo>
                  <a:lnTo>
                    <a:pt x="571280" y="244799"/>
                  </a:lnTo>
                  <a:lnTo>
                    <a:pt x="570898" y="245226"/>
                  </a:lnTo>
                  <a:lnTo>
                    <a:pt x="570493" y="245631"/>
                  </a:lnTo>
                  <a:lnTo>
                    <a:pt x="570111" y="246036"/>
                  </a:lnTo>
                  <a:lnTo>
                    <a:pt x="569706" y="246418"/>
                  </a:lnTo>
                  <a:lnTo>
                    <a:pt x="569324" y="246801"/>
                  </a:lnTo>
                  <a:lnTo>
                    <a:pt x="568919" y="247183"/>
                  </a:lnTo>
                  <a:lnTo>
                    <a:pt x="568514" y="247565"/>
                  </a:lnTo>
                  <a:lnTo>
                    <a:pt x="568132" y="247948"/>
                  </a:lnTo>
                  <a:lnTo>
                    <a:pt x="567727" y="248307"/>
                  </a:lnTo>
                  <a:lnTo>
                    <a:pt x="567344" y="248690"/>
                  </a:lnTo>
                  <a:lnTo>
                    <a:pt x="566940" y="249050"/>
                  </a:lnTo>
                  <a:lnTo>
                    <a:pt x="566557" y="249409"/>
                  </a:lnTo>
                  <a:lnTo>
                    <a:pt x="566153" y="249769"/>
                  </a:lnTo>
                  <a:lnTo>
                    <a:pt x="565748" y="250107"/>
                  </a:lnTo>
                  <a:lnTo>
                    <a:pt x="565365" y="250466"/>
                  </a:lnTo>
                  <a:lnTo>
                    <a:pt x="564961" y="250826"/>
                  </a:lnTo>
                  <a:lnTo>
                    <a:pt x="564578" y="251164"/>
                  </a:lnTo>
                  <a:lnTo>
                    <a:pt x="564173" y="251501"/>
                  </a:lnTo>
                  <a:lnTo>
                    <a:pt x="563791" y="251861"/>
                  </a:lnTo>
                  <a:lnTo>
                    <a:pt x="563386" y="252198"/>
                  </a:lnTo>
                  <a:lnTo>
                    <a:pt x="563004" y="252535"/>
                  </a:lnTo>
                  <a:lnTo>
                    <a:pt x="562599" y="252873"/>
                  </a:lnTo>
                  <a:lnTo>
                    <a:pt x="562195" y="253188"/>
                  </a:lnTo>
                  <a:lnTo>
                    <a:pt x="561812" y="253525"/>
                  </a:lnTo>
                  <a:lnTo>
                    <a:pt x="561407" y="253862"/>
                  </a:lnTo>
                  <a:lnTo>
                    <a:pt x="561025" y="254177"/>
                  </a:lnTo>
                  <a:lnTo>
                    <a:pt x="560620" y="254492"/>
                  </a:lnTo>
                  <a:lnTo>
                    <a:pt x="560238" y="254829"/>
                  </a:lnTo>
                  <a:lnTo>
                    <a:pt x="559833" y="255144"/>
                  </a:lnTo>
                  <a:lnTo>
                    <a:pt x="559450" y="255482"/>
                  </a:lnTo>
                  <a:lnTo>
                    <a:pt x="559046" y="255796"/>
                  </a:lnTo>
                  <a:lnTo>
                    <a:pt x="558641" y="256111"/>
                  </a:lnTo>
                  <a:lnTo>
                    <a:pt x="558259" y="256449"/>
                  </a:lnTo>
                  <a:lnTo>
                    <a:pt x="557854" y="256764"/>
                  </a:lnTo>
                  <a:lnTo>
                    <a:pt x="557472" y="257078"/>
                  </a:lnTo>
                  <a:lnTo>
                    <a:pt x="557067" y="257416"/>
                  </a:lnTo>
                  <a:lnTo>
                    <a:pt x="556684" y="257731"/>
                  </a:lnTo>
                  <a:lnTo>
                    <a:pt x="556280" y="258045"/>
                  </a:lnTo>
                  <a:lnTo>
                    <a:pt x="555897" y="258383"/>
                  </a:lnTo>
                  <a:lnTo>
                    <a:pt x="555493" y="258698"/>
                  </a:lnTo>
                  <a:lnTo>
                    <a:pt x="555088" y="259013"/>
                  </a:lnTo>
                  <a:lnTo>
                    <a:pt x="554705" y="259350"/>
                  </a:lnTo>
                  <a:lnTo>
                    <a:pt x="554301" y="259665"/>
                  </a:lnTo>
                  <a:lnTo>
                    <a:pt x="553918" y="260002"/>
                  </a:lnTo>
                  <a:lnTo>
                    <a:pt x="553513" y="260339"/>
                  </a:lnTo>
                  <a:lnTo>
                    <a:pt x="553131" y="260654"/>
                  </a:lnTo>
                  <a:lnTo>
                    <a:pt x="552726" y="260992"/>
                  </a:lnTo>
                  <a:lnTo>
                    <a:pt x="552321" y="261329"/>
                  </a:lnTo>
                  <a:lnTo>
                    <a:pt x="551939" y="261666"/>
                  </a:lnTo>
                  <a:lnTo>
                    <a:pt x="551535" y="262004"/>
                  </a:lnTo>
                  <a:lnTo>
                    <a:pt x="551152" y="262341"/>
                  </a:lnTo>
                  <a:lnTo>
                    <a:pt x="550747" y="262678"/>
                  </a:lnTo>
                  <a:lnTo>
                    <a:pt x="550365" y="263016"/>
                  </a:lnTo>
                  <a:lnTo>
                    <a:pt x="549960" y="263353"/>
                  </a:lnTo>
                  <a:lnTo>
                    <a:pt x="549578" y="263713"/>
                  </a:lnTo>
                  <a:lnTo>
                    <a:pt x="549173" y="264050"/>
                  </a:lnTo>
                  <a:lnTo>
                    <a:pt x="548768" y="264388"/>
                  </a:lnTo>
                  <a:lnTo>
                    <a:pt x="548386" y="264747"/>
                  </a:lnTo>
                  <a:lnTo>
                    <a:pt x="547981" y="265085"/>
                  </a:lnTo>
                  <a:lnTo>
                    <a:pt x="547599" y="265422"/>
                  </a:lnTo>
                  <a:lnTo>
                    <a:pt x="547194" y="265782"/>
                  </a:lnTo>
                  <a:lnTo>
                    <a:pt x="546812" y="266119"/>
                  </a:lnTo>
                  <a:lnTo>
                    <a:pt x="546407" y="266479"/>
                  </a:lnTo>
                  <a:lnTo>
                    <a:pt x="546024" y="266816"/>
                  </a:lnTo>
                  <a:lnTo>
                    <a:pt x="545620" y="267176"/>
                  </a:lnTo>
                  <a:lnTo>
                    <a:pt x="545215" y="267536"/>
                  </a:lnTo>
                  <a:lnTo>
                    <a:pt x="544832" y="267873"/>
                  </a:lnTo>
                  <a:lnTo>
                    <a:pt x="544427" y="268233"/>
                  </a:lnTo>
                  <a:lnTo>
                    <a:pt x="544045" y="268593"/>
                  </a:lnTo>
                  <a:lnTo>
                    <a:pt x="543641" y="268953"/>
                  </a:lnTo>
                  <a:lnTo>
                    <a:pt x="543258" y="269313"/>
                  </a:lnTo>
                  <a:lnTo>
                    <a:pt x="542853" y="269695"/>
                  </a:lnTo>
                  <a:lnTo>
                    <a:pt x="542471" y="270055"/>
                  </a:lnTo>
                  <a:lnTo>
                    <a:pt x="542066" y="270415"/>
                  </a:lnTo>
                  <a:lnTo>
                    <a:pt x="541661" y="270775"/>
                  </a:lnTo>
                  <a:lnTo>
                    <a:pt x="541279" y="271134"/>
                  </a:lnTo>
                  <a:lnTo>
                    <a:pt x="540875" y="271494"/>
                  </a:lnTo>
                  <a:lnTo>
                    <a:pt x="540492" y="271854"/>
                  </a:lnTo>
                  <a:lnTo>
                    <a:pt x="540087" y="272214"/>
                  </a:lnTo>
                  <a:lnTo>
                    <a:pt x="539705" y="272574"/>
                  </a:lnTo>
                  <a:lnTo>
                    <a:pt x="539300" y="272934"/>
                  </a:lnTo>
                  <a:lnTo>
                    <a:pt x="538918" y="273293"/>
                  </a:lnTo>
                  <a:lnTo>
                    <a:pt x="538513" y="273653"/>
                  </a:lnTo>
                  <a:lnTo>
                    <a:pt x="538108" y="274013"/>
                  </a:lnTo>
                  <a:lnTo>
                    <a:pt x="537726" y="274373"/>
                  </a:lnTo>
                  <a:lnTo>
                    <a:pt x="537321" y="274710"/>
                  </a:lnTo>
                  <a:lnTo>
                    <a:pt x="536939" y="275070"/>
                  </a:lnTo>
                  <a:lnTo>
                    <a:pt x="536534" y="275430"/>
                  </a:lnTo>
                  <a:lnTo>
                    <a:pt x="536151" y="275790"/>
                  </a:lnTo>
                  <a:lnTo>
                    <a:pt x="535747" y="276150"/>
                  </a:lnTo>
                  <a:lnTo>
                    <a:pt x="535342" y="276487"/>
                  </a:lnTo>
                  <a:lnTo>
                    <a:pt x="534959" y="276847"/>
                  </a:lnTo>
                  <a:lnTo>
                    <a:pt x="534555" y="277207"/>
                  </a:lnTo>
                  <a:lnTo>
                    <a:pt x="534172" y="277544"/>
                  </a:lnTo>
                  <a:lnTo>
                    <a:pt x="533767" y="277904"/>
                  </a:lnTo>
                  <a:lnTo>
                    <a:pt x="533385" y="278264"/>
                  </a:lnTo>
                  <a:lnTo>
                    <a:pt x="532981" y="278623"/>
                  </a:lnTo>
                  <a:lnTo>
                    <a:pt x="532598" y="278983"/>
                  </a:lnTo>
                  <a:lnTo>
                    <a:pt x="532193" y="279343"/>
                  </a:lnTo>
                  <a:lnTo>
                    <a:pt x="531789" y="279703"/>
                  </a:lnTo>
                  <a:lnTo>
                    <a:pt x="531406" y="280085"/>
                  </a:lnTo>
                  <a:lnTo>
                    <a:pt x="531001" y="280445"/>
                  </a:lnTo>
                  <a:lnTo>
                    <a:pt x="530619" y="280805"/>
                  </a:lnTo>
                  <a:lnTo>
                    <a:pt x="530214" y="281187"/>
                  </a:lnTo>
                  <a:lnTo>
                    <a:pt x="529832" y="281547"/>
                  </a:lnTo>
                  <a:lnTo>
                    <a:pt x="529427" y="281907"/>
                  </a:lnTo>
                  <a:lnTo>
                    <a:pt x="529045" y="282289"/>
                  </a:lnTo>
                  <a:lnTo>
                    <a:pt x="528640" y="282649"/>
                  </a:lnTo>
                  <a:lnTo>
                    <a:pt x="528235" y="283031"/>
                  </a:lnTo>
                  <a:lnTo>
                    <a:pt x="527853" y="283391"/>
                  </a:lnTo>
                  <a:lnTo>
                    <a:pt x="527448" y="283774"/>
                  </a:lnTo>
                  <a:lnTo>
                    <a:pt x="527066" y="284133"/>
                  </a:lnTo>
                  <a:lnTo>
                    <a:pt x="526661" y="284516"/>
                  </a:lnTo>
                  <a:lnTo>
                    <a:pt x="526278" y="284898"/>
                  </a:lnTo>
                  <a:lnTo>
                    <a:pt x="525874" y="285258"/>
                  </a:lnTo>
                  <a:lnTo>
                    <a:pt x="525491" y="285640"/>
                  </a:lnTo>
                  <a:lnTo>
                    <a:pt x="525087" y="286000"/>
                  </a:lnTo>
                  <a:lnTo>
                    <a:pt x="524682" y="286382"/>
                  </a:lnTo>
                  <a:lnTo>
                    <a:pt x="524299" y="286742"/>
                  </a:lnTo>
                  <a:lnTo>
                    <a:pt x="523895" y="287124"/>
                  </a:lnTo>
                  <a:lnTo>
                    <a:pt x="523535" y="287507"/>
                  </a:lnTo>
                  <a:lnTo>
                    <a:pt x="523107" y="287867"/>
                  </a:lnTo>
                  <a:lnTo>
                    <a:pt x="522748" y="288249"/>
                  </a:lnTo>
                  <a:lnTo>
                    <a:pt x="522343" y="288631"/>
                  </a:lnTo>
                  <a:lnTo>
                    <a:pt x="521938" y="288991"/>
                  </a:lnTo>
                  <a:lnTo>
                    <a:pt x="521556" y="289373"/>
                  </a:lnTo>
                  <a:lnTo>
                    <a:pt x="521151" y="289756"/>
                  </a:lnTo>
                  <a:lnTo>
                    <a:pt x="520768" y="290116"/>
                  </a:lnTo>
                  <a:lnTo>
                    <a:pt x="520364" y="290498"/>
                  </a:lnTo>
                  <a:lnTo>
                    <a:pt x="519982" y="290880"/>
                  </a:lnTo>
                  <a:lnTo>
                    <a:pt x="519576" y="291263"/>
                  </a:lnTo>
                  <a:lnTo>
                    <a:pt x="519194" y="291645"/>
                  </a:lnTo>
                  <a:lnTo>
                    <a:pt x="518790" y="292027"/>
                  </a:lnTo>
                  <a:lnTo>
                    <a:pt x="518385" y="292410"/>
                  </a:lnTo>
                  <a:lnTo>
                    <a:pt x="518002" y="292792"/>
                  </a:lnTo>
                  <a:lnTo>
                    <a:pt x="517598" y="293174"/>
                  </a:lnTo>
                  <a:lnTo>
                    <a:pt x="517215" y="293579"/>
                  </a:lnTo>
                  <a:lnTo>
                    <a:pt x="516810" y="293961"/>
                  </a:lnTo>
                  <a:lnTo>
                    <a:pt x="516428" y="294344"/>
                  </a:lnTo>
                  <a:lnTo>
                    <a:pt x="516023" y="294748"/>
                  </a:lnTo>
                  <a:lnTo>
                    <a:pt x="515641" y="295131"/>
                  </a:lnTo>
                  <a:lnTo>
                    <a:pt x="515236" y="295536"/>
                  </a:lnTo>
                  <a:lnTo>
                    <a:pt x="514831" y="295940"/>
                  </a:lnTo>
                  <a:lnTo>
                    <a:pt x="514449" y="296323"/>
                  </a:lnTo>
                  <a:lnTo>
                    <a:pt x="514044" y="296728"/>
                  </a:lnTo>
                  <a:lnTo>
                    <a:pt x="513662" y="297110"/>
                  </a:lnTo>
                  <a:lnTo>
                    <a:pt x="513257" y="297515"/>
                  </a:lnTo>
                  <a:lnTo>
                    <a:pt x="512875" y="297919"/>
                  </a:lnTo>
                  <a:lnTo>
                    <a:pt x="512470" y="298302"/>
                  </a:lnTo>
                  <a:lnTo>
                    <a:pt x="512088" y="298707"/>
                  </a:lnTo>
                  <a:lnTo>
                    <a:pt x="511683" y="299089"/>
                  </a:lnTo>
                  <a:lnTo>
                    <a:pt x="511278" y="299494"/>
                  </a:lnTo>
                  <a:lnTo>
                    <a:pt x="510896" y="299876"/>
                  </a:lnTo>
                  <a:lnTo>
                    <a:pt x="510491" y="300258"/>
                  </a:lnTo>
                  <a:lnTo>
                    <a:pt x="510108" y="300663"/>
                  </a:lnTo>
                  <a:lnTo>
                    <a:pt x="509704" y="301046"/>
                  </a:lnTo>
                  <a:lnTo>
                    <a:pt x="509322" y="301450"/>
                  </a:lnTo>
                  <a:lnTo>
                    <a:pt x="508916" y="301833"/>
                  </a:lnTo>
                  <a:lnTo>
                    <a:pt x="508534" y="302215"/>
                  </a:lnTo>
                  <a:lnTo>
                    <a:pt x="508130" y="302620"/>
                  </a:lnTo>
                  <a:lnTo>
                    <a:pt x="507724" y="303002"/>
                  </a:lnTo>
                  <a:lnTo>
                    <a:pt x="507342" y="303407"/>
                  </a:lnTo>
                  <a:lnTo>
                    <a:pt x="506938" y="303789"/>
                  </a:lnTo>
                  <a:lnTo>
                    <a:pt x="506555" y="304172"/>
                  </a:lnTo>
                  <a:lnTo>
                    <a:pt x="506150" y="304576"/>
                  </a:lnTo>
                  <a:lnTo>
                    <a:pt x="505768" y="304959"/>
                  </a:lnTo>
                  <a:lnTo>
                    <a:pt x="505363" y="305364"/>
                  </a:lnTo>
                  <a:lnTo>
                    <a:pt x="504958" y="305746"/>
                  </a:lnTo>
                  <a:lnTo>
                    <a:pt x="504576" y="306128"/>
                  </a:lnTo>
                  <a:lnTo>
                    <a:pt x="504171" y="306533"/>
                  </a:lnTo>
                  <a:lnTo>
                    <a:pt x="503789" y="306915"/>
                  </a:lnTo>
                  <a:lnTo>
                    <a:pt x="503384" y="307320"/>
                  </a:lnTo>
                  <a:lnTo>
                    <a:pt x="503002" y="307702"/>
                  </a:lnTo>
                  <a:lnTo>
                    <a:pt x="502597" y="308085"/>
                  </a:lnTo>
                  <a:lnTo>
                    <a:pt x="502214" y="308490"/>
                  </a:lnTo>
                  <a:lnTo>
                    <a:pt x="501810" y="308872"/>
                  </a:lnTo>
                  <a:lnTo>
                    <a:pt x="501405" y="309277"/>
                  </a:lnTo>
                  <a:lnTo>
                    <a:pt x="501022" y="309659"/>
                  </a:lnTo>
                  <a:lnTo>
                    <a:pt x="500618" y="310064"/>
                  </a:lnTo>
                  <a:lnTo>
                    <a:pt x="500236" y="310446"/>
                  </a:lnTo>
                  <a:lnTo>
                    <a:pt x="499831" y="310828"/>
                  </a:lnTo>
                  <a:lnTo>
                    <a:pt x="499448" y="311233"/>
                  </a:lnTo>
                  <a:lnTo>
                    <a:pt x="499044" y="311616"/>
                  </a:lnTo>
                  <a:lnTo>
                    <a:pt x="498662" y="311998"/>
                  </a:lnTo>
                  <a:lnTo>
                    <a:pt x="498256" y="312380"/>
                  </a:lnTo>
                  <a:lnTo>
                    <a:pt x="497852" y="312763"/>
                  </a:lnTo>
                  <a:lnTo>
                    <a:pt x="497469" y="313145"/>
                  </a:lnTo>
                  <a:lnTo>
                    <a:pt x="497064" y="313527"/>
                  </a:lnTo>
                  <a:lnTo>
                    <a:pt x="496682" y="313910"/>
                  </a:lnTo>
                  <a:lnTo>
                    <a:pt x="496277" y="314292"/>
                  </a:lnTo>
                  <a:lnTo>
                    <a:pt x="495895" y="314697"/>
                  </a:lnTo>
                  <a:lnTo>
                    <a:pt x="495490" y="315079"/>
                  </a:lnTo>
                  <a:lnTo>
                    <a:pt x="495108" y="315461"/>
                  </a:lnTo>
                  <a:lnTo>
                    <a:pt x="494703" y="315844"/>
                  </a:lnTo>
                  <a:lnTo>
                    <a:pt x="494298" y="316226"/>
                  </a:lnTo>
                  <a:lnTo>
                    <a:pt x="493916" y="316608"/>
                  </a:lnTo>
                  <a:lnTo>
                    <a:pt x="493511" y="317013"/>
                  </a:lnTo>
                  <a:lnTo>
                    <a:pt x="493129" y="317395"/>
                  </a:lnTo>
                  <a:lnTo>
                    <a:pt x="492724" y="317778"/>
                  </a:lnTo>
                  <a:lnTo>
                    <a:pt x="492342" y="318160"/>
                  </a:lnTo>
                  <a:lnTo>
                    <a:pt x="491937" y="318542"/>
                  </a:lnTo>
                  <a:lnTo>
                    <a:pt x="491532" y="318925"/>
                  </a:lnTo>
                  <a:lnTo>
                    <a:pt x="491150" y="319307"/>
                  </a:lnTo>
                  <a:lnTo>
                    <a:pt x="490745" y="319689"/>
                  </a:lnTo>
                  <a:lnTo>
                    <a:pt x="490362" y="320072"/>
                  </a:lnTo>
                  <a:lnTo>
                    <a:pt x="489958" y="320477"/>
                  </a:lnTo>
                  <a:lnTo>
                    <a:pt x="489576" y="320859"/>
                  </a:lnTo>
                  <a:lnTo>
                    <a:pt x="489170" y="321241"/>
                  </a:lnTo>
                  <a:lnTo>
                    <a:pt x="488788" y="321623"/>
                  </a:lnTo>
                  <a:lnTo>
                    <a:pt x="488384" y="322006"/>
                  </a:lnTo>
                  <a:lnTo>
                    <a:pt x="487979" y="322388"/>
                  </a:lnTo>
                  <a:lnTo>
                    <a:pt x="487596" y="322770"/>
                  </a:lnTo>
                  <a:lnTo>
                    <a:pt x="487192" y="323153"/>
                  </a:lnTo>
                  <a:lnTo>
                    <a:pt x="486809" y="323535"/>
                  </a:lnTo>
                  <a:lnTo>
                    <a:pt x="486404" y="323917"/>
                  </a:lnTo>
                  <a:lnTo>
                    <a:pt x="486022" y="324300"/>
                  </a:lnTo>
                  <a:lnTo>
                    <a:pt x="485617" y="324705"/>
                  </a:lnTo>
                  <a:lnTo>
                    <a:pt x="485235" y="325087"/>
                  </a:lnTo>
                  <a:lnTo>
                    <a:pt x="484830" y="325492"/>
                  </a:lnTo>
                  <a:lnTo>
                    <a:pt x="484425" y="325897"/>
                  </a:lnTo>
                  <a:lnTo>
                    <a:pt x="484043" y="326301"/>
                  </a:lnTo>
                  <a:lnTo>
                    <a:pt x="483638" y="326706"/>
                  </a:lnTo>
                  <a:lnTo>
                    <a:pt x="483256" y="327111"/>
                  </a:lnTo>
                  <a:lnTo>
                    <a:pt x="482851" y="327516"/>
                  </a:lnTo>
                  <a:lnTo>
                    <a:pt x="482469" y="327921"/>
                  </a:lnTo>
                  <a:lnTo>
                    <a:pt x="482064" y="328325"/>
                  </a:lnTo>
                  <a:lnTo>
                    <a:pt x="481682" y="328730"/>
                  </a:lnTo>
                  <a:lnTo>
                    <a:pt x="481277" y="329157"/>
                  </a:lnTo>
                  <a:lnTo>
                    <a:pt x="480872" y="329562"/>
                  </a:lnTo>
                  <a:lnTo>
                    <a:pt x="480490" y="329990"/>
                  </a:lnTo>
                  <a:lnTo>
                    <a:pt x="480085" y="330394"/>
                  </a:lnTo>
                  <a:lnTo>
                    <a:pt x="479702" y="330822"/>
                  </a:lnTo>
                  <a:lnTo>
                    <a:pt x="479298" y="331227"/>
                  </a:lnTo>
                  <a:lnTo>
                    <a:pt x="478916" y="331654"/>
                  </a:lnTo>
                  <a:lnTo>
                    <a:pt x="478510" y="332081"/>
                  </a:lnTo>
                  <a:lnTo>
                    <a:pt x="478128" y="332486"/>
                  </a:lnTo>
                  <a:lnTo>
                    <a:pt x="477724" y="332913"/>
                  </a:lnTo>
                  <a:lnTo>
                    <a:pt x="477319" y="333341"/>
                  </a:lnTo>
                  <a:lnTo>
                    <a:pt x="476936" y="333768"/>
                  </a:lnTo>
                  <a:lnTo>
                    <a:pt x="476532" y="334195"/>
                  </a:lnTo>
                  <a:lnTo>
                    <a:pt x="476149" y="334622"/>
                  </a:lnTo>
                  <a:lnTo>
                    <a:pt x="475744" y="335050"/>
                  </a:lnTo>
                  <a:lnTo>
                    <a:pt x="475362" y="335477"/>
                  </a:lnTo>
                  <a:lnTo>
                    <a:pt x="474957" y="335927"/>
                  </a:lnTo>
                  <a:lnTo>
                    <a:pt x="474552" y="336354"/>
                  </a:lnTo>
                  <a:lnTo>
                    <a:pt x="474170" y="336781"/>
                  </a:lnTo>
                  <a:lnTo>
                    <a:pt x="473765" y="337209"/>
                  </a:lnTo>
                  <a:lnTo>
                    <a:pt x="473383" y="337659"/>
                  </a:lnTo>
                  <a:lnTo>
                    <a:pt x="472978" y="338086"/>
                  </a:lnTo>
                  <a:lnTo>
                    <a:pt x="472596" y="338513"/>
                  </a:lnTo>
                  <a:lnTo>
                    <a:pt x="472191" y="338940"/>
                  </a:lnTo>
                  <a:lnTo>
                    <a:pt x="471809" y="339390"/>
                  </a:lnTo>
                  <a:lnTo>
                    <a:pt x="471404" y="339840"/>
                  </a:lnTo>
                  <a:lnTo>
                    <a:pt x="470999" y="340267"/>
                  </a:lnTo>
                  <a:lnTo>
                    <a:pt x="470617" y="340717"/>
                  </a:lnTo>
                  <a:lnTo>
                    <a:pt x="470212" y="341167"/>
                  </a:lnTo>
                  <a:lnTo>
                    <a:pt x="469830" y="341639"/>
                  </a:lnTo>
                  <a:lnTo>
                    <a:pt x="469425" y="342089"/>
                  </a:lnTo>
                  <a:lnTo>
                    <a:pt x="469042" y="342539"/>
                  </a:lnTo>
                  <a:lnTo>
                    <a:pt x="468638" y="342989"/>
                  </a:lnTo>
                  <a:lnTo>
                    <a:pt x="468256" y="343438"/>
                  </a:lnTo>
                  <a:lnTo>
                    <a:pt x="467850" y="343888"/>
                  </a:lnTo>
                  <a:lnTo>
                    <a:pt x="467446" y="344338"/>
                  </a:lnTo>
                  <a:lnTo>
                    <a:pt x="467064" y="344810"/>
                  </a:lnTo>
                  <a:lnTo>
                    <a:pt x="466659" y="345260"/>
                  </a:lnTo>
                  <a:lnTo>
                    <a:pt x="466276" y="345710"/>
                  </a:lnTo>
                  <a:lnTo>
                    <a:pt x="465872" y="346182"/>
                  </a:lnTo>
                  <a:lnTo>
                    <a:pt x="465489" y="346632"/>
                  </a:lnTo>
                  <a:lnTo>
                    <a:pt x="465084" y="347082"/>
                  </a:lnTo>
                  <a:lnTo>
                    <a:pt x="464702" y="347554"/>
                  </a:lnTo>
                  <a:lnTo>
                    <a:pt x="464297" y="348004"/>
                  </a:lnTo>
                  <a:lnTo>
                    <a:pt x="463892" y="348454"/>
                  </a:lnTo>
                  <a:lnTo>
                    <a:pt x="463510" y="348903"/>
                  </a:lnTo>
                  <a:lnTo>
                    <a:pt x="463105" y="349376"/>
                  </a:lnTo>
                  <a:lnTo>
                    <a:pt x="462723" y="349825"/>
                  </a:lnTo>
                  <a:lnTo>
                    <a:pt x="462318" y="350275"/>
                  </a:lnTo>
                  <a:lnTo>
                    <a:pt x="461936" y="350725"/>
                  </a:lnTo>
                  <a:lnTo>
                    <a:pt x="461531" y="351197"/>
                  </a:lnTo>
                  <a:lnTo>
                    <a:pt x="461126" y="351647"/>
                  </a:lnTo>
                  <a:lnTo>
                    <a:pt x="460744" y="352097"/>
                  </a:lnTo>
                  <a:lnTo>
                    <a:pt x="460339" y="352569"/>
                  </a:lnTo>
                  <a:lnTo>
                    <a:pt x="459956" y="353041"/>
                  </a:lnTo>
                  <a:lnTo>
                    <a:pt x="459552" y="353491"/>
                  </a:lnTo>
                  <a:lnTo>
                    <a:pt x="459170" y="353963"/>
                  </a:lnTo>
                  <a:lnTo>
                    <a:pt x="458765" y="354436"/>
                  </a:lnTo>
                  <a:lnTo>
                    <a:pt x="458382" y="354886"/>
                  </a:lnTo>
                  <a:lnTo>
                    <a:pt x="457978" y="355358"/>
                  </a:lnTo>
                  <a:lnTo>
                    <a:pt x="457573" y="355830"/>
                  </a:lnTo>
                  <a:lnTo>
                    <a:pt x="457190" y="356302"/>
                  </a:lnTo>
                  <a:lnTo>
                    <a:pt x="456786" y="356775"/>
                  </a:lnTo>
                  <a:lnTo>
                    <a:pt x="456403" y="357247"/>
                  </a:lnTo>
                  <a:lnTo>
                    <a:pt x="455998" y="357719"/>
                  </a:lnTo>
                  <a:lnTo>
                    <a:pt x="455616" y="358192"/>
                  </a:lnTo>
                  <a:lnTo>
                    <a:pt x="455211" y="358686"/>
                  </a:lnTo>
                  <a:lnTo>
                    <a:pt x="454829" y="359159"/>
                  </a:lnTo>
                  <a:lnTo>
                    <a:pt x="454424" y="359631"/>
                  </a:lnTo>
                  <a:lnTo>
                    <a:pt x="454019" y="360126"/>
                  </a:lnTo>
                  <a:lnTo>
                    <a:pt x="453637" y="360598"/>
                  </a:lnTo>
                  <a:lnTo>
                    <a:pt x="453232" y="361093"/>
                  </a:lnTo>
                  <a:lnTo>
                    <a:pt x="452850" y="361565"/>
                  </a:lnTo>
                  <a:lnTo>
                    <a:pt x="452445" y="362037"/>
                  </a:lnTo>
                  <a:lnTo>
                    <a:pt x="452063" y="362532"/>
                  </a:lnTo>
                  <a:lnTo>
                    <a:pt x="451658" y="363004"/>
                  </a:lnTo>
                  <a:lnTo>
                    <a:pt x="451276" y="363477"/>
                  </a:lnTo>
                  <a:lnTo>
                    <a:pt x="450871" y="363971"/>
                  </a:lnTo>
                  <a:lnTo>
                    <a:pt x="450466" y="364444"/>
                  </a:lnTo>
                  <a:lnTo>
                    <a:pt x="450084" y="364938"/>
                  </a:lnTo>
                  <a:lnTo>
                    <a:pt x="449679" y="365433"/>
                  </a:lnTo>
                  <a:lnTo>
                    <a:pt x="449296" y="365905"/>
                  </a:lnTo>
                  <a:lnTo>
                    <a:pt x="448892" y="366400"/>
                  </a:lnTo>
                  <a:lnTo>
                    <a:pt x="448510" y="366895"/>
                  </a:lnTo>
                  <a:lnTo>
                    <a:pt x="448105" y="367390"/>
                  </a:lnTo>
                  <a:lnTo>
                    <a:pt x="447722" y="367885"/>
                  </a:lnTo>
                  <a:lnTo>
                    <a:pt x="447318" y="368379"/>
                  </a:lnTo>
                  <a:lnTo>
                    <a:pt x="446913" y="368874"/>
                  </a:lnTo>
                  <a:lnTo>
                    <a:pt x="446530" y="369369"/>
                  </a:lnTo>
                  <a:lnTo>
                    <a:pt x="446126" y="369864"/>
                  </a:lnTo>
                  <a:lnTo>
                    <a:pt x="445743" y="370381"/>
                  </a:lnTo>
                  <a:lnTo>
                    <a:pt x="445338" y="370876"/>
                  </a:lnTo>
                  <a:lnTo>
                    <a:pt x="444956" y="371393"/>
                  </a:lnTo>
                  <a:lnTo>
                    <a:pt x="444551" y="371910"/>
                  </a:lnTo>
                  <a:lnTo>
                    <a:pt x="444147" y="372427"/>
                  </a:lnTo>
                  <a:lnTo>
                    <a:pt x="443764" y="372922"/>
                  </a:lnTo>
                  <a:lnTo>
                    <a:pt x="443359" y="373439"/>
                  </a:lnTo>
                  <a:lnTo>
                    <a:pt x="442977" y="373979"/>
                  </a:lnTo>
                  <a:lnTo>
                    <a:pt x="442572" y="374496"/>
                  </a:lnTo>
                  <a:lnTo>
                    <a:pt x="442190" y="375014"/>
                  </a:lnTo>
                  <a:lnTo>
                    <a:pt x="441785" y="375554"/>
                  </a:lnTo>
                  <a:lnTo>
                    <a:pt x="441403" y="376071"/>
                  </a:lnTo>
                  <a:lnTo>
                    <a:pt x="440998" y="376610"/>
                  </a:lnTo>
                  <a:lnTo>
                    <a:pt x="440593" y="377150"/>
                  </a:lnTo>
                  <a:lnTo>
                    <a:pt x="440211" y="377667"/>
                  </a:lnTo>
                  <a:lnTo>
                    <a:pt x="439806" y="378207"/>
                  </a:lnTo>
                  <a:lnTo>
                    <a:pt x="439424" y="378747"/>
                  </a:lnTo>
                  <a:lnTo>
                    <a:pt x="439019" y="379264"/>
                  </a:lnTo>
                  <a:lnTo>
                    <a:pt x="438636" y="379804"/>
                  </a:lnTo>
                  <a:lnTo>
                    <a:pt x="438232" y="380344"/>
                  </a:lnTo>
                  <a:lnTo>
                    <a:pt x="437850" y="380884"/>
                  </a:lnTo>
                  <a:lnTo>
                    <a:pt x="437444" y="381423"/>
                  </a:lnTo>
                  <a:lnTo>
                    <a:pt x="437040" y="381963"/>
                  </a:lnTo>
                  <a:lnTo>
                    <a:pt x="436658" y="382503"/>
                  </a:lnTo>
                  <a:lnTo>
                    <a:pt x="436253" y="383043"/>
                  </a:lnTo>
                  <a:lnTo>
                    <a:pt x="435870" y="383605"/>
                  </a:lnTo>
                  <a:lnTo>
                    <a:pt x="435466" y="384145"/>
                  </a:lnTo>
                  <a:lnTo>
                    <a:pt x="435083" y="384684"/>
                  </a:lnTo>
                  <a:lnTo>
                    <a:pt x="434678" y="385247"/>
                  </a:lnTo>
                  <a:lnTo>
                    <a:pt x="434296" y="385786"/>
                  </a:lnTo>
                  <a:lnTo>
                    <a:pt x="433891" y="386326"/>
                  </a:lnTo>
                  <a:lnTo>
                    <a:pt x="433487" y="386888"/>
                  </a:lnTo>
                  <a:lnTo>
                    <a:pt x="433104" y="387450"/>
                  </a:lnTo>
                  <a:lnTo>
                    <a:pt x="432699" y="387990"/>
                  </a:lnTo>
                  <a:lnTo>
                    <a:pt x="432317" y="388553"/>
                  </a:lnTo>
                  <a:lnTo>
                    <a:pt x="431912" y="389092"/>
                  </a:lnTo>
                  <a:lnTo>
                    <a:pt x="431530" y="389654"/>
                  </a:lnTo>
                  <a:lnTo>
                    <a:pt x="431125" y="390217"/>
                  </a:lnTo>
                  <a:lnTo>
                    <a:pt x="430720" y="390779"/>
                  </a:lnTo>
                  <a:lnTo>
                    <a:pt x="430338" y="391319"/>
                  </a:lnTo>
                  <a:lnTo>
                    <a:pt x="429933" y="391881"/>
                  </a:lnTo>
                  <a:lnTo>
                    <a:pt x="429551" y="392443"/>
                  </a:lnTo>
                  <a:lnTo>
                    <a:pt x="429146" y="393005"/>
                  </a:lnTo>
                  <a:lnTo>
                    <a:pt x="428764" y="393590"/>
                  </a:lnTo>
                  <a:lnTo>
                    <a:pt x="428359" y="394152"/>
                  </a:lnTo>
                  <a:lnTo>
                    <a:pt x="427976" y="394715"/>
                  </a:lnTo>
                  <a:lnTo>
                    <a:pt x="427572" y="395277"/>
                  </a:lnTo>
                  <a:lnTo>
                    <a:pt x="427167" y="395839"/>
                  </a:lnTo>
                  <a:lnTo>
                    <a:pt x="426784" y="396424"/>
                  </a:lnTo>
                  <a:lnTo>
                    <a:pt x="426380" y="396986"/>
                  </a:lnTo>
                  <a:lnTo>
                    <a:pt x="425998" y="397548"/>
                  </a:lnTo>
                  <a:lnTo>
                    <a:pt x="425593" y="398133"/>
                  </a:lnTo>
                  <a:lnTo>
                    <a:pt x="425210" y="398695"/>
                  </a:lnTo>
                  <a:lnTo>
                    <a:pt x="424806" y="399280"/>
                  </a:lnTo>
                  <a:lnTo>
                    <a:pt x="424423" y="399842"/>
                  </a:lnTo>
                  <a:lnTo>
                    <a:pt x="424018" y="400427"/>
                  </a:lnTo>
                  <a:lnTo>
                    <a:pt x="423613" y="400989"/>
                  </a:lnTo>
                  <a:lnTo>
                    <a:pt x="423231" y="401574"/>
                  </a:lnTo>
                  <a:lnTo>
                    <a:pt x="422826" y="402136"/>
                  </a:lnTo>
                  <a:lnTo>
                    <a:pt x="422444" y="402721"/>
                  </a:lnTo>
                  <a:lnTo>
                    <a:pt x="422039" y="403306"/>
                  </a:lnTo>
                  <a:lnTo>
                    <a:pt x="421657" y="403890"/>
                  </a:lnTo>
                  <a:lnTo>
                    <a:pt x="421252" y="404475"/>
                  </a:lnTo>
                  <a:lnTo>
                    <a:pt x="420870" y="405037"/>
                  </a:lnTo>
                  <a:lnTo>
                    <a:pt x="420465" y="405622"/>
                  </a:lnTo>
                  <a:lnTo>
                    <a:pt x="420060" y="406207"/>
                  </a:lnTo>
                  <a:lnTo>
                    <a:pt x="419678" y="406792"/>
                  </a:lnTo>
                  <a:lnTo>
                    <a:pt x="419273" y="407376"/>
                  </a:lnTo>
                  <a:lnTo>
                    <a:pt x="418890" y="407961"/>
                  </a:lnTo>
                  <a:lnTo>
                    <a:pt x="418486" y="408523"/>
                  </a:lnTo>
                  <a:lnTo>
                    <a:pt x="418104" y="409108"/>
                  </a:lnTo>
                  <a:lnTo>
                    <a:pt x="417699" y="409693"/>
                  </a:lnTo>
                  <a:lnTo>
                    <a:pt x="417316" y="410255"/>
                  </a:lnTo>
                  <a:lnTo>
                    <a:pt x="416912" y="410840"/>
                  </a:lnTo>
                  <a:lnTo>
                    <a:pt x="416507" y="411402"/>
                  </a:lnTo>
                  <a:lnTo>
                    <a:pt x="416124" y="411987"/>
                  </a:lnTo>
                  <a:lnTo>
                    <a:pt x="415720" y="412549"/>
                  </a:lnTo>
                  <a:lnTo>
                    <a:pt x="415337" y="413111"/>
                  </a:lnTo>
                  <a:lnTo>
                    <a:pt x="414933" y="413696"/>
                  </a:lnTo>
                  <a:lnTo>
                    <a:pt x="414550" y="414258"/>
                  </a:lnTo>
                  <a:lnTo>
                    <a:pt x="414145" y="414820"/>
                  </a:lnTo>
                  <a:lnTo>
                    <a:pt x="413741" y="415383"/>
                  </a:lnTo>
                  <a:lnTo>
                    <a:pt x="413358" y="415945"/>
                  </a:lnTo>
                  <a:lnTo>
                    <a:pt x="412953" y="416507"/>
                  </a:lnTo>
                  <a:lnTo>
                    <a:pt x="412571" y="417069"/>
                  </a:lnTo>
                  <a:lnTo>
                    <a:pt x="412166" y="417632"/>
                  </a:lnTo>
                  <a:lnTo>
                    <a:pt x="411784" y="418216"/>
                  </a:lnTo>
                  <a:lnTo>
                    <a:pt x="411379" y="418778"/>
                  </a:lnTo>
                  <a:lnTo>
                    <a:pt x="410997" y="419341"/>
                  </a:lnTo>
                  <a:lnTo>
                    <a:pt x="410592" y="419903"/>
                  </a:lnTo>
                  <a:lnTo>
                    <a:pt x="410187" y="420465"/>
                  </a:lnTo>
                  <a:lnTo>
                    <a:pt x="409805" y="421027"/>
                  </a:lnTo>
                  <a:lnTo>
                    <a:pt x="409400" y="421612"/>
                  </a:lnTo>
                  <a:lnTo>
                    <a:pt x="409018" y="422174"/>
                  </a:lnTo>
                  <a:lnTo>
                    <a:pt x="408613" y="422737"/>
                  </a:lnTo>
                  <a:lnTo>
                    <a:pt x="408230" y="423299"/>
                  </a:lnTo>
                  <a:lnTo>
                    <a:pt x="407826" y="423861"/>
                  </a:lnTo>
                  <a:lnTo>
                    <a:pt x="407444" y="424446"/>
                  </a:lnTo>
                  <a:lnTo>
                    <a:pt x="407039" y="425008"/>
                  </a:lnTo>
                  <a:lnTo>
                    <a:pt x="406634" y="425570"/>
                  </a:lnTo>
                  <a:lnTo>
                    <a:pt x="406252" y="426133"/>
                  </a:lnTo>
                  <a:lnTo>
                    <a:pt x="405847" y="426717"/>
                  </a:lnTo>
                  <a:lnTo>
                    <a:pt x="405464" y="427280"/>
                  </a:lnTo>
                  <a:lnTo>
                    <a:pt x="405060" y="427842"/>
                  </a:lnTo>
                  <a:lnTo>
                    <a:pt x="404677" y="428426"/>
                  </a:lnTo>
                  <a:lnTo>
                    <a:pt x="404295" y="428989"/>
                  </a:lnTo>
                  <a:lnTo>
                    <a:pt x="403913" y="429551"/>
                  </a:lnTo>
                  <a:lnTo>
                    <a:pt x="403485" y="430136"/>
                  </a:lnTo>
                  <a:lnTo>
                    <a:pt x="403103" y="430698"/>
                  </a:lnTo>
                  <a:lnTo>
                    <a:pt x="402721" y="431283"/>
                  </a:lnTo>
                  <a:lnTo>
                    <a:pt x="402316" y="431845"/>
                  </a:lnTo>
                  <a:lnTo>
                    <a:pt x="401934" y="432430"/>
                  </a:lnTo>
                  <a:lnTo>
                    <a:pt x="401529" y="432992"/>
                  </a:lnTo>
                  <a:lnTo>
                    <a:pt x="401146" y="433577"/>
                  </a:lnTo>
                  <a:lnTo>
                    <a:pt x="400742" y="434161"/>
                  </a:lnTo>
                  <a:lnTo>
                    <a:pt x="400359" y="434746"/>
                  </a:lnTo>
                  <a:lnTo>
                    <a:pt x="399954" y="435331"/>
                  </a:lnTo>
                  <a:lnTo>
                    <a:pt x="399550" y="435916"/>
                  </a:lnTo>
                  <a:lnTo>
                    <a:pt x="399168" y="436500"/>
                  </a:lnTo>
                  <a:lnTo>
                    <a:pt x="398762" y="437085"/>
                  </a:lnTo>
                  <a:lnTo>
                    <a:pt x="398380" y="437670"/>
                  </a:lnTo>
                  <a:lnTo>
                    <a:pt x="397976" y="438277"/>
                  </a:lnTo>
                  <a:lnTo>
                    <a:pt x="397593" y="438862"/>
                  </a:lnTo>
                  <a:lnTo>
                    <a:pt x="397188" y="439446"/>
                  </a:lnTo>
                  <a:lnTo>
                    <a:pt x="396784" y="440031"/>
                  </a:lnTo>
                  <a:lnTo>
                    <a:pt x="396401" y="440638"/>
                  </a:lnTo>
                  <a:lnTo>
                    <a:pt x="395996" y="441223"/>
                  </a:lnTo>
                  <a:lnTo>
                    <a:pt x="395614" y="441808"/>
                  </a:lnTo>
                  <a:lnTo>
                    <a:pt x="395209" y="442415"/>
                  </a:lnTo>
                  <a:lnTo>
                    <a:pt x="394827" y="443000"/>
                  </a:lnTo>
                  <a:lnTo>
                    <a:pt x="394422" y="443585"/>
                  </a:lnTo>
                  <a:lnTo>
                    <a:pt x="394040" y="444169"/>
                  </a:lnTo>
                  <a:lnTo>
                    <a:pt x="393635" y="444754"/>
                  </a:lnTo>
                  <a:lnTo>
                    <a:pt x="393230" y="445361"/>
                  </a:lnTo>
                  <a:lnTo>
                    <a:pt x="392848" y="445946"/>
                  </a:lnTo>
                  <a:lnTo>
                    <a:pt x="392443" y="446531"/>
                  </a:lnTo>
                  <a:lnTo>
                    <a:pt x="392061" y="447138"/>
                  </a:lnTo>
                  <a:lnTo>
                    <a:pt x="391656" y="447723"/>
                  </a:lnTo>
                  <a:lnTo>
                    <a:pt x="391274" y="448330"/>
                  </a:lnTo>
                  <a:lnTo>
                    <a:pt x="390869" y="448915"/>
                  </a:lnTo>
                  <a:lnTo>
                    <a:pt x="390486" y="449522"/>
                  </a:lnTo>
                  <a:lnTo>
                    <a:pt x="390082" y="450106"/>
                  </a:lnTo>
                  <a:lnTo>
                    <a:pt x="389677" y="450714"/>
                  </a:lnTo>
                  <a:lnTo>
                    <a:pt x="389294" y="451321"/>
                  </a:lnTo>
                  <a:lnTo>
                    <a:pt x="388890" y="451928"/>
                  </a:lnTo>
                  <a:lnTo>
                    <a:pt x="388508" y="452535"/>
                  </a:lnTo>
                  <a:lnTo>
                    <a:pt x="388102" y="453143"/>
                  </a:lnTo>
                  <a:lnTo>
                    <a:pt x="387720" y="453750"/>
                  </a:lnTo>
                  <a:lnTo>
                    <a:pt x="387316" y="454357"/>
                  </a:lnTo>
                  <a:lnTo>
                    <a:pt x="386933" y="454964"/>
                  </a:lnTo>
                  <a:lnTo>
                    <a:pt x="386528" y="455571"/>
                  </a:lnTo>
                  <a:lnTo>
                    <a:pt x="386124" y="456179"/>
                  </a:lnTo>
                  <a:lnTo>
                    <a:pt x="385741" y="456786"/>
                  </a:lnTo>
                  <a:lnTo>
                    <a:pt x="385336" y="457393"/>
                  </a:lnTo>
                  <a:lnTo>
                    <a:pt x="384954" y="458000"/>
                  </a:lnTo>
                  <a:lnTo>
                    <a:pt x="384549" y="458608"/>
                  </a:lnTo>
                  <a:lnTo>
                    <a:pt x="384167" y="459215"/>
                  </a:lnTo>
                  <a:lnTo>
                    <a:pt x="383762" y="459822"/>
                  </a:lnTo>
                  <a:lnTo>
                    <a:pt x="383357" y="460429"/>
                  </a:lnTo>
                  <a:lnTo>
                    <a:pt x="382975" y="461059"/>
                  </a:lnTo>
                  <a:lnTo>
                    <a:pt x="382570" y="461666"/>
                  </a:lnTo>
                  <a:lnTo>
                    <a:pt x="382188" y="462296"/>
                  </a:lnTo>
                  <a:lnTo>
                    <a:pt x="381783" y="462903"/>
                  </a:lnTo>
                  <a:lnTo>
                    <a:pt x="381401" y="463533"/>
                  </a:lnTo>
                  <a:lnTo>
                    <a:pt x="380996" y="464140"/>
                  </a:lnTo>
                  <a:lnTo>
                    <a:pt x="380614" y="464770"/>
                  </a:lnTo>
                  <a:lnTo>
                    <a:pt x="380208" y="465377"/>
                  </a:lnTo>
                  <a:lnTo>
                    <a:pt x="379804" y="466007"/>
                  </a:lnTo>
                  <a:lnTo>
                    <a:pt x="379422" y="466636"/>
                  </a:lnTo>
                  <a:lnTo>
                    <a:pt x="379016" y="467244"/>
                  </a:lnTo>
                  <a:lnTo>
                    <a:pt x="378634" y="467873"/>
                  </a:lnTo>
                  <a:lnTo>
                    <a:pt x="378230" y="468503"/>
                  </a:lnTo>
                  <a:lnTo>
                    <a:pt x="377847" y="469133"/>
                  </a:lnTo>
                  <a:lnTo>
                    <a:pt x="377442" y="469762"/>
                  </a:lnTo>
                  <a:lnTo>
                    <a:pt x="377060" y="470392"/>
                  </a:lnTo>
                  <a:lnTo>
                    <a:pt x="376656" y="471022"/>
                  </a:lnTo>
                  <a:lnTo>
                    <a:pt x="376250" y="471674"/>
                  </a:lnTo>
                  <a:lnTo>
                    <a:pt x="375868" y="472304"/>
                  </a:lnTo>
                  <a:lnTo>
                    <a:pt x="375463" y="472933"/>
                  </a:lnTo>
                  <a:lnTo>
                    <a:pt x="375081" y="473586"/>
                  </a:lnTo>
                  <a:lnTo>
                    <a:pt x="374676" y="474215"/>
                  </a:lnTo>
                  <a:lnTo>
                    <a:pt x="374294" y="474867"/>
                  </a:lnTo>
                  <a:lnTo>
                    <a:pt x="373889" y="475497"/>
                  </a:lnTo>
                  <a:lnTo>
                    <a:pt x="373507" y="476149"/>
                  </a:lnTo>
                  <a:lnTo>
                    <a:pt x="373102" y="476802"/>
                  </a:lnTo>
                  <a:lnTo>
                    <a:pt x="372697" y="477431"/>
                  </a:lnTo>
                  <a:lnTo>
                    <a:pt x="372315" y="478061"/>
                  </a:lnTo>
                  <a:lnTo>
                    <a:pt x="371910" y="478713"/>
                  </a:lnTo>
                  <a:lnTo>
                    <a:pt x="371528" y="479343"/>
                  </a:lnTo>
                  <a:lnTo>
                    <a:pt x="371123" y="479973"/>
                  </a:lnTo>
                  <a:lnTo>
                    <a:pt x="370740" y="480602"/>
                  </a:lnTo>
                  <a:lnTo>
                    <a:pt x="370336" y="481255"/>
                  </a:lnTo>
                  <a:lnTo>
                    <a:pt x="369954" y="481884"/>
                  </a:lnTo>
                  <a:lnTo>
                    <a:pt x="369548" y="482514"/>
                  </a:lnTo>
                  <a:lnTo>
                    <a:pt x="369144" y="483144"/>
                  </a:lnTo>
                  <a:lnTo>
                    <a:pt x="368762" y="483773"/>
                  </a:lnTo>
                  <a:lnTo>
                    <a:pt x="368356" y="484403"/>
                  </a:lnTo>
                  <a:lnTo>
                    <a:pt x="367974" y="485033"/>
                  </a:lnTo>
                  <a:lnTo>
                    <a:pt x="367570" y="485662"/>
                  </a:lnTo>
                  <a:lnTo>
                    <a:pt x="367187" y="486292"/>
                  </a:lnTo>
                  <a:lnTo>
                    <a:pt x="366782" y="486922"/>
                  </a:lnTo>
                  <a:lnTo>
                    <a:pt x="366378" y="487552"/>
                  </a:lnTo>
                  <a:lnTo>
                    <a:pt x="365995" y="488181"/>
                  </a:lnTo>
                  <a:lnTo>
                    <a:pt x="365590" y="488811"/>
                  </a:lnTo>
                  <a:lnTo>
                    <a:pt x="365208" y="489441"/>
                  </a:lnTo>
                  <a:lnTo>
                    <a:pt x="364803" y="490070"/>
                  </a:lnTo>
                  <a:lnTo>
                    <a:pt x="364421" y="490700"/>
                  </a:lnTo>
                  <a:lnTo>
                    <a:pt x="364016" y="491307"/>
                  </a:lnTo>
                  <a:lnTo>
                    <a:pt x="363634" y="491937"/>
                  </a:lnTo>
                  <a:lnTo>
                    <a:pt x="363229" y="492567"/>
                  </a:lnTo>
                  <a:lnTo>
                    <a:pt x="362824" y="493174"/>
                  </a:lnTo>
                  <a:lnTo>
                    <a:pt x="362442" y="493804"/>
                  </a:lnTo>
                  <a:lnTo>
                    <a:pt x="362037" y="494411"/>
                  </a:lnTo>
                  <a:lnTo>
                    <a:pt x="361655" y="495018"/>
                  </a:lnTo>
                  <a:lnTo>
                    <a:pt x="361250" y="495648"/>
                  </a:lnTo>
                  <a:lnTo>
                    <a:pt x="360868" y="496255"/>
                  </a:lnTo>
                  <a:lnTo>
                    <a:pt x="360463" y="496862"/>
                  </a:lnTo>
                  <a:lnTo>
                    <a:pt x="360080" y="497470"/>
                  </a:lnTo>
                  <a:lnTo>
                    <a:pt x="359676" y="498077"/>
                  </a:lnTo>
                  <a:lnTo>
                    <a:pt x="359271" y="498684"/>
                  </a:lnTo>
                  <a:lnTo>
                    <a:pt x="358888" y="499291"/>
                  </a:lnTo>
                  <a:lnTo>
                    <a:pt x="358484" y="499921"/>
                  </a:lnTo>
                  <a:lnTo>
                    <a:pt x="358102" y="500528"/>
                  </a:lnTo>
                  <a:lnTo>
                    <a:pt x="357696" y="501135"/>
                  </a:lnTo>
                  <a:lnTo>
                    <a:pt x="357314" y="501743"/>
                  </a:lnTo>
                  <a:lnTo>
                    <a:pt x="356910" y="502350"/>
                  </a:lnTo>
                  <a:lnTo>
                    <a:pt x="356527" y="502957"/>
                  </a:lnTo>
                  <a:lnTo>
                    <a:pt x="356122" y="503564"/>
                  </a:lnTo>
                  <a:lnTo>
                    <a:pt x="355718" y="504171"/>
                  </a:lnTo>
                  <a:lnTo>
                    <a:pt x="355335" y="504779"/>
                  </a:lnTo>
                  <a:lnTo>
                    <a:pt x="354930" y="505363"/>
                  </a:lnTo>
                  <a:lnTo>
                    <a:pt x="354548" y="505971"/>
                  </a:lnTo>
                  <a:lnTo>
                    <a:pt x="354143" y="506578"/>
                  </a:lnTo>
                  <a:lnTo>
                    <a:pt x="353761" y="507185"/>
                  </a:lnTo>
                  <a:lnTo>
                    <a:pt x="353356" y="507792"/>
                  </a:lnTo>
                  <a:lnTo>
                    <a:pt x="352951" y="508399"/>
                  </a:lnTo>
                  <a:lnTo>
                    <a:pt x="352569" y="509007"/>
                  </a:lnTo>
                  <a:lnTo>
                    <a:pt x="352164" y="509614"/>
                  </a:lnTo>
                  <a:lnTo>
                    <a:pt x="351782" y="510221"/>
                  </a:lnTo>
                  <a:lnTo>
                    <a:pt x="351377" y="510828"/>
                  </a:lnTo>
                  <a:lnTo>
                    <a:pt x="350995" y="511436"/>
                  </a:lnTo>
                  <a:lnTo>
                    <a:pt x="350590" y="512043"/>
                  </a:lnTo>
                  <a:lnTo>
                    <a:pt x="350208" y="512650"/>
                  </a:lnTo>
                  <a:lnTo>
                    <a:pt x="349803" y="513257"/>
                  </a:lnTo>
                  <a:lnTo>
                    <a:pt x="349398" y="513864"/>
                  </a:lnTo>
                  <a:lnTo>
                    <a:pt x="349016" y="514472"/>
                  </a:lnTo>
                  <a:lnTo>
                    <a:pt x="348611" y="515079"/>
                  </a:lnTo>
                  <a:lnTo>
                    <a:pt x="348228" y="515664"/>
                  </a:lnTo>
                  <a:lnTo>
                    <a:pt x="347824" y="516271"/>
                  </a:lnTo>
                  <a:lnTo>
                    <a:pt x="347442" y="516878"/>
                  </a:lnTo>
                  <a:lnTo>
                    <a:pt x="347036" y="517463"/>
                  </a:lnTo>
                  <a:lnTo>
                    <a:pt x="346654" y="518070"/>
                  </a:lnTo>
                  <a:lnTo>
                    <a:pt x="346250" y="518655"/>
                  </a:lnTo>
                  <a:lnTo>
                    <a:pt x="345844" y="519262"/>
                  </a:lnTo>
                  <a:lnTo>
                    <a:pt x="345462" y="519847"/>
                  </a:lnTo>
                  <a:lnTo>
                    <a:pt x="345058" y="520454"/>
                  </a:lnTo>
                  <a:lnTo>
                    <a:pt x="344675" y="521039"/>
                  </a:lnTo>
                  <a:lnTo>
                    <a:pt x="344270" y="521623"/>
                  </a:lnTo>
                  <a:lnTo>
                    <a:pt x="343888" y="522208"/>
                  </a:lnTo>
                  <a:lnTo>
                    <a:pt x="343483" y="522793"/>
                  </a:lnTo>
                  <a:lnTo>
                    <a:pt x="343101" y="523377"/>
                  </a:lnTo>
                  <a:lnTo>
                    <a:pt x="342696" y="523962"/>
                  </a:lnTo>
                  <a:lnTo>
                    <a:pt x="342291" y="524547"/>
                  </a:lnTo>
                  <a:lnTo>
                    <a:pt x="341909" y="525109"/>
                  </a:lnTo>
                  <a:lnTo>
                    <a:pt x="341504" y="525671"/>
                  </a:lnTo>
                  <a:lnTo>
                    <a:pt x="341122" y="526234"/>
                  </a:lnTo>
                  <a:lnTo>
                    <a:pt x="340717" y="526818"/>
                  </a:lnTo>
                  <a:lnTo>
                    <a:pt x="340335" y="527381"/>
                  </a:lnTo>
                  <a:lnTo>
                    <a:pt x="339930" y="527920"/>
                  </a:lnTo>
                  <a:lnTo>
                    <a:pt x="339548" y="528483"/>
                  </a:lnTo>
                  <a:lnTo>
                    <a:pt x="339142" y="529045"/>
                  </a:lnTo>
                  <a:lnTo>
                    <a:pt x="338738" y="529607"/>
                  </a:lnTo>
                  <a:lnTo>
                    <a:pt x="338356" y="530147"/>
                  </a:lnTo>
                  <a:lnTo>
                    <a:pt x="337950" y="530709"/>
                  </a:lnTo>
                  <a:lnTo>
                    <a:pt x="337568" y="531271"/>
                  </a:lnTo>
                  <a:lnTo>
                    <a:pt x="337164" y="531811"/>
                  </a:lnTo>
                  <a:lnTo>
                    <a:pt x="336782" y="532373"/>
                  </a:lnTo>
                  <a:lnTo>
                    <a:pt x="336376" y="532913"/>
                  </a:lnTo>
                  <a:lnTo>
                    <a:pt x="335972" y="533453"/>
                  </a:lnTo>
                  <a:lnTo>
                    <a:pt x="335590" y="533993"/>
                  </a:lnTo>
                  <a:lnTo>
                    <a:pt x="335184" y="534555"/>
                  </a:lnTo>
                  <a:lnTo>
                    <a:pt x="334802" y="535095"/>
                  </a:lnTo>
                  <a:lnTo>
                    <a:pt x="334397" y="535634"/>
                  </a:lnTo>
                  <a:lnTo>
                    <a:pt x="334015" y="536174"/>
                  </a:lnTo>
                  <a:lnTo>
                    <a:pt x="333610" y="536691"/>
                  </a:lnTo>
                  <a:lnTo>
                    <a:pt x="333228" y="537231"/>
                  </a:lnTo>
                  <a:lnTo>
                    <a:pt x="332823" y="537748"/>
                  </a:lnTo>
                  <a:lnTo>
                    <a:pt x="332418" y="538288"/>
                  </a:lnTo>
                  <a:lnTo>
                    <a:pt x="332036" y="538805"/>
                  </a:lnTo>
                  <a:lnTo>
                    <a:pt x="331631" y="539323"/>
                  </a:lnTo>
                  <a:lnTo>
                    <a:pt x="331249" y="539817"/>
                  </a:lnTo>
                  <a:lnTo>
                    <a:pt x="330844" y="540335"/>
                  </a:lnTo>
                  <a:lnTo>
                    <a:pt x="330462" y="540829"/>
                  </a:lnTo>
                  <a:lnTo>
                    <a:pt x="330057" y="541347"/>
                  </a:lnTo>
                  <a:lnTo>
                    <a:pt x="329674" y="541841"/>
                  </a:lnTo>
                  <a:lnTo>
                    <a:pt x="329270" y="542336"/>
                  </a:lnTo>
                  <a:lnTo>
                    <a:pt x="328865" y="542809"/>
                  </a:lnTo>
                  <a:lnTo>
                    <a:pt x="328482" y="543303"/>
                  </a:lnTo>
                  <a:lnTo>
                    <a:pt x="328078" y="543776"/>
                  </a:lnTo>
                  <a:lnTo>
                    <a:pt x="327696" y="544248"/>
                  </a:lnTo>
                  <a:lnTo>
                    <a:pt x="327290" y="544720"/>
                  </a:lnTo>
                  <a:lnTo>
                    <a:pt x="326908" y="545192"/>
                  </a:lnTo>
                  <a:lnTo>
                    <a:pt x="326504" y="545665"/>
                  </a:lnTo>
                  <a:lnTo>
                    <a:pt x="326121" y="546115"/>
                  </a:lnTo>
                  <a:lnTo>
                    <a:pt x="325716" y="546564"/>
                  </a:lnTo>
                  <a:lnTo>
                    <a:pt x="325312" y="547037"/>
                  </a:lnTo>
                  <a:lnTo>
                    <a:pt x="324929" y="547486"/>
                  </a:lnTo>
                  <a:lnTo>
                    <a:pt x="324524" y="547936"/>
                  </a:lnTo>
                  <a:lnTo>
                    <a:pt x="324142" y="548386"/>
                  </a:lnTo>
                  <a:lnTo>
                    <a:pt x="323737" y="548813"/>
                  </a:lnTo>
                  <a:lnTo>
                    <a:pt x="323355" y="549263"/>
                  </a:lnTo>
                  <a:lnTo>
                    <a:pt x="322950" y="549690"/>
                  </a:lnTo>
                  <a:lnTo>
                    <a:pt x="322545" y="550140"/>
                  </a:lnTo>
                  <a:lnTo>
                    <a:pt x="322163" y="550567"/>
                  </a:lnTo>
                  <a:lnTo>
                    <a:pt x="321758" y="550995"/>
                  </a:lnTo>
                  <a:lnTo>
                    <a:pt x="321376" y="551422"/>
                  </a:lnTo>
                  <a:lnTo>
                    <a:pt x="320971" y="551872"/>
                  </a:lnTo>
                  <a:lnTo>
                    <a:pt x="320589" y="552299"/>
                  </a:lnTo>
                  <a:lnTo>
                    <a:pt x="320184" y="552704"/>
                  </a:lnTo>
                  <a:lnTo>
                    <a:pt x="319802" y="553131"/>
                  </a:lnTo>
                  <a:lnTo>
                    <a:pt x="319397" y="553559"/>
                  </a:lnTo>
                  <a:lnTo>
                    <a:pt x="318992" y="553963"/>
                  </a:lnTo>
                  <a:lnTo>
                    <a:pt x="318610" y="554391"/>
                  </a:lnTo>
                  <a:lnTo>
                    <a:pt x="318205" y="554795"/>
                  </a:lnTo>
                  <a:lnTo>
                    <a:pt x="317822" y="555200"/>
                  </a:lnTo>
                  <a:lnTo>
                    <a:pt x="317418" y="555605"/>
                  </a:lnTo>
                  <a:lnTo>
                    <a:pt x="317036" y="556010"/>
                  </a:lnTo>
                  <a:lnTo>
                    <a:pt x="316630" y="556415"/>
                  </a:lnTo>
                  <a:lnTo>
                    <a:pt x="316248" y="556820"/>
                  </a:lnTo>
                  <a:lnTo>
                    <a:pt x="315844" y="557202"/>
                  </a:lnTo>
                  <a:lnTo>
                    <a:pt x="315438" y="557584"/>
                  </a:lnTo>
                  <a:lnTo>
                    <a:pt x="315056" y="557989"/>
                  </a:lnTo>
                  <a:lnTo>
                    <a:pt x="314652" y="558371"/>
                  </a:lnTo>
                  <a:lnTo>
                    <a:pt x="314269" y="558754"/>
                  </a:lnTo>
                  <a:lnTo>
                    <a:pt x="313864" y="559113"/>
                  </a:lnTo>
                  <a:lnTo>
                    <a:pt x="313482" y="559496"/>
                  </a:lnTo>
                  <a:lnTo>
                    <a:pt x="313077" y="559856"/>
                  </a:lnTo>
                  <a:lnTo>
                    <a:pt x="312695" y="560215"/>
                  </a:lnTo>
                  <a:lnTo>
                    <a:pt x="312290" y="560575"/>
                  </a:lnTo>
                  <a:lnTo>
                    <a:pt x="311885" y="560935"/>
                  </a:lnTo>
                  <a:lnTo>
                    <a:pt x="311503" y="561295"/>
                  </a:lnTo>
                  <a:lnTo>
                    <a:pt x="311098" y="561655"/>
                  </a:lnTo>
                  <a:lnTo>
                    <a:pt x="310716" y="561992"/>
                  </a:lnTo>
                  <a:lnTo>
                    <a:pt x="310311" y="562329"/>
                  </a:lnTo>
                  <a:lnTo>
                    <a:pt x="309929" y="562667"/>
                  </a:lnTo>
                  <a:lnTo>
                    <a:pt x="309524" y="563004"/>
                  </a:lnTo>
                  <a:lnTo>
                    <a:pt x="309142" y="563342"/>
                  </a:lnTo>
                  <a:lnTo>
                    <a:pt x="308737" y="563679"/>
                  </a:lnTo>
                  <a:lnTo>
                    <a:pt x="308332" y="564016"/>
                  </a:lnTo>
                  <a:lnTo>
                    <a:pt x="307950" y="564331"/>
                  </a:lnTo>
                  <a:lnTo>
                    <a:pt x="307545" y="564646"/>
                  </a:lnTo>
                  <a:lnTo>
                    <a:pt x="307162" y="564961"/>
                  </a:lnTo>
                  <a:lnTo>
                    <a:pt x="306758" y="565276"/>
                  </a:lnTo>
                  <a:lnTo>
                    <a:pt x="306376" y="565590"/>
                  </a:lnTo>
                  <a:lnTo>
                    <a:pt x="305970" y="565883"/>
                  </a:lnTo>
                  <a:lnTo>
                    <a:pt x="305566" y="566175"/>
                  </a:lnTo>
                  <a:lnTo>
                    <a:pt x="305184" y="566468"/>
                  </a:lnTo>
                  <a:lnTo>
                    <a:pt x="304778" y="566760"/>
                  </a:lnTo>
                  <a:lnTo>
                    <a:pt x="304396" y="567052"/>
                  </a:lnTo>
                  <a:lnTo>
                    <a:pt x="303992" y="567322"/>
                  </a:lnTo>
                  <a:lnTo>
                    <a:pt x="303609" y="567592"/>
                  </a:lnTo>
                  <a:lnTo>
                    <a:pt x="303204" y="567862"/>
                  </a:lnTo>
                  <a:lnTo>
                    <a:pt x="302822" y="568132"/>
                  </a:lnTo>
                  <a:lnTo>
                    <a:pt x="302417" y="568402"/>
                  </a:lnTo>
                  <a:lnTo>
                    <a:pt x="302012" y="568649"/>
                  </a:lnTo>
                  <a:lnTo>
                    <a:pt x="301630" y="568919"/>
                  </a:lnTo>
                  <a:lnTo>
                    <a:pt x="301225" y="569166"/>
                  </a:lnTo>
                  <a:lnTo>
                    <a:pt x="300843" y="569414"/>
                  </a:lnTo>
                  <a:lnTo>
                    <a:pt x="300438" y="569639"/>
                  </a:lnTo>
                  <a:lnTo>
                    <a:pt x="300056" y="569886"/>
                  </a:lnTo>
                  <a:lnTo>
                    <a:pt x="299651" y="570111"/>
                  </a:lnTo>
                  <a:lnTo>
                    <a:pt x="299269" y="570358"/>
                  </a:lnTo>
                  <a:lnTo>
                    <a:pt x="298864" y="570583"/>
                  </a:lnTo>
                  <a:lnTo>
                    <a:pt x="298459" y="570808"/>
                  </a:lnTo>
                  <a:lnTo>
                    <a:pt x="298076" y="571010"/>
                  </a:lnTo>
                  <a:lnTo>
                    <a:pt x="297672" y="571235"/>
                  </a:lnTo>
                  <a:lnTo>
                    <a:pt x="297290" y="571438"/>
                  </a:lnTo>
                  <a:lnTo>
                    <a:pt x="296884" y="571663"/>
                  </a:lnTo>
                  <a:lnTo>
                    <a:pt x="296502" y="571865"/>
                  </a:lnTo>
                  <a:lnTo>
                    <a:pt x="296098" y="570988"/>
                  </a:lnTo>
                  <a:lnTo>
                    <a:pt x="295716" y="567862"/>
                  </a:lnTo>
                  <a:lnTo>
                    <a:pt x="295310" y="568064"/>
                  </a:lnTo>
                  <a:lnTo>
                    <a:pt x="294906" y="568042"/>
                  </a:lnTo>
                  <a:lnTo>
                    <a:pt x="294524" y="568244"/>
                  </a:lnTo>
                  <a:lnTo>
                    <a:pt x="294118" y="568447"/>
                  </a:lnTo>
                  <a:lnTo>
                    <a:pt x="293736" y="568649"/>
                  </a:lnTo>
                  <a:lnTo>
                    <a:pt x="293331" y="568829"/>
                  </a:lnTo>
                  <a:lnTo>
                    <a:pt x="292949" y="569031"/>
                  </a:lnTo>
                  <a:lnTo>
                    <a:pt x="292544" y="569211"/>
                  </a:lnTo>
                  <a:lnTo>
                    <a:pt x="292139" y="569391"/>
                  </a:lnTo>
                  <a:lnTo>
                    <a:pt x="291757" y="569594"/>
                  </a:lnTo>
                  <a:lnTo>
                    <a:pt x="291352" y="569751"/>
                  </a:lnTo>
                  <a:lnTo>
                    <a:pt x="290970" y="569931"/>
                  </a:lnTo>
                  <a:lnTo>
                    <a:pt x="290565" y="570111"/>
                  </a:lnTo>
                  <a:lnTo>
                    <a:pt x="290183" y="570291"/>
                  </a:lnTo>
                  <a:lnTo>
                    <a:pt x="289778" y="570448"/>
                  </a:lnTo>
                  <a:lnTo>
                    <a:pt x="289396" y="570606"/>
                  </a:lnTo>
                  <a:lnTo>
                    <a:pt x="288991" y="570763"/>
                  </a:lnTo>
                  <a:lnTo>
                    <a:pt x="288586" y="570921"/>
                  </a:lnTo>
                  <a:lnTo>
                    <a:pt x="288204" y="571078"/>
                  </a:lnTo>
                  <a:lnTo>
                    <a:pt x="287799" y="571235"/>
                  </a:lnTo>
                  <a:lnTo>
                    <a:pt x="287416" y="571370"/>
                  </a:lnTo>
                  <a:lnTo>
                    <a:pt x="287012" y="571505"/>
                  </a:lnTo>
                  <a:lnTo>
                    <a:pt x="286630" y="571640"/>
                  </a:lnTo>
                  <a:lnTo>
                    <a:pt x="286224" y="571775"/>
                  </a:lnTo>
                  <a:lnTo>
                    <a:pt x="285842" y="571910"/>
                  </a:lnTo>
                  <a:lnTo>
                    <a:pt x="285438" y="572022"/>
                  </a:lnTo>
                  <a:lnTo>
                    <a:pt x="285033" y="572157"/>
                  </a:lnTo>
                  <a:lnTo>
                    <a:pt x="284673" y="572270"/>
                  </a:lnTo>
                  <a:lnTo>
                    <a:pt x="284246" y="572360"/>
                  </a:lnTo>
                  <a:lnTo>
                    <a:pt x="283886" y="572472"/>
                  </a:lnTo>
                  <a:lnTo>
                    <a:pt x="283481" y="572562"/>
                  </a:lnTo>
                  <a:lnTo>
                    <a:pt x="283076" y="572652"/>
                  </a:lnTo>
                  <a:lnTo>
                    <a:pt x="282694" y="572742"/>
                  </a:lnTo>
                  <a:lnTo>
                    <a:pt x="282311" y="572810"/>
                  </a:lnTo>
                  <a:lnTo>
                    <a:pt x="281907" y="572877"/>
                  </a:lnTo>
                  <a:lnTo>
                    <a:pt x="281502" y="572967"/>
                  </a:lnTo>
                  <a:lnTo>
                    <a:pt x="281120" y="573035"/>
                  </a:lnTo>
                  <a:lnTo>
                    <a:pt x="280715" y="573079"/>
                  </a:lnTo>
                  <a:lnTo>
                    <a:pt x="280332" y="573147"/>
                  </a:lnTo>
                  <a:lnTo>
                    <a:pt x="279928" y="573192"/>
                  </a:lnTo>
                  <a:lnTo>
                    <a:pt x="279545" y="573237"/>
                  </a:lnTo>
                  <a:lnTo>
                    <a:pt x="279140" y="573282"/>
                  </a:lnTo>
                  <a:lnTo>
                    <a:pt x="278758" y="573327"/>
                  </a:lnTo>
                  <a:lnTo>
                    <a:pt x="278353" y="573349"/>
                  </a:lnTo>
                  <a:lnTo>
                    <a:pt x="277948" y="573372"/>
                  </a:lnTo>
                  <a:lnTo>
                    <a:pt x="277566" y="573394"/>
                  </a:lnTo>
                  <a:lnTo>
                    <a:pt x="277162" y="573417"/>
                  </a:lnTo>
                  <a:lnTo>
                    <a:pt x="276779" y="573439"/>
                  </a:lnTo>
                  <a:lnTo>
                    <a:pt x="276374" y="573439"/>
                  </a:lnTo>
                  <a:lnTo>
                    <a:pt x="275992" y="573439"/>
                  </a:lnTo>
                  <a:lnTo>
                    <a:pt x="275587" y="573394"/>
                  </a:lnTo>
                  <a:lnTo>
                    <a:pt x="275182" y="573349"/>
                  </a:lnTo>
                  <a:lnTo>
                    <a:pt x="274800" y="573304"/>
                  </a:lnTo>
                  <a:lnTo>
                    <a:pt x="274395" y="573259"/>
                  </a:lnTo>
                  <a:lnTo>
                    <a:pt x="274013" y="573192"/>
                  </a:lnTo>
                  <a:lnTo>
                    <a:pt x="273608" y="573124"/>
                  </a:lnTo>
                  <a:lnTo>
                    <a:pt x="273226" y="573079"/>
                  </a:lnTo>
                  <a:lnTo>
                    <a:pt x="272821" y="572990"/>
                  </a:lnTo>
                  <a:lnTo>
                    <a:pt x="272439" y="572922"/>
                  </a:lnTo>
                  <a:lnTo>
                    <a:pt x="272034" y="572855"/>
                  </a:lnTo>
                  <a:lnTo>
                    <a:pt x="271629" y="572765"/>
                  </a:lnTo>
                  <a:lnTo>
                    <a:pt x="271247" y="572675"/>
                  </a:lnTo>
                  <a:lnTo>
                    <a:pt x="270842" y="572585"/>
                  </a:lnTo>
                  <a:lnTo>
                    <a:pt x="270459" y="572472"/>
                  </a:lnTo>
                  <a:lnTo>
                    <a:pt x="270055" y="572360"/>
                  </a:lnTo>
                  <a:lnTo>
                    <a:pt x="269672" y="572247"/>
                  </a:lnTo>
                  <a:lnTo>
                    <a:pt x="269268" y="572135"/>
                  </a:lnTo>
                  <a:lnTo>
                    <a:pt x="268885" y="572022"/>
                  </a:lnTo>
                  <a:lnTo>
                    <a:pt x="268480" y="571888"/>
                  </a:lnTo>
                  <a:lnTo>
                    <a:pt x="268076" y="571753"/>
                  </a:lnTo>
                  <a:lnTo>
                    <a:pt x="267693" y="571618"/>
                  </a:lnTo>
                  <a:lnTo>
                    <a:pt x="267288" y="571483"/>
                  </a:lnTo>
                  <a:lnTo>
                    <a:pt x="266906" y="571348"/>
                  </a:lnTo>
                  <a:lnTo>
                    <a:pt x="266502" y="571190"/>
                  </a:lnTo>
                  <a:lnTo>
                    <a:pt x="266119" y="571033"/>
                  </a:lnTo>
                  <a:lnTo>
                    <a:pt x="265714" y="570875"/>
                  </a:lnTo>
                  <a:lnTo>
                    <a:pt x="265332" y="570718"/>
                  </a:lnTo>
                  <a:lnTo>
                    <a:pt x="264927" y="570561"/>
                  </a:lnTo>
                  <a:lnTo>
                    <a:pt x="264522" y="570381"/>
                  </a:lnTo>
                  <a:lnTo>
                    <a:pt x="264140" y="570201"/>
                  </a:lnTo>
                  <a:lnTo>
                    <a:pt x="263735" y="570021"/>
                  </a:lnTo>
                  <a:lnTo>
                    <a:pt x="263353" y="569841"/>
                  </a:lnTo>
                  <a:lnTo>
                    <a:pt x="262948" y="569639"/>
                  </a:lnTo>
                  <a:lnTo>
                    <a:pt x="262566" y="569436"/>
                  </a:lnTo>
                  <a:lnTo>
                    <a:pt x="262161" y="569234"/>
                  </a:lnTo>
                  <a:lnTo>
                    <a:pt x="261756" y="569031"/>
                  </a:lnTo>
                  <a:lnTo>
                    <a:pt x="261374" y="568806"/>
                  </a:lnTo>
                  <a:lnTo>
                    <a:pt x="260969" y="568582"/>
                  </a:lnTo>
                  <a:lnTo>
                    <a:pt x="260587" y="568357"/>
                  </a:lnTo>
                  <a:lnTo>
                    <a:pt x="260182" y="568132"/>
                  </a:lnTo>
                  <a:lnTo>
                    <a:pt x="259799" y="567907"/>
                  </a:lnTo>
                  <a:lnTo>
                    <a:pt x="259395" y="567660"/>
                  </a:lnTo>
                  <a:lnTo>
                    <a:pt x="259012" y="567435"/>
                  </a:lnTo>
                  <a:lnTo>
                    <a:pt x="258608" y="567187"/>
                  </a:lnTo>
                  <a:lnTo>
                    <a:pt x="258202" y="566940"/>
                  </a:lnTo>
                  <a:lnTo>
                    <a:pt x="257820" y="566670"/>
                  </a:lnTo>
                  <a:lnTo>
                    <a:pt x="257416" y="566423"/>
                  </a:lnTo>
                  <a:lnTo>
                    <a:pt x="257033" y="566153"/>
                  </a:lnTo>
                  <a:lnTo>
                    <a:pt x="256628" y="565883"/>
                  </a:lnTo>
                  <a:lnTo>
                    <a:pt x="256246" y="565590"/>
                  </a:lnTo>
                  <a:lnTo>
                    <a:pt x="255841" y="565321"/>
                  </a:lnTo>
                  <a:lnTo>
                    <a:pt x="255459" y="565028"/>
                  </a:lnTo>
                  <a:lnTo>
                    <a:pt x="255054" y="564736"/>
                  </a:lnTo>
                  <a:lnTo>
                    <a:pt x="254650" y="564444"/>
                  </a:lnTo>
                  <a:lnTo>
                    <a:pt x="254267" y="564129"/>
                  </a:lnTo>
                  <a:lnTo>
                    <a:pt x="253862" y="563814"/>
                  </a:lnTo>
                  <a:lnTo>
                    <a:pt x="253480" y="563499"/>
                  </a:lnTo>
                  <a:lnTo>
                    <a:pt x="253075" y="563184"/>
                  </a:lnTo>
                  <a:lnTo>
                    <a:pt x="252693" y="562869"/>
                  </a:lnTo>
                  <a:lnTo>
                    <a:pt x="252288" y="562532"/>
                  </a:lnTo>
                  <a:lnTo>
                    <a:pt x="251905" y="562172"/>
                  </a:lnTo>
                  <a:lnTo>
                    <a:pt x="251501" y="561835"/>
                  </a:lnTo>
                  <a:lnTo>
                    <a:pt x="251096" y="561475"/>
                  </a:lnTo>
                  <a:lnTo>
                    <a:pt x="250714" y="561115"/>
                  </a:lnTo>
                  <a:lnTo>
                    <a:pt x="250309" y="560755"/>
                  </a:lnTo>
                  <a:lnTo>
                    <a:pt x="249926" y="560373"/>
                  </a:lnTo>
                  <a:lnTo>
                    <a:pt x="249522" y="559991"/>
                  </a:lnTo>
                  <a:lnTo>
                    <a:pt x="249139" y="559608"/>
                  </a:lnTo>
                  <a:lnTo>
                    <a:pt x="248734" y="559226"/>
                  </a:lnTo>
                  <a:lnTo>
                    <a:pt x="248352" y="558821"/>
                  </a:lnTo>
                  <a:lnTo>
                    <a:pt x="247948" y="558416"/>
                  </a:lnTo>
                  <a:lnTo>
                    <a:pt x="247542" y="558011"/>
                  </a:lnTo>
                  <a:lnTo>
                    <a:pt x="247160" y="557584"/>
                  </a:lnTo>
                  <a:lnTo>
                    <a:pt x="246756" y="557157"/>
                  </a:lnTo>
                  <a:lnTo>
                    <a:pt x="246373" y="556730"/>
                  </a:lnTo>
                  <a:lnTo>
                    <a:pt x="245968" y="556280"/>
                  </a:lnTo>
                  <a:lnTo>
                    <a:pt x="245586" y="555830"/>
                  </a:lnTo>
                  <a:lnTo>
                    <a:pt x="245181" y="555380"/>
                  </a:lnTo>
                  <a:lnTo>
                    <a:pt x="244776" y="554908"/>
                  </a:lnTo>
                  <a:lnTo>
                    <a:pt x="244394" y="554458"/>
                  </a:lnTo>
                  <a:lnTo>
                    <a:pt x="243989" y="553986"/>
                  </a:lnTo>
                  <a:lnTo>
                    <a:pt x="243607" y="553491"/>
                  </a:lnTo>
                  <a:lnTo>
                    <a:pt x="243202" y="553019"/>
                  </a:lnTo>
                  <a:lnTo>
                    <a:pt x="242820" y="552502"/>
                  </a:lnTo>
                  <a:lnTo>
                    <a:pt x="242415" y="552007"/>
                  </a:lnTo>
                  <a:lnTo>
                    <a:pt x="242033" y="551512"/>
                  </a:lnTo>
                  <a:lnTo>
                    <a:pt x="241628" y="550995"/>
                  </a:lnTo>
                  <a:lnTo>
                    <a:pt x="241223" y="550477"/>
                  </a:lnTo>
                  <a:lnTo>
                    <a:pt x="240841" y="549960"/>
                  </a:lnTo>
                  <a:lnTo>
                    <a:pt x="240436" y="549420"/>
                  </a:lnTo>
                  <a:lnTo>
                    <a:pt x="240054" y="548903"/>
                  </a:lnTo>
                  <a:lnTo>
                    <a:pt x="239649" y="548363"/>
                  </a:lnTo>
                  <a:lnTo>
                    <a:pt x="239266" y="547824"/>
                  </a:lnTo>
                  <a:lnTo>
                    <a:pt x="238862" y="547261"/>
                  </a:lnTo>
                  <a:lnTo>
                    <a:pt x="238479" y="546699"/>
                  </a:lnTo>
                  <a:lnTo>
                    <a:pt x="238074" y="546159"/>
                  </a:lnTo>
                  <a:lnTo>
                    <a:pt x="237670" y="545597"/>
                  </a:lnTo>
                  <a:lnTo>
                    <a:pt x="237287" y="545012"/>
                  </a:lnTo>
                  <a:lnTo>
                    <a:pt x="236882" y="544450"/>
                  </a:lnTo>
                  <a:lnTo>
                    <a:pt x="236500" y="543866"/>
                  </a:lnTo>
                  <a:lnTo>
                    <a:pt x="236096" y="543281"/>
                  </a:lnTo>
                  <a:lnTo>
                    <a:pt x="235713" y="542674"/>
                  </a:lnTo>
                  <a:lnTo>
                    <a:pt x="235308" y="542089"/>
                  </a:lnTo>
                  <a:lnTo>
                    <a:pt x="234926" y="541482"/>
                  </a:lnTo>
                  <a:lnTo>
                    <a:pt x="234521" y="540852"/>
                  </a:lnTo>
                  <a:lnTo>
                    <a:pt x="234116" y="540245"/>
                  </a:lnTo>
                  <a:lnTo>
                    <a:pt x="233734" y="539615"/>
                  </a:lnTo>
                  <a:lnTo>
                    <a:pt x="233329" y="538985"/>
                  </a:lnTo>
                  <a:lnTo>
                    <a:pt x="232947" y="538333"/>
                  </a:lnTo>
                  <a:lnTo>
                    <a:pt x="232542" y="537681"/>
                  </a:lnTo>
                  <a:lnTo>
                    <a:pt x="232160" y="537029"/>
                  </a:lnTo>
                  <a:lnTo>
                    <a:pt x="231755" y="536376"/>
                  </a:lnTo>
                  <a:lnTo>
                    <a:pt x="231350" y="535702"/>
                  </a:lnTo>
                  <a:lnTo>
                    <a:pt x="230968" y="535027"/>
                  </a:lnTo>
                  <a:lnTo>
                    <a:pt x="230563" y="534352"/>
                  </a:lnTo>
                  <a:lnTo>
                    <a:pt x="230181" y="533655"/>
                  </a:lnTo>
                  <a:lnTo>
                    <a:pt x="229776" y="532958"/>
                  </a:lnTo>
                  <a:lnTo>
                    <a:pt x="229394" y="532261"/>
                  </a:lnTo>
                  <a:lnTo>
                    <a:pt x="228989" y="531564"/>
                  </a:lnTo>
                  <a:lnTo>
                    <a:pt x="228606" y="530844"/>
                  </a:lnTo>
                  <a:lnTo>
                    <a:pt x="228202" y="530124"/>
                  </a:lnTo>
                  <a:lnTo>
                    <a:pt x="227797" y="529405"/>
                  </a:lnTo>
                  <a:lnTo>
                    <a:pt x="227414" y="528663"/>
                  </a:lnTo>
                  <a:lnTo>
                    <a:pt x="227010" y="527920"/>
                  </a:lnTo>
                  <a:lnTo>
                    <a:pt x="226627" y="527178"/>
                  </a:lnTo>
                  <a:lnTo>
                    <a:pt x="226222" y="526436"/>
                  </a:lnTo>
                  <a:lnTo>
                    <a:pt x="225840" y="525671"/>
                  </a:lnTo>
                  <a:lnTo>
                    <a:pt x="225436" y="524884"/>
                  </a:lnTo>
                  <a:lnTo>
                    <a:pt x="225053" y="524120"/>
                  </a:lnTo>
                  <a:lnTo>
                    <a:pt x="224648" y="523333"/>
                  </a:lnTo>
                  <a:lnTo>
                    <a:pt x="224244" y="522545"/>
                  </a:lnTo>
                  <a:lnTo>
                    <a:pt x="223861" y="521736"/>
                  </a:lnTo>
                  <a:lnTo>
                    <a:pt x="223456" y="520926"/>
                  </a:lnTo>
                  <a:lnTo>
                    <a:pt x="223074" y="520094"/>
                  </a:lnTo>
                  <a:lnTo>
                    <a:pt x="222669" y="519262"/>
                  </a:lnTo>
                  <a:lnTo>
                    <a:pt x="222287" y="518407"/>
                  </a:lnTo>
                  <a:lnTo>
                    <a:pt x="221882" y="517553"/>
                  </a:lnTo>
                  <a:lnTo>
                    <a:pt x="221500" y="516698"/>
                  </a:lnTo>
                  <a:lnTo>
                    <a:pt x="221095" y="515821"/>
                  </a:lnTo>
                  <a:lnTo>
                    <a:pt x="220690" y="514944"/>
                  </a:lnTo>
                  <a:lnTo>
                    <a:pt x="220308" y="514044"/>
                  </a:lnTo>
                  <a:lnTo>
                    <a:pt x="219903" y="513145"/>
                  </a:lnTo>
                  <a:lnTo>
                    <a:pt x="219521" y="512223"/>
                  </a:lnTo>
                  <a:lnTo>
                    <a:pt x="219116" y="511301"/>
                  </a:lnTo>
                  <a:lnTo>
                    <a:pt x="218733" y="510379"/>
                  </a:lnTo>
                  <a:lnTo>
                    <a:pt x="218329" y="509434"/>
                  </a:lnTo>
                  <a:lnTo>
                    <a:pt x="217946" y="508512"/>
                  </a:lnTo>
                  <a:lnTo>
                    <a:pt x="217542" y="507545"/>
                  </a:lnTo>
                  <a:lnTo>
                    <a:pt x="217136" y="506600"/>
                  </a:lnTo>
                  <a:lnTo>
                    <a:pt x="216754" y="505611"/>
                  </a:lnTo>
                  <a:lnTo>
                    <a:pt x="216350" y="504644"/>
                  </a:lnTo>
                  <a:lnTo>
                    <a:pt x="215967" y="503654"/>
                  </a:lnTo>
                  <a:lnTo>
                    <a:pt x="215562" y="502665"/>
                  </a:lnTo>
                  <a:lnTo>
                    <a:pt x="215180" y="501653"/>
                  </a:lnTo>
                  <a:lnTo>
                    <a:pt x="214776" y="500641"/>
                  </a:lnTo>
                  <a:lnTo>
                    <a:pt x="214370" y="499606"/>
                  </a:lnTo>
                  <a:lnTo>
                    <a:pt x="213988" y="498571"/>
                  </a:lnTo>
                  <a:lnTo>
                    <a:pt x="213584" y="497537"/>
                  </a:lnTo>
                  <a:lnTo>
                    <a:pt x="213201" y="496480"/>
                  </a:lnTo>
                  <a:lnTo>
                    <a:pt x="212796" y="495423"/>
                  </a:lnTo>
                  <a:lnTo>
                    <a:pt x="212414" y="494343"/>
                  </a:lnTo>
                  <a:lnTo>
                    <a:pt x="212009" y="493264"/>
                  </a:lnTo>
                  <a:lnTo>
                    <a:pt x="211627" y="492162"/>
                  </a:lnTo>
                  <a:lnTo>
                    <a:pt x="211222" y="491060"/>
                  </a:lnTo>
                  <a:lnTo>
                    <a:pt x="210817" y="489936"/>
                  </a:lnTo>
                  <a:lnTo>
                    <a:pt x="210435" y="488811"/>
                  </a:lnTo>
                  <a:lnTo>
                    <a:pt x="210030" y="487687"/>
                  </a:lnTo>
                  <a:lnTo>
                    <a:pt x="209648" y="486517"/>
                  </a:lnTo>
                  <a:lnTo>
                    <a:pt x="209243" y="485370"/>
                  </a:lnTo>
                  <a:lnTo>
                    <a:pt x="208860" y="484201"/>
                  </a:lnTo>
                  <a:lnTo>
                    <a:pt x="208456" y="483009"/>
                  </a:lnTo>
                  <a:lnTo>
                    <a:pt x="208073" y="481817"/>
                  </a:lnTo>
                  <a:lnTo>
                    <a:pt x="207668" y="480602"/>
                  </a:lnTo>
                  <a:lnTo>
                    <a:pt x="207264" y="479388"/>
                  </a:lnTo>
                  <a:lnTo>
                    <a:pt x="206882" y="478151"/>
                  </a:lnTo>
                  <a:lnTo>
                    <a:pt x="206476" y="476914"/>
                  </a:lnTo>
                  <a:lnTo>
                    <a:pt x="206094" y="475677"/>
                  </a:lnTo>
                  <a:lnTo>
                    <a:pt x="205690" y="474418"/>
                  </a:lnTo>
                  <a:lnTo>
                    <a:pt x="205307" y="473136"/>
                  </a:lnTo>
                  <a:lnTo>
                    <a:pt x="204902" y="471854"/>
                  </a:lnTo>
                  <a:lnTo>
                    <a:pt x="204520" y="470572"/>
                  </a:lnTo>
                  <a:lnTo>
                    <a:pt x="204115" y="469268"/>
                  </a:lnTo>
                  <a:lnTo>
                    <a:pt x="203710" y="467941"/>
                  </a:lnTo>
                  <a:lnTo>
                    <a:pt x="203328" y="466614"/>
                  </a:lnTo>
                  <a:lnTo>
                    <a:pt x="202923" y="465287"/>
                  </a:lnTo>
                  <a:lnTo>
                    <a:pt x="202541" y="463938"/>
                  </a:lnTo>
                  <a:lnTo>
                    <a:pt x="202136" y="462566"/>
                  </a:lnTo>
                  <a:lnTo>
                    <a:pt x="201754" y="461216"/>
                  </a:lnTo>
                  <a:lnTo>
                    <a:pt x="201349" y="459822"/>
                  </a:lnTo>
                  <a:lnTo>
                    <a:pt x="200944" y="458428"/>
                  </a:lnTo>
                  <a:lnTo>
                    <a:pt x="200562" y="457056"/>
                  </a:lnTo>
                  <a:lnTo>
                    <a:pt x="200157" y="455639"/>
                  </a:lnTo>
                  <a:lnTo>
                    <a:pt x="199775" y="454222"/>
                  </a:lnTo>
                  <a:lnTo>
                    <a:pt x="199370" y="452783"/>
                  </a:lnTo>
                  <a:lnTo>
                    <a:pt x="198988" y="451321"/>
                  </a:lnTo>
                  <a:lnTo>
                    <a:pt x="198583" y="449859"/>
                  </a:lnTo>
                  <a:lnTo>
                    <a:pt x="198200" y="448375"/>
                  </a:lnTo>
                  <a:lnTo>
                    <a:pt x="197796" y="446890"/>
                  </a:lnTo>
                  <a:lnTo>
                    <a:pt x="197391" y="445406"/>
                  </a:lnTo>
                  <a:lnTo>
                    <a:pt x="197008" y="443899"/>
                  </a:lnTo>
                  <a:lnTo>
                    <a:pt x="196604" y="442370"/>
                  </a:lnTo>
                  <a:lnTo>
                    <a:pt x="196222" y="440841"/>
                  </a:lnTo>
                  <a:lnTo>
                    <a:pt x="195816" y="439311"/>
                  </a:lnTo>
                  <a:lnTo>
                    <a:pt x="195434" y="437737"/>
                  </a:lnTo>
                  <a:lnTo>
                    <a:pt x="195030" y="436185"/>
                  </a:lnTo>
                  <a:lnTo>
                    <a:pt x="194647" y="434589"/>
                  </a:lnTo>
                  <a:lnTo>
                    <a:pt x="194242" y="432992"/>
                  </a:lnTo>
                  <a:lnTo>
                    <a:pt x="193838" y="431395"/>
                  </a:lnTo>
                  <a:lnTo>
                    <a:pt x="193455" y="429776"/>
                  </a:lnTo>
                  <a:lnTo>
                    <a:pt x="193050" y="428157"/>
                  </a:lnTo>
                  <a:lnTo>
                    <a:pt x="192668" y="426515"/>
                  </a:lnTo>
                  <a:lnTo>
                    <a:pt x="192263" y="424873"/>
                  </a:lnTo>
                  <a:lnTo>
                    <a:pt x="191881" y="423209"/>
                  </a:lnTo>
                  <a:lnTo>
                    <a:pt x="191476" y="421522"/>
                  </a:lnTo>
                  <a:lnTo>
                    <a:pt x="191094" y="419835"/>
                  </a:lnTo>
                  <a:lnTo>
                    <a:pt x="190689" y="418126"/>
                  </a:lnTo>
                  <a:lnTo>
                    <a:pt x="190284" y="416417"/>
                  </a:lnTo>
                  <a:lnTo>
                    <a:pt x="189902" y="414685"/>
                  </a:lnTo>
                  <a:lnTo>
                    <a:pt x="189497" y="412954"/>
                  </a:lnTo>
                  <a:lnTo>
                    <a:pt x="189115" y="411199"/>
                  </a:lnTo>
                  <a:lnTo>
                    <a:pt x="188710" y="409445"/>
                  </a:lnTo>
                  <a:lnTo>
                    <a:pt x="188328" y="407669"/>
                  </a:lnTo>
                  <a:lnTo>
                    <a:pt x="187923" y="405892"/>
                  </a:lnTo>
                  <a:lnTo>
                    <a:pt x="187540" y="404093"/>
                  </a:lnTo>
                  <a:lnTo>
                    <a:pt x="187136" y="402271"/>
                  </a:lnTo>
                  <a:lnTo>
                    <a:pt x="186731" y="400449"/>
                  </a:lnTo>
                  <a:lnTo>
                    <a:pt x="186348" y="398605"/>
                  </a:lnTo>
                  <a:lnTo>
                    <a:pt x="185944" y="396761"/>
                  </a:lnTo>
                  <a:lnTo>
                    <a:pt x="185561" y="394895"/>
                  </a:lnTo>
                  <a:lnTo>
                    <a:pt x="185156" y="393005"/>
                  </a:lnTo>
                  <a:lnTo>
                    <a:pt x="184774" y="391116"/>
                  </a:lnTo>
                  <a:lnTo>
                    <a:pt x="184370" y="389227"/>
                  </a:lnTo>
                  <a:lnTo>
                    <a:pt x="183964" y="387316"/>
                  </a:lnTo>
                  <a:lnTo>
                    <a:pt x="183582" y="385381"/>
                  </a:lnTo>
                  <a:lnTo>
                    <a:pt x="183178" y="383447"/>
                  </a:lnTo>
                  <a:lnTo>
                    <a:pt x="182795" y="381491"/>
                  </a:lnTo>
                  <a:lnTo>
                    <a:pt x="182390" y="379534"/>
                  </a:lnTo>
                  <a:lnTo>
                    <a:pt x="182008" y="377555"/>
                  </a:lnTo>
                  <a:lnTo>
                    <a:pt x="181603" y="375554"/>
                  </a:lnTo>
                  <a:lnTo>
                    <a:pt x="181221" y="373552"/>
                  </a:lnTo>
                  <a:lnTo>
                    <a:pt x="180816" y="371550"/>
                  </a:lnTo>
                  <a:lnTo>
                    <a:pt x="180411" y="369526"/>
                  </a:lnTo>
                  <a:lnTo>
                    <a:pt x="180029" y="367480"/>
                  </a:lnTo>
                  <a:lnTo>
                    <a:pt x="179624" y="365433"/>
                  </a:lnTo>
                  <a:lnTo>
                    <a:pt x="179242" y="363364"/>
                  </a:lnTo>
                  <a:lnTo>
                    <a:pt x="178837" y="361295"/>
                  </a:lnTo>
                  <a:lnTo>
                    <a:pt x="178455" y="359204"/>
                  </a:lnTo>
                  <a:lnTo>
                    <a:pt x="178050" y="357112"/>
                  </a:lnTo>
                  <a:lnTo>
                    <a:pt x="177668" y="354998"/>
                  </a:lnTo>
                  <a:lnTo>
                    <a:pt x="177263" y="352884"/>
                  </a:lnTo>
                  <a:lnTo>
                    <a:pt x="176858" y="350747"/>
                  </a:lnTo>
                  <a:lnTo>
                    <a:pt x="176476" y="348611"/>
                  </a:lnTo>
                  <a:lnTo>
                    <a:pt x="176070" y="346452"/>
                  </a:lnTo>
                  <a:lnTo>
                    <a:pt x="175688" y="344293"/>
                  </a:lnTo>
                  <a:lnTo>
                    <a:pt x="175284" y="342112"/>
                  </a:lnTo>
                  <a:lnTo>
                    <a:pt x="174901" y="339930"/>
                  </a:lnTo>
                  <a:lnTo>
                    <a:pt x="174496" y="337749"/>
                  </a:lnTo>
                  <a:lnTo>
                    <a:pt x="174114" y="335545"/>
                  </a:lnTo>
                  <a:lnTo>
                    <a:pt x="173710" y="333318"/>
                  </a:lnTo>
                  <a:lnTo>
                    <a:pt x="173304" y="331092"/>
                  </a:lnTo>
                  <a:lnTo>
                    <a:pt x="172922" y="328843"/>
                  </a:lnTo>
                  <a:lnTo>
                    <a:pt x="172518" y="326594"/>
                  </a:lnTo>
                  <a:lnTo>
                    <a:pt x="172135" y="324345"/>
                  </a:lnTo>
                  <a:lnTo>
                    <a:pt x="171730" y="322073"/>
                  </a:lnTo>
                  <a:lnTo>
                    <a:pt x="171348" y="319802"/>
                  </a:lnTo>
                  <a:lnTo>
                    <a:pt x="170943" y="317508"/>
                  </a:lnTo>
                  <a:lnTo>
                    <a:pt x="170538" y="315214"/>
                  </a:lnTo>
                  <a:lnTo>
                    <a:pt x="170156" y="312898"/>
                  </a:lnTo>
                  <a:lnTo>
                    <a:pt x="169751" y="310581"/>
                  </a:lnTo>
                  <a:lnTo>
                    <a:pt x="169369" y="308265"/>
                  </a:lnTo>
                  <a:lnTo>
                    <a:pt x="168964" y="305926"/>
                  </a:lnTo>
                  <a:lnTo>
                    <a:pt x="168582" y="303564"/>
                  </a:lnTo>
                  <a:lnTo>
                    <a:pt x="168177" y="301203"/>
                  </a:lnTo>
                  <a:lnTo>
                    <a:pt x="167794" y="298842"/>
                  </a:lnTo>
                  <a:lnTo>
                    <a:pt x="167390" y="296458"/>
                  </a:lnTo>
                  <a:lnTo>
                    <a:pt x="166985" y="294074"/>
                  </a:lnTo>
                  <a:lnTo>
                    <a:pt x="166602" y="291690"/>
                  </a:lnTo>
                  <a:lnTo>
                    <a:pt x="166198" y="289283"/>
                  </a:lnTo>
                  <a:lnTo>
                    <a:pt x="165816" y="286877"/>
                  </a:lnTo>
                  <a:lnTo>
                    <a:pt x="165433" y="284448"/>
                  </a:lnTo>
                  <a:lnTo>
                    <a:pt x="165028" y="282019"/>
                  </a:lnTo>
                  <a:lnTo>
                    <a:pt x="164624" y="279590"/>
                  </a:lnTo>
                  <a:lnTo>
                    <a:pt x="164263" y="277139"/>
                  </a:lnTo>
                  <a:lnTo>
                    <a:pt x="163859" y="274688"/>
                  </a:lnTo>
                  <a:lnTo>
                    <a:pt x="163454" y="272236"/>
                  </a:lnTo>
                  <a:lnTo>
                    <a:pt x="163071" y="269785"/>
                  </a:lnTo>
                  <a:lnTo>
                    <a:pt x="162667" y="267311"/>
                  </a:lnTo>
                  <a:lnTo>
                    <a:pt x="162285" y="264837"/>
                  </a:lnTo>
                  <a:lnTo>
                    <a:pt x="161880" y="262341"/>
                  </a:lnTo>
                  <a:lnTo>
                    <a:pt x="161497" y="259867"/>
                  </a:lnTo>
                  <a:lnTo>
                    <a:pt x="161093" y="257371"/>
                  </a:lnTo>
                  <a:lnTo>
                    <a:pt x="160710" y="254852"/>
                  </a:lnTo>
                  <a:lnTo>
                    <a:pt x="160305" y="252356"/>
                  </a:lnTo>
                  <a:lnTo>
                    <a:pt x="159901" y="249837"/>
                  </a:lnTo>
                  <a:lnTo>
                    <a:pt x="159518" y="247318"/>
                  </a:lnTo>
                  <a:lnTo>
                    <a:pt x="159114" y="244799"/>
                  </a:lnTo>
                  <a:lnTo>
                    <a:pt x="158731" y="242258"/>
                  </a:lnTo>
                  <a:lnTo>
                    <a:pt x="158326" y="239739"/>
                  </a:lnTo>
                  <a:lnTo>
                    <a:pt x="157944" y="237198"/>
                  </a:lnTo>
                  <a:lnTo>
                    <a:pt x="157539" y="234656"/>
                  </a:lnTo>
                  <a:lnTo>
                    <a:pt x="157157" y="232092"/>
                  </a:lnTo>
                  <a:lnTo>
                    <a:pt x="156752" y="229551"/>
                  </a:lnTo>
                  <a:lnTo>
                    <a:pt x="156347" y="226987"/>
                  </a:lnTo>
                  <a:lnTo>
                    <a:pt x="155965" y="224446"/>
                  </a:lnTo>
                  <a:lnTo>
                    <a:pt x="155560" y="221882"/>
                  </a:lnTo>
                  <a:lnTo>
                    <a:pt x="155178" y="219318"/>
                  </a:lnTo>
                  <a:lnTo>
                    <a:pt x="154773" y="216777"/>
                  </a:lnTo>
                  <a:lnTo>
                    <a:pt x="154391" y="214191"/>
                  </a:lnTo>
                  <a:lnTo>
                    <a:pt x="153986" y="211627"/>
                  </a:lnTo>
                  <a:lnTo>
                    <a:pt x="153581" y="209063"/>
                  </a:lnTo>
                  <a:lnTo>
                    <a:pt x="153199" y="206477"/>
                  </a:lnTo>
                  <a:lnTo>
                    <a:pt x="152794" y="203913"/>
                  </a:lnTo>
                  <a:lnTo>
                    <a:pt x="152411" y="201327"/>
                  </a:lnTo>
                  <a:lnTo>
                    <a:pt x="152007" y="198763"/>
                  </a:lnTo>
                  <a:lnTo>
                    <a:pt x="151625" y="196177"/>
                  </a:lnTo>
                  <a:lnTo>
                    <a:pt x="151220" y="193590"/>
                  </a:lnTo>
                  <a:lnTo>
                    <a:pt x="150837" y="191026"/>
                  </a:lnTo>
                  <a:lnTo>
                    <a:pt x="150433" y="188463"/>
                  </a:lnTo>
                  <a:lnTo>
                    <a:pt x="150028" y="185876"/>
                  </a:lnTo>
                  <a:lnTo>
                    <a:pt x="149645" y="183313"/>
                  </a:lnTo>
                  <a:lnTo>
                    <a:pt x="149241" y="180749"/>
                  </a:lnTo>
                  <a:lnTo>
                    <a:pt x="148858" y="178185"/>
                  </a:lnTo>
                  <a:lnTo>
                    <a:pt x="148453" y="175621"/>
                  </a:lnTo>
                  <a:lnTo>
                    <a:pt x="148071" y="172405"/>
                  </a:lnTo>
                  <a:lnTo>
                    <a:pt x="147666" y="168110"/>
                  </a:lnTo>
                  <a:lnTo>
                    <a:pt x="147284" y="165658"/>
                  </a:lnTo>
                  <a:lnTo>
                    <a:pt x="146879" y="163207"/>
                  </a:lnTo>
                  <a:lnTo>
                    <a:pt x="146474" y="160756"/>
                  </a:lnTo>
                  <a:lnTo>
                    <a:pt x="146092" y="158327"/>
                  </a:lnTo>
                  <a:lnTo>
                    <a:pt x="145687" y="155875"/>
                  </a:lnTo>
                  <a:lnTo>
                    <a:pt x="145305" y="153446"/>
                  </a:lnTo>
                  <a:lnTo>
                    <a:pt x="144900" y="151018"/>
                  </a:lnTo>
                  <a:lnTo>
                    <a:pt x="144518" y="148589"/>
                  </a:lnTo>
                  <a:lnTo>
                    <a:pt x="144113" y="146182"/>
                  </a:lnTo>
                  <a:lnTo>
                    <a:pt x="143731" y="143753"/>
                  </a:lnTo>
                  <a:lnTo>
                    <a:pt x="143326" y="141347"/>
                  </a:lnTo>
                  <a:lnTo>
                    <a:pt x="142921" y="138963"/>
                  </a:lnTo>
                  <a:lnTo>
                    <a:pt x="142539" y="136557"/>
                  </a:lnTo>
                  <a:lnTo>
                    <a:pt x="142134" y="134173"/>
                  </a:lnTo>
                  <a:lnTo>
                    <a:pt x="141751" y="131789"/>
                  </a:lnTo>
                  <a:lnTo>
                    <a:pt x="141347" y="129428"/>
                  </a:lnTo>
                  <a:lnTo>
                    <a:pt x="140965" y="127066"/>
                  </a:lnTo>
                  <a:lnTo>
                    <a:pt x="140560" y="124705"/>
                  </a:lnTo>
                  <a:lnTo>
                    <a:pt x="140155" y="122366"/>
                  </a:lnTo>
                  <a:lnTo>
                    <a:pt x="139773" y="120049"/>
                  </a:lnTo>
                  <a:lnTo>
                    <a:pt x="139368" y="117733"/>
                  </a:lnTo>
                  <a:lnTo>
                    <a:pt x="138985" y="115417"/>
                  </a:lnTo>
                  <a:lnTo>
                    <a:pt x="138581" y="113123"/>
                  </a:lnTo>
                  <a:lnTo>
                    <a:pt x="138198" y="110829"/>
                  </a:lnTo>
                  <a:lnTo>
                    <a:pt x="137793" y="108557"/>
                  </a:lnTo>
                  <a:lnTo>
                    <a:pt x="137411" y="106286"/>
                  </a:lnTo>
                  <a:lnTo>
                    <a:pt x="137006" y="104059"/>
                  </a:lnTo>
                  <a:lnTo>
                    <a:pt x="136602" y="101810"/>
                  </a:lnTo>
                  <a:lnTo>
                    <a:pt x="136219" y="99606"/>
                  </a:lnTo>
                  <a:lnTo>
                    <a:pt x="135814" y="97402"/>
                  </a:lnTo>
                  <a:lnTo>
                    <a:pt x="135432" y="95221"/>
                  </a:lnTo>
                  <a:lnTo>
                    <a:pt x="135027" y="93039"/>
                  </a:lnTo>
                  <a:lnTo>
                    <a:pt x="134645" y="90903"/>
                  </a:lnTo>
                  <a:lnTo>
                    <a:pt x="134240" y="88744"/>
                  </a:lnTo>
                  <a:lnTo>
                    <a:pt x="133858" y="86630"/>
                  </a:lnTo>
                  <a:lnTo>
                    <a:pt x="133453" y="84516"/>
                  </a:lnTo>
                  <a:lnTo>
                    <a:pt x="133048" y="82447"/>
                  </a:lnTo>
                  <a:lnTo>
                    <a:pt x="132666" y="80378"/>
                  </a:lnTo>
                  <a:lnTo>
                    <a:pt x="132261" y="78331"/>
                  </a:lnTo>
                  <a:lnTo>
                    <a:pt x="131879" y="76307"/>
                  </a:lnTo>
                  <a:lnTo>
                    <a:pt x="131474" y="74306"/>
                  </a:lnTo>
                  <a:lnTo>
                    <a:pt x="131091" y="72326"/>
                  </a:lnTo>
                  <a:lnTo>
                    <a:pt x="130687" y="70370"/>
                  </a:lnTo>
                  <a:lnTo>
                    <a:pt x="130305" y="68413"/>
                  </a:lnTo>
                  <a:lnTo>
                    <a:pt x="129899" y="66502"/>
                  </a:lnTo>
                  <a:lnTo>
                    <a:pt x="129495" y="64613"/>
                  </a:lnTo>
                  <a:lnTo>
                    <a:pt x="129113" y="62746"/>
                  </a:lnTo>
                  <a:lnTo>
                    <a:pt x="128708" y="60902"/>
                  </a:lnTo>
                  <a:lnTo>
                    <a:pt x="128325" y="59103"/>
                  </a:lnTo>
                  <a:lnTo>
                    <a:pt x="127920" y="57303"/>
                  </a:lnTo>
                  <a:lnTo>
                    <a:pt x="127538" y="55527"/>
                  </a:lnTo>
                  <a:lnTo>
                    <a:pt x="127133" y="53795"/>
                  </a:lnTo>
                  <a:lnTo>
                    <a:pt x="126751" y="52086"/>
                  </a:lnTo>
                  <a:lnTo>
                    <a:pt x="126346" y="50399"/>
                  </a:lnTo>
                  <a:lnTo>
                    <a:pt x="125942" y="48757"/>
                  </a:lnTo>
                  <a:lnTo>
                    <a:pt x="125559" y="47116"/>
                  </a:lnTo>
                  <a:lnTo>
                    <a:pt x="125154" y="45519"/>
                  </a:lnTo>
                  <a:lnTo>
                    <a:pt x="124772" y="43945"/>
                  </a:lnTo>
                  <a:lnTo>
                    <a:pt x="124367" y="42415"/>
                  </a:lnTo>
                  <a:lnTo>
                    <a:pt x="123985" y="40886"/>
                  </a:lnTo>
                  <a:lnTo>
                    <a:pt x="123580" y="39402"/>
                  </a:lnTo>
                  <a:lnTo>
                    <a:pt x="123175" y="37940"/>
                  </a:lnTo>
                  <a:lnTo>
                    <a:pt x="122793" y="36501"/>
                  </a:lnTo>
                  <a:lnTo>
                    <a:pt x="122388" y="35106"/>
                  </a:lnTo>
                  <a:lnTo>
                    <a:pt x="122006" y="33734"/>
                  </a:lnTo>
                  <a:lnTo>
                    <a:pt x="121601" y="32385"/>
                  </a:lnTo>
                  <a:lnTo>
                    <a:pt x="121219" y="31058"/>
                  </a:lnTo>
                  <a:lnTo>
                    <a:pt x="120814" y="29776"/>
                  </a:lnTo>
                  <a:lnTo>
                    <a:pt x="120431" y="28517"/>
                  </a:lnTo>
                  <a:lnTo>
                    <a:pt x="120027" y="27302"/>
                  </a:lnTo>
                  <a:lnTo>
                    <a:pt x="119622" y="26088"/>
                  </a:lnTo>
                  <a:lnTo>
                    <a:pt x="119239" y="24918"/>
                  </a:lnTo>
                  <a:lnTo>
                    <a:pt x="118835" y="23771"/>
                  </a:lnTo>
                  <a:lnTo>
                    <a:pt x="118452" y="22670"/>
                  </a:lnTo>
                  <a:lnTo>
                    <a:pt x="118048" y="21590"/>
                  </a:lnTo>
                  <a:lnTo>
                    <a:pt x="117665" y="20533"/>
                  </a:lnTo>
                  <a:lnTo>
                    <a:pt x="117260" y="19498"/>
                  </a:lnTo>
                  <a:lnTo>
                    <a:pt x="116878" y="18509"/>
                  </a:lnTo>
                  <a:lnTo>
                    <a:pt x="116473" y="17564"/>
                  </a:lnTo>
                  <a:lnTo>
                    <a:pt x="116068" y="16620"/>
                  </a:lnTo>
                  <a:lnTo>
                    <a:pt x="115686" y="15720"/>
                  </a:lnTo>
                  <a:lnTo>
                    <a:pt x="115281" y="14843"/>
                  </a:lnTo>
                  <a:lnTo>
                    <a:pt x="114899" y="14011"/>
                  </a:lnTo>
                  <a:lnTo>
                    <a:pt x="114494" y="13179"/>
                  </a:lnTo>
                  <a:lnTo>
                    <a:pt x="114112" y="12392"/>
                  </a:lnTo>
                  <a:lnTo>
                    <a:pt x="113707" y="11627"/>
                  </a:lnTo>
                  <a:lnTo>
                    <a:pt x="113325" y="10907"/>
                  </a:lnTo>
                  <a:lnTo>
                    <a:pt x="112920" y="10188"/>
                  </a:lnTo>
                  <a:lnTo>
                    <a:pt x="112515" y="9513"/>
                  </a:lnTo>
                  <a:lnTo>
                    <a:pt x="112133" y="8883"/>
                  </a:lnTo>
                  <a:lnTo>
                    <a:pt x="111728" y="8254"/>
                  </a:lnTo>
                  <a:lnTo>
                    <a:pt x="111345" y="7646"/>
                  </a:lnTo>
                  <a:lnTo>
                    <a:pt x="110941" y="7084"/>
                  </a:lnTo>
                  <a:lnTo>
                    <a:pt x="110559" y="6544"/>
                  </a:lnTo>
                  <a:lnTo>
                    <a:pt x="110154" y="6027"/>
                  </a:lnTo>
                  <a:lnTo>
                    <a:pt x="109749" y="5532"/>
                  </a:lnTo>
                  <a:lnTo>
                    <a:pt x="109367" y="5060"/>
                  </a:lnTo>
                  <a:lnTo>
                    <a:pt x="108962" y="4610"/>
                  </a:lnTo>
                  <a:lnTo>
                    <a:pt x="108579" y="4183"/>
                  </a:lnTo>
                  <a:lnTo>
                    <a:pt x="108175" y="3801"/>
                  </a:lnTo>
                  <a:lnTo>
                    <a:pt x="107792" y="3418"/>
                  </a:lnTo>
                  <a:lnTo>
                    <a:pt x="107388" y="3059"/>
                  </a:lnTo>
                  <a:lnTo>
                    <a:pt x="107005" y="2721"/>
                  </a:lnTo>
                  <a:lnTo>
                    <a:pt x="106600" y="2429"/>
                  </a:lnTo>
                  <a:lnTo>
                    <a:pt x="106196" y="2137"/>
                  </a:lnTo>
                  <a:lnTo>
                    <a:pt x="105813" y="1867"/>
                  </a:lnTo>
                  <a:lnTo>
                    <a:pt x="105408" y="1597"/>
                  </a:lnTo>
                  <a:lnTo>
                    <a:pt x="105026" y="1372"/>
                  </a:lnTo>
                  <a:lnTo>
                    <a:pt x="104621" y="1169"/>
                  </a:lnTo>
                  <a:lnTo>
                    <a:pt x="104239" y="967"/>
                  </a:lnTo>
                  <a:lnTo>
                    <a:pt x="103834" y="787"/>
                  </a:lnTo>
                  <a:lnTo>
                    <a:pt x="103452" y="630"/>
                  </a:lnTo>
                  <a:lnTo>
                    <a:pt x="103047" y="495"/>
                  </a:lnTo>
                  <a:lnTo>
                    <a:pt x="102642" y="382"/>
                  </a:lnTo>
                  <a:lnTo>
                    <a:pt x="102260" y="270"/>
                  </a:lnTo>
                  <a:lnTo>
                    <a:pt x="101855" y="202"/>
                  </a:lnTo>
                  <a:lnTo>
                    <a:pt x="101473" y="135"/>
                  </a:lnTo>
                  <a:lnTo>
                    <a:pt x="101068" y="67"/>
                  </a:lnTo>
                  <a:lnTo>
                    <a:pt x="100685" y="45"/>
                  </a:lnTo>
                  <a:lnTo>
                    <a:pt x="100281" y="0"/>
                  </a:lnTo>
                  <a:lnTo>
                    <a:pt x="99899" y="0"/>
                  </a:lnTo>
                  <a:lnTo>
                    <a:pt x="99494" y="0"/>
                  </a:lnTo>
                  <a:lnTo>
                    <a:pt x="99089" y="22"/>
                  </a:lnTo>
                  <a:lnTo>
                    <a:pt x="98707" y="45"/>
                  </a:lnTo>
                  <a:lnTo>
                    <a:pt x="98302" y="90"/>
                  </a:lnTo>
                  <a:lnTo>
                    <a:pt x="97919" y="135"/>
                  </a:lnTo>
                  <a:lnTo>
                    <a:pt x="97515" y="202"/>
                  </a:lnTo>
                  <a:lnTo>
                    <a:pt x="97132" y="292"/>
                  </a:lnTo>
                  <a:lnTo>
                    <a:pt x="96727" y="382"/>
                  </a:lnTo>
                  <a:lnTo>
                    <a:pt x="96345" y="472"/>
                  </a:lnTo>
                  <a:lnTo>
                    <a:pt x="95940" y="585"/>
                  </a:lnTo>
                  <a:lnTo>
                    <a:pt x="95536" y="697"/>
                  </a:lnTo>
                  <a:lnTo>
                    <a:pt x="95153" y="810"/>
                  </a:lnTo>
                  <a:lnTo>
                    <a:pt x="94748" y="945"/>
                  </a:lnTo>
                  <a:lnTo>
                    <a:pt x="94366" y="1079"/>
                  </a:lnTo>
                  <a:lnTo>
                    <a:pt x="93961" y="1237"/>
                  </a:lnTo>
                  <a:lnTo>
                    <a:pt x="93579" y="1394"/>
                  </a:lnTo>
                  <a:lnTo>
                    <a:pt x="93174" y="1552"/>
                  </a:lnTo>
                  <a:lnTo>
                    <a:pt x="92770" y="1709"/>
                  </a:lnTo>
                  <a:lnTo>
                    <a:pt x="92387" y="1889"/>
                  </a:lnTo>
                  <a:lnTo>
                    <a:pt x="91982" y="2047"/>
                  </a:lnTo>
                  <a:lnTo>
                    <a:pt x="91600" y="2226"/>
                  </a:lnTo>
                  <a:lnTo>
                    <a:pt x="91195" y="2406"/>
                  </a:lnTo>
                  <a:lnTo>
                    <a:pt x="90813" y="2609"/>
                  </a:lnTo>
                  <a:lnTo>
                    <a:pt x="90408" y="2789"/>
                  </a:lnTo>
                  <a:lnTo>
                    <a:pt x="90025" y="2991"/>
                  </a:lnTo>
                  <a:lnTo>
                    <a:pt x="89621" y="3194"/>
                  </a:lnTo>
                  <a:lnTo>
                    <a:pt x="89216" y="3396"/>
                  </a:lnTo>
                  <a:lnTo>
                    <a:pt x="88834" y="3598"/>
                  </a:lnTo>
                  <a:lnTo>
                    <a:pt x="88429" y="3823"/>
                  </a:lnTo>
                  <a:lnTo>
                    <a:pt x="88047" y="4026"/>
                  </a:lnTo>
                  <a:lnTo>
                    <a:pt x="87642" y="4251"/>
                  </a:lnTo>
                  <a:lnTo>
                    <a:pt x="87259" y="4475"/>
                  </a:lnTo>
                  <a:lnTo>
                    <a:pt x="86854" y="4700"/>
                  </a:lnTo>
                  <a:lnTo>
                    <a:pt x="86472" y="4925"/>
                  </a:lnTo>
                  <a:lnTo>
                    <a:pt x="86067" y="5150"/>
                  </a:lnTo>
                  <a:lnTo>
                    <a:pt x="85662" y="5375"/>
                  </a:lnTo>
                  <a:lnTo>
                    <a:pt x="85280" y="5622"/>
                  </a:lnTo>
                  <a:lnTo>
                    <a:pt x="84876" y="5870"/>
                  </a:lnTo>
                  <a:lnTo>
                    <a:pt x="84493" y="6095"/>
                  </a:lnTo>
                  <a:lnTo>
                    <a:pt x="84088" y="6342"/>
                  </a:lnTo>
                  <a:lnTo>
                    <a:pt x="83706" y="6589"/>
                  </a:lnTo>
                  <a:lnTo>
                    <a:pt x="83301" y="6859"/>
                  </a:lnTo>
                  <a:lnTo>
                    <a:pt x="82919" y="7107"/>
                  </a:lnTo>
                  <a:lnTo>
                    <a:pt x="82514" y="7354"/>
                  </a:lnTo>
                  <a:lnTo>
                    <a:pt x="82109" y="7601"/>
                  </a:lnTo>
                  <a:lnTo>
                    <a:pt x="81727" y="7871"/>
                  </a:lnTo>
                  <a:lnTo>
                    <a:pt x="81322" y="8119"/>
                  </a:lnTo>
                  <a:lnTo>
                    <a:pt x="80940" y="8389"/>
                  </a:lnTo>
                  <a:lnTo>
                    <a:pt x="80535" y="8636"/>
                  </a:lnTo>
                  <a:lnTo>
                    <a:pt x="80153" y="8906"/>
                  </a:lnTo>
                  <a:lnTo>
                    <a:pt x="79748" y="9176"/>
                  </a:lnTo>
                  <a:lnTo>
                    <a:pt x="79343" y="9446"/>
                  </a:lnTo>
                  <a:lnTo>
                    <a:pt x="78961" y="9715"/>
                  </a:lnTo>
                  <a:lnTo>
                    <a:pt x="78556" y="9985"/>
                  </a:lnTo>
                  <a:lnTo>
                    <a:pt x="78173" y="10255"/>
                  </a:lnTo>
                  <a:lnTo>
                    <a:pt x="77769" y="10525"/>
                  </a:lnTo>
                  <a:lnTo>
                    <a:pt x="77386" y="10817"/>
                  </a:lnTo>
                  <a:lnTo>
                    <a:pt x="76982" y="11087"/>
                  </a:lnTo>
                  <a:lnTo>
                    <a:pt x="76599" y="11357"/>
                  </a:lnTo>
                  <a:lnTo>
                    <a:pt x="76194" y="11650"/>
                  </a:lnTo>
                  <a:lnTo>
                    <a:pt x="75790" y="11919"/>
                  </a:lnTo>
                  <a:lnTo>
                    <a:pt x="75407" y="12212"/>
                  </a:lnTo>
                  <a:lnTo>
                    <a:pt x="75002" y="12482"/>
                  </a:lnTo>
                  <a:lnTo>
                    <a:pt x="74620" y="12774"/>
                  </a:lnTo>
                  <a:lnTo>
                    <a:pt x="74216" y="13044"/>
                  </a:lnTo>
                  <a:lnTo>
                    <a:pt x="73833" y="13336"/>
                  </a:lnTo>
                  <a:lnTo>
                    <a:pt x="73428" y="13629"/>
                  </a:lnTo>
                  <a:lnTo>
                    <a:pt x="73046" y="13899"/>
                  </a:lnTo>
                  <a:lnTo>
                    <a:pt x="72641" y="14191"/>
                  </a:lnTo>
                  <a:lnTo>
                    <a:pt x="72236" y="14461"/>
                  </a:lnTo>
                  <a:lnTo>
                    <a:pt x="71854" y="14753"/>
                  </a:lnTo>
                  <a:lnTo>
                    <a:pt x="71449" y="15046"/>
                  </a:lnTo>
                  <a:lnTo>
                    <a:pt x="71067" y="15315"/>
                  </a:lnTo>
                  <a:lnTo>
                    <a:pt x="70662" y="15608"/>
                  </a:lnTo>
                  <a:lnTo>
                    <a:pt x="70280" y="15900"/>
                  </a:lnTo>
                  <a:lnTo>
                    <a:pt x="69875" y="16192"/>
                  </a:lnTo>
                  <a:lnTo>
                    <a:pt x="69493" y="16485"/>
                  </a:lnTo>
                  <a:lnTo>
                    <a:pt x="69088" y="16777"/>
                  </a:lnTo>
                  <a:lnTo>
                    <a:pt x="68683" y="17070"/>
                  </a:lnTo>
                  <a:lnTo>
                    <a:pt x="68301" y="17362"/>
                  </a:lnTo>
                  <a:lnTo>
                    <a:pt x="67896" y="17654"/>
                  </a:lnTo>
                  <a:lnTo>
                    <a:pt x="67513" y="17947"/>
                  </a:lnTo>
                  <a:lnTo>
                    <a:pt x="67109" y="18239"/>
                  </a:lnTo>
                  <a:lnTo>
                    <a:pt x="66726" y="18554"/>
                  </a:lnTo>
                  <a:lnTo>
                    <a:pt x="66322" y="18846"/>
                  </a:lnTo>
                  <a:lnTo>
                    <a:pt x="65939" y="19139"/>
                  </a:lnTo>
                  <a:lnTo>
                    <a:pt x="65534" y="19453"/>
                  </a:lnTo>
                  <a:lnTo>
                    <a:pt x="65130" y="19746"/>
                  </a:lnTo>
                  <a:lnTo>
                    <a:pt x="64747" y="20038"/>
                  </a:lnTo>
                  <a:lnTo>
                    <a:pt x="64342" y="20331"/>
                  </a:lnTo>
                  <a:lnTo>
                    <a:pt x="63960" y="20645"/>
                  </a:lnTo>
                  <a:lnTo>
                    <a:pt x="63555" y="20938"/>
                  </a:lnTo>
                  <a:lnTo>
                    <a:pt x="63173" y="21253"/>
                  </a:lnTo>
                  <a:lnTo>
                    <a:pt x="62768" y="21545"/>
                  </a:lnTo>
                  <a:lnTo>
                    <a:pt x="62364" y="21860"/>
                  </a:lnTo>
                  <a:lnTo>
                    <a:pt x="61981" y="22152"/>
                  </a:lnTo>
                  <a:lnTo>
                    <a:pt x="61576" y="22467"/>
                  </a:lnTo>
                  <a:lnTo>
                    <a:pt x="61194" y="22759"/>
                  </a:lnTo>
                  <a:lnTo>
                    <a:pt x="60789" y="23074"/>
                  </a:lnTo>
                  <a:lnTo>
                    <a:pt x="60407" y="23389"/>
                  </a:lnTo>
                  <a:lnTo>
                    <a:pt x="60002" y="23704"/>
                  </a:lnTo>
                  <a:lnTo>
                    <a:pt x="59619" y="24019"/>
                  </a:lnTo>
                  <a:lnTo>
                    <a:pt x="59215" y="24334"/>
                  </a:lnTo>
                  <a:lnTo>
                    <a:pt x="58810" y="24649"/>
                  </a:lnTo>
                  <a:lnTo>
                    <a:pt x="58428" y="24963"/>
                  </a:lnTo>
                  <a:lnTo>
                    <a:pt x="58023" y="25278"/>
                  </a:lnTo>
                  <a:lnTo>
                    <a:pt x="57641" y="25593"/>
                  </a:lnTo>
                  <a:lnTo>
                    <a:pt x="57236" y="25930"/>
                  </a:lnTo>
                  <a:lnTo>
                    <a:pt x="56853" y="26245"/>
                  </a:lnTo>
                  <a:lnTo>
                    <a:pt x="56449" y="26560"/>
                  </a:lnTo>
                  <a:lnTo>
                    <a:pt x="56066" y="26875"/>
                  </a:lnTo>
                  <a:lnTo>
                    <a:pt x="55662" y="27212"/>
                  </a:lnTo>
                  <a:lnTo>
                    <a:pt x="55257" y="27527"/>
                  </a:lnTo>
                  <a:lnTo>
                    <a:pt x="54874" y="27842"/>
                  </a:lnTo>
                  <a:lnTo>
                    <a:pt x="54470" y="28157"/>
                  </a:lnTo>
                  <a:lnTo>
                    <a:pt x="54087" y="28494"/>
                  </a:lnTo>
                  <a:lnTo>
                    <a:pt x="53682" y="28809"/>
                  </a:lnTo>
                  <a:lnTo>
                    <a:pt x="53300" y="29124"/>
                  </a:lnTo>
                  <a:lnTo>
                    <a:pt x="52895" y="29416"/>
                  </a:lnTo>
                  <a:lnTo>
                    <a:pt x="52513" y="29731"/>
                  </a:lnTo>
                  <a:lnTo>
                    <a:pt x="52108" y="30046"/>
                  </a:lnTo>
                  <a:lnTo>
                    <a:pt x="51704" y="30361"/>
                  </a:lnTo>
                  <a:lnTo>
                    <a:pt x="51321" y="30676"/>
                  </a:lnTo>
                  <a:lnTo>
                    <a:pt x="50916" y="30968"/>
                  </a:lnTo>
                  <a:lnTo>
                    <a:pt x="50534" y="31283"/>
                  </a:lnTo>
                  <a:lnTo>
                    <a:pt x="50129" y="31598"/>
                  </a:lnTo>
                  <a:lnTo>
                    <a:pt x="49747" y="31890"/>
                  </a:lnTo>
                  <a:lnTo>
                    <a:pt x="49342" y="32205"/>
                  </a:lnTo>
                  <a:lnTo>
                    <a:pt x="48959" y="32497"/>
                  </a:lnTo>
                  <a:lnTo>
                    <a:pt x="48555" y="32790"/>
                  </a:lnTo>
                  <a:lnTo>
                    <a:pt x="48150" y="33082"/>
                  </a:lnTo>
                  <a:lnTo>
                    <a:pt x="47768" y="33375"/>
                  </a:lnTo>
                  <a:lnTo>
                    <a:pt x="47363" y="33667"/>
                  </a:lnTo>
                  <a:lnTo>
                    <a:pt x="46980" y="33959"/>
                  </a:lnTo>
                  <a:lnTo>
                    <a:pt x="46576" y="34252"/>
                  </a:lnTo>
                  <a:lnTo>
                    <a:pt x="46193" y="34544"/>
                  </a:lnTo>
                  <a:lnTo>
                    <a:pt x="45811" y="34836"/>
                  </a:lnTo>
                  <a:lnTo>
                    <a:pt x="45384" y="35129"/>
                  </a:lnTo>
                  <a:lnTo>
                    <a:pt x="45024" y="35399"/>
                  </a:lnTo>
                  <a:lnTo>
                    <a:pt x="44619" y="35691"/>
                  </a:lnTo>
                  <a:lnTo>
                    <a:pt x="44214" y="35961"/>
                  </a:lnTo>
                  <a:lnTo>
                    <a:pt x="43832" y="36253"/>
                  </a:lnTo>
                  <a:lnTo>
                    <a:pt x="43449" y="36523"/>
                  </a:lnTo>
                  <a:lnTo>
                    <a:pt x="43045" y="36793"/>
                  </a:lnTo>
                  <a:lnTo>
                    <a:pt x="42663" y="37063"/>
                  </a:lnTo>
                  <a:lnTo>
                    <a:pt x="42257" y="37333"/>
                  </a:lnTo>
                  <a:lnTo>
                    <a:pt x="41853" y="37603"/>
                  </a:lnTo>
                  <a:lnTo>
                    <a:pt x="41471" y="37872"/>
                  </a:lnTo>
                  <a:lnTo>
                    <a:pt x="41065" y="38120"/>
                  </a:lnTo>
                  <a:lnTo>
                    <a:pt x="40683" y="38390"/>
                  </a:lnTo>
                  <a:lnTo>
                    <a:pt x="40279" y="38660"/>
                  </a:lnTo>
                  <a:lnTo>
                    <a:pt x="39897" y="38907"/>
                  </a:lnTo>
                  <a:lnTo>
                    <a:pt x="39491" y="39154"/>
                  </a:lnTo>
                  <a:lnTo>
                    <a:pt x="39109" y="39424"/>
                  </a:lnTo>
                  <a:lnTo>
                    <a:pt x="38704" y="39672"/>
                  </a:lnTo>
                  <a:lnTo>
                    <a:pt x="38299" y="39919"/>
                  </a:lnTo>
                  <a:lnTo>
                    <a:pt x="37917" y="40166"/>
                  </a:lnTo>
                  <a:lnTo>
                    <a:pt x="37512" y="40414"/>
                  </a:lnTo>
                  <a:lnTo>
                    <a:pt x="37130" y="40661"/>
                  </a:lnTo>
                  <a:lnTo>
                    <a:pt x="36725" y="40886"/>
                  </a:lnTo>
                  <a:lnTo>
                    <a:pt x="36343" y="41133"/>
                  </a:lnTo>
                  <a:lnTo>
                    <a:pt x="35938" y="41381"/>
                  </a:lnTo>
                  <a:lnTo>
                    <a:pt x="35556" y="41628"/>
                  </a:lnTo>
                  <a:lnTo>
                    <a:pt x="35151" y="41876"/>
                  </a:lnTo>
                  <a:lnTo>
                    <a:pt x="34746" y="42100"/>
                  </a:lnTo>
                  <a:lnTo>
                    <a:pt x="34364" y="42348"/>
                  </a:lnTo>
                  <a:lnTo>
                    <a:pt x="33959" y="42595"/>
                  </a:lnTo>
                  <a:lnTo>
                    <a:pt x="33577" y="42843"/>
                  </a:lnTo>
                  <a:lnTo>
                    <a:pt x="33172" y="43113"/>
                  </a:lnTo>
                  <a:lnTo>
                    <a:pt x="32789" y="43360"/>
                  </a:lnTo>
                  <a:lnTo>
                    <a:pt x="32385" y="43607"/>
                  </a:lnTo>
                  <a:lnTo>
                    <a:pt x="31980" y="43877"/>
                  </a:lnTo>
                  <a:lnTo>
                    <a:pt x="31597" y="44125"/>
                  </a:lnTo>
                  <a:lnTo>
                    <a:pt x="31193" y="44394"/>
                  </a:lnTo>
                  <a:lnTo>
                    <a:pt x="30811" y="44664"/>
                  </a:lnTo>
                  <a:lnTo>
                    <a:pt x="30405" y="44934"/>
                  </a:lnTo>
                  <a:lnTo>
                    <a:pt x="30023" y="45227"/>
                  </a:lnTo>
                  <a:lnTo>
                    <a:pt x="29619" y="45519"/>
                  </a:lnTo>
                  <a:lnTo>
                    <a:pt x="29236" y="45811"/>
                  </a:lnTo>
                  <a:lnTo>
                    <a:pt x="28831" y="46104"/>
                  </a:lnTo>
                  <a:lnTo>
                    <a:pt x="28427" y="46418"/>
                  </a:lnTo>
                  <a:lnTo>
                    <a:pt x="28044" y="46756"/>
                  </a:lnTo>
                  <a:lnTo>
                    <a:pt x="27639" y="47071"/>
                  </a:lnTo>
                  <a:lnTo>
                    <a:pt x="27257" y="47431"/>
                  </a:lnTo>
                  <a:lnTo>
                    <a:pt x="26852" y="47768"/>
                  </a:lnTo>
                  <a:lnTo>
                    <a:pt x="26470" y="48128"/>
                  </a:lnTo>
                  <a:lnTo>
                    <a:pt x="26065" y="48510"/>
                  </a:lnTo>
                  <a:lnTo>
                    <a:pt x="25683" y="48892"/>
                  </a:lnTo>
                  <a:lnTo>
                    <a:pt x="25278" y="49275"/>
                  </a:lnTo>
                  <a:lnTo>
                    <a:pt x="24873" y="49679"/>
                  </a:lnTo>
                  <a:lnTo>
                    <a:pt x="24491" y="50084"/>
                  </a:lnTo>
                  <a:lnTo>
                    <a:pt x="24086" y="50489"/>
                  </a:lnTo>
                  <a:lnTo>
                    <a:pt x="23704" y="50916"/>
                  </a:lnTo>
                  <a:lnTo>
                    <a:pt x="23299" y="51344"/>
                  </a:lnTo>
                  <a:lnTo>
                    <a:pt x="22917" y="51794"/>
                  </a:lnTo>
                  <a:lnTo>
                    <a:pt x="22512" y="52221"/>
                  </a:lnTo>
                  <a:lnTo>
                    <a:pt x="22129" y="52693"/>
                  </a:lnTo>
                  <a:lnTo>
                    <a:pt x="21725" y="53143"/>
                  </a:lnTo>
                  <a:lnTo>
                    <a:pt x="21320" y="53615"/>
                  </a:lnTo>
                  <a:lnTo>
                    <a:pt x="20937" y="54087"/>
                  </a:lnTo>
                  <a:lnTo>
                    <a:pt x="20533" y="54560"/>
                  </a:lnTo>
                  <a:lnTo>
                    <a:pt x="20151" y="55054"/>
                  </a:lnTo>
                  <a:lnTo>
                    <a:pt x="19745" y="55549"/>
                  </a:lnTo>
                  <a:lnTo>
                    <a:pt x="19363" y="56044"/>
                  </a:lnTo>
                  <a:lnTo>
                    <a:pt x="18959" y="56561"/>
                  </a:lnTo>
                  <a:lnTo>
                    <a:pt x="18576" y="57056"/>
                  </a:lnTo>
                  <a:lnTo>
                    <a:pt x="18171" y="57573"/>
                  </a:lnTo>
                  <a:lnTo>
                    <a:pt x="17767" y="58091"/>
                  </a:lnTo>
                  <a:lnTo>
                    <a:pt x="17384" y="58608"/>
                  </a:lnTo>
                  <a:lnTo>
                    <a:pt x="16979" y="59125"/>
                  </a:lnTo>
                  <a:lnTo>
                    <a:pt x="16597" y="59642"/>
                  </a:lnTo>
                  <a:lnTo>
                    <a:pt x="16192" y="60182"/>
                  </a:lnTo>
                  <a:lnTo>
                    <a:pt x="15810" y="60722"/>
                  </a:lnTo>
                  <a:lnTo>
                    <a:pt x="15405" y="61239"/>
                  </a:lnTo>
                  <a:lnTo>
                    <a:pt x="15000" y="61779"/>
                  </a:lnTo>
                  <a:lnTo>
                    <a:pt x="14618" y="62319"/>
                  </a:lnTo>
                  <a:lnTo>
                    <a:pt x="14213" y="62858"/>
                  </a:lnTo>
                  <a:lnTo>
                    <a:pt x="13831" y="63421"/>
                  </a:lnTo>
                  <a:lnTo>
                    <a:pt x="13426" y="63960"/>
                  </a:lnTo>
                  <a:lnTo>
                    <a:pt x="13044" y="64500"/>
                  </a:lnTo>
                  <a:lnTo>
                    <a:pt x="12639" y="65062"/>
                  </a:lnTo>
                  <a:lnTo>
                    <a:pt x="12257" y="65625"/>
                  </a:lnTo>
                  <a:lnTo>
                    <a:pt x="11852" y="66187"/>
                  </a:lnTo>
                  <a:lnTo>
                    <a:pt x="11447" y="66727"/>
                  </a:lnTo>
                  <a:lnTo>
                    <a:pt x="11065" y="67289"/>
                  </a:lnTo>
                  <a:lnTo>
                    <a:pt x="10660" y="67851"/>
                  </a:lnTo>
                  <a:lnTo>
                    <a:pt x="10277" y="68413"/>
                  </a:lnTo>
                  <a:lnTo>
                    <a:pt x="9873" y="68998"/>
                  </a:lnTo>
                  <a:lnTo>
                    <a:pt x="9491" y="69560"/>
                  </a:lnTo>
                  <a:lnTo>
                    <a:pt x="9085" y="70123"/>
                  </a:lnTo>
                  <a:lnTo>
                    <a:pt x="8703" y="70707"/>
                  </a:lnTo>
                  <a:lnTo>
                    <a:pt x="8299" y="71269"/>
                  </a:lnTo>
                  <a:lnTo>
                    <a:pt x="7893" y="71854"/>
                  </a:lnTo>
                  <a:lnTo>
                    <a:pt x="7511" y="72416"/>
                  </a:lnTo>
                  <a:lnTo>
                    <a:pt x="7107" y="73001"/>
                  </a:lnTo>
                  <a:lnTo>
                    <a:pt x="6724" y="73586"/>
                  </a:lnTo>
                  <a:lnTo>
                    <a:pt x="6319" y="74171"/>
                  </a:lnTo>
                  <a:lnTo>
                    <a:pt x="5937" y="74755"/>
                  </a:lnTo>
                  <a:lnTo>
                    <a:pt x="5532" y="75340"/>
                  </a:lnTo>
                  <a:lnTo>
                    <a:pt x="5150" y="75925"/>
                  </a:lnTo>
                  <a:lnTo>
                    <a:pt x="4745" y="76510"/>
                  </a:lnTo>
                  <a:lnTo>
                    <a:pt x="4340" y="77094"/>
                  </a:lnTo>
                  <a:lnTo>
                    <a:pt x="3958" y="77701"/>
                  </a:lnTo>
                  <a:lnTo>
                    <a:pt x="3553" y="78286"/>
                  </a:lnTo>
                  <a:lnTo>
                    <a:pt x="3171" y="78871"/>
                  </a:lnTo>
                  <a:lnTo>
                    <a:pt x="2766" y="79478"/>
                  </a:lnTo>
                  <a:lnTo>
                    <a:pt x="2383" y="80063"/>
                  </a:lnTo>
                  <a:lnTo>
                    <a:pt x="1979" y="80670"/>
                  </a:lnTo>
                  <a:lnTo>
                    <a:pt x="1574" y="81255"/>
                  </a:lnTo>
                  <a:lnTo>
                    <a:pt x="1191" y="81862"/>
                  </a:lnTo>
                  <a:lnTo>
                    <a:pt x="787" y="82469"/>
                  </a:lnTo>
                  <a:lnTo>
                    <a:pt x="405" y="83054"/>
                  </a:lnTo>
                  <a:lnTo>
                    <a:pt x="0" y="83661"/>
                  </a:lnTo>
                  <a:lnTo>
                    <a:pt x="0" y="92545"/>
                  </a:lnTo>
                  <a:lnTo>
                    <a:pt x="405" y="92027"/>
                  </a:lnTo>
                  <a:lnTo>
                    <a:pt x="787" y="91510"/>
                  </a:lnTo>
                  <a:lnTo>
                    <a:pt x="1191" y="90993"/>
                  </a:lnTo>
                  <a:lnTo>
                    <a:pt x="1574" y="90498"/>
                  </a:lnTo>
                  <a:lnTo>
                    <a:pt x="1979" y="89981"/>
                  </a:lnTo>
                  <a:lnTo>
                    <a:pt x="2383" y="89464"/>
                  </a:lnTo>
                  <a:lnTo>
                    <a:pt x="2766" y="88946"/>
                  </a:lnTo>
                  <a:lnTo>
                    <a:pt x="3171" y="88452"/>
                  </a:lnTo>
                  <a:lnTo>
                    <a:pt x="3553" y="87934"/>
                  </a:lnTo>
                  <a:lnTo>
                    <a:pt x="3958" y="87439"/>
                  </a:lnTo>
                  <a:lnTo>
                    <a:pt x="4340" y="86922"/>
                  </a:lnTo>
                  <a:lnTo>
                    <a:pt x="4745" y="86427"/>
                  </a:lnTo>
                  <a:lnTo>
                    <a:pt x="5150" y="85910"/>
                  </a:lnTo>
                  <a:lnTo>
                    <a:pt x="5532" y="85415"/>
                  </a:lnTo>
                  <a:lnTo>
                    <a:pt x="5937" y="84898"/>
                  </a:lnTo>
                  <a:lnTo>
                    <a:pt x="6319" y="84403"/>
                  </a:lnTo>
                  <a:lnTo>
                    <a:pt x="6724" y="83909"/>
                  </a:lnTo>
                  <a:lnTo>
                    <a:pt x="7107" y="83414"/>
                  </a:lnTo>
                  <a:lnTo>
                    <a:pt x="7511" y="82919"/>
                  </a:lnTo>
                  <a:lnTo>
                    <a:pt x="7893" y="82402"/>
                  </a:lnTo>
                  <a:lnTo>
                    <a:pt x="8299" y="81907"/>
                  </a:lnTo>
                  <a:lnTo>
                    <a:pt x="8703" y="81412"/>
                  </a:lnTo>
                  <a:lnTo>
                    <a:pt x="9085" y="80918"/>
                  </a:lnTo>
                  <a:lnTo>
                    <a:pt x="9491" y="80423"/>
                  </a:lnTo>
                  <a:lnTo>
                    <a:pt x="9873" y="79950"/>
                  </a:lnTo>
                  <a:lnTo>
                    <a:pt x="10277" y="79456"/>
                  </a:lnTo>
                  <a:lnTo>
                    <a:pt x="10660" y="78961"/>
                  </a:lnTo>
                  <a:lnTo>
                    <a:pt x="11065" y="78466"/>
                  </a:lnTo>
                  <a:lnTo>
                    <a:pt x="11447" y="77994"/>
                  </a:lnTo>
                  <a:lnTo>
                    <a:pt x="11852" y="77499"/>
                  </a:lnTo>
                  <a:lnTo>
                    <a:pt x="12257" y="77027"/>
                  </a:lnTo>
                  <a:lnTo>
                    <a:pt x="12639" y="76532"/>
                  </a:lnTo>
                  <a:lnTo>
                    <a:pt x="13044" y="76060"/>
                  </a:lnTo>
                  <a:lnTo>
                    <a:pt x="13426" y="75565"/>
                  </a:lnTo>
                  <a:lnTo>
                    <a:pt x="13831" y="75093"/>
                  </a:lnTo>
                  <a:lnTo>
                    <a:pt x="14213" y="74620"/>
                  </a:lnTo>
                  <a:lnTo>
                    <a:pt x="14618" y="74148"/>
                  </a:lnTo>
                  <a:lnTo>
                    <a:pt x="15000" y="73676"/>
                  </a:lnTo>
                  <a:lnTo>
                    <a:pt x="15405" y="73204"/>
                  </a:lnTo>
                  <a:lnTo>
                    <a:pt x="15810" y="72731"/>
                  </a:lnTo>
                  <a:lnTo>
                    <a:pt x="16192" y="72259"/>
                  </a:lnTo>
                  <a:lnTo>
                    <a:pt x="16597" y="71787"/>
                  </a:lnTo>
                  <a:lnTo>
                    <a:pt x="16979" y="71337"/>
                  </a:lnTo>
                  <a:lnTo>
                    <a:pt x="17384" y="70865"/>
                  </a:lnTo>
                  <a:lnTo>
                    <a:pt x="17767" y="70415"/>
                  </a:lnTo>
                  <a:lnTo>
                    <a:pt x="18171" y="69965"/>
                  </a:lnTo>
                  <a:lnTo>
                    <a:pt x="18576" y="69515"/>
                  </a:lnTo>
                  <a:lnTo>
                    <a:pt x="18959" y="69066"/>
                  </a:lnTo>
                  <a:lnTo>
                    <a:pt x="19363" y="68616"/>
                  </a:lnTo>
                  <a:lnTo>
                    <a:pt x="19745" y="68188"/>
                  </a:lnTo>
                  <a:lnTo>
                    <a:pt x="20151" y="67739"/>
                  </a:lnTo>
                  <a:lnTo>
                    <a:pt x="20533" y="67311"/>
                  </a:lnTo>
                  <a:lnTo>
                    <a:pt x="20937" y="66884"/>
                  </a:lnTo>
                  <a:lnTo>
                    <a:pt x="21320" y="66457"/>
                  </a:lnTo>
                  <a:lnTo>
                    <a:pt x="21725" y="66029"/>
                  </a:lnTo>
                  <a:lnTo>
                    <a:pt x="22129" y="65625"/>
                  </a:lnTo>
                  <a:lnTo>
                    <a:pt x="22512" y="65220"/>
                  </a:lnTo>
                  <a:lnTo>
                    <a:pt x="22917" y="64815"/>
                  </a:lnTo>
                  <a:lnTo>
                    <a:pt x="23299" y="64433"/>
                  </a:lnTo>
                  <a:lnTo>
                    <a:pt x="23704" y="64050"/>
                  </a:lnTo>
                  <a:lnTo>
                    <a:pt x="24086" y="63690"/>
                  </a:lnTo>
                  <a:lnTo>
                    <a:pt x="24491" y="63331"/>
                  </a:lnTo>
                  <a:lnTo>
                    <a:pt x="24873" y="62971"/>
                  </a:lnTo>
                  <a:lnTo>
                    <a:pt x="25278" y="62611"/>
                  </a:lnTo>
                  <a:lnTo>
                    <a:pt x="25683" y="62274"/>
                  </a:lnTo>
                  <a:lnTo>
                    <a:pt x="26065" y="61959"/>
                  </a:lnTo>
                  <a:lnTo>
                    <a:pt x="26470" y="61621"/>
                  </a:lnTo>
                  <a:lnTo>
                    <a:pt x="26852" y="61329"/>
                  </a:lnTo>
                  <a:lnTo>
                    <a:pt x="27257" y="61014"/>
                  </a:lnTo>
                  <a:lnTo>
                    <a:pt x="27639" y="60744"/>
                  </a:lnTo>
                  <a:lnTo>
                    <a:pt x="28044" y="60452"/>
                  </a:lnTo>
                  <a:lnTo>
                    <a:pt x="28427" y="60205"/>
                  </a:lnTo>
                  <a:lnTo>
                    <a:pt x="28831" y="59935"/>
                  </a:lnTo>
                  <a:lnTo>
                    <a:pt x="29236" y="59710"/>
                  </a:lnTo>
                  <a:lnTo>
                    <a:pt x="29619" y="59485"/>
                  </a:lnTo>
                  <a:lnTo>
                    <a:pt x="30023" y="59260"/>
                  </a:lnTo>
                  <a:lnTo>
                    <a:pt x="30405" y="59058"/>
                  </a:lnTo>
                  <a:lnTo>
                    <a:pt x="30811" y="58855"/>
                  </a:lnTo>
                  <a:lnTo>
                    <a:pt x="31193" y="58675"/>
                  </a:lnTo>
                  <a:lnTo>
                    <a:pt x="31597" y="58495"/>
                  </a:lnTo>
                  <a:lnTo>
                    <a:pt x="31980" y="58315"/>
                  </a:lnTo>
                  <a:lnTo>
                    <a:pt x="32385" y="58158"/>
                  </a:lnTo>
                  <a:lnTo>
                    <a:pt x="32789" y="58001"/>
                  </a:lnTo>
                  <a:lnTo>
                    <a:pt x="33172" y="57866"/>
                  </a:lnTo>
                  <a:lnTo>
                    <a:pt x="33577" y="57708"/>
                  </a:lnTo>
                  <a:lnTo>
                    <a:pt x="33959" y="57573"/>
                  </a:lnTo>
                  <a:lnTo>
                    <a:pt x="34364" y="57461"/>
                  </a:lnTo>
                  <a:lnTo>
                    <a:pt x="34746" y="57348"/>
                  </a:lnTo>
                  <a:lnTo>
                    <a:pt x="35151" y="57236"/>
                  </a:lnTo>
                  <a:lnTo>
                    <a:pt x="35556" y="57124"/>
                  </a:lnTo>
                  <a:lnTo>
                    <a:pt x="35938" y="57011"/>
                  </a:lnTo>
                  <a:lnTo>
                    <a:pt x="36343" y="56921"/>
                  </a:lnTo>
                  <a:lnTo>
                    <a:pt x="36725" y="56831"/>
                  </a:lnTo>
                  <a:lnTo>
                    <a:pt x="37130" y="56741"/>
                  </a:lnTo>
                  <a:lnTo>
                    <a:pt x="37512" y="56651"/>
                  </a:lnTo>
                  <a:lnTo>
                    <a:pt x="37917" y="56584"/>
                  </a:lnTo>
                  <a:lnTo>
                    <a:pt x="38299" y="56494"/>
                  </a:lnTo>
                  <a:lnTo>
                    <a:pt x="38704" y="56404"/>
                  </a:lnTo>
                  <a:lnTo>
                    <a:pt x="39109" y="56336"/>
                  </a:lnTo>
                  <a:lnTo>
                    <a:pt x="39491" y="56246"/>
                  </a:lnTo>
                  <a:lnTo>
                    <a:pt x="39897" y="56156"/>
                  </a:lnTo>
                  <a:lnTo>
                    <a:pt x="40279" y="56089"/>
                  </a:lnTo>
                  <a:lnTo>
                    <a:pt x="40683" y="55999"/>
                  </a:lnTo>
                  <a:lnTo>
                    <a:pt x="41065" y="55909"/>
                  </a:lnTo>
                  <a:lnTo>
                    <a:pt x="41471" y="55819"/>
                  </a:lnTo>
                  <a:lnTo>
                    <a:pt x="41853" y="55752"/>
                  </a:lnTo>
                  <a:lnTo>
                    <a:pt x="42257" y="55662"/>
                  </a:lnTo>
                  <a:lnTo>
                    <a:pt x="42663" y="55572"/>
                  </a:lnTo>
                  <a:lnTo>
                    <a:pt x="43045" y="55459"/>
                  </a:lnTo>
                  <a:lnTo>
                    <a:pt x="43449" y="55369"/>
                  </a:lnTo>
                  <a:lnTo>
                    <a:pt x="43832" y="55257"/>
                  </a:lnTo>
                  <a:lnTo>
                    <a:pt x="44214" y="55167"/>
                  </a:lnTo>
                  <a:lnTo>
                    <a:pt x="44619" y="55054"/>
                  </a:lnTo>
                  <a:lnTo>
                    <a:pt x="45024" y="54942"/>
                  </a:lnTo>
                  <a:lnTo>
                    <a:pt x="45384" y="54830"/>
                  </a:lnTo>
                  <a:lnTo>
                    <a:pt x="45811" y="54695"/>
                  </a:lnTo>
                  <a:lnTo>
                    <a:pt x="46193" y="54582"/>
                  </a:lnTo>
                  <a:lnTo>
                    <a:pt x="46576" y="54447"/>
                  </a:lnTo>
                  <a:lnTo>
                    <a:pt x="46980" y="54312"/>
                  </a:lnTo>
                  <a:lnTo>
                    <a:pt x="47363" y="54177"/>
                  </a:lnTo>
                  <a:lnTo>
                    <a:pt x="47768" y="54042"/>
                  </a:lnTo>
                  <a:lnTo>
                    <a:pt x="48150" y="53885"/>
                  </a:lnTo>
                  <a:lnTo>
                    <a:pt x="48555" y="53750"/>
                  </a:lnTo>
                  <a:lnTo>
                    <a:pt x="48959" y="53593"/>
                  </a:lnTo>
                  <a:lnTo>
                    <a:pt x="49342" y="53435"/>
                  </a:lnTo>
                  <a:lnTo>
                    <a:pt x="49747" y="53278"/>
                  </a:lnTo>
                  <a:lnTo>
                    <a:pt x="50129" y="53098"/>
                  </a:lnTo>
                  <a:lnTo>
                    <a:pt x="50534" y="52918"/>
                  </a:lnTo>
                  <a:lnTo>
                    <a:pt x="50916" y="52738"/>
                  </a:lnTo>
                  <a:lnTo>
                    <a:pt x="51321" y="52558"/>
                  </a:lnTo>
                  <a:lnTo>
                    <a:pt x="51704" y="52378"/>
                  </a:lnTo>
                  <a:lnTo>
                    <a:pt x="52108" y="52198"/>
                  </a:lnTo>
                  <a:lnTo>
                    <a:pt x="52513" y="51996"/>
                  </a:lnTo>
                  <a:lnTo>
                    <a:pt x="52895" y="51794"/>
                  </a:lnTo>
                  <a:lnTo>
                    <a:pt x="53300" y="51591"/>
                  </a:lnTo>
                  <a:lnTo>
                    <a:pt x="53682" y="51389"/>
                  </a:lnTo>
                  <a:lnTo>
                    <a:pt x="54087" y="51186"/>
                  </a:lnTo>
                  <a:lnTo>
                    <a:pt x="54470" y="50961"/>
                  </a:lnTo>
                  <a:lnTo>
                    <a:pt x="54874" y="50736"/>
                  </a:lnTo>
                  <a:lnTo>
                    <a:pt x="55257" y="50534"/>
                  </a:lnTo>
                  <a:lnTo>
                    <a:pt x="55662" y="50287"/>
                  </a:lnTo>
                  <a:lnTo>
                    <a:pt x="56066" y="50062"/>
                  </a:lnTo>
                  <a:lnTo>
                    <a:pt x="56449" y="49837"/>
                  </a:lnTo>
                  <a:lnTo>
                    <a:pt x="56853" y="49612"/>
                  </a:lnTo>
                  <a:lnTo>
                    <a:pt x="57236" y="49365"/>
                  </a:lnTo>
                  <a:lnTo>
                    <a:pt x="57641" y="49140"/>
                  </a:lnTo>
                  <a:lnTo>
                    <a:pt x="58023" y="48892"/>
                  </a:lnTo>
                  <a:lnTo>
                    <a:pt x="58428" y="48667"/>
                  </a:lnTo>
                  <a:lnTo>
                    <a:pt x="58810" y="48420"/>
                  </a:lnTo>
                  <a:lnTo>
                    <a:pt x="59215" y="48173"/>
                  </a:lnTo>
                  <a:lnTo>
                    <a:pt x="59619" y="47925"/>
                  </a:lnTo>
                  <a:lnTo>
                    <a:pt x="60002" y="47678"/>
                  </a:lnTo>
                  <a:lnTo>
                    <a:pt x="60407" y="47431"/>
                  </a:lnTo>
                  <a:lnTo>
                    <a:pt x="60789" y="47183"/>
                  </a:lnTo>
                  <a:lnTo>
                    <a:pt x="61194" y="46936"/>
                  </a:lnTo>
                  <a:lnTo>
                    <a:pt x="61576" y="46688"/>
                  </a:lnTo>
                  <a:lnTo>
                    <a:pt x="61981" y="46441"/>
                  </a:lnTo>
                  <a:lnTo>
                    <a:pt x="62364" y="46171"/>
                  </a:lnTo>
                  <a:lnTo>
                    <a:pt x="62768" y="45924"/>
                  </a:lnTo>
                  <a:lnTo>
                    <a:pt x="63173" y="45676"/>
                  </a:lnTo>
                  <a:lnTo>
                    <a:pt x="63555" y="45406"/>
                  </a:lnTo>
                  <a:lnTo>
                    <a:pt x="63960" y="45159"/>
                  </a:lnTo>
                  <a:lnTo>
                    <a:pt x="64342" y="44889"/>
                  </a:lnTo>
                  <a:lnTo>
                    <a:pt x="64747" y="44642"/>
                  </a:lnTo>
                  <a:lnTo>
                    <a:pt x="65130" y="44372"/>
                  </a:lnTo>
                  <a:lnTo>
                    <a:pt x="65534" y="44102"/>
                  </a:lnTo>
                  <a:lnTo>
                    <a:pt x="65939" y="43855"/>
                  </a:lnTo>
                  <a:lnTo>
                    <a:pt x="66322" y="43585"/>
                  </a:lnTo>
                  <a:lnTo>
                    <a:pt x="66726" y="43315"/>
                  </a:lnTo>
                  <a:lnTo>
                    <a:pt x="67109" y="43045"/>
                  </a:lnTo>
                  <a:lnTo>
                    <a:pt x="67513" y="42775"/>
                  </a:lnTo>
                  <a:lnTo>
                    <a:pt x="67896" y="42528"/>
                  </a:lnTo>
                  <a:lnTo>
                    <a:pt x="68301" y="42258"/>
                  </a:lnTo>
                  <a:lnTo>
                    <a:pt x="68683" y="41988"/>
                  </a:lnTo>
                  <a:lnTo>
                    <a:pt x="69088" y="41718"/>
                  </a:lnTo>
                  <a:lnTo>
                    <a:pt x="69493" y="41448"/>
                  </a:lnTo>
                  <a:lnTo>
                    <a:pt x="69875" y="41178"/>
                  </a:lnTo>
                  <a:lnTo>
                    <a:pt x="70280" y="40909"/>
                  </a:lnTo>
                  <a:lnTo>
                    <a:pt x="70662" y="40639"/>
                  </a:lnTo>
                  <a:lnTo>
                    <a:pt x="71067" y="40369"/>
                  </a:lnTo>
                  <a:lnTo>
                    <a:pt x="71449" y="40099"/>
                  </a:lnTo>
                  <a:lnTo>
                    <a:pt x="71854" y="39829"/>
                  </a:lnTo>
                  <a:lnTo>
                    <a:pt x="72236" y="39559"/>
                  </a:lnTo>
                  <a:lnTo>
                    <a:pt x="72641" y="39289"/>
                  </a:lnTo>
                  <a:lnTo>
                    <a:pt x="73046" y="39019"/>
                  </a:lnTo>
                  <a:lnTo>
                    <a:pt x="73428" y="38750"/>
                  </a:lnTo>
                  <a:lnTo>
                    <a:pt x="73833" y="38480"/>
                  </a:lnTo>
                  <a:lnTo>
                    <a:pt x="74216" y="38210"/>
                  </a:lnTo>
                  <a:lnTo>
                    <a:pt x="74620" y="37940"/>
                  </a:lnTo>
                  <a:lnTo>
                    <a:pt x="75002" y="37670"/>
                  </a:lnTo>
                  <a:lnTo>
                    <a:pt x="75407" y="37400"/>
                  </a:lnTo>
                  <a:lnTo>
                    <a:pt x="75790" y="37108"/>
                  </a:lnTo>
                  <a:lnTo>
                    <a:pt x="76194" y="36838"/>
                  </a:lnTo>
                  <a:lnTo>
                    <a:pt x="76599" y="36568"/>
                  </a:lnTo>
                  <a:lnTo>
                    <a:pt x="76982" y="36298"/>
                  </a:lnTo>
                  <a:lnTo>
                    <a:pt x="77386" y="36028"/>
                  </a:lnTo>
                  <a:lnTo>
                    <a:pt x="77769" y="35736"/>
                  </a:lnTo>
                  <a:lnTo>
                    <a:pt x="78173" y="35466"/>
                  </a:lnTo>
                  <a:lnTo>
                    <a:pt x="78556" y="35196"/>
                  </a:lnTo>
                  <a:lnTo>
                    <a:pt x="78961" y="34926"/>
                  </a:lnTo>
                  <a:lnTo>
                    <a:pt x="79343" y="34656"/>
                  </a:lnTo>
                  <a:lnTo>
                    <a:pt x="79748" y="34409"/>
                  </a:lnTo>
                  <a:lnTo>
                    <a:pt x="80153" y="34139"/>
                  </a:lnTo>
                  <a:lnTo>
                    <a:pt x="80535" y="33869"/>
                  </a:lnTo>
                  <a:lnTo>
                    <a:pt x="80940" y="33622"/>
                  </a:lnTo>
                  <a:lnTo>
                    <a:pt x="81322" y="33352"/>
                  </a:lnTo>
                  <a:lnTo>
                    <a:pt x="81727" y="33105"/>
                  </a:lnTo>
                  <a:lnTo>
                    <a:pt x="82109" y="32857"/>
                  </a:lnTo>
                  <a:lnTo>
                    <a:pt x="82514" y="32587"/>
                  </a:lnTo>
                  <a:lnTo>
                    <a:pt x="82919" y="32340"/>
                  </a:lnTo>
                  <a:lnTo>
                    <a:pt x="83301" y="32093"/>
                  </a:lnTo>
                  <a:lnTo>
                    <a:pt x="83706" y="31845"/>
                  </a:lnTo>
                  <a:lnTo>
                    <a:pt x="84088" y="31598"/>
                  </a:lnTo>
                  <a:lnTo>
                    <a:pt x="84493" y="31350"/>
                  </a:lnTo>
                  <a:lnTo>
                    <a:pt x="84876" y="31103"/>
                  </a:lnTo>
                  <a:lnTo>
                    <a:pt x="85280" y="30856"/>
                  </a:lnTo>
                  <a:lnTo>
                    <a:pt x="85662" y="30631"/>
                  </a:lnTo>
                  <a:lnTo>
                    <a:pt x="86067" y="30383"/>
                  </a:lnTo>
                  <a:lnTo>
                    <a:pt x="86472" y="30159"/>
                  </a:lnTo>
                  <a:lnTo>
                    <a:pt x="86854" y="29934"/>
                  </a:lnTo>
                  <a:lnTo>
                    <a:pt x="87259" y="29709"/>
                  </a:lnTo>
                  <a:lnTo>
                    <a:pt x="87642" y="29506"/>
                  </a:lnTo>
                  <a:lnTo>
                    <a:pt x="88047" y="29281"/>
                  </a:lnTo>
                  <a:lnTo>
                    <a:pt x="88429" y="29079"/>
                  </a:lnTo>
                  <a:lnTo>
                    <a:pt x="88834" y="28877"/>
                  </a:lnTo>
                  <a:lnTo>
                    <a:pt x="89216" y="28674"/>
                  </a:lnTo>
                  <a:lnTo>
                    <a:pt x="89621" y="28472"/>
                  </a:lnTo>
                  <a:lnTo>
                    <a:pt x="90025" y="28269"/>
                  </a:lnTo>
                  <a:lnTo>
                    <a:pt x="90408" y="28089"/>
                  </a:lnTo>
                  <a:lnTo>
                    <a:pt x="90813" y="27910"/>
                  </a:lnTo>
                  <a:lnTo>
                    <a:pt x="91195" y="27730"/>
                  </a:lnTo>
                  <a:lnTo>
                    <a:pt x="91600" y="27550"/>
                  </a:lnTo>
                  <a:lnTo>
                    <a:pt x="91982" y="27370"/>
                  </a:lnTo>
                  <a:lnTo>
                    <a:pt x="92387" y="27212"/>
                  </a:lnTo>
                  <a:lnTo>
                    <a:pt x="92770" y="27055"/>
                  </a:lnTo>
                  <a:lnTo>
                    <a:pt x="93174" y="26898"/>
                  </a:lnTo>
                  <a:lnTo>
                    <a:pt x="93579" y="26763"/>
                  </a:lnTo>
                  <a:lnTo>
                    <a:pt x="93961" y="26628"/>
                  </a:lnTo>
                  <a:lnTo>
                    <a:pt x="94366" y="26493"/>
                  </a:lnTo>
                  <a:lnTo>
                    <a:pt x="94748" y="26358"/>
                  </a:lnTo>
                  <a:lnTo>
                    <a:pt x="95153" y="26245"/>
                  </a:lnTo>
                  <a:lnTo>
                    <a:pt x="95536" y="26133"/>
                  </a:lnTo>
                  <a:lnTo>
                    <a:pt x="95940" y="26043"/>
                  </a:lnTo>
                  <a:lnTo>
                    <a:pt x="96345" y="25953"/>
                  </a:lnTo>
                  <a:lnTo>
                    <a:pt x="96727" y="25863"/>
                  </a:lnTo>
                  <a:lnTo>
                    <a:pt x="97132" y="25796"/>
                  </a:lnTo>
                  <a:lnTo>
                    <a:pt x="97515" y="25751"/>
                  </a:lnTo>
                  <a:lnTo>
                    <a:pt x="97919" y="25706"/>
                  </a:lnTo>
                  <a:lnTo>
                    <a:pt x="98302" y="25661"/>
                  </a:lnTo>
                  <a:lnTo>
                    <a:pt x="98707" y="25638"/>
                  </a:lnTo>
                  <a:lnTo>
                    <a:pt x="99089" y="25638"/>
                  </a:lnTo>
                  <a:lnTo>
                    <a:pt x="99494" y="25638"/>
                  </a:lnTo>
                  <a:lnTo>
                    <a:pt x="99899" y="25661"/>
                  </a:lnTo>
                  <a:lnTo>
                    <a:pt x="100281" y="25706"/>
                  </a:lnTo>
                  <a:lnTo>
                    <a:pt x="100685" y="25751"/>
                  </a:lnTo>
                  <a:lnTo>
                    <a:pt x="101068" y="25796"/>
                  </a:lnTo>
                  <a:lnTo>
                    <a:pt x="101473" y="25886"/>
                  </a:lnTo>
                  <a:lnTo>
                    <a:pt x="101855" y="25975"/>
                  </a:lnTo>
                  <a:lnTo>
                    <a:pt x="102260" y="26088"/>
                  </a:lnTo>
                  <a:lnTo>
                    <a:pt x="102642" y="26200"/>
                  </a:lnTo>
                  <a:lnTo>
                    <a:pt x="103047" y="26358"/>
                  </a:lnTo>
                  <a:lnTo>
                    <a:pt x="103452" y="26515"/>
                  </a:lnTo>
                  <a:lnTo>
                    <a:pt x="103834" y="26695"/>
                  </a:lnTo>
                  <a:lnTo>
                    <a:pt x="104239" y="26898"/>
                  </a:lnTo>
                  <a:lnTo>
                    <a:pt x="104621" y="27122"/>
                  </a:lnTo>
                  <a:close/>
                </a:path>
              </a:pathLst>
            </a:custGeom>
            <a:solidFill>
              <a:srgbClr val="21AED3">
                <a:alpha val="20000"/>
              </a:srgbClr>
            </a:solidFill>
            <a:ln w="2249" cap="flat">
              <a:noFill/>
              <a:prstDash val="solid"/>
              <a:miter/>
            </a:ln>
          </p:spPr>
          <p:txBody>
            <a:bodyPr rtlCol="0" anchor="ctr"/>
            <a:lstStyle/>
            <a:p>
              <a:endParaRPr lang="en-US"/>
            </a:p>
          </p:txBody>
        </p:sp>
      </p:grpSp>
      <p:grpSp>
        <p:nvGrpSpPr>
          <p:cNvPr id="13" name="Group 12">
            <a:extLst>
              <a:ext uri="{FF2B5EF4-FFF2-40B4-BE49-F238E27FC236}">
                <a16:creationId xmlns:a16="http://schemas.microsoft.com/office/drawing/2014/main" id="{63DF140E-0240-6F29-4797-01D3A1B22678}"/>
              </a:ext>
            </a:extLst>
          </p:cNvPr>
          <p:cNvGrpSpPr/>
          <p:nvPr/>
        </p:nvGrpSpPr>
        <p:grpSpPr>
          <a:xfrm>
            <a:off x="1976178" y="1624299"/>
            <a:ext cx="2503612" cy="2629004"/>
            <a:chOff x="1643264" y="3015136"/>
            <a:chExt cx="2503612" cy="2629004"/>
          </a:xfrm>
        </p:grpSpPr>
        <p:sp>
          <p:nvSpPr>
            <p:cNvPr id="5115" name="Freeform 5114">
              <a:extLst>
                <a:ext uri="{FF2B5EF4-FFF2-40B4-BE49-F238E27FC236}">
                  <a16:creationId xmlns:a16="http://schemas.microsoft.com/office/drawing/2014/main" id="{DBBF0D34-62ED-7CDB-F012-586F8AD7CE30}"/>
                </a:ext>
              </a:extLst>
            </p:cNvPr>
            <p:cNvSpPr/>
            <p:nvPr/>
          </p:nvSpPr>
          <p:spPr>
            <a:xfrm>
              <a:off x="1643264" y="3073456"/>
              <a:ext cx="2503612" cy="2442246"/>
            </a:xfrm>
            <a:custGeom>
              <a:avLst/>
              <a:gdLst>
                <a:gd name="connsiteX0" fmla="*/ 0 w 591813"/>
                <a:gd name="connsiteY0" fmla="*/ 71854 h 577307"/>
                <a:gd name="connsiteX1" fmla="*/ 405 w 591813"/>
                <a:gd name="connsiteY1" fmla="*/ 71337 h 577307"/>
                <a:gd name="connsiteX2" fmla="*/ 787 w 591813"/>
                <a:gd name="connsiteY2" fmla="*/ 70820 h 577307"/>
                <a:gd name="connsiteX3" fmla="*/ 1191 w 591813"/>
                <a:gd name="connsiteY3" fmla="*/ 70302 h 577307"/>
                <a:gd name="connsiteX4" fmla="*/ 1574 w 591813"/>
                <a:gd name="connsiteY4" fmla="*/ 69785 h 577307"/>
                <a:gd name="connsiteX5" fmla="*/ 1979 w 591813"/>
                <a:gd name="connsiteY5" fmla="*/ 69268 h 577307"/>
                <a:gd name="connsiteX6" fmla="*/ 2383 w 591813"/>
                <a:gd name="connsiteY6" fmla="*/ 68751 h 577307"/>
                <a:gd name="connsiteX7" fmla="*/ 2766 w 591813"/>
                <a:gd name="connsiteY7" fmla="*/ 68233 h 577307"/>
                <a:gd name="connsiteX8" fmla="*/ 3171 w 591813"/>
                <a:gd name="connsiteY8" fmla="*/ 67716 h 577307"/>
                <a:gd name="connsiteX9" fmla="*/ 3553 w 591813"/>
                <a:gd name="connsiteY9" fmla="*/ 67221 h 577307"/>
                <a:gd name="connsiteX10" fmla="*/ 3958 w 591813"/>
                <a:gd name="connsiteY10" fmla="*/ 66704 h 577307"/>
                <a:gd name="connsiteX11" fmla="*/ 4340 w 591813"/>
                <a:gd name="connsiteY11" fmla="*/ 66209 h 577307"/>
                <a:gd name="connsiteX12" fmla="*/ 4745 w 591813"/>
                <a:gd name="connsiteY12" fmla="*/ 65692 h 577307"/>
                <a:gd name="connsiteX13" fmla="*/ 5150 w 591813"/>
                <a:gd name="connsiteY13" fmla="*/ 65197 h 577307"/>
                <a:gd name="connsiteX14" fmla="*/ 5532 w 591813"/>
                <a:gd name="connsiteY14" fmla="*/ 64680 h 577307"/>
                <a:gd name="connsiteX15" fmla="*/ 5937 w 591813"/>
                <a:gd name="connsiteY15" fmla="*/ 64185 h 577307"/>
                <a:gd name="connsiteX16" fmla="*/ 6319 w 591813"/>
                <a:gd name="connsiteY16" fmla="*/ 63668 h 577307"/>
                <a:gd name="connsiteX17" fmla="*/ 6724 w 591813"/>
                <a:gd name="connsiteY17" fmla="*/ 63173 h 577307"/>
                <a:gd name="connsiteX18" fmla="*/ 7107 w 591813"/>
                <a:gd name="connsiteY18" fmla="*/ 62678 h 577307"/>
                <a:gd name="connsiteX19" fmla="*/ 7511 w 591813"/>
                <a:gd name="connsiteY19" fmla="*/ 62161 h 577307"/>
                <a:gd name="connsiteX20" fmla="*/ 7893 w 591813"/>
                <a:gd name="connsiteY20" fmla="*/ 61666 h 577307"/>
                <a:gd name="connsiteX21" fmla="*/ 8299 w 591813"/>
                <a:gd name="connsiteY21" fmla="*/ 61172 h 577307"/>
                <a:gd name="connsiteX22" fmla="*/ 8703 w 591813"/>
                <a:gd name="connsiteY22" fmla="*/ 60677 h 577307"/>
                <a:gd name="connsiteX23" fmla="*/ 9085 w 591813"/>
                <a:gd name="connsiteY23" fmla="*/ 60160 h 577307"/>
                <a:gd name="connsiteX24" fmla="*/ 9491 w 591813"/>
                <a:gd name="connsiteY24" fmla="*/ 59665 h 577307"/>
                <a:gd name="connsiteX25" fmla="*/ 9873 w 591813"/>
                <a:gd name="connsiteY25" fmla="*/ 59170 h 577307"/>
                <a:gd name="connsiteX26" fmla="*/ 10277 w 591813"/>
                <a:gd name="connsiteY26" fmla="*/ 58675 h 577307"/>
                <a:gd name="connsiteX27" fmla="*/ 10660 w 591813"/>
                <a:gd name="connsiteY27" fmla="*/ 58203 h 577307"/>
                <a:gd name="connsiteX28" fmla="*/ 11065 w 591813"/>
                <a:gd name="connsiteY28" fmla="*/ 57708 h 577307"/>
                <a:gd name="connsiteX29" fmla="*/ 11447 w 591813"/>
                <a:gd name="connsiteY29" fmla="*/ 57213 h 577307"/>
                <a:gd name="connsiteX30" fmla="*/ 11852 w 591813"/>
                <a:gd name="connsiteY30" fmla="*/ 56719 h 577307"/>
                <a:gd name="connsiteX31" fmla="*/ 12257 w 591813"/>
                <a:gd name="connsiteY31" fmla="*/ 56224 h 577307"/>
                <a:gd name="connsiteX32" fmla="*/ 12639 w 591813"/>
                <a:gd name="connsiteY32" fmla="*/ 55752 h 577307"/>
                <a:gd name="connsiteX33" fmla="*/ 13044 w 591813"/>
                <a:gd name="connsiteY33" fmla="*/ 55257 h 577307"/>
                <a:gd name="connsiteX34" fmla="*/ 13426 w 591813"/>
                <a:gd name="connsiteY34" fmla="*/ 54785 h 577307"/>
                <a:gd name="connsiteX35" fmla="*/ 13831 w 591813"/>
                <a:gd name="connsiteY35" fmla="*/ 54290 h 577307"/>
                <a:gd name="connsiteX36" fmla="*/ 14213 w 591813"/>
                <a:gd name="connsiteY36" fmla="*/ 53818 h 577307"/>
                <a:gd name="connsiteX37" fmla="*/ 14618 w 591813"/>
                <a:gd name="connsiteY37" fmla="*/ 53345 h 577307"/>
                <a:gd name="connsiteX38" fmla="*/ 15000 w 591813"/>
                <a:gd name="connsiteY38" fmla="*/ 52873 h 577307"/>
                <a:gd name="connsiteX39" fmla="*/ 15405 w 591813"/>
                <a:gd name="connsiteY39" fmla="*/ 52401 h 577307"/>
                <a:gd name="connsiteX40" fmla="*/ 15810 w 591813"/>
                <a:gd name="connsiteY40" fmla="*/ 51928 h 577307"/>
                <a:gd name="connsiteX41" fmla="*/ 16192 w 591813"/>
                <a:gd name="connsiteY41" fmla="*/ 51479 h 577307"/>
                <a:gd name="connsiteX42" fmla="*/ 16597 w 591813"/>
                <a:gd name="connsiteY42" fmla="*/ 51006 h 577307"/>
                <a:gd name="connsiteX43" fmla="*/ 16979 w 591813"/>
                <a:gd name="connsiteY43" fmla="*/ 50557 h 577307"/>
                <a:gd name="connsiteX44" fmla="*/ 17384 w 591813"/>
                <a:gd name="connsiteY44" fmla="*/ 50107 h 577307"/>
                <a:gd name="connsiteX45" fmla="*/ 17767 w 591813"/>
                <a:gd name="connsiteY45" fmla="*/ 49657 h 577307"/>
                <a:gd name="connsiteX46" fmla="*/ 18171 w 591813"/>
                <a:gd name="connsiteY46" fmla="*/ 49207 h 577307"/>
                <a:gd name="connsiteX47" fmla="*/ 18576 w 591813"/>
                <a:gd name="connsiteY47" fmla="*/ 48757 h 577307"/>
                <a:gd name="connsiteX48" fmla="*/ 18959 w 591813"/>
                <a:gd name="connsiteY48" fmla="*/ 48330 h 577307"/>
                <a:gd name="connsiteX49" fmla="*/ 19363 w 591813"/>
                <a:gd name="connsiteY49" fmla="*/ 47880 h 577307"/>
                <a:gd name="connsiteX50" fmla="*/ 19745 w 591813"/>
                <a:gd name="connsiteY50" fmla="*/ 47453 h 577307"/>
                <a:gd name="connsiteX51" fmla="*/ 20151 w 591813"/>
                <a:gd name="connsiteY51" fmla="*/ 47048 h 577307"/>
                <a:gd name="connsiteX52" fmla="*/ 20533 w 591813"/>
                <a:gd name="connsiteY52" fmla="*/ 46621 h 577307"/>
                <a:gd name="connsiteX53" fmla="*/ 20937 w 591813"/>
                <a:gd name="connsiteY53" fmla="*/ 46216 h 577307"/>
                <a:gd name="connsiteX54" fmla="*/ 21320 w 591813"/>
                <a:gd name="connsiteY54" fmla="*/ 45811 h 577307"/>
                <a:gd name="connsiteX55" fmla="*/ 21725 w 591813"/>
                <a:gd name="connsiteY55" fmla="*/ 45406 h 577307"/>
                <a:gd name="connsiteX56" fmla="*/ 22129 w 591813"/>
                <a:gd name="connsiteY56" fmla="*/ 45002 h 577307"/>
                <a:gd name="connsiteX57" fmla="*/ 22512 w 591813"/>
                <a:gd name="connsiteY57" fmla="*/ 44619 h 577307"/>
                <a:gd name="connsiteX58" fmla="*/ 22917 w 591813"/>
                <a:gd name="connsiteY58" fmla="*/ 44259 h 577307"/>
                <a:gd name="connsiteX59" fmla="*/ 23299 w 591813"/>
                <a:gd name="connsiteY59" fmla="*/ 43877 h 577307"/>
                <a:gd name="connsiteX60" fmla="*/ 23704 w 591813"/>
                <a:gd name="connsiteY60" fmla="*/ 43517 h 577307"/>
                <a:gd name="connsiteX61" fmla="*/ 24086 w 591813"/>
                <a:gd name="connsiteY61" fmla="*/ 43158 h 577307"/>
                <a:gd name="connsiteX62" fmla="*/ 24491 w 591813"/>
                <a:gd name="connsiteY62" fmla="*/ 42820 h 577307"/>
                <a:gd name="connsiteX63" fmla="*/ 24873 w 591813"/>
                <a:gd name="connsiteY63" fmla="*/ 42483 h 577307"/>
                <a:gd name="connsiteX64" fmla="*/ 25278 w 591813"/>
                <a:gd name="connsiteY64" fmla="*/ 42145 h 577307"/>
                <a:gd name="connsiteX65" fmla="*/ 25683 w 591813"/>
                <a:gd name="connsiteY65" fmla="*/ 41808 h 577307"/>
                <a:gd name="connsiteX66" fmla="*/ 26065 w 591813"/>
                <a:gd name="connsiteY66" fmla="*/ 41493 h 577307"/>
                <a:gd name="connsiteX67" fmla="*/ 26470 w 591813"/>
                <a:gd name="connsiteY67" fmla="*/ 41201 h 577307"/>
                <a:gd name="connsiteX68" fmla="*/ 26852 w 591813"/>
                <a:gd name="connsiteY68" fmla="*/ 40886 h 577307"/>
                <a:gd name="connsiteX69" fmla="*/ 27257 w 591813"/>
                <a:gd name="connsiteY69" fmla="*/ 40616 h 577307"/>
                <a:gd name="connsiteX70" fmla="*/ 27639 w 591813"/>
                <a:gd name="connsiteY70" fmla="*/ 40324 h 577307"/>
                <a:gd name="connsiteX71" fmla="*/ 28044 w 591813"/>
                <a:gd name="connsiteY71" fmla="*/ 40054 h 577307"/>
                <a:gd name="connsiteX72" fmla="*/ 28427 w 591813"/>
                <a:gd name="connsiteY72" fmla="*/ 39807 h 577307"/>
                <a:gd name="connsiteX73" fmla="*/ 28831 w 591813"/>
                <a:gd name="connsiteY73" fmla="*/ 39537 h 577307"/>
                <a:gd name="connsiteX74" fmla="*/ 29236 w 591813"/>
                <a:gd name="connsiteY74" fmla="*/ 39312 h 577307"/>
                <a:gd name="connsiteX75" fmla="*/ 29619 w 591813"/>
                <a:gd name="connsiteY75" fmla="*/ 39087 h 577307"/>
                <a:gd name="connsiteX76" fmla="*/ 30023 w 591813"/>
                <a:gd name="connsiteY76" fmla="*/ 38862 h 577307"/>
                <a:gd name="connsiteX77" fmla="*/ 30405 w 591813"/>
                <a:gd name="connsiteY77" fmla="*/ 38637 h 577307"/>
                <a:gd name="connsiteX78" fmla="*/ 30811 w 591813"/>
                <a:gd name="connsiteY78" fmla="*/ 38435 h 577307"/>
                <a:gd name="connsiteX79" fmla="*/ 31193 w 591813"/>
                <a:gd name="connsiteY79" fmla="*/ 38255 h 577307"/>
                <a:gd name="connsiteX80" fmla="*/ 31597 w 591813"/>
                <a:gd name="connsiteY80" fmla="*/ 38052 h 577307"/>
                <a:gd name="connsiteX81" fmla="*/ 31980 w 591813"/>
                <a:gd name="connsiteY81" fmla="*/ 37872 h 577307"/>
                <a:gd name="connsiteX82" fmla="*/ 32385 w 591813"/>
                <a:gd name="connsiteY82" fmla="*/ 37715 h 577307"/>
                <a:gd name="connsiteX83" fmla="*/ 32789 w 591813"/>
                <a:gd name="connsiteY83" fmla="*/ 37535 h 577307"/>
                <a:gd name="connsiteX84" fmla="*/ 33172 w 591813"/>
                <a:gd name="connsiteY84" fmla="*/ 37378 h 577307"/>
                <a:gd name="connsiteX85" fmla="*/ 33577 w 591813"/>
                <a:gd name="connsiteY85" fmla="*/ 37220 h 577307"/>
                <a:gd name="connsiteX86" fmla="*/ 33959 w 591813"/>
                <a:gd name="connsiteY86" fmla="*/ 37063 h 577307"/>
                <a:gd name="connsiteX87" fmla="*/ 34364 w 591813"/>
                <a:gd name="connsiteY87" fmla="*/ 36905 h 577307"/>
                <a:gd name="connsiteX88" fmla="*/ 34746 w 591813"/>
                <a:gd name="connsiteY88" fmla="*/ 36748 h 577307"/>
                <a:gd name="connsiteX89" fmla="*/ 35151 w 591813"/>
                <a:gd name="connsiteY89" fmla="*/ 36613 h 577307"/>
                <a:gd name="connsiteX90" fmla="*/ 35556 w 591813"/>
                <a:gd name="connsiteY90" fmla="*/ 36456 h 577307"/>
                <a:gd name="connsiteX91" fmla="*/ 35938 w 591813"/>
                <a:gd name="connsiteY91" fmla="*/ 36321 h 577307"/>
                <a:gd name="connsiteX92" fmla="*/ 36343 w 591813"/>
                <a:gd name="connsiteY92" fmla="*/ 36186 h 577307"/>
                <a:gd name="connsiteX93" fmla="*/ 36725 w 591813"/>
                <a:gd name="connsiteY93" fmla="*/ 36051 h 577307"/>
                <a:gd name="connsiteX94" fmla="*/ 37130 w 591813"/>
                <a:gd name="connsiteY94" fmla="*/ 35916 h 577307"/>
                <a:gd name="connsiteX95" fmla="*/ 37512 w 591813"/>
                <a:gd name="connsiteY95" fmla="*/ 35781 h 577307"/>
                <a:gd name="connsiteX96" fmla="*/ 37917 w 591813"/>
                <a:gd name="connsiteY96" fmla="*/ 35646 h 577307"/>
                <a:gd name="connsiteX97" fmla="*/ 38299 w 591813"/>
                <a:gd name="connsiteY97" fmla="*/ 35511 h 577307"/>
                <a:gd name="connsiteX98" fmla="*/ 38704 w 591813"/>
                <a:gd name="connsiteY98" fmla="*/ 35376 h 577307"/>
                <a:gd name="connsiteX99" fmla="*/ 39109 w 591813"/>
                <a:gd name="connsiteY99" fmla="*/ 35241 h 577307"/>
                <a:gd name="connsiteX100" fmla="*/ 39491 w 591813"/>
                <a:gd name="connsiteY100" fmla="*/ 35106 h 577307"/>
                <a:gd name="connsiteX101" fmla="*/ 39897 w 591813"/>
                <a:gd name="connsiteY101" fmla="*/ 34971 h 577307"/>
                <a:gd name="connsiteX102" fmla="*/ 40279 w 591813"/>
                <a:gd name="connsiteY102" fmla="*/ 34836 h 577307"/>
                <a:gd name="connsiteX103" fmla="*/ 40683 w 591813"/>
                <a:gd name="connsiteY103" fmla="*/ 34701 h 577307"/>
                <a:gd name="connsiteX104" fmla="*/ 41065 w 591813"/>
                <a:gd name="connsiteY104" fmla="*/ 34544 h 577307"/>
                <a:gd name="connsiteX105" fmla="*/ 41471 w 591813"/>
                <a:gd name="connsiteY105" fmla="*/ 34409 h 577307"/>
                <a:gd name="connsiteX106" fmla="*/ 41853 w 591813"/>
                <a:gd name="connsiteY106" fmla="*/ 34274 h 577307"/>
                <a:gd name="connsiteX107" fmla="*/ 42257 w 591813"/>
                <a:gd name="connsiteY107" fmla="*/ 34117 h 577307"/>
                <a:gd name="connsiteX108" fmla="*/ 42663 w 591813"/>
                <a:gd name="connsiteY108" fmla="*/ 33959 h 577307"/>
                <a:gd name="connsiteX109" fmla="*/ 43045 w 591813"/>
                <a:gd name="connsiteY109" fmla="*/ 33824 h 577307"/>
                <a:gd name="connsiteX110" fmla="*/ 43449 w 591813"/>
                <a:gd name="connsiteY110" fmla="*/ 33667 h 577307"/>
                <a:gd name="connsiteX111" fmla="*/ 43832 w 591813"/>
                <a:gd name="connsiteY111" fmla="*/ 33509 h 577307"/>
                <a:gd name="connsiteX112" fmla="*/ 44214 w 591813"/>
                <a:gd name="connsiteY112" fmla="*/ 33330 h 577307"/>
                <a:gd name="connsiteX113" fmla="*/ 44619 w 591813"/>
                <a:gd name="connsiteY113" fmla="*/ 33172 h 577307"/>
                <a:gd name="connsiteX114" fmla="*/ 45024 w 591813"/>
                <a:gd name="connsiteY114" fmla="*/ 33015 h 577307"/>
                <a:gd name="connsiteX115" fmla="*/ 45384 w 591813"/>
                <a:gd name="connsiteY115" fmla="*/ 32857 h 577307"/>
                <a:gd name="connsiteX116" fmla="*/ 45811 w 591813"/>
                <a:gd name="connsiteY116" fmla="*/ 32677 h 577307"/>
                <a:gd name="connsiteX117" fmla="*/ 46193 w 591813"/>
                <a:gd name="connsiteY117" fmla="*/ 32520 h 577307"/>
                <a:gd name="connsiteX118" fmla="*/ 46576 w 591813"/>
                <a:gd name="connsiteY118" fmla="*/ 32340 h 577307"/>
                <a:gd name="connsiteX119" fmla="*/ 46980 w 591813"/>
                <a:gd name="connsiteY119" fmla="*/ 32160 h 577307"/>
                <a:gd name="connsiteX120" fmla="*/ 47363 w 591813"/>
                <a:gd name="connsiteY120" fmla="*/ 31980 h 577307"/>
                <a:gd name="connsiteX121" fmla="*/ 47768 w 591813"/>
                <a:gd name="connsiteY121" fmla="*/ 31800 h 577307"/>
                <a:gd name="connsiteX122" fmla="*/ 48150 w 591813"/>
                <a:gd name="connsiteY122" fmla="*/ 31620 h 577307"/>
                <a:gd name="connsiteX123" fmla="*/ 48555 w 591813"/>
                <a:gd name="connsiteY123" fmla="*/ 31418 h 577307"/>
                <a:gd name="connsiteX124" fmla="*/ 48959 w 591813"/>
                <a:gd name="connsiteY124" fmla="*/ 31238 h 577307"/>
                <a:gd name="connsiteX125" fmla="*/ 49342 w 591813"/>
                <a:gd name="connsiteY125" fmla="*/ 31036 h 577307"/>
                <a:gd name="connsiteX126" fmla="*/ 49747 w 591813"/>
                <a:gd name="connsiteY126" fmla="*/ 30833 h 577307"/>
                <a:gd name="connsiteX127" fmla="*/ 50129 w 591813"/>
                <a:gd name="connsiteY127" fmla="*/ 30631 h 577307"/>
                <a:gd name="connsiteX128" fmla="*/ 50534 w 591813"/>
                <a:gd name="connsiteY128" fmla="*/ 30428 h 577307"/>
                <a:gd name="connsiteX129" fmla="*/ 50916 w 591813"/>
                <a:gd name="connsiteY129" fmla="*/ 30226 h 577307"/>
                <a:gd name="connsiteX130" fmla="*/ 51321 w 591813"/>
                <a:gd name="connsiteY130" fmla="*/ 30024 h 577307"/>
                <a:gd name="connsiteX131" fmla="*/ 51704 w 591813"/>
                <a:gd name="connsiteY131" fmla="*/ 29799 h 577307"/>
                <a:gd name="connsiteX132" fmla="*/ 52108 w 591813"/>
                <a:gd name="connsiteY132" fmla="*/ 29596 h 577307"/>
                <a:gd name="connsiteX133" fmla="*/ 52513 w 591813"/>
                <a:gd name="connsiteY133" fmla="*/ 29371 h 577307"/>
                <a:gd name="connsiteX134" fmla="*/ 52895 w 591813"/>
                <a:gd name="connsiteY134" fmla="*/ 29146 h 577307"/>
                <a:gd name="connsiteX135" fmla="*/ 53300 w 591813"/>
                <a:gd name="connsiteY135" fmla="*/ 28922 h 577307"/>
                <a:gd name="connsiteX136" fmla="*/ 53682 w 591813"/>
                <a:gd name="connsiteY136" fmla="*/ 28697 h 577307"/>
                <a:gd name="connsiteX137" fmla="*/ 54087 w 591813"/>
                <a:gd name="connsiteY137" fmla="*/ 28472 h 577307"/>
                <a:gd name="connsiteX138" fmla="*/ 54470 w 591813"/>
                <a:gd name="connsiteY138" fmla="*/ 28247 h 577307"/>
                <a:gd name="connsiteX139" fmla="*/ 54874 w 591813"/>
                <a:gd name="connsiteY139" fmla="*/ 28000 h 577307"/>
                <a:gd name="connsiteX140" fmla="*/ 55257 w 591813"/>
                <a:gd name="connsiteY140" fmla="*/ 27775 h 577307"/>
                <a:gd name="connsiteX141" fmla="*/ 55662 w 591813"/>
                <a:gd name="connsiteY141" fmla="*/ 27527 h 577307"/>
                <a:gd name="connsiteX142" fmla="*/ 56066 w 591813"/>
                <a:gd name="connsiteY142" fmla="*/ 27280 h 577307"/>
                <a:gd name="connsiteX143" fmla="*/ 56449 w 591813"/>
                <a:gd name="connsiteY143" fmla="*/ 27055 h 577307"/>
                <a:gd name="connsiteX144" fmla="*/ 56853 w 591813"/>
                <a:gd name="connsiteY144" fmla="*/ 26808 h 577307"/>
                <a:gd name="connsiteX145" fmla="*/ 57236 w 591813"/>
                <a:gd name="connsiteY145" fmla="*/ 26560 h 577307"/>
                <a:gd name="connsiteX146" fmla="*/ 57641 w 591813"/>
                <a:gd name="connsiteY146" fmla="*/ 26313 h 577307"/>
                <a:gd name="connsiteX147" fmla="*/ 58023 w 591813"/>
                <a:gd name="connsiteY147" fmla="*/ 26065 h 577307"/>
                <a:gd name="connsiteX148" fmla="*/ 58428 w 591813"/>
                <a:gd name="connsiteY148" fmla="*/ 25818 h 577307"/>
                <a:gd name="connsiteX149" fmla="*/ 58810 w 591813"/>
                <a:gd name="connsiteY149" fmla="*/ 25548 h 577307"/>
                <a:gd name="connsiteX150" fmla="*/ 59215 w 591813"/>
                <a:gd name="connsiteY150" fmla="*/ 25301 h 577307"/>
                <a:gd name="connsiteX151" fmla="*/ 59619 w 591813"/>
                <a:gd name="connsiteY151" fmla="*/ 25031 h 577307"/>
                <a:gd name="connsiteX152" fmla="*/ 60002 w 591813"/>
                <a:gd name="connsiteY152" fmla="*/ 24784 h 577307"/>
                <a:gd name="connsiteX153" fmla="*/ 60407 w 591813"/>
                <a:gd name="connsiteY153" fmla="*/ 24514 h 577307"/>
                <a:gd name="connsiteX154" fmla="*/ 60789 w 591813"/>
                <a:gd name="connsiteY154" fmla="*/ 24244 h 577307"/>
                <a:gd name="connsiteX155" fmla="*/ 61194 w 591813"/>
                <a:gd name="connsiteY155" fmla="*/ 23974 h 577307"/>
                <a:gd name="connsiteX156" fmla="*/ 61576 w 591813"/>
                <a:gd name="connsiteY156" fmla="*/ 23682 h 577307"/>
                <a:gd name="connsiteX157" fmla="*/ 61981 w 591813"/>
                <a:gd name="connsiteY157" fmla="*/ 23412 h 577307"/>
                <a:gd name="connsiteX158" fmla="*/ 62364 w 591813"/>
                <a:gd name="connsiteY158" fmla="*/ 23142 h 577307"/>
                <a:gd name="connsiteX159" fmla="*/ 62768 w 591813"/>
                <a:gd name="connsiteY159" fmla="*/ 22872 h 577307"/>
                <a:gd name="connsiteX160" fmla="*/ 63173 w 591813"/>
                <a:gd name="connsiteY160" fmla="*/ 22580 h 577307"/>
                <a:gd name="connsiteX161" fmla="*/ 63555 w 591813"/>
                <a:gd name="connsiteY161" fmla="*/ 22310 h 577307"/>
                <a:gd name="connsiteX162" fmla="*/ 63960 w 591813"/>
                <a:gd name="connsiteY162" fmla="*/ 22040 h 577307"/>
                <a:gd name="connsiteX163" fmla="*/ 64342 w 591813"/>
                <a:gd name="connsiteY163" fmla="*/ 21747 h 577307"/>
                <a:gd name="connsiteX164" fmla="*/ 64747 w 591813"/>
                <a:gd name="connsiteY164" fmla="*/ 21478 h 577307"/>
                <a:gd name="connsiteX165" fmla="*/ 65130 w 591813"/>
                <a:gd name="connsiteY165" fmla="*/ 21185 h 577307"/>
                <a:gd name="connsiteX166" fmla="*/ 65534 w 591813"/>
                <a:gd name="connsiteY166" fmla="*/ 20915 h 577307"/>
                <a:gd name="connsiteX167" fmla="*/ 65939 w 591813"/>
                <a:gd name="connsiteY167" fmla="*/ 20623 h 577307"/>
                <a:gd name="connsiteX168" fmla="*/ 66322 w 591813"/>
                <a:gd name="connsiteY168" fmla="*/ 20353 h 577307"/>
                <a:gd name="connsiteX169" fmla="*/ 66726 w 591813"/>
                <a:gd name="connsiteY169" fmla="*/ 20061 h 577307"/>
                <a:gd name="connsiteX170" fmla="*/ 67109 w 591813"/>
                <a:gd name="connsiteY170" fmla="*/ 19791 h 577307"/>
                <a:gd name="connsiteX171" fmla="*/ 67513 w 591813"/>
                <a:gd name="connsiteY171" fmla="*/ 19498 h 577307"/>
                <a:gd name="connsiteX172" fmla="*/ 67896 w 591813"/>
                <a:gd name="connsiteY172" fmla="*/ 19206 h 577307"/>
                <a:gd name="connsiteX173" fmla="*/ 68301 w 591813"/>
                <a:gd name="connsiteY173" fmla="*/ 18936 h 577307"/>
                <a:gd name="connsiteX174" fmla="*/ 68683 w 591813"/>
                <a:gd name="connsiteY174" fmla="*/ 18644 h 577307"/>
                <a:gd name="connsiteX175" fmla="*/ 69088 w 591813"/>
                <a:gd name="connsiteY175" fmla="*/ 18351 h 577307"/>
                <a:gd name="connsiteX176" fmla="*/ 69493 w 591813"/>
                <a:gd name="connsiteY176" fmla="*/ 18059 h 577307"/>
                <a:gd name="connsiteX177" fmla="*/ 69875 w 591813"/>
                <a:gd name="connsiteY177" fmla="*/ 17789 h 577307"/>
                <a:gd name="connsiteX178" fmla="*/ 70280 w 591813"/>
                <a:gd name="connsiteY178" fmla="*/ 17497 h 577307"/>
                <a:gd name="connsiteX179" fmla="*/ 70662 w 591813"/>
                <a:gd name="connsiteY179" fmla="*/ 17205 h 577307"/>
                <a:gd name="connsiteX180" fmla="*/ 71067 w 591813"/>
                <a:gd name="connsiteY180" fmla="*/ 16912 h 577307"/>
                <a:gd name="connsiteX181" fmla="*/ 71449 w 591813"/>
                <a:gd name="connsiteY181" fmla="*/ 16620 h 577307"/>
                <a:gd name="connsiteX182" fmla="*/ 71854 w 591813"/>
                <a:gd name="connsiteY182" fmla="*/ 16327 h 577307"/>
                <a:gd name="connsiteX183" fmla="*/ 72236 w 591813"/>
                <a:gd name="connsiteY183" fmla="*/ 16035 h 577307"/>
                <a:gd name="connsiteX184" fmla="*/ 72641 w 591813"/>
                <a:gd name="connsiteY184" fmla="*/ 15720 h 577307"/>
                <a:gd name="connsiteX185" fmla="*/ 73046 w 591813"/>
                <a:gd name="connsiteY185" fmla="*/ 15428 h 577307"/>
                <a:gd name="connsiteX186" fmla="*/ 73428 w 591813"/>
                <a:gd name="connsiteY186" fmla="*/ 15135 h 577307"/>
                <a:gd name="connsiteX187" fmla="*/ 73833 w 591813"/>
                <a:gd name="connsiteY187" fmla="*/ 14843 h 577307"/>
                <a:gd name="connsiteX188" fmla="*/ 74216 w 591813"/>
                <a:gd name="connsiteY188" fmla="*/ 14551 h 577307"/>
                <a:gd name="connsiteX189" fmla="*/ 74620 w 591813"/>
                <a:gd name="connsiteY189" fmla="*/ 14236 h 577307"/>
                <a:gd name="connsiteX190" fmla="*/ 75002 w 591813"/>
                <a:gd name="connsiteY190" fmla="*/ 13944 h 577307"/>
                <a:gd name="connsiteX191" fmla="*/ 75407 w 591813"/>
                <a:gd name="connsiteY191" fmla="*/ 13651 h 577307"/>
                <a:gd name="connsiteX192" fmla="*/ 75790 w 591813"/>
                <a:gd name="connsiteY192" fmla="*/ 13336 h 577307"/>
                <a:gd name="connsiteX193" fmla="*/ 76194 w 591813"/>
                <a:gd name="connsiteY193" fmla="*/ 13044 h 577307"/>
                <a:gd name="connsiteX194" fmla="*/ 76599 w 591813"/>
                <a:gd name="connsiteY194" fmla="*/ 12752 h 577307"/>
                <a:gd name="connsiteX195" fmla="*/ 76982 w 591813"/>
                <a:gd name="connsiteY195" fmla="*/ 12459 h 577307"/>
                <a:gd name="connsiteX196" fmla="*/ 77386 w 591813"/>
                <a:gd name="connsiteY196" fmla="*/ 12167 h 577307"/>
                <a:gd name="connsiteX197" fmla="*/ 77769 w 591813"/>
                <a:gd name="connsiteY197" fmla="*/ 11874 h 577307"/>
                <a:gd name="connsiteX198" fmla="*/ 78173 w 591813"/>
                <a:gd name="connsiteY198" fmla="*/ 11582 h 577307"/>
                <a:gd name="connsiteX199" fmla="*/ 78556 w 591813"/>
                <a:gd name="connsiteY199" fmla="*/ 11267 h 577307"/>
                <a:gd name="connsiteX200" fmla="*/ 78961 w 591813"/>
                <a:gd name="connsiteY200" fmla="*/ 10975 h 577307"/>
                <a:gd name="connsiteX201" fmla="*/ 79343 w 591813"/>
                <a:gd name="connsiteY201" fmla="*/ 10683 h 577307"/>
                <a:gd name="connsiteX202" fmla="*/ 79748 w 591813"/>
                <a:gd name="connsiteY202" fmla="*/ 10390 h 577307"/>
                <a:gd name="connsiteX203" fmla="*/ 80153 w 591813"/>
                <a:gd name="connsiteY203" fmla="*/ 10098 h 577307"/>
                <a:gd name="connsiteX204" fmla="*/ 80535 w 591813"/>
                <a:gd name="connsiteY204" fmla="*/ 9805 h 577307"/>
                <a:gd name="connsiteX205" fmla="*/ 80940 w 591813"/>
                <a:gd name="connsiteY205" fmla="*/ 9536 h 577307"/>
                <a:gd name="connsiteX206" fmla="*/ 81322 w 591813"/>
                <a:gd name="connsiteY206" fmla="*/ 9243 h 577307"/>
                <a:gd name="connsiteX207" fmla="*/ 81727 w 591813"/>
                <a:gd name="connsiteY207" fmla="*/ 8951 h 577307"/>
                <a:gd name="connsiteX208" fmla="*/ 82109 w 591813"/>
                <a:gd name="connsiteY208" fmla="*/ 8658 h 577307"/>
                <a:gd name="connsiteX209" fmla="*/ 82514 w 591813"/>
                <a:gd name="connsiteY209" fmla="*/ 8389 h 577307"/>
                <a:gd name="connsiteX210" fmla="*/ 82919 w 591813"/>
                <a:gd name="connsiteY210" fmla="*/ 8096 h 577307"/>
                <a:gd name="connsiteX211" fmla="*/ 83301 w 591813"/>
                <a:gd name="connsiteY211" fmla="*/ 7826 h 577307"/>
                <a:gd name="connsiteX212" fmla="*/ 83706 w 591813"/>
                <a:gd name="connsiteY212" fmla="*/ 7557 h 577307"/>
                <a:gd name="connsiteX213" fmla="*/ 84088 w 591813"/>
                <a:gd name="connsiteY213" fmla="*/ 7264 h 577307"/>
                <a:gd name="connsiteX214" fmla="*/ 84493 w 591813"/>
                <a:gd name="connsiteY214" fmla="*/ 6994 h 577307"/>
                <a:gd name="connsiteX215" fmla="*/ 84876 w 591813"/>
                <a:gd name="connsiteY215" fmla="*/ 6724 h 577307"/>
                <a:gd name="connsiteX216" fmla="*/ 85280 w 591813"/>
                <a:gd name="connsiteY216" fmla="*/ 6454 h 577307"/>
                <a:gd name="connsiteX217" fmla="*/ 85662 w 591813"/>
                <a:gd name="connsiteY217" fmla="*/ 6185 h 577307"/>
                <a:gd name="connsiteX218" fmla="*/ 86067 w 591813"/>
                <a:gd name="connsiteY218" fmla="*/ 5915 h 577307"/>
                <a:gd name="connsiteX219" fmla="*/ 86472 w 591813"/>
                <a:gd name="connsiteY219" fmla="*/ 5645 h 577307"/>
                <a:gd name="connsiteX220" fmla="*/ 86854 w 591813"/>
                <a:gd name="connsiteY220" fmla="*/ 5375 h 577307"/>
                <a:gd name="connsiteX221" fmla="*/ 87259 w 591813"/>
                <a:gd name="connsiteY221" fmla="*/ 5128 h 577307"/>
                <a:gd name="connsiteX222" fmla="*/ 87642 w 591813"/>
                <a:gd name="connsiteY222" fmla="*/ 4858 h 577307"/>
                <a:gd name="connsiteX223" fmla="*/ 88047 w 591813"/>
                <a:gd name="connsiteY223" fmla="*/ 4610 h 577307"/>
                <a:gd name="connsiteX224" fmla="*/ 88429 w 591813"/>
                <a:gd name="connsiteY224" fmla="*/ 4363 h 577307"/>
                <a:gd name="connsiteX225" fmla="*/ 88834 w 591813"/>
                <a:gd name="connsiteY225" fmla="*/ 4116 h 577307"/>
                <a:gd name="connsiteX226" fmla="*/ 89216 w 591813"/>
                <a:gd name="connsiteY226" fmla="*/ 3891 h 577307"/>
                <a:gd name="connsiteX227" fmla="*/ 89621 w 591813"/>
                <a:gd name="connsiteY227" fmla="*/ 3643 h 577307"/>
                <a:gd name="connsiteX228" fmla="*/ 90025 w 591813"/>
                <a:gd name="connsiteY228" fmla="*/ 3418 h 577307"/>
                <a:gd name="connsiteX229" fmla="*/ 90408 w 591813"/>
                <a:gd name="connsiteY229" fmla="*/ 3194 h 577307"/>
                <a:gd name="connsiteX230" fmla="*/ 90813 w 591813"/>
                <a:gd name="connsiteY230" fmla="*/ 2969 h 577307"/>
                <a:gd name="connsiteX231" fmla="*/ 91195 w 591813"/>
                <a:gd name="connsiteY231" fmla="*/ 2744 h 577307"/>
                <a:gd name="connsiteX232" fmla="*/ 91600 w 591813"/>
                <a:gd name="connsiteY232" fmla="*/ 2541 h 577307"/>
                <a:gd name="connsiteX233" fmla="*/ 91982 w 591813"/>
                <a:gd name="connsiteY233" fmla="*/ 2339 h 577307"/>
                <a:gd name="connsiteX234" fmla="*/ 92387 w 591813"/>
                <a:gd name="connsiteY234" fmla="*/ 2137 h 577307"/>
                <a:gd name="connsiteX235" fmla="*/ 92770 w 591813"/>
                <a:gd name="connsiteY235" fmla="*/ 1934 h 577307"/>
                <a:gd name="connsiteX236" fmla="*/ 93174 w 591813"/>
                <a:gd name="connsiteY236" fmla="*/ 1754 h 577307"/>
                <a:gd name="connsiteX237" fmla="*/ 93579 w 591813"/>
                <a:gd name="connsiteY237" fmla="*/ 1574 h 577307"/>
                <a:gd name="connsiteX238" fmla="*/ 93961 w 591813"/>
                <a:gd name="connsiteY238" fmla="*/ 1394 h 577307"/>
                <a:gd name="connsiteX239" fmla="*/ 94366 w 591813"/>
                <a:gd name="connsiteY239" fmla="*/ 1237 h 577307"/>
                <a:gd name="connsiteX240" fmla="*/ 94748 w 591813"/>
                <a:gd name="connsiteY240" fmla="*/ 1079 h 577307"/>
                <a:gd name="connsiteX241" fmla="*/ 95153 w 591813"/>
                <a:gd name="connsiteY241" fmla="*/ 945 h 577307"/>
                <a:gd name="connsiteX242" fmla="*/ 95536 w 591813"/>
                <a:gd name="connsiteY242" fmla="*/ 787 h 577307"/>
                <a:gd name="connsiteX243" fmla="*/ 95940 w 591813"/>
                <a:gd name="connsiteY243" fmla="*/ 675 h 577307"/>
                <a:gd name="connsiteX244" fmla="*/ 96345 w 591813"/>
                <a:gd name="connsiteY244" fmla="*/ 540 h 577307"/>
                <a:gd name="connsiteX245" fmla="*/ 96727 w 591813"/>
                <a:gd name="connsiteY245" fmla="*/ 427 h 577307"/>
                <a:gd name="connsiteX246" fmla="*/ 97132 w 591813"/>
                <a:gd name="connsiteY246" fmla="*/ 337 h 577307"/>
                <a:gd name="connsiteX247" fmla="*/ 97515 w 591813"/>
                <a:gd name="connsiteY247" fmla="*/ 247 h 577307"/>
                <a:gd name="connsiteX248" fmla="*/ 97919 w 591813"/>
                <a:gd name="connsiteY248" fmla="*/ 180 h 577307"/>
                <a:gd name="connsiteX249" fmla="*/ 98302 w 591813"/>
                <a:gd name="connsiteY249" fmla="*/ 112 h 577307"/>
                <a:gd name="connsiteX250" fmla="*/ 98707 w 591813"/>
                <a:gd name="connsiteY250" fmla="*/ 67 h 577307"/>
                <a:gd name="connsiteX251" fmla="*/ 99089 w 591813"/>
                <a:gd name="connsiteY251" fmla="*/ 22 h 577307"/>
                <a:gd name="connsiteX252" fmla="*/ 99494 w 591813"/>
                <a:gd name="connsiteY252" fmla="*/ 0 h 577307"/>
                <a:gd name="connsiteX253" fmla="*/ 99899 w 591813"/>
                <a:gd name="connsiteY253" fmla="*/ 0 h 577307"/>
                <a:gd name="connsiteX254" fmla="*/ 100281 w 591813"/>
                <a:gd name="connsiteY254" fmla="*/ 0 h 577307"/>
                <a:gd name="connsiteX255" fmla="*/ 100685 w 591813"/>
                <a:gd name="connsiteY255" fmla="*/ 22 h 577307"/>
                <a:gd name="connsiteX256" fmla="*/ 101068 w 591813"/>
                <a:gd name="connsiteY256" fmla="*/ 67 h 577307"/>
                <a:gd name="connsiteX257" fmla="*/ 101473 w 591813"/>
                <a:gd name="connsiteY257" fmla="*/ 135 h 577307"/>
                <a:gd name="connsiteX258" fmla="*/ 101855 w 591813"/>
                <a:gd name="connsiteY258" fmla="*/ 202 h 577307"/>
                <a:gd name="connsiteX259" fmla="*/ 102260 w 591813"/>
                <a:gd name="connsiteY259" fmla="*/ 292 h 577307"/>
                <a:gd name="connsiteX260" fmla="*/ 102642 w 591813"/>
                <a:gd name="connsiteY260" fmla="*/ 405 h 577307"/>
                <a:gd name="connsiteX261" fmla="*/ 103047 w 591813"/>
                <a:gd name="connsiteY261" fmla="*/ 540 h 577307"/>
                <a:gd name="connsiteX262" fmla="*/ 103452 w 591813"/>
                <a:gd name="connsiteY262" fmla="*/ 697 h 577307"/>
                <a:gd name="connsiteX263" fmla="*/ 103834 w 591813"/>
                <a:gd name="connsiteY263" fmla="*/ 855 h 577307"/>
                <a:gd name="connsiteX264" fmla="*/ 104239 w 591813"/>
                <a:gd name="connsiteY264" fmla="*/ 1035 h 577307"/>
                <a:gd name="connsiteX265" fmla="*/ 104621 w 591813"/>
                <a:gd name="connsiteY265" fmla="*/ 1237 h 577307"/>
                <a:gd name="connsiteX266" fmla="*/ 105026 w 591813"/>
                <a:gd name="connsiteY266" fmla="*/ 1462 h 577307"/>
                <a:gd name="connsiteX267" fmla="*/ 105408 w 591813"/>
                <a:gd name="connsiteY267" fmla="*/ 1709 h 577307"/>
                <a:gd name="connsiteX268" fmla="*/ 105813 w 591813"/>
                <a:gd name="connsiteY268" fmla="*/ 1979 h 577307"/>
                <a:gd name="connsiteX269" fmla="*/ 106196 w 591813"/>
                <a:gd name="connsiteY269" fmla="*/ 2271 h 577307"/>
                <a:gd name="connsiteX270" fmla="*/ 106600 w 591813"/>
                <a:gd name="connsiteY270" fmla="*/ 2564 h 577307"/>
                <a:gd name="connsiteX271" fmla="*/ 107005 w 591813"/>
                <a:gd name="connsiteY271" fmla="*/ 2901 h 577307"/>
                <a:gd name="connsiteX272" fmla="*/ 107388 w 591813"/>
                <a:gd name="connsiteY272" fmla="*/ 3239 h 577307"/>
                <a:gd name="connsiteX273" fmla="*/ 107792 w 591813"/>
                <a:gd name="connsiteY273" fmla="*/ 3621 h 577307"/>
                <a:gd name="connsiteX274" fmla="*/ 108175 w 591813"/>
                <a:gd name="connsiteY274" fmla="*/ 4003 h 577307"/>
                <a:gd name="connsiteX275" fmla="*/ 108579 w 591813"/>
                <a:gd name="connsiteY275" fmla="*/ 4430 h 577307"/>
                <a:gd name="connsiteX276" fmla="*/ 108962 w 591813"/>
                <a:gd name="connsiteY276" fmla="*/ 4880 h 577307"/>
                <a:gd name="connsiteX277" fmla="*/ 109367 w 591813"/>
                <a:gd name="connsiteY277" fmla="*/ 5330 h 577307"/>
                <a:gd name="connsiteX278" fmla="*/ 109749 w 591813"/>
                <a:gd name="connsiteY278" fmla="*/ 5825 h 577307"/>
                <a:gd name="connsiteX279" fmla="*/ 110154 w 591813"/>
                <a:gd name="connsiteY279" fmla="*/ 6342 h 577307"/>
                <a:gd name="connsiteX280" fmla="*/ 110559 w 591813"/>
                <a:gd name="connsiteY280" fmla="*/ 6882 h 577307"/>
                <a:gd name="connsiteX281" fmla="*/ 110941 w 591813"/>
                <a:gd name="connsiteY281" fmla="*/ 7467 h 577307"/>
                <a:gd name="connsiteX282" fmla="*/ 111345 w 591813"/>
                <a:gd name="connsiteY282" fmla="*/ 8051 h 577307"/>
                <a:gd name="connsiteX283" fmla="*/ 111728 w 591813"/>
                <a:gd name="connsiteY283" fmla="*/ 8681 h 577307"/>
                <a:gd name="connsiteX284" fmla="*/ 112133 w 591813"/>
                <a:gd name="connsiteY284" fmla="*/ 9333 h 577307"/>
                <a:gd name="connsiteX285" fmla="*/ 112515 w 591813"/>
                <a:gd name="connsiteY285" fmla="*/ 10008 h 577307"/>
                <a:gd name="connsiteX286" fmla="*/ 112920 w 591813"/>
                <a:gd name="connsiteY286" fmla="*/ 10705 h 577307"/>
                <a:gd name="connsiteX287" fmla="*/ 113325 w 591813"/>
                <a:gd name="connsiteY287" fmla="*/ 11425 h 577307"/>
                <a:gd name="connsiteX288" fmla="*/ 113707 w 591813"/>
                <a:gd name="connsiteY288" fmla="*/ 12189 h 577307"/>
                <a:gd name="connsiteX289" fmla="*/ 114112 w 591813"/>
                <a:gd name="connsiteY289" fmla="*/ 12976 h 577307"/>
                <a:gd name="connsiteX290" fmla="*/ 114494 w 591813"/>
                <a:gd name="connsiteY290" fmla="*/ 13786 h 577307"/>
                <a:gd name="connsiteX291" fmla="*/ 114899 w 591813"/>
                <a:gd name="connsiteY291" fmla="*/ 14641 h 577307"/>
                <a:gd name="connsiteX292" fmla="*/ 115281 w 591813"/>
                <a:gd name="connsiteY292" fmla="*/ 15518 h 577307"/>
                <a:gd name="connsiteX293" fmla="*/ 115686 w 591813"/>
                <a:gd name="connsiteY293" fmla="*/ 16417 h 577307"/>
                <a:gd name="connsiteX294" fmla="*/ 116068 w 591813"/>
                <a:gd name="connsiteY294" fmla="*/ 17339 h 577307"/>
                <a:gd name="connsiteX295" fmla="*/ 116473 w 591813"/>
                <a:gd name="connsiteY295" fmla="*/ 18307 h 577307"/>
                <a:gd name="connsiteX296" fmla="*/ 116878 w 591813"/>
                <a:gd name="connsiteY296" fmla="*/ 19296 h 577307"/>
                <a:gd name="connsiteX297" fmla="*/ 117260 w 591813"/>
                <a:gd name="connsiteY297" fmla="*/ 20308 h 577307"/>
                <a:gd name="connsiteX298" fmla="*/ 117665 w 591813"/>
                <a:gd name="connsiteY298" fmla="*/ 21365 h 577307"/>
                <a:gd name="connsiteX299" fmla="*/ 118048 w 591813"/>
                <a:gd name="connsiteY299" fmla="*/ 22422 h 577307"/>
                <a:gd name="connsiteX300" fmla="*/ 118452 w 591813"/>
                <a:gd name="connsiteY300" fmla="*/ 23547 h 577307"/>
                <a:gd name="connsiteX301" fmla="*/ 118835 w 591813"/>
                <a:gd name="connsiteY301" fmla="*/ 24671 h 577307"/>
                <a:gd name="connsiteX302" fmla="*/ 119239 w 591813"/>
                <a:gd name="connsiteY302" fmla="*/ 25841 h 577307"/>
                <a:gd name="connsiteX303" fmla="*/ 119622 w 591813"/>
                <a:gd name="connsiteY303" fmla="*/ 27032 h 577307"/>
                <a:gd name="connsiteX304" fmla="*/ 120027 w 591813"/>
                <a:gd name="connsiteY304" fmla="*/ 28247 h 577307"/>
                <a:gd name="connsiteX305" fmla="*/ 120431 w 591813"/>
                <a:gd name="connsiteY305" fmla="*/ 29506 h 577307"/>
                <a:gd name="connsiteX306" fmla="*/ 120814 w 591813"/>
                <a:gd name="connsiteY306" fmla="*/ 30788 h 577307"/>
                <a:gd name="connsiteX307" fmla="*/ 121219 w 591813"/>
                <a:gd name="connsiteY307" fmla="*/ 32093 h 577307"/>
                <a:gd name="connsiteX308" fmla="*/ 121601 w 591813"/>
                <a:gd name="connsiteY308" fmla="*/ 33442 h 577307"/>
                <a:gd name="connsiteX309" fmla="*/ 122006 w 591813"/>
                <a:gd name="connsiteY309" fmla="*/ 34791 h 577307"/>
                <a:gd name="connsiteX310" fmla="*/ 122388 w 591813"/>
                <a:gd name="connsiteY310" fmla="*/ 36186 h 577307"/>
                <a:gd name="connsiteX311" fmla="*/ 122793 w 591813"/>
                <a:gd name="connsiteY311" fmla="*/ 37625 h 577307"/>
                <a:gd name="connsiteX312" fmla="*/ 123175 w 591813"/>
                <a:gd name="connsiteY312" fmla="*/ 39064 h 577307"/>
                <a:gd name="connsiteX313" fmla="*/ 123580 w 591813"/>
                <a:gd name="connsiteY313" fmla="*/ 40549 h 577307"/>
                <a:gd name="connsiteX314" fmla="*/ 123985 w 591813"/>
                <a:gd name="connsiteY314" fmla="*/ 42056 h 577307"/>
                <a:gd name="connsiteX315" fmla="*/ 124367 w 591813"/>
                <a:gd name="connsiteY315" fmla="*/ 43585 h 577307"/>
                <a:gd name="connsiteX316" fmla="*/ 124772 w 591813"/>
                <a:gd name="connsiteY316" fmla="*/ 45137 h 577307"/>
                <a:gd name="connsiteX317" fmla="*/ 125154 w 591813"/>
                <a:gd name="connsiteY317" fmla="*/ 46711 h 577307"/>
                <a:gd name="connsiteX318" fmla="*/ 125559 w 591813"/>
                <a:gd name="connsiteY318" fmla="*/ 48330 h 577307"/>
                <a:gd name="connsiteX319" fmla="*/ 125942 w 591813"/>
                <a:gd name="connsiteY319" fmla="*/ 49949 h 577307"/>
                <a:gd name="connsiteX320" fmla="*/ 126346 w 591813"/>
                <a:gd name="connsiteY320" fmla="*/ 51614 h 577307"/>
                <a:gd name="connsiteX321" fmla="*/ 126751 w 591813"/>
                <a:gd name="connsiteY321" fmla="*/ 53300 h 577307"/>
                <a:gd name="connsiteX322" fmla="*/ 127133 w 591813"/>
                <a:gd name="connsiteY322" fmla="*/ 55010 h 577307"/>
                <a:gd name="connsiteX323" fmla="*/ 127538 w 591813"/>
                <a:gd name="connsiteY323" fmla="*/ 56741 h 577307"/>
                <a:gd name="connsiteX324" fmla="*/ 127920 w 591813"/>
                <a:gd name="connsiteY324" fmla="*/ 58495 h 577307"/>
                <a:gd name="connsiteX325" fmla="*/ 128325 w 591813"/>
                <a:gd name="connsiteY325" fmla="*/ 60272 h 577307"/>
                <a:gd name="connsiteX326" fmla="*/ 128708 w 591813"/>
                <a:gd name="connsiteY326" fmla="*/ 62071 h 577307"/>
                <a:gd name="connsiteX327" fmla="*/ 129113 w 591813"/>
                <a:gd name="connsiteY327" fmla="*/ 63893 h 577307"/>
                <a:gd name="connsiteX328" fmla="*/ 129495 w 591813"/>
                <a:gd name="connsiteY328" fmla="*/ 65737 h 577307"/>
                <a:gd name="connsiteX329" fmla="*/ 129899 w 591813"/>
                <a:gd name="connsiteY329" fmla="*/ 67604 h 577307"/>
                <a:gd name="connsiteX330" fmla="*/ 130305 w 591813"/>
                <a:gd name="connsiteY330" fmla="*/ 69515 h 577307"/>
                <a:gd name="connsiteX331" fmla="*/ 130687 w 591813"/>
                <a:gd name="connsiteY331" fmla="*/ 71427 h 577307"/>
                <a:gd name="connsiteX332" fmla="*/ 131091 w 591813"/>
                <a:gd name="connsiteY332" fmla="*/ 73361 h 577307"/>
                <a:gd name="connsiteX333" fmla="*/ 131474 w 591813"/>
                <a:gd name="connsiteY333" fmla="*/ 75318 h 577307"/>
                <a:gd name="connsiteX334" fmla="*/ 131879 w 591813"/>
                <a:gd name="connsiteY334" fmla="*/ 77297 h 577307"/>
                <a:gd name="connsiteX335" fmla="*/ 132261 w 591813"/>
                <a:gd name="connsiteY335" fmla="*/ 79276 h 577307"/>
                <a:gd name="connsiteX336" fmla="*/ 132666 w 591813"/>
                <a:gd name="connsiteY336" fmla="*/ 81277 h 577307"/>
                <a:gd name="connsiteX337" fmla="*/ 133048 w 591813"/>
                <a:gd name="connsiteY337" fmla="*/ 83324 h 577307"/>
                <a:gd name="connsiteX338" fmla="*/ 133453 w 591813"/>
                <a:gd name="connsiteY338" fmla="*/ 85370 h 577307"/>
                <a:gd name="connsiteX339" fmla="*/ 133858 w 591813"/>
                <a:gd name="connsiteY339" fmla="*/ 87462 h 577307"/>
                <a:gd name="connsiteX340" fmla="*/ 134240 w 591813"/>
                <a:gd name="connsiteY340" fmla="*/ 89553 h 577307"/>
                <a:gd name="connsiteX341" fmla="*/ 134645 w 591813"/>
                <a:gd name="connsiteY341" fmla="*/ 91668 h 577307"/>
                <a:gd name="connsiteX342" fmla="*/ 135027 w 591813"/>
                <a:gd name="connsiteY342" fmla="*/ 93782 h 577307"/>
                <a:gd name="connsiteX343" fmla="*/ 135432 w 591813"/>
                <a:gd name="connsiteY343" fmla="*/ 95941 h 577307"/>
                <a:gd name="connsiteX344" fmla="*/ 135814 w 591813"/>
                <a:gd name="connsiteY344" fmla="*/ 98100 h 577307"/>
                <a:gd name="connsiteX345" fmla="*/ 136219 w 591813"/>
                <a:gd name="connsiteY345" fmla="*/ 100281 h 577307"/>
                <a:gd name="connsiteX346" fmla="*/ 136602 w 591813"/>
                <a:gd name="connsiteY346" fmla="*/ 102485 h 577307"/>
                <a:gd name="connsiteX347" fmla="*/ 137006 w 591813"/>
                <a:gd name="connsiteY347" fmla="*/ 104689 h 577307"/>
                <a:gd name="connsiteX348" fmla="*/ 137411 w 591813"/>
                <a:gd name="connsiteY348" fmla="*/ 106915 h 577307"/>
                <a:gd name="connsiteX349" fmla="*/ 137793 w 591813"/>
                <a:gd name="connsiteY349" fmla="*/ 109164 h 577307"/>
                <a:gd name="connsiteX350" fmla="*/ 138198 w 591813"/>
                <a:gd name="connsiteY350" fmla="*/ 111413 h 577307"/>
                <a:gd name="connsiteX351" fmla="*/ 138581 w 591813"/>
                <a:gd name="connsiteY351" fmla="*/ 113685 h 577307"/>
                <a:gd name="connsiteX352" fmla="*/ 138985 w 591813"/>
                <a:gd name="connsiteY352" fmla="*/ 115979 h 577307"/>
                <a:gd name="connsiteX353" fmla="*/ 139368 w 591813"/>
                <a:gd name="connsiteY353" fmla="*/ 118273 h 577307"/>
                <a:gd name="connsiteX354" fmla="*/ 139773 w 591813"/>
                <a:gd name="connsiteY354" fmla="*/ 120567 h 577307"/>
                <a:gd name="connsiteX355" fmla="*/ 140155 w 591813"/>
                <a:gd name="connsiteY355" fmla="*/ 122906 h 577307"/>
                <a:gd name="connsiteX356" fmla="*/ 140560 w 591813"/>
                <a:gd name="connsiteY356" fmla="*/ 125244 h 577307"/>
                <a:gd name="connsiteX357" fmla="*/ 140965 w 591813"/>
                <a:gd name="connsiteY357" fmla="*/ 127583 h 577307"/>
                <a:gd name="connsiteX358" fmla="*/ 141347 w 591813"/>
                <a:gd name="connsiteY358" fmla="*/ 129945 h 577307"/>
                <a:gd name="connsiteX359" fmla="*/ 141751 w 591813"/>
                <a:gd name="connsiteY359" fmla="*/ 132306 h 577307"/>
                <a:gd name="connsiteX360" fmla="*/ 142134 w 591813"/>
                <a:gd name="connsiteY360" fmla="*/ 134690 h 577307"/>
                <a:gd name="connsiteX361" fmla="*/ 142539 w 591813"/>
                <a:gd name="connsiteY361" fmla="*/ 137074 h 577307"/>
                <a:gd name="connsiteX362" fmla="*/ 142921 w 591813"/>
                <a:gd name="connsiteY362" fmla="*/ 139480 h 577307"/>
                <a:gd name="connsiteX363" fmla="*/ 143326 w 591813"/>
                <a:gd name="connsiteY363" fmla="*/ 141887 h 577307"/>
                <a:gd name="connsiteX364" fmla="*/ 143731 w 591813"/>
                <a:gd name="connsiteY364" fmla="*/ 144293 h 577307"/>
                <a:gd name="connsiteX365" fmla="*/ 144113 w 591813"/>
                <a:gd name="connsiteY365" fmla="*/ 146722 h 577307"/>
                <a:gd name="connsiteX366" fmla="*/ 144518 w 591813"/>
                <a:gd name="connsiteY366" fmla="*/ 149151 h 577307"/>
                <a:gd name="connsiteX367" fmla="*/ 144900 w 591813"/>
                <a:gd name="connsiteY367" fmla="*/ 151602 h 577307"/>
                <a:gd name="connsiteX368" fmla="*/ 145305 w 591813"/>
                <a:gd name="connsiteY368" fmla="*/ 154031 h 577307"/>
                <a:gd name="connsiteX369" fmla="*/ 145687 w 591813"/>
                <a:gd name="connsiteY369" fmla="*/ 156505 h 577307"/>
                <a:gd name="connsiteX370" fmla="*/ 146092 w 591813"/>
                <a:gd name="connsiteY370" fmla="*/ 158956 h 577307"/>
                <a:gd name="connsiteX371" fmla="*/ 146474 w 591813"/>
                <a:gd name="connsiteY371" fmla="*/ 161430 h 577307"/>
                <a:gd name="connsiteX372" fmla="*/ 146879 w 591813"/>
                <a:gd name="connsiteY372" fmla="*/ 163904 h 577307"/>
                <a:gd name="connsiteX373" fmla="*/ 147284 w 591813"/>
                <a:gd name="connsiteY373" fmla="*/ 166378 h 577307"/>
                <a:gd name="connsiteX374" fmla="*/ 147666 w 591813"/>
                <a:gd name="connsiteY374" fmla="*/ 168852 h 577307"/>
                <a:gd name="connsiteX375" fmla="*/ 148071 w 591813"/>
                <a:gd name="connsiteY375" fmla="*/ 174542 h 577307"/>
                <a:gd name="connsiteX376" fmla="*/ 148453 w 591813"/>
                <a:gd name="connsiteY376" fmla="*/ 177083 h 577307"/>
                <a:gd name="connsiteX377" fmla="*/ 148858 w 591813"/>
                <a:gd name="connsiteY377" fmla="*/ 179714 h 577307"/>
                <a:gd name="connsiteX378" fmla="*/ 149241 w 591813"/>
                <a:gd name="connsiteY378" fmla="*/ 182346 h 577307"/>
                <a:gd name="connsiteX379" fmla="*/ 149645 w 591813"/>
                <a:gd name="connsiteY379" fmla="*/ 184999 h 577307"/>
                <a:gd name="connsiteX380" fmla="*/ 150028 w 591813"/>
                <a:gd name="connsiteY380" fmla="*/ 187631 h 577307"/>
                <a:gd name="connsiteX381" fmla="*/ 150433 w 591813"/>
                <a:gd name="connsiteY381" fmla="*/ 190284 h 577307"/>
                <a:gd name="connsiteX382" fmla="*/ 150837 w 591813"/>
                <a:gd name="connsiteY382" fmla="*/ 192938 h 577307"/>
                <a:gd name="connsiteX383" fmla="*/ 151220 w 591813"/>
                <a:gd name="connsiteY383" fmla="*/ 195569 h 577307"/>
                <a:gd name="connsiteX384" fmla="*/ 151625 w 591813"/>
                <a:gd name="connsiteY384" fmla="*/ 198223 h 577307"/>
                <a:gd name="connsiteX385" fmla="*/ 152007 w 591813"/>
                <a:gd name="connsiteY385" fmla="*/ 200854 h 577307"/>
                <a:gd name="connsiteX386" fmla="*/ 152411 w 591813"/>
                <a:gd name="connsiteY386" fmla="*/ 203508 h 577307"/>
                <a:gd name="connsiteX387" fmla="*/ 152794 w 591813"/>
                <a:gd name="connsiteY387" fmla="*/ 206162 h 577307"/>
                <a:gd name="connsiteX388" fmla="*/ 153199 w 591813"/>
                <a:gd name="connsiteY388" fmla="*/ 208793 h 577307"/>
                <a:gd name="connsiteX389" fmla="*/ 153581 w 591813"/>
                <a:gd name="connsiteY389" fmla="*/ 211447 h 577307"/>
                <a:gd name="connsiteX390" fmla="*/ 153986 w 591813"/>
                <a:gd name="connsiteY390" fmla="*/ 214101 h 577307"/>
                <a:gd name="connsiteX391" fmla="*/ 154391 w 591813"/>
                <a:gd name="connsiteY391" fmla="*/ 216732 h 577307"/>
                <a:gd name="connsiteX392" fmla="*/ 154773 w 591813"/>
                <a:gd name="connsiteY392" fmla="*/ 219386 h 577307"/>
                <a:gd name="connsiteX393" fmla="*/ 155178 w 591813"/>
                <a:gd name="connsiteY393" fmla="*/ 222017 h 577307"/>
                <a:gd name="connsiteX394" fmla="*/ 155560 w 591813"/>
                <a:gd name="connsiteY394" fmla="*/ 224671 h 577307"/>
                <a:gd name="connsiteX395" fmla="*/ 155965 w 591813"/>
                <a:gd name="connsiteY395" fmla="*/ 227302 h 577307"/>
                <a:gd name="connsiteX396" fmla="*/ 156347 w 591813"/>
                <a:gd name="connsiteY396" fmla="*/ 229933 h 577307"/>
                <a:gd name="connsiteX397" fmla="*/ 156752 w 591813"/>
                <a:gd name="connsiteY397" fmla="*/ 232565 h 577307"/>
                <a:gd name="connsiteX398" fmla="*/ 157157 w 591813"/>
                <a:gd name="connsiteY398" fmla="*/ 235174 h 577307"/>
                <a:gd name="connsiteX399" fmla="*/ 157539 w 591813"/>
                <a:gd name="connsiteY399" fmla="*/ 237805 h 577307"/>
                <a:gd name="connsiteX400" fmla="*/ 157944 w 591813"/>
                <a:gd name="connsiteY400" fmla="*/ 240414 h 577307"/>
                <a:gd name="connsiteX401" fmla="*/ 158326 w 591813"/>
                <a:gd name="connsiteY401" fmla="*/ 243022 h 577307"/>
                <a:gd name="connsiteX402" fmla="*/ 158731 w 591813"/>
                <a:gd name="connsiteY402" fmla="*/ 245631 h 577307"/>
                <a:gd name="connsiteX403" fmla="*/ 159114 w 591813"/>
                <a:gd name="connsiteY403" fmla="*/ 248217 h 577307"/>
                <a:gd name="connsiteX404" fmla="*/ 159518 w 591813"/>
                <a:gd name="connsiteY404" fmla="*/ 250804 h 577307"/>
                <a:gd name="connsiteX405" fmla="*/ 159901 w 591813"/>
                <a:gd name="connsiteY405" fmla="*/ 253390 h 577307"/>
                <a:gd name="connsiteX406" fmla="*/ 160305 w 591813"/>
                <a:gd name="connsiteY406" fmla="*/ 255976 h 577307"/>
                <a:gd name="connsiteX407" fmla="*/ 160710 w 591813"/>
                <a:gd name="connsiteY407" fmla="*/ 258540 h 577307"/>
                <a:gd name="connsiteX408" fmla="*/ 161093 w 591813"/>
                <a:gd name="connsiteY408" fmla="*/ 261104 h 577307"/>
                <a:gd name="connsiteX409" fmla="*/ 161497 w 591813"/>
                <a:gd name="connsiteY409" fmla="*/ 263668 h 577307"/>
                <a:gd name="connsiteX410" fmla="*/ 161880 w 591813"/>
                <a:gd name="connsiteY410" fmla="*/ 266232 h 577307"/>
                <a:gd name="connsiteX411" fmla="*/ 162285 w 591813"/>
                <a:gd name="connsiteY411" fmla="*/ 268773 h 577307"/>
                <a:gd name="connsiteX412" fmla="*/ 162667 w 591813"/>
                <a:gd name="connsiteY412" fmla="*/ 271292 h 577307"/>
                <a:gd name="connsiteX413" fmla="*/ 163071 w 591813"/>
                <a:gd name="connsiteY413" fmla="*/ 273833 h 577307"/>
                <a:gd name="connsiteX414" fmla="*/ 163454 w 591813"/>
                <a:gd name="connsiteY414" fmla="*/ 276352 h 577307"/>
                <a:gd name="connsiteX415" fmla="*/ 163859 w 591813"/>
                <a:gd name="connsiteY415" fmla="*/ 278848 h 577307"/>
                <a:gd name="connsiteX416" fmla="*/ 164263 w 591813"/>
                <a:gd name="connsiteY416" fmla="*/ 281367 h 577307"/>
                <a:gd name="connsiteX417" fmla="*/ 164624 w 591813"/>
                <a:gd name="connsiteY417" fmla="*/ 283863 h 577307"/>
                <a:gd name="connsiteX418" fmla="*/ 165028 w 591813"/>
                <a:gd name="connsiteY418" fmla="*/ 286337 h 577307"/>
                <a:gd name="connsiteX419" fmla="*/ 165433 w 591813"/>
                <a:gd name="connsiteY419" fmla="*/ 288811 h 577307"/>
                <a:gd name="connsiteX420" fmla="*/ 165816 w 591813"/>
                <a:gd name="connsiteY420" fmla="*/ 291285 h 577307"/>
                <a:gd name="connsiteX421" fmla="*/ 166198 w 591813"/>
                <a:gd name="connsiteY421" fmla="*/ 293759 h 577307"/>
                <a:gd name="connsiteX422" fmla="*/ 166602 w 591813"/>
                <a:gd name="connsiteY422" fmla="*/ 296210 h 577307"/>
                <a:gd name="connsiteX423" fmla="*/ 166985 w 591813"/>
                <a:gd name="connsiteY423" fmla="*/ 298639 h 577307"/>
                <a:gd name="connsiteX424" fmla="*/ 167390 w 591813"/>
                <a:gd name="connsiteY424" fmla="*/ 301068 h 577307"/>
                <a:gd name="connsiteX425" fmla="*/ 167794 w 591813"/>
                <a:gd name="connsiteY425" fmla="*/ 303497 h 577307"/>
                <a:gd name="connsiteX426" fmla="*/ 168177 w 591813"/>
                <a:gd name="connsiteY426" fmla="*/ 305903 h 577307"/>
                <a:gd name="connsiteX427" fmla="*/ 168582 w 591813"/>
                <a:gd name="connsiteY427" fmla="*/ 308310 h 577307"/>
                <a:gd name="connsiteX428" fmla="*/ 168964 w 591813"/>
                <a:gd name="connsiteY428" fmla="*/ 310716 h 577307"/>
                <a:gd name="connsiteX429" fmla="*/ 169369 w 591813"/>
                <a:gd name="connsiteY429" fmla="*/ 313077 h 577307"/>
                <a:gd name="connsiteX430" fmla="*/ 169751 w 591813"/>
                <a:gd name="connsiteY430" fmla="*/ 315461 h 577307"/>
                <a:gd name="connsiteX431" fmla="*/ 170156 w 591813"/>
                <a:gd name="connsiteY431" fmla="*/ 317823 h 577307"/>
                <a:gd name="connsiteX432" fmla="*/ 170538 w 591813"/>
                <a:gd name="connsiteY432" fmla="*/ 320139 h 577307"/>
                <a:gd name="connsiteX433" fmla="*/ 170943 w 591813"/>
                <a:gd name="connsiteY433" fmla="*/ 322478 h 577307"/>
                <a:gd name="connsiteX434" fmla="*/ 171348 w 591813"/>
                <a:gd name="connsiteY434" fmla="*/ 324795 h 577307"/>
                <a:gd name="connsiteX435" fmla="*/ 171730 w 591813"/>
                <a:gd name="connsiteY435" fmla="*/ 327111 h 577307"/>
                <a:gd name="connsiteX436" fmla="*/ 172135 w 591813"/>
                <a:gd name="connsiteY436" fmla="*/ 329427 h 577307"/>
                <a:gd name="connsiteX437" fmla="*/ 172518 w 591813"/>
                <a:gd name="connsiteY437" fmla="*/ 331721 h 577307"/>
                <a:gd name="connsiteX438" fmla="*/ 172922 w 591813"/>
                <a:gd name="connsiteY438" fmla="*/ 333993 h 577307"/>
                <a:gd name="connsiteX439" fmla="*/ 173304 w 591813"/>
                <a:gd name="connsiteY439" fmla="*/ 336264 h 577307"/>
                <a:gd name="connsiteX440" fmla="*/ 173710 w 591813"/>
                <a:gd name="connsiteY440" fmla="*/ 338536 h 577307"/>
                <a:gd name="connsiteX441" fmla="*/ 174114 w 591813"/>
                <a:gd name="connsiteY441" fmla="*/ 340785 h 577307"/>
                <a:gd name="connsiteX442" fmla="*/ 174496 w 591813"/>
                <a:gd name="connsiteY442" fmla="*/ 343011 h 577307"/>
                <a:gd name="connsiteX443" fmla="*/ 174901 w 591813"/>
                <a:gd name="connsiteY443" fmla="*/ 345238 h 577307"/>
                <a:gd name="connsiteX444" fmla="*/ 175284 w 591813"/>
                <a:gd name="connsiteY444" fmla="*/ 347442 h 577307"/>
                <a:gd name="connsiteX445" fmla="*/ 175688 w 591813"/>
                <a:gd name="connsiteY445" fmla="*/ 349646 h 577307"/>
                <a:gd name="connsiteX446" fmla="*/ 176070 w 591813"/>
                <a:gd name="connsiteY446" fmla="*/ 351849 h 577307"/>
                <a:gd name="connsiteX447" fmla="*/ 176476 w 591813"/>
                <a:gd name="connsiteY447" fmla="*/ 354008 h 577307"/>
                <a:gd name="connsiteX448" fmla="*/ 176858 w 591813"/>
                <a:gd name="connsiteY448" fmla="*/ 356190 h 577307"/>
                <a:gd name="connsiteX449" fmla="*/ 177263 w 591813"/>
                <a:gd name="connsiteY449" fmla="*/ 358349 h 577307"/>
                <a:gd name="connsiteX450" fmla="*/ 177668 w 591813"/>
                <a:gd name="connsiteY450" fmla="*/ 360486 h 577307"/>
                <a:gd name="connsiteX451" fmla="*/ 178050 w 591813"/>
                <a:gd name="connsiteY451" fmla="*/ 362622 h 577307"/>
                <a:gd name="connsiteX452" fmla="*/ 178455 w 591813"/>
                <a:gd name="connsiteY452" fmla="*/ 364736 h 577307"/>
                <a:gd name="connsiteX453" fmla="*/ 178837 w 591813"/>
                <a:gd name="connsiteY453" fmla="*/ 366850 h 577307"/>
                <a:gd name="connsiteX454" fmla="*/ 179242 w 591813"/>
                <a:gd name="connsiteY454" fmla="*/ 368964 h 577307"/>
                <a:gd name="connsiteX455" fmla="*/ 179624 w 591813"/>
                <a:gd name="connsiteY455" fmla="*/ 371056 h 577307"/>
                <a:gd name="connsiteX456" fmla="*/ 180029 w 591813"/>
                <a:gd name="connsiteY456" fmla="*/ 373125 h 577307"/>
                <a:gd name="connsiteX457" fmla="*/ 180411 w 591813"/>
                <a:gd name="connsiteY457" fmla="*/ 375194 h 577307"/>
                <a:gd name="connsiteX458" fmla="*/ 180816 w 591813"/>
                <a:gd name="connsiteY458" fmla="*/ 377263 h 577307"/>
                <a:gd name="connsiteX459" fmla="*/ 181221 w 591813"/>
                <a:gd name="connsiteY459" fmla="*/ 379309 h 577307"/>
                <a:gd name="connsiteX460" fmla="*/ 181603 w 591813"/>
                <a:gd name="connsiteY460" fmla="*/ 381333 h 577307"/>
                <a:gd name="connsiteX461" fmla="*/ 182008 w 591813"/>
                <a:gd name="connsiteY461" fmla="*/ 383357 h 577307"/>
                <a:gd name="connsiteX462" fmla="*/ 182390 w 591813"/>
                <a:gd name="connsiteY462" fmla="*/ 385381 h 577307"/>
                <a:gd name="connsiteX463" fmla="*/ 182795 w 591813"/>
                <a:gd name="connsiteY463" fmla="*/ 387361 h 577307"/>
                <a:gd name="connsiteX464" fmla="*/ 183178 w 591813"/>
                <a:gd name="connsiteY464" fmla="*/ 389362 h 577307"/>
                <a:gd name="connsiteX465" fmla="*/ 183582 w 591813"/>
                <a:gd name="connsiteY465" fmla="*/ 391341 h 577307"/>
                <a:gd name="connsiteX466" fmla="*/ 183964 w 591813"/>
                <a:gd name="connsiteY466" fmla="*/ 393298 h 577307"/>
                <a:gd name="connsiteX467" fmla="*/ 184370 w 591813"/>
                <a:gd name="connsiteY467" fmla="*/ 395254 h 577307"/>
                <a:gd name="connsiteX468" fmla="*/ 184774 w 591813"/>
                <a:gd name="connsiteY468" fmla="*/ 397211 h 577307"/>
                <a:gd name="connsiteX469" fmla="*/ 185156 w 591813"/>
                <a:gd name="connsiteY469" fmla="*/ 399145 h 577307"/>
                <a:gd name="connsiteX470" fmla="*/ 185561 w 591813"/>
                <a:gd name="connsiteY470" fmla="*/ 401057 h 577307"/>
                <a:gd name="connsiteX471" fmla="*/ 185944 w 591813"/>
                <a:gd name="connsiteY471" fmla="*/ 402968 h 577307"/>
                <a:gd name="connsiteX472" fmla="*/ 186348 w 591813"/>
                <a:gd name="connsiteY472" fmla="*/ 404857 h 577307"/>
                <a:gd name="connsiteX473" fmla="*/ 186731 w 591813"/>
                <a:gd name="connsiteY473" fmla="*/ 406747 h 577307"/>
                <a:gd name="connsiteX474" fmla="*/ 187136 w 591813"/>
                <a:gd name="connsiteY474" fmla="*/ 408613 h 577307"/>
                <a:gd name="connsiteX475" fmla="*/ 187540 w 591813"/>
                <a:gd name="connsiteY475" fmla="*/ 410480 h 577307"/>
                <a:gd name="connsiteX476" fmla="*/ 187923 w 591813"/>
                <a:gd name="connsiteY476" fmla="*/ 412324 h 577307"/>
                <a:gd name="connsiteX477" fmla="*/ 188328 w 591813"/>
                <a:gd name="connsiteY477" fmla="*/ 414146 h 577307"/>
                <a:gd name="connsiteX478" fmla="*/ 188710 w 591813"/>
                <a:gd name="connsiteY478" fmla="*/ 415967 h 577307"/>
                <a:gd name="connsiteX479" fmla="*/ 189115 w 591813"/>
                <a:gd name="connsiteY479" fmla="*/ 417789 h 577307"/>
                <a:gd name="connsiteX480" fmla="*/ 189497 w 591813"/>
                <a:gd name="connsiteY480" fmla="*/ 419566 h 577307"/>
                <a:gd name="connsiteX481" fmla="*/ 189902 w 591813"/>
                <a:gd name="connsiteY481" fmla="*/ 421365 h 577307"/>
                <a:gd name="connsiteX482" fmla="*/ 190284 w 591813"/>
                <a:gd name="connsiteY482" fmla="*/ 423119 h 577307"/>
                <a:gd name="connsiteX483" fmla="*/ 190689 w 591813"/>
                <a:gd name="connsiteY483" fmla="*/ 424873 h 577307"/>
                <a:gd name="connsiteX484" fmla="*/ 191094 w 591813"/>
                <a:gd name="connsiteY484" fmla="*/ 426627 h 577307"/>
                <a:gd name="connsiteX485" fmla="*/ 191476 w 591813"/>
                <a:gd name="connsiteY485" fmla="*/ 428359 h 577307"/>
                <a:gd name="connsiteX486" fmla="*/ 191881 w 591813"/>
                <a:gd name="connsiteY486" fmla="*/ 430068 h 577307"/>
                <a:gd name="connsiteX487" fmla="*/ 192263 w 591813"/>
                <a:gd name="connsiteY487" fmla="*/ 431777 h 577307"/>
                <a:gd name="connsiteX488" fmla="*/ 192668 w 591813"/>
                <a:gd name="connsiteY488" fmla="*/ 433464 h 577307"/>
                <a:gd name="connsiteX489" fmla="*/ 193050 w 591813"/>
                <a:gd name="connsiteY489" fmla="*/ 435128 h 577307"/>
                <a:gd name="connsiteX490" fmla="*/ 193455 w 591813"/>
                <a:gd name="connsiteY490" fmla="*/ 436793 h 577307"/>
                <a:gd name="connsiteX491" fmla="*/ 193838 w 591813"/>
                <a:gd name="connsiteY491" fmla="*/ 438434 h 577307"/>
                <a:gd name="connsiteX492" fmla="*/ 194242 w 591813"/>
                <a:gd name="connsiteY492" fmla="*/ 440076 h 577307"/>
                <a:gd name="connsiteX493" fmla="*/ 194647 w 591813"/>
                <a:gd name="connsiteY493" fmla="*/ 441695 h 577307"/>
                <a:gd name="connsiteX494" fmla="*/ 195030 w 591813"/>
                <a:gd name="connsiteY494" fmla="*/ 443315 h 577307"/>
                <a:gd name="connsiteX495" fmla="*/ 195434 w 591813"/>
                <a:gd name="connsiteY495" fmla="*/ 444911 h 577307"/>
                <a:gd name="connsiteX496" fmla="*/ 195816 w 591813"/>
                <a:gd name="connsiteY496" fmla="*/ 446508 h 577307"/>
                <a:gd name="connsiteX497" fmla="*/ 196222 w 591813"/>
                <a:gd name="connsiteY497" fmla="*/ 448082 h 577307"/>
                <a:gd name="connsiteX498" fmla="*/ 196604 w 591813"/>
                <a:gd name="connsiteY498" fmla="*/ 449657 h 577307"/>
                <a:gd name="connsiteX499" fmla="*/ 197008 w 591813"/>
                <a:gd name="connsiteY499" fmla="*/ 451208 h 577307"/>
                <a:gd name="connsiteX500" fmla="*/ 197391 w 591813"/>
                <a:gd name="connsiteY500" fmla="*/ 452738 h 577307"/>
                <a:gd name="connsiteX501" fmla="*/ 197796 w 591813"/>
                <a:gd name="connsiteY501" fmla="*/ 454267 h 577307"/>
                <a:gd name="connsiteX502" fmla="*/ 198200 w 591813"/>
                <a:gd name="connsiteY502" fmla="*/ 455796 h 577307"/>
                <a:gd name="connsiteX503" fmla="*/ 198583 w 591813"/>
                <a:gd name="connsiteY503" fmla="*/ 457281 h 577307"/>
                <a:gd name="connsiteX504" fmla="*/ 198988 w 591813"/>
                <a:gd name="connsiteY504" fmla="*/ 458787 h 577307"/>
                <a:gd name="connsiteX505" fmla="*/ 199370 w 591813"/>
                <a:gd name="connsiteY505" fmla="*/ 460249 h 577307"/>
                <a:gd name="connsiteX506" fmla="*/ 199775 w 591813"/>
                <a:gd name="connsiteY506" fmla="*/ 461711 h 577307"/>
                <a:gd name="connsiteX507" fmla="*/ 200157 w 591813"/>
                <a:gd name="connsiteY507" fmla="*/ 463173 h 577307"/>
                <a:gd name="connsiteX508" fmla="*/ 200562 w 591813"/>
                <a:gd name="connsiteY508" fmla="*/ 464612 h 577307"/>
                <a:gd name="connsiteX509" fmla="*/ 200944 w 591813"/>
                <a:gd name="connsiteY509" fmla="*/ 466052 h 577307"/>
                <a:gd name="connsiteX510" fmla="*/ 201349 w 591813"/>
                <a:gd name="connsiteY510" fmla="*/ 467468 h 577307"/>
                <a:gd name="connsiteX511" fmla="*/ 201754 w 591813"/>
                <a:gd name="connsiteY511" fmla="*/ 468863 h 577307"/>
                <a:gd name="connsiteX512" fmla="*/ 202136 w 591813"/>
                <a:gd name="connsiteY512" fmla="*/ 470257 h 577307"/>
                <a:gd name="connsiteX513" fmla="*/ 202541 w 591813"/>
                <a:gd name="connsiteY513" fmla="*/ 471651 h 577307"/>
                <a:gd name="connsiteX514" fmla="*/ 202923 w 591813"/>
                <a:gd name="connsiteY514" fmla="*/ 473023 h 577307"/>
                <a:gd name="connsiteX515" fmla="*/ 203328 w 591813"/>
                <a:gd name="connsiteY515" fmla="*/ 474373 h 577307"/>
                <a:gd name="connsiteX516" fmla="*/ 203710 w 591813"/>
                <a:gd name="connsiteY516" fmla="*/ 475722 h 577307"/>
                <a:gd name="connsiteX517" fmla="*/ 204115 w 591813"/>
                <a:gd name="connsiteY517" fmla="*/ 477049 h 577307"/>
                <a:gd name="connsiteX518" fmla="*/ 204520 w 591813"/>
                <a:gd name="connsiteY518" fmla="*/ 478376 h 577307"/>
                <a:gd name="connsiteX519" fmla="*/ 204902 w 591813"/>
                <a:gd name="connsiteY519" fmla="*/ 479680 h 577307"/>
                <a:gd name="connsiteX520" fmla="*/ 205307 w 591813"/>
                <a:gd name="connsiteY520" fmla="*/ 480985 h 577307"/>
                <a:gd name="connsiteX521" fmla="*/ 205690 w 591813"/>
                <a:gd name="connsiteY521" fmla="*/ 482289 h 577307"/>
                <a:gd name="connsiteX522" fmla="*/ 206094 w 591813"/>
                <a:gd name="connsiteY522" fmla="*/ 483548 h 577307"/>
                <a:gd name="connsiteX523" fmla="*/ 206476 w 591813"/>
                <a:gd name="connsiteY523" fmla="*/ 484830 h 577307"/>
                <a:gd name="connsiteX524" fmla="*/ 206882 w 591813"/>
                <a:gd name="connsiteY524" fmla="*/ 486090 h 577307"/>
                <a:gd name="connsiteX525" fmla="*/ 207264 w 591813"/>
                <a:gd name="connsiteY525" fmla="*/ 487349 h 577307"/>
                <a:gd name="connsiteX526" fmla="*/ 207668 w 591813"/>
                <a:gd name="connsiteY526" fmla="*/ 488586 h 577307"/>
                <a:gd name="connsiteX527" fmla="*/ 208073 w 591813"/>
                <a:gd name="connsiteY527" fmla="*/ 489801 h 577307"/>
                <a:gd name="connsiteX528" fmla="*/ 208456 w 591813"/>
                <a:gd name="connsiteY528" fmla="*/ 491037 h 577307"/>
                <a:gd name="connsiteX529" fmla="*/ 208860 w 591813"/>
                <a:gd name="connsiteY529" fmla="*/ 492252 h 577307"/>
                <a:gd name="connsiteX530" fmla="*/ 209243 w 591813"/>
                <a:gd name="connsiteY530" fmla="*/ 493444 h 577307"/>
                <a:gd name="connsiteX531" fmla="*/ 209648 w 591813"/>
                <a:gd name="connsiteY531" fmla="*/ 494636 h 577307"/>
                <a:gd name="connsiteX532" fmla="*/ 210030 w 591813"/>
                <a:gd name="connsiteY532" fmla="*/ 495805 h 577307"/>
                <a:gd name="connsiteX533" fmla="*/ 210435 w 591813"/>
                <a:gd name="connsiteY533" fmla="*/ 496975 h 577307"/>
                <a:gd name="connsiteX534" fmla="*/ 210817 w 591813"/>
                <a:gd name="connsiteY534" fmla="*/ 498144 h 577307"/>
                <a:gd name="connsiteX535" fmla="*/ 211222 w 591813"/>
                <a:gd name="connsiteY535" fmla="*/ 499291 h 577307"/>
                <a:gd name="connsiteX536" fmla="*/ 211627 w 591813"/>
                <a:gd name="connsiteY536" fmla="*/ 500438 h 577307"/>
                <a:gd name="connsiteX537" fmla="*/ 212009 w 591813"/>
                <a:gd name="connsiteY537" fmla="*/ 501563 h 577307"/>
                <a:gd name="connsiteX538" fmla="*/ 212414 w 591813"/>
                <a:gd name="connsiteY538" fmla="*/ 502687 h 577307"/>
                <a:gd name="connsiteX539" fmla="*/ 212796 w 591813"/>
                <a:gd name="connsiteY539" fmla="*/ 503789 h 577307"/>
                <a:gd name="connsiteX540" fmla="*/ 213201 w 591813"/>
                <a:gd name="connsiteY540" fmla="*/ 504914 h 577307"/>
                <a:gd name="connsiteX541" fmla="*/ 213584 w 591813"/>
                <a:gd name="connsiteY541" fmla="*/ 505993 h 577307"/>
                <a:gd name="connsiteX542" fmla="*/ 213988 w 591813"/>
                <a:gd name="connsiteY542" fmla="*/ 507095 h 577307"/>
                <a:gd name="connsiteX543" fmla="*/ 214370 w 591813"/>
                <a:gd name="connsiteY543" fmla="*/ 508152 h 577307"/>
                <a:gd name="connsiteX544" fmla="*/ 214776 w 591813"/>
                <a:gd name="connsiteY544" fmla="*/ 509232 h 577307"/>
                <a:gd name="connsiteX545" fmla="*/ 215180 w 591813"/>
                <a:gd name="connsiteY545" fmla="*/ 510289 h 577307"/>
                <a:gd name="connsiteX546" fmla="*/ 215562 w 591813"/>
                <a:gd name="connsiteY546" fmla="*/ 511323 h 577307"/>
                <a:gd name="connsiteX547" fmla="*/ 215967 w 591813"/>
                <a:gd name="connsiteY547" fmla="*/ 512358 h 577307"/>
                <a:gd name="connsiteX548" fmla="*/ 216350 w 591813"/>
                <a:gd name="connsiteY548" fmla="*/ 513392 h 577307"/>
                <a:gd name="connsiteX549" fmla="*/ 216754 w 591813"/>
                <a:gd name="connsiteY549" fmla="*/ 514404 h 577307"/>
                <a:gd name="connsiteX550" fmla="*/ 217136 w 591813"/>
                <a:gd name="connsiteY550" fmla="*/ 515416 h 577307"/>
                <a:gd name="connsiteX551" fmla="*/ 217542 w 591813"/>
                <a:gd name="connsiteY551" fmla="*/ 516406 h 577307"/>
                <a:gd name="connsiteX552" fmla="*/ 217946 w 591813"/>
                <a:gd name="connsiteY552" fmla="*/ 517373 h 577307"/>
                <a:gd name="connsiteX553" fmla="*/ 218329 w 591813"/>
                <a:gd name="connsiteY553" fmla="*/ 518340 h 577307"/>
                <a:gd name="connsiteX554" fmla="*/ 218733 w 591813"/>
                <a:gd name="connsiteY554" fmla="*/ 519307 h 577307"/>
                <a:gd name="connsiteX555" fmla="*/ 219116 w 591813"/>
                <a:gd name="connsiteY555" fmla="*/ 520251 h 577307"/>
                <a:gd name="connsiteX556" fmla="*/ 219521 w 591813"/>
                <a:gd name="connsiteY556" fmla="*/ 521196 h 577307"/>
                <a:gd name="connsiteX557" fmla="*/ 219903 w 591813"/>
                <a:gd name="connsiteY557" fmla="*/ 522141 h 577307"/>
                <a:gd name="connsiteX558" fmla="*/ 220308 w 591813"/>
                <a:gd name="connsiteY558" fmla="*/ 523040 h 577307"/>
                <a:gd name="connsiteX559" fmla="*/ 220690 w 591813"/>
                <a:gd name="connsiteY559" fmla="*/ 523962 h 577307"/>
                <a:gd name="connsiteX560" fmla="*/ 221095 w 591813"/>
                <a:gd name="connsiteY560" fmla="*/ 524862 h 577307"/>
                <a:gd name="connsiteX561" fmla="*/ 221500 w 591813"/>
                <a:gd name="connsiteY561" fmla="*/ 525739 h 577307"/>
                <a:gd name="connsiteX562" fmla="*/ 221882 w 591813"/>
                <a:gd name="connsiteY562" fmla="*/ 526639 h 577307"/>
                <a:gd name="connsiteX563" fmla="*/ 222287 w 591813"/>
                <a:gd name="connsiteY563" fmla="*/ 527493 h 577307"/>
                <a:gd name="connsiteX564" fmla="*/ 222669 w 591813"/>
                <a:gd name="connsiteY564" fmla="*/ 528370 h 577307"/>
                <a:gd name="connsiteX565" fmla="*/ 223074 w 591813"/>
                <a:gd name="connsiteY565" fmla="*/ 529225 h 577307"/>
                <a:gd name="connsiteX566" fmla="*/ 223456 w 591813"/>
                <a:gd name="connsiteY566" fmla="*/ 530057 h 577307"/>
                <a:gd name="connsiteX567" fmla="*/ 223861 w 591813"/>
                <a:gd name="connsiteY567" fmla="*/ 530889 h 577307"/>
                <a:gd name="connsiteX568" fmla="*/ 224244 w 591813"/>
                <a:gd name="connsiteY568" fmla="*/ 531721 h 577307"/>
                <a:gd name="connsiteX569" fmla="*/ 224648 w 591813"/>
                <a:gd name="connsiteY569" fmla="*/ 532553 h 577307"/>
                <a:gd name="connsiteX570" fmla="*/ 225053 w 591813"/>
                <a:gd name="connsiteY570" fmla="*/ 533363 h 577307"/>
                <a:gd name="connsiteX571" fmla="*/ 225436 w 591813"/>
                <a:gd name="connsiteY571" fmla="*/ 534150 h 577307"/>
                <a:gd name="connsiteX572" fmla="*/ 225840 w 591813"/>
                <a:gd name="connsiteY572" fmla="*/ 534960 h 577307"/>
                <a:gd name="connsiteX573" fmla="*/ 226222 w 591813"/>
                <a:gd name="connsiteY573" fmla="*/ 535747 h 577307"/>
                <a:gd name="connsiteX574" fmla="*/ 226627 w 591813"/>
                <a:gd name="connsiteY574" fmla="*/ 536511 h 577307"/>
                <a:gd name="connsiteX575" fmla="*/ 227010 w 591813"/>
                <a:gd name="connsiteY575" fmla="*/ 537276 h 577307"/>
                <a:gd name="connsiteX576" fmla="*/ 227414 w 591813"/>
                <a:gd name="connsiteY576" fmla="*/ 538041 h 577307"/>
                <a:gd name="connsiteX577" fmla="*/ 227797 w 591813"/>
                <a:gd name="connsiteY577" fmla="*/ 538805 h 577307"/>
                <a:gd name="connsiteX578" fmla="*/ 228202 w 591813"/>
                <a:gd name="connsiteY578" fmla="*/ 539548 h 577307"/>
                <a:gd name="connsiteX579" fmla="*/ 228606 w 591813"/>
                <a:gd name="connsiteY579" fmla="*/ 540267 h 577307"/>
                <a:gd name="connsiteX580" fmla="*/ 228989 w 591813"/>
                <a:gd name="connsiteY580" fmla="*/ 541009 h 577307"/>
                <a:gd name="connsiteX581" fmla="*/ 229394 w 591813"/>
                <a:gd name="connsiteY581" fmla="*/ 541729 h 577307"/>
                <a:gd name="connsiteX582" fmla="*/ 229776 w 591813"/>
                <a:gd name="connsiteY582" fmla="*/ 542426 h 577307"/>
                <a:gd name="connsiteX583" fmla="*/ 230181 w 591813"/>
                <a:gd name="connsiteY583" fmla="*/ 543123 h 577307"/>
                <a:gd name="connsiteX584" fmla="*/ 230563 w 591813"/>
                <a:gd name="connsiteY584" fmla="*/ 543821 h 577307"/>
                <a:gd name="connsiteX585" fmla="*/ 230968 w 591813"/>
                <a:gd name="connsiteY585" fmla="*/ 544518 h 577307"/>
                <a:gd name="connsiteX586" fmla="*/ 231350 w 591813"/>
                <a:gd name="connsiteY586" fmla="*/ 545192 h 577307"/>
                <a:gd name="connsiteX587" fmla="*/ 231755 w 591813"/>
                <a:gd name="connsiteY587" fmla="*/ 545845 h 577307"/>
                <a:gd name="connsiteX588" fmla="*/ 232160 w 591813"/>
                <a:gd name="connsiteY588" fmla="*/ 546519 h 577307"/>
                <a:gd name="connsiteX589" fmla="*/ 232542 w 591813"/>
                <a:gd name="connsiteY589" fmla="*/ 547171 h 577307"/>
                <a:gd name="connsiteX590" fmla="*/ 232947 w 591813"/>
                <a:gd name="connsiteY590" fmla="*/ 547824 h 577307"/>
                <a:gd name="connsiteX591" fmla="*/ 233329 w 591813"/>
                <a:gd name="connsiteY591" fmla="*/ 548453 h 577307"/>
                <a:gd name="connsiteX592" fmla="*/ 233734 w 591813"/>
                <a:gd name="connsiteY592" fmla="*/ 549106 h 577307"/>
                <a:gd name="connsiteX593" fmla="*/ 234116 w 591813"/>
                <a:gd name="connsiteY593" fmla="*/ 549735 h 577307"/>
                <a:gd name="connsiteX594" fmla="*/ 234521 w 591813"/>
                <a:gd name="connsiteY594" fmla="*/ 550343 h 577307"/>
                <a:gd name="connsiteX595" fmla="*/ 234926 w 591813"/>
                <a:gd name="connsiteY595" fmla="*/ 550972 h 577307"/>
                <a:gd name="connsiteX596" fmla="*/ 235308 w 591813"/>
                <a:gd name="connsiteY596" fmla="*/ 551579 h 577307"/>
                <a:gd name="connsiteX597" fmla="*/ 235713 w 591813"/>
                <a:gd name="connsiteY597" fmla="*/ 552164 h 577307"/>
                <a:gd name="connsiteX598" fmla="*/ 236096 w 591813"/>
                <a:gd name="connsiteY598" fmla="*/ 552771 h 577307"/>
                <a:gd name="connsiteX599" fmla="*/ 236500 w 591813"/>
                <a:gd name="connsiteY599" fmla="*/ 553356 h 577307"/>
                <a:gd name="connsiteX600" fmla="*/ 236882 w 591813"/>
                <a:gd name="connsiteY600" fmla="*/ 553941 h 577307"/>
                <a:gd name="connsiteX601" fmla="*/ 237287 w 591813"/>
                <a:gd name="connsiteY601" fmla="*/ 554503 h 577307"/>
                <a:gd name="connsiteX602" fmla="*/ 237670 w 591813"/>
                <a:gd name="connsiteY602" fmla="*/ 555065 h 577307"/>
                <a:gd name="connsiteX603" fmla="*/ 238074 w 591813"/>
                <a:gd name="connsiteY603" fmla="*/ 555628 h 577307"/>
                <a:gd name="connsiteX604" fmla="*/ 238479 w 591813"/>
                <a:gd name="connsiteY604" fmla="*/ 556190 h 577307"/>
                <a:gd name="connsiteX605" fmla="*/ 238862 w 591813"/>
                <a:gd name="connsiteY605" fmla="*/ 556730 h 577307"/>
                <a:gd name="connsiteX606" fmla="*/ 239266 w 591813"/>
                <a:gd name="connsiteY606" fmla="*/ 557269 h 577307"/>
                <a:gd name="connsiteX607" fmla="*/ 239649 w 591813"/>
                <a:gd name="connsiteY607" fmla="*/ 557764 h 577307"/>
                <a:gd name="connsiteX608" fmla="*/ 240054 w 591813"/>
                <a:gd name="connsiteY608" fmla="*/ 558304 h 577307"/>
                <a:gd name="connsiteX609" fmla="*/ 240436 w 591813"/>
                <a:gd name="connsiteY609" fmla="*/ 558821 h 577307"/>
                <a:gd name="connsiteX610" fmla="*/ 240841 w 591813"/>
                <a:gd name="connsiteY610" fmla="*/ 559316 h 577307"/>
                <a:gd name="connsiteX611" fmla="*/ 241223 w 591813"/>
                <a:gd name="connsiteY611" fmla="*/ 559833 h 577307"/>
                <a:gd name="connsiteX612" fmla="*/ 241628 w 591813"/>
                <a:gd name="connsiteY612" fmla="*/ 560328 h 577307"/>
                <a:gd name="connsiteX613" fmla="*/ 242033 w 591813"/>
                <a:gd name="connsiteY613" fmla="*/ 560823 h 577307"/>
                <a:gd name="connsiteX614" fmla="*/ 242415 w 591813"/>
                <a:gd name="connsiteY614" fmla="*/ 561295 h 577307"/>
                <a:gd name="connsiteX615" fmla="*/ 242820 w 591813"/>
                <a:gd name="connsiteY615" fmla="*/ 561767 h 577307"/>
                <a:gd name="connsiteX616" fmla="*/ 243202 w 591813"/>
                <a:gd name="connsiteY616" fmla="*/ 562240 h 577307"/>
                <a:gd name="connsiteX617" fmla="*/ 243607 w 591813"/>
                <a:gd name="connsiteY617" fmla="*/ 562689 h 577307"/>
                <a:gd name="connsiteX618" fmla="*/ 243989 w 591813"/>
                <a:gd name="connsiteY618" fmla="*/ 563139 h 577307"/>
                <a:gd name="connsiteX619" fmla="*/ 244394 w 591813"/>
                <a:gd name="connsiteY619" fmla="*/ 563589 h 577307"/>
                <a:gd name="connsiteX620" fmla="*/ 244776 w 591813"/>
                <a:gd name="connsiteY620" fmla="*/ 564039 h 577307"/>
                <a:gd name="connsiteX621" fmla="*/ 245181 w 591813"/>
                <a:gd name="connsiteY621" fmla="*/ 564466 h 577307"/>
                <a:gd name="connsiteX622" fmla="*/ 245586 w 591813"/>
                <a:gd name="connsiteY622" fmla="*/ 564893 h 577307"/>
                <a:gd name="connsiteX623" fmla="*/ 245968 w 591813"/>
                <a:gd name="connsiteY623" fmla="*/ 565298 h 577307"/>
                <a:gd name="connsiteX624" fmla="*/ 246373 w 591813"/>
                <a:gd name="connsiteY624" fmla="*/ 565703 h 577307"/>
                <a:gd name="connsiteX625" fmla="*/ 246756 w 591813"/>
                <a:gd name="connsiteY625" fmla="*/ 566108 h 577307"/>
                <a:gd name="connsiteX626" fmla="*/ 247160 w 591813"/>
                <a:gd name="connsiteY626" fmla="*/ 566490 h 577307"/>
                <a:gd name="connsiteX627" fmla="*/ 247542 w 591813"/>
                <a:gd name="connsiteY627" fmla="*/ 566872 h 577307"/>
                <a:gd name="connsiteX628" fmla="*/ 247948 w 591813"/>
                <a:gd name="connsiteY628" fmla="*/ 567255 h 577307"/>
                <a:gd name="connsiteX629" fmla="*/ 248352 w 591813"/>
                <a:gd name="connsiteY629" fmla="*/ 567637 h 577307"/>
                <a:gd name="connsiteX630" fmla="*/ 248734 w 591813"/>
                <a:gd name="connsiteY630" fmla="*/ 567997 h 577307"/>
                <a:gd name="connsiteX631" fmla="*/ 249139 w 591813"/>
                <a:gd name="connsiteY631" fmla="*/ 568357 h 577307"/>
                <a:gd name="connsiteX632" fmla="*/ 249522 w 591813"/>
                <a:gd name="connsiteY632" fmla="*/ 568694 h 577307"/>
                <a:gd name="connsiteX633" fmla="*/ 249926 w 591813"/>
                <a:gd name="connsiteY633" fmla="*/ 569031 h 577307"/>
                <a:gd name="connsiteX634" fmla="*/ 250309 w 591813"/>
                <a:gd name="connsiteY634" fmla="*/ 569369 h 577307"/>
                <a:gd name="connsiteX635" fmla="*/ 250714 w 591813"/>
                <a:gd name="connsiteY635" fmla="*/ 569706 h 577307"/>
                <a:gd name="connsiteX636" fmla="*/ 251096 w 591813"/>
                <a:gd name="connsiteY636" fmla="*/ 570021 h 577307"/>
                <a:gd name="connsiteX637" fmla="*/ 251501 w 591813"/>
                <a:gd name="connsiteY637" fmla="*/ 570336 h 577307"/>
                <a:gd name="connsiteX638" fmla="*/ 251905 w 591813"/>
                <a:gd name="connsiteY638" fmla="*/ 570651 h 577307"/>
                <a:gd name="connsiteX639" fmla="*/ 252288 w 591813"/>
                <a:gd name="connsiteY639" fmla="*/ 570943 h 577307"/>
                <a:gd name="connsiteX640" fmla="*/ 252693 w 591813"/>
                <a:gd name="connsiteY640" fmla="*/ 571258 h 577307"/>
                <a:gd name="connsiteX641" fmla="*/ 253075 w 591813"/>
                <a:gd name="connsiteY641" fmla="*/ 571528 h 577307"/>
                <a:gd name="connsiteX642" fmla="*/ 253480 w 591813"/>
                <a:gd name="connsiteY642" fmla="*/ 571820 h 577307"/>
                <a:gd name="connsiteX643" fmla="*/ 253862 w 591813"/>
                <a:gd name="connsiteY643" fmla="*/ 572090 h 577307"/>
                <a:gd name="connsiteX644" fmla="*/ 254267 w 591813"/>
                <a:gd name="connsiteY644" fmla="*/ 572360 h 577307"/>
                <a:gd name="connsiteX645" fmla="*/ 254650 w 591813"/>
                <a:gd name="connsiteY645" fmla="*/ 572607 h 577307"/>
                <a:gd name="connsiteX646" fmla="*/ 255054 w 591813"/>
                <a:gd name="connsiteY646" fmla="*/ 572877 h 577307"/>
                <a:gd name="connsiteX647" fmla="*/ 255459 w 591813"/>
                <a:gd name="connsiteY647" fmla="*/ 573102 h 577307"/>
                <a:gd name="connsiteX648" fmla="*/ 255841 w 591813"/>
                <a:gd name="connsiteY648" fmla="*/ 573349 h 577307"/>
                <a:gd name="connsiteX649" fmla="*/ 256246 w 591813"/>
                <a:gd name="connsiteY649" fmla="*/ 573574 h 577307"/>
                <a:gd name="connsiteX650" fmla="*/ 256628 w 591813"/>
                <a:gd name="connsiteY650" fmla="*/ 573799 h 577307"/>
                <a:gd name="connsiteX651" fmla="*/ 257033 w 591813"/>
                <a:gd name="connsiteY651" fmla="*/ 574024 h 577307"/>
                <a:gd name="connsiteX652" fmla="*/ 257416 w 591813"/>
                <a:gd name="connsiteY652" fmla="*/ 574226 h 577307"/>
                <a:gd name="connsiteX653" fmla="*/ 257820 w 591813"/>
                <a:gd name="connsiteY653" fmla="*/ 574429 h 577307"/>
                <a:gd name="connsiteX654" fmla="*/ 258202 w 591813"/>
                <a:gd name="connsiteY654" fmla="*/ 574631 h 577307"/>
                <a:gd name="connsiteX655" fmla="*/ 258608 w 591813"/>
                <a:gd name="connsiteY655" fmla="*/ 574811 h 577307"/>
                <a:gd name="connsiteX656" fmla="*/ 259012 w 591813"/>
                <a:gd name="connsiteY656" fmla="*/ 574991 h 577307"/>
                <a:gd name="connsiteX657" fmla="*/ 259395 w 591813"/>
                <a:gd name="connsiteY657" fmla="*/ 575171 h 577307"/>
                <a:gd name="connsiteX658" fmla="*/ 259799 w 591813"/>
                <a:gd name="connsiteY658" fmla="*/ 575328 h 577307"/>
                <a:gd name="connsiteX659" fmla="*/ 260182 w 591813"/>
                <a:gd name="connsiteY659" fmla="*/ 575508 h 577307"/>
                <a:gd name="connsiteX660" fmla="*/ 260587 w 591813"/>
                <a:gd name="connsiteY660" fmla="*/ 575643 h 577307"/>
                <a:gd name="connsiteX661" fmla="*/ 260969 w 591813"/>
                <a:gd name="connsiteY661" fmla="*/ 575801 h 577307"/>
                <a:gd name="connsiteX662" fmla="*/ 261374 w 591813"/>
                <a:gd name="connsiteY662" fmla="*/ 575936 h 577307"/>
                <a:gd name="connsiteX663" fmla="*/ 261756 w 591813"/>
                <a:gd name="connsiteY663" fmla="*/ 576071 h 577307"/>
                <a:gd name="connsiteX664" fmla="*/ 262161 w 591813"/>
                <a:gd name="connsiteY664" fmla="*/ 576206 h 577307"/>
                <a:gd name="connsiteX665" fmla="*/ 262566 w 591813"/>
                <a:gd name="connsiteY665" fmla="*/ 576318 h 577307"/>
                <a:gd name="connsiteX666" fmla="*/ 262948 w 591813"/>
                <a:gd name="connsiteY666" fmla="*/ 576430 h 577307"/>
                <a:gd name="connsiteX667" fmla="*/ 263353 w 591813"/>
                <a:gd name="connsiteY667" fmla="*/ 576543 h 577307"/>
                <a:gd name="connsiteX668" fmla="*/ 263735 w 591813"/>
                <a:gd name="connsiteY668" fmla="*/ 576633 h 577307"/>
                <a:gd name="connsiteX669" fmla="*/ 264140 w 591813"/>
                <a:gd name="connsiteY669" fmla="*/ 576723 h 577307"/>
                <a:gd name="connsiteX670" fmla="*/ 264522 w 591813"/>
                <a:gd name="connsiteY670" fmla="*/ 576813 h 577307"/>
                <a:gd name="connsiteX671" fmla="*/ 264927 w 591813"/>
                <a:gd name="connsiteY671" fmla="*/ 576880 h 577307"/>
                <a:gd name="connsiteX672" fmla="*/ 265332 w 591813"/>
                <a:gd name="connsiteY672" fmla="*/ 576970 h 577307"/>
                <a:gd name="connsiteX673" fmla="*/ 265714 w 591813"/>
                <a:gd name="connsiteY673" fmla="*/ 577015 h 577307"/>
                <a:gd name="connsiteX674" fmla="*/ 266119 w 591813"/>
                <a:gd name="connsiteY674" fmla="*/ 577083 h 577307"/>
                <a:gd name="connsiteX675" fmla="*/ 266502 w 591813"/>
                <a:gd name="connsiteY675" fmla="*/ 577128 h 577307"/>
                <a:gd name="connsiteX676" fmla="*/ 266906 w 591813"/>
                <a:gd name="connsiteY676" fmla="*/ 577173 h 577307"/>
                <a:gd name="connsiteX677" fmla="*/ 267288 w 591813"/>
                <a:gd name="connsiteY677" fmla="*/ 577218 h 577307"/>
                <a:gd name="connsiteX678" fmla="*/ 267693 w 591813"/>
                <a:gd name="connsiteY678" fmla="*/ 577240 h 577307"/>
                <a:gd name="connsiteX679" fmla="*/ 268076 w 591813"/>
                <a:gd name="connsiteY679" fmla="*/ 577263 h 577307"/>
                <a:gd name="connsiteX680" fmla="*/ 268480 w 591813"/>
                <a:gd name="connsiteY680" fmla="*/ 577285 h 577307"/>
                <a:gd name="connsiteX681" fmla="*/ 268885 w 591813"/>
                <a:gd name="connsiteY681" fmla="*/ 577308 h 577307"/>
                <a:gd name="connsiteX682" fmla="*/ 269268 w 591813"/>
                <a:gd name="connsiteY682" fmla="*/ 577308 h 577307"/>
                <a:gd name="connsiteX683" fmla="*/ 269672 w 591813"/>
                <a:gd name="connsiteY683" fmla="*/ 577308 h 577307"/>
                <a:gd name="connsiteX684" fmla="*/ 270055 w 591813"/>
                <a:gd name="connsiteY684" fmla="*/ 577308 h 577307"/>
                <a:gd name="connsiteX685" fmla="*/ 270459 w 591813"/>
                <a:gd name="connsiteY685" fmla="*/ 577308 h 577307"/>
                <a:gd name="connsiteX686" fmla="*/ 270842 w 591813"/>
                <a:gd name="connsiteY686" fmla="*/ 577285 h 577307"/>
                <a:gd name="connsiteX687" fmla="*/ 271247 w 591813"/>
                <a:gd name="connsiteY687" fmla="*/ 577263 h 577307"/>
                <a:gd name="connsiteX688" fmla="*/ 271629 w 591813"/>
                <a:gd name="connsiteY688" fmla="*/ 577240 h 577307"/>
                <a:gd name="connsiteX689" fmla="*/ 272034 w 591813"/>
                <a:gd name="connsiteY689" fmla="*/ 577218 h 577307"/>
                <a:gd name="connsiteX690" fmla="*/ 272439 w 591813"/>
                <a:gd name="connsiteY690" fmla="*/ 577173 h 577307"/>
                <a:gd name="connsiteX691" fmla="*/ 272821 w 591813"/>
                <a:gd name="connsiteY691" fmla="*/ 577150 h 577307"/>
                <a:gd name="connsiteX692" fmla="*/ 273226 w 591813"/>
                <a:gd name="connsiteY692" fmla="*/ 577105 h 577307"/>
                <a:gd name="connsiteX693" fmla="*/ 273608 w 591813"/>
                <a:gd name="connsiteY693" fmla="*/ 577038 h 577307"/>
                <a:gd name="connsiteX694" fmla="*/ 274013 w 591813"/>
                <a:gd name="connsiteY694" fmla="*/ 576993 h 577307"/>
                <a:gd name="connsiteX695" fmla="*/ 274395 w 591813"/>
                <a:gd name="connsiteY695" fmla="*/ 576925 h 577307"/>
                <a:gd name="connsiteX696" fmla="*/ 274800 w 591813"/>
                <a:gd name="connsiteY696" fmla="*/ 576880 h 577307"/>
                <a:gd name="connsiteX697" fmla="*/ 275182 w 591813"/>
                <a:gd name="connsiteY697" fmla="*/ 576813 h 577307"/>
                <a:gd name="connsiteX698" fmla="*/ 275587 w 591813"/>
                <a:gd name="connsiteY698" fmla="*/ 576723 h 577307"/>
                <a:gd name="connsiteX699" fmla="*/ 275992 w 591813"/>
                <a:gd name="connsiteY699" fmla="*/ 576655 h 577307"/>
                <a:gd name="connsiteX700" fmla="*/ 276374 w 591813"/>
                <a:gd name="connsiteY700" fmla="*/ 576588 h 577307"/>
                <a:gd name="connsiteX701" fmla="*/ 276779 w 591813"/>
                <a:gd name="connsiteY701" fmla="*/ 576498 h 577307"/>
                <a:gd name="connsiteX702" fmla="*/ 277162 w 591813"/>
                <a:gd name="connsiteY702" fmla="*/ 576430 h 577307"/>
                <a:gd name="connsiteX703" fmla="*/ 277566 w 591813"/>
                <a:gd name="connsiteY703" fmla="*/ 576340 h 577307"/>
                <a:gd name="connsiteX704" fmla="*/ 277948 w 591813"/>
                <a:gd name="connsiteY704" fmla="*/ 576251 h 577307"/>
                <a:gd name="connsiteX705" fmla="*/ 278353 w 591813"/>
                <a:gd name="connsiteY705" fmla="*/ 576161 h 577307"/>
                <a:gd name="connsiteX706" fmla="*/ 278758 w 591813"/>
                <a:gd name="connsiteY706" fmla="*/ 576071 h 577307"/>
                <a:gd name="connsiteX707" fmla="*/ 279140 w 591813"/>
                <a:gd name="connsiteY707" fmla="*/ 575958 h 577307"/>
                <a:gd name="connsiteX708" fmla="*/ 279545 w 591813"/>
                <a:gd name="connsiteY708" fmla="*/ 575868 h 577307"/>
                <a:gd name="connsiteX709" fmla="*/ 279928 w 591813"/>
                <a:gd name="connsiteY709" fmla="*/ 575756 h 577307"/>
                <a:gd name="connsiteX710" fmla="*/ 280332 w 591813"/>
                <a:gd name="connsiteY710" fmla="*/ 575643 h 577307"/>
                <a:gd name="connsiteX711" fmla="*/ 280715 w 591813"/>
                <a:gd name="connsiteY711" fmla="*/ 575531 h 577307"/>
                <a:gd name="connsiteX712" fmla="*/ 281120 w 591813"/>
                <a:gd name="connsiteY712" fmla="*/ 575396 h 577307"/>
                <a:gd name="connsiteX713" fmla="*/ 281502 w 591813"/>
                <a:gd name="connsiteY713" fmla="*/ 575261 h 577307"/>
                <a:gd name="connsiteX714" fmla="*/ 281907 w 591813"/>
                <a:gd name="connsiteY714" fmla="*/ 575149 h 577307"/>
                <a:gd name="connsiteX715" fmla="*/ 282311 w 591813"/>
                <a:gd name="connsiteY715" fmla="*/ 575014 h 577307"/>
                <a:gd name="connsiteX716" fmla="*/ 282694 w 591813"/>
                <a:gd name="connsiteY716" fmla="*/ 574856 h 577307"/>
                <a:gd name="connsiteX717" fmla="*/ 283076 w 591813"/>
                <a:gd name="connsiteY717" fmla="*/ 574721 h 577307"/>
                <a:gd name="connsiteX718" fmla="*/ 283481 w 591813"/>
                <a:gd name="connsiteY718" fmla="*/ 574564 h 577307"/>
                <a:gd name="connsiteX719" fmla="*/ 283886 w 591813"/>
                <a:gd name="connsiteY719" fmla="*/ 574429 h 577307"/>
                <a:gd name="connsiteX720" fmla="*/ 284246 w 591813"/>
                <a:gd name="connsiteY720" fmla="*/ 574271 h 577307"/>
                <a:gd name="connsiteX721" fmla="*/ 284673 w 591813"/>
                <a:gd name="connsiteY721" fmla="*/ 574114 h 577307"/>
                <a:gd name="connsiteX722" fmla="*/ 285033 w 591813"/>
                <a:gd name="connsiteY722" fmla="*/ 573934 h 577307"/>
                <a:gd name="connsiteX723" fmla="*/ 285438 w 591813"/>
                <a:gd name="connsiteY723" fmla="*/ 573777 h 577307"/>
                <a:gd name="connsiteX724" fmla="*/ 285842 w 591813"/>
                <a:gd name="connsiteY724" fmla="*/ 573597 h 577307"/>
                <a:gd name="connsiteX725" fmla="*/ 286224 w 591813"/>
                <a:gd name="connsiteY725" fmla="*/ 573439 h 577307"/>
                <a:gd name="connsiteX726" fmla="*/ 286630 w 591813"/>
                <a:gd name="connsiteY726" fmla="*/ 573259 h 577307"/>
                <a:gd name="connsiteX727" fmla="*/ 287012 w 591813"/>
                <a:gd name="connsiteY727" fmla="*/ 573057 h 577307"/>
                <a:gd name="connsiteX728" fmla="*/ 287416 w 591813"/>
                <a:gd name="connsiteY728" fmla="*/ 572877 h 577307"/>
                <a:gd name="connsiteX729" fmla="*/ 287799 w 591813"/>
                <a:gd name="connsiteY729" fmla="*/ 572675 h 577307"/>
                <a:gd name="connsiteX730" fmla="*/ 288204 w 591813"/>
                <a:gd name="connsiteY730" fmla="*/ 572495 h 577307"/>
                <a:gd name="connsiteX731" fmla="*/ 288586 w 591813"/>
                <a:gd name="connsiteY731" fmla="*/ 572292 h 577307"/>
                <a:gd name="connsiteX732" fmla="*/ 288991 w 591813"/>
                <a:gd name="connsiteY732" fmla="*/ 572090 h 577307"/>
                <a:gd name="connsiteX733" fmla="*/ 289396 w 591813"/>
                <a:gd name="connsiteY733" fmla="*/ 571888 h 577307"/>
                <a:gd name="connsiteX734" fmla="*/ 289778 w 591813"/>
                <a:gd name="connsiteY734" fmla="*/ 571685 h 577307"/>
                <a:gd name="connsiteX735" fmla="*/ 290183 w 591813"/>
                <a:gd name="connsiteY735" fmla="*/ 571460 h 577307"/>
                <a:gd name="connsiteX736" fmla="*/ 290565 w 591813"/>
                <a:gd name="connsiteY736" fmla="*/ 571258 h 577307"/>
                <a:gd name="connsiteX737" fmla="*/ 290970 w 591813"/>
                <a:gd name="connsiteY737" fmla="*/ 571033 h 577307"/>
                <a:gd name="connsiteX738" fmla="*/ 291352 w 591813"/>
                <a:gd name="connsiteY738" fmla="*/ 570831 h 577307"/>
                <a:gd name="connsiteX739" fmla="*/ 291757 w 591813"/>
                <a:gd name="connsiteY739" fmla="*/ 570606 h 577307"/>
                <a:gd name="connsiteX740" fmla="*/ 292139 w 591813"/>
                <a:gd name="connsiteY740" fmla="*/ 570381 h 577307"/>
                <a:gd name="connsiteX741" fmla="*/ 292544 w 591813"/>
                <a:gd name="connsiteY741" fmla="*/ 570156 h 577307"/>
                <a:gd name="connsiteX742" fmla="*/ 292949 w 591813"/>
                <a:gd name="connsiteY742" fmla="*/ 569931 h 577307"/>
                <a:gd name="connsiteX743" fmla="*/ 293331 w 591813"/>
                <a:gd name="connsiteY743" fmla="*/ 569684 h 577307"/>
                <a:gd name="connsiteX744" fmla="*/ 293736 w 591813"/>
                <a:gd name="connsiteY744" fmla="*/ 569459 h 577307"/>
                <a:gd name="connsiteX745" fmla="*/ 294118 w 591813"/>
                <a:gd name="connsiteY745" fmla="*/ 569211 h 577307"/>
                <a:gd name="connsiteX746" fmla="*/ 294524 w 591813"/>
                <a:gd name="connsiteY746" fmla="*/ 568964 h 577307"/>
                <a:gd name="connsiteX747" fmla="*/ 294906 w 591813"/>
                <a:gd name="connsiteY747" fmla="*/ 568717 h 577307"/>
                <a:gd name="connsiteX748" fmla="*/ 295310 w 591813"/>
                <a:gd name="connsiteY748" fmla="*/ 568469 h 577307"/>
                <a:gd name="connsiteX749" fmla="*/ 295716 w 591813"/>
                <a:gd name="connsiteY749" fmla="*/ 568222 h 577307"/>
                <a:gd name="connsiteX750" fmla="*/ 296098 w 591813"/>
                <a:gd name="connsiteY750" fmla="*/ 568874 h 577307"/>
                <a:gd name="connsiteX751" fmla="*/ 296502 w 591813"/>
                <a:gd name="connsiteY751" fmla="*/ 569953 h 577307"/>
                <a:gd name="connsiteX752" fmla="*/ 296884 w 591813"/>
                <a:gd name="connsiteY752" fmla="*/ 569706 h 577307"/>
                <a:gd name="connsiteX753" fmla="*/ 297290 w 591813"/>
                <a:gd name="connsiteY753" fmla="*/ 569481 h 577307"/>
                <a:gd name="connsiteX754" fmla="*/ 297672 w 591813"/>
                <a:gd name="connsiteY754" fmla="*/ 569234 h 577307"/>
                <a:gd name="connsiteX755" fmla="*/ 298076 w 591813"/>
                <a:gd name="connsiteY755" fmla="*/ 569009 h 577307"/>
                <a:gd name="connsiteX756" fmla="*/ 298459 w 591813"/>
                <a:gd name="connsiteY756" fmla="*/ 568761 h 577307"/>
                <a:gd name="connsiteX757" fmla="*/ 298864 w 591813"/>
                <a:gd name="connsiteY757" fmla="*/ 568514 h 577307"/>
                <a:gd name="connsiteX758" fmla="*/ 299269 w 591813"/>
                <a:gd name="connsiteY758" fmla="*/ 568267 h 577307"/>
                <a:gd name="connsiteX759" fmla="*/ 299651 w 591813"/>
                <a:gd name="connsiteY759" fmla="*/ 568019 h 577307"/>
                <a:gd name="connsiteX760" fmla="*/ 300056 w 591813"/>
                <a:gd name="connsiteY760" fmla="*/ 567772 h 577307"/>
                <a:gd name="connsiteX761" fmla="*/ 300438 w 591813"/>
                <a:gd name="connsiteY761" fmla="*/ 567502 h 577307"/>
                <a:gd name="connsiteX762" fmla="*/ 300843 w 591813"/>
                <a:gd name="connsiteY762" fmla="*/ 567255 h 577307"/>
                <a:gd name="connsiteX763" fmla="*/ 301225 w 591813"/>
                <a:gd name="connsiteY763" fmla="*/ 566985 h 577307"/>
                <a:gd name="connsiteX764" fmla="*/ 301630 w 591813"/>
                <a:gd name="connsiteY764" fmla="*/ 566737 h 577307"/>
                <a:gd name="connsiteX765" fmla="*/ 302012 w 591813"/>
                <a:gd name="connsiteY765" fmla="*/ 566468 h 577307"/>
                <a:gd name="connsiteX766" fmla="*/ 302417 w 591813"/>
                <a:gd name="connsiteY766" fmla="*/ 566198 h 577307"/>
                <a:gd name="connsiteX767" fmla="*/ 302822 w 591813"/>
                <a:gd name="connsiteY767" fmla="*/ 565928 h 577307"/>
                <a:gd name="connsiteX768" fmla="*/ 303204 w 591813"/>
                <a:gd name="connsiteY768" fmla="*/ 565658 h 577307"/>
                <a:gd name="connsiteX769" fmla="*/ 303609 w 591813"/>
                <a:gd name="connsiteY769" fmla="*/ 565388 h 577307"/>
                <a:gd name="connsiteX770" fmla="*/ 303992 w 591813"/>
                <a:gd name="connsiteY770" fmla="*/ 565118 h 577307"/>
                <a:gd name="connsiteX771" fmla="*/ 304396 w 591813"/>
                <a:gd name="connsiteY771" fmla="*/ 564826 h 577307"/>
                <a:gd name="connsiteX772" fmla="*/ 304778 w 591813"/>
                <a:gd name="connsiteY772" fmla="*/ 564556 h 577307"/>
                <a:gd name="connsiteX773" fmla="*/ 305184 w 591813"/>
                <a:gd name="connsiteY773" fmla="*/ 564264 h 577307"/>
                <a:gd name="connsiteX774" fmla="*/ 305566 w 591813"/>
                <a:gd name="connsiteY774" fmla="*/ 563994 h 577307"/>
                <a:gd name="connsiteX775" fmla="*/ 305970 w 591813"/>
                <a:gd name="connsiteY775" fmla="*/ 563701 h 577307"/>
                <a:gd name="connsiteX776" fmla="*/ 306376 w 591813"/>
                <a:gd name="connsiteY776" fmla="*/ 563431 h 577307"/>
                <a:gd name="connsiteX777" fmla="*/ 306758 w 591813"/>
                <a:gd name="connsiteY777" fmla="*/ 563139 h 577307"/>
                <a:gd name="connsiteX778" fmla="*/ 307162 w 591813"/>
                <a:gd name="connsiteY778" fmla="*/ 562847 h 577307"/>
                <a:gd name="connsiteX779" fmla="*/ 307545 w 591813"/>
                <a:gd name="connsiteY779" fmla="*/ 562554 h 577307"/>
                <a:gd name="connsiteX780" fmla="*/ 307950 w 591813"/>
                <a:gd name="connsiteY780" fmla="*/ 562262 h 577307"/>
                <a:gd name="connsiteX781" fmla="*/ 308332 w 591813"/>
                <a:gd name="connsiteY781" fmla="*/ 561970 h 577307"/>
                <a:gd name="connsiteX782" fmla="*/ 308737 w 591813"/>
                <a:gd name="connsiteY782" fmla="*/ 561677 h 577307"/>
                <a:gd name="connsiteX783" fmla="*/ 309142 w 591813"/>
                <a:gd name="connsiteY783" fmla="*/ 561362 h 577307"/>
                <a:gd name="connsiteX784" fmla="*/ 309524 w 591813"/>
                <a:gd name="connsiteY784" fmla="*/ 561048 h 577307"/>
                <a:gd name="connsiteX785" fmla="*/ 309929 w 591813"/>
                <a:gd name="connsiteY785" fmla="*/ 560755 h 577307"/>
                <a:gd name="connsiteX786" fmla="*/ 310311 w 591813"/>
                <a:gd name="connsiteY786" fmla="*/ 560440 h 577307"/>
                <a:gd name="connsiteX787" fmla="*/ 310716 w 591813"/>
                <a:gd name="connsiteY787" fmla="*/ 560125 h 577307"/>
                <a:gd name="connsiteX788" fmla="*/ 311098 w 591813"/>
                <a:gd name="connsiteY788" fmla="*/ 559811 h 577307"/>
                <a:gd name="connsiteX789" fmla="*/ 311503 w 591813"/>
                <a:gd name="connsiteY789" fmla="*/ 559496 h 577307"/>
                <a:gd name="connsiteX790" fmla="*/ 311885 w 591813"/>
                <a:gd name="connsiteY790" fmla="*/ 559181 h 577307"/>
                <a:gd name="connsiteX791" fmla="*/ 312290 w 591813"/>
                <a:gd name="connsiteY791" fmla="*/ 558866 h 577307"/>
                <a:gd name="connsiteX792" fmla="*/ 312695 w 591813"/>
                <a:gd name="connsiteY792" fmla="*/ 558551 h 577307"/>
                <a:gd name="connsiteX793" fmla="*/ 313077 w 591813"/>
                <a:gd name="connsiteY793" fmla="*/ 558236 h 577307"/>
                <a:gd name="connsiteX794" fmla="*/ 313482 w 591813"/>
                <a:gd name="connsiteY794" fmla="*/ 557899 h 577307"/>
                <a:gd name="connsiteX795" fmla="*/ 313864 w 591813"/>
                <a:gd name="connsiteY795" fmla="*/ 557584 h 577307"/>
                <a:gd name="connsiteX796" fmla="*/ 314269 w 591813"/>
                <a:gd name="connsiteY796" fmla="*/ 557269 h 577307"/>
                <a:gd name="connsiteX797" fmla="*/ 314652 w 591813"/>
                <a:gd name="connsiteY797" fmla="*/ 556954 h 577307"/>
                <a:gd name="connsiteX798" fmla="*/ 315056 w 591813"/>
                <a:gd name="connsiteY798" fmla="*/ 556617 h 577307"/>
                <a:gd name="connsiteX799" fmla="*/ 315438 w 591813"/>
                <a:gd name="connsiteY799" fmla="*/ 556302 h 577307"/>
                <a:gd name="connsiteX800" fmla="*/ 315844 w 591813"/>
                <a:gd name="connsiteY800" fmla="*/ 555965 h 577307"/>
                <a:gd name="connsiteX801" fmla="*/ 316248 w 591813"/>
                <a:gd name="connsiteY801" fmla="*/ 555650 h 577307"/>
                <a:gd name="connsiteX802" fmla="*/ 316630 w 591813"/>
                <a:gd name="connsiteY802" fmla="*/ 555313 h 577307"/>
                <a:gd name="connsiteX803" fmla="*/ 317036 w 591813"/>
                <a:gd name="connsiteY803" fmla="*/ 554975 h 577307"/>
                <a:gd name="connsiteX804" fmla="*/ 317418 w 591813"/>
                <a:gd name="connsiteY804" fmla="*/ 554661 h 577307"/>
                <a:gd name="connsiteX805" fmla="*/ 317822 w 591813"/>
                <a:gd name="connsiteY805" fmla="*/ 554323 h 577307"/>
                <a:gd name="connsiteX806" fmla="*/ 318205 w 591813"/>
                <a:gd name="connsiteY806" fmla="*/ 553986 h 577307"/>
                <a:gd name="connsiteX807" fmla="*/ 318610 w 591813"/>
                <a:gd name="connsiteY807" fmla="*/ 553648 h 577307"/>
                <a:gd name="connsiteX808" fmla="*/ 318992 w 591813"/>
                <a:gd name="connsiteY808" fmla="*/ 553334 h 577307"/>
                <a:gd name="connsiteX809" fmla="*/ 319397 w 591813"/>
                <a:gd name="connsiteY809" fmla="*/ 552996 h 577307"/>
                <a:gd name="connsiteX810" fmla="*/ 319802 w 591813"/>
                <a:gd name="connsiteY810" fmla="*/ 552659 h 577307"/>
                <a:gd name="connsiteX811" fmla="*/ 320184 w 591813"/>
                <a:gd name="connsiteY811" fmla="*/ 552322 h 577307"/>
                <a:gd name="connsiteX812" fmla="*/ 320589 w 591813"/>
                <a:gd name="connsiteY812" fmla="*/ 551984 h 577307"/>
                <a:gd name="connsiteX813" fmla="*/ 320971 w 591813"/>
                <a:gd name="connsiteY813" fmla="*/ 551647 h 577307"/>
                <a:gd name="connsiteX814" fmla="*/ 321376 w 591813"/>
                <a:gd name="connsiteY814" fmla="*/ 551310 h 577307"/>
                <a:gd name="connsiteX815" fmla="*/ 321758 w 591813"/>
                <a:gd name="connsiteY815" fmla="*/ 550972 h 577307"/>
                <a:gd name="connsiteX816" fmla="*/ 322163 w 591813"/>
                <a:gd name="connsiteY816" fmla="*/ 550635 h 577307"/>
                <a:gd name="connsiteX817" fmla="*/ 322545 w 591813"/>
                <a:gd name="connsiteY817" fmla="*/ 550298 h 577307"/>
                <a:gd name="connsiteX818" fmla="*/ 322950 w 591813"/>
                <a:gd name="connsiteY818" fmla="*/ 549938 h 577307"/>
                <a:gd name="connsiteX819" fmla="*/ 323355 w 591813"/>
                <a:gd name="connsiteY819" fmla="*/ 549600 h 577307"/>
                <a:gd name="connsiteX820" fmla="*/ 323737 w 591813"/>
                <a:gd name="connsiteY820" fmla="*/ 549263 h 577307"/>
                <a:gd name="connsiteX821" fmla="*/ 324142 w 591813"/>
                <a:gd name="connsiteY821" fmla="*/ 548903 h 577307"/>
                <a:gd name="connsiteX822" fmla="*/ 324524 w 591813"/>
                <a:gd name="connsiteY822" fmla="*/ 548566 h 577307"/>
                <a:gd name="connsiteX823" fmla="*/ 324929 w 591813"/>
                <a:gd name="connsiteY823" fmla="*/ 548206 h 577307"/>
                <a:gd name="connsiteX824" fmla="*/ 325312 w 591813"/>
                <a:gd name="connsiteY824" fmla="*/ 547869 h 577307"/>
                <a:gd name="connsiteX825" fmla="*/ 325716 w 591813"/>
                <a:gd name="connsiteY825" fmla="*/ 547509 h 577307"/>
                <a:gd name="connsiteX826" fmla="*/ 326121 w 591813"/>
                <a:gd name="connsiteY826" fmla="*/ 547149 h 577307"/>
                <a:gd name="connsiteX827" fmla="*/ 326504 w 591813"/>
                <a:gd name="connsiteY827" fmla="*/ 546812 h 577307"/>
                <a:gd name="connsiteX828" fmla="*/ 326908 w 591813"/>
                <a:gd name="connsiteY828" fmla="*/ 546452 h 577307"/>
                <a:gd name="connsiteX829" fmla="*/ 327290 w 591813"/>
                <a:gd name="connsiteY829" fmla="*/ 546092 h 577307"/>
                <a:gd name="connsiteX830" fmla="*/ 327696 w 591813"/>
                <a:gd name="connsiteY830" fmla="*/ 545732 h 577307"/>
                <a:gd name="connsiteX831" fmla="*/ 328078 w 591813"/>
                <a:gd name="connsiteY831" fmla="*/ 545372 h 577307"/>
                <a:gd name="connsiteX832" fmla="*/ 328482 w 591813"/>
                <a:gd name="connsiteY832" fmla="*/ 545035 h 577307"/>
                <a:gd name="connsiteX833" fmla="*/ 328865 w 591813"/>
                <a:gd name="connsiteY833" fmla="*/ 544675 h 577307"/>
                <a:gd name="connsiteX834" fmla="*/ 329270 w 591813"/>
                <a:gd name="connsiteY834" fmla="*/ 544315 h 577307"/>
                <a:gd name="connsiteX835" fmla="*/ 329674 w 591813"/>
                <a:gd name="connsiteY835" fmla="*/ 543955 h 577307"/>
                <a:gd name="connsiteX836" fmla="*/ 330057 w 591813"/>
                <a:gd name="connsiteY836" fmla="*/ 543596 h 577307"/>
                <a:gd name="connsiteX837" fmla="*/ 330462 w 591813"/>
                <a:gd name="connsiteY837" fmla="*/ 543236 h 577307"/>
                <a:gd name="connsiteX838" fmla="*/ 330844 w 591813"/>
                <a:gd name="connsiteY838" fmla="*/ 542876 h 577307"/>
                <a:gd name="connsiteX839" fmla="*/ 331249 w 591813"/>
                <a:gd name="connsiteY839" fmla="*/ 542516 h 577307"/>
                <a:gd name="connsiteX840" fmla="*/ 331631 w 591813"/>
                <a:gd name="connsiteY840" fmla="*/ 542156 h 577307"/>
                <a:gd name="connsiteX841" fmla="*/ 332036 w 591813"/>
                <a:gd name="connsiteY841" fmla="*/ 541774 h 577307"/>
                <a:gd name="connsiteX842" fmla="*/ 332418 w 591813"/>
                <a:gd name="connsiteY842" fmla="*/ 541414 h 577307"/>
                <a:gd name="connsiteX843" fmla="*/ 332823 w 591813"/>
                <a:gd name="connsiteY843" fmla="*/ 541054 h 577307"/>
                <a:gd name="connsiteX844" fmla="*/ 333228 w 591813"/>
                <a:gd name="connsiteY844" fmla="*/ 540695 h 577307"/>
                <a:gd name="connsiteX845" fmla="*/ 333610 w 591813"/>
                <a:gd name="connsiteY845" fmla="*/ 540335 h 577307"/>
                <a:gd name="connsiteX846" fmla="*/ 334015 w 591813"/>
                <a:gd name="connsiteY846" fmla="*/ 539975 h 577307"/>
                <a:gd name="connsiteX847" fmla="*/ 334397 w 591813"/>
                <a:gd name="connsiteY847" fmla="*/ 539592 h 577307"/>
                <a:gd name="connsiteX848" fmla="*/ 334802 w 591813"/>
                <a:gd name="connsiteY848" fmla="*/ 539233 h 577307"/>
                <a:gd name="connsiteX849" fmla="*/ 335184 w 591813"/>
                <a:gd name="connsiteY849" fmla="*/ 538850 h 577307"/>
                <a:gd name="connsiteX850" fmla="*/ 335590 w 591813"/>
                <a:gd name="connsiteY850" fmla="*/ 538491 h 577307"/>
                <a:gd name="connsiteX851" fmla="*/ 335972 w 591813"/>
                <a:gd name="connsiteY851" fmla="*/ 538131 h 577307"/>
                <a:gd name="connsiteX852" fmla="*/ 336376 w 591813"/>
                <a:gd name="connsiteY852" fmla="*/ 537748 h 577307"/>
                <a:gd name="connsiteX853" fmla="*/ 336782 w 591813"/>
                <a:gd name="connsiteY853" fmla="*/ 537389 h 577307"/>
                <a:gd name="connsiteX854" fmla="*/ 337164 w 591813"/>
                <a:gd name="connsiteY854" fmla="*/ 537006 h 577307"/>
                <a:gd name="connsiteX855" fmla="*/ 337568 w 591813"/>
                <a:gd name="connsiteY855" fmla="*/ 536646 h 577307"/>
                <a:gd name="connsiteX856" fmla="*/ 337950 w 591813"/>
                <a:gd name="connsiteY856" fmla="*/ 536264 h 577307"/>
                <a:gd name="connsiteX857" fmla="*/ 338356 w 591813"/>
                <a:gd name="connsiteY857" fmla="*/ 535904 h 577307"/>
                <a:gd name="connsiteX858" fmla="*/ 338738 w 591813"/>
                <a:gd name="connsiteY858" fmla="*/ 535522 h 577307"/>
                <a:gd name="connsiteX859" fmla="*/ 339142 w 591813"/>
                <a:gd name="connsiteY859" fmla="*/ 535162 h 577307"/>
                <a:gd name="connsiteX860" fmla="*/ 339548 w 591813"/>
                <a:gd name="connsiteY860" fmla="*/ 534780 h 577307"/>
                <a:gd name="connsiteX861" fmla="*/ 339930 w 591813"/>
                <a:gd name="connsiteY861" fmla="*/ 534420 h 577307"/>
                <a:gd name="connsiteX862" fmla="*/ 340335 w 591813"/>
                <a:gd name="connsiteY862" fmla="*/ 534038 h 577307"/>
                <a:gd name="connsiteX863" fmla="*/ 340717 w 591813"/>
                <a:gd name="connsiteY863" fmla="*/ 533678 h 577307"/>
                <a:gd name="connsiteX864" fmla="*/ 341122 w 591813"/>
                <a:gd name="connsiteY864" fmla="*/ 533318 h 577307"/>
                <a:gd name="connsiteX865" fmla="*/ 341504 w 591813"/>
                <a:gd name="connsiteY865" fmla="*/ 532936 h 577307"/>
                <a:gd name="connsiteX866" fmla="*/ 341909 w 591813"/>
                <a:gd name="connsiteY866" fmla="*/ 532576 h 577307"/>
                <a:gd name="connsiteX867" fmla="*/ 342291 w 591813"/>
                <a:gd name="connsiteY867" fmla="*/ 532216 h 577307"/>
                <a:gd name="connsiteX868" fmla="*/ 342696 w 591813"/>
                <a:gd name="connsiteY868" fmla="*/ 531856 h 577307"/>
                <a:gd name="connsiteX869" fmla="*/ 343101 w 591813"/>
                <a:gd name="connsiteY869" fmla="*/ 531496 h 577307"/>
                <a:gd name="connsiteX870" fmla="*/ 343483 w 591813"/>
                <a:gd name="connsiteY870" fmla="*/ 531136 h 577307"/>
                <a:gd name="connsiteX871" fmla="*/ 343888 w 591813"/>
                <a:gd name="connsiteY871" fmla="*/ 530777 h 577307"/>
                <a:gd name="connsiteX872" fmla="*/ 344270 w 591813"/>
                <a:gd name="connsiteY872" fmla="*/ 530417 h 577307"/>
                <a:gd name="connsiteX873" fmla="*/ 344675 w 591813"/>
                <a:gd name="connsiteY873" fmla="*/ 530034 h 577307"/>
                <a:gd name="connsiteX874" fmla="*/ 345058 w 591813"/>
                <a:gd name="connsiteY874" fmla="*/ 529675 h 577307"/>
                <a:gd name="connsiteX875" fmla="*/ 345462 w 591813"/>
                <a:gd name="connsiteY875" fmla="*/ 529315 h 577307"/>
                <a:gd name="connsiteX876" fmla="*/ 345844 w 591813"/>
                <a:gd name="connsiteY876" fmla="*/ 528955 h 577307"/>
                <a:gd name="connsiteX877" fmla="*/ 346250 w 591813"/>
                <a:gd name="connsiteY877" fmla="*/ 528573 h 577307"/>
                <a:gd name="connsiteX878" fmla="*/ 346654 w 591813"/>
                <a:gd name="connsiteY878" fmla="*/ 528213 h 577307"/>
                <a:gd name="connsiteX879" fmla="*/ 347036 w 591813"/>
                <a:gd name="connsiteY879" fmla="*/ 527853 h 577307"/>
                <a:gd name="connsiteX880" fmla="*/ 347442 w 591813"/>
                <a:gd name="connsiteY880" fmla="*/ 527471 h 577307"/>
                <a:gd name="connsiteX881" fmla="*/ 347824 w 591813"/>
                <a:gd name="connsiteY881" fmla="*/ 527111 h 577307"/>
                <a:gd name="connsiteX882" fmla="*/ 348228 w 591813"/>
                <a:gd name="connsiteY882" fmla="*/ 526751 h 577307"/>
                <a:gd name="connsiteX883" fmla="*/ 348611 w 591813"/>
                <a:gd name="connsiteY883" fmla="*/ 526369 h 577307"/>
                <a:gd name="connsiteX884" fmla="*/ 349016 w 591813"/>
                <a:gd name="connsiteY884" fmla="*/ 526009 h 577307"/>
                <a:gd name="connsiteX885" fmla="*/ 349398 w 591813"/>
                <a:gd name="connsiteY885" fmla="*/ 525649 h 577307"/>
                <a:gd name="connsiteX886" fmla="*/ 349803 w 591813"/>
                <a:gd name="connsiteY886" fmla="*/ 525267 h 577307"/>
                <a:gd name="connsiteX887" fmla="*/ 350208 w 591813"/>
                <a:gd name="connsiteY887" fmla="*/ 524907 h 577307"/>
                <a:gd name="connsiteX888" fmla="*/ 350590 w 591813"/>
                <a:gd name="connsiteY888" fmla="*/ 524525 h 577307"/>
                <a:gd name="connsiteX889" fmla="*/ 350995 w 591813"/>
                <a:gd name="connsiteY889" fmla="*/ 524165 h 577307"/>
                <a:gd name="connsiteX890" fmla="*/ 351377 w 591813"/>
                <a:gd name="connsiteY890" fmla="*/ 523782 h 577307"/>
                <a:gd name="connsiteX891" fmla="*/ 351782 w 591813"/>
                <a:gd name="connsiteY891" fmla="*/ 523422 h 577307"/>
                <a:gd name="connsiteX892" fmla="*/ 352164 w 591813"/>
                <a:gd name="connsiteY892" fmla="*/ 523040 h 577307"/>
                <a:gd name="connsiteX893" fmla="*/ 352569 w 591813"/>
                <a:gd name="connsiteY893" fmla="*/ 522680 h 577307"/>
                <a:gd name="connsiteX894" fmla="*/ 352951 w 591813"/>
                <a:gd name="connsiteY894" fmla="*/ 522298 h 577307"/>
                <a:gd name="connsiteX895" fmla="*/ 353356 w 591813"/>
                <a:gd name="connsiteY895" fmla="*/ 521938 h 577307"/>
                <a:gd name="connsiteX896" fmla="*/ 353761 w 591813"/>
                <a:gd name="connsiteY896" fmla="*/ 521556 h 577307"/>
                <a:gd name="connsiteX897" fmla="*/ 354143 w 591813"/>
                <a:gd name="connsiteY897" fmla="*/ 521196 h 577307"/>
                <a:gd name="connsiteX898" fmla="*/ 354548 w 591813"/>
                <a:gd name="connsiteY898" fmla="*/ 520814 h 577307"/>
                <a:gd name="connsiteX899" fmla="*/ 354930 w 591813"/>
                <a:gd name="connsiteY899" fmla="*/ 520431 h 577307"/>
                <a:gd name="connsiteX900" fmla="*/ 355335 w 591813"/>
                <a:gd name="connsiteY900" fmla="*/ 520049 h 577307"/>
                <a:gd name="connsiteX901" fmla="*/ 355718 w 591813"/>
                <a:gd name="connsiteY901" fmla="*/ 519667 h 577307"/>
                <a:gd name="connsiteX902" fmla="*/ 356122 w 591813"/>
                <a:gd name="connsiteY902" fmla="*/ 519284 h 577307"/>
                <a:gd name="connsiteX903" fmla="*/ 356527 w 591813"/>
                <a:gd name="connsiteY903" fmla="*/ 518902 h 577307"/>
                <a:gd name="connsiteX904" fmla="*/ 356910 w 591813"/>
                <a:gd name="connsiteY904" fmla="*/ 518497 h 577307"/>
                <a:gd name="connsiteX905" fmla="*/ 357314 w 591813"/>
                <a:gd name="connsiteY905" fmla="*/ 518115 h 577307"/>
                <a:gd name="connsiteX906" fmla="*/ 357696 w 591813"/>
                <a:gd name="connsiteY906" fmla="*/ 517710 h 577307"/>
                <a:gd name="connsiteX907" fmla="*/ 358102 w 591813"/>
                <a:gd name="connsiteY907" fmla="*/ 517305 h 577307"/>
                <a:gd name="connsiteX908" fmla="*/ 358484 w 591813"/>
                <a:gd name="connsiteY908" fmla="*/ 516901 h 577307"/>
                <a:gd name="connsiteX909" fmla="*/ 358888 w 591813"/>
                <a:gd name="connsiteY909" fmla="*/ 516496 h 577307"/>
                <a:gd name="connsiteX910" fmla="*/ 359271 w 591813"/>
                <a:gd name="connsiteY910" fmla="*/ 516068 h 577307"/>
                <a:gd name="connsiteX911" fmla="*/ 359676 w 591813"/>
                <a:gd name="connsiteY911" fmla="*/ 515664 h 577307"/>
                <a:gd name="connsiteX912" fmla="*/ 360080 w 591813"/>
                <a:gd name="connsiteY912" fmla="*/ 515236 h 577307"/>
                <a:gd name="connsiteX913" fmla="*/ 360463 w 591813"/>
                <a:gd name="connsiteY913" fmla="*/ 514809 h 577307"/>
                <a:gd name="connsiteX914" fmla="*/ 360868 w 591813"/>
                <a:gd name="connsiteY914" fmla="*/ 514382 h 577307"/>
                <a:gd name="connsiteX915" fmla="*/ 361250 w 591813"/>
                <a:gd name="connsiteY915" fmla="*/ 513954 h 577307"/>
                <a:gd name="connsiteX916" fmla="*/ 361655 w 591813"/>
                <a:gd name="connsiteY916" fmla="*/ 513527 h 577307"/>
                <a:gd name="connsiteX917" fmla="*/ 362037 w 591813"/>
                <a:gd name="connsiteY917" fmla="*/ 513077 h 577307"/>
                <a:gd name="connsiteX918" fmla="*/ 362442 w 591813"/>
                <a:gd name="connsiteY918" fmla="*/ 512627 h 577307"/>
                <a:gd name="connsiteX919" fmla="*/ 362824 w 591813"/>
                <a:gd name="connsiteY919" fmla="*/ 512200 h 577307"/>
                <a:gd name="connsiteX920" fmla="*/ 363229 w 591813"/>
                <a:gd name="connsiteY920" fmla="*/ 511750 h 577307"/>
                <a:gd name="connsiteX921" fmla="*/ 363634 w 591813"/>
                <a:gd name="connsiteY921" fmla="*/ 511301 h 577307"/>
                <a:gd name="connsiteX922" fmla="*/ 364016 w 591813"/>
                <a:gd name="connsiteY922" fmla="*/ 510851 h 577307"/>
                <a:gd name="connsiteX923" fmla="*/ 364421 w 591813"/>
                <a:gd name="connsiteY923" fmla="*/ 510401 h 577307"/>
                <a:gd name="connsiteX924" fmla="*/ 364803 w 591813"/>
                <a:gd name="connsiteY924" fmla="*/ 509951 h 577307"/>
                <a:gd name="connsiteX925" fmla="*/ 365208 w 591813"/>
                <a:gd name="connsiteY925" fmla="*/ 509479 h 577307"/>
                <a:gd name="connsiteX926" fmla="*/ 365590 w 591813"/>
                <a:gd name="connsiteY926" fmla="*/ 509029 h 577307"/>
                <a:gd name="connsiteX927" fmla="*/ 365995 w 591813"/>
                <a:gd name="connsiteY927" fmla="*/ 508557 h 577307"/>
                <a:gd name="connsiteX928" fmla="*/ 366378 w 591813"/>
                <a:gd name="connsiteY928" fmla="*/ 508085 h 577307"/>
                <a:gd name="connsiteX929" fmla="*/ 366782 w 591813"/>
                <a:gd name="connsiteY929" fmla="*/ 507635 h 577307"/>
                <a:gd name="connsiteX930" fmla="*/ 367187 w 591813"/>
                <a:gd name="connsiteY930" fmla="*/ 507163 h 577307"/>
                <a:gd name="connsiteX931" fmla="*/ 367570 w 591813"/>
                <a:gd name="connsiteY931" fmla="*/ 506690 h 577307"/>
                <a:gd name="connsiteX932" fmla="*/ 367974 w 591813"/>
                <a:gd name="connsiteY932" fmla="*/ 506218 h 577307"/>
                <a:gd name="connsiteX933" fmla="*/ 368356 w 591813"/>
                <a:gd name="connsiteY933" fmla="*/ 505746 h 577307"/>
                <a:gd name="connsiteX934" fmla="*/ 368762 w 591813"/>
                <a:gd name="connsiteY934" fmla="*/ 505273 h 577307"/>
                <a:gd name="connsiteX935" fmla="*/ 369144 w 591813"/>
                <a:gd name="connsiteY935" fmla="*/ 504801 h 577307"/>
                <a:gd name="connsiteX936" fmla="*/ 369548 w 591813"/>
                <a:gd name="connsiteY936" fmla="*/ 504329 h 577307"/>
                <a:gd name="connsiteX937" fmla="*/ 369954 w 591813"/>
                <a:gd name="connsiteY937" fmla="*/ 503857 h 577307"/>
                <a:gd name="connsiteX938" fmla="*/ 370336 w 591813"/>
                <a:gd name="connsiteY938" fmla="*/ 503384 h 577307"/>
                <a:gd name="connsiteX939" fmla="*/ 370740 w 591813"/>
                <a:gd name="connsiteY939" fmla="*/ 502912 h 577307"/>
                <a:gd name="connsiteX940" fmla="*/ 371123 w 591813"/>
                <a:gd name="connsiteY940" fmla="*/ 502417 h 577307"/>
                <a:gd name="connsiteX941" fmla="*/ 371528 w 591813"/>
                <a:gd name="connsiteY941" fmla="*/ 501945 h 577307"/>
                <a:gd name="connsiteX942" fmla="*/ 371910 w 591813"/>
                <a:gd name="connsiteY942" fmla="*/ 501473 h 577307"/>
                <a:gd name="connsiteX943" fmla="*/ 372315 w 591813"/>
                <a:gd name="connsiteY943" fmla="*/ 500978 h 577307"/>
                <a:gd name="connsiteX944" fmla="*/ 372697 w 591813"/>
                <a:gd name="connsiteY944" fmla="*/ 500506 h 577307"/>
                <a:gd name="connsiteX945" fmla="*/ 373102 w 591813"/>
                <a:gd name="connsiteY945" fmla="*/ 500011 h 577307"/>
                <a:gd name="connsiteX946" fmla="*/ 373507 w 591813"/>
                <a:gd name="connsiteY946" fmla="*/ 499539 h 577307"/>
                <a:gd name="connsiteX947" fmla="*/ 373889 w 591813"/>
                <a:gd name="connsiteY947" fmla="*/ 499044 h 577307"/>
                <a:gd name="connsiteX948" fmla="*/ 374294 w 591813"/>
                <a:gd name="connsiteY948" fmla="*/ 498549 h 577307"/>
                <a:gd name="connsiteX949" fmla="*/ 374676 w 591813"/>
                <a:gd name="connsiteY949" fmla="*/ 498054 h 577307"/>
                <a:gd name="connsiteX950" fmla="*/ 375081 w 591813"/>
                <a:gd name="connsiteY950" fmla="*/ 497582 h 577307"/>
                <a:gd name="connsiteX951" fmla="*/ 375463 w 591813"/>
                <a:gd name="connsiteY951" fmla="*/ 497087 h 577307"/>
                <a:gd name="connsiteX952" fmla="*/ 375868 w 591813"/>
                <a:gd name="connsiteY952" fmla="*/ 496592 h 577307"/>
                <a:gd name="connsiteX953" fmla="*/ 376250 w 591813"/>
                <a:gd name="connsiteY953" fmla="*/ 496098 h 577307"/>
                <a:gd name="connsiteX954" fmla="*/ 376656 w 591813"/>
                <a:gd name="connsiteY954" fmla="*/ 495603 h 577307"/>
                <a:gd name="connsiteX955" fmla="*/ 377060 w 591813"/>
                <a:gd name="connsiteY955" fmla="*/ 495108 h 577307"/>
                <a:gd name="connsiteX956" fmla="*/ 377442 w 591813"/>
                <a:gd name="connsiteY956" fmla="*/ 494613 h 577307"/>
                <a:gd name="connsiteX957" fmla="*/ 377847 w 591813"/>
                <a:gd name="connsiteY957" fmla="*/ 494119 h 577307"/>
                <a:gd name="connsiteX958" fmla="*/ 378230 w 591813"/>
                <a:gd name="connsiteY958" fmla="*/ 493624 h 577307"/>
                <a:gd name="connsiteX959" fmla="*/ 378634 w 591813"/>
                <a:gd name="connsiteY959" fmla="*/ 493107 h 577307"/>
                <a:gd name="connsiteX960" fmla="*/ 379016 w 591813"/>
                <a:gd name="connsiteY960" fmla="*/ 492612 h 577307"/>
                <a:gd name="connsiteX961" fmla="*/ 379422 w 591813"/>
                <a:gd name="connsiteY961" fmla="*/ 492117 h 577307"/>
                <a:gd name="connsiteX962" fmla="*/ 379804 w 591813"/>
                <a:gd name="connsiteY962" fmla="*/ 491600 h 577307"/>
                <a:gd name="connsiteX963" fmla="*/ 380208 w 591813"/>
                <a:gd name="connsiteY963" fmla="*/ 491105 h 577307"/>
                <a:gd name="connsiteX964" fmla="*/ 380614 w 591813"/>
                <a:gd name="connsiteY964" fmla="*/ 490610 h 577307"/>
                <a:gd name="connsiteX965" fmla="*/ 380996 w 591813"/>
                <a:gd name="connsiteY965" fmla="*/ 490093 h 577307"/>
                <a:gd name="connsiteX966" fmla="*/ 381401 w 591813"/>
                <a:gd name="connsiteY966" fmla="*/ 489576 h 577307"/>
                <a:gd name="connsiteX967" fmla="*/ 381783 w 591813"/>
                <a:gd name="connsiteY967" fmla="*/ 489081 h 577307"/>
                <a:gd name="connsiteX968" fmla="*/ 382188 w 591813"/>
                <a:gd name="connsiteY968" fmla="*/ 488564 h 577307"/>
                <a:gd name="connsiteX969" fmla="*/ 382570 w 591813"/>
                <a:gd name="connsiteY969" fmla="*/ 488069 h 577307"/>
                <a:gd name="connsiteX970" fmla="*/ 382975 w 591813"/>
                <a:gd name="connsiteY970" fmla="*/ 487552 h 577307"/>
                <a:gd name="connsiteX971" fmla="*/ 383357 w 591813"/>
                <a:gd name="connsiteY971" fmla="*/ 487034 h 577307"/>
                <a:gd name="connsiteX972" fmla="*/ 383762 w 591813"/>
                <a:gd name="connsiteY972" fmla="*/ 486540 h 577307"/>
                <a:gd name="connsiteX973" fmla="*/ 384167 w 591813"/>
                <a:gd name="connsiteY973" fmla="*/ 486022 h 577307"/>
                <a:gd name="connsiteX974" fmla="*/ 384549 w 591813"/>
                <a:gd name="connsiteY974" fmla="*/ 485505 h 577307"/>
                <a:gd name="connsiteX975" fmla="*/ 384954 w 591813"/>
                <a:gd name="connsiteY975" fmla="*/ 485010 h 577307"/>
                <a:gd name="connsiteX976" fmla="*/ 385336 w 591813"/>
                <a:gd name="connsiteY976" fmla="*/ 484493 h 577307"/>
                <a:gd name="connsiteX977" fmla="*/ 385741 w 591813"/>
                <a:gd name="connsiteY977" fmla="*/ 483976 h 577307"/>
                <a:gd name="connsiteX978" fmla="*/ 386124 w 591813"/>
                <a:gd name="connsiteY978" fmla="*/ 483459 h 577307"/>
                <a:gd name="connsiteX979" fmla="*/ 386528 w 591813"/>
                <a:gd name="connsiteY979" fmla="*/ 482941 h 577307"/>
                <a:gd name="connsiteX980" fmla="*/ 386933 w 591813"/>
                <a:gd name="connsiteY980" fmla="*/ 482424 h 577307"/>
                <a:gd name="connsiteX981" fmla="*/ 387316 w 591813"/>
                <a:gd name="connsiteY981" fmla="*/ 481907 h 577307"/>
                <a:gd name="connsiteX982" fmla="*/ 387720 w 591813"/>
                <a:gd name="connsiteY982" fmla="*/ 481389 h 577307"/>
                <a:gd name="connsiteX983" fmla="*/ 388102 w 591813"/>
                <a:gd name="connsiteY983" fmla="*/ 480872 h 577307"/>
                <a:gd name="connsiteX984" fmla="*/ 388508 w 591813"/>
                <a:gd name="connsiteY984" fmla="*/ 480355 h 577307"/>
                <a:gd name="connsiteX985" fmla="*/ 388890 w 591813"/>
                <a:gd name="connsiteY985" fmla="*/ 479815 h 577307"/>
                <a:gd name="connsiteX986" fmla="*/ 389294 w 591813"/>
                <a:gd name="connsiteY986" fmla="*/ 479298 h 577307"/>
                <a:gd name="connsiteX987" fmla="*/ 389677 w 591813"/>
                <a:gd name="connsiteY987" fmla="*/ 478758 h 577307"/>
                <a:gd name="connsiteX988" fmla="*/ 390082 w 591813"/>
                <a:gd name="connsiteY988" fmla="*/ 478241 h 577307"/>
                <a:gd name="connsiteX989" fmla="*/ 390486 w 591813"/>
                <a:gd name="connsiteY989" fmla="*/ 477701 h 577307"/>
                <a:gd name="connsiteX990" fmla="*/ 390869 w 591813"/>
                <a:gd name="connsiteY990" fmla="*/ 477161 h 577307"/>
                <a:gd name="connsiteX991" fmla="*/ 391274 w 591813"/>
                <a:gd name="connsiteY991" fmla="*/ 476644 h 577307"/>
                <a:gd name="connsiteX992" fmla="*/ 391656 w 591813"/>
                <a:gd name="connsiteY992" fmla="*/ 476104 h 577307"/>
                <a:gd name="connsiteX993" fmla="*/ 392061 w 591813"/>
                <a:gd name="connsiteY993" fmla="*/ 475565 h 577307"/>
                <a:gd name="connsiteX994" fmla="*/ 392443 w 591813"/>
                <a:gd name="connsiteY994" fmla="*/ 475025 h 577307"/>
                <a:gd name="connsiteX995" fmla="*/ 392848 w 591813"/>
                <a:gd name="connsiteY995" fmla="*/ 474508 h 577307"/>
                <a:gd name="connsiteX996" fmla="*/ 393230 w 591813"/>
                <a:gd name="connsiteY996" fmla="*/ 473968 h 577307"/>
                <a:gd name="connsiteX997" fmla="*/ 393635 w 591813"/>
                <a:gd name="connsiteY997" fmla="*/ 473451 h 577307"/>
                <a:gd name="connsiteX998" fmla="*/ 394040 w 591813"/>
                <a:gd name="connsiteY998" fmla="*/ 472911 h 577307"/>
                <a:gd name="connsiteX999" fmla="*/ 394422 w 591813"/>
                <a:gd name="connsiteY999" fmla="*/ 472394 h 577307"/>
                <a:gd name="connsiteX1000" fmla="*/ 394827 w 591813"/>
                <a:gd name="connsiteY1000" fmla="*/ 471854 h 577307"/>
                <a:gd name="connsiteX1001" fmla="*/ 395209 w 591813"/>
                <a:gd name="connsiteY1001" fmla="*/ 471337 h 577307"/>
                <a:gd name="connsiteX1002" fmla="*/ 395614 w 591813"/>
                <a:gd name="connsiteY1002" fmla="*/ 470797 h 577307"/>
                <a:gd name="connsiteX1003" fmla="*/ 395996 w 591813"/>
                <a:gd name="connsiteY1003" fmla="*/ 470280 h 577307"/>
                <a:gd name="connsiteX1004" fmla="*/ 396401 w 591813"/>
                <a:gd name="connsiteY1004" fmla="*/ 469762 h 577307"/>
                <a:gd name="connsiteX1005" fmla="*/ 396784 w 591813"/>
                <a:gd name="connsiteY1005" fmla="*/ 469223 h 577307"/>
                <a:gd name="connsiteX1006" fmla="*/ 397188 w 591813"/>
                <a:gd name="connsiteY1006" fmla="*/ 468705 h 577307"/>
                <a:gd name="connsiteX1007" fmla="*/ 397593 w 591813"/>
                <a:gd name="connsiteY1007" fmla="*/ 468188 h 577307"/>
                <a:gd name="connsiteX1008" fmla="*/ 397976 w 591813"/>
                <a:gd name="connsiteY1008" fmla="*/ 467671 h 577307"/>
                <a:gd name="connsiteX1009" fmla="*/ 398380 w 591813"/>
                <a:gd name="connsiteY1009" fmla="*/ 467154 h 577307"/>
                <a:gd name="connsiteX1010" fmla="*/ 398762 w 591813"/>
                <a:gd name="connsiteY1010" fmla="*/ 466614 h 577307"/>
                <a:gd name="connsiteX1011" fmla="*/ 399168 w 591813"/>
                <a:gd name="connsiteY1011" fmla="*/ 466097 h 577307"/>
                <a:gd name="connsiteX1012" fmla="*/ 399550 w 591813"/>
                <a:gd name="connsiteY1012" fmla="*/ 465579 h 577307"/>
                <a:gd name="connsiteX1013" fmla="*/ 399954 w 591813"/>
                <a:gd name="connsiteY1013" fmla="*/ 465040 h 577307"/>
                <a:gd name="connsiteX1014" fmla="*/ 400359 w 591813"/>
                <a:gd name="connsiteY1014" fmla="*/ 464522 h 577307"/>
                <a:gd name="connsiteX1015" fmla="*/ 400742 w 591813"/>
                <a:gd name="connsiteY1015" fmla="*/ 464005 h 577307"/>
                <a:gd name="connsiteX1016" fmla="*/ 401146 w 591813"/>
                <a:gd name="connsiteY1016" fmla="*/ 463465 h 577307"/>
                <a:gd name="connsiteX1017" fmla="*/ 401529 w 591813"/>
                <a:gd name="connsiteY1017" fmla="*/ 462948 h 577307"/>
                <a:gd name="connsiteX1018" fmla="*/ 401934 w 591813"/>
                <a:gd name="connsiteY1018" fmla="*/ 462408 h 577307"/>
                <a:gd name="connsiteX1019" fmla="*/ 402316 w 591813"/>
                <a:gd name="connsiteY1019" fmla="*/ 461891 h 577307"/>
                <a:gd name="connsiteX1020" fmla="*/ 402721 w 591813"/>
                <a:gd name="connsiteY1020" fmla="*/ 461351 h 577307"/>
                <a:gd name="connsiteX1021" fmla="*/ 403103 w 591813"/>
                <a:gd name="connsiteY1021" fmla="*/ 460834 h 577307"/>
                <a:gd name="connsiteX1022" fmla="*/ 403485 w 591813"/>
                <a:gd name="connsiteY1022" fmla="*/ 460294 h 577307"/>
                <a:gd name="connsiteX1023" fmla="*/ 403913 w 591813"/>
                <a:gd name="connsiteY1023" fmla="*/ 459754 h 577307"/>
                <a:gd name="connsiteX1024" fmla="*/ 404295 w 591813"/>
                <a:gd name="connsiteY1024" fmla="*/ 459237 h 577307"/>
                <a:gd name="connsiteX1025" fmla="*/ 404677 w 591813"/>
                <a:gd name="connsiteY1025" fmla="*/ 458697 h 577307"/>
                <a:gd name="connsiteX1026" fmla="*/ 405060 w 591813"/>
                <a:gd name="connsiteY1026" fmla="*/ 458158 h 577307"/>
                <a:gd name="connsiteX1027" fmla="*/ 405464 w 591813"/>
                <a:gd name="connsiteY1027" fmla="*/ 457640 h 577307"/>
                <a:gd name="connsiteX1028" fmla="*/ 405847 w 591813"/>
                <a:gd name="connsiteY1028" fmla="*/ 457101 h 577307"/>
                <a:gd name="connsiteX1029" fmla="*/ 406252 w 591813"/>
                <a:gd name="connsiteY1029" fmla="*/ 456561 h 577307"/>
                <a:gd name="connsiteX1030" fmla="*/ 406634 w 591813"/>
                <a:gd name="connsiteY1030" fmla="*/ 456044 h 577307"/>
                <a:gd name="connsiteX1031" fmla="*/ 407039 w 591813"/>
                <a:gd name="connsiteY1031" fmla="*/ 455504 h 577307"/>
                <a:gd name="connsiteX1032" fmla="*/ 407444 w 591813"/>
                <a:gd name="connsiteY1032" fmla="*/ 454964 h 577307"/>
                <a:gd name="connsiteX1033" fmla="*/ 407826 w 591813"/>
                <a:gd name="connsiteY1033" fmla="*/ 454424 h 577307"/>
                <a:gd name="connsiteX1034" fmla="*/ 408230 w 591813"/>
                <a:gd name="connsiteY1034" fmla="*/ 453885 h 577307"/>
                <a:gd name="connsiteX1035" fmla="*/ 408613 w 591813"/>
                <a:gd name="connsiteY1035" fmla="*/ 453345 h 577307"/>
                <a:gd name="connsiteX1036" fmla="*/ 409018 w 591813"/>
                <a:gd name="connsiteY1036" fmla="*/ 452828 h 577307"/>
                <a:gd name="connsiteX1037" fmla="*/ 409400 w 591813"/>
                <a:gd name="connsiteY1037" fmla="*/ 452288 h 577307"/>
                <a:gd name="connsiteX1038" fmla="*/ 409805 w 591813"/>
                <a:gd name="connsiteY1038" fmla="*/ 451748 h 577307"/>
                <a:gd name="connsiteX1039" fmla="*/ 410187 w 591813"/>
                <a:gd name="connsiteY1039" fmla="*/ 451208 h 577307"/>
                <a:gd name="connsiteX1040" fmla="*/ 410592 w 591813"/>
                <a:gd name="connsiteY1040" fmla="*/ 450691 h 577307"/>
                <a:gd name="connsiteX1041" fmla="*/ 410997 w 591813"/>
                <a:gd name="connsiteY1041" fmla="*/ 450151 h 577307"/>
                <a:gd name="connsiteX1042" fmla="*/ 411379 w 591813"/>
                <a:gd name="connsiteY1042" fmla="*/ 449612 h 577307"/>
                <a:gd name="connsiteX1043" fmla="*/ 411784 w 591813"/>
                <a:gd name="connsiteY1043" fmla="*/ 449094 h 577307"/>
                <a:gd name="connsiteX1044" fmla="*/ 412166 w 591813"/>
                <a:gd name="connsiteY1044" fmla="*/ 448555 h 577307"/>
                <a:gd name="connsiteX1045" fmla="*/ 412571 w 591813"/>
                <a:gd name="connsiteY1045" fmla="*/ 448015 h 577307"/>
                <a:gd name="connsiteX1046" fmla="*/ 412953 w 591813"/>
                <a:gd name="connsiteY1046" fmla="*/ 447498 h 577307"/>
                <a:gd name="connsiteX1047" fmla="*/ 413358 w 591813"/>
                <a:gd name="connsiteY1047" fmla="*/ 446958 h 577307"/>
                <a:gd name="connsiteX1048" fmla="*/ 413741 w 591813"/>
                <a:gd name="connsiteY1048" fmla="*/ 446418 h 577307"/>
                <a:gd name="connsiteX1049" fmla="*/ 414145 w 591813"/>
                <a:gd name="connsiteY1049" fmla="*/ 445901 h 577307"/>
                <a:gd name="connsiteX1050" fmla="*/ 414550 w 591813"/>
                <a:gd name="connsiteY1050" fmla="*/ 445361 h 577307"/>
                <a:gd name="connsiteX1051" fmla="*/ 414933 w 591813"/>
                <a:gd name="connsiteY1051" fmla="*/ 444844 h 577307"/>
                <a:gd name="connsiteX1052" fmla="*/ 415337 w 591813"/>
                <a:gd name="connsiteY1052" fmla="*/ 444304 h 577307"/>
                <a:gd name="connsiteX1053" fmla="*/ 415720 w 591813"/>
                <a:gd name="connsiteY1053" fmla="*/ 443764 h 577307"/>
                <a:gd name="connsiteX1054" fmla="*/ 416124 w 591813"/>
                <a:gd name="connsiteY1054" fmla="*/ 443247 h 577307"/>
                <a:gd name="connsiteX1055" fmla="*/ 416507 w 591813"/>
                <a:gd name="connsiteY1055" fmla="*/ 442707 h 577307"/>
                <a:gd name="connsiteX1056" fmla="*/ 416912 w 591813"/>
                <a:gd name="connsiteY1056" fmla="*/ 442168 h 577307"/>
                <a:gd name="connsiteX1057" fmla="*/ 417316 w 591813"/>
                <a:gd name="connsiteY1057" fmla="*/ 441650 h 577307"/>
                <a:gd name="connsiteX1058" fmla="*/ 417699 w 591813"/>
                <a:gd name="connsiteY1058" fmla="*/ 441111 h 577307"/>
                <a:gd name="connsiteX1059" fmla="*/ 418104 w 591813"/>
                <a:gd name="connsiteY1059" fmla="*/ 440593 h 577307"/>
                <a:gd name="connsiteX1060" fmla="*/ 418486 w 591813"/>
                <a:gd name="connsiteY1060" fmla="*/ 440054 h 577307"/>
                <a:gd name="connsiteX1061" fmla="*/ 418890 w 591813"/>
                <a:gd name="connsiteY1061" fmla="*/ 439514 h 577307"/>
                <a:gd name="connsiteX1062" fmla="*/ 419273 w 591813"/>
                <a:gd name="connsiteY1062" fmla="*/ 438997 h 577307"/>
                <a:gd name="connsiteX1063" fmla="*/ 419678 w 591813"/>
                <a:gd name="connsiteY1063" fmla="*/ 438457 h 577307"/>
                <a:gd name="connsiteX1064" fmla="*/ 420060 w 591813"/>
                <a:gd name="connsiteY1064" fmla="*/ 437940 h 577307"/>
                <a:gd name="connsiteX1065" fmla="*/ 420465 w 591813"/>
                <a:gd name="connsiteY1065" fmla="*/ 437422 h 577307"/>
                <a:gd name="connsiteX1066" fmla="*/ 420870 w 591813"/>
                <a:gd name="connsiteY1066" fmla="*/ 436905 h 577307"/>
                <a:gd name="connsiteX1067" fmla="*/ 421252 w 591813"/>
                <a:gd name="connsiteY1067" fmla="*/ 436365 h 577307"/>
                <a:gd name="connsiteX1068" fmla="*/ 421657 w 591813"/>
                <a:gd name="connsiteY1068" fmla="*/ 435826 h 577307"/>
                <a:gd name="connsiteX1069" fmla="*/ 422039 w 591813"/>
                <a:gd name="connsiteY1069" fmla="*/ 435308 h 577307"/>
                <a:gd name="connsiteX1070" fmla="*/ 422444 w 591813"/>
                <a:gd name="connsiteY1070" fmla="*/ 434769 h 577307"/>
                <a:gd name="connsiteX1071" fmla="*/ 422826 w 591813"/>
                <a:gd name="connsiteY1071" fmla="*/ 434251 h 577307"/>
                <a:gd name="connsiteX1072" fmla="*/ 423231 w 591813"/>
                <a:gd name="connsiteY1072" fmla="*/ 433734 h 577307"/>
                <a:gd name="connsiteX1073" fmla="*/ 423613 w 591813"/>
                <a:gd name="connsiteY1073" fmla="*/ 433194 h 577307"/>
                <a:gd name="connsiteX1074" fmla="*/ 424018 w 591813"/>
                <a:gd name="connsiteY1074" fmla="*/ 432677 h 577307"/>
                <a:gd name="connsiteX1075" fmla="*/ 424423 w 591813"/>
                <a:gd name="connsiteY1075" fmla="*/ 432160 h 577307"/>
                <a:gd name="connsiteX1076" fmla="*/ 424806 w 591813"/>
                <a:gd name="connsiteY1076" fmla="*/ 431643 h 577307"/>
                <a:gd name="connsiteX1077" fmla="*/ 425210 w 591813"/>
                <a:gd name="connsiteY1077" fmla="*/ 431125 h 577307"/>
                <a:gd name="connsiteX1078" fmla="*/ 425593 w 591813"/>
                <a:gd name="connsiteY1078" fmla="*/ 430608 h 577307"/>
                <a:gd name="connsiteX1079" fmla="*/ 425998 w 591813"/>
                <a:gd name="connsiteY1079" fmla="*/ 430091 h 577307"/>
                <a:gd name="connsiteX1080" fmla="*/ 426380 w 591813"/>
                <a:gd name="connsiteY1080" fmla="*/ 429573 h 577307"/>
                <a:gd name="connsiteX1081" fmla="*/ 426784 w 591813"/>
                <a:gd name="connsiteY1081" fmla="*/ 429056 h 577307"/>
                <a:gd name="connsiteX1082" fmla="*/ 427167 w 591813"/>
                <a:gd name="connsiteY1082" fmla="*/ 428539 h 577307"/>
                <a:gd name="connsiteX1083" fmla="*/ 427572 w 591813"/>
                <a:gd name="connsiteY1083" fmla="*/ 428022 h 577307"/>
                <a:gd name="connsiteX1084" fmla="*/ 427976 w 591813"/>
                <a:gd name="connsiteY1084" fmla="*/ 427504 h 577307"/>
                <a:gd name="connsiteX1085" fmla="*/ 428359 w 591813"/>
                <a:gd name="connsiteY1085" fmla="*/ 426987 h 577307"/>
                <a:gd name="connsiteX1086" fmla="*/ 428764 w 591813"/>
                <a:gd name="connsiteY1086" fmla="*/ 426470 h 577307"/>
                <a:gd name="connsiteX1087" fmla="*/ 429146 w 591813"/>
                <a:gd name="connsiteY1087" fmla="*/ 425953 h 577307"/>
                <a:gd name="connsiteX1088" fmla="*/ 429551 w 591813"/>
                <a:gd name="connsiteY1088" fmla="*/ 425435 h 577307"/>
                <a:gd name="connsiteX1089" fmla="*/ 429933 w 591813"/>
                <a:gd name="connsiteY1089" fmla="*/ 424918 h 577307"/>
                <a:gd name="connsiteX1090" fmla="*/ 430338 w 591813"/>
                <a:gd name="connsiteY1090" fmla="*/ 424401 h 577307"/>
                <a:gd name="connsiteX1091" fmla="*/ 430720 w 591813"/>
                <a:gd name="connsiteY1091" fmla="*/ 423884 h 577307"/>
                <a:gd name="connsiteX1092" fmla="*/ 431125 w 591813"/>
                <a:gd name="connsiteY1092" fmla="*/ 423366 h 577307"/>
                <a:gd name="connsiteX1093" fmla="*/ 431530 w 591813"/>
                <a:gd name="connsiteY1093" fmla="*/ 422849 h 577307"/>
                <a:gd name="connsiteX1094" fmla="*/ 431912 w 591813"/>
                <a:gd name="connsiteY1094" fmla="*/ 422332 h 577307"/>
                <a:gd name="connsiteX1095" fmla="*/ 432317 w 591813"/>
                <a:gd name="connsiteY1095" fmla="*/ 421815 h 577307"/>
                <a:gd name="connsiteX1096" fmla="*/ 432699 w 591813"/>
                <a:gd name="connsiteY1096" fmla="*/ 421320 h 577307"/>
                <a:gd name="connsiteX1097" fmla="*/ 433104 w 591813"/>
                <a:gd name="connsiteY1097" fmla="*/ 420803 h 577307"/>
                <a:gd name="connsiteX1098" fmla="*/ 433487 w 591813"/>
                <a:gd name="connsiteY1098" fmla="*/ 420285 h 577307"/>
                <a:gd name="connsiteX1099" fmla="*/ 433891 w 591813"/>
                <a:gd name="connsiteY1099" fmla="*/ 419791 h 577307"/>
                <a:gd name="connsiteX1100" fmla="*/ 434296 w 591813"/>
                <a:gd name="connsiteY1100" fmla="*/ 419273 h 577307"/>
                <a:gd name="connsiteX1101" fmla="*/ 434678 w 591813"/>
                <a:gd name="connsiteY1101" fmla="*/ 418778 h 577307"/>
                <a:gd name="connsiteX1102" fmla="*/ 435083 w 591813"/>
                <a:gd name="connsiteY1102" fmla="*/ 418261 h 577307"/>
                <a:gd name="connsiteX1103" fmla="*/ 435466 w 591813"/>
                <a:gd name="connsiteY1103" fmla="*/ 417766 h 577307"/>
                <a:gd name="connsiteX1104" fmla="*/ 435870 w 591813"/>
                <a:gd name="connsiteY1104" fmla="*/ 417272 h 577307"/>
                <a:gd name="connsiteX1105" fmla="*/ 436253 w 591813"/>
                <a:gd name="connsiteY1105" fmla="*/ 416754 h 577307"/>
                <a:gd name="connsiteX1106" fmla="*/ 436658 w 591813"/>
                <a:gd name="connsiteY1106" fmla="*/ 416260 h 577307"/>
                <a:gd name="connsiteX1107" fmla="*/ 437040 w 591813"/>
                <a:gd name="connsiteY1107" fmla="*/ 415765 h 577307"/>
                <a:gd name="connsiteX1108" fmla="*/ 437444 w 591813"/>
                <a:gd name="connsiteY1108" fmla="*/ 415270 h 577307"/>
                <a:gd name="connsiteX1109" fmla="*/ 437850 w 591813"/>
                <a:gd name="connsiteY1109" fmla="*/ 414753 h 577307"/>
                <a:gd name="connsiteX1110" fmla="*/ 438232 w 591813"/>
                <a:gd name="connsiteY1110" fmla="*/ 414258 h 577307"/>
                <a:gd name="connsiteX1111" fmla="*/ 438636 w 591813"/>
                <a:gd name="connsiteY1111" fmla="*/ 413763 h 577307"/>
                <a:gd name="connsiteX1112" fmla="*/ 439019 w 591813"/>
                <a:gd name="connsiteY1112" fmla="*/ 413269 h 577307"/>
                <a:gd name="connsiteX1113" fmla="*/ 439424 w 591813"/>
                <a:gd name="connsiteY1113" fmla="*/ 412774 h 577307"/>
                <a:gd name="connsiteX1114" fmla="*/ 439806 w 591813"/>
                <a:gd name="connsiteY1114" fmla="*/ 412279 h 577307"/>
                <a:gd name="connsiteX1115" fmla="*/ 440211 w 591813"/>
                <a:gd name="connsiteY1115" fmla="*/ 411784 h 577307"/>
                <a:gd name="connsiteX1116" fmla="*/ 440593 w 591813"/>
                <a:gd name="connsiteY1116" fmla="*/ 411312 h 577307"/>
                <a:gd name="connsiteX1117" fmla="*/ 440998 w 591813"/>
                <a:gd name="connsiteY1117" fmla="*/ 410817 h 577307"/>
                <a:gd name="connsiteX1118" fmla="*/ 441403 w 591813"/>
                <a:gd name="connsiteY1118" fmla="*/ 410322 h 577307"/>
                <a:gd name="connsiteX1119" fmla="*/ 441785 w 591813"/>
                <a:gd name="connsiteY1119" fmla="*/ 409850 h 577307"/>
                <a:gd name="connsiteX1120" fmla="*/ 442190 w 591813"/>
                <a:gd name="connsiteY1120" fmla="*/ 409355 h 577307"/>
                <a:gd name="connsiteX1121" fmla="*/ 442572 w 591813"/>
                <a:gd name="connsiteY1121" fmla="*/ 408883 h 577307"/>
                <a:gd name="connsiteX1122" fmla="*/ 442977 w 591813"/>
                <a:gd name="connsiteY1122" fmla="*/ 408411 h 577307"/>
                <a:gd name="connsiteX1123" fmla="*/ 443359 w 591813"/>
                <a:gd name="connsiteY1123" fmla="*/ 407916 h 577307"/>
                <a:gd name="connsiteX1124" fmla="*/ 443764 w 591813"/>
                <a:gd name="connsiteY1124" fmla="*/ 407444 h 577307"/>
                <a:gd name="connsiteX1125" fmla="*/ 444147 w 591813"/>
                <a:gd name="connsiteY1125" fmla="*/ 406971 h 577307"/>
                <a:gd name="connsiteX1126" fmla="*/ 444551 w 591813"/>
                <a:gd name="connsiteY1126" fmla="*/ 406477 h 577307"/>
                <a:gd name="connsiteX1127" fmla="*/ 444956 w 591813"/>
                <a:gd name="connsiteY1127" fmla="*/ 406004 h 577307"/>
                <a:gd name="connsiteX1128" fmla="*/ 445338 w 591813"/>
                <a:gd name="connsiteY1128" fmla="*/ 405532 h 577307"/>
                <a:gd name="connsiteX1129" fmla="*/ 445743 w 591813"/>
                <a:gd name="connsiteY1129" fmla="*/ 405060 h 577307"/>
                <a:gd name="connsiteX1130" fmla="*/ 446126 w 591813"/>
                <a:gd name="connsiteY1130" fmla="*/ 404565 h 577307"/>
                <a:gd name="connsiteX1131" fmla="*/ 446530 w 591813"/>
                <a:gd name="connsiteY1131" fmla="*/ 404093 h 577307"/>
                <a:gd name="connsiteX1132" fmla="*/ 446913 w 591813"/>
                <a:gd name="connsiteY1132" fmla="*/ 403621 h 577307"/>
                <a:gd name="connsiteX1133" fmla="*/ 447318 w 591813"/>
                <a:gd name="connsiteY1133" fmla="*/ 403148 h 577307"/>
                <a:gd name="connsiteX1134" fmla="*/ 447722 w 591813"/>
                <a:gd name="connsiteY1134" fmla="*/ 402698 h 577307"/>
                <a:gd name="connsiteX1135" fmla="*/ 448105 w 591813"/>
                <a:gd name="connsiteY1135" fmla="*/ 402226 h 577307"/>
                <a:gd name="connsiteX1136" fmla="*/ 448510 w 591813"/>
                <a:gd name="connsiteY1136" fmla="*/ 401754 h 577307"/>
                <a:gd name="connsiteX1137" fmla="*/ 448892 w 591813"/>
                <a:gd name="connsiteY1137" fmla="*/ 401282 h 577307"/>
                <a:gd name="connsiteX1138" fmla="*/ 449296 w 591813"/>
                <a:gd name="connsiteY1138" fmla="*/ 400832 h 577307"/>
                <a:gd name="connsiteX1139" fmla="*/ 449679 w 591813"/>
                <a:gd name="connsiteY1139" fmla="*/ 400359 h 577307"/>
                <a:gd name="connsiteX1140" fmla="*/ 450084 w 591813"/>
                <a:gd name="connsiteY1140" fmla="*/ 399887 h 577307"/>
                <a:gd name="connsiteX1141" fmla="*/ 450466 w 591813"/>
                <a:gd name="connsiteY1141" fmla="*/ 399437 h 577307"/>
                <a:gd name="connsiteX1142" fmla="*/ 450871 w 591813"/>
                <a:gd name="connsiteY1142" fmla="*/ 398988 h 577307"/>
                <a:gd name="connsiteX1143" fmla="*/ 451276 w 591813"/>
                <a:gd name="connsiteY1143" fmla="*/ 398515 h 577307"/>
                <a:gd name="connsiteX1144" fmla="*/ 451658 w 591813"/>
                <a:gd name="connsiteY1144" fmla="*/ 398066 h 577307"/>
                <a:gd name="connsiteX1145" fmla="*/ 452063 w 591813"/>
                <a:gd name="connsiteY1145" fmla="*/ 397593 h 577307"/>
                <a:gd name="connsiteX1146" fmla="*/ 452445 w 591813"/>
                <a:gd name="connsiteY1146" fmla="*/ 397143 h 577307"/>
                <a:gd name="connsiteX1147" fmla="*/ 452850 w 591813"/>
                <a:gd name="connsiteY1147" fmla="*/ 396694 h 577307"/>
                <a:gd name="connsiteX1148" fmla="*/ 453232 w 591813"/>
                <a:gd name="connsiteY1148" fmla="*/ 396244 h 577307"/>
                <a:gd name="connsiteX1149" fmla="*/ 453637 w 591813"/>
                <a:gd name="connsiteY1149" fmla="*/ 395794 h 577307"/>
                <a:gd name="connsiteX1150" fmla="*/ 454019 w 591813"/>
                <a:gd name="connsiteY1150" fmla="*/ 395322 h 577307"/>
                <a:gd name="connsiteX1151" fmla="*/ 454424 w 591813"/>
                <a:gd name="connsiteY1151" fmla="*/ 394872 h 577307"/>
                <a:gd name="connsiteX1152" fmla="*/ 454829 w 591813"/>
                <a:gd name="connsiteY1152" fmla="*/ 394422 h 577307"/>
                <a:gd name="connsiteX1153" fmla="*/ 455211 w 591813"/>
                <a:gd name="connsiteY1153" fmla="*/ 393950 h 577307"/>
                <a:gd name="connsiteX1154" fmla="*/ 455616 w 591813"/>
                <a:gd name="connsiteY1154" fmla="*/ 393500 h 577307"/>
                <a:gd name="connsiteX1155" fmla="*/ 455998 w 591813"/>
                <a:gd name="connsiteY1155" fmla="*/ 393050 h 577307"/>
                <a:gd name="connsiteX1156" fmla="*/ 456403 w 591813"/>
                <a:gd name="connsiteY1156" fmla="*/ 392578 h 577307"/>
                <a:gd name="connsiteX1157" fmla="*/ 456786 w 591813"/>
                <a:gd name="connsiteY1157" fmla="*/ 392128 h 577307"/>
                <a:gd name="connsiteX1158" fmla="*/ 457190 w 591813"/>
                <a:gd name="connsiteY1158" fmla="*/ 391679 h 577307"/>
                <a:gd name="connsiteX1159" fmla="*/ 457573 w 591813"/>
                <a:gd name="connsiteY1159" fmla="*/ 391229 h 577307"/>
                <a:gd name="connsiteX1160" fmla="*/ 457978 w 591813"/>
                <a:gd name="connsiteY1160" fmla="*/ 390779 h 577307"/>
                <a:gd name="connsiteX1161" fmla="*/ 458382 w 591813"/>
                <a:gd name="connsiteY1161" fmla="*/ 390329 h 577307"/>
                <a:gd name="connsiteX1162" fmla="*/ 458765 w 591813"/>
                <a:gd name="connsiteY1162" fmla="*/ 389879 h 577307"/>
                <a:gd name="connsiteX1163" fmla="*/ 459170 w 591813"/>
                <a:gd name="connsiteY1163" fmla="*/ 389430 h 577307"/>
                <a:gd name="connsiteX1164" fmla="*/ 459552 w 591813"/>
                <a:gd name="connsiteY1164" fmla="*/ 388980 h 577307"/>
                <a:gd name="connsiteX1165" fmla="*/ 459956 w 591813"/>
                <a:gd name="connsiteY1165" fmla="*/ 388552 h 577307"/>
                <a:gd name="connsiteX1166" fmla="*/ 460339 w 591813"/>
                <a:gd name="connsiteY1166" fmla="*/ 388103 h 577307"/>
                <a:gd name="connsiteX1167" fmla="*/ 460744 w 591813"/>
                <a:gd name="connsiteY1167" fmla="*/ 387653 h 577307"/>
                <a:gd name="connsiteX1168" fmla="*/ 461126 w 591813"/>
                <a:gd name="connsiteY1168" fmla="*/ 387203 h 577307"/>
                <a:gd name="connsiteX1169" fmla="*/ 461531 w 591813"/>
                <a:gd name="connsiteY1169" fmla="*/ 386776 h 577307"/>
                <a:gd name="connsiteX1170" fmla="*/ 461936 w 591813"/>
                <a:gd name="connsiteY1170" fmla="*/ 386326 h 577307"/>
                <a:gd name="connsiteX1171" fmla="*/ 462318 w 591813"/>
                <a:gd name="connsiteY1171" fmla="*/ 385899 h 577307"/>
                <a:gd name="connsiteX1172" fmla="*/ 462723 w 591813"/>
                <a:gd name="connsiteY1172" fmla="*/ 385449 h 577307"/>
                <a:gd name="connsiteX1173" fmla="*/ 463105 w 591813"/>
                <a:gd name="connsiteY1173" fmla="*/ 385022 h 577307"/>
                <a:gd name="connsiteX1174" fmla="*/ 463510 w 591813"/>
                <a:gd name="connsiteY1174" fmla="*/ 384572 h 577307"/>
                <a:gd name="connsiteX1175" fmla="*/ 463892 w 591813"/>
                <a:gd name="connsiteY1175" fmla="*/ 384145 h 577307"/>
                <a:gd name="connsiteX1176" fmla="*/ 464297 w 591813"/>
                <a:gd name="connsiteY1176" fmla="*/ 383717 h 577307"/>
                <a:gd name="connsiteX1177" fmla="*/ 464702 w 591813"/>
                <a:gd name="connsiteY1177" fmla="*/ 383290 h 577307"/>
                <a:gd name="connsiteX1178" fmla="*/ 465084 w 591813"/>
                <a:gd name="connsiteY1178" fmla="*/ 382863 h 577307"/>
                <a:gd name="connsiteX1179" fmla="*/ 465489 w 591813"/>
                <a:gd name="connsiteY1179" fmla="*/ 382435 h 577307"/>
                <a:gd name="connsiteX1180" fmla="*/ 465872 w 591813"/>
                <a:gd name="connsiteY1180" fmla="*/ 382008 h 577307"/>
                <a:gd name="connsiteX1181" fmla="*/ 466276 w 591813"/>
                <a:gd name="connsiteY1181" fmla="*/ 381581 h 577307"/>
                <a:gd name="connsiteX1182" fmla="*/ 466659 w 591813"/>
                <a:gd name="connsiteY1182" fmla="*/ 381153 h 577307"/>
                <a:gd name="connsiteX1183" fmla="*/ 467064 w 591813"/>
                <a:gd name="connsiteY1183" fmla="*/ 380726 h 577307"/>
                <a:gd name="connsiteX1184" fmla="*/ 467446 w 591813"/>
                <a:gd name="connsiteY1184" fmla="*/ 380299 h 577307"/>
                <a:gd name="connsiteX1185" fmla="*/ 467850 w 591813"/>
                <a:gd name="connsiteY1185" fmla="*/ 379872 h 577307"/>
                <a:gd name="connsiteX1186" fmla="*/ 468256 w 591813"/>
                <a:gd name="connsiteY1186" fmla="*/ 379444 h 577307"/>
                <a:gd name="connsiteX1187" fmla="*/ 468638 w 591813"/>
                <a:gd name="connsiteY1187" fmla="*/ 379017 h 577307"/>
                <a:gd name="connsiteX1188" fmla="*/ 469042 w 591813"/>
                <a:gd name="connsiteY1188" fmla="*/ 378590 h 577307"/>
                <a:gd name="connsiteX1189" fmla="*/ 469425 w 591813"/>
                <a:gd name="connsiteY1189" fmla="*/ 378162 h 577307"/>
                <a:gd name="connsiteX1190" fmla="*/ 469830 w 591813"/>
                <a:gd name="connsiteY1190" fmla="*/ 377757 h 577307"/>
                <a:gd name="connsiteX1191" fmla="*/ 470212 w 591813"/>
                <a:gd name="connsiteY1191" fmla="*/ 377330 h 577307"/>
                <a:gd name="connsiteX1192" fmla="*/ 470617 w 591813"/>
                <a:gd name="connsiteY1192" fmla="*/ 376903 h 577307"/>
                <a:gd name="connsiteX1193" fmla="*/ 470999 w 591813"/>
                <a:gd name="connsiteY1193" fmla="*/ 376498 h 577307"/>
                <a:gd name="connsiteX1194" fmla="*/ 471404 w 591813"/>
                <a:gd name="connsiteY1194" fmla="*/ 376071 h 577307"/>
                <a:gd name="connsiteX1195" fmla="*/ 471809 w 591813"/>
                <a:gd name="connsiteY1195" fmla="*/ 375666 h 577307"/>
                <a:gd name="connsiteX1196" fmla="*/ 472191 w 591813"/>
                <a:gd name="connsiteY1196" fmla="*/ 375239 h 577307"/>
                <a:gd name="connsiteX1197" fmla="*/ 472596 w 591813"/>
                <a:gd name="connsiteY1197" fmla="*/ 374834 h 577307"/>
                <a:gd name="connsiteX1198" fmla="*/ 472978 w 591813"/>
                <a:gd name="connsiteY1198" fmla="*/ 374407 h 577307"/>
                <a:gd name="connsiteX1199" fmla="*/ 473383 w 591813"/>
                <a:gd name="connsiteY1199" fmla="*/ 374002 h 577307"/>
                <a:gd name="connsiteX1200" fmla="*/ 473765 w 591813"/>
                <a:gd name="connsiteY1200" fmla="*/ 373574 h 577307"/>
                <a:gd name="connsiteX1201" fmla="*/ 474170 w 591813"/>
                <a:gd name="connsiteY1201" fmla="*/ 373170 h 577307"/>
                <a:gd name="connsiteX1202" fmla="*/ 474552 w 591813"/>
                <a:gd name="connsiteY1202" fmla="*/ 372742 h 577307"/>
                <a:gd name="connsiteX1203" fmla="*/ 474957 w 591813"/>
                <a:gd name="connsiteY1203" fmla="*/ 372337 h 577307"/>
                <a:gd name="connsiteX1204" fmla="*/ 475362 w 591813"/>
                <a:gd name="connsiteY1204" fmla="*/ 371933 h 577307"/>
                <a:gd name="connsiteX1205" fmla="*/ 475744 w 591813"/>
                <a:gd name="connsiteY1205" fmla="*/ 371505 h 577307"/>
                <a:gd name="connsiteX1206" fmla="*/ 476149 w 591813"/>
                <a:gd name="connsiteY1206" fmla="*/ 371101 h 577307"/>
                <a:gd name="connsiteX1207" fmla="*/ 476532 w 591813"/>
                <a:gd name="connsiteY1207" fmla="*/ 370696 h 577307"/>
                <a:gd name="connsiteX1208" fmla="*/ 476936 w 591813"/>
                <a:gd name="connsiteY1208" fmla="*/ 370291 h 577307"/>
                <a:gd name="connsiteX1209" fmla="*/ 477319 w 591813"/>
                <a:gd name="connsiteY1209" fmla="*/ 369886 h 577307"/>
                <a:gd name="connsiteX1210" fmla="*/ 477724 w 591813"/>
                <a:gd name="connsiteY1210" fmla="*/ 369459 h 577307"/>
                <a:gd name="connsiteX1211" fmla="*/ 478128 w 591813"/>
                <a:gd name="connsiteY1211" fmla="*/ 369054 h 577307"/>
                <a:gd name="connsiteX1212" fmla="*/ 478510 w 591813"/>
                <a:gd name="connsiteY1212" fmla="*/ 368649 h 577307"/>
                <a:gd name="connsiteX1213" fmla="*/ 478916 w 591813"/>
                <a:gd name="connsiteY1213" fmla="*/ 368244 h 577307"/>
                <a:gd name="connsiteX1214" fmla="*/ 479298 w 591813"/>
                <a:gd name="connsiteY1214" fmla="*/ 367840 h 577307"/>
                <a:gd name="connsiteX1215" fmla="*/ 479702 w 591813"/>
                <a:gd name="connsiteY1215" fmla="*/ 367412 h 577307"/>
                <a:gd name="connsiteX1216" fmla="*/ 480085 w 591813"/>
                <a:gd name="connsiteY1216" fmla="*/ 367007 h 577307"/>
                <a:gd name="connsiteX1217" fmla="*/ 480490 w 591813"/>
                <a:gd name="connsiteY1217" fmla="*/ 366603 h 577307"/>
                <a:gd name="connsiteX1218" fmla="*/ 480872 w 591813"/>
                <a:gd name="connsiteY1218" fmla="*/ 366198 h 577307"/>
                <a:gd name="connsiteX1219" fmla="*/ 481277 w 591813"/>
                <a:gd name="connsiteY1219" fmla="*/ 365793 h 577307"/>
                <a:gd name="connsiteX1220" fmla="*/ 481682 w 591813"/>
                <a:gd name="connsiteY1220" fmla="*/ 365388 h 577307"/>
                <a:gd name="connsiteX1221" fmla="*/ 482064 w 591813"/>
                <a:gd name="connsiteY1221" fmla="*/ 364983 h 577307"/>
                <a:gd name="connsiteX1222" fmla="*/ 482469 w 591813"/>
                <a:gd name="connsiteY1222" fmla="*/ 364579 h 577307"/>
                <a:gd name="connsiteX1223" fmla="*/ 482851 w 591813"/>
                <a:gd name="connsiteY1223" fmla="*/ 364151 h 577307"/>
                <a:gd name="connsiteX1224" fmla="*/ 483256 w 591813"/>
                <a:gd name="connsiteY1224" fmla="*/ 363746 h 577307"/>
                <a:gd name="connsiteX1225" fmla="*/ 483638 w 591813"/>
                <a:gd name="connsiteY1225" fmla="*/ 363342 h 577307"/>
                <a:gd name="connsiteX1226" fmla="*/ 484043 w 591813"/>
                <a:gd name="connsiteY1226" fmla="*/ 362937 h 577307"/>
                <a:gd name="connsiteX1227" fmla="*/ 484425 w 591813"/>
                <a:gd name="connsiteY1227" fmla="*/ 362532 h 577307"/>
                <a:gd name="connsiteX1228" fmla="*/ 484830 w 591813"/>
                <a:gd name="connsiteY1228" fmla="*/ 362127 h 577307"/>
                <a:gd name="connsiteX1229" fmla="*/ 485235 w 591813"/>
                <a:gd name="connsiteY1229" fmla="*/ 361722 h 577307"/>
                <a:gd name="connsiteX1230" fmla="*/ 485617 w 591813"/>
                <a:gd name="connsiteY1230" fmla="*/ 361318 h 577307"/>
                <a:gd name="connsiteX1231" fmla="*/ 486022 w 591813"/>
                <a:gd name="connsiteY1231" fmla="*/ 360890 h 577307"/>
                <a:gd name="connsiteX1232" fmla="*/ 486404 w 591813"/>
                <a:gd name="connsiteY1232" fmla="*/ 360486 h 577307"/>
                <a:gd name="connsiteX1233" fmla="*/ 486809 w 591813"/>
                <a:gd name="connsiteY1233" fmla="*/ 360081 h 577307"/>
                <a:gd name="connsiteX1234" fmla="*/ 487192 w 591813"/>
                <a:gd name="connsiteY1234" fmla="*/ 359676 h 577307"/>
                <a:gd name="connsiteX1235" fmla="*/ 487596 w 591813"/>
                <a:gd name="connsiteY1235" fmla="*/ 359249 h 577307"/>
                <a:gd name="connsiteX1236" fmla="*/ 487979 w 591813"/>
                <a:gd name="connsiteY1236" fmla="*/ 358844 h 577307"/>
                <a:gd name="connsiteX1237" fmla="*/ 488384 w 591813"/>
                <a:gd name="connsiteY1237" fmla="*/ 358416 h 577307"/>
                <a:gd name="connsiteX1238" fmla="*/ 488788 w 591813"/>
                <a:gd name="connsiteY1238" fmla="*/ 358012 h 577307"/>
                <a:gd name="connsiteX1239" fmla="*/ 489170 w 591813"/>
                <a:gd name="connsiteY1239" fmla="*/ 357607 h 577307"/>
                <a:gd name="connsiteX1240" fmla="*/ 489576 w 591813"/>
                <a:gd name="connsiteY1240" fmla="*/ 357180 h 577307"/>
                <a:gd name="connsiteX1241" fmla="*/ 489958 w 591813"/>
                <a:gd name="connsiteY1241" fmla="*/ 356775 h 577307"/>
                <a:gd name="connsiteX1242" fmla="*/ 490362 w 591813"/>
                <a:gd name="connsiteY1242" fmla="*/ 356370 h 577307"/>
                <a:gd name="connsiteX1243" fmla="*/ 490745 w 591813"/>
                <a:gd name="connsiteY1243" fmla="*/ 355943 h 577307"/>
                <a:gd name="connsiteX1244" fmla="*/ 491150 w 591813"/>
                <a:gd name="connsiteY1244" fmla="*/ 355538 h 577307"/>
                <a:gd name="connsiteX1245" fmla="*/ 491532 w 591813"/>
                <a:gd name="connsiteY1245" fmla="*/ 355133 h 577307"/>
                <a:gd name="connsiteX1246" fmla="*/ 491937 w 591813"/>
                <a:gd name="connsiteY1246" fmla="*/ 354728 h 577307"/>
                <a:gd name="connsiteX1247" fmla="*/ 492342 w 591813"/>
                <a:gd name="connsiteY1247" fmla="*/ 354323 h 577307"/>
                <a:gd name="connsiteX1248" fmla="*/ 492724 w 591813"/>
                <a:gd name="connsiteY1248" fmla="*/ 353919 h 577307"/>
                <a:gd name="connsiteX1249" fmla="*/ 493129 w 591813"/>
                <a:gd name="connsiteY1249" fmla="*/ 353491 h 577307"/>
                <a:gd name="connsiteX1250" fmla="*/ 493511 w 591813"/>
                <a:gd name="connsiteY1250" fmla="*/ 353109 h 577307"/>
                <a:gd name="connsiteX1251" fmla="*/ 493916 w 591813"/>
                <a:gd name="connsiteY1251" fmla="*/ 352704 h 577307"/>
                <a:gd name="connsiteX1252" fmla="*/ 494298 w 591813"/>
                <a:gd name="connsiteY1252" fmla="*/ 352299 h 577307"/>
                <a:gd name="connsiteX1253" fmla="*/ 494703 w 591813"/>
                <a:gd name="connsiteY1253" fmla="*/ 351894 h 577307"/>
                <a:gd name="connsiteX1254" fmla="*/ 495108 w 591813"/>
                <a:gd name="connsiteY1254" fmla="*/ 351512 h 577307"/>
                <a:gd name="connsiteX1255" fmla="*/ 495490 w 591813"/>
                <a:gd name="connsiteY1255" fmla="*/ 351107 h 577307"/>
                <a:gd name="connsiteX1256" fmla="*/ 495895 w 591813"/>
                <a:gd name="connsiteY1256" fmla="*/ 350725 h 577307"/>
                <a:gd name="connsiteX1257" fmla="*/ 496277 w 591813"/>
                <a:gd name="connsiteY1257" fmla="*/ 350320 h 577307"/>
                <a:gd name="connsiteX1258" fmla="*/ 496682 w 591813"/>
                <a:gd name="connsiteY1258" fmla="*/ 349938 h 577307"/>
                <a:gd name="connsiteX1259" fmla="*/ 497064 w 591813"/>
                <a:gd name="connsiteY1259" fmla="*/ 349533 h 577307"/>
                <a:gd name="connsiteX1260" fmla="*/ 497469 w 591813"/>
                <a:gd name="connsiteY1260" fmla="*/ 349151 h 577307"/>
                <a:gd name="connsiteX1261" fmla="*/ 497852 w 591813"/>
                <a:gd name="connsiteY1261" fmla="*/ 348768 h 577307"/>
                <a:gd name="connsiteX1262" fmla="*/ 498256 w 591813"/>
                <a:gd name="connsiteY1262" fmla="*/ 348364 h 577307"/>
                <a:gd name="connsiteX1263" fmla="*/ 498662 w 591813"/>
                <a:gd name="connsiteY1263" fmla="*/ 347981 h 577307"/>
                <a:gd name="connsiteX1264" fmla="*/ 499044 w 591813"/>
                <a:gd name="connsiteY1264" fmla="*/ 347599 h 577307"/>
                <a:gd name="connsiteX1265" fmla="*/ 499448 w 591813"/>
                <a:gd name="connsiteY1265" fmla="*/ 347217 h 577307"/>
                <a:gd name="connsiteX1266" fmla="*/ 499831 w 591813"/>
                <a:gd name="connsiteY1266" fmla="*/ 346834 h 577307"/>
                <a:gd name="connsiteX1267" fmla="*/ 500236 w 591813"/>
                <a:gd name="connsiteY1267" fmla="*/ 346452 h 577307"/>
                <a:gd name="connsiteX1268" fmla="*/ 500618 w 591813"/>
                <a:gd name="connsiteY1268" fmla="*/ 346070 h 577307"/>
                <a:gd name="connsiteX1269" fmla="*/ 501022 w 591813"/>
                <a:gd name="connsiteY1269" fmla="*/ 345687 h 577307"/>
                <a:gd name="connsiteX1270" fmla="*/ 501405 w 591813"/>
                <a:gd name="connsiteY1270" fmla="*/ 345305 h 577307"/>
                <a:gd name="connsiteX1271" fmla="*/ 501810 w 591813"/>
                <a:gd name="connsiteY1271" fmla="*/ 344923 h 577307"/>
                <a:gd name="connsiteX1272" fmla="*/ 502214 w 591813"/>
                <a:gd name="connsiteY1272" fmla="*/ 344540 h 577307"/>
                <a:gd name="connsiteX1273" fmla="*/ 502597 w 591813"/>
                <a:gd name="connsiteY1273" fmla="*/ 344181 h 577307"/>
                <a:gd name="connsiteX1274" fmla="*/ 503002 w 591813"/>
                <a:gd name="connsiteY1274" fmla="*/ 343798 h 577307"/>
                <a:gd name="connsiteX1275" fmla="*/ 503384 w 591813"/>
                <a:gd name="connsiteY1275" fmla="*/ 343416 h 577307"/>
                <a:gd name="connsiteX1276" fmla="*/ 503789 w 591813"/>
                <a:gd name="connsiteY1276" fmla="*/ 343056 h 577307"/>
                <a:gd name="connsiteX1277" fmla="*/ 504171 w 591813"/>
                <a:gd name="connsiteY1277" fmla="*/ 342674 h 577307"/>
                <a:gd name="connsiteX1278" fmla="*/ 504576 w 591813"/>
                <a:gd name="connsiteY1278" fmla="*/ 342314 h 577307"/>
                <a:gd name="connsiteX1279" fmla="*/ 504958 w 591813"/>
                <a:gd name="connsiteY1279" fmla="*/ 341932 h 577307"/>
                <a:gd name="connsiteX1280" fmla="*/ 505363 w 591813"/>
                <a:gd name="connsiteY1280" fmla="*/ 341572 h 577307"/>
                <a:gd name="connsiteX1281" fmla="*/ 505768 w 591813"/>
                <a:gd name="connsiteY1281" fmla="*/ 341189 h 577307"/>
                <a:gd name="connsiteX1282" fmla="*/ 506150 w 591813"/>
                <a:gd name="connsiteY1282" fmla="*/ 340830 h 577307"/>
                <a:gd name="connsiteX1283" fmla="*/ 506555 w 591813"/>
                <a:gd name="connsiteY1283" fmla="*/ 340470 h 577307"/>
                <a:gd name="connsiteX1284" fmla="*/ 506938 w 591813"/>
                <a:gd name="connsiteY1284" fmla="*/ 340110 h 577307"/>
                <a:gd name="connsiteX1285" fmla="*/ 507342 w 591813"/>
                <a:gd name="connsiteY1285" fmla="*/ 339750 h 577307"/>
                <a:gd name="connsiteX1286" fmla="*/ 507724 w 591813"/>
                <a:gd name="connsiteY1286" fmla="*/ 339390 h 577307"/>
                <a:gd name="connsiteX1287" fmla="*/ 508130 w 591813"/>
                <a:gd name="connsiteY1287" fmla="*/ 339030 h 577307"/>
                <a:gd name="connsiteX1288" fmla="*/ 508534 w 591813"/>
                <a:gd name="connsiteY1288" fmla="*/ 338671 h 577307"/>
                <a:gd name="connsiteX1289" fmla="*/ 508916 w 591813"/>
                <a:gd name="connsiteY1289" fmla="*/ 338333 h 577307"/>
                <a:gd name="connsiteX1290" fmla="*/ 509322 w 591813"/>
                <a:gd name="connsiteY1290" fmla="*/ 337973 h 577307"/>
                <a:gd name="connsiteX1291" fmla="*/ 509704 w 591813"/>
                <a:gd name="connsiteY1291" fmla="*/ 337614 h 577307"/>
                <a:gd name="connsiteX1292" fmla="*/ 510108 w 591813"/>
                <a:gd name="connsiteY1292" fmla="*/ 337276 h 577307"/>
                <a:gd name="connsiteX1293" fmla="*/ 510491 w 591813"/>
                <a:gd name="connsiteY1293" fmla="*/ 336916 h 577307"/>
                <a:gd name="connsiteX1294" fmla="*/ 510896 w 591813"/>
                <a:gd name="connsiteY1294" fmla="*/ 336579 h 577307"/>
                <a:gd name="connsiteX1295" fmla="*/ 511278 w 591813"/>
                <a:gd name="connsiteY1295" fmla="*/ 336219 h 577307"/>
                <a:gd name="connsiteX1296" fmla="*/ 511683 w 591813"/>
                <a:gd name="connsiteY1296" fmla="*/ 335882 h 577307"/>
                <a:gd name="connsiteX1297" fmla="*/ 512088 w 591813"/>
                <a:gd name="connsiteY1297" fmla="*/ 335522 h 577307"/>
                <a:gd name="connsiteX1298" fmla="*/ 512470 w 591813"/>
                <a:gd name="connsiteY1298" fmla="*/ 335185 h 577307"/>
                <a:gd name="connsiteX1299" fmla="*/ 512875 w 591813"/>
                <a:gd name="connsiteY1299" fmla="*/ 334825 h 577307"/>
                <a:gd name="connsiteX1300" fmla="*/ 513257 w 591813"/>
                <a:gd name="connsiteY1300" fmla="*/ 334488 h 577307"/>
                <a:gd name="connsiteX1301" fmla="*/ 513662 w 591813"/>
                <a:gd name="connsiteY1301" fmla="*/ 334150 h 577307"/>
                <a:gd name="connsiteX1302" fmla="*/ 514044 w 591813"/>
                <a:gd name="connsiteY1302" fmla="*/ 333813 h 577307"/>
                <a:gd name="connsiteX1303" fmla="*/ 514449 w 591813"/>
                <a:gd name="connsiteY1303" fmla="*/ 333475 h 577307"/>
                <a:gd name="connsiteX1304" fmla="*/ 514831 w 591813"/>
                <a:gd name="connsiteY1304" fmla="*/ 333116 h 577307"/>
                <a:gd name="connsiteX1305" fmla="*/ 515236 w 591813"/>
                <a:gd name="connsiteY1305" fmla="*/ 332778 h 577307"/>
                <a:gd name="connsiteX1306" fmla="*/ 515641 w 591813"/>
                <a:gd name="connsiteY1306" fmla="*/ 332441 h 577307"/>
                <a:gd name="connsiteX1307" fmla="*/ 516023 w 591813"/>
                <a:gd name="connsiteY1307" fmla="*/ 332104 h 577307"/>
                <a:gd name="connsiteX1308" fmla="*/ 516428 w 591813"/>
                <a:gd name="connsiteY1308" fmla="*/ 331766 h 577307"/>
                <a:gd name="connsiteX1309" fmla="*/ 516810 w 591813"/>
                <a:gd name="connsiteY1309" fmla="*/ 331406 h 577307"/>
                <a:gd name="connsiteX1310" fmla="*/ 517215 w 591813"/>
                <a:gd name="connsiteY1310" fmla="*/ 331069 h 577307"/>
                <a:gd name="connsiteX1311" fmla="*/ 517598 w 591813"/>
                <a:gd name="connsiteY1311" fmla="*/ 330732 h 577307"/>
                <a:gd name="connsiteX1312" fmla="*/ 518002 w 591813"/>
                <a:gd name="connsiteY1312" fmla="*/ 330394 h 577307"/>
                <a:gd name="connsiteX1313" fmla="*/ 518385 w 591813"/>
                <a:gd name="connsiteY1313" fmla="*/ 330057 h 577307"/>
                <a:gd name="connsiteX1314" fmla="*/ 518790 w 591813"/>
                <a:gd name="connsiteY1314" fmla="*/ 329720 h 577307"/>
                <a:gd name="connsiteX1315" fmla="*/ 519194 w 591813"/>
                <a:gd name="connsiteY1315" fmla="*/ 329382 h 577307"/>
                <a:gd name="connsiteX1316" fmla="*/ 519576 w 591813"/>
                <a:gd name="connsiteY1316" fmla="*/ 329045 h 577307"/>
                <a:gd name="connsiteX1317" fmla="*/ 519982 w 591813"/>
                <a:gd name="connsiteY1317" fmla="*/ 328708 h 577307"/>
                <a:gd name="connsiteX1318" fmla="*/ 520364 w 591813"/>
                <a:gd name="connsiteY1318" fmla="*/ 328370 h 577307"/>
                <a:gd name="connsiteX1319" fmla="*/ 520768 w 591813"/>
                <a:gd name="connsiteY1319" fmla="*/ 328033 h 577307"/>
                <a:gd name="connsiteX1320" fmla="*/ 521151 w 591813"/>
                <a:gd name="connsiteY1320" fmla="*/ 327696 h 577307"/>
                <a:gd name="connsiteX1321" fmla="*/ 521556 w 591813"/>
                <a:gd name="connsiteY1321" fmla="*/ 327336 h 577307"/>
                <a:gd name="connsiteX1322" fmla="*/ 521938 w 591813"/>
                <a:gd name="connsiteY1322" fmla="*/ 326998 h 577307"/>
                <a:gd name="connsiteX1323" fmla="*/ 522343 w 591813"/>
                <a:gd name="connsiteY1323" fmla="*/ 326661 h 577307"/>
                <a:gd name="connsiteX1324" fmla="*/ 522748 w 591813"/>
                <a:gd name="connsiteY1324" fmla="*/ 326324 h 577307"/>
                <a:gd name="connsiteX1325" fmla="*/ 523107 w 591813"/>
                <a:gd name="connsiteY1325" fmla="*/ 325986 h 577307"/>
                <a:gd name="connsiteX1326" fmla="*/ 523535 w 591813"/>
                <a:gd name="connsiteY1326" fmla="*/ 325649 h 577307"/>
                <a:gd name="connsiteX1327" fmla="*/ 523895 w 591813"/>
                <a:gd name="connsiteY1327" fmla="*/ 325312 h 577307"/>
                <a:gd name="connsiteX1328" fmla="*/ 524299 w 591813"/>
                <a:gd name="connsiteY1328" fmla="*/ 324974 h 577307"/>
                <a:gd name="connsiteX1329" fmla="*/ 524682 w 591813"/>
                <a:gd name="connsiteY1329" fmla="*/ 324637 h 577307"/>
                <a:gd name="connsiteX1330" fmla="*/ 525087 w 591813"/>
                <a:gd name="connsiteY1330" fmla="*/ 324300 h 577307"/>
                <a:gd name="connsiteX1331" fmla="*/ 525491 w 591813"/>
                <a:gd name="connsiteY1331" fmla="*/ 323962 h 577307"/>
                <a:gd name="connsiteX1332" fmla="*/ 525874 w 591813"/>
                <a:gd name="connsiteY1332" fmla="*/ 323603 h 577307"/>
                <a:gd name="connsiteX1333" fmla="*/ 526278 w 591813"/>
                <a:gd name="connsiteY1333" fmla="*/ 323265 h 577307"/>
                <a:gd name="connsiteX1334" fmla="*/ 526661 w 591813"/>
                <a:gd name="connsiteY1334" fmla="*/ 322928 h 577307"/>
                <a:gd name="connsiteX1335" fmla="*/ 527066 w 591813"/>
                <a:gd name="connsiteY1335" fmla="*/ 322591 h 577307"/>
                <a:gd name="connsiteX1336" fmla="*/ 527448 w 591813"/>
                <a:gd name="connsiteY1336" fmla="*/ 322253 h 577307"/>
                <a:gd name="connsiteX1337" fmla="*/ 527853 w 591813"/>
                <a:gd name="connsiteY1337" fmla="*/ 321916 h 577307"/>
                <a:gd name="connsiteX1338" fmla="*/ 528235 w 591813"/>
                <a:gd name="connsiteY1338" fmla="*/ 321579 h 577307"/>
                <a:gd name="connsiteX1339" fmla="*/ 528640 w 591813"/>
                <a:gd name="connsiteY1339" fmla="*/ 321241 h 577307"/>
                <a:gd name="connsiteX1340" fmla="*/ 529045 w 591813"/>
                <a:gd name="connsiteY1340" fmla="*/ 320904 h 577307"/>
                <a:gd name="connsiteX1341" fmla="*/ 529427 w 591813"/>
                <a:gd name="connsiteY1341" fmla="*/ 320566 h 577307"/>
                <a:gd name="connsiteX1342" fmla="*/ 529832 w 591813"/>
                <a:gd name="connsiteY1342" fmla="*/ 320229 h 577307"/>
                <a:gd name="connsiteX1343" fmla="*/ 530214 w 591813"/>
                <a:gd name="connsiteY1343" fmla="*/ 319892 h 577307"/>
                <a:gd name="connsiteX1344" fmla="*/ 530619 w 591813"/>
                <a:gd name="connsiteY1344" fmla="*/ 319554 h 577307"/>
                <a:gd name="connsiteX1345" fmla="*/ 531001 w 591813"/>
                <a:gd name="connsiteY1345" fmla="*/ 319217 h 577307"/>
                <a:gd name="connsiteX1346" fmla="*/ 531406 w 591813"/>
                <a:gd name="connsiteY1346" fmla="*/ 318880 h 577307"/>
                <a:gd name="connsiteX1347" fmla="*/ 531789 w 591813"/>
                <a:gd name="connsiteY1347" fmla="*/ 318542 h 577307"/>
                <a:gd name="connsiteX1348" fmla="*/ 532193 w 591813"/>
                <a:gd name="connsiteY1348" fmla="*/ 318205 h 577307"/>
                <a:gd name="connsiteX1349" fmla="*/ 532598 w 591813"/>
                <a:gd name="connsiteY1349" fmla="*/ 317913 h 577307"/>
                <a:gd name="connsiteX1350" fmla="*/ 532981 w 591813"/>
                <a:gd name="connsiteY1350" fmla="*/ 317575 h 577307"/>
                <a:gd name="connsiteX1351" fmla="*/ 533385 w 591813"/>
                <a:gd name="connsiteY1351" fmla="*/ 317238 h 577307"/>
                <a:gd name="connsiteX1352" fmla="*/ 533767 w 591813"/>
                <a:gd name="connsiteY1352" fmla="*/ 316901 h 577307"/>
                <a:gd name="connsiteX1353" fmla="*/ 534172 w 591813"/>
                <a:gd name="connsiteY1353" fmla="*/ 316563 h 577307"/>
                <a:gd name="connsiteX1354" fmla="*/ 534555 w 591813"/>
                <a:gd name="connsiteY1354" fmla="*/ 316226 h 577307"/>
                <a:gd name="connsiteX1355" fmla="*/ 534959 w 591813"/>
                <a:gd name="connsiteY1355" fmla="*/ 315911 h 577307"/>
                <a:gd name="connsiteX1356" fmla="*/ 535342 w 591813"/>
                <a:gd name="connsiteY1356" fmla="*/ 315574 h 577307"/>
                <a:gd name="connsiteX1357" fmla="*/ 535747 w 591813"/>
                <a:gd name="connsiteY1357" fmla="*/ 315236 h 577307"/>
                <a:gd name="connsiteX1358" fmla="*/ 536151 w 591813"/>
                <a:gd name="connsiteY1358" fmla="*/ 314899 h 577307"/>
                <a:gd name="connsiteX1359" fmla="*/ 536534 w 591813"/>
                <a:gd name="connsiteY1359" fmla="*/ 314562 h 577307"/>
                <a:gd name="connsiteX1360" fmla="*/ 536939 w 591813"/>
                <a:gd name="connsiteY1360" fmla="*/ 314247 h 577307"/>
                <a:gd name="connsiteX1361" fmla="*/ 537321 w 591813"/>
                <a:gd name="connsiteY1361" fmla="*/ 313910 h 577307"/>
                <a:gd name="connsiteX1362" fmla="*/ 537726 w 591813"/>
                <a:gd name="connsiteY1362" fmla="*/ 313572 h 577307"/>
                <a:gd name="connsiteX1363" fmla="*/ 538108 w 591813"/>
                <a:gd name="connsiteY1363" fmla="*/ 313257 h 577307"/>
                <a:gd name="connsiteX1364" fmla="*/ 538513 w 591813"/>
                <a:gd name="connsiteY1364" fmla="*/ 312920 h 577307"/>
                <a:gd name="connsiteX1365" fmla="*/ 538918 w 591813"/>
                <a:gd name="connsiteY1365" fmla="*/ 312605 h 577307"/>
                <a:gd name="connsiteX1366" fmla="*/ 539300 w 591813"/>
                <a:gd name="connsiteY1366" fmla="*/ 312268 h 577307"/>
                <a:gd name="connsiteX1367" fmla="*/ 539705 w 591813"/>
                <a:gd name="connsiteY1367" fmla="*/ 311953 h 577307"/>
                <a:gd name="connsiteX1368" fmla="*/ 540087 w 591813"/>
                <a:gd name="connsiteY1368" fmla="*/ 311616 h 577307"/>
                <a:gd name="connsiteX1369" fmla="*/ 540492 w 591813"/>
                <a:gd name="connsiteY1369" fmla="*/ 311301 h 577307"/>
                <a:gd name="connsiteX1370" fmla="*/ 540875 w 591813"/>
                <a:gd name="connsiteY1370" fmla="*/ 310963 h 577307"/>
                <a:gd name="connsiteX1371" fmla="*/ 541279 w 591813"/>
                <a:gd name="connsiteY1371" fmla="*/ 310649 h 577307"/>
                <a:gd name="connsiteX1372" fmla="*/ 541661 w 591813"/>
                <a:gd name="connsiteY1372" fmla="*/ 310334 h 577307"/>
                <a:gd name="connsiteX1373" fmla="*/ 542066 w 591813"/>
                <a:gd name="connsiteY1373" fmla="*/ 309996 h 577307"/>
                <a:gd name="connsiteX1374" fmla="*/ 542471 w 591813"/>
                <a:gd name="connsiteY1374" fmla="*/ 309682 h 577307"/>
                <a:gd name="connsiteX1375" fmla="*/ 542853 w 591813"/>
                <a:gd name="connsiteY1375" fmla="*/ 309344 h 577307"/>
                <a:gd name="connsiteX1376" fmla="*/ 543258 w 591813"/>
                <a:gd name="connsiteY1376" fmla="*/ 309029 h 577307"/>
                <a:gd name="connsiteX1377" fmla="*/ 543641 w 591813"/>
                <a:gd name="connsiteY1377" fmla="*/ 308714 h 577307"/>
                <a:gd name="connsiteX1378" fmla="*/ 544045 w 591813"/>
                <a:gd name="connsiteY1378" fmla="*/ 308377 h 577307"/>
                <a:gd name="connsiteX1379" fmla="*/ 544427 w 591813"/>
                <a:gd name="connsiteY1379" fmla="*/ 308062 h 577307"/>
                <a:gd name="connsiteX1380" fmla="*/ 544832 w 591813"/>
                <a:gd name="connsiteY1380" fmla="*/ 307725 h 577307"/>
                <a:gd name="connsiteX1381" fmla="*/ 545215 w 591813"/>
                <a:gd name="connsiteY1381" fmla="*/ 307410 h 577307"/>
                <a:gd name="connsiteX1382" fmla="*/ 545620 w 591813"/>
                <a:gd name="connsiteY1382" fmla="*/ 307095 h 577307"/>
                <a:gd name="connsiteX1383" fmla="*/ 546024 w 591813"/>
                <a:gd name="connsiteY1383" fmla="*/ 306758 h 577307"/>
                <a:gd name="connsiteX1384" fmla="*/ 546407 w 591813"/>
                <a:gd name="connsiteY1384" fmla="*/ 306443 h 577307"/>
                <a:gd name="connsiteX1385" fmla="*/ 546812 w 591813"/>
                <a:gd name="connsiteY1385" fmla="*/ 306128 h 577307"/>
                <a:gd name="connsiteX1386" fmla="*/ 547194 w 591813"/>
                <a:gd name="connsiteY1386" fmla="*/ 305791 h 577307"/>
                <a:gd name="connsiteX1387" fmla="*/ 547599 w 591813"/>
                <a:gd name="connsiteY1387" fmla="*/ 305476 h 577307"/>
                <a:gd name="connsiteX1388" fmla="*/ 547981 w 591813"/>
                <a:gd name="connsiteY1388" fmla="*/ 305161 h 577307"/>
                <a:gd name="connsiteX1389" fmla="*/ 548386 w 591813"/>
                <a:gd name="connsiteY1389" fmla="*/ 304846 h 577307"/>
                <a:gd name="connsiteX1390" fmla="*/ 548768 w 591813"/>
                <a:gd name="connsiteY1390" fmla="*/ 304531 h 577307"/>
                <a:gd name="connsiteX1391" fmla="*/ 549173 w 591813"/>
                <a:gd name="connsiteY1391" fmla="*/ 304217 h 577307"/>
                <a:gd name="connsiteX1392" fmla="*/ 549578 w 591813"/>
                <a:gd name="connsiteY1392" fmla="*/ 303879 h 577307"/>
                <a:gd name="connsiteX1393" fmla="*/ 549960 w 591813"/>
                <a:gd name="connsiteY1393" fmla="*/ 303564 h 577307"/>
                <a:gd name="connsiteX1394" fmla="*/ 550365 w 591813"/>
                <a:gd name="connsiteY1394" fmla="*/ 303249 h 577307"/>
                <a:gd name="connsiteX1395" fmla="*/ 550747 w 591813"/>
                <a:gd name="connsiteY1395" fmla="*/ 302935 h 577307"/>
                <a:gd name="connsiteX1396" fmla="*/ 551152 w 591813"/>
                <a:gd name="connsiteY1396" fmla="*/ 302597 h 577307"/>
                <a:gd name="connsiteX1397" fmla="*/ 551535 w 591813"/>
                <a:gd name="connsiteY1397" fmla="*/ 302282 h 577307"/>
                <a:gd name="connsiteX1398" fmla="*/ 551939 w 591813"/>
                <a:gd name="connsiteY1398" fmla="*/ 301968 h 577307"/>
                <a:gd name="connsiteX1399" fmla="*/ 552321 w 591813"/>
                <a:gd name="connsiteY1399" fmla="*/ 301653 h 577307"/>
                <a:gd name="connsiteX1400" fmla="*/ 552726 w 591813"/>
                <a:gd name="connsiteY1400" fmla="*/ 301338 h 577307"/>
                <a:gd name="connsiteX1401" fmla="*/ 553131 w 591813"/>
                <a:gd name="connsiteY1401" fmla="*/ 301023 h 577307"/>
                <a:gd name="connsiteX1402" fmla="*/ 553513 w 591813"/>
                <a:gd name="connsiteY1402" fmla="*/ 300731 h 577307"/>
                <a:gd name="connsiteX1403" fmla="*/ 553918 w 591813"/>
                <a:gd name="connsiteY1403" fmla="*/ 300416 h 577307"/>
                <a:gd name="connsiteX1404" fmla="*/ 554301 w 591813"/>
                <a:gd name="connsiteY1404" fmla="*/ 300101 h 577307"/>
                <a:gd name="connsiteX1405" fmla="*/ 554705 w 591813"/>
                <a:gd name="connsiteY1405" fmla="*/ 299786 h 577307"/>
                <a:gd name="connsiteX1406" fmla="*/ 555088 w 591813"/>
                <a:gd name="connsiteY1406" fmla="*/ 299494 h 577307"/>
                <a:gd name="connsiteX1407" fmla="*/ 555493 w 591813"/>
                <a:gd name="connsiteY1407" fmla="*/ 299179 h 577307"/>
                <a:gd name="connsiteX1408" fmla="*/ 555897 w 591813"/>
                <a:gd name="connsiteY1408" fmla="*/ 298864 h 577307"/>
                <a:gd name="connsiteX1409" fmla="*/ 556280 w 591813"/>
                <a:gd name="connsiteY1409" fmla="*/ 298549 h 577307"/>
                <a:gd name="connsiteX1410" fmla="*/ 556684 w 591813"/>
                <a:gd name="connsiteY1410" fmla="*/ 298257 h 577307"/>
                <a:gd name="connsiteX1411" fmla="*/ 557067 w 591813"/>
                <a:gd name="connsiteY1411" fmla="*/ 297942 h 577307"/>
                <a:gd name="connsiteX1412" fmla="*/ 557472 w 591813"/>
                <a:gd name="connsiteY1412" fmla="*/ 297627 h 577307"/>
                <a:gd name="connsiteX1413" fmla="*/ 557854 w 591813"/>
                <a:gd name="connsiteY1413" fmla="*/ 297312 h 577307"/>
                <a:gd name="connsiteX1414" fmla="*/ 558259 w 591813"/>
                <a:gd name="connsiteY1414" fmla="*/ 296997 h 577307"/>
                <a:gd name="connsiteX1415" fmla="*/ 558641 w 591813"/>
                <a:gd name="connsiteY1415" fmla="*/ 296683 h 577307"/>
                <a:gd name="connsiteX1416" fmla="*/ 559046 w 591813"/>
                <a:gd name="connsiteY1416" fmla="*/ 296368 h 577307"/>
                <a:gd name="connsiteX1417" fmla="*/ 559450 w 591813"/>
                <a:gd name="connsiteY1417" fmla="*/ 296053 h 577307"/>
                <a:gd name="connsiteX1418" fmla="*/ 559833 w 591813"/>
                <a:gd name="connsiteY1418" fmla="*/ 295738 h 577307"/>
                <a:gd name="connsiteX1419" fmla="*/ 560238 w 591813"/>
                <a:gd name="connsiteY1419" fmla="*/ 295401 h 577307"/>
                <a:gd name="connsiteX1420" fmla="*/ 560620 w 591813"/>
                <a:gd name="connsiteY1420" fmla="*/ 295086 h 577307"/>
                <a:gd name="connsiteX1421" fmla="*/ 561025 w 591813"/>
                <a:gd name="connsiteY1421" fmla="*/ 294771 h 577307"/>
                <a:gd name="connsiteX1422" fmla="*/ 561407 w 591813"/>
                <a:gd name="connsiteY1422" fmla="*/ 294456 h 577307"/>
                <a:gd name="connsiteX1423" fmla="*/ 561812 w 591813"/>
                <a:gd name="connsiteY1423" fmla="*/ 294119 h 577307"/>
                <a:gd name="connsiteX1424" fmla="*/ 562195 w 591813"/>
                <a:gd name="connsiteY1424" fmla="*/ 293804 h 577307"/>
                <a:gd name="connsiteX1425" fmla="*/ 562599 w 591813"/>
                <a:gd name="connsiteY1425" fmla="*/ 293489 h 577307"/>
                <a:gd name="connsiteX1426" fmla="*/ 563004 w 591813"/>
                <a:gd name="connsiteY1426" fmla="*/ 293152 h 577307"/>
                <a:gd name="connsiteX1427" fmla="*/ 563386 w 591813"/>
                <a:gd name="connsiteY1427" fmla="*/ 292837 h 577307"/>
                <a:gd name="connsiteX1428" fmla="*/ 563791 w 591813"/>
                <a:gd name="connsiteY1428" fmla="*/ 292522 h 577307"/>
                <a:gd name="connsiteX1429" fmla="*/ 564173 w 591813"/>
                <a:gd name="connsiteY1429" fmla="*/ 292185 h 577307"/>
                <a:gd name="connsiteX1430" fmla="*/ 564578 w 591813"/>
                <a:gd name="connsiteY1430" fmla="*/ 291870 h 577307"/>
                <a:gd name="connsiteX1431" fmla="*/ 564961 w 591813"/>
                <a:gd name="connsiteY1431" fmla="*/ 291532 h 577307"/>
                <a:gd name="connsiteX1432" fmla="*/ 565365 w 591813"/>
                <a:gd name="connsiteY1432" fmla="*/ 291218 h 577307"/>
                <a:gd name="connsiteX1433" fmla="*/ 565748 w 591813"/>
                <a:gd name="connsiteY1433" fmla="*/ 290880 h 577307"/>
                <a:gd name="connsiteX1434" fmla="*/ 566153 w 591813"/>
                <a:gd name="connsiteY1434" fmla="*/ 290543 h 577307"/>
                <a:gd name="connsiteX1435" fmla="*/ 566557 w 591813"/>
                <a:gd name="connsiteY1435" fmla="*/ 290206 h 577307"/>
                <a:gd name="connsiteX1436" fmla="*/ 566940 w 591813"/>
                <a:gd name="connsiteY1436" fmla="*/ 289868 h 577307"/>
                <a:gd name="connsiteX1437" fmla="*/ 567344 w 591813"/>
                <a:gd name="connsiteY1437" fmla="*/ 289531 h 577307"/>
                <a:gd name="connsiteX1438" fmla="*/ 567727 w 591813"/>
                <a:gd name="connsiteY1438" fmla="*/ 289194 h 577307"/>
                <a:gd name="connsiteX1439" fmla="*/ 568132 w 591813"/>
                <a:gd name="connsiteY1439" fmla="*/ 288834 h 577307"/>
                <a:gd name="connsiteX1440" fmla="*/ 568514 w 591813"/>
                <a:gd name="connsiteY1440" fmla="*/ 288496 h 577307"/>
                <a:gd name="connsiteX1441" fmla="*/ 568919 w 591813"/>
                <a:gd name="connsiteY1441" fmla="*/ 288136 h 577307"/>
                <a:gd name="connsiteX1442" fmla="*/ 569324 w 591813"/>
                <a:gd name="connsiteY1442" fmla="*/ 287777 h 577307"/>
                <a:gd name="connsiteX1443" fmla="*/ 569706 w 591813"/>
                <a:gd name="connsiteY1443" fmla="*/ 287417 h 577307"/>
                <a:gd name="connsiteX1444" fmla="*/ 570111 w 591813"/>
                <a:gd name="connsiteY1444" fmla="*/ 287035 h 577307"/>
                <a:gd name="connsiteX1445" fmla="*/ 570493 w 591813"/>
                <a:gd name="connsiteY1445" fmla="*/ 286652 h 577307"/>
                <a:gd name="connsiteX1446" fmla="*/ 570898 w 591813"/>
                <a:gd name="connsiteY1446" fmla="*/ 286270 h 577307"/>
                <a:gd name="connsiteX1447" fmla="*/ 571280 w 591813"/>
                <a:gd name="connsiteY1447" fmla="*/ 285888 h 577307"/>
                <a:gd name="connsiteX1448" fmla="*/ 571685 w 591813"/>
                <a:gd name="connsiteY1448" fmla="*/ 285505 h 577307"/>
                <a:gd name="connsiteX1449" fmla="*/ 572067 w 591813"/>
                <a:gd name="connsiteY1449" fmla="*/ 285100 h 577307"/>
                <a:gd name="connsiteX1450" fmla="*/ 572472 w 591813"/>
                <a:gd name="connsiteY1450" fmla="*/ 284696 h 577307"/>
                <a:gd name="connsiteX1451" fmla="*/ 572877 w 591813"/>
                <a:gd name="connsiteY1451" fmla="*/ 284268 h 577307"/>
                <a:gd name="connsiteX1452" fmla="*/ 573259 w 591813"/>
                <a:gd name="connsiteY1452" fmla="*/ 283841 h 577307"/>
                <a:gd name="connsiteX1453" fmla="*/ 573664 w 591813"/>
                <a:gd name="connsiteY1453" fmla="*/ 283414 h 577307"/>
                <a:gd name="connsiteX1454" fmla="*/ 574047 w 591813"/>
                <a:gd name="connsiteY1454" fmla="*/ 282964 h 577307"/>
                <a:gd name="connsiteX1455" fmla="*/ 574451 w 591813"/>
                <a:gd name="connsiteY1455" fmla="*/ 282514 h 577307"/>
                <a:gd name="connsiteX1456" fmla="*/ 574833 w 591813"/>
                <a:gd name="connsiteY1456" fmla="*/ 282064 h 577307"/>
                <a:gd name="connsiteX1457" fmla="*/ 575238 w 591813"/>
                <a:gd name="connsiteY1457" fmla="*/ 281592 h 577307"/>
                <a:gd name="connsiteX1458" fmla="*/ 575621 w 591813"/>
                <a:gd name="connsiteY1458" fmla="*/ 281120 h 577307"/>
                <a:gd name="connsiteX1459" fmla="*/ 576025 w 591813"/>
                <a:gd name="connsiteY1459" fmla="*/ 280625 h 577307"/>
                <a:gd name="connsiteX1460" fmla="*/ 576430 w 591813"/>
                <a:gd name="connsiteY1460" fmla="*/ 280108 h 577307"/>
                <a:gd name="connsiteX1461" fmla="*/ 576813 w 591813"/>
                <a:gd name="connsiteY1461" fmla="*/ 279590 h 577307"/>
                <a:gd name="connsiteX1462" fmla="*/ 577217 w 591813"/>
                <a:gd name="connsiteY1462" fmla="*/ 279051 h 577307"/>
                <a:gd name="connsiteX1463" fmla="*/ 577600 w 591813"/>
                <a:gd name="connsiteY1463" fmla="*/ 278488 h 577307"/>
                <a:gd name="connsiteX1464" fmla="*/ 578004 w 591813"/>
                <a:gd name="connsiteY1464" fmla="*/ 277926 h 577307"/>
                <a:gd name="connsiteX1465" fmla="*/ 578387 w 591813"/>
                <a:gd name="connsiteY1465" fmla="*/ 277341 h 577307"/>
                <a:gd name="connsiteX1466" fmla="*/ 578792 w 591813"/>
                <a:gd name="connsiteY1466" fmla="*/ 276734 h 577307"/>
                <a:gd name="connsiteX1467" fmla="*/ 579174 w 591813"/>
                <a:gd name="connsiteY1467" fmla="*/ 276105 h 577307"/>
                <a:gd name="connsiteX1468" fmla="*/ 579579 w 591813"/>
                <a:gd name="connsiteY1468" fmla="*/ 275452 h 577307"/>
                <a:gd name="connsiteX1469" fmla="*/ 579984 w 591813"/>
                <a:gd name="connsiteY1469" fmla="*/ 274778 h 577307"/>
                <a:gd name="connsiteX1470" fmla="*/ 580366 w 591813"/>
                <a:gd name="connsiteY1470" fmla="*/ 274103 h 577307"/>
                <a:gd name="connsiteX1471" fmla="*/ 580771 w 591813"/>
                <a:gd name="connsiteY1471" fmla="*/ 273383 h 577307"/>
                <a:gd name="connsiteX1472" fmla="*/ 581153 w 591813"/>
                <a:gd name="connsiteY1472" fmla="*/ 272619 h 577307"/>
                <a:gd name="connsiteX1473" fmla="*/ 581558 w 591813"/>
                <a:gd name="connsiteY1473" fmla="*/ 271854 h 577307"/>
                <a:gd name="connsiteX1474" fmla="*/ 581940 w 591813"/>
                <a:gd name="connsiteY1474" fmla="*/ 271044 h 577307"/>
                <a:gd name="connsiteX1475" fmla="*/ 582345 w 591813"/>
                <a:gd name="connsiteY1475" fmla="*/ 270190 h 577307"/>
                <a:gd name="connsiteX1476" fmla="*/ 582727 w 591813"/>
                <a:gd name="connsiteY1476" fmla="*/ 269313 h 577307"/>
                <a:gd name="connsiteX1477" fmla="*/ 583132 w 591813"/>
                <a:gd name="connsiteY1477" fmla="*/ 268413 h 577307"/>
                <a:gd name="connsiteX1478" fmla="*/ 583537 w 591813"/>
                <a:gd name="connsiteY1478" fmla="*/ 267446 h 577307"/>
                <a:gd name="connsiteX1479" fmla="*/ 583919 w 591813"/>
                <a:gd name="connsiteY1479" fmla="*/ 266457 h 577307"/>
                <a:gd name="connsiteX1480" fmla="*/ 584324 w 591813"/>
                <a:gd name="connsiteY1480" fmla="*/ 265400 h 577307"/>
                <a:gd name="connsiteX1481" fmla="*/ 584707 w 591813"/>
                <a:gd name="connsiteY1481" fmla="*/ 264320 h 577307"/>
                <a:gd name="connsiteX1482" fmla="*/ 585111 w 591813"/>
                <a:gd name="connsiteY1482" fmla="*/ 263173 h 577307"/>
                <a:gd name="connsiteX1483" fmla="*/ 585493 w 591813"/>
                <a:gd name="connsiteY1483" fmla="*/ 261959 h 577307"/>
                <a:gd name="connsiteX1484" fmla="*/ 585898 w 591813"/>
                <a:gd name="connsiteY1484" fmla="*/ 260699 h 577307"/>
                <a:gd name="connsiteX1485" fmla="*/ 586303 w 591813"/>
                <a:gd name="connsiteY1485" fmla="*/ 259395 h 577307"/>
                <a:gd name="connsiteX1486" fmla="*/ 586686 w 591813"/>
                <a:gd name="connsiteY1486" fmla="*/ 258000 h 577307"/>
                <a:gd name="connsiteX1487" fmla="*/ 587090 w 591813"/>
                <a:gd name="connsiteY1487" fmla="*/ 256539 h 577307"/>
                <a:gd name="connsiteX1488" fmla="*/ 587473 w 591813"/>
                <a:gd name="connsiteY1488" fmla="*/ 255009 h 577307"/>
                <a:gd name="connsiteX1489" fmla="*/ 587878 w 591813"/>
                <a:gd name="connsiteY1489" fmla="*/ 253390 h 577307"/>
                <a:gd name="connsiteX1490" fmla="*/ 588260 w 591813"/>
                <a:gd name="connsiteY1490" fmla="*/ 251681 h 577307"/>
                <a:gd name="connsiteX1491" fmla="*/ 588665 w 591813"/>
                <a:gd name="connsiteY1491" fmla="*/ 249904 h 577307"/>
                <a:gd name="connsiteX1492" fmla="*/ 589047 w 591813"/>
                <a:gd name="connsiteY1492" fmla="*/ 248015 h 577307"/>
                <a:gd name="connsiteX1493" fmla="*/ 589452 w 591813"/>
                <a:gd name="connsiteY1493" fmla="*/ 245946 h 577307"/>
                <a:gd name="connsiteX1494" fmla="*/ 589856 w 591813"/>
                <a:gd name="connsiteY1494" fmla="*/ 243855 h 577307"/>
                <a:gd name="connsiteX1495" fmla="*/ 590239 w 591813"/>
                <a:gd name="connsiteY1495" fmla="*/ 241651 h 577307"/>
                <a:gd name="connsiteX1496" fmla="*/ 590644 w 591813"/>
                <a:gd name="connsiteY1496" fmla="*/ 239334 h 577307"/>
                <a:gd name="connsiteX1497" fmla="*/ 591026 w 591813"/>
                <a:gd name="connsiteY1497" fmla="*/ 236950 h 577307"/>
                <a:gd name="connsiteX1498" fmla="*/ 591431 w 591813"/>
                <a:gd name="connsiteY1498" fmla="*/ 234409 h 577307"/>
                <a:gd name="connsiteX1499" fmla="*/ 591813 w 591813"/>
                <a:gd name="connsiteY1499" fmla="*/ 230788 h 5773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Lst>
              <a:rect l="l" t="t" r="r" b="b"/>
              <a:pathLst>
                <a:path w="591813" h="577307">
                  <a:moveTo>
                    <a:pt x="0" y="71854"/>
                  </a:moveTo>
                  <a:lnTo>
                    <a:pt x="405" y="71337"/>
                  </a:lnTo>
                  <a:lnTo>
                    <a:pt x="787" y="70820"/>
                  </a:lnTo>
                  <a:lnTo>
                    <a:pt x="1191" y="70302"/>
                  </a:lnTo>
                  <a:lnTo>
                    <a:pt x="1574" y="69785"/>
                  </a:lnTo>
                  <a:lnTo>
                    <a:pt x="1979" y="69268"/>
                  </a:lnTo>
                  <a:lnTo>
                    <a:pt x="2383" y="68751"/>
                  </a:lnTo>
                  <a:lnTo>
                    <a:pt x="2766" y="68233"/>
                  </a:lnTo>
                  <a:lnTo>
                    <a:pt x="3171" y="67716"/>
                  </a:lnTo>
                  <a:lnTo>
                    <a:pt x="3553" y="67221"/>
                  </a:lnTo>
                  <a:lnTo>
                    <a:pt x="3958" y="66704"/>
                  </a:lnTo>
                  <a:lnTo>
                    <a:pt x="4340" y="66209"/>
                  </a:lnTo>
                  <a:lnTo>
                    <a:pt x="4745" y="65692"/>
                  </a:lnTo>
                  <a:lnTo>
                    <a:pt x="5150" y="65197"/>
                  </a:lnTo>
                  <a:lnTo>
                    <a:pt x="5532" y="64680"/>
                  </a:lnTo>
                  <a:lnTo>
                    <a:pt x="5937" y="64185"/>
                  </a:lnTo>
                  <a:lnTo>
                    <a:pt x="6319" y="63668"/>
                  </a:lnTo>
                  <a:lnTo>
                    <a:pt x="6724" y="63173"/>
                  </a:lnTo>
                  <a:lnTo>
                    <a:pt x="7107" y="62678"/>
                  </a:lnTo>
                  <a:lnTo>
                    <a:pt x="7511" y="62161"/>
                  </a:lnTo>
                  <a:lnTo>
                    <a:pt x="7893" y="61666"/>
                  </a:lnTo>
                  <a:lnTo>
                    <a:pt x="8299" y="61172"/>
                  </a:lnTo>
                  <a:lnTo>
                    <a:pt x="8703" y="60677"/>
                  </a:lnTo>
                  <a:lnTo>
                    <a:pt x="9085" y="60160"/>
                  </a:lnTo>
                  <a:lnTo>
                    <a:pt x="9491" y="59665"/>
                  </a:lnTo>
                  <a:lnTo>
                    <a:pt x="9873" y="59170"/>
                  </a:lnTo>
                  <a:lnTo>
                    <a:pt x="10277" y="58675"/>
                  </a:lnTo>
                  <a:lnTo>
                    <a:pt x="10660" y="58203"/>
                  </a:lnTo>
                  <a:lnTo>
                    <a:pt x="11065" y="57708"/>
                  </a:lnTo>
                  <a:lnTo>
                    <a:pt x="11447" y="57213"/>
                  </a:lnTo>
                  <a:lnTo>
                    <a:pt x="11852" y="56719"/>
                  </a:lnTo>
                  <a:lnTo>
                    <a:pt x="12257" y="56224"/>
                  </a:lnTo>
                  <a:lnTo>
                    <a:pt x="12639" y="55752"/>
                  </a:lnTo>
                  <a:lnTo>
                    <a:pt x="13044" y="55257"/>
                  </a:lnTo>
                  <a:lnTo>
                    <a:pt x="13426" y="54785"/>
                  </a:lnTo>
                  <a:lnTo>
                    <a:pt x="13831" y="54290"/>
                  </a:lnTo>
                  <a:lnTo>
                    <a:pt x="14213" y="53818"/>
                  </a:lnTo>
                  <a:lnTo>
                    <a:pt x="14618" y="53345"/>
                  </a:lnTo>
                  <a:lnTo>
                    <a:pt x="15000" y="52873"/>
                  </a:lnTo>
                  <a:lnTo>
                    <a:pt x="15405" y="52401"/>
                  </a:lnTo>
                  <a:lnTo>
                    <a:pt x="15810" y="51928"/>
                  </a:lnTo>
                  <a:lnTo>
                    <a:pt x="16192" y="51479"/>
                  </a:lnTo>
                  <a:lnTo>
                    <a:pt x="16597" y="51006"/>
                  </a:lnTo>
                  <a:lnTo>
                    <a:pt x="16979" y="50557"/>
                  </a:lnTo>
                  <a:lnTo>
                    <a:pt x="17384" y="50107"/>
                  </a:lnTo>
                  <a:lnTo>
                    <a:pt x="17767" y="49657"/>
                  </a:lnTo>
                  <a:lnTo>
                    <a:pt x="18171" y="49207"/>
                  </a:lnTo>
                  <a:lnTo>
                    <a:pt x="18576" y="48757"/>
                  </a:lnTo>
                  <a:lnTo>
                    <a:pt x="18959" y="48330"/>
                  </a:lnTo>
                  <a:lnTo>
                    <a:pt x="19363" y="47880"/>
                  </a:lnTo>
                  <a:lnTo>
                    <a:pt x="19745" y="47453"/>
                  </a:lnTo>
                  <a:lnTo>
                    <a:pt x="20151" y="47048"/>
                  </a:lnTo>
                  <a:lnTo>
                    <a:pt x="20533" y="46621"/>
                  </a:lnTo>
                  <a:lnTo>
                    <a:pt x="20937" y="46216"/>
                  </a:lnTo>
                  <a:lnTo>
                    <a:pt x="21320" y="45811"/>
                  </a:lnTo>
                  <a:lnTo>
                    <a:pt x="21725" y="45406"/>
                  </a:lnTo>
                  <a:lnTo>
                    <a:pt x="22129" y="45002"/>
                  </a:lnTo>
                  <a:lnTo>
                    <a:pt x="22512" y="44619"/>
                  </a:lnTo>
                  <a:lnTo>
                    <a:pt x="22917" y="44259"/>
                  </a:lnTo>
                  <a:lnTo>
                    <a:pt x="23299" y="43877"/>
                  </a:lnTo>
                  <a:lnTo>
                    <a:pt x="23704" y="43517"/>
                  </a:lnTo>
                  <a:lnTo>
                    <a:pt x="24086" y="43158"/>
                  </a:lnTo>
                  <a:lnTo>
                    <a:pt x="24491" y="42820"/>
                  </a:lnTo>
                  <a:lnTo>
                    <a:pt x="24873" y="42483"/>
                  </a:lnTo>
                  <a:lnTo>
                    <a:pt x="25278" y="42145"/>
                  </a:lnTo>
                  <a:lnTo>
                    <a:pt x="25683" y="41808"/>
                  </a:lnTo>
                  <a:lnTo>
                    <a:pt x="26065" y="41493"/>
                  </a:lnTo>
                  <a:lnTo>
                    <a:pt x="26470" y="41201"/>
                  </a:lnTo>
                  <a:lnTo>
                    <a:pt x="26852" y="40886"/>
                  </a:lnTo>
                  <a:lnTo>
                    <a:pt x="27257" y="40616"/>
                  </a:lnTo>
                  <a:lnTo>
                    <a:pt x="27639" y="40324"/>
                  </a:lnTo>
                  <a:lnTo>
                    <a:pt x="28044" y="40054"/>
                  </a:lnTo>
                  <a:lnTo>
                    <a:pt x="28427" y="39807"/>
                  </a:lnTo>
                  <a:lnTo>
                    <a:pt x="28831" y="39537"/>
                  </a:lnTo>
                  <a:lnTo>
                    <a:pt x="29236" y="39312"/>
                  </a:lnTo>
                  <a:lnTo>
                    <a:pt x="29619" y="39087"/>
                  </a:lnTo>
                  <a:lnTo>
                    <a:pt x="30023" y="38862"/>
                  </a:lnTo>
                  <a:lnTo>
                    <a:pt x="30405" y="38637"/>
                  </a:lnTo>
                  <a:lnTo>
                    <a:pt x="30811" y="38435"/>
                  </a:lnTo>
                  <a:lnTo>
                    <a:pt x="31193" y="38255"/>
                  </a:lnTo>
                  <a:lnTo>
                    <a:pt x="31597" y="38052"/>
                  </a:lnTo>
                  <a:lnTo>
                    <a:pt x="31980" y="37872"/>
                  </a:lnTo>
                  <a:lnTo>
                    <a:pt x="32385" y="37715"/>
                  </a:lnTo>
                  <a:lnTo>
                    <a:pt x="32789" y="37535"/>
                  </a:lnTo>
                  <a:lnTo>
                    <a:pt x="33172" y="37378"/>
                  </a:lnTo>
                  <a:lnTo>
                    <a:pt x="33577" y="37220"/>
                  </a:lnTo>
                  <a:lnTo>
                    <a:pt x="33959" y="37063"/>
                  </a:lnTo>
                  <a:lnTo>
                    <a:pt x="34364" y="36905"/>
                  </a:lnTo>
                  <a:lnTo>
                    <a:pt x="34746" y="36748"/>
                  </a:lnTo>
                  <a:lnTo>
                    <a:pt x="35151" y="36613"/>
                  </a:lnTo>
                  <a:lnTo>
                    <a:pt x="35556" y="36456"/>
                  </a:lnTo>
                  <a:lnTo>
                    <a:pt x="35938" y="36321"/>
                  </a:lnTo>
                  <a:lnTo>
                    <a:pt x="36343" y="36186"/>
                  </a:lnTo>
                  <a:lnTo>
                    <a:pt x="36725" y="36051"/>
                  </a:lnTo>
                  <a:lnTo>
                    <a:pt x="37130" y="35916"/>
                  </a:lnTo>
                  <a:lnTo>
                    <a:pt x="37512" y="35781"/>
                  </a:lnTo>
                  <a:lnTo>
                    <a:pt x="37917" y="35646"/>
                  </a:lnTo>
                  <a:lnTo>
                    <a:pt x="38299" y="35511"/>
                  </a:lnTo>
                  <a:lnTo>
                    <a:pt x="38704" y="35376"/>
                  </a:lnTo>
                  <a:lnTo>
                    <a:pt x="39109" y="35241"/>
                  </a:lnTo>
                  <a:lnTo>
                    <a:pt x="39491" y="35106"/>
                  </a:lnTo>
                  <a:lnTo>
                    <a:pt x="39897" y="34971"/>
                  </a:lnTo>
                  <a:lnTo>
                    <a:pt x="40279" y="34836"/>
                  </a:lnTo>
                  <a:lnTo>
                    <a:pt x="40683" y="34701"/>
                  </a:lnTo>
                  <a:lnTo>
                    <a:pt x="41065" y="34544"/>
                  </a:lnTo>
                  <a:lnTo>
                    <a:pt x="41471" y="34409"/>
                  </a:lnTo>
                  <a:lnTo>
                    <a:pt x="41853" y="34274"/>
                  </a:lnTo>
                  <a:lnTo>
                    <a:pt x="42257" y="34117"/>
                  </a:lnTo>
                  <a:lnTo>
                    <a:pt x="42663" y="33959"/>
                  </a:lnTo>
                  <a:lnTo>
                    <a:pt x="43045" y="33824"/>
                  </a:lnTo>
                  <a:lnTo>
                    <a:pt x="43449" y="33667"/>
                  </a:lnTo>
                  <a:lnTo>
                    <a:pt x="43832" y="33509"/>
                  </a:lnTo>
                  <a:lnTo>
                    <a:pt x="44214" y="33330"/>
                  </a:lnTo>
                  <a:lnTo>
                    <a:pt x="44619" y="33172"/>
                  </a:lnTo>
                  <a:lnTo>
                    <a:pt x="45024" y="33015"/>
                  </a:lnTo>
                  <a:lnTo>
                    <a:pt x="45384" y="32857"/>
                  </a:lnTo>
                  <a:lnTo>
                    <a:pt x="45811" y="32677"/>
                  </a:lnTo>
                  <a:lnTo>
                    <a:pt x="46193" y="32520"/>
                  </a:lnTo>
                  <a:lnTo>
                    <a:pt x="46576" y="32340"/>
                  </a:lnTo>
                  <a:lnTo>
                    <a:pt x="46980" y="32160"/>
                  </a:lnTo>
                  <a:lnTo>
                    <a:pt x="47363" y="31980"/>
                  </a:lnTo>
                  <a:lnTo>
                    <a:pt x="47768" y="31800"/>
                  </a:lnTo>
                  <a:lnTo>
                    <a:pt x="48150" y="31620"/>
                  </a:lnTo>
                  <a:lnTo>
                    <a:pt x="48555" y="31418"/>
                  </a:lnTo>
                  <a:lnTo>
                    <a:pt x="48959" y="31238"/>
                  </a:lnTo>
                  <a:lnTo>
                    <a:pt x="49342" y="31036"/>
                  </a:lnTo>
                  <a:lnTo>
                    <a:pt x="49747" y="30833"/>
                  </a:lnTo>
                  <a:lnTo>
                    <a:pt x="50129" y="30631"/>
                  </a:lnTo>
                  <a:lnTo>
                    <a:pt x="50534" y="30428"/>
                  </a:lnTo>
                  <a:lnTo>
                    <a:pt x="50916" y="30226"/>
                  </a:lnTo>
                  <a:lnTo>
                    <a:pt x="51321" y="30024"/>
                  </a:lnTo>
                  <a:lnTo>
                    <a:pt x="51704" y="29799"/>
                  </a:lnTo>
                  <a:lnTo>
                    <a:pt x="52108" y="29596"/>
                  </a:lnTo>
                  <a:lnTo>
                    <a:pt x="52513" y="29371"/>
                  </a:lnTo>
                  <a:lnTo>
                    <a:pt x="52895" y="29146"/>
                  </a:lnTo>
                  <a:lnTo>
                    <a:pt x="53300" y="28922"/>
                  </a:lnTo>
                  <a:lnTo>
                    <a:pt x="53682" y="28697"/>
                  </a:lnTo>
                  <a:lnTo>
                    <a:pt x="54087" y="28472"/>
                  </a:lnTo>
                  <a:lnTo>
                    <a:pt x="54470" y="28247"/>
                  </a:lnTo>
                  <a:lnTo>
                    <a:pt x="54874" y="28000"/>
                  </a:lnTo>
                  <a:lnTo>
                    <a:pt x="55257" y="27775"/>
                  </a:lnTo>
                  <a:lnTo>
                    <a:pt x="55662" y="27527"/>
                  </a:lnTo>
                  <a:lnTo>
                    <a:pt x="56066" y="27280"/>
                  </a:lnTo>
                  <a:lnTo>
                    <a:pt x="56449" y="27055"/>
                  </a:lnTo>
                  <a:lnTo>
                    <a:pt x="56853" y="26808"/>
                  </a:lnTo>
                  <a:lnTo>
                    <a:pt x="57236" y="26560"/>
                  </a:lnTo>
                  <a:lnTo>
                    <a:pt x="57641" y="26313"/>
                  </a:lnTo>
                  <a:lnTo>
                    <a:pt x="58023" y="26065"/>
                  </a:lnTo>
                  <a:lnTo>
                    <a:pt x="58428" y="25818"/>
                  </a:lnTo>
                  <a:lnTo>
                    <a:pt x="58810" y="25548"/>
                  </a:lnTo>
                  <a:lnTo>
                    <a:pt x="59215" y="25301"/>
                  </a:lnTo>
                  <a:lnTo>
                    <a:pt x="59619" y="25031"/>
                  </a:lnTo>
                  <a:lnTo>
                    <a:pt x="60002" y="24784"/>
                  </a:lnTo>
                  <a:lnTo>
                    <a:pt x="60407" y="24514"/>
                  </a:lnTo>
                  <a:lnTo>
                    <a:pt x="60789" y="24244"/>
                  </a:lnTo>
                  <a:lnTo>
                    <a:pt x="61194" y="23974"/>
                  </a:lnTo>
                  <a:lnTo>
                    <a:pt x="61576" y="23682"/>
                  </a:lnTo>
                  <a:lnTo>
                    <a:pt x="61981" y="23412"/>
                  </a:lnTo>
                  <a:lnTo>
                    <a:pt x="62364" y="23142"/>
                  </a:lnTo>
                  <a:lnTo>
                    <a:pt x="62768" y="22872"/>
                  </a:lnTo>
                  <a:lnTo>
                    <a:pt x="63173" y="22580"/>
                  </a:lnTo>
                  <a:lnTo>
                    <a:pt x="63555" y="22310"/>
                  </a:lnTo>
                  <a:lnTo>
                    <a:pt x="63960" y="22040"/>
                  </a:lnTo>
                  <a:lnTo>
                    <a:pt x="64342" y="21747"/>
                  </a:lnTo>
                  <a:lnTo>
                    <a:pt x="64747" y="21478"/>
                  </a:lnTo>
                  <a:lnTo>
                    <a:pt x="65130" y="21185"/>
                  </a:lnTo>
                  <a:lnTo>
                    <a:pt x="65534" y="20915"/>
                  </a:lnTo>
                  <a:lnTo>
                    <a:pt x="65939" y="20623"/>
                  </a:lnTo>
                  <a:lnTo>
                    <a:pt x="66322" y="20353"/>
                  </a:lnTo>
                  <a:lnTo>
                    <a:pt x="66726" y="20061"/>
                  </a:lnTo>
                  <a:lnTo>
                    <a:pt x="67109" y="19791"/>
                  </a:lnTo>
                  <a:lnTo>
                    <a:pt x="67513" y="19498"/>
                  </a:lnTo>
                  <a:lnTo>
                    <a:pt x="67896" y="19206"/>
                  </a:lnTo>
                  <a:lnTo>
                    <a:pt x="68301" y="18936"/>
                  </a:lnTo>
                  <a:lnTo>
                    <a:pt x="68683" y="18644"/>
                  </a:lnTo>
                  <a:lnTo>
                    <a:pt x="69088" y="18351"/>
                  </a:lnTo>
                  <a:lnTo>
                    <a:pt x="69493" y="18059"/>
                  </a:lnTo>
                  <a:lnTo>
                    <a:pt x="69875" y="17789"/>
                  </a:lnTo>
                  <a:lnTo>
                    <a:pt x="70280" y="17497"/>
                  </a:lnTo>
                  <a:lnTo>
                    <a:pt x="70662" y="17205"/>
                  </a:lnTo>
                  <a:lnTo>
                    <a:pt x="71067" y="16912"/>
                  </a:lnTo>
                  <a:lnTo>
                    <a:pt x="71449" y="16620"/>
                  </a:lnTo>
                  <a:lnTo>
                    <a:pt x="71854" y="16327"/>
                  </a:lnTo>
                  <a:lnTo>
                    <a:pt x="72236" y="16035"/>
                  </a:lnTo>
                  <a:lnTo>
                    <a:pt x="72641" y="15720"/>
                  </a:lnTo>
                  <a:lnTo>
                    <a:pt x="73046" y="15428"/>
                  </a:lnTo>
                  <a:lnTo>
                    <a:pt x="73428" y="15135"/>
                  </a:lnTo>
                  <a:lnTo>
                    <a:pt x="73833" y="14843"/>
                  </a:lnTo>
                  <a:lnTo>
                    <a:pt x="74216" y="14551"/>
                  </a:lnTo>
                  <a:lnTo>
                    <a:pt x="74620" y="14236"/>
                  </a:lnTo>
                  <a:lnTo>
                    <a:pt x="75002" y="13944"/>
                  </a:lnTo>
                  <a:lnTo>
                    <a:pt x="75407" y="13651"/>
                  </a:lnTo>
                  <a:lnTo>
                    <a:pt x="75790" y="13336"/>
                  </a:lnTo>
                  <a:lnTo>
                    <a:pt x="76194" y="13044"/>
                  </a:lnTo>
                  <a:lnTo>
                    <a:pt x="76599" y="12752"/>
                  </a:lnTo>
                  <a:lnTo>
                    <a:pt x="76982" y="12459"/>
                  </a:lnTo>
                  <a:lnTo>
                    <a:pt x="77386" y="12167"/>
                  </a:lnTo>
                  <a:lnTo>
                    <a:pt x="77769" y="11874"/>
                  </a:lnTo>
                  <a:lnTo>
                    <a:pt x="78173" y="11582"/>
                  </a:lnTo>
                  <a:lnTo>
                    <a:pt x="78556" y="11267"/>
                  </a:lnTo>
                  <a:lnTo>
                    <a:pt x="78961" y="10975"/>
                  </a:lnTo>
                  <a:lnTo>
                    <a:pt x="79343" y="10683"/>
                  </a:lnTo>
                  <a:lnTo>
                    <a:pt x="79748" y="10390"/>
                  </a:lnTo>
                  <a:lnTo>
                    <a:pt x="80153" y="10098"/>
                  </a:lnTo>
                  <a:lnTo>
                    <a:pt x="80535" y="9805"/>
                  </a:lnTo>
                  <a:lnTo>
                    <a:pt x="80940" y="9536"/>
                  </a:lnTo>
                  <a:lnTo>
                    <a:pt x="81322" y="9243"/>
                  </a:lnTo>
                  <a:lnTo>
                    <a:pt x="81727" y="8951"/>
                  </a:lnTo>
                  <a:lnTo>
                    <a:pt x="82109" y="8658"/>
                  </a:lnTo>
                  <a:lnTo>
                    <a:pt x="82514" y="8389"/>
                  </a:lnTo>
                  <a:lnTo>
                    <a:pt x="82919" y="8096"/>
                  </a:lnTo>
                  <a:lnTo>
                    <a:pt x="83301" y="7826"/>
                  </a:lnTo>
                  <a:lnTo>
                    <a:pt x="83706" y="7557"/>
                  </a:lnTo>
                  <a:lnTo>
                    <a:pt x="84088" y="7264"/>
                  </a:lnTo>
                  <a:lnTo>
                    <a:pt x="84493" y="6994"/>
                  </a:lnTo>
                  <a:lnTo>
                    <a:pt x="84876" y="6724"/>
                  </a:lnTo>
                  <a:lnTo>
                    <a:pt x="85280" y="6454"/>
                  </a:lnTo>
                  <a:lnTo>
                    <a:pt x="85662" y="6185"/>
                  </a:lnTo>
                  <a:lnTo>
                    <a:pt x="86067" y="5915"/>
                  </a:lnTo>
                  <a:lnTo>
                    <a:pt x="86472" y="5645"/>
                  </a:lnTo>
                  <a:lnTo>
                    <a:pt x="86854" y="5375"/>
                  </a:lnTo>
                  <a:lnTo>
                    <a:pt x="87259" y="5128"/>
                  </a:lnTo>
                  <a:lnTo>
                    <a:pt x="87642" y="4858"/>
                  </a:lnTo>
                  <a:lnTo>
                    <a:pt x="88047" y="4610"/>
                  </a:lnTo>
                  <a:lnTo>
                    <a:pt x="88429" y="4363"/>
                  </a:lnTo>
                  <a:lnTo>
                    <a:pt x="88834" y="4116"/>
                  </a:lnTo>
                  <a:lnTo>
                    <a:pt x="89216" y="3891"/>
                  </a:lnTo>
                  <a:lnTo>
                    <a:pt x="89621" y="3643"/>
                  </a:lnTo>
                  <a:lnTo>
                    <a:pt x="90025" y="3418"/>
                  </a:lnTo>
                  <a:lnTo>
                    <a:pt x="90408" y="3194"/>
                  </a:lnTo>
                  <a:lnTo>
                    <a:pt x="90813" y="2969"/>
                  </a:lnTo>
                  <a:lnTo>
                    <a:pt x="91195" y="2744"/>
                  </a:lnTo>
                  <a:lnTo>
                    <a:pt x="91600" y="2541"/>
                  </a:lnTo>
                  <a:lnTo>
                    <a:pt x="91982" y="2339"/>
                  </a:lnTo>
                  <a:lnTo>
                    <a:pt x="92387" y="2137"/>
                  </a:lnTo>
                  <a:lnTo>
                    <a:pt x="92770" y="1934"/>
                  </a:lnTo>
                  <a:lnTo>
                    <a:pt x="93174" y="1754"/>
                  </a:lnTo>
                  <a:lnTo>
                    <a:pt x="93579" y="1574"/>
                  </a:lnTo>
                  <a:lnTo>
                    <a:pt x="93961" y="1394"/>
                  </a:lnTo>
                  <a:lnTo>
                    <a:pt x="94366" y="1237"/>
                  </a:lnTo>
                  <a:lnTo>
                    <a:pt x="94748" y="1079"/>
                  </a:lnTo>
                  <a:lnTo>
                    <a:pt x="95153" y="945"/>
                  </a:lnTo>
                  <a:lnTo>
                    <a:pt x="95536" y="787"/>
                  </a:lnTo>
                  <a:lnTo>
                    <a:pt x="95940" y="675"/>
                  </a:lnTo>
                  <a:lnTo>
                    <a:pt x="96345" y="540"/>
                  </a:lnTo>
                  <a:lnTo>
                    <a:pt x="96727" y="427"/>
                  </a:lnTo>
                  <a:lnTo>
                    <a:pt x="97132" y="337"/>
                  </a:lnTo>
                  <a:lnTo>
                    <a:pt x="97515" y="247"/>
                  </a:lnTo>
                  <a:lnTo>
                    <a:pt x="97919" y="180"/>
                  </a:lnTo>
                  <a:lnTo>
                    <a:pt x="98302" y="112"/>
                  </a:lnTo>
                  <a:lnTo>
                    <a:pt x="98707" y="67"/>
                  </a:lnTo>
                  <a:lnTo>
                    <a:pt x="99089" y="22"/>
                  </a:lnTo>
                  <a:lnTo>
                    <a:pt x="99494" y="0"/>
                  </a:lnTo>
                  <a:lnTo>
                    <a:pt x="99899" y="0"/>
                  </a:lnTo>
                  <a:lnTo>
                    <a:pt x="100281" y="0"/>
                  </a:lnTo>
                  <a:lnTo>
                    <a:pt x="100685" y="22"/>
                  </a:lnTo>
                  <a:lnTo>
                    <a:pt x="101068" y="67"/>
                  </a:lnTo>
                  <a:lnTo>
                    <a:pt x="101473" y="135"/>
                  </a:lnTo>
                  <a:lnTo>
                    <a:pt x="101855" y="202"/>
                  </a:lnTo>
                  <a:lnTo>
                    <a:pt x="102260" y="292"/>
                  </a:lnTo>
                  <a:lnTo>
                    <a:pt x="102642" y="405"/>
                  </a:lnTo>
                  <a:lnTo>
                    <a:pt x="103047" y="540"/>
                  </a:lnTo>
                  <a:lnTo>
                    <a:pt x="103452" y="697"/>
                  </a:lnTo>
                  <a:lnTo>
                    <a:pt x="103834" y="855"/>
                  </a:lnTo>
                  <a:lnTo>
                    <a:pt x="104239" y="1035"/>
                  </a:lnTo>
                  <a:lnTo>
                    <a:pt x="104621" y="1237"/>
                  </a:lnTo>
                  <a:lnTo>
                    <a:pt x="105026" y="1462"/>
                  </a:lnTo>
                  <a:lnTo>
                    <a:pt x="105408" y="1709"/>
                  </a:lnTo>
                  <a:lnTo>
                    <a:pt x="105813" y="1979"/>
                  </a:lnTo>
                  <a:lnTo>
                    <a:pt x="106196" y="2271"/>
                  </a:lnTo>
                  <a:lnTo>
                    <a:pt x="106600" y="2564"/>
                  </a:lnTo>
                  <a:lnTo>
                    <a:pt x="107005" y="2901"/>
                  </a:lnTo>
                  <a:lnTo>
                    <a:pt x="107388" y="3239"/>
                  </a:lnTo>
                  <a:lnTo>
                    <a:pt x="107792" y="3621"/>
                  </a:lnTo>
                  <a:lnTo>
                    <a:pt x="108175" y="4003"/>
                  </a:lnTo>
                  <a:lnTo>
                    <a:pt x="108579" y="4430"/>
                  </a:lnTo>
                  <a:lnTo>
                    <a:pt x="108962" y="4880"/>
                  </a:lnTo>
                  <a:lnTo>
                    <a:pt x="109367" y="5330"/>
                  </a:lnTo>
                  <a:lnTo>
                    <a:pt x="109749" y="5825"/>
                  </a:lnTo>
                  <a:lnTo>
                    <a:pt x="110154" y="6342"/>
                  </a:lnTo>
                  <a:lnTo>
                    <a:pt x="110559" y="6882"/>
                  </a:lnTo>
                  <a:lnTo>
                    <a:pt x="110941" y="7467"/>
                  </a:lnTo>
                  <a:lnTo>
                    <a:pt x="111345" y="8051"/>
                  </a:lnTo>
                  <a:lnTo>
                    <a:pt x="111728" y="8681"/>
                  </a:lnTo>
                  <a:lnTo>
                    <a:pt x="112133" y="9333"/>
                  </a:lnTo>
                  <a:lnTo>
                    <a:pt x="112515" y="10008"/>
                  </a:lnTo>
                  <a:lnTo>
                    <a:pt x="112920" y="10705"/>
                  </a:lnTo>
                  <a:lnTo>
                    <a:pt x="113325" y="11425"/>
                  </a:lnTo>
                  <a:lnTo>
                    <a:pt x="113707" y="12189"/>
                  </a:lnTo>
                  <a:lnTo>
                    <a:pt x="114112" y="12976"/>
                  </a:lnTo>
                  <a:lnTo>
                    <a:pt x="114494" y="13786"/>
                  </a:lnTo>
                  <a:lnTo>
                    <a:pt x="114899" y="14641"/>
                  </a:lnTo>
                  <a:lnTo>
                    <a:pt x="115281" y="15518"/>
                  </a:lnTo>
                  <a:lnTo>
                    <a:pt x="115686" y="16417"/>
                  </a:lnTo>
                  <a:lnTo>
                    <a:pt x="116068" y="17339"/>
                  </a:lnTo>
                  <a:lnTo>
                    <a:pt x="116473" y="18307"/>
                  </a:lnTo>
                  <a:lnTo>
                    <a:pt x="116878" y="19296"/>
                  </a:lnTo>
                  <a:lnTo>
                    <a:pt x="117260" y="20308"/>
                  </a:lnTo>
                  <a:lnTo>
                    <a:pt x="117665" y="21365"/>
                  </a:lnTo>
                  <a:lnTo>
                    <a:pt x="118048" y="22422"/>
                  </a:lnTo>
                  <a:lnTo>
                    <a:pt x="118452" y="23547"/>
                  </a:lnTo>
                  <a:lnTo>
                    <a:pt x="118835" y="24671"/>
                  </a:lnTo>
                  <a:lnTo>
                    <a:pt x="119239" y="25841"/>
                  </a:lnTo>
                  <a:lnTo>
                    <a:pt x="119622" y="27032"/>
                  </a:lnTo>
                  <a:lnTo>
                    <a:pt x="120027" y="28247"/>
                  </a:lnTo>
                  <a:lnTo>
                    <a:pt x="120431" y="29506"/>
                  </a:lnTo>
                  <a:lnTo>
                    <a:pt x="120814" y="30788"/>
                  </a:lnTo>
                  <a:lnTo>
                    <a:pt x="121219" y="32093"/>
                  </a:lnTo>
                  <a:lnTo>
                    <a:pt x="121601" y="33442"/>
                  </a:lnTo>
                  <a:lnTo>
                    <a:pt x="122006" y="34791"/>
                  </a:lnTo>
                  <a:lnTo>
                    <a:pt x="122388" y="36186"/>
                  </a:lnTo>
                  <a:lnTo>
                    <a:pt x="122793" y="37625"/>
                  </a:lnTo>
                  <a:lnTo>
                    <a:pt x="123175" y="39064"/>
                  </a:lnTo>
                  <a:lnTo>
                    <a:pt x="123580" y="40549"/>
                  </a:lnTo>
                  <a:lnTo>
                    <a:pt x="123985" y="42056"/>
                  </a:lnTo>
                  <a:lnTo>
                    <a:pt x="124367" y="43585"/>
                  </a:lnTo>
                  <a:lnTo>
                    <a:pt x="124772" y="45137"/>
                  </a:lnTo>
                  <a:lnTo>
                    <a:pt x="125154" y="46711"/>
                  </a:lnTo>
                  <a:lnTo>
                    <a:pt x="125559" y="48330"/>
                  </a:lnTo>
                  <a:lnTo>
                    <a:pt x="125942" y="49949"/>
                  </a:lnTo>
                  <a:lnTo>
                    <a:pt x="126346" y="51614"/>
                  </a:lnTo>
                  <a:lnTo>
                    <a:pt x="126751" y="53300"/>
                  </a:lnTo>
                  <a:lnTo>
                    <a:pt x="127133" y="55010"/>
                  </a:lnTo>
                  <a:lnTo>
                    <a:pt x="127538" y="56741"/>
                  </a:lnTo>
                  <a:lnTo>
                    <a:pt x="127920" y="58495"/>
                  </a:lnTo>
                  <a:lnTo>
                    <a:pt x="128325" y="60272"/>
                  </a:lnTo>
                  <a:lnTo>
                    <a:pt x="128708" y="62071"/>
                  </a:lnTo>
                  <a:lnTo>
                    <a:pt x="129113" y="63893"/>
                  </a:lnTo>
                  <a:lnTo>
                    <a:pt x="129495" y="65737"/>
                  </a:lnTo>
                  <a:lnTo>
                    <a:pt x="129899" y="67604"/>
                  </a:lnTo>
                  <a:lnTo>
                    <a:pt x="130305" y="69515"/>
                  </a:lnTo>
                  <a:lnTo>
                    <a:pt x="130687" y="71427"/>
                  </a:lnTo>
                  <a:lnTo>
                    <a:pt x="131091" y="73361"/>
                  </a:lnTo>
                  <a:lnTo>
                    <a:pt x="131474" y="75318"/>
                  </a:lnTo>
                  <a:lnTo>
                    <a:pt x="131879" y="77297"/>
                  </a:lnTo>
                  <a:lnTo>
                    <a:pt x="132261" y="79276"/>
                  </a:lnTo>
                  <a:lnTo>
                    <a:pt x="132666" y="81277"/>
                  </a:lnTo>
                  <a:lnTo>
                    <a:pt x="133048" y="83324"/>
                  </a:lnTo>
                  <a:lnTo>
                    <a:pt x="133453" y="85370"/>
                  </a:lnTo>
                  <a:lnTo>
                    <a:pt x="133858" y="87462"/>
                  </a:lnTo>
                  <a:lnTo>
                    <a:pt x="134240" y="89553"/>
                  </a:lnTo>
                  <a:lnTo>
                    <a:pt x="134645" y="91668"/>
                  </a:lnTo>
                  <a:lnTo>
                    <a:pt x="135027" y="93782"/>
                  </a:lnTo>
                  <a:lnTo>
                    <a:pt x="135432" y="95941"/>
                  </a:lnTo>
                  <a:lnTo>
                    <a:pt x="135814" y="98100"/>
                  </a:lnTo>
                  <a:lnTo>
                    <a:pt x="136219" y="100281"/>
                  </a:lnTo>
                  <a:lnTo>
                    <a:pt x="136602" y="102485"/>
                  </a:lnTo>
                  <a:lnTo>
                    <a:pt x="137006" y="104689"/>
                  </a:lnTo>
                  <a:lnTo>
                    <a:pt x="137411" y="106915"/>
                  </a:lnTo>
                  <a:lnTo>
                    <a:pt x="137793" y="109164"/>
                  </a:lnTo>
                  <a:lnTo>
                    <a:pt x="138198" y="111413"/>
                  </a:lnTo>
                  <a:lnTo>
                    <a:pt x="138581" y="113685"/>
                  </a:lnTo>
                  <a:lnTo>
                    <a:pt x="138985" y="115979"/>
                  </a:lnTo>
                  <a:lnTo>
                    <a:pt x="139368" y="118273"/>
                  </a:lnTo>
                  <a:lnTo>
                    <a:pt x="139773" y="120567"/>
                  </a:lnTo>
                  <a:lnTo>
                    <a:pt x="140155" y="122906"/>
                  </a:lnTo>
                  <a:lnTo>
                    <a:pt x="140560" y="125244"/>
                  </a:lnTo>
                  <a:lnTo>
                    <a:pt x="140965" y="127583"/>
                  </a:lnTo>
                  <a:lnTo>
                    <a:pt x="141347" y="129945"/>
                  </a:lnTo>
                  <a:lnTo>
                    <a:pt x="141751" y="132306"/>
                  </a:lnTo>
                  <a:lnTo>
                    <a:pt x="142134" y="134690"/>
                  </a:lnTo>
                  <a:lnTo>
                    <a:pt x="142539" y="137074"/>
                  </a:lnTo>
                  <a:lnTo>
                    <a:pt x="142921" y="139480"/>
                  </a:lnTo>
                  <a:lnTo>
                    <a:pt x="143326" y="141887"/>
                  </a:lnTo>
                  <a:lnTo>
                    <a:pt x="143731" y="144293"/>
                  </a:lnTo>
                  <a:lnTo>
                    <a:pt x="144113" y="146722"/>
                  </a:lnTo>
                  <a:lnTo>
                    <a:pt x="144518" y="149151"/>
                  </a:lnTo>
                  <a:lnTo>
                    <a:pt x="144900" y="151602"/>
                  </a:lnTo>
                  <a:lnTo>
                    <a:pt x="145305" y="154031"/>
                  </a:lnTo>
                  <a:lnTo>
                    <a:pt x="145687" y="156505"/>
                  </a:lnTo>
                  <a:lnTo>
                    <a:pt x="146092" y="158956"/>
                  </a:lnTo>
                  <a:lnTo>
                    <a:pt x="146474" y="161430"/>
                  </a:lnTo>
                  <a:lnTo>
                    <a:pt x="146879" y="163904"/>
                  </a:lnTo>
                  <a:lnTo>
                    <a:pt x="147284" y="166378"/>
                  </a:lnTo>
                  <a:lnTo>
                    <a:pt x="147666" y="168852"/>
                  </a:lnTo>
                  <a:lnTo>
                    <a:pt x="148071" y="174542"/>
                  </a:lnTo>
                  <a:lnTo>
                    <a:pt x="148453" y="177083"/>
                  </a:lnTo>
                  <a:lnTo>
                    <a:pt x="148858" y="179714"/>
                  </a:lnTo>
                  <a:lnTo>
                    <a:pt x="149241" y="182346"/>
                  </a:lnTo>
                  <a:lnTo>
                    <a:pt x="149645" y="184999"/>
                  </a:lnTo>
                  <a:lnTo>
                    <a:pt x="150028" y="187631"/>
                  </a:lnTo>
                  <a:lnTo>
                    <a:pt x="150433" y="190284"/>
                  </a:lnTo>
                  <a:lnTo>
                    <a:pt x="150837" y="192938"/>
                  </a:lnTo>
                  <a:lnTo>
                    <a:pt x="151220" y="195569"/>
                  </a:lnTo>
                  <a:lnTo>
                    <a:pt x="151625" y="198223"/>
                  </a:lnTo>
                  <a:lnTo>
                    <a:pt x="152007" y="200854"/>
                  </a:lnTo>
                  <a:lnTo>
                    <a:pt x="152411" y="203508"/>
                  </a:lnTo>
                  <a:lnTo>
                    <a:pt x="152794" y="206162"/>
                  </a:lnTo>
                  <a:lnTo>
                    <a:pt x="153199" y="208793"/>
                  </a:lnTo>
                  <a:lnTo>
                    <a:pt x="153581" y="211447"/>
                  </a:lnTo>
                  <a:lnTo>
                    <a:pt x="153986" y="214101"/>
                  </a:lnTo>
                  <a:lnTo>
                    <a:pt x="154391" y="216732"/>
                  </a:lnTo>
                  <a:lnTo>
                    <a:pt x="154773" y="219386"/>
                  </a:lnTo>
                  <a:lnTo>
                    <a:pt x="155178" y="222017"/>
                  </a:lnTo>
                  <a:lnTo>
                    <a:pt x="155560" y="224671"/>
                  </a:lnTo>
                  <a:lnTo>
                    <a:pt x="155965" y="227302"/>
                  </a:lnTo>
                  <a:lnTo>
                    <a:pt x="156347" y="229933"/>
                  </a:lnTo>
                  <a:lnTo>
                    <a:pt x="156752" y="232565"/>
                  </a:lnTo>
                  <a:lnTo>
                    <a:pt x="157157" y="235174"/>
                  </a:lnTo>
                  <a:lnTo>
                    <a:pt x="157539" y="237805"/>
                  </a:lnTo>
                  <a:lnTo>
                    <a:pt x="157944" y="240414"/>
                  </a:lnTo>
                  <a:lnTo>
                    <a:pt x="158326" y="243022"/>
                  </a:lnTo>
                  <a:lnTo>
                    <a:pt x="158731" y="245631"/>
                  </a:lnTo>
                  <a:lnTo>
                    <a:pt x="159114" y="248217"/>
                  </a:lnTo>
                  <a:lnTo>
                    <a:pt x="159518" y="250804"/>
                  </a:lnTo>
                  <a:lnTo>
                    <a:pt x="159901" y="253390"/>
                  </a:lnTo>
                  <a:lnTo>
                    <a:pt x="160305" y="255976"/>
                  </a:lnTo>
                  <a:lnTo>
                    <a:pt x="160710" y="258540"/>
                  </a:lnTo>
                  <a:lnTo>
                    <a:pt x="161093" y="261104"/>
                  </a:lnTo>
                  <a:lnTo>
                    <a:pt x="161497" y="263668"/>
                  </a:lnTo>
                  <a:lnTo>
                    <a:pt x="161880" y="266232"/>
                  </a:lnTo>
                  <a:lnTo>
                    <a:pt x="162285" y="268773"/>
                  </a:lnTo>
                  <a:lnTo>
                    <a:pt x="162667" y="271292"/>
                  </a:lnTo>
                  <a:lnTo>
                    <a:pt x="163071" y="273833"/>
                  </a:lnTo>
                  <a:lnTo>
                    <a:pt x="163454" y="276352"/>
                  </a:lnTo>
                  <a:lnTo>
                    <a:pt x="163859" y="278848"/>
                  </a:lnTo>
                  <a:lnTo>
                    <a:pt x="164263" y="281367"/>
                  </a:lnTo>
                  <a:lnTo>
                    <a:pt x="164624" y="283863"/>
                  </a:lnTo>
                  <a:lnTo>
                    <a:pt x="165028" y="286337"/>
                  </a:lnTo>
                  <a:lnTo>
                    <a:pt x="165433" y="288811"/>
                  </a:lnTo>
                  <a:lnTo>
                    <a:pt x="165816" y="291285"/>
                  </a:lnTo>
                  <a:lnTo>
                    <a:pt x="166198" y="293759"/>
                  </a:lnTo>
                  <a:lnTo>
                    <a:pt x="166602" y="296210"/>
                  </a:lnTo>
                  <a:lnTo>
                    <a:pt x="166985" y="298639"/>
                  </a:lnTo>
                  <a:lnTo>
                    <a:pt x="167390" y="301068"/>
                  </a:lnTo>
                  <a:lnTo>
                    <a:pt x="167794" y="303497"/>
                  </a:lnTo>
                  <a:lnTo>
                    <a:pt x="168177" y="305903"/>
                  </a:lnTo>
                  <a:lnTo>
                    <a:pt x="168582" y="308310"/>
                  </a:lnTo>
                  <a:lnTo>
                    <a:pt x="168964" y="310716"/>
                  </a:lnTo>
                  <a:lnTo>
                    <a:pt x="169369" y="313077"/>
                  </a:lnTo>
                  <a:lnTo>
                    <a:pt x="169751" y="315461"/>
                  </a:lnTo>
                  <a:lnTo>
                    <a:pt x="170156" y="317823"/>
                  </a:lnTo>
                  <a:lnTo>
                    <a:pt x="170538" y="320139"/>
                  </a:lnTo>
                  <a:lnTo>
                    <a:pt x="170943" y="322478"/>
                  </a:lnTo>
                  <a:lnTo>
                    <a:pt x="171348" y="324795"/>
                  </a:lnTo>
                  <a:lnTo>
                    <a:pt x="171730" y="327111"/>
                  </a:lnTo>
                  <a:lnTo>
                    <a:pt x="172135" y="329427"/>
                  </a:lnTo>
                  <a:lnTo>
                    <a:pt x="172518" y="331721"/>
                  </a:lnTo>
                  <a:lnTo>
                    <a:pt x="172922" y="333993"/>
                  </a:lnTo>
                  <a:lnTo>
                    <a:pt x="173304" y="336264"/>
                  </a:lnTo>
                  <a:lnTo>
                    <a:pt x="173710" y="338536"/>
                  </a:lnTo>
                  <a:lnTo>
                    <a:pt x="174114" y="340785"/>
                  </a:lnTo>
                  <a:lnTo>
                    <a:pt x="174496" y="343011"/>
                  </a:lnTo>
                  <a:lnTo>
                    <a:pt x="174901" y="345238"/>
                  </a:lnTo>
                  <a:lnTo>
                    <a:pt x="175284" y="347442"/>
                  </a:lnTo>
                  <a:lnTo>
                    <a:pt x="175688" y="349646"/>
                  </a:lnTo>
                  <a:lnTo>
                    <a:pt x="176070" y="351849"/>
                  </a:lnTo>
                  <a:lnTo>
                    <a:pt x="176476" y="354008"/>
                  </a:lnTo>
                  <a:lnTo>
                    <a:pt x="176858" y="356190"/>
                  </a:lnTo>
                  <a:lnTo>
                    <a:pt x="177263" y="358349"/>
                  </a:lnTo>
                  <a:lnTo>
                    <a:pt x="177668" y="360486"/>
                  </a:lnTo>
                  <a:lnTo>
                    <a:pt x="178050" y="362622"/>
                  </a:lnTo>
                  <a:lnTo>
                    <a:pt x="178455" y="364736"/>
                  </a:lnTo>
                  <a:lnTo>
                    <a:pt x="178837" y="366850"/>
                  </a:lnTo>
                  <a:lnTo>
                    <a:pt x="179242" y="368964"/>
                  </a:lnTo>
                  <a:lnTo>
                    <a:pt x="179624" y="371056"/>
                  </a:lnTo>
                  <a:lnTo>
                    <a:pt x="180029" y="373125"/>
                  </a:lnTo>
                  <a:lnTo>
                    <a:pt x="180411" y="375194"/>
                  </a:lnTo>
                  <a:lnTo>
                    <a:pt x="180816" y="377263"/>
                  </a:lnTo>
                  <a:lnTo>
                    <a:pt x="181221" y="379309"/>
                  </a:lnTo>
                  <a:lnTo>
                    <a:pt x="181603" y="381333"/>
                  </a:lnTo>
                  <a:lnTo>
                    <a:pt x="182008" y="383357"/>
                  </a:lnTo>
                  <a:lnTo>
                    <a:pt x="182390" y="385381"/>
                  </a:lnTo>
                  <a:lnTo>
                    <a:pt x="182795" y="387361"/>
                  </a:lnTo>
                  <a:lnTo>
                    <a:pt x="183178" y="389362"/>
                  </a:lnTo>
                  <a:lnTo>
                    <a:pt x="183582" y="391341"/>
                  </a:lnTo>
                  <a:lnTo>
                    <a:pt x="183964" y="393298"/>
                  </a:lnTo>
                  <a:lnTo>
                    <a:pt x="184370" y="395254"/>
                  </a:lnTo>
                  <a:lnTo>
                    <a:pt x="184774" y="397211"/>
                  </a:lnTo>
                  <a:lnTo>
                    <a:pt x="185156" y="399145"/>
                  </a:lnTo>
                  <a:lnTo>
                    <a:pt x="185561" y="401057"/>
                  </a:lnTo>
                  <a:lnTo>
                    <a:pt x="185944" y="402968"/>
                  </a:lnTo>
                  <a:lnTo>
                    <a:pt x="186348" y="404857"/>
                  </a:lnTo>
                  <a:lnTo>
                    <a:pt x="186731" y="406747"/>
                  </a:lnTo>
                  <a:lnTo>
                    <a:pt x="187136" y="408613"/>
                  </a:lnTo>
                  <a:lnTo>
                    <a:pt x="187540" y="410480"/>
                  </a:lnTo>
                  <a:lnTo>
                    <a:pt x="187923" y="412324"/>
                  </a:lnTo>
                  <a:lnTo>
                    <a:pt x="188328" y="414146"/>
                  </a:lnTo>
                  <a:lnTo>
                    <a:pt x="188710" y="415967"/>
                  </a:lnTo>
                  <a:lnTo>
                    <a:pt x="189115" y="417789"/>
                  </a:lnTo>
                  <a:lnTo>
                    <a:pt x="189497" y="419566"/>
                  </a:lnTo>
                  <a:lnTo>
                    <a:pt x="189902" y="421365"/>
                  </a:lnTo>
                  <a:lnTo>
                    <a:pt x="190284" y="423119"/>
                  </a:lnTo>
                  <a:lnTo>
                    <a:pt x="190689" y="424873"/>
                  </a:lnTo>
                  <a:lnTo>
                    <a:pt x="191094" y="426627"/>
                  </a:lnTo>
                  <a:lnTo>
                    <a:pt x="191476" y="428359"/>
                  </a:lnTo>
                  <a:lnTo>
                    <a:pt x="191881" y="430068"/>
                  </a:lnTo>
                  <a:lnTo>
                    <a:pt x="192263" y="431777"/>
                  </a:lnTo>
                  <a:lnTo>
                    <a:pt x="192668" y="433464"/>
                  </a:lnTo>
                  <a:lnTo>
                    <a:pt x="193050" y="435128"/>
                  </a:lnTo>
                  <a:lnTo>
                    <a:pt x="193455" y="436793"/>
                  </a:lnTo>
                  <a:lnTo>
                    <a:pt x="193838" y="438434"/>
                  </a:lnTo>
                  <a:lnTo>
                    <a:pt x="194242" y="440076"/>
                  </a:lnTo>
                  <a:lnTo>
                    <a:pt x="194647" y="441695"/>
                  </a:lnTo>
                  <a:lnTo>
                    <a:pt x="195030" y="443315"/>
                  </a:lnTo>
                  <a:lnTo>
                    <a:pt x="195434" y="444911"/>
                  </a:lnTo>
                  <a:lnTo>
                    <a:pt x="195816" y="446508"/>
                  </a:lnTo>
                  <a:lnTo>
                    <a:pt x="196222" y="448082"/>
                  </a:lnTo>
                  <a:lnTo>
                    <a:pt x="196604" y="449657"/>
                  </a:lnTo>
                  <a:lnTo>
                    <a:pt x="197008" y="451208"/>
                  </a:lnTo>
                  <a:lnTo>
                    <a:pt x="197391" y="452738"/>
                  </a:lnTo>
                  <a:lnTo>
                    <a:pt x="197796" y="454267"/>
                  </a:lnTo>
                  <a:lnTo>
                    <a:pt x="198200" y="455796"/>
                  </a:lnTo>
                  <a:lnTo>
                    <a:pt x="198583" y="457281"/>
                  </a:lnTo>
                  <a:lnTo>
                    <a:pt x="198988" y="458787"/>
                  </a:lnTo>
                  <a:lnTo>
                    <a:pt x="199370" y="460249"/>
                  </a:lnTo>
                  <a:lnTo>
                    <a:pt x="199775" y="461711"/>
                  </a:lnTo>
                  <a:lnTo>
                    <a:pt x="200157" y="463173"/>
                  </a:lnTo>
                  <a:lnTo>
                    <a:pt x="200562" y="464612"/>
                  </a:lnTo>
                  <a:lnTo>
                    <a:pt x="200944" y="466052"/>
                  </a:lnTo>
                  <a:lnTo>
                    <a:pt x="201349" y="467468"/>
                  </a:lnTo>
                  <a:lnTo>
                    <a:pt x="201754" y="468863"/>
                  </a:lnTo>
                  <a:lnTo>
                    <a:pt x="202136" y="470257"/>
                  </a:lnTo>
                  <a:lnTo>
                    <a:pt x="202541" y="471651"/>
                  </a:lnTo>
                  <a:lnTo>
                    <a:pt x="202923" y="473023"/>
                  </a:lnTo>
                  <a:lnTo>
                    <a:pt x="203328" y="474373"/>
                  </a:lnTo>
                  <a:lnTo>
                    <a:pt x="203710" y="475722"/>
                  </a:lnTo>
                  <a:lnTo>
                    <a:pt x="204115" y="477049"/>
                  </a:lnTo>
                  <a:lnTo>
                    <a:pt x="204520" y="478376"/>
                  </a:lnTo>
                  <a:lnTo>
                    <a:pt x="204902" y="479680"/>
                  </a:lnTo>
                  <a:lnTo>
                    <a:pt x="205307" y="480985"/>
                  </a:lnTo>
                  <a:lnTo>
                    <a:pt x="205690" y="482289"/>
                  </a:lnTo>
                  <a:lnTo>
                    <a:pt x="206094" y="483548"/>
                  </a:lnTo>
                  <a:lnTo>
                    <a:pt x="206476" y="484830"/>
                  </a:lnTo>
                  <a:lnTo>
                    <a:pt x="206882" y="486090"/>
                  </a:lnTo>
                  <a:lnTo>
                    <a:pt x="207264" y="487349"/>
                  </a:lnTo>
                  <a:lnTo>
                    <a:pt x="207668" y="488586"/>
                  </a:lnTo>
                  <a:lnTo>
                    <a:pt x="208073" y="489801"/>
                  </a:lnTo>
                  <a:lnTo>
                    <a:pt x="208456" y="491037"/>
                  </a:lnTo>
                  <a:lnTo>
                    <a:pt x="208860" y="492252"/>
                  </a:lnTo>
                  <a:lnTo>
                    <a:pt x="209243" y="493444"/>
                  </a:lnTo>
                  <a:lnTo>
                    <a:pt x="209648" y="494636"/>
                  </a:lnTo>
                  <a:lnTo>
                    <a:pt x="210030" y="495805"/>
                  </a:lnTo>
                  <a:lnTo>
                    <a:pt x="210435" y="496975"/>
                  </a:lnTo>
                  <a:lnTo>
                    <a:pt x="210817" y="498144"/>
                  </a:lnTo>
                  <a:lnTo>
                    <a:pt x="211222" y="499291"/>
                  </a:lnTo>
                  <a:lnTo>
                    <a:pt x="211627" y="500438"/>
                  </a:lnTo>
                  <a:lnTo>
                    <a:pt x="212009" y="501563"/>
                  </a:lnTo>
                  <a:lnTo>
                    <a:pt x="212414" y="502687"/>
                  </a:lnTo>
                  <a:lnTo>
                    <a:pt x="212796" y="503789"/>
                  </a:lnTo>
                  <a:lnTo>
                    <a:pt x="213201" y="504914"/>
                  </a:lnTo>
                  <a:lnTo>
                    <a:pt x="213584" y="505993"/>
                  </a:lnTo>
                  <a:lnTo>
                    <a:pt x="213988" y="507095"/>
                  </a:lnTo>
                  <a:lnTo>
                    <a:pt x="214370" y="508152"/>
                  </a:lnTo>
                  <a:lnTo>
                    <a:pt x="214776" y="509232"/>
                  </a:lnTo>
                  <a:lnTo>
                    <a:pt x="215180" y="510289"/>
                  </a:lnTo>
                  <a:lnTo>
                    <a:pt x="215562" y="511323"/>
                  </a:lnTo>
                  <a:lnTo>
                    <a:pt x="215967" y="512358"/>
                  </a:lnTo>
                  <a:lnTo>
                    <a:pt x="216350" y="513392"/>
                  </a:lnTo>
                  <a:lnTo>
                    <a:pt x="216754" y="514404"/>
                  </a:lnTo>
                  <a:lnTo>
                    <a:pt x="217136" y="515416"/>
                  </a:lnTo>
                  <a:lnTo>
                    <a:pt x="217542" y="516406"/>
                  </a:lnTo>
                  <a:lnTo>
                    <a:pt x="217946" y="517373"/>
                  </a:lnTo>
                  <a:lnTo>
                    <a:pt x="218329" y="518340"/>
                  </a:lnTo>
                  <a:lnTo>
                    <a:pt x="218733" y="519307"/>
                  </a:lnTo>
                  <a:lnTo>
                    <a:pt x="219116" y="520251"/>
                  </a:lnTo>
                  <a:lnTo>
                    <a:pt x="219521" y="521196"/>
                  </a:lnTo>
                  <a:lnTo>
                    <a:pt x="219903" y="522141"/>
                  </a:lnTo>
                  <a:lnTo>
                    <a:pt x="220308" y="523040"/>
                  </a:lnTo>
                  <a:lnTo>
                    <a:pt x="220690" y="523962"/>
                  </a:lnTo>
                  <a:lnTo>
                    <a:pt x="221095" y="524862"/>
                  </a:lnTo>
                  <a:lnTo>
                    <a:pt x="221500" y="525739"/>
                  </a:lnTo>
                  <a:lnTo>
                    <a:pt x="221882" y="526639"/>
                  </a:lnTo>
                  <a:lnTo>
                    <a:pt x="222287" y="527493"/>
                  </a:lnTo>
                  <a:lnTo>
                    <a:pt x="222669" y="528370"/>
                  </a:lnTo>
                  <a:lnTo>
                    <a:pt x="223074" y="529225"/>
                  </a:lnTo>
                  <a:lnTo>
                    <a:pt x="223456" y="530057"/>
                  </a:lnTo>
                  <a:lnTo>
                    <a:pt x="223861" y="530889"/>
                  </a:lnTo>
                  <a:lnTo>
                    <a:pt x="224244" y="531721"/>
                  </a:lnTo>
                  <a:lnTo>
                    <a:pt x="224648" y="532553"/>
                  </a:lnTo>
                  <a:lnTo>
                    <a:pt x="225053" y="533363"/>
                  </a:lnTo>
                  <a:lnTo>
                    <a:pt x="225436" y="534150"/>
                  </a:lnTo>
                  <a:lnTo>
                    <a:pt x="225840" y="534960"/>
                  </a:lnTo>
                  <a:lnTo>
                    <a:pt x="226222" y="535747"/>
                  </a:lnTo>
                  <a:lnTo>
                    <a:pt x="226627" y="536511"/>
                  </a:lnTo>
                  <a:lnTo>
                    <a:pt x="227010" y="537276"/>
                  </a:lnTo>
                  <a:lnTo>
                    <a:pt x="227414" y="538041"/>
                  </a:lnTo>
                  <a:lnTo>
                    <a:pt x="227797" y="538805"/>
                  </a:lnTo>
                  <a:lnTo>
                    <a:pt x="228202" y="539548"/>
                  </a:lnTo>
                  <a:lnTo>
                    <a:pt x="228606" y="540267"/>
                  </a:lnTo>
                  <a:lnTo>
                    <a:pt x="228989" y="541009"/>
                  </a:lnTo>
                  <a:lnTo>
                    <a:pt x="229394" y="541729"/>
                  </a:lnTo>
                  <a:lnTo>
                    <a:pt x="229776" y="542426"/>
                  </a:lnTo>
                  <a:lnTo>
                    <a:pt x="230181" y="543123"/>
                  </a:lnTo>
                  <a:lnTo>
                    <a:pt x="230563" y="543821"/>
                  </a:lnTo>
                  <a:lnTo>
                    <a:pt x="230968" y="544518"/>
                  </a:lnTo>
                  <a:lnTo>
                    <a:pt x="231350" y="545192"/>
                  </a:lnTo>
                  <a:lnTo>
                    <a:pt x="231755" y="545845"/>
                  </a:lnTo>
                  <a:lnTo>
                    <a:pt x="232160" y="546519"/>
                  </a:lnTo>
                  <a:lnTo>
                    <a:pt x="232542" y="547171"/>
                  </a:lnTo>
                  <a:lnTo>
                    <a:pt x="232947" y="547824"/>
                  </a:lnTo>
                  <a:lnTo>
                    <a:pt x="233329" y="548453"/>
                  </a:lnTo>
                  <a:lnTo>
                    <a:pt x="233734" y="549106"/>
                  </a:lnTo>
                  <a:lnTo>
                    <a:pt x="234116" y="549735"/>
                  </a:lnTo>
                  <a:lnTo>
                    <a:pt x="234521" y="550343"/>
                  </a:lnTo>
                  <a:lnTo>
                    <a:pt x="234926" y="550972"/>
                  </a:lnTo>
                  <a:lnTo>
                    <a:pt x="235308" y="551579"/>
                  </a:lnTo>
                  <a:lnTo>
                    <a:pt x="235713" y="552164"/>
                  </a:lnTo>
                  <a:lnTo>
                    <a:pt x="236096" y="552771"/>
                  </a:lnTo>
                  <a:lnTo>
                    <a:pt x="236500" y="553356"/>
                  </a:lnTo>
                  <a:lnTo>
                    <a:pt x="236882" y="553941"/>
                  </a:lnTo>
                  <a:lnTo>
                    <a:pt x="237287" y="554503"/>
                  </a:lnTo>
                  <a:lnTo>
                    <a:pt x="237670" y="555065"/>
                  </a:lnTo>
                  <a:lnTo>
                    <a:pt x="238074" y="555628"/>
                  </a:lnTo>
                  <a:lnTo>
                    <a:pt x="238479" y="556190"/>
                  </a:lnTo>
                  <a:lnTo>
                    <a:pt x="238862" y="556730"/>
                  </a:lnTo>
                  <a:lnTo>
                    <a:pt x="239266" y="557269"/>
                  </a:lnTo>
                  <a:lnTo>
                    <a:pt x="239649" y="557764"/>
                  </a:lnTo>
                  <a:lnTo>
                    <a:pt x="240054" y="558304"/>
                  </a:lnTo>
                  <a:lnTo>
                    <a:pt x="240436" y="558821"/>
                  </a:lnTo>
                  <a:lnTo>
                    <a:pt x="240841" y="559316"/>
                  </a:lnTo>
                  <a:lnTo>
                    <a:pt x="241223" y="559833"/>
                  </a:lnTo>
                  <a:lnTo>
                    <a:pt x="241628" y="560328"/>
                  </a:lnTo>
                  <a:lnTo>
                    <a:pt x="242033" y="560823"/>
                  </a:lnTo>
                  <a:lnTo>
                    <a:pt x="242415" y="561295"/>
                  </a:lnTo>
                  <a:lnTo>
                    <a:pt x="242820" y="561767"/>
                  </a:lnTo>
                  <a:lnTo>
                    <a:pt x="243202" y="562240"/>
                  </a:lnTo>
                  <a:lnTo>
                    <a:pt x="243607" y="562689"/>
                  </a:lnTo>
                  <a:lnTo>
                    <a:pt x="243989" y="563139"/>
                  </a:lnTo>
                  <a:lnTo>
                    <a:pt x="244394" y="563589"/>
                  </a:lnTo>
                  <a:lnTo>
                    <a:pt x="244776" y="564039"/>
                  </a:lnTo>
                  <a:lnTo>
                    <a:pt x="245181" y="564466"/>
                  </a:lnTo>
                  <a:lnTo>
                    <a:pt x="245586" y="564893"/>
                  </a:lnTo>
                  <a:lnTo>
                    <a:pt x="245968" y="565298"/>
                  </a:lnTo>
                  <a:lnTo>
                    <a:pt x="246373" y="565703"/>
                  </a:lnTo>
                  <a:lnTo>
                    <a:pt x="246756" y="566108"/>
                  </a:lnTo>
                  <a:lnTo>
                    <a:pt x="247160" y="566490"/>
                  </a:lnTo>
                  <a:lnTo>
                    <a:pt x="247542" y="566872"/>
                  </a:lnTo>
                  <a:lnTo>
                    <a:pt x="247948" y="567255"/>
                  </a:lnTo>
                  <a:lnTo>
                    <a:pt x="248352" y="567637"/>
                  </a:lnTo>
                  <a:lnTo>
                    <a:pt x="248734" y="567997"/>
                  </a:lnTo>
                  <a:lnTo>
                    <a:pt x="249139" y="568357"/>
                  </a:lnTo>
                  <a:lnTo>
                    <a:pt x="249522" y="568694"/>
                  </a:lnTo>
                  <a:lnTo>
                    <a:pt x="249926" y="569031"/>
                  </a:lnTo>
                  <a:lnTo>
                    <a:pt x="250309" y="569369"/>
                  </a:lnTo>
                  <a:lnTo>
                    <a:pt x="250714" y="569706"/>
                  </a:lnTo>
                  <a:lnTo>
                    <a:pt x="251096" y="570021"/>
                  </a:lnTo>
                  <a:lnTo>
                    <a:pt x="251501" y="570336"/>
                  </a:lnTo>
                  <a:lnTo>
                    <a:pt x="251905" y="570651"/>
                  </a:lnTo>
                  <a:lnTo>
                    <a:pt x="252288" y="570943"/>
                  </a:lnTo>
                  <a:lnTo>
                    <a:pt x="252693" y="571258"/>
                  </a:lnTo>
                  <a:lnTo>
                    <a:pt x="253075" y="571528"/>
                  </a:lnTo>
                  <a:lnTo>
                    <a:pt x="253480" y="571820"/>
                  </a:lnTo>
                  <a:lnTo>
                    <a:pt x="253862" y="572090"/>
                  </a:lnTo>
                  <a:lnTo>
                    <a:pt x="254267" y="572360"/>
                  </a:lnTo>
                  <a:lnTo>
                    <a:pt x="254650" y="572607"/>
                  </a:lnTo>
                  <a:lnTo>
                    <a:pt x="255054" y="572877"/>
                  </a:lnTo>
                  <a:lnTo>
                    <a:pt x="255459" y="573102"/>
                  </a:lnTo>
                  <a:lnTo>
                    <a:pt x="255841" y="573349"/>
                  </a:lnTo>
                  <a:lnTo>
                    <a:pt x="256246" y="573574"/>
                  </a:lnTo>
                  <a:lnTo>
                    <a:pt x="256628" y="573799"/>
                  </a:lnTo>
                  <a:lnTo>
                    <a:pt x="257033" y="574024"/>
                  </a:lnTo>
                  <a:lnTo>
                    <a:pt x="257416" y="574226"/>
                  </a:lnTo>
                  <a:lnTo>
                    <a:pt x="257820" y="574429"/>
                  </a:lnTo>
                  <a:lnTo>
                    <a:pt x="258202" y="574631"/>
                  </a:lnTo>
                  <a:lnTo>
                    <a:pt x="258608" y="574811"/>
                  </a:lnTo>
                  <a:lnTo>
                    <a:pt x="259012" y="574991"/>
                  </a:lnTo>
                  <a:lnTo>
                    <a:pt x="259395" y="575171"/>
                  </a:lnTo>
                  <a:lnTo>
                    <a:pt x="259799" y="575328"/>
                  </a:lnTo>
                  <a:lnTo>
                    <a:pt x="260182" y="575508"/>
                  </a:lnTo>
                  <a:lnTo>
                    <a:pt x="260587" y="575643"/>
                  </a:lnTo>
                  <a:lnTo>
                    <a:pt x="260969" y="575801"/>
                  </a:lnTo>
                  <a:lnTo>
                    <a:pt x="261374" y="575936"/>
                  </a:lnTo>
                  <a:lnTo>
                    <a:pt x="261756" y="576071"/>
                  </a:lnTo>
                  <a:lnTo>
                    <a:pt x="262161" y="576206"/>
                  </a:lnTo>
                  <a:lnTo>
                    <a:pt x="262566" y="576318"/>
                  </a:lnTo>
                  <a:lnTo>
                    <a:pt x="262948" y="576430"/>
                  </a:lnTo>
                  <a:lnTo>
                    <a:pt x="263353" y="576543"/>
                  </a:lnTo>
                  <a:lnTo>
                    <a:pt x="263735" y="576633"/>
                  </a:lnTo>
                  <a:lnTo>
                    <a:pt x="264140" y="576723"/>
                  </a:lnTo>
                  <a:lnTo>
                    <a:pt x="264522" y="576813"/>
                  </a:lnTo>
                  <a:lnTo>
                    <a:pt x="264927" y="576880"/>
                  </a:lnTo>
                  <a:lnTo>
                    <a:pt x="265332" y="576970"/>
                  </a:lnTo>
                  <a:lnTo>
                    <a:pt x="265714" y="577015"/>
                  </a:lnTo>
                  <a:lnTo>
                    <a:pt x="266119" y="577083"/>
                  </a:lnTo>
                  <a:lnTo>
                    <a:pt x="266502" y="577128"/>
                  </a:lnTo>
                  <a:lnTo>
                    <a:pt x="266906" y="577173"/>
                  </a:lnTo>
                  <a:lnTo>
                    <a:pt x="267288" y="577218"/>
                  </a:lnTo>
                  <a:lnTo>
                    <a:pt x="267693" y="577240"/>
                  </a:lnTo>
                  <a:lnTo>
                    <a:pt x="268076" y="577263"/>
                  </a:lnTo>
                  <a:lnTo>
                    <a:pt x="268480" y="577285"/>
                  </a:lnTo>
                  <a:lnTo>
                    <a:pt x="268885" y="577308"/>
                  </a:lnTo>
                  <a:lnTo>
                    <a:pt x="269268" y="577308"/>
                  </a:lnTo>
                  <a:lnTo>
                    <a:pt x="269672" y="577308"/>
                  </a:lnTo>
                  <a:lnTo>
                    <a:pt x="270055" y="577308"/>
                  </a:lnTo>
                  <a:lnTo>
                    <a:pt x="270459" y="577308"/>
                  </a:lnTo>
                  <a:lnTo>
                    <a:pt x="270842" y="577285"/>
                  </a:lnTo>
                  <a:lnTo>
                    <a:pt x="271247" y="577263"/>
                  </a:lnTo>
                  <a:lnTo>
                    <a:pt x="271629" y="577240"/>
                  </a:lnTo>
                  <a:lnTo>
                    <a:pt x="272034" y="577218"/>
                  </a:lnTo>
                  <a:lnTo>
                    <a:pt x="272439" y="577173"/>
                  </a:lnTo>
                  <a:lnTo>
                    <a:pt x="272821" y="577150"/>
                  </a:lnTo>
                  <a:lnTo>
                    <a:pt x="273226" y="577105"/>
                  </a:lnTo>
                  <a:lnTo>
                    <a:pt x="273608" y="577038"/>
                  </a:lnTo>
                  <a:lnTo>
                    <a:pt x="274013" y="576993"/>
                  </a:lnTo>
                  <a:lnTo>
                    <a:pt x="274395" y="576925"/>
                  </a:lnTo>
                  <a:lnTo>
                    <a:pt x="274800" y="576880"/>
                  </a:lnTo>
                  <a:lnTo>
                    <a:pt x="275182" y="576813"/>
                  </a:lnTo>
                  <a:lnTo>
                    <a:pt x="275587" y="576723"/>
                  </a:lnTo>
                  <a:lnTo>
                    <a:pt x="275992" y="576655"/>
                  </a:lnTo>
                  <a:lnTo>
                    <a:pt x="276374" y="576588"/>
                  </a:lnTo>
                  <a:lnTo>
                    <a:pt x="276779" y="576498"/>
                  </a:lnTo>
                  <a:lnTo>
                    <a:pt x="277162" y="576430"/>
                  </a:lnTo>
                  <a:lnTo>
                    <a:pt x="277566" y="576340"/>
                  </a:lnTo>
                  <a:lnTo>
                    <a:pt x="277948" y="576251"/>
                  </a:lnTo>
                  <a:lnTo>
                    <a:pt x="278353" y="576161"/>
                  </a:lnTo>
                  <a:lnTo>
                    <a:pt x="278758" y="576071"/>
                  </a:lnTo>
                  <a:lnTo>
                    <a:pt x="279140" y="575958"/>
                  </a:lnTo>
                  <a:lnTo>
                    <a:pt x="279545" y="575868"/>
                  </a:lnTo>
                  <a:lnTo>
                    <a:pt x="279928" y="575756"/>
                  </a:lnTo>
                  <a:lnTo>
                    <a:pt x="280332" y="575643"/>
                  </a:lnTo>
                  <a:lnTo>
                    <a:pt x="280715" y="575531"/>
                  </a:lnTo>
                  <a:lnTo>
                    <a:pt x="281120" y="575396"/>
                  </a:lnTo>
                  <a:lnTo>
                    <a:pt x="281502" y="575261"/>
                  </a:lnTo>
                  <a:lnTo>
                    <a:pt x="281907" y="575149"/>
                  </a:lnTo>
                  <a:lnTo>
                    <a:pt x="282311" y="575014"/>
                  </a:lnTo>
                  <a:lnTo>
                    <a:pt x="282694" y="574856"/>
                  </a:lnTo>
                  <a:lnTo>
                    <a:pt x="283076" y="574721"/>
                  </a:lnTo>
                  <a:lnTo>
                    <a:pt x="283481" y="574564"/>
                  </a:lnTo>
                  <a:lnTo>
                    <a:pt x="283886" y="574429"/>
                  </a:lnTo>
                  <a:lnTo>
                    <a:pt x="284246" y="574271"/>
                  </a:lnTo>
                  <a:lnTo>
                    <a:pt x="284673" y="574114"/>
                  </a:lnTo>
                  <a:lnTo>
                    <a:pt x="285033" y="573934"/>
                  </a:lnTo>
                  <a:lnTo>
                    <a:pt x="285438" y="573777"/>
                  </a:lnTo>
                  <a:lnTo>
                    <a:pt x="285842" y="573597"/>
                  </a:lnTo>
                  <a:lnTo>
                    <a:pt x="286224" y="573439"/>
                  </a:lnTo>
                  <a:lnTo>
                    <a:pt x="286630" y="573259"/>
                  </a:lnTo>
                  <a:lnTo>
                    <a:pt x="287012" y="573057"/>
                  </a:lnTo>
                  <a:lnTo>
                    <a:pt x="287416" y="572877"/>
                  </a:lnTo>
                  <a:lnTo>
                    <a:pt x="287799" y="572675"/>
                  </a:lnTo>
                  <a:lnTo>
                    <a:pt x="288204" y="572495"/>
                  </a:lnTo>
                  <a:lnTo>
                    <a:pt x="288586" y="572292"/>
                  </a:lnTo>
                  <a:lnTo>
                    <a:pt x="288991" y="572090"/>
                  </a:lnTo>
                  <a:lnTo>
                    <a:pt x="289396" y="571888"/>
                  </a:lnTo>
                  <a:lnTo>
                    <a:pt x="289778" y="571685"/>
                  </a:lnTo>
                  <a:lnTo>
                    <a:pt x="290183" y="571460"/>
                  </a:lnTo>
                  <a:lnTo>
                    <a:pt x="290565" y="571258"/>
                  </a:lnTo>
                  <a:lnTo>
                    <a:pt x="290970" y="571033"/>
                  </a:lnTo>
                  <a:lnTo>
                    <a:pt x="291352" y="570831"/>
                  </a:lnTo>
                  <a:lnTo>
                    <a:pt x="291757" y="570606"/>
                  </a:lnTo>
                  <a:lnTo>
                    <a:pt x="292139" y="570381"/>
                  </a:lnTo>
                  <a:lnTo>
                    <a:pt x="292544" y="570156"/>
                  </a:lnTo>
                  <a:lnTo>
                    <a:pt x="292949" y="569931"/>
                  </a:lnTo>
                  <a:lnTo>
                    <a:pt x="293331" y="569684"/>
                  </a:lnTo>
                  <a:lnTo>
                    <a:pt x="293736" y="569459"/>
                  </a:lnTo>
                  <a:lnTo>
                    <a:pt x="294118" y="569211"/>
                  </a:lnTo>
                  <a:lnTo>
                    <a:pt x="294524" y="568964"/>
                  </a:lnTo>
                  <a:lnTo>
                    <a:pt x="294906" y="568717"/>
                  </a:lnTo>
                  <a:lnTo>
                    <a:pt x="295310" y="568469"/>
                  </a:lnTo>
                  <a:lnTo>
                    <a:pt x="295716" y="568222"/>
                  </a:lnTo>
                  <a:lnTo>
                    <a:pt x="296098" y="568874"/>
                  </a:lnTo>
                  <a:lnTo>
                    <a:pt x="296502" y="569953"/>
                  </a:lnTo>
                  <a:lnTo>
                    <a:pt x="296884" y="569706"/>
                  </a:lnTo>
                  <a:lnTo>
                    <a:pt x="297290" y="569481"/>
                  </a:lnTo>
                  <a:lnTo>
                    <a:pt x="297672" y="569234"/>
                  </a:lnTo>
                  <a:lnTo>
                    <a:pt x="298076" y="569009"/>
                  </a:lnTo>
                  <a:lnTo>
                    <a:pt x="298459" y="568761"/>
                  </a:lnTo>
                  <a:lnTo>
                    <a:pt x="298864" y="568514"/>
                  </a:lnTo>
                  <a:lnTo>
                    <a:pt x="299269" y="568267"/>
                  </a:lnTo>
                  <a:lnTo>
                    <a:pt x="299651" y="568019"/>
                  </a:lnTo>
                  <a:lnTo>
                    <a:pt x="300056" y="567772"/>
                  </a:lnTo>
                  <a:lnTo>
                    <a:pt x="300438" y="567502"/>
                  </a:lnTo>
                  <a:lnTo>
                    <a:pt x="300843" y="567255"/>
                  </a:lnTo>
                  <a:lnTo>
                    <a:pt x="301225" y="566985"/>
                  </a:lnTo>
                  <a:lnTo>
                    <a:pt x="301630" y="566737"/>
                  </a:lnTo>
                  <a:lnTo>
                    <a:pt x="302012" y="566468"/>
                  </a:lnTo>
                  <a:lnTo>
                    <a:pt x="302417" y="566198"/>
                  </a:lnTo>
                  <a:lnTo>
                    <a:pt x="302822" y="565928"/>
                  </a:lnTo>
                  <a:lnTo>
                    <a:pt x="303204" y="565658"/>
                  </a:lnTo>
                  <a:lnTo>
                    <a:pt x="303609" y="565388"/>
                  </a:lnTo>
                  <a:lnTo>
                    <a:pt x="303992" y="565118"/>
                  </a:lnTo>
                  <a:lnTo>
                    <a:pt x="304396" y="564826"/>
                  </a:lnTo>
                  <a:lnTo>
                    <a:pt x="304778" y="564556"/>
                  </a:lnTo>
                  <a:lnTo>
                    <a:pt x="305184" y="564264"/>
                  </a:lnTo>
                  <a:lnTo>
                    <a:pt x="305566" y="563994"/>
                  </a:lnTo>
                  <a:lnTo>
                    <a:pt x="305970" y="563701"/>
                  </a:lnTo>
                  <a:lnTo>
                    <a:pt x="306376" y="563431"/>
                  </a:lnTo>
                  <a:lnTo>
                    <a:pt x="306758" y="563139"/>
                  </a:lnTo>
                  <a:lnTo>
                    <a:pt x="307162" y="562847"/>
                  </a:lnTo>
                  <a:lnTo>
                    <a:pt x="307545" y="562554"/>
                  </a:lnTo>
                  <a:lnTo>
                    <a:pt x="307950" y="562262"/>
                  </a:lnTo>
                  <a:lnTo>
                    <a:pt x="308332" y="561970"/>
                  </a:lnTo>
                  <a:lnTo>
                    <a:pt x="308737" y="561677"/>
                  </a:lnTo>
                  <a:lnTo>
                    <a:pt x="309142" y="561362"/>
                  </a:lnTo>
                  <a:lnTo>
                    <a:pt x="309524" y="561048"/>
                  </a:lnTo>
                  <a:lnTo>
                    <a:pt x="309929" y="560755"/>
                  </a:lnTo>
                  <a:lnTo>
                    <a:pt x="310311" y="560440"/>
                  </a:lnTo>
                  <a:lnTo>
                    <a:pt x="310716" y="560125"/>
                  </a:lnTo>
                  <a:lnTo>
                    <a:pt x="311098" y="559811"/>
                  </a:lnTo>
                  <a:lnTo>
                    <a:pt x="311503" y="559496"/>
                  </a:lnTo>
                  <a:lnTo>
                    <a:pt x="311885" y="559181"/>
                  </a:lnTo>
                  <a:lnTo>
                    <a:pt x="312290" y="558866"/>
                  </a:lnTo>
                  <a:lnTo>
                    <a:pt x="312695" y="558551"/>
                  </a:lnTo>
                  <a:lnTo>
                    <a:pt x="313077" y="558236"/>
                  </a:lnTo>
                  <a:lnTo>
                    <a:pt x="313482" y="557899"/>
                  </a:lnTo>
                  <a:lnTo>
                    <a:pt x="313864" y="557584"/>
                  </a:lnTo>
                  <a:lnTo>
                    <a:pt x="314269" y="557269"/>
                  </a:lnTo>
                  <a:lnTo>
                    <a:pt x="314652" y="556954"/>
                  </a:lnTo>
                  <a:lnTo>
                    <a:pt x="315056" y="556617"/>
                  </a:lnTo>
                  <a:lnTo>
                    <a:pt x="315438" y="556302"/>
                  </a:lnTo>
                  <a:lnTo>
                    <a:pt x="315844" y="555965"/>
                  </a:lnTo>
                  <a:lnTo>
                    <a:pt x="316248" y="555650"/>
                  </a:lnTo>
                  <a:lnTo>
                    <a:pt x="316630" y="555313"/>
                  </a:lnTo>
                  <a:lnTo>
                    <a:pt x="317036" y="554975"/>
                  </a:lnTo>
                  <a:lnTo>
                    <a:pt x="317418" y="554661"/>
                  </a:lnTo>
                  <a:lnTo>
                    <a:pt x="317822" y="554323"/>
                  </a:lnTo>
                  <a:lnTo>
                    <a:pt x="318205" y="553986"/>
                  </a:lnTo>
                  <a:lnTo>
                    <a:pt x="318610" y="553648"/>
                  </a:lnTo>
                  <a:lnTo>
                    <a:pt x="318992" y="553334"/>
                  </a:lnTo>
                  <a:lnTo>
                    <a:pt x="319397" y="552996"/>
                  </a:lnTo>
                  <a:lnTo>
                    <a:pt x="319802" y="552659"/>
                  </a:lnTo>
                  <a:lnTo>
                    <a:pt x="320184" y="552322"/>
                  </a:lnTo>
                  <a:lnTo>
                    <a:pt x="320589" y="551984"/>
                  </a:lnTo>
                  <a:lnTo>
                    <a:pt x="320971" y="551647"/>
                  </a:lnTo>
                  <a:lnTo>
                    <a:pt x="321376" y="551310"/>
                  </a:lnTo>
                  <a:lnTo>
                    <a:pt x="321758" y="550972"/>
                  </a:lnTo>
                  <a:lnTo>
                    <a:pt x="322163" y="550635"/>
                  </a:lnTo>
                  <a:lnTo>
                    <a:pt x="322545" y="550298"/>
                  </a:lnTo>
                  <a:lnTo>
                    <a:pt x="322950" y="549938"/>
                  </a:lnTo>
                  <a:lnTo>
                    <a:pt x="323355" y="549600"/>
                  </a:lnTo>
                  <a:lnTo>
                    <a:pt x="323737" y="549263"/>
                  </a:lnTo>
                  <a:lnTo>
                    <a:pt x="324142" y="548903"/>
                  </a:lnTo>
                  <a:lnTo>
                    <a:pt x="324524" y="548566"/>
                  </a:lnTo>
                  <a:lnTo>
                    <a:pt x="324929" y="548206"/>
                  </a:lnTo>
                  <a:lnTo>
                    <a:pt x="325312" y="547869"/>
                  </a:lnTo>
                  <a:lnTo>
                    <a:pt x="325716" y="547509"/>
                  </a:lnTo>
                  <a:lnTo>
                    <a:pt x="326121" y="547149"/>
                  </a:lnTo>
                  <a:lnTo>
                    <a:pt x="326504" y="546812"/>
                  </a:lnTo>
                  <a:lnTo>
                    <a:pt x="326908" y="546452"/>
                  </a:lnTo>
                  <a:lnTo>
                    <a:pt x="327290" y="546092"/>
                  </a:lnTo>
                  <a:lnTo>
                    <a:pt x="327696" y="545732"/>
                  </a:lnTo>
                  <a:lnTo>
                    <a:pt x="328078" y="545372"/>
                  </a:lnTo>
                  <a:lnTo>
                    <a:pt x="328482" y="545035"/>
                  </a:lnTo>
                  <a:lnTo>
                    <a:pt x="328865" y="544675"/>
                  </a:lnTo>
                  <a:lnTo>
                    <a:pt x="329270" y="544315"/>
                  </a:lnTo>
                  <a:lnTo>
                    <a:pt x="329674" y="543955"/>
                  </a:lnTo>
                  <a:lnTo>
                    <a:pt x="330057" y="543596"/>
                  </a:lnTo>
                  <a:lnTo>
                    <a:pt x="330462" y="543236"/>
                  </a:lnTo>
                  <a:lnTo>
                    <a:pt x="330844" y="542876"/>
                  </a:lnTo>
                  <a:lnTo>
                    <a:pt x="331249" y="542516"/>
                  </a:lnTo>
                  <a:lnTo>
                    <a:pt x="331631" y="542156"/>
                  </a:lnTo>
                  <a:lnTo>
                    <a:pt x="332036" y="541774"/>
                  </a:lnTo>
                  <a:lnTo>
                    <a:pt x="332418" y="541414"/>
                  </a:lnTo>
                  <a:lnTo>
                    <a:pt x="332823" y="541054"/>
                  </a:lnTo>
                  <a:lnTo>
                    <a:pt x="333228" y="540695"/>
                  </a:lnTo>
                  <a:lnTo>
                    <a:pt x="333610" y="540335"/>
                  </a:lnTo>
                  <a:lnTo>
                    <a:pt x="334015" y="539975"/>
                  </a:lnTo>
                  <a:lnTo>
                    <a:pt x="334397" y="539592"/>
                  </a:lnTo>
                  <a:lnTo>
                    <a:pt x="334802" y="539233"/>
                  </a:lnTo>
                  <a:lnTo>
                    <a:pt x="335184" y="538850"/>
                  </a:lnTo>
                  <a:lnTo>
                    <a:pt x="335590" y="538491"/>
                  </a:lnTo>
                  <a:lnTo>
                    <a:pt x="335972" y="538131"/>
                  </a:lnTo>
                  <a:lnTo>
                    <a:pt x="336376" y="537748"/>
                  </a:lnTo>
                  <a:lnTo>
                    <a:pt x="336782" y="537389"/>
                  </a:lnTo>
                  <a:lnTo>
                    <a:pt x="337164" y="537006"/>
                  </a:lnTo>
                  <a:lnTo>
                    <a:pt x="337568" y="536646"/>
                  </a:lnTo>
                  <a:lnTo>
                    <a:pt x="337950" y="536264"/>
                  </a:lnTo>
                  <a:lnTo>
                    <a:pt x="338356" y="535904"/>
                  </a:lnTo>
                  <a:lnTo>
                    <a:pt x="338738" y="535522"/>
                  </a:lnTo>
                  <a:lnTo>
                    <a:pt x="339142" y="535162"/>
                  </a:lnTo>
                  <a:lnTo>
                    <a:pt x="339548" y="534780"/>
                  </a:lnTo>
                  <a:lnTo>
                    <a:pt x="339930" y="534420"/>
                  </a:lnTo>
                  <a:lnTo>
                    <a:pt x="340335" y="534038"/>
                  </a:lnTo>
                  <a:lnTo>
                    <a:pt x="340717" y="533678"/>
                  </a:lnTo>
                  <a:lnTo>
                    <a:pt x="341122" y="533318"/>
                  </a:lnTo>
                  <a:lnTo>
                    <a:pt x="341504" y="532936"/>
                  </a:lnTo>
                  <a:lnTo>
                    <a:pt x="341909" y="532576"/>
                  </a:lnTo>
                  <a:lnTo>
                    <a:pt x="342291" y="532216"/>
                  </a:lnTo>
                  <a:lnTo>
                    <a:pt x="342696" y="531856"/>
                  </a:lnTo>
                  <a:lnTo>
                    <a:pt x="343101" y="531496"/>
                  </a:lnTo>
                  <a:lnTo>
                    <a:pt x="343483" y="531136"/>
                  </a:lnTo>
                  <a:lnTo>
                    <a:pt x="343888" y="530777"/>
                  </a:lnTo>
                  <a:lnTo>
                    <a:pt x="344270" y="530417"/>
                  </a:lnTo>
                  <a:lnTo>
                    <a:pt x="344675" y="530034"/>
                  </a:lnTo>
                  <a:lnTo>
                    <a:pt x="345058" y="529675"/>
                  </a:lnTo>
                  <a:lnTo>
                    <a:pt x="345462" y="529315"/>
                  </a:lnTo>
                  <a:lnTo>
                    <a:pt x="345844" y="528955"/>
                  </a:lnTo>
                  <a:lnTo>
                    <a:pt x="346250" y="528573"/>
                  </a:lnTo>
                  <a:lnTo>
                    <a:pt x="346654" y="528213"/>
                  </a:lnTo>
                  <a:lnTo>
                    <a:pt x="347036" y="527853"/>
                  </a:lnTo>
                  <a:lnTo>
                    <a:pt x="347442" y="527471"/>
                  </a:lnTo>
                  <a:lnTo>
                    <a:pt x="347824" y="527111"/>
                  </a:lnTo>
                  <a:lnTo>
                    <a:pt x="348228" y="526751"/>
                  </a:lnTo>
                  <a:lnTo>
                    <a:pt x="348611" y="526369"/>
                  </a:lnTo>
                  <a:lnTo>
                    <a:pt x="349016" y="526009"/>
                  </a:lnTo>
                  <a:lnTo>
                    <a:pt x="349398" y="525649"/>
                  </a:lnTo>
                  <a:lnTo>
                    <a:pt x="349803" y="525267"/>
                  </a:lnTo>
                  <a:lnTo>
                    <a:pt x="350208" y="524907"/>
                  </a:lnTo>
                  <a:lnTo>
                    <a:pt x="350590" y="524525"/>
                  </a:lnTo>
                  <a:lnTo>
                    <a:pt x="350995" y="524165"/>
                  </a:lnTo>
                  <a:lnTo>
                    <a:pt x="351377" y="523782"/>
                  </a:lnTo>
                  <a:lnTo>
                    <a:pt x="351782" y="523422"/>
                  </a:lnTo>
                  <a:lnTo>
                    <a:pt x="352164" y="523040"/>
                  </a:lnTo>
                  <a:lnTo>
                    <a:pt x="352569" y="522680"/>
                  </a:lnTo>
                  <a:lnTo>
                    <a:pt x="352951" y="522298"/>
                  </a:lnTo>
                  <a:lnTo>
                    <a:pt x="353356" y="521938"/>
                  </a:lnTo>
                  <a:lnTo>
                    <a:pt x="353761" y="521556"/>
                  </a:lnTo>
                  <a:lnTo>
                    <a:pt x="354143" y="521196"/>
                  </a:lnTo>
                  <a:lnTo>
                    <a:pt x="354548" y="520814"/>
                  </a:lnTo>
                  <a:lnTo>
                    <a:pt x="354930" y="520431"/>
                  </a:lnTo>
                  <a:lnTo>
                    <a:pt x="355335" y="520049"/>
                  </a:lnTo>
                  <a:lnTo>
                    <a:pt x="355718" y="519667"/>
                  </a:lnTo>
                  <a:lnTo>
                    <a:pt x="356122" y="519284"/>
                  </a:lnTo>
                  <a:lnTo>
                    <a:pt x="356527" y="518902"/>
                  </a:lnTo>
                  <a:lnTo>
                    <a:pt x="356910" y="518497"/>
                  </a:lnTo>
                  <a:lnTo>
                    <a:pt x="357314" y="518115"/>
                  </a:lnTo>
                  <a:lnTo>
                    <a:pt x="357696" y="517710"/>
                  </a:lnTo>
                  <a:lnTo>
                    <a:pt x="358102" y="517305"/>
                  </a:lnTo>
                  <a:lnTo>
                    <a:pt x="358484" y="516901"/>
                  </a:lnTo>
                  <a:lnTo>
                    <a:pt x="358888" y="516496"/>
                  </a:lnTo>
                  <a:lnTo>
                    <a:pt x="359271" y="516068"/>
                  </a:lnTo>
                  <a:lnTo>
                    <a:pt x="359676" y="515664"/>
                  </a:lnTo>
                  <a:lnTo>
                    <a:pt x="360080" y="515236"/>
                  </a:lnTo>
                  <a:lnTo>
                    <a:pt x="360463" y="514809"/>
                  </a:lnTo>
                  <a:lnTo>
                    <a:pt x="360868" y="514382"/>
                  </a:lnTo>
                  <a:lnTo>
                    <a:pt x="361250" y="513954"/>
                  </a:lnTo>
                  <a:lnTo>
                    <a:pt x="361655" y="513527"/>
                  </a:lnTo>
                  <a:lnTo>
                    <a:pt x="362037" y="513077"/>
                  </a:lnTo>
                  <a:lnTo>
                    <a:pt x="362442" y="512627"/>
                  </a:lnTo>
                  <a:lnTo>
                    <a:pt x="362824" y="512200"/>
                  </a:lnTo>
                  <a:lnTo>
                    <a:pt x="363229" y="511750"/>
                  </a:lnTo>
                  <a:lnTo>
                    <a:pt x="363634" y="511301"/>
                  </a:lnTo>
                  <a:lnTo>
                    <a:pt x="364016" y="510851"/>
                  </a:lnTo>
                  <a:lnTo>
                    <a:pt x="364421" y="510401"/>
                  </a:lnTo>
                  <a:lnTo>
                    <a:pt x="364803" y="509951"/>
                  </a:lnTo>
                  <a:lnTo>
                    <a:pt x="365208" y="509479"/>
                  </a:lnTo>
                  <a:lnTo>
                    <a:pt x="365590" y="509029"/>
                  </a:lnTo>
                  <a:lnTo>
                    <a:pt x="365995" y="508557"/>
                  </a:lnTo>
                  <a:lnTo>
                    <a:pt x="366378" y="508085"/>
                  </a:lnTo>
                  <a:lnTo>
                    <a:pt x="366782" y="507635"/>
                  </a:lnTo>
                  <a:lnTo>
                    <a:pt x="367187" y="507163"/>
                  </a:lnTo>
                  <a:lnTo>
                    <a:pt x="367570" y="506690"/>
                  </a:lnTo>
                  <a:lnTo>
                    <a:pt x="367974" y="506218"/>
                  </a:lnTo>
                  <a:lnTo>
                    <a:pt x="368356" y="505746"/>
                  </a:lnTo>
                  <a:lnTo>
                    <a:pt x="368762" y="505273"/>
                  </a:lnTo>
                  <a:lnTo>
                    <a:pt x="369144" y="504801"/>
                  </a:lnTo>
                  <a:lnTo>
                    <a:pt x="369548" y="504329"/>
                  </a:lnTo>
                  <a:lnTo>
                    <a:pt x="369954" y="503857"/>
                  </a:lnTo>
                  <a:lnTo>
                    <a:pt x="370336" y="503384"/>
                  </a:lnTo>
                  <a:lnTo>
                    <a:pt x="370740" y="502912"/>
                  </a:lnTo>
                  <a:lnTo>
                    <a:pt x="371123" y="502417"/>
                  </a:lnTo>
                  <a:lnTo>
                    <a:pt x="371528" y="501945"/>
                  </a:lnTo>
                  <a:lnTo>
                    <a:pt x="371910" y="501473"/>
                  </a:lnTo>
                  <a:lnTo>
                    <a:pt x="372315" y="500978"/>
                  </a:lnTo>
                  <a:lnTo>
                    <a:pt x="372697" y="500506"/>
                  </a:lnTo>
                  <a:lnTo>
                    <a:pt x="373102" y="500011"/>
                  </a:lnTo>
                  <a:lnTo>
                    <a:pt x="373507" y="499539"/>
                  </a:lnTo>
                  <a:lnTo>
                    <a:pt x="373889" y="499044"/>
                  </a:lnTo>
                  <a:lnTo>
                    <a:pt x="374294" y="498549"/>
                  </a:lnTo>
                  <a:lnTo>
                    <a:pt x="374676" y="498054"/>
                  </a:lnTo>
                  <a:lnTo>
                    <a:pt x="375081" y="497582"/>
                  </a:lnTo>
                  <a:lnTo>
                    <a:pt x="375463" y="497087"/>
                  </a:lnTo>
                  <a:lnTo>
                    <a:pt x="375868" y="496592"/>
                  </a:lnTo>
                  <a:lnTo>
                    <a:pt x="376250" y="496098"/>
                  </a:lnTo>
                  <a:lnTo>
                    <a:pt x="376656" y="495603"/>
                  </a:lnTo>
                  <a:lnTo>
                    <a:pt x="377060" y="495108"/>
                  </a:lnTo>
                  <a:lnTo>
                    <a:pt x="377442" y="494613"/>
                  </a:lnTo>
                  <a:lnTo>
                    <a:pt x="377847" y="494119"/>
                  </a:lnTo>
                  <a:lnTo>
                    <a:pt x="378230" y="493624"/>
                  </a:lnTo>
                  <a:lnTo>
                    <a:pt x="378634" y="493107"/>
                  </a:lnTo>
                  <a:lnTo>
                    <a:pt x="379016" y="492612"/>
                  </a:lnTo>
                  <a:lnTo>
                    <a:pt x="379422" y="492117"/>
                  </a:lnTo>
                  <a:lnTo>
                    <a:pt x="379804" y="491600"/>
                  </a:lnTo>
                  <a:lnTo>
                    <a:pt x="380208" y="491105"/>
                  </a:lnTo>
                  <a:lnTo>
                    <a:pt x="380614" y="490610"/>
                  </a:lnTo>
                  <a:lnTo>
                    <a:pt x="380996" y="490093"/>
                  </a:lnTo>
                  <a:lnTo>
                    <a:pt x="381401" y="489576"/>
                  </a:lnTo>
                  <a:lnTo>
                    <a:pt x="381783" y="489081"/>
                  </a:lnTo>
                  <a:lnTo>
                    <a:pt x="382188" y="488564"/>
                  </a:lnTo>
                  <a:lnTo>
                    <a:pt x="382570" y="488069"/>
                  </a:lnTo>
                  <a:lnTo>
                    <a:pt x="382975" y="487552"/>
                  </a:lnTo>
                  <a:lnTo>
                    <a:pt x="383357" y="487034"/>
                  </a:lnTo>
                  <a:lnTo>
                    <a:pt x="383762" y="486540"/>
                  </a:lnTo>
                  <a:lnTo>
                    <a:pt x="384167" y="486022"/>
                  </a:lnTo>
                  <a:lnTo>
                    <a:pt x="384549" y="485505"/>
                  </a:lnTo>
                  <a:lnTo>
                    <a:pt x="384954" y="485010"/>
                  </a:lnTo>
                  <a:lnTo>
                    <a:pt x="385336" y="484493"/>
                  </a:lnTo>
                  <a:lnTo>
                    <a:pt x="385741" y="483976"/>
                  </a:lnTo>
                  <a:lnTo>
                    <a:pt x="386124" y="483459"/>
                  </a:lnTo>
                  <a:lnTo>
                    <a:pt x="386528" y="482941"/>
                  </a:lnTo>
                  <a:lnTo>
                    <a:pt x="386933" y="482424"/>
                  </a:lnTo>
                  <a:lnTo>
                    <a:pt x="387316" y="481907"/>
                  </a:lnTo>
                  <a:lnTo>
                    <a:pt x="387720" y="481389"/>
                  </a:lnTo>
                  <a:lnTo>
                    <a:pt x="388102" y="480872"/>
                  </a:lnTo>
                  <a:lnTo>
                    <a:pt x="388508" y="480355"/>
                  </a:lnTo>
                  <a:lnTo>
                    <a:pt x="388890" y="479815"/>
                  </a:lnTo>
                  <a:lnTo>
                    <a:pt x="389294" y="479298"/>
                  </a:lnTo>
                  <a:lnTo>
                    <a:pt x="389677" y="478758"/>
                  </a:lnTo>
                  <a:lnTo>
                    <a:pt x="390082" y="478241"/>
                  </a:lnTo>
                  <a:lnTo>
                    <a:pt x="390486" y="477701"/>
                  </a:lnTo>
                  <a:lnTo>
                    <a:pt x="390869" y="477161"/>
                  </a:lnTo>
                  <a:lnTo>
                    <a:pt x="391274" y="476644"/>
                  </a:lnTo>
                  <a:lnTo>
                    <a:pt x="391656" y="476104"/>
                  </a:lnTo>
                  <a:lnTo>
                    <a:pt x="392061" y="475565"/>
                  </a:lnTo>
                  <a:lnTo>
                    <a:pt x="392443" y="475025"/>
                  </a:lnTo>
                  <a:lnTo>
                    <a:pt x="392848" y="474508"/>
                  </a:lnTo>
                  <a:lnTo>
                    <a:pt x="393230" y="473968"/>
                  </a:lnTo>
                  <a:lnTo>
                    <a:pt x="393635" y="473451"/>
                  </a:lnTo>
                  <a:lnTo>
                    <a:pt x="394040" y="472911"/>
                  </a:lnTo>
                  <a:lnTo>
                    <a:pt x="394422" y="472394"/>
                  </a:lnTo>
                  <a:lnTo>
                    <a:pt x="394827" y="471854"/>
                  </a:lnTo>
                  <a:lnTo>
                    <a:pt x="395209" y="471337"/>
                  </a:lnTo>
                  <a:lnTo>
                    <a:pt x="395614" y="470797"/>
                  </a:lnTo>
                  <a:lnTo>
                    <a:pt x="395996" y="470280"/>
                  </a:lnTo>
                  <a:lnTo>
                    <a:pt x="396401" y="469762"/>
                  </a:lnTo>
                  <a:lnTo>
                    <a:pt x="396784" y="469223"/>
                  </a:lnTo>
                  <a:lnTo>
                    <a:pt x="397188" y="468705"/>
                  </a:lnTo>
                  <a:lnTo>
                    <a:pt x="397593" y="468188"/>
                  </a:lnTo>
                  <a:lnTo>
                    <a:pt x="397976" y="467671"/>
                  </a:lnTo>
                  <a:lnTo>
                    <a:pt x="398380" y="467154"/>
                  </a:lnTo>
                  <a:lnTo>
                    <a:pt x="398762" y="466614"/>
                  </a:lnTo>
                  <a:lnTo>
                    <a:pt x="399168" y="466097"/>
                  </a:lnTo>
                  <a:lnTo>
                    <a:pt x="399550" y="465579"/>
                  </a:lnTo>
                  <a:lnTo>
                    <a:pt x="399954" y="465040"/>
                  </a:lnTo>
                  <a:lnTo>
                    <a:pt x="400359" y="464522"/>
                  </a:lnTo>
                  <a:lnTo>
                    <a:pt x="400742" y="464005"/>
                  </a:lnTo>
                  <a:lnTo>
                    <a:pt x="401146" y="463465"/>
                  </a:lnTo>
                  <a:lnTo>
                    <a:pt x="401529" y="462948"/>
                  </a:lnTo>
                  <a:lnTo>
                    <a:pt x="401934" y="462408"/>
                  </a:lnTo>
                  <a:lnTo>
                    <a:pt x="402316" y="461891"/>
                  </a:lnTo>
                  <a:lnTo>
                    <a:pt x="402721" y="461351"/>
                  </a:lnTo>
                  <a:lnTo>
                    <a:pt x="403103" y="460834"/>
                  </a:lnTo>
                  <a:lnTo>
                    <a:pt x="403485" y="460294"/>
                  </a:lnTo>
                  <a:lnTo>
                    <a:pt x="403913" y="459754"/>
                  </a:lnTo>
                  <a:lnTo>
                    <a:pt x="404295" y="459237"/>
                  </a:lnTo>
                  <a:lnTo>
                    <a:pt x="404677" y="458697"/>
                  </a:lnTo>
                  <a:lnTo>
                    <a:pt x="405060" y="458158"/>
                  </a:lnTo>
                  <a:lnTo>
                    <a:pt x="405464" y="457640"/>
                  </a:lnTo>
                  <a:lnTo>
                    <a:pt x="405847" y="457101"/>
                  </a:lnTo>
                  <a:lnTo>
                    <a:pt x="406252" y="456561"/>
                  </a:lnTo>
                  <a:lnTo>
                    <a:pt x="406634" y="456044"/>
                  </a:lnTo>
                  <a:lnTo>
                    <a:pt x="407039" y="455504"/>
                  </a:lnTo>
                  <a:lnTo>
                    <a:pt x="407444" y="454964"/>
                  </a:lnTo>
                  <a:lnTo>
                    <a:pt x="407826" y="454424"/>
                  </a:lnTo>
                  <a:lnTo>
                    <a:pt x="408230" y="453885"/>
                  </a:lnTo>
                  <a:lnTo>
                    <a:pt x="408613" y="453345"/>
                  </a:lnTo>
                  <a:lnTo>
                    <a:pt x="409018" y="452828"/>
                  </a:lnTo>
                  <a:lnTo>
                    <a:pt x="409400" y="452288"/>
                  </a:lnTo>
                  <a:lnTo>
                    <a:pt x="409805" y="451748"/>
                  </a:lnTo>
                  <a:lnTo>
                    <a:pt x="410187" y="451208"/>
                  </a:lnTo>
                  <a:lnTo>
                    <a:pt x="410592" y="450691"/>
                  </a:lnTo>
                  <a:lnTo>
                    <a:pt x="410997" y="450151"/>
                  </a:lnTo>
                  <a:lnTo>
                    <a:pt x="411379" y="449612"/>
                  </a:lnTo>
                  <a:lnTo>
                    <a:pt x="411784" y="449094"/>
                  </a:lnTo>
                  <a:lnTo>
                    <a:pt x="412166" y="448555"/>
                  </a:lnTo>
                  <a:lnTo>
                    <a:pt x="412571" y="448015"/>
                  </a:lnTo>
                  <a:lnTo>
                    <a:pt x="412953" y="447498"/>
                  </a:lnTo>
                  <a:lnTo>
                    <a:pt x="413358" y="446958"/>
                  </a:lnTo>
                  <a:lnTo>
                    <a:pt x="413741" y="446418"/>
                  </a:lnTo>
                  <a:lnTo>
                    <a:pt x="414145" y="445901"/>
                  </a:lnTo>
                  <a:lnTo>
                    <a:pt x="414550" y="445361"/>
                  </a:lnTo>
                  <a:lnTo>
                    <a:pt x="414933" y="444844"/>
                  </a:lnTo>
                  <a:lnTo>
                    <a:pt x="415337" y="444304"/>
                  </a:lnTo>
                  <a:lnTo>
                    <a:pt x="415720" y="443764"/>
                  </a:lnTo>
                  <a:lnTo>
                    <a:pt x="416124" y="443247"/>
                  </a:lnTo>
                  <a:lnTo>
                    <a:pt x="416507" y="442707"/>
                  </a:lnTo>
                  <a:lnTo>
                    <a:pt x="416912" y="442168"/>
                  </a:lnTo>
                  <a:lnTo>
                    <a:pt x="417316" y="441650"/>
                  </a:lnTo>
                  <a:lnTo>
                    <a:pt x="417699" y="441111"/>
                  </a:lnTo>
                  <a:lnTo>
                    <a:pt x="418104" y="440593"/>
                  </a:lnTo>
                  <a:lnTo>
                    <a:pt x="418486" y="440054"/>
                  </a:lnTo>
                  <a:lnTo>
                    <a:pt x="418890" y="439514"/>
                  </a:lnTo>
                  <a:lnTo>
                    <a:pt x="419273" y="438997"/>
                  </a:lnTo>
                  <a:lnTo>
                    <a:pt x="419678" y="438457"/>
                  </a:lnTo>
                  <a:lnTo>
                    <a:pt x="420060" y="437940"/>
                  </a:lnTo>
                  <a:lnTo>
                    <a:pt x="420465" y="437422"/>
                  </a:lnTo>
                  <a:lnTo>
                    <a:pt x="420870" y="436905"/>
                  </a:lnTo>
                  <a:lnTo>
                    <a:pt x="421252" y="436365"/>
                  </a:lnTo>
                  <a:lnTo>
                    <a:pt x="421657" y="435826"/>
                  </a:lnTo>
                  <a:lnTo>
                    <a:pt x="422039" y="435308"/>
                  </a:lnTo>
                  <a:lnTo>
                    <a:pt x="422444" y="434769"/>
                  </a:lnTo>
                  <a:lnTo>
                    <a:pt x="422826" y="434251"/>
                  </a:lnTo>
                  <a:lnTo>
                    <a:pt x="423231" y="433734"/>
                  </a:lnTo>
                  <a:lnTo>
                    <a:pt x="423613" y="433194"/>
                  </a:lnTo>
                  <a:lnTo>
                    <a:pt x="424018" y="432677"/>
                  </a:lnTo>
                  <a:lnTo>
                    <a:pt x="424423" y="432160"/>
                  </a:lnTo>
                  <a:lnTo>
                    <a:pt x="424806" y="431643"/>
                  </a:lnTo>
                  <a:lnTo>
                    <a:pt x="425210" y="431125"/>
                  </a:lnTo>
                  <a:lnTo>
                    <a:pt x="425593" y="430608"/>
                  </a:lnTo>
                  <a:lnTo>
                    <a:pt x="425998" y="430091"/>
                  </a:lnTo>
                  <a:lnTo>
                    <a:pt x="426380" y="429573"/>
                  </a:lnTo>
                  <a:lnTo>
                    <a:pt x="426784" y="429056"/>
                  </a:lnTo>
                  <a:lnTo>
                    <a:pt x="427167" y="428539"/>
                  </a:lnTo>
                  <a:lnTo>
                    <a:pt x="427572" y="428022"/>
                  </a:lnTo>
                  <a:lnTo>
                    <a:pt x="427976" y="427504"/>
                  </a:lnTo>
                  <a:lnTo>
                    <a:pt x="428359" y="426987"/>
                  </a:lnTo>
                  <a:lnTo>
                    <a:pt x="428764" y="426470"/>
                  </a:lnTo>
                  <a:lnTo>
                    <a:pt x="429146" y="425953"/>
                  </a:lnTo>
                  <a:lnTo>
                    <a:pt x="429551" y="425435"/>
                  </a:lnTo>
                  <a:lnTo>
                    <a:pt x="429933" y="424918"/>
                  </a:lnTo>
                  <a:lnTo>
                    <a:pt x="430338" y="424401"/>
                  </a:lnTo>
                  <a:lnTo>
                    <a:pt x="430720" y="423884"/>
                  </a:lnTo>
                  <a:lnTo>
                    <a:pt x="431125" y="423366"/>
                  </a:lnTo>
                  <a:lnTo>
                    <a:pt x="431530" y="422849"/>
                  </a:lnTo>
                  <a:lnTo>
                    <a:pt x="431912" y="422332"/>
                  </a:lnTo>
                  <a:lnTo>
                    <a:pt x="432317" y="421815"/>
                  </a:lnTo>
                  <a:lnTo>
                    <a:pt x="432699" y="421320"/>
                  </a:lnTo>
                  <a:lnTo>
                    <a:pt x="433104" y="420803"/>
                  </a:lnTo>
                  <a:lnTo>
                    <a:pt x="433487" y="420285"/>
                  </a:lnTo>
                  <a:lnTo>
                    <a:pt x="433891" y="419791"/>
                  </a:lnTo>
                  <a:lnTo>
                    <a:pt x="434296" y="419273"/>
                  </a:lnTo>
                  <a:lnTo>
                    <a:pt x="434678" y="418778"/>
                  </a:lnTo>
                  <a:lnTo>
                    <a:pt x="435083" y="418261"/>
                  </a:lnTo>
                  <a:lnTo>
                    <a:pt x="435466" y="417766"/>
                  </a:lnTo>
                  <a:lnTo>
                    <a:pt x="435870" y="417272"/>
                  </a:lnTo>
                  <a:lnTo>
                    <a:pt x="436253" y="416754"/>
                  </a:lnTo>
                  <a:lnTo>
                    <a:pt x="436658" y="416260"/>
                  </a:lnTo>
                  <a:lnTo>
                    <a:pt x="437040" y="415765"/>
                  </a:lnTo>
                  <a:lnTo>
                    <a:pt x="437444" y="415270"/>
                  </a:lnTo>
                  <a:lnTo>
                    <a:pt x="437850" y="414753"/>
                  </a:lnTo>
                  <a:lnTo>
                    <a:pt x="438232" y="414258"/>
                  </a:lnTo>
                  <a:lnTo>
                    <a:pt x="438636" y="413763"/>
                  </a:lnTo>
                  <a:lnTo>
                    <a:pt x="439019" y="413269"/>
                  </a:lnTo>
                  <a:lnTo>
                    <a:pt x="439424" y="412774"/>
                  </a:lnTo>
                  <a:lnTo>
                    <a:pt x="439806" y="412279"/>
                  </a:lnTo>
                  <a:lnTo>
                    <a:pt x="440211" y="411784"/>
                  </a:lnTo>
                  <a:lnTo>
                    <a:pt x="440593" y="411312"/>
                  </a:lnTo>
                  <a:lnTo>
                    <a:pt x="440998" y="410817"/>
                  </a:lnTo>
                  <a:lnTo>
                    <a:pt x="441403" y="410322"/>
                  </a:lnTo>
                  <a:lnTo>
                    <a:pt x="441785" y="409850"/>
                  </a:lnTo>
                  <a:lnTo>
                    <a:pt x="442190" y="409355"/>
                  </a:lnTo>
                  <a:lnTo>
                    <a:pt x="442572" y="408883"/>
                  </a:lnTo>
                  <a:lnTo>
                    <a:pt x="442977" y="408411"/>
                  </a:lnTo>
                  <a:lnTo>
                    <a:pt x="443359" y="407916"/>
                  </a:lnTo>
                  <a:lnTo>
                    <a:pt x="443764" y="407444"/>
                  </a:lnTo>
                  <a:lnTo>
                    <a:pt x="444147" y="406971"/>
                  </a:lnTo>
                  <a:lnTo>
                    <a:pt x="444551" y="406477"/>
                  </a:lnTo>
                  <a:lnTo>
                    <a:pt x="444956" y="406004"/>
                  </a:lnTo>
                  <a:lnTo>
                    <a:pt x="445338" y="405532"/>
                  </a:lnTo>
                  <a:lnTo>
                    <a:pt x="445743" y="405060"/>
                  </a:lnTo>
                  <a:lnTo>
                    <a:pt x="446126" y="404565"/>
                  </a:lnTo>
                  <a:lnTo>
                    <a:pt x="446530" y="404093"/>
                  </a:lnTo>
                  <a:lnTo>
                    <a:pt x="446913" y="403621"/>
                  </a:lnTo>
                  <a:lnTo>
                    <a:pt x="447318" y="403148"/>
                  </a:lnTo>
                  <a:lnTo>
                    <a:pt x="447722" y="402698"/>
                  </a:lnTo>
                  <a:lnTo>
                    <a:pt x="448105" y="402226"/>
                  </a:lnTo>
                  <a:lnTo>
                    <a:pt x="448510" y="401754"/>
                  </a:lnTo>
                  <a:lnTo>
                    <a:pt x="448892" y="401282"/>
                  </a:lnTo>
                  <a:lnTo>
                    <a:pt x="449296" y="400832"/>
                  </a:lnTo>
                  <a:lnTo>
                    <a:pt x="449679" y="400359"/>
                  </a:lnTo>
                  <a:lnTo>
                    <a:pt x="450084" y="399887"/>
                  </a:lnTo>
                  <a:lnTo>
                    <a:pt x="450466" y="399437"/>
                  </a:lnTo>
                  <a:lnTo>
                    <a:pt x="450871" y="398988"/>
                  </a:lnTo>
                  <a:lnTo>
                    <a:pt x="451276" y="398515"/>
                  </a:lnTo>
                  <a:lnTo>
                    <a:pt x="451658" y="398066"/>
                  </a:lnTo>
                  <a:lnTo>
                    <a:pt x="452063" y="397593"/>
                  </a:lnTo>
                  <a:lnTo>
                    <a:pt x="452445" y="397143"/>
                  </a:lnTo>
                  <a:lnTo>
                    <a:pt x="452850" y="396694"/>
                  </a:lnTo>
                  <a:lnTo>
                    <a:pt x="453232" y="396244"/>
                  </a:lnTo>
                  <a:lnTo>
                    <a:pt x="453637" y="395794"/>
                  </a:lnTo>
                  <a:lnTo>
                    <a:pt x="454019" y="395322"/>
                  </a:lnTo>
                  <a:lnTo>
                    <a:pt x="454424" y="394872"/>
                  </a:lnTo>
                  <a:lnTo>
                    <a:pt x="454829" y="394422"/>
                  </a:lnTo>
                  <a:lnTo>
                    <a:pt x="455211" y="393950"/>
                  </a:lnTo>
                  <a:lnTo>
                    <a:pt x="455616" y="393500"/>
                  </a:lnTo>
                  <a:lnTo>
                    <a:pt x="455998" y="393050"/>
                  </a:lnTo>
                  <a:lnTo>
                    <a:pt x="456403" y="392578"/>
                  </a:lnTo>
                  <a:lnTo>
                    <a:pt x="456786" y="392128"/>
                  </a:lnTo>
                  <a:lnTo>
                    <a:pt x="457190" y="391679"/>
                  </a:lnTo>
                  <a:lnTo>
                    <a:pt x="457573" y="391229"/>
                  </a:lnTo>
                  <a:lnTo>
                    <a:pt x="457978" y="390779"/>
                  </a:lnTo>
                  <a:lnTo>
                    <a:pt x="458382" y="390329"/>
                  </a:lnTo>
                  <a:lnTo>
                    <a:pt x="458765" y="389879"/>
                  </a:lnTo>
                  <a:lnTo>
                    <a:pt x="459170" y="389430"/>
                  </a:lnTo>
                  <a:lnTo>
                    <a:pt x="459552" y="388980"/>
                  </a:lnTo>
                  <a:lnTo>
                    <a:pt x="459956" y="388552"/>
                  </a:lnTo>
                  <a:lnTo>
                    <a:pt x="460339" y="388103"/>
                  </a:lnTo>
                  <a:lnTo>
                    <a:pt x="460744" y="387653"/>
                  </a:lnTo>
                  <a:lnTo>
                    <a:pt x="461126" y="387203"/>
                  </a:lnTo>
                  <a:lnTo>
                    <a:pt x="461531" y="386776"/>
                  </a:lnTo>
                  <a:lnTo>
                    <a:pt x="461936" y="386326"/>
                  </a:lnTo>
                  <a:lnTo>
                    <a:pt x="462318" y="385899"/>
                  </a:lnTo>
                  <a:lnTo>
                    <a:pt x="462723" y="385449"/>
                  </a:lnTo>
                  <a:lnTo>
                    <a:pt x="463105" y="385022"/>
                  </a:lnTo>
                  <a:lnTo>
                    <a:pt x="463510" y="384572"/>
                  </a:lnTo>
                  <a:lnTo>
                    <a:pt x="463892" y="384145"/>
                  </a:lnTo>
                  <a:lnTo>
                    <a:pt x="464297" y="383717"/>
                  </a:lnTo>
                  <a:lnTo>
                    <a:pt x="464702" y="383290"/>
                  </a:lnTo>
                  <a:lnTo>
                    <a:pt x="465084" y="382863"/>
                  </a:lnTo>
                  <a:lnTo>
                    <a:pt x="465489" y="382435"/>
                  </a:lnTo>
                  <a:lnTo>
                    <a:pt x="465872" y="382008"/>
                  </a:lnTo>
                  <a:lnTo>
                    <a:pt x="466276" y="381581"/>
                  </a:lnTo>
                  <a:lnTo>
                    <a:pt x="466659" y="381153"/>
                  </a:lnTo>
                  <a:lnTo>
                    <a:pt x="467064" y="380726"/>
                  </a:lnTo>
                  <a:lnTo>
                    <a:pt x="467446" y="380299"/>
                  </a:lnTo>
                  <a:lnTo>
                    <a:pt x="467850" y="379872"/>
                  </a:lnTo>
                  <a:lnTo>
                    <a:pt x="468256" y="379444"/>
                  </a:lnTo>
                  <a:lnTo>
                    <a:pt x="468638" y="379017"/>
                  </a:lnTo>
                  <a:lnTo>
                    <a:pt x="469042" y="378590"/>
                  </a:lnTo>
                  <a:lnTo>
                    <a:pt x="469425" y="378162"/>
                  </a:lnTo>
                  <a:lnTo>
                    <a:pt x="469830" y="377757"/>
                  </a:lnTo>
                  <a:lnTo>
                    <a:pt x="470212" y="377330"/>
                  </a:lnTo>
                  <a:lnTo>
                    <a:pt x="470617" y="376903"/>
                  </a:lnTo>
                  <a:lnTo>
                    <a:pt x="470999" y="376498"/>
                  </a:lnTo>
                  <a:lnTo>
                    <a:pt x="471404" y="376071"/>
                  </a:lnTo>
                  <a:lnTo>
                    <a:pt x="471809" y="375666"/>
                  </a:lnTo>
                  <a:lnTo>
                    <a:pt x="472191" y="375239"/>
                  </a:lnTo>
                  <a:lnTo>
                    <a:pt x="472596" y="374834"/>
                  </a:lnTo>
                  <a:lnTo>
                    <a:pt x="472978" y="374407"/>
                  </a:lnTo>
                  <a:lnTo>
                    <a:pt x="473383" y="374002"/>
                  </a:lnTo>
                  <a:lnTo>
                    <a:pt x="473765" y="373574"/>
                  </a:lnTo>
                  <a:lnTo>
                    <a:pt x="474170" y="373170"/>
                  </a:lnTo>
                  <a:lnTo>
                    <a:pt x="474552" y="372742"/>
                  </a:lnTo>
                  <a:lnTo>
                    <a:pt x="474957" y="372337"/>
                  </a:lnTo>
                  <a:lnTo>
                    <a:pt x="475362" y="371933"/>
                  </a:lnTo>
                  <a:lnTo>
                    <a:pt x="475744" y="371505"/>
                  </a:lnTo>
                  <a:lnTo>
                    <a:pt x="476149" y="371101"/>
                  </a:lnTo>
                  <a:lnTo>
                    <a:pt x="476532" y="370696"/>
                  </a:lnTo>
                  <a:lnTo>
                    <a:pt x="476936" y="370291"/>
                  </a:lnTo>
                  <a:lnTo>
                    <a:pt x="477319" y="369886"/>
                  </a:lnTo>
                  <a:lnTo>
                    <a:pt x="477724" y="369459"/>
                  </a:lnTo>
                  <a:lnTo>
                    <a:pt x="478128" y="369054"/>
                  </a:lnTo>
                  <a:lnTo>
                    <a:pt x="478510" y="368649"/>
                  </a:lnTo>
                  <a:lnTo>
                    <a:pt x="478916" y="368244"/>
                  </a:lnTo>
                  <a:lnTo>
                    <a:pt x="479298" y="367840"/>
                  </a:lnTo>
                  <a:lnTo>
                    <a:pt x="479702" y="367412"/>
                  </a:lnTo>
                  <a:lnTo>
                    <a:pt x="480085" y="367007"/>
                  </a:lnTo>
                  <a:lnTo>
                    <a:pt x="480490" y="366603"/>
                  </a:lnTo>
                  <a:lnTo>
                    <a:pt x="480872" y="366198"/>
                  </a:lnTo>
                  <a:lnTo>
                    <a:pt x="481277" y="365793"/>
                  </a:lnTo>
                  <a:lnTo>
                    <a:pt x="481682" y="365388"/>
                  </a:lnTo>
                  <a:lnTo>
                    <a:pt x="482064" y="364983"/>
                  </a:lnTo>
                  <a:lnTo>
                    <a:pt x="482469" y="364579"/>
                  </a:lnTo>
                  <a:lnTo>
                    <a:pt x="482851" y="364151"/>
                  </a:lnTo>
                  <a:lnTo>
                    <a:pt x="483256" y="363746"/>
                  </a:lnTo>
                  <a:lnTo>
                    <a:pt x="483638" y="363342"/>
                  </a:lnTo>
                  <a:lnTo>
                    <a:pt x="484043" y="362937"/>
                  </a:lnTo>
                  <a:lnTo>
                    <a:pt x="484425" y="362532"/>
                  </a:lnTo>
                  <a:lnTo>
                    <a:pt x="484830" y="362127"/>
                  </a:lnTo>
                  <a:lnTo>
                    <a:pt x="485235" y="361722"/>
                  </a:lnTo>
                  <a:lnTo>
                    <a:pt x="485617" y="361318"/>
                  </a:lnTo>
                  <a:lnTo>
                    <a:pt x="486022" y="360890"/>
                  </a:lnTo>
                  <a:lnTo>
                    <a:pt x="486404" y="360486"/>
                  </a:lnTo>
                  <a:lnTo>
                    <a:pt x="486809" y="360081"/>
                  </a:lnTo>
                  <a:lnTo>
                    <a:pt x="487192" y="359676"/>
                  </a:lnTo>
                  <a:lnTo>
                    <a:pt x="487596" y="359249"/>
                  </a:lnTo>
                  <a:lnTo>
                    <a:pt x="487979" y="358844"/>
                  </a:lnTo>
                  <a:lnTo>
                    <a:pt x="488384" y="358416"/>
                  </a:lnTo>
                  <a:lnTo>
                    <a:pt x="488788" y="358012"/>
                  </a:lnTo>
                  <a:lnTo>
                    <a:pt x="489170" y="357607"/>
                  </a:lnTo>
                  <a:lnTo>
                    <a:pt x="489576" y="357180"/>
                  </a:lnTo>
                  <a:lnTo>
                    <a:pt x="489958" y="356775"/>
                  </a:lnTo>
                  <a:lnTo>
                    <a:pt x="490362" y="356370"/>
                  </a:lnTo>
                  <a:lnTo>
                    <a:pt x="490745" y="355943"/>
                  </a:lnTo>
                  <a:lnTo>
                    <a:pt x="491150" y="355538"/>
                  </a:lnTo>
                  <a:lnTo>
                    <a:pt x="491532" y="355133"/>
                  </a:lnTo>
                  <a:lnTo>
                    <a:pt x="491937" y="354728"/>
                  </a:lnTo>
                  <a:lnTo>
                    <a:pt x="492342" y="354323"/>
                  </a:lnTo>
                  <a:lnTo>
                    <a:pt x="492724" y="353919"/>
                  </a:lnTo>
                  <a:lnTo>
                    <a:pt x="493129" y="353491"/>
                  </a:lnTo>
                  <a:lnTo>
                    <a:pt x="493511" y="353109"/>
                  </a:lnTo>
                  <a:lnTo>
                    <a:pt x="493916" y="352704"/>
                  </a:lnTo>
                  <a:lnTo>
                    <a:pt x="494298" y="352299"/>
                  </a:lnTo>
                  <a:lnTo>
                    <a:pt x="494703" y="351894"/>
                  </a:lnTo>
                  <a:lnTo>
                    <a:pt x="495108" y="351512"/>
                  </a:lnTo>
                  <a:lnTo>
                    <a:pt x="495490" y="351107"/>
                  </a:lnTo>
                  <a:lnTo>
                    <a:pt x="495895" y="350725"/>
                  </a:lnTo>
                  <a:lnTo>
                    <a:pt x="496277" y="350320"/>
                  </a:lnTo>
                  <a:lnTo>
                    <a:pt x="496682" y="349938"/>
                  </a:lnTo>
                  <a:lnTo>
                    <a:pt x="497064" y="349533"/>
                  </a:lnTo>
                  <a:lnTo>
                    <a:pt x="497469" y="349151"/>
                  </a:lnTo>
                  <a:lnTo>
                    <a:pt x="497852" y="348768"/>
                  </a:lnTo>
                  <a:lnTo>
                    <a:pt x="498256" y="348364"/>
                  </a:lnTo>
                  <a:lnTo>
                    <a:pt x="498662" y="347981"/>
                  </a:lnTo>
                  <a:lnTo>
                    <a:pt x="499044" y="347599"/>
                  </a:lnTo>
                  <a:lnTo>
                    <a:pt x="499448" y="347217"/>
                  </a:lnTo>
                  <a:lnTo>
                    <a:pt x="499831" y="346834"/>
                  </a:lnTo>
                  <a:lnTo>
                    <a:pt x="500236" y="346452"/>
                  </a:lnTo>
                  <a:lnTo>
                    <a:pt x="500618" y="346070"/>
                  </a:lnTo>
                  <a:lnTo>
                    <a:pt x="501022" y="345687"/>
                  </a:lnTo>
                  <a:lnTo>
                    <a:pt x="501405" y="345305"/>
                  </a:lnTo>
                  <a:lnTo>
                    <a:pt x="501810" y="344923"/>
                  </a:lnTo>
                  <a:lnTo>
                    <a:pt x="502214" y="344540"/>
                  </a:lnTo>
                  <a:lnTo>
                    <a:pt x="502597" y="344181"/>
                  </a:lnTo>
                  <a:lnTo>
                    <a:pt x="503002" y="343798"/>
                  </a:lnTo>
                  <a:lnTo>
                    <a:pt x="503384" y="343416"/>
                  </a:lnTo>
                  <a:lnTo>
                    <a:pt x="503789" y="343056"/>
                  </a:lnTo>
                  <a:lnTo>
                    <a:pt x="504171" y="342674"/>
                  </a:lnTo>
                  <a:lnTo>
                    <a:pt x="504576" y="342314"/>
                  </a:lnTo>
                  <a:lnTo>
                    <a:pt x="504958" y="341932"/>
                  </a:lnTo>
                  <a:lnTo>
                    <a:pt x="505363" y="341572"/>
                  </a:lnTo>
                  <a:lnTo>
                    <a:pt x="505768" y="341189"/>
                  </a:lnTo>
                  <a:lnTo>
                    <a:pt x="506150" y="340830"/>
                  </a:lnTo>
                  <a:lnTo>
                    <a:pt x="506555" y="340470"/>
                  </a:lnTo>
                  <a:lnTo>
                    <a:pt x="506938" y="340110"/>
                  </a:lnTo>
                  <a:lnTo>
                    <a:pt x="507342" y="339750"/>
                  </a:lnTo>
                  <a:lnTo>
                    <a:pt x="507724" y="339390"/>
                  </a:lnTo>
                  <a:lnTo>
                    <a:pt x="508130" y="339030"/>
                  </a:lnTo>
                  <a:lnTo>
                    <a:pt x="508534" y="338671"/>
                  </a:lnTo>
                  <a:lnTo>
                    <a:pt x="508916" y="338333"/>
                  </a:lnTo>
                  <a:lnTo>
                    <a:pt x="509322" y="337973"/>
                  </a:lnTo>
                  <a:lnTo>
                    <a:pt x="509704" y="337614"/>
                  </a:lnTo>
                  <a:lnTo>
                    <a:pt x="510108" y="337276"/>
                  </a:lnTo>
                  <a:lnTo>
                    <a:pt x="510491" y="336916"/>
                  </a:lnTo>
                  <a:lnTo>
                    <a:pt x="510896" y="336579"/>
                  </a:lnTo>
                  <a:lnTo>
                    <a:pt x="511278" y="336219"/>
                  </a:lnTo>
                  <a:lnTo>
                    <a:pt x="511683" y="335882"/>
                  </a:lnTo>
                  <a:lnTo>
                    <a:pt x="512088" y="335522"/>
                  </a:lnTo>
                  <a:lnTo>
                    <a:pt x="512470" y="335185"/>
                  </a:lnTo>
                  <a:lnTo>
                    <a:pt x="512875" y="334825"/>
                  </a:lnTo>
                  <a:lnTo>
                    <a:pt x="513257" y="334488"/>
                  </a:lnTo>
                  <a:lnTo>
                    <a:pt x="513662" y="334150"/>
                  </a:lnTo>
                  <a:lnTo>
                    <a:pt x="514044" y="333813"/>
                  </a:lnTo>
                  <a:lnTo>
                    <a:pt x="514449" y="333475"/>
                  </a:lnTo>
                  <a:lnTo>
                    <a:pt x="514831" y="333116"/>
                  </a:lnTo>
                  <a:lnTo>
                    <a:pt x="515236" y="332778"/>
                  </a:lnTo>
                  <a:lnTo>
                    <a:pt x="515641" y="332441"/>
                  </a:lnTo>
                  <a:lnTo>
                    <a:pt x="516023" y="332104"/>
                  </a:lnTo>
                  <a:lnTo>
                    <a:pt x="516428" y="331766"/>
                  </a:lnTo>
                  <a:lnTo>
                    <a:pt x="516810" y="331406"/>
                  </a:lnTo>
                  <a:lnTo>
                    <a:pt x="517215" y="331069"/>
                  </a:lnTo>
                  <a:lnTo>
                    <a:pt x="517598" y="330732"/>
                  </a:lnTo>
                  <a:lnTo>
                    <a:pt x="518002" y="330394"/>
                  </a:lnTo>
                  <a:lnTo>
                    <a:pt x="518385" y="330057"/>
                  </a:lnTo>
                  <a:lnTo>
                    <a:pt x="518790" y="329720"/>
                  </a:lnTo>
                  <a:lnTo>
                    <a:pt x="519194" y="329382"/>
                  </a:lnTo>
                  <a:lnTo>
                    <a:pt x="519576" y="329045"/>
                  </a:lnTo>
                  <a:lnTo>
                    <a:pt x="519982" y="328708"/>
                  </a:lnTo>
                  <a:lnTo>
                    <a:pt x="520364" y="328370"/>
                  </a:lnTo>
                  <a:lnTo>
                    <a:pt x="520768" y="328033"/>
                  </a:lnTo>
                  <a:lnTo>
                    <a:pt x="521151" y="327696"/>
                  </a:lnTo>
                  <a:lnTo>
                    <a:pt x="521556" y="327336"/>
                  </a:lnTo>
                  <a:lnTo>
                    <a:pt x="521938" y="326998"/>
                  </a:lnTo>
                  <a:lnTo>
                    <a:pt x="522343" y="326661"/>
                  </a:lnTo>
                  <a:lnTo>
                    <a:pt x="522748" y="326324"/>
                  </a:lnTo>
                  <a:lnTo>
                    <a:pt x="523107" y="325986"/>
                  </a:lnTo>
                  <a:lnTo>
                    <a:pt x="523535" y="325649"/>
                  </a:lnTo>
                  <a:lnTo>
                    <a:pt x="523895" y="325312"/>
                  </a:lnTo>
                  <a:lnTo>
                    <a:pt x="524299" y="324974"/>
                  </a:lnTo>
                  <a:lnTo>
                    <a:pt x="524682" y="324637"/>
                  </a:lnTo>
                  <a:lnTo>
                    <a:pt x="525087" y="324300"/>
                  </a:lnTo>
                  <a:lnTo>
                    <a:pt x="525491" y="323962"/>
                  </a:lnTo>
                  <a:lnTo>
                    <a:pt x="525874" y="323603"/>
                  </a:lnTo>
                  <a:lnTo>
                    <a:pt x="526278" y="323265"/>
                  </a:lnTo>
                  <a:lnTo>
                    <a:pt x="526661" y="322928"/>
                  </a:lnTo>
                  <a:lnTo>
                    <a:pt x="527066" y="322591"/>
                  </a:lnTo>
                  <a:lnTo>
                    <a:pt x="527448" y="322253"/>
                  </a:lnTo>
                  <a:lnTo>
                    <a:pt x="527853" y="321916"/>
                  </a:lnTo>
                  <a:lnTo>
                    <a:pt x="528235" y="321579"/>
                  </a:lnTo>
                  <a:lnTo>
                    <a:pt x="528640" y="321241"/>
                  </a:lnTo>
                  <a:lnTo>
                    <a:pt x="529045" y="320904"/>
                  </a:lnTo>
                  <a:lnTo>
                    <a:pt x="529427" y="320566"/>
                  </a:lnTo>
                  <a:lnTo>
                    <a:pt x="529832" y="320229"/>
                  </a:lnTo>
                  <a:lnTo>
                    <a:pt x="530214" y="319892"/>
                  </a:lnTo>
                  <a:lnTo>
                    <a:pt x="530619" y="319554"/>
                  </a:lnTo>
                  <a:lnTo>
                    <a:pt x="531001" y="319217"/>
                  </a:lnTo>
                  <a:lnTo>
                    <a:pt x="531406" y="318880"/>
                  </a:lnTo>
                  <a:lnTo>
                    <a:pt x="531789" y="318542"/>
                  </a:lnTo>
                  <a:lnTo>
                    <a:pt x="532193" y="318205"/>
                  </a:lnTo>
                  <a:lnTo>
                    <a:pt x="532598" y="317913"/>
                  </a:lnTo>
                  <a:lnTo>
                    <a:pt x="532981" y="317575"/>
                  </a:lnTo>
                  <a:lnTo>
                    <a:pt x="533385" y="317238"/>
                  </a:lnTo>
                  <a:lnTo>
                    <a:pt x="533767" y="316901"/>
                  </a:lnTo>
                  <a:lnTo>
                    <a:pt x="534172" y="316563"/>
                  </a:lnTo>
                  <a:lnTo>
                    <a:pt x="534555" y="316226"/>
                  </a:lnTo>
                  <a:lnTo>
                    <a:pt x="534959" y="315911"/>
                  </a:lnTo>
                  <a:lnTo>
                    <a:pt x="535342" y="315574"/>
                  </a:lnTo>
                  <a:lnTo>
                    <a:pt x="535747" y="315236"/>
                  </a:lnTo>
                  <a:lnTo>
                    <a:pt x="536151" y="314899"/>
                  </a:lnTo>
                  <a:lnTo>
                    <a:pt x="536534" y="314562"/>
                  </a:lnTo>
                  <a:lnTo>
                    <a:pt x="536939" y="314247"/>
                  </a:lnTo>
                  <a:lnTo>
                    <a:pt x="537321" y="313910"/>
                  </a:lnTo>
                  <a:lnTo>
                    <a:pt x="537726" y="313572"/>
                  </a:lnTo>
                  <a:lnTo>
                    <a:pt x="538108" y="313257"/>
                  </a:lnTo>
                  <a:lnTo>
                    <a:pt x="538513" y="312920"/>
                  </a:lnTo>
                  <a:lnTo>
                    <a:pt x="538918" y="312605"/>
                  </a:lnTo>
                  <a:lnTo>
                    <a:pt x="539300" y="312268"/>
                  </a:lnTo>
                  <a:lnTo>
                    <a:pt x="539705" y="311953"/>
                  </a:lnTo>
                  <a:lnTo>
                    <a:pt x="540087" y="311616"/>
                  </a:lnTo>
                  <a:lnTo>
                    <a:pt x="540492" y="311301"/>
                  </a:lnTo>
                  <a:lnTo>
                    <a:pt x="540875" y="310963"/>
                  </a:lnTo>
                  <a:lnTo>
                    <a:pt x="541279" y="310649"/>
                  </a:lnTo>
                  <a:lnTo>
                    <a:pt x="541661" y="310334"/>
                  </a:lnTo>
                  <a:lnTo>
                    <a:pt x="542066" y="309996"/>
                  </a:lnTo>
                  <a:lnTo>
                    <a:pt x="542471" y="309682"/>
                  </a:lnTo>
                  <a:lnTo>
                    <a:pt x="542853" y="309344"/>
                  </a:lnTo>
                  <a:lnTo>
                    <a:pt x="543258" y="309029"/>
                  </a:lnTo>
                  <a:lnTo>
                    <a:pt x="543641" y="308714"/>
                  </a:lnTo>
                  <a:lnTo>
                    <a:pt x="544045" y="308377"/>
                  </a:lnTo>
                  <a:lnTo>
                    <a:pt x="544427" y="308062"/>
                  </a:lnTo>
                  <a:lnTo>
                    <a:pt x="544832" y="307725"/>
                  </a:lnTo>
                  <a:lnTo>
                    <a:pt x="545215" y="307410"/>
                  </a:lnTo>
                  <a:lnTo>
                    <a:pt x="545620" y="307095"/>
                  </a:lnTo>
                  <a:lnTo>
                    <a:pt x="546024" y="306758"/>
                  </a:lnTo>
                  <a:lnTo>
                    <a:pt x="546407" y="306443"/>
                  </a:lnTo>
                  <a:lnTo>
                    <a:pt x="546812" y="306128"/>
                  </a:lnTo>
                  <a:lnTo>
                    <a:pt x="547194" y="305791"/>
                  </a:lnTo>
                  <a:lnTo>
                    <a:pt x="547599" y="305476"/>
                  </a:lnTo>
                  <a:lnTo>
                    <a:pt x="547981" y="305161"/>
                  </a:lnTo>
                  <a:lnTo>
                    <a:pt x="548386" y="304846"/>
                  </a:lnTo>
                  <a:lnTo>
                    <a:pt x="548768" y="304531"/>
                  </a:lnTo>
                  <a:lnTo>
                    <a:pt x="549173" y="304217"/>
                  </a:lnTo>
                  <a:lnTo>
                    <a:pt x="549578" y="303879"/>
                  </a:lnTo>
                  <a:lnTo>
                    <a:pt x="549960" y="303564"/>
                  </a:lnTo>
                  <a:lnTo>
                    <a:pt x="550365" y="303249"/>
                  </a:lnTo>
                  <a:lnTo>
                    <a:pt x="550747" y="302935"/>
                  </a:lnTo>
                  <a:lnTo>
                    <a:pt x="551152" y="302597"/>
                  </a:lnTo>
                  <a:lnTo>
                    <a:pt x="551535" y="302282"/>
                  </a:lnTo>
                  <a:lnTo>
                    <a:pt x="551939" y="301968"/>
                  </a:lnTo>
                  <a:lnTo>
                    <a:pt x="552321" y="301653"/>
                  </a:lnTo>
                  <a:lnTo>
                    <a:pt x="552726" y="301338"/>
                  </a:lnTo>
                  <a:lnTo>
                    <a:pt x="553131" y="301023"/>
                  </a:lnTo>
                  <a:lnTo>
                    <a:pt x="553513" y="300731"/>
                  </a:lnTo>
                  <a:lnTo>
                    <a:pt x="553918" y="300416"/>
                  </a:lnTo>
                  <a:lnTo>
                    <a:pt x="554301" y="300101"/>
                  </a:lnTo>
                  <a:lnTo>
                    <a:pt x="554705" y="299786"/>
                  </a:lnTo>
                  <a:lnTo>
                    <a:pt x="555088" y="299494"/>
                  </a:lnTo>
                  <a:lnTo>
                    <a:pt x="555493" y="299179"/>
                  </a:lnTo>
                  <a:lnTo>
                    <a:pt x="555897" y="298864"/>
                  </a:lnTo>
                  <a:lnTo>
                    <a:pt x="556280" y="298549"/>
                  </a:lnTo>
                  <a:lnTo>
                    <a:pt x="556684" y="298257"/>
                  </a:lnTo>
                  <a:lnTo>
                    <a:pt x="557067" y="297942"/>
                  </a:lnTo>
                  <a:lnTo>
                    <a:pt x="557472" y="297627"/>
                  </a:lnTo>
                  <a:lnTo>
                    <a:pt x="557854" y="297312"/>
                  </a:lnTo>
                  <a:lnTo>
                    <a:pt x="558259" y="296997"/>
                  </a:lnTo>
                  <a:lnTo>
                    <a:pt x="558641" y="296683"/>
                  </a:lnTo>
                  <a:lnTo>
                    <a:pt x="559046" y="296368"/>
                  </a:lnTo>
                  <a:lnTo>
                    <a:pt x="559450" y="296053"/>
                  </a:lnTo>
                  <a:lnTo>
                    <a:pt x="559833" y="295738"/>
                  </a:lnTo>
                  <a:lnTo>
                    <a:pt x="560238" y="295401"/>
                  </a:lnTo>
                  <a:lnTo>
                    <a:pt x="560620" y="295086"/>
                  </a:lnTo>
                  <a:lnTo>
                    <a:pt x="561025" y="294771"/>
                  </a:lnTo>
                  <a:lnTo>
                    <a:pt x="561407" y="294456"/>
                  </a:lnTo>
                  <a:lnTo>
                    <a:pt x="561812" y="294119"/>
                  </a:lnTo>
                  <a:lnTo>
                    <a:pt x="562195" y="293804"/>
                  </a:lnTo>
                  <a:lnTo>
                    <a:pt x="562599" y="293489"/>
                  </a:lnTo>
                  <a:lnTo>
                    <a:pt x="563004" y="293152"/>
                  </a:lnTo>
                  <a:lnTo>
                    <a:pt x="563386" y="292837"/>
                  </a:lnTo>
                  <a:lnTo>
                    <a:pt x="563791" y="292522"/>
                  </a:lnTo>
                  <a:lnTo>
                    <a:pt x="564173" y="292185"/>
                  </a:lnTo>
                  <a:lnTo>
                    <a:pt x="564578" y="291870"/>
                  </a:lnTo>
                  <a:lnTo>
                    <a:pt x="564961" y="291532"/>
                  </a:lnTo>
                  <a:lnTo>
                    <a:pt x="565365" y="291218"/>
                  </a:lnTo>
                  <a:lnTo>
                    <a:pt x="565748" y="290880"/>
                  </a:lnTo>
                  <a:lnTo>
                    <a:pt x="566153" y="290543"/>
                  </a:lnTo>
                  <a:lnTo>
                    <a:pt x="566557" y="290206"/>
                  </a:lnTo>
                  <a:lnTo>
                    <a:pt x="566940" y="289868"/>
                  </a:lnTo>
                  <a:lnTo>
                    <a:pt x="567344" y="289531"/>
                  </a:lnTo>
                  <a:lnTo>
                    <a:pt x="567727" y="289194"/>
                  </a:lnTo>
                  <a:lnTo>
                    <a:pt x="568132" y="288834"/>
                  </a:lnTo>
                  <a:lnTo>
                    <a:pt x="568514" y="288496"/>
                  </a:lnTo>
                  <a:lnTo>
                    <a:pt x="568919" y="288136"/>
                  </a:lnTo>
                  <a:lnTo>
                    <a:pt x="569324" y="287777"/>
                  </a:lnTo>
                  <a:lnTo>
                    <a:pt x="569706" y="287417"/>
                  </a:lnTo>
                  <a:lnTo>
                    <a:pt x="570111" y="287035"/>
                  </a:lnTo>
                  <a:lnTo>
                    <a:pt x="570493" y="286652"/>
                  </a:lnTo>
                  <a:lnTo>
                    <a:pt x="570898" y="286270"/>
                  </a:lnTo>
                  <a:lnTo>
                    <a:pt x="571280" y="285888"/>
                  </a:lnTo>
                  <a:lnTo>
                    <a:pt x="571685" y="285505"/>
                  </a:lnTo>
                  <a:lnTo>
                    <a:pt x="572067" y="285100"/>
                  </a:lnTo>
                  <a:lnTo>
                    <a:pt x="572472" y="284696"/>
                  </a:lnTo>
                  <a:lnTo>
                    <a:pt x="572877" y="284268"/>
                  </a:lnTo>
                  <a:lnTo>
                    <a:pt x="573259" y="283841"/>
                  </a:lnTo>
                  <a:lnTo>
                    <a:pt x="573664" y="283414"/>
                  </a:lnTo>
                  <a:lnTo>
                    <a:pt x="574047" y="282964"/>
                  </a:lnTo>
                  <a:lnTo>
                    <a:pt x="574451" y="282514"/>
                  </a:lnTo>
                  <a:lnTo>
                    <a:pt x="574833" y="282064"/>
                  </a:lnTo>
                  <a:lnTo>
                    <a:pt x="575238" y="281592"/>
                  </a:lnTo>
                  <a:lnTo>
                    <a:pt x="575621" y="281120"/>
                  </a:lnTo>
                  <a:lnTo>
                    <a:pt x="576025" y="280625"/>
                  </a:lnTo>
                  <a:lnTo>
                    <a:pt x="576430" y="280108"/>
                  </a:lnTo>
                  <a:lnTo>
                    <a:pt x="576813" y="279590"/>
                  </a:lnTo>
                  <a:lnTo>
                    <a:pt x="577217" y="279051"/>
                  </a:lnTo>
                  <a:lnTo>
                    <a:pt x="577600" y="278488"/>
                  </a:lnTo>
                  <a:lnTo>
                    <a:pt x="578004" y="277926"/>
                  </a:lnTo>
                  <a:lnTo>
                    <a:pt x="578387" y="277341"/>
                  </a:lnTo>
                  <a:lnTo>
                    <a:pt x="578792" y="276734"/>
                  </a:lnTo>
                  <a:lnTo>
                    <a:pt x="579174" y="276105"/>
                  </a:lnTo>
                  <a:lnTo>
                    <a:pt x="579579" y="275452"/>
                  </a:lnTo>
                  <a:lnTo>
                    <a:pt x="579984" y="274778"/>
                  </a:lnTo>
                  <a:lnTo>
                    <a:pt x="580366" y="274103"/>
                  </a:lnTo>
                  <a:lnTo>
                    <a:pt x="580771" y="273383"/>
                  </a:lnTo>
                  <a:lnTo>
                    <a:pt x="581153" y="272619"/>
                  </a:lnTo>
                  <a:lnTo>
                    <a:pt x="581558" y="271854"/>
                  </a:lnTo>
                  <a:lnTo>
                    <a:pt x="581940" y="271044"/>
                  </a:lnTo>
                  <a:lnTo>
                    <a:pt x="582345" y="270190"/>
                  </a:lnTo>
                  <a:lnTo>
                    <a:pt x="582727" y="269313"/>
                  </a:lnTo>
                  <a:lnTo>
                    <a:pt x="583132" y="268413"/>
                  </a:lnTo>
                  <a:lnTo>
                    <a:pt x="583537" y="267446"/>
                  </a:lnTo>
                  <a:lnTo>
                    <a:pt x="583919" y="266457"/>
                  </a:lnTo>
                  <a:lnTo>
                    <a:pt x="584324" y="265400"/>
                  </a:lnTo>
                  <a:lnTo>
                    <a:pt x="584707" y="264320"/>
                  </a:lnTo>
                  <a:lnTo>
                    <a:pt x="585111" y="263173"/>
                  </a:lnTo>
                  <a:lnTo>
                    <a:pt x="585493" y="261959"/>
                  </a:lnTo>
                  <a:lnTo>
                    <a:pt x="585898" y="260699"/>
                  </a:lnTo>
                  <a:lnTo>
                    <a:pt x="586303" y="259395"/>
                  </a:lnTo>
                  <a:lnTo>
                    <a:pt x="586686" y="258000"/>
                  </a:lnTo>
                  <a:lnTo>
                    <a:pt x="587090" y="256539"/>
                  </a:lnTo>
                  <a:lnTo>
                    <a:pt x="587473" y="255009"/>
                  </a:lnTo>
                  <a:lnTo>
                    <a:pt x="587878" y="253390"/>
                  </a:lnTo>
                  <a:lnTo>
                    <a:pt x="588260" y="251681"/>
                  </a:lnTo>
                  <a:lnTo>
                    <a:pt x="588665" y="249904"/>
                  </a:lnTo>
                  <a:lnTo>
                    <a:pt x="589047" y="248015"/>
                  </a:lnTo>
                  <a:lnTo>
                    <a:pt x="589452" y="245946"/>
                  </a:lnTo>
                  <a:lnTo>
                    <a:pt x="589856" y="243855"/>
                  </a:lnTo>
                  <a:lnTo>
                    <a:pt x="590239" y="241651"/>
                  </a:lnTo>
                  <a:lnTo>
                    <a:pt x="590644" y="239334"/>
                  </a:lnTo>
                  <a:lnTo>
                    <a:pt x="591026" y="236950"/>
                  </a:lnTo>
                  <a:lnTo>
                    <a:pt x="591431" y="234409"/>
                  </a:lnTo>
                  <a:lnTo>
                    <a:pt x="591813" y="230788"/>
                  </a:lnTo>
                </a:path>
              </a:pathLst>
            </a:custGeom>
            <a:noFill/>
            <a:ln w="4498" cap="flat">
              <a:solidFill>
                <a:srgbClr val="B6D1CD"/>
              </a:solidFill>
              <a:prstDash val="solid"/>
              <a:round/>
            </a:ln>
          </p:spPr>
          <p:txBody>
            <a:bodyPr rtlCol="0" anchor="ctr"/>
            <a:lstStyle/>
            <a:p>
              <a:endParaRPr lang="en-US"/>
            </a:p>
          </p:txBody>
        </p:sp>
        <p:sp>
          <p:nvSpPr>
            <p:cNvPr id="5116" name="Freeform 5115">
              <a:extLst>
                <a:ext uri="{FF2B5EF4-FFF2-40B4-BE49-F238E27FC236}">
                  <a16:creationId xmlns:a16="http://schemas.microsoft.com/office/drawing/2014/main" id="{5C375F4F-0CE3-F787-282C-211FF37B49C7}"/>
                </a:ext>
              </a:extLst>
            </p:cNvPr>
            <p:cNvSpPr/>
            <p:nvPr/>
          </p:nvSpPr>
          <p:spPr>
            <a:xfrm>
              <a:off x="1643264" y="3015136"/>
              <a:ext cx="2503612" cy="2629004"/>
            </a:xfrm>
            <a:custGeom>
              <a:avLst/>
              <a:gdLst>
                <a:gd name="connsiteX0" fmla="*/ 253075 w 591813"/>
                <a:gd name="connsiteY0" fmla="*/ 615742 h 621454"/>
                <a:gd name="connsiteX1" fmla="*/ 253480 w 591813"/>
                <a:gd name="connsiteY1" fmla="*/ 616035 h 621454"/>
                <a:gd name="connsiteX2" fmla="*/ 253862 w 591813"/>
                <a:gd name="connsiteY2" fmla="*/ 616304 h 621454"/>
                <a:gd name="connsiteX3" fmla="*/ 254267 w 591813"/>
                <a:gd name="connsiteY3" fmla="*/ 616574 h 621454"/>
                <a:gd name="connsiteX4" fmla="*/ 254650 w 591813"/>
                <a:gd name="connsiteY4" fmla="*/ 616844 h 621454"/>
                <a:gd name="connsiteX5" fmla="*/ 255054 w 591813"/>
                <a:gd name="connsiteY5" fmla="*/ 617092 h 621454"/>
                <a:gd name="connsiteX6" fmla="*/ 255459 w 591813"/>
                <a:gd name="connsiteY6" fmla="*/ 617339 h 621454"/>
                <a:gd name="connsiteX7" fmla="*/ 255841 w 591813"/>
                <a:gd name="connsiteY7" fmla="*/ 617586 h 621454"/>
                <a:gd name="connsiteX8" fmla="*/ 256246 w 591813"/>
                <a:gd name="connsiteY8" fmla="*/ 617811 h 621454"/>
                <a:gd name="connsiteX9" fmla="*/ 256628 w 591813"/>
                <a:gd name="connsiteY9" fmla="*/ 618036 h 621454"/>
                <a:gd name="connsiteX10" fmla="*/ 257033 w 591813"/>
                <a:gd name="connsiteY10" fmla="*/ 618261 h 621454"/>
                <a:gd name="connsiteX11" fmla="*/ 257416 w 591813"/>
                <a:gd name="connsiteY11" fmla="*/ 618463 h 621454"/>
                <a:gd name="connsiteX12" fmla="*/ 257820 w 591813"/>
                <a:gd name="connsiteY12" fmla="*/ 618666 h 621454"/>
                <a:gd name="connsiteX13" fmla="*/ 258202 w 591813"/>
                <a:gd name="connsiteY13" fmla="*/ 618868 h 621454"/>
                <a:gd name="connsiteX14" fmla="*/ 258608 w 591813"/>
                <a:gd name="connsiteY14" fmla="*/ 619048 h 621454"/>
                <a:gd name="connsiteX15" fmla="*/ 259012 w 591813"/>
                <a:gd name="connsiteY15" fmla="*/ 619228 h 621454"/>
                <a:gd name="connsiteX16" fmla="*/ 259395 w 591813"/>
                <a:gd name="connsiteY16" fmla="*/ 619408 h 621454"/>
                <a:gd name="connsiteX17" fmla="*/ 259799 w 591813"/>
                <a:gd name="connsiteY17" fmla="*/ 619588 h 621454"/>
                <a:gd name="connsiteX18" fmla="*/ 260182 w 591813"/>
                <a:gd name="connsiteY18" fmla="*/ 619745 h 621454"/>
                <a:gd name="connsiteX19" fmla="*/ 260587 w 591813"/>
                <a:gd name="connsiteY19" fmla="*/ 619903 h 621454"/>
                <a:gd name="connsiteX20" fmla="*/ 260969 w 591813"/>
                <a:gd name="connsiteY20" fmla="*/ 620038 h 621454"/>
                <a:gd name="connsiteX21" fmla="*/ 261374 w 591813"/>
                <a:gd name="connsiteY21" fmla="*/ 620173 h 621454"/>
                <a:gd name="connsiteX22" fmla="*/ 261756 w 591813"/>
                <a:gd name="connsiteY22" fmla="*/ 620308 h 621454"/>
                <a:gd name="connsiteX23" fmla="*/ 262161 w 591813"/>
                <a:gd name="connsiteY23" fmla="*/ 620443 h 621454"/>
                <a:gd name="connsiteX24" fmla="*/ 262566 w 591813"/>
                <a:gd name="connsiteY24" fmla="*/ 620555 h 621454"/>
                <a:gd name="connsiteX25" fmla="*/ 262948 w 591813"/>
                <a:gd name="connsiteY25" fmla="*/ 620667 h 621454"/>
                <a:gd name="connsiteX26" fmla="*/ 263353 w 591813"/>
                <a:gd name="connsiteY26" fmla="*/ 620757 h 621454"/>
                <a:gd name="connsiteX27" fmla="*/ 263735 w 591813"/>
                <a:gd name="connsiteY27" fmla="*/ 620870 h 621454"/>
                <a:gd name="connsiteX28" fmla="*/ 264140 w 591813"/>
                <a:gd name="connsiteY28" fmla="*/ 620937 h 621454"/>
                <a:gd name="connsiteX29" fmla="*/ 264522 w 591813"/>
                <a:gd name="connsiteY29" fmla="*/ 621027 h 621454"/>
                <a:gd name="connsiteX30" fmla="*/ 264927 w 591813"/>
                <a:gd name="connsiteY30" fmla="*/ 621095 h 621454"/>
                <a:gd name="connsiteX31" fmla="*/ 265332 w 591813"/>
                <a:gd name="connsiteY31" fmla="*/ 621162 h 621454"/>
                <a:gd name="connsiteX32" fmla="*/ 265714 w 591813"/>
                <a:gd name="connsiteY32" fmla="*/ 621230 h 621454"/>
                <a:gd name="connsiteX33" fmla="*/ 266119 w 591813"/>
                <a:gd name="connsiteY33" fmla="*/ 621275 h 621454"/>
                <a:gd name="connsiteX34" fmla="*/ 266502 w 591813"/>
                <a:gd name="connsiteY34" fmla="*/ 621320 h 621454"/>
                <a:gd name="connsiteX35" fmla="*/ 266906 w 591813"/>
                <a:gd name="connsiteY35" fmla="*/ 621365 h 621454"/>
                <a:gd name="connsiteX36" fmla="*/ 267288 w 591813"/>
                <a:gd name="connsiteY36" fmla="*/ 621387 h 621454"/>
                <a:gd name="connsiteX37" fmla="*/ 267693 w 591813"/>
                <a:gd name="connsiteY37" fmla="*/ 621410 h 621454"/>
                <a:gd name="connsiteX38" fmla="*/ 268076 w 591813"/>
                <a:gd name="connsiteY38" fmla="*/ 621432 h 621454"/>
                <a:gd name="connsiteX39" fmla="*/ 268480 w 591813"/>
                <a:gd name="connsiteY39" fmla="*/ 621455 h 621454"/>
                <a:gd name="connsiteX40" fmla="*/ 268885 w 591813"/>
                <a:gd name="connsiteY40" fmla="*/ 621455 h 621454"/>
                <a:gd name="connsiteX41" fmla="*/ 269268 w 591813"/>
                <a:gd name="connsiteY41" fmla="*/ 621455 h 621454"/>
                <a:gd name="connsiteX42" fmla="*/ 269672 w 591813"/>
                <a:gd name="connsiteY42" fmla="*/ 621455 h 621454"/>
                <a:gd name="connsiteX43" fmla="*/ 270055 w 591813"/>
                <a:gd name="connsiteY43" fmla="*/ 621432 h 621454"/>
                <a:gd name="connsiteX44" fmla="*/ 270459 w 591813"/>
                <a:gd name="connsiteY44" fmla="*/ 621410 h 621454"/>
                <a:gd name="connsiteX45" fmla="*/ 270842 w 591813"/>
                <a:gd name="connsiteY45" fmla="*/ 621387 h 621454"/>
                <a:gd name="connsiteX46" fmla="*/ 271247 w 591813"/>
                <a:gd name="connsiteY46" fmla="*/ 621365 h 621454"/>
                <a:gd name="connsiteX47" fmla="*/ 271629 w 591813"/>
                <a:gd name="connsiteY47" fmla="*/ 621342 h 621454"/>
                <a:gd name="connsiteX48" fmla="*/ 272034 w 591813"/>
                <a:gd name="connsiteY48" fmla="*/ 621297 h 621454"/>
                <a:gd name="connsiteX49" fmla="*/ 272439 w 591813"/>
                <a:gd name="connsiteY49" fmla="*/ 621252 h 621454"/>
                <a:gd name="connsiteX50" fmla="*/ 272821 w 591813"/>
                <a:gd name="connsiteY50" fmla="*/ 621185 h 621454"/>
                <a:gd name="connsiteX51" fmla="*/ 273226 w 591813"/>
                <a:gd name="connsiteY51" fmla="*/ 621140 h 621454"/>
                <a:gd name="connsiteX52" fmla="*/ 273608 w 591813"/>
                <a:gd name="connsiteY52" fmla="*/ 621072 h 621454"/>
                <a:gd name="connsiteX53" fmla="*/ 274013 w 591813"/>
                <a:gd name="connsiteY53" fmla="*/ 621027 h 621454"/>
                <a:gd name="connsiteX54" fmla="*/ 274395 w 591813"/>
                <a:gd name="connsiteY54" fmla="*/ 620937 h 621454"/>
                <a:gd name="connsiteX55" fmla="*/ 274800 w 591813"/>
                <a:gd name="connsiteY55" fmla="*/ 620870 h 621454"/>
                <a:gd name="connsiteX56" fmla="*/ 275182 w 591813"/>
                <a:gd name="connsiteY56" fmla="*/ 620802 h 621454"/>
                <a:gd name="connsiteX57" fmla="*/ 275587 w 591813"/>
                <a:gd name="connsiteY57" fmla="*/ 620712 h 621454"/>
                <a:gd name="connsiteX58" fmla="*/ 275992 w 591813"/>
                <a:gd name="connsiteY58" fmla="*/ 620622 h 621454"/>
                <a:gd name="connsiteX59" fmla="*/ 276374 w 591813"/>
                <a:gd name="connsiteY59" fmla="*/ 620533 h 621454"/>
                <a:gd name="connsiteX60" fmla="*/ 276779 w 591813"/>
                <a:gd name="connsiteY60" fmla="*/ 620443 h 621454"/>
                <a:gd name="connsiteX61" fmla="*/ 277162 w 591813"/>
                <a:gd name="connsiteY61" fmla="*/ 620353 h 621454"/>
                <a:gd name="connsiteX62" fmla="*/ 277566 w 591813"/>
                <a:gd name="connsiteY62" fmla="*/ 620263 h 621454"/>
                <a:gd name="connsiteX63" fmla="*/ 277948 w 591813"/>
                <a:gd name="connsiteY63" fmla="*/ 620173 h 621454"/>
                <a:gd name="connsiteX64" fmla="*/ 278353 w 591813"/>
                <a:gd name="connsiteY64" fmla="*/ 620060 h 621454"/>
                <a:gd name="connsiteX65" fmla="*/ 278758 w 591813"/>
                <a:gd name="connsiteY65" fmla="*/ 619948 h 621454"/>
                <a:gd name="connsiteX66" fmla="*/ 279140 w 591813"/>
                <a:gd name="connsiteY66" fmla="*/ 619835 h 621454"/>
                <a:gd name="connsiteX67" fmla="*/ 279545 w 591813"/>
                <a:gd name="connsiteY67" fmla="*/ 619723 h 621454"/>
                <a:gd name="connsiteX68" fmla="*/ 279928 w 591813"/>
                <a:gd name="connsiteY68" fmla="*/ 619610 h 621454"/>
                <a:gd name="connsiteX69" fmla="*/ 280332 w 591813"/>
                <a:gd name="connsiteY69" fmla="*/ 619476 h 621454"/>
                <a:gd name="connsiteX70" fmla="*/ 280715 w 591813"/>
                <a:gd name="connsiteY70" fmla="*/ 619363 h 621454"/>
                <a:gd name="connsiteX71" fmla="*/ 281120 w 591813"/>
                <a:gd name="connsiteY71" fmla="*/ 619228 h 621454"/>
                <a:gd name="connsiteX72" fmla="*/ 281502 w 591813"/>
                <a:gd name="connsiteY72" fmla="*/ 619071 h 621454"/>
                <a:gd name="connsiteX73" fmla="*/ 281907 w 591813"/>
                <a:gd name="connsiteY73" fmla="*/ 618936 h 621454"/>
                <a:gd name="connsiteX74" fmla="*/ 282311 w 591813"/>
                <a:gd name="connsiteY74" fmla="*/ 618778 h 621454"/>
                <a:gd name="connsiteX75" fmla="*/ 282694 w 591813"/>
                <a:gd name="connsiteY75" fmla="*/ 618643 h 621454"/>
                <a:gd name="connsiteX76" fmla="*/ 283076 w 591813"/>
                <a:gd name="connsiteY76" fmla="*/ 618486 h 621454"/>
                <a:gd name="connsiteX77" fmla="*/ 283481 w 591813"/>
                <a:gd name="connsiteY77" fmla="*/ 618306 h 621454"/>
                <a:gd name="connsiteX78" fmla="*/ 283886 w 591813"/>
                <a:gd name="connsiteY78" fmla="*/ 618149 h 621454"/>
                <a:gd name="connsiteX79" fmla="*/ 284246 w 591813"/>
                <a:gd name="connsiteY79" fmla="*/ 617991 h 621454"/>
                <a:gd name="connsiteX80" fmla="*/ 284673 w 591813"/>
                <a:gd name="connsiteY80" fmla="*/ 617811 h 621454"/>
                <a:gd name="connsiteX81" fmla="*/ 285033 w 591813"/>
                <a:gd name="connsiteY81" fmla="*/ 617631 h 621454"/>
                <a:gd name="connsiteX82" fmla="*/ 285438 w 591813"/>
                <a:gd name="connsiteY82" fmla="*/ 617451 h 621454"/>
                <a:gd name="connsiteX83" fmla="*/ 285842 w 591813"/>
                <a:gd name="connsiteY83" fmla="*/ 617272 h 621454"/>
                <a:gd name="connsiteX84" fmla="*/ 286224 w 591813"/>
                <a:gd name="connsiteY84" fmla="*/ 617069 h 621454"/>
                <a:gd name="connsiteX85" fmla="*/ 286630 w 591813"/>
                <a:gd name="connsiteY85" fmla="*/ 616889 h 621454"/>
                <a:gd name="connsiteX86" fmla="*/ 287012 w 591813"/>
                <a:gd name="connsiteY86" fmla="*/ 616687 h 621454"/>
                <a:gd name="connsiteX87" fmla="*/ 287416 w 591813"/>
                <a:gd name="connsiteY87" fmla="*/ 616484 h 621454"/>
                <a:gd name="connsiteX88" fmla="*/ 287799 w 591813"/>
                <a:gd name="connsiteY88" fmla="*/ 616259 h 621454"/>
                <a:gd name="connsiteX89" fmla="*/ 288204 w 591813"/>
                <a:gd name="connsiteY89" fmla="*/ 616057 h 621454"/>
                <a:gd name="connsiteX90" fmla="*/ 288586 w 591813"/>
                <a:gd name="connsiteY90" fmla="*/ 615855 h 621454"/>
                <a:gd name="connsiteX91" fmla="*/ 288991 w 591813"/>
                <a:gd name="connsiteY91" fmla="*/ 615630 h 621454"/>
                <a:gd name="connsiteX92" fmla="*/ 289396 w 591813"/>
                <a:gd name="connsiteY92" fmla="*/ 615405 h 621454"/>
                <a:gd name="connsiteX93" fmla="*/ 289778 w 591813"/>
                <a:gd name="connsiteY93" fmla="*/ 615180 h 621454"/>
                <a:gd name="connsiteX94" fmla="*/ 290183 w 591813"/>
                <a:gd name="connsiteY94" fmla="*/ 614955 h 621454"/>
                <a:gd name="connsiteX95" fmla="*/ 290565 w 591813"/>
                <a:gd name="connsiteY95" fmla="*/ 614730 h 621454"/>
                <a:gd name="connsiteX96" fmla="*/ 290970 w 591813"/>
                <a:gd name="connsiteY96" fmla="*/ 614505 h 621454"/>
                <a:gd name="connsiteX97" fmla="*/ 291352 w 591813"/>
                <a:gd name="connsiteY97" fmla="*/ 614280 h 621454"/>
                <a:gd name="connsiteX98" fmla="*/ 291757 w 591813"/>
                <a:gd name="connsiteY98" fmla="*/ 614033 h 621454"/>
                <a:gd name="connsiteX99" fmla="*/ 292139 w 591813"/>
                <a:gd name="connsiteY99" fmla="*/ 613808 h 621454"/>
                <a:gd name="connsiteX100" fmla="*/ 292544 w 591813"/>
                <a:gd name="connsiteY100" fmla="*/ 613561 h 621454"/>
                <a:gd name="connsiteX101" fmla="*/ 292949 w 591813"/>
                <a:gd name="connsiteY101" fmla="*/ 613313 h 621454"/>
                <a:gd name="connsiteX102" fmla="*/ 293331 w 591813"/>
                <a:gd name="connsiteY102" fmla="*/ 613066 h 621454"/>
                <a:gd name="connsiteX103" fmla="*/ 293736 w 591813"/>
                <a:gd name="connsiteY103" fmla="*/ 612819 h 621454"/>
                <a:gd name="connsiteX104" fmla="*/ 294118 w 591813"/>
                <a:gd name="connsiteY104" fmla="*/ 612549 h 621454"/>
                <a:gd name="connsiteX105" fmla="*/ 294524 w 591813"/>
                <a:gd name="connsiteY105" fmla="*/ 612301 h 621454"/>
                <a:gd name="connsiteX106" fmla="*/ 294906 w 591813"/>
                <a:gd name="connsiteY106" fmla="*/ 612031 h 621454"/>
                <a:gd name="connsiteX107" fmla="*/ 295310 w 591813"/>
                <a:gd name="connsiteY107" fmla="*/ 611762 h 621454"/>
                <a:gd name="connsiteX108" fmla="*/ 295716 w 591813"/>
                <a:gd name="connsiteY108" fmla="*/ 611492 h 621454"/>
                <a:gd name="connsiteX109" fmla="*/ 296098 w 591813"/>
                <a:gd name="connsiteY109" fmla="*/ 612031 h 621454"/>
                <a:gd name="connsiteX110" fmla="*/ 296502 w 591813"/>
                <a:gd name="connsiteY110" fmla="*/ 612976 h 621454"/>
                <a:gd name="connsiteX111" fmla="*/ 296884 w 591813"/>
                <a:gd name="connsiteY111" fmla="*/ 612729 h 621454"/>
                <a:gd name="connsiteX112" fmla="*/ 297290 w 591813"/>
                <a:gd name="connsiteY112" fmla="*/ 612481 h 621454"/>
                <a:gd name="connsiteX113" fmla="*/ 297672 w 591813"/>
                <a:gd name="connsiteY113" fmla="*/ 612211 h 621454"/>
                <a:gd name="connsiteX114" fmla="*/ 298076 w 591813"/>
                <a:gd name="connsiteY114" fmla="*/ 611964 h 621454"/>
                <a:gd name="connsiteX115" fmla="*/ 298459 w 591813"/>
                <a:gd name="connsiteY115" fmla="*/ 611694 h 621454"/>
                <a:gd name="connsiteX116" fmla="*/ 298864 w 591813"/>
                <a:gd name="connsiteY116" fmla="*/ 611447 h 621454"/>
                <a:gd name="connsiteX117" fmla="*/ 299269 w 591813"/>
                <a:gd name="connsiteY117" fmla="*/ 611177 h 621454"/>
                <a:gd name="connsiteX118" fmla="*/ 299651 w 591813"/>
                <a:gd name="connsiteY118" fmla="*/ 610907 h 621454"/>
                <a:gd name="connsiteX119" fmla="*/ 300056 w 591813"/>
                <a:gd name="connsiteY119" fmla="*/ 610637 h 621454"/>
                <a:gd name="connsiteX120" fmla="*/ 300438 w 591813"/>
                <a:gd name="connsiteY120" fmla="*/ 610367 h 621454"/>
                <a:gd name="connsiteX121" fmla="*/ 300843 w 591813"/>
                <a:gd name="connsiteY121" fmla="*/ 610075 h 621454"/>
                <a:gd name="connsiteX122" fmla="*/ 301225 w 591813"/>
                <a:gd name="connsiteY122" fmla="*/ 609805 h 621454"/>
                <a:gd name="connsiteX123" fmla="*/ 301630 w 591813"/>
                <a:gd name="connsiteY123" fmla="*/ 609513 h 621454"/>
                <a:gd name="connsiteX124" fmla="*/ 302012 w 591813"/>
                <a:gd name="connsiteY124" fmla="*/ 609220 h 621454"/>
                <a:gd name="connsiteX125" fmla="*/ 302417 w 591813"/>
                <a:gd name="connsiteY125" fmla="*/ 608950 h 621454"/>
                <a:gd name="connsiteX126" fmla="*/ 302822 w 591813"/>
                <a:gd name="connsiteY126" fmla="*/ 608658 h 621454"/>
                <a:gd name="connsiteX127" fmla="*/ 303204 w 591813"/>
                <a:gd name="connsiteY127" fmla="*/ 608366 h 621454"/>
                <a:gd name="connsiteX128" fmla="*/ 303609 w 591813"/>
                <a:gd name="connsiteY128" fmla="*/ 608073 h 621454"/>
                <a:gd name="connsiteX129" fmla="*/ 303992 w 591813"/>
                <a:gd name="connsiteY129" fmla="*/ 607758 h 621454"/>
                <a:gd name="connsiteX130" fmla="*/ 304396 w 591813"/>
                <a:gd name="connsiteY130" fmla="*/ 607466 h 621454"/>
                <a:gd name="connsiteX131" fmla="*/ 304778 w 591813"/>
                <a:gd name="connsiteY131" fmla="*/ 607174 h 621454"/>
                <a:gd name="connsiteX132" fmla="*/ 305184 w 591813"/>
                <a:gd name="connsiteY132" fmla="*/ 606859 h 621454"/>
                <a:gd name="connsiteX133" fmla="*/ 305566 w 591813"/>
                <a:gd name="connsiteY133" fmla="*/ 606566 h 621454"/>
                <a:gd name="connsiteX134" fmla="*/ 305970 w 591813"/>
                <a:gd name="connsiteY134" fmla="*/ 606252 h 621454"/>
                <a:gd name="connsiteX135" fmla="*/ 306376 w 591813"/>
                <a:gd name="connsiteY135" fmla="*/ 605959 h 621454"/>
                <a:gd name="connsiteX136" fmla="*/ 306758 w 591813"/>
                <a:gd name="connsiteY136" fmla="*/ 605644 h 621454"/>
                <a:gd name="connsiteX137" fmla="*/ 307162 w 591813"/>
                <a:gd name="connsiteY137" fmla="*/ 605330 h 621454"/>
                <a:gd name="connsiteX138" fmla="*/ 307545 w 591813"/>
                <a:gd name="connsiteY138" fmla="*/ 605015 h 621454"/>
                <a:gd name="connsiteX139" fmla="*/ 307950 w 591813"/>
                <a:gd name="connsiteY139" fmla="*/ 604700 h 621454"/>
                <a:gd name="connsiteX140" fmla="*/ 308332 w 591813"/>
                <a:gd name="connsiteY140" fmla="*/ 604385 h 621454"/>
                <a:gd name="connsiteX141" fmla="*/ 308737 w 591813"/>
                <a:gd name="connsiteY141" fmla="*/ 604048 h 621454"/>
                <a:gd name="connsiteX142" fmla="*/ 309142 w 591813"/>
                <a:gd name="connsiteY142" fmla="*/ 603733 h 621454"/>
                <a:gd name="connsiteX143" fmla="*/ 309524 w 591813"/>
                <a:gd name="connsiteY143" fmla="*/ 603395 h 621454"/>
                <a:gd name="connsiteX144" fmla="*/ 309929 w 591813"/>
                <a:gd name="connsiteY144" fmla="*/ 603058 h 621454"/>
                <a:gd name="connsiteX145" fmla="*/ 310311 w 591813"/>
                <a:gd name="connsiteY145" fmla="*/ 602721 h 621454"/>
                <a:gd name="connsiteX146" fmla="*/ 310716 w 591813"/>
                <a:gd name="connsiteY146" fmla="*/ 602383 h 621454"/>
                <a:gd name="connsiteX147" fmla="*/ 311098 w 591813"/>
                <a:gd name="connsiteY147" fmla="*/ 602046 h 621454"/>
                <a:gd name="connsiteX148" fmla="*/ 311503 w 591813"/>
                <a:gd name="connsiteY148" fmla="*/ 601709 h 621454"/>
                <a:gd name="connsiteX149" fmla="*/ 311885 w 591813"/>
                <a:gd name="connsiteY149" fmla="*/ 601371 h 621454"/>
                <a:gd name="connsiteX150" fmla="*/ 312290 w 591813"/>
                <a:gd name="connsiteY150" fmla="*/ 601034 h 621454"/>
                <a:gd name="connsiteX151" fmla="*/ 312695 w 591813"/>
                <a:gd name="connsiteY151" fmla="*/ 600674 h 621454"/>
                <a:gd name="connsiteX152" fmla="*/ 313077 w 591813"/>
                <a:gd name="connsiteY152" fmla="*/ 600337 h 621454"/>
                <a:gd name="connsiteX153" fmla="*/ 313482 w 591813"/>
                <a:gd name="connsiteY153" fmla="*/ 600000 h 621454"/>
                <a:gd name="connsiteX154" fmla="*/ 313864 w 591813"/>
                <a:gd name="connsiteY154" fmla="*/ 599640 h 621454"/>
                <a:gd name="connsiteX155" fmla="*/ 314269 w 591813"/>
                <a:gd name="connsiteY155" fmla="*/ 599280 h 621454"/>
                <a:gd name="connsiteX156" fmla="*/ 314652 w 591813"/>
                <a:gd name="connsiteY156" fmla="*/ 598943 h 621454"/>
                <a:gd name="connsiteX157" fmla="*/ 315056 w 591813"/>
                <a:gd name="connsiteY157" fmla="*/ 598583 h 621454"/>
                <a:gd name="connsiteX158" fmla="*/ 315438 w 591813"/>
                <a:gd name="connsiteY158" fmla="*/ 598223 h 621454"/>
                <a:gd name="connsiteX159" fmla="*/ 315844 w 591813"/>
                <a:gd name="connsiteY159" fmla="*/ 597886 h 621454"/>
                <a:gd name="connsiteX160" fmla="*/ 316248 w 591813"/>
                <a:gd name="connsiteY160" fmla="*/ 597526 h 621454"/>
                <a:gd name="connsiteX161" fmla="*/ 316630 w 591813"/>
                <a:gd name="connsiteY161" fmla="*/ 597166 h 621454"/>
                <a:gd name="connsiteX162" fmla="*/ 317036 w 591813"/>
                <a:gd name="connsiteY162" fmla="*/ 596806 h 621454"/>
                <a:gd name="connsiteX163" fmla="*/ 317418 w 591813"/>
                <a:gd name="connsiteY163" fmla="*/ 596446 h 621454"/>
                <a:gd name="connsiteX164" fmla="*/ 317822 w 591813"/>
                <a:gd name="connsiteY164" fmla="*/ 596086 h 621454"/>
                <a:gd name="connsiteX165" fmla="*/ 318205 w 591813"/>
                <a:gd name="connsiteY165" fmla="*/ 595727 h 621454"/>
                <a:gd name="connsiteX166" fmla="*/ 318610 w 591813"/>
                <a:gd name="connsiteY166" fmla="*/ 595367 h 621454"/>
                <a:gd name="connsiteX167" fmla="*/ 318992 w 591813"/>
                <a:gd name="connsiteY167" fmla="*/ 595007 h 621454"/>
                <a:gd name="connsiteX168" fmla="*/ 319397 w 591813"/>
                <a:gd name="connsiteY168" fmla="*/ 594647 h 621454"/>
                <a:gd name="connsiteX169" fmla="*/ 319802 w 591813"/>
                <a:gd name="connsiteY169" fmla="*/ 594265 h 621454"/>
                <a:gd name="connsiteX170" fmla="*/ 320184 w 591813"/>
                <a:gd name="connsiteY170" fmla="*/ 593905 h 621454"/>
                <a:gd name="connsiteX171" fmla="*/ 320589 w 591813"/>
                <a:gd name="connsiteY171" fmla="*/ 593545 h 621454"/>
                <a:gd name="connsiteX172" fmla="*/ 320971 w 591813"/>
                <a:gd name="connsiteY172" fmla="*/ 593163 h 621454"/>
                <a:gd name="connsiteX173" fmla="*/ 321376 w 591813"/>
                <a:gd name="connsiteY173" fmla="*/ 592803 h 621454"/>
                <a:gd name="connsiteX174" fmla="*/ 321758 w 591813"/>
                <a:gd name="connsiteY174" fmla="*/ 592421 h 621454"/>
                <a:gd name="connsiteX175" fmla="*/ 322163 w 591813"/>
                <a:gd name="connsiteY175" fmla="*/ 592061 h 621454"/>
                <a:gd name="connsiteX176" fmla="*/ 322545 w 591813"/>
                <a:gd name="connsiteY176" fmla="*/ 591678 h 621454"/>
                <a:gd name="connsiteX177" fmla="*/ 322950 w 591813"/>
                <a:gd name="connsiteY177" fmla="*/ 591319 h 621454"/>
                <a:gd name="connsiteX178" fmla="*/ 323355 w 591813"/>
                <a:gd name="connsiteY178" fmla="*/ 590936 h 621454"/>
                <a:gd name="connsiteX179" fmla="*/ 323737 w 591813"/>
                <a:gd name="connsiteY179" fmla="*/ 590554 h 621454"/>
                <a:gd name="connsiteX180" fmla="*/ 324142 w 591813"/>
                <a:gd name="connsiteY180" fmla="*/ 590172 h 621454"/>
                <a:gd name="connsiteX181" fmla="*/ 324524 w 591813"/>
                <a:gd name="connsiteY181" fmla="*/ 589812 h 621454"/>
                <a:gd name="connsiteX182" fmla="*/ 324929 w 591813"/>
                <a:gd name="connsiteY182" fmla="*/ 589429 h 621454"/>
                <a:gd name="connsiteX183" fmla="*/ 325312 w 591813"/>
                <a:gd name="connsiteY183" fmla="*/ 589047 h 621454"/>
                <a:gd name="connsiteX184" fmla="*/ 325716 w 591813"/>
                <a:gd name="connsiteY184" fmla="*/ 588665 h 621454"/>
                <a:gd name="connsiteX185" fmla="*/ 326121 w 591813"/>
                <a:gd name="connsiteY185" fmla="*/ 588260 h 621454"/>
                <a:gd name="connsiteX186" fmla="*/ 326504 w 591813"/>
                <a:gd name="connsiteY186" fmla="*/ 587878 h 621454"/>
                <a:gd name="connsiteX187" fmla="*/ 326908 w 591813"/>
                <a:gd name="connsiteY187" fmla="*/ 587495 h 621454"/>
                <a:gd name="connsiteX188" fmla="*/ 327290 w 591813"/>
                <a:gd name="connsiteY188" fmla="*/ 587113 h 621454"/>
                <a:gd name="connsiteX189" fmla="*/ 327696 w 591813"/>
                <a:gd name="connsiteY189" fmla="*/ 586731 h 621454"/>
                <a:gd name="connsiteX190" fmla="*/ 328078 w 591813"/>
                <a:gd name="connsiteY190" fmla="*/ 586348 h 621454"/>
                <a:gd name="connsiteX191" fmla="*/ 328482 w 591813"/>
                <a:gd name="connsiteY191" fmla="*/ 585944 h 621454"/>
                <a:gd name="connsiteX192" fmla="*/ 328865 w 591813"/>
                <a:gd name="connsiteY192" fmla="*/ 585561 h 621454"/>
                <a:gd name="connsiteX193" fmla="*/ 329270 w 591813"/>
                <a:gd name="connsiteY193" fmla="*/ 585179 h 621454"/>
                <a:gd name="connsiteX194" fmla="*/ 329674 w 591813"/>
                <a:gd name="connsiteY194" fmla="*/ 584797 h 621454"/>
                <a:gd name="connsiteX195" fmla="*/ 330057 w 591813"/>
                <a:gd name="connsiteY195" fmla="*/ 584392 h 621454"/>
                <a:gd name="connsiteX196" fmla="*/ 330462 w 591813"/>
                <a:gd name="connsiteY196" fmla="*/ 584009 h 621454"/>
                <a:gd name="connsiteX197" fmla="*/ 330844 w 591813"/>
                <a:gd name="connsiteY197" fmla="*/ 583627 h 621454"/>
                <a:gd name="connsiteX198" fmla="*/ 331249 w 591813"/>
                <a:gd name="connsiteY198" fmla="*/ 583222 h 621454"/>
                <a:gd name="connsiteX199" fmla="*/ 331631 w 591813"/>
                <a:gd name="connsiteY199" fmla="*/ 582840 h 621454"/>
                <a:gd name="connsiteX200" fmla="*/ 332036 w 591813"/>
                <a:gd name="connsiteY200" fmla="*/ 582458 h 621454"/>
                <a:gd name="connsiteX201" fmla="*/ 332418 w 591813"/>
                <a:gd name="connsiteY201" fmla="*/ 582053 h 621454"/>
                <a:gd name="connsiteX202" fmla="*/ 332823 w 591813"/>
                <a:gd name="connsiteY202" fmla="*/ 581671 h 621454"/>
                <a:gd name="connsiteX203" fmla="*/ 333228 w 591813"/>
                <a:gd name="connsiteY203" fmla="*/ 581266 h 621454"/>
                <a:gd name="connsiteX204" fmla="*/ 333610 w 591813"/>
                <a:gd name="connsiteY204" fmla="*/ 580883 h 621454"/>
                <a:gd name="connsiteX205" fmla="*/ 334015 w 591813"/>
                <a:gd name="connsiteY205" fmla="*/ 580501 h 621454"/>
                <a:gd name="connsiteX206" fmla="*/ 334397 w 591813"/>
                <a:gd name="connsiteY206" fmla="*/ 580096 h 621454"/>
                <a:gd name="connsiteX207" fmla="*/ 334802 w 591813"/>
                <a:gd name="connsiteY207" fmla="*/ 579714 h 621454"/>
                <a:gd name="connsiteX208" fmla="*/ 335184 w 591813"/>
                <a:gd name="connsiteY208" fmla="*/ 579309 h 621454"/>
                <a:gd name="connsiteX209" fmla="*/ 335590 w 591813"/>
                <a:gd name="connsiteY209" fmla="*/ 578904 h 621454"/>
                <a:gd name="connsiteX210" fmla="*/ 335972 w 591813"/>
                <a:gd name="connsiteY210" fmla="*/ 578522 h 621454"/>
                <a:gd name="connsiteX211" fmla="*/ 336376 w 591813"/>
                <a:gd name="connsiteY211" fmla="*/ 578117 h 621454"/>
                <a:gd name="connsiteX212" fmla="*/ 336782 w 591813"/>
                <a:gd name="connsiteY212" fmla="*/ 577735 h 621454"/>
                <a:gd name="connsiteX213" fmla="*/ 337164 w 591813"/>
                <a:gd name="connsiteY213" fmla="*/ 577330 h 621454"/>
                <a:gd name="connsiteX214" fmla="*/ 337568 w 591813"/>
                <a:gd name="connsiteY214" fmla="*/ 576948 h 621454"/>
                <a:gd name="connsiteX215" fmla="*/ 337950 w 591813"/>
                <a:gd name="connsiteY215" fmla="*/ 576543 h 621454"/>
                <a:gd name="connsiteX216" fmla="*/ 338356 w 591813"/>
                <a:gd name="connsiteY216" fmla="*/ 576138 h 621454"/>
                <a:gd name="connsiteX217" fmla="*/ 338738 w 591813"/>
                <a:gd name="connsiteY217" fmla="*/ 575756 h 621454"/>
                <a:gd name="connsiteX218" fmla="*/ 339142 w 591813"/>
                <a:gd name="connsiteY218" fmla="*/ 575351 h 621454"/>
                <a:gd name="connsiteX219" fmla="*/ 339548 w 591813"/>
                <a:gd name="connsiteY219" fmla="*/ 574969 h 621454"/>
                <a:gd name="connsiteX220" fmla="*/ 339930 w 591813"/>
                <a:gd name="connsiteY220" fmla="*/ 574564 h 621454"/>
                <a:gd name="connsiteX221" fmla="*/ 340335 w 591813"/>
                <a:gd name="connsiteY221" fmla="*/ 574181 h 621454"/>
                <a:gd name="connsiteX222" fmla="*/ 340717 w 591813"/>
                <a:gd name="connsiteY222" fmla="*/ 573799 h 621454"/>
                <a:gd name="connsiteX223" fmla="*/ 341122 w 591813"/>
                <a:gd name="connsiteY223" fmla="*/ 573417 h 621454"/>
                <a:gd name="connsiteX224" fmla="*/ 341504 w 591813"/>
                <a:gd name="connsiteY224" fmla="*/ 573035 h 621454"/>
                <a:gd name="connsiteX225" fmla="*/ 341909 w 591813"/>
                <a:gd name="connsiteY225" fmla="*/ 572652 h 621454"/>
                <a:gd name="connsiteX226" fmla="*/ 342291 w 591813"/>
                <a:gd name="connsiteY226" fmla="*/ 572270 h 621454"/>
                <a:gd name="connsiteX227" fmla="*/ 342696 w 591813"/>
                <a:gd name="connsiteY227" fmla="*/ 571888 h 621454"/>
                <a:gd name="connsiteX228" fmla="*/ 343101 w 591813"/>
                <a:gd name="connsiteY228" fmla="*/ 571505 h 621454"/>
                <a:gd name="connsiteX229" fmla="*/ 343483 w 591813"/>
                <a:gd name="connsiteY229" fmla="*/ 571123 h 621454"/>
                <a:gd name="connsiteX230" fmla="*/ 343888 w 591813"/>
                <a:gd name="connsiteY230" fmla="*/ 570763 h 621454"/>
                <a:gd name="connsiteX231" fmla="*/ 344270 w 591813"/>
                <a:gd name="connsiteY231" fmla="*/ 570381 h 621454"/>
                <a:gd name="connsiteX232" fmla="*/ 344675 w 591813"/>
                <a:gd name="connsiteY232" fmla="*/ 569998 h 621454"/>
                <a:gd name="connsiteX233" fmla="*/ 345058 w 591813"/>
                <a:gd name="connsiteY233" fmla="*/ 569616 h 621454"/>
                <a:gd name="connsiteX234" fmla="*/ 345462 w 591813"/>
                <a:gd name="connsiteY234" fmla="*/ 569234 h 621454"/>
                <a:gd name="connsiteX235" fmla="*/ 345844 w 591813"/>
                <a:gd name="connsiteY235" fmla="*/ 568851 h 621454"/>
                <a:gd name="connsiteX236" fmla="*/ 346250 w 591813"/>
                <a:gd name="connsiteY236" fmla="*/ 568469 h 621454"/>
                <a:gd name="connsiteX237" fmla="*/ 346654 w 591813"/>
                <a:gd name="connsiteY237" fmla="*/ 568064 h 621454"/>
                <a:gd name="connsiteX238" fmla="*/ 347036 w 591813"/>
                <a:gd name="connsiteY238" fmla="*/ 567682 h 621454"/>
                <a:gd name="connsiteX239" fmla="*/ 347442 w 591813"/>
                <a:gd name="connsiteY239" fmla="*/ 567300 h 621454"/>
                <a:gd name="connsiteX240" fmla="*/ 347824 w 591813"/>
                <a:gd name="connsiteY240" fmla="*/ 566917 h 621454"/>
                <a:gd name="connsiteX241" fmla="*/ 348228 w 591813"/>
                <a:gd name="connsiteY241" fmla="*/ 566513 h 621454"/>
                <a:gd name="connsiteX242" fmla="*/ 348611 w 591813"/>
                <a:gd name="connsiteY242" fmla="*/ 566130 h 621454"/>
                <a:gd name="connsiteX243" fmla="*/ 349016 w 591813"/>
                <a:gd name="connsiteY243" fmla="*/ 565748 h 621454"/>
                <a:gd name="connsiteX244" fmla="*/ 349398 w 591813"/>
                <a:gd name="connsiteY244" fmla="*/ 565366 h 621454"/>
                <a:gd name="connsiteX245" fmla="*/ 349803 w 591813"/>
                <a:gd name="connsiteY245" fmla="*/ 564961 h 621454"/>
                <a:gd name="connsiteX246" fmla="*/ 350208 w 591813"/>
                <a:gd name="connsiteY246" fmla="*/ 564578 h 621454"/>
                <a:gd name="connsiteX247" fmla="*/ 350590 w 591813"/>
                <a:gd name="connsiteY247" fmla="*/ 564196 h 621454"/>
                <a:gd name="connsiteX248" fmla="*/ 350995 w 591813"/>
                <a:gd name="connsiteY248" fmla="*/ 563791 h 621454"/>
                <a:gd name="connsiteX249" fmla="*/ 351377 w 591813"/>
                <a:gd name="connsiteY249" fmla="*/ 563409 h 621454"/>
                <a:gd name="connsiteX250" fmla="*/ 351782 w 591813"/>
                <a:gd name="connsiteY250" fmla="*/ 563027 h 621454"/>
                <a:gd name="connsiteX251" fmla="*/ 352164 w 591813"/>
                <a:gd name="connsiteY251" fmla="*/ 562622 h 621454"/>
                <a:gd name="connsiteX252" fmla="*/ 352569 w 591813"/>
                <a:gd name="connsiteY252" fmla="*/ 562240 h 621454"/>
                <a:gd name="connsiteX253" fmla="*/ 352951 w 591813"/>
                <a:gd name="connsiteY253" fmla="*/ 561835 h 621454"/>
                <a:gd name="connsiteX254" fmla="*/ 353356 w 591813"/>
                <a:gd name="connsiteY254" fmla="*/ 561452 h 621454"/>
                <a:gd name="connsiteX255" fmla="*/ 353761 w 591813"/>
                <a:gd name="connsiteY255" fmla="*/ 561048 h 621454"/>
                <a:gd name="connsiteX256" fmla="*/ 354143 w 591813"/>
                <a:gd name="connsiteY256" fmla="*/ 560643 h 621454"/>
                <a:gd name="connsiteX257" fmla="*/ 354548 w 591813"/>
                <a:gd name="connsiteY257" fmla="*/ 560260 h 621454"/>
                <a:gd name="connsiteX258" fmla="*/ 354930 w 591813"/>
                <a:gd name="connsiteY258" fmla="*/ 559856 h 621454"/>
                <a:gd name="connsiteX259" fmla="*/ 355335 w 591813"/>
                <a:gd name="connsiteY259" fmla="*/ 559451 h 621454"/>
                <a:gd name="connsiteX260" fmla="*/ 355718 w 591813"/>
                <a:gd name="connsiteY260" fmla="*/ 559046 h 621454"/>
                <a:gd name="connsiteX261" fmla="*/ 356122 w 591813"/>
                <a:gd name="connsiteY261" fmla="*/ 558619 h 621454"/>
                <a:gd name="connsiteX262" fmla="*/ 356527 w 591813"/>
                <a:gd name="connsiteY262" fmla="*/ 558214 h 621454"/>
                <a:gd name="connsiteX263" fmla="*/ 356910 w 591813"/>
                <a:gd name="connsiteY263" fmla="*/ 557809 h 621454"/>
                <a:gd name="connsiteX264" fmla="*/ 357314 w 591813"/>
                <a:gd name="connsiteY264" fmla="*/ 557382 h 621454"/>
                <a:gd name="connsiteX265" fmla="*/ 357696 w 591813"/>
                <a:gd name="connsiteY265" fmla="*/ 556954 h 621454"/>
                <a:gd name="connsiteX266" fmla="*/ 358102 w 591813"/>
                <a:gd name="connsiteY266" fmla="*/ 556527 h 621454"/>
                <a:gd name="connsiteX267" fmla="*/ 358484 w 591813"/>
                <a:gd name="connsiteY267" fmla="*/ 556100 h 621454"/>
                <a:gd name="connsiteX268" fmla="*/ 358888 w 591813"/>
                <a:gd name="connsiteY268" fmla="*/ 555650 h 621454"/>
                <a:gd name="connsiteX269" fmla="*/ 359271 w 591813"/>
                <a:gd name="connsiteY269" fmla="*/ 555223 h 621454"/>
                <a:gd name="connsiteX270" fmla="*/ 359676 w 591813"/>
                <a:gd name="connsiteY270" fmla="*/ 554773 h 621454"/>
                <a:gd name="connsiteX271" fmla="*/ 360080 w 591813"/>
                <a:gd name="connsiteY271" fmla="*/ 554323 h 621454"/>
                <a:gd name="connsiteX272" fmla="*/ 360463 w 591813"/>
                <a:gd name="connsiteY272" fmla="*/ 553873 h 621454"/>
                <a:gd name="connsiteX273" fmla="*/ 360868 w 591813"/>
                <a:gd name="connsiteY273" fmla="*/ 553424 h 621454"/>
                <a:gd name="connsiteX274" fmla="*/ 361250 w 591813"/>
                <a:gd name="connsiteY274" fmla="*/ 552974 h 621454"/>
                <a:gd name="connsiteX275" fmla="*/ 361655 w 591813"/>
                <a:gd name="connsiteY275" fmla="*/ 552502 h 621454"/>
                <a:gd name="connsiteX276" fmla="*/ 362037 w 591813"/>
                <a:gd name="connsiteY276" fmla="*/ 552029 h 621454"/>
                <a:gd name="connsiteX277" fmla="*/ 362442 w 591813"/>
                <a:gd name="connsiteY277" fmla="*/ 551579 h 621454"/>
                <a:gd name="connsiteX278" fmla="*/ 362824 w 591813"/>
                <a:gd name="connsiteY278" fmla="*/ 551107 h 621454"/>
                <a:gd name="connsiteX279" fmla="*/ 363229 w 591813"/>
                <a:gd name="connsiteY279" fmla="*/ 550635 h 621454"/>
                <a:gd name="connsiteX280" fmla="*/ 363634 w 591813"/>
                <a:gd name="connsiteY280" fmla="*/ 550163 h 621454"/>
                <a:gd name="connsiteX281" fmla="*/ 364016 w 591813"/>
                <a:gd name="connsiteY281" fmla="*/ 549668 h 621454"/>
                <a:gd name="connsiteX282" fmla="*/ 364421 w 591813"/>
                <a:gd name="connsiteY282" fmla="*/ 549196 h 621454"/>
                <a:gd name="connsiteX283" fmla="*/ 364803 w 591813"/>
                <a:gd name="connsiteY283" fmla="*/ 548701 h 621454"/>
                <a:gd name="connsiteX284" fmla="*/ 365208 w 591813"/>
                <a:gd name="connsiteY284" fmla="*/ 548228 h 621454"/>
                <a:gd name="connsiteX285" fmla="*/ 365590 w 591813"/>
                <a:gd name="connsiteY285" fmla="*/ 547734 h 621454"/>
                <a:gd name="connsiteX286" fmla="*/ 365995 w 591813"/>
                <a:gd name="connsiteY286" fmla="*/ 547239 h 621454"/>
                <a:gd name="connsiteX287" fmla="*/ 366378 w 591813"/>
                <a:gd name="connsiteY287" fmla="*/ 546744 h 621454"/>
                <a:gd name="connsiteX288" fmla="*/ 366782 w 591813"/>
                <a:gd name="connsiteY288" fmla="*/ 546249 h 621454"/>
                <a:gd name="connsiteX289" fmla="*/ 367187 w 591813"/>
                <a:gd name="connsiteY289" fmla="*/ 545755 h 621454"/>
                <a:gd name="connsiteX290" fmla="*/ 367570 w 591813"/>
                <a:gd name="connsiteY290" fmla="*/ 545260 h 621454"/>
                <a:gd name="connsiteX291" fmla="*/ 367974 w 591813"/>
                <a:gd name="connsiteY291" fmla="*/ 544765 h 621454"/>
                <a:gd name="connsiteX292" fmla="*/ 368356 w 591813"/>
                <a:gd name="connsiteY292" fmla="*/ 544270 h 621454"/>
                <a:gd name="connsiteX293" fmla="*/ 368762 w 591813"/>
                <a:gd name="connsiteY293" fmla="*/ 543753 h 621454"/>
                <a:gd name="connsiteX294" fmla="*/ 369144 w 591813"/>
                <a:gd name="connsiteY294" fmla="*/ 543258 h 621454"/>
                <a:gd name="connsiteX295" fmla="*/ 369548 w 591813"/>
                <a:gd name="connsiteY295" fmla="*/ 542764 h 621454"/>
                <a:gd name="connsiteX296" fmla="*/ 369954 w 591813"/>
                <a:gd name="connsiteY296" fmla="*/ 542246 h 621454"/>
                <a:gd name="connsiteX297" fmla="*/ 370336 w 591813"/>
                <a:gd name="connsiteY297" fmla="*/ 541752 h 621454"/>
                <a:gd name="connsiteX298" fmla="*/ 370740 w 591813"/>
                <a:gd name="connsiteY298" fmla="*/ 541234 h 621454"/>
                <a:gd name="connsiteX299" fmla="*/ 371123 w 591813"/>
                <a:gd name="connsiteY299" fmla="*/ 540739 h 621454"/>
                <a:gd name="connsiteX300" fmla="*/ 371528 w 591813"/>
                <a:gd name="connsiteY300" fmla="*/ 540222 h 621454"/>
                <a:gd name="connsiteX301" fmla="*/ 371910 w 591813"/>
                <a:gd name="connsiteY301" fmla="*/ 539727 h 621454"/>
                <a:gd name="connsiteX302" fmla="*/ 372315 w 591813"/>
                <a:gd name="connsiteY302" fmla="*/ 539210 h 621454"/>
                <a:gd name="connsiteX303" fmla="*/ 372697 w 591813"/>
                <a:gd name="connsiteY303" fmla="*/ 538693 h 621454"/>
                <a:gd name="connsiteX304" fmla="*/ 373102 w 591813"/>
                <a:gd name="connsiteY304" fmla="*/ 538176 h 621454"/>
                <a:gd name="connsiteX305" fmla="*/ 373507 w 591813"/>
                <a:gd name="connsiteY305" fmla="*/ 537681 h 621454"/>
                <a:gd name="connsiteX306" fmla="*/ 373889 w 591813"/>
                <a:gd name="connsiteY306" fmla="*/ 537164 h 621454"/>
                <a:gd name="connsiteX307" fmla="*/ 374294 w 591813"/>
                <a:gd name="connsiteY307" fmla="*/ 536646 h 621454"/>
                <a:gd name="connsiteX308" fmla="*/ 374676 w 591813"/>
                <a:gd name="connsiteY308" fmla="*/ 536129 h 621454"/>
                <a:gd name="connsiteX309" fmla="*/ 375081 w 591813"/>
                <a:gd name="connsiteY309" fmla="*/ 535612 h 621454"/>
                <a:gd name="connsiteX310" fmla="*/ 375463 w 591813"/>
                <a:gd name="connsiteY310" fmla="*/ 535095 h 621454"/>
                <a:gd name="connsiteX311" fmla="*/ 375868 w 591813"/>
                <a:gd name="connsiteY311" fmla="*/ 534577 h 621454"/>
                <a:gd name="connsiteX312" fmla="*/ 376250 w 591813"/>
                <a:gd name="connsiteY312" fmla="*/ 534060 h 621454"/>
                <a:gd name="connsiteX313" fmla="*/ 376656 w 591813"/>
                <a:gd name="connsiteY313" fmla="*/ 533520 h 621454"/>
                <a:gd name="connsiteX314" fmla="*/ 377060 w 591813"/>
                <a:gd name="connsiteY314" fmla="*/ 533003 h 621454"/>
                <a:gd name="connsiteX315" fmla="*/ 377442 w 591813"/>
                <a:gd name="connsiteY315" fmla="*/ 532486 h 621454"/>
                <a:gd name="connsiteX316" fmla="*/ 377847 w 591813"/>
                <a:gd name="connsiteY316" fmla="*/ 531969 h 621454"/>
                <a:gd name="connsiteX317" fmla="*/ 378230 w 591813"/>
                <a:gd name="connsiteY317" fmla="*/ 531429 h 621454"/>
                <a:gd name="connsiteX318" fmla="*/ 378634 w 591813"/>
                <a:gd name="connsiteY318" fmla="*/ 530912 h 621454"/>
                <a:gd name="connsiteX319" fmla="*/ 379016 w 591813"/>
                <a:gd name="connsiteY319" fmla="*/ 530372 h 621454"/>
                <a:gd name="connsiteX320" fmla="*/ 379422 w 591813"/>
                <a:gd name="connsiteY320" fmla="*/ 529855 h 621454"/>
                <a:gd name="connsiteX321" fmla="*/ 379804 w 591813"/>
                <a:gd name="connsiteY321" fmla="*/ 529315 h 621454"/>
                <a:gd name="connsiteX322" fmla="*/ 380208 w 591813"/>
                <a:gd name="connsiteY322" fmla="*/ 528798 h 621454"/>
                <a:gd name="connsiteX323" fmla="*/ 380614 w 591813"/>
                <a:gd name="connsiteY323" fmla="*/ 528258 h 621454"/>
                <a:gd name="connsiteX324" fmla="*/ 380996 w 591813"/>
                <a:gd name="connsiteY324" fmla="*/ 527718 h 621454"/>
                <a:gd name="connsiteX325" fmla="*/ 381401 w 591813"/>
                <a:gd name="connsiteY325" fmla="*/ 527178 h 621454"/>
                <a:gd name="connsiteX326" fmla="*/ 381783 w 591813"/>
                <a:gd name="connsiteY326" fmla="*/ 526639 h 621454"/>
                <a:gd name="connsiteX327" fmla="*/ 382188 w 591813"/>
                <a:gd name="connsiteY327" fmla="*/ 526099 h 621454"/>
                <a:gd name="connsiteX328" fmla="*/ 382570 w 591813"/>
                <a:gd name="connsiteY328" fmla="*/ 525559 h 621454"/>
                <a:gd name="connsiteX329" fmla="*/ 382975 w 591813"/>
                <a:gd name="connsiteY329" fmla="*/ 525019 h 621454"/>
                <a:gd name="connsiteX330" fmla="*/ 383357 w 591813"/>
                <a:gd name="connsiteY330" fmla="*/ 524479 h 621454"/>
                <a:gd name="connsiteX331" fmla="*/ 383762 w 591813"/>
                <a:gd name="connsiteY331" fmla="*/ 523962 h 621454"/>
                <a:gd name="connsiteX332" fmla="*/ 384167 w 591813"/>
                <a:gd name="connsiteY332" fmla="*/ 523422 h 621454"/>
                <a:gd name="connsiteX333" fmla="*/ 384549 w 591813"/>
                <a:gd name="connsiteY333" fmla="*/ 522883 h 621454"/>
                <a:gd name="connsiteX334" fmla="*/ 384954 w 591813"/>
                <a:gd name="connsiteY334" fmla="*/ 522321 h 621454"/>
                <a:gd name="connsiteX335" fmla="*/ 385336 w 591813"/>
                <a:gd name="connsiteY335" fmla="*/ 521781 h 621454"/>
                <a:gd name="connsiteX336" fmla="*/ 385741 w 591813"/>
                <a:gd name="connsiteY336" fmla="*/ 521241 h 621454"/>
                <a:gd name="connsiteX337" fmla="*/ 386124 w 591813"/>
                <a:gd name="connsiteY337" fmla="*/ 520701 h 621454"/>
                <a:gd name="connsiteX338" fmla="*/ 386528 w 591813"/>
                <a:gd name="connsiteY338" fmla="*/ 520162 h 621454"/>
                <a:gd name="connsiteX339" fmla="*/ 386933 w 591813"/>
                <a:gd name="connsiteY339" fmla="*/ 519622 h 621454"/>
                <a:gd name="connsiteX340" fmla="*/ 387316 w 591813"/>
                <a:gd name="connsiteY340" fmla="*/ 519060 h 621454"/>
                <a:gd name="connsiteX341" fmla="*/ 387720 w 591813"/>
                <a:gd name="connsiteY341" fmla="*/ 518520 h 621454"/>
                <a:gd name="connsiteX342" fmla="*/ 388102 w 591813"/>
                <a:gd name="connsiteY342" fmla="*/ 517958 h 621454"/>
                <a:gd name="connsiteX343" fmla="*/ 388508 w 591813"/>
                <a:gd name="connsiteY343" fmla="*/ 517395 h 621454"/>
                <a:gd name="connsiteX344" fmla="*/ 388890 w 591813"/>
                <a:gd name="connsiteY344" fmla="*/ 516856 h 621454"/>
                <a:gd name="connsiteX345" fmla="*/ 389294 w 591813"/>
                <a:gd name="connsiteY345" fmla="*/ 516293 h 621454"/>
                <a:gd name="connsiteX346" fmla="*/ 389677 w 591813"/>
                <a:gd name="connsiteY346" fmla="*/ 515731 h 621454"/>
                <a:gd name="connsiteX347" fmla="*/ 390082 w 591813"/>
                <a:gd name="connsiteY347" fmla="*/ 515169 h 621454"/>
                <a:gd name="connsiteX348" fmla="*/ 390486 w 591813"/>
                <a:gd name="connsiteY348" fmla="*/ 514607 h 621454"/>
                <a:gd name="connsiteX349" fmla="*/ 390869 w 591813"/>
                <a:gd name="connsiteY349" fmla="*/ 514044 h 621454"/>
                <a:gd name="connsiteX350" fmla="*/ 391274 w 591813"/>
                <a:gd name="connsiteY350" fmla="*/ 513482 h 621454"/>
                <a:gd name="connsiteX351" fmla="*/ 391656 w 591813"/>
                <a:gd name="connsiteY351" fmla="*/ 512920 h 621454"/>
                <a:gd name="connsiteX352" fmla="*/ 392061 w 591813"/>
                <a:gd name="connsiteY352" fmla="*/ 512358 h 621454"/>
                <a:gd name="connsiteX353" fmla="*/ 392443 w 591813"/>
                <a:gd name="connsiteY353" fmla="*/ 511795 h 621454"/>
                <a:gd name="connsiteX354" fmla="*/ 392848 w 591813"/>
                <a:gd name="connsiteY354" fmla="*/ 511233 h 621454"/>
                <a:gd name="connsiteX355" fmla="*/ 393230 w 591813"/>
                <a:gd name="connsiteY355" fmla="*/ 510671 h 621454"/>
                <a:gd name="connsiteX356" fmla="*/ 393635 w 591813"/>
                <a:gd name="connsiteY356" fmla="*/ 510109 h 621454"/>
                <a:gd name="connsiteX357" fmla="*/ 394040 w 591813"/>
                <a:gd name="connsiteY357" fmla="*/ 509546 h 621454"/>
                <a:gd name="connsiteX358" fmla="*/ 394422 w 591813"/>
                <a:gd name="connsiteY358" fmla="*/ 508984 h 621454"/>
                <a:gd name="connsiteX359" fmla="*/ 394827 w 591813"/>
                <a:gd name="connsiteY359" fmla="*/ 508422 h 621454"/>
                <a:gd name="connsiteX360" fmla="*/ 395209 w 591813"/>
                <a:gd name="connsiteY360" fmla="*/ 507860 h 621454"/>
                <a:gd name="connsiteX361" fmla="*/ 395614 w 591813"/>
                <a:gd name="connsiteY361" fmla="*/ 507320 h 621454"/>
                <a:gd name="connsiteX362" fmla="*/ 395996 w 591813"/>
                <a:gd name="connsiteY362" fmla="*/ 506758 h 621454"/>
                <a:gd name="connsiteX363" fmla="*/ 396401 w 591813"/>
                <a:gd name="connsiteY363" fmla="*/ 506196 h 621454"/>
                <a:gd name="connsiteX364" fmla="*/ 396784 w 591813"/>
                <a:gd name="connsiteY364" fmla="*/ 505656 h 621454"/>
                <a:gd name="connsiteX365" fmla="*/ 397188 w 591813"/>
                <a:gd name="connsiteY365" fmla="*/ 505093 h 621454"/>
                <a:gd name="connsiteX366" fmla="*/ 397593 w 591813"/>
                <a:gd name="connsiteY366" fmla="*/ 504531 h 621454"/>
                <a:gd name="connsiteX367" fmla="*/ 397976 w 591813"/>
                <a:gd name="connsiteY367" fmla="*/ 503992 h 621454"/>
                <a:gd name="connsiteX368" fmla="*/ 398380 w 591813"/>
                <a:gd name="connsiteY368" fmla="*/ 503429 h 621454"/>
                <a:gd name="connsiteX369" fmla="*/ 398762 w 591813"/>
                <a:gd name="connsiteY369" fmla="*/ 502867 h 621454"/>
                <a:gd name="connsiteX370" fmla="*/ 399168 w 591813"/>
                <a:gd name="connsiteY370" fmla="*/ 502327 h 621454"/>
                <a:gd name="connsiteX371" fmla="*/ 399550 w 591813"/>
                <a:gd name="connsiteY371" fmla="*/ 501765 h 621454"/>
                <a:gd name="connsiteX372" fmla="*/ 399954 w 591813"/>
                <a:gd name="connsiteY372" fmla="*/ 501203 h 621454"/>
                <a:gd name="connsiteX373" fmla="*/ 400359 w 591813"/>
                <a:gd name="connsiteY373" fmla="*/ 500663 h 621454"/>
                <a:gd name="connsiteX374" fmla="*/ 400742 w 591813"/>
                <a:gd name="connsiteY374" fmla="*/ 500101 h 621454"/>
                <a:gd name="connsiteX375" fmla="*/ 401146 w 591813"/>
                <a:gd name="connsiteY375" fmla="*/ 499539 h 621454"/>
                <a:gd name="connsiteX376" fmla="*/ 401529 w 591813"/>
                <a:gd name="connsiteY376" fmla="*/ 498976 h 621454"/>
                <a:gd name="connsiteX377" fmla="*/ 401934 w 591813"/>
                <a:gd name="connsiteY377" fmla="*/ 498414 h 621454"/>
                <a:gd name="connsiteX378" fmla="*/ 402316 w 591813"/>
                <a:gd name="connsiteY378" fmla="*/ 497852 h 621454"/>
                <a:gd name="connsiteX379" fmla="*/ 402721 w 591813"/>
                <a:gd name="connsiteY379" fmla="*/ 497290 h 621454"/>
                <a:gd name="connsiteX380" fmla="*/ 403103 w 591813"/>
                <a:gd name="connsiteY380" fmla="*/ 496727 h 621454"/>
                <a:gd name="connsiteX381" fmla="*/ 403485 w 591813"/>
                <a:gd name="connsiteY381" fmla="*/ 496165 h 621454"/>
                <a:gd name="connsiteX382" fmla="*/ 403913 w 591813"/>
                <a:gd name="connsiteY382" fmla="*/ 495603 h 621454"/>
                <a:gd name="connsiteX383" fmla="*/ 404295 w 591813"/>
                <a:gd name="connsiteY383" fmla="*/ 495041 h 621454"/>
                <a:gd name="connsiteX384" fmla="*/ 404677 w 591813"/>
                <a:gd name="connsiteY384" fmla="*/ 494478 h 621454"/>
                <a:gd name="connsiteX385" fmla="*/ 405060 w 591813"/>
                <a:gd name="connsiteY385" fmla="*/ 493916 h 621454"/>
                <a:gd name="connsiteX386" fmla="*/ 405464 w 591813"/>
                <a:gd name="connsiteY386" fmla="*/ 493354 h 621454"/>
                <a:gd name="connsiteX387" fmla="*/ 405847 w 591813"/>
                <a:gd name="connsiteY387" fmla="*/ 492792 h 621454"/>
                <a:gd name="connsiteX388" fmla="*/ 406252 w 591813"/>
                <a:gd name="connsiteY388" fmla="*/ 492229 h 621454"/>
                <a:gd name="connsiteX389" fmla="*/ 406634 w 591813"/>
                <a:gd name="connsiteY389" fmla="*/ 491667 h 621454"/>
                <a:gd name="connsiteX390" fmla="*/ 407039 w 591813"/>
                <a:gd name="connsiteY390" fmla="*/ 491105 h 621454"/>
                <a:gd name="connsiteX391" fmla="*/ 407444 w 591813"/>
                <a:gd name="connsiteY391" fmla="*/ 490520 h 621454"/>
                <a:gd name="connsiteX392" fmla="*/ 407826 w 591813"/>
                <a:gd name="connsiteY392" fmla="*/ 489958 h 621454"/>
                <a:gd name="connsiteX393" fmla="*/ 408230 w 591813"/>
                <a:gd name="connsiteY393" fmla="*/ 489396 h 621454"/>
                <a:gd name="connsiteX394" fmla="*/ 408613 w 591813"/>
                <a:gd name="connsiteY394" fmla="*/ 488834 h 621454"/>
                <a:gd name="connsiteX395" fmla="*/ 409018 w 591813"/>
                <a:gd name="connsiteY395" fmla="*/ 488271 h 621454"/>
                <a:gd name="connsiteX396" fmla="*/ 409400 w 591813"/>
                <a:gd name="connsiteY396" fmla="*/ 487709 h 621454"/>
                <a:gd name="connsiteX397" fmla="*/ 409805 w 591813"/>
                <a:gd name="connsiteY397" fmla="*/ 487124 h 621454"/>
                <a:gd name="connsiteX398" fmla="*/ 410187 w 591813"/>
                <a:gd name="connsiteY398" fmla="*/ 486562 h 621454"/>
                <a:gd name="connsiteX399" fmla="*/ 410592 w 591813"/>
                <a:gd name="connsiteY399" fmla="*/ 486000 h 621454"/>
                <a:gd name="connsiteX400" fmla="*/ 410997 w 591813"/>
                <a:gd name="connsiteY400" fmla="*/ 485438 h 621454"/>
                <a:gd name="connsiteX401" fmla="*/ 411379 w 591813"/>
                <a:gd name="connsiteY401" fmla="*/ 484875 h 621454"/>
                <a:gd name="connsiteX402" fmla="*/ 411784 w 591813"/>
                <a:gd name="connsiteY402" fmla="*/ 484336 h 621454"/>
                <a:gd name="connsiteX403" fmla="*/ 412166 w 591813"/>
                <a:gd name="connsiteY403" fmla="*/ 483773 h 621454"/>
                <a:gd name="connsiteX404" fmla="*/ 412571 w 591813"/>
                <a:gd name="connsiteY404" fmla="*/ 483211 h 621454"/>
                <a:gd name="connsiteX405" fmla="*/ 412953 w 591813"/>
                <a:gd name="connsiteY405" fmla="*/ 482649 h 621454"/>
                <a:gd name="connsiteX406" fmla="*/ 413358 w 591813"/>
                <a:gd name="connsiteY406" fmla="*/ 482087 h 621454"/>
                <a:gd name="connsiteX407" fmla="*/ 413741 w 591813"/>
                <a:gd name="connsiteY407" fmla="*/ 481524 h 621454"/>
                <a:gd name="connsiteX408" fmla="*/ 414145 w 591813"/>
                <a:gd name="connsiteY408" fmla="*/ 480985 h 621454"/>
                <a:gd name="connsiteX409" fmla="*/ 414550 w 591813"/>
                <a:gd name="connsiteY409" fmla="*/ 480422 h 621454"/>
                <a:gd name="connsiteX410" fmla="*/ 414933 w 591813"/>
                <a:gd name="connsiteY410" fmla="*/ 479860 h 621454"/>
                <a:gd name="connsiteX411" fmla="*/ 415337 w 591813"/>
                <a:gd name="connsiteY411" fmla="*/ 479298 h 621454"/>
                <a:gd name="connsiteX412" fmla="*/ 415720 w 591813"/>
                <a:gd name="connsiteY412" fmla="*/ 478736 h 621454"/>
                <a:gd name="connsiteX413" fmla="*/ 416124 w 591813"/>
                <a:gd name="connsiteY413" fmla="*/ 478196 h 621454"/>
                <a:gd name="connsiteX414" fmla="*/ 416507 w 591813"/>
                <a:gd name="connsiteY414" fmla="*/ 477634 h 621454"/>
                <a:gd name="connsiteX415" fmla="*/ 416912 w 591813"/>
                <a:gd name="connsiteY415" fmla="*/ 477071 h 621454"/>
                <a:gd name="connsiteX416" fmla="*/ 417316 w 591813"/>
                <a:gd name="connsiteY416" fmla="*/ 476509 h 621454"/>
                <a:gd name="connsiteX417" fmla="*/ 417699 w 591813"/>
                <a:gd name="connsiteY417" fmla="*/ 475947 h 621454"/>
                <a:gd name="connsiteX418" fmla="*/ 418104 w 591813"/>
                <a:gd name="connsiteY418" fmla="*/ 475407 h 621454"/>
                <a:gd name="connsiteX419" fmla="*/ 418486 w 591813"/>
                <a:gd name="connsiteY419" fmla="*/ 474845 h 621454"/>
                <a:gd name="connsiteX420" fmla="*/ 418890 w 591813"/>
                <a:gd name="connsiteY420" fmla="*/ 474283 h 621454"/>
                <a:gd name="connsiteX421" fmla="*/ 419273 w 591813"/>
                <a:gd name="connsiteY421" fmla="*/ 473743 h 621454"/>
                <a:gd name="connsiteX422" fmla="*/ 419678 w 591813"/>
                <a:gd name="connsiteY422" fmla="*/ 473181 h 621454"/>
                <a:gd name="connsiteX423" fmla="*/ 420060 w 591813"/>
                <a:gd name="connsiteY423" fmla="*/ 472619 h 621454"/>
                <a:gd name="connsiteX424" fmla="*/ 420465 w 591813"/>
                <a:gd name="connsiteY424" fmla="*/ 472079 h 621454"/>
                <a:gd name="connsiteX425" fmla="*/ 420870 w 591813"/>
                <a:gd name="connsiteY425" fmla="*/ 471517 h 621454"/>
                <a:gd name="connsiteX426" fmla="*/ 421252 w 591813"/>
                <a:gd name="connsiteY426" fmla="*/ 470954 h 621454"/>
                <a:gd name="connsiteX427" fmla="*/ 421657 w 591813"/>
                <a:gd name="connsiteY427" fmla="*/ 470392 h 621454"/>
                <a:gd name="connsiteX428" fmla="*/ 422039 w 591813"/>
                <a:gd name="connsiteY428" fmla="*/ 469852 h 621454"/>
                <a:gd name="connsiteX429" fmla="*/ 422444 w 591813"/>
                <a:gd name="connsiteY429" fmla="*/ 469290 h 621454"/>
                <a:gd name="connsiteX430" fmla="*/ 422826 w 591813"/>
                <a:gd name="connsiteY430" fmla="*/ 468750 h 621454"/>
                <a:gd name="connsiteX431" fmla="*/ 423231 w 591813"/>
                <a:gd name="connsiteY431" fmla="*/ 468188 h 621454"/>
                <a:gd name="connsiteX432" fmla="*/ 423613 w 591813"/>
                <a:gd name="connsiteY432" fmla="*/ 467648 h 621454"/>
                <a:gd name="connsiteX433" fmla="*/ 424018 w 591813"/>
                <a:gd name="connsiteY433" fmla="*/ 467109 h 621454"/>
                <a:gd name="connsiteX434" fmla="*/ 424423 w 591813"/>
                <a:gd name="connsiteY434" fmla="*/ 466569 h 621454"/>
                <a:gd name="connsiteX435" fmla="*/ 424806 w 591813"/>
                <a:gd name="connsiteY435" fmla="*/ 466007 h 621454"/>
                <a:gd name="connsiteX436" fmla="*/ 425210 w 591813"/>
                <a:gd name="connsiteY436" fmla="*/ 465467 h 621454"/>
                <a:gd name="connsiteX437" fmla="*/ 425593 w 591813"/>
                <a:gd name="connsiteY437" fmla="*/ 464927 h 621454"/>
                <a:gd name="connsiteX438" fmla="*/ 425998 w 591813"/>
                <a:gd name="connsiteY438" fmla="*/ 464387 h 621454"/>
                <a:gd name="connsiteX439" fmla="*/ 426380 w 591813"/>
                <a:gd name="connsiteY439" fmla="*/ 463848 h 621454"/>
                <a:gd name="connsiteX440" fmla="*/ 426784 w 591813"/>
                <a:gd name="connsiteY440" fmla="*/ 463308 h 621454"/>
                <a:gd name="connsiteX441" fmla="*/ 427167 w 591813"/>
                <a:gd name="connsiteY441" fmla="*/ 462768 h 621454"/>
                <a:gd name="connsiteX442" fmla="*/ 427572 w 591813"/>
                <a:gd name="connsiteY442" fmla="*/ 462228 h 621454"/>
                <a:gd name="connsiteX443" fmla="*/ 427976 w 591813"/>
                <a:gd name="connsiteY443" fmla="*/ 461689 h 621454"/>
                <a:gd name="connsiteX444" fmla="*/ 428359 w 591813"/>
                <a:gd name="connsiteY444" fmla="*/ 461149 h 621454"/>
                <a:gd name="connsiteX445" fmla="*/ 428764 w 591813"/>
                <a:gd name="connsiteY445" fmla="*/ 460609 h 621454"/>
                <a:gd name="connsiteX446" fmla="*/ 429146 w 591813"/>
                <a:gd name="connsiteY446" fmla="*/ 460069 h 621454"/>
                <a:gd name="connsiteX447" fmla="*/ 429551 w 591813"/>
                <a:gd name="connsiteY447" fmla="*/ 459530 h 621454"/>
                <a:gd name="connsiteX448" fmla="*/ 429933 w 591813"/>
                <a:gd name="connsiteY448" fmla="*/ 458990 h 621454"/>
                <a:gd name="connsiteX449" fmla="*/ 430338 w 591813"/>
                <a:gd name="connsiteY449" fmla="*/ 458450 h 621454"/>
                <a:gd name="connsiteX450" fmla="*/ 430720 w 591813"/>
                <a:gd name="connsiteY450" fmla="*/ 457933 h 621454"/>
                <a:gd name="connsiteX451" fmla="*/ 431125 w 591813"/>
                <a:gd name="connsiteY451" fmla="*/ 457393 h 621454"/>
                <a:gd name="connsiteX452" fmla="*/ 431530 w 591813"/>
                <a:gd name="connsiteY452" fmla="*/ 456853 h 621454"/>
                <a:gd name="connsiteX453" fmla="*/ 431912 w 591813"/>
                <a:gd name="connsiteY453" fmla="*/ 456314 h 621454"/>
                <a:gd name="connsiteX454" fmla="*/ 432317 w 591813"/>
                <a:gd name="connsiteY454" fmla="*/ 455774 h 621454"/>
                <a:gd name="connsiteX455" fmla="*/ 432699 w 591813"/>
                <a:gd name="connsiteY455" fmla="*/ 455257 h 621454"/>
                <a:gd name="connsiteX456" fmla="*/ 433104 w 591813"/>
                <a:gd name="connsiteY456" fmla="*/ 454717 h 621454"/>
                <a:gd name="connsiteX457" fmla="*/ 433487 w 591813"/>
                <a:gd name="connsiteY457" fmla="*/ 454177 h 621454"/>
                <a:gd name="connsiteX458" fmla="*/ 433891 w 591813"/>
                <a:gd name="connsiteY458" fmla="*/ 453660 h 621454"/>
                <a:gd name="connsiteX459" fmla="*/ 434296 w 591813"/>
                <a:gd name="connsiteY459" fmla="*/ 453120 h 621454"/>
                <a:gd name="connsiteX460" fmla="*/ 434678 w 591813"/>
                <a:gd name="connsiteY460" fmla="*/ 452603 h 621454"/>
                <a:gd name="connsiteX461" fmla="*/ 435083 w 591813"/>
                <a:gd name="connsiteY461" fmla="*/ 452063 h 621454"/>
                <a:gd name="connsiteX462" fmla="*/ 435466 w 591813"/>
                <a:gd name="connsiteY462" fmla="*/ 451546 h 621454"/>
                <a:gd name="connsiteX463" fmla="*/ 435870 w 591813"/>
                <a:gd name="connsiteY463" fmla="*/ 451051 h 621454"/>
                <a:gd name="connsiteX464" fmla="*/ 436253 w 591813"/>
                <a:gd name="connsiteY464" fmla="*/ 450511 h 621454"/>
                <a:gd name="connsiteX465" fmla="*/ 436658 w 591813"/>
                <a:gd name="connsiteY465" fmla="*/ 449994 h 621454"/>
                <a:gd name="connsiteX466" fmla="*/ 437040 w 591813"/>
                <a:gd name="connsiteY466" fmla="*/ 449477 h 621454"/>
                <a:gd name="connsiteX467" fmla="*/ 437444 w 591813"/>
                <a:gd name="connsiteY467" fmla="*/ 448960 h 621454"/>
                <a:gd name="connsiteX468" fmla="*/ 437850 w 591813"/>
                <a:gd name="connsiteY468" fmla="*/ 448420 h 621454"/>
                <a:gd name="connsiteX469" fmla="*/ 438232 w 591813"/>
                <a:gd name="connsiteY469" fmla="*/ 447902 h 621454"/>
                <a:gd name="connsiteX470" fmla="*/ 438636 w 591813"/>
                <a:gd name="connsiteY470" fmla="*/ 447385 h 621454"/>
                <a:gd name="connsiteX471" fmla="*/ 439019 w 591813"/>
                <a:gd name="connsiteY471" fmla="*/ 446868 h 621454"/>
                <a:gd name="connsiteX472" fmla="*/ 439424 w 591813"/>
                <a:gd name="connsiteY472" fmla="*/ 446351 h 621454"/>
                <a:gd name="connsiteX473" fmla="*/ 439806 w 591813"/>
                <a:gd name="connsiteY473" fmla="*/ 445833 h 621454"/>
                <a:gd name="connsiteX474" fmla="*/ 440211 w 591813"/>
                <a:gd name="connsiteY474" fmla="*/ 445316 h 621454"/>
                <a:gd name="connsiteX475" fmla="*/ 440593 w 591813"/>
                <a:gd name="connsiteY475" fmla="*/ 444799 h 621454"/>
                <a:gd name="connsiteX476" fmla="*/ 440998 w 591813"/>
                <a:gd name="connsiteY476" fmla="*/ 444304 h 621454"/>
                <a:gd name="connsiteX477" fmla="*/ 441403 w 591813"/>
                <a:gd name="connsiteY477" fmla="*/ 443787 h 621454"/>
                <a:gd name="connsiteX478" fmla="*/ 441785 w 591813"/>
                <a:gd name="connsiteY478" fmla="*/ 443270 h 621454"/>
                <a:gd name="connsiteX479" fmla="*/ 442190 w 591813"/>
                <a:gd name="connsiteY479" fmla="*/ 442775 h 621454"/>
                <a:gd name="connsiteX480" fmla="*/ 442572 w 591813"/>
                <a:gd name="connsiteY480" fmla="*/ 442258 h 621454"/>
                <a:gd name="connsiteX481" fmla="*/ 442977 w 591813"/>
                <a:gd name="connsiteY481" fmla="*/ 441763 h 621454"/>
                <a:gd name="connsiteX482" fmla="*/ 443359 w 591813"/>
                <a:gd name="connsiteY482" fmla="*/ 441268 h 621454"/>
                <a:gd name="connsiteX483" fmla="*/ 443764 w 591813"/>
                <a:gd name="connsiteY483" fmla="*/ 440773 h 621454"/>
                <a:gd name="connsiteX484" fmla="*/ 444147 w 591813"/>
                <a:gd name="connsiteY484" fmla="*/ 440256 h 621454"/>
                <a:gd name="connsiteX485" fmla="*/ 444551 w 591813"/>
                <a:gd name="connsiteY485" fmla="*/ 439761 h 621454"/>
                <a:gd name="connsiteX486" fmla="*/ 444956 w 591813"/>
                <a:gd name="connsiteY486" fmla="*/ 439267 h 621454"/>
                <a:gd name="connsiteX487" fmla="*/ 445338 w 591813"/>
                <a:gd name="connsiteY487" fmla="*/ 438772 h 621454"/>
                <a:gd name="connsiteX488" fmla="*/ 445743 w 591813"/>
                <a:gd name="connsiteY488" fmla="*/ 438277 h 621454"/>
                <a:gd name="connsiteX489" fmla="*/ 446126 w 591813"/>
                <a:gd name="connsiteY489" fmla="*/ 437782 h 621454"/>
                <a:gd name="connsiteX490" fmla="*/ 446530 w 591813"/>
                <a:gd name="connsiteY490" fmla="*/ 437287 h 621454"/>
                <a:gd name="connsiteX491" fmla="*/ 446913 w 591813"/>
                <a:gd name="connsiteY491" fmla="*/ 436793 h 621454"/>
                <a:gd name="connsiteX492" fmla="*/ 447318 w 591813"/>
                <a:gd name="connsiteY492" fmla="*/ 436298 h 621454"/>
                <a:gd name="connsiteX493" fmla="*/ 447722 w 591813"/>
                <a:gd name="connsiteY493" fmla="*/ 435826 h 621454"/>
                <a:gd name="connsiteX494" fmla="*/ 448105 w 591813"/>
                <a:gd name="connsiteY494" fmla="*/ 435331 h 621454"/>
                <a:gd name="connsiteX495" fmla="*/ 448510 w 591813"/>
                <a:gd name="connsiteY495" fmla="*/ 434836 h 621454"/>
                <a:gd name="connsiteX496" fmla="*/ 448892 w 591813"/>
                <a:gd name="connsiteY496" fmla="*/ 434364 h 621454"/>
                <a:gd name="connsiteX497" fmla="*/ 449296 w 591813"/>
                <a:gd name="connsiteY497" fmla="*/ 433891 h 621454"/>
                <a:gd name="connsiteX498" fmla="*/ 449679 w 591813"/>
                <a:gd name="connsiteY498" fmla="*/ 433397 h 621454"/>
                <a:gd name="connsiteX499" fmla="*/ 450084 w 591813"/>
                <a:gd name="connsiteY499" fmla="*/ 432924 h 621454"/>
                <a:gd name="connsiteX500" fmla="*/ 450466 w 591813"/>
                <a:gd name="connsiteY500" fmla="*/ 432452 h 621454"/>
                <a:gd name="connsiteX501" fmla="*/ 450871 w 591813"/>
                <a:gd name="connsiteY501" fmla="*/ 431980 h 621454"/>
                <a:gd name="connsiteX502" fmla="*/ 451276 w 591813"/>
                <a:gd name="connsiteY502" fmla="*/ 431508 h 621454"/>
                <a:gd name="connsiteX503" fmla="*/ 451658 w 591813"/>
                <a:gd name="connsiteY503" fmla="*/ 431035 h 621454"/>
                <a:gd name="connsiteX504" fmla="*/ 452063 w 591813"/>
                <a:gd name="connsiteY504" fmla="*/ 430563 h 621454"/>
                <a:gd name="connsiteX505" fmla="*/ 452445 w 591813"/>
                <a:gd name="connsiteY505" fmla="*/ 430091 h 621454"/>
                <a:gd name="connsiteX506" fmla="*/ 452850 w 591813"/>
                <a:gd name="connsiteY506" fmla="*/ 429618 h 621454"/>
                <a:gd name="connsiteX507" fmla="*/ 453232 w 591813"/>
                <a:gd name="connsiteY507" fmla="*/ 429169 h 621454"/>
                <a:gd name="connsiteX508" fmla="*/ 453637 w 591813"/>
                <a:gd name="connsiteY508" fmla="*/ 428696 h 621454"/>
                <a:gd name="connsiteX509" fmla="*/ 454019 w 591813"/>
                <a:gd name="connsiteY509" fmla="*/ 428224 h 621454"/>
                <a:gd name="connsiteX510" fmla="*/ 454424 w 591813"/>
                <a:gd name="connsiteY510" fmla="*/ 427752 h 621454"/>
                <a:gd name="connsiteX511" fmla="*/ 454829 w 591813"/>
                <a:gd name="connsiteY511" fmla="*/ 427302 h 621454"/>
                <a:gd name="connsiteX512" fmla="*/ 455211 w 591813"/>
                <a:gd name="connsiteY512" fmla="*/ 426830 h 621454"/>
                <a:gd name="connsiteX513" fmla="*/ 455616 w 591813"/>
                <a:gd name="connsiteY513" fmla="*/ 426358 h 621454"/>
                <a:gd name="connsiteX514" fmla="*/ 455998 w 591813"/>
                <a:gd name="connsiteY514" fmla="*/ 425885 h 621454"/>
                <a:gd name="connsiteX515" fmla="*/ 456403 w 591813"/>
                <a:gd name="connsiteY515" fmla="*/ 425435 h 621454"/>
                <a:gd name="connsiteX516" fmla="*/ 456786 w 591813"/>
                <a:gd name="connsiteY516" fmla="*/ 424963 h 621454"/>
                <a:gd name="connsiteX517" fmla="*/ 457190 w 591813"/>
                <a:gd name="connsiteY517" fmla="*/ 424513 h 621454"/>
                <a:gd name="connsiteX518" fmla="*/ 457573 w 591813"/>
                <a:gd name="connsiteY518" fmla="*/ 424041 h 621454"/>
                <a:gd name="connsiteX519" fmla="*/ 457978 w 591813"/>
                <a:gd name="connsiteY519" fmla="*/ 423591 h 621454"/>
                <a:gd name="connsiteX520" fmla="*/ 458382 w 591813"/>
                <a:gd name="connsiteY520" fmla="*/ 423119 h 621454"/>
                <a:gd name="connsiteX521" fmla="*/ 458765 w 591813"/>
                <a:gd name="connsiteY521" fmla="*/ 422669 h 621454"/>
                <a:gd name="connsiteX522" fmla="*/ 459170 w 591813"/>
                <a:gd name="connsiteY522" fmla="*/ 422219 h 621454"/>
                <a:gd name="connsiteX523" fmla="*/ 459552 w 591813"/>
                <a:gd name="connsiteY523" fmla="*/ 421770 h 621454"/>
                <a:gd name="connsiteX524" fmla="*/ 459956 w 591813"/>
                <a:gd name="connsiteY524" fmla="*/ 421320 h 621454"/>
                <a:gd name="connsiteX525" fmla="*/ 460339 w 591813"/>
                <a:gd name="connsiteY525" fmla="*/ 420870 h 621454"/>
                <a:gd name="connsiteX526" fmla="*/ 460744 w 591813"/>
                <a:gd name="connsiteY526" fmla="*/ 420420 h 621454"/>
                <a:gd name="connsiteX527" fmla="*/ 461126 w 591813"/>
                <a:gd name="connsiteY527" fmla="*/ 419970 h 621454"/>
                <a:gd name="connsiteX528" fmla="*/ 461531 w 591813"/>
                <a:gd name="connsiteY528" fmla="*/ 419521 h 621454"/>
                <a:gd name="connsiteX529" fmla="*/ 461936 w 591813"/>
                <a:gd name="connsiteY529" fmla="*/ 419071 h 621454"/>
                <a:gd name="connsiteX530" fmla="*/ 462318 w 591813"/>
                <a:gd name="connsiteY530" fmla="*/ 418621 h 621454"/>
                <a:gd name="connsiteX531" fmla="*/ 462723 w 591813"/>
                <a:gd name="connsiteY531" fmla="*/ 418171 h 621454"/>
                <a:gd name="connsiteX532" fmla="*/ 463105 w 591813"/>
                <a:gd name="connsiteY532" fmla="*/ 417721 h 621454"/>
                <a:gd name="connsiteX533" fmla="*/ 463510 w 591813"/>
                <a:gd name="connsiteY533" fmla="*/ 417294 h 621454"/>
                <a:gd name="connsiteX534" fmla="*/ 463892 w 591813"/>
                <a:gd name="connsiteY534" fmla="*/ 416844 h 621454"/>
                <a:gd name="connsiteX535" fmla="*/ 464297 w 591813"/>
                <a:gd name="connsiteY535" fmla="*/ 416417 h 621454"/>
                <a:gd name="connsiteX536" fmla="*/ 464702 w 591813"/>
                <a:gd name="connsiteY536" fmla="*/ 415967 h 621454"/>
                <a:gd name="connsiteX537" fmla="*/ 465084 w 591813"/>
                <a:gd name="connsiteY537" fmla="*/ 415540 h 621454"/>
                <a:gd name="connsiteX538" fmla="*/ 465489 w 591813"/>
                <a:gd name="connsiteY538" fmla="*/ 415090 h 621454"/>
                <a:gd name="connsiteX539" fmla="*/ 465872 w 591813"/>
                <a:gd name="connsiteY539" fmla="*/ 414663 h 621454"/>
                <a:gd name="connsiteX540" fmla="*/ 466276 w 591813"/>
                <a:gd name="connsiteY540" fmla="*/ 414213 h 621454"/>
                <a:gd name="connsiteX541" fmla="*/ 466659 w 591813"/>
                <a:gd name="connsiteY541" fmla="*/ 413786 h 621454"/>
                <a:gd name="connsiteX542" fmla="*/ 467064 w 591813"/>
                <a:gd name="connsiteY542" fmla="*/ 413359 h 621454"/>
                <a:gd name="connsiteX543" fmla="*/ 467446 w 591813"/>
                <a:gd name="connsiteY543" fmla="*/ 412909 h 621454"/>
                <a:gd name="connsiteX544" fmla="*/ 467850 w 591813"/>
                <a:gd name="connsiteY544" fmla="*/ 412481 h 621454"/>
                <a:gd name="connsiteX545" fmla="*/ 468256 w 591813"/>
                <a:gd name="connsiteY545" fmla="*/ 412054 h 621454"/>
                <a:gd name="connsiteX546" fmla="*/ 468638 w 591813"/>
                <a:gd name="connsiteY546" fmla="*/ 411627 h 621454"/>
                <a:gd name="connsiteX547" fmla="*/ 469042 w 591813"/>
                <a:gd name="connsiteY547" fmla="*/ 411199 h 621454"/>
                <a:gd name="connsiteX548" fmla="*/ 469425 w 591813"/>
                <a:gd name="connsiteY548" fmla="*/ 410772 h 621454"/>
                <a:gd name="connsiteX549" fmla="*/ 469830 w 591813"/>
                <a:gd name="connsiteY549" fmla="*/ 410322 h 621454"/>
                <a:gd name="connsiteX550" fmla="*/ 470212 w 591813"/>
                <a:gd name="connsiteY550" fmla="*/ 409895 h 621454"/>
                <a:gd name="connsiteX551" fmla="*/ 470617 w 591813"/>
                <a:gd name="connsiteY551" fmla="*/ 409490 h 621454"/>
                <a:gd name="connsiteX552" fmla="*/ 470999 w 591813"/>
                <a:gd name="connsiteY552" fmla="*/ 409063 h 621454"/>
                <a:gd name="connsiteX553" fmla="*/ 471404 w 591813"/>
                <a:gd name="connsiteY553" fmla="*/ 408636 h 621454"/>
                <a:gd name="connsiteX554" fmla="*/ 471809 w 591813"/>
                <a:gd name="connsiteY554" fmla="*/ 408208 h 621454"/>
                <a:gd name="connsiteX555" fmla="*/ 472191 w 591813"/>
                <a:gd name="connsiteY555" fmla="*/ 407781 h 621454"/>
                <a:gd name="connsiteX556" fmla="*/ 472596 w 591813"/>
                <a:gd name="connsiteY556" fmla="*/ 407354 h 621454"/>
                <a:gd name="connsiteX557" fmla="*/ 472978 w 591813"/>
                <a:gd name="connsiteY557" fmla="*/ 406926 h 621454"/>
                <a:gd name="connsiteX558" fmla="*/ 473383 w 591813"/>
                <a:gd name="connsiteY558" fmla="*/ 406522 h 621454"/>
                <a:gd name="connsiteX559" fmla="*/ 473765 w 591813"/>
                <a:gd name="connsiteY559" fmla="*/ 406094 h 621454"/>
                <a:gd name="connsiteX560" fmla="*/ 474170 w 591813"/>
                <a:gd name="connsiteY560" fmla="*/ 405667 h 621454"/>
                <a:gd name="connsiteX561" fmla="*/ 474552 w 591813"/>
                <a:gd name="connsiteY561" fmla="*/ 405262 h 621454"/>
                <a:gd name="connsiteX562" fmla="*/ 474957 w 591813"/>
                <a:gd name="connsiteY562" fmla="*/ 404835 h 621454"/>
                <a:gd name="connsiteX563" fmla="*/ 475362 w 591813"/>
                <a:gd name="connsiteY563" fmla="*/ 404408 h 621454"/>
                <a:gd name="connsiteX564" fmla="*/ 475744 w 591813"/>
                <a:gd name="connsiteY564" fmla="*/ 404003 h 621454"/>
                <a:gd name="connsiteX565" fmla="*/ 476149 w 591813"/>
                <a:gd name="connsiteY565" fmla="*/ 403576 h 621454"/>
                <a:gd name="connsiteX566" fmla="*/ 476532 w 591813"/>
                <a:gd name="connsiteY566" fmla="*/ 403171 h 621454"/>
                <a:gd name="connsiteX567" fmla="*/ 476936 w 591813"/>
                <a:gd name="connsiteY567" fmla="*/ 402766 h 621454"/>
                <a:gd name="connsiteX568" fmla="*/ 477319 w 591813"/>
                <a:gd name="connsiteY568" fmla="*/ 402339 h 621454"/>
                <a:gd name="connsiteX569" fmla="*/ 477724 w 591813"/>
                <a:gd name="connsiteY569" fmla="*/ 401934 h 621454"/>
                <a:gd name="connsiteX570" fmla="*/ 478128 w 591813"/>
                <a:gd name="connsiteY570" fmla="*/ 401506 h 621454"/>
                <a:gd name="connsiteX571" fmla="*/ 478510 w 591813"/>
                <a:gd name="connsiteY571" fmla="*/ 401102 h 621454"/>
                <a:gd name="connsiteX572" fmla="*/ 478916 w 591813"/>
                <a:gd name="connsiteY572" fmla="*/ 400697 h 621454"/>
                <a:gd name="connsiteX573" fmla="*/ 479298 w 591813"/>
                <a:gd name="connsiteY573" fmla="*/ 400270 h 621454"/>
                <a:gd name="connsiteX574" fmla="*/ 479702 w 591813"/>
                <a:gd name="connsiteY574" fmla="*/ 399865 h 621454"/>
                <a:gd name="connsiteX575" fmla="*/ 480085 w 591813"/>
                <a:gd name="connsiteY575" fmla="*/ 399460 h 621454"/>
                <a:gd name="connsiteX576" fmla="*/ 480490 w 591813"/>
                <a:gd name="connsiteY576" fmla="*/ 399033 h 621454"/>
                <a:gd name="connsiteX577" fmla="*/ 480872 w 591813"/>
                <a:gd name="connsiteY577" fmla="*/ 398628 h 621454"/>
                <a:gd name="connsiteX578" fmla="*/ 481277 w 591813"/>
                <a:gd name="connsiteY578" fmla="*/ 398223 h 621454"/>
                <a:gd name="connsiteX579" fmla="*/ 481682 w 591813"/>
                <a:gd name="connsiteY579" fmla="*/ 397796 h 621454"/>
                <a:gd name="connsiteX580" fmla="*/ 482064 w 591813"/>
                <a:gd name="connsiteY580" fmla="*/ 397391 h 621454"/>
                <a:gd name="connsiteX581" fmla="*/ 482469 w 591813"/>
                <a:gd name="connsiteY581" fmla="*/ 396986 h 621454"/>
                <a:gd name="connsiteX582" fmla="*/ 482851 w 591813"/>
                <a:gd name="connsiteY582" fmla="*/ 396581 h 621454"/>
                <a:gd name="connsiteX583" fmla="*/ 483256 w 591813"/>
                <a:gd name="connsiteY583" fmla="*/ 396176 h 621454"/>
                <a:gd name="connsiteX584" fmla="*/ 483638 w 591813"/>
                <a:gd name="connsiteY584" fmla="*/ 395749 h 621454"/>
                <a:gd name="connsiteX585" fmla="*/ 484043 w 591813"/>
                <a:gd name="connsiteY585" fmla="*/ 395344 h 621454"/>
                <a:gd name="connsiteX586" fmla="*/ 484425 w 591813"/>
                <a:gd name="connsiteY586" fmla="*/ 394940 h 621454"/>
                <a:gd name="connsiteX587" fmla="*/ 484830 w 591813"/>
                <a:gd name="connsiteY587" fmla="*/ 394535 h 621454"/>
                <a:gd name="connsiteX588" fmla="*/ 485235 w 591813"/>
                <a:gd name="connsiteY588" fmla="*/ 394130 h 621454"/>
                <a:gd name="connsiteX589" fmla="*/ 485617 w 591813"/>
                <a:gd name="connsiteY589" fmla="*/ 393703 h 621454"/>
                <a:gd name="connsiteX590" fmla="*/ 486022 w 591813"/>
                <a:gd name="connsiteY590" fmla="*/ 393298 h 621454"/>
                <a:gd name="connsiteX591" fmla="*/ 486404 w 591813"/>
                <a:gd name="connsiteY591" fmla="*/ 392893 h 621454"/>
                <a:gd name="connsiteX592" fmla="*/ 486809 w 591813"/>
                <a:gd name="connsiteY592" fmla="*/ 392466 h 621454"/>
                <a:gd name="connsiteX593" fmla="*/ 487192 w 591813"/>
                <a:gd name="connsiteY593" fmla="*/ 392061 h 621454"/>
                <a:gd name="connsiteX594" fmla="*/ 487596 w 591813"/>
                <a:gd name="connsiteY594" fmla="*/ 391634 h 621454"/>
                <a:gd name="connsiteX595" fmla="*/ 487979 w 591813"/>
                <a:gd name="connsiteY595" fmla="*/ 391229 h 621454"/>
                <a:gd name="connsiteX596" fmla="*/ 488384 w 591813"/>
                <a:gd name="connsiteY596" fmla="*/ 390801 h 621454"/>
                <a:gd name="connsiteX597" fmla="*/ 488788 w 591813"/>
                <a:gd name="connsiteY597" fmla="*/ 390374 h 621454"/>
                <a:gd name="connsiteX598" fmla="*/ 489170 w 591813"/>
                <a:gd name="connsiteY598" fmla="*/ 389969 h 621454"/>
                <a:gd name="connsiteX599" fmla="*/ 489576 w 591813"/>
                <a:gd name="connsiteY599" fmla="*/ 389565 h 621454"/>
                <a:gd name="connsiteX600" fmla="*/ 489958 w 591813"/>
                <a:gd name="connsiteY600" fmla="*/ 389137 h 621454"/>
                <a:gd name="connsiteX601" fmla="*/ 490362 w 591813"/>
                <a:gd name="connsiteY601" fmla="*/ 388732 h 621454"/>
                <a:gd name="connsiteX602" fmla="*/ 490745 w 591813"/>
                <a:gd name="connsiteY602" fmla="*/ 388305 h 621454"/>
                <a:gd name="connsiteX603" fmla="*/ 491150 w 591813"/>
                <a:gd name="connsiteY603" fmla="*/ 387900 h 621454"/>
                <a:gd name="connsiteX604" fmla="*/ 491532 w 591813"/>
                <a:gd name="connsiteY604" fmla="*/ 387496 h 621454"/>
                <a:gd name="connsiteX605" fmla="*/ 491937 w 591813"/>
                <a:gd name="connsiteY605" fmla="*/ 387068 h 621454"/>
                <a:gd name="connsiteX606" fmla="*/ 492342 w 591813"/>
                <a:gd name="connsiteY606" fmla="*/ 386663 h 621454"/>
                <a:gd name="connsiteX607" fmla="*/ 492724 w 591813"/>
                <a:gd name="connsiteY607" fmla="*/ 386259 h 621454"/>
                <a:gd name="connsiteX608" fmla="*/ 493129 w 591813"/>
                <a:gd name="connsiteY608" fmla="*/ 385854 h 621454"/>
                <a:gd name="connsiteX609" fmla="*/ 493511 w 591813"/>
                <a:gd name="connsiteY609" fmla="*/ 385449 h 621454"/>
                <a:gd name="connsiteX610" fmla="*/ 493916 w 591813"/>
                <a:gd name="connsiteY610" fmla="*/ 385044 h 621454"/>
                <a:gd name="connsiteX611" fmla="*/ 494298 w 591813"/>
                <a:gd name="connsiteY611" fmla="*/ 384639 h 621454"/>
                <a:gd name="connsiteX612" fmla="*/ 494703 w 591813"/>
                <a:gd name="connsiteY612" fmla="*/ 384234 h 621454"/>
                <a:gd name="connsiteX613" fmla="*/ 495108 w 591813"/>
                <a:gd name="connsiteY613" fmla="*/ 383830 h 621454"/>
                <a:gd name="connsiteX614" fmla="*/ 495490 w 591813"/>
                <a:gd name="connsiteY614" fmla="*/ 383425 h 621454"/>
                <a:gd name="connsiteX615" fmla="*/ 495895 w 591813"/>
                <a:gd name="connsiteY615" fmla="*/ 383043 h 621454"/>
                <a:gd name="connsiteX616" fmla="*/ 496277 w 591813"/>
                <a:gd name="connsiteY616" fmla="*/ 382638 h 621454"/>
                <a:gd name="connsiteX617" fmla="*/ 496682 w 591813"/>
                <a:gd name="connsiteY617" fmla="*/ 382255 h 621454"/>
                <a:gd name="connsiteX618" fmla="*/ 497064 w 591813"/>
                <a:gd name="connsiteY618" fmla="*/ 381851 h 621454"/>
                <a:gd name="connsiteX619" fmla="*/ 497469 w 591813"/>
                <a:gd name="connsiteY619" fmla="*/ 381468 h 621454"/>
                <a:gd name="connsiteX620" fmla="*/ 497852 w 591813"/>
                <a:gd name="connsiteY620" fmla="*/ 381086 h 621454"/>
                <a:gd name="connsiteX621" fmla="*/ 498256 w 591813"/>
                <a:gd name="connsiteY621" fmla="*/ 380681 h 621454"/>
                <a:gd name="connsiteX622" fmla="*/ 498662 w 591813"/>
                <a:gd name="connsiteY622" fmla="*/ 380299 h 621454"/>
                <a:gd name="connsiteX623" fmla="*/ 499044 w 591813"/>
                <a:gd name="connsiteY623" fmla="*/ 379916 h 621454"/>
                <a:gd name="connsiteX624" fmla="*/ 499448 w 591813"/>
                <a:gd name="connsiteY624" fmla="*/ 379534 h 621454"/>
                <a:gd name="connsiteX625" fmla="*/ 499831 w 591813"/>
                <a:gd name="connsiteY625" fmla="*/ 379152 h 621454"/>
                <a:gd name="connsiteX626" fmla="*/ 500236 w 591813"/>
                <a:gd name="connsiteY626" fmla="*/ 378770 h 621454"/>
                <a:gd name="connsiteX627" fmla="*/ 500618 w 591813"/>
                <a:gd name="connsiteY627" fmla="*/ 378387 h 621454"/>
                <a:gd name="connsiteX628" fmla="*/ 501022 w 591813"/>
                <a:gd name="connsiteY628" fmla="*/ 378005 h 621454"/>
                <a:gd name="connsiteX629" fmla="*/ 501405 w 591813"/>
                <a:gd name="connsiteY629" fmla="*/ 377623 h 621454"/>
                <a:gd name="connsiteX630" fmla="*/ 501810 w 591813"/>
                <a:gd name="connsiteY630" fmla="*/ 377240 h 621454"/>
                <a:gd name="connsiteX631" fmla="*/ 502214 w 591813"/>
                <a:gd name="connsiteY631" fmla="*/ 376880 h 621454"/>
                <a:gd name="connsiteX632" fmla="*/ 502597 w 591813"/>
                <a:gd name="connsiteY632" fmla="*/ 376498 h 621454"/>
                <a:gd name="connsiteX633" fmla="*/ 503002 w 591813"/>
                <a:gd name="connsiteY633" fmla="*/ 376116 h 621454"/>
                <a:gd name="connsiteX634" fmla="*/ 503384 w 591813"/>
                <a:gd name="connsiteY634" fmla="*/ 375733 h 621454"/>
                <a:gd name="connsiteX635" fmla="*/ 503789 w 591813"/>
                <a:gd name="connsiteY635" fmla="*/ 375374 h 621454"/>
                <a:gd name="connsiteX636" fmla="*/ 504171 w 591813"/>
                <a:gd name="connsiteY636" fmla="*/ 374991 h 621454"/>
                <a:gd name="connsiteX637" fmla="*/ 504576 w 591813"/>
                <a:gd name="connsiteY637" fmla="*/ 374631 h 621454"/>
                <a:gd name="connsiteX638" fmla="*/ 504958 w 591813"/>
                <a:gd name="connsiteY638" fmla="*/ 374249 h 621454"/>
                <a:gd name="connsiteX639" fmla="*/ 505363 w 591813"/>
                <a:gd name="connsiteY639" fmla="*/ 373889 h 621454"/>
                <a:gd name="connsiteX640" fmla="*/ 505768 w 591813"/>
                <a:gd name="connsiteY640" fmla="*/ 373529 h 621454"/>
                <a:gd name="connsiteX641" fmla="*/ 506150 w 591813"/>
                <a:gd name="connsiteY641" fmla="*/ 373147 h 621454"/>
                <a:gd name="connsiteX642" fmla="*/ 506555 w 591813"/>
                <a:gd name="connsiteY642" fmla="*/ 372787 h 621454"/>
                <a:gd name="connsiteX643" fmla="*/ 506938 w 591813"/>
                <a:gd name="connsiteY643" fmla="*/ 372427 h 621454"/>
                <a:gd name="connsiteX644" fmla="*/ 507342 w 591813"/>
                <a:gd name="connsiteY644" fmla="*/ 372068 h 621454"/>
                <a:gd name="connsiteX645" fmla="*/ 507724 w 591813"/>
                <a:gd name="connsiteY645" fmla="*/ 371708 h 621454"/>
                <a:gd name="connsiteX646" fmla="*/ 508130 w 591813"/>
                <a:gd name="connsiteY646" fmla="*/ 371348 h 621454"/>
                <a:gd name="connsiteX647" fmla="*/ 508534 w 591813"/>
                <a:gd name="connsiteY647" fmla="*/ 370988 h 621454"/>
                <a:gd name="connsiteX648" fmla="*/ 508916 w 591813"/>
                <a:gd name="connsiteY648" fmla="*/ 370651 h 621454"/>
                <a:gd name="connsiteX649" fmla="*/ 509322 w 591813"/>
                <a:gd name="connsiteY649" fmla="*/ 370291 h 621454"/>
                <a:gd name="connsiteX650" fmla="*/ 509704 w 591813"/>
                <a:gd name="connsiteY650" fmla="*/ 369931 h 621454"/>
                <a:gd name="connsiteX651" fmla="*/ 510108 w 591813"/>
                <a:gd name="connsiteY651" fmla="*/ 369594 h 621454"/>
                <a:gd name="connsiteX652" fmla="*/ 510491 w 591813"/>
                <a:gd name="connsiteY652" fmla="*/ 369234 h 621454"/>
                <a:gd name="connsiteX653" fmla="*/ 510896 w 591813"/>
                <a:gd name="connsiteY653" fmla="*/ 368897 h 621454"/>
                <a:gd name="connsiteX654" fmla="*/ 511278 w 591813"/>
                <a:gd name="connsiteY654" fmla="*/ 368537 h 621454"/>
                <a:gd name="connsiteX655" fmla="*/ 511683 w 591813"/>
                <a:gd name="connsiteY655" fmla="*/ 368199 h 621454"/>
                <a:gd name="connsiteX656" fmla="*/ 512088 w 591813"/>
                <a:gd name="connsiteY656" fmla="*/ 367840 h 621454"/>
                <a:gd name="connsiteX657" fmla="*/ 512470 w 591813"/>
                <a:gd name="connsiteY657" fmla="*/ 367502 h 621454"/>
                <a:gd name="connsiteX658" fmla="*/ 512875 w 591813"/>
                <a:gd name="connsiteY658" fmla="*/ 367165 h 621454"/>
                <a:gd name="connsiteX659" fmla="*/ 513257 w 591813"/>
                <a:gd name="connsiteY659" fmla="*/ 366805 h 621454"/>
                <a:gd name="connsiteX660" fmla="*/ 513662 w 591813"/>
                <a:gd name="connsiteY660" fmla="*/ 366468 h 621454"/>
                <a:gd name="connsiteX661" fmla="*/ 514044 w 591813"/>
                <a:gd name="connsiteY661" fmla="*/ 366130 h 621454"/>
                <a:gd name="connsiteX662" fmla="*/ 514449 w 591813"/>
                <a:gd name="connsiteY662" fmla="*/ 365793 h 621454"/>
                <a:gd name="connsiteX663" fmla="*/ 514831 w 591813"/>
                <a:gd name="connsiteY663" fmla="*/ 365433 h 621454"/>
                <a:gd name="connsiteX664" fmla="*/ 515236 w 591813"/>
                <a:gd name="connsiteY664" fmla="*/ 365096 h 621454"/>
                <a:gd name="connsiteX665" fmla="*/ 515641 w 591813"/>
                <a:gd name="connsiteY665" fmla="*/ 364759 h 621454"/>
                <a:gd name="connsiteX666" fmla="*/ 516023 w 591813"/>
                <a:gd name="connsiteY666" fmla="*/ 364399 h 621454"/>
                <a:gd name="connsiteX667" fmla="*/ 516428 w 591813"/>
                <a:gd name="connsiteY667" fmla="*/ 364061 h 621454"/>
                <a:gd name="connsiteX668" fmla="*/ 516810 w 591813"/>
                <a:gd name="connsiteY668" fmla="*/ 363724 h 621454"/>
                <a:gd name="connsiteX669" fmla="*/ 517215 w 591813"/>
                <a:gd name="connsiteY669" fmla="*/ 363364 h 621454"/>
                <a:gd name="connsiteX670" fmla="*/ 517598 w 591813"/>
                <a:gd name="connsiteY670" fmla="*/ 363027 h 621454"/>
                <a:gd name="connsiteX671" fmla="*/ 518002 w 591813"/>
                <a:gd name="connsiteY671" fmla="*/ 362689 h 621454"/>
                <a:gd name="connsiteX672" fmla="*/ 518385 w 591813"/>
                <a:gd name="connsiteY672" fmla="*/ 362330 h 621454"/>
                <a:gd name="connsiteX673" fmla="*/ 518790 w 591813"/>
                <a:gd name="connsiteY673" fmla="*/ 361992 h 621454"/>
                <a:gd name="connsiteX674" fmla="*/ 519194 w 591813"/>
                <a:gd name="connsiteY674" fmla="*/ 361655 h 621454"/>
                <a:gd name="connsiteX675" fmla="*/ 519576 w 591813"/>
                <a:gd name="connsiteY675" fmla="*/ 361318 h 621454"/>
                <a:gd name="connsiteX676" fmla="*/ 519982 w 591813"/>
                <a:gd name="connsiteY676" fmla="*/ 360980 h 621454"/>
                <a:gd name="connsiteX677" fmla="*/ 520364 w 591813"/>
                <a:gd name="connsiteY677" fmla="*/ 360643 h 621454"/>
                <a:gd name="connsiteX678" fmla="*/ 520768 w 591813"/>
                <a:gd name="connsiteY678" fmla="*/ 360283 h 621454"/>
                <a:gd name="connsiteX679" fmla="*/ 521151 w 591813"/>
                <a:gd name="connsiteY679" fmla="*/ 359946 h 621454"/>
                <a:gd name="connsiteX680" fmla="*/ 521556 w 591813"/>
                <a:gd name="connsiteY680" fmla="*/ 359608 h 621454"/>
                <a:gd name="connsiteX681" fmla="*/ 521938 w 591813"/>
                <a:gd name="connsiteY681" fmla="*/ 359249 h 621454"/>
                <a:gd name="connsiteX682" fmla="*/ 522343 w 591813"/>
                <a:gd name="connsiteY682" fmla="*/ 358911 h 621454"/>
                <a:gd name="connsiteX683" fmla="*/ 522748 w 591813"/>
                <a:gd name="connsiteY683" fmla="*/ 358574 h 621454"/>
                <a:gd name="connsiteX684" fmla="*/ 523107 w 591813"/>
                <a:gd name="connsiteY684" fmla="*/ 358214 h 621454"/>
                <a:gd name="connsiteX685" fmla="*/ 523535 w 591813"/>
                <a:gd name="connsiteY685" fmla="*/ 357877 h 621454"/>
                <a:gd name="connsiteX686" fmla="*/ 523895 w 591813"/>
                <a:gd name="connsiteY686" fmla="*/ 357539 h 621454"/>
                <a:gd name="connsiteX687" fmla="*/ 524299 w 591813"/>
                <a:gd name="connsiteY687" fmla="*/ 357180 h 621454"/>
                <a:gd name="connsiteX688" fmla="*/ 524682 w 591813"/>
                <a:gd name="connsiteY688" fmla="*/ 356842 h 621454"/>
                <a:gd name="connsiteX689" fmla="*/ 525087 w 591813"/>
                <a:gd name="connsiteY689" fmla="*/ 356482 h 621454"/>
                <a:gd name="connsiteX690" fmla="*/ 525491 w 591813"/>
                <a:gd name="connsiteY690" fmla="*/ 356145 h 621454"/>
                <a:gd name="connsiteX691" fmla="*/ 525874 w 591813"/>
                <a:gd name="connsiteY691" fmla="*/ 355808 h 621454"/>
                <a:gd name="connsiteX692" fmla="*/ 526278 w 591813"/>
                <a:gd name="connsiteY692" fmla="*/ 355448 h 621454"/>
                <a:gd name="connsiteX693" fmla="*/ 526661 w 591813"/>
                <a:gd name="connsiteY693" fmla="*/ 355110 h 621454"/>
                <a:gd name="connsiteX694" fmla="*/ 527066 w 591813"/>
                <a:gd name="connsiteY694" fmla="*/ 354751 h 621454"/>
                <a:gd name="connsiteX695" fmla="*/ 527448 w 591813"/>
                <a:gd name="connsiteY695" fmla="*/ 354413 h 621454"/>
                <a:gd name="connsiteX696" fmla="*/ 527853 w 591813"/>
                <a:gd name="connsiteY696" fmla="*/ 354053 h 621454"/>
                <a:gd name="connsiteX697" fmla="*/ 528235 w 591813"/>
                <a:gd name="connsiteY697" fmla="*/ 353716 h 621454"/>
                <a:gd name="connsiteX698" fmla="*/ 528640 w 591813"/>
                <a:gd name="connsiteY698" fmla="*/ 353356 h 621454"/>
                <a:gd name="connsiteX699" fmla="*/ 529045 w 591813"/>
                <a:gd name="connsiteY699" fmla="*/ 353019 h 621454"/>
                <a:gd name="connsiteX700" fmla="*/ 529427 w 591813"/>
                <a:gd name="connsiteY700" fmla="*/ 352682 h 621454"/>
                <a:gd name="connsiteX701" fmla="*/ 529832 w 591813"/>
                <a:gd name="connsiteY701" fmla="*/ 352322 h 621454"/>
                <a:gd name="connsiteX702" fmla="*/ 530214 w 591813"/>
                <a:gd name="connsiteY702" fmla="*/ 351984 h 621454"/>
                <a:gd name="connsiteX703" fmla="*/ 530619 w 591813"/>
                <a:gd name="connsiteY703" fmla="*/ 351625 h 621454"/>
                <a:gd name="connsiteX704" fmla="*/ 531001 w 591813"/>
                <a:gd name="connsiteY704" fmla="*/ 351287 h 621454"/>
                <a:gd name="connsiteX705" fmla="*/ 531406 w 591813"/>
                <a:gd name="connsiteY705" fmla="*/ 350927 h 621454"/>
                <a:gd name="connsiteX706" fmla="*/ 531789 w 591813"/>
                <a:gd name="connsiteY706" fmla="*/ 350590 h 621454"/>
                <a:gd name="connsiteX707" fmla="*/ 532193 w 591813"/>
                <a:gd name="connsiteY707" fmla="*/ 350230 h 621454"/>
                <a:gd name="connsiteX708" fmla="*/ 532598 w 591813"/>
                <a:gd name="connsiteY708" fmla="*/ 349893 h 621454"/>
                <a:gd name="connsiteX709" fmla="*/ 532981 w 591813"/>
                <a:gd name="connsiteY709" fmla="*/ 349533 h 621454"/>
                <a:gd name="connsiteX710" fmla="*/ 533385 w 591813"/>
                <a:gd name="connsiteY710" fmla="*/ 349196 h 621454"/>
                <a:gd name="connsiteX711" fmla="*/ 533767 w 591813"/>
                <a:gd name="connsiteY711" fmla="*/ 348858 h 621454"/>
                <a:gd name="connsiteX712" fmla="*/ 534172 w 591813"/>
                <a:gd name="connsiteY712" fmla="*/ 348499 h 621454"/>
                <a:gd name="connsiteX713" fmla="*/ 534555 w 591813"/>
                <a:gd name="connsiteY713" fmla="*/ 348161 h 621454"/>
                <a:gd name="connsiteX714" fmla="*/ 534959 w 591813"/>
                <a:gd name="connsiteY714" fmla="*/ 347824 h 621454"/>
                <a:gd name="connsiteX715" fmla="*/ 535342 w 591813"/>
                <a:gd name="connsiteY715" fmla="*/ 347464 h 621454"/>
                <a:gd name="connsiteX716" fmla="*/ 535747 w 591813"/>
                <a:gd name="connsiteY716" fmla="*/ 347127 h 621454"/>
                <a:gd name="connsiteX717" fmla="*/ 536151 w 591813"/>
                <a:gd name="connsiteY717" fmla="*/ 346767 h 621454"/>
                <a:gd name="connsiteX718" fmla="*/ 536534 w 591813"/>
                <a:gd name="connsiteY718" fmla="*/ 346430 h 621454"/>
                <a:gd name="connsiteX719" fmla="*/ 536939 w 591813"/>
                <a:gd name="connsiteY719" fmla="*/ 346092 h 621454"/>
                <a:gd name="connsiteX720" fmla="*/ 537321 w 591813"/>
                <a:gd name="connsiteY720" fmla="*/ 345755 h 621454"/>
                <a:gd name="connsiteX721" fmla="*/ 537726 w 591813"/>
                <a:gd name="connsiteY721" fmla="*/ 345395 h 621454"/>
                <a:gd name="connsiteX722" fmla="*/ 538108 w 591813"/>
                <a:gd name="connsiteY722" fmla="*/ 345058 h 621454"/>
                <a:gd name="connsiteX723" fmla="*/ 538513 w 591813"/>
                <a:gd name="connsiteY723" fmla="*/ 344720 h 621454"/>
                <a:gd name="connsiteX724" fmla="*/ 538918 w 591813"/>
                <a:gd name="connsiteY724" fmla="*/ 344383 h 621454"/>
                <a:gd name="connsiteX725" fmla="*/ 539300 w 591813"/>
                <a:gd name="connsiteY725" fmla="*/ 344046 h 621454"/>
                <a:gd name="connsiteX726" fmla="*/ 539705 w 591813"/>
                <a:gd name="connsiteY726" fmla="*/ 343708 h 621454"/>
                <a:gd name="connsiteX727" fmla="*/ 540087 w 591813"/>
                <a:gd name="connsiteY727" fmla="*/ 343371 h 621454"/>
                <a:gd name="connsiteX728" fmla="*/ 540492 w 591813"/>
                <a:gd name="connsiteY728" fmla="*/ 343034 h 621454"/>
                <a:gd name="connsiteX729" fmla="*/ 540875 w 591813"/>
                <a:gd name="connsiteY729" fmla="*/ 342696 h 621454"/>
                <a:gd name="connsiteX730" fmla="*/ 541279 w 591813"/>
                <a:gd name="connsiteY730" fmla="*/ 342359 h 621454"/>
                <a:gd name="connsiteX731" fmla="*/ 541661 w 591813"/>
                <a:gd name="connsiteY731" fmla="*/ 342022 h 621454"/>
                <a:gd name="connsiteX732" fmla="*/ 542066 w 591813"/>
                <a:gd name="connsiteY732" fmla="*/ 341684 h 621454"/>
                <a:gd name="connsiteX733" fmla="*/ 542471 w 591813"/>
                <a:gd name="connsiteY733" fmla="*/ 341347 h 621454"/>
                <a:gd name="connsiteX734" fmla="*/ 542853 w 591813"/>
                <a:gd name="connsiteY734" fmla="*/ 341010 h 621454"/>
                <a:gd name="connsiteX735" fmla="*/ 543258 w 591813"/>
                <a:gd name="connsiteY735" fmla="*/ 340672 h 621454"/>
                <a:gd name="connsiteX736" fmla="*/ 543641 w 591813"/>
                <a:gd name="connsiteY736" fmla="*/ 340357 h 621454"/>
                <a:gd name="connsiteX737" fmla="*/ 544045 w 591813"/>
                <a:gd name="connsiteY737" fmla="*/ 340020 h 621454"/>
                <a:gd name="connsiteX738" fmla="*/ 544427 w 591813"/>
                <a:gd name="connsiteY738" fmla="*/ 339683 h 621454"/>
                <a:gd name="connsiteX739" fmla="*/ 544832 w 591813"/>
                <a:gd name="connsiteY739" fmla="*/ 339345 h 621454"/>
                <a:gd name="connsiteX740" fmla="*/ 545215 w 591813"/>
                <a:gd name="connsiteY740" fmla="*/ 339008 h 621454"/>
                <a:gd name="connsiteX741" fmla="*/ 545620 w 591813"/>
                <a:gd name="connsiteY741" fmla="*/ 338671 h 621454"/>
                <a:gd name="connsiteX742" fmla="*/ 546024 w 591813"/>
                <a:gd name="connsiteY742" fmla="*/ 338333 h 621454"/>
                <a:gd name="connsiteX743" fmla="*/ 546407 w 591813"/>
                <a:gd name="connsiteY743" fmla="*/ 337996 h 621454"/>
                <a:gd name="connsiteX744" fmla="*/ 546812 w 591813"/>
                <a:gd name="connsiteY744" fmla="*/ 337659 h 621454"/>
                <a:gd name="connsiteX745" fmla="*/ 547194 w 591813"/>
                <a:gd name="connsiteY745" fmla="*/ 337321 h 621454"/>
                <a:gd name="connsiteX746" fmla="*/ 547599 w 591813"/>
                <a:gd name="connsiteY746" fmla="*/ 337006 h 621454"/>
                <a:gd name="connsiteX747" fmla="*/ 547981 w 591813"/>
                <a:gd name="connsiteY747" fmla="*/ 336669 h 621454"/>
                <a:gd name="connsiteX748" fmla="*/ 548386 w 591813"/>
                <a:gd name="connsiteY748" fmla="*/ 336332 h 621454"/>
                <a:gd name="connsiteX749" fmla="*/ 548768 w 591813"/>
                <a:gd name="connsiteY749" fmla="*/ 335994 h 621454"/>
                <a:gd name="connsiteX750" fmla="*/ 549173 w 591813"/>
                <a:gd name="connsiteY750" fmla="*/ 335657 h 621454"/>
                <a:gd name="connsiteX751" fmla="*/ 549578 w 591813"/>
                <a:gd name="connsiteY751" fmla="*/ 335342 h 621454"/>
                <a:gd name="connsiteX752" fmla="*/ 549960 w 591813"/>
                <a:gd name="connsiteY752" fmla="*/ 335005 h 621454"/>
                <a:gd name="connsiteX753" fmla="*/ 550365 w 591813"/>
                <a:gd name="connsiteY753" fmla="*/ 334667 h 621454"/>
                <a:gd name="connsiteX754" fmla="*/ 550747 w 591813"/>
                <a:gd name="connsiteY754" fmla="*/ 334330 h 621454"/>
                <a:gd name="connsiteX755" fmla="*/ 551152 w 591813"/>
                <a:gd name="connsiteY755" fmla="*/ 333993 h 621454"/>
                <a:gd name="connsiteX756" fmla="*/ 551535 w 591813"/>
                <a:gd name="connsiteY756" fmla="*/ 333678 h 621454"/>
                <a:gd name="connsiteX757" fmla="*/ 551939 w 591813"/>
                <a:gd name="connsiteY757" fmla="*/ 333341 h 621454"/>
                <a:gd name="connsiteX758" fmla="*/ 552321 w 591813"/>
                <a:gd name="connsiteY758" fmla="*/ 333026 h 621454"/>
                <a:gd name="connsiteX759" fmla="*/ 552726 w 591813"/>
                <a:gd name="connsiteY759" fmla="*/ 332688 h 621454"/>
                <a:gd name="connsiteX760" fmla="*/ 553131 w 591813"/>
                <a:gd name="connsiteY760" fmla="*/ 332374 h 621454"/>
                <a:gd name="connsiteX761" fmla="*/ 553513 w 591813"/>
                <a:gd name="connsiteY761" fmla="*/ 332059 h 621454"/>
                <a:gd name="connsiteX762" fmla="*/ 553918 w 591813"/>
                <a:gd name="connsiteY762" fmla="*/ 331744 h 621454"/>
                <a:gd name="connsiteX763" fmla="*/ 554301 w 591813"/>
                <a:gd name="connsiteY763" fmla="*/ 331429 h 621454"/>
                <a:gd name="connsiteX764" fmla="*/ 554705 w 591813"/>
                <a:gd name="connsiteY764" fmla="*/ 331114 h 621454"/>
                <a:gd name="connsiteX765" fmla="*/ 555088 w 591813"/>
                <a:gd name="connsiteY765" fmla="*/ 330799 h 621454"/>
                <a:gd name="connsiteX766" fmla="*/ 555493 w 591813"/>
                <a:gd name="connsiteY766" fmla="*/ 330484 h 621454"/>
                <a:gd name="connsiteX767" fmla="*/ 555897 w 591813"/>
                <a:gd name="connsiteY767" fmla="*/ 330170 h 621454"/>
                <a:gd name="connsiteX768" fmla="*/ 556280 w 591813"/>
                <a:gd name="connsiteY768" fmla="*/ 329855 h 621454"/>
                <a:gd name="connsiteX769" fmla="*/ 556684 w 591813"/>
                <a:gd name="connsiteY769" fmla="*/ 329517 h 621454"/>
                <a:gd name="connsiteX770" fmla="*/ 557067 w 591813"/>
                <a:gd name="connsiteY770" fmla="*/ 329202 h 621454"/>
                <a:gd name="connsiteX771" fmla="*/ 557472 w 591813"/>
                <a:gd name="connsiteY771" fmla="*/ 328888 h 621454"/>
                <a:gd name="connsiteX772" fmla="*/ 557854 w 591813"/>
                <a:gd name="connsiteY772" fmla="*/ 328573 h 621454"/>
                <a:gd name="connsiteX773" fmla="*/ 558259 w 591813"/>
                <a:gd name="connsiteY773" fmla="*/ 328258 h 621454"/>
                <a:gd name="connsiteX774" fmla="*/ 558641 w 591813"/>
                <a:gd name="connsiteY774" fmla="*/ 327943 h 621454"/>
                <a:gd name="connsiteX775" fmla="*/ 559046 w 591813"/>
                <a:gd name="connsiteY775" fmla="*/ 327606 h 621454"/>
                <a:gd name="connsiteX776" fmla="*/ 559450 w 591813"/>
                <a:gd name="connsiteY776" fmla="*/ 327291 h 621454"/>
                <a:gd name="connsiteX777" fmla="*/ 559833 w 591813"/>
                <a:gd name="connsiteY777" fmla="*/ 326976 h 621454"/>
                <a:gd name="connsiteX778" fmla="*/ 560238 w 591813"/>
                <a:gd name="connsiteY778" fmla="*/ 326661 h 621454"/>
                <a:gd name="connsiteX779" fmla="*/ 560620 w 591813"/>
                <a:gd name="connsiteY779" fmla="*/ 326324 h 621454"/>
                <a:gd name="connsiteX780" fmla="*/ 561025 w 591813"/>
                <a:gd name="connsiteY780" fmla="*/ 326009 h 621454"/>
                <a:gd name="connsiteX781" fmla="*/ 561407 w 591813"/>
                <a:gd name="connsiteY781" fmla="*/ 325672 h 621454"/>
                <a:gd name="connsiteX782" fmla="*/ 561812 w 591813"/>
                <a:gd name="connsiteY782" fmla="*/ 325357 h 621454"/>
                <a:gd name="connsiteX783" fmla="*/ 562195 w 591813"/>
                <a:gd name="connsiteY783" fmla="*/ 325019 h 621454"/>
                <a:gd name="connsiteX784" fmla="*/ 562599 w 591813"/>
                <a:gd name="connsiteY784" fmla="*/ 324705 h 621454"/>
                <a:gd name="connsiteX785" fmla="*/ 563004 w 591813"/>
                <a:gd name="connsiteY785" fmla="*/ 324390 h 621454"/>
                <a:gd name="connsiteX786" fmla="*/ 563386 w 591813"/>
                <a:gd name="connsiteY786" fmla="*/ 324052 h 621454"/>
                <a:gd name="connsiteX787" fmla="*/ 563791 w 591813"/>
                <a:gd name="connsiteY787" fmla="*/ 323738 h 621454"/>
                <a:gd name="connsiteX788" fmla="*/ 564173 w 591813"/>
                <a:gd name="connsiteY788" fmla="*/ 323400 h 621454"/>
                <a:gd name="connsiteX789" fmla="*/ 564578 w 591813"/>
                <a:gd name="connsiteY789" fmla="*/ 323085 h 621454"/>
                <a:gd name="connsiteX790" fmla="*/ 564961 w 591813"/>
                <a:gd name="connsiteY790" fmla="*/ 322748 h 621454"/>
                <a:gd name="connsiteX791" fmla="*/ 565365 w 591813"/>
                <a:gd name="connsiteY791" fmla="*/ 322433 h 621454"/>
                <a:gd name="connsiteX792" fmla="*/ 565748 w 591813"/>
                <a:gd name="connsiteY792" fmla="*/ 322096 h 621454"/>
                <a:gd name="connsiteX793" fmla="*/ 566153 w 591813"/>
                <a:gd name="connsiteY793" fmla="*/ 321758 h 621454"/>
                <a:gd name="connsiteX794" fmla="*/ 566557 w 591813"/>
                <a:gd name="connsiteY794" fmla="*/ 321421 h 621454"/>
                <a:gd name="connsiteX795" fmla="*/ 566940 w 591813"/>
                <a:gd name="connsiteY795" fmla="*/ 321084 h 621454"/>
                <a:gd name="connsiteX796" fmla="*/ 567344 w 591813"/>
                <a:gd name="connsiteY796" fmla="*/ 320746 h 621454"/>
                <a:gd name="connsiteX797" fmla="*/ 567727 w 591813"/>
                <a:gd name="connsiteY797" fmla="*/ 320387 h 621454"/>
                <a:gd name="connsiteX798" fmla="*/ 568132 w 591813"/>
                <a:gd name="connsiteY798" fmla="*/ 320049 h 621454"/>
                <a:gd name="connsiteX799" fmla="*/ 568514 w 591813"/>
                <a:gd name="connsiteY799" fmla="*/ 319689 h 621454"/>
                <a:gd name="connsiteX800" fmla="*/ 568919 w 591813"/>
                <a:gd name="connsiteY800" fmla="*/ 319330 h 621454"/>
                <a:gd name="connsiteX801" fmla="*/ 569324 w 591813"/>
                <a:gd name="connsiteY801" fmla="*/ 318947 h 621454"/>
                <a:gd name="connsiteX802" fmla="*/ 569706 w 591813"/>
                <a:gd name="connsiteY802" fmla="*/ 318587 h 621454"/>
                <a:gd name="connsiteX803" fmla="*/ 570111 w 591813"/>
                <a:gd name="connsiteY803" fmla="*/ 318205 h 621454"/>
                <a:gd name="connsiteX804" fmla="*/ 570493 w 591813"/>
                <a:gd name="connsiteY804" fmla="*/ 317823 h 621454"/>
                <a:gd name="connsiteX805" fmla="*/ 570898 w 591813"/>
                <a:gd name="connsiteY805" fmla="*/ 317440 h 621454"/>
                <a:gd name="connsiteX806" fmla="*/ 571280 w 591813"/>
                <a:gd name="connsiteY806" fmla="*/ 317036 h 621454"/>
                <a:gd name="connsiteX807" fmla="*/ 571685 w 591813"/>
                <a:gd name="connsiteY807" fmla="*/ 316631 h 621454"/>
                <a:gd name="connsiteX808" fmla="*/ 572067 w 591813"/>
                <a:gd name="connsiteY808" fmla="*/ 316226 h 621454"/>
                <a:gd name="connsiteX809" fmla="*/ 572472 w 591813"/>
                <a:gd name="connsiteY809" fmla="*/ 315821 h 621454"/>
                <a:gd name="connsiteX810" fmla="*/ 572877 w 591813"/>
                <a:gd name="connsiteY810" fmla="*/ 315394 h 621454"/>
                <a:gd name="connsiteX811" fmla="*/ 573259 w 591813"/>
                <a:gd name="connsiteY811" fmla="*/ 314944 h 621454"/>
                <a:gd name="connsiteX812" fmla="*/ 573664 w 591813"/>
                <a:gd name="connsiteY812" fmla="*/ 314494 h 621454"/>
                <a:gd name="connsiteX813" fmla="*/ 574047 w 591813"/>
                <a:gd name="connsiteY813" fmla="*/ 314045 h 621454"/>
                <a:gd name="connsiteX814" fmla="*/ 574451 w 591813"/>
                <a:gd name="connsiteY814" fmla="*/ 313595 h 621454"/>
                <a:gd name="connsiteX815" fmla="*/ 574833 w 591813"/>
                <a:gd name="connsiteY815" fmla="*/ 313122 h 621454"/>
                <a:gd name="connsiteX816" fmla="*/ 575238 w 591813"/>
                <a:gd name="connsiteY816" fmla="*/ 312628 h 621454"/>
                <a:gd name="connsiteX817" fmla="*/ 575621 w 591813"/>
                <a:gd name="connsiteY817" fmla="*/ 312133 h 621454"/>
                <a:gd name="connsiteX818" fmla="*/ 576025 w 591813"/>
                <a:gd name="connsiteY818" fmla="*/ 311616 h 621454"/>
                <a:gd name="connsiteX819" fmla="*/ 576430 w 591813"/>
                <a:gd name="connsiteY819" fmla="*/ 311076 h 621454"/>
                <a:gd name="connsiteX820" fmla="*/ 576813 w 591813"/>
                <a:gd name="connsiteY820" fmla="*/ 310536 h 621454"/>
                <a:gd name="connsiteX821" fmla="*/ 577217 w 591813"/>
                <a:gd name="connsiteY821" fmla="*/ 309974 h 621454"/>
                <a:gd name="connsiteX822" fmla="*/ 577600 w 591813"/>
                <a:gd name="connsiteY822" fmla="*/ 309412 h 621454"/>
                <a:gd name="connsiteX823" fmla="*/ 578004 w 591813"/>
                <a:gd name="connsiteY823" fmla="*/ 308804 h 621454"/>
                <a:gd name="connsiteX824" fmla="*/ 578387 w 591813"/>
                <a:gd name="connsiteY824" fmla="*/ 308197 h 621454"/>
                <a:gd name="connsiteX825" fmla="*/ 578792 w 591813"/>
                <a:gd name="connsiteY825" fmla="*/ 307568 h 621454"/>
                <a:gd name="connsiteX826" fmla="*/ 579174 w 591813"/>
                <a:gd name="connsiteY826" fmla="*/ 306893 h 621454"/>
                <a:gd name="connsiteX827" fmla="*/ 579579 w 591813"/>
                <a:gd name="connsiteY827" fmla="*/ 306218 h 621454"/>
                <a:gd name="connsiteX828" fmla="*/ 579984 w 591813"/>
                <a:gd name="connsiteY828" fmla="*/ 305498 h 621454"/>
                <a:gd name="connsiteX829" fmla="*/ 580366 w 591813"/>
                <a:gd name="connsiteY829" fmla="*/ 304779 h 621454"/>
                <a:gd name="connsiteX830" fmla="*/ 580771 w 591813"/>
                <a:gd name="connsiteY830" fmla="*/ 304014 h 621454"/>
                <a:gd name="connsiteX831" fmla="*/ 581153 w 591813"/>
                <a:gd name="connsiteY831" fmla="*/ 303227 h 621454"/>
                <a:gd name="connsiteX832" fmla="*/ 581558 w 591813"/>
                <a:gd name="connsiteY832" fmla="*/ 302395 h 621454"/>
                <a:gd name="connsiteX833" fmla="*/ 581940 w 591813"/>
                <a:gd name="connsiteY833" fmla="*/ 301518 h 621454"/>
                <a:gd name="connsiteX834" fmla="*/ 582345 w 591813"/>
                <a:gd name="connsiteY834" fmla="*/ 300618 h 621454"/>
                <a:gd name="connsiteX835" fmla="*/ 582727 w 591813"/>
                <a:gd name="connsiteY835" fmla="*/ 299696 h 621454"/>
                <a:gd name="connsiteX836" fmla="*/ 583132 w 591813"/>
                <a:gd name="connsiteY836" fmla="*/ 298707 h 621454"/>
                <a:gd name="connsiteX837" fmla="*/ 583537 w 591813"/>
                <a:gd name="connsiteY837" fmla="*/ 297695 h 621454"/>
                <a:gd name="connsiteX838" fmla="*/ 583919 w 591813"/>
                <a:gd name="connsiteY838" fmla="*/ 296615 h 621454"/>
                <a:gd name="connsiteX839" fmla="*/ 584324 w 591813"/>
                <a:gd name="connsiteY839" fmla="*/ 295491 h 621454"/>
                <a:gd name="connsiteX840" fmla="*/ 584707 w 591813"/>
                <a:gd name="connsiteY840" fmla="*/ 294299 h 621454"/>
                <a:gd name="connsiteX841" fmla="*/ 585111 w 591813"/>
                <a:gd name="connsiteY841" fmla="*/ 293084 h 621454"/>
                <a:gd name="connsiteX842" fmla="*/ 585493 w 591813"/>
                <a:gd name="connsiteY842" fmla="*/ 291780 h 621454"/>
                <a:gd name="connsiteX843" fmla="*/ 585898 w 591813"/>
                <a:gd name="connsiteY843" fmla="*/ 290408 h 621454"/>
                <a:gd name="connsiteX844" fmla="*/ 586303 w 591813"/>
                <a:gd name="connsiteY844" fmla="*/ 288991 h 621454"/>
                <a:gd name="connsiteX845" fmla="*/ 586686 w 591813"/>
                <a:gd name="connsiteY845" fmla="*/ 287484 h 621454"/>
                <a:gd name="connsiteX846" fmla="*/ 587090 w 591813"/>
                <a:gd name="connsiteY846" fmla="*/ 285888 h 621454"/>
                <a:gd name="connsiteX847" fmla="*/ 587473 w 591813"/>
                <a:gd name="connsiteY847" fmla="*/ 284223 h 621454"/>
                <a:gd name="connsiteX848" fmla="*/ 587878 w 591813"/>
                <a:gd name="connsiteY848" fmla="*/ 282469 h 621454"/>
                <a:gd name="connsiteX849" fmla="*/ 588260 w 591813"/>
                <a:gd name="connsiteY849" fmla="*/ 280625 h 621454"/>
                <a:gd name="connsiteX850" fmla="*/ 588665 w 591813"/>
                <a:gd name="connsiteY850" fmla="*/ 278668 h 621454"/>
                <a:gd name="connsiteX851" fmla="*/ 589047 w 591813"/>
                <a:gd name="connsiteY851" fmla="*/ 276622 h 621454"/>
                <a:gd name="connsiteX852" fmla="*/ 589452 w 591813"/>
                <a:gd name="connsiteY852" fmla="*/ 274395 h 621454"/>
                <a:gd name="connsiteX853" fmla="*/ 589856 w 591813"/>
                <a:gd name="connsiteY853" fmla="*/ 272101 h 621454"/>
                <a:gd name="connsiteX854" fmla="*/ 590239 w 591813"/>
                <a:gd name="connsiteY854" fmla="*/ 269718 h 621454"/>
                <a:gd name="connsiteX855" fmla="*/ 590644 w 591813"/>
                <a:gd name="connsiteY855" fmla="*/ 267199 h 621454"/>
                <a:gd name="connsiteX856" fmla="*/ 591026 w 591813"/>
                <a:gd name="connsiteY856" fmla="*/ 264590 h 621454"/>
                <a:gd name="connsiteX857" fmla="*/ 591431 w 591813"/>
                <a:gd name="connsiteY857" fmla="*/ 261869 h 621454"/>
                <a:gd name="connsiteX858" fmla="*/ 591813 w 591813"/>
                <a:gd name="connsiteY858" fmla="*/ 258135 h 621454"/>
                <a:gd name="connsiteX859" fmla="*/ 591813 w 591813"/>
                <a:gd name="connsiteY859" fmla="*/ 231013 h 621454"/>
                <a:gd name="connsiteX860" fmla="*/ 591431 w 591813"/>
                <a:gd name="connsiteY860" fmla="*/ 234544 h 621454"/>
                <a:gd name="connsiteX861" fmla="*/ 591026 w 591813"/>
                <a:gd name="connsiteY861" fmla="*/ 236883 h 621454"/>
                <a:gd name="connsiteX862" fmla="*/ 590644 w 591813"/>
                <a:gd name="connsiteY862" fmla="*/ 239064 h 621454"/>
                <a:gd name="connsiteX863" fmla="*/ 590239 w 591813"/>
                <a:gd name="connsiteY863" fmla="*/ 241156 h 621454"/>
                <a:gd name="connsiteX864" fmla="*/ 589856 w 591813"/>
                <a:gd name="connsiteY864" fmla="*/ 243180 h 621454"/>
                <a:gd name="connsiteX865" fmla="*/ 589452 w 591813"/>
                <a:gd name="connsiteY865" fmla="*/ 245091 h 621454"/>
                <a:gd name="connsiteX866" fmla="*/ 589047 w 591813"/>
                <a:gd name="connsiteY866" fmla="*/ 246958 h 621454"/>
                <a:gd name="connsiteX867" fmla="*/ 588665 w 591813"/>
                <a:gd name="connsiteY867" fmla="*/ 248690 h 621454"/>
                <a:gd name="connsiteX868" fmla="*/ 588260 w 591813"/>
                <a:gd name="connsiteY868" fmla="*/ 250332 h 621454"/>
                <a:gd name="connsiteX869" fmla="*/ 587878 w 591813"/>
                <a:gd name="connsiteY869" fmla="*/ 251883 h 621454"/>
                <a:gd name="connsiteX870" fmla="*/ 587473 w 591813"/>
                <a:gd name="connsiteY870" fmla="*/ 253345 h 621454"/>
                <a:gd name="connsiteX871" fmla="*/ 587090 w 591813"/>
                <a:gd name="connsiteY871" fmla="*/ 254762 h 621454"/>
                <a:gd name="connsiteX872" fmla="*/ 586686 w 591813"/>
                <a:gd name="connsiteY872" fmla="*/ 256089 h 621454"/>
                <a:gd name="connsiteX873" fmla="*/ 586303 w 591813"/>
                <a:gd name="connsiteY873" fmla="*/ 257371 h 621454"/>
                <a:gd name="connsiteX874" fmla="*/ 585898 w 591813"/>
                <a:gd name="connsiteY874" fmla="*/ 258585 h 621454"/>
                <a:gd name="connsiteX875" fmla="*/ 585493 w 591813"/>
                <a:gd name="connsiteY875" fmla="*/ 259732 h 621454"/>
                <a:gd name="connsiteX876" fmla="*/ 585111 w 591813"/>
                <a:gd name="connsiteY876" fmla="*/ 260834 h 621454"/>
                <a:gd name="connsiteX877" fmla="*/ 584707 w 591813"/>
                <a:gd name="connsiteY877" fmla="*/ 261891 h 621454"/>
                <a:gd name="connsiteX878" fmla="*/ 584324 w 591813"/>
                <a:gd name="connsiteY878" fmla="*/ 262903 h 621454"/>
                <a:gd name="connsiteX879" fmla="*/ 583919 w 591813"/>
                <a:gd name="connsiteY879" fmla="*/ 263870 h 621454"/>
                <a:gd name="connsiteX880" fmla="*/ 583537 w 591813"/>
                <a:gd name="connsiteY880" fmla="*/ 264792 h 621454"/>
                <a:gd name="connsiteX881" fmla="*/ 583132 w 591813"/>
                <a:gd name="connsiteY881" fmla="*/ 265669 h 621454"/>
                <a:gd name="connsiteX882" fmla="*/ 582727 w 591813"/>
                <a:gd name="connsiteY882" fmla="*/ 266524 h 621454"/>
                <a:gd name="connsiteX883" fmla="*/ 582345 w 591813"/>
                <a:gd name="connsiteY883" fmla="*/ 267334 h 621454"/>
                <a:gd name="connsiteX884" fmla="*/ 581940 w 591813"/>
                <a:gd name="connsiteY884" fmla="*/ 268121 h 621454"/>
                <a:gd name="connsiteX885" fmla="*/ 581558 w 591813"/>
                <a:gd name="connsiteY885" fmla="*/ 268885 h 621454"/>
                <a:gd name="connsiteX886" fmla="*/ 581153 w 591813"/>
                <a:gd name="connsiteY886" fmla="*/ 269605 h 621454"/>
                <a:gd name="connsiteX887" fmla="*/ 580771 w 591813"/>
                <a:gd name="connsiteY887" fmla="*/ 270302 h 621454"/>
                <a:gd name="connsiteX888" fmla="*/ 580366 w 591813"/>
                <a:gd name="connsiteY888" fmla="*/ 270977 h 621454"/>
                <a:gd name="connsiteX889" fmla="*/ 579984 w 591813"/>
                <a:gd name="connsiteY889" fmla="*/ 271629 h 621454"/>
                <a:gd name="connsiteX890" fmla="*/ 579579 w 591813"/>
                <a:gd name="connsiteY890" fmla="*/ 272281 h 621454"/>
                <a:gd name="connsiteX891" fmla="*/ 579174 w 591813"/>
                <a:gd name="connsiteY891" fmla="*/ 272889 h 621454"/>
                <a:gd name="connsiteX892" fmla="*/ 578792 w 591813"/>
                <a:gd name="connsiteY892" fmla="*/ 273473 h 621454"/>
                <a:gd name="connsiteX893" fmla="*/ 578387 w 591813"/>
                <a:gd name="connsiteY893" fmla="*/ 274058 h 621454"/>
                <a:gd name="connsiteX894" fmla="*/ 578004 w 591813"/>
                <a:gd name="connsiteY894" fmla="*/ 274620 h 621454"/>
                <a:gd name="connsiteX895" fmla="*/ 577600 w 591813"/>
                <a:gd name="connsiteY895" fmla="*/ 275160 h 621454"/>
                <a:gd name="connsiteX896" fmla="*/ 577217 w 591813"/>
                <a:gd name="connsiteY896" fmla="*/ 275677 h 621454"/>
                <a:gd name="connsiteX897" fmla="*/ 576813 w 591813"/>
                <a:gd name="connsiteY897" fmla="*/ 276195 h 621454"/>
                <a:gd name="connsiteX898" fmla="*/ 576430 w 591813"/>
                <a:gd name="connsiteY898" fmla="*/ 276712 h 621454"/>
                <a:gd name="connsiteX899" fmla="*/ 576025 w 591813"/>
                <a:gd name="connsiteY899" fmla="*/ 277184 h 621454"/>
                <a:gd name="connsiteX900" fmla="*/ 575621 w 591813"/>
                <a:gd name="connsiteY900" fmla="*/ 277679 h 621454"/>
                <a:gd name="connsiteX901" fmla="*/ 575238 w 591813"/>
                <a:gd name="connsiteY901" fmla="*/ 278129 h 621454"/>
                <a:gd name="connsiteX902" fmla="*/ 574833 w 591813"/>
                <a:gd name="connsiteY902" fmla="*/ 278578 h 621454"/>
                <a:gd name="connsiteX903" fmla="*/ 574451 w 591813"/>
                <a:gd name="connsiteY903" fmla="*/ 279028 h 621454"/>
                <a:gd name="connsiteX904" fmla="*/ 574047 w 591813"/>
                <a:gd name="connsiteY904" fmla="*/ 279478 h 621454"/>
                <a:gd name="connsiteX905" fmla="*/ 573664 w 591813"/>
                <a:gd name="connsiteY905" fmla="*/ 279905 h 621454"/>
                <a:gd name="connsiteX906" fmla="*/ 573259 w 591813"/>
                <a:gd name="connsiteY906" fmla="*/ 280310 h 621454"/>
                <a:gd name="connsiteX907" fmla="*/ 572877 w 591813"/>
                <a:gd name="connsiteY907" fmla="*/ 280737 h 621454"/>
                <a:gd name="connsiteX908" fmla="*/ 572472 w 591813"/>
                <a:gd name="connsiteY908" fmla="*/ 281142 h 621454"/>
                <a:gd name="connsiteX909" fmla="*/ 572067 w 591813"/>
                <a:gd name="connsiteY909" fmla="*/ 281525 h 621454"/>
                <a:gd name="connsiteX910" fmla="*/ 571685 w 591813"/>
                <a:gd name="connsiteY910" fmla="*/ 281929 h 621454"/>
                <a:gd name="connsiteX911" fmla="*/ 571280 w 591813"/>
                <a:gd name="connsiteY911" fmla="*/ 282312 h 621454"/>
                <a:gd name="connsiteX912" fmla="*/ 570898 w 591813"/>
                <a:gd name="connsiteY912" fmla="*/ 282694 h 621454"/>
                <a:gd name="connsiteX913" fmla="*/ 570493 w 591813"/>
                <a:gd name="connsiteY913" fmla="*/ 283076 h 621454"/>
                <a:gd name="connsiteX914" fmla="*/ 570111 w 591813"/>
                <a:gd name="connsiteY914" fmla="*/ 283436 h 621454"/>
                <a:gd name="connsiteX915" fmla="*/ 569706 w 591813"/>
                <a:gd name="connsiteY915" fmla="*/ 283796 h 621454"/>
                <a:gd name="connsiteX916" fmla="*/ 569324 w 591813"/>
                <a:gd name="connsiteY916" fmla="*/ 284156 h 621454"/>
                <a:gd name="connsiteX917" fmla="*/ 568919 w 591813"/>
                <a:gd name="connsiteY917" fmla="*/ 284516 h 621454"/>
                <a:gd name="connsiteX918" fmla="*/ 568514 w 591813"/>
                <a:gd name="connsiteY918" fmla="*/ 284876 h 621454"/>
                <a:gd name="connsiteX919" fmla="*/ 568132 w 591813"/>
                <a:gd name="connsiteY919" fmla="*/ 285213 h 621454"/>
                <a:gd name="connsiteX920" fmla="*/ 567727 w 591813"/>
                <a:gd name="connsiteY920" fmla="*/ 285573 h 621454"/>
                <a:gd name="connsiteX921" fmla="*/ 567344 w 591813"/>
                <a:gd name="connsiteY921" fmla="*/ 285910 h 621454"/>
                <a:gd name="connsiteX922" fmla="*/ 566940 w 591813"/>
                <a:gd name="connsiteY922" fmla="*/ 286247 h 621454"/>
                <a:gd name="connsiteX923" fmla="*/ 566557 w 591813"/>
                <a:gd name="connsiteY923" fmla="*/ 286585 h 621454"/>
                <a:gd name="connsiteX924" fmla="*/ 566153 w 591813"/>
                <a:gd name="connsiteY924" fmla="*/ 286922 h 621454"/>
                <a:gd name="connsiteX925" fmla="*/ 565748 w 591813"/>
                <a:gd name="connsiteY925" fmla="*/ 287237 h 621454"/>
                <a:gd name="connsiteX926" fmla="*/ 565365 w 591813"/>
                <a:gd name="connsiteY926" fmla="*/ 287574 h 621454"/>
                <a:gd name="connsiteX927" fmla="*/ 564961 w 591813"/>
                <a:gd name="connsiteY927" fmla="*/ 287889 h 621454"/>
                <a:gd name="connsiteX928" fmla="*/ 564578 w 591813"/>
                <a:gd name="connsiteY928" fmla="*/ 288226 h 621454"/>
                <a:gd name="connsiteX929" fmla="*/ 564173 w 591813"/>
                <a:gd name="connsiteY929" fmla="*/ 288541 h 621454"/>
                <a:gd name="connsiteX930" fmla="*/ 563791 w 591813"/>
                <a:gd name="connsiteY930" fmla="*/ 288879 h 621454"/>
                <a:gd name="connsiteX931" fmla="*/ 563386 w 591813"/>
                <a:gd name="connsiteY931" fmla="*/ 289194 h 621454"/>
                <a:gd name="connsiteX932" fmla="*/ 563004 w 591813"/>
                <a:gd name="connsiteY932" fmla="*/ 289508 h 621454"/>
                <a:gd name="connsiteX933" fmla="*/ 562599 w 591813"/>
                <a:gd name="connsiteY933" fmla="*/ 289823 h 621454"/>
                <a:gd name="connsiteX934" fmla="*/ 562195 w 591813"/>
                <a:gd name="connsiteY934" fmla="*/ 290161 h 621454"/>
                <a:gd name="connsiteX935" fmla="*/ 561812 w 591813"/>
                <a:gd name="connsiteY935" fmla="*/ 290475 h 621454"/>
                <a:gd name="connsiteX936" fmla="*/ 561407 w 591813"/>
                <a:gd name="connsiteY936" fmla="*/ 290790 h 621454"/>
                <a:gd name="connsiteX937" fmla="*/ 561025 w 591813"/>
                <a:gd name="connsiteY937" fmla="*/ 291105 h 621454"/>
                <a:gd name="connsiteX938" fmla="*/ 560620 w 591813"/>
                <a:gd name="connsiteY938" fmla="*/ 291420 h 621454"/>
                <a:gd name="connsiteX939" fmla="*/ 560238 w 591813"/>
                <a:gd name="connsiteY939" fmla="*/ 291735 h 621454"/>
                <a:gd name="connsiteX940" fmla="*/ 559833 w 591813"/>
                <a:gd name="connsiteY940" fmla="*/ 292050 h 621454"/>
                <a:gd name="connsiteX941" fmla="*/ 559450 w 591813"/>
                <a:gd name="connsiteY941" fmla="*/ 292365 h 621454"/>
                <a:gd name="connsiteX942" fmla="*/ 559046 w 591813"/>
                <a:gd name="connsiteY942" fmla="*/ 292679 h 621454"/>
                <a:gd name="connsiteX943" fmla="*/ 558641 w 591813"/>
                <a:gd name="connsiteY943" fmla="*/ 292994 h 621454"/>
                <a:gd name="connsiteX944" fmla="*/ 558259 w 591813"/>
                <a:gd name="connsiteY944" fmla="*/ 293309 h 621454"/>
                <a:gd name="connsiteX945" fmla="*/ 557854 w 591813"/>
                <a:gd name="connsiteY945" fmla="*/ 293624 h 621454"/>
                <a:gd name="connsiteX946" fmla="*/ 557472 w 591813"/>
                <a:gd name="connsiteY946" fmla="*/ 293916 h 621454"/>
                <a:gd name="connsiteX947" fmla="*/ 557067 w 591813"/>
                <a:gd name="connsiteY947" fmla="*/ 294231 h 621454"/>
                <a:gd name="connsiteX948" fmla="*/ 556684 w 591813"/>
                <a:gd name="connsiteY948" fmla="*/ 294546 h 621454"/>
                <a:gd name="connsiteX949" fmla="*/ 556280 w 591813"/>
                <a:gd name="connsiteY949" fmla="*/ 294838 h 621454"/>
                <a:gd name="connsiteX950" fmla="*/ 555897 w 591813"/>
                <a:gd name="connsiteY950" fmla="*/ 295153 h 621454"/>
                <a:gd name="connsiteX951" fmla="*/ 555493 w 591813"/>
                <a:gd name="connsiteY951" fmla="*/ 295446 h 621454"/>
                <a:gd name="connsiteX952" fmla="*/ 555088 w 591813"/>
                <a:gd name="connsiteY952" fmla="*/ 295738 h 621454"/>
                <a:gd name="connsiteX953" fmla="*/ 554705 w 591813"/>
                <a:gd name="connsiteY953" fmla="*/ 296053 h 621454"/>
                <a:gd name="connsiteX954" fmla="*/ 554301 w 591813"/>
                <a:gd name="connsiteY954" fmla="*/ 296345 h 621454"/>
                <a:gd name="connsiteX955" fmla="*/ 553918 w 591813"/>
                <a:gd name="connsiteY955" fmla="*/ 296638 h 621454"/>
                <a:gd name="connsiteX956" fmla="*/ 553513 w 591813"/>
                <a:gd name="connsiteY956" fmla="*/ 296952 h 621454"/>
                <a:gd name="connsiteX957" fmla="*/ 553131 w 591813"/>
                <a:gd name="connsiteY957" fmla="*/ 297245 h 621454"/>
                <a:gd name="connsiteX958" fmla="*/ 552726 w 591813"/>
                <a:gd name="connsiteY958" fmla="*/ 297537 h 621454"/>
                <a:gd name="connsiteX959" fmla="*/ 552321 w 591813"/>
                <a:gd name="connsiteY959" fmla="*/ 297852 h 621454"/>
                <a:gd name="connsiteX960" fmla="*/ 551939 w 591813"/>
                <a:gd name="connsiteY960" fmla="*/ 298144 h 621454"/>
                <a:gd name="connsiteX961" fmla="*/ 551535 w 591813"/>
                <a:gd name="connsiteY961" fmla="*/ 298459 h 621454"/>
                <a:gd name="connsiteX962" fmla="*/ 551152 w 591813"/>
                <a:gd name="connsiteY962" fmla="*/ 298752 h 621454"/>
                <a:gd name="connsiteX963" fmla="*/ 550747 w 591813"/>
                <a:gd name="connsiteY963" fmla="*/ 299066 h 621454"/>
                <a:gd name="connsiteX964" fmla="*/ 550365 w 591813"/>
                <a:gd name="connsiteY964" fmla="*/ 299381 h 621454"/>
                <a:gd name="connsiteX965" fmla="*/ 549960 w 591813"/>
                <a:gd name="connsiteY965" fmla="*/ 299674 h 621454"/>
                <a:gd name="connsiteX966" fmla="*/ 549578 w 591813"/>
                <a:gd name="connsiteY966" fmla="*/ 299989 h 621454"/>
                <a:gd name="connsiteX967" fmla="*/ 549173 w 591813"/>
                <a:gd name="connsiteY967" fmla="*/ 300303 h 621454"/>
                <a:gd name="connsiteX968" fmla="*/ 548768 w 591813"/>
                <a:gd name="connsiteY968" fmla="*/ 300596 h 621454"/>
                <a:gd name="connsiteX969" fmla="*/ 548386 w 591813"/>
                <a:gd name="connsiteY969" fmla="*/ 300911 h 621454"/>
                <a:gd name="connsiteX970" fmla="*/ 547981 w 591813"/>
                <a:gd name="connsiteY970" fmla="*/ 301225 h 621454"/>
                <a:gd name="connsiteX971" fmla="*/ 547599 w 591813"/>
                <a:gd name="connsiteY971" fmla="*/ 301518 h 621454"/>
                <a:gd name="connsiteX972" fmla="*/ 547194 w 591813"/>
                <a:gd name="connsiteY972" fmla="*/ 301833 h 621454"/>
                <a:gd name="connsiteX973" fmla="*/ 546812 w 591813"/>
                <a:gd name="connsiteY973" fmla="*/ 302125 h 621454"/>
                <a:gd name="connsiteX974" fmla="*/ 546407 w 591813"/>
                <a:gd name="connsiteY974" fmla="*/ 302440 h 621454"/>
                <a:gd name="connsiteX975" fmla="*/ 546024 w 591813"/>
                <a:gd name="connsiteY975" fmla="*/ 302755 h 621454"/>
                <a:gd name="connsiteX976" fmla="*/ 545620 w 591813"/>
                <a:gd name="connsiteY976" fmla="*/ 303047 h 621454"/>
                <a:gd name="connsiteX977" fmla="*/ 545215 w 591813"/>
                <a:gd name="connsiteY977" fmla="*/ 303362 h 621454"/>
                <a:gd name="connsiteX978" fmla="*/ 544832 w 591813"/>
                <a:gd name="connsiteY978" fmla="*/ 303677 h 621454"/>
                <a:gd name="connsiteX979" fmla="*/ 544427 w 591813"/>
                <a:gd name="connsiteY979" fmla="*/ 303992 h 621454"/>
                <a:gd name="connsiteX980" fmla="*/ 544045 w 591813"/>
                <a:gd name="connsiteY980" fmla="*/ 304307 h 621454"/>
                <a:gd name="connsiteX981" fmla="*/ 543641 w 591813"/>
                <a:gd name="connsiteY981" fmla="*/ 304621 h 621454"/>
                <a:gd name="connsiteX982" fmla="*/ 543258 w 591813"/>
                <a:gd name="connsiteY982" fmla="*/ 304914 h 621454"/>
                <a:gd name="connsiteX983" fmla="*/ 542853 w 591813"/>
                <a:gd name="connsiteY983" fmla="*/ 305229 h 621454"/>
                <a:gd name="connsiteX984" fmla="*/ 542471 w 591813"/>
                <a:gd name="connsiteY984" fmla="*/ 305543 h 621454"/>
                <a:gd name="connsiteX985" fmla="*/ 542066 w 591813"/>
                <a:gd name="connsiteY985" fmla="*/ 305858 h 621454"/>
                <a:gd name="connsiteX986" fmla="*/ 541661 w 591813"/>
                <a:gd name="connsiteY986" fmla="*/ 306173 h 621454"/>
                <a:gd name="connsiteX987" fmla="*/ 541279 w 591813"/>
                <a:gd name="connsiteY987" fmla="*/ 306488 h 621454"/>
                <a:gd name="connsiteX988" fmla="*/ 540875 w 591813"/>
                <a:gd name="connsiteY988" fmla="*/ 306803 h 621454"/>
                <a:gd name="connsiteX989" fmla="*/ 540492 w 591813"/>
                <a:gd name="connsiteY989" fmla="*/ 307118 h 621454"/>
                <a:gd name="connsiteX990" fmla="*/ 540087 w 591813"/>
                <a:gd name="connsiteY990" fmla="*/ 307433 h 621454"/>
                <a:gd name="connsiteX991" fmla="*/ 539705 w 591813"/>
                <a:gd name="connsiteY991" fmla="*/ 307725 h 621454"/>
                <a:gd name="connsiteX992" fmla="*/ 539300 w 591813"/>
                <a:gd name="connsiteY992" fmla="*/ 308040 h 621454"/>
                <a:gd name="connsiteX993" fmla="*/ 538918 w 591813"/>
                <a:gd name="connsiteY993" fmla="*/ 308355 h 621454"/>
                <a:gd name="connsiteX994" fmla="*/ 538513 w 591813"/>
                <a:gd name="connsiteY994" fmla="*/ 308669 h 621454"/>
                <a:gd name="connsiteX995" fmla="*/ 538108 w 591813"/>
                <a:gd name="connsiteY995" fmla="*/ 308984 h 621454"/>
                <a:gd name="connsiteX996" fmla="*/ 537726 w 591813"/>
                <a:gd name="connsiteY996" fmla="*/ 309299 h 621454"/>
                <a:gd name="connsiteX997" fmla="*/ 537321 w 591813"/>
                <a:gd name="connsiteY997" fmla="*/ 309614 h 621454"/>
                <a:gd name="connsiteX998" fmla="*/ 536939 w 591813"/>
                <a:gd name="connsiteY998" fmla="*/ 309951 h 621454"/>
                <a:gd name="connsiteX999" fmla="*/ 536534 w 591813"/>
                <a:gd name="connsiteY999" fmla="*/ 310266 h 621454"/>
                <a:gd name="connsiteX1000" fmla="*/ 536151 w 591813"/>
                <a:gd name="connsiteY1000" fmla="*/ 310581 h 621454"/>
                <a:gd name="connsiteX1001" fmla="*/ 535747 w 591813"/>
                <a:gd name="connsiteY1001" fmla="*/ 310896 h 621454"/>
                <a:gd name="connsiteX1002" fmla="*/ 535342 w 591813"/>
                <a:gd name="connsiteY1002" fmla="*/ 311211 h 621454"/>
                <a:gd name="connsiteX1003" fmla="*/ 534959 w 591813"/>
                <a:gd name="connsiteY1003" fmla="*/ 311526 h 621454"/>
                <a:gd name="connsiteX1004" fmla="*/ 534555 w 591813"/>
                <a:gd name="connsiteY1004" fmla="*/ 311863 h 621454"/>
                <a:gd name="connsiteX1005" fmla="*/ 534172 w 591813"/>
                <a:gd name="connsiteY1005" fmla="*/ 312178 h 621454"/>
                <a:gd name="connsiteX1006" fmla="*/ 533767 w 591813"/>
                <a:gd name="connsiteY1006" fmla="*/ 312493 h 621454"/>
                <a:gd name="connsiteX1007" fmla="*/ 533385 w 591813"/>
                <a:gd name="connsiteY1007" fmla="*/ 312830 h 621454"/>
                <a:gd name="connsiteX1008" fmla="*/ 532981 w 591813"/>
                <a:gd name="connsiteY1008" fmla="*/ 313145 h 621454"/>
                <a:gd name="connsiteX1009" fmla="*/ 532598 w 591813"/>
                <a:gd name="connsiteY1009" fmla="*/ 313460 h 621454"/>
                <a:gd name="connsiteX1010" fmla="*/ 532193 w 591813"/>
                <a:gd name="connsiteY1010" fmla="*/ 313797 h 621454"/>
                <a:gd name="connsiteX1011" fmla="*/ 531789 w 591813"/>
                <a:gd name="connsiteY1011" fmla="*/ 314112 h 621454"/>
                <a:gd name="connsiteX1012" fmla="*/ 531406 w 591813"/>
                <a:gd name="connsiteY1012" fmla="*/ 314427 h 621454"/>
                <a:gd name="connsiteX1013" fmla="*/ 531001 w 591813"/>
                <a:gd name="connsiteY1013" fmla="*/ 314764 h 621454"/>
                <a:gd name="connsiteX1014" fmla="*/ 530619 w 591813"/>
                <a:gd name="connsiteY1014" fmla="*/ 315079 h 621454"/>
                <a:gd name="connsiteX1015" fmla="*/ 530214 w 591813"/>
                <a:gd name="connsiteY1015" fmla="*/ 315416 h 621454"/>
                <a:gd name="connsiteX1016" fmla="*/ 529832 w 591813"/>
                <a:gd name="connsiteY1016" fmla="*/ 315731 h 621454"/>
                <a:gd name="connsiteX1017" fmla="*/ 529427 w 591813"/>
                <a:gd name="connsiteY1017" fmla="*/ 316069 h 621454"/>
                <a:gd name="connsiteX1018" fmla="*/ 529045 w 591813"/>
                <a:gd name="connsiteY1018" fmla="*/ 316383 h 621454"/>
                <a:gd name="connsiteX1019" fmla="*/ 528640 w 591813"/>
                <a:gd name="connsiteY1019" fmla="*/ 316721 h 621454"/>
                <a:gd name="connsiteX1020" fmla="*/ 528235 w 591813"/>
                <a:gd name="connsiteY1020" fmla="*/ 317036 h 621454"/>
                <a:gd name="connsiteX1021" fmla="*/ 527853 w 591813"/>
                <a:gd name="connsiteY1021" fmla="*/ 317373 h 621454"/>
                <a:gd name="connsiteX1022" fmla="*/ 527448 w 591813"/>
                <a:gd name="connsiteY1022" fmla="*/ 317710 h 621454"/>
                <a:gd name="connsiteX1023" fmla="*/ 527066 w 591813"/>
                <a:gd name="connsiteY1023" fmla="*/ 318025 h 621454"/>
                <a:gd name="connsiteX1024" fmla="*/ 526661 w 591813"/>
                <a:gd name="connsiteY1024" fmla="*/ 318362 h 621454"/>
                <a:gd name="connsiteX1025" fmla="*/ 526278 w 591813"/>
                <a:gd name="connsiteY1025" fmla="*/ 318700 h 621454"/>
                <a:gd name="connsiteX1026" fmla="*/ 525874 w 591813"/>
                <a:gd name="connsiteY1026" fmla="*/ 319015 h 621454"/>
                <a:gd name="connsiteX1027" fmla="*/ 525491 w 591813"/>
                <a:gd name="connsiteY1027" fmla="*/ 319352 h 621454"/>
                <a:gd name="connsiteX1028" fmla="*/ 525087 w 591813"/>
                <a:gd name="connsiteY1028" fmla="*/ 319689 h 621454"/>
                <a:gd name="connsiteX1029" fmla="*/ 524682 w 591813"/>
                <a:gd name="connsiteY1029" fmla="*/ 320027 h 621454"/>
                <a:gd name="connsiteX1030" fmla="*/ 524299 w 591813"/>
                <a:gd name="connsiteY1030" fmla="*/ 320342 h 621454"/>
                <a:gd name="connsiteX1031" fmla="*/ 523895 w 591813"/>
                <a:gd name="connsiteY1031" fmla="*/ 320679 h 621454"/>
                <a:gd name="connsiteX1032" fmla="*/ 523535 w 591813"/>
                <a:gd name="connsiteY1032" fmla="*/ 321016 h 621454"/>
                <a:gd name="connsiteX1033" fmla="*/ 523107 w 591813"/>
                <a:gd name="connsiteY1033" fmla="*/ 321354 h 621454"/>
                <a:gd name="connsiteX1034" fmla="*/ 522748 w 591813"/>
                <a:gd name="connsiteY1034" fmla="*/ 321668 h 621454"/>
                <a:gd name="connsiteX1035" fmla="*/ 522343 w 591813"/>
                <a:gd name="connsiteY1035" fmla="*/ 322006 h 621454"/>
                <a:gd name="connsiteX1036" fmla="*/ 521938 w 591813"/>
                <a:gd name="connsiteY1036" fmla="*/ 322343 h 621454"/>
                <a:gd name="connsiteX1037" fmla="*/ 521556 w 591813"/>
                <a:gd name="connsiteY1037" fmla="*/ 322681 h 621454"/>
                <a:gd name="connsiteX1038" fmla="*/ 521151 w 591813"/>
                <a:gd name="connsiteY1038" fmla="*/ 323018 h 621454"/>
                <a:gd name="connsiteX1039" fmla="*/ 520768 w 591813"/>
                <a:gd name="connsiteY1039" fmla="*/ 323355 h 621454"/>
                <a:gd name="connsiteX1040" fmla="*/ 520364 w 591813"/>
                <a:gd name="connsiteY1040" fmla="*/ 323693 h 621454"/>
                <a:gd name="connsiteX1041" fmla="*/ 519982 w 591813"/>
                <a:gd name="connsiteY1041" fmla="*/ 324007 h 621454"/>
                <a:gd name="connsiteX1042" fmla="*/ 519576 w 591813"/>
                <a:gd name="connsiteY1042" fmla="*/ 324345 h 621454"/>
                <a:gd name="connsiteX1043" fmla="*/ 519194 w 591813"/>
                <a:gd name="connsiteY1043" fmla="*/ 324682 h 621454"/>
                <a:gd name="connsiteX1044" fmla="*/ 518790 w 591813"/>
                <a:gd name="connsiteY1044" fmla="*/ 325019 h 621454"/>
                <a:gd name="connsiteX1045" fmla="*/ 518385 w 591813"/>
                <a:gd name="connsiteY1045" fmla="*/ 325357 h 621454"/>
                <a:gd name="connsiteX1046" fmla="*/ 518002 w 591813"/>
                <a:gd name="connsiteY1046" fmla="*/ 325694 h 621454"/>
                <a:gd name="connsiteX1047" fmla="*/ 517598 w 591813"/>
                <a:gd name="connsiteY1047" fmla="*/ 326031 h 621454"/>
                <a:gd name="connsiteX1048" fmla="*/ 517215 w 591813"/>
                <a:gd name="connsiteY1048" fmla="*/ 326369 h 621454"/>
                <a:gd name="connsiteX1049" fmla="*/ 516810 w 591813"/>
                <a:gd name="connsiteY1049" fmla="*/ 326706 h 621454"/>
                <a:gd name="connsiteX1050" fmla="*/ 516428 w 591813"/>
                <a:gd name="connsiteY1050" fmla="*/ 327043 h 621454"/>
                <a:gd name="connsiteX1051" fmla="*/ 516023 w 591813"/>
                <a:gd name="connsiteY1051" fmla="*/ 327381 h 621454"/>
                <a:gd name="connsiteX1052" fmla="*/ 515641 w 591813"/>
                <a:gd name="connsiteY1052" fmla="*/ 327718 h 621454"/>
                <a:gd name="connsiteX1053" fmla="*/ 515236 w 591813"/>
                <a:gd name="connsiteY1053" fmla="*/ 328056 h 621454"/>
                <a:gd name="connsiteX1054" fmla="*/ 514831 w 591813"/>
                <a:gd name="connsiteY1054" fmla="*/ 328393 h 621454"/>
                <a:gd name="connsiteX1055" fmla="*/ 514449 w 591813"/>
                <a:gd name="connsiteY1055" fmla="*/ 328753 h 621454"/>
                <a:gd name="connsiteX1056" fmla="*/ 514044 w 591813"/>
                <a:gd name="connsiteY1056" fmla="*/ 329090 h 621454"/>
                <a:gd name="connsiteX1057" fmla="*/ 513662 w 591813"/>
                <a:gd name="connsiteY1057" fmla="*/ 329427 h 621454"/>
                <a:gd name="connsiteX1058" fmla="*/ 513257 w 591813"/>
                <a:gd name="connsiteY1058" fmla="*/ 329765 h 621454"/>
                <a:gd name="connsiteX1059" fmla="*/ 512875 w 591813"/>
                <a:gd name="connsiteY1059" fmla="*/ 330102 h 621454"/>
                <a:gd name="connsiteX1060" fmla="*/ 512470 w 591813"/>
                <a:gd name="connsiteY1060" fmla="*/ 330439 h 621454"/>
                <a:gd name="connsiteX1061" fmla="*/ 512088 w 591813"/>
                <a:gd name="connsiteY1061" fmla="*/ 330799 h 621454"/>
                <a:gd name="connsiteX1062" fmla="*/ 511683 w 591813"/>
                <a:gd name="connsiteY1062" fmla="*/ 331137 h 621454"/>
                <a:gd name="connsiteX1063" fmla="*/ 511278 w 591813"/>
                <a:gd name="connsiteY1063" fmla="*/ 331496 h 621454"/>
                <a:gd name="connsiteX1064" fmla="*/ 510896 w 591813"/>
                <a:gd name="connsiteY1064" fmla="*/ 331811 h 621454"/>
                <a:gd name="connsiteX1065" fmla="*/ 510491 w 591813"/>
                <a:gd name="connsiteY1065" fmla="*/ 332171 h 621454"/>
                <a:gd name="connsiteX1066" fmla="*/ 510108 w 591813"/>
                <a:gd name="connsiteY1066" fmla="*/ 332508 h 621454"/>
                <a:gd name="connsiteX1067" fmla="*/ 509704 w 591813"/>
                <a:gd name="connsiteY1067" fmla="*/ 332868 h 621454"/>
                <a:gd name="connsiteX1068" fmla="*/ 509322 w 591813"/>
                <a:gd name="connsiteY1068" fmla="*/ 333228 h 621454"/>
                <a:gd name="connsiteX1069" fmla="*/ 508916 w 591813"/>
                <a:gd name="connsiteY1069" fmla="*/ 333565 h 621454"/>
                <a:gd name="connsiteX1070" fmla="*/ 508534 w 591813"/>
                <a:gd name="connsiteY1070" fmla="*/ 333925 h 621454"/>
                <a:gd name="connsiteX1071" fmla="*/ 508130 w 591813"/>
                <a:gd name="connsiteY1071" fmla="*/ 334285 h 621454"/>
                <a:gd name="connsiteX1072" fmla="*/ 507724 w 591813"/>
                <a:gd name="connsiteY1072" fmla="*/ 334645 h 621454"/>
                <a:gd name="connsiteX1073" fmla="*/ 507342 w 591813"/>
                <a:gd name="connsiteY1073" fmla="*/ 335005 h 621454"/>
                <a:gd name="connsiteX1074" fmla="*/ 506938 w 591813"/>
                <a:gd name="connsiteY1074" fmla="*/ 335365 h 621454"/>
                <a:gd name="connsiteX1075" fmla="*/ 506555 w 591813"/>
                <a:gd name="connsiteY1075" fmla="*/ 335724 h 621454"/>
                <a:gd name="connsiteX1076" fmla="*/ 506150 w 591813"/>
                <a:gd name="connsiteY1076" fmla="*/ 336084 h 621454"/>
                <a:gd name="connsiteX1077" fmla="*/ 505768 w 591813"/>
                <a:gd name="connsiteY1077" fmla="*/ 336444 h 621454"/>
                <a:gd name="connsiteX1078" fmla="*/ 505363 w 591813"/>
                <a:gd name="connsiteY1078" fmla="*/ 336826 h 621454"/>
                <a:gd name="connsiteX1079" fmla="*/ 504958 w 591813"/>
                <a:gd name="connsiteY1079" fmla="*/ 337186 h 621454"/>
                <a:gd name="connsiteX1080" fmla="*/ 504576 w 591813"/>
                <a:gd name="connsiteY1080" fmla="*/ 337546 h 621454"/>
                <a:gd name="connsiteX1081" fmla="*/ 504171 w 591813"/>
                <a:gd name="connsiteY1081" fmla="*/ 337928 h 621454"/>
                <a:gd name="connsiteX1082" fmla="*/ 503789 w 591813"/>
                <a:gd name="connsiteY1082" fmla="*/ 338288 h 621454"/>
                <a:gd name="connsiteX1083" fmla="*/ 503384 w 591813"/>
                <a:gd name="connsiteY1083" fmla="*/ 338671 h 621454"/>
                <a:gd name="connsiteX1084" fmla="*/ 503002 w 591813"/>
                <a:gd name="connsiteY1084" fmla="*/ 339053 h 621454"/>
                <a:gd name="connsiteX1085" fmla="*/ 502597 w 591813"/>
                <a:gd name="connsiteY1085" fmla="*/ 339435 h 621454"/>
                <a:gd name="connsiteX1086" fmla="*/ 502214 w 591813"/>
                <a:gd name="connsiteY1086" fmla="*/ 339795 h 621454"/>
                <a:gd name="connsiteX1087" fmla="*/ 501810 w 591813"/>
                <a:gd name="connsiteY1087" fmla="*/ 340177 h 621454"/>
                <a:gd name="connsiteX1088" fmla="*/ 501405 w 591813"/>
                <a:gd name="connsiteY1088" fmla="*/ 340560 h 621454"/>
                <a:gd name="connsiteX1089" fmla="*/ 501022 w 591813"/>
                <a:gd name="connsiteY1089" fmla="*/ 340942 h 621454"/>
                <a:gd name="connsiteX1090" fmla="*/ 500618 w 591813"/>
                <a:gd name="connsiteY1090" fmla="*/ 341324 h 621454"/>
                <a:gd name="connsiteX1091" fmla="*/ 500236 w 591813"/>
                <a:gd name="connsiteY1091" fmla="*/ 341707 h 621454"/>
                <a:gd name="connsiteX1092" fmla="*/ 499831 w 591813"/>
                <a:gd name="connsiteY1092" fmla="*/ 342089 h 621454"/>
                <a:gd name="connsiteX1093" fmla="*/ 499448 w 591813"/>
                <a:gd name="connsiteY1093" fmla="*/ 342471 h 621454"/>
                <a:gd name="connsiteX1094" fmla="*/ 499044 w 591813"/>
                <a:gd name="connsiteY1094" fmla="*/ 342854 h 621454"/>
                <a:gd name="connsiteX1095" fmla="*/ 498662 w 591813"/>
                <a:gd name="connsiteY1095" fmla="*/ 343236 h 621454"/>
                <a:gd name="connsiteX1096" fmla="*/ 498256 w 591813"/>
                <a:gd name="connsiteY1096" fmla="*/ 343618 h 621454"/>
                <a:gd name="connsiteX1097" fmla="*/ 497852 w 591813"/>
                <a:gd name="connsiteY1097" fmla="*/ 344001 h 621454"/>
                <a:gd name="connsiteX1098" fmla="*/ 497469 w 591813"/>
                <a:gd name="connsiteY1098" fmla="*/ 344405 h 621454"/>
                <a:gd name="connsiteX1099" fmla="*/ 497064 w 591813"/>
                <a:gd name="connsiteY1099" fmla="*/ 344788 h 621454"/>
                <a:gd name="connsiteX1100" fmla="*/ 496682 w 591813"/>
                <a:gd name="connsiteY1100" fmla="*/ 345193 h 621454"/>
                <a:gd name="connsiteX1101" fmla="*/ 496277 w 591813"/>
                <a:gd name="connsiteY1101" fmla="*/ 345575 h 621454"/>
                <a:gd name="connsiteX1102" fmla="*/ 495895 w 591813"/>
                <a:gd name="connsiteY1102" fmla="*/ 345957 h 621454"/>
                <a:gd name="connsiteX1103" fmla="*/ 495490 w 591813"/>
                <a:gd name="connsiteY1103" fmla="*/ 346362 h 621454"/>
                <a:gd name="connsiteX1104" fmla="*/ 495108 w 591813"/>
                <a:gd name="connsiteY1104" fmla="*/ 346744 h 621454"/>
                <a:gd name="connsiteX1105" fmla="*/ 494703 w 591813"/>
                <a:gd name="connsiteY1105" fmla="*/ 347149 h 621454"/>
                <a:gd name="connsiteX1106" fmla="*/ 494298 w 591813"/>
                <a:gd name="connsiteY1106" fmla="*/ 347531 h 621454"/>
                <a:gd name="connsiteX1107" fmla="*/ 493916 w 591813"/>
                <a:gd name="connsiteY1107" fmla="*/ 347936 h 621454"/>
                <a:gd name="connsiteX1108" fmla="*/ 493511 w 591813"/>
                <a:gd name="connsiteY1108" fmla="*/ 348341 h 621454"/>
                <a:gd name="connsiteX1109" fmla="*/ 493129 w 591813"/>
                <a:gd name="connsiteY1109" fmla="*/ 348723 h 621454"/>
                <a:gd name="connsiteX1110" fmla="*/ 492724 w 591813"/>
                <a:gd name="connsiteY1110" fmla="*/ 349128 h 621454"/>
                <a:gd name="connsiteX1111" fmla="*/ 492342 w 591813"/>
                <a:gd name="connsiteY1111" fmla="*/ 349533 h 621454"/>
                <a:gd name="connsiteX1112" fmla="*/ 491937 w 591813"/>
                <a:gd name="connsiteY1112" fmla="*/ 349938 h 621454"/>
                <a:gd name="connsiteX1113" fmla="*/ 491532 w 591813"/>
                <a:gd name="connsiteY1113" fmla="*/ 350343 h 621454"/>
                <a:gd name="connsiteX1114" fmla="*/ 491150 w 591813"/>
                <a:gd name="connsiteY1114" fmla="*/ 350748 h 621454"/>
                <a:gd name="connsiteX1115" fmla="*/ 490745 w 591813"/>
                <a:gd name="connsiteY1115" fmla="*/ 351175 h 621454"/>
                <a:gd name="connsiteX1116" fmla="*/ 490362 w 591813"/>
                <a:gd name="connsiteY1116" fmla="*/ 351580 h 621454"/>
                <a:gd name="connsiteX1117" fmla="*/ 489958 w 591813"/>
                <a:gd name="connsiteY1117" fmla="*/ 351984 h 621454"/>
                <a:gd name="connsiteX1118" fmla="*/ 489576 w 591813"/>
                <a:gd name="connsiteY1118" fmla="*/ 352389 h 621454"/>
                <a:gd name="connsiteX1119" fmla="*/ 489170 w 591813"/>
                <a:gd name="connsiteY1119" fmla="*/ 352794 h 621454"/>
                <a:gd name="connsiteX1120" fmla="*/ 488788 w 591813"/>
                <a:gd name="connsiteY1120" fmla="*/ 353199 h 621454"/>
                <a:gd name="connsiteX1121" fmla="*/ 488384 w 591813"/>
                <a:gd name="connsiteY1121" fmla="*/ 353626 h 621454"/>
                <a:gd name="connsiteX1122" fmla="*/ 487979 w 591813"/>
                <a:gd name="connsiteY1122" fmla="*/ 354031 h 621454"/>
                <a:gd name="connsiteX1123" fmla="*/ 487596 w 591813"/>
                <a:gd name="connsiteY1123" fmla="*/ 354436 h 621454"/>
                <a:gd name="connsiteX1124" fmla="*/ 487192 w 591813"/>
                <a:gd name="connsiteY1124" fmla="*/ 354863 h 621454"/>
                <a:gd name="connsiteX1125" fmla="*/ 486809 w 591813"/>
                <a:gd name="connsiteY1125" fmla="*/ 355268 h 621454"/>
                <a:gd name="connsiteX1126" fmla="*/ 486404 w 591813"/>
                <a:gd name="connsiteY1126" fmla="*/ 355673 h 621454"/>
                <a:gd name="connsiteX1127" fmla="*/ 486022 w 591813"/>
                <a:gd name="connsiteY1127" fmla="*/ 356078 h 621454"/>
                <a:gd name="connsiteX1128" fmla="*/ 485617 w 591813"/>
                <a:gd name="connsiteY1128" fmla="*/ 356482 h 621454"/>
                <a:gd name="connsiteX1129" fmla="*/ 485235 w 591813"/>
                <a:gd name="connsiteY1129" fmla="*/ 356887 h 621454"/>
                <a:gd name="connsiteX1130" fmla="*/ 484830 w 591813"/>
                <a:gd name="connsiteY1130" fmla="*/ 357292 h 621454"/>
                <a:gd name="connsiteX1131" fmla="*/ 484425 w 591813"/>
                <a:gd name="connsiteY1131" fmla="*/ 357697 h 621454"/>
                <a:gd name="connsiteX1132" fmla="*/ 484043 w 591813"/>
                <a:gd name="connsiteY1132" fmla="*/ 358102 h 621454"/>
                <a:gd name="connsiteX1133" fmla="*/ 483638 w 591813"/>
                <a:gd name="connsiteY1133" fmla="*/ 358506 h 621454"/>
                <a:gd name="connsiteX1134" fmla="*/ 483256 w 591813"/>
                <a:gd name="connsiteY1134" fmla="*/ 358911 h 621454"/>
                <a:gd name="connsiteX1135" fmla="*/ 482851 w 591813"/>
                <a:gd name="connsiteY1135" fmla="*/ 359316 h 621454"/>
                <a:gd name="connsiteX1136" fmla="*/ 482469 w 591813"/>
                <a:gd name="connsiteY1136" fmla="*/ 359721 h 621454"/>
                <a:gd name="connsiteX1137" fmla="*/ 482064 w 591813"/>
                <a:gd name="connsiteY1137" fmla="*/ 360126 h 621454"/>
                <a:gd name="connsiteX1138" fmla="*/ 481682 w 591813"/>
                <a:gd name="connsiteY1138" fmla="*/ 360530 h 621454"/>
                <a:gd name="connsiteX1139" fmla="*/ 481277 w 591813"/>
                <a:gd name="connsiteY1139" fmla="*/ 360935 h 621454"/>
                <a:gd name="connsiteX1140" fmla="*/ 480872 w 591813"/>
                <a:gd name="connsiteY1140" fmla="*/ 361340 h 621454"/>
                <a:gd name="connsiteX1141" fmla="*/ 480490 w 591813"/>
                <a:gd name="connsiteY1141" fmla="*/ 361745 h 621454"/>
                <a:gd name="connsiteX1142" fmla="*/ 480085 w 591813"/>
                <a:gd name="connsiteY1142" fmla="*/ 362150 h 621454"/>
                <a:gd name="connsiteX1143" fmla="*/ 479702 w 591813"/>
                <a:gd name="connsiteY1143" fmla="*/ 362555 h 621454"/>
                <a:gd name="connsiteX1144" fmla="*/ 479298 w 591813"/>
                <a:gd name="connsiteY1144" fmla="*/ 362959 h 621454"/>
                <a:gd name="connsiteX1145" fmla="*/ 478916 w 591813"/>
                <a:gd name="connsiteY1145" fmla="*/ 363364 h 621454"/>
                <a:gd name="connsiteX1146" fmla="*/ 478510 w 591813"/>
                <a:gd name="connsiteY1146" fmla="*/ 363769 h 621454"/>
                <a:gd name="connsiteX1147" fmla="*/ 478128 w 591813"/>
                <a:gd name="connsiteY1147" fmla="*/ 364174 h 621454"/>
                <a:gd name="connsiteX1148" fmla="*/ 477724 w 591813"/>
                <a:gd name="connsiteY1148" fmla="*/ 364579 h 621454"/>
                <a:gd name="connsiteX1149" fmla="*/ 477319 w 591813"/>
                <a:gd name="connsiteY1149" fmla="*/ 364983 h 621454"/>
                <a:gd name="connsiteX1150" fmla="*/ 476936 w 591813"/>
                <a:gd name="connsiteY1150" fmla="*/ 365388 h 621454"/>
                <a:gd name="connsiteX1151" fmla="*/ 476532 w 591813"/>
                <a:gd name="connsiteY1151" fmla="*/ 365793 h 621454"/>
                <a:gd name="connsiteX1152" fmla="*/ 476149 w 591813"/>
                <a:gd name="connsiteY1152" fmla="*/ 366198 h 621454"/>
                <a:gd name="connsiteX1153" fmla="*/ 475744 w 591813"/>
                <a:gd name="connsiteY1153" fmla="*/ 366603 h 621454"/>
                <a:gd name="connsiteX1154" fmla="*/ 475362 w 591813"/>
                <a:gd name="connsiteY1154" fmla="*/ 367007 h 621454"/>
                <a:gd name="connsiteX1155" fmla="*/ 474957 w 591813"/>
                <a:gd name="connsiteY1155" fmla="*/ 367412 h 621454"/>
                <a:gd name="connsiteX1156" fmla="*/ 474552 w 591813"/>
                <a:gd name="connsiteY1156" fmla="*/ 367817 h 621454"/>
                <a:gd name="connsiteX1157" fmla="*/ 474170 w 591813"/>
                <a:gd name="connsiteY1157" fmla="*/ 368222 h 621454"/>
                <a:gd name="connsiteX1158" fmla="*/ 473765 w 591813"/>
                <a:gd name="connsiteY1158" fmla="*/ 368627 h 621454"/>
                <a:gd name="connsiteX1159" fmla="*/ 473383 w 591813"/>
                <a:gd name="connsiteY1159" fmla="*/ 369054 h 621454"/>
                <a:gd name="connsiteX1160" fmla="*/ 472978 w 591813"/>
                <a:gd name="connsiteY1160" fmla="*/ 369459 h 621454"/>
                <a:gd name="connsiteX1161" fmla="*/ 472596 w 591813"/>
                <a:gd name="connsiteY1161" fmla="*/ 369864 h 621454"/>
                <a:gd name="connsiteX1162" fmla="*/ 472191 w 591813"/>
                <a:gd name="connsiteY1162" fmla="*/ 370268 h 621454"/>
                <a:gd name="connsiteX1163" fmla="*/ 471809 w 591813"/>
                <a:gd name="connsiteY1163" fmla="*/ 370673 h 621454"/>
                <a:gd name="connsiteX1164" fmla="*/ 471404 w 591813"/>
                <a:gd name="connsiteY1164" fmla="*/ 371078 h 621454"/>
                <a:gd name="connsiteX1165" fmla="*/ 470999 w 591813"/>
                <a:gd name="connsiteY1165" fmla="*/ 371505 h 621454"/>
                <a:gd name="connsiteX1166" fmla="*/ 470617 w 591813"/>
                <a:gd name="connsiteY1166" fmla="*/ 371910 h 621454"/>
                <a:gd name="connsiteX1167" fmla="*/ 470212 w 591813"/>
                <a:gd name="connsiteY1167" fmla="*/ 372315 h 621454"/>
                <a:gd name="connsiteX1168" fmla="*/ 469830 w 591813"/>
                <a:gd name="connsiteY1168" fmla="*/ 372742 h 621454"/>
                <a:gd name="connsiteX1169" fmla="*/ 469425 w 591813"/>
                <a:gd name="connsiteY1169" fmla="*/ 373147 h 621454"/>
                <a:gd name="connsiteX1170" fmla="*/ 469042 w 591813"/>
                <a:gd name="connsiteY1170" fmla="*/ 373552 h 621454"/>
                <a:gd name="connsiteX1171" fmla="*/ 468638 w 591813"/>
                <a:gd name="connsiteY1171" fmla="*/ 373979 h 621454"/>
                <a:gd name="connsiteX1172" fmla="*/ 468256 w 591813"/>
                <a:gd name="connsiteY1172" fmla="*/ 374407 h 621454"/>
                <a:gd name="connsiteX1173" fmla="*/ 467850 w 591813"/>
                <a:gd name="connsiteY1173" fmla="*/ 374811 h 621454"/>
                <a:gd name="connsiteX1174" fmla="*/ 467446 w 591813"/>
                <a:gd name="connsiteY1174" fmla="*/ 375239 h 621454"/>
                <a:gd name="connsiteX1175" fmla="*/ 467064 w 591813"/>
                <a:gd name="connsiteY1175" fmla="*/ 375643 h 621454"/>
                <a:gd name="connsiteX1176" fmla="*/ 466659 w 591813"/>
                <a:gd name="connsiteY1176" fmla="*/ 376071 h 621454"/>
                <a:gd name="connsiteX1177" fmla="*/ 466276 w 591813"/>
                <a:gd name="connsiteY1177" fmla="*/ 376498 h 621454"/>
                <a:gd name="connsiteX1178" fmla="*/ 465872 w 591813"/>
                <a:gd name="connsiteY1178" fmla="*/ 376903 h 621454"/>
                <a:gd name="connsiteX1179" fmla="*/ 465489 w 591813"/>
                <a:gd name="connsiteY1179" fmla="*/ 377330 h 621454"/>
                <a:gd name="connsiteX1180" fmla="*/ 465084 w 591813"/>
                <a:gd name="connsiteY1180" fmla="*/ 377757 h 621454"/>
                <a:gd name="connsiteX1181" fmla="*/ 464702 w 591813"/>
                <a:gd name="connsiteY1181" fmla="*/ 378185 h 621454"/>
                <a:gd name="connsiteX1182" fmla="*/ 464297 w 591813"/>
                <a:gd name="connsiteY1182" fmla="*/ 378590 h 621454"/>
                <a:gd name="connsiteX1183" fmla="*/ 463892 w 591813"/>
                <a:gd name="connsiteY1183" fmla="*/ 379017 h 621454"/>
                <a:gd name="connsiteX1184" fmla="*/ 463510 w 591813"/>
                <a:gd name="connsiteY1184" fmla="*/ 379444 h 621454"/>
                <a:gd name="connsiteX1185" fmla="*/ 463105 w 591813"/>
                <a:gd name="connsiteY1185" fmla="*/ 379872 h 621454"/>
                <a:gd name="connsiteX1186" fmla="*/ 462723 w 591813"/>
                <a:gd name="connsiteY1186" fmla="*/ 380299 h 621454"/>
                <a:gd name="connsiteX1187" fmla="*/ 462318 w 591813"/>
                <a:gd name="connsiteY1187" fmla="*/ 380726 h 621454"/>
                <a:gd name="connsiteX1188" fmla="*/ 461936 w 591813"/>
                <a:gd name="connsiteY1188" fmla="*/ 381176 h 621454"/>
                <a:gd name="connsiteX1189" fmla="*/ 461531 w 591813"/>
                <a:gd name="connsiteY1189" fmla="*/ 381603 h 621454"/>
                <a:gd name="connsiteX1190" fmla="*/ 461126 w 591813"/>
                <a:gd name="connsiteY1190" fmla="*/ 382030 h 621454"/>
                <a:gd name="connsiteX1191" fmla="*/ 460744 w 591813"/>
                <a:gd name="connsiteY1191" fmla="*/ 382480 h 621454"/>
                <a:gd name="connsiteX1192" fmla="*/ 460339 w 591813"/>
                <a:gd name="connsiteY1192" fmla="*/ 382908 h 621454"/>
                <a:gd name="connsiteX1193" fmla="*/ 459956 w 591813"/>
                <a:gd name="connsiteY1193" fmla="*/ 383335 h 621454"/>
                <a:gd name="connsiteX1194" fmla="*/ 459552 w 591813"/>
                <a:gd name="connsiteY1194" fmla="*/ 383785 h 621454"/>
                <a:gd name="connsiteX1195" fmla="*/ 459170 w 591813"/>
                <a:gd name="connsiteY1195" fmla="*/ 384212 h 621454"/>
                <a:gd name="connsiteX1196" fmla="*/ 458765 w 591813"/>
                <a:gd name="connsiteY1196" fmla="*/ 384662 h 621454"/>
                <a:gd name="connsiteX1197" fmla="*/ 458382 w 591813"/>
                <a:gd name="connsiteY1197" fmla="*/ 385089 h 621454"/>
                <a:gd name="connsiteX1198" fmla="*/ 457978 w 591813"/>
                <a:gd name="connsiteY1198" fmla="*/ 385539 h 621454"/>
                <a:gd name="connsiteX1199" fmla="*/ 457573 w 591813"/>
                <a:gd name="connsiteY1199" fmla="*/ 385989 h 621454"/>
                <a:gd name="connsiteX1200" fmla="*/ 457190 w 591813"/>
                <a:gd name="connsiteY1200" fmla="*/ 386439 h 621454"/>
                <a:gd name="connsiteX1201" fmla="*/ 456786 w 591813"/>
                <a:gd name="connsiteY1201" fmla="*/ 386866 h 621454"/>
                <a:gd name="connsiteX1202" fmla="*/ 456403 w 591813"/>
                <a:gd name="connsiteY1202" fmla="*/ 387316 h 621454"/>
                <a:gd name="connsiteX1203" fmla="*/ 455998 w 591813"/>
                <a:gd name="connsiteY1203" fmla="*/ 387765 h 621454"/>
                <a:gd name="connsiteX1204" fmla="*/ 455616 w 591813"/>
                <a:gd name="connsiteY1204" fmla="*/ 388215 h 621454"/>
                <a:gd name="connsiteX1205" fmla="*/ 455211 w 591813"/>
                <a:gd name="connsiteY1205" fmla="*/ 388665 h 621454"/>
                <a:gd name="connsiteX1206" fmla="*/ 454829 w 591813"/>
                <a:gd name="connsiteY1206" fmla="*/ 389115 h 621454"/>
                <a:gd name="connsiteX1207" fmla="*/ 454424 w 591813"/>
                <a:gd name="connsiteY1207" fmla="*/ 389565 h 621454"/>
                <a:gd name="connsiteX1208" fmla="*/ 454019 w 591813"/>
                <a:gd name="connsiteY1208" fmla="*/ 389992 h 621454"/>
                <a:gd name="connsiteX1209" fmla="*/ 453637 w 591813"/>
                <a:gd name="connsiteY1209" fmla="*/ 390442 h 621454"/>
                <a:gd name="connsiteX1210" fmla="*/ 453232 w 591813"/>
                <a:gd name="connsiteY1210" fmla="*/ 390891 h 621454"/>
                <a:gd name="connsiteX1211" fmla="*/ 452850 w 591813"/>
                <a:gd name="connsiteY1211" fmla="*/ 391319 h 621454"/>
                <a:gd name="connsiteX1212" fmla="*/ 452445 w 591813"/>
                <a:gd name="connsiteY1212" fmla="*/ 391769 h 621454"/>
                <a:gd name="connsiteX1213" fmla="*/ 452063 w 591813"/>
                <a:gd name="connsiteY1213" fmla="*/ 392218 h 621454"/>
                <a:gd name="connsiteX1214" fmla="*/ 451658 w 591813"/>
                <a:gd name="connsiteY1214" fmla="*/ 392668 h 621454"/>
                <a:gd name="connsiteX1215" fmla="*/ 451276 w 591813"/>
                <a:gd name="connsiteY1215" fmla="*/ 393095 h 621454"/>
                <a:gd name="connsiteX1216" fmla="*/ 450871 w 591813"/>
                <a:gd name="connsiteY1216" fmla="*/ 393545 h 621454"/>
                <a:gd name="connsiteX1217" fmla="*/ 450466 w 591813"/>
                <a:gd name="connsiteY1217" fmla="*/ 393995 h 621454"/>
                <a:gd name="connsiteX1218" fmla="*/ 450084 w 591813"/>
                <a:gd name="connsiteY1218" fmla="*/ 394445 h 621454"/>
                <a:gd name="connsiteX1219" fmla="*/ 449679 w 591813"/>
                <a:gd name="connsiteY1219" fmla="*/ 394895 h 621454"/>
                <a:gd name="connsiteX1220" fmla="*/ 449296 w 591813"/>
                <a:gd name="connsiteY1220" fmla="*/ 395322 h 621454"/>
                <a:gd name="connsiteX1221" fmla="*/ 448892 w 591813"/>
                <a:gd name="connsiteY1221" fmla="*/ 395772 h 621454"/>
                <a:gd name="connsiteX1222" fmla="*/ 448510 w 591813"/>
                <a:gd name="connsiteY1222" fmla="*/ 396221 h 621454"/>
                <a:gd name="connsiteX1223" fmla="*/ 448105 w 591813"/>
                <a:gd name="connsiteY1223" fmla="*/ 396671 h 621454"/>
                <a:gd name="connsiteX1224" fmla="*/ 447722 w 591813"/>
                <a:gd name="connsiteY1224" fmla="*/ 397121 h 621454"/>
                <a:gd name="connsiteX1225" fmla="*/ 447318 w 591813"/>
                <a:gd name="connsiteY1225" fmla="*/ 397593 h 621454"/>
                <a:gd name="connsiteX1226" fmla="*/ 446913 w 591813"/>
                <a:gd name="connsiteY1226" fmla="*/ 398043 h 621454"/>
                <a:gd name="connsiteX1227" fmla="*/ 446530 w 591813"/>
                <a:gd name="connsiteY1227" fmla="*/ 398493 h 621454"/>
                <a:gd name="connsiteX1228" fmla="*/ 446126 w 591813"/>
                <a:gd name="connsiteY1228" fmla="*/ 398943 h 621454"/>
                <a:gd name="connsiteX1229" fmla="*/ 445743 w 591813"/>
                <a:gd name="connsiteY1229" fmla="*/ 399392 h 621454"/>
                <a:gd name="connsiteX1230" fmla="*/ 445338 w 591813"/>
                <a:gd name="connsiteY1230" fmla="*/ 399865 h 621454"/>
                <a:gd name="connsiteX1231" fmla="*/ 444956 w 591813"/>
                <a:gd name="connsiteY1231" fmla="*/ 400315 h 621454"/>
                <a:gd name="connsiteX1232" fmla="*/ 444551 w 591813"/>
                <a:gd name="connsiteY1232" fmla="*/ 400764 h 621454"/>
                <a:gd name="connsiteX1233" fmla="*/ 444147 w 591813"/>
                <a:gd name="connsiteY1233" fmla="*/ 401237 h 621454"/>
                <a:gd name="connsiteX1234" fmla="*/ 443764 w 591813"/>
                <a:gd name="connsiteY1234" fmla="*/ 401686 h 621454"/>
                <a:gd name="connsiteX1235" fmla="*/ 443359 w 591813"/>
                <a:gd name="connsiteY1235" fmla="*/ 402159 h 621454"/>
                <a:gd name="connsiteX1236" fmla="*/ 442977 w 591813"/>
                <a:gd name="connsiteY1236" fmla="*/ 402608 h 621454"/>
                <a:gd name="connsiteX1237" fmla="*/ 442572 w 591813"/>
                <a:gd name="connsiteY1237" fmla="*/ 403058 h 621454"/>
                <a:gd name="connsiteX1238" fmla="*/ 442190 w 591813"/>
                <a:gd name="connsiteY1238" fmla="*/ 403531 h 621454"/>
                <a:gd name="connsiteX1239" fmla="*/ 441785 w 591813"/>
                <a:gd name="connsiteY1239" fmla="*/ 403980 h 621454"/>
                <a:gd name="connsiteX1240" fmla="*/ 441403 w 591813"/>
                <a:gd name="connsiteY1240" fmla="*/ 404453 h 621454"/>
                <a:gd name="connsiteX1241" fmla="*/ 440998 w 591813"/>
                <a:gd name="connsiteY1241" fmla="*/ 404902 h 621454"/>
                <a:gd name="connsiteX1242" fmla="*/ 440593 w 591813"/>
                <a:gd name="connsiteY1242" fmla="*/ 405375 h 621454"/>
                <a:gd name="connsiteX1243" fmla="*/ 440211 w 591813"/>
                <a:gd name="connsiteY1243" fmla="*/ 405847 h 621454"/>
                <a:gd name="connsiteX1244" fmla="*/ 439806 w 591813"/>
                <a:gd name="connsiteY1244" fmla="*/ 406319 h 621454"/>
                <a:gd name="connsiteX1245" fmla="*/ 439424 w 591813"/>
                <a:gd name="connsiteY1245" fmla="*/ 406769 h 621454"/>
                <a:gd name="connsiteX1246" fmla="*/ 439019 w 591813"/>
                <a:gd name="connsiteY1246" fmla="*/ 407241 h 621454"/>
                <a:gd name="connsiteX1247" fmla="*/ 438636 w 591813"/>
                <a:gd name="connsiteY1247" fmla="*/ 407714 h 621454"/>
                <a:gd name="connsiteX1248" fmla="*/ 438232 w 591813"/>
                <a:gd name="connsiteY1248" fmla="*/ 408186 h 621454"/>
                <a:gd name="connsiteX1249" fmla="*/ 437850 w 591813"/>
                <a:gd name="connsiteY1249" fmla="*/ 408658 h 621454"/>
                <a:gd name="connsiteX1250" fmla="*/ 437444 w 591813"/>
                <a:gd name="connsiteY1250" fmla="*/ 409130 h 621454"/>
                <a:gd name="connsiteX1251" fmla="*/ 437040 w 591813"/>
                <a:gd name="connsiteY1251" fmla="*/ 409625 h 621454"/>
                <a:gd name="connsiteX1252" fmla="*/ 436658 w 591813"/>
                <a:gd name="connsiteY1252" fmla="*/ 410098 h 621454"/>
                <a:gd name="connsiteX1253" fmla="*/ 436253 w 591813"/>
                <a:gd name="connsiteY1253" fmla="*/ 410570 h 621454"/>
                <a:gd name="connsiteX1254" fmla="*/ 435870 w 591813"/>
                <a:gd name="connsiteY1254" fmla="*/ 411042 h 621454"/>
                <a:gd name="connsiteX1255" fmla="*/ 435466 w 591813"/>
                <a:gd name="connsiteY1255" fmla="*/ 411537 h 621454"/>
                <a:gd name="connsiteX1256" fmla="*/ 435083 w 591813"/>
                <a:gd name="connsiteY1256" fmla="*/ 412009 h 621454"/>
                <a:gd name="connsiteX1257" fmla="*/ 434678 w 591813"/>
                <a:gd name="connsiteY1257" fmla="*/ 412504 h 621454"/>
                <a:gd name="connsiteX1258" fmla="*/ 434296 w 591813"/>
                <a:gd name="connsiteY1258" fmla="*/ 412976 h 621454"/>
                <a:gd name="connsiteX1259" fmla="*/ 433891 w 591813"/>
                <a:gd name="connsiteY1259" fmla="*/ 413471 h 621454"/>
                <a:gd name="connsiteX1260" fmla="*/ 433487 w 591813"/>
                <a:gd name="connsiteY1260" fmla="*/ 413943 h 621454"/>
                <a:gd name="connsiteX1261" fmla="*/ 433104 w 591813"/>
                <a:gd name="connsiteY1261" fmla="*/ 414438 h 621454"/>
                <a:gd name="connsiteX1262" fmla="*/ 432699 w 591813"/>
                <a:gd name="connsiteY1262" fmla="*/ 414933 h 621454"/>
                <a:gd name="connsiteX1263" fmla="*/ 432317 w 591813"/>
                <a:gd name="connsiteY1263" fmla="*/ 415428 h 621454"/>
                <a:gd name="connsiteX1264" fmla="*/ 431912 w 591813"/>
                <a:gd name="connsiteY1264" fmla="*/ 415900 h 621454"/>
                <a:gd name="connsiteX1265" fmla="*/ 431530 w 591813"/>
                <a:gd name="connsiteY1265" fmla="*/ 416395 h 621454"/>
                <a:gd name="connsiteX1266" fmla="*/ 431125 w 591813"/>
                <a:gd name="connsiteY1266" fmla="*/ 416889 h 621454"/>
                <a:gd name="connsiteX1267" fmla="*/ 430720 w 591813"/>
                <a:gd name="connsiteY1267" fmla="*/ 417384 h 621454"/>
                <a:gd name="connsiteX1268" fmla="*/ 430338 w 591813"/>
                <a:gd name="connsiteY1268" fmla="*/ 417879 h 621454"/>
                <a:gd name="connsiteX1269" fmla="*/ 429933 w 591813"/>
                <a:gd name="connsiteY1269" fmla="*/ 418374 h 621454"/>
                <a:gd name="connsiteX1270" fmla="*/ 429551 w 591813"/>
                <a:gd name="connsiteY1270" fmla="*/ 418868 h 621454"/>
                <a:gd name="connsiteX1271" fmla="*/ 429146 w 591813"/>
                <a:gd name="connsiteY1271" fmla="*/ 419363 h 621454"/>
                <a:gd name="connsiteX1272" fmla="*/ 428764 w 591813"/>
                <a:gd name="connsiteY1272" fmla="*/ 419858 h 621454"/>
                <a:gd name="connsiteX1273" fmla="*/ 428359 w 591813"/>
                <a:gd name="connsiteY1273" fmla="*/ 420353 h 621454"/>
                <a:gd name="connsiteX1274" fmla="*/ 427976 w 591813"/>
                <a:gd name="connsiteY1274" fmla="*/ 420848 h 621454"/>
                <a:gd name="connsiteX1275" fmla="*/ 427572 w 591813"/>
                <a:gd name="connsiteY1275" fmla="*/ 421342 h 621454"/>
                <a:gd name="connsiteX1276" fmla="*/ 427167 w 591813"/>
                <a:gd name="connsiteY1276" fmla="*/ 421837 h 621454"/>
                <a:gd name="connsiteX1277" fmla="*/ 426784 w 591813"/>
                <a:gd name="connsiteY1277" fmla="*/ 422332 h 621454"/>
                <a:gd name="connsiteX1278" fmla="*/ 426380 w 591813"/>
                <a:gd name="connsiteY1278" fmla="*/ 422827 h 621454"/>
                <a:gd name="connsiteX1279" fmla="*/ 425998 w 591813"/>
                <a:gd name="connsiteY1279" fmla="*/ 423321 h 621454"/>
                <a:gd name="connsiteX1280" fmla="*/ 425593 w 591813"/>
                <a:gd name="connsiteY1280" fmla="*/ 423816 h 621454"/>
                <a:gd name="connsiteX1281" fmla="*/ 425210 w 591813"/>
                <a:gd name="connsiteY1281" fmla="*/ 424311 h 621454"/>
                <a:gd name="connsiteX1282" fmla="*/ 424806 w 591813"/>
                <a:gd name="connsiteY1282" fmla="*/ 424806 h 621454"/>
                <a:gd name="connsiteX1283" fmla="*/ 424423 w 591813"/>
                <a:gd name="connsiteY1283" fmla="*/ 425300 h 621454"/>
                <a:gd name="connsiteX1284" fmla="*/ 424018 w 591813"/>
                <a:gd name="connsiteY1284" fmla="*/ 425818 h 621454"/>
                <a:gd name="connsiteX1285" fmla="*/ 423613 w 591813"/>
                <a:gd name="connsiteY1285" fmla="*/ 426312 h 621454"/>
                <a:gd name="connsiteX1286" fmla="*/ 423231 w 591813"/>
                <a:gd name="connsiteY1286" fmla="*/ 426807 h 621454"/>
                <a:gd name="connsiteX1287" fmla="*/ 422826 w 591813"/>
                <a:gd name="connsiteY1287" fmla="*/ 427302 h 621454"/>
                <a:gd name="connsiteX1288" fmla="*/ 422444 w 591813"/>
                <a:gd name="connsiteY1288" fmla="*/ 427819 h 621454"/>
                <a:gd name="connsiteX1289" fmla="*/ 422039 w 591813"/>
                <a:gd name="connsiteY1289" fmla="*/ 428314 h 621454"/>
                <a:gd name="connsiteX1290" fmla="*/ 421657 w 591813"/>
                <a:gd name="connsiteY1290" fmla="*/ 428809 h 621454"/>
                <a:gd name="connsiteX1291" fmla="*/ 421252 w 591813"/>
                <a:gd name="connsiteY1291" fmla="*/ 429326 h 621454"/>
                <a:gd name="connsiteX1292" fmla="*/ 420870 w 591813"/>
                <a:gd name="connsiteY1292" fmla="*/ 429821 h 621454"/>
                <a:gd name="connsiteX1293" fmla="*/ 420465 w 591813"/>
                <a:gd name="connsiteY1293" fmla="*/ 430338 h 621454"/>
                <a:gd name="connsiteX1294" fmla="*/ 420060 w 591813"/>
                <a:gd name="connsiteY1294" fmla="*/ 430833 h 621454"/>
                <a:gd name="connsiteX1295" fmla="*/ 419678 w 591813"/>
                <a:gd name="connsiteY1295" fmla="*/ 431350 h 621454"/>
                <a:gd name="connsiteX1296" fmla="*/ 419273 w 591813"/>
                <a:gd name="connsiteY1296" fmla="*/ 431845 h 621454"/>
                <a:gd name="connsiteX1297" fmla="*/ 418890 w 591813"/>
                <a:gd name="connsiteY1297" fmla="*/ 432362 h 621454"/>
                <a:gd name="connsiteX1298" fmla="*/ 418486 w 591813"/>
                <a:gd name="connsiteY1298" fmla="*/ 432857 h 621454"/>
                <a:gd name="connsiteX1299" fmla="*/ 418104 w 591813"/>
                <a:gd name="connsiteY1299" fmla="*/ 433374 h 621454"/>
                <a:gd name="connsiteX1300" fmla="*/ 417699 w 591813"/>
                <a:gd name="connsiteY1300" fmla="*/ 433869 h 621454"/>
                <a:gd name="connsiteX1301" fmla="*/ 417316 w 591813"/>
                <a:gd name="connsiteY1301" fmla="*/ 434364 h 621454"/>
                <a:gd name="connsiteX1302" fmla="*/ 416912 w 591813"/>
                <a:gd name="connsiteY1302" fmla="*/ 434881 h 621454"/>
                <a:gd name="connsiteX1303" fmla="*/ 416507 w 591813"/>
                <a:gd name="connsiteY1303" fmla="*/ 435376 h 621454"/>
                <a:gd name="connsiteX1304" fmla="*/ 416124 w 591813"/>
                <a:gd name="connsiteY1304" fmla="*/ 435893 h 621454"/>
                <a:gd name="connsiteX1305" fmla="*/ 415720 w 591813"/>
                <a:gd name="connsiteY1305" fmla="*/ 436388 h 621454"/>
                <a:gd name="connsiteX1306" fmla="*/ 415337 w 591813"/>
                <a:gd name="connsiteY1306" fmla="*/ 436905 h 621454"/>
                <a:gd name="connsiteX1307" fmla="*/ 414933 w 591813"/>
                <a:gd name="connsiteY1307" fmla="*/ 437400 h 621454"/>
                <a:gd name="connsiteX1308" fmla="*/ 414550 w 591813"/>
                <a:gd name="connsiteY1308" fmla="*/ 437917 h 621454"/>
                <a:gd name="connsiteX1309" fmla="*/ 414145 w 591813"/>
                <a:gd name="connsiteY1309" fmla="*/ 438412 h 621454"/>
                <a:gd name="connsiteX1310" fmla="*/ 413741 w 591813"/>
                <a:gd name="connsiteY1310" fmla="*/ 438907 h 621454"/>
                <a:gd name="connsiteX1311" fmla="*/ 413358 w 591813"/>
                <a:gd name="connsiteY1311" fmla="*/ 439424 h 621454"/>
                <a:gd name="connsiteX1312" fmla="*/ 412953 w 591813"/>
                <a:gd name="connsiteY1312" fmla="*/ 439919 h 621454"/>
                <a:gd name="connsiteX1313" fmla="*/ 412571 w 591813"/>
                <a:gd name="connsiteY1313" fmla="*/ 440436 h 621454"/>
                <a:gd name="connsiteX1314" fmla="*/ 412166 w 591813"/>
                <a:gd name="connsiteY1314" fmla="*/ 440931 h 621454"/>
                <a:gd name="connsiteX1315" fmla="*/ 411784 w 591813"/>
                <a:gd name="connsiteY1315" fmla="*/ 441448 h 621454"/>
                <a:gd name="connsiteX1316" fmla="*/ 411379 w 591813"/>
                <a:gd name="connsiteY1316" fmla="*/ 441943 h 621454"/>
                <a:gd name="connsiteX1317" fmla="*/ 410997 w 591813"/>
                <a:gd name="connsiteY1317" fmla="*/ 442438 h 621454"/>
                <a:gd name="connsiteX1318" fmla="*/ 410592 w 591813"/>
                <a:gd name="connsiteY1318" fmla="*/ 442955 h 621454"/>
                <a:gd name="connsiteX1319" fmla="*/ 410187 w 591813"/>
                <a:gd name="connsiteY1319" fmla="*/ 443450 h 621454"/>
                <a:gd name="connsiteX1320" fmla="*/ 409805 w 591813"/>
                <a:gd name="connsiteY1320" fmla="*/ 443967 h 621454"/>
                <a:gd name="connsiteX1321" fmla="*/ 409400 w 591813"/>
                <a:gd name="connsiteY1321" fmla="*/ 444462 h 621454"/>
                <a:gd name="connsiteX1322" fmla="*/ 409018 w 591813"/>
                <a:gd name="connsiteY1322" fmla="*/ 444979 h 621454"/>
                <a:gd name="connsiteX1323" fmla="*/ 408613 w 591813"/>
                <a:gd name="connsiteY1323" fmla="*/ 445474 h 621454"/>
                <a:gd name="connsiteX1324" fmla="*/ 408230 w 591813"/>
                <a:gd name="connsiteY1324" fmla="*/ 445991 h 621454"/>
                <a:gd name="connsiteX1325" fmla="*/ 407826 w 591813"/>
                <a:gd name="connsiteY1325" fmla="*/ 446486 h 621454"/>
                <a:gd name="connsiteX1326" fmla="*/ 407444 w 591813"/>
                <a:gd name="connsiteY1326" fmla="*/ 446980 h 621454"/>
                <a:gd name="connsiteX1327" fmla="*/ 407039 w 591813"/>
                <a:gd name="connsiteY1327" fmla="*/ 447498 h 621454"/>
                <a:gd name="connsiteX1328" fmla="*/ 406634 w 591813"/>
                <a:gd name="connsiteY1328" fmla="*/ 447992 h 621454"/>
                <a:gd name="connsiteX1329" fmla="*/ 406252 w 591813"/>
                <a:gd name="connsiteY1329" fmla="*/ 448510 h 621454"/>
                <a:gd name="connsiteX1330" fmla="*/ 405847 w 591813"/>
                <a:gd name="connsiteY1330" fmla="*/ 449004 h 621454"/>
                <a:gd name="connsiteX1331" fmla="*/ 405464 w 591813"/>
                <a:gd name="connsiteY1331" fmla="*/ 449499 h 621454"/>
                <a:gd name="connsiteX1332" fmla="*/ 405060 w 591813"/>
                <a:gd name="connsiteY1332" fmla="*/ 450017 h 621454"/>
                <a:gd name="connsiteX1333" fmla="*/ 404677 w 591813"/>
                <a:gd name="connsiteY1333" fmla="*/ 450511 h 621454"/>
                <a:gd name="connsiteX1334" fmla="*/ 404295 w 591813"/>
                <a:gd name="connsiteY1334" fmla="*/ 451006 h 621454"/>
                <a:gd name="connsiteX1335" fmla="*/ 403913 w 591813"/>
                <a:gd name="connsiteY1335" fmla="*/ 451478 h 621454"/>
                <a:gd name="connsiteX1336" fmla="*/ 403485 w 591813"/>
                <a:gd name="connsiteY1336" fmla="*/ 451996 h 621454"/>
                <a:gd name="connsiteX1337" fmla="*/ 403103 w 591813"/>
                <a:gd name="connsiteY1337" fmla="*/ 452490 h 621454"/>
                <a:gd name="connsiteX1338" fmla="*/ 402721 w 591813"/>
                <a:gd name="connsiteY1338" fmla="*/ 452985 h 621454"/>
                <a:gd name="connsiteX1339" fmla="*/ 402316 w 591813"/>
                <a:gd name="connsiteY1339" fmla="*/ 453480 h 621454"/>
                <a:gd name="connsiteX1340" fmla="*/ 401934 w 591813"/>
                <a:gd name="connsiteY1340" fmla="*/ 453975 h 621454"/>
                <a:gd name="connsiteX1341" fmla="*/ 401529 w 591813"/>
                <a:gd name="connsiteY1341" fmla="*/ 454469 h 621454"/>
                <a:gd name="connsiteX1342" fmla="*/ 401146 w 591813"/>
                <a:gd name="connsiteY1342" fmla="*/ 454964 h 621454"/>
                <a:gd name="connsiteX1343" fmla="*/ 400742 w 591813"/>
                <a:gd name="connsiteY1343" fmla="*/ 455459 h 621454"/>
                <a:gd name="connsiteX1344" fmla="*/ 400359 w 591813"/>
                <a:gd name="connsiteY1344" fmla="*/ 455954 h 621454"/>
                <a:gd name="connsiteX1345" fmla="*/ 399954 w 591813"/>
                <a:gd name="connsiteY1345" fmla="*/ 456449 h 621454"/>
                <a:gd name="connsiteX1346" fmla="*/ 399550 w 591813"/>
                <a:gd name="connsiteY1346" fmla="*/ 456943 h 621454"/>
                <a:gd name="connsiteX1347" fmla="*/ 399168 w 591813"/>
                <a:gd name="connsiteY1347" fmla="*/ 457438 h 621454"/>
                <a:gd name="connsiteX1348" fmla="*/ 398762 w 591813"/>
                <a:gd name="connsiteY1348" fmla="*/ 457933 h 621454"/>
                <a:gd name="connsiteX1349" fmla="*/ 398380 w 591813"/>
                <a:gd name="connsiteY1349" fmla="*/ 458428 h 621454"/>
                <a:gd name="connsiteX1350" fmla="*/ 397976 w 591813"/>
                <a:gd name="connsiteY1350" fmla="*/ 458922 h 621454"/>
                <a:gd name="connsiteX1351" fmla="*/ 397593 w 591813"/>
                <a:gd name="connsiteY1351" fmla="*/ 459417 h 621454"/>
                <a:gd name="connsiteX1352" fmla="*/ 397188 w 591813"/>
                <a:gd name="connsiteY1352" fmla="*/ 459912 h 621454"/>
                <a:gd name="connsiteX1353" fmla="*/ 396784 w 591813"/>
                <a:gd name="connsiteY1353" fmla="*/ 460384 h 621454"/>
                <a:gd name="connsiteX1354" fmla="*/ 396401 w 591813"/>
                <a:gd name="connsiteY1354" fmla="*/ 460879 h 621454"/>
                <a:gd name="connsiteX1355" fmla="*/ 395996 w 591813"/>
                <a:gd name="connsiteY1355" fmla="*/ 461374 h 621454"/>
                <a:gd name="connsiteX1356" fmla="*/ 395614 w 591813"/>
                <a:gd name="connsiteY1356" fmla="*/ 461869 h 621454"/>
                <a:gd name="connsiteX1357" fmla="*/ 395209 w 591813"/>
                <a:gd name="connsiteY1357" fmla="*/ 462363 h 621454"/>
                <a:gd name="connsiteX1358" fmla="*/ 394827 w 591813"/>
                <a:gd name="connsiteY1358" fmla="*/ 462858 h 621454"/>
                <a:gd name="connsiteX1359" fmla="*/ 394422 w 591813"/>
                <a:gd name="connsiteY1359" fmla="*/ 463353 h 621454"/>
                <a:gd name="connsiteX1360" fmla="*/ 394040 w 591813"/>
                <a:gd name="connsiteY1360" fmla="*/ 463848 h 621454"/>
                <a:gd name="connsiteX1361" fmla="*/ 393635 w 591813"/>
                <a:gd name="connsiteY1361" fmla="*/ 464342 h 621454"/>
                <a:gd name="connsiteX1362" fmla="*/ 393230 w 591813"/>
                <a:gd name="connsiteY1362" fmla="*/ 464860 h 621454"/>
                <a:gd name="connsiteX1363" fmla="*/ 392848 w 591813"/>
                <a:gd name="connsiteY1363" fmla="*/ 465354 h 621454"/>
                <a:gd name="connsiteX1364" fmla="*/ 392443 w 591813"/>
                <a:gd name="connsiteY1364" fmla="*/ 465849 h 621454"/>
                <a:gd name="connsiteX1365" fmla="*/ 392061 w 591813"/>
                <a:gd name="connsiteY1365" fmla="*/ 466344 h 621454"/>
                <a:gd name="connsiteX1366" fmla="*/ 391656 w 591813"/>
                <a:gd name="connsiteY1366" fmla="*/ 466861 h 621454"/>
                <a:gd name="connsiteX1367" fmla="*/ 391274 w 591813"/>
                <a:gd name="connsiteY1367" fmla="*/ 467356 h 621454"/>
                <a:gd name="connsiteX1368" fmla="*/ 390869 w 591813"/>
                <a:gd name="connsiteY1368" fmla="*/ 467851 h 621454"/>
                <a:gd name="connsiteX1369" fmla="*/ 390486 w 591813"/>
                <a:gd name="connsiteY1369" fmla="*/ 468368 h 621454"/>
                <a:gd name="connsiteX1370" fmla="*/ 390082 w 591813"/>
                <a:gd name="connsiteY1370" fmla="*/ 468863 h 621454"/>
                <a:gd name="connsiteX1371" fmla="*/ 389677 w 591813"/>
                <a:gd name="connsiteY1371" fmla="*/ 469358 h 621454"/>
                <a:gd name="connsiteX1372" fmla="*/ 389294 w 591813"/>
                <a:gd name="connsiteY1372" fmla="*/ 469852 h 621454"/>
                <a:gd name="connsiteX1373" fmla="*/ 388890 w 591813"/>
                <a:gd name="connsiteY1373" fmla="*/ 470370 h 621454"/>
                <a:gd name="connsiteX1374" fmla="*/ 388508 w 591813"/>
                <a:gd name="connsiteY1374" fmla="*/ 470864 h 621454"/>
                <a:gd name="connsiteX1375" fmla="*/ 388102 w 591813"/>
                <a:gd name="connsiteY1375" fmla="*/ 471359 h 621454"/>
                <a:gd name="connsiteX1376" fmla="*/ 387720 w 591813"/>
                <a:gd name="connsiteY1376" fmla="*/ 471831 h 621454"/>
                <a:gd name="connsiteX1377" fmla="*/ 387316 w 591813"/>
                <a:gd name="connsiteY1377" fmla="*/ 472326 h 621454"/>
                <a:gd name="connsiteX1378" fmla="*/ 386933 w 591813"/>
                <a:gd name="connsiteY1378" fmla="*/ 472821 h 621454"/>
                <a:gd name="connsiteX1379" fmla="*/ 386528 w 591813"/>
                <a:gd name="connsiteY1379" fmla="*/ 473316 h 621454"/>
                <a:gd name="connsiteX1380" fmla="*/ 386124 w 591813"/>
                <a:gd name="connsiteY1380" fmla="*/ 473788 h 621454"/>
                <a:gd name="connsiteX1381" fmla="*/ 385741 w 591813"/>
                <a:gd name="connsiteY1381" fmla="*/ 474283 h 621454"/>
                <a:gd name="connsiteX1382" fmla="*/ 385336 w 591813"/>
                <a:gd name="connsiteY1382" fmla="*/ 474755 h 621454"/>
                <a:gd name="connsiteX1383" fmla="*/ 384954 w 591813"/>
                <a:gd name="connsiteY1383" fmla="*/ 475250 h 621454"/>
                <a:gd name="connsiteX1384" fmla="*/ 384549 w 591813"/>
                <a:gd name="connsiteY1384" fmla="*/ 475722 h 621454"/>
                <a:gd name="connsiteX1385" fmla="*/ 384167 w 591813"/>
                <a:gd name="connsiteY1385" fmla="*/ 476217 h 621454"/>
                <a:gd name="connsiteX1386" fmla="*/ 383762 w 591813"/>
                <a:gd name="connsiteY1386" fmla="*/ 476689 h 621454"/>
                <a:gd name="connsiteX1387" fmla="*/ 383357 w 591813"/>
                <a:gd name="connsiteY1387" fmla="*/ 477161 h 621454"/>
                <a:gd name="connsiteX1388" fmla="*/ 382975 w 591813"/>
                <a:gd name="connsiteY1388" fmla="*/ 477656 h 621454"/>
                <a:gd name="connsiteX1389" fmla="*/ 382570 w 591813"/>
                <a:gd name="connsiteY1389" fmla="*/ 478128 h 621454"/>
                <a:gd name="connsiteX1390" fmla="*/ 382188 w 591813"/>
                <a:gd name="connsiteY1390" fmla="*/ 478601 h 621454"/>
                <a:gd name="connsiteX1391" fmla="*/ 381783 w 591813"/>
                <a:gd name="connsiteY1391" fmla="*/ 479073 h 621454"/>
                <a:gd name="connsiteX1392" fmla="*/ 381401 w 591813"/>
                <a:gd name="connsiteY1392" fmla="*/ 479568 h 621454"/>
                <a:gd name="connsiteX1393" fmla="*/ 380996 w 591813"/>
                <a:gd name="connsiteY1393" fmla="*/ 480040 h 621454"/>
                <a:gd name="connsiteX1394" fmla="*/ 380614 w 591813"/>
                <a:gd name="connsiteY1394" fmla="*/ 480512 h 621454"/>
                <a:gd name="connsiteX1395" fmla="*/ 380208 w 591813"/>
                <a:gd name="connsiteY1395" fmla="*/ 481007 h 621454"/>
                <a:gd name="connsiteX1396" fmla="*/ 379804 w 591813"/>
                <a:gd name="connsiteY1396" fmla="*/ 481479 h 621454"/>
                <a:gd name="connsiteX1397" fmla="*/ 379422 w 591813"/>
                <a:gd name="connsiteY1397" fmla="*/ 481952 h 621454"/>
                <a:gd name="connsiteX1398" fmla="*/ 379016 w 591813"/>
                <a:gd name="connsiteY1398" fmla="*/ 482424 h 621454"/>
                <a:gd name="connsiteX1399" fmla="*/ 378634 w 591813"/>
                <a:gd name="connsiteY1399" fmla="*/ 482896 h 621454"/>
                <a:gd name="connsiteX1400" fmla="*/ 378230 w 591813"/>
                <a:gd name="connsiteY1400" fmla="*/ 483369 h 621454"/>
                <a:gd name="connsiteX1401" fmla="*/ 377847 w 591813"/>
                <a:gd name="connsiteY1401" fmla="*/ 483841 h 621454"/>
                <a:gd name="connsiteX1402" fmla="*/ 377442 w 591813"/>
                <a:gd name="connsiteY1402" fmla="*/ 484313 h 621454"/>
                <a:gd name="connsiteX1403" fmla="*/ 377060 w 591813"/>
                <a:gd name="connsiteY1403" fmla="*/ 484785 h 621454"/>
                <a:gd name="connsiteX1404" fmla="*/ 376656 w 591813"/>
                <a:gd name="connsiteY1404" fmla="*/ 485258 h 621454"/>
                <a:gd name="connsiteX1405" fmla="*/ 376250 w 591813"/>
                <a:gd name="connsiteY1405" fmla="*/ 485730 h 621454"/>
                <a:gd name="connsiteX1406" fmla="*/ 375868 w 591813"/>
                <a:gd name="connsiteY1406" fmla="*/ 486180 h 621454"/>
                <a:gd name="connsiteX1407" fmla="*/ 375463 w 591813"/>
                <a:gd name="connsiteY1407" fmla="*/ 486652 h 621454"/>
                <a:gd name="connsiteX1408" fmla="*/ 375081 w 591813"/>
                <a:gd name="connsiteY1408" fmla="*/ 487102 h 621454"/>
                <a:gd name="connsiteX1409" fmla="*/ 374676 w 591813"/>
                <a:gd name="connsiteY1409" fmla="*/ 487574 h 621454"/>
                <a:gd name="connsiteX1410" fmla="*/ 374294 w 591813"/>
                <a:gd name="connsiteY1410" fmla="*/ 488046 h 621454"/>
                <a:gd name="connsiteX1411" fmla="*/ 373889 w 591813"/>
                <a:gd name="connsiteY1411" fmla="*/ 488496 h 621454"/>
                <a:gd name="connsiteX1412" fmla="*/ 373507 w 591813"/>
                <a:gd name="connsiteY1412" fmla="*/ 488968 h 621454"/>
                <a:gd name="connsiteX1413" fmla="*/ 373102 w 591813"/>
                <a:gd name="connsiteY1413" fmla="*/ 489418 h 621454"/>
                <a:gd name="connsiteX1414" fmla="*/ 372697 w 591813"/>
                <a:gd name="connsiteY1414" fmla="*/ 489868 h 621454"/>
                <a:gd name="connsiteX1415" fmla="*/ 372315 w 591813"/>
                <a:gd name="connsiteY1415" fmla="*/ 490340 h 621454"/>
                <a:gd name="connsiteX1416" fmla="*/ 371910 w 591813"/>
                <a:gd name="connsiteY1416" fmla="*/ 490790 h 621454"/>
                <a:gd name="connsiteX1417" fmla="*/ 371528 w 591813"/>
                <a:gd name="connsiteY1417" fmla="*/ 491240 h 621454"/>
                <a:gd name="connsiteX1418" fmla="*/ 371123 w 591813"/>
                <a:gd name="connsiteY1418" fmla="*/ 491690 h 621454"/>
                <a:gd name="connsiteX1419" fmla="*/ 370740 w 591813"/>
                <a:gd name="connsiteY1419" fmla="*/ 492140 h 621454"/>
                <a:gd name="connsiteX1420" fmla="*/ 370336 w 591813"/>
                <a:gd name="connsiteY1420" fmla="*/ 492589 h 621454"/>
                <a:gd name="connsiteX1421" fmla="*/ 369954 w 591813"/>
                <a:gd name="connsiteY1421" fmla="*/ 493039 h 621454"/>
                <a:gd name="connsiteX1422" fmla="*/ 369548 w 591813"/>
                <a:gd name="connsiteY1422" fmla="*/ 493466 h 621454"/>
                <a:gd name="connsiteX1423" fmla="*/ 369144 w 591813"/>
                <a:gd name="connsiteY1423" fmla="*/ 493916 h 621454"/>
                <a:gd name="connsiteX1424" fmla="*/ 368762 w 591813"/>
                <a:gd name="connsiteY1424" fmla="*/ 494366 h 621454"/>
                <a:gd name="connsiteX1425" fmla="*/ 368356 w 591813"/>
                <a:gd name="connsiteY1425" fmla="*/ 494816 h 621454"/>
                <a:gd name="connsiteX1426" fmla="*/ 367974 w 591813"/>
                <a:gd name="connsiteY1426" fmla="*/ 495243 h 621454"/>
                <a:gd name="connsiteX1427" fmla="*/ 367570 w 591813"/>
                <a:gd name="connsiteY1427" fmla="*/ 495693 h 621454"/>
                <a:gd name="connsiteX1428" fmla="*/ 367187 w 591813"/>
                <a:gd name="connsiteY1428" fmla="*/ 496120 h 621454"/>
                <a:gd name="connsiteX1429" fmla="*/ 366782 w 591813"/>
                <a:gd name="connsiteY1429" fmla="*/ 496570 h 621454"/>
                <a:gd name="connsiteX1430" fmla="*/ 366378 w 591813"/>
                <a:gd name="connsiteY1430" fmla="*/ 496997 h 621454"/>
                <a:gd name="connsiteX1431" fmla="*/ 365995 w 591813"/>
                <a:gd name="connsiteY1431" fmla="*/ 497447 h 621454"/>
                <a:gd name="connsiteX1432" fmla="*/ 365590 w 591813"/>
                <a:gd name="connsiteY1432" fmla="*/ 497874 h 621454"/>
                <a:gd name="connsiteX1433" fmla="*/ 365208 w 591813"/>
                <a:gd name="connsiteY1433" fmla="*/ 498302 h 621454"/>
                <a:gd name="connsiteX1434" fmla="*/ 364803 w 591813"/>
                <a:gd name="connsiteY1434" fmla="*/ 498751 h 621454"/>
                <a:gd name="connsiteX1435" fmla="*/ 364421 w 591813"/>
                <a:gd name="connsiteY1435" fmla="*/ 499179 h 621454"/>
                <a:gd name="connsiteX1436" fmla="*/ 364016 w 591813"/>
                <a:gd name="connsiteY1436" fmla="*/ 499606 h 621454"/>
                <a:gd name="connsiteX1437" fmla="*/ 363634 w 591813"/>
                <a:gd name="connsiteY1437" fmla="*/ 500011 h 621454"/>
                <a:gd name="connsiteX1438" fmla="*/ 363229 w 591813"/>
                <a:gd name="connsiteY1438" fmla="*/ 500438 h 621454"/>
                <a:gd name="connsiteX1439" fmla="*/ 362824 w 591813"/>
                <a:gd name="connsiteY1439" fmla="*/ 500865 h 621454"/>
                <a:gd name="connsiteX1440" fmla="*/ 362442 w 591813"/>
                <a:gd name="connsiteY1440" fmla="*/ 501270 h 621454"/>
                <a:gd name="connsiteX1441" fmla="*/ 362037 w 591813"/>
                <a:gd name="connsiteY1441" fmla="*/ 501698 h 621454"/>
                <a:gd name="connsiteX1442" fmla="*/ 361655 w 591813"/>
                <a:gd name="connsiteY1442" fmla="*/ 502102 h 621454"/>
                <a:gd name="connsiteX1443" fmla="*/ 361250 w 591813"/>
                <a:gd name="connsiteY1443" fmla="*/ 502507 h 621454"/>
                <a:gd name="connsiteX1444" fmla="*/ 360868 w 591813"/>
                <a:gd name="connsiteY1444" fmla="*/ 502912 h 621454"/>
                <a:gd name="connsiteX1445" fmla="*/ 360463 w 591813"/>
                <a:gd name="connsiteY1445" fmla="*/ 503317 h 621454"/>
                <a:gd name="connsiteX1446" fmla="*/ 360080 w 591813"/>
                <a:gd name="connsiteY1446" fmla="*/ 503722 h 621454"/>
                <a:gd name="connsiteX1447" fmla="*/ 359676 w 591813"/>
                <a:gd name="connsiteY1447" fmla="*/ 504104 h 621454"/>
                <a:gd name="connsiteX1448" fmla="*/ 359271 w 591813"/>
                <a:gd name="connsiteY1448" fmla="*/ 504509 h 621454"/>
                <a:gd name="connsiteX1449" fmla="*/ 358888 w 591813"/>
                <a:gd name="connsiteY1449" fmla="*/ 504891 h 621454"/>
                <a:gd name="connsiteX1450" fmla="*/ 358484 w 591813"/>
                <a:gd name="connsiteY1450" fmla="*/ 505273 h 621454"/>
                <a:gd name="connsiteX1451" fmla="*/ 358102 w 591813"/>
                <a:gd name="connsiteY1451" fmla="*/ 505656 h 621454"/>
                <a:gd name="connsiteX1452" fmla="*/ 357696 w 591813"/>
                <a:gd name="connsiteY1452" fmla="*/ 506038 h 621454"/>
                <a:gd name="connsiteX1453" fmla="*/ 357314 w 591813"/>
                <a:gd name="connsiteY1453" fmla="*/ 506398 h 621454"/>
                <a:gd name="connsiteX1454" fmla="*/ 356910 w 591813"/>
                <a:gd name="connsiteY1454" fmla="*/ 506780 h 621454"/>
                <a:gd name="connsiteX1455" fmla="*/ 356527 w 591813"/>
                <a:gd name="connsiteY1455" fmla="*/ 507140 h 621454"/>
                <a:gd name="connsiteX1456" fmla="*/ 356122 w 591813"/>
                <a:gd name="connsiteY1456" fmla="*/ 507500 h 621454"/>
                <a:gd name="connsiteX1457" fmla="*/ 355718 w 591813"/>
                <a:gd name="connsiteY1457" fmla="*/ 507860 h 621454"/>
                <a:gd name="connsiteX1458" fmla="*/ 355335 w 591813"/>
                <a:gd name="connsiteY1458" fmla="*/ 508220 h 621454"/>
                <a:gd name="connsiteX1459" fmla="*/ 354930 w 591813"/>
                <a:gd name="connsiteY1459" fmla="*/ 508579 h 621454"/>
                <a:gd name="connsiteX1460" fmla="*/ 354548 w 591813"/>
                <a:gd name="connsiteY1460" fmla="*/ 508939 h 621454"/>
                <a:gd name="connsiteX1461" fmla="*/ 354143 w 591813"/>
                <a:gd name="connsiteY1461" fmla="*/ 509299 h 621454"/>
                <a:gd name="connsiteX1462" fmla="*/ 353761 w 591813"/>
                <a:gd name="connsiteY1462" fmla="*/ 509659 h 621454"/>
                <a:gd name="connsiteX1463" fmla="*/ 353356 w 591813"/>
                <a:gd name="connsiteY1463" fmla="*/ 509996 h 621454"/>
                <a:gd name="connsiteX1464" fmla="*/ 352951 w 591813"/>
                <a:gd name="connsiteY1464" fmla="*/ 510356 h 621454"/>
                <a:gd name="connsiteX1465" fmla="*/ 352569 w 591813"/>
                <a:gd name="connsiteY1465" fmla="*/ 510693 h 621454"/>
                <a:gd name="connsiteX1466" fmla="*/ 352164 w 591813"/>
                <a:gd name="connsiteY1466" fmla="*/ 511053 h 621454"/>
                <a:gd name="connsiteX1467" fmla="*/ 351782 w 591813"/>
                <a:gd name="connsiteY1467" fmla="*/ 511391 h 621454"/>
                <a:gd name="connsiteX1468" fmla="*/ 351377 w 591813"/>
                <a:gd name="connsiteY1468" fmla="*/ 511750 h 621454"/>
                <a:gd name="connsiteX1469" fmla="*/ 350995 w 591813"/>
                <a:gd name="connsiteY1469" fmla="*/ 512088 h 621454"/>
                <a:gd name="connsiteX1470" fmla="*/ 350590 w 591813"/>
                <a:gd name="connsiteY1470" fmla="*/ 512448 h 621454"/>
                <a:gd name="connsiteX1471" fmla="*/ 350208 w 591813"/>
                <a:gd name="connsiteY1471" fmla="*/ 512785 h 621454"/>
                <a:gd name="connsiteX1472" fmla="*/ 349803 w 591813"/>
                <a:gd name="connsiteY1472" fmla="*/ 513145 h 621454"/>
                <a:gd name="connsiteX1473" fmla="*/ 349398 w 591813"/>
                <a:gd name="connsiteY1473" fmla="*/ 513482 h 621454"/>
                <a:gd name="connsiteX1474" fmla="*/ 349016 w 591813"/>
                <a:gd name="connsiteY1474" fmla="*/ 513842 h 621454"/>
                <a:gd name="connsiteX1475" fmla="*/ 348611 w 591813"/>
                <a:gd name="connsiteY1475" fmla="*/ 514179 h 621454"/>
                <a:gd name="connsiteX1476" fmla="*/ 348228 w 591813"/>
                <a:gd name="connsiteY1476" fmla="*/ 514539 h 621454"/>
                <a:gd name="connsiteX1477" fmla="*/ 347824 w 591813"/>
                <a:gd name="connsiteY1477" fmla="*/ 514876 h 621454"/>
                <a:gd name="connsiteX1478" fmla="*/ 347442 w 591813"/>
                <a:gd name="connsiteY1478" fmla="*/ 515236 h 621454"/>
                <a:gd name="connsiteX1479" fmla="*/ 347036 w 591813"/>
                <a:gd name="connsiteY1479" fmla="*/ 515574 h 621454"/>
                <a:gd name="connsiteX1480" fmla="*/ 346654 w 591813"/>
                <a:gd name="connsiteY1480" fmla="*/ 515933 h 621454"/>
                <a:gd name="connsiteX1481" fmla="*/ 346250 w 591813"/>
                <a:gd name="connsiteY1481" fmla="*/ 516271 h 621454"/>
                <a:gd name="connsiteX1482" fmla="*/ 345844 w 591813"/>
                <a:gd name="connsiteY1482" fmla="*/ 516631 h 621454"/>
                <a:gd name="connsiteX1483" fmla="*/ 345462 w 591813"/>
                <a:gd name="connsiteY1483" fmla="*/ 516968 h 621454"/>
                <a:gd name="connsiteX1484" fmla="*/ 345058 w 591813"/>
                <a:gd name="connsiteY1484" fmla="*/ 517328 h 621454"/>
                <a:gd name="connsiteX1485" fmla="*/ 344675 w 591813"/>
                <a:gd name="connsiteY1485" fmla="*/ 517665 h 621454"/>
                <a:gd name="connsiteX1486" fmla="*/ 344270 w 591813"/>
                <a:gd name="connsiteY1486" fmla="*/ 518003 h 621454"/>
                <a:gd name="connsiteX1487" fmla="*/ 343888 w 591813"/>
                <a:gd name="connsiteY1487" fmla="*/ 518362 h 621454"/>
                <a:gd name="connsiteX1488" fmla="*/ 343483 w 591813"/>
                <a:gd name="connsiteY1488" fmla="*/ 518700 h 621454"/>
                <a:gd name="connsiteX1489" fmla="*/ 343101 w 591813"/>
                <a:gd name="connsiteY1489" fmla="*/ 519037 h 621454"/>
                <a:gd name="connsiteX1490" fmla="*/ 342696 w 591813"/>
                <a:gd name="connsiteY1490" fmla="*/ 519374 h 621454"/>
                <a:gd name="connsiteX1491" fmla="*/ 342291 w 591813"/>
                <a:gd name="connsiteY1491" fmla="*/ 519734 h 621454"/>
                <a:gd name="connsiteX1492" fmla="*/ 341909 w 591813"/>
                <a:gd name="connsiteY1492" fmla="*/ 520072 h 621454"/>
                <a:gd name="connsiteX1493" fmla="*/ 341504 w 591813"/>
                <a:gd name="connsiteY1493" fmla="*/ 520409 h 621454"/>
                <a:gd name="connsiteX1494" fmla="*/ 341122 w 591813"/>
                <a:gd name="connsiteY1494" fmla="*/ 520769 h 621454"/>
                <a:gd name="connsiteX1495" fmla="*/ 340717 w 591813"/>
                <a:gd name="connsiteY1495" fmla="*/ 521106 h 621454"/>
                <a:gd name="connsiteX1496" fmla="*/ 340335 w 591813"/>
                <a:gd name="connsiteY1496" fmla="*/ 521443 h 621454"/>
                <a:gd name="connsiteX1497" fmla="*/ 339930 w 591813"/>
                <a:gd name="connsiteY1497" fmla="*/ 521803 h 621454"/>
                <a:gd name="connsiteX1498" fmla="*/ 339548 w 591813"/>
                <a:gd name="connsiteY1498" fmla="*/ 522141 h 621454"/>
                <a:gd name="connsiteX1499" fmla="*/ 339142 w 591813"/>
                <a:gd name="connsiteY1499" fmla="*/ 522500 h 621454"/>
                <a:gd name="connsiteX1500" fmla="*/ 338738 w 591813"/>
                <a:gd name="connsiteY1500" fmla="*/ 522838 h 621454"/>
                <a:gd name="connsiteX1501" fmla="*/ 338356 w 591813"/>
                <a:gd name="connsiteY1501" fmla="*/ 523198 h 621454"/>
                <a:gd name="connsiteX1502" fmla="*/ 337950 w 591813"/>
                <a:gd name="connsiteY1502" fmla="*/ 523535 h 621454"/>
                <a:gd name="connsiteX1503" fmla="*/ 337568 w 591813"/>
                <a:gd name="connsiteY1503" fmla="*/ 523895 h 621454"/>
                <a:gd name="connsiteX1504" fmla="*/ 337164 w 591813"/>
                <a:gd name="connsiteY1504" fmla="*/ 524232 h 621454"/>
                <a:gd name="connsiteX1505" fmla="*/ 336782 w 591813"/>
                <a:gd name="connsiteY1505" fmla="*/ 524592 h 621454"/>
                <a:gd name="connsiteX1506" fmla="*/ 336376 w 591813"/>
                <a:gd name="connsiteY1506" fmla="*/ 524929 h 621454"/>
                <a:gd name="connsiteX1507" fmla="*/ 335972 w 591813"/>
                <a:gd name="connsiteY1507" fmla="*/ 525267 h 621454"/>
                <a:gd name="connsiteX1508" fmla="*/ 335590 w 591813"/>
                <a:gd name="connsiteY1508" fmla="*/ 525626 h 621454"/>
                <a:gd name="connsiteX1509" fmla="*/ 335184 w 591813"/>
                <a:gd name="connsiteY1509" fmla="*/ 525964 h 621454"/>
                <a:gd name="connsiteX1510" fmla="*/ 334802 w 591813"/>
                <a:gd name="connsiteY1510" fmla="*/ 526301 h 621454"/>
                <a:gd name="connsiteX1511" fmla="*/ 334397 w 591813"/>
                <a:gd name="connsiteY1511" fmla="*/ 526639 h 621454"/>
                <a:gd name="connsiteX1512" fmla="*/ 334015 w 591813"/>
                <a:gd name="connsiteY1512" fmla="*/ 526976 h 621454"/>
                <a:gd name="connsiteX1513" fmla="*/ 333610 w 591813"/>
                <a:gd name="connsiteY1513" fmla="*/ 527313 h 621454"/>
                <a:gd name="connsiteX1514" fmla="*/ 333228 w 591813"/>
                <a:gd name="connsiteY1514" fmla="*/ 527651 h 621454"/>
                <a:gd name="connsiteX1515" fmla="*/ 332823 w 591813"/>
                <a:gd name="connsiteY1515" fmla="*/ 527988 h 621454"/>
                <a:gd name="connsiteX1516" fmla="*/ 332418 w 591813"/>
                <a:gd name="connsiteY1516" fmla="*/ 528325 h 621454"/>
                <a:gd name="connsiteX1517" fmla="*/ 332036 w 591813"/>
                <a:gd name="connsiteY1517" fmla="*/ 528663 h 621454"/>
                <a:gd name="connsiteX1518" fmla="*/ 331631 w 591813"/>
                <a:gd name="connsiteY1518" fmla="*/ 529000 h 621454"/>
                <a:gd name="connsiteX1519" fmla="*/ 331249 w 591813"/>
                <a:gd name="connsiteY1519" fmla="*/ 529337 h 621454"/>
                <a:gd name="connsiteX1520" fmla="*/ 330844 w 591813"/>
                <a:gd name="connsiteY1520" fmla="*/ 529675 h 621454"/>
                <a:gd name="connsiteX1521" fmla="*/ 330462 w 591813"/>
                <a:gd name="connsiteY1521" fmla="*/ 529989 h 621454"/>
                <a:gd name="connsiteX1522" fmla="*/ 330057 w 591813"/>
                <a:gd name="connsiteY1522" fmla="*/ 530327 h 621454"/>
                <a:gd name="connsiteX1523" fmla="*/ 329674 w 591813"/>
                <a:gd name="connsiteY1523" fmla="*/ 530664 h 621454"/>
                <a:gd name="connsiteX1524" fmla="*/ 329270 w 591813"/>
                <a:gd name="connsiteY1524" fmla="*/ 531002 h 621454"/>
                <a:gd name="connsiteX1525" fmla="*/ 328865 w 591813"/>
                <a:gd name="connsiteY1525" fmla="*/ 531316 h 621454"/>
                <a:gd name="connsiteX1526" fmla="*/ 328482 w 591813"/>
                <a:gd name="connsiteY1526" fmla="*/ 531654 h 621454"/>
                <a:gd name="connsiteX1527" fmla="*/ 328078 w 591813"/>
                <a:gd name="connsiteY1527" fmla="*/ 531969 h 621454"/>
                <a:gd name="connsiteX1528" fmla="*/ 327696 w 591813"/>
                <a:gd name="connsiteY1528" fmla="*/ 532306 h 621454"/>
                <a:gd name="connsiteX1529" fmla="*/ 327290 w 591813"/>
                <a:gd name="connsiteY1529" fmla="*/ 532621 h 621454"/>
                <a:gd name="connsiteX1530" fmla="*/ 326908 w 591813"/>
                <a:gd name="connsiteY1530" fmla="*/ 532958 h 621454"/>
                <a:gd name="connsiteX1531" fmla="*/ 326504 w 591813"/>
                <a:gd name="connsiteY1531" fmla="*/ 533273 h 621454"/>
                <a:gd name="connsiteX1532" fmla="*/ 326121 w 591813"/>
                <a:gd name="connsiteY1532" fmla="*/ 533588 h 621454"/>
                <a:gd name="connsiteX1533" fmla="*/ 325716 w 591813"/>
                <a:gd name="connsiteY1533" fmla="*/ 533925 h 621454"/>
                <a:gd name="connsiteX1534" fmla="*/ 325312 w 591813"/>
                <a:gd name="connsiteY1534" fmla="*/ 534240 h 621454"/>
                <a:gd name="connsiteX1535" fmla="*/ 324929 w 591813"/>
                <a:gd name="connsiteY1535" fmla="*/ 534555 h 621454"/>
                <a:gd name="connsiteX1536" fmla="*/ 324524 w 591813"/>
                <a:gd name="connsiteY1536" fmla="*/ 534870 h 621454"/>
                <a:gd name="connsiteX1537" fmla="*/ 324142 w 591813"/>
                <a:gd name="connsiteY1537" fmla="*/ 535185 h 621454"/>
                <a:gd name="connsiteX1538" fmla="*/ 323737 w 591813"/>
                <a:gd name="connsiteY1538" fmla="*/ 535499 h 621454"/>
                <a:gd name="connsiteX1539" fmla="*/ 323355 w 591813"/>
                <a:gd name="connsiteY1539" fmla="*/ 535814 h 621454"/>
                <a:gd name="connsiteX1540" fmla="*/ 322950 w 591813"/>
                <a:gd name="connsiteY1540" fmla="*/ 536129 h 621454"/>
                <a:gd name="connsiteX1541" fmla="*/ 322545 w 591813"/>
                <a:gd name="connsiteY1541" fmla="*/ 536444 h 621454"/>
                <a:gd name="connsiteX1542" fmla="*/ 322163 w 591813"/>
                <a:gd name="connsiteY1542" fmla="*/ 536759 h 621454"/>
                <a:gd name="connsiteX1543" fmla="*/ 321758 w 591813"/>
                <a:gd name="connsiteY1543" fmla="*/ 537051 h 621454"/>
                <a:gd name="connsiteX1544" fmla="*/ 321376 w 591813"/>
                <a:gd name="connsiteY1544" fmla="*/ 537366 h 621454"/>
                <a:gd name="connsiteX1545" fmla="*/ 320971 w 591813"/>
                <a:gd name="connsiteY1545" fmla="*/ 537681 h 621454"/>
                <a:gd name="connsiteX1546" fmla="*/ 320589 w 591813"/>
                <a:gd name="connsiteY1546" fmla="*/ 537996 h 621454"/>
                <a:gd name="connsiteX1547" fmla="*/ 320184 w 591813"/>
                <a:gd name="connsiteY1547" fmla="*/ 538288 h 621454"/>
                <a:gd name="connsiteX1548" fmla="*/ 319802 w 591813"/>
                <a:gd name="connsiteY1548" fmla="*/ 538603 h 621454"/>
                <a:gd name="connsiteX1549" fmla="*/ 319397 w 591813"/>
                <a:gd name="connsiteY1549" fmla="*/ 538895 h 621454"/>
                <a:gd name="connsiteX1550" fmla="*/ 318992 w 591813"/>
                <a:gd name="connsiteY1550" fmla="*/ 539210 h 621454"/>
                <a:gd name="connsiteX1551" fmla="*/ 318610 w 591813"/>
                <a:gd name="connsiteY1551" fmla="*/ 539503 h 621454"/>
                <a:gd name="connsiteX1552" fmla="*/ 318205 w 591813"/>
                <a:gd name="connsiteY1552" fmla="*/ 539817 h 621454"/>
                <a:gd name="connsiteX1553" fmla="*/ 317822 w 591813"/>
                <a:gd name="connsiteY1553" fmla="*/ 540110 h 621454"/>
                <a:gd name="connsiteX1554" fmla="*/ 317418 w 591813"/>
                <a:gd name="connsiteY1554" fmla="*/ 540402 h 621454"/>
                <a:gd name="connsiteX1555" fmla="*/ 317036 w 591813"/>
                <a:gd name="connsiteY1555" fmla="*/ 540717 h 621454"/>
                <a:gd name="connsiteX1556" fmla="*/ 316630 w 591813"/>
                <a:gd name="connsiteY1556" fmla="*/ 541009 h 621454"/>
                <a:gd name="connsiteX1557" fmla="*/ 316248 w 591813"/>
                <a:gd name="connsiteY1557" fmla="*/ 541324 h 621454"/>
                <a:gd name="connsiteX1558" fmla="*/ 315844 w 591813"/>
                <a:gd name="connsiteY1558" fmla="*/ 541617 h 621454"/>
                <a:gd name="connsiteX1559" fmla="*/ 315438 w 591813"/>
                <a:gd name="connsiteY1559" fmla="*/ 541909 h 621454"/>
                <a:gd name="connsiteX1560" fmla="*/ 315056 w 591813"/>
                <a:gd name="connsiteY1560" fmla="*/ 542224 h 621454"/>
                <a:gd name="connsiteX1561" fmla="*/ 314652 w 591813"/>
                <a:gd name="connsiteY1561" fmla="*/ 542516 h 621454"/>
                <a:gd name="connsiteX1562" fmla="*/ 314269 w 591813"/>
                <a:gd name="connsiteY1562" fmla="*/ 542809 h 621454"/>
                <a:gd name="connsiteX1563" fmla="*/ 313864 w 591813"/>
                <a:gd name="connsiteY1563" fmla="*/ 543123 h 621454"/>
                <a:gd name="connsiteX1564" fmla="*/ 313482 w 591813"/>
                <a:gd name="connsiteY1564" fmla="*/ 543416 h 621454"/>
                <a:gd name="connsiteX1565" fmla="*/ 313077 w 591813"/>
                <a:gd name="connsiteY1565" fmla="*/ 543708 h 621454"/>
                <a:gd name="connsiteX1566" fmla="*/ 312695 w 591813"/>
                <a:gd name="connsiteY1566" fmla="*/ 544001 h 621454"/>
                <a:gd name="connsiteX1567" fmla="*/ 312290 w 591813"/>
                <a:gd name="connsiteY1567" fmla="*/ 544293 h 621454"/>
                <a:gd name="connsiteX1568" fmla="*/ 311885 w 591813"/>
                <a:gd name="connsiteY1568" fmla="*/ 544585 h 621454"/>
                <a:gd name="connsiteX1569" fmla="*/ 311503 w 591813"/>
                <a:gd name="connsiteY1569" fmla="*/ 544878 h 621454"/>
                <a:gd name="connsiteX1570" fmla="*/ 311098 w 591813"/>
                <a:gd name="connsiteY1570" fmla="*/ 545170 h 621454"/>
                <a:gd name="connsiteX1571" fmla="*/ 310716 w 591813"/>
                <a:gd name="connsiteY1571" fmla="*/ 545462 h 621454"/>
                <a:gd name="connsiteX1572" fmla="*/ 310311 w 591813"/>
                <a:gd name="connsiteY1572" fmla="*/ 545755 h 621454"/>
                <a:gd name="connsiteX1573" fmla="*/ 309929 w 591813"/>
                <a:gd name="connsiteY1573" fmla="*/ 546025 h 621454"/>
                <a:gd name="connsiteX1574" fmla="*/ 309524 w 591813"/>
                <a:gd name="connsiteY1574" fmla="*/ 546317 h 621454"/>
                <a:gd name="connsiteX1575" fmla="*/ 309142 w 591813"/>
                <a:gd name="connsiteY1575" fmla="*/ 546609 h 621454"/>
                <a:gd name="connsiteX1576" fmla="*/ 308737 w 591813"/>
                <a:gd name="connsiteY1576" fmla="*/ 546879 h 621454"/>
                <a:gd name="connsiteX1577" fmla="*/ 308332 w 591813"/>
                <a:gd name="connsiteY1577" fmla="*/ 547149 h 621454"/>
                <a:gd name="connsiteX1578" fmla="*/ 307950 w 591813"/>
                <a:gd name="connsiteY1578" fmla="*/ 547441 h 621454"/>
                <a:gd name="connsiteX1579" fmla="*/ 307545 w 591813"/>
                <a:gd name="connsiteY1579" fmla="*/ 547711 h 621454"/>
                <a:gd name="connsiteX1580" fmla="*/ 307162 w 591813"/>
                <a:gd name="connsiteY1580" fmla="*/ 547981 h 621454"/>
                <a:gd name="connsiteX1581" fmla="*/ 306758 w 591813"/>
                <a:gd name="connsiteY1581" fmla="*/ 548228 h 621454"/>
                <a:gd name="connsiteX1582" fmla="*/ 306376 w 591813"/>
                <a:gd name="connsiteY1582" fmla="*/ 548498 h 621454"/>
                <a:gd name="connsiteX1583" fmla="*/ 305970 w 591813"/>
                <a:gd name="connsiteY1583" fmla="*/ 548768 h 621454"/>
                <a:gd name="connsiteX1584" fmla="*/ 305566 w 591813"/>
                <a:gd name="connsiteY1584" fmla="*/ 549016 h 621454"/>
                <a:gd name="connsiteX1585" fmla="*/ 305184 w 591813"/>
                <a:gd name="connsiteY1585" fmla="*/ 549286 h 621454"/>
                <a:gd name="connsiteX1586" fmla="*/ 304778 w 591813"/>
                <a:gd name="connsiteY1586" fmla="*/ 549533 h 621454"/>
                <a:gd name="connsiteX1587" fmla="*/ 304396 w 591813"/>
                <a:gd name="connsiteY1587" fmla="*/ 549780 h 621454"/>
                <a:gd name="connsiteX1588" fmla="*/ 303992 w 591813"/>
                <a:gd name="connsiteY1588" fmla="*/ 550050 h 621454"/>
                <a:gd name="connsiteX1589" fmla="*/ 303609 w 591813"/>
                <a:gd name="connsiteY1589" fmla="*/ 550298 h 621454"/>
                <a:gd name="connsiteX1590" fmla="*/ 303204 w 591813"/>
                <a:gd name="connsiteY1590" fmla="*/ 550545 h 621454"/>
                <a:gd name="connsiteX1591" fmla="*/ 302822 w 591813"/>
                <a:gd name="connsiteY1591" fmla="*/ 550792 h 621454"/>
                <a:gd name="connsiteX1592" fmla="*/ 302417 w 591813"/>
                <a:gd name="connsiteY1592" fmla="*/ 551040 h 621454"/>
                <a:gd name="connsiteX1593" fmla="*/ 302012 w 591813"/>
                <a:gd name="connsiteY1593" fmla="*/ 551287 h 621454"/>
                <a:gd name="connsiteX1594" fmla="*/ 301630 w 591813"/>
                <a:gd name="connsiteY1594" fmla="*/ 551534 h 621454"/>
                <a:gd name="connsiteX1595" fmla="*/ 301225 w 591813"/>
                <a:gd name="connsiteY1595" fmla="*/ 551782 h 621454"/>
                <a:gd name="connsiteX1596" fmla="*/ 300843 w 591813"/>
                <a:gd name="connsiteY1596" fmla="*/ 552029 h 621454"/>
                <a:gd name="connsiteX1597" fmla="*/ 300438 w 591813"/>
                <a:gd name="connsiteY1597" fmla="*/ 552254 h 621454"/>
                <a:gd name="connsiteX1598" fmla="*/ 300056 w 591813"/>
                <a:gd name="connsiteY1598" fmla="*/ 552502 h 621454"/>
                <a:gd name="connsiteX1599" fmla="*/ 299651 w 591813"/>
                <a:gd name="connsiteY1599" fmla="*/ 552726 h 621454"/>
                <a:gd name="connsiteX1600" fmla="*/ 299269 w 591813"/>
                <a:gd name="connsiteY1600" fmla="*/ 552951 h 621454"/>
                <a:gd name="connsiteX1601" fmla="*/ 298864 w 591813"/>
                <a:gd name="connsiteY1601" fmla="*/ 553176 h 621454"/>
                <a:gd name="connsiteX1602" fmla="*/ 298459 w 591813"/>
                <a:gd name="connsiteY1602" fmla="*/ 553401 h 621454"/>
                <a:gd name="connsiteX1603" fmla="*/ 298076 w 591813"/>
                <a:gd name="connsiteY1603" fmla="*/ 553626 h 621454"/>
                <a:gd name="connsiteX1604" fmla="*/ 297672 w 591813"/>
                <a:gd name="connsiteY1604" fmla="*/ 553851 h 621454"/>
                <a:gd name="connsiteX1605" fmla="*/ 297290 w 591813"/>
                <a:gd name="connsiteY1605" fmla="*/ 554076 h 621454"/>
                <a:gd name="connsiteX1606" fmla="*/ 296884 w 591813"/>
                <a:gd name="connsiteY1606" fmla="*/ 554301 h 621454"/>
                <a:gd name="connsiteX1607" fmla="*/ 296502 w 591813"/>
                <a:gd name="connsiteY1607" fmla="*/ 554503 h 621454"/>
                <a:gd name="connsiteX1608" fmla="*/ 296098 w 591813"/>
                <a:gd name="connsiteY1608" fmla="*/ 553311 h 621454"/>
                <a:gd name="connsiteX1609" fmla="*/ 295716 w 591813"/>
                <a:gd name="connsiteY1609" fmla="*/ 552524 h 621454"/>
                <a:gd name="connsiteX1610" fmla="*/ 295310 w 591813"/>
                <a:gd name="connsiteY1610" fmla="*/ 552771 h 621454"/>
                <a:gd name="connsiteX1611" fmla="*/ 294906 w 591813"/>
                <a:gd name="connsiteY1611" fmla="*/ 552996 h 621454"/>
                <a:gd name="connsiteX1612" fmla="*/ 294524 w 591813"/>
                <a:gd name="connsiteY1612" fmla="*/ 553244 h 621454"/>
                <a:gd name="connsiteX1613" fmla="*/ 294118 w 591813"/>
                <a:gd name="connsiteY1613" fmla="*/ 553469 h 621454"/>
                <a:gd name="connsiteX1614" fmla="*/ 293736 w 591813"/>
                <a:gd name="connsiteY1614" fmla="*/ 553694 h 621454"/>
                <a:gd name="connsiteX1615" fmla="*/ 293331 w 591813"/>
                <a:gd name="connsiteY1615" fmla="*/ 553918 h 621454"/>
                <a:gd name="connsiteX1616" fmla="*/ 292949 w 591813"/>
                <a:gd name="connsiteY1616" fmla="*/ 554143 h 621454"/>
                <a:gd name="connsiteX1617" fmla="*/ 292544 w 591813"/>
                <a:gd name="connsiteY1617" fmla="*/ 554346 h 621454"/>
                <a:gd name="connsiteX1618" fmla="*/ 292139 w 591813"/>
                <a:gd name="connsiteY1618" fmla="*/ 554571 h 621454"/>
                <a:gd name="connsiteX1619" fmla="*/ 291757 w 591813"/>
                <a:gd name="connsiteY1619" fmla="*/ 554773 h 621454"/>
                <a:gd name="connsiteX1620" fmla="*/ 291352 w 591813"/>
                <a:gd name="connsiteY1620" fmla="*/ 554975 h 621454"/>
                <a:gd name="connsiteX1621" fmla="*/ 290970 w 591813"/>
                <a:gd name="connsiteY1621" fmla="*/ 555178 h 621454"/>
                <a:gd name="connsiteX1622" fmla="*/ 290565 w 591813"/>
                <a:gd name="connsiteY1622" fmla="*/ 555380 h 621454"/>
                <a:gd name="connsiteX1623" fmla="*/ 290183 w 591813"/>
                <a:gd name="connsiteY1623" fmla="*/ 555583 h 621454"/>
                <a:gd name="connsiteX1624" fmla="*/ 289778 w 591813"/>
                <a:gd name="connsiteY1624" fmla="*/ 555763 h 621454"/>
                <a:gd name="connsiteX1625" fmla="*/ 289396 w 591813"/>
                <a:gd name="connsiteY1625" fmla="*/ 555965 h 621454"/>
                <a:gd name="connsiteX1626" fmla="*/ 288991 w 591813"/>
                <a:gd name="connsiteY1626" fmla="*/ 556145 h 621454"/>
                <a:gd name="connsiteX1627" fmla="*/ 288586 w 591813"/>
                <a:gd name="connsiteY1627" fmla="*/ 556325 h 621454"/>
                <a:gd name="connsiteX1628" fmla="*/ 288204 w 591813"/>
                <a:gd name="connsiteY1628" fmla="*/ 556527 h 621454"/>
                <a:gd name="connsiteX1629" fmla="*/ 287799 w 591813"/>
                <a:gd name="connsiteY1629" fmla="*/ 556707 h 621454"/>
                <a:gd name="connsiteX1630" fmla="*/ 287416 w 591813"/>
                <a:gd name="connsiteY1630" fmla="*/ 556865 h 621454"/>
                <a:gd name="connsiteX1631" fmla="*/ 287012 w 591813"/>
                <a:gd name="connsiteY1631" fmla="*/ 557044 h 621454"/>
                <a:gd name="connsiteX1632" fmla="*/ 286630 w 591813"/>
                <a:gd name="connsiteY1632" fmla="*/ 557224 h 621454"/>
                <a:gd name="connsiteX1633" fmla="*/ 286224 w 591813"/>
                <a:gd name="connsiteY1633" fmla="*/ 557382 h 621454"/>
                <a:gd name="connsiteX1634" fmla="*/ 285842 w 591813"/>
                <a:gd name="connsiteY1634" fmla="*/ 557539 h 621454"/>
                <a:gd name="connsiteX1635" fmla="*/ 285438 w 591813"/>
                <a:gd name="connsiteY1635" fmla="*/ 557697 h 621454"/>
                <a:gd name="connsiteX1636" fmla="*/ 285033 w 591813"/>
                <a:gd name="connsiteY1636" fmla="*/ 557854 h 621454"/>
                <a:gd name="connsiteX1637" fmla="*/ 284673 w 591813"/>
                <a:gd name="connsiteY1637" fmla="*/ 557989 h 621454"/>
                <a:gd name="connsiteX1638" fmla="*/ 284246 w 591813"/>
                <a:gd name="connsiteY1638" fmla="*/ 558146 h 621454"/>
                <a:gd name="connsiteX1639" fmla="*/ 283886 w 591813"/>
                <a:gd name="connsiteY1639" fmla="*/ 558281 h 621454"/>
                <a:gd name="connsiteX1640" fmla="*/ 283481 w 591813"/>
                <a:gd name="connsiteY1640" fmla="*/ 558416 h 621454"/>
                <a:gd name="connsiteX1641" fmla="*/ 283076 w 591813"/>
                <a:gd name="connsiteY1641" fmla="*/ 558551 h 621454"/>
                <a:gd name="connsiteX1642" fmla="*/ 282694 w 591813"/>
                <a:gd name="connsiteY1642" fmla="*/ 558686 h 621454"/>
                <a:gd name="connsiteX1643" fmla="*/ 282311 w 591813"/>
                <a:gd name="connsiteY1643" fmla="*/ 558821 h 621454"/>
                <a:gd name="connsiteX1644" fmla="*/ 281907 w 591813"/>
                <a:gd name="connsiteY1644" fmla="*/ 558934 h 621454"/>
                <a:gd name="connsiteX1645" fmla="*/ 281502 w 591813"/>
                <a:gd name="connsiteY1645" fmla="*/ 559068 h 621454"/>
                <a:gd name="connsiteX1646" fmla="*/ 281120 w 591813"/>
                <a:gd name="connsiteY1646" fmla="*/ 559181 h 621454"/>
                <a:gd name="connsiteX1647" fmla="*/ 280715 w 591813"/>
                <a:gd name="connsiteY1647" fmla="*/ 559293 h 621454"/>
                <a:gd name="connsiteX1648" fmla="*/ 280332 w 591813"/>
                <a:gd name="connsiteY1648" fmla="*/ 559383 h 621454"/>
                <a:gd name="connsiteX1649" fmla="*/ 279928 w 591813"/>
                <a:gd name="connsiteY1649" fmla="*/ 559496 h 621454"/>
                <a:gd name="connsiteX1650" fmla="*/ 279545 w 591813"/>
                <a:gd name="connsiteY1650" fmla="*/ 559586 h 621454"/>
                <a:gd name="connsiteX1651" fmla="*/ 279140 w 591813"/>
                <a:gd name="connsiteY1651" fmla="*/ 559676 h 621454"/>
                <a:gd name="connsiteX1652" fmla="*/ 278758 w 591813"/>
                <a:gd name="connsiteY1652" fmla="*/ 559766 h 621454"/>
                <a:gd name="connsiteX1653" fmla="*/ 278353 w 591813"/>
                <a:gd name="connsiteY1653" fmla="*/ 559856 h 621454"/>
                <a:gd name="connsiteX1654" fmla="*/ 277948 w 591813"/>
                <a:gd name="connsiteY1654" fmla="*/ 559946 h 621454"/>
                <a:gd name="connsiteX1655" fmla="*/ 277566 w 591813"/>
                <a:gd name="connsiteY1655" fmla="*/ 560013 h 621454"/>
                <a:gd name="connsiteX1656" fmla="*/ 277162 w 591813"/>
                <a:gd name="connsiteY1656" fmla="*/ 560081 h 621454"/>
                <a:gd name="connsiteX1657" fmla="*/ 276779 w 591813"/>
                <a:gd name="connsiteY1657" fmla="*/ 560148 h 621454"/>
                <a:gd name="connsiteX1658" fmla="*/ 276374 w 591813"/>
                <a:gd name="connsiteY1658" fmla="*/ 560215 h 621454"/>
                <a:gd name="connsiteX1659" fmla="*/ 275992 w 591813"/>
                <a:gd name="connsiteY1659" fmla="*/ 560283 h 621454"/>
                <a:gd name="connsiteX1660" fmla="*/ 275587 w 591813"/>
                <a:gd name="connsiteY1660" fmla="*/ 560350 h 621454"/>
                <a:gd name="connsiteX1661" fmla="*/ 275182 w 591813"/>
                <a:gd name="connsiteY1661" fmla="*/ 560395 h 621454"/>
                <a:gd name="connsiteX1662" fmla="*/ 274800 w 591813"/>
                <a:gd name="connsiteY1662" fmla="*/ 560463 h 621454"/>
                <a:gd name="connsiteX1663" fmla="*/ 274395 w 591813"/>
                <a:gd name="connsiteY1663" fmla="*/ 560508 h 621454"/>
                <a:gd name="connsiteX1664" fmla="*/ 274013 w 591813"/>
                <a:gd name="connsiteY1664" fmla="*/ 560553 h 621454"/>
                <a:gd name="connsiteX1665" fmla="*/ 273608 w 591813"/>
                <a:gd name="connsiteY1665" fmla="*/ 560598 h 621454"/>
                <a:gd name="connsiteX1666" fmla="*/ 273226 w 591813"/>
                <a:gd name="connsiteY1666" fmla="*/ 560643 h 621454"/>
                <a:gd name="connsiteX1667" fmla="*/ 272821 w 591813"/>
                <a:gd name="connsiteY1667" fmla="*/ 560688 h 621454"/>
                <a:gd name="connsiteX1668" fmla="*/ 272439 w 591813"/>
                <a:gd name="connsiteY1668" fmla="*/ 560710 h 621454"/>
                <a:gd name="connsiteX1669" fmla="*/ 272034 w 591813"/>
                <a:gd name="connsiteY1669" fmla="*/ 560733 h 621454"/>
                <a:gd name="connsiteX1670" fmla="*/ 271629 w 591813"/>
                <a:gd name="connsiteY1670" fmla="*/ 560755 h 621454"/>
                <a:gd name="connsiteX1671" fmla="*/ 271247 w 591813"/>
                <a:gd name="connsiteY1671" fmla="*/ 560778 h 621454"/>
                <a:gd name="connsiteX1672" fmla="*/ 270842 w 591813"/>
                <a:gd name="connsiteY1672" fmla="*/ 560778 h 621454"/>
                <a:gd name="connsiteX1673" fmla="*/ 270459 w 591813"/>
                <a:gd name="connsiteY1673" fmla="*/ 560800 h 621454"/>
                <a:gd name="connsiteX1674" fmla="*/ 270055 w 591813"/>
                <a:gd name="connsiteY1674" fmla="*/ 560800 h 621454"/>
                <a:gd name="connsiteX1675" fmla="*/ 269672 w 591813"/>
                <a:gd name="connsiteY1675" fmla="*/ 560778 h 621454"/>
                <a:gd name="connsiteX1676" fmla="*/ 269268 w 591813"/>
                <a:gd name="connsiteY1676" fmla="*/ 560778 h 621454"/>
                <a:gd name="connsiteX1677" fmla="*/ 268885 w 591813"/>
                <a:gd name="connsiteY1677" fmla="*/ 560755 h 621454"/>
                <a:gd name="connsiteX1678" fmla="*/ 268480 w 591813"/>
                <a:gd name="connsiteY1678" fmla="*/ 560733 h 621454"/>
                <a:gd name="connsiteX1679" fmla="*/ 268076 w 591813"/>
                <a:gd name="connsiteY1679" fmla="*/ 560710 h 621454"/>
                <a:gd name="connsiteX1680" fmla="*/ 267693 w 591813"/>
                <a:gd name="connsiteY1680" fmla="*/ 560665 h 621454"/>
                <a:gd name="connsiteX1681" fmla="*/ 267288 w 591813"/>
                <a:gd name="connsiteY1681" fmla="*/ 560643 h 621454"/>
                <a:gd name="connsiteX1682" fmla="*/ 266906 w 591813"/>
                <a:gd name="connsiteY1682" fmla="*/ 560598 h 621454"/>
                <a:gd name="connsiteX1683" fmla="*/ 266502 w 591813"/>
                <a:gd name="connsiteY1683" fmla="*/ 560530 h 621454"/>
                <a:gd name="connsiteX1684" fmla="*/ 266119 w 591813"/>
                <a:gd name="connsiteY1684" fmla="*/ 560485 h 621454"/>
                <a:gd name="connsiteX1685" fmla="*/ 265714 w 591813"/>
                <a:gd name="connsiteY1685" fmla="*/ 560418 h 621454"/>
                <a:gd name="connsiteX1686" fmla="*/ 265332 w 591813"/>
                <a:gd name="connsiteY1686" fmla="*/ 560350 h 621454"/>
                <a:gd name="connsiteX1687" fmla="*/ 264927 w 591813"/>
                <a:gd name="connsiteY1687" fmla="*/ 560283 h 621454"/>
                <a:gd name="connsiteX1688" fmla="*/ 264522 w 591813"/>
                <a:gd name="connsiteY1688" fmla="*/ 560193 h 621454"/>
                <a:gd name="connsiteX1689" fmla="*/ 264140 w 591813"/>
                <a:gd name="connsiteY1689" fmla="*/ 560103 h 621454"/>
                <a:gd name="connsiteX1690" fmla="*/ 263735 w 591813"/>
                <a:gd name="connsiteY1690" fmla="*/ 560013 h 621454"/>
                <a:gd name="connsiteX1691" fmla="*/ 263353 w 591813"/>
                <a:gd name="connsiteY1691" fmla="*/ 559901 h 621454"/>
                <a:gd name="connsiteX1692" fmla="*/ 262948 w 591813"/>
                <a:gd name="connsiteY1692" fmla="*/ 559811 h 621454"/>
                <a:gd name="connsiteX1693" fmla="*/ 262566 w 591813"/>
                <a:gd name="connsiteY1693" fmla="*/ 559676 h 621454"/>
                <a:gd name="connsiteX1694" fmla="*/ 262161 w 591813"/>
                <a:gd name="connsiteY1694" fmla="*/ 559563 h 621454"/>
                <a:gd name="connsiteX1695" fmla="*/ 261756 w 591813"/>
                <a:gd name="connsiteY1695" fmla="*/ 559428 h 621454"/>
                <a:gd name="connsiteX1696" fmla="*/ 261374 w 591813"/>
                <a:gd name="connsiteY1696" fmla="*/ 559293 h 621454"/>
                <a:gd name="connsiteX1697" fmla="*/ 260969 w 591813"/>
                <a:gd name="connsiteY1697" fmla="*/ 559158 h 621454"/>
                <a:gd name="connsiteX1698" fmla="*/ 260587 w 591813"/>
                <a:gd name="connsiteY1698" fmla="*/ 559001 h 621454"/>
                <a:gd name="connsiteX1699" fmla="*/ 260182 w 591813"/>
                <a:gd name="connsiteY1699" fmla="*/ 558844 h 621454"/>
                <a:gd name="connsiteX1700" fmla="*/ 259799 w 591813"/>
                <a:gd name="connsiteY1700" fmla="*/ 558686 h 621454"/>
                <a:gd name="connsiteX1701" fmla="*/ 259395 w 591813"/>
                <a:gd name="connsiteY1701" fmla="*/ 558529 h 621454"/>
                <a:gd name="connsiteX1702" fmla="*/ 259012 w 591813"/>
                <a:gd name="connsiteY1702" fmla="*/ 558349 h 621454"/>
                <a:gd name="connsiteX1703" fmla="*/ 258608 w 591813"/>
                <a:gd name="connsiteY1703" fmla="*/ 558169 h 621454"/>
                <a:gd name="connsiteX1704" fmla="*/ 258202 w 591813"/>
                <a:gd name="connsiteY1704" fmla="*/ 557967 h 621454"/>
                <a:gd name="connsiteX1705" fmla="*/ 257820 w 591813"/>
                <a:gd name="connsiteY1705" fmla="*/ 557787 h 621454"/>
                <a:gd name="connsiteX1706" fmla="*/ 257416 w 591813"/>
                <a:gd name="connsiteY1706" fmla="*/ 557584 h 621454"/>
                <a:gd name="connsiteX1707" fmla="*/ 257033 w 591813"/>
                <a:gd name="connsiteY1707" fmla="*/ 557382 h 621454"/>
                <a:gd name="connsiteX1708" fmla="*/ 256628 w 591813"/>
                <a:gd name="connsiteY1708" fmla="*/ 557157 h 621454"/>
                <a:gd name="connsiteX1709" fmla="*/ 256246 w 591813"/>
                <a:gd name="connsiteY1709" fmla="*/ 556932 h 621454"/>
                <a:gd name="connsiteX1710" fmla="*/ 255841 w 591813"/>
                <a:gd name="connsiteY1710" fmla="*/ 556707 h 621454"/>
                <a:gd name="connsiteX1711" fmla="*/ 255459 w 591813"/>
                <a:gd name="connsiteY1711" fmla="*/ 556482 h 621454"/>
                <a:gd name="connsiteX1712" fmla="*/ 255054 w 591813"/>
                <a:gd name="connsiteY1712" fmla="*/ 556235 h 621454"/>
                <a:gd name="connsiteX1713" fmla="*/ 254650 w 591813"/>
                <a:gd name="connsiteY1713" fmla="*/ 555987 h 621454"/>
                <a:gd name="connsiteX1714" fmla="*/ 254267 w 591813"/>
                <a:gd name="connsiteY1714" fmla="*/ 555740 h 621454"/>
                <a:gd name="connsiteX1715" fmla="*/ 253862 w 591813"/>
                <a:gd name="connsiteY1715" fmla="*/ 555470 h 621454"/>
                <a:gd name="connsiteX1716" fmla="*/ 253480 w 591813"/>
                <a:gd name="connsiteY1716" fmla="*/ 555200 h 621454"/>
                <a:gd name="connsiteX1717" fmla="*/ 253075 w 591813"/>
                <a:gd name="connsiteY1717" fmla="*/ 554930 h 621454"/>
                <a:gd name="connsiteX1718" fmla="*/ 252693 w 591813"/>
                <a:gd name="connsiteY1718" fmla="*/ 554638 h 621454"/>
                <a:gd name="connsiteX1719" fmla="*/ 252288 w 591813"/>
                <a:gd name="connsiteY1719" fmla="*/ 554346 h 621454"/>
                <a:gd name="connsiteX1720" fmla="*/ 251905 w 591813"/>
                <a:gd name="connsiteY1720" fmla="*/ 554053 h 621454"/>
                <a:gd name="connsiteX1721" fmla="*/ 251501 w 591813"/>
                <a:gd name="connsiteY1721" fmla="*/ 553738 h 621454"/>
                <a:gd name="connsiteX1722" fmla="*/ 251096 w 591813"/>
                <a:gd name="connsiteY1722" fmla="*/ 553424 h 621454"/>
                <a:gd name="connsiteX1723" fmla="*/ 250714 w 591813"/>
                <a:gd name="connsiteY1723" fmla="*/ 553109 h 621454"/>
                <a:gd name="connsiteX1724" fmla="*/ 250309 w 591813"/>
                <a:gd name="connsiteY1724" fmla="*/ 552794 h 621454"/>
                <a:gd name="connsiteX1725" fmla="*/ 249926 w 591813"/>
                <a:gd name="connsiteY1725" fmla="*/ 552457 h 621454"/>
                <a:gd name="connsiteX1726" fmla="*/ 249522 w 591813"/>
                <a:gd name="connsiteY1726" fmla="*/ 552119 h 621454"/>
                <a:gd name="connsiteX1727" fmla="*/ 249139 w 591813"/>
                <a:gd name="connsiteY1727" fmla="*/ 551782 h 621454"/>
                <a:gd name="connsiteX1728" fmla="*/ 248734 w 591813"/>
                <a:gd name="connsiteY1728" fmla="*/ 551422 h 621454"/>
                <a:gd name="connsiteX1729" fmla="*/ 248352 w 591813"/>
                <a:gd name="connsiteY1729" fmla="*/ 551062 h 621454"/>
                <a:gd name="connsiteX1730" fmla="*/ 247948 w 591813"/>
                <a:gd name="connsiteY1730" fmla="*/ 550702 h 621454"/>
                <a:gd name="connsiteX1731" fmla="*/ 247542 w 591813"/>
                <a:gd name="connsiteY1731" fmla="*/ 550343 h 621454"/>
                <a:gd name="connsiteX1732" fmla="*/ 247160 w 591813"/>
                <a:gd name="connsiteY1732" fmla="*/ 549960 h 621454"/>
                <a:gd name="connsiteX1733" fmla="*/ 246756 w 591813"/>
                <a:gd name="connsiteY1733" fmla="*/ 549578 h 621454"/>
                <a:gd name="connsiteX1734" fmla="*/ 246373 w 591813"/>
                <a:gd name="connsiteY1734" fmla="*/ 549196 h 621454"/>
                <a:gd name="connsiteX1735" fmla="*/ 245968 w 591813"/>
                <a:gd name="connsiteY1735" fmla="*/ 548791 h 621454"/>
                <a:gd name="connsiteX1736" fmla="*/ 245586 w 591813"/>
                <a:gd name="connsiteY1736" fmla="*/ 548386 h 621454"/>
                <a:gd name="connsiteX1737" fmla="*/ 245181 w 591813"/>
                <a:gd name="connsiteY1737" fmla="*/ 547959 h 621454"/>
                <a:gd name="connsiteX1738" fmla="*/ 244776 w 591813"/>
                <a:gd name="connsiteY1738" fmla="*/ 547554 h 621454"/>
                <a:gd name="connsiteX1739" fmla="*/ 244394 w 591813"/>
                <a:gd name="connsiteY1739" fmla="*/ 547127 h 621454"/>
                <a:gd name="connsiteX1740" fmla="*/ 243989 w 591813"/>
                <a:gd name="connsiteY1740" fmla="*/ 546677 h 621454"/>
                <a:gd name="connsiteX1741" fmla="*/ 243607 w 591813"/>
                <a:gd name="connsiteY1741" fmla="*/ 546249 h 621454"/>
                <a:gd name="connsiteX1742" fmla="*/ 243202 w 591813"/>
                <a:gd name="connsiteY1742" fmla="*/ 545800 h 621454"/>
                <a:gd name="connsiteX1743" fmla="*/ 242820 w 591813"/>
                <a:gd name="connsiteY1743" fmla="*/ 545350 h 621454"/>
                <a:gd name="connsiteX1744" fmla="*/ 242415 w 591813"/>
                <a:gd name="connsiteY1744" fmla="*/ 544878 h 621454"/>
                <a:gd name="connsiteX1745" fmla="*/ 242033 w 591813"/>
                <a:gd name="connsiteY1745" fmla="*/ 544428 h 621454"/>
                <a:gd name="connsiteX1746" fmla="*/ 241628 w 591813"/>
                <a:gd name="connsiteY1746" fmla="*/ 543933 h 621454"/>
                <a:gd name="connsiteX1747" fmla="*/ 241223 w 591813"/>
                <a:gd name="connsiteY1747" fmla="*/ 543461 h 621454"/>
                <a:gd name="connsiteX1748" fmla="*/ 240841 w 591813"/>
                <a:gd name="connsiteY1748" fmla="*/ 542966 h 621454"/>
                <a:gd name="connsiteX1749" fmla="*/ 240436 w 591813"/>
                <a:gd name="connsiteY1749" fmla="*/ 542471 h 621454"/>
                <a:gd name="connsiteX1750" fmla="*/ 240054 w 591813"/>
                <a:gd name="connsiteY1750" fmla="*/ 541976 h 621454"/>
                <a:gd name="connsiteX1751" fmla="*/ 239649 w 591813"/>
                <a:gd name="connsiteY1751" fmla="*/ 541459 h 621454"/>
                <a:gd name="connsiteX1752" fmla="*/ 239266 w 591813"/>
                <a:gd name="connsiteY1752" fmla="*/ 540964 h 621454"/>
                <a:gd name="connsiteX1753" fmla="*/ 238862 w 591813"/>
                <a:gd name="connsiteY1753" fmla="*/ 540425 h 621454"/>
                <a:gd name="connsiteX1754" fmla="*/ 238479 w 591813"/>
                <a:gd name="connsiteY1754" fmla="*/ 539907 h 621454"/>
                <a:gd name="connsiteX1755" fmla="*/ 238074 w 591813"/>
                <a:gd name="connsiteY1755" fmla="*/ 539368 h 621454"/>
                <a:gd name="connsiteX1756" fmla="*/ 237670 w 591813"/>
                <a:gd name="connsiteY1756" fmla="*/ 538828 h 621454"/>
                <a:gd name="connsiteX1757" fmla="*/ 237287 w 591813"/>
                <a:gd name="connsiteY1757" fmla="*/ 538288 h 621454"/>
                <a:gd name="connsiteX1758" fmla="*/ 236882 w 591813"/>
                <a:gd name="connsiteY1758" fmla="*/ 537726 h 621454"/>
                <a:gd name="connsiteX1759" fmla="*/ 236500 w 591813"/>
                <a:gd name="connsiteY1759" fmla="*/ 537164 h 621454"/>
                <a:gd name="connsiteX1760" fmla="*/ 236096 w 591813"/>
                <a:gd name="connsiteY1760" fmla="*/ 536601 h 621454"/>
                <a:gd name="connsiteX1761" fmla="*/ 235713 w 591813"/>
                <a:gd name="connsiteY1761" fmla="*/ 536039 h 621454"/>
                <a:gd name="connsiteX1762" fmla="*/ 235308 w 591813"/>
                <a:gd name="connsiteY1762" fmla="*/ 535454 h 621454"/>
                <a:gd name="connsiteX1763" fmla="*/ 234926 w 591813"/>
                <a:gd name="connsiteY1763" fmla="*/ 534870 h 621454"/>
                <a:gd name="connsiteX1764" fmla="*/ 234521 w 591813"/>
                <a:gd name="connsiteY1764" fmla="*/ 534262 h 621454"/>
                <a:gd name="connsiteX1765" fmla="*/ 234116 w 591813"/>
                <a:gd name="connsiteY1765" fmla="*/ 533678 h 621454"/>
                <a:gd name="connsiteX1766" fmla="*/ 233734 w 591813"/>
                <a:gd name="connsiteY1766" fmla="*/ 533071 h 621454"/>
                <a:gd name="connsiteX1767" fmla="*/ 233329 w 591813"/>
                <a:gd name="connsiteY1767" fmla="*/ 532441 h 621454"/>
                <a:gd name="connsiteX1768" fmla="*/ 232947 w 591813"/>
                <a:gd name="connsiteY1768" fmla="*/ 531834 h 621454"/>
                <a:gd name="connsiteX1769" fmla="*/ 232542 w 591813"/>
                <a:gd name="connsiteY1769" fmla="*/ 531204 h 621454"/>
                <a:gd name="connsiteX1770" fmla="*/ 232160 w 591813"/>
                <a:gd name="connsiteY1770" fmla="*/ 530574 h 621454"/>
                <a:gd name="connsiteX1771" fmla="*/ 231755 w 591813"/>
                <a:gd name="connsiteY1771" fmla="*/ 529922 h 621454"/>
                <a:gd name="connsiteX1772" fmla="*/ 231350 w 591813"/>
                <a:gd name="connsiteY1772" fmla="*/ 529292 h 621454"/>
                <a:gd name="connsiteX1773" fmla="*/ 230968 w 591813"/>
                <a:gd name="connsiteY1773" fmla="*/ 528640 h 621454"/>
                <a:gd name="connsiteX1774" fmla="*/ 230563 w 591813"/>
                <a:gd name="connsiteY1774" fmla="*/ 527965 h 621454"/>
                <a:gd name="connsiteX1775" fmla="*/ 230181 w 591813"/>
                <a:gd name="connsiteY1775" fmla="*/ 527291 h 621454"/>
                <a:gd name="connsiteX1776" fmla="*/ 229776 w 591813"/>
                <a:gd name="connsiteY1776" fmla="*/ 526616 h 621454"/>
                <a:gd name="connsiteX1777" fmla="*/ 229394 w 591813"/>
                <a:gd name="connsiteY1777" fmla="*/ 525941 h 621454"/>
                <a:gd name="connsiteX1778" fmla="*/ 228989 w 591813"/>
                <a:gd name="connsiteY1778" fmla="*/ 525244 h 621454"/>
                <a:gd name="connsiteX1779" fmla="*/ 228606 w 591813"/>
                <a:gd name="connsiteY1779" fmla="*/ 524547 h 621454"/>
                <a:gd name="connsiteX1780" fmla="*/ 228202 w 591813"/>
                <a:gd name="connsiteY1780" fmla="*/ 523850 h 621454"/>
                <a:gd name="connsiteX1781" fmla="*/ 227797 w 591813"/>
                <a:gd name="connsiteY1781" fmla="*/ 523130 h 621454"/>
                <a:gd name="connsiteX1782" fmla="*/ 227414 w 591813"/>
                <a:gd name="connsiteY1782" fmla="*/ 522410 h 621454"/>
                <a:gd name="connsiteX1783" fmla="*/ 227010 w 591813"/>
                <a:gd name="connsiteY1783" fmla="*/ 521668 h 621454"/>
                <a:gd name="connsiteX1784" fmla="*/ 226627 w 591813"/>
                <a:gd name="connsiteY1784" fmla="*/ 520926 h 621454"/>
                <a:gd name="connsiteX1785" fmla="*/ 226222 w 591813"/>
                <a:gd name="connsiteY1785" fmla="*/ 520184 h 621454"/>
                <a:gd name="connsiteX1786" fmla="*/ 225840 w 591813"/>
                <a:gd name="connsiteY1786" fmla="*/ 519419 h 621454"/>
                <a:gd name="connsiteX1787" fmla="*/ 225436 w 591813"/>
                <a:gd name="connsiteY1787" fmla="*/ 518677 h 621454"/>
                <a:gd name="connsiteX1788" fmla="*/ 225053 w 591813"/>
                <a:gd name="connsiteY1788" fmla="*/ 517890 h 621454"/>
                <a:gd name="connsiteX1789" fmla="*/ 224648 w 591813"/>
                <a:gd name="connsiteY1789" fmla="*/ 517125 h 621454"/>
                <a:gd name="connsiteX1790" fmla="*/ 224244 w 591813"/>
                <a:gd name="connsiteY1790" fmla="*/ 516338 h 621454"/>
                <a:gd name="connsiteX1791" fmla="*/ 223861 w 591813"/>
                <a:gd name="connsiteY1791" fmla="*/ 515529 h 621454"/>
                <a:gd name="connsiteX1792" fmla="*/ 223456 w 591813"/>
                <a:gd name="connsiteY1792" fmla="*/ 514742 h 621454"/>
                <a:gd name="connsiteX1793" fmla="*/ 223074 w 591813"/>
                <a:gd name="connsiteY1793" fmla="*/ 513909 h 621454"/>
                <a:gd name="connsiteX1794" fmla="*/ 222669 w 591813"/>
                <a:gd name="connsiteY1794" fmla="*/ 513100 h 621454"/>
                <a:gd name="connsiteX1795" fmla="*/ 222287 w 591813"/>
                <a:gd name="connsiteY1795" fmla="*/ 512268 h 621454"/>
                <a:gd name="connsiteX1796" fmla="*/ 221882 w 591813"/>
                <a:gd name="connsiteY1796" fmla="*/ 511436 h 621454"/>
                <a:gd name="connsiteX1797" fmla="*/ 221500 w 591813"/>
                <a:gd name="connsiteY1797" fmla="*/ 510581 h 621454"/>
                <a:gd name="connsiteX1798" fmla="*/ 221095 w 591813"/>
                <a:gd name="connsiteY1798" fmla="*/ 509726 h 621454"/>
                <a:gd name="connsiteX1799" fmla="*/ 220690 w 591813"/>
                <a:gd name="connsiteY1799" fmla="*/ 508872 h 621454"/>
                <a:gd name="connsiteX1800" fmla="*/ 220308 w 591813"/>
                <a:gd name="connsiteY1800" fmla="*/ 507995 h 621454"/>
                <a:gd name="connsiteX1801" fmla="*/ 219903 w 591813"/>
                <a:gd name="connsiteY1801" fmla="*/ 507118 h 621454"/>
                <a:gd name="connsiteX1802" fmla="*/ 219521 w 591813"/>
                <a:gd name="connsiteY1802" fmla="*/ 506218 h 621454"/>
                <a:gd name="connsiteX1803" fmla="*/ 219116 w 591813"/>
                <a:gd name="connsiteY1803" fmla="*/ 505318 h 621454"/>
                <a:gd name="connsiteX1804" fmla="*/ 218733 w 591813"/>
                <a:gd name="connsiteY1804" fmla="*/ 504396 h 621454"/>
                <a:gd name="connsiteX1805" fmla="*/ 218329 w 591813"/>
                <a:gd name="connsiteY1805" fmla="*/ 503474 h 621454"/>
                <a:gd name="connsiteX1806" fmla="*/ 217946 w 591813"/>
                <a:gd name="connsiteY1806" fmla="*/ 502552 h 621454"/>
                <a:gd name="connsiteX1807" fmla="*/ 217542 w 591813"/>
                <a:gd name="connsiteY1807" fmla="*/ 501608 h 621454"/>
                <a:gd name="connsiteX1808" fmla="*/ 217136 w 591813"/>
                <a:gd name="connsiteY1808" fmla="*/ 500663 h 621454"/>
                <a:gd name="connsiteX1809" fmla="*/ 216754 w 591813"/>
                <a:gd name="connsiteY1809" fmla="*/ 499696 h 621454"/>
                <a:gd name="connsiteX1810" fmla="*/ 216350 w 591813"/>
                <a:gd name="connsiteY1810" fmla="*/ 498729 h 621454"/>
                <a:gd name="connsiteX1811" fmla="*/ 215967 w 591813"/>
                <a:gd name="connsiteY1811" fmla="*/ 497739 h 621454"/>
                <a:gd name="connsiteX1812" fmla="*/ 215562 w 591813"/>
                <a:gd name="connsiteY1812" fmla="*/ 496750 h 621454"/>
                <a:gd name="connsiteX1813" fmla="*/ 215180 w 591813"/>
                <a:gd name="connsiteY1813" fmla="*/ 495738 h 621454"/>
                <a:gd name="connsiteX1814" fmla="*/ 214776 w 591813"/>
                <a:gd name="connsiteY1814" fmla="*/ 494726 h 621454"/>
                <a:gd name="connsiteX1815" fmla="*/ 214370 w 591813"/>
                <a:gd name="connsiteY1815" fmla="*/ 493691 h 621454"/>
                <a:gd name="connsiteX1816" fmla="*/ 213988 w 591813"/>
                <a:gd name="connsiteY1816" fmla="*/ 492657 h 621454"/>
                <a:gd name="connsiteX1817" fmla="*/ 213584 w 591813"/>
                <a:gd name="connsiteY1817" fmla="*/ 491622 h 621454"/>
                <a:gd name="connsiteX1818" fmla="*/ 213201 w 591813"/>
                <a:gd name="connsiteY1818" fmla="*/ 490565 h 621454"/>
                <a:gd name="connsiteX1819" fmla="*/ 212796 w 591813"/>
                <a:gd name="connsiteY1819" fmla="*/ 489508 h 621454"/>
                <a:gd name="connsiteX1820" fmla="*/ 212414 w 591813"/>
                <a:gd name="connsiteY1820" fmla="*/ 488429 h 621454"/>
                <a:gd name="connsiteX1821" fmla="*/ 212009 w 591813"/>
                <a:gd name="connsiteY1821" fmla="*/ 487349 h 621454"/>
                <a:gd name="connsiteX1822" fmla="*/ 211627 w 591813"/>
                <a:gd name="connsiteY1822" fmla="*/ 486247 h 621454"/>
                <a:gd name="connsiteX1823" fmla="*/ 211222 w 591813"/>
                <a:gd name="connsiteY1823" fmla="*/ 485168 h 621454"/>
                <a:gd name="connsiteX1824" fmla="*/ 210817 w 591813"/>
                <a:gd name="connsiteY1824" fmla="*/ 484043 h 621454"/>
                <a:gd name="connsiteX1825" fmla="*/ 210435 w 591813"/>
                <a:gd name="connsiteY1825" fmla="*/ 482941 h 621454"/>
                <a:gd name="connsiteX1826" fmla="*/ 210030 w 591813"/>
                <a:gd name="connsiteY1826" fmla="*/ 481817 h 621454"/>
                <a:gd name="connsiteX1827" fmla="*/ 209648 w 591813"/>
                <a:gd name="connsiteY1827" fmla="*/ 480670 h 621454"/>
                <a:gd name="connsiteX1828" fmla="*/ 209243 w 591813"/>
                <a:gd name="connsiteY1828" fmla="*/ 479523 h 621454"/>
                <a:gd name="connsiteX1829" fmla="*/ 208860 w 591813"/>
                <a:gd name="connsiteY1829" fmla="*/ 478376 h 621454"/>
                <a:gd name="connsiteX1830" fmla="*/ 208456 w 591813"/>
                <a:gd name="connsiteY1830" fmla="*/ 477206 h 621454"/>
                <a:gd name="connsiteX1831" fmla="*/ 208073 w 591813"/>
                <a:gd name="connsiteY1831" fmla="*/ 476037 h 621454"/>
                <a:gd name="connsiteX1832" fmla="*/ 207668 w 591813"/>
                <a:gd name="connsiteY1832" fmla="*/ 474845 h 621454"/>
                <a:gd name="connsiteX1833" fmla="*/ 207264 w 591813"/>
                <a:gd name="connsiteY1833" fmla="*/ 473653 h 621454"/>
                <a:gd name="connsiteX1834" fmla="*/ 206882 w 591813"/>
                <a:gd name="connsiteY1834" fmla="*/ 472439 h 621454"/>
                <a:gd name="connsiteX1835" fmla="*/ 206476 w 591813"/>
                <a:gd name="connsiteY1835" fmla="*/ 471224 h 621454"/>
                <a:gd name="connsiteX1836" fmla="*/ 206094 w 591813"/>
                <a:gd name="connsiteY1836" fmla="*/ 469987 h 621454"/>
                <a:gd name="connsiteX1837" fmla="*/ 205690 w 591813"/>
                <a:gd name="connsiteY1837" fmla="*/ 468750 h 621454"/>
                <a:gd name="connsiteX1838" fmla="*/ 205307 w 591813"/>
                <a:gd name="connsiteY1838" fmla="*/ 467513 h 621454"/>
                <a:gd name="connsiteX1839" fmla="*/ 204902 w 591813"/>
                <a:gd name="connsiteY1839" fmla="*/ 466254 h 621454"/>
                <a:gd name="connsiteX1840" fmla="*/ 204520 w 591813"/>
                <a:gd name="connsiteY1840" fmla="*/ 464995 h 621454"/>
                <a:gd name="connsiteX1841" fmla="*/ 204115 w 591813"/>
                <a:gd name="connsiteY1841" fmla="*/ 463713 h 621454"/>
                <a:gd name="connsiteX1842" fmla="*/ 203710 w 591813"/>
                <a:gd name="connsiteY1842" fmla="*/ 462431 h 621454"/>
                <a:gd name="connsiteX1843" fmla="*/ 203328 w 591813"/>
                <a:gd name="connsiteY1843" fmla="*/ 461126 h 621454"/>
                <a:gd name="connsiteX1844" fmla="*/ 202923 w 591813"/>
                <a:gd name="connsiteY1844" fmla="*/ 459822 h 621454"/>
                <a:gd name="connsiteX1845" fmla="*/ 202541 w 591813"/>
                <a:gd name="connsiteY1845" fmla="*/ 458495 h 621454"/>
                <a:gd name="connsiteX1846" fmla="*/ 202136 w 591813"/>
                <a:gd name="connsiteY1846" fmla="*/ 457168 h 621454"/>
                <a:gd name="connsiteX1847" fmla="*/ 201754 w 591813"/>
                <a:gd name="connsiteY1847" fmla="*/ 455841 h 621454"/>
                <a:gd name="connsiteX1848" fmla="*/ 201349 w 591813"/>
                <a:gd name="connsiteY1848" fmla="*/ 454469 h 621454"/>
                <a:gd name="connsiteX1849" fmla="*/ 200944 w 591813"/>
                <a:gd name="connsiteY1849" fmla="*/ 453120 h 621454"/>
                <a:gd name="connsiteX1850" fmla="*/ 200562 w 591813"/>
                <a:gd name="connsiteY1850" fmla="*/ 451748 h 621454"/>
                <a:gd name="connsiteX1851" fmla="*/ 200157 w 591813"/>
                <a:gd name="connsiteY1851" fmla="*/ 450376 h 621454"/>
                <a:gd name="connsiteX1852" fmla="*/ 199775 w 591813"/>
                <a:gd name="connsiteY1852" fmla="*/ 448982 h 621454"/>
                <a:gd name="connsiteX1853" fmla="*/ 199370 w 591813"/>
                <a:gd name="connsiteY1853" fmla="*/ 447565 h 621454"/>
                <a:gd name="connsiteX1854" fmla="*/ 198988 w 591813"/>
                <a:gd name="connsiteY1854" fmla="*/ 446148 h 621454"/>
                <a:gd name="connsiteX1855" fmla="*/ 198583 w 591813"/>
                <a:gd name="connsiteY1855" fmla="*/ 444709 h 621454"/>
                <a:gd name="connsiteX1856" fmla="*/ 198200 w 591813"/>
                <a:gd name="connsiteY1856" fmla="*/ 443270 h 621454"/>
                <a:gd name="connsiteX1857" fmla="*/ 197796 w 591813"/>
                <a:gd name="connsiteY1857" fmla="*/ 441808 h 621454"/>
                <a:gd name="connsiteX1858" fmla="*/ 197391 w 591813"/>
                <a:gd name="connsiteY1858" fmla="*/ 440346 h 621454"/>
                <a:gd name="connsiteX1859" fmla="*/ 197008 w 591813"/>
                <a:gd name="connsiteY1859" fmla="*/ 438862 h 621454"/>
                <a:gd name="connsiteX1860" fmla="*/ 196604 w 591813"/>
                <a:gd name="connsiteY1860" fmla="*/ 437355 h 621454"/>
                <a:gd name="connsiteX1861" fmla="*/ 196222 w 591813"/>
                <a:gd name="connsiteY1861" fmla="*/ 435848 h 621454"/>
                <a:gd name="connsiteX1862" fmla="*/ 195816 w 591813"/>
                <a:gd name="connsiteY1862" fmla="*/ 434319 h 621454"/>
                <a:gd name="connsiteX1863" fmla="*/ 195434 w 591813"/>
                <a:gd name="connsiteY1863" fmla="*/ 432789 h 621454"/>
                <a:gd name="connsiteX1864" fmla="*/ 195030 w 591813"/>
                <a:gd name="connsiteY1864" fmla="*/ 431260 h 621454"/>
                <a:gd name="connsiteX1865" fmla="*/ 194647 w 591813"/>
                <a:gd name="connsiteY1865" fmla="*/ 429708 h 621454"/>
                <a:gd name="connsiteX1866" fmla="*/ 194242 w 591813"/>
                <a:gd name="connsiteY1866" fmla="*/ 428134 h 621454"/>
                <a:gd name="connsiteX1867" fmla="*/ 193838 w 591813"/>
                <a:gd name="connsiteY1867" fmla="*/ 426560 h 621454"/>
                <a:gd name="connsiteX1868" fmla="*/ 193455 w 591813"/>
                <a:gd name="connsiteY1868" fmla="*/ 424963 h 621454"/>
                <a:gd name="connsiteX1869" fmla="*/ 193050 w 591813"/>
                <a:gd name="connsiteY1869" fmla="*/ 423366 h 621454"/>
                <a:gd name="connsiteX1870" fmla="*/ 192668 w 591813"/>
                <a:gd name="connsiteY1870" fmla="*/ 421747 h 621454"/>
                <a:gd name="connsiteX1871" fmla="*/ 192263 w 591813"/>
                <a:gd name="connsiteY1871" fmla="*/ 420128 h 621454"/>
                <a:gd name="connsiteX1872" fmla="*/ 191881 w 591813"/>
                <a:gd name="connsiteY1872" fmla="*/ 418486 h 621454"/>
                <a:gd name="connsiteX1873" fmla="*/ 191476 w 591813"/>
                <a:gd name="connsiteY1873" fmla="*/ 416844 h 621454"/>
                <a:gd name="connsiteX1874" fmla="*/ 191094 w 591813"/>
                <a:gd name="connsiteY1874" fmla="*/ 415180 h 621454"/>
                <a:gd name="connsiteX1875" fmla="*/ 190689 w 591813"/>
                <a:gd name="connsiteY1875" fmla="*/ 413493 h 621454"/>
                <a:gd name="connsiteX1876" fmla="*/ 190284 w 591813"/>
                <a:gd name="connsiteY1876" fmla="*/ 411807 h 621454"/>
                <a:gd name="connsiteX1877" fmla="*/ 189902 w 591813"/>
                <a:gd name="connsiteY1877" fmla="*/ 410098 h 621454"/>
                <a:gd name="connsiteX1878" fmla="*/ 189497 w 591813"/>
                <a:gd name="connsiteY1878" fmla="*/ 408388 h 621454"/>
                <a:gd name="connsiteX1879" fmla="*/ 189115 w 591813"/>
                <a:gd name="connsiteY1879" fmla="*/ 406657 h 621454"/>
                <a:gd name="connsiteX1880" fmla="*/ 188710 w 591813"/>
                <a:gd name="connsiteY1880" fmla="*/ 404902 h 621454"/>
                <a:gd name="connsiteX1881" fmla="*/ 188328 w 591813"/>
                <a:gd name="connsiteY1881" fmla="*/ 403148 h 621454"/>
                <a:gd name="connsiteX1882" fmla="*/ 187923 w 591813"/>
                <a:gd name="connsiteY1882" fmla="*/ 401394 h 621454"/>
                <a:gd name="connsiteX1883" fmla="*/ 187540 w 591813"/>
                <a:gd name="connsiteY1883" fmla="*/ 399595 h 621454"/>
                <a:gd name="connsiteX1884" fmla="*/ 187136 w 591813"/>
                <a:gd name="connsiteY1884" fmla="*/ 397818 h 621454"/>
                <a:gd name="connsiteX1885" fmla="*/ 186731 w 591813"/>
                <a:gd name="connsiteY1885" fmla="*/ 395997 h 621454"/>
                <a:gd name="connsiteX1886" fmla="*/ 186348 w 591813"/>
                <a:gd name="connsiteY1886" fmla="*/ 394197 h 621454"/>
                <a:gd name="connsiteX1887" fmla="*/ 185944 w 591813"/>
                <a:gd name="connsiteY1887" fmla="*/ 392353 h 621454"/>
                <a:gd name="connsiteX1888" fmla="*/ 185561 w 591813"/>
                <a:gd name="connsiteY1888" fmla="*/ 390532 h 621454"/>
                <a:gd name="connsiteX1889" fmla="*/ 185156 w 591813"/>
                <a:gd name="connsiteY1889" fmla="*/ 388665 h 621454"/>
                <a:gd name="connsiteX1890" fmla="*/ 184774 w 591813"/>
                <a:gd name="connsiteY1890" fmla="*/ 386798 h 621454"/>
                <a:gd name="connsiteX1891" fmla="*/ 184370 w 591813"/>
                <a:gd name="connsiteY1891" fmla="*/ 384932 h 621454"/>
                <a:gd name="connsiteX1892" fmla="*/ 183964 w 591813"/>
                <a:gd name="connsiteY1892" fmla="*/ 383043 h 621454"/>
                <a:gd name="connsiteX1893" fmla="*/ 183582 w 591813"/>
                <a:gd name="connsiteY1893" fmla="*/ 381131 h 621454"/>
                <a:gd name="connsiteX1894" fmla="*/ 183178 w 591813"/>
                <a:gd name="connsiteY1894" fmla="*/ 379242 h 621454"/>
                <a:gd name="connsiteX1895" fmla="*/ 182795 w 591813"/>
                <a:gd name="connsiteY1895" fmla="*/ 377308 h 621454"/>
                <a:gd name="connsiteX1896" fmla="*/ 182390 w 591813"/>
                <a:gd name="connsiteY1896" fmla="*/ 375374 h 621454"/>
                <a:gd name="connsiteX1897" fmla="*/ 182008 w 591813"/>
                <a:gd name="connsiteY1897" fmla="*/ 373440 h 621454"/>
                <a:gd name="connsiteX1898" fmla="*/ 181603 w 591813"/>
                <a:gd name="connsiteY1898" fmla="*/ 371483 h 621454"/>
                <a:gd name="connsiteX1899" fmla="*/ 181221 w 591813"/>
                <a:gd name="connsiteY1899" fmla="*/ 369526 h 621454"/>
                <a:gd name="connsiteX1900" fmla="*/ 180816 w 591813"/>
                <a:gd name="connsiteY1900" fmla="*/ 367547 h 621454"/>
                <a:gd name="connsiteX1901" fmla="*/ 180411 w 591813"/>
                <a:gd name="connsiteY1901" fmla="*/ 365568 h 621454"/>
                <a:gd name="connsiteX1902" fmla="*/ 180029 w 591813"/>
                <a:gd name="connsiteY1902" fmla="*/ 363567 h 621454"/>
                <a:gd name="connsiteX1903" fmla="*/ 179624 w 591813"/>
                <a:gd name="connsiteY1903" fmla="*/ 361565 h 621454"/>
                <a:gd name="connsiteX1904" fmla="*/ 179242 w 591813"/>
                <a:gd name="connsiteY1904" fmla="*/ 359541 h 621454"/>
                <a:gd name="connsiteX1905" fmla="*/ 178837 w 591813"/>
                <a:gd name="connsiteY1905" fmla="*/ 357517 h 621454"/>
                <a:gd name="connsiteX1906" fmla="*/ 178455 w 591813"/>
                <a:gd name="connsiteY1906" fmla="*/ 355470 h 621454"/>
                <a:gd name="connsiteX1907" fmla="*/ 178050 w 591813"/>
                <a:gd name="connsiteY1907" fmla="*/ 353424 h 621454"/>
                <a:gd name="connsiteX1908" fmla="*/ 177668 w 591813"/>
                <a:gd name="connsiteY1908" fmla="*/ 351377 h 621454"/>
                <a:gd name="connsiteX1909" fmla="*/ 177263 w 591813"/>
                <a:gd name="connsiteY1909" fmla="*/ 349308 h 621454"/>
                <a:gd name="connsiteX1910" fmla="*/ 176858 w 591813"/>
                <a:gd name="connsiteY1910" fmla="*/ 347217 h 621454"/>
                <a:gd name="connsiteX1911" fmla="*/ 176476 w 591813"/>
                <a:gd name="connsiteY1911" fmla="*/ 345125 h 621454"/>
                <a:gd name="connsiteX1912" fmla="*/ 176070 w 591813"/>
                <a:gd name="connsiteY1912" fmla="*/ 343034 h 621454"/>
                <a:gd name="connsiteX1913" fmla="*/ 175688 w 591813"/>
                <a:gd name="connsiteY1913" fmla="*/ 340920 h 621454"/>
                <a:gd name="connsiteX1914" fmla="*/ 175284 w 591813"/>
                <a:gd name="connsiteY1914" fmla="*/ 338783 h 621454"/>
                <a:gd name="connsiteX1915" fmla="*/ 174901 w 591813"/>
                <a:gd name="connsiteY1915" fmla="*/ 336647 h 621454"/>
                <a:gd name="connsiteX1916" fmla="*/ 174496 w 591813"/>
                <a:gd name="connsiteY1916" fmla="*/ 334510 h 621454"/>
                <a:gd name="connsiteX1917" fmla="*/ 174114 w 591813"/>
                <a:gd name="connsiteY1917" fmla="*/ 332351 h 621454"/>
                <a:gd name="connsiteX1918" fmla="*/ 173710 w 591813"/>
                <a:gd name="connsiteY1918" fmla="*/ 330215 h 621454"/>
                <a:gd name="connsiteX1919" fmla="*/ 173304 w 591813"/>
                <a:gd name="connsiteY1919" fmla="*/ 328033 h 621454"/>
                <a:gd name="connsiteX1920" fmla="*/ 172922 w 591813"/>
                <a:gd name="connsiteY1920" fmla="*/ 325829 h 621454"/>
                <a:gd name="connsiteX1921" fmla="*/ 172518 w 591813"/>
                <a:gd name="connsiteY1921" fmla="*/ 323625 h 621454"/>
                <a:gd name="connsiteX1922" fmla="*/ 172135 w 591813"/>
                <a:gd name="connsiteY1922" fmla="*/ 321421 h 621454"/>
                <a:gd name="connsiteX1923" fmla="*/ 171730 w 591813"/>
                <a:gd name="connsiteY1923" fmla="*/ 319195 h 621454"/>
                <a:gd name="connsiteX1924" fmla="*/ 171348 w 591813"/>
                <a:gd name="connsiteY1924" fmla="*/ 316946 h 621454"/>
                <a:gd name="connsiteX1925" fmla="*/ 170943 w 591813"/>
                <a:gd name="connsiteY1925" fmla="*/ 314719 h 621454"/>
                <a:gd name="connsiteX1926" fmla="*/ 170538 w 591813"/>
                <a:gd name="connsiteY1926" fmla="*/ 312448 h 621454"/>
                <a:gd name="connsiteX1927" fmla="*/ 170156 w 591813"/>
                <a:gd name="connsiteY1927" fmla="*/ 310176 h 621454"/>
                <a:gd name="connsiteX1928" fmla="*/ 169751 w 591813"/>
                <a:gd name="connsiteY1928" fmla="*/ 307905 h 621454"/>
                <a:gd name="connsiteX1929" fmla="*/ 169369 w 591813"/>
                <a:gd name="connsiteY1929" fmla="*/ 305611 h 621454"/>
                <a:gd name="connsiteX1930" fmla="*/ 168964 w 591813"/>
                <a:gd name="connsiteY1930" fmla="*/ 303317 h 621454"/>
                <a:gd name="connsiteX1931" fmla="*/ 168582 w 591813"/>
                <a:gd name="connsiteY1931" fmla="*/ 301001 h 621454"/>
                <a:gd name="connsiteX1932" fmla="*/ 168177 w 591813"/>
                <a:gd name="connsiteY1932" fmla="*/ 298684 h 621454"/>
                <a:gd name="connsiteX1933" fmla="*/ 167794 w 591813"/>
                <a:gd name="connsiteY1933" fmla="*/ 296368 h 621454"/>
                <a:gd name="connsiteX1934" fmla="*/ 167390 w 591813"/>
                <a:gd name="connsiteY1934" fmla="*/ 294029 h 621454"/>
                <a:gd name="connsiteX1935" fmla="*/ 166985 w 591813"/>
                <a:gd name="connsiteY1935" fmla="*/ 291667 h 621454"/>
                <a:gd name="connsiteX1936" fmla="*/ 166602 w 591813"/>
                <a:gd name="connsiteY1936" fmla="*/ 289306 h 621454"/>
                <a:gd name="connsiteX1937" fmla="*/ 166198 w 591813"/>
                <a:gd name="connsiteY1937" fmla="*/ 286945 h 621454"/>
                <a:gd name="connsiteX1938" fmla="*/ 165816 w 591813"/>
                <a:gd name="connsiteY1938" fmla="*/ 284561 h 621454"/>
                <a:gd name="connsiteX1939" fmla="*/ 165433 w 591813"/>
                <a:gd name="connsiteY1939" fmla="*/ 282177 h 621454"/>
                <a:gd name="connsiteX1940" fmla="*/ 165028 w 591813"/>
                <a:gd name="connsiteY1940" fmla="*/ 279793 h 621454"/>
                <a:gd name="connsiteX1941" fmla="*/ 164624 w 591813"/>
                <a:gd name="connsiteY1941" fmla="*/ 277386 h 621454"/>
                <a:gd name="connsiteX1942" fmla="*/ 164263 w 591813"/>
                <a:gd name="connsiteY1942" fmla="*/ 274980 h 621454"/>
                <a:gd name="connsiteX1943" fmla="*/ 163859 w 591813"/>
                <a:gd name="connsiteY1943" fmla="*/ 272551 h 621454"/>
                <a:gd name="connsiteX1944" fmla="*/ 163454 w 591813"/>
                <a:gd name="connsiteY1944" fmla="*/ 270145 h 621454"/>
                <a:gd name="connsiteX1945" fmla="*/ 163071 w 591813"/>
                <a:gd name="connsiteY1945" fmla="*/ 267693 h 621454"/>
                <a:gd name="connsiteX1946" fmla="*/ 162667 w 591813"/>
                <a:gd name="connsiteY1946" fmla="*/ 265265 h 621454"/>
                <a:gd name="connsiteX1947" fmla="*/ 162285 w 591813"/>
                <a:gd name="connsiteY1947" fmla="*/ 262813 h 621454"/>
                <a:gd name="connsiteX1948" fmla="*/ 161880 w 591813"/>
                <a:gd name="connsiteY1948" fmla="*/ 260339 h 621454"/>
                <a:gd name="connsiteX1949" fmla="*/ 161497 w 591813"/>
                <a:gd name="connsiteY1949" fmla="*/ 257888 h 621454"/>
                <a:gd name="connsiteX1950" fmla="*/ 161093 w 591813"/>
                <a:gd name="connsiteY1950" fmla="*/ 255414 h 621454"/>
                <a:gd name="connsiteX1951" fmla="*/ 160710 w 591813"/>
                <a:gd name="connsiteY1951" fmla="*/ 252918 h 621454"/>
                <a:gd name="connsiteX1952" fmla="*/ 160305 w 591813"/>
                <a:gd name="connsiteY1952" fmla="*/ 250444 h 621454"/>
                <a:gd name="connsiteX1953" fmla="*/ 159901 w 591813"/>
                <a:gd name="connsiteY1953" fmla="*/ 247948 h 621454"/>
                <a:gd name="connsiteX1954" fmla="*/ 159518 w 591813"/>
                <a:gd name="connsiteY1954" fmla="*/ 245429 h 621454"/>
                <a:gd name="connsiteX1955" fmla="*/ 159114 w 591813"/>
                <a:gd name="connsiteY1955" fmla="*/ 242932 h 621454"/>
                <a:gd name="connsiteX1956" fmla="*/ 158731 w 591813"/>
                <a:gd name="connsiteY1956" fmla="*/ 240414 h 621454"/>
                <a:gd name="connsiteX1957" fmla="*/ 158326 w 591813"/>
                <a:gd name="connsiteY1957" fmla="*/ 237895 h 621454"/>
                <a:gd name="connsiteX1958" fmla="*/ 157944 w 591813"/>
                <a:gd name="connsiteY1958" fmla="*/ 235376 h 621454"/>
                <a:gd name="connsiteX1959" fmla="*/ 157539 w 591813"/>
                <a:gd name="connsiteY1959" fmla="*/ 232835 h 621454"/>
                <a:gd name="connsiteX1960" fmla="*/ 157157 w 591813"/>
                <a:gd name="connsiteY1960" fmla="*/ 230316 h 621454"/>
                <a:gd name="connsiteX1961" fmla="*/ 156752 w 591813"/>
                <a:gd name="connsiteY1961" fmla="*/ 227774 h 621454"/>
                <a:gd name="connsiteX1962" fmla="*/ 156347 w 591813"/>
                <a:gd name="connsiteY1962" fmla="*/ 225233 h 621454"/>
                <a:gd name="connsiteX1963" fmla="*/ 155965 w 591813"/>
                <a:gd name="connsiteY1963" fmla="*/ 222669 h 621454"/>
                <a:gd name="connsiteX1964" fmla="*/ 155560 w 591813"/>
                <a:gd name="connsiteY1964" fmla="*/ 220128 h 621454"/>
                <a:gd name="connsiteX1965" fmla="*/ 155178 w 591813"/>
                <a:gd name="connsiteY1965" fmla="*/ 217564 h 621454"/>
                <a:gd name="connsiteX1966" fmla="*/ 154773 w 591813"/>
                <a:gd name="connsiteY1966" fmla="*/ 215000 h 621454"/>
                <a:gd name="connsiteX1967" fmla="*/ 154391 w 591813"/>
                <a:gd name="connsiteY1967" fmla="*/ 212437 h 621454"/>
                <a:gd name="connsiteX1968" fmla="*/ 153986 w 591813"/>
                <a:gd name="connsiteY1968" fmla="*/ 209895 h 621454"/>
                <a:gd name="connsiteX1969" fmla="*/ 153581 w 591813"/>
                <a:gd name="connsiteY1969" fmla="*/ 207331 h 621454"/>
                <a:gd name="connsiteX1970" fmla="*/ 153199 w 591813"/>
                <a:gd name="connsiteY1970" fmla="*/ 204768 h 621454"/>
                <a:gd name="connsiteX1971" fmla="*/ 152794 w 591813"/>
                <a:gd name="connsiteY1971" fmla="*/ 202204 h 621454"/>
                <a:gd name="connsiteX1972" fmla="*/ 152411 w 591813"/>
                <a:gd name="connsiteY1972" fmla="*/ 199640 h 621454"/>
                <a:gd name="connsiteX1973" fmla="*/ 152007 w 591813"/>
                <a:gd name="connsiteY1973" fmla="*/ 197076 h 621454"/>
                <a:gd name="connsiteX1974" fmla="*/ 151625 w 591813"/>
                <a:gd name="connsiteY1974" fmla="*/ 194490 h 621454"/>
                <a:gd name="connsiteX1975" fmla="*/ 151220 w 591813"/>
                <a:gd name="connsiteY1975" fmla="*/ 191926 h 621454"/>
                <a:gd name="connsiteX1976" fmla="*/ 150837 w 591813"/>
                <a:gd name="connsiteY1976" fmla="*/ 189362 h 621454"/>
                <a:gd name="connsiteX1977" fmla="*/ 150433 w 591813"/>
                <a:gd name="connsiteY1977" fmla="*/ 186798 h 621454"/>
                <a:gd name="connsiteX1978" fmla="*/ 150028 w 591813"/>
                <a:gd name="connsiteY1978" fmla="*/ 184212 h 621454"/>
                <a:gd name="connsiteX1979" fmla="*/ 149645 w 591813"/>
                <a:gd name="connsiteY1979" fmla="*/ 181648 h 621454"/>
                <a:gd name="connsiteX1980" fmla="*/ 149241 w 591813"/>
                <a:gd name="connsiteY1980" fmla="*/ 179085 h 621454"/>
                <a:gd name="connsiteX1981" fmla="*/ 148858 w 591813"/>
                <a:gd name="connsiteY1981" fmla="*/ 176521 h 621454"/>
                <a:gd name="connsiteX1982" fmla="*/ 148453 w 591813"/>
                <a:gd name="connsiteY1982" fmla="*/ 173957 h 621454"/>
                <a:gd name="connsiteX1983" fmla="*/ 148071 w 591813"/>
                <a:gd name="connsiteY1983" fmla="*/ 171596 h 621454"/>
                <a:gd name="connsiteX1984" fmla="*/ 147666 w 591813"/>
                <a:gd name="connsiteY1984" fmla="*/ 166445 h 621454"/>
                <a:gd name="connsiteX1985" fmla="*/ 147284 w 591813"/>
                <a:gd name="connsiteY1985" fmla="*/ 164017 h 621454"/>
                <a:gd name="connsiteX1986" fmla="*/ 146879 w 591813"/>
                <a:gd name="connsiteY1986" fmla="*/ 161610 h 621454"/>
                <a:gd name="connsiteX1987" fmla="*/ 146474 w 591813"/>
                <a:gd name="connsiteY1987" fmla="*/ 159181 h 621454"/>
                <a:gd name="connsiteX1988" fmla="*/ 146092 w 591813"/>
                <a:gd name="connsiteY1988" fmla="*/ 156775 h 621454"/>
                <a:gd name="connsiteX1989" fmla="*/ 145687 w 591813"/>
                <a:gd name="connsiteY1989" fmla="*/ 154368 h 621454"/>
                <a:gd name="connsiteX1990" fmla="*/ 145305 w 591813"/>
                <a:gd name="connsiteY1990" fmla="*/ 151962 h 621454"/>
                <a:gd name="connsiteX1991" fmla="*/ 144900 w 591813"/>
                <a:gd name="connsiteY1991" fmla="*/ 149578 h 621454"/>
                <a:gd name="connsiteX1992" fmla="*/ 144518 w 591813"/>
                <a:gd name="connsiteY1992" fmla="*/ 147194 h 621454"/>
                <a:gd name="connsiteX1993" fmla="*/ 144113 w 591813"/>
                <a:gd name="connsiteY1993" fmla="*/ 144810 h 621454"/>
                <a:gd name="connsiteX1994" fmla="*/ 143731 w 591813"/>
                <a:gd name="connsiteY1994" fmla="*/ 142449 h 621454"/>
                <a:gd name="connsiteX1995" fmla="*/ 143326 w 591813"/>
                <a:gd name="connsiteY1995" fmla="*/ 140088 h 621454"/>
                <a:gd name="connsiteX1996" fmla="*/ 142921 w 591813"/>
                <a:gd name="connsiteY1996" fmla="*/ 137726 h 621454"/>
                <a:gd name="connsiteX1997" fmla="*/ 142539 w 591813"/>
                <a:gd name="connsiteY1997" fmla="*/ 135387 h 621454"/>
                <a:gd name="connsiteX1998" fmla="*/ 142134 w 591813"/>
                <a:gd name="connsiteY1998" fmla="*/ 133048 h 621454"/>
                <a:gd name="connsiteX1999" fmla="*/ 141751 w 591813"/>
                <a:gd name="connsiteY1999" fmla="*/ 130709 h 621454"/>
                <a:gd name="connsiteX2000" fmla="*/ 141347 w 591813"/>
                <a:gd name="connsiteY2000" fmla="*/ 128393 h 621454"/>
                <a:gd name="connsiteX2001" fmla="*/ 140965 w 591813"/>
                <a:gd name="connsiteY2001" fmla="*/ 126077 h 621454"/>
                <a:gd name="connsiteX2002" fmla="*/ 140560 w 591813"/>
                <a:gd name="connsiteY2002" fmla="*/ 123783 h 621454"/>
                <a:gd name="connsiteX2003" fmla="*/ 140155 w 591813"/>
                <a:gd name="connsiteY2003" fmla="*/ 121511 h 621454"/>
                <a:gd name="connsiteX2004" fmla="*/ 139773 w 591813"/>
                <a:gd name="connsiteY2004" fmla="*/ 119217 h 621454"/>
                <a:gd name="connsiteX2005" fmla="*/ 139368 w 591813"/>
                <a:gd name="connsiteY2005" fmla="*/ 116968 h 621454"/>
                <a:gd name="connsiteX2006" fmla="*/ 138985 w 591813"/>
                <a:gd name="connsiteY2006" fmla="*/ 114697 h 621454"/>
                <a:gd name="connsiteX2007" fmla="*/ 138581 w 591813"/>
                <a:gd name="connsiteY2007" fmla="*/ 112470 h 621454"/>
                <a:gd name="connsiteX2008" fmla="*/ 138198 w 591813"/>
                <a:gd name="connsiteY2008" fmla="*/ 110244 h 621454"/>
                <a:gd name="connsiteX2009" fmla="*/ 137793 w 591813"/>
                <a:gd name="connsiteY2009" fmla="*/ 108017 h 621454"/>
                <a:gd name="connsiteX2010" fmla="*/ 137411 w 591813"/>
                <a:gd name="connsiteY2010" fmla="*/ 105813 h 621454"/>
                <a:gd name="connsiteX2011" fmla="*/ 137006 w 591813"/>
                <a:gd name="connsiteY2011" fmla="*/ 103632 h 621454"/>
                <a:gd name="connsiteX2012" fmla="*/ 136602 w 591813"/>
                <a:gd name="connsiteY2012" fmla="*/ 101473 h 621454"/>
                <a:gd name="connsiteX2013" fmla="*/ 136219 w 591813"/>
                <a:gd name="connsiteY2013" fmla="*/ 99314 h 621454"/>
                <a:gd name="connsiteX2014" fmla="*/ 135814 w 591813"/>
                <a:gd name="connsiteY2014" fmla="*/ 97177 h 621454"/>
                <a:gd name="connsiteX2015" fmla="*/ 135432 w 591813"/>
                <a:gd name="connsiteY2015" fmla="*/ 95041 h 621454"/>
                <a:gd name="connsiteX2016" fmla="*/ 135027 w 591813"/>
                <a:gd name="connsiteY2016" fmla="*/ 92927 h 621454"/>
                <a:gd name="connsiteX2017" fmla="*/ 134645 w 591813"/>
                <a:gd name="connsiteY2017" fmla="*/ 90858 h 621454"/>
                <a:gd name="connsiteX2018" fmla="*/ 134240 w 591813"/>
                <a:gd name="connsiteY2018" fmla="*/ 88789 h 621454"/>
                <a:gd name="connsiteX2019" fmla="*/ 133858 w 591813"/>
                <a:gd name="connsiteY2019" fmla="*/ 86720 h 621454"/>
                <a:gd name="connsiteX2020" fmla="*/ 133453 w 591813"/>
                <a:gd name="connsiteY2020" fmla="*/ 84673 h 621454"/>
                <a:gd name="connsiteX2021" fmla="*/ 133048 w 591813"/>
                <a:gd name="connsiteY2021" fmla="*/ 82649 h 621454"/>
                <a:gd name="connsiteX2022" fmla="*/ 132666 w 591813"/>
                <a:gd name="connsiteY2022" fmla="*/ 80648 h 621454"/>
                <a:gd name="connsiteX2023" fmla="*/ 132261 w 591813"/>
                <a:gd name="connsiteY2023" fmla="*/ 78646 h 621454"/>
                <a:gd name="connsiteX2024" fmla="*/ 131879 w 591813"/>
                <a:gd name="connsiteY2024" fmla="*/ 76689 h 621454"/>
                <a:gd name="connsiteX2025" fmla="*/ 131474 w 591813"/>
                <a:gd name="connsiteY2025" fmla="*/ 74733 h 621454"/>
                <a:gd name="connsiteX2026" fmla="*/ 131091 w 591813"/>
                <a:gd name="connsiteY2026" fmla="*/ 72799 h 621454"/>
                <a:gd name="connsiteX2027" fmla="*/ 130687 w 591813"/>
                <a:gd name="connsiteY2027" fmla="*/ 70887 h 621454"/>
                <a:gd name="connsiteX2028" fmla="*/ 130305 w 591813"/>
                <a:gd name="connsiteY2028" fmla="*/ 68998 h 621454"/>
                <a:gd name="connsiteX2029" fmla="*/ 129899 w 591813"/>
                <a:gd name="connsiteY2029" fmla="*/ 67131 h 621454"/>
                <a:gd name="connsiteX2030" fmla="*/ 129495 w 591813"/>
                <a:gd name="connsiteY2030" fmla="*/ 65287 h 621454"/>
                <a:gd name="connsiteX2031" fmla="*/ 129113 w 591813"/>
                <a:gd name="connsiteY2031" fmla="*/ 63443 h 621454"/>
                <a:gd name="connsiteX2032" fmla="*/ 128708 w 591813"/>
                <a:gd name="connsiteY2032" fmla="*/ 61644 h 621454"/>
                <a:gd name="connsiteX2033" fmla="*/ 128325 w 591813"/>
                <a:gd name="connsiteY2033" fmla="*/ 59867 h 621454"/>
                <a:gd name="connsiteX2034" fmla="*/ 127920 w 591813"/>
                <a:gd name="connsiteY2034" fmla="*/ 58091 h 621454"/>
                <a:gd name="connsiteX2035" fmla="*/ 127538 w 591813"/>
                <a:gd name="connsiteY2035" fmla="*/ 56359 h 621454"/>
                <a:gd name="connsiteX2036" fmla="*/ 127133 w 591813"/>
                <a:gd name="connsiteY2036" fmla="*/ 54650 h 621454"/>
                <a:gd name="connsiteX2037" fmla="*/ 126751 w 591813"/>
                <a:gd name="connsiteY2037" fmla="*/ 52940 h 621454"/>
                <a:gd name="connsiteX2038" fmla="*/ 126346 w 591813"/>
                <a:gd name="connsiteY2038" fmla="*/ 51276 h 621454"/>
                <a:gd name="connsiteX2039" fmla="*/ 125942 w 591813"/>
                <a:gd name="connsiteY2039" fmla="*/ 49635 h 621454"/>
                <a:gd name="connsiteX2040" fmla="*/ 125559 w 591813"/>
                <a:gd name="connsiteY2040" fmla="*/ 48015 h 621454"/>
                <a:gd name="connsiteX2041" fmla="*/ 125154 w 591813"/>
                <a:gd name="connsiteY2041" fmla="*/ 46419 h 621454"/>
                <a:gd name="connsiteX2042" fmla="*/ 124772 w 591813"/>
                <a:gd name="connsiteY2042" fmla="*/ 44844 h 621454"/>
                <a:gd name="connsiteX2043" fmla="*/ 124367 w 591813"/>
                <a:gd name="connsiteY2043" fmla="*/ 43292 h 621454"/>
                <a:gd name="connsiteX2044" fmla="*/ 123985 w 591813"/>
                <a:gd name="connsiteY2044" fmla="*/ 41763 h 621454"/>
                <a:gd name="connsiteX2045" fmla="*/ 123580 w 591813"/>
                <a:gd name="connsiteY2045" fmla="*/ 40279 h 621454"/>
                <a:gd name="connsiteX2046" fmla="*/ 123175 w 591813"/>
                <a:gd name="connsiteY2046" fmla="*/ 38795 h 621454"/>
                <a:gd name="connsiteX2047" fmla="*/ 122793 w 591813"/>
                <a:gd name="connsiteY2047" fmla="*/ 37355 h 621454"/>
                <a:gd name="connsiteX2048" fmla="*/ 122388 w 591813"/>
                <a:gd name="connsiteY2048" fmla="*/ 35938 h 621454"/>
                <a:gd name="connsiteX2049" fmla="*/ 122006 w 591813"/>
                <a:gd name="connsiteY2049" fmla="*/ 34544 h 621454"/>
                <a:gd name="connsiteX2050" fmla="*/ 121601 w 591813"/>
                <a:gd name="connsiteY2050" fmla="*/ 33172 h 621454"/>
                <a:gd name="connsiteX2051" fmla="*/ 121219 w 591813"/>
                <a:gd name="connsiteY2051" fmla="*/ 31845 h 621454"/>
                <a:gd name="connsiteX2052" fmla="*/ 120814 w 591813"/>
                <a:gd name="connsiteY2052" fmla="*/ 30541 h 621454"/>
                <a:gd name="connsiteX2053" fmla="*/ 120431 w 591813"/>
                <a:gd name="connsiteY2053" fmla="*/ 29259 h 621454"/>
                <a:gd name="connsiteX2054" fmla="*/ 120027 w 591813"/>
                <a:gd name="connsiteY2054" fmla="*/ 28000 h 621454"/>
                <a:gd name="connsiteX2055" fmla="*/ 119622 w 591813"/>
                <a:gd name="connsiteY2055" fmla="*/ 26785 h 621454"/>
                <a:gd name="connsiteX2056" fmla="*/ 119239 w 591813"/>
                <a:gd name="connsiteY2056" fmla="*/ 25593 h 621454"/>
                <a:gd name="connsiteX2057" fmla="*/ 118835 w 591813"/>
                <a:gd name="connsiteY2057" fmla="*/ 24424 h 621454"/>
                <a:gd name="connsiteX2058" fmla="*/ 118452 w 591813"/>
                <a:gd name="connsiteY2058" fmla="*/ 23299 h 621454"/>
                <a:gd name="connsiteX2059" fmla="*/ 118048 w 591813"/>
                <a:gd name="connsiteY2059" fmla="*/ 22197 h 621454"/>
                <a:gd name="connsiteX2060" fmla="*/ 117665 w 591813"/>
                <a:gd name="connsiteY2060" fmla="*/ 21118 h 621454"/>
                <a:gd name="connsiteX2061" fmla="*/ 117260 w 591813"/>
                <a:gd name="connsiteY2061" fmla="*/ 20061 h 621454"/>
                <a:gd name="connsiteX2062" fmla="*/ 116878 w 591813"/>
                <a:gd name="connsiteY2062" fmla="*/ 19049 h 621454"/>
                <a:gd name="connsiteX2063" fmla="*/ 116473 w 591813"/>
                <a:gd name="connsiteY2063" fmla="*/ 18059 h 621454"/>
                <a:gd name="connsiteX2064" fmla="*/ 116068 w 591813"/>
                <a:gd name="connsiteY2064" fmla="*/ 17092 h 621454"/>
                <a:gd name="connsiteX2065" fmla="*/ 115686 w 591813"/>
                <a:gd name="connsiteY2065" fmla="*/ 16170 h 621454"/>
                <a:gd name="connsiteX2066" fmla="*/ 115281 w 591813"/>
                <a:gd name="connsiteY2066" fmla="*/ 15270 h 621454"/>
                <a:gd name="connsiteX2067" fmla="*/ 114899 w 591813"/>
                <a:gd name="connsiteY2067" fmla="*/ 14393 h 621454"/>
                <a:gd name="connsiteX2068" fmla="*/ 114494 w 591813"/>
                <a:gd name="connsiteY2068" fmla="*/ 13561 h 621454"/>
                <a:gd name="connsiteX2069" fmla="*/ 114112 w 591813"/>
                <a:gd name="connsiteY2069" fmla="*/ 12729 h 621454"/>
                <a:gd name="connsiteX2070" fmla="*/ 113707 w 591813"/>
                <a:gd name="connsiteY2070" fmla="*/ 11942 h 621454"/>
                <a:gd name="connsiteX2071" fmla="*/ 113325 w 591813"/>
                <a:gd name="connsiteY2071" fmla="*/ 11200 h 621454"/>
                <a:gd name="connsiteX2072" fmla="*/ 112920 w 591813"/>
                <a:gd name="connsiteY2072" fmla="*/ 10458 h 621454"/>
                <a:gd name="connsiteX2073" fmla="*/ 112515 w 591813"/>
                <a:gd name="connsiteY2073" fmla="*/ 9760 h 621454"/>
                <a:gd name="connsiteX2074" fmla="*/ 112133 w 591813"/>
                <a:gd name="connsiteY2074" fmla="*/ 9086 h 621454"/>
                <a:gd name="connsiteX2075" fmla="*/ 111728 w 591813"/>
                <a:gd name="connsiteY2075" fmla="*/ 8434 h 621454"/>
                <a:gd name="connsiteX2076" fmla="*/ 111345 w 591813"/>
                <a:gd name="connsiteY2076" fmla="*/ 7826 h 621454"/>
                <a:gd name="connsiteX2077" fmla="*/ 110941 w 591813"/>
                <a:gd name="connsiteY2077" fmla="*/ 7242 h 621454"/>
                <a:gd name="connsiteX2078" fmla="*/ 110559 w 591813"/>
                <a:gd name="connsiteY2078" fmla="*/ 6679 h 621454"/>
                <a:gd name="connsiteX2079" fmla="*/ 110154 w 591813"/>
                <a:gd name="connsiteY2079" fmla="*/ 6140 h 621454"/>
                <a:gd name="connsiteX2080" fmla="*/ 109749 w 591813"/>
                <a:gd name="connsiteY2080" fmla="*/ 5622 h 621454"/>
                <a:gd name="connsiteX2081" fmla="*/ 109367 w 591813"/>
                <a:gd name="connsiteY2081" fmla="*/ 5128 h 621454"/>
                <a:gd name="connsiteX2082" fmla="*/ 108962 w 591813"/>
                <a:gd name="connsiteY2082" fmla="*/ 4678 h 621454"/>
                <a:gd name="connsiteX2083" fmla="*/ 108579 w 591813"/>
                <a:gd name="connsiteY2083" fmla="*/ 4228 h 621454"/>
                <a:gd name="connsiteX2084" fmla="*/ 108175 w 591813"/>
                <a:gd name="connsiteY2084" fmla="*/ 3823 h 621454"/>
                <a:gd name="connsiteX2085" fmla="*/ 107792 w 591813"/>
                <a:gd name="connsiteY2085" fmla="*/ 3441 h 621454"/>
                <a:gd name="connsiteX2086" fmla="*/ 107388 w 591813"/>
                <a:gd name="connsiteY2086" fmla="*/ 3081 h 621454"/>
                <a:gd name="connsiteX2087" fmla="*/ 107005 w 591813"/>
                <a:gd name="connsiteY2087" fmla="*/ 2721 h 621454"/>
                <a:gd name="connsiteX2088" fmla="*/ 106600 w 591813"/>
                <a:gd name="connsiteY2088" fmla="*/ 2406 h 621454"/>
                <a:gd name="connsiteX2089" fmla="*/ 106196 w 591813"/>
                <a:gd name="connsiteY2089" fmla="*/ 2114 h 621454"/>
                <a:gd name="connsiteX2090" fmla="*/ 105813 w 591813"/>
                <a:gd name="connsiteY2090" fmla="*/ 1844 h 621454"/>
                <a:gd name="connsiteX2091" fmla="*/ 105408 w 591813"/>
                <a:gd name="connsiteY2091" fmla="*/ 1574 h 621454"/>
                <a:gd name="connsiteX2092" fmla="*/ 105026 w 591813"/>
                <a:gd name="connsiteY2092" fmla="*/ 1349 h 621454"/>
                <a:gd name="connsiteX2093" fmla="*/ 104621 w 591813"/>
                <a:gd name="connsiteY2093" fmla="*/ 1124 h 621454"/>
                <a:gd name="connsiteX2094" fmla="*/ 104239 w 591813"/>
                <a:gd name="connsiteY2094" fmla="*/ 945 h 621454"/>
                <a:gd name="connsiteX2095" fmla="*/ 103834 w 591813"/>
                <a:gd name="connsiteY2095" fmla="*/ 765 h 621454"/>
                <a:gd name="connsiteX2096" fmla="*/ 103452 w 591813"/>
                <a:gd name="connsiteY2096" fmla="*/ 607 h 621454"/>
                <a:gd name="connsiteX2097" fmla="*/ 103047 w 591813"/>
                <a:gd name="connsiteY2097" fmla="*/ 472 h 621454"/>
                <a:gd name="connsiteX2098" fmla="*/ 102642 w 591813"/>
                <a:gd name="connsiteY2098" fmla="*/ 337 h 621454"/>
                <a:gd name="connsiteX2099" fmla="*/ 102260 w 591813"/>
                <a:gd name="connsiteY2099" fmla="*/ 247 h 621454"/>
                <a:gd name="connsiteX2100" fmla="*/ 101855 w 591813"/>
                <a:gd name="connsiteY2100" fmla="*/ 157 h 621454"/>
                <a:gd name="connsiteX2101" fmla="*/ 101473 w 591813"/>
                <a:gd name="connsiteY2101" fmla="*/ 90 h 621454"/>
                <a:gd name="connsiteX2102" fmla="*/ 101068 w 591813"/>
                <a:gd name="connsiteY2102" fmla="*/ 45 h 621454"/>
                <a:gd name="connsiteX2103" fmla="*/ 100685 w 591813"/>
                <a:gd name="connsiteY2103" fmla="*/ 22 h 621454"/>
                <a:gd name="connsiteX2104" fmla="*/ 100281 w 591813"/>
                <a:gd name="connsiteY2104" fmla="*/ 0 h 621454"/>
                <a:gd name="connsiteX2105" fmla="*/ 99899 w 591813"/>
                <a:gd name="connsiteY2105" fmla="*/ 0 h 621454"/>
                <a:gd name="connsiteX2106" fmla="*/ 99494 w 591813"/>
                <a:gd name="connsiteY2106" fmla="*/ 22 h 621454"/>
                <a:gd name="connsiteX2107" fmla="*/ 99089 w 591813"/>
                <a:gd name="connsiteY2107" fmla="*/ 45 h 621454"/>
                <a:gd name="connsiteX2108" fmla="*/ 98707 w 591813"/>
                <a:gd name="connsiteY2108" fmla="*/ 90 h 621454"/>
                <a:gd name="connsiteX2109" fmla="*/ 98302 w 591813"/>
                <a:gd name="connsiteY2109" fmla="*/ 135 h 621454"/>
                <a:gd name="connsiteX2110" fmla="*/ 97919 w 591813"/>
                <a:gd name="connsiteY2110" fmla="*/ 225 h 621454"/>
                <a:gd name="connsiteX2111" fmla="*/ 97515 w 591813"/>
                <a:gd name="connsiteY2111" fmla="*/ 292 h 621454"/>
                <a:gd name="connsiteX2112" fmla="*/ 97132 w 591813"/>
                <a:gd name="connsiteY2112" fmla="*/ 382 h 621454"/>
                <a:gd name="connsiteX2113" fmla="*/ 96727 w 591813"/>
                <a:gd name="connsiteY2113" fmla="*/ 495 h 621454"/>
                <a:gd name="connsiteX2114" fmla="*/ 96345 w 591813"/>
                <a:gd name="connsiteY2114" fmla="*/ 607 h 621454"/>
                <a:gd name="connsiteX2115" fmla="*/ 95940 w 591813"/>
                <a:gd name="connsiteY2115" fmla="*/ 742 h 621454"/>
                <a:gd name="connsiteX2116" fmla="*/ 95536 w 591813"/>
                <a:gd name="connsiteY2116" fmla="*/ 877 h 621454"/>
                <a:gd name="connsiteX2117" fmla="*/ 95153 w 591813"/>
                <a:gd name="connsiteY2117" fmla="*/ 1012 h 621454"/>
                <a:gd name="connsiteX2118" fmla="*/ 94748 w 591813"/>
                <a:gd name="connsiteY2118" fmla="*/ 1169 h 621454"/>
                <a:gd name="connsiteX2119" fmla="*/ 94366 w 591813"/>
                <a:gd name="connsiteY2119" fmla="*/ 1327 h 621454"/>
                <a:gd name="connsiteX2120" fmla="*/ 93961 w 591813"/>
                <a:gd name="connsiteY2120" fmla="*/ 1507 h 621454"/>
                <a:gd name="connsiteX2121" fmla="*/ 93579 w 591813"/>
                <a:gd name="connsiteY2121" fmla="*/ 1687 h 621454"/>
                <a:gd name="connsiteX2122" fmla="*/ 93174 w 591813"/>
                <a:gd name="connsiteY2122" fmla="*/ 1867 h 621454"/>
                <a:gd name="connsiteX2123" fmla="*/ 92770 w 591813"/>
                <a:gd name="connsiteY2123" fmla="*/ 2047 h 621454"/>
                <a:gd name="connsiteX2124" fmla="*/ 92387 w 591813"/>
                <a:gd name="connsiteY2124" fmla="*/ 2249 h 621454"/>
                <a:gd name="connsiteX2125" fmla="*/ 91982 w 591813"/>
                <a:gd name="connsiteY2125" fmla="*/ 2451 h 621454"/>
                <a:gd name="connsiteX2126" fmla="*/ 91600 w 591813"/>
                <a:gd name="connsiteY2126" fmla="*/ 2676 h 621454"/>
                <a:gd name="connsiteX2127" fmla="*/ 91195 w 591813"/>
                <a:gd name="connsiteY2127" fmla="*/ 2879 h 621454"/>
                <a:gd name="connsiteX2128" fmla="*/ 90813 w 591813"/>
                <a:gd name="connsiteY2128" fmla="*/ 3104 h 621454"/>
                <a:gd name="connsiteX2129" fmla="*/ 90408 w 591813"/>
                <a:gd name="connsiteY2129" fmla="*/ 3328 h 621454"/>
                <a:gd name="connsiteX2130" fmla="*/ 90025 w 591813"/>
                <a:gd name="connsiteY2130" fmla="*/ 3553 h 621454"/>
                <a:gd name="connsiteX2131" fmla="*/ 89621 w 591813"/>
                <a:gd name="connsiteY2131" fmla="*/ 3801 h 621454"/>
                <a:gd name="connsiteX2132" fmla="*/ 89216 w 591813"/>
                <a:gd name="connsiteY2132" fmla="*/ 4026 h 621454"/>
                <a:gd name="connsiteX2133" fmla="*/ 88834 w 591813"/>
                <a:gd name="connsiteY2133" fmla="*/ 4273 h 621454"/>
                <a:gd name="connsiteX2134" fmla="*/ 88429 w 591813"/>
                <a:gd name="connsiteY2134" fmla="*/ 4520 h 621454"/>
                <a:gd name="connsiteX2135" fmla="*/ 88047 w 591813"/>
                <a:gd name="connsiteY2135" fmla="*/ 4790 h 621454"/>
                <a:gd name="connsiteX2136" fmla="*/ 87642 w 591813"/>
                <a:gd name="connsiteY2136" fmla="*/ 5038 h 621454"/>
                <a:gd name="connsiteX2137" fmla="*/ 87259 w 591813"/>
                <a:gd name="connsiteY2137" fmla="*/ 5285 h 621454"/>
                <a:gd name="connsiteX2138" fmla="*/ 86854 w 591813"/>
                <a:gd name="connsiteY2138" fmla="*/ 5555 h 621454"/>
                <a:gd name="connsiteX2139" fmla="*/ 86472 w 591813"/>
                <a:gd name="connsiteY2139" fmla="*/ 5825 h 621454"/>
                <a:gd name="connsiteX2140" fmla="*/ 86067 w 591813"/>
                <a:gd name="connsiteY2140" fmla="*/ 6095 h 621454"/>
                <a:gd name="connsiteX2141" fmla="*/ 85662 w 591813"/>
                <a:gd name="connsiteY2141" fmla="*/ 6365 h 621454"/>
                <a:gd name="connsiteX2142" fmla="*/ 85280 w 591813"/>
                <a:gd name="connsiteY2142" fmla="*/ 6634 h 621454"/>
                <a:gd name="connsiteX2143" fmla="*/ 84876 w 591813"/>
                <a:gd name="connsiteY2143" fmla="*/ 6904 h 621454"/>
                <a:gd name="connsiteX2144" fmla="*/ 84493 w 591813"/>
                <a:gd name="connsiteY2144" fmla="*/ 7197 h 621454"/>
                <a:gd name="connsiteX2145" fmla="*/ 84088 w 591813"/>
                <a:gd name="connsiteY2145" fmla="*/ 7467 h 621454"/>
                <a:gd name="connsiteX2146" fmla="*/ 83706 w 591813"/>
                <a:gd name="connsiteY2146" fmla="*/ 7736 h 621454"/>
                <a:gd name="connsiteX2147" fmla="*/ 83301 w 591813"/>
                <a:gd name="connsiteY2147" fmla="*/ 8029 h 621454"/>
                <a:gd name="connsiteX2148" fmla="*/ 82919 w 591813"/>
                <a:gd name="connsiteY2148" fmla="*/ 8299 h 621454"/>
                <a:gd name="connsiteX2149" fmla="*/ 82514 w 591813"/>
                <a:gd name="connsiteY2149" fmla="*/ 8591 h 621454"/>
                <a:gd name="connsiteX2150" fmla="*/ 82109 w 591813"/>
                <a:gd name="connsiteY2150" fmla="*/ 8861 h 621454"/>
                <a:gd name="connsiteX2151" fmla="*/ 81727 w 591813"/>
                <a:gd name="connsiteY2151" fmla="*/ 9153 h 621454"/>
                <a:gd name="connsiteX2152" fmla="*/ 81322 w 591813"/>
                <a:gd name="connsiteY2152" fmla="*/ 9446 h 621454"/>
                <a:gd name="connsiteX2153" fmla="*/ 80940 w 591813"/>
                <a:gd name="connsiteY2153" fmla="*/ 9738 h 621454"/>
                <a:gd name="connsiteX2154" fmla="*/ 80535 w 591813"/>
                <a:gd name="connsiteY2154" fmla="*/ 10030 h 621454"/>
                <a:gd name="connsiteX2155" fmla="*/ 80153 w 591813"/>
                <a:gd name="connsiteY2155" fmla="*/ 10323 h 621454"/>
                <a:gd name="connsiteX2156" fmla="*/ 79748 w 591813"/>
                <a:gd name="connsiteY2156" fmla="*/ 10615 h 621454"/>
                <a:gd name="connsiteX2157" fmla="*/ 79343 w 591813"/>
                <a:gd name="connsiteY2157" fmla="*/ 10907 h 621454"/>
                <a:gd name="connsiteX2158" fmla="*/ 78961 w 591813"/>
                <a:gd name="connsiteY2158" fmla="*/ 11200 h 621454"/>
                <a:gd name="connsiteX2159" fmla="*/ 78556 w 591813"/>
                <a:gd name="connsiteY2159" fmla="*/ 11492 h 621454"/>
                <a:gd name="connsiteX2160" fmla="*/ 78173 w 591813"/>
                <a:gd name="connsiteY2160" fmla="*/ 11785 h 621454"/>
                <a:gd name="connsiteX2161" fmla="*/ 77769 w 591813"/>
                <a:gd name="connsiteY2161" fmla="*/ 12077 h 621454"/>
                <a:gd name="connsiteX2162" fmla="*/ 77386 w 591813"/>
                <a:gd name="connsiteY2162" fmla="*/ 12369 h 621454"/>
                <a:gd name="connsiteX2163" fmla="*/ 76982 w 591813"/>
                <a:gd name="connsiteY2163" fmla="*/ 12684 h 621454"/>
                <a:gd name="connsiteX2164" fmla="*/ 76599 w 591813"/>
                <a:gd name="connsiteY2164" fmla="*/ 12976 h 621454"/>
                <a:gd name="connsiteX2165" fmla="*/ 76194 w 591813"/>
                <a:gd name="connsiteY2165" fmla="*/ 13269 h 621454"/>
                <a:gd name="connsiteX2166" fmla="*/ 75790 w 591813"/>
                <a:gd name="connsiteY2166" fmla="*/ 13584 h 621454"/>
                <a:gd name="connsiteX2167" fmla="*/ 75407 w 591813"/>
                <a:gd name="connsiteY2167" fmla="*/ 13876 h 621454"/>
                <a:gd name="connsiteX2168" fmla="*/ 75002 w 591813"/>
                <a:gd name="connsiteY2168" fmla="*/ 14191 h 621454"/>
                <a:gd name="connsiteX2169" fmla="*/ 74620 w 591813"/>
                <a:gd name="connsiteY2169" fmla="*/ 14483 h 621454"/>
                <a:gd name="connsiteX2170" fmla="*/ 74216 w 591813"/>
                <a:gd name="connsiteY2170" fmla="*/ 14776 h 621454"/>
                <a:gd name="connsiteX2171" fmla="*/ 73833 w 591813"/>
                <a:gd name="connsiteY2171" fmla="*/ 15091 h 621454"/>
                <a:gd name="connsiteX2172" fmla="*/ 73428 w 591813"/>
                <a:gd name="connsiteY2172" fmla="*/ 15383 h 621454"/>
                <a:gd name="connsiteX2173" fmla="*/ 73046 w 591813"/>
                <a:gd name="connsiteY2173" fmla="*/ 15698 h 621454"/>
                <a:gd name="connsiteX2174" fmla="*/ 72641 w 591813"/>
                <a:gd name="connsiteY2174" fmla="*/ 15990 h 621454"/>
                <a:gd name="connsiteX2175" fmla="*/ 72236 w 591813"/>
                <a:gd name="connsiteY2175" fmla="*/ 16282 h 621454"/>
                <a:gd name="connsiteX2176" fmla="*/ 71854 w 591813"/>
                <a:gd name="connsiteY2176" fmla="*/ 16597 h 621454"/>
                <a:gd name="connsiteX2177" fmla="*/ 71449 w 591813"/>
                <a:gd name="connsiteY2177" fmla="*/ 16890 h 621454"/>
                <a:gd name="connsiteX2178" fmla="*/ 71067 w 591813"/>
                <a:gd name="connsiteY2178" fmla="*/ 17182 h 621454"/>
                <a:gd name="connsiteX2179" fmla="*/ 70662 w 591813"/>
                <a:gd name="connsiteY2179" fmla="*/ 17497 h 621454"/>
                <a:gd name="connsiteX2180" fmla="*/ 70280 w 591813"/>
                <a:gd name="connsiteY2180" fmla="*/ 17789 h 621454"/>
                <a:gd name="connsiteX2181" fmla="*/ 69875 w 591813"/>
                <a:gd name="connsiteY2181" fmla="*/ 18082 h 621454"/>
                <a:gd name="connsiteX2182" fmla="*/ 69493 w 591813"/>
                <a:gd name="connsiteY2182" fmla="*/ 18374 h 621454"/>
                <a:gd name="connsiteX2183" fmla="*/ 69088 w 591813"/>
                <a:gd name="connsiteY2183" fmla="*/ 18689 h 621454"/>
                <a:gd name="connsiteX2184" fmla="*/ 68683 w 591813"/>
                <a:gd name="connsiteY2184" fmla="*/ 18981 h 621454"/>
                <a:gd name="connsiteX2185" fmla="*/ 68301 w 591813"/>
                <a:gd name="connsiteY2185" fmla="*/ 19274 h 621454"/>
                <a:gd name="connsiteX2186" fmla="*/ 67896 w 591813"/>
                <a:gd name="connsiteY2186" fmla="*/ 19566 h 621454"/>
                <a:gd name="connsiteX2187" fmla="*/ 67513 w 591813"/>
                <a:gd name="connsiteY2187" fmla="*/ 19858 h 621454"/>
                <a:gd name="connsiteX2188" fmla="*/ 67109 w 591813"/>
                <a:gd name="connsiteY2188" fmla="*/ 20173 h 621454"/>
                <a:gd name="connsiteX2189" fmla="*/ 66726 w 591813"/>
                <a:gd name="connsiteY2189" fmla="*/ 20466 h 621454"/>
                <a:gd name="connsiteX2190" fmla="*/ 66322 w 591813"/>
                <a:gd name="connsiteY2190" fmla="*/ 20758 h 621454"/>
                <a:gd name="connsiteX2191" fmla="*/ 65939 w 591813"/>
                <a:gd name="connsiteY2191" fmla="*/ 21073 h 621454"/>
                <a:gd name="connsiteX2192" fmla="*/ 65534 w 591813"/>
                <a:gd name="connsiteY2192" fmla="*/ 21365 h 621454"/>
                <a:gd name="connsiteX2193" fmla="*/ 65130 w 591813"/>
                <a:gd name="connsiteY2193" fmla="*/ 21657 h 621454"/>
                <a:gd name="connsiteX2194" fmla="*/ 64747 w 591813"/>
                <a:gd name="connsiteY2194" fmla="*/ 21950 h 621454"/>
                <a:gd name="connsiteX2195" fmla="*/ 64342 w 591813"/>
                <a:gd name="connsiteY2195" fmla="*/ 22265 h 621454"/>
                <a:gd name="connsiteX2196" fmla="*/ 63960 w 591813"/>
                <a:gd name="connsiteY2196" fmla="*/ 22557 h 621454"/>
                <a:gd name="connsiteX2197" fmla="*/ 63555 w 591813"/>
                <a:gd name="connsiteY2197" fmla="*/ 22872 h 621454"/>
                <a:gd name="connsiteX2198" fmla="*/ 63173 w 591813"/>
                <a:gd name="connsiteY2198" fmla="*/ 23164 h 621454"/>
                <a:gd name="connsiteX2199" fmla="*/ 62768 w 591813"/>
                <a:gd name="connsiteY2199" fmla="*/ 23479 h 621454"/>
                <a:gd name="connsiteX2200" fmla="*/ 62364 w 591813"/>
                <a:gd name="connsiteY2200" fmla="*/ 23772 h 621454"/>
                <a:gd name="connsiteX2201" fmla="*/ 61981 w 591813"/>
                <a:gd name="connsiteY2201" fmla="*/ 24086 h 621454"/>
                <a:gd name="connsiteX2202" fmla="*/ 61576 w 591813"/>
                <a:gd name="connsiteY2202" fmla="*/ 24379 h 621454"/>
                <a:gd name="connsiteX2203" fmla="*/ 61194 w 591813"/>
                <a:gd name="connsiteY2203" fmla="*/ 24694 h 621454"/>
                <a:gd name="connsiteX2204" fmla="*/ 60789 w 591813"/>
                <a:gd name="connsiteY2204" fmla="*/ 24986 h 621454"/>
                <a:gd name="connsiteX2205" fmla="*/ 60407 w 591813"/>
                <a:gd name="connsiteY2205" fmla="*/ 25301 h 621454"/>
                <a:gd name="connsiteX2206" fmla="*/ 60002 w 591813"/>
                <a:gd name="connsiteY2206" fmla="*/ 25593 h 621454"/>
                <a:gd name="connsiteX2207" fmla="*/ 59619 w 591813"/>
                <a:gd name="connsiteY2207" fmla="*/ 25886 h 621454"/>
                <a:gd name="connsiteX2208" fmla="*/ 59215 w 591813"/>
                <a:gd name="connsiteY2208" fmla="*/ 26200 h 621454"/>
                <a:gd name="connsiteX2209" fmla="*/ 58810 w 591813"/>
                <a:gd name="connsiteY2209" fmla="*/ 26493 h 621454"/>
                <a:gd name="connsiteX2210" fmla="*/ 58428 w 591813"/>
                <a:gd name="connsiteY2210" fmla="*/ 26785 h 621454"/>
                <a:gd name="connsiteX2211" fmla="*/ 58023 w 591813"/>
                <a:gd name="connsiteY2211" fmla="*/ 27077 h 621454"/>
                <a:gd name="connsiteX2212" fmla="*/ 57641 w 591813"/>
                <a:gd name="connsiteY2212" fmla="*/ 27370 h 621454"/>
                <a:gd name="connsiteX2213" fmla="*/ 57236 w 591813"/>
                <a:gd name="connsiteY2213" fmla="*/ 27662 h 621454"/>
                <a:gd name="connsiteX2214" fmla="*/ 56853 w 591813"/>
                <a:gd name="connsiteY2214" fmla="*/ 27955 h 621454"/>
                <a:gd name="connsiteX2215" fmla="*/ 56449 w 591813"/>
                <a:gd name="connsiteY2215" fmla="*/ 28247 h 621454"/>
                <a:gd name="connsiteX2216" fmla="*/ 56066 w 591813"/>
                <a:gd name="connsiteY2216" fmla="*/ 28539 h 621454"/>
                <a:gd name="connsiteX2217" fmla="*/ 55662 w 591813"/>
                <a:gd name="connsiteY2217" fmla="*/ 28832 h 621454"/>
                <a:gd name="connsiteX2218" fmla="*/ 55257 w 591813"/>
                <a:gd name="connsiteY2218" fmla="*/ 29124 h 621454"/>
                <a:gd name="connsiteX2219" fmla="*/ 54874 w 591813"/>
                <a:gd name="connsiteY2219" fmla="*/ 29416 h 621454"/>
                <a:gd name="connsiteX2220" fmla="*/ 54470 w 591813"/>
                <a:gd name="connsiteY2220" fmla="*/ 29709 h 621454"/>
                <a:gd name="connsiteX2221" fmla="*/ 54087 w 591813"/>
                <a:gd name="connsiteY2221" fmla="*/ 30001 h 621454"/>
                <a:gd name="connsiteX2222" fmla="*/ 53682 w 591813"/>
                <a:gd name="connsiteY2222" fmla="*/ 30293 h 621454"/>
                <a:gd name="connsiteX2223" fmla="*/ 53300 w 591813"/>
                <a:gd name="connsiteY2223" fmla="*/ 30563 h 621454"/>
                <a:gd name="connsiteX2224" fmla="*/ 52895 w 591813"/>
                <a:gd name="connsiteY2224" fmla="*/ 30856 h 621454"/>
                <a:gd name="connsiteX2225" fmla="*/ 52513 w 591813"/>
                <a:gd name="connsiteY2225" fmla="*/ 31148 h 621454"/>
                <a:gd name="connsiteX2226" fmla="*/ 52108 w 591813"/>
                <a:gd name="connsiteY2226" fmla="*/ 31418 h 621454"/>
                <a:gd name="connsiteX2227" fmla="*/ 51704 w 591813"/>
                <a:gd name="connsiteY2227" fmla="*/ 31710 h 621454"/>
                <a:gd name="connsiteX2228" fmla="*/ 51321 w 591813"/>
                <a:gd name="connsiteY2228" fmla="*/ 31980 h 621454"/>
                <a:gd name="connsiteX2229" fmla="*/ 50916 w 591813"/>
                <a:gd name="connsiteY2229" fmla="*/ 32273 h 621454"/>
                <a:gd name="connsiteX2230" fmla="*/ 50534 w 591813"/>
                <a:gd name="connsiteY2230" fmla="*/ 32542 h 621454"/>
                <a:gd name="connsiteX2231" fmla="*/ 50129 w 591813"/>
                <a:gd name="connsiteY2231" fmla="*/ 32812 h 621454"/>
                <a:gd name="connsiteX2232" fmla="*/ 49747 w 591813"/>
                <a:gd name="connsiteY2232" fmla="*/ 33105 h 621454"/>
                <a:gd name="connsiteX2233" fmla="*/ 49342 w 591813"/>
                <a:gd name="connsiteY2233" fmla="*/ 33375 h 621454"/>
                <a:gd name="connsiteX2234" fmla="*/ 48959 w 591813"/>
                <a:gd name="connsiteY2234" fmla="*/ 33644 h 621454"/>
                <a:gd name="connsiteX2235" fmla="*/ 48555 w 591813"/>
                <a:gd name="connsiteY2235" fmla="*/ 33914 h 621454"/>
                <a:gd name="connsiteX2236" fmla="*/ 48150 w 591813"/>
                <a:gd name="connsiteY2236" fmla="*/ 34184 h 621454"/>
                <a:gd name="connsiteX2237" fmla="*/ 47768 w 591813"/>
                <a:gd name="connsiteY2237" fmla="*/ 34454 h 621454"/>
                <a:gd name="connsiteX2238" fmla="*/ 47363 w 591813"/>
                <a:gd name="connsiteY2238" fmla="*/ 34724 h 621454"/>
                <a:gd name="connsiteX2239" fmla="*/ 46980 w 591813"/>
                <a:gd name="connsiteY2239" fmla="*/ 34971 h 621454"/>
                <a:gd name="connsiteX2240" fmla="*/ 46576 w 591813"/>
                <a:gd name="connsiteY2240" fmla="*/ 35241 h 621454"/>
                <a:gd name="connsiteX2241" fmla="*/ 46193 w 591813"/>
                <a:gd name="connsiteY2241" fmla="*/ 35489 h 621454"/>
                <a:gd name="connsiteX2242" fmla="*/ 45811 w 591813"/>
                <a:gd name="connsiteY2242" fmla="*/ 35758 h 621454"/>
                <a:gd name="connsiteX2243" fmla="*/ 45384 w 591813"/>
                <a:gd name="connsiteY2243" fmla="*/ 36006 h 621454"/>
                <a:gd name="connsiteX2244" fmla="*/ 45024 w 591813"/>
                <a:gd name="connsiteY2244" fmla="*/ 36253 h 621454"/>
                <a:gd name="connsiteX2245" fmla="*/ 44619 w 591813"/>
                <a:gd name="connsiteY2245" fmla="*/ 36523 h 621454"/>
                <a:gd name="connsiteX2246" fmla="*/ 44214 w 591813"/>
                <a:gd name="connsiteY2246" fmla="*/ 36770 h 621454"/>
                <a:gd name="connsiteX2247" fmla="*/ 43832 w 591813"/>
                <a:gd name="connsiteY2247" fmla="*/ 37018 h 621454"/>
                <a:gd name="connsiteX2248" fmla="*/ 43449 w 591813"/>
                <a:gd name="connsiteY2248" fmla="*/ 37265 h 621454"/>
                <a:gd name="connsiteX2249" fmla="*/ 43045 w 591813"/>
                <a:gd name="connsiteY2249" fmla="*/ 37513 h 621454"/>
                <a:gd name="connsiteX2250" fmla="*/ 42663 w 591813"/>
                <a:gd name="connsiteY2250" fmla="*/ 37760 h 621454"/>
                <a:gd name="connsiteX2251" fmla="*/ 42257 w 591813"/>
                <a:gd name="connsiteY2251" fmla="*/ 38007 h 621454"/>
                <a:gd name="connsiteX2252" fmla="*/ 41853 w 591813"/>
                <a:gd name="connsiteY2252" fmla="*/ 38255 h 621454"/>
                <a:gd name="connsiteX2253" fmla="*/ 41471 w 591813"/>
                <a:gd name="connsiteY2253" fmla="*/ 38502 h 621454"/>
                <a:gd name="connsiteX2254" fmla="*/ 41065 w 591813"/>
                <a:gd name="connsiteY2254" fmla="*/ 38727 h 621454"/>
                <a:gd name="connsiteX2255" fmla="*/ 40683 w 591813"/>
                <a:gd name="connsiteY2255" fmla="*/ 38952 h 621454"/>
                <a:gd name="connsiteX2256" fmla="*/ 40279 w 591813"/>
                <a:gd name="connsiteY2256" fmla="*/ 39177 h 621454"/>
                <a:gd name="connsiteX2257" fmla="*/ 39897 w 591813"/>
                <a:gd name="connsiteY2257" fmla="*/ 39402 h 621454"/>
                <a:gd name="connsiteX2258" fmla="*/ 39491 w 591813"/>
                <a:gd name="connsiteY2258" fmla="*/ 39627 h 621454"/>
                <a:gd name="connsiteX2259" fmla="*/ 39109 w 591813"/>
                <a:gd name="connsiteY2259" fmla="*/ 39852 h 621454"/>
                <a:gd name="connsiteX2260" fmla="*/ 38704 w 591813"/>
                <a:gd name="connsiteY2260" fmla="*/ 40076 h 621454"/>
                <a:gd name="connsiteX2261" fmla="*/ 38299 w 591813"/>
                <a:gd name="connsiteY2261" fmla="*/ 40301 h 621454"/>
                <a:gd name="connsiteX2262" fmla="*/ 37917 w 591813"/>
                <a:gd name="connsiteY2262" fmla="*/ 40526 h 621454"/>
                <a:gd name="connsiteX2263" fmla="*/ 37512 w 591813"/>
                <a:gd name="connsiteY2263" fmla="*/ 40751 h 621454"/>
                <a:gd name="connsiteX2264" fmla="*/ 37130 w 591813"/>
                <a:gd name="connsiteY2264" fmla="*/ 40954 h 621454"/>
                <a:gd name="connsiteX2265" fmla="*/ 36725 w 591813"/>
                <a:gd name="connsiteY2265" fmla="*/ 41178 h 621454"/>
                <a:gd name="connsiteX2266" fmla="*/ 36343 w 591813"/>
                <a:gd name="connsiteY2266" fmla="*/ 41403 h 621454"/>
                <a:gd name="connsiteX2267" fmla="*/ 35938 w 591813"/>
                <a:gd name="connsiteY2267" fmla="*/ 41628 h 621454"/>
                <a:gd name="connsiteX2268" fmla="*/ 35556 w 591813"/>
                <a:gd name="connsiteY2268" fmla="*/ 41831 h 621454"/>
                <a:gd name="connsiteX2269" fmla="*/ 35151 w 591813"/>
                <a:gd name="connsiteY2269" fmla="*/ 42056 h 621454"/>
                <a:gd name="connsiteX2270" fmla="*/ 34746 w 591813"/>
                <a:gd name="connsiteY2270" fmla="*/ 42280 h 621454"/>
                <a:gd name="connsiteX2271" fmla="*/ 34364 w 591813"/>
                <a:gd name="connsiteY2271" fmla="*/ 42505 h 621454"/>
                <a:gd name="connsiteX2272" fmla="*/ 33959 w 591813"/>
                <a:gd name="connsiteY2272" fmla="*/ 42708 h 621454"/>
                <a:gd name="connsiteX2273" fmla="*/ 33577 w 591813"/>
                <a:gd name="connsiteY2273" fmla="*/ 42933 h 621454"/>
                <a:gd name="connsiteX2274" fmla="*/ 33172 w 591813"/>
                <a:gd name="connsiteY2274" fmla="*/ 43158 h 621454"/>
                <a:gd name="connsiteX2275" fmla="*/ 32789 w 591813"/>
                <a:gd name="connsiteY2275" fmla="*/ 43382 h 621454"/>
                <a:gd name="connsiteX2276" fmla="*/ 32385 w 591813"/>
                <a:gd name="connsiteY2276" fmla="*/ 43607 h 621454"/>
                <a:gd name="connsiteX2277" fmla="*/ 31980 w 591813"/>
                <a:gd name="connsiteY2277" fmla="*/ 43855 h 621454"/>
                <a:gd name="connsiteX2278" fmla="*/ 31597 w 591813"/>
                <a:gd name="connsiteY2278" fmla="*/ 44080 h 621454"/>
                <a:gd name="connsiteX2279" fmla="*/ 31193 w 591813"/>
                <a:gd name="connsiteY2279" fmla="*/ 44327 h 621454"/>
                <a:gd name="connsiteX2280" fmla="*/ 30811 w 591813"/>
                <a:gd name="connsiteY2280" fmla="*/ 44574 h 621454"/>
                <a:gd name="connsiteX2281" fmla="*/ 30405 w 591813"/>
                <a:gd name="connsiteY2281" fmla="*/ 44822 h 621454"/>
                <a:gd name="connsiteX2282" fmla="*/ 30023 w 591813"/>
                <a:gd name="connsiteY2282" fmla="*/ 45069 h 621454"/>
                <a:gd name="connsiteX2283" fmla="*/ 29619 w 591813"/>
                <a:gd name="connsiteY2283" fmla="*/ 45339 h 621454"/>
                <a:gd name="connsiteX2284" fmla="*/ 29236 w 591813"/>
                <a:gd name="connsiteY2284" fmla="*/ 45609 h 621454"/>
                <a:gd name="connsiteX2285" fmla="*/ 28831 w 591813"/>
                <a:gd name="connsiteY2285" fmla="*/ 45901 h 621454"/>
                <a:gd name="connsiteX2286" fmla="*/ 28427 w 591813"/>
                <a:gd name="connsiteY2286" fmla="*/ 46194 h 621454"/>
                <a:gd name="connsiteX2287" fmla="*/ 28044 w 591813"/>
                <a:gd name="connsiteY2287" fmla="*/ 46486 h 621454"/>
                <a:gd name="connsiteX2288" fmla="*/ 27639 w 591813"/>
                <a:gd name="connsiteY2288" fmla="*/ 46801 h 621454"/>
                <a:gd name="connsiteX2289" fmla="*/ 27257 w 591813"/>
                <a:gd name="connsiteY2289" fmla="*/ 47116 h 621454"/>
                <a:gd name="connsiteX2290" fmla="*/ 26852 w 591813"/>
                <a:gd name="connsiteY2290" fmla="*/ 47431 h 621454"/>
                <a:gd name="connsiteX2291" fmla="*/ 26470 w 591813"/>
                <a:gd name="connsiteY2291" fmla="*/ 47768 h 621454"/>
                <a:gd name="connsiteX2292" fmla="*/ 26065 w 591813"/>
                <a:gd name="connsiteY2292" fmla="*/ 48105 h 621454"/>
                <a:gd name="connsiteX2293" fmla="*/ 25683 w 591813"/>
                <a:gd name="connsiteY2293" fmla="*/ 48465 h 621454"/>
                <a:gd name="connsiteX2294" fmla="*/ 25278 w 591813"/>
                <a:gd name="connsiteY2294" fmla="*/ 48825 h 621454"/>
                <a:gd name="connsiteX2295" fmla="*/ 24873 w 591813"/>
                <a:gd name="connsiteY2295" fmla="*/ 49185 h 621454"/>
                <a:gd name="connsiteX2296" fmla="*/ 24491 w 591813"/>
                <a:gd name="connsiteY2296" fmla="*/ 49567 h 621454"/>
                <a:gd name="connsiteX2297" fmla="*/ 24086 w 591813"/>
                <a:gd name="connsiteY2297" fmla="*/ 49949 h 621454"/>
                <a:gd name="connsiteX2298" fmla="*/ 23704 w 591813"/>
                <a:gd name="connsiteY2298" fmla="*/ 50332 h 621454"/>
                <a:gd name="connsiteX2299" fmla="*/ 23299 w 591813"/>
                <a:gd name="connsiteY2299" fmla="*/ 50737 h 621454"/>
                <a:gd name="connsiteX2300" fmla="*/ 22917 w 591813"/>
                <a:gd name="connsiteY2300" fmla="*/ 51141 h 621454"/>
                <a:gd name="connsiteX2301" fmla="*/ 22512 w 591813"/>
                <a:gd name="connsiteY2301" fmla="*/ 51546 h 621454"/>
                <a:gd name="connsiteX2302" fmla="*/ 22129 w 591813"/>
                <a:gd name="connsiteY2302" fmla="*/ 51973 h 621454"/>
                <a:gd name="connsiteX2303" fmla="*/ 21725 w 591813"/>
                <a:gd name="connsiteY2303" fmla="*/ 52401 h 621454"/>
                <a:gd name="connsiteX2304" fmla="*/ 21320 w 591813"/>
                <a:gd name="connsiteY2304" fmla="*/ 52828 h 621454"/>
                <a:gd name="connsiteX2305" fmla="*/ 20937 w 591813"/>
                <a:gd name="connsiteY2305" fmla="*/ 53278 h 621454"/>
                <a:gd name="connsiteX2306" fmla="*/ 20533 w 591813"/>
                <a:gd name="connsiteY2306" fmla="*/ 53728 h 621454"/>
                <a:gd name="connsiteX2307" fmla="*/ 20151 w 591813"/>
                <a:gd name="connsiteY2307" fmla="*/ 54177 h 621454"/>
                <a:gd name="connsiteX2308" fmla="*/ 19745 w 591813"/>
                <a:gd name="connsiteY2308" fmla="*/ 54627 h 621454"/>
                <a:gd name="connsiteX2309" fmla="*/ 19363 w 591813"/>
                <a:gd name="connsiteY2309" fmla="*/ 55099 h 621454"/>
                <a:gd name="connsiteX2310" fmla="*/ 18959 w 591813"/>
                <a:gd name="connsiteY2310" fmla="*/ 55572 h 621454"/>
                <a:gd name="connsiteX2311" fmla="*/ 18576 w 591813"/>
                <a:gd name="connsiteY2311" fmla="*/ 56044 h 621454"/>
                <a:gd name="connsiteX2312" fmla="*/ 18171 w 591813"/>
                <a:gd name="connsiteY2312" fmla="*/ 56516 h 621454"/>
                <a:gd name="connsiteX2313" fmla="*/ 17767 w 591813"/>
                <a:gd name="connsiteY2313" fmla="*/ 57011 h 621454"/>
                <a:gd name="connsiteX2314" fmla="*/ 17384 w 591813"/>
                <a:gd name="connsiteY2314" fmla="*/ 57506 h 621454"/>
                <a:gd name="connsiteX2315" fmla="*/ 16979 w 591813"/>
                <a:gd name="connsiteY2315" fmla="*/ 57978 h 621454"/>
                <a:gd name="connsiteX2316" fmla="*/ 16597 w 591813"/>
                <a:gd name="connsiteY2316" fmla="*/ 58495 h 621454"/>
                <a:gd name="connsiteX2317" fmla="*/ 16192 w 591813"/>
                <a:gd name="connsiteY2317" fmla="*/ 58990 h 621454"/>
                <a:gd name="connsiteX2318" fmla="*/ 15810 w 591813"/>
                <a:gd name="connsiteY2318" fmla="*/ 59485 h 621454"/>
                <a:gd name="connsiteX2319" fmla="*/ 15405 w 591813"/>
                <a:gd name="connsiteY2319" fmla="*/ 60002 h 621454"/>
                <a:gd name="connsiteX2320" fmla="*/ 15000 w 591813"/>
                <a:gd name="connsiteY2320" fmla="*/ 60497 h 621454"/>
                <a:gd name="connsiteX2321" fmla="*/ 14618 w 591813"/>
                <a:gd name="connsiteY2321" fmla="*/ 61014 h 621454"/>
                <a:gd name="connsiteX2322" fmla="*/ 14213 w 591813"/>
                <a:gd name="connsiteY2322" fmla="*/ 61531 h 621454"/>
                <a:gd name="connsiteX2323" fmla="*/ 13831 w 591813"/>
                <a:gd name="connsiteY2323" fmla="*/ 62049 h 621454"/>
                <a:gd name="connsiteX2324" fmla="*/ 13426 w 591813"/>
                <a:gd name="connsiteY2324" fmla="*/ 62566 h 621454"/>
                <a:gd name="connsiteX2325" fmla="*/ 13044 w 591813"/>
                <a:gd name="connsiteY2325" fmla="*/ 63083 h 621454"/>
                <a:gd name="connsiteX2326" fmla="*/ 12639 w 591813"/>
                <a:gd name="connsiteY2326" fmla="*/ 63601 h 621454"/>
                <a:gd name="connsiteX2327" fmla="*/ 12257 w 591813"/>
                <a:gd name="connsiteY2327" fmla="*/ 64140 h 621454"/>
                <a:gd name="connsiteX2328" fmla="*/ 11852 w 591813"/>
                <a:gd name="connsiteY2328" fmla="*/ 64658 h 621454"/>
                <a:gd name="connsiteX2329" fmla="*/ 11447 w 591813"/>
                <a:gd name="connsiteY2329" fmla="*/ 65197 h 621454"/>
                <a:gd name="connsiteX2330" fmla="*/ 11065 w 591813"/>
                <a:gd name="connsiteY2330" fmla="*/ 65715 h 621454"/>
                <a:gd name="connsiteX2331" fmla="*/ 10660 w 591813"/>
                <a:gd name="connsiteY2331" fmla="*/ 66254 h 621454"/>
                <a:gd name="connsiteX2332" fmla="*/ 10277 w 591813"/>
                <a:gd name="connsiteY2332" fmla="*/ 66772 h 621454"/>
                <a:gd name="connsiteX2333" fmla="*/ 9873 w 591813"/>
                <a:gd name="connsiteY2333" fmla="*/ 67311 h 621454"/>
                <a:gd name="connsiteX2334" fmla="*/ 9491 w 591813"/>
                <a:gd name="connsiteY2334" fmla="*/ 67851 h 621454"/>
                <a:gd name="connsiteX2335" fmla="*/ 9085 w 591813"/>
                <a:gd name="connsiteY2335" fmla="*/ 68391 h 621454"/>
                <a:gd name="connsiteX2336" fmla="*/ 8703 w 591813"/>
                <a:gd name="connsiteY2336" fmla="*/ 68931 h 621454"/>
                <a:gd name="connsiteX2337" fmla="*/ 8299 w 591813"/>
                <a:gd name="connsiteY2337" fmla="*/ 69448 h 621454"/>
                <a:gd name="connsiteX2338" fmla="*/ 7893 w 591813"/>
                <a:gd name="connsiteY2338" fmla="*/ 69988 h 621454"/>
                <a:gd name="connsiteX2339" fmla="*/ 7511 w 591813"/>
                <a:gd name="connsiteY2339" fmla="*/ 70527 h 621454"/>
                <a:gd name="connsiteX2340" fmla="*/ 7107 w 591813"/>
                <a:gd name="connsiteY2340" fmla="*/ 71067 h 621454"/>
                <a:gd name="connsiteX2341" fmla="*/ 6724 w 591813"/>
                <a:gd name="connsiteY2341" fmla="*/ 71607 h 621454"/>
                <a:gd name="connsiteX2342" fmla="*/ 6319 w 591813"/>
                <a:gd name="connsiteY2342" fmla="*/ 72147 h 621454"/>
                <a:gd name="connsiteX2343" fmla="*/ 5937 w 591813"/>
                <a:gd name="connsiteY2343" fmla="*/ 72686 h 621454"/>
                <a:gd name="connsiteX2344" fmla="*/ 5532 w 591813"/>
                <a:gd name="connsiteY2344" fmla="*/ 73249 h 621454"/>
                <a:gd name="connsiteX2345" fmla="*/ 5150 w 591813"/>
                <a:gd name="connsiteY2345" fmla="*/ 73788 h 621454"/>
                <a:gd name="connsiteX2346" fmla="*/ 4745 w 591813"/>
                <a:gd name="connsiteY2346" fmla="*/ 74328 h 621454"/>
                <a:gd name="connsiteX2347" fmla="*/ 4340 w 591813"/>
                <a:gd name="connsiteY2347" fmla="*/ 74868 h 621454"/>
                <a:gd name="connsiteX2348" fmla="*/ 3958 w 591813"/>
                <a:gd name="connsiteY2348" fmla="*/ 75408 h 621454"/>
                <a:gd name="connsiteX2349" fmla="*/ 3553 w 591813"/>
                <a:gd name="connsiteY2349" fmla="*/ 75970 h 621454"/>
                <a:gd name="connsiteX2350" fmla="*/ 3171 w 591813"/>
                <a:gd name="connsiteY2350" fmla="*/ 76510 h 621454"/>
                <a:gd name="connsiteX2351" fmla="*/ 2766 w 591813"/>
                <a:gd name="connsiteY2351" fmla="*/ 77072 h 621454"/>
                <a:gd name="connsiteX2352" fmla="*/ 2383 w 591813"/>
                <a:gd name="connsiteY2352" fmla="*/ 77612 h 621454"/>
                <a:gd name="connsiteX2353" fmla="*/ 1979 w 591813"/>
                <a:gd name="connsiteY2353" fmla="*/ 78174 h 621454"/>
                <a:gd name="connsiteX2354" fmla="*/ 1574 w 591813"/>
                <a:gd name="connsiteY2354" fmla="*/ 78714 h 621454"/>
                <a:gd name="connsiteX2355" fmla="*/ 1191 w 591813"/>
                <a:gd name="connsiteY2355" fmla="*/ 79276 h 621454"/>
                <a:gd name="connsiteX2356" fmla="*/ 787 w 591813"/>
                <a:gd name="connsiteY2356" fmla="*/ 79838 h 621454"/>
                <a:gd name="connsiteX2357" fmla="*/ 405 w 591813"/>
                <a:gd name="connsiteY2357" fmla="*/ 80378 h 621454"/>
                <a:gd name="connsiteX2358" fmla="*/ 0 w 591813"/>
                <a:gd name="connsiteY2358" fmla="*/ 80940 h 621454"/>
                <a:gd name="connsiteX2359" fmla="*/ 0 w 591813"/>
                <a:gd name="connsiteY2359" fmla="*/ 90318 h 621454"/>
                <a:gd name="connsiteX2360" fmla="*/ 405 w 591813"/>
                <a:gd name="connsiteY2360" fmla="*/ 89846 h 621454"/>
                <a:gd name="connsiteX2361" fmla="*/ 787 w 591813"/>
                <a:gd name="connsiteY2361" fmla="*/ 89374 h 621454"/>
                <a:gd name="connsiteX2362" fmla="*/ 1191 w 591813"/>
                <a:gd name="connsiteY2362" fmla="*/ 88879 h 621454"/>
                <a:gd name="connsiteX2363" fmla="*/ 1574 w 591813"/>
                <a:gd name="connsiteY2363" fmla="*/ 88407 h 621454"/>
                <a:gd name="connsiteX2364" fmla="*/ 1979 w 591813"/>
                <a:gd name="connsiteY2364" fmla="*/ 87934 h 621454"/>
                <a:gd name="connsiteX2365" fmla="*/ 2383 w 591813"/>
                <a:gd name="connsiteY2365" fmla="*/ 87462 h 621454"/>
                <a:gd name="connsiteX2366" fmla="*/ 2766 w 591813"/>
                <a:gd name="connsiteY2366" fmla="*/ 86990 h 621454"/>
                <a:gd name="connsiteX2367" fmla="*/ 3171 w 591813"/>
                <a:gd name="connsiteY2367" fmla="*/ 86517 h 621454"/>
                <a:gd name="connsiteX2368" fmla="*/ 3553 w 591813"/>
                <a:gd name="connsiteY2368" fmla="*/ 86045 h 621454"/>
                <a:gd name="connsiteX2369" fmla="*/ 3958 w 591813"/>
                <a:gd name="connsiteY2369" fmla="*/ 85573 h 621454"/>
                <a:gd name="connsiteX2370" fmla="*/ 4340 w 591813"/>
                <a:gd name="connsiteY2370" fmla="*/ 85101 h 621454"/>
                <a:gd name="connsiteX2371" fmla="*/ 4745 w 591813"/>
                <a:gd name="connsiteY2371" fmla="*/ 84628 h 621454"/>
                <a:gd name="connsiteX2372" fmla="*/ 5150 w 591813"/>
                <a:gd name="connsiteY2372" fmla="*/ 84156 h 621454"/>
                <a:gd name="connsiteX2373" fmla="*/ 5532 w 591813"/>
                <a:gd name="connsiteY2373" fmla="*/ 83706 h 621454"/>
                <a:gd name="connsiteX2374" fmla="*/ 5937 w 591813"/>
                <a:gd name="connsiteY2374" fmla="*/ 83234 h 621454"/>
                <a:gd name="connsiteX2375" fmla="*/ 6319 w 591813"/>
                <a:gd name="connsiteY2375" fmla="*/ 82762 h 621454"/>
                <a:gd name="connsiteX2376" fmla="*/ 6724 w 591813"/>
                <a:gd name="connsiteY2376" fmla="*/ 82289 h 621454"/>
                <a:gd name="connsiteX2377" fmla="*/ 7107 w 591813"/>
                <a:gd name="connsiteY2377" fmla="*/ 81840 h 621454"/>
                <a:gd name="connsiteX2378" fmla="*/ 7511 w 591813"/>
                <a:gd name="connsiteY2378" fmla="*/ 81367 h 621454"/>
                <a:gd name="connsiteX2379" fmla="*/ 7893 w 591813"/>
                <a:gd name="connsiteY2379" fmla="*/ 80918 h 621454"/>
                <a:gd name="connsiteX2380" fmla="*/ 8299 w 591813"/>
                <a:gd name="connsiteY2380" fmla="*/ 80445 h 621454"/>
                <a:gd name="connsiteX2381" fmla="*/ 8703 w 591813"/>
                <a:gd name="connsiteY2381" fmla="*/ 79995 h 621454"/>
                <a:gd name="connsiteX2382" fmla="*/ 9085 w 591813"/>
                <a:gd name="connsiteY2382" fmla="*/ 79523 h 621454"/>
                <a:gd name="connsiteX2383" fmla="*/ 9491 w 591813"/>
                <a:gd name="connsiteY2383" fmla="*/ 79073 h 621454"/>
                <a:gd name="connsiteX2384" fmla="*/ 9873 w 591813"/>
                <a:gd name="connsiteY2384" fmla="*/ 78624 h 621454"/>
                <a:gd name="connsiteX2385" fmla="*/ 10277 w 591813"/>
                <a:gd name="connsiteY2385" fmla="*/ 78151 h 621454"/>
                <a:gd name="connsiteX2386" fmla="*/ 10660 w 591813"/>
                <a:gd name="connsiteY2386" fmla="*/ 77702 h 621454"/>
                <a:gd name="connsiteX2387" fmla="*/ 11065 w 591813"/>
                <a:gd name="connsiteY2387" fmla="*/ 77252 h 621454"/>
                <a:gd name="connsiteX2388" fmla="*/ 11447 w 591813"/>
                <a:gd name="connsiteY2388" fmla="*/ 76802 h 621454"/>
                <a:gd name="connsiteX2389" fmla="*/ 11852 w 591813"/>
                <a:gd name="connsiteY2389" fmla="*/ 76352 h 621454"/>
                <a:gd name="connsiteX2390" fmla="*/ 12257 w 591813"/>
                <a:gd name="connsiteY2390" fmla="*/ 75902 h 621454"/>
                <a:gd name="connsiteX2391" fmla="*/ 12639 w 591813"/>
                <a:gd name="connsiteY2391" fmla="*/ 75453 h 621454"/>
                <a:gd name="connsiteX2392" fmla="*/ 13044 w 591813"/>
                <a:gd name="connsiteY2392" fmla="*/ 75003 h 621454"/>
                <a:gd name="connsiteX2393" fmla="*/ 13426 w 591813"/>
                <a:gd name="connsiteY2393" fmla="*/ 74553 h 621454"/>
                <a:gd name="connsiteX2394" fmla="*/ 13831 w 591813"/>
                <a:gd name="connsiteY2394" fmla="*/ 74126 h 621454"/>
                <a:gd name="connsiteX2395" fmla="*/ 14213 w 591813"/>
                <a:gd name="connsiteY2395" fmla="*/ 73676 h 621454"/>
                <a:gd name="connsiteX2396" fmla="*/ 14618 w 591813"/>
                <a:gd name="connsiteY2396" fmla="*/ 73249 h 621454"/>
                <a:gd name="connsiteX2397" fmla="*/ 15000 w 591813"/>
                <a:gd name="connsiteY2397" fmla="*/ 72799 h 621454"/>
                <a:gd name="connsiteX2398" fmla="*/ 15405 w 591813"/>
                <a:gd name="connsiteY2398" fmla="*/ 72371 h 621454"/>
                <a:gd name="connsiteX2399" fmla="*/ 15810 w 591813"/>
                <a:gd name="connsiteY2399" fmla="*/ 71944 h 621454"/>
                <a:gd name="connsiteX2400" fmla="*/ 16192 w 591813"/>
                <a:gd name="connsiteY2400" fmla="*/ 71517 h 621454"/>
                <a:gd name="connsiteX2401" fmla="*/ 16597 w 591813"/>
                <a:gd name="connsiteY2401" fmla="*/ 71112 h 621454"/>
                <a:gd name="connsiteX2402" fmla="*/ 16979 w 591813"/>
                <a:gd name="connsiteY2402" fmla="*/ 70685 h 621454"/>
                <a:gd name="connsiteX2403" fmla="*/ 17384 w 591813"/>
                <a:gd name="connsiteY2403" fmla="*/ 70280 h 621454"/>
                <a:gd name="connsiteX2404" fmla="*/ 17767 w 591813"/>
                <a:gd name="connsiteY2404" fmla="*/ 69853 h 621454"/>
                <a:gd name="connsiteX2405" fmla="*/ 18171 w 591813"/>
                <a:gd name="connsiteY2405" fmla="*/ 69448 h 621454"/>
                <a:gd name="connsiteX2406" fmla="*/ 18576 w 591813"/>
                <a:gd name="connsiteY2406" fmla="*/ 69043 h 621454"/>
                <a:gd name="connsiteX2407" fmla="*/ 18959 w 591813"/>
                <a:gd name="connsiteY2407" fmla="*/ 68638 h 621454"/>
                <a:gd name="connsiteX2408" fmla="*/ 19363 w 591813"/>
                <a:gd name="connsiteY2408" fmla="*/ 68256 h 621454"/>
                <a:gd name="connsiteX2409" fmla="*/ 19745 w 591813"/>
                <a:gd name="connsiteY2409" fmla="*/ 67851 h 621454"/>
                <a:gd name="connsiteX2410" fmla="*/ 20151 w 591813"/>
                <a:gd name="connsiteY2410" fmla="*/ 67469 h 621454"/>
                <a:gd name="connsiteX2411" fmla="*/ 20533 w 591813"/>
                <a:gd name="connsiteY2411" fmla="*/ 67086 h 621454"/>
                <a:gd name="connsiteX2412" fmla="*/ 20937 w 591813"/>
                <a:gd name="connsiteY2412" fmla="*/ 66727 h 621454"/>
                <a:gd name="connsiteX2413" fmla="*/ 21320 w 591813"/>
                <a:gd name="connsiteY2413" fmla="*/ 66344 h 621454"/>
                <a:gd name="connsiteX2414" fmla="*/ 21725 w 591813"/>
                <a:gd name="connsiteY2414" fmla="*/ 65984 h 621454"/>
                <a:gd name="connsiteX2415" fmla="*/ 22129 w 591813"/>
                <a:gd name="connsiteY2415" fmla="*/ 65625 h 621454"/>
                <a:gd name="connsiteX2416" fmla="*/ 22512 w 591813"/>
                <a:gd name="connsiteY2416" fmla="*/ 65287 h 621454"/>
                <a:gd name="connsiteX2417" fmla="*/ 22917 w 591813"/>
                <a:gd name="connsiteY2417" fmla="*/ 64927 h 621454"/>
                <a:gd name="connsiteX2418" fmla="*/ 23299 w 591813"/>
                <a:gd name="connsiteY2418" fmla="*/ 64590 h 621454"/>
                <a:gd name="connsiteX2419" fmla="*/ 23704 w 591813"/>
                <a:gd name="connsiteY2419" fmla="*/ 64275 h 621454"/>
                <a:gd name="connsiteX2420" fmla="*/ 24086 w 591813"/>
                <a:gd name="connsiteY2420" fmla="*/ 63960 h 621454"/>
                <a:gd name="connsiteX2421" fmla="*/ 24491 w 591813"/>
                <a:gd name="connsiteY2421" fmla="*/ 63646 h 621454"/>
                <a:gd name="connsiteX2422" fmla="*/ 24873 w 591813"/>
                <a:gd name="connsiteY2422" fmla="*/ 63331 h 621454"/>
                <a:gd name="connsiteX2423" fmla="*/ 25278 w 591813"/>
                <a:gd name="connsiteY2423" fmla="*/ 63038 h 621454"/>
                <a:gd name="connsiteX2424" fmla="*/ 25683 w 591813"/>
                <a:gd name="connsiteY2424" fmla="*/ 62746 h 621454"/>
                <a:gd name="connsiteX2425" fmla="*/ 26065 w 591813"/>
                <a:gd name="connsiteY2425" fmla="*/ 62454 h 621454"/>
                <a:gd name="connsiteX2426" fmla="*/ 26470 w 591813"/>
                <a:gd name="connsiteY2426" fmla="*/ 62184 h 621454"/>
                <a:gd name="connsiteX2427" fmla="*/ 26852 w 591813"/>
                <a:gd name="connsiteY2427" fmla="*/ 61936 h 621454"/>
                <a:gd name="connsiteX2428" fmla="*/ 27257 w 591813"/>
                <a:gd name="connsiteY2428" fmla="*/ 61666 h 621454"/>
                <a:gd name="connsiteX2429" fmla="*/ 27639 w 591813"/>
                <a:gd name="connsiteY2429" fmla="*/ 61442 h 621454"/>
                <a:gd name="connsiteX2430" fmla="*/ 28044 w 591813"/>
                <a:gd name="connsiteY2430" fmla="*/ 61194 h 621454"/>
                <a:gd name="connsiteX2431" fmla="*/ 28427 w 591813"/>
                <a:gd name="connsiteY2431" fmla="*/ 60969 h 621454"/>
                <a:gd name="connsiteX2432" fmla="*/ 28831 w 591813"/>
                <a:gd name="connsiteY2432" fmla="*/ 60767 h 621454"/>
                <a:gd name="connsiteX2433" fmla="*/ 29236 w 591813"/>
                <a:gd name="connsiteY2433" fmla="*/ 60564 h 621454"/>
                <a:gd name="connsiteX2434" fmla="*/ 29619 w 591813"/>
                <a:gd name="connsiteY2434" fmla="*/ 60385 h 621454"/>
                <a:gd name="connsiteX2435" fmla="*/ 30023 w 591813"/>
                <a:gd name="connsiteY2435" fmla="*/ 60205 h 621454"/>
                <a:gd name="connsiteX2436" fmla="*/ 30405 w 591813"/>
                <a:gd name="connsiteY2436" fmla="*/ 60047 h 621454"/>
                <a:gd name="connsiteX2437" fmla="*/ 30811 w 591813"/>
                <a:gd name="connsiteY2437" fmla="*/ 59890 h 621454"/>
                <a:gd name="connsiteX2438" fmla="*/ 31193 w 591813"/>
                <a:gd name="connsiteY2438" fmla="*/ 59755 h 621454"/>
                <a:gd name="connsiteX2439" fmla="*/ 31597 w 591813"/>
                <a:gd name="connsiteY2439" fmla="*/ 59620 h 621454"/>
                <a:gd name="connsiteX2440" fmla="*/ 31980 w 591813"/>
                <a:gd name="connsiteY2440" fmla="*/ 59485 h 621454"/>
                <a:gd name="connsiteX2441" fmla="*/ 32385 w 591813"/>
                <a:gd name="connsiteY2441" fmla="*/ 59372 h 621454"/>
                <a:gd name="connsiteX2442" fmla="*/ 32789 w 591813"/>
                <a:gd name="connsiteY2442" fmla="*/ 59260 h 621454"/>
                <a:gd name="connsiteX2443" fmla="*/ 33172 w 591813"/>
                <a:gd name="connsiteY2443" fmla="*/ 59148 h 621454"/>
                <a:gd name="connsiteX2444" fmla="*/ 33577 w 591813"/>
                <a:gd name="connsiteY2444" fmla="*/ 59058 h 621454"/>
                <a:gd name="connsiteX2445" fmla="*/ 33959 w 591813"/>
                <a:gd name="connsiteY2445" fmla="*/ 58968 h 621454"/>
                <a:gd name="connsiteX2446" fmla="*/ 34364 w 591813"/>
                <a:gd name="connsiteY2446" fmla="*/ 58878 h 621454"/>
                <a:gd name="connsiteX2447" fmla="*/ 34746 w 591813"/>
                <a:gd name="connsiteY2447" fmla="*/ 58810 h 621454"/>
                <a:gd name="connsiteX2448" fmla="*/ 35151 w 591813"/>
                <a:gd name="connsiteY2448" fmla="*/ 58720 h 621454"/>
                <a:gd name="connsiteX2449" fmla="*/ 35556 w 591813"/>
                <a:gd name="connsiteY2449" fmla="*/ 58653 h 621454"/>
                <a:gd name="connsiteX2450" fmla="*/ 35938 w 591813"/>
                <a:gd name="connsiteY2450" fmla="*/ 58585 h 621454"/>
                <a:gd name="connsiteX2451" fmla="*/ 36343 w 591813"/>
                <a:gd name="connsiteY2451" fmla="*/ 58540 h 621454"/>
                <a:gd name="connsiteX2452" fmla="*/ 36725 w 591813"/>
                <a:gd name="connsiteY2452" fmla="*/ 58473 h 621454"/>
                <a:gd name="connsiteX2453" fmla="*/ 37130 w 591813"/>
                <a:gd name="connsiteY2453" fmla="*/ 58428 h 621454"/>
                <a:gd name="connsiteX2454" fmla="*/ 37512 w 591813"/>
                <a:gd name="connsiteY2454" fmla="*/ 58360 h 621454"/>
                <a:gd name="connsiteX2455" fmla="*/ 37917 w 591813"/>
                <a:gd name="connsiteY2455" fmla="*/ 58315 h 621454"/>
                <a:gd name="connsiteX2456" fmla="*/ 38299 w 591813"/>
                <a:gd name="connsiteY2456" fmla="*/ 58271 h 621454"/>
                <a:gd name="connsiteX2457" fmla="*/ 38704 w 591813"/>
                <a:gd name="connsiteY2457" fmla="*/ 58226 h 621454"/>
                <a:gd name="connsiteX2458" fmla="*/ 39109 w 591813"/>
                <a:gd name="connsiteY2458" fmla="*/ 58181 h 621454"/>
                <a:gd name="connsiteX2459" fmla="*/ 39491 w 591813"/>
                <a:gd name="connsiteY2459" fmla="*/ 58136 h 621454"/>
                <a:gd name="connsiteX2460" fmla="*/ 39897 w 591813"/>
                <a:gd name="connsiteY2460" fmla="*/ 58091 h 621454"/>
                <a:gd name="connsiteX2461" fmla="*/ 40279 w 591813"/>
                <a:gd name="connsiteY2461" fmla="*/ 58046 h 621454"/>
                <a:gd name="connsiteX2462" fmla="*/ 40683 w 591813"/>
                <a:gd name="connsiteY2462" fmla="*/ 58001 h 621454"/>
                <a:gd name="connsiteX2463" fmla="*/ 41065 w 591813"/>
                <a:gd name="connsiteY2463" fmla="*/ 57956 h 621454"/>
                <a:gd name="connsiteX2464" fmla="*/ 41471 w 591813"/>
                <a:gd name="connsiteY2464" fmla="*/ 57911 h 621454"/>
                <a:gd name="connsiteX2465" fmla="*/ 41853 w 591813"/>
                <a:gd name="connsiteY2465" fmla="*/ 57843 h 621454"/>
                <a:gd name="connsiteX2466" fmla="*/ 42257 w 591813"/>
                <a:gd name="connsiteY2466" fmla="*/ 57798 h 621454"/>
                <a:gd name="connsiteX2467" fmla="*/ 42663 w 591813"/>
                <a:gd name="connsiteY2467" fmla="*/ 57731 h 621454"/>
                <a:gd name="connsiteX2468" fmla="*/ 43045 w 591813"/>
                <a:gd name="connsiteY2468" fmla="*/ 57686 h 621454"/>
                <a:gd name="connsiteX2469" fmla="*/ 43449 w 591813"/>
                <a:gd name="connsiteY2469" fmla="*/ 57618 h 621454"/>
                <a:gd name="connsiteX2470" fmla="*/ 43832 w 591813"/>
                <a:gd name="connsiteY2470" fmla="*/ 57551 h 621454"/>
                <a:gd name="connsiteX2471" fmla="*/ 44214 w 591813"/>
                <a:gd name="connsiteY2471" fmla="*/ 57483 h 621454"/>
                <a:gd name="connsiteX2472" fmla="*/ 44619 w 591813"/>
                <a:gd name="connsiteY2472" fmla="*/ 57416 h 621454"/>
                <a:gd name="connsiteX2473" fmla="*/ 45024 w 591813"/>
                <a:gd name="connsiteY2473" fmla="*/ 57326 h 621454"/>
                <a:gd name="connsiteX2474" fmla="*/ 45384 w 591813"/>
                <a:gd name="connsiteY2474" fmla="*/ 57258 h 621454"/>
                <a:gd name="connsiteX2475" fmla="*/ 45811 w 591813"/>
                <a:gd name="connsiteY2475" fmla="*/ 57191 h 621454"/>
                <a:gd name="connsiteX2476" fmla="*/ 46193 w 591813"/>
                <a:gd name="connsiteY2476" fmla="*/ 57101 h 621454"/>
                <a:gd name="connsiteX2477" fmla="*/ 46576 w 591813"/>
                <a:gd name="connsiteY2477" fmla="*/ 57011 h 621454"/>
                <a:gd name="connsiteX2478" fmla="*/ 46980 w 591813"/>
                <a:gd name="connsiteY2478" fmla="*/ 56921 h 621454"/>
                <a:gd name="connsiteX2479" fmla="*/ 47363 w 591813"/>
                <a:gd name="connsiteY2479" fmla="*/ 56831 h 621454"/>
                <a:gd name="connsiteX2480" fmla="*/ 47768 w 591813"/>
                <a:gd name="connsiteY2480" fmla="*/ 56719 h 621454"/>
                <a:gd name="connsiteX2481" fmla="*/ 48150 w 591813"/>
                <a:gd name="connsiteY2481" fmla="*/ 56606 h 621454"/>
                <a:gd name="connsiteX2482" fmla="*/ 48555 w 591813"/>
                <a:gd name="connsiteY2482" fmla="*/ 56494 h 621454"/>
                <a:gd name="connsiteX2483" fmla="*/ 48959 w 591813"/>
                <a:gd name="connsiteY2483" fmla="*/ 56381 h 621454"/>
                <a:gd name="connsiteX2484" fmla="*/ 49342 w 591813"/>
                <a:gd name="connsiteY2484" fmla="*/ 56269 h 621454"/>
                <a:gd name="connsiteX2485" fmla="*/ 49747 w 591813"/>
                <a:gd name="connsiteY2485" fmla="*/ 56134 h 621454"/>
                <a:gd name="connsiteX2486" fmla="*/ 50129 w 591813"/>
                <a:gd name="connsiteY2486" fmla="*/ 56022 h 621454"/>
                <a:gd name="connsiteX2487" fmla="*/ 50534 w 591813"/>
                <a:gd name="connsiteY2487" fmla="*/ 55887 h 621454"/>
                <a:gd name="connsiteX2488" fmla="*/ 50916 w 591813"/>
                <a:gd name="connsiteY2488" fmla="*/ 55752 h 621454"/>
                <a:gd name="connsiteX2489" fmla="*/ 51321 w 591813"/>
                <a:gd name="connsiteY2489" fmla="*/ 55617 h 621454"/>
                <a:gd name="connsiteX2490" fmla="*/ 51704 w 591813"/>
                <a:gd name="connsiteY2490" fmla="*/ 55459 h 621454"/>
                <a:gd name="connsiteX2491" fmla="*/ 52108 w 591813"/>
                <a:gd name="connsiteY2491" fmla="*/ 55324 h 621454"/>
                <a:gd name="connsiteX2492" fmla="*/ 52513 w 591813"/>
                <a:gd name="connsiteY2492" fmla="*/ 55167 h 621454"/>
                <a:gd name="connsiteX2493" fmla="*/ 52895 w 591813"/>
                <a:gd name="connsiteY2493" fmla="*/ 55010 h 621454"/>
                <a:gd name="connsiteX2494" fmla="*/ 53300 w 591813"/>
                <a:gd name="connsiteY2494" fmla="*/ 54852 h 621454"/>
                <a:gd name="connsiteX2495" fmla="*/ 53682 w 591813"/>
                <a:gd name="connsiteY2495" fmla="*/ 54672 h 621454"/>
                <a:gd name="connsiteX2496" fmla="*/ 54087 w 591813"/>
                <a:gd name="connsiteY2496" fmla="*/ 54515 h 621454"/>
                <a:gd name="connsiteX2497" fmla="*/ 54470 w 591813"/>
                <a:gd name="connsiteY2497" fmla="*/ 54335 h 621454"/>
                <a:gd name="connsiteX2498" fmla="*/ 54874 w 591813"/>
                <a:gd name="connsiteY2498" fmla="*/ 54155 h 621454"/>
                <a:gd name="connsiteX2499" fmla="*/ 55257 w 591813"/>
                <a:gd name="connsiteY2499" fmla="*/ 53975 h 621454"/>
                <a:gd name="connsiteX2500" fmla="*/ 55662 w 591813"/>
                <a:gd name="connsiteY2500" fmla="*/ 53795 h 621454"/>
                <a:gd name="connsiteX2501" fmla="*/ 56066 w 591813"/>
                <a:gd name="connsiteY2501" fmla="*/ 53615 h 621454"/>
                <a:gd name="connsiteX2502" fmla="*/ 56449 w 591813"/>
                <a:gd name="connsiteY2502" fmla="*/ 53413 h 621454"/>
                <a:gd name="connsiteX2503" fmla="*/ 56853 w 591813"/>
                <a:gd name="connsiteY2503" fmla="*/ 53233 h 621454"/>
                <a:gd name="connsiteX2504" fmla="*/ 57236 w 591813"/>
                <a:gd name="connsiteY2504" fmla="*/ 53030 h 621454"/>
                <a:gd name="connsiteX2505" fmla="*/ 57641 w 591813"/>
                <a:gd name="connsiteY2505" fmla="*/ 52828 h 621454"/>
                <a:gd name="connsiteX2506" fmla="*/ 58023 w 591813"/>
                <a:gd name="connsiteY2506" fmla="*/ 52626 h 621454"/>
                <a:gd name="connsiteX2507" fmla="*/ 58428 w 591813"/>
                <a:gd name="connsiteY2507" fmla="*/ 52401 h 621454"/>
                <a:gd name="connsiteX2508" fmla="*/ 58810 w 591813"/>
                <a:gd name="connsiteY2508" fmla="*/ 52198 h 621454"/>
                <a:gd name="connsiteX2509" fmla="*/ 59215 w 591813"/>
                <a:gd name="connsiteY2509" fmla="*/ 51973 h 621454"/>
                <a:gd name="connsiteX2510" fmla="*/ 59619 w 591813"/>
                <a:gd name="connsiteY2510" fmla="*/ 51749 h 621454"/>
                <a:gd name="connsiteX2511" fmla="*/ 60002 w 591813"/>
                <a:gd name="connsiteY2511" fmla="*/ 51524 h 621454"/>
                <a:gd name="connsiteX2512" fmla="*/ 60407 w 591813"/>
                <a:gd name="connsiteY2512" fmla="*/ 51299 h 621454"/>
                <a:gd name="connsiteX2513" fmla="*/ 60789 w 591813"/>
                <a:gd name="connsiteY2513" fmla="*/ 51051 h 621454"/>
                <a:gd name="connsiteX2514" fmla="*/ 61194 w 591813"/>
                <a:gd name="connsiteY2514" fmla="*/ 50826 h 621454"/>
                <a:gd name="connsiteX2515" fmla="*/ 61576 w 591813"/>
                <a:gd name="connsiteY2515" fmla="*/ 50579 h 621454"/>
                <a:gd name="connsiteX2516" fmla="*/ 61981 w 591813"/>
                <a:gd name="connsiteY2516" fmla="*/ 50332 h 621454"/>
                <a:gd name="connsiteX2517" fmla="*/ 62364 w 591813"/>
                <a:gd name="connsiteY2517" fmla="*/ 50084 h 621454"/>
                <a:gd name="connsiteX2518" fmla="*/ 62768 w 591813"/>
                <a:gd name="connsiteY2518" fmla="*/ 49837 h 621454"/>
                <a:gd name="connsiteX2519" fmla="*/ 63173 w 591813"/>
                <a:gd name="connsiteY2519" fmla="*/ 49590 h 621454"/>
                <a:gd name="connsiteX2520" fmla="*/ 63555 w 591813"/>
                <a:gd name="connsiteY2520" fmla="*/ 49320 h 621454"/>
                <a:gd name="connsiteX2521" fmla="*/ 63960 w 591813"/>
                <a:gd name="connsiteY2521" fmla="*/ 49072 h 621454"/>
                <a:gd name="connsiteX2522" fmla="*/ 64342 w 591813"/>
                <a:gd name="connsiteY2522" fmla="*/ 48825 h 621454"/>
                <a:gd name="connsiteX2523" fmla="*/ 64747 w 591813"/>
                <a:gd name="connsiteY2523" fmla="*/ 48555 h 621454"/>
                <a:gd name="connsiteX2524" fmla="*/ 65130 w 591813"/>
                <a:gd name="connsiteY2524" fmla="*/ 48308 h 621454"/>
                <a:gd name="connsiteX2525" fmla="*/ 65534 w 591813"/>
                <a:gd name="connsiteY2525" fmla="*/ 48038 h 621454"/>
                <a:gd name="connsiteX2526" fmla="*/ 65939 w 591813"/>
                <a:gd name="connsiteY2526" fmla="*/ 47768 h 621454"/>
                <a:gd name="connsiteX2527" fmla="*/ 66322 w 591813"/>
                <a:gd name="connsiteY2527" fmla="*/ 47498 h 621454"/>
                <a:gd name="connsiteX2528" fmla="*/ 66726 w 591813"/>
                <a:gd name="connsiteY2528" fmla="*/ 47251 h 621454"/>
                <a:gd name="connsiteX2529" fmla="*/ 67109 w 591813"/>
                <a:gd name="connsiteY2529" fmla="*/ 46981 h 621454"/>
                <a:gd name="connsiteX2530" fmla="*/ 67513 w 591813"/>
                <a:gd name="connsiteY2530" fmla="*/ 46711 h 621454"/>
                <a:gd name="connsiteX2531" fmla="*/ 67896 w 591813"/>
                <a:gd name="connsiteY2531" fmla="*/ 46441 h 621454"/>
                <a:gd name="connsiteX2532" fmla="*/ 68301 w 591813"/>
                <a:gd name="connsiteY2532" fmla="*/ 46149 h 621454"/>
                <a:gd name="connsiteX2533" fmla="*/ 68683 w 591813"/>
                <a:gd name="connsiteY2533" fmla="*/ 45879 h 621454"/>
                <a:gd name="connsiteX2534" fmla="*/ 69088 w 591813"/>
                <a:gd name="connsiteY2534" fmla="*/ 45609 h 621454"/>
                <a:gd name="connsiteX2535" fmla="*/ 69493 w 591813"/>
                <a:gd name="connsiteY2535" fmla="*/ 45317 h 621454"/>
                <a:gd name="connsiteX2536" fmla="*/ 69875 w 591813"/>
                <a:gd name="connsiteY2536" fmla="*/ 45047 h 621454"/>
                <a:gd name="connsiteX2537" fmla="*/ 70280 w 591813"/>
                <a:gd name="connsiteY2537" fmla="*/ 44754 h 621454"/>
                <a:gd name="connsiteX2538" fmla="*/ 70662 w 591813"/>
                <a:gd name="connsiteY2538" fmla="*/ 44484 h 621454"/>
                <a:gd name="connsiteX2539" fmla="*/ 71067 w 591813"/>
                <a:gd name="connsiteY2539" fmla="*/ 44192 h 621454"/>
                <a:gd name="connsiteX2540" fmla="*/ 71449 w 591813"/>
                <a:gd name="connsiteY2540" fmla="*/ 43922 h 621454"/>
                <a:gd name="connsiteX2541" fmla="*/ 71854 w 591813"/>
                <a:gd name="connsiteY2541" fmla="*/ 43630 h 621454"/>
                <a:gd name="connsiteX2542" fmla="*/ 72236 w 591813"/>
                <a:gd name="connsiteY2542" fmla="*/ 43337 h 621454"/>
                <a:gd name="connsiteX2543" fmla="*/ 72641 w 591813"/>
                <a:gd name="connsiteY2543" fmla="*/ 43045 h 621454"/>
                <a:gd name="connsiteX2544" fmla="*/ 73046 w 591813"/>
                <a:gd name="connsiteY2544" fmla="*/ 42753 h 621454"/>
                <a:gd name="connsiteX2545" fmla="*/ 73428 w 591813"/>
                <a:gd name="connsiteY2545" fmla="*/ 42460 h 621454"/>
                <a:gd name="connsiteX2546" fmla="*/ 73833 w 591813"/>
                <a:gd name="connsiteY2546" fmla="*/ 42168 h 621454"/>
                <a:gd name="connsiteX2547" fmla="*/ 74216 w 591813"/>
                <a:gd name="connsiteY2547" fmla="*/ 41876 h 621454"/>
                <a:gd name="connsiteX2548" fmla="*/ 74620 w 591813"/>
                <a:gd name="connsiteY2548" fmla="*/ 41583 h 621454"/>
                <a:gd name="connsiteX2549" fmla="*/ 75002 w 591813"/>
                <a:gd name="connsiteY2549" fmla="*/ 41291 h 621454"/>
                <a:gd name="connsiteX2550" fmla="*/ 75407 w 591813"/>
                <a:gd name="connsiteY2550" fmla="*/ 40976 h 621454"/>
                <a:gd name="connsiteX2551" fmla="*/ 75790 w 591813"/>
                <a:gd name="connsiteY2551" fmla="*/ 40684 h 621454"/>
                <a:gd name="connsiteX2552" fmla="*/ 76194 w 591813"/>
                <a:gd name="connsiteY2552" fmla="*/ 40391 h 621454"/>
                <a:gd name="connsiteX2553" fmla="*/ 76599 w 591813"/>
                <a:gd name="connsiteY2553" fmla="*/ 40099 h 621454"/>
                <a:gd name="connsiteX2554" fmla="*/ 76982 w 591813"/>
                <a:gd name="connsiteY2554" fmla="*/ 39807 h 621454"/>
                <a:gd name="connsiteX2555" fmla="*/ 77386 w 591813"/>
                <a:gd name="connsiteY2555" fmla="*/ 39514 h 621454"/>
                <a:gd name="connsiteX2556" fmla="*/ 77769 w 591813"/>
                <a:gd name="connsiteY2556" fmla="*/ 39222 h 621454"/>
                <a:gd name="connsiteX2557" fmla="*/ 78173 w 591813"/>
                <a:gd name="connsiteY2557" fmla="*/ 38929 h 621454"/>
                <a:gd name="connsiteX2558" fmla="*/ 78556 w 591813"/>
                <a:gd name="connsiteY2558" fmla="*/ 38637 h 621454"/>
                <a:gd name="connsiteX2559" fmla="*/ 78961 w 591813"/>
                <a:gd name="connsiteY2559" fmla="*/ 38345 h 621454"/>
                <a:gd name="connsiteX2560" fmla="*/ 79343 w 591813"/>
                <a:gd name="connsiteY2560" fmla="*/ 38052 h 621454"/>
                <a:gd name="connsiteX2561" fmla="*/ 79748 w 591813"/>
                <a:gd name="connsiteY2561" fmla="*/ 37760 h 621454"/>
                <a:gd name="connsiteX2562" fmla="*/ 80153 w 591813"/>
                <a:gd name="connsiteY2562" fmla="*/ 37468 h 621454"/>
                <a:gd name="connsiteX2563" fmla="*/ 80535 w 591813"/>
                <a:gd name="connsiteY2563" fmla="*/ 37175 h 621454"/>
                <a:gd name="connsiteX2564" fmla="*/ 80940 w 591813"/>
                <a:gd name="connsiteY2564" fmla="*/ 36883 h 621454"/>
                <a:gd name="connsiteX2565" fmla="*/ 81322 w 591813"/>
                <a:gd name="connsiteY2565" fmla="*/ 36613 h 621454"/>
                <a:gd name="connsiteX2566" fmla="*/ 81727 w 591813"/>
                <a:gd name="connsiteY2566" fmla="*/ 36321 h 621454"/>
                <a:gd name="connsiteX2567" fmla="*/ 82109 w 591813"/>
                <a:gd name="connsiteY2567" fmla="*/ 36028 h 621454"/>
                <a:gd name="connsiteX2568" fmla="*/ 82514 w 591813"/>
                <a:gd name="connsiteY2568" fmla="*/ 35758 h 621454"/>
                <a:gd name="connsiteX2569" fmla="*/ 82919 w 591813"/>
                <a:gd name="connsiteY2569" fmla="*/ 35489 h 621454"/>
                <a:gd name="connsiteX2570" fmla="*/ 83301 w 591813"/>
                <a:gd name="connsiteY2570" fmla="*/ 35196 h 621454"/>
                <a:gd name="connsiteX2571" fmla="*/ 83706 w 591813"/>
                <a:gd name="connsiteY2571" fmla="*/ 34926 h 621454"/>
                <a:gd name="connsiteX2572" fmla="*/ 84088 w 591813"/>
                <a:gd name="connsiteY2572" fmla="*/ 34656 h 621454"/>
                <a:gd name="connsiteX2573" fmla="*/ 84493 w 591813"/>
                <a:gd name="connsiteY2573" fmla="*/ 34364 h 621454"/>
                <a:gd name="connsiteX2574" fmla="*/ 84876 w 591813"/>
                <a:gd name="connsiteY2574" fmla="*/ 34094 h 621454"/>
                <a:gd name="connsiteX2575" fmla="*/ 85280 w 591813"/>
                <a:gd name="connsiteY2575" fmla="*/ 33824 h 621454"/>
                <a:gd name="connsiteX2576" fmla="*/ 85662 w 591813"/>
                <a:gd name="connsiteY2576" fmla="*/ 33554 h 621454"/>
                <a:gd name="connsiteX2577" fmla="*/ 86067 w 591813"/>
                <a:gd name="connsiteY2577" fmla="*/ 33307 h 621454"/>
                <a:gd name="connsiteX2578" fmla="*/ 86472 w 591813"/>
                <a:gd name="connsiteY2578" fmla="*/ 33037 h 621454"/>
                <a:gd name="connsiteX2579" fmla="*/ 86854 w 591813"/>
                <a:gd name="connsiteY2579" fmla="*/ 32767 h 621454"/>
                <a:gd name="connsiteX2580" fmla="*/ 87259 w 591813"/>
                <a:gd name="connsiteY2580" fmla="*/ 32520 h 621454"/>
                <a:gd name="connsiteX2581" fmla="*/ 87642 w 591813"/>
                <a:gd name="connsiteY2581" fmla="*/ 32273 h 621454"/>
                <a:gd name="connsiteX2582" fmla="*/ 88047 w 591813"/>
                <a:gd name="connsiteY2582" fmla="*/ 32025 h 621454"/>
                <a:gd name="connsiteX2583" fmla="*/ 88429 w 591813"/>
                <a:gd name="connsiteY2583" fmla="*/ 31778 h 621454"/>
                <a:gd name="connsiteX2584" fmla="*/ 88834 w 591813"/>
                <a:gd name="connsiteY2584" fmla="*/ 31530 h 621454"/>
                <a:gd name="connsiteX2585" fmla="*/ 89216 w 591813"/>
                <a:gd name="connsiteY2585" fmla="*/ 31306 h 621454"/>
                <a:gd name="connsiteX2586" fmla="*/ 89621 w 591813"/>
                <a:gd name="connsiteY2586" fmla="*/ 31081 h 621454"/>
                <a:gd name="connsiteX2587" fmla="*/ 90025 w 591813"/>
                <a:gd name="connsiteY2587" fmla="*/ 30856 h 621454"/>
                <a:gd name="connsiteX2588" fmla="*/ 90408 w 591813"/>
                <a:gd name="connsiteY2588" fmla="*/ 30631 h 621454"/>
                <a:gd name="connsiteX2589" fmla="*/ 90813 w 591813"/>
                <a:gd name="connsiteY2589" fmla="*/ 30406 h 621454"/>
                <a:gd name="connsiteX2590" fmla="*/ 91195 w 591813"/>
                <a:gd name="connsiteY2590" fmla="*/ 30204 h 621454"/>
                <a:gd name="connsiteX2591" fmla="*/ 91600 w 591813"/>
                <a:gd name="connsiteY2591" fmla="*/ 29979 h 621454"/>
                <a:gd name="connsiteX2592" fmla="*/ 91982 w 591813"/>
                <a:gd name="connsiteY2592" fmla="*/ 29799 h 621454"/>
                <a:gd name="connsiteX2593" fmla="*/ 92387 w 591813"/>
                <a:gd name="connsiteY2593" fmla="*/ 29596 h 621454"/>
                <a:gd name="connsiteX2594" fmla="*/ 92770 w 591813"/>
                <a:gd name="connsiteY2594" fmla="*/ 29394 h 621454"/>
                <a:gd name="connsiteX2595" fmla="*/ 93174 w 591813"/>
                <a:gd name="connsiteY2595" fmla="*/ 29214 h 621454"/>
                <a:gd name="connsiteX2596" fmla="*/ 93579 w 591813"/>
                <a:gd name="connsiteY2596" fmla="*/ 29034 h 621454"/>
                <a:gd name="connsiteX2597" fmla="*/ 93961 w 591813"/>
                <a:gd name="connsiteY2597" fmla="*/ 28877 h 621454"/>
                <a:gd name="connsiteX2598" fmla="*/ 94366 w 591813"/>
                <a:gd name="connsiteY2598" fmla="*/ 28719 h 621454"/>
                <a:gd name="connsiteX2599" fmla="*/ 94748 w 591813"/>
                <a:gd name="connsiteY2599" fmla="*/ 28562 h 621454"/>
                <a:gd name="connsiteX2600" fmla="*/ 95153 w 591813"/>
                <a:gd name="connsiteY2600" fmla="*/ 28427 h 621454"/>
                <a:gd name="connsiteX2601" fmla="*/ 95536 w 591813"/>
                <a:gd name="connsiteY2601" fmla="*/ 28292 h 621454"/>
                <a:gd name="connsiteX2602" fmla="*/ 95940 w 591813"/>
                <a:gd name="connsiteY2602" fmla="*/ 28179 h 621454"/>
                <a:gd name="connsiteX2603" fmla="*/ 96345 w 591813"/>
                <a:gd name="connsiteY2603" fmla="*/ 28045 h 621454"/>
                <a:gd name="connsiteX2604" fmla="*/ 96727 w 591813"/>
                <a:gd name="connsiteY2604" fmla="*/ 27955 h 621454"/>
                <a:gd name="connsiteX2605" fmla="*/ 97132 w 591813"/>
                <a:gd name="connsiteY2605" fmla="*/ 27865 h 621454"/>
                <a:gd name="connsiteX2606" fmla="*/ 97515 w 591813"/>
                <a:gd name="connsiteY2606" fmla="*/ 27775 h 621454"/>
                <a:gd name="connsiteX2607" fmla="*/ 97919 w 591813"/>
                <a:gd name="connsiteY2607" fmla="*/ 27707 h 621454"/>
                <a:gd name="connsiteX2608" fmla="*/ 98302 w 591813"/>
                <a:gd name="connsiteY2608" fmla="*/ 27662 h 621454"/>
                <a:gd name="connsiteX2609" fmla="*/ 98707 w 591813"/>
                <a:gd name="connsiteY2609" fmla="*/ 27617 h 621454"/>
                <a:gd name="connsiteX2610" fmla="*/ 99089 w 591813"/>
                <a:gd name="connsiteY2610" fmla="*/ 27595 h 621454"/>
                <a:gd name="connsiteX2611" fmla="*/ 99494 w 591813"/>
                <a:gd name="connsiteY2611" fmla="*/ 27572 h 621454"/>
                <a:gd name="connsiteX2612" fmla="*/ 99899 w 591813"/>
                <a:gd name="connsiteY2612" fmla="*/ 27572 h 621454"/>
                <a:gd name="connsiteX2613" fmla="*/ 100281 w 591813"/>
                <a:gd name="connsiteY2613" fmla="*/ 27595 h 621454"/>
                <a:gd name="connsiteX2614" fmla="*/ 100685 w 591813"/>
                <a:gd name="connsiteY2614" fmla="*/ 27617 h 621454"/>
                <a:gd name="connsiteX2615" fmla="*/ 101068 w 591813"/>
                <a:gd name="connsiteY2615" fmla="*/ 27662 h 621454"/>
                <a:gd name="connsiteX2616" fmla="*/ 101473 w 591813"/>
                <a:gd name="connsiteY2616" fmla="*/ 27730 h 621454"/>
                <a:gd name="connsiteX2617" fmla="*/ 101855 w 591813"/>
                <a:gd name="connsiteY2617" fmla="*/ 27820 h 621454"/>
                <a:gd name="connsiteX2618" fmla="*/ 102260 w 591813"/>
                <a:gd name="connsiteY2618" fmla="*/ 27932 h 621454"/>
                <a:gd name="connsiteX2619" fmla="*/ 102642 w 591813"/>
                <a:gd name="connsiteY2619" fmla="*/ 28045 h 621454"/>
                <a:gd name="connsiteX2620" fmla="*/ 103047 w 591813"/>
                <a:gd name="connsiteY2620" fmla="*/ 28179 h 621454"/>
                <a:gd name="connsiteX2621" fmla="*/ 103452 w 591813"/>
                <a:gd name="connsiteY2621" fmla="*/ 28337 h 621454"/>
                <a:gd name="connsiteX2622" fmla="*/ 103834 w 591813"/>
                <a:gd name="connsiteY2622" fmla="*/ 28517 h 621454"/>
                <a:gd name="connsiteX2623" fmla="*/ 104239 w 591813"/>
                <a:gd name="connsiteY2623" fmla="*/ 28719 h 621454"/>
                <a:gd name="connsiteX2624" fmla="*/ 104621 w 591813"/>
                <a:gd name="connsiteY2624" fmla="*/ 28944 h 621454"/>
                <a:gd name="connsiteX2625" fmla="*/ 105026 w 591813"/>
                <a:gd name="connsiteY2625" fmla="*/ 29169 h 621454"/>
                <a:gd name="connsiteX2626" fmla="*/ 105408 w 591813"/>
                <a:gd name="connsiteY2626" fmla="*/ 29416 h 621454"/>
                <a:gd name="connsiteX2627" fmla="*/ 105813 w 591813"/>
                <a:gd name="connsiteY2627" fmla="*/ 29686 h 621454"/>
                <a:gd name="connsiteX2628" fmla="*/ 106196 w 591813"/>
                <a:gd name="connsiteY2628" fmla="*/ 29979 h 621454"/>
                <a:gd name="connsiteX2629" fmla="*/ 106600 w 591813"/>
                <a:gd name="connsiteY2629" fmla="*/ 30293 h 621454"/>
                <a:gd name="connsiteX2630" fmla="*/ 107005 w 591813"/>
                <a:gd name="connsiteY2630" fmla="*/ 30631 h 621454"/>
                <a:gd name="connsiteX2631" fmla="*/ 107388 w 591813"/>
                <a:gd name="connsiteY2631" fmla="*/ 30991 h 621454"/>
                <a:gd name="connsiteX2632" fmla="*/ 107792 w 591813"/>
                <a:gd name="connsiteY2632" fmla="*/ 31373 h 621454"/>
                <a:gd name="connsiteX2633" fmla="*/ 108175 w 591813"/>
                <a:gd name="connsiteY2633" fmla="*/ 31778 h 621454"/>
                <a:gd name="connsiteX2634" fmla="*/ 108579 w 591813"/>
                <a:gd name="connsiteY2634" fmla="*/ 32205 h 621454"/>
                <a:gd name="connsiteX2635" fmla="*/ 108962 w 591813"/>
                <a:gd name="connsiteY2635" fmla="*/ 32655 h 621454"/>
                <a:gd name="connsiteX2636" fmla="*/ 109367 w 591813"/>
                <a:gd name="connsiteY2636" fmla="*/ 33127 h 621454"/>
                <a:gd name="connsiteX2637" fmla="*/ 109749 w 591813"/>
                <a:gd name="connsiteY2637" fmla="*/ 33622 h 621454"/>
                <a:gd name="connsiteX2638" fmla="*/ 110154 w 591813"/>
                <a:gd name="connsiteY2638" fmla="*/ 34139 h 621454"/>
                <a:gd name="connsiteX2639" fmla="*/ 110559 w 591813"/>
                <a:gd name="connsiteY2639" fmla="*/ 34679 h 621454"/>
                <a:gd name="connsiteX2640" fmla="*/ 110941 w 591813"/>
                <a:gd name="connsiteY2640" fmla="*/ 35264 h 621454"/>
                <a:gd name="connsiteX2641" fmla="*/ 111345 w 591813"/>
                <a:gd name="connsiteY2641" fmla="*/ 35848 h 621454"/>
                <a:gd name="connsiteX2642" fmla="*/ 111728 w 591813"/>
                <a:gd name="connsiteY2642" fmla="*/ 36478 h 621454"/>
                <a:gd name="connsiteX2643" fmla="*/ 112133 w 591813"/>
                <a:gd name="connsiteY2643" fmla="*/ 37130 h 621454"/>
                <a:gd name="connsiteX2644" fmla="*/ 112515 w 591813"/>
                <a:gd name="connsiteY2644" fmla="*/ 37805 h 621454"/>
                <a:gd name="connsiteX2645" fmla="*/ 112920 w 591813"/>
                <a:gd name="connsiteY2645" fmla="*/ 38502 h 621454"/>
                <a:gd name="connsiteX2646" fmla="*/ 113325 w 591813"/>
                <a:gd name="connsiteY2646" fmla="*/ 39244 h 621454"/>
                <a:gd name="connsiteX2647" fmla="*/ 113707 w 591813"/>
                <a:gd name="connsiteY2647" fmla="*/ 40009 h 621454"/>
                <a:gd name="connsiteX2648" fmla="*/ 114112 w 591813"/>
                <a:gd name="connsiteY2648" fmla="*/ 40796 h 621454"/>
                <a:gd name="connsiteX2649" fmla="*/ 114494 w 591813"/>
                <a:gd name="connsiteY2649" fmla="*/ 41606 h 621454"/>
                <a:gd name="connsiteX2650" fmla="*/ 114899 w 591813"/>
                <a:gd name="connsiteY2650" fmla="*/ 42460 h 621454"/>
                <a:gd name="connsiteX2651" fmla="*/ 115281 w 591813"/>
                <a:gd name="connsiteY2651" fmla="*/ 43337 h 621454"/>
                <a:gd name="connsiteX2652" fmla="*/ 115686 w 591813"/>
                <a:gd name="connsiteY2652" fmla="*/ 44237 h 621454"/>
                <a:gd name="connsiteX2653" fmla="*/ 116068 w 591813"/>
                <a:gd name="connsiteY2653" fmla="*/ 45159 h 621454"/>
                <a:gd name="connsiteX2654" fmla="*/ 116473 w 591813"/>
                <a:gd name="connsiteY2654" fmla="*/ 46126 h 621454"/>
                <a:gd name="connsiteX2655" fmla="*/ 116878 w 591813"/>
                <a:gd name="connsiteY2655" fmla="*/ 47116 h 621454"/>
                <a:gd name="connsiteX2656" fmla="*/ 117260 w 591813"/>
                <a:gd name="connsiteY2656" fmla="*/ 48128 h 621454"/>
                <a:gd name="connsiteX2657" fmla="*/ 117665 w 591813"/>
                <a:gd name="connsiteY2657" fmla="*/ 49185 h 621454"/>
                <a:gd name="connsiteX2658" fmla="*/ 118048 w 591813"/>
                <a:gd name="connsiteY2658" fmla="*/ 50242 h 621454"/>
                <a:gd name="connsiteX2659" fmla="*/ 118452 w 591813"/>
                <a:gd name="connsiteY2659" fmla="*/ 51366 h 621454"/>
                <a:gd name="connsiteX2660" fmla="*/ 118835 w 591813"/>
                <a:gd name="connsiteY2660" fmla="*/ 52491 h 621454"/>
                <a:gd name="connsiteX2661" fmla="*/ 119239 w 591813"/>
                <a:gd name="connsiteY2661" fmla="*/ 53660 h 621454"/>
                <a:gd name="connsiteX2662" fmla="*/ 119622 w 591813"/>
                <a:gd name="connsiteY2662" fmla="*/ 54852 h 621454"/>
                <a:gd name="connsiteX2663" fmla="*/ 120027 w 591813"/>
                <a:gd name="connsiteY2663" fmla="*/ 56067 h 621454"/>
                <a:gd name="connsiteX2664" fmla="*/ 120431 w 591813"/>
                <a:gd name="connsiteY2664" fmla="*/ 57326 h 621454"/>
                <a:gd name="connsiteX2665" fmla="*/ 120814 w 591813"/>
                <a:gd name="connsiteY2665" fmla="*/ 58608 h 621454"/>
                <a:gd name="connsiteX2666" fmla="*/ 121219 w 591813"/>
                <a:gd name="connsiteY2666" fmla="*/ 59912 h 621454"/>
                <a:gd name="connsiteX2667" fmla="*/ 121601 w 591813"/>
                <a:gd name="connsiteY2667" fmla="*/ 61262 h 621454"/>
                <a:gd name="connsiteX2668" fmla="*/ 122006 w 591813"/>
                <a:gd name="connsiteY2668" fmla="*/ 62633 h 621454"/>
                <a:gd name="connsiteX2669" fmla="*/ 122388 w 591813"/>
                <a:gd name="connsiteY2669" fmla="*/ 64028 h 621454"/>
                <a:gd name="connsiteX2670" fmla="*/ 122793 w 591813"/>
                <a:gd name="connsiteY2670" fmla="*/ 65445 h 621454"/>
                <a:gd name="connsiteX2671" fmla="*/ 123175 w 591813"/>
                <a:gd name="connsiteY2671" fmla="*/ 66907 h 621454"/>
                <a:gd name="connsiteX2672" fmla="*/ 123580 w 591813"/>
                <a:gd name="connsiteY2672" fmla="*/ 68391 h 621454"/>
                <a:gd name="connsiteX2673" fmla="*/ 123985 w 591813"/>
                <a:gd name="connsiteY2673" fmla="*/ 69898 h 621454"/>
                <a:gd name="connsiteX2674" fmla="*/ 124367 w 591813"/>
                <a:gd name="connsiteY2674" fmla="*/ 71427 h 621454"/>
                <a:gd name="connsiteX2675" fmla="*/ 124772 w 591813"/>
                <a:gd name="connsiteY2675" fmla="*/ 73001 h 621454"/>
                <a:gd name="connsiteX2676" fmla="*/ 125154 w 591813"/>
                <a:gd name="connsiteY2676" fmla="*/ 74575 h 621454"/>
                <a:gd name="connsiteX2677" fmla="*/ 125559 w 591813"/>
                <a:gd name="connsiteY2677" fmla="*/ 76195 h 621454"/>
                <a:gd name="connsiteX2678" fmla="*/ 125942 w 591813"/>
                <a:gd name="connsiteY2678" fmla="*/ 77836 h 621454"/>
                <a:gd name="connsiteX2679" fmla="*/ 126346 w 591813"/>
                <a:gd name="connsiteY2679" fmla="*/ 79523 h 621454"/>
                <a:gd name="connsiteX2680" fmla="*/ 126751 w 591813"/>
                <a:gd name="connsiteY2680" fmla="*/ 81210 h 621454"/>
                <a:gd name="connsiteX2681" fmla="*/ 127133 w 591813"/>
                <a:gd name="connsiteY2681" fmla="*/ 82942 h 621454"/>
                <a:gd name="connsiteX2682" fmla="*/ 127538 w 591813"/>
                <a:gd name="connsiteY2682" fmla="*/ 84673 h 621454"/>
                <a:gd name="connsiteX2683" fmla="*/ 127920 w 591813"/>
                <a:gd name="connsiteY2683" fmla="*/ 86450 h 621454"/>
                <a:gd name="connsiteX2684" fmla="*/ 128325 w 591813"/>
                <a:gd name="connsiteY2684" fmla="*/ 88249 h 621454"/>
                <a:gd name="connsiteX2685" fmla="*/ 128708 w 591813"/>
                <a:gd name="connsiteY2685" fmla="*/ 90071 h 621454"/>
                <a:gd name="connsiteX2686" fmla="*/ 129113 w 591813"/>
                <a:gd name="connsiteY2686" fmla="*/ 91915 h 621454"/>
                <a:gd name="connsiteX2687" fmla="*/ 129495 w 591813"/>
                <a:gd name="connsiteY2687" fmla="*/ 93759 h 621454"/>
                <a:gd name="connsiteX2688" fmla="*/ 129899 w 591813"/>
                <a:gd name="connsiteY2688" fmla="*/ 95648 h 621454"/>
                <a:gd name="connsiteX2689" fmla="*/ 130305 w 591813"/>
                <a:gd name="connsiteY2689" fmla="*/ 97560 h 621454"/>
                <a:gd name="connsiteX2690" fmla="*/ 130687 w 591813"/>
                <a:gd name="connsiteY2690" fmla="*/ 99494 h 621454"/>
                <a:gd name="connsiteX2691" fmla="*/ 131091 w 591813"/>
                <a:gd name="connsiteY2691" fmla="*/ 101473 h 621454"/>
                <a:gd name="connsiteX2692" fmla="*/ 131474 w 591813"/>
                <a:gd name="connsiteY2692" fmla="*/ 103452 h 621454"/>
                <a:gd name="connsiteX2693" fmla="*/ 131879 w 591813"/>
                <a:gd name="connsiteY2693" fmla="*/ 105454 h 621454"/>
                <a:gd name="connsiteX2694" fmla="*/ 132261 w 591813"/>
                <a:gd name="connsiteY2694" fmla="*/ 107478 h 621454"/>
                <a:gd name="connsiteX2695" fmla="*/ 132666 w 591813"/>
                <a:gd name="connsiteY2695" fmla="*/ 109524 h 621454"/>
                <a:gd name="connsiteX2696" fmla="*/ 133048 w 591813"/>
                <a:gd name="connsiteY2696" fmla="*/ 111593 h 621454"/>
                <a:gd name="connsiteX2697" fmla="*/ 133453 w 591813"/>
                <a:gd name="connsiteY2697" fmla="*/ 113685 h 621454"/>
                <a:gd name="connsiteX2698" fmla="*/ 133858 w 591813"/>
                <a:gd name="connsiteY2698" fmla="*/ 115776 h 621454"/>
                <a:gd name="connsiteX2699" fmla="*/ 134240 w 591813"/>
                <a:gd name="connsiteY2699" fmla="*/ 117913 h 621454"/>
                <a:gd name="connsiteX2700" fmla="*/ 134645 w 591813"/>
                <a:gd name="connsiteY2700" fmla="*/ 120049 h 621454"/>
                <a:gd name="connsiteX2701" fmla="*/ 135027 w 591813"/>
                <a:gd name="connsiteY2701" fmla="*/ 122231 h 621454"/>
                <a:gd name="connsiteX2702" fmla="*/ 135432 w 591813"/>
                <a:gd name="connsiteY2702" fmla="*/ 124412 h 621454"/>
                <a:gd name="connsiteX2703" fmla="*/ 135814 w 591813"/>
                <a:gd name="connsiteY2703" fmla="*/ 126594 h 621454"/>
                <a:gd name="connsiteX2704" fmla="*/ 136219 w 591813"/>
                <a:gd name="connsiteY2704" fmla="*/ 128820 h 621454"/>
                <a:gd name="connsiteX2705" fmla="*/ 136602 w 591813"/>
                <a:gd name="connsiteY2705" fmla="*/ 131047 h 621454"/>
                <a:gd name="connsiteX2706" fmla="*/ 137006 w 591813"/>
                <a:gd name="connsiteY2706" fmla="*/ 133318 h 621454"/>
                <a:gd name="connsiteX2707" fmla="*/ 137411 w 591813"/>
                <a:gd name="connsiteY2707" fmla="*/ 135567 h 621454"/>
                <a:gd name="connsiteX2708" fmla="*/ 137793 w 591813"/>
                <a:gd name="connsiteY2708" fmla="*/ 137861 h 621454"/>
                <a:gd name="connsiteX2709" fmla="*/ 138198 w 591813"/>
                <a:gd name="connsiteY2709" fmla="*/ 140155 h 621454"/>
                <a:gd name="connsiteX2710" fmla="*/ 138581 w 591813"/>
                <a:gd name="connsiteY2710" fmla="*/ 142472 h 621454"/>
                <a:gd name="connsiteX2711" fmla="*/ 138985 w 591813"/>
                <a:gd name="connsiteY2711" fmla="*/ 144810 h 621454"/>
                <a:gd name="connsiteX2712" fmla="*/ 139368 w 591813"/>
                <a:gd name="connsiteY2712" fmla="*/ 147149 h 621454"/>
                <a:gd name="connsiteX2713" fmla="*/ 139773 w 591813"/>
                <a:gd name="connsiteY2713" fmla="*/ 149511 h 621454"/>
                <a:gd name="connsiteX2714" fmla="*/ 140155 w 591813"/>
                <a:gd name="connsiteY2714" fmla="*/ 151872 h 621454"/>
                <a:gd name="connsiteX2715" fmla="*/ 140560 w 591813"/>
                <a:gd name="connsiteY2715" fmla="*/ 154256 h 621454"/>
                <a:gd name="connsiteX2716" fmla="*/ 140965 w 591813"/>
                <a:gd name="connsiteY2716" fmla="*/ 156640 h 621454"/>
                <a:gd name="connsiteX2717" fmla="*/ 141347 w 591813"/>
                <a:gd name="connsiteY2717" fmla="*/ 159046 h 621454"/>
                <a:gd name="connsiteX2718" fmla="*/ 141751 w 591813"/>
                <a:gd name="connsiteY2718" fmla="*/ 161475 h 621454"/>
                <a:gd name="connsiteX2719" fmla="*/ 142134 w 591813"/>
                <a:gd name="connsiteY2719" fmla="*/ 163904 h 621454"/>
                <a:gd name="connsiteX2720" fmla="*/ 142539 w 591813"/>
                <a:gd name="connsiteY2720" fmla="*/ 166333 h 621454"/>
                <a:gd name="connsiteX2721" fmla="*/ 142921 w 591813"/>
                <a:gd name="connsiteY2721" fmla="*/ 168784 h 621454"/>
                <a:gd name="connsiteX2722" fmla="*/ 143326 w 591813"/>
                <a:gd name="connsiteY2722" fmla="*/ 171258 h 621454"/>
                <a:gd name="connsiteX2723" fmla="*/ 143731 w 591813"/>
                <a:gd name="connsiteY2723" fmla="*/ 173710 h 621454"/>
                <a:gd name="connsiteX2724" fmla="*/ 144113 w 591813"/>
                <a:gd name="connsiteY2724" fmla="*/ 176206 h 621454"/>
                <a:gd name="connsiteX2725" fmla="*/ 144518 w 591813"/>
                <a:gd name="connsiteY2725" fmla="*/ 178680 h 621454"/>
                <a:gd name="connsiteX2726" fmla="*/ 144900 w 591813"/>
                <a:gd name="connsiteY2726" fmla="*/ 181176 h 621454"/>
                <a:gd name="connsiteX2727" fmla="*/ 145305 w 591813"/>
                <a:gd name="connsiteY2727" fmla="*/ 183672 h 621454"/>
                <a:gd name="connsiteX2728" fmla="*/ 145687 w 591813"/>
                <a:gd name="connsiteY2728" fmla="*/ 186191 h 621454"/>
                <a:gd name="connsiteX2729" fmla="*/ 146092 w 591813"/>
                <a:gd name="connsiteY2729" fmla="*/ 188710 h 621454"/>
                <a:gd name="connsiteX2730" fmla="*/ 146474 w 591813"/>
                <a:gd name="connsiteY2730" fmla="*/ 191229 h 621454"/>
                <a:gd name="connsiteX2731" fmla="*/ 146879 w 591813"/>
                <a:gd name="connsiteY2731" fmla="*/ 193770 h 621454"/>
                <a:gd name="connsiteX2732" fmla="*/ 147284 w 591813"/>
                <a:gd name="connsiteY2732" fmla="*/ 196312 h 621454"/>
                <a:gd name="connsiteX2733" fmla="*/ 147666 w 591813"/>
                <a:gd name="connsiteY2733" fmla="*/ 198853 h 621454"/>
                <a:gd name="connsiteX2734" fmla="*/ 148071 w 591813"/>
                <a:gd name="connsiteY2734" fmla="*/ 205082 h 621454"/>
                <a:gd name="connsiteX2735" fmla="*/ 148453 w 591813"/>
                <a:gd name="connsiteY2735" fmla="*/ 207759 h 621454"/>
                <a:gd name="connsiteX2736" fmla="*/ 148858 w 591813"/>
                <a:gd name="connsiteY2736" fmla="*/ 210457 h 621454"/>
                <a:gd name="connsiteX2737" fmla="*/ 149241 w 591813"/>
                <a:gd name="connsiteY2737" fmla="*/ 213156 h 621454"/>
                <a:gd name="connsiteX2738" fmla="*/ 149645 w 591813"/>
                <a:gd name="connsiteY2738" fmla="*/ 215877 h 621454"/>
                <a:gd name="connsiteX2739" fmla="*/ 150028 w 591813"/>
                <a:gd name="connsiteY2739" fmla="*/ 218599 h 621454"/>
                <a:gd name="connsiteX2740" fmla="*/ 150433 w 591813"/>
                <a:gd name="connsiteY2740" fmla="*/ 221320 h 621454"/>
                <a:gd name="connsiteX2741" fmla="*/ 150837 w 591813"/>
                <a:gd name="connsiteY2741" fmla="*/ 224041 h 621454"/>
                <a:gd name="connsiteX2742" fmla="*/ 151220 w 591813"/>
                <a:gd name="connsiteY2742" fmla="*/ 226785 h 621454"/>
                <a:gd name="connsiteX2743" fmla="*/ 151625 w 591813"/>
                <a:gd name="connsiteY2743" fmla="*/ 229506 h 621454"/>
                <a:gd name="connsiteX2744" fmla="*/ 152007 w 591813"/>
                <a:gd name="connsiteY2744" fmla="*/ 232227 h 621454"/>
                <a:gd name="connsiteX2745" fmla="*/ 152411 w 591813"/>
                <a:gd name="connsiteY2745" fmla="*/ 234971 h 621454"/>
                <a:gd name="connsiteX2746" fmla="*/ 152794 w 591813"/>
                <a:gd name="connsiteY2746" fmla="*/ 237692 h 621454"/>
                <a:gd name="connsiteX2747" fmla="*/ 153199 w 591813"/>
                <a:gd name="connsiteY2747" fmla="*/ 240414 h 621454"/>
                <a:gd name="connsiteX2748" fmla="*/ 153581 w 591813"/>
                <a:gd name="connsiteY2748" fmla="*/ 243157 h 621454"/>
                <a:gd name="connsiteX2749" fmla="*/ 153986 w 591813"/>
                <a:gd name="connsiteY2749" fmla="*/ 245879 h 621454"/>
                <a:gd name="connsiteX2750" fmla="*/ 154391 w 591813"/>
                <a:gd name="connsiteY2750" fmla="*/ 248600 h 621454"/>
                <a:gd name="connsiteX2751" fmla="*/ 154773 w 591813"/>
                <a:gd name="connsiteY2751" fmla="*/ 251321 h 621454"/>
                <a:gd name="connsiteX2752" fmla="*/ 155178 w 591813"/>
                <a:gd name="connsiteY2752" fmla="*/ 254065 h 621454"/>
                <a:gd name="connsiteX2753" fmla="*/ 155560 w 591813"/>
                <a:gd name="connsiteY2753" fmla="*/ 256764 h 621454"/>
                <a:gd name="connsiteX2754" fmla="*/ 155965 w 591813"/>
                <a:gd name="connsiteY2754" fmla="*/ 259485 h 621454"/>
                <a:gd name="connsiteX2755" fmla="*/ 156347 w 591813"/>
                <a:gd name="connsiteY2755" fmla="*/ 262206 h 621454"/>
                <a:gd name="connsiteX2756" fmla="*/ 156752 w 591813"/>
                <a:gd name="connsiteY2756" fmla="*/ 264905 h 621454"/>
                <a:gd name="connsiteX2757" fmla="*/ 157157 w 591813"/>
                <a:gd name="connsiteY2757" fmla="*/ 267626 h 621454"/>
                <a:gd name="connsiteX2758" fmla="*/ 157539 w 591813"/>
                <a:gd name="connsiteY2758" fmla="*/ 270325 h 621454"/>
                <a:gd name="connsiteX2759" fmla="*/ 157944 w 591813"/>
                <a:gd name="connsiteY2759" fmla="*/ 273024 h 621454"/>
                <a:gd name="connsiteX2760" fmla="*/ 158326 w 591813"/>
                <a:gd name="connsiteY2760" fmla="*/ 275722 h 621454"/>
                <a:gd name="connsiteX2761" fmla="*/ 158731 w 591813"/>
                <a:gd name="connsiteY2761" fmla="*/ 278399 h 621454"/>
                <a:gd name="connsiteX2762" fmla="*/ 159114 w 591813"/>
                <a:gd name="connsiteY2762" fmla="*/ 281075 h 621454"/>
                <a:gd name="connsiteX2763" fmla="*/ 159518 w 591813"/>
                <a:gd name="connsiteY2763" fmla="*/ 283751 h 621454"/>
                <a:gd name="connsiteX2764" fmla="*/ 159901 w 591813"/>
                <a:gd name="connsiteY2764" fmla="*/ 286427 h 621454"/>
                <a:gd name="connsiteX2765" fmla="*/ 160305 w 591813"/>
                <a:gd name="connsiteY2765" fmla="*/ 289081 h 621454"/>
                <a:gd name="connsiteX2766" fmla="*/ 160710 w 591813"/>
                <a:gd name="connsiteY2766" fmla="*/ 291735 h 621454"/>
                <a:gd name="connsiteX2767" fmla="*/ 161093 w 591813"/>
                <a:gd name="connsiteY2767" fmla="*/ 294389 h 621454"/>
                <a:gd name="connsiteX2768" fmla="*/ 161497 w 591813"/>
                <a:gd name="connsiteY2768" fmla="*/ 297042 h 621454"/>
                <a:gd name="connsiteX2769" fmla="*/ 161880 w 591813"/>
                <a:gd name="connsiteY2769" fmla="*/ 299674 h 621454"/>
                <a:gd name="connsiteX2770" fmla="*/ 162285 w 591813"/>
                <a:gd name="connsiteY2770" fmla="*/ 302305 h 621454"/>
                <a:gd name="connsiteX2771" fmla="*/ 162667 w 591813"/>
                <a:gd name="connsiteY2771" fmla="*/ 304914 h 621454"/>
                <a:gd name="connsiteX2772" fmla="*/ 163071 w 591813"/>
                <a:gd name="connsiteY2772" fmla="*/ 307523 h 621454"/>
                <a:gd name="connsiteX2773" fmla="*/ 163454 w 591813"/>
                <a:gd name="connsiteY2773" fmla="*/ 310131 h 621454"/>
                <a:gd name="connsiteX2774" fmla="*/ 163859 w 591813"/>
                <a:gd name="connsiteY2774" fmla="*/ 312718 h 621454"/>
                <a:gd name="connsiteX2775" fmla="*/ 164263 w 591813"/>
                <a:gd name="connsiteY2775" fmla="*/ 315304 h 621454"/>
                <a:gd name="connsiteX2776" fmla="*/ 164624 w 591813"/>
                <a:gd name="connsiteY2776" fmla="*/ 317890 h 621454"/>
                <a:gd name="connsiteX2777" fmla="*/ 165028 w 591813"/>
                <a:gd name="connsiteY2777" fmla="*/ 320454 h 621454"/>
                <a:gd name="connsiteX2778" fmla="*/ 165433 w 591813"/>
                <a:gd name="connsiteY2778" fmla="*/ 323018 h 621454"/>
                <a:gd name="connsiteX2779" fmla="*/ 165816 w 591813"/>
                <a:gd name="connsiteY2779" fmla="*/ 325582 h 621454"/>
                <a:gd name="connsiteX2780" fmla="*/ 166198 w 591813"/>
                <a:gd name="connsiteY2780" fmla="*/ 328123 h 621454"/>
                <a:gd name="connsiteX2781" fmla="*/ 166602 w 591813"/>
                <a:gd name="connsiteY2781" fmla="*/ 330664 h 621454"/>
                <a:gd name="connsiteX2782" fmla="*/ 166985 w 591813"/>
                <a:gd name="connsiteY2782" fmla="*/ 333161 h 621454"/>
                <a:gd name="connsiteX2783" fmla="*/ 167390 w 591813"/>
                <a:gd name="connsiteY2783" fmla="*/ 335680 h 621454"/>
                <a:gd name="connsiteX2784" fmla="*/ 167794 w 591813"/>
                <a:gd name="connsiteY2784" fmla="*/ 338198 h 621454"/>
                <a:gd name="connsiteX2785" fmla="*/ 168177 w 591813"/>
                <a:gd name="connsiteY2785" fmla="*/ 340672 h 621454"/>
                <a:gd name="connsiteX2786" fmla="*/ 168582 w 591813"/>
                <a:gd name="connsiteY2786" fmla="*/ 343169 h 621454"/>
                <a:gd name="connsiteX2787" fmla="*/ 168964 w 591813"/>
                <a:gd name="connsiteY2787" fmla="*/ 345642 h 621454"/>
                <a:gd name="connsiteX2788" fmla="*/ 169369 w 591813"/>
                <a:gd name="connsiteY2788" fmla="*/ 348094 h 621454"/>
                <a:gd name="connsiteX2789" fmla="*/ 169751 w 591813"/>
                <a:gd name="connsiteY2789" fmla="*/ 350545 h 621454"/>
                <a:gd name="connsiteX2790" fmla="*/ 170156 w 591813"/>
                <a:gd name="connsiteY2790" fmla="*/ 352996 h 621454"/>
                <a:gd name="connsiteX2791" fmla="*/ 170538 w 591813"/>
                <a:gd name="connsiteY2791" fmla="*/ 355425 h 621454"/>
                <a:gd name="connsiteX2792" fmla="*/ 170943 w 591813"/>
                <a:gd name="connsiteY2792" fmla="*/ 357832 h 621454"/>
                <a:gd name="connsiteX2793" fmla="*/ 171348 w 591813"/>
                <a:gd name="connsiteY2793" fmla="*/ 360238 h 621454"/>
                <a:gd name="connsiteX2794" fmla="*/ 171730 w 591813"/>
                <a:gd name="connsiteY2794" fmla="*/ 362644 h 621454"/>
                <a:gd name="connsiteX2795" fmla="*/ 172135 w 591813"/>
                <a:gd name="connsiteY2795" fmla="*/ 365028 h 621454"/>
                <a:gd name="connsiteX2796" fmla="*/ 172518 w 591813"/>
                <a:gd name="connsiteY2796" fmla="*/ 367390 h 621454"/>
                <a:gd name="connsiteX2797" fmla="*/ 172922 w 591813"/>
                <a:gd name="connsiteY2797" fmla="*/ 369751 h 621454"/>
                <a:gd name="connsiteX2798" fmla="*/ 173304 w 591813"/>
                <a:gd name="connsiteY2798" fmla="*/ 372113 h 621454"/>
                <a:gd name="connsiteX2799" fmla="*/ 173710 w 591813"/>
                <a:gd name="connsiteY2799" fmla="*/ 374452 h 621454"/>
                <a:gd name="connsiteX2800" fmla="*/ 174114 w 591813"/>
                <a:gd name="connsiteY2800" fmla="*/ 376768 h 621454"/>
                <a:gd name="connsiteX2801" fmla="*/ 174496 w 591813"/>
                <a:gd name="connsiteY2801" fmla="*/ 379084 h 621454"/>
                <a:gd name="connsiteX2802" fmla="*/ 174901 w 591813"/>
                <a:gd name="connsiteY2802" fmla="*/ 381401 h 621454"/>
                <a:gd name="connsiteX2803" fmla="*/ 175284 w 591813"/>
                <a:gd name="connsiteY2803" fmla="*/ 383672 h 621454"/>
                <a:gd name="connsiteX2804" fmla="*/ 175688 w 591813"/>
                <a:gd name="connsiteY2804" fmla="*/ 385966 h 621454"/>
                <a:gd name="connsiteX2805" fmla="*/ 176070 w 591813"/>
                <a:gd name="connsiteY2805" fmla="*/ 388215 h 621454"/>
                <a:gd name="connsiteX2806" fmla="*/ 176476 w 591813"/>
                <a:gd name="connsiteY2806" fmla="*/ 390487 h 621454"/>
                <a:gd name="connsiteX2807" fmla="*/ 176858 w 591813"/>
                <a:gd name="connsiteY2807" fmla="*/ 392713 h 621454"/>
                <a:gd name="connsiteX2808" fmla="*/ 177263 w 591813"/>
                <a:gd name="connsiteY2808" fmla="*/ 394962 h 621454"/>
                <a:gd name="connsiteX2809" fmla="*/ 177668 w 591813"/>
                <a:gd name="connsiteY2809" fmla="*/ 397166 h 621454"/>
                <a:gd name="connsiteX2810" fmla="*/ 178050 w 591813"/>
                <a:gd name="connsiteY2810" fmla="*/ 399392 h 621454"/>
                <a:gd name="connsiteX2811" fmla="*/ 178455 w 591813"/>
                <a:gd name="connsiteY2811" fmla="*/ 401574 h 621454"/>
                <a:gd name="connsiteX2812" fmla="*/ 178837 w 591813"/>
                <a:gd name="connsiteY2812" fmla="*/ 403778 h 621454"/>
                <a:gd name="connsiteX2813" fmla="*/ 179242 w 591813"/>
                <a:gd name="connsiteY2813" fmla="*/ 405937 h 621454"/>
                <a:gd name="connsiteX2814" fmla="*/ 179624 w 591813"/>
                <a:gd name="connsiteY2814" fmla="*/ 408118 h 621454"/>
                <a:gd name="connsiteX2815" fmla="*/ 180029 w 591813"/>
                <a:gd name="connsiteY2815" fmla="*/ 410255 h 621454"/>
                <a:gd name="connsiteX2816" fmla="*/ 180411 w 591813"/>
                <a:gd name="connsiteY2816" fmla="*/ 412414 h 621454"/>
                <a:gd name="connsiteX2817" fmla="*/ 180816 w 591813"/>
                <a:gd name="connsiteY2817" fmla="*/ 414528 h 621454"/>
                <a:gd name="connsiteX2818" fmla="*/ 181221 w 591813"/>
                <a:gd name="connsiteY2818" fmla="*/ 416642 h 621454"/>
                <a:gd name="connsiteX2819" fmla="*/ 181603 w 591813"/>
                <a:gd name="connsiteY2819" fmla="*/ 418756 h 621454"/>
                <a:gd name="connsiteX2820" fmla="*/ 182008 w 591813"/>
                <a:gd name="connsiteY2820" fmla="*/ 420848 h 621454"/>
                <a:gd name="connsiteX2821" fmla="*/ 182390 w 591813"/>
                <a:gd name="connsiteY2821" fmla="*/ 422939 h 621454"/>
                <a:gd name="connsiteX2822" fmla="*/ 182795 w 591813"/>
                <a:gd name="connsiteY2822" fmla="*/ 425008 h 621454"/>
                <a:gd name="connsiteX2823" fmla="*/ 183178 w 591813"/>
                <a:gd name="connsiteY2823" fmla="*/ 427055 h 621454"/>
                <a:gd name="connsiteX2824" fmla="*/ 183582 w 591813"/>
                <a:gd name="connsiteY2824" fmla="*/ 429101 h 621454"/>
                <a:gd name="connsiteX2825" fmla="*/ 183964 w 591813"/>
                <a:gd name="connsiteY2825" fmla="*/ 431148 h 621454"/>
                <a:gd name="connsiteX2826" fmla="*/ 184370 w 591813"/>
                <a:gd name="connsiteY2826" fmla="*/ 433172 h 621454"/>
                <a:gd name="connsiteX2827" fmla="*/ 184774 w 591813"/>
                <a:gd name="connsiteY2827" fmla="*/ 435173 h 621454"/>
                <a:gd name="connsiteX2828" fmla="*/ 185156 w 591813"/>
                <a:gd name="connsiteY2828" fmla="*/ 437175 h 621454"/>
                <a:gd name="connsiteX2829" fmla="*/ 185561 w 591813"/>
                <a:gd name="connsiteY2829" fmla="*/ 439177 h 621454"/>
                <a:gd name="connsiteX2830" fmla="*/ 185944 w 591813"/>
                <a:gd name="connsiteY2830" fmla="*/ 441156 h 621454"/>
                <a:gd name="connsiteX2831" fmla="*/ 186348 w 591813"/>
                <a:gd name="connsiteY2831" fmla="*/ 443112 h 621454"/>
                <a:gd name="connsiteX2832" fmla="*/ 186731 w 591813"/>
                <a:gd name="connsiteY2832" fmla="*/ 445069 h 621454"/>
                <a:gd name="connsiteX2833" fmla="*/ 187136 w 591813"/>
                <a:gd name="connsiteY2833" fmla="*/ 447003 h 621454"/>
                <a:gd name="connsiteX2834" fmla="*/ 187540 w 591813"/>
                <a:gd name="connsiteY2834" fmla="*/ 448915 h 621454"/>
                <a:gd name="connsiteX2835" fmla="*/ 187923 w 591813"/>
                <a:gd name="connsiteY2835" fmla="*/ 450826 h 621454"/>
                <a:gd name="connsiteX2836" fmla="*/ 188328 w 591813"/>
                <a:gd name="connsiteY2836" fmla="*/ 452715 h 621454"/>
                <a:gd name="connsiteX2837" fmla="*/ 188710 w 591813"/>
                <a:gd name="connsiteY2837" fmla="*/ 454582 h 621454"/>
                <a:gd name="connsiteX2838" fmla="*/ 189115 w 591813"/>
                <a:gd name="connsiteY2838" fmla="*/ 456471 h 621454"/>
                <a:gd name="connsiteX2839" fmla="*/ 189497 w 591813"/>
                <a:gd name="connsiteY2839" fmla="*/ 458315 h 621454"/>
                <a:gd name="connsiteX2840" fmla="*/ 189902 w 591813"/>
                <a:gd name="connsiteY2840" fmla="*/ 460159 h 621454"/>
                <a:gd name="connsiteX2841" fmla="*/ 190284 w 591813"/>
                <a:gd name="connsiteY2841" fmla="*/ 462003 h 621454"/>
                <a:gd name="connsiteX2842" fmla="*/ 190689 w 591813"/>
                <a:gd name="connsiteY2842" fmla="*/ 463825 h 621454"/>
                <a:gd name="connsiteX2843" fmla="*/ 191094 w 591813"/>
                <a:gd name="connsiteY2843" fmla="*/ 465624 h 621454"/>
                <a:gd name="connsiteX2844" fmla="*/ 191476 w 591813"/>
                <a:gd name="connsiteY2844" fmla="*/ 467423 h 621454"/>
                <a:gd name="connsiteX2845" fmla="*/ 191881 w 591813"/>
                <a:gd name="connsiteY2845" fmla="*/ 469200 h 621454"/>
                <a:gd name="connsiteX2846" fmla="*/ 192263 w 591813"/>
                <a:gd name="connsiteY2846" fmla="*/ 470954 h 621454"/>
                <a:gd name="connsiteX2847" fmla="*/ 192668 w 591813"/>
                <a:gd name="connsiteY2847" fmla="*/ 472708 h 621454"/>
                <a:gd name="connsiteX2848" fmla="*/ 193050 w 591813"/>
                <a:gd name="connsiteY2848" fmla="*/ 474440 h 621454"/>
                <a:gd name="connsiteX2849" fmla="*/ 193455 w 591813"/>
                <a:gd name="connsiteY2849" fmla="*/ 476172 h 621454"/>
                <a:gd name="connsiteX2850" fmla="*/ 193838 w 591813"/>
                <a:gd name="connsiteY2850" fmla="*/ 477881 h 621454"/>
                <a:gd name="connsiteX2851" fmla="*/ 194242 w 591813"/>
                <a:gd name="connsiteY2851" fmla="*/ 479590 h 621454"/>
                <a:gd name="connsiteX2852" fmla="*/ 194647 w 591813"/>
                <a:gd name="connsiteY2852" fmla="*/ 481277 h 621454"/>
                <a:gd name="connsiteX2853" fmla="*/ 195030 w 591813"/>
                <a:gd name="connsiteY2853" fmla="*/ 482964 h 621454"/>
                <a:gd name="connsiteX2854" fmla="*/ 195434 w 591813"/>
                <a:gd name="connsiteY2854" fmla="*/ 484628 h 621454"/>
                <a:gd name="connsiteX2855" fmla="*/ 195816 w 591813"/>
                <a:gd name="connsiteY2855" fmla="*/ 486270 h 621454"/>
                <a:gd name="connsiteX2856" fmla="*/ 196222 w 591813"/>
                <a:gd name="connsiteY2856" fmla="*/ 487911 h 621454"/>
                <a:gd name="connsiteX2857" fmla="*/ 196604 w 591813"/>
                <a:gd name="connsiteY2857" fmla="*/ 489531 h 621454"/>
                <a:gd name="connsiteX2858" fmla="*/ 197008 w 591813"/>
                <a:gd name="connsiteY2858" fmla="*/ 491150 h 621454"/>
                <a:gd name="connsiteX2859" fmla="*/ 197391 w 591813"/>
                <a:gd name="connsiteY2859" fmla="*/ 492747 h 621454"/>
                <a:gd name="connsiteX2860" fmla="*/ 197796 w 591813"/>
                <a:gd name="connsiteY2860" fmla="*/ 494343 h 621454"/>
                <a:gd name="connsiteX2861" fmla="*/ 198200 w 591813"/>
                <a:gd name="connsiteY2861" fmla="*/ 495918 h 621454"/>
                <a:gd name="connsiteX2862" fmla="*/ 198583 w 591813"/>
                <a:gd name="connsiteY2862" fmla="*/ 497470 h 621454"/>
                <a:gd name="connsiteX2863" fmla="*/ 198988 w 591813"/>
                <a:gd name="connsiteY2863" fmla="*/ 499021 h 621454"/>
                <a:gd name="connsiteX2864" fmla="*/ 199370 w 591813"/>
                <a:gd name="connsiteY2864" fmla="*/ 500551 h 621454"/>
                <a:gd name="connsiteX2865" fmla="*/ 199775 w 591813"/>
                <a:gd name="connsiteY2865" fmla="*/ 502057 h 621454"/>
                <a:gd name="connsiteX2866" fmla="*/ 200157 w 591813"/>
                <a:gd name="connsiteY2866" fmla="*/ 503564 h 621454"/>
                <a:gd name="connsiteX2867" fmla="*/ 200562 w 591813"/>
                <a:gd name="connsiteY2867" fmla="*/ 505071 h 621454"/>
                <a:gd name="connsiteX2868" fmla="*/ 200944 w 591813"/>
                <a:gd name="connsiteY2868" fmla="*/ 506555 h 621454"/>
                <a:gd name="connsiteX2869" fmla="*/ 201349 w 591813"/>
                <a:gd name="connsiteY2869" fmla="*/ 508017 h 621454"/>
                <a:gd name="connsiteX2870" fmla="*/ 201754 w 591813"/>
                <a:gd name="connsiteY2870" fmla="*/ 509479 h 621454"/>
                <a:gd name="connsiteX2871" fmla="*/ 202136 w 591813"/>
                <a:gd name="connsiteY2871" fmla="*/ 510918 h 621454"/>
                <a:gd name="connsiteX2872" fmla="*/ 202541 w 591813"/>
                <a:gd name="connsiteY2872" fmla="*/ 512358 h 621454"/>
                <a:gd name="connsiteX2873" fmla="*/ 202923 w 591813"/>
                <a:gd name="connsiteY2873" fmla="*/ 513774 h 621454"/>
                <a:gd name="connsiteX2874" fmla="*/ 203328 w 591813"/>
                <a:gd name="connsiteY2874" fmla="*/ 515191 h 621454"/>
                <a:gd name="connsiteX2875" fmla="*/ 203710 w 591813"/>
                <a:gd name="connsiteY2875" fmla="*/ 516586 h 621454"/>
                <a:gd name="connsiteX2876" fmla="*/ 204115 w 591813"/>
                <a:gd name="connsiteY2876" fmla="*/ 517958 h 621454"/>
                <a:gd name="connsiteX2877" fmla="*/ 204520 w 591813"/>
                <a:gd name="connsiteY2877" fmla="*/ 519329 h 621454"/>
                <a:gd name="connsiteX2878" fmla="*/ 204902 w 591813"/>
                <a:gd name="connsiteY2878" fmla="*/ 520679 h 621454"/>
                <a:gd name="connsiteX2879" fmla="*/ 205307 w 591813"/>
                <a:gd name="connsiteY2879" fmla="*/ 522028 h 621454"/>
                <a:gd name="connsiteX2880" fmla="*/ 205690 w 591813"/>
                <a:gd name="connsiteY2880" fmla="*/ 523378 h 621454"/>
                <a:gd name="connsiteX2881" fmla="*/ 206094 w 591813"/>
                <a:gd name="connsiteY2881" fmla="*/ 524704 h 621454"/>
                <a:gd name="connsiteX2882" fmla="*/ 206476 w 591813"/>
                <a:gd name="connsiteY2882" fmla="*/ 526009 h 621454"/>
                <a:gd name="connsiteX2883" fmla="*/ 206882 w 591813"/>
                <a:gd name="connsiteY2883" fmla="*/ 527313 h 621454"/>
                <a:gd name="connsiteX2884" fmla="*/ 207264 w 591813"/>
                <a:gd name="connsiteY2884" fmla="*/ 528618 h 621454"/>
                <a:gd name="connsiteX2885" fmla="*/ 207668 w 591813"/>
                <a:gd name="connsiteY2885" fmla="*/ 529899 h 621454"/>
                <a:gd name="connsiteX2886" fmla="*/ 208073 w 591813"/>
                <a:gd name="connsiteY2886" fmla="*/ 531159 h 621454"/>
                <a:gd name="connsiteX2887" fmla="*/ 208456 w 591813"/>
                <a:gd name="connsiteY2887" fmla="*/ 532441 h 621454"/>
                <a:gd name="connsiteX2888" fmla="*/ 208860 w 591813"/>
                <a:gd name="connsiteY2888" fmla="*/ 533678 h 621454"/>
                <a:gd name="connsiteX2889" fmla="*/ 209243 w 591813"/>
                <a:gd name="connsiteY2889" fmla="*/ 534937 h 621454"/>
                <a:gd name="connsiteX2890" fmla="*/ 209648 w 591813"/>
                <a:gd name="connsiteY2890" fmla="*/ 536152 h 621454"/>
                <a:gd name="connsiteX2891" fmla="*/ 210030 w 591813"/>
                <a:gd name="connsiteY2891" fmla="*/ 537389 h 621454"/>
                <a:gd name="connsiteX2892" fmla="*/ 210435 w 591813"/>
                <a:gd name="connsiteY2892" fmla="*/ 538603 h 621454"/>
                <a:gd name="connsiteX2893" fmla="*/ 210817 w 591813"/>
                <a:gd name="connsiteY2893" fmla="*/ 539795 h 621454"/>
                <a:gd name="connsiteX2894" fmla="*/ 211222 w 591813"/>
                <a:gd name="connsiteY2894" fmla="*/ 540987 h 621454"/>
                <a:gd name="connsiteX2895" fmla="*/ 211627 w 591813"/>
                <a:gd name="connsiteY2895" fmla="*/ 542179 h 621454"/>
                <a:gd name="connsiteX2896" fmla="*/ 212009 w 591813"/>
                <a:gd name="connsiteY2896" fmla="*/ 543348 h 621454"/>
                <a:gd name="connsiteX2897" fmla="*/ 212414 w 591813"/>
                <a:gd name="connsiteY2897" fmla="*/ 544518 h 621454"/>
                <a:gd name="connsiteX2898" fmla="*/ 212796 w 591813"/>
                <a:gd name="connsiteY2898" fmla="*/ 545665 h 621454"/>
                <a:gd name="connsiteX2899" fmla="*/ 213201 w 591813"/>
                <a:gd name="connsiteY2899" fmla="*/ 546812 h 621454"/>
                <a:gd name="connsiteX2900" fmla="*/ 213584 w 591813"/>
                <a:gd name="connsiteY2900" fmla="*/ 547959 h 621454"/>
                <a:gd name="connsiteX2901" fmla="*/ 213988 w 591813"/>
                <a:gd name="connsiteY2901" fmla="*/ 549083 h 621454"/>
                <a:gd name="connsiteX2902" fmla="*/ 214370 w 591813"/>
                <a:gd name="connsiteY2902" fmla="*/ 550208 h 621454"/>
                <a:gd name="connsiteX2903" fmla="*/ 214776 w 591813"/>
                <a:gd name="connsiteY2903" fmla="*/ 551310 h 621454"/>
                <a:gd name="connsiteX2904" fmla="*/ 215180 w 591813"/>
                <a:gd name="connsiteY2904" fmla="*/ 552412 h 621454"/>
                <a:gd name="connsiteX2905" fmla="*/ 215562 w 591813"/>
                <a:gd name="connsiteY2905" fmla="*/ 553491 h 621454"/>
                <a:gd name="connsiteX2906" fmla="*/ 215967 w 591813"/>
                <a:gd name="connsiteY2906" fmla="*/ 554571 h 621454"/>
                <a:gd name="connsiteX2907" fmla="*/ 216350 w 591813"/>
                <a:gd name="connsiteY2907" fmla="*/ 555628 h 621454"/>
                <a:gd name="connsiteX2908" fmla="*/ 216754 w 591813"/>
                <a:gd name="connsiteY2908" fmla="*/ 556685 h 621454"/>
                <a:gd name="connsiteX2909" fmla="*/ 217136 w 591813"/>
                <a:gd name="connsiteY2909" fmla="*/ 557719 h 621454"/>
                <a:gd name="connsiteX2910" fmla="*/ 217542 w 591813"/>
                <a:gd name="connsiteY2910" fmla="*/ 558754 h 621454"/>
                <a:gd name="connsiteX2911" fmla="*/ 217946 w 591813"/>
                <a:gd name="connsiteY2911" fmla="*/ 559788 h 621454"/>
                <a:gd name="connsiteX2912" fmla="*/ 218329 w 591813"/>
                <a:gd name="connsiteY2912" fmla="*/ 560778 h 621454"/>
                <a:gd name="connsiteX2913" fmla="*/ 218733 w 591813"/>
                <a:gd name="connsiteY2913" fmla="*/ 561790 h 621454"/>
                <a:gd name="connsiteX2914" fmla="*/ 219116 w 591813"/>
                <a:gd name="connsiteY2914" fmla="*/ 562779 h 621454"/>
                <a:gd name="connsiteX2915" fmla="*/ 219521 w 591813"/>
                <a:gd name="connsiteY2915" fmla="*/ 563746 h 621454"/>
                <a:gd name="connsiteX2916" fmla="*/ 219903 w 591813"/>
                <a:gd name="connsiteY2916" fmla="*/ 564713 h 621454"/>
                <a:gd name="connsiteX2917" fmla="*/ 220308 w 591813"/>
                <a:gd name="connsiteY2917" fmla="*/ 565680 h 621454"/>
                <a:gd name="connsiteX2918" fmla="*/ 220690 w 591813"/>
                <a:gd name="connsiteY2918" fmla="*/ 566625 h 621454"/>
                <a:gd name="connsiteX2919" fmla="*/ 221095 w 591813"/>
                <a:gd name="connsiteY2919" fmla="*/ 567547 h 621454"/>
                <a:gd name="connsiteX2920" fmla="*/ 221500 w 591813"/>
                <a:gd name="connsiteY2920" fmla="*/ 568469 h 621454"/>
                <a:gd name="connsiteX2921" fmla="*/ 221882 w 591813"/>
                <a:gd name="connsiteY2921" fmla="*/ 569391 h 621454"/>
                <a:gd name="connsiteX2922" fmla="*/ 222287 w 591813"/>
                <a:gd name="connsiteY2922" fmla="*/ 570291 h 621454"/>
                <a:gd name="connsiteX2923" fmla="*/ 222669 w 591813"/>
                <a:gd name="connsiteY2923" fmla="*/ 571190 h 621454"/>
                <a:gd name="connsiteX2924" fmla="*/ 223074 w 591813"/>
                <a:gd name="connsiteY2924" fmla="*/ 572067 h 621454"/>
                <a:gd name="connsiteX2925" fmla="*/ 223456 w 591813"/>
                <a:gd name="connsiteY2925" fmla="*/ 572945 h 621454"/>
                <a:gd name="connsiteX2926" fmla="*/ 223861 w 591813"/>
                <a:gd name="connsiteY2926" fmla="*/ 573822 h 621454"/>
                <a:gd name="connsiteX2927" fmla="*/ 224244 w 591813"/>
                <a:gd name="connsiteY2927" fmla="*/ 574676 h 621454"/>
                <a:gd name="connsiteX2928" fmla="*/ 224648 w 591813"/>
                <a:gd name="connsiteY2928" fmla="*/ 575531 h 621454"/>
                <a:gd name="connsiteX2929" fmla="*/ 225053 w 591813"/>
                <a:gd name="connsiteY2929" fmla="*/ 576363 h 621454"/>
                <a:gd name="connsiteX2930" fmla="*/ 225436 w 591813"/>
                <a:gd name="connsiteY2930" fmla="*/ 577195 h 621454"/>
                <a:gd name="connsiteX2931" fmla="*/ 225840 w 591813"/>
                <a:gd name="connsiteY2931" fmla="*/ 578027 h 621454"/>
                <a:gd name="connsiteX2932" fmla="*/ 226222 w 591813"/>
                <a:gd name="connsiteY2932" fmla="*/ 578837 h 621454"/>
                <a:gd name="connsiteX2933" fmla="*/ 226627 w 591813"/>
                <a:gd name="connsiteY2933" fmla="*/ 579646 h 621454"/>
                <a:gd name="connsiteX2934" fmla="*/ 227010 w 591813"/>
                <a:gd name="connsiteY2934" fmla="*/ 580456 h 621454"/>
                <a:gd name="connsiteX2935" fmla="*/ 227414 w 591813"/>
                <a:gd name="connsiteY2935" fmla="*/ 581243 h 621454"/>
                <a:gd name="connsiteX2936" fmla="*/ 227797 w 591813"/>
                <a:gd name="connsiteY2936" fmla="*/ 582030 h 621454"/>
                <a:gd name="connsiteX2937" fmla="*/ 228202 w 591813"/>
                <a:gd name="connsiteY2937" fmla="*/ 582795 h 621454"/>
                <a:gd name="connsiteX2938" fmla="*/ 228606 w 591813"/>
                <a:gd name="connsiteY2938" fmla="*/ 583560 h 621454"/>
                <a:gd name="connsiteX2939" fmla="*/ 228989 w 591813"/>
                <a:gd name="connsiteY2939" fmla="*/ 584302 h 621454"/>
                <a:gd name="connsiteX2940" fmla="*/ 229394 w 591813"/>
                <a:gd name="connsiteY2940" fmla="*/ 585044 h 621454"/>
                <a:gd name="connsiteX2941" fmla="*/ 229776 w 591813"/>
                <a:gd name="connsiteY2941" fmla="*/ 585786 h 621454"/>
                <a:gd name="connsiteX2942" fmla="*/ 230181 w 591813"/>
                <a:gd name="connsiteY2942" fmla="*/ 586506 h 621454"/>
                <a:gd name="connsiteX2943" fmla="*/ 230563 w 591813"/>
                <a:gd name="connsiteY2943" fmla="*/ 587225 h 621454"/>
                <a:gd name="connsiteX2944" fmla="*/ 230968 w 591813"/>
                <a:gd name="connsiteY2944" fmla="*/ 587945 h 621454"/>
                <a:gd name="connsiteX2945" fmla="*/ 231350 w 591813"/>
                <a:gd name="connsiteY2945" fmla="*/ 588642 h 621454"/>
                <a:gd name="connsiteX2946" fmla="*/ 231755 w 591813"/>
                <a:gd name="connsiteY2946" fmla="*/ 589340 h 621454"/>
                <a:gd name="connsiteX2947" fmla="*/ 232160 w 591813"/>
                <a:gd name="connsiteY2947" fmla="*/ 590014 h 621454"/>
                <a:gd name="connsiteX2948" fmla="*/ 232542 w 591813"/>
                <a:gd name="connsiteY2948" fmla="*/ 590689 h 621454"/>
                <a:gd name="connsiteX2949" fmla="*/ 232947 w 591813"/>
                <a:gd name="connsiteY2949" fmla="*/ 591364 h 621454"/>
                <a:gd name="connsiteX2950" fmla="*/ 233329 w 591813"/>
                <a:gd name="connsiteY2950" fmla="*/ 592038 h 621454"/>
                <a:gd name="connsiteX2951" fmla="*/ 233734 w 591813"/>
                <a:gd name="connsiteY2951" fmla="*/ 592690 h 621454"/>
                <a:gd name="connsiteX2952" fmla="*/ 234116 w 591813"/>
                <a:gd name="connsiteY2952" fmla="*/ 593343 h 621454"/>
                <a:gd name="connsiteX2953" fmla="*/ 234521 w 591813"/>
                <a:gd name="connsiteY2953" fmla="*/ 593972 h 621454"/>
                <a:gd name="connsiteX2954" fmla="*/ 234926 w 591813"/>
                <a:gd name="connsiteY2954" fmla="*/ 594625 h 621454"/>
                <a:gd name="connsiteX2955" fmla="*/ 235308 w 591813"/>
                <a:gd name="connsiteY2955" fmla="*/ 595232 h 621454"/>
                <a:gd name="connsiteX2956" fmla="*/ 235713 w 591813"/>
                <a:gd name="connsiteY2956" fmla="*/ 595861 h 621454"/>
                <a:gd name="connsiteX2957" fmla="*/ 236096 w 591813"/>
                <a:gd name="connsiteY2957" fmla="*/ 596469 h 621454"/>
                <a:gd name="connsiteX2958" fmla="*/ 236500 w 591813"/>
                <a:gd name="connsiteY2958" fmla="*/ 597076 h 621454"/>
                <a:gd name="connsiteX2959" fmla="*/ 236882 w 591813"/>
                <a:gd name="connsiteY2959" fmla="*/ 597683 h 621454"/>
                <a:gd name="connsiteX2960" fmla="*/ 237287 w 591813"/>
                <a:gd name="connsiteY2960" fmla="*/ 598268 h 621454"/>
                <a:gd name="connsiteX2961" fmla="*/ 237670 w 591813"/>
                <a:gd name="connsiteY2961" fmla="*/ 598853 h 621454"/>
                <a:gd name="connsiteX2962" fmla="*/ 238074 w 591813"/>
                <a:gd name="connsiteY2962" fmla="*/ 599437 h 621454"/>
                <a:gd name="connsiteX2963" fmla="*/ 238479 w 591813"/>
                <a:gd name="connsiteY2963" fmla="*/ 600000 h 621454"/>
                <a:gd name="connsiteX2964" fmla="*/ 238862 w 591813"/>
                <a:gd name="connsiteY2964" fmla="*/ 600562 h 621454"/>
                <a:gd name="connsiteX2965" fmla="*/ 239266 w 591813"/>
                <a:gd name="connsiteY2965" fmla="*/ 601124 h 621454"/>
                <a:gd name="connsiteX2966" fmla="*/ 239649 w 591813"/>
                <a:gd name="connsiteY2966" fmla="*/ 601664 h 621454"/>
                <a:gd name="connsiteX2967" fmla="*/ 240054 w 591813"/>
                <a:gd name="connsiteY2967" fmla="*/ 602203 h 621454"/>
                <a:gd name="connsiteX2968" fmla="*/ 240436 w 591813"/>
                <a:gd name="connsiteY2968" fmla="*/ 602743 h 621454"/>
                <a:gd name="connsiteX2969" fmla="*/ 240841 w 591813"/>
                <a:gd name="connsiteY2969" fmla="*/ 603260 h 621454"/>
                <a:gd name="connsiteX2970" fmla="*/ 241223 w 591813"/>
                <a:gd name="connsiteY2970" fmla="*/ 603778 h 621454"/>
                <a:gd name="connsiteX2971" fmla="*/ 241628 w 591813"/>
                <a:gd name="connsiteY2971" fmla="*/ 604295 h 621454"/>
                <a:gd name="connsiteX2972" fmla="*/ 242033 w 591813"/>
                <a:gd name="connsiteY2972" fmla="*/ 604790 h 621454"/>
                <a:gd name="connsiteX2973" fmla="*/ 242415 w 591813"/>
                <a:gd name="connsiteY2973" fmla="*/ 605285 h 621454"/>
                <a:gd name="connsiteX2974" fmla="*/ 242820 w 591813"/>
                <a:gd name="connsiteY2974" fmla="*/ 605779 h 621454"/>
                <a:gd name="connsiteX2975" fmla="*/ 243202 w 591813"/>
                <a:gd name="connsiteY2975" fmla="*/ 606252 h 621454"/>
                <a:gd name="connsiteX2976" fmla="*/ 243607 w 591813"/>
                <a:gd name="connsiteY2976" fmla="*/ 606724 h 621454"/>
                <a:gd name="connsiteX2977" fmla="*/ 243989 w 591813"/>
                <a:gd name="connsiteY2977" fmla="*/ 607196 h 621454"/>
                <a:gd name="connsiteX2978" fmla="*/ 244394 w 591813"/>
                <a:gd name="connsiteY2978" fmla="*/ 607646 h 621454"/>
                <a:gd name="connsiteX2979" fmla="*/ 244776 w 591813"/>
                <a:gd name="connsiteY2979" fmla="*/ 608096 h 621454"/>
                <a:gd name="connsiteX2980" fmla="*/ 245181 w 591813"/>
                <a:gd name="connsiteY2980" fmla="*/ 608546 h 621454"/>
                <a:gd name="connsiteX2981" fmla="*/ 245586 w 591813"/>
                <a:gd name="connsiteY2981" fmla="*/ 608973 h 621454"/>
                <a:gd name="connsiteX2982" fmla="*/ 245968 w 591813"/>
                <a:gd name="connsiteY2982" fmla="*/ 609400 h 621454"/>
                <a:gd name="connsiteX2983" fmla="*/ 246373 w 591813"/>
                <a:gd name="connsiteY2983" fmla="*/ 609827 h 621454"/>
                <a:gd name="connsiteX2984" fmla="*/ 246756 w 591813"/>
                <a:gd name="connsiteY2984" fmla="*/ 610232 h 621454"/>
                <a:gd name="connsiteX2985" fmla="*/ 247160 w 591813"/>
                <a:gd name="connsiteY2985" fmla="*/ 610637 h 621454"/>
                <a:gd name="connsiteX2986" fmla="*/ 247542 w 591813"/>
                <a:gd name="connsiteY2986" fmla="*/ 611019 h 621454"/>
                <a:gd name="connsiteX2987" fmla="*/ 247948 w 591813"/>
                <a:gd name="connsiteY2987" fmla="*/ 611402 h 621454"/>
                <a:gd name="connsiteX2988" fmla="*/ 248352 w 591813"/>
                <a:gd name="connsiteY2988" fmla="*/ 611784 h 621454"/>
                <a:gd name="connsiteX2989" fmla="*/ 248734 w 591813"/>
                <a:gd name="connsiteY2989" fmla="*/ 612144 h 621454"/>
                <a:gd name="connsiteX2990" fmla="*/ 249139 w 591813"/>
                <a:gd name="connsiteY2990" fmla="*/ 612504 h 621454"/>
                <a:gd name="connsiteX2991" fmla="*/ 249522 w 591813"/>
                <a:gd name="connsiteY2991" fmla="*/ 612864 h 621454"/>
                <a:gd name="connsiteX2992" fmla="*/ 249926 w 591813"/>
                <a:gd name="connsiteY2992" fmla="*/ 613201 h 621454"/>
                <a:gd name="connsiteX2993" fmla="*/ 250309 w 591813"/>
                <a:gd name="connsiteY2993" fmla="*/ 613561 h 621454"/>
                <a:gd name="connsiteX2994" fmla="*/ 250714 w 591813"/>
                <a:gd name="connsiteY2994" fmla="*/ 613876 h 621454"/>
                <a:gd name="connsiteX2995" fmla="*/ 251096 w 591813"/>
                <a:gd name="connsiteY2995" fmla="*/ 614213 h 621454"/>
                <a:gd name="connsiteX2996" fmla="*/ 251501 w 591813"/>
                <a:gd name="connsiteY2996" fmla="*/ 614528 h 621454"/>
                <a:gd name="connsiteX2997" fmla="*/ 251905 w 591813"/>
                <a:gd name="connsiteY2997" fmla="*/ 614843 h 621454"/>
                <a:gd name="connsiteX2998" fmla="*/ 252288 w 591813"/>
                <a:gd name="connsiteY2998" fmla="*/ 615158 h 621454"/>
                <a:gd name="connsiteX2999" fmla="*/ 252693 w 591813"/>
                <a:gd name="connsiteY2999" fmla="*/ 615450 h 621454"/>
                <a:gd name="connsiteX3000" fmla="*/ 253075 w 591813"/>
                <a:gd name="connsiteY3000" fmla="*/ 615742 h 6214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Lst>
              <a:rect l="l" t="t" r="r" b="b"/>
              <a:pathLst>
                <a:path w="591813" h="621454">
                  <a:moveTo>
                    <a:pt x="253075" y="615742"/>
                  </a:moveTo>
                  <a:lnTo>
                    <a:pt x="253480" y="616035"/>
                  </a:lnTo>
                  <a:lnTo>
                    <a:pt x="253862" y="616304"/>
                  </a:lnTo>
                  <a:lnTo>
                    <a:pt x="254267" y="616574"/>
                  </a:lnTo>
                  <a:lnTo>
                    <a:pt x="254650" y="616844"/>
                  </a:lnTo>
                  <a:lnTo>
                    <a:pt x="255054" y="617092"/>
                  </a:lnTo>
                  <a:lnTo>
                    <a:pt x="255459" y="617339"/>
                  </a:lnTo>
                  <a:lnTo>
                    <a:pt x="255841" y="617586"/>
                  </a:lnTo>
                  <a:lnTo>
                    <a:pt x="256246" y="617811"/>
                  </a:lnTo>
                  <a:lnTo>
                    <a:pt x="256628" y="618036"/>
                  </a:lnTo>
                  <a:lnTo>
                    <a:pt x="257033" y="618261"/>
                  </a:lnTo>
                  <a:lnTo>
                    <a:pt x="257416" y="618463"/>
                  </a:lnTo>
                  <a:lnTo>
                    <a:pt x="257820" y="618666"/>
                  </a:lnTo>
                  <a:lnTo>
                    <a:pt x="258202" y="618868"/>
                  </a:lnTo>
                  <a:lnTo>
                    <a:pt x="258608" y="619048"/>
                  </a:lnTo>
                  <a:lnTo>
                    <a:pt x="259012" y="619228"/>
                  </a:lnTo>
                  <a:lnTo>
                    <a:pt x="259395" y="619408"/>
                  </a:lnTo>
                  <a:lnTo>
                    <a:pt x="259799" y="619588"/>
                  </a:lnTo>
                  <a:lnTo>
                    <a:pt x="260182" y="619745"/>
                  </a:lnTo>
                  <a:lnTo>
                    <a:pt x="260587" y="619903"/>
                  </a:lnTo>
                  <a:lnTo>
                    <a:pt x="260969" y="620038"/>
                  </a:lnTo>
                  <a:lnTo>
                    <a:pt x="261374" y="620173"/>
                  </a:lnTo>
                  <a:lnTo>
                    <a:pt x="261756" y="620308"/>
                  </a:lnTo>
                  <a:lnTo>
                    <a:pt x="262161" y="620443"/>
                  </a:lnTo>
                  <a:lnTo>
                    <a:pt x="262566" y="620555"/>
                  </a:lnTo>
                  <a:lnTo>
                    <a:pt x="262948" y="620667"/>
                  </a:lnTo>
                  <a:lnTo>
                    <a:pt x="263353" y="620757"/>
                  </a:lnTo>
                  <a:lnTo>
                    <a:pt x="263735" y="620870"/>
                  </a:lnTo>
                  <a:lnTo>
                    <a:pt x="264140" y="620937"/>
                  </a:lnTo>
                  <a:lnTo>
                    <a:pt x="264522" y="621027"/>
                  </a:lnTo>
                  <a:lnTo>
                    <a:pt x="264927" y="621095"/>
                  </a:lnTo>
                  <a:lnTo>
                    <a:pt x="265332" y="621162"/>
                  </a:lnTo>
                  <a:lnTo>
                    <a:pt x="265714" y="621230"/>
                  </a:lnTo>
                  <a:lnTo>
                    <a:pt x="266119" y="621275"/>
                  </a:lnTo>
                  <a:lnTo>
                    <a:pt x="266502" y="621320"/>
                  </a:lnTo>
                  <a:lnTo>
                    <a:pt x="266906" y="621365"/>
                  </a:lnTo>
                  <a:lnTo>
                    <a:pt x="267288" y="621387"/>
                  </a:lnTo>
                  <a:lnTo>
                    <a:pt x="267693" y="621410"/>
                  </a:lnTo>
                  <a:lnTo>
                    <a:pt x="268076" y="621432"/>
                  </a:lnTo>
                  <a:lnTo>
                    <a:pt x="268480" y="621455"/>
                  </a:lnTo>
                  <a:lnTo>
                    <a:pt x="268885" y="621455"/>
                  </a:lnTo>
                  <a:lnTo>
                    <a:pt x="269268" y="621455"/>
                  </a:lnTo>
                  <a:lnTo>
                    <a:pt x="269672" y="621455"/>
                  </a:lnTo>
                  <a:lnTo>
                    <a:pt x="270055" y="621432"/>
                  </a:lnTo>
                  <a:lnTo>
                    <a:pt x="270459" y="621410"/>
                  </a:lnTo>
                  <a:lnTo>
                    <a:pt x="270842" y="621387"/>
                  </a:lnTo>
                  <a:lnTo>
                    <a:pt x="271247" y="621365"/>
                  </a:lnTo>
                  <a:lnTo>
                    <a:pt x="271629" y="621342"/>
                  </a:lnTo>
                  <a:lnTo>
                    <a:pt x="272034" y="621297"/>
                  </a:lnTo>
                  <a:lnTo>
                    <a:pt x="272439" y="621252"/>
                  </a:lnTo>
                  <a:lnTo>
                    <a:pt x="272821" y="621185"/>
                  </a:lnTo>
                  <a:lnTo>
                    <a:pt x="273226" y="621140"/>
                  </a:lnTo>
                  <a:lnTo>
                    <a:pt x="273608" y="621072"/>
                  </a:lnTo>
                  <a:lnTo>
                    <a:pt x="274013" y="621027"/>
                  </a:lnTo>
                  <a:lnTo>
                    <a:pt x="274395" y="620937"/>
                  </a:lnTo>
                  <a:lnTo>
                    <a:pt x="274800" y="620870"/>
                  </a:lnTo>
                  <a:lnTo>
                    <a:pt x="275182" y="620802"/>
                  </a:lnTo>
                  <a:lnTo>
                    <a:pt x="275587" y="620712"/>
                  </a:lnTo>
                  <a:lnTo>
                    <a:pt x="275992" y="620622"/>
                  </a:lnTo>
                  <a:lnTo>
                    <a:pt x="276374" y="620533"/>
                  </a:lnTo>
                  <a:lnTo>
                    <a:pt x="276779" y="620443"/>
                  </a:lnTo>
                  <a:lnTo>
                    <a:pt x="277162" y="620353"/>
                  </a:lnTo>
                  <a:lnTo>
                    <a:pt x="277566" y="620263"/>
                  </a:lnTo>
                  <a:lnTo>
                    <a:pt x="277948" y="620173"/>
                  </a:lnTo>
                  <a:lnTo>
                    <a:pt x="278353" y="620060"/>
                  </a:lnTo>
                  <a:lnTo>
                    <a:pt x="278758" y="619948"/>
                  </a:lnTo>
                  <a:lnTo>
                    <a:pt x="279140" y="619835"/>
                  </a:lnTo>
                  <a:lnTo>
                    <a:pt x="279545" y="619723"/>
                  </a:lnTo>
                  <a:lnTo>
                    <a:pt x="279928" y="619610"/>
                  </a:lnTo>
                  <a:lnTo>
                    <a:pt x="280332" y="619476"/>
                  </a:lnTo>
                  <a:lnTo>
                    <a:pt x="280715" y="619363"/>
                  </a:lnTo>
                  <a:lnTo>
                    <a:pt x="281120" y="619228"/>
                  </a:lnTo>
                  <a:lnTo>
                    <a:pt x="281502" y="619071"/>
                  </a:lnTo>
                  <a:lnTo>
                    <a:pt x="281907" y="618936"/>
                  </a:lnTo>
                  <a:lnTo>
                    <a:pt x="282311" y="618778"/>
                  </a:lnTo>
                  <a:lnTo>
                    <a:pt x="282694" y="618643"/>
                  </a:lnTo>
                  <a:lnTo>
                    <a:pt x="283076" y="618486"/>
                  </a:lnTo>
                  <a:lnTo>
                    <a:pt x="283481" y="618306"/>
                  </a:lnTo>
                  <a:lnTo>
                    <a:pt x="283886" y="618149"/>
                  </a:lnTo>
                  <a:lnTo>
                    <a:pt x="284246" y="617991"/>
                  </a:lnTo>
                  <a:lnTo>
                    <a:pt x="284673" y="617811"/>
                  </a:lnTo>
                  <a:lnTo>
                    <a:pt x="285033" y="617631"/>
                  </a:lnTo>
                  <a:lnTo>
                    <a:pt x="285438" y="617451"/>
                  </a:lnTo>
                  <a:lnTo>
                    <a:pt x="285842" y="617272"/>
                  </a:lnTo>
                  <a:lnTo>
                    <a:pt x="286224" y="617069"/>
                  </a:lnTo>
                  <a:lnTo>
                    <a:pt x="286630" y="616889"/>
                  </a:lnTo>
                  <a:lnTo>
                    <a:pt x="287012" y="616687"/>
                  </a:lnTo>
                  <a:lnTo>
                    <a:pt x="287416" y="616484"/>
                  </a:lnTo>
                  <a:lnTo>
                    <a:pt x="287799" y="616259"/>
                  </a:lnTo>
                  <a:lnTo>
                    <a:pt x="288204" y="616057"/>
                  </a:lnTo>
                  <a:lnTo>
                    <a:pt x="288586" y="615855"/>
                  </a:lnTo>
                  <a:lnTo>
                    <a:pt x="288991" y="615630"/>
                  </a:lnTo>
                  <a:lnTo>
                    <a:pt x="289396" y="615405"/>
                  </a:lnTo>
                  <a:lnTo>
                    <a:pt x="289778" y="615180"/>
                  </a:lnTo>
                  <a:lnTo>
                    <a:pt x="290183" y="614955"/>
                  </a:lnTo>
                  <a:lnTo>
                    <a:pt x="290565" y="614730"/>
                  </a:lnTo>
                  <a:lnTo>
                    <a:pt x="290970" y="614505"/>
                  </a:lnTo>
                  <a:lnTo>
                    <a:pt x="291352" y="614280"/>
                  </a:lnTo>
                  <a:lnTo>
                    <a:pt x="291757" y="614033"/>
                  </a:lnTo>
                  <a:lnTo>
                    <a:pt x="292139" y="613808"/>
                  </a:lnTo>
                  <a:lnTo>
                    <a:pt x="292544" y="613561"/>
                  </a:lnTo>
                  <a:lnTo>
                    <a:pt x="292949" y="613313"/>
                  </a:lnTo>
                  <a:lnTo>
                    <a:pt x="293331" y="613066"/>
                  </a:lnTo>
                  <a:lnTo>
                    <a:pt x="293736" y="612819"/>
                  </a:lnTo>
                  <a:lnTo>
                    <a:pt x="294118" y="612549"/>
                  </a:lnTo>
                  <a:lnTo>
                    <a:pt x="294524" y="612301"/>
                  </a:lnTo>
                  <a:lnTo>
                    <a:pt x="294906" y="612031"/>
                  </a:lnTo>
                  <a:lnTo>
                    <a:pt x="295310" y="611762"/>
                  </a:lnTo>
                  <a:lnTo>
                    <a:pt x="295716" y="611492"/>
                  </a:lnTo>
                  <a:lnTo>
                    <a:pt x="296098" y="612031"/>
                  </a:lnTo>
                  <a:lnTo>
                    <a:pt x="296502" y="612976"/>
                  </a:lnTo>
                  <a:lnTo>
                    <a:pt x="296884" y="612729"/>
                  </a:lnTo>
                  <a:lnTo>
                    <a:pt x="297290" y="612481"/>
                  </a:lnTo>
                  <a:lnTo>
                    <a:pt x="297672" y="612211"/>
                  </a:lnTo>
                  <a:lnTo>
                    <a:pt x="298076" y="611964"/>
                  </a:lnTo>
                  <a:lnTo>
                    <a:pt x="298459" y="611694"/>
                  </a:lnTo>
                  <a:lnTo>
                    <a:pt x="298864" y="611447"/>
                  </a:lnTo>
                  <a:lnTo>
                    <a:pt x="299269" y="611177"/>
                  </a:lnTo>
                  <a:lnTo>
                    <a:pt x="299651" y="610907"/>
                  </a:lnTo>
                  <a:lnTo>
                    <a:pt x="300056" y="610637"/>
                  </a:lnTo>
                  <a:lnTo>
                    <a:pt x="300438" y="610367"/>
                  </a:lnTo>
                  <a:lnTo>
                    <a:pt x="300843" y="610075"/>
                  </a:lnTo>
                  <a:lnTo>
                    <a:pt x="301225" y="609805"/>
                  </a:lnTo>
                  <a:lnTo>
                    <a:pt x="301630" y="609513"/>
                  </a:lnTo>
                  <a:lnTo>
                    <a:pt x="302012" y="609220"/>
                  </a:lnTo>
                  <a:lnTo>
                    <a:pt x="302417" y="608950"/>
                  </a:lnTo>
                  <a:lnTo>
                    <a:pt x="302822" y="608658"/>
                  </a:lnTo>
                  <a:lnTo>
                    <a:pt x="303204" y="608366"/>
                  </a:lnTo>
                  <a:lnTo>
                    <a:pt x="303609" y="608073"/>
                  </a:lnTo>
                  <a:lnTo>
                    <a:pt x="303992" y="607758"/>
                  </a:lnTo>
                  <a:lnTo>
                    <a:pt x="304396" y="607466"/>
                  </a:lnTo>
                  <a:lnTo>
                    <a:pt x="304778" y="607174"/>
                  </a:lnTo>
                  <a:lnTo>
                    <a:pt x="305184" y="606859"/>
                  </a:lnTo>
                  <a:lnTo>
                    <a:pt x="305566" y="606566"/>
                  </a:lnTo>
                  <a:lnTo>
                    <a:pt x="305970" y="606252"/>
                  </a:lnTo>
                  <a:lnTo>
                    <a:pt x="306376" y="605959"/>
                  </a:lnTo>
                  <a:lnTo>
                    <a:pt x="306758" y="605644"/>
                  </a:lnTo>
                  <a:lnTo>
                    <a:pt x="307162" y="605330"/>
                  </a:lnTo>
                  <a:lnTo>
                    <a:pt x="307545" y="605015"/>
                  </a:lnTo>
                  <a:lnTo>
                    <a:pt x="307950" y="604700"/>
                  </a:lnTo>
                  <a:lnTo>
                    <a:pt x="308332" y="604385"/>
                  </a:lnTo>
                  <a:lnTo>
                    <a:pt x="308737" y="604048"/>
                  </a:lnTo>
                  <a:lnTo>
                    <a:pt x="309142" y="603733"/>
                  </a:lnTo>
                  <a:lnTo>
                    <a:pt x="309524" y="603395"/>
                  </a:lnTo>
                  <a:lnTo>
                    <a:pt x="309929" y="603058"/>
                  </a:lnTo>
                  <a:lnTo>
                    <a:pt x="310311" y="602721"/>
                  </a:lnTo>
                  <a:lnTo>
                    <a:pt x="310716" y="602383"/>
                  </a:lnTo>
                  <a:lnTo>
                    <a:pt x="311098" y="602046"/>
                  </a:lnTo>
                  <a:lnTo>
                    <a:pt x="311503" y="601709"/>
                  </a:lnTo>
                  <a:lnTo>
                    <a:pt x="311885" y="601371"/>
                  </a:lnTo>
                  <a:lnTo>
                    <a:pt x="312290" y="601034"/>
                  </a:lnTo>
                  <a:lnTo>
                    <a:pt x="312695" y="600674"/>
                  </a:lnTo>
                  <a:lnTo>
                    <a:pt x="313077" y="600337"/>
                  </a:lnTo>
                  <a:lnTo>
                    <a:pt x="313482" y="600000"/>
                  </a:lnTo>
                  <a:lnTo>
                    <a:pt x="313864" y="599640"/>
                  </a:lnTo>
                  <a:lnTo>
                    <a:pt x="314269" y="599280"/>
                  </a:lnTo>
                  <a:lnTo>
                    <a:pt x="314652" y="598943"/>
                  </a:lnTo>
                  <a:lnTo>
                    <a:pt x="315056" y="598583"/>
                  </a:lnTo>
                  <a:lnTo>
                    <a:pt x="315438" y="598223"/>
                  </a:lnTo>
                  <a:lnTo>
                    <a:pt x="315844" y="597886"/>
                  </a:lnTo>
                  <a:lnTo>
                    <a:pt x="316248" y="597526"/>
                  </a:lnTo>
                  <a:lnTo>
                    <a:pt x="316630" y="597166"/>
                  </a:lnTo>
                  <a:lnTo>
                    <a:pt x="317036" y="596806"/>
                  </a:lnTo>
                  <a:lnTo>
                    <a:pt x="317418" y="596446"/>
                  </a:lnTo>
                  <a:lnTo>
                    <a:pt x="317822" y="596086"/>
                  </a:lnTo>
                  <a:lnTo>
                    <a:pt x="318205" y="595727"/>
                  </a:lnTo>
                  <a:lnTo>
                    <a:pt x="318610" y="595367"/>
                  </a:lnTo>
                  <a:lnTo>
                    <a:pt x="318992" y="595007"/>
                  </a:lnTo>
                  <a:lnTo>
                    <a:pt x="319397" y="594647"/>
                  </a:lnTo>
                  <a:lnTo>
                    <a:pt x="319802" y="594265"/>
                  </a:lnTo>
                  <a:lnTo>
                    <a:pt x="320184" y="593905"/>
                  </a:lnTo>
                  <a:lnTo>
                    <a:pt x="320589" y="593545"/>
                  </a:lnTo>
                  <a:lnTo>
                    <a:pt x="320971" y="593163"/>
                  </a:lnTo>
                  <a:lnTo>
                    <a:pt x="321376" y="592803"/>
                  </a:lnTo>
                  <a:lnTo>
                    <a:pt x="321758" y="592421"/>
                  </a:lnTo>
                  <a:lnTo>
                    <a:pt x="322163" y="592061"/>
                  </a:lnTo>
                  <a:lnTo>
                    <a:pt x="322545" y="591678"/>
                  </a:lnTo>
                  <a:lnTo>
                    <a:pt x="322950" y="591319"/>
                  </a:lnTo>
                  <a:lnTo>
                    <a:pt x="323355" y="590936"/>
                  </a:lnTo>
                  <a:lnTo>
                    <a:pt x="323737" y="590554"/>
                  </a:lnTo>
                  <a:lnTo>
                    <a:pt x="324142" y="590172"/>
                  </a:lnTo>
                  <a:lnTo>
                    <a:pt x="324524" y="589812"/>
                  </a:lnTo>
                  <a:lnTo>
                    <a:pt x="324929" y="589429"/>
                  </a:lnTo>
                  <a:lnTo>
                    <a:pt x="325312" y="589047"/>
                  </a:lnTo>
                  <a:lnTo>
                    <a:pt x="325716" y="588665"/>
                  </a:lnTo>
                  <a:lnTo>
                    <a:pt x="326121" y="588260"/>
                  </a:lnTo>
                  <a:lnTo>
                    <a:pt x="326504" y="587878"/>
                  </a:lnTo>
                  <a:lnTo>
                    <a:pt x="326908" y="587495"/>
                  </a:lnTo>
                  <a:lnTo>
                    <a:pt x="327290" y="587113"/>
                  </a:lnTo>
                  <a:lnTo>
                    <a:pt x="327696" y="586731"/>
                  </a:lnTo>
                  <a:lnTo>
                    <a:pt x="328078" y="586348"/>
                  </a:lnTo>
                  <a:lnTo>
                    <a:pt x="328482" y="585944"/>
                  </a:lnTo>
                  <a:lnTo>
                    <a:pt x="328865" y="585561"/>
                  </a:lnTo>
                  <a:lnTo>
                    <a:pt x="329270" y="585179"/>
                  </a:lnTo>
                  <a:lnTo>
                    <a:pt x="329674" y="584797"/>
                  </a:lnTo>
                  <a:lnTo>
                    <a:pt x="330057" y="584392"/>
                  </a:lnTo>
                  <a:lnTo>
                    <a:pt x="330462" y="584009"/>
                  </a:lnTo>
                  <a:lnTo>
                    <a:pt x="330844" y="583627"/>
                  </a:lnTo>
                  <a:lnTo>
                    <a:pt x="331249" y="583222"/>
                  </a:lnTo>
                  <a:lnTo>
                    <a:pt x="331631" y="582840"/>
                  </a:lnTo>
                  <a:lnTo>
                    <a:pt x="332036" y="582458"/>
                  </a:lnTo>
                  <a:lnTo>
                    <a:pt x="332418" y="582053"/>
                  </a:lnTo>
                  <a:lnTo>
                    <a:pt x="332823" y="581671"/>
                  </a:lnTo>
                  <a:lnTo>
                    <a:pt x="333228" y="581266"/>
                  </a:lnTo>
                  <a:lnTo>
                    <a:pt x="333610" y="580883"/>
                  </a:lnTo>
                  <a:lnTo>
                    <a:pt x="334015" y="580501"/>
                  </a:lnTo>
                  <a:lnTo>
                    <a:pt x="334397" y="580096"/>
                  </a:lnTo>
                  <a:lnTo>
                    <a:pt x="334802" y="579714"/>
                  </a:lnTo>
                  <a:lnTo>
                    <a:pt x="335184" y="579309"/>
                  </a:lnTo>
                  <a:lnTo>
                    <a:pt x="335590" y="578904"/>
                  </a:lnTo>
                  <a:lnTo>
                    <a:pt x="335972" y="578522"/>
                  </a:lnTo>
                  <a:lnTo>
                    <a:pt x="336376" y="578117"/>
                  </a:lnTo>
                  <a:lnTo>
                    <a:pt x="336782" y="577735"/>
                  </a:lnTo>
                  <a:lnTo>
                    <a:pt x="337164" y="577330"/>
                  </a:lnTo>
                  <a:lnTo>
                    <a:pt x="337568" y="576948"/>
                  </a:lnTo>
                  <a:lnTo>
                    <a:pt x="337950" y="576543"/>
                  </a:lnTo>
                  <a:lnTo>
                    <a:pt x="338356" y="576138"/>
                  </a:lnTo>
                  <a:lnTo>
                    <a:pt x="338738" y="575756"/>
                  </a:lnTo>
                  <a:lnTo>
                    <a:pt x="339142" y="575351"/>
                  </a:lnTo>
                  <a:lnTo>
                    <a:pt x="339548" y="574969"/>
                  </a:lnTo>
                  <a:lnTo>
                    <a:pt x="339930" y="574564"/>
                  </a:lnTo>
                  <a:lnTo>
                    <a:pt x="340335" y="574181"/>
                  </a:lnTo>
                  <a:lnTo>
                    <a:pt x="340717" y="573799"/>
                  </a:lnTo>
                  <a:lnTo>
                    <a:pt x="341122" y="573417"/>
                  </a:lnTo>
                  <a:lnTo>
                    <a:pt x="341504" y="573035"/>
                  </a:lnTo>
                  <a:lnTo>
                    <a:pt x="341909" y="572652"/>
                  </a:lnTo>
                  <a:lnTo>
                    <a:pt x="342291" y="572270"/>
                  </a:lnTo>
                  <a:lnTo>
                    <a:pt x="342696" y="571888"/>
                  </a:lnTo>
                  <a:lnTo>
                    <a:pt x="343101" y="571505"/>
                  </a:lnTo>
                  <a:lnTo>
                    <a:pt x="343483" y="571123"/>
                  </a:lnTo>
                  <a:lnTo>
                    <a:pt x="343888" y="570763"/>
                  </a:lnTo>
                  <a:lnTo>
                    <a:pt x="344270" y="570381"/>
                  </a:lnTo>
                  <a:lnTo>
                    <a:pt x="344675" y="569998"/>
                  </a:lnTo>
                  <a:lnTo>
                    <a:pt x="345058" y="569616"/>
                  </a:lnTo>
                  <a:lnTo>
                    <a:pt x="345462" y="569234"/>
                  </a:lnTo>
                  <a:lnTo>
                    <a:pt x="345844" y="568851"/>
                  </a:lnTo>
                  <a:lnTo>
                    <a:pt x="346250" y="568469"/>
                  </a:lnTo>
                  <a:lnTo>
                    <a:pt x="346654" y="568064"/>
                  </a:lnTo>
                  <a:lnTo>
                    <a:pt x="347036" y="567682"/>
                  </a:lnTo>
                  <a:lnTo>
                    <a:pt x="347442" y="567300"/>
                  </a:lnTo>
                  <a:lnTo>
                    <a:pt x="347824" y="566917"/>
                  </a:lnTo>
                  <a:lnTo>
                    <a:pt x="348228" y="566513"/>
                  </a:lnTo>
                  <a:lnTo>
                    <a:pt x="348611" y="566130"/>
                  </a:lnTo>
                  <a:lnTo>
                    <a:pt x="349016" y="565748"/>
                  </a:lnTo>
                  <a:lnTo>
                    <a:pt x="349398" y="565366"/>
                  </a:lnTo>
                  <a:lnTo>
                    <a:pt x="349803" y="564961"/>
                  </a:lnTo>
                  <a:lnTo>
                    <a:pt x="350208" y="564578"/>
                  </a:lnTo>
                  <a:lnTo>
                    <a:pt x="350590" y="564196"/>
                  </a:lnTo>
                  <a:lnTo>
                    <a:pt x="350995" y="563791"/>
                  </a:lnTo>
                  <a:lnTo>
                    <a:pt x="351377" y="563409"/>
                  </a:lnTo>
                  <a:lnTo>
                    <a:pt x="351782" y="563027"/>
                  </a:lnTo>
                  <a:lnTo>
                    <a:pt x="352164" y="562622"/>
                  </a:lnTo>
                  <a:lnTo>
                    <a:pt x="352569" y="562240"/>
                  </a:lnTo>
                  <a:lnTo>
                    <a:pt x="352951" y="561835"/>
                  </a:lnTo>
                  <a:lnTo>
                    <a:pt x="353356" y="561452"/>
                  </a:lnTo>
                  <a:lnTo>
                    <a:pt x="353761" y="561048"/>
                  </a:lnTo>
                  <a:lnTo>
                    <a:pt x="354143" y="560643"/>
                  </a:lnTo>
                  <a:lnTo>
                    <a:pt x="354548" y="560260"/>
                  </a:lnTo>
                  <a:lnTo>
                    <a:pt x="354930" y="559856"/>
                  </a:lnTo>
                  <a:lnTo>
                    <a:pt x="355335" y="559451"/>
                  </a:lnTo>
                  <a:lnTo>
                    <a:pt x="355718" y="559046"/>
                  </a:lnTo>
                  <a:lnTo>
                    <a:pt x="356122" y="558619"/>
                  </a:lnTo>
                  <a:lnTo>
                    <a:pt x="356527" y="558214"/>
                  </a:lnTo>
                  <a:lnTo>
                    <a:pt x="356910" y="557809"/>
                  </a:lnTo>
                  <a:lnTo>
                    <a:pt x="357314" y="557382"/>
                  </a:lnTo>
                  <a:lnTo>
                    <a:pt x="357696" y="556954"/>
                  </a:lnTo>
                  <a:lnTo>
                    <a:pt x="358102" y="556527"/>
                  </a:lnTo>
                  <a:lnTo>
                    <a:pt x="358484" y="556100"/>
                  </a:lnTo>
                  <a:lnTo>
                    <a:pt x="358888" y="555650"/>
                  </a:lnTo>
                  <a:lnTo>
                    <a:pt x="359271" y="555223"/>
                  </a:lnTo>
                  <a:lnTo>
                    <a:pt x="359676" y="554773"/>
                  </a:lnTo>
                  <a:lnTo>
                    <a:pt x="360080" y="554323"/>
                  </a:lnTo>
                  <a:lnTo>
                    <a:pt x="360463" y="553873"/>
                  </a:lnTo>
                  <a:lnTo>
                    <a:pt x="360868" y="553424"/>
                  </a:lnTo>
                  <a:lnTo>
                    <a:pt x="361250" y="552974"/>
                  </a:lnTo>
                  <a:lnTo>
                    <a:pt x="361655" y="552502"/>
                  </a:lnTo>
                  <a:lnTo>
                    <a:pt x="362037" y="552029"/>
                  </a:lnTo>
                  <a:lnTo>
                    <a:pt x="362442" y="551579"/>
                  </a:lnTo>
                  <a:lnTo>
                    <a:pt x="362824" y="551107"/>
                  </a:lnTo>
                  <a:lnTo>
                    <a:pt x="363229" y="550635"/>
                  </a:lnTo>
                  <a:lnTo>
                    <a:pt x="363634" y="550163"/>
                  </a:lnTo>
                  <a:lnTo>
                    <a:pt x="364016" y="549668"/>
                  </a:lnTo>
                  <a:lnTo>
                    <a:pt x="364421" y="549196"/>
                  </a:lnTo>
                  <a:lnTo>
                    <a:pt x="364803" y="548701"/>
                  </a:lnTo>
                  <a:lnTo>
                    <a:pt x="365208" y="548228"/>
                  </a:lnTo>
                  <a:lnTo>
                    <a:pt x="365590" y="547734"/>
                  </a:lnTo>
                  <a:lnTo>
                    <a:pt x="365995" y="547239"/>
                  </a:lnTo>
                  <a:lnTo>
                    <a:pt x="366378" y="546744"/>
                  </a:lnTo>
                  <a:lnTo>
                    <a:pt x="366782" y="546249"/>
                  </a:lnTo>
                  <a:lnTo>
                    <a:pt x="367187" y="545755"/>
                  </a:lnTo>
                  <a:lnTo>
                    <a:pt x="367570" y="545260"/>
                  </a:lnTo>
                  <a:lnTo>
                    <a:pt x="367974" y="544765"/>
                  </a:lnTo>
                  <a:lnTo>
                    <a:pt x="368356" y="544270"/>
                  </a:lnTo>
                  <a:lnTo>
                    <a:pt x="368762" y="543753"/>
                  </a:lnTo>
                  <a:lnTo>
                    <a:pt x="369144" y="543258"/>
                  </a:lnTo>
                  <a:lnTo>
                    <a:pt x="369548" y="542764"/>
                  </a:lnTo>
                  <a:lnTo>
                    <a:pt x="369954" y="542246"/>
                  </a:lnTo>
                  <a:lnTo>
                    <a:pt x="370336" y="541752"/>
                  </a:lnTo>
                  <a:lnTo>
                    <a:pt x="370740" y="541234"/>
                  </a:lnTo>
                  <a:lnTo>
                    <a:pt x="371123" y="540739"/>
                  </a:lnTo>
                  <a:lnTo>
                    <a:pt x="371528" y="540222"/>
                  </a:lnTo>
                  <a:lnTo>
                    <a:pt x="371910" y="539727"/>
                  </a:lnTo>
                  <a:lnTo>
                    <a:pt x="372315" y="539210"/>
                  </a:lnTo>
                  <a:lnTo>
                    <a:pt x="372697" y="538693"/>
                  </a:lnTo>
                  <a:lnTo>
                    <a:pt x="373102" y="538176"/>
                  </a:lnTo>
                  <a:lnTo>
                    <a:pt x="373507" y="537681"/>
                  </a:lnTo>
                  <a:lnTo>
                    <a:pt x="373889" y="537164"/>
                  </a:lnTo>
                  <a:lnTo>
                    <a:pt x="374294" y="536646"/>
                  </a:lnTo>
                  <a:lnTo>
                    <a:pt x="374676" y="536129"/>
                  </a:lnTo>
                  <a:lnTo>
                    <a:pt x="375081" y="535612"/>
                  </a:lnTo>
                  <a:lnTo>
                    <a:pt x="375463" y="535095"/>
                  </a:lnTo>
                  <a:lnTo>
                    <a:pt x="375868" y="534577"/>
                  </a:lnTo>
                  <a:lnTo>
                    <a:pt x="376250" y="534060"/>
                  </a:lnTo>
                  <a:lnTo>
                    <a:pt x="376656" y="533520"/>
                  </a:lnTo>
                  <a:lnTo>
                    <a:pt x="377060" y="533003"/>
                  </a:lnTo>
                  <a:lnTo>
                    <a:pt x="377442" y="532486"/>
                  </a:lnTo>
                  <a:lnTo>
                    <a:pt x="377847" y="531969"/>
                  </a:lnTo>
                  <a:lnTo>
                    <a:pt x="378230" y="531429"/>
                  </a:lnTo>
                  <a:lnTo>
                    <a:pt x="378634" y="530912"/>
                  </a:lnTo>
                  <a:lnTo>
                    <a:pt x="379016" y="530372"/>
                  </a:lnTo>
                  <a:lnTo>
                    <a:pt x="379422" y="529855"/>
                  </a:lnTo>
                  <a:lnTo>
                    <a:pt x="379804" y="529315"/>
                  </a:lnTo>
                  <a:lnTo>
                    <a:pt x="380208" y="528798"/>
                  </a:lnTo>
                  <a:lnTo>
                    <a:pt x="380614" y="528258"/>
                  </a:lnTo>
                  <a:lnTo>
                    <a:pt x="380996" y="527718"/>
                  </a:lnTo>
                  <a:lnTo>
                    <a:pt x="381401" y="527178"/>
                  </a:lnTo>
                  <a:lnTo>
                    <a:pt x="381783" y="526639"/>
                  </a:lnTo>
                  <a:lnTo>
                    <a:pt x="382188" y="526099"/>
                  </a:lnTo>
                  <a:lnTo>
                    <a:pt x="382570" y="525559"/>
                  </a:lnTo>
                  <a:lnTo>
                    <a:pt x="382975" y="525019"/>
                  </a:lnTo>
                  <a:lnTo>
                    <a:pt x="383357" y="524479"/>
                  </a:lnTo>
                  <a:lnTo>
                    <a:pt x="383762" y="523962"/>
                  </a:lnTo>
                  <a:lnTo>
                    <a:pt x="384167" y="523422"/>
                  </a:lnTo>
                  <a:lnTo>
                    <a:pt x="384549" y="522883"/>
                  </a:lnTo>
                  <a:lnTo>
                    <a:pt x="384954" y="522321"/>
                  </a:lnTo>
                  <a:lnTo>
                    <a:pt x="385336" y="521781"/>
                  </a:lnTo>
                  <a:lnTo>
                    <a:pt x="385741" y="521241"/>
                  </a:lnTo>
                  <a:lnTo>
                    <a:pt x="386124" y="520701"/>
                  </a:lnTo>
                  <a:lnTo>
                    <a:pt x="386528" y="520162"/>
                  </a:lnTo>
                  <a:lnTo>
                    <a:pt x="386933" y="519622"/>
                  </a:lnTo>
                  <a:lnTo>
                    <a:pt x="387316" y="519060"/>
                  </a:lnTo>
                  <a:lnTo>
                    <a:pt x="387720" y="518520"/>
                  </a:lnTo>
                  <a:lnTo>
                    <a:pt x="388102" y="517958"/>
                  </a:lnTo>
                  <a:lnTo>
                    <a:pt x="388508" y="517395"/>
                  </a:lnTo>
                  <a:lnTo>
                    <a:pt x="388890" y="516856"/>
                  </a:lnTo>
                  <a:lnTo>
                    <a:pt x="389294" y="516293"/>
                  </a:lnTo>
                  <a:lnTo>
                    <a:pt x="389677" y="515731"/>
                  </a:lnTo>
                  <a:lnTo>
                    <a:pt x="390082" y="515169"/>
                  </a:lnTo>
                  <a:lnTo>
                    <a:pt x="390486" y="514607"/>
                  </a:lnTo>
                  <a:lnTo>
                    <a:pt x="390869" y="514044"/>
                  </a:lnTo>
                  <a:lnTo>
                    <a:pt x="391274" y="513482"/>
                  </a:lnTo>
                  <a:lnTo>
                    <a:pt x="391656" y="512920"/>
                  </a:lnTo>
                  <a:lnTo>
                    <a:pt x="392061" y="512358"/>
                  </a:lnTo>
                  <a:lnTo>
                    <a:pt x="392443" y="511795"/>
                  </a:lnTo>
                  <a:lnTo>
                    <a:pt x="392848" y="511233"/>
                  </a:lnTo>
                  <a:lnTo>
                    <a:pt x="393230" y="510671"/>
                  </a:lnTo>
                  <a:lnTo>
                    <a:pt x="393635" y="510109"/>
                  </a:lnTo>
                  <a:lnTo>
                    <a:pt x="394040" y="509546"/>
                  </a:lnTo>
                  <a:lnTo>
                    <a:pt x="394422" y="508984"/>
                  </a:lnTo>
                  <a:lnTo>
                    <a:pt x="394827" y="508422"/>
                  </a:lnTo>
                  <a:lnTo>
                    <a:pt x="395209" y="507860"/>
                  </a:lnTo>
                  <a:lnTo>
                    <a:pt x="395614" y="507320"/>
                  </a:lnTo>
                  <a:lnTo>
                    <a:pt x="395996" y="506758"/>
                  </a:lnTo>
                  <a:lnTo>
                    <a:pt x="396401" y="506196"/>
                  </a:lnTo>
                  <a:lnTo>
                    <a:pt x="396784" y="505656"/>
                  </a:lnTo>
                  <a:lnTo>
                    <a:pt x="397188" y="505093"/>
                  </a:lnTo>
                  <a:lnTo>
                    <a:pt x="397593" y="504531"/>
                  </a:lnTo>
                  <a:lnTo>
                    <a:pt x="397976" y="503992"/>
                  </a:lnTo>
                  <a:lnTo>
                    <a:pt x="398380" y="503429"/>
                  </a:lnTo>
                  <a:lnTo>
                    <a:pt x="398762" y="502867"/>
                  </a:lnTo>
                  <a:lnTo>
                    <a:pt x="399168" y="502327"/>
                  </a:lnTo>
                  <a:lnTo>
                    <a:pt x="399550" y="501765"/>
                  </a:lnTo>
                  <a:lnTo>
                    <a:pt x="399954" y="501203"/>
                  </a:lnTo>
                  <a:lnTo>
                    <a:pt x="400359" y="500663"/>
                  </a:lnTo>
                  <a:lnTo>
                    <a:pt x="400742" y="500101"/>
                  </a:lnTo>
                  <a:lnTo>
                    <a:pt x="401146" y="499539"/>
                  </a:lnTo>
                  <a:lnTo>
                    <a:pt x="401529" y="498976"/>
                  </a:lnTo>
                  <a:lnTo>
                    <a:pt x="401934" y="498414"/>
                  </a:lnTo>
                  <a:lnTo>
                    <a:pt x="402316" y="497852"/>
                  </a:lnTo>
                  <a:lnTo>
                    <a:pt x="402721" y="497290"/>
                  </a:lnTo>
                  <a:lnTo>
                    <a:pt x="403103" y="496727"/>
                  </a:lnTo>
                  <a:lnTo>
                    <a:pt x="403485" y="496165"/>
                  </a:lnTo>
                  <a:lnTo>
                    <a:pt x="403913" y="495603"/>
                  </a:lnTo>
                  <a:lnTo>
                    <a:pt x="404295" y="495041"/>
                  </a:lnTo>
                  <a:lnTo>
                    <a:pt x="404677" y="494478"/>
                  </a:lnTo>
                  <a:lnTo>
                    <a:pt x="405060" y="493916"/>
                  </a:lnTo>
                  <a:lnTo>
                    <a:pt x="405464" y="493354"/>
                  </a:lnTo>
                  <a:lnTo>
                    <a:pt x="405847" y="492792"/>
                  </a:lnTo>
                  <a:lnTo>
                    <a:pt x="406252" y="492229"/>
                  </a:lnTo>
                  <a:lnTo>
                    <a:pt x="406634" y="491667"/>
                  </a:lnTo>
                  <a:lnTo>
                    <a:pt x="407039" y="491105"/>
                  </a:lnTo>
                  <a:lnTo>
                    <a:pt x="407444" y="490520"/>
                  </a:lnTo>
                  <a:lnTo>
                    <a:pt x="407826" y="489958"/>
                  </a:lnTo>
                  <a:lnTo>
                    <a:pt x="408230" y="489396"/>
                  </a:lnTo>
                  <a:lnTo>
                    <a:pt x="408613" y="488834"/>
                  </a:lnTo>
                  <a:lnTo>
                    <a:pt x="409018" y="488271"/>
                  </a:lnTo>
                  <a:lnTo>
                    <a:pt x="409400" y="487709"/>
                  </a:lnTo>
                  <a:lnTo>
                    <a:pt x="409805" y="487124"/>
                  </a:lnTo>
                  <a:lnTo>
                    <a:pt x="410187" y="486562"/>
                  </a:lnTo>
                  <a:lnTo>
                    <a:pt x="410592" y="486000"/>
                  </a:lnTo>
                  <a:lnTo>
                    <a:pt x="410997" y="485438"/>
                  </a:lnTo>
                  <a:lnTo>
                    <a:pt x="411379" y="484875"/>
                  </a:lnTo>
                  <a:lnTo>
                    <a:pt x="411784" y="484336"/>
                  </a:lnTo>
                  <a:lnTo>
                    <a:pt x="412166" y="483773"/>
                  </a:lnTo>
                  <a:lnTo>
                    <a:pt x="412571" y="483211"/>
                  </a:lnTo>
                  <a:lnTo>
                    <a:pt x="412953" y="482649"/>
                  </a:lnTo>
                  <a:lnTo>
                    <a:pt x="413358" y="482087"/>
                  </a:lnTo>
                  <a:lnTo>
                    <a:pt x="413741" y="481524"/>
                  </a:lnTo>
                  <a:lnTo>
                    <a:pt x="414145" y="480985"/>
                  </a:lnTo>
                  <a:lnTo>
                    <a:pt x="414550" y="480422"/>
                  </a:lnTo>
                  <a:lnTo>
                    <a:pt x="414933" y="479860"/>
                  </a:lnTo>
                  <a:lnTo>
                    <a:pt x="415337" y="479298"/>
                  </a:lnTo>
                  <a:lnTo>
                    <a:pt x="415720" y="478736"/>
                  </a:lnTo>
                  <a:lnTo>
                    <a:pt x="416124" y="478196"/>
                  </a:lnTo>
                  <a:lnTo>
                    <a:pt x="416507" y="477634"/>
                  </a:lnTo>
                  <a:lnTo>
                    <a:pt x="416912" y="477071"/>
                  </a:lnTo>
                  <a:lnTo>
                    <a:pt x="417316" y="476509"/>
                  </a:lnTo>
                  <a:lnTo>
                    <a:pt x="417699" y="475947"/>
                  </a:lnTo>
                  <a:lnTo>
                    <a:pt x="418104" y="475407"/>
                  </a:lnTo>
                  <a:lnTo>
                    <a:pt x="418486" y="474845"/>
                  </a:lnTo>
                  <a:lnTo>
                    <a:pt x="418890" y="474283"/>
                  </a:lnTo>
                  <a:lnTo>
                    <a:pt x="419273" y="473743"/>
                  </a:lnTo>
                  <a:lnTo>
                    <a:pt x="419678" y="473181"/>
                  </a:lnTo>
                  <a:lnTo>
                    <a:pt x="420060" y="472619"/>
                  </a:lnTo>
                  <a:lnTo>
                    <a:pt x="420465" y="472079"/>
                  </a:lnTo>
                  <a:lnTo>
                    <a:pt x="420870" y="471517"/>
                  </a:lnTo>
                  <a:lnTo>
                    <a:pt x="421252" y="470954"/>
                  </a:lnTo>
                  <a:lnTo>
                    <a:pt x="421657" y="470392"/>
                  </a:lnTo>
                  <a:lnTo>
                    <a:pt x="422039" y="469852"/>
                  </a:lnTo>
                  <a:lnTo>
                    <a:pt x="422444" y="469290"/>
                  </a:lnTo>
                  <a:lnTo>
                    <a:pt x="422826" y="468750"/>
                  </a:lnTo>
                  <a:lnTo>
                    <a:pt x="423231" y="468188"/>
                  </a:lnTo>
                  <a:lnTo>
                    <a:pt x="423613" y="467648"/>
                  </a:lnTo>
                  <a:lnTo>
                    <a:pt x="424018" y="467109"/>
                  </a:lnTo>
                  <a:lnTo>
                    <a:pt x="424423" y="466569"/>
                  </a:lnTo>
                  <a:lnTo>
                    <a:pt x="424806" y="466007"/>
                  </a:lnTo>
                  <a:lnTo>
                    <a:pt x="425210" y="465467"/>
                  </a:lnTo>
                  <a:lnTo>
                    <a:pt x="425593" y="464927"/>
                  </a:lnTo>
                  <a:lnTo>
                    <a:pt x="425998" y="464387"/>
                  </a:lnTo>
                  <a:lnTo>
                    <a:pt x="426380" y="463848"/>
                  </a:lnTo>
                  <a:lnTo>
                    <a:pt x="426784" y="463308"/>
                  </a:lnTo>
                  <a:lnTo>
                    <a:pt x="427167" y="462768"/>
                  </a:lnTo>
                  <a:lnTo>
                    <a:pt x="427572" y="462228"/>
                  </a:lnTo>
                  <a:lnTo>
                    <a:pt x="427976" y="461689"/>
                  </a:lnTo>
                  <a:lnTo>
                    <a:pt x="428359" y="461149"/>
                  </a:lnTo>
                  <a:lnTo>
                    <a:pt x="428764" y="460609"/>
                  </a:lnTo>
                  <a:lnTo>
                    <a:pt x="429146" y="460069"/>
                  </a:lnTo>
                  <a:lnTo>
                    <a:pt x="429551" y="459530"/>
                  </a:lnTo>
                  <a:lnTo>
                    <a:pt x="429933" y="458990"/>
                  </a:lnTo>
                  <a:lnTo>
                    <a:pt x="430338" y="458450"/>
                  </a:lnTo>
                  <a:lnTo>
                    <a:pt x="430720" y="457933"/>
                  </a:lnTo>
                  <a:lnTo>
                    <a:pt x="431125" y="457393"/>
                  </a:lnTo>
                  <a:lnTo>
                    <a:pt x="431530" y="456853"/>
                  </a:lnTo>
                  <a:lnTo>
                    <a:pt x="431912" y="456314"/>
                  </a:lnTo>
                  <a:lnTo>
                    <a:pt x="432317" y="455774"/>
                  </a:lnTo>
                  <a:lnTo>
                    <a:pt x="432699" y="455257"/>
                  </a:lnTo>
                  <a:lnTo>
                    <a:pt x="433104" y="454717"/>
                  </a:lnTo>
                  <a:lnTo>
                    <a:pt x="433487" y="454177"/>
                  </a:lnTo>
                  <a:lnTo>
                    <a:pt x="433891" y="453660"/>
                  </a:lnTo>
                  <a:lnTo>
                    <a:pt x="434296" y="453120"/>
                  </a:lnTo>
                  <a:lnTo>
                    <a:pt x="434678" y="452603"/>
                  </a:lnTo>
                  <a:lnTo>
                    <a:pt x="435083" y="452063"/>
                  </a:lnTo>
                  <a:lnTo>
                    <a:pt x="435466" y="451546"/>
                  </a:lnTo>
                  <a:lnTo>
                    <a:pt x="435870" y="451051"/>
                  </a:lnTo>
                  <a:lnTo>
                    <a:pt x="436253" y="450511"/>
                  </a:lnTo>
                  <a:lnTo>
                    <a:pt x="436658" y="449994"/>
                  </a:lnTo>
                  <a:lnTo>
                    <a:pt x="437040" y="449477"/>
                  </a:lnTo>
                  <a:lnTo>
                    <a:pt x="437444" y="448960"/>
                  </a:lnTo>
                  <a:lnTo>
                    <a:pt x="437850" y="448420"/>
                  </a:lnTo>
                  <a:lnTo>
                    <a:pt x="438232" y="447902"/>
                  </a:lnTo>
                  <a:lnTo>
                    <a:pt x="438636" y="447385"/>
                  </a:lnTo>
                  <a:lnTo>
                    <a:pt x="439019" y="446868"/>
                  </a:lnTo>
                  <a:lnTo>
                    <a:pt x="439424" y="446351"/>
                  </a:lnTo>
                  <a:lnTo>
                    <a:pt x="439806" y="445833"/>
                  </a:lnTo>
                  <a:lnTo>
                    <a:pt x="440211" y="445316"/>
                  </a:lnTo>
                  <a:lnTo>
                    <a:pt x="440593" y="444799"/>
                  </a:lnTo>
                  <a:lnTo>
                    <a:pt x="440998" y="444304"/>
                  </a:lnTo>
                  <a:lnTo>
                    <a:pt x="441403" y="443787"/>
                  </a:lnTo>
                  <a:lnTo>
                    <a:pt x="441785" y="443270"/>
                  </a:lnTo>
                  <a:lnTo>
                    <a:pt x="442190" y="442775"/>
                  </a:lnTo>
                  <a:lnTo>
                    <a:pt x="442572" y="442258"/>
                  </a:lnTo>
                  <a:lnTo>
                    <a:pt x="442977" y="441763"/>
                  </a:lnTo>
                  <a:lnTo>
                    <a:pt x="443359" y="441268"/>
                  </a:lnTo>
                  <a:lnTo>
                    <a:pt x="443764" y="440773"/>
                  </a:lnTo>
                  <a:lnTo>
                    <a:pt x="444147" y="440256"/>
                  </a:lnTo>
                  <a:lnTo>
                    <a:pt x="444551" y="439761"/>
                  </a:lnTo>
                  <a:lnTo>
                    <a:pt x="444956" y="439267"/>
                  </a:lnTo>
                  <a:lnTo>
                    <a:pt x="445338" y="438772"/>
                  </a:lnTo>
                  <a:lnTo>
                    <a:pt x="445743" y="438277"/>
                  </a:lnTo>
                  <a:lnTo>
                    <a:pt x="446126" y="437782"/>
                  </a:lnTo>
                  <a:lnTo>
                    <a:pt x="446530" y="437287"/>
                  </a:lnTo>
                  <a:lnTo>
                    <a:pt x="446913" y="436793"/>
                  </a:lnTo>
                  <a:lnTo>
                    <a:pt x="447318" y="436298"/>
                  </a:lnTo>
                  <a:lnTo>
                    <a:pt x="447722" y="435826"/>
                  </a:lnTo>
                  <a:lnTo>
                    <a:pt x="448105" y="435331"/>
                  </a:lnTo>
                  <a:lnTo>
                    <a:pt x="448510" y="434836"/>
                  </a:lnTo>
                  <a:lnTo>
                    <a:pt x="448892" y="434364"/>
                  </a:lnTo>
                  <a:lnTo>
                    <a:pt x="449296" y="433891"/>
                  </a:lnTo>
                  <a:lnTo>
                    <a:pt x="449679" y="433397"/>
                  </a:lnTo>
                  <a:lnTo>
                    <a:pt x="450084" y="432924"/>
                  </a:lnTo>
                  <a:lnTo>
                    <a:pt x="450466" y="432452"/>
                  </a:lnTo>
                  <a:lnTo>
                    <a:pt x="450871" y="431980"/>
                  </a:lnTo>
                  <a:lnTo>
                    <a:pt x="451276" y="431508"/>
                  </a:lnTo>
                  <a:lnTo>
                    <a:pt x="451658" y="431035"/>
                  </a:lnTo>
                  <a:lnTo>
                    <a:pt x="452063" y="430563"/>
                  </a:lnTo>
                  <a:lnTo>
                    <a:pt x="452445" y="430091"/>
                  </a:lnTo>
                  <a:lnTo>
                    <a:pt x="452850" y="429618"/>
                  </a:lnTo>
                  <a:lnTo>
                    <a:pt x="453232" y="429169"/>
                  </a:lnTo>
                  <a:lnTo>
                    <a:pt x="453637" y="428696"/>
                  </a:lnTo>
                  <a:lnTo>
                    <a:pt x="454019" y="428224"/>
                  </a:lnTo>
                  <a:lnTo>
                    <a:pt x="454424" y="427752"/>
                  </a:lnTo>
                  <a:lnTo>
                    <a:pt x="454829" y="427302"/>
                  </a:lnTo>
                  <a:lnTo>
                    <a:pt x="455211" y="426830"/>
                  </a:lnTo>
                  <a:lnTo>
                    <a:pt x="455616" y="426358"/>
                  </a:lnTo>
                  <a:lnTo>
                    <a:pt x="455998" y="425885"/>
                  </a:lnTo>
                  <a:lnTo>
                    <a:pt x="456403" y="425435"/>
                  </a:lnTo>
                  <a:lnTo>
                    <a:pt x="456786" y="424963"/>
                  </a:lnTo>
                  <a:lnTo>
                    <a:pt x="457190" y="424513"/>
                  </a:lnTo>
                  <a:lnTo>
                    <a:pt x="457573" y="424041"/>
                  </a:lnTo>
                  <a:lnTo>
                    <a:pt x="457978" y="423591"/>
                  </a:lnTo>
                  <a:lnTo>
                    <a:pt x="458382" y="423119"/>
                  </a:lnTo>
                  <a:lnTo>
                    <a:pt x="458765" y="422669"/>
                  </a:lnTo>
                  <a:lnTo>
                    <a:pt x="459170" y="422219"/>
                  </a:lnTo>
                  <a:lnTo>
                    <a:pt x="459552" y="421770"/>
                  </a:lnTo>
                  <a:lnTo>
                    <a:pt x="459956" y="421320"/>
                  </a:lnTo>
                  <a:lnTo>
                    <a:pt x="460339" y="420870"/>
                  </a:lnTo>
                  <a:lnTo>
                    <a:pt x="460744" y="420420"/>
                  </a:lnTo>
                  <a:lnTo>
                    <a:pt x="461126" y="419970"/>
                  </a:lnTo>
                  <a:lnTo>
                    <a:pt x="461531" y="419521"/>
                  </a:lnTo>
                  <a:lnTo>
                    <a:pt x="461936" y="419071"/>
                  </a:lnTo>
                  <a:lnTo>
                    <a:pt x="462318" y="418621"/>
                  </a:lnTo>
                  <a:lnTo>
                    <a:pt x="462723" y="418171"/>
                  </a:lnTo>
                  <a:lnTo>
                    <a:pt x="463105" y="417721"/>
                  </a:lnTo>
                  <a:lnTo>
                    <a:pt x="463510" y="417294"/>
                  </a:lnTo>
                  <a:lnTo>
                    <a:pt x="463892" y="416844"/>
                  </a:lnTo>
                  <a:lnTo>
                    <a:pt x="464297" y="416417"/>
                  </a:lnTo>
                  <a:lnTo>
                    <a:pt x="464702" y="415967"/>
                  </a:lnTo>
                  <a:lnTo>
                    <a:pt x="465084" y="415540"/>
                  </a:lnTo>
                  <a:lnTo>
                    <a:pt x="465489" y="415090"/>
                  </a:lnTo>
                  <a:lnTo>
                    <a:pt x="465872" y="414663"/>
                  </a:lnTo>
                  <a:lnTo>
                    <a:pt x="466276" y="414213"/>
                  </a:lnTo>
                  <a:lnTo>
                    <a:pt x="466659" y="413786"/>
                  </a:lnTo>
                  <a:lnTo>
                    <a:pt x="467064" y="413359"/>
                  </a:lnTo>
                  <a:lnTo>
                    <a:pt x="467446" y="412909"/>
                  </a:lnTo>
                  <a:lnTo>
                    <a:pt x="467850" y="412481"/>
                  </a:lnTo>
                  <a:lnTo>
                    <a:pt x="468256" y="412054"/>
                  </a:lnTo>
                  <a:lnTo>
                    <a:pt x="468638" y="411627"/>
                  </a:lnTo>
                  <a:lnTo>
                    <a:pt x="469042" y="411199"/>
                  </a:lnTo>
                  <a:lnTo>
                    <a:pt x="469425" y="410772"/>
                  </a:lnTo>
                  <a:lnTo>
                    <a:pt x="469830" y="410322"/>
                  </a:lnTo>
                  <a:lnTo>
                    <a:pt x="470212" y="409895"/>
                  </a:lnTo>
                  <a:lnTo>
                    <a:pt x="470617" y="409490"/>
                  </a:lnTo>
                  <a:lnTo>
                    <a:pt x="470999" y="409063"/>
                  </a:lnTo>
                  <a:lnTo>
                    <a:pt x="471404" y="408636"/>
                  </a:lnTo>
                  <a:lnTo>
                    <a:pt x="471809" y="408208"/>
                  </a:lnTo>
                  <a:lnTo>
                    <a:pt x="472191" y="407781"/>
                  </a:lnTo>
                  <a:lnTo>
                    <a:pt x="472596" y="407354"/>
                  </a:lnTo>
                  <a:lnTo>
                    <a:pt x="472978" y="406926"/>
                  </a:lnTo>
                  <a:lnTo>
                    <a:pt x="473383" y="406522"/>
                  </a:lnTo>
                  <a:lnTo>
                    <a:pt x="473765" y="406094"/>
                  </a:lnTo>
                  <a:lnTo>
                    <a:pt x="474170" y="405667"/>
                  </a:lnTo>
                  <a:lnTo>
                    <a:pt x="474552" y="405262"/>
                  </a:lnTo>
                  <a:lnTo>
                    <a:pt x="474957" y="404835"/>
                  </a:lnTo>
                  <a:lnTo>
                    <a:pt x="475362" y="404408"/>
                  </a:lnTo>
                  <a:lnTo>
                    <a:pt x="475744" y="404003"/>
                  </a:lnTo>
                  <a:lnTo>
                    <a:pt x="476149" y="403576"/>
                  </a:lnTo>
                  <a:lnTo>
                    <a:pt x="476532" y="403171"/>
                  </a:lnTo>
                  <a:lnTo>
                    <a:pt x="476936" y="402766"/>
                  </a:lnTo>
                  <a:lnTo>
                    <a:pt x="477319" y="402339"/>
                  </a:lnTo>
                  <a:lnTo>
                    <a:pt x="477724" y="401934"/>
                  </a:lnTo>
                  <a:lnTo>
                    <a:pt x="478128" y="401506"/>
                  </a:lnTo>
                  <a:lnTo>
                    <a:pt x="478510" y="401102"/>
                  </a:lnTo>
                  <a:lnTo>
                    <a:pt x="478916" y="400697"/>
                  </a:lnTo>
                  <a:lnTo>
                    <a:pt x="479298" y="400270"/>
                  </a:lnTo>
                  <a:lnTo>
                    <a:pt x="479702" y="399865"/>
                  </a:lnTo>
                  <a:lnTo>
                    <a:pt x="480085" y="399460"/>
                  </a:lnTo>
                  <a:lnTo>
                    <a:pt x="480490" y="399033"/>
                  </a:lnTo>
                  <a:lnTo>
                    <a:pt x="480872" y="398628"/>
                  </a:lnTo>
                  <a:lnTo>
                    <a:pt x="481277" y="398223"/>
                  </a:lnTo>
                  <a:lnTo>
                    <a:pt x="481682" y="397796"/>
                  </a:lnTo>
                  <a:lnTo>
                    <a:pt x="482064" y="397391"/>
                  </a:lnTo>
                  <a:lnTo>
                    <a:pt x="482469" y="396986"/>
                  </a:lnTo>
                  <a:lnTo>
                    <a:pt x="482851" y="396581"/>
                  </a:lnTo>
                  <a:lnTo>
                    <a:pt x="483256" y="396176"/>
                  </a:lnTo>
                  <a:lnTo>
                    <a:pt x="483638" y="395749"/>
                  </a:lnTo>
                  <a:lnTo>
                    <a:pt x="484043" y="395344"/>
                  </a:lnTo>
                  <a:lnTo>
                    <a:pt x="484425" y="394940"/>
                  </a:lnTo>
                  <a:lnTo>
                    <a:pt x="484830" y="394535"/>
                  </a:lnTo>
                  <a:lnTo>
                    <a:pt x="485235" y="394130"/>
                  </a:lnTo>
                  <a:lnTo>
                    <a:pt x="485617" y="393703"/>
                  </a:lnTo>
                  <a:lnTo>
                    <a:pt x="486022" y="393298"/>
                  </a:lnTo>
                  <a:lnTo>
                    <a:pt x="486404" y="392893"/>
                  </a:lnTo>
                  <a:lnTo>
                    <a:pt x="486809" y="392466"/>
                  </a:lnTo>
                  <a:lnTo>
                    <a:pt x="487192" y="392061"/>
                  </a:lnTo>
                  <a:lnTo>
                    <a:pt x="487596" y="391634"/>
                  </a:lnTo>
                  <a:lnTo>
                    <a:pt x="487979" y="391229"/>
                  </a:lnTo>
                  <a:lnTo>
                    <a:pt x="488384" y="390801"/>
                  </a:lnTo>
                  <a:lnTo>
                    <a:pt x="488788" y="390374"/>
                  </a:lnTo>
                  <a:lnTo>
                    <a:pt x="489170" y="389969"/>
                  </a:lnTo>
                  <a:lnTo>
                    <a:pt x="489576" y="389565"/>
                  </a:lnTo>
                  <a:lnTo>
                    <a:pt x="489958" y="389137"/>
                  </a:lnTo>
                  <a:lnTo>
                    <a:pt x="490362" y="388732"/>
                  </a:lnTo>
                  <a:lnTo>
                    <a:pt x="490745" y="388305"/>
                  </a:lnTo>
                  <a:lnTo>
                    <a:pt x="491150" y="387900"/>
                  </a:lnTo>
                  <a:lnTo>
                    <a:pt x="491532" y="387496"/>
                  </a:lnTo>
                  <a:lnTo>
                    <a:pt x="491937" y="387068"/>
                  </a:lnTo>
                  <a:lnTo>
                    <a:pt x="492342" y="386663"/>
                  </a:lnTo>
                  <a:lnTo>
                    <a:pt x="492724" y="386259"/>
                  </a:lnTo>
                  <a:lnTo>
                    <a:pt x="493129" y="385854"/>
                  </a:lnTo>
                  <a:lnTo>
                    <a:pt x="493511" y="385449"/>
                  </a:lnTo>
                  <a:lnTo>
                    <a:pt x="493916" y="385044"/>
                  </a:lnTo>
                  <a:lnTo>
                    <a:pt x="494298" y="384639"/>
                  </a:lnTo>
                  <a:lnTo>
                    <a:pt x="494703" y="384234"/>
                  </a:lnTo>
                  <a:lnTo>
                    <a:pt x="495108" y="383830"/>
                  </a:lnTo>
                  <a:lnTo>
                    <a:pt x="495490" y="383425"/>
                  </a:lnTo>
                  <a:lnTo>
                    <a:pt x="495895" y="383043"/>
                  </a:lnTo>
                  <a:lnTo>
                    <a:pt x="496277" y="382638"/>
                  </a:lnTo>
                  <a:lnTo>
                    <a:pt x="496682" y="382255"/>
                  </a:lnTo>
                  <a:lnTo>
                    <a:pt x="497064" y="381851"/>
                  </a:lnTo>
                  <a:lnTo>
                    <a:pt x="497469" y="381468"/>
                  </a:lnTo>
                  <a:lnTo>
                    <a:pt x="497852" y="381086"/>
                  </a:lnTo>
                  <a:lnTo>
                    <a:pt x="498256" y="380681"/>
                  </a:lnTo>
                  <a:lnTo>
                    <a:pt x="498662" y="380299"/>
                  </a:lnTo>
                  <a:lnTo>
                    <a:pt x="499044" y="379916"/>
                  </a:lnTo>
                  <a:lnTo>
                    <a:pt x="499448" y="379534"/>
                  </a:lnTo>
                  <a:lnTo>
                    <a:pt x="499831" y="379152"/>
                  </a:lnTo>
                  <a:lnTo>
                    <a:pt x="500236" y="378770"/>
                  </a:lnTo>
                  <a:lnTo>
                    <a:pt x="500618" y="378387"/>
                  </a:lnTo>
                  <a:lnTo>
                    <a:pt x="501022" y="378005"/>
                  </a:lnTo>
                  <a:lnTo>
                    <a:pt x="501405" y="377623"/>
                  </a:lnTo>
                  <a:lnTo>
                    <a:pt x="501810" y="377240"/>
                  </a:lnTo>
                  <a:lnTo>
                    <a:pt x="502214" y="376880"/>
                  </a:lnTo>
                  <a:lnTo>
                    <a:pt x="502597" y="376498"/>
                  </a:lnTo>
                  <a:lnTo>
                    <a:pt x="503002" y="376116"/>
                  </a:lnTo>
                  <a:lnTo>
                    <a:pt x="503384" y="375733"/>
                  </a:lnTo>
                  <a:lnTo>
                    <a:pt x="503789" y="375374"/>
                  </a:lnTo>
                  <a:lnTo>
                    <a:pt x="504171" y="374991"/>
                  </a:lnTo>
                  <a:lnTo>
                    <a:pt x="504576" y="374631"/>
                  </a:lnTo>
                  <a:lnTo>
                    <a:pt x="504958" y="374249"/>
                  </a:lnTo>
                  <a:lnTo>
                    <a:pt x="505363" y="373889"/>
                  </a:lnTo>
                  <a:lnTo>
                    <a:pt x="505768" y="373529"/>
                  </a:lnTo>
                  <a:lnTo>
                    <a:pt x="506150" y="373147"/>
                  </a:lnTo>
                  <a:lnTo>
                    <a:pt x="506555" y="372787"/>
                  </a:lnTo>
                  <a:lnTo>
                    <a:pt x="506938" y="372427"/>
                  </a:lnTo>
                  <a:lnTo>
                    <a:pt x="507342" y="372068"/>
                  </a:lnTo>
                  <a:lnTo>
                    <a:pt x="507724" y="371708"/>
                  </a:lnTo>
                  <a:lnTo>
                    <a:pt x="508130" y="371348"/>
                  </a:lnTo>
                  <a:lnTo>
                    <a:pt x="508534" y="370988"/>
                  </a:lnTo>
                  <a:lnTo>
                    <a:pt x="508916" y="370651"/>
                  </a:lnTo>
                  <a:lnTo>
                    <a:pt x="509322" y="370291"/>
                  </a:lnTo>
                  <a:lnTo>
                    <a:pt x="509704" y="369931"/>
                  </a:lnTo>
                  <a:lnTo>
                    <a:pt x="510108" y="369594"/>
                  </a:lnTo>
                  <a:lnTo>
                    <a:pt x="510491" y="369234"/>
                  </a:lnTo>
                  <a:lnTo>
                    <a:pt x="510896" y="368897"/>
                  </a:lnTo>
                  <a:lnTo>
                    <a:pt x="511278" y="368537"/>
                  </a:lnTo>
                  <a:lnTo>
                    <a:pt x="511683" y="368199"/>
                  </a:lnTo>
                  <a:lnTo>
                    <a:pt x="512088" y="367840"/>
                  </a:lnTo>
                  <a:lnTo>
                    <a:pt x="512470" y="367502"/>
                  </a:lnTo>
                  <a:lnTo>
                    <a:pt x="512875" y="367165"/>
                  </a:lnTo>
                  <a:lnTo>
                    <a:pt x="513257" y="366805"/>
                  </a:lnTo>
                  <a:lnTo>
                    <a:pt x="513662" y="366468"/>
                  </a:lnTo>
                  <a:lnTo>
                    <a:pt x="514044" y="366130"/>
                  </a:lnTo>
                  <a:lnTo>
                    <a:pt x="514449" y="365793"/>
                  </a:lnTo>
                  <a:lnTo>
                    <a:pt x="514831" y="365433"/>
                  </a:lnTo>
                  <a:lnTo>
                    <a:pt x="515236" y="365096"/>
                  </a:lnTo>
                  <a:lnTo>
                    <a:pt x="515641" y="364759"/>
                  </a:lnTo>
                  <a:lnTo>
                    <a:pt x="516023" y="364399"/>
                  </a:lnTo>
                  <a:lnTo>
                    <a:pt x="516428" y="364061"/>
                  </a:lnTo>
                  <a:lnTo>
                    <a:pt x="516810" y="363724"/>
                  </a:lnTo>
                  <a:lnTo>
                    <a:pt x="517215" y="363364"/>
                  </a:lnTo>
                  <a:lnTo>
                    <a:pt x="517598" y="363027"/>
                  </a:lnTo>
                  <a:lnTo>
                    <a:pt x="518002" y="362689"/>
                  </a:lnTo>
                  <a:lnTo>
                    <a:pt x="518385" y="362330"/>
                  </a:lnTo>
                  <a:lnTo>
                    <a:pt x="518790" y="361992"/>
                  </a:lnTo>
                  <a:lnTo>
                    <a:pt x="519194" y="361655"/>
                  </a:lnTo>
                  <a:lnTo>
                    <a:pt x="519576" y="361318"/>
                  </a:lnTo>
                  <a:lnTo>
                    <a:pt x="519982" y="360980"/>
                  </a:lnTo>
                  <a:lnTo>
                    <a:pt x="520364" y="360643"/>
                  </a:lnTo>
                  <a:lnTo>
                    <a:pt x="520768" y="360283"/>
                  </a:lnTo>
                  <a:lnTo>
                    <a:pt x="521151" y="359946"/>
                  </a:lnTo>
                  <a:lnTo>
                    <a:pt x="521556" y="359608"/>
                  </a:lnTo>
                  <a:lnTo>
                    <a:pt x="521938" y="359249"/>
                  </a:lnTo>
                  <a:lnTo>
                    <a:pt x="522343" y="358911"/>
                  </a:lnTo>
                  <a:lnTo>
                    <a:pt x="522748" y="358574"/>
                  </a:lnTo>
                  <a:lnTo>
                    <a:pt x="523107" y="358214"/>
                  </a:lnTo>
                  <a:lnTo>
                    <a:pt x="523535" y="357877"/>
                  </a:lnTo>
                  <a:lnTo>
                    <a:pt x="523895" y="357539"/>
                  </a:lnTo>
                  <a:lnTo>
                    <a:pt x="524299" y="357180"/>
                  </a:lnTo>
                  <a:lnTo>
                    <a:pt x="524682" y="356842"/>
                  </a:lnTo>
                  <a:lnTo>
                    <a:pt x="525087" y="356482"/>
                  </a:lnTo>
                  <a:lnTo>
                    <a:pt x="525491" y="356145"/>
                  </a:lnTo>
                  <a:lnTo>
                    <a:pt x="525874" y="355808"/>
                  </a:lnTo>
                  <a:lnTo>
                    <a:pt x="526278" y="355448"/>
                  </a:lnTo>
                  <a:lnTo>
                    <a:pt x="526661" y="355110"/>
                  </a:lnTo>
                  <a:lnTo>
                    <a:pt x="527066" y="354751"/>
                  </a:lnTo>
                  <a:lnTo>
                    <a:pt x="527448" y="354413"/>
                  </a:lnTo>
                  <a:lnTo>
                    <a:pt x="527853" y="354053"/>
                  </a:lnTo>
                  <a:lnTo>
                    <a:pt x="528235" y="353716"/>
                  </a:lnTo>
                  <a:lnTo>
                    <a:pt x="528640" y="353356"/>
                  </a:lnTo>
                  <a:lnTo>
                    <a:pt x="529045" y="353019"/>
                  </a:lnTo>
                  <a:lnTo>
                    <a:pt x="529427" y="352682"/>
                  </a:lnTo>
                  <a:lnTo>
                    <a:pt x="529832" y="352322"/>
                  </a:lnTo>
                  <a:lnTo>
                    <a:pt x="530214" y="351984"/>
                  </a:lnTo>
                  <a:lnTo>
                    <a:pt x="530619" y="351625"/>
                  </a:lnTo>
                  <a:lnTo>
                    <a:pt x="531001" y="351287"/>
                  </a:lnTo>
                  <a:lnTo>
                    <a:pt x="531406" y="350927"/>
                  </a:lnTo>
                  <a:lnTo>
                    <a:pt x="531789" y="350590"/>
                  </a:lnTo>
                  <a:lnTo>
                    <a:pt x="532193" y="350230"/>
                  </a:lnTo>
                  <a:lnTo>
                    <a:pt x="532598" y="349893"/>
                  </a:lnTo>
                  <a:lnTo>
                    <a:pt x="532981" y="349533"/>
                  </a:lnTo>
                  <a:lnTo>
                    <a:pt x="533385" y="349196"/>
                  </a:lnTo>
                  <a:lnTo>
                    <a:pt x="533767" y="348858"/>
                  </a:lnTo>
                  <a:lnTo>
                    <a:pt x="534172" y="348499"/>
                  </a:lnTo>
                  <a:lnTo>
                    <a:pt x="534555" y="348161"/>
                  </a:lnTo>
                  <a:lnTo>
                    <a:pt x="534959" y="347824"/>
                  </a:lnTo>
                  <a:lnTo>
                    <a:pt x="535342" y="347464"/>
                  </a:lnTo>
                  <a:lnTo>
                    <a:pt x="535747" y="347127"/>
                  </a:lnTo>
                  <a:lnTo>
                    <a:pt x="536151" y="346767"/>
                  </a:lnTo>
                  <a:lnTo>
                    <a:pt x="536534" y="346430"/>
                  </a:lnTo>
                  <a:lnTo>
                    <a:pt x="536939" y="346092"/>
                  </a:lnTo>
                  <a:lnTo>
                    <a:pt x="537321" y="345755"/>
                  </a:lnTo>
                  <a:lnTo>
                    <a:pt x="537726" y="345395"/>
                  </a:lnTo>
                  <a:lnTo>
                    <a:pt x="538108" y="345058"/>
                  </a:lnTo>
                  <a:lnTo>
                    <a:pt x="538513" y="344720"/>
                  </a:lnTo>
                  <a:lnTo>
                    <a:pt x="538918" y="344383"/>
                  </a:lnTo>
                  <a:lnTo>
                    <a:pt x="539300" y="344046"/>
                  </a:lnTo>
                  <a:lnTo>
                    <a:pt x="539705" y="343708"/>
                  </a:lnTo>
                  <a:lnTo>
                    <a:pt x="540087" y="343371"/>
                  </a:lnTo>
                  <a:lnTo>
                    <a:pt x="540492" y="343034"/>
                  </a:lnTo>
                  <a:lnTo>
                    <a:pt x="540875" y="342696"/>
                  </a:lnTo>
                  <a:lnTo>
                    <a:pt x="541279" y="342359"/>
                  </a:lnTo>
                  <a:lnTo>
                    <a:pt x="541661" y="342022"/>
                  </a:lnTo>
                  <a:lnTo>
                    <a:pt x="542066" y="341684"/>
                  </a:lnTo>
                  <a:lnTo>
                    <a:pt x="542471" y="341347"/>
                  </a:lnTo>
                  <a:lnTo>
                    <a:pt x="542853" y="341010"/>
                  </a:lnTo>
                  <a:lnTo>
                    <a:pt x="543258" y="340672"/>
                  </a:lnTo>
                  <a:lnTo>
                    <a:pt x="543641" y="340357"/>
                  </a:lnTo>
                  <a:lnTo>
                    <a:pt x="544045" y="340020"/>
                  </a:lnTo>
                  <a:lnTo>
                    <a:pt x="544427" y="339683"/>
                  </a:lnTo>
                  <a:lnTo>
                    <a:pt x="544832" y="339345"/>
                  </a:lnTo>
                  <a:lnTo>
                    <a:pt x="545215" y="339008"/>
                  </a:lnTo>
                  <a:lnTo>
                    <a:pt x="545620" y="338671"/>
                  </a:lnTo>
                  <a:lnTo>
                    <a:pt x="546024" y="338333"/>
                  </a:lnTo>
                  <a:lnTo>
                    <a:pt x="546407" y="337996"/>
                  </a:lnTo>
                  <a:lnTo>
                    <a:pt x="546812" y="337659"/>
                  </a:lnTo>
                  <a:lnTo>
                    <a:pt x="547194" y="337321"/>
                  </a:lnTo>
                  <a:lnTo>
                    <a:pt x="547599" y="337006"/>
                  </a:lnTo>
                  <a:lnTo>
                    <a:pt x="547981" y="336669"/>
                  </a:lnTo>
                  <a:lnTo>
                    <a:pt x="548386" y="336332"/>
                  </a:lnTo>
                  <a:lnTo>
                    <a:pt x="548768" y="335994"/>
                  </a:lnTo>
                  <a:lnTo>
                    <a:pt x="549173" y="335657"/>
                  </a:lnTo>
                  <a:lnTo>
                    <a:pt x="549578" y="335342"/>
                  </a:lnTo>
                  <a:lnTo>
                    <a:pt x="549960" y="335005"/>
                  </a:lnTo>
                  <a:lnTo>
                    <a:pt x="550365" y="334667"/>
                  </a:lnTo>
                  <a:lnTo>
                    <a:pt x="550747" y="334330"/>
                  </a:lnTo>
                  <a:lnTo>
                    <a:pt x="551152" y="333993"/>
                  </a:lnTo>
                  <a:lnTo>
                    <a:pt x="551535" y="333678"/>
                  </a:lnTo>
                  <a:lnTo>
                    <a:pt x="551939" y="333341"/>
                  </a:lnTo>
                  <a:lnTo>
                    <a:pt x="552321" y="333026"/>
                  </a:lnTo>
                  <a:lnTo>
                    <a:pt x="552726" y="332688"/>
                  </a:lnTo>
                  <a:lnTo>
                    <a:pt x="553131" y="332374"/>
                  </a:lnTo>
                  <a:lnTo>
                    <a:pt x="553513" y="332059"/>
                  </a:lnTo>
                  <a:lnTo>
                    <a:pt x="553918" y="331744"/>
                  </a:lnTo>
                  <a:lnTo>
                    <a:pt x="554301" y="331429"/>
                  </a:lnTo>
                  <a:lnTo>
                    <a:pt x="554705" y="331114"/>
                  </a:lnTo>
                  <a:lnTo>
                    <a:pt x="555088" y="330799"/>
                  </a:lnTo>
                  <a:lnTo>
                    <a:pt x="555493" y="330484"/>
                  </a:lnTo>
                  <a:lnTo>
                    <a:pt x="555897" y="330170"/>
                  </a:lnTo>
                  <a:lnTo>
                    <a:pt x="556280" y="329855"/>
                  </a:lnTo>
                  <a:lnTo>
                    <a:pt x="556684" y="329517"/>
                  </a:lnTo>
                  <a:lnTo>
                    <a:pt x="557067" y="329202"/>
                  </a:lnTo>
                  <a:lnTo>
                    <a:pt x="557472" y="328888"/>
                  </a:lnTo>
                  <a:lnTo>
                    <a:pt x="557854" y="328573"/>
                  </a:lnTo>
                  <a:lnTo>
                    <a:pt x="558259" y="328258"/>
                  </a:lnTo>
                  <a:lnTo>
                    <a:pt x="558641" y="327943"/>
                  </a:lnTo>
                  <a:lnTo>
                    <a:pt x="559046" y="327606"/>
                  </a:lnTo>
                  <a:lnTo>
                    <a:pt x="559450" y="327291"/>
                  </a:lnTo>
                  <a:lnTo>
                    <a:pt x="559833" y="326976"/>
                  </a:lnTo>
                  <a:lnTo>
                    <a:pt x="560238" y="326661"/>
                  </a:lnTo>
                  <a:lnTo>
                    <a:pt x="560620" y="326324"/>
                  </a:lnTo>
                  <a:lnTo>
                    <a:pt x="561025" y="326009"/>
                  </a:lnTo>
                  <a:lnTo>
                    <a:pt x="561407" y="325672"/>
                  </a:lnTo>
                  <a:lnTo>
                    <a:pt x="561812" y="325357"/>
                  </a:lnTo>
                  <a:lnTo>
                    <a:pt x="562195" y="325019"/>
                  </a:lnTo>
                  <a:lnTo>
                    <a:pt x="562599" y="324705"/>
                  </a:lnTo>
                  <a:lnTo>
                    <a:pt x="563004" y="324390"/>
                  </a:lnTo>
                  <a:lnTo>
                    <a:pt x="563386" y="324052"/>
                  </a:lnTo>
                  <a:lnTo>
                    <a:pt x="563791" y="323738"/>
                  </a:lnTo>
                  <a:lnTo>
                    <a:pt x="564173" y="323400"/>
                  </a:lnTo>
                  <a:lnTo>
                    <a:pt x="564578" y="323085"/>
                  </a:lnTo>
                  <a:lnTo>
                    <a:pt x="564961" y="322748"/>
                  </a:lnTo>
                  <a:lnTo>
                    <a:pt x="565365" y="322433"/>
                  </a:lnTo>
                  <a:lnTo>
                    <a:pt x="565748" y="322096"/>
                  </a:lnTo>
                  <a:lnTo>
                    <a:pt x="566153" y="321758"/>
                  </a:lnTo>
                  <a:lnTo>
                    <a:pt x="566557" y="321421"/>
                  </a:lnTo>
                  <a:lnTo>
                    <a:pt x="566940" y="321084"/>
                  </a:lnTo>
                  <a:lnTo>
                    <a:pt x="567344" y="320746"/>
                  </a:lnTo>
                  <a:lnTo>
                    <a:pt x="567727" y="320387"/>
                  </a:lnTo>
                  <a:lnTo>
                    <a:pt x="568132" y="320049"/>
                  </a:lnTo>
                  <a:lnTo>
                    <a:pt x="568514" y="319689"/>
                  </a:lnTo>
                  <a:lnTo>
                    <a:pt x="568919" y="319330"/>
                  </a:lnTo>
                  <a:lnTo>
                    <a:pt x="569324" y="318947"/>
                  </a:lnTo>
                  <a:lnTo>
                    <a:pt x="569706" y="318587"/>
                  </a:lnTo>
                  <a:lnTo>
                    <a:pt x="570111" y="318205"/>
                  </a:lnTo>
                  <a:lnTo>
                    <a:pt x="570493" y="317823"/>
                  </a:lnTo>
                  <a:lnTo>
                    <a:pt x="570898" y="317440"/>
                  </a:lnTo>
                  <a:lnTo>
                    <a:pt x="571280" y="317036"/>
                  </a:lnTo>
                  <a:lnTo>
                    <a:pt x="571685" y="316631"/>
                  </a:lnTo>
                  <a:lnTo>
                    <a:pt x="572067" y="316226"/>
                  </a:lnTo>
                  <a:lnTo>
                    <a:pt x="572472" y="315821"/>
                  </a:lnTo>
                  <a:lnTo>
                    <a:pt x="572877" y="315394"/>
                  </a:lnTo>
                  <a:lnTo>
                    <a:pt x="573259" y="314944"/>
                  </a:lnTo>
                  <a:lnTo>
                    <a:pt x="573664" y="314494"/>
                  </a:lnTo>
                  <a:lnTo>
                    <a:pt x="574047" y="314045"/>
                  </a:lnTo>
                  <a:lnTo>
                    <a:pt x="574451" y="313595"/>
                  </a:lnTo>
                  <a:lnTo>
                    <a:pt x="574833" y="313122"/>
                  </a:lnTo>
                  <a:lnTo>
                    <a:pt x="575238" y="312628"/>
                  </a:lnTo>
                  <a:lnTo>
                    <a:pt x="575621" y="312133"/>
                  </a:lnTo>
                  <a:lnTo>
                    <a:pt x="576025" y="311616"/>
                  </a:lnTo>
                  <a:lnTo>
                    <a:pt x="576430" y="311076"/>
                  </a:lnTo>
                  <a:lnTo>
                    <a:pt x="576813" y="310536"/>
                  </a:lnTo>
                  <a:lnTo>
                    <a:pt x="577217" y="309974"/>
                  </a:lnTo>
                  <a:lnTo>
                    <a:pt x="577600" y="309412"/>
                  </a:lnTo>
                  <a:lnTo>
                    <a:pt x="578004" y="308804"/>
                  </a:lnTo>
                  <a:lnTo>
                    <a:pt x="578387" y="308197"/>
                  </a:lnTo>
                  <a:lnTo>
                    <a:pt x="578792" y="307568"/>
                  </a:lnTo>
                  <a:lnTo>
                    <a:pt x="579174" y="306893"/>
                  </a:lnTo>
                  <a:lnTo>
                    <a:pt x="579579" y="306218"/>
                  </a:lnTo>
                  <a:lnTo>
                    <a:pt x="579984" y="305498"/>
                  </a:lnTo>
                  <a:lnTo>
                    <a:pt x="580366" y="304779"/>
                  </a:lnTo>
                  <a:lnTo>
                    <a:pt x="580771" y="304014"/>
                  </a:lnTo>
                  <a:lnTo>
                    <a:pt x="581153" y="303227"/>
                  </a:lnTo>
                  <a:lnTo>
                    <a:pt x="581558" y="302395"/>
                  </a:lnTo>
                  <a:lnTo>
                    <a:pt x="581940" y="301518"/>
                  </a:lnTo>
                  <a:lnTo>
                    <a:pt x="582345" y="300618"/>
                  </a:lnTo>
                  <a:lnTo>
                    <a:pt x="582727" y="299696"/>
                  </a:lnTo>
                  <a:lnTo>
                    <a:pt x="583132" y="298707"/>
                  </a:lnTo>
                  <a:lnTo>
                    <a:pt x="583537" y="297695"/>
                  </a:lnTo>
                  <a:lnTo>
                    <a:pt x="583919" y="296615"/>
                  </a:lnTo>
                  <a:lnTo>
                    <a:pt x="584324" y="295491"/>
                  </a:lnTo>
                  <a:lnTo>
                    <a:pt x="584707" y="294299"/>
                  </a:lnTo>
                  <a:lnTo>
                    <a:pt x="585111" y="293084"/>
                  </a:lnTo>
                  <a:lnTo>
                    <a:pt x="585493" y="291780"/>
                  </a:lnTo>
                  <a:lnTo>
                    <a:pt x="585898" y="290408"/>
                  </a:lnTo>
                  <a:lnTo>
                    <a:pt x="586303" y="288991"/>
                  </a:lnTo>
                  <a:lnTo>
                    <a:pt x="586686" y="287484"/>
                  </a:lnTo>
                  <a:lnTo>
                    <a:pt x="587090" y="285888"/>
                  </a:lnTo>
                  <a:lnTo>
                    <a:pt x="587473" y="284223"/>
                  </a:lnTo>
                  <a:lnTo>
                    <a:pt x="587878" y="282469"/>
                  </a:lnTo>
                  <a:lnTo>
                    <a:pt x="588260" y="280625"/>
                  </a:lnTo>
                  <a:lnTo>
                    <a:pt x="588665" y="278668"/>
                  </a:lnTo>
                  <a:lnTo>
                    <a:pt x="589047" y="276622"/>
                  </a:lnTo>
                  <a:lnTo>
                    <a:pt x="589452" y="274395"/>
                  </a:lnTo>
                  <a:lnTo>
                    <a:pt x="589856" y="272101"/>
                  </a:lnTo>
                  <a:lnTo>
                    <a:pt x="590239" y="269718"/>
                  </a:lnTo>
                  <a:lnTo>
                    <a:pt x="590644" y="267199"/>
                  </a:lnTo>
                  <a:lnTo>
                    <a:pt x="591026" y="264590"/>
                  </a:lnTo>
                  <a:lnTo>
                    <a:pt x="591431" y="261869"/>
                  </a:lnTo>
                  <a:lnTo>
                    <a:pt x="591813" y="258135"/>
                  </a:lnTo>
                  <a:lnTo>
                    <a:pt x="591813" y="231013"/>
                  </a:lnTo>
                  <a:lnTo>
                    <a:pt x="591431" y="234544"/>
                  </a:lnTo>
                  <a:lnTo>
                    <a:pt x="591026" y="236883"/>
                  </a:lnTo>
                  <a:lnTo>
                    <a:pt x="590644" y="239064"/>
                  </a:lnTo>
                  <a:lnTo>
                    <a:pt x="590239" y="241156"/>
                  </a:lnTo>
                  <a:lnTo>
                    <a:pt x="589856" y="243180"/>
                  </a:lnTo>
                  <a:lnTo>
                    <a:pt x="589452" y="245091"/>
                  </a:lnTo>
                  <a:lnTo>
                    <a:pt x="589047" y="246958"/>
                  </a:lnTo>
                  <a:lnTo>
                    <a:pt x="588665" y="248690"/>
                  </a:lnTo>
                  <a:lnTo>
                    <a:pt x="588260" y="250332"/>
                  </a:lnTo>
                  <a:lnTo>
                    <a:pt x="587878" y="251883"/>
                  </a:lnTo>
                  <a:lnTo>
                    <a:pt x="587473" y="253345"/>
                  </a:lnTo>
                  <a:lnTo>
                    <a:pt x="587090" y="254762"/>
                  </a:lnTo>
                  <a:lnTo>
                    <a:pt x="586686" y="256089"/>
                  </a:lnTo>
                  <a:lnTo>
                    <a:pt x="586303" y="257371"/>
                  </a:lnTo>
                  <a:lnTo>
                    <a:pt x="585898" y="258585"/>
                  </a:lnTo>
                  <a:lnTo>
                    <a:pt x="585493" y="259732"/>
                  </a:lnTo>
                  <a:lnTo>
                    <a:pt x="585111" y="260834"/>
                  </a:lnTo>
                  <a:lnTo>
                    <a:pt x="584707" y="261891"/>
                  </a:lnTo>
                  <a:lnTo>
                    <a:pt x="584324" y="262903"/>
                  </a:lnTo>
                  <a:lnTo>
                    <a:pt x="583919" y="263870"/>
                  </a:lnTo>
                  <a:lnTo>
                    <a:pt x="583537" y="264792"/>
                  </a:lnTo>
                  <a:lnTo>
                    <a:pt x="583132" y="265669"/>
                  </a:lnTo>
                  <a:lnTo>
                    <a:pt x="582727" y="266524"/>
                  </a:lnTo>
                  <a:lnTo>
                    <a:pt x="582345" y="267334"/>
                  </a:lnTo>
                  <a:lnTo>
                    <a:pt x="581940" y="268121"/>
                  </a:lnTo>
                  <a:lnTo>
                    <a:pt x="581558" y="268885"/>
                  </a:lnTo>
                  <a:lnTo>
                    <a:pt x="581153" y="269605"/>
                  </a:lnTo>
                  <a:lnTo>
                    <a:pt x="580771" y="270302"/>
                  </a:lnTo>
                  <a:lnTo>
                    <a:pt x="580366" y="270977"/>
                  </a:lnTo>
                  <a:lnTo>
                    <a:pt x="579984" y="271629"/>
                  </a:lnTo>
                  <a:lnTo>
                    <a:pt x="579579" y="272281"/>
                  </a:lnTo>
                  <a:lnTo>
                    <a:pt x="579174" y="272889"/>
                  </a:lnTo>
                  <a:lnTo>
                    <a:pt x="578792" y="273473"/>
                  </a:lnTo>
                  <a:lnTo>
                    <a:pt x="578387" y="274058"/>
                  </a:lnTo>
                  <a:lnTo>
                    <a:pt x="578004" y="274620"/>
                  </a:lnTo>
                  <a:lnTo>
                    <a:pt x="577600" y="275160"/>
                  </a:lnTo>
                  <a:lnTo>
                    <a:pt x="577217" y="275677"/>
                  </a:lnTo>
                  <a:lnTo>
                    <a:pt x="576813" y="276195"/>
                  </a:lnTo>
                  <a:lnTo>
                    <a:pt x="576430" y="276712"/>
                  </a:lnTo>
                  <a:lnTo>
                    <a:pt x="576025" y="277184"/>
                  </a:lnTo>
                  <a:lnTo>
                    <a:pt x="575621" y="277679"/>
                  </a:lnTo>
                  <a:lnTo>
                    <a:pt x="575238" y="278129"/>
                  </a:lnTo>
                  <a:lnTo>
                    <a:pt x="574833" y="278578"/>
                  </a:lnTo>
                  <a:lnTo>
                    <a:pt x="574451" y="279028"/>
                  </a:lnTo>
                  <a:lnTo>
                    <a:pt x="574047" y="279478"/>
                  </a:lnTo>
                  <a:lnTo>
                    <a:pt x="573664" y="279905"/>
                  </a:lnTo>
                  <a:lnTo>
                    <a:pt x="573259" y="280310"/>
                  </a:lnTo>
                  <a:lnTo>
                    <a:pt x="572877" y="280737"/>
                  </a:lnTo>
                  <a:lnTo>
                    <a:pt x="572472" y="281142"/>
                  </a:lnTo>
                  <a:lnTo>
                    <a:pt x="572067" y="281525"/>
                  </a:lnTo>
                  <a:lnTo>
                    <a:pt x="571685" y="281929"/>
                  </a:lnTo>
                  <a:lnTo>
                    <a:pt x="571280" y="282312"/>
                  </a:lnTo>
                  <a:lnTo>
                    <a:pt x="570898" y="282694"/>
                  </a:lnTo>
                  <a:lnTo>
                    <a:pt x="570493" y="283076"/>
                  </a:lnTo>
                  <a:lnTo>
                    <a:pt x="570111" y="283436"/>
                  </a:lnTo>
                  <a:lnTo>
                    <a:pt x="569706" y="283796"/>
                  </a:lnTo>
                  <a:lnTo>
                    <a:pt x="569324" y="284156"/>
                  </a:lnTo>
                  <a:lnTo>
                    <a:pt x="568919" y="284516"/>
                  </a:lnTo>
                  <a:lnTo>
                    <a:pt x="568514" y="284876"/>
                  </a:lnTo>
                  <a:lnTo>
                    <a:pt x="568132" y="285213"/>
                  </a:lnTo>
                  <a:lnTo>
                    <a:pt x="567727" y="285573"/>
                  </a:lnTo>
                  <a:lnTo>
                    <a:pt x="567344" y="285910"/>
                  </a:lnTo>
                  <a:lnTo>
                    <a:pt x="566940" y="286247"/>
                  </a:lnTo>
                  <a:lnTo>
                    <a:pt x="566557" y="286585"/>
                  </a:lnTo>
                  <a:lnTo>
                    <a:pt x="566153" y="286922"/>
                  </a:lnTo>
                  <a:lnTo>
                    <a:pt x="565748" y="287237"/>
                  </a:lnTo>
                  <a:lnTo>
                    <a:pt x="565365" y="287574"/>
                  </a:lnTo>
                  <a:lnTo>
                    <a:pt x="564961" y="287889"/>
                  </a:lnTo>
                  <a:lnTo>
                    <a:pt x="564578" y="288226"/>
                  </a:lnTo>
                  <a:lnTo>
                    <a:pt x="564173" y="288541"/>
                  </a:lnTo>
                  <a:lnTo>
                    <a:pt x="563791" y="288879"/>
                  </a:lnTo>
                  <a:lnTo>
                    <a:pt x="563386" y="289194"/>
                  </a:lnTo>
                  <a:lnTo>
                    <a:pt x="563004" y="289508"/>
                  </a:lnTo>
                  <a:lnTo>
                    <a:pt x="562599" y="289823"/>
                  </a:lnTo>
                  <a:lnTo>
                    <a:pt x="562195" y="290161"/>
                  </a:lnTo>
                  <a:lnTo>
                    <a:pt x="561812" y="290475"/>
                  </a:lnTo>
                  <a:lnTo>
                    <a:pt x="561407" y="290790"/>
                  </a:lnTo>
                  <a:lnTo>
                    <a:pt x="561025" y="291105"/>
                  </a:lnTo>
                  <a:lnTo>
                    <a:pt x="560620" y="291420"/>
                  </a:lnTo>
                  <a:lnTo>
                    <a:pt x="560238" y="291735"/>
                  </a:lnTo>
                  <a:lnTo>
                    <a:pt x="559833" y="292050"/>
                  </a:lnTo>
                  <a:lnTo>
                    <a:pt x="559450" y="292365"/>
                  </a:lnTo>
                  <a:lnTo>
                    <a:pt x="559046" y="292679"/>
                  </a:lnTo>
                  <a:lnTo>
                    <a:pt x="558641" y="292994"/>
                  </a:lnTo>
                  <a:lnTo>
                    <a:pt x="558259" y="293309"/>
                  </a:lnTo>
                  <a:lnTo>
                    <a:pt x="557854" y="293624"/>
                  </a:lnTo>
                  <a:lnTo>
                    <a:pt x="557472" y="293916"/>
                  </a:lnTo>
                  <a:lnTo>
                    <a:pt x="557067" y="294231"/>
                  </a:lnTo>
                  <a:lnTo>
                    <a:pt x="556684" y="294546"/>
                  </a:lnTo>
                  <a:lnTo>
                    <a:pt x="556280" y="294838"/>
                  </a:lnTo>
                  <a:lnTo>
                    <a:pt x="555897" y="295153"/>
                  </a:lnTo>
                  <a:lnTo>
                    <a:pt x="555493" y="295446"/>
                  </a:lnTo>
                  <a:lnTo>
                    <a:pt x="555088" y="295738"/>
                  </a:lnTo>
                  <a:lnTo>
                    <a:pt x="554705" y="296053"/>
                  </a:lnTo>
                  <a:lnTo>
                    <a:pt x="554301" y="296345"/>
                  </a:lnTo>
                  <a:lnTo>
                    <a:pt x="553918" y="296638"/>
                  </a:lnTo>
                  <a:lnTo>
                    <a:pt x="553513" y="296952"/>
                  </a:lnTo>
                  <a:lnTo>
                    <a:pt x="553131" y="297245"/>
                  </a:lnTo>
                  <a:lnTo>
                    <a:pt x="552726" y="297537"/>
                  </a:lnTo>
                  <a:lnTo>
                    <a:pt x="552321" y="297852"/>
                  </a:lnTo>
                  <a:lnTo>
                    <a:pt x="551939" y="298144"/>
                  </a:lnTo>
                  <a:lnTo>
                    <a:pt x="551535" y="298459"/>
                  </a:lnTo>
                  <a:lnTo>
                    <a:pt x="551152" y="298752"/>
                  </a:lnTo>
                  <a:lnTo>
                    <a:pt x="550747" y="299066"/>
                  </a:lnTo>
                  <a:lnTo>
                    <a:pt x="550365" y="299381"/>
                  </a:lnTo>
                  <a:lnTo>
                    <a:pt x="549960" y="299674"/>
                  </a:lnTo>
                  <a:lnTo>
                    <a:pt x="549578" y="299989"/>
                  </a:lnTo>
                  <a:lnTo>
                    <a:pt x="549173" y="300303"/>
                  </a:lnTo>
                  <a:lnTo>
                    <a:pt x="548768" y="300596"/>
                  </a:lnTo>
                  <a:lnTo>
                    <a:pt x="548386" y="300911"/>
                  </a:lnTo>
                  <a:lnTo>
                    <a:pt x="547981" y="301225"/>
                  </a:lnTo>
                  <a:lnTo>
                    <a:pt x="547599" y="301518"/>
                  </a:lnTo>
                  <a:lnTo>
                    <a:pt x="547194" y="301833"/>
                  </a:lnTo>
                  <a:lnTo>
                    <a:pt x="546812" y="302125"/>
                  </a:lnTo>
                  <a:lnTo>
                    <a:pt x="546407" y="302440"/>
                  </a:lnTo>
                  <a:lnTo>
                    <a:pt x="546024" y="302755"/>
                  </a:lnTo>
                  <a:lnTo>
                    <a:pt x="545620" y="303047"/>
                  </a:lnTo>
                  <a:lnTo>
                    <a:pt x="545215" y="303362"/>
                  </a:lnTo>
                  <a:lnTo>
                    <a:pt x="544832" y="303677"/>
                  </a:lnTo>
                  <a:lnTo>
                    <a:pt x="544427" y="303992"/>
                  </a:lnTo>
                  <a:lnTo>
                    <a:pt x="544045" y="304307"/>
                  </a:lnTo>
                  <a:lnTo>
                    <a:pt x="543641" y="304621"/>
                  </a:lnTo>
                  <a:lnTo>
                    <a:pt x="543258" y="304914"/>
                  </a:lnTo>
                  <a:lnTo>
                    <a:pt x="542853" y="305229"/>
                  </a:lnTo>
                  <a:lnTo>
                    <a:pt x="542471" y="305543"/>
                  </a:lnTo>
                  <a:lnTo>
                    <a:pt x="542066" y="305858"/>
                  </a:lnTo>
                  <a:lnTo>
                    <a:pt x="541661" y="306173"/>
                  </a:lnTo>
                  <a:lnTo>
                    <a:pt x="541279" y="306488"/>
                  </a:lnTo>
                  <a:lnTo>
                    <a:pt x="540875" y="306803"/>
                  </a:lnTo>
                  <a:lnTo>
                    <a:pt x="540492" y="307118"/>
                  </a:lnTo>
                  <a:lnTo>
                    <a:pt x="540087" y="307433"/>
                  </a:lnTo>
                  <a:lnTo>
                    <a:pt x="539705" y="307725"/>
                  </a:lnTo>
                  <a:lnTo>
                    <a:pt x="539300" y="308040"/>
                  </a:lnTo>
                  <a:lnTo>
                    <a:pt x="538918" y="308355"/>
                  </a:lnTo>
                  <a:lnTo>
                    <a:pt x="538513" y="308669"/>
                  </a:lnTo>
                  <a:lnTo>
                    <a:pt x="538108" y="308984"/>
                  </a:lnTo>
                  <a:lnTo>
                    <a:pt x="537726" y="309299"/>
                  </a:lnTo>
                  <a:lnTo>
                    <a:pt x="537321" y="309614"/>
                  </a:lnTo>
                  <a:lnTo>
                    <a:pt x="536939" y="309951"/>
                  </a:lnTo>
                  <a:lnTo>
                    <a:pt x="536534" y="310266"/>
                  </a:lnTo>
                  <a:lnTo>
                    <a:pt x="536151" y="310581"/>
                  </a:lnTo>
                  <a:lnTo>
                    <a:pt x="535747" y="310896"/>
                  </a:lnTo>
                  <a:lnTo>
                    <a:pt x="535342" y="311211"/>
                  </a:lnTo>
                  <a:lnTo>
                    <a:pt x="534959" y="311526"/>
                  </a:lnTo>
                  <a:lnTo>
                    <a:pt x="534555" y="311863"/>
                  </a:lnTo>
                  <a:lnTo>
                    <a:pt x="534172" y="312178"/>
                  </a:lnTo>
                  <a:lnTo>
                    <a:pt x="533767" y="312493"/>
                  </a:lnTo>
                  <a:lnTo>
                    <a:pt x="533385" y="312830"/>
                  </a:lnTo>
                  <a:lnTo>
                    <a:pt x="532981" y="313145"/>
                  </a:lnTo>
                  <a:lnTo>
                    <a:pt x="532598" y="313460"/>
                  </a:lnTo>
                  <a:lnTo>
                    <a:pt x="532193" y="313797"/>
                  </a:lnTo>
                  <a:lnTo>
                    <a:pt x="531789" y="314112"/>
                  </a:lnTo>
                  <a:lnTo>
                    <a:pt x="531406" y="314427"/>
                  </a:lnTo>
                  <a:lnTo>
                    <a:pt x="531001" y="314764"/>
                  </a:lnTo>
                  <a:lnTo>
                    <a:pt x="530619" y="315079"/>
                  </a:lnTo>
                  <a:lnTo>
                    <a:pt x="530214" y="315416"/>
                  </a:lnTo>
                  <a:lnTo>
                    <a:pt x="529832" y="315731"/>
                  </a:lnTo>
                  <a:lnTo>
                    <a:pt x="529427" y="316069"/>
                  </a:lnTo>
                  <a:lnTo>
                    <a:pt x="529045" y="316383"/>
                  </a:lnTo>
                  <a:lnTo>
                    <a:pt x="528640" y="316721"/>
                  </a:lnTo>
                  <a:lnTo>
                    <a:pt x="528235" y="317036"/>
                  </a:lnTo>
                  <a:lnTo>
                    <a:pt x="527853" y="317373"/>
                  </a:lnTo>
                  <a:lnTo>
                    <a:pt x="527448" y="317710"/>
                  </a:lnTo>
                  <a:lnTo>
                    <a:pt x="527066" y="318025"/>
                  </a:lnTo>
                  <a:lnTo>
                    <a:pt x="526661" y="318362"/>
                  </a:lnTo>
                  <a:lnTo>
                    <a:pt x="526278" y="318700"/>
                  </a:lnTo>
                  <a:lnTo>
                    <a:pt x="525874" y="319015"/>
                  </a:lnTo>
                  <a:lnTo>
                    <a:pt x="525491" y="319352"/>
                  </a:lnTo>
                  <a:lnTo>
                    <a:pt x="525087" y="319689"/>
                  </a:lnTo>
                  <a:lnTo>
                    <a:pt x="524682" y="320027"/>
                  </a:lnTo>
                  <a:lnTo>
                    <a:pt x="524299" y="320342"/>
                  </a:lnTo>
                  <a:lnTo>
                    <a:pt x="523895" y="320679"/>
                  </a:lnTo>
                  <a:lnTo>
                    <a:pt x="523535" y="321016"/>
                  </a:lnTo>
                  <a:lnTo>
                    <a:pt x="523107" y="321354"/>
                  </a:lnTo>
                  <a:lnTo>
                    <a:pt x="522748" y="321668"/>
                  </a:lnTo>
                  <a:lnTo>
                    <a:pt x="522343" y="322006"/>
                  </a:lnTo>
                  <a:lnTo>
                    <a:pt x="521938" y="322343"/>
                  </a:lnTo>
                  <a:lnTo>
                    <a:pt x="521556" y="322681"/>
                  </a:lnTo>
                  <a:lnTo>
                    <a:pt x="521151" y="323018"/>
                  </a:lnTo>
                  <a:lnTo>
                    <a:pt x="520768" y="323355"/>
                  </a:lnTo>
                  <a:lnTo>
                    <a:pt x="520364" y="323693"/>
                  </a:lnTo>
                  <a:lnTo>
                    <a:pt x="519982" y="324007"/>
                  </a:lnTo>
                  <a:lnTo>
                    <a:pt x="519576" y="324345"/>
                  </a:lnTo>
                  <a:lnTo>
                    <a:pt x="519194" y="324682"/>
                  </a:lnTo>
                  <a:lnTo>
                    <a:pt x="518790" y="325019"/>
                  </a:lnTo>
                  <a:lnTo>
                    <a:pt x="518385" y="325357"/>
                  </a:lnTo>
                  <a:lnTo>
                    <a:pt x="518002" y="325694"/>
                  </a:lnTo>
                  <a:lnTo>
                    <a:pt x="517598" y="326031"/>
                  </a:lnTo>
                  <a:lnTo>
                    <a:pt x="517215" y="326369"/>
                  </a:lnTo>
                  <a:lnTo>
                    <a:pt x="516810" y="326706"/>
                  </a:lnTo>
                  <a:lnTo>
                    <a:pt x="516428" y="327043"/>
                  </a:lnTo>
                  <a:lnTo>
                    <a:pt x="516023" y="327381"/>
                  </a:lnTo>
                  <a:lnTo>
                    <a:pt x="515641" y="327718"/>
                  </a:lnTo>
                  <a:lnTo>
                    <a:pt x="515236" y="328056"/>
                  </a:lnTo>
                  <a:lnTo>
                    <a:pt x="514831" y="328393"/>
                  </a:lnTo>
                  <a:lnTo>
                    <a:pt x="514449" y="328753"/>
                  </a:lnTo>
                  <a:lnTo>
                    <a:pt x="514044" y="329090"/>
                  </a:lnTo>
                  <a:lnTo>
                    <a:pt x="513662" y="329427"/>
                  </a:lnTo>
                  <a:lnTo>
                    <a:pt x="513257" y="329765"/>
                  </a:lnTo>
                  <a:lnTo>
                    <a:pt x="512875" y="330102"/>
                  </a:lnTo>
                  <a:lnTo>
                    <a:pt x="512470" y="330439"/>
                  </a:lnTo>
                  <a:lnTo>
                    <a:pt x="512088" y="330799"/>
                  </a:lnTo>
                  <a:lnTo>
                    <a:pt x="511683" y="331137"/>
                  </a:lnTo>
                  <a:lnTo>
                    <a:pt x="511278" y="331496"/>
                  </a:lnTo>
                  <a:lnTo>
                    <a:pt x="510896" y="331811"/>
                  </a:lnTo>
                  <a:lnTo>
                    <a:pt x="510491" y="332171"/>
                  </a:lnTo>
                  <a:lnTo>
                    <a:pt x="510108" y="332508"/>
                  </a:lnTo>
                  <a:lnTo>
                    <a:pt x="509704" y="332868"/>
                  </a:lnTo>
                  <a:lnTo>
                    <a:pt x="509322" y="333228"/>
                  </a:lnTo>
                  <a:lnTo>
                    <a:pt x="508916" y="333565"/>
                  </a:lnTo>
                  <a:lnTo>
                    <a:pt x="508534" y="333925"/>
                  </a:lnTo>
                  <a:lnTo>
                    <a:pt x="508130" y="334285"/>
                  </a:lnTo>
                  <a:lnTo>
                    <a:pt x="507724" y="334645"/>
                  </a:lnTo>
                  <a:lnTo>
                    <a:pt x="507342" y="335005"/>
                  </a:lnTo>
                  <a:lnTo>
                    <a:pt x="506938" y="335365"/>
                  </a:lnTo>
                  <a:lnTo>
                    <a:pt x="506555" y="335724"/>
                  </a:lnTo>
                  <a:lnTo>
                    <a:pt x="506150" y="336084"/>
                  </a:lnTo>
                  <a:lnTo>
                    <a:pt x="505768" y="336444"/>
                  </a:lnTo>
                  <a:lnTo>
                    <a:pt x="505363" y="336826"/>
                  </a:lnTo>
                  <a:lnTo>
                    <a:pt x="504958" y="337186"/>
                  </a:lnTo>
                  <a:lnTo>
                    <a:pt x="504576" y="337546"/>
                  </a:lnTo>
                  <a:lnTo>
                    <a:pt x="504171" y="337928"/>
                  </a:lnTo>
                  <a:lnTo>
                    <a:pt x="503789" y="338288"/>
                  </a:lnTo>
                  <a:lnTo>
                    <a:pt x="503384" y="338671"/>
                  </a:lnTo>
                  <a:lnTo>
                    <a:pt x="503002" y="339053"/>
                  </a:lnTo>
                  <a:lnTo>
                    <a:pt x="502597" y="339435"/>
                  </a:lnTo>
                  <a:lnTo>
                    <a:pt x="502214" y="339795"/>
                  </a:lnTo>
                  <a:lnTo>
                    <a:pt x="501810" y="340177"/>
                  </a:lnTo>
                  <a:lnTo>
                    <a:pt x="501405" y="340560"/>
                  </a:lnTo>
                  <a:lnTo>
                    <a:pt x="501022" y="340942"/>
                  </a:lnTo>
                  <a:lnTo>
                    <a:pt x="500618" y="341324"/>
                  </a:lnTo>
                  <a:lnTo>
                    <a:pt x="500236" y="341707"/>
                  </a:lnTo>
                  <a:lnTo>
                    <a:pt x="499831" y="342089"/>
                  </a:lnTo>
                  <a:lnTo>
                    <a:pt x="499448" y="342471"/>
                  </a:lnTo>
                  <a:lnTo>
                    <a:pt x="499044" y="342854"/>
                  </a:lnTo>
                  <a:lnTo>
                    <a:pt x="498662" y="343236"/>
                  </a:lnTo>
                  <a:lnTo>
                    <a:pt x="498256" y="343618"/>
                  </a:lnTo>
                  <a:lnTo>
                    <a:pt x="497852" y="344001"/>
                  </a:lnTo>
                  <a:lnTo>
                    <a:pt x="497469" y="344405"/>
                  </a:lnTo>
                  <a:lnTo>
                    <a:pt x="497064" y="344788"/>
                  </a:lnTo>
                  <a:lnTo>
                    <a:pt x="496682" y="345193"/>
                  </a:lnTo>
                  <a:lnTo>
                    <a:pt x="496277" y="345575"/>
                  </a:lnTo>
                  <a:lnTo>
                    <a:pt x="495895" y="345957"/>
                  </a:lnTo>
                  <a:lnTo>
                    <a:pt x="495490" y="346362"/>
                  </a:lnTo>
                  <a:lnTo>
                    <a:pt x="495108" y="346744"/>
                  </a:lnTo>
                  <a:lnTo>
                    <a:pt x="494703" y="347149"/>
                  </a:lnTo>
                  <a:lnTo>
                    <a:pt x="494298" y="347531"/>
                  </a:lnTo>
                  <a:lnTo>
                    <a:pt x="493916" y="347936"/>
                  </a:lnTo>
                  <a:lnTo>
                    <a:pt x="493511" y="348341"/>
                  </a:lnTo>
                  <a:lnTo>
                    <a:pt x="493129" y="348723"/>
                  </a:lnTo>
                  <a:lnTo>
                    <a:pt x="492724" y="349128"/>
                  </a:lnTo>
                  <a:lnTo>
                    <a:pt x="492342" y="349533"/>
                  </a:lnTo>
                  <a:lnTo>
                    <a:pt x="491937" y="349938"/>
                  </a:lnTo>
                  <a:lnTo>
                    <a:pt x="491532" y="350343"/>
                  </a:lnTo>
                  <a:lnTo>
                    <a:pt x="491150" y="350748"/>
                  </a:lnTo>
                  <a:lnTo>
                    <a:pt x="490745" y="351175"/>
                  </a:lnTo>
                  <a:lnTo>
                    <a:pt x="490362" y="351580"/>
                  </a:lnTo>
                  <a:lnTo>
                    <a:pt x="489958" y="351984"/>
                  </a:lnTo>
                  <a:lnTo>
                    <a:pt x="489576" y="352389"/>
                  </a:lnTo>
                  <a:lnTo>
                    <a:pt x="489170" y="352794"/>
                  </a:lnTo>
                  <a:lnTo>
                    <a:pt x="488788" y="353199"/>
                  </a:lnTo>
                  <a:lnTo>
                    <a:pt x="488384" y="353626"/>
                  </a:lnTo>
                  <a:lnTo>
                    <a:pt x="487979" y="354031"/>
                  </a:lnTo>
                  <a:lnTo>
                    <a:pt x="487596" y="354436"/>
                  </a:lnTo>
                  <a:lnTo>
                    <a:pt x="487192" y="354863"/>
                  </a:lnTo>
                  <a:lnTo>
                    <a:pt x="486809" y="355268"/>
                  </a:lnTo>
                  <a:lnTo>
                    <a:pt x="486404" y="355673"/>
                  </a:lnTo>
                  <a:lnTo>
                    <a:pt x="486022" y="356078"/>
                  </a:lnTo>
                  <a:lnTo>
                    <a:pt x="485617" y="356482"/>
                  </a:lnTo>
                  <a:lnTo>
                    <a:pt x="485235" y="356887"/>
                  </a:lnTo>
                  <a:lnTo>
                    <a:pt x="484830" y="357292"/>
                  </a:lnTo>
                  <a:lnTo>
                    <a:pt x="484425" y="357697"/>
                  </a:lnTo>
                  <a:lnTo>
                    <a:pt x="484043" y="358102"/>
                  </a:lnTo>
                  <a:lnTo>
                    <a:pt x="483638" y="358506"/>
                  </a:lnTo>
                  <a:lnTo>
                    <a:pt x="483256" y="358911"/>
                  </a:lnTo>
                  <a:lnTo>
                    <a:pt x="482851" y="359316"/>
                  </a:lnTo>
                  <a:lnTo>
                    <a:pt x="482469" y="359721"/>
                  </a:lnTo>
                  <a:lnTo>
                    <a:pt x="482064" y="360126"/>
                  </a:lnTo>
                  <a:lnTo>
                    <a:pt x="481682" y="360530"/>
                  </a:lnTo>
                  <a:lnTo>
                    <a:pt x="481277" y="360935"/>
                  </a:lnTo>
                  <a:lnTo>
                    <a:pt x="480872" y="361340"/>
                  </a:lnTo>
                  <a:lnTo>
                    <a:pt x="480490" y="361745"/>
                  </a:lnTo>
                  <a:lnTo>
                    <a:pt x="480085" y="362150"/>
                  </a:lnTo>
                  <a:lnTo>
                    <a:pt x="479702" y="362555"/>
                  </a:lnTo>
                  <a:lnTo>
                    <a:pt x="479298" y="362959"/>
                  </a:lnTo>
                  <a:lnTo>
                    <a:pt x="478916" y="363364"/>
                  </a:lnTo>
                  <a:lnTo>
                    <a:pt x="478510" y="363769"/>
                  </a:lnTo>
                  <a:lnTo>
                    <a:pt x="478128" y="364174"/>
                  </a:lnTo>
                  <a:lnTo>
                    <a:pt x="477724" y="364579"/>
                  </a:lnTo>
                  <a:lnTo>
                    <a:pt x="477319" y="364983"/>
                  </a:lnTo>
                  <a:lnTo>
                    <a:pt x="476936" y="365388"/>
                  </a:lnTo>
                  <a:lnTo>
                    <a:pt x="476532" y="365793"/>
                  </a:lnTo>
                  <a:lnTo>
                    <a:pt x="476149" y="366198"/>
                  </a:lnTo>
                  <a:lnTo>
                    <a:pt x="475744" y="366603"/>
                  </a:lnTo>
                  <a:lnTo>
                    <a:pt x="475362" y="367007"/>
                  </a:lnTo>
                  <a:lnTo>
                    <a:pt x="474957" y="367412"/>
                  </a:lnTo>
                  <a:lnTo>
                    <a:pt x="474552" y="367817"/>
                  </a:lnTo>
                  <a:lnTo>
                    <a:pt x="474170" y="368222"/>
                  </a:lnTo>
                  <a:lnTo>
                    <a:pt x="473765" y="368627"/>
                  </a:lnTo>
                  <a:lnTo>
                    <a:pt x="473383" y="369054"/>
                  </a:lnTo>
                  <a:lnTo>
                    <a:pt x="472978" y="369459"/>
                  </a:lnTo>
                  <a:lnTo>
                    <a:pt x="472596" y="369864"/>
                  </a:lnTo>
                  <a:lnTo>
                    <a:pt x="472191" y="370268"/>
                  </a:lnTo>
                  <a:lnTo>
                    <a:pt x="471809" y="370673"/>
                  </a:lnTo>
                  <a:lnTo>
                    <a:pt x="471404" y="371078"/>
                  </a:lnTo>
                  <a:lnTo>
                    <a:pt x="470999" y="371505"/>
                  </a:lnTo>
                  <a:lnTo>
                    <a:pt x="470617" y="371910"/>
                  </a:lnTo>
                  <a:lnTo>
                    <a:pt x="470212" y="372315"/>
                  </a:lnTo>
                  <a:lnTo>
                    <a:pt x="469830" y="372742"/>
                  </a:lnTo>
                  <a:lnTo>
                    <a:pt x="469425" y="373147"/>
                  </a:lnTo>
                  <a:lnTo>
                    <a:pt x="469042" y="373552"/>
                  </a:lnTo>
                  <a:lnTo>
                    <a:pt x="468638" y="373979"/>
                  </a:lnTo>
                  <a:lnTo>
                    <a:pt x="468256" y="374407"/>
                  </a:lnTo>
                  <a:lnTo>
                    <a:pt x="467850" y="374811"/>
                  </a:lnTo>
                  <a:lnTo>
                    <a:pt x="467446" y="375239"/>
                  </a:lnTo>
                  <a:lnTo>
                    <a:pt x="467064" y="375643"/>
                  </a:lnTo>
                  <a:lnTo>
                    <a:pt x="466659" y="376071"/>
                  </a:lnTo>
                  <a:lnTo>
                    <a:pt x="466276" y="376498"/>
                  </a:lnTo>
                  <a:lnTo>
                    <a:pt x="465872" y="376903"/>
                  </a:lnTo>
                  <a:lnTo>
                    <a:pt x="465489" y="377330"/>
                  </a:lnTo>
                  <a:lnTo>
                    <a:pt x="465084" y="377757"/>
                  </a:lnTo>
                  <a:lnTo>
                    <a:pt x="464702" y="378185"/>
                  </a:lnTo>
                  <a:lnTo>
                    <a:pt x="464297" y="378590"/>
                  </a:lnTo>
                  <a:lnTo>
                    <a:pt x="463892" y="379017"/>
                  </a:lnTo>
                  <a:lnTo>
                    <a:pt x="463510" y="379444"/>
                  </a:lnTo>
                  <a:lnTo>
                    <a:pt x="463105" y="379872"/>
                  </a:lnTo>
                  <a:lnTo>
                    <a:pt x="462723" y="380299"/>
                  </a:lnTo>
                  <a:lnTo>
                    <a:pt x="462318" y="380726"/>
                  </a:lnTo>
                  <a:lnTo>
                    <a:pt x="461936" y="381176"/>
                  </a:lnTo>
                  <a:lnTo>
                    <a:pt x="461531" y="381603"/>
                  </a:lnTo>
                  <a:lnTo>
                    <a:pt x="461126" y="382030"/>
                  </a:lnTo>
                  <a:lnTo>
                    <a:pt x="460744" y="382480"/>
                  </a:lnTo>
                  <a:lnTo>
                    <a:pt x="460339" y="382908"/>
                  </a:lnTo>
                  <a:lnTo>
                    <a:pt x="459956" y="383335"/>
                  </a:lnTo>
                  <a:lnTo>
                    <a:pt x="459552" y="383785"/>
                  </a:lnTo>
                  <a:lnTo>
                    <a:pt x="459170" y="384212"/>
                  </a:lnTo>
                  <a:lnTo>
                    <a:pt x="458765" y="384662"/>
                  </a:lnTo>
                  <a:lnTo>
                    <a:pt x="458382" y="385089"/>
                  </a:lnTo>
                  <a:lnTo>
                    <a:pt x="457978" y="385539"/>
                  </a:lnTo>
                  <a:lnTo>
                    <a:pt x="457573" y="385989"/>
                  </a:lnTo>
                  <a:lnTo>
                    <a:pt x="457190" y="386439"/>
                  </a:lnTo>
                  <a:lnTo>
                    <a:pt x="456786" y="386866"/>
                  </a:lnTo>
                  <a:lnTo>
                    <a:pt x="456403" y="387316"/>
                  </a:lnTo>
                  <a:lnTo>
                    <a:pt x="455998" y="387765"/>
                  </a:lnTo>
                  <a:lnTo>
                    <a:pt x="455616" y="388215"/>
                  </a:lnTo>
                  <a:lnTo>
                    <a:pt x="455211" y="388665"/>
                  </a:lnTo>
                  <a:lnTo>
                    <a:pt x="454829" y="389115"/>
                  </a:lnTo>
                  <a:lnTo>
                    <a:pt x="454424" y="389565"/>
                  </a:lnTo>
                  <a:lnTo>
                    <a:pt x="454019" y="389992"/>
                  </a:lnTo>
                  <a:lnTo>
                    <a:pt x="453637" y="390442"/>
                  </a:lnTo>
                  <a:lnTo>
                    <a:pt x="453232" y="390891"/>
                  </a:lnTo>
                  <a:lnTo>
                    <a:pt x="452850" y="391319"/>
                  </a:lnTo>
                  <a:lnTo>
                    <a:pt x="452445" y="391769"/>
                  </a:lnTo>
                  <a:lnTo>
                    <a:pt x="452063" y="392218"/>
                  </a:lnTo>
                  <a:lnTo>
                    <a:pt x="451658" y="392668"/>
                  </a:lnTo>
                  <a:lnTo>
                    <a:pt x="451276" y="393095"/>
                  </a:lnTo>
                  <a:lnTo>
                    <a:pt x="450871" y="393545"/>
                  </a:lnTo>
                  <a:lnTo>
                    <a:pt x="450466" y="393995"/>
                  </a:lnTo>
                  <a:lnTo>
                    <a:pt x="450084" y="394445"/>
                  </a:lnTo>
                  <a:lnTo>
                    <a:pt x="449679" y="394895"/>
                  </a:lnTo>
                  <a:lnTo>
                    <a:pt x="449296" y="395322"/>
                  </a:lnTo>
                  <a:lnTo>
                    <a:pt x="448892" y="395772"/>
                  </a:lnTo>
                  <a:lnTo>
                    <a:pt x="448510" y="396221"/>
                  </a:lnTo>
                  <a:lnTo>
                    <a:pt x="448105" y="396671"/>
                  </a:lnTo>
                  <a:lnTo>
                    <a:pt x="447722" y="397121"/>
                  </a:lnTo>
                  <a:lnTo>
                    <a:pt x="447318" y="397593"/>
                  </a:lnTo>
                  <a:lnTo>
                    <a:pt x="446913" y="398043"/>
                  </a:lnTo>
                  <a:lnTo>
                    <a:pt x="446530" y="398493"/>
                  </a:lnTo>
                  <a:lnTo>
                    <a:pt x="446126" y="398943"/>
                  </a:lnTo>
                  <a:lnTo>
                    <a:pt x="445743" y="399392"/>
                  </a:lnTo>
                  <a:lnTo>
                    <a:pt x="445338" y="399865"/>
                  </a:lnTo>
                  <a:lnTo>
                    <a:pt x="444956" y="400315"/>
                  </a:lnTo>
                  <a:lnTo>
                    <a:pt x="444551" y="400764"/>
                  </a:lnTo>
                  <a:lnTo>
                    <a:pt x="444147" y="401237"/>
                  </a:lnTo>
                  <a:lnTo>
                    <a:pt x="443764" y="401686"/>
                  </a:lnTo>
                  <a:lnTo>
                    <a:pt x="443359" y="402159"/>
                  </a:lnTo>
                  <a:lnTo>
                    <a:pt x="442977" y="402608"/>
                  </a:lnTo>
                  <a:lnTo>
                    <a:pt x="442572" y="403058"/>
                  </a:lnTo>
                  <a:lnTo>
                    <a:pt x="442190" y="403531"/>
                  </a:lnTo>
                  <a:lnTo>
                    <a:pt x="441785" y="403980"/>
                  </a:lnTo>
                  <a:lnTo>
                    <a:pt x="441403" y="404453"/>
                  </a:lnTo>
                  <a:lnTo>
                    <a:pt x="440998" y="404902"/>
                  </a:lnTo>
                  <a:lnTo>
                    <a:pt x="440593" y="405375"/>
                  </a:lnTo>
                  <a:lnTo>
                    <a:pt x="440211" y="405847"/>
                  </a:lnTo>
                  <a:lnTo>
                    <a:pt x="439806" y="406319"/>
                  </a:lnTo>
                  <a:lnTo>
                    <a:pt x="439424" y="406769"/>
                  </a:lnTo>
                  <a:lnTo>
                    <a:pt x="439019" y="407241"/>
                  </a:lnTo>
                  <a:lnTo>
                    <a:pt x="438636" y="407714"/>
                  </a:lnTo>
                  <a:lnTo>
                    <a:pt x="438232" y="408186"/>
                  </a:lnTo>
                  <a:lnTo>
                    <a:pt x="437850" y="408658"/>
                  </a:lnTo>
                  <a:lnTo>
                    <a:pt x="437444" y="409130"/>
                  </a:lnTo>
                  <a:lnTo>
                    <a:pt x="437040" y="409625"/>
                  </a:lnTo>
                  <a:lnTo>
                    <a:pt x="436658" y="410098"/>
                  </a:lnTo>
                  <a:lnTo>
                    <a:pt x="436253" y="410570"/>
                  </a:lnTo>
                  <a:lnTo>
                    <a:pt x="435870" y="411042"/>
                  </a:lnTo>
                  <a:lnTo>
                    <a:pt x="435466" y="411537"/>
                  </a:lnTo>
                  <a:lnTo>
                    <a:pt x="435083" y="412009"/>
                  </a:lnTo>
                  <a:lnTo>
                    <a:pt x="434678" y="412504"/>
                  </a:lnTo>
                  <a:lnTo>
                    <a:pt x="434296" y="412976"/>
                  </a:lnTo>
                  <a:lnTo>
                    <a:pt x="433891" y="413471"/>
                  </a:lnTo>
                  <a:lnTo>
                    <a:pt x="433487" y="413943"/>
                  </a:lnTo>
                  <a:lnTo>
                    <a:pt x="433104" y="414438"/>
                  </a:lnTo>
                  <a:lnTo>
                    <a:pt x="432699" y="414933"/>
                  </a:lnTo>
                  <a:lnTo>
                    <a:pt x="432317" y="415428"/>
                  </a:lnTo>
                  <a:lnTo>
                    <a:pt x="431912" y="415900"/>
                  </a:lnTo>
                  <a:lnTo>
                    <a:pt x="431530" y="416395"/>
                  </a:lnTo>
                  <a:lnTo>
                    <a:pt x="431125" y="416889"/>
                  </a:lnTo>
                  <a:lnTo>
                    <a:pt x="430720" y="417384"/>
                  </a:lnTo>
                  <a:lnTo>
                    <a:pt x="430338" y="417879"/>
                  </a:lnTo>
                  <a:lnTo>
                    <a:pt x="429933" y="418374"/>
                  </a:lnTo>
                  <a:lnTo>
                    <a:pt x="429551" y="418868"/>
                  </a:lnTo>
                  <a:lnTo>
                    <a:pt x="429146" y="419363"/>
                  </a:lnTo>
                  <a:lnTo>
                    <a:pt x="428764" y="419858"/>
                  </a:lnTo>
                  <a:lnTo>
                    <a:pt x="428359" y="420353"/>
                  </a:lnTo>
                  <a:lnTo>
                    <a:pt x="427976" y="420848"/>
                  </a:lnTo>
                  <a:lnTo>
                    <a:pt x="427572" y="421342"/>
                  </a:lnTo>
                  <a:lnTo>
                    <a:pt x="427167" y="421837"/>
                  </a:lnTo>
                  <a:lnTo>
                    <a:pt x="426784" y="422332"/>
                  </a:lnTo>
                  <a:lnTo>
                    <a:pt x="426380" y="422827"/>
                  </a:lnTo>
                  <a:lnTo>
                    <a:pt x="425998" y="423321"/>
                  </a:lnTo>
                  <a:lnTo>
                    <a:pt x="425593" y="423816"/>
                  </a:lnTo>
                  <a:lnTo>
                    <a:pt x="425210" y="424311"/>
                  </a:lnTo>
                  <a:lnTo>
                    <a:pt x="424806" y="424806"/>
                  </a:lnTo>
                  <a:lnTo>
                    <a:pt x="424423" y="425300"/>
                  </a:lnTo>
                  <a:lnTo>
                    <a:pt x="424018" y="425818"/>
                  </a:lnTo>
                  <a:lnTo>
                    <a:pt x="423613" y="426312"/>
                  </a:lnTo>
                  <a:lnTo>
                    <a:pt x="423231" y="426807"/>
                  </a:lnTo>
                  <a:lnTo>
                    <a:pt x="422826" y="427302"/>
                  </a:lnTo>
                  <a:lnTo>
                    <a:pt x="422444" y="427819"/>
                  </a:lnTo>
                  <a:lnTo>
                    <a:pt x="422039" y="428314"/>
                  </a:lnTo>
                  <a:lnTo>
                    <a:pt x="421657" y="428809"/>
                  </a:lnTo>
                  <a:lnTo>
                    <a:pt x="421252" y="429326"/>
                  </a:lnTo>
                  <a:lnTo>
                    <a:pt x="420870" y="429821"/>
                  </a:lnTo>
                  <a:lnTo>
                    <a:pt x="420465" y="430338"/>
                  </a:lnTo>
                  <a:lnTo>
                    <a:pt x="420060" y="430833"/>
                  </a:lnTo>
                  <a:lnTo>
                    <a:pt x="419678" y="431350"/>
                  </a:lnTo>
                  <a:lnTo>
                    <a:pt x="419273" y="431845"/>
                  </a:lnTo>
                  <a:lnTo>
                    <a:pt x="418890" y="432362"/>
                  </a:lnTo>
                  <a:lnTo>
                    <a:pt x="418486" y="432857"/>
                  </a:lnTo>
                  <a:lnTo>
                    <a:pt x="418104" y="433374"/>
                  </a:lnTo>
                  <a:lnTo>
                    <a:pt x="417699" y="433869"/>
                  </a:lnTo>
                  <a:lnTo>
                    <a:pt x="417316" y="434364"/>
                  </a:lnTo>
                  <a:lnTo>
                    <a:pt x="416912" y="434881"/>
                  </a:lnTo>
                  <a:lnTo>
                    <a:pt x="416507" y="435376"/>
                  </a:lnTo>
                  <a:lnTo>
                    <a:pt x="416124" y="435893"/>
                  </a:lnTo>
                  <a:lnTo>
                    <a:pt x="415720" y="436388"/>
                  </a:lnTo>
                  <a:lnTo>
                    <a:pt x="415337" y="436905"/>
                  </a:lnTo>
                  <a:lnTo>
                    <a:pt x="414933" y="437400"/>
                  </a:lnTo>
                  <a:lnTo>
                    <a:pt x="414550" y="437917"/>
                  </a:lnTo>
                  <a:lnTo>
                    <a:pt x="414145" y="438412"/>
                  </a:lnTo>
                  <a:lnTo>
                    <a:pt x="413741" y="438907"/>
                  </a:lnTo>
                  <a:lnTo>
                    <a:pt x="413358" y="439424"/>
                  </a:lnTo>
                  <a:lnTo>
                    <a:pt x="412953" y="439919"/>
                  </a:lnTo>
                  <a:lnTo>
                    <a:pt x="412571" y="440436"/>
                  </a:lnTo>
                  <a:lnTo>
                    <a:pt x="412166" y="440931"/>
                  </a:lnTo>
                  <a:lnTo>
                    <a:pt x="411784" y="441448"/>
                  </a:lnTo>
                  <a:lnTo>
                    <a:pt x="411379" y="441943"/>
                  </a:lnTo>
                  <a:lnTo>
                    <a:pt x="410997" y="442438"/>
                  </a:lnTo>
                  <a:lnTo>
                    <a:pt x="410592" y="442955"/>
                  </a:lnTo>
                  <a:lnTo>
                    <a:pt x="410187" y="443450"/>
                  </a:lnTo>
                  <a:lnTo>
                    <a:pt x="409805" y="443967"/>
                  </a:lnTo>
                  <a:lnTo>
                    <a:pt x="409400" y="444462"/>
                  </a:lnTo>
                  <a:lnTo>
                    <a:pt x="409018" y="444979"/>
                  </a:lnTo>
                  <a:lnTo>
                    <a:pt x="408613" y="445474"/>
                  </a:lnTo>
                  <a:lnTo>
                    <a:pt x="408230" y="445991"/>
                  </a:lnTo>
                  <a:lnTo>
                    <a:pt x="407826" y="446486"/>
                  </a:lnTo>
                  <a:lnTo>
                    <a:pt x="407444" y="446980"/>
                  </a:lnTo>
                  <a:lnTo>
                    <a:pt x="407039" y="447498"/>
                  </a:lnTo>
                  <a:lnTo>
                    <a:pt x="406634" y="447992"/>
                  </a:lnTo>
                  <a:lnTo>
                    <a:pt x="406252" y="448510"/>
                  </a:lnTo>
                  <a:lnTo>
                    <a:pt x="405847" y="449004"/>
                  </a:lnTo>
                  <a:lnTo>
                    <a:pt x="405464" y="449499"/>
                  </a:lnTo>
                  <a:lnTo>
                    <a:pt x="405060" y="450017"/>
                  </a:lnTo>
                  <a:lnTo>
                    <a:pt x="404677" y="450511"/>
                  </a:lnTo>
                  <a:lnTo>
                    <a:pt x="404295" y="451006"/>
                  </a:lnTo>
                  <a:lnTo>
                    <a:pt x="403913" y="451478"/>
                  </a:lnTo>
                  <a:lnTo>
                    <a:pt x="403485" y="451996"/>
                  </a:lnTo>
                  <a:lnTo>
                    <a:pt x="403103" y="452490"/>
                  </a:lnTo>
                  <a:lnTo>
                    <a:pt x="402721" y="452985"/>
                  </a:lnTo>
                  <a:lnTo>
                    <a:pt x="402316" y="453480"/>
                  </a:lnTo>
                  <a:lnTo>
                    <a:pt x="401934" y="453975"/>
                  </a:lnTo>
                  <a:lnTo>
                    <a:pt x="401529" y="454469"/>
                  </a:lnTo>
                  <a:lnTo>
                    <a:pt x="401146" y="454964"/>
                  </a:lnTo>
                  <a:lnTo>
                    <a:pt x="400742" y="455459"/>
                  </a:lnTo>
                  <a:lnTo>
                    <a:pt x="400359" y="455954"/>
                  </a:lnTo>
                  <a:lnTo>
                    <a:pt x="399954" y="456449"/>
                  </a:lnTo>
                  <a:lnTo>
                    <a:pt x="399550" y="456943"/>
                  </a:lnTo>
                  <a:lnTo>
                    <a:pt x="399168" y="457438"/>
                  </a:lnTo>
                  <a:lnTo>
                    <a:pt x="398762" y="457933"/>
                  </a:lnTo>
                  <a:lnTo>
                    <a:pt x="398380" y="458428"/>
                  </a:lnTo>
                  <a:lnTo>
                    <a:pt x="397976" y="458922"/>
                  </a:lnTo>
                  <a:lnTo>
                    <a:pt x="397593" y="459417"/>
                  </a:lnTo>
                  <a:lnTo>
                    <a:pt x="397188" y="459912"/>
                  </a:lnTo>
                  <a:lnTo>
                    <a:pt x="396784" y="460384"/>
                  </a:lnTo>
                  <a:lnTo>
                    <a:pt x="396401" y="460879"/>
                  </a:lnTo>
                  <a:lnTo>
                    <a:pt x="395996" y="461374"/>
                  </a:lnTo>
                  <a:lnTo>
                    <a:pt x="395614" y="461869"/>
                  </a:lnTo>
                  <a:lnTo>
                    <a:pt x="395209" y="462363"/>
                  </a:lnTo>
                  <a:lnTo>
                    <a:pt x="394827" y="462858"/>
                  </a:lnTo>
                  <a:lnTo>
                    <a:pt x="394422" y="463353"/>
                  </a:lnTo>
                  <a:lnTo>
                    <a:pt x="394040" y="463848"/>
                  </a:lnTo>
                  <a:lnTo>
                    <a:pt x="393635" y="464342"/>
                  </a:lnTo>
                  <a:lnTo>
                    <a:pt x="393230" y="464860"/>
                  </a:lnTo>
                  <a:lnTo>
                    <a:pt x="392848" y="465354"/>
                  </a:lnTo>
                  <a:lnTo>
                    <a:pt x="392443" y="465849"/>
                  </a:lnTo>
                  <a:lnTo>
                    <a:pt x="392061" y="466344"/>
                  </a:lnTo>
                  <a:lnTo>
                    <a:pt x="391656" y="466861"/>
                  </a:lnTo>
                  <a:lnTo>
                    <a:pt x="391274" y="467356"/>
                  </a:lnTo>
                  <a:lnTo>
                    <a:pt x="390869" y="467851"/>
                  </a:lnTo>
                  <a:lnTo>
                    <a:pt x="390486" y="468368"/>
                  </a:lnTo>
                  <a:lnTo>
                    <a:pt x="390082" y="468863"/>
                  </a:lnTo>
                  <a:lnTo>
                    <a:pt x="389677" y="469358"/>
                  </a:lnTo>
                  <a:lnTo>
                    <a:pt x="389294" y="469852"/>
                  </a:lnTo>
                  <a:lnTo>
                    <a:pt x="388890" y="470370"/>
                  </a:lnTo>
                  <a:lnTo>
                    <a:pt x="388508" y="470864"/>
                  </a:lnTo>
                  <a:lnTo>
                    <a:pt x="388102" y="471359"/>
                  </a:lnTo>
                  <a:lnTo>
                    <a:pt x="387720" y="471831"/>
                  </a:lnTo>
                  <a:lnTo>
                    <a:pt x="387316" y="472326"/>
                  </a:lnTo>
                  <a:lnTo>
                    <a:pt x="386933" y="472821"/>
                  </a:lnTo>
                  <a:lnTo>
                    <a:pt x="386528" y="473316"/>
                  </a:lnTo>
                  <a:lnTo>
                    <a:pt x="386124" y="473788"/>
                  </a:lnTo>
                  <a:lnTo>
                    <a:pt x="385741" y="474283"/>
                  </a:lnTo>
                  <a:lnTo>
                    <a:pt x="385336" y="474755"/>
                  </a:lnTo>
                  <a:lnTo>
                    <a:pt x="384954" y="475250"/>
                  </a:lnTo>
                  <a:lnTo>
                    <a:pt x="384549" y="475722"/>
                  </a:lnTo>
                  <a:lnTo>
                    <a:pt x="384167" y="476217"/>
                  </a:lnTo>
                  <a:lnTo>
                    <a:pt x="383762" y="476689"/>
                  </a:lnTo>
                  <a:lnTo>
                    <a:pt x="383357" y="477161"/>
                  </a:lnTo>
                  <a:lnTo>
                    <a:pt x="382975" y="477656"/>
                  </a:lnTo>
                  <a:lnTo>
                    <a:pt x="382570" y="478128"/>
                  </a:lnTo>
                  <a:lnTo>
                    <a:pt x="382188" y="478601"/>
                  </a:lnTo>
                  <a:lnTo>
                    <a:pt x="381783" y="479073"/>
                  </a:lnTo>
                  <a:lnTo>
                    <a:pt x="381401" y="479568"/>
                  </a:lnTo>
                  <a:lnTo>
                    <a:pt x="380996" y="480040"/>
                  </a:lnTo>
                  <a:lnTo>
                    <a:pt x="380614" y="480512"/>
                  </a:lnTo>
                  <a:lnTo>
                    <a:pt x="380208" y="481007"/>
                  </a:lnTo>
                  <a:lnTo>
                    <a:pt x="379804" y="481479"/>
                  </a:lnTo>
                  <a:lnTo>
                    <a:pt x="379422" y="481952"/>
                  </a:lnTo>
                  <a:lnTo>
                    <a:pt x="379016" y="482424"/>
                  </a:lnTo>
                  <a:lnTo>
                    <a:pt x="378634" y="482896"/>
                  </a:lnTo>
                  <a:lnTo>
                    <a:pt x="378230" y="483369"/>
                  </a:lnTo>
                  <a:lnTo>
                    <a:pt x="377847" y="483841"/>
                  </a:lnTo>
                  <a:lnTo>
                    <a:pt x="377442" y="484313"/>
                  </a:lnTo>
                  <a:lnTo>
                    <a:pt x="377060" y="484785"/>
                  </a:lnTo>
                  <a:lnTo>
                    <a:pt x="376656" y="485258"/>
                  </a:lnTo>
                  <a:lnTo>
                    <a:pt x="376250" y="485730"/>
                  </a:lnTo>
                  <a:lnTo>
                    <a:pt x="375868" y="486180"/>
                  </a:lnTo>
                  <a:lnTo>
                    <a:pt x="375463" y="486652"/>
                  </a:lnTo>
                  <a:lnTo>
                    <a:pt x="375081" y="487102"/>
                  </a:lnTo>
                  <a:lnTo>
                    <a:pt x="374676" y="487574"/>
                  </a:lnTo>
                  <a:lnTo>
                    <a:pt x="374294" y="488046"/>
                  </a:lnTo>
                  <a:lnTo>
                    <a:pt x="373889" y="488496"/>
                  </a:lnTo>
                  <a:lnTo>
                    <a:pt x="373507" y="488968"/>
                  </a:lnTo>
                  <a:lnTo>
                    <a:pt x="373102" y="489418"/>
                  </a:lnTo>
                  <a:lnTo>
                    <a:pt x="372697" y="489868"/>
                  </a:lnTo>
                  <a:lnTo>
                    <a:pt x="372315" y="490340"/>
                  </a:lnTo>
                  <a:lnTo>
                    <a:pt x="371910" y="490790"/>
                  </a:lnTo>
                  <a:lnTo>
                    <a:pt x="371528" y="491240"/>
                  </a:lnTo>
                  <a:lnTo>
                    <a:pt x="371123" y="491690"/>
                  </a:lnTo>
                  <a:lnTo>
                    <a:pt x="370740" y="492140"/>
                  </a:lnTo>
                  <a:lnTo>
                    <a:pt x="370336" y="492589"/>
                  </a:lnTo>
                  <a:lnTo>
                    <a:pt x="369954" y="493039"/>
                  </a:lnTo>
                  <a:lnTo>
                    <a:pt x="369548" y="493466"/>
                  </a:lnTo>
                  <a:lnTo>
                    <a:pt x="369144" y="493916"/>
                  </a:lnTo>
                  <a:lnTo>
                    <a:pt x="368762" y="494366"/>
                  </a:lnTo>
                  <a:lnTo>
                    <a:pt x="368356" y="494816"/>
                  </a:lnTo>
                  <a:lnTo>
                    <a:pt x="367974" y="495243"/>
                  </a:lnTo>
                  <a:lnTo>
                    <a:pt x="367570" y="495693"/>
                  </a:lnTo>
                  <a:lnTo>
                    <a:pt x="367187" y="496120"/>
                  </a:lnTo>
                  <a:lnTo>
                    <a:pt x="366782" y="496570"/>
                  </a:lnTo>
                  <a:lnTo>
                    <a:pt x="366378" y="496997"/>
                  </a:lnTo>
                  <a:lnTo>
                    <a:pt x="365995" y="497447"/>
                  </a:lnTo>
                  <a:lnTo>
                    <a:pt x="365590" y="497874"/>
                  </a:lnTo>
                  <a:lnTo>
                    <a:pt x="365208" y="498302"/>
                  </a:lnTo>
                  <a:lnTo>
                    <a:pt x="364803" y="498751"/>
                  </a:lnTo>
                  <a:lnTo>
                    <a:pt x="364421" y="499179"/>
                  </a:lnTo>
                  <a:lnTo>
                    <a:pt x="364016" y="499606"/>
                  </a:lnTo>
                  <a:lnTo>
                    <a:pt x="363634" y="500011"/>
                  </a:lnTo>
                  <a:lnTo>
                    <a:pt x="363229" y="500438"/>
                  </a:lnTo>
                  <a:lnTo>
                    <a:pt x="362824" y="500865"/>
                  </a:lnTo>
                  <a:lnTo>
                    <a:pt x="362442" y="501270"/>
                  </a:lnTo>
                  <a:lnTo>
                    <a:pt x="362037" y="501698"/>
                  </a:lnTo>
                  <a:lnTo>
                    <a:pt x="361655" y="502102"/>
                  </a:lnTo>
                  <a:lnTo>
                    <a:pt x="361250" y="502507"/>
                  </a:lnTo>
                  <a:lnTo>
                    <a:pt x="360868" y="502912"/>
                  </a:lnTo>
                  <a:lnTo>
                    <a:pt x="360463" y="503317"/>
                  </a:lnTo>
                  <a:lnTo>
                    <a:pt x="360080" y="503722"/>
                  </a:lnTo>
                  <a:lnTo>
                    <a:pt x="359676" y="504104"/>
                  </a:lnTo>
                  <a:lnTo>
                    <a:pt x="359271" y="504509"/>
                  </a:lnTo>
                  <a:lnTo>
                    <a:pt x="358888" y="504891"/>
                  </a:lnTo>
                  <a:lnTo>
                    <a:pt x="358484" y="505273"/>
                  </a:lnTo>
                  <a:lnTo>
                    <a:pt x="358102" y="505656"/>
                  </a:lnTo>
                  <a:lnTo>
                    <a:pt x="357696" y="506038"/>
                  </a:lnTo>
                  <a:lnTo>
                    <a:pt x="357314" y="506398"/>
                  </a:lnTo>
                  <a:lnTo>
                    <a:pt x="356910" y="506780"/>
                  </a:lnTo>
                  <a:lnTo>
                    <a:pt x="356527" y="507140"/>
                  </a:lnTo>
                  <a:lnTo>
                    <a:pt x="356122" y="507500"/>
                  </a:lnTo>
                  <a:lnTo>
                    <a:pt x="355718" y="507860"/>
                  </a:lnTo>
                  <a:lnTo>
                    <a:pt x="355335" y="508220"/>
                  </a:lnTo>
                  <a:lnTo>
                    <a:pt x="354930" y="508579"/>
                  </a:lnTo>
                  <a:lnTo>
                    <a:pt x="354548" y="508939"/>
                  </a:lnTo>
                  <a:lnTo>
                    <a:pt x="354143" y="509299"/>
                  </a:lnTo>
                  <a:lnTo>
                    <a:pt x="353761" y="509659"/>
                  </a:lnTo>
                  <a:lnTo>
                    <a:pt x="353356" y="509996"/>
                  </a:lnTo>
                  <a:lnTo>
                    <a:pt x="352951" y="510356"/>
                  </a:lnTo>
                  <a:lnTo>
                    <a:pt x="352569" y="510693"/>
                  </a:lnTo>
                  <a:lnTo>
                    <a:pt x="352164" y="511053"/>
                  </a:lnTo>
                  <a:lnTo>
                    <a:pt x="351782" y="511391"/>
                  </a:lnTo>
                  <a:lnTo>
                    <a:pt x="351377" y="511750"/>
                  </a:lnTo>
                  <a:lnTo>
                    <a:pt x="350995" y="512088"/>
                  </a:lnTo>
                  <a:lnTo>
                    <a:pt x="350590" y="512448"/>
                  </a:lnTo>
                  <a:lnTo>
                    <a:pt x="350208" y="512785"/>
                  </a:lnTo>
                  <a:lnTo>
                    <a:pt x="349803" y="513145"/>
                  </a:lnTo>
                  <a:lnTo>
                    <a:pt x="349398" y="513482"/>
                  </a:lnTo>
                  <a:lnTo>
                    <a:pt x="349016" y="513842"/>
                  </a:lnTo>
                  <a:lnTo>
                    <a:pt x="348611" y="514179"/>
                  </a:lnTo>
                  <a:lnTo>
                    <a:pt x="348228" y="514539"/>
                  </a:lnTo>
                  <a:lnTo>
                    <a:pt x="347824" y="514876"/>
                  </a:lnTo>
                  <a:lnTo>
                    <a:pt x="347442" y="515236"/>
                  </a:lnTo>
                  <a:lnTo>
                    <a:pt x="347036" y="515574"/>
                  </a:lnTo>
                  <a:lnTo>
                    <a:pt x="346654" y="515933"/>
                  </a:lnTo>
                  <a:lnTo>
                    <a:pt x="346250" y="516271"/>
                  </a:lnTo>
                  <a:lnTo>
                    <a:pt x="345844" y="516631"/>
                  </a:lnTo>
                  <a:lnTo>
                    <a:pt x="345462" y="516968"/>
                  </a:lnTo>
                  <a:lnTo>
                    <a:pt x="345058" y="517328"/>
                  </a:lnTo>
                  <a:lnTo>
                    <a:pt x="344675" y="517665"/>
                  </a:lnTo>
                  <a:lnTo>
                    <a:pt x="344270" y="518003"/>
                  </a:lnTo>
                  <a:lnTo>
                    <a:pt x="343888" y="518362"/>
                  </a:lnTo>
                  <a:lnTo>
                    <a:pt x="343483" y="518700"/>
                  </a:lnTo>
                  <a:lnTo>
                    <a:pt x="343101" y="519037"/>
                  </a:lnTo>
                  <a:lnTo>
                    <a:pt x="342696" y="519374"/>
                  </a:lnTo>
                  <a:lnTo>
                    <a:pt x="342291" y="519734"/>
                  </a:lnTo>
                  <a:lnTo>
                    <a:pt x="341909" y="520072"/>
                  </a:lnTo>
                  <a:lnTo>
                    <a:pt x="341504" y="520409"/>
                  </a:lnTo>
                  <a:lnTo>
                    <a:pt x="341122" y="520769"/>
                  </a:lnTo>
                  <a:lnTo>
                    <a:pt x="340717" y="521106"/>
                  </a:lnTo>
                  <a:lnTo>
                    <a:pt x="340335" y="521443"/>
                  </a:lnTo>
                  <a:lnTo>
                    <a:pt x="339930" y="521803"/>
                  </a:lnTo>
                  <a:lnTo>
                    <a:pt x="339548" y="522141"/>
                  </a:lnTo>
                  <a:lnTo>
                    <a:pt x="339142" y="522500"/>
                  </a:lnTo>
                  <a:lnTo>
                    <a:pt x="338738" y="522838"/>
                  </a:lnTo>
                  <a:lnTo>
                    <a:pt x="338356" y="523198"/>
                  </a:lnTo>
                  <a:lnTo>
                    <a:pt x="337950" y="523535"/>
                  </a:lnTo>
                  <a:lnTo>
                    <a:pt x="337568" y="523895"/>
                  </a:lnTo>
                  <a:lnTo>
                    <a:pt x="337164" y="524232"/>
                  </a:lnTo>
                  <a:lnTo>
                    <a:pt x="336782" y="524592"/>
                  </a:lnTo>
                  <a:lnTo>
                    <a:pt x="336376" y="524929"/>
                  </a:lnTo>
                  <a:lnTo>
                    <a:pt x="335972" y="525267"/>
                  </a:lnTo>
                  <a:lnTo>
                    <a:pt x="335590" y="525626"/>
                  </a:lnTo>
                  <a:lnTo>
                    <a:pt x="335184" y="525964"/>
                  </a:lnTo>
                  <a:lnTo>
                    <a:pt x="334802" y="526301"/>
                  </a:lnTo>
                  <a:lnTo>
                    <a:pt x="334397" y="526639"/>
                  </a:lnTo>
                  <a:lnTo>
                    <a:pt x="334015" y="526976"/>
                  </a:lnTo>
                  <a:lnTo>
                    <a:pt x="333610" y="527313"/>
                  </a:lnTo>
                  <a:lnTo>
                    <a:pt x="333228" y="527651"/>
                  </a:lnTo>
                  <a:lnTo>
                    <a:pt x="332823" y="527988"/>
                  </a:lnTo>
                  <a:lnTo>
                    <a:pt x="332418" y="528325"/>
                  </a:lnTo>
                  <a:lnTo>
                    <a:pt x="332036" y="528663"/>
                  </a:lnTo>
                  <a:lnTo>
                    <a:pt x="331631" y="529000"/>
                  </a:lnTo>
                  <a:lnTo>
                    <a:pt x="331249" y="529337"/>
                  </a:lnTo>
                  <a:lnTo>
                    <a:pt x="330844" y="529675"/>
                  </a:lnTo>
                  <a:lnTo>
                    <a:pt x="330462" y="529989"/>
                  </a:lnTo>
                  <a:lnTo>
                    <a:pt x="330057" y="530327"/>
                  </a:lnTo>
                  <a:lnTo>
                    <a:pt x="329674" y="530664"/>
                  </a:lnTo>
                  <a:lnTo>
                    <a:pt x="329270" y="531002"/>
                  </a:lnTo>
                  <a:lnTo>
                    <a:pt x="328865" y="531316"/>
                  </a:lnTo>
                  <a:lnTo>
                    <a:pt x="328482" y="531654"/>
                  </a:lnTo>
                  <a:lnTo>
                    <a:pt x="328078" y="531969"/>
                  </a:lnTo>
                  <a:lnTo>
                    <a:pt x="327696" y="532306"/>
                  </a:lnTo>
                  <a:lnTo>
                    <a:pt x="327290" y="532621"/>
                  </a:lnTo>
                  <a:lnTo>
                    <a:pt x="326908" y="532958"/>
                  </a:lnTo>
                  <a:lnTo>
                    <a:pt x="326504" y="533273"/>
                  </a:lnTo>
                  <a:lnTo>
                    <a:pt x="326121" y="533588"/>
                  </a:lnTo>
                  <a:lnTo>
                    <a:pt x="325716" y="533925"/>
                  </a:lnTo>
                  <a:lnTo>
                    <a:pt x="325312" y="534240"/>
                  </a:lnTo>
                  <a:lnTo>
                    <a:pt x="324929" y="534555"/>
                  </a:lnTo>
                  <a:lnTo>
                    <a:pt x="324524" y="534870"/>
                  </a:lnTo>
                  <a:lnTo>
                    <a:pt x="324142" y="535185"/>
                  </a:lnTo>
                  <a:lnTo>
                    <a:pt x="323737" y="535499"/>
                  </a:lnTo>
                  <a:lnTo>
                    <a:pt x="323355" y="535814"/>
                  </a:lnTo>
                  <a:lnTo>
                    <a:pt x="322950" y="536129"/>
                  </a:lnTo>
                  <a:lnTo>
                    <a:pt x="322545" y="536444"/>
                  </a:lnTo>
                  <a:lnTo>
                    <a:pt x="322163" y="536759"/>
                  </a:lnTo>
                  <a:lnTo>
                    <a:pt x="321758" y="537051"/>
                  </a:lnTo>
                  <a:lnTo>
                    <a:pt x="321376" y="537366"/>
                  </a:lnTo>
                  <a:lnTo>
                    <a:pt x="320971" y="537681"/>
                  </a:lnTo>
                  <a:lnTo>
                    <a:pt x="320589" y="537996"/>
                  </a:lnTo>
                  <a:lnTo>
                    <a:pt x="320184" y="538288"/>
                  </a:lnTo>
                  <a:lnTo>
                    <a:pt x="319802" y="538603"/>
                  </a:lnTo>
                  <a:lnTo>
                    <a:pt x="319397" y="538895"/>
                  </a:lnTo>
                  <a:lnTo>
                    <a:pt x="318992" y="539210"/>
                  </a:lnTo>
                  <a:lnTo>
                    <a:pt x="318610" y="539503"/>
                  </a:lnTo>
                  <a:lnTo>
                    <a:pt x="318205" y="539817"/>
                  </a:lnTo>
                  <a:lnTo>
                    <a:pt x="317822" y="540110"/>
                  </a:lnTo>
                  <a:lnTo>
                    <a:pt x="317418" y="540402"/>
                  </a:lnTo>
                  <a:lnTo>
                    <a:pt x="317036" y="540717"/>
                  </a:lnTo>
                  <a:lnTo>
                    <a:pt x="316630" y="541009"/>
                  </a:lnTo>
                  <a:lnTo>
                    <a:pt x="316248" y="541324"/>
                  </a:lnTo>
                  <a:lnTo>
                    <a:pt x="315844" y="541617"/>
                  </a:lnTo>
                  <a:lnTo>
                    <a:pt x="315438" y="541909"/>
                  </a:lnTo>
                  <a:lnTo>
                    <a:pt x="315056" y="542224"/>
                  </a:lnTo>
                  <a:lnTo>
                    <a:pt x="314652" y="542516"/>
                  </a:lnTo>
                  <a:lnTo>
                    <a:pt x="314269" y="542809"/>
                  </a:lnTo>
                  <a:lnTo>
                    <a:pt x="313864" y="543123"/>
                  </a:lnTo>
                  <a:lnTo>
                    <a:pt x="313482" y="543416"/>
                  </a:lnTo>
                  <a:lnTo>
                    <a:pt x="313077" y="543708"/>
                  </a:lnTo>
                  <a:lnTo>
                    <a:pt x="312695" y="544001"/>
                  </a:lnTo>
                  <a:lnTo>
                    <a:pt x="312290" y="544293"/>
                  </a:lnTo>
                  <a:lnTo>
                    <a:pt x="311885" y="544585"/>
                  </a:lnTo>
                  <a:lnTo>
                    <a:pt x="311503" y="544878"/>
                  </a:lnTo>
                  <a:lnTo>
                    <a:pt x="311098" y="545170"/>
                  </a:lnTo>
                  <a:lnTo>
                    <a:pt x="310716" y="545462"/>
                  </a:lnTo>
                  <a:lnTo>
                    <a:pt x="310311" y="545755"/>
                  </a:lnTo>
                  <a:lnTo>
                    <a:pt x="309929" y="546025"/>
                  </a:lnTo>
                  <a:lnTo>
                    <a:pt x="309524" y="546317"/>
                  </a:lnTo>
                  <a:lnTo>
                    <a:pt x="309142" y="546609"/>
                  </a:lnTo>
                  <a:lnTo>
                    <a:pt x="308737" y="546879"/>
                  </a:lnTo>
                  <a:lnTo>
                    <a:pt x="308332" y="547149"/>
                  </a:lnTo>
                  <a:lnTo>
                    <a:pt x="307950" y="547441"/>
                  </a:lnTo>
                  <a:lnTo>
                    <a:pt x="307545" y="547711"/>
                  </a:lnTo>
                  <a:lnTo>
                    <a:pt x="307162" y="547981"/>
                  </a:lnTo>
                  <a:lnTo>
                    <a:pt x="306758" y="548228"/>
                  </a:lnTo>
                  <a:lnTo>
                    <a:pt x="306376" y="548498"/>
                  </a:lnTo>
                  <a:lnTo>
                    <a:pt x="305970" y="548768"/>
                  </a:lnTo>
                  <a:lnTo>
                    <a:pt x="305566" y="549016"/>
                  </a:lnTo>
                  <a:lnTo>
                    <a:pt x="305184" y="549286"/>
                  </a:lnTo>
                  <a:lnTo>
                    <a:pt x="304778" y="549533"/>
                  </a:lnTo>
                  <a:lnTo>
                    <a:pt x="304396" y="549780"/>
                  </a:lnTo>
                  <a:lnTo>
                    <a:pt x="303992" y="550050"/>
                  </a:lnTo>
                  <a:lnTo>
                    <a:pt x="303609" y="550298"/>
                  </a:lnTo>
                  <a:lnTo>
                    <a:pt x="303204" y="550545"/>
                  </a:lnTo>
                  <a:lnTo>
                    <a:pt x="302822" y="550792"/>
                  </a:lnTo>
                  <a:lnTo>
                    <a:pt x="302417" y="551040"/>
                  </a:lnTo>
                  <a:lnTo>
                    <a:pt x="302012" y="551287"/>
                  </a:lnTo>
                  <a:lnTo>
                    <a:pt x="301630" y="551534"/>
                  </a:lnTo>
                  <a:lnTo>
                    <a:pt x="301225" y="551782"/>
                  </a:lnTo>
                  <a:lnTo>
                    <a:pt x="300843" y="552029"/>
                  </a:lnTo>
                  <a:lnTo>
                    <a:pt x="300438" y="552254"/>
                  </a:lnTo>
                  <a:lnTo>
                    <a:pt x="300056" y="552502"/>
                  </a:lnTo>
                  <a:lnTo>
                    <a:pt x="299651" y="552726"/>
                  </a:lnTo>
                  <a:lnTo>
                    <a:pt x="299269" y="552951"/>
                  </a:lnTo>
                  <a:lnTo>
                    <a:pt x="298864" y="553176"/>
                  </a:lnTo>
                  <a:lnTo>
                    <a:pt x="298459" y="553401"/>
                  </a:lnTo>
                  <a:lnTo>
                    <a:pt x="298076" y="553626"/>
                  </a:lnTo>
                  <a:lnTo>
                    <a:pt x="297672" y="553851"/>
                  </a:lnTo>
                  <a:lnTo>
                    <a:pt x="297290" y="554076"/>
                  </a:lnTo>
                  <a:lnTo>
                    <a:pt x="296884" y="554301"/>
                  </a:lnTo>
                  <a:lnTo>
                    <a:pt x="296502" y="554503"/>
                  </a:lnTo>
                  <a:lnTo>
                    <a:pt x="296098" y="553311"/>
                  </a:lnTo>
                  <a:lnTo>
                    <a:pt x="295716" y="552524"/>
                  </a:lnTo>
                  <a:lnTo>
                    <a:pt x="295310" y="552771"/>
                  </a:lnTo>
                  <a:lnTo>
                    <a:pt x="294906" y="552996"/>
                  </a:lnTo>
                  <a:lnTo>
                    <a:pt x="294524" y="553244"/>
                  </a:lnTo>
                  <a:lnTo>
                    <a:pt x="294118" y="553469"/>
                  </a:lnTo>
                  <a:lnTo>
                    <a:pt x="293736" y="553694"/>
                  </a:lnTo>
                  <a:lnTo>
                    <a:pt x="293331" y="553918"/>
                  </a:lnTo>
                  <a:lnTo>
                    <a:pt x="292949" y="554143"/>
                  </a:lnTo>
                  <a:lnTo>
                    <a:pt x="292544" y="554346"/>
                  </a:lnTo>
                  <a:lnTo>
                    <a:pt x="292139" y="554571"/>
                  </a:lnTo>
                  <a:lnTo>
                    <a:pt x="291757" y="554773"/>
                  </a:lnTo>
                  <a:lnTo>
                    <a:pt x="291352" y="554975"/>
                  </a:lnTo>
                  <a:lnTo>
                    <a:pt x="290970" y="555178"/>
                  </a:lnTo>
                  <a:lnTo>
                    <a:pt x="290565" y="555380"/>
                  </a:lnTo>
                  <a:lnTo>
                    <a:pt x="290183" y="555583"/>
                  </a:lnTo>
                  <a:lnTo>
                    <a:pt x="289778" y="555763"/>
                  </a:lnTo>
                  <a:lnTo>
                    <a:pt x="289396" y="555965"/>
                  </a:lnTo>
                  <a:lnTo>
                    <a:pt x="288991" y="556145"/>
                  </a:lnTo>
                  <a:lnTo>
                    <a:pt x="288586" y="556325"/>
                  </a:lnTo>
                  <a:lnTo>
                    <a:pt x="288204" y="556527"/>
                  </a:lnTo>
                  <a:lnTo>
                    <a:pt x="287799" y="556707"/>
                  </a:lnTo>
                  <a:lnTo>
                    <a:pt x="287416" y="556865"/>
                  </a:lnTo>
                  <a:lnTo>
                    <a:pt x="287012" y="557044"/>
                  </a:lnTo>
                  <a:lnTo>
                    <a:pt x="286630" y="557224"/>
                  </a:lnTo>
                  <a:lnTo>
                    <a:pt x="286224" y="557382"/>
                  </a:lnTo>
                  <a:lnTo>
                    <a:pt x="285842" y="557539"/>
                  </a:lnTo>
                  <a:lnTo>
                    <a:pt x="285438" y="557697"/>
                  </a:lnTo>
                  <a:lnTo>
                    <a:pt x="285033" y="557854"/>
                  </a:lnTo>
                  <a:lnTo>
                    <a:pt x="284673" y="557989"/>
                  </a:lnTo>
                  <a:lnTo>
                    <a:pt x="284246" y="558146"/>
                  </a:lnTo>
                  <a:lnTo>
                    <a:pt x="283886" y="558281"/>
                  </a:lnTo>
                  <a:lnTo>
                    <a:pt x="283481" y="558416"/>
                  </a:lnTo>
                  <a:lnTo>
                    <a:pt x="283076" y="558551"/>
                  </a:lnTo>
                  <a:lnTo>
                    <a:pt x="282694" y="558686"/>
                  </a:lnTo>
                  <a:lnTo>
                    <a:pt x="282311" y="558821"/>
                  </a:lnTo>
                  <a:lnTo>
                    <a:pt x="281907" y="558934"/>
                  </a:lnTo>
                  <a:lnTo>
                    <a:pt x="281502" y="559068"/>
                  </a:lnTo>
                  <a:lnTo>
                    <a:pt x="281120" y="559181"/>
                  </a:lnTo>
                  <a:lnTo>
                    <a:pt x="280715" y="559293"/>
                  </a:lnTo>
                  <a:lnTo>
                    <a:pt x="280332" y="559383"/>
                  </a:lnTo>
                  <a:lnTo>
                    <a:pt x="279928" y="559496"/>
                  </a:lnTo>
                  <a:lnTo>
                    <a:pt x="279545" y="559586"/>
                  </a:lnTo>
                  <a:lnTo>
                    <a:pt x="279140" y="559676"/>
                  </a:lnTo>
                  <a:lnTo>
                    <a:pt x="278758" y="559766"/>
                  </a:lnTo>
                  <a:lnTo>
                    <a:pt x="278353" y="559856"/>
                  </a:lnTo>
                  <a:lnTo>
                    <a:pt x="277948" y="559946"/>
                  </a:lnTo>
                  <a:lnTo>
                    <a:pt x="277566" y="560013"/>
                  </a:lnTo>
                  <a:lnTo>
                    <a:pt x="277162" y="560081"/>
                  </a:lnTo>
                  <a:lnTo>
                    <a:pt x="276779" y="560148"/>
                  </a:lnTo>
                  <a:lnTo>
                    <a:pt x="276374" y="560215"/>
                  </a:lnTo>
                  <a:lnTo>
                    <a:pt x="275992" y="560283"/>
                  </a:lnTo>
                  <a:lnTo>
                    <a:pt x="275587" y="560350"/>
                  </a:lnTo>
                  <a:lnTo>
                    <a:pt x="275182" y="560395"/>
                  </a:lnTo>
                  <a:lnTo>
                    <a:pt x="274800" y="560463"/>
                  </a:lnTo>
                  <a:lnTo>
                    <a:pt x="274395" y="560508"/>
                  </a:lnTo>
                  <a:lnTo>
                    <a:pt x="274013" y="560553"/>
                  </a:lnTo>
                  <a:lnTo>
                    <a:pt x="273608" y="560598"/>
                  </a:lnTo>
                  <a:lnTo>
                    <a:pt x="273226" y="560643"/>
                  </a:lnTo>
                  <a:lnTo>
                    <a:pt x="272821" y="560688"/>
                  </a:lnTo>
                  <a:lnTo>
                    <a:pt x="272439" y="560710"/>
                  </a:lnTo>
                  <a:lnTo>
                    <a:pt x="272034" y="560733"/>
                  </a:lnTo>
                  <a:lnTo>
                    <a:pt x="271629" y="560755"/>
                  </a:lnTo>
                  <a:lnTo>
                    <a:pt x="271247" y="560778"/>
                  </a:lnTo>
                  <a:lnTo>
                    <a:pt x="270842" y="560778"/>
                  </a:lnTo>
                  <a:lnTo>
                    <a:pt x="270459" y="560800"/>
                  </a:lnTo>
                  <a:lnTo>
                    <a:pt x="270055" y="560800"/>
                  </a:lnTo>
                  <a:lnTo>
                    <a:pt x="269672" y="560778"/>
                  </a:lnTo>
                  <a:lnTo>
                    <a:pt x="269268" y="560778"/>
                  </a:lnTo>
                  <a:lnTo>
                    <a:pt x="268885" y="560755"/>
                  </a:lnTo>
                  <a:lnTo>
                    <a:pt x="268480" y="560733"/>
                  </a:lnTo>
                  <a:lnTo>
                    <a:pt x="268076" y="560710"/>
                  </a:lnTo>
                  <a:lnTo>
                    <a:pt x="267693" y="560665"/>
                  </a:lnTo>
                  <a:lnTo>
                    <a:pt x="267288" y="560643"/>
                  </a:lnTo>
                  <a:lnTo>
                    <a:pt x="266906" y="560598"/>
                  </a:lnTo>
                  <a:lnTo>
                    <a:pt x="266502" y="560530"/>
                  </a:lnTo>
                  <a:lnTo>
                    <a:pt x="266119" y="560485"/>
                  </a:lnTo>
                  <a:lnTo>
                    <a:pt x="265714" y="560418"/>
                  </a:lnTo>
                  <a:lnTo>
                    <a:pt x="265332" y="560350"/>
                  </a:lnTo>
                  <a:lnTo>
                    <a:pt x="264927" y="560283"/>
                  </a:lnTo>
                  <a:lnTo>
                    <a:pt x="264522" y="560193"/>
                  </a:lnTo>
                  <a:lnTo>
                    <a:pt x="264140" y="560103"/>
                  </a:lnTo>
                  <a:lnTo>
                    <a:pt x="263735" y="560013"/>
                  </a:lnTo>
                  <a:lnTo>
                    <a:pt x="263353" y="559901"/>
                  </a:lnTo>
                  <a:lnTo>
                    <a:pt x="262948" y="559811"/>
                  </a:lnTo>
                  <a:lnTo>
                    <a:pt x="262566" y="559676"/>
                  </a:lnTo>
                  <a:lnTo>
                    <a:pt x="262161" y="559563"/>
                  </a:lnTo>
                  <a:lnTo>
                    <a:pt x="261756" y="559428"/>
                  </a:lnTo>
                  <a:lnTo>
                    <a:pt x="261374" y="559293"/>
                  </a:lnTo>
                  <a:lnTo>
                    <a:pt x="260969" y="559158"/>
                  </a:lnTo>
                  <a:lnTo>
                    <a:pt x="260587" y="559001"/>
                  </a:lnTo>
                  <a:lnTo>
                    <a:pt x="260182" y="558844"/>
                  </a:lnTo>
                  <a:lnTo>
                    <a:pt x="259799" y="558686"/>
                  </a:lnTo>
                  <a:lnTo>
                    <a:pt x="259395" y="558529"/>
                  </a:lnTo>
                  <a:lnTo>
                    <a:pt x="259012" y="558349"/>
                  </a:lnTo>
                  <a:lnTo>
                    <a:pt x="258608" y="558169"/>
                  </a:lnTo>
                  <a:lnTo>
                    <a:pt x="258202" y="557967"/>
                  </a:lnTo>
                  <a:lnTo>
                    <a:pt x="257820" y="557787"/>
                  </a:lnTo>
                  <a:lnTo>
                    <a:pt x="257416" y="557584"/>
                  </a:lnTo>
                  <a:lnTo>
                    <a:pt x="257033" y="557382"/>
                  </a:lnTo>
                  <a:lnTo>
                    <a:pt x="256628" y="557157"/>
                  </a:lnTo>
                  <a:lnTo>
                    <a:pt x="256246" y="556932"/>
                  </a:lnTo>
                  <a:lnTo>
                    <a:pt x="255841" y="556707"/>
                  </a:lnTo>
                  <a:lnTo>
                    <a:pt x="255459" y="556482"/>
                  </a:lnTo>
                  <a:lnTo>
                    <a:pt x="255054" y="556235"/>
                  </a:lnTo>
                  <a:lnTo>
                    <a:pt x="254650" y="555987"/>
                  </a:lnTo>
                  <a:lnTo>
                    <a:pt x="254267" y="555740"/>
                  </a:lnTo>
                  <a:lnTo>
                    <a:pt x="253862" y="555470"/>
                  </a:lnTo>
                  <a:lnTo>
                    <a:pt x="253480" y="555200"/>
                  </a:lnTo>
                  <a:lnTo>
                    <a:pt x="253075" y="554930"/>
                  </a:lnTo>
                  <a:lnTo>
                    <a:pt x="252693" y="554638"/>
                  </a:lnTo>
                  <a:lnTo>
                    <a:pt x="252288" y="554346"/>
                  </a:lnTo>
                  <a:lnTo>
                    <a:pt x="251905" y="554053"/>
                  </a:lnTo>
                  <a:lnTo>
                    <a:pt x="251501" y="553738"/>
                  </a:lnTo>
                  <a:lnTo>
                    <a:pt x="251096" y="553424"/>
                  </a:lnTo>
                  <a:lnTo>
                    <a:pt x="250714" y="553109"/>
                  </a:lnTo>
                  <a:lnTo>
                    <a:pt x="250309" y="552794"/>
                  </a:lnTo>
                  <a:lnTo>
                    <a:pt x="249926" y="552457"/>
                  </a:lnTo>
                  <a:lnTo>
                    <a:pt x="249522" y="552119"/>
                  </a:lnTo>
                  <a:lnTo>
                    <a:pt x="249139" y="551782"/>
                  </a:lnTo>
                  <a:lnTo>
                    <a:pt x="248734" y="551422"/>
                  </a:lnTo>
                  <a:lnTo>
                    <a:pt x="248352" y="551062"/>
                  </a:lnTo>
                  <a:lnTo>
                    <a:pt x="247948" y="550702"/>
                  </a:lnTo>
                  <a:lnTo>
                    <a:pt x="247542" y="550343"/>
                  </a:lnTo>
                  <a:lnTo>
                    <a:pt x="247160" y="549960"/>
                  </a:lnTo>
                  <a:lnTo>
                    <a:pt x="246756" y="549578"/>
                  </a:lnTo>
                  <a:lnTo>
                    <a:pt x="246373" y="549196"/>
                  </a:lnTo>
                  <a:lnTo>
                    <a:pt x="245968" y="548791"/>
                  </a:lnTo>
                  <a:lnTo>
                    <a:pt x="245586" y="548386"/>
                  </a:lnTo>
                  <a:lnTo>
                    <a:pt x="245181" y="547959"/>
                  </a:lnTo>
                  <a:lnTo>
                    <a:pt x="244776" y="547554"/>
                  </a:lnTo>
                  <a:lnTo>
                    <a:pt x="244394" y="547127"/>
                  </a:lnTo>
                  <a:lnTo>
                    <a:pt x="243989" y="546677"/>
                  </a:lnTo>
                  <a:lnTo>
                    <a:pt x="243607" y="546249"/>
                  </a:lnTo>
                  <a:lnTo>
                    <a:pt x="243202" y="545800"/>
                  </a:lnTo>
                  <a:lnTo>
                    <a:pt x="242820" y="545350"/>
                  </a:lnTo>
                  <a:lnTo>
                    <a:pt x="242415" y="544878"/>
                  </a:lnTo>
                  <a:lnTo>
                    <a:pt x="242033" y="544428"/>
                  </a:lnTo>
                  <a:lnTo>
                    <a:pt x="241628" y="543933"/>
                  </a:lnTo>
                  <a:lnTo>
                    <a:pt x="241223" y="543461"/>
                  </a:lnTo>
                  <a:lnTo>
                    <a:pt x="240841" y="542966"/>
                  </a:lnTo>
                  <a:lnTo>
                    <a:pt x="240436" y="542471"/>
                  </a:lnTo>
                  <a:lnTo>
                    <a:pt x="240054" y="541976"/>
                  </a:lnTo>
                  <a:lnTo>
                    <a:pt x="239649" y="541459"/>
                  </a:lnTo>
                  <a:lnTo>
                    <a:pt x="239266" y="540964"/>
                  </a:lnTo>
                  <a:lnTo>
                    <a:pt x="238862" y="540425"/>
                  </a:lnTo>
                  <a:lnTo>
                    <a:pt x="238479" y="539907"/>
                  </a:lnTo>
                  <a:lnTo>
                    <a:pt x="238074" y="539368"/>
                  </a:lnTo>
                  <a:lnTo>
                    <a:pt x="237670" y="538828"/>
                  </a:lnTo>
                  <a:lnTo>
                    <a:pt x="237287" y="538288"/>
                  </a:lnTo>
                  <a:lnTo>
                    <a:pt x="236882" y="537726"/>
                  </a:lnTo>
                  <a:lnTo>
                    <a:pt x="236500" y="537164"/>
                  </a:lnTo>
                  <a:lnTo>
                    <a:pt x="236096" y="536601"/>
                  </a:lnTo>
                  <a:lnTo>
                    <a:pt x="235713" y="536039"/>
                  </a:lnTo>
                  <a:lnTo>
                    <a:pt x="235308" y="535454"/>
                  </a:lnTo>
                  <a:lnTo>
                    <a:pt x="234926" y="534870"/>
                  </a:lnTo>
                  <a:lnTo>
                    <a:pt x="234521" y="534262"/>
                  </a:lnTo>
                  <a:lnTo>
                    <a:pt x="234116" y="533678"/>
                  </a:lnTo>
                  <a:lnTo>
                    <a:pt x="233734" y="533071"/>
                  </a:lnTo>
                  <a:lnTo>
                    <a:pt x="233329" y="532441"/>
                  </a:lnTo>
                  <a:lnTo>
                    <a:pt x="232947" y="531834"/>
                  </a:lnTo>
                  <a:lnTo>
                    <a:pt x="232542" y="531204"/>
                  </a:lnTo>
                  <a:lnTo>
                    <a:pt x="232160" y="530574"/>
                  </a:lnTo>
                  <a:lnTo>
                    <a:pt x="231755" y="529922"/>
                  </a:lnTo>
                  <a:lnTo>
                    <a:pt x="231350" y="529292"/>
                  </a:lnTo>
                  <a:lnTo>
                    <a:pt x="230968" y="528640"/>
                  </a:lnTo>
                  <a:lnTo>
                    <a:pt x="230563" y="527965"/>
                  </a:lnTo>
                  <a:lnTo>
                    <a:pt x="230181" y="527291"/>
                  </a:lnTo>
                  <a:lnTo>
                    <a:pt x="229776" y="526616"/>
                  </a:lnTo>
                  <a:lnTo>
                    <a:pt x="229394" y="525941"/>
                  </a:lnTo>
                  <a:lnTo>
                    <a:pt x="228989" y="525244"/>
                  </a:lnTo>
                  <a:lnTo>
                    <a:pt x="228606" y="524547"/>
                  </a:lnTo>
                  <a:lnTo>
                    <a:pt x="228202" y="523850"/>
                  </a:lnTo>
                  <a:lnTo>
                    <a:pt x="227797" y="523130"/>
                  </a:lnTo>
                  <a:lnTo>
                    <a:pt x="227414" y="522410"/>
                  </a:lnTo>
                  <a:lnTo>
                    <a:pt x="227010" y="521668"/>
                  </a:lnTo>
                  <a:lnTo>
                    <a:pt x="226627" y="520926"/>
                  </a:lnTo>
                  <a:lnTo>
                    <a:pt x="226222" y="520184"/>
                  </a:lnTo>
                  <a:lnTo>
                    <a:pt x="225840" y="519419"/>
                  </a:lnTo>
                  <a:lnTo>
                    <a:pt x="225436" y="518677"/>
                  </a:lnTo>
                  <a:lnTo>
                    <a:pt x="225053" y="517890"/>
                  </a:lnTo>
                  <a:lnTo>
                    <a:pt x="224648" y="517125"/>
                  </a:lnTo>
                  <a:lnTo>
                    <a:pt x="224244" y="516338"/>
                  </a:lnTo>
                  <a:lnTo>
                    <a:pt x="223861" y="515529"/>
                  </a:lnTo>
                  <a:lnTo>
                    <a:pt x="223456" y="514742"/>
                  </a:lnTo>
                  <a:lnTo>
                    <a:pt x="223074" y="513909"/>
                  </a:lnTo>
                  <a:lnTo>
                    <a:pt x="222669" y="513100"/>
                  </a:lnTo>
                  <a:lnTo>
                    <a:pt x="222287" y="512268"/>
                  </a:lnTo>
                  <a:lnTo>
                    <a:pt x="221882" y="511436"/>
                  </a:lnTo>
                  <a:lnTo>
                    <a:pt x="221500" y="510581"/>
                  </a:lnTo>
                  <a:lnTo>
                    <a:pt x="221095" y="509726"/>
                  </a:lnTo>
                  <a:lnTo>
                    <a:pt x="220690" y="508872"/>
                  </a:lnTo>
                  <a:lnTo>
                    <a:pt x="220308" y="507995"/>
                  </a:lnTo>
                  <a:lnTo>
                    <a:pt x="219903" y="507118"/>
                  </a:lnTo>
                  <a:lnTo>
                    <a:pt x="219521" y="506218"/>
                  </a:lnTo>
                  <a:lnTo>
                    <a:pt x="219116" y="505318"/>
                  </a:lnTo>
                  <a:lnTo>
                    <a:pt x="218733" y="504396"/>
                  </a:lnTo>
                  <a:lnTo>
                    <a:pt x="218329" y="503474"/>
                  </a:lnTo>
                  <a:lnTo>
                    <a:pt x="217946" y="502552"/>
                  </a:lnTo>
                  <a:lnTo>
                    <a:pt x="217542" y="501608"/>
                  </a:lnTo>
                  <a:lnTo>
                    <a:pt x="217136" y="500663"/>
                  </a:lnTo>
                  <a:lnTo>
                    <a:pt x="216754" y="499696"/>
                  </a:lnTo>
                  <a:lnTo>
                    <a:pt x="216350" y="498729"/>
                  </a:lnTo>
                  <a:lnTo>
                    <a:pt x="215967" y="497739"/>
                  </a:lnTo>
                  <a:lnTo>
                    <a:pt x="215562" y="496750"/>
                  </a:lnTo>
                  <a:lnTo>
                    <a:pt x="215180" y="495738"/>
                  </a:lnTo>
                  <a:lnTo>
                    <a:pt x="214776" y="494726"/>
                  </a:lnTo>
                  <a:lnTo>
                    <a:pt x="214370" y="493691"/>
                  </a:lnTo>
                  <a:lnTo>
                    <a:pt x="213988" y="492657"/>
                  </a:lnTo>
                  <a:lnTo>
                    <a:pt x="213584" y="491622"/>
                  </a:lnTo>
                  <a:lnTo>
                    <a:pt x="213201" y="490565"/>
                  </a:lnTo>
                  <a:lnTo>
                    <a:pt x="212796" y="489508"/>
                  </a:lnTo>
                  <a:lnTo>
                    <a:pt x="212414" y="488429"/>
                  </a:lnTo>
                  <a:lnTo>
                    <a:pt x="212009" y="487349"/>
                  </a:lnTo>
                  <a:lnTo>
                    <a:pt x="211627" y="486247"/>
                  </a:lnTo>
                  <a:lnTo>
                    <a:pt x="211222" y="485168"/>
                  </a:lnTo>
                  <a:lnTo>
                    <a:pt x="210817" y="484043"/>
                  </a:lnTo>
                  <a:lnTo>
                    <a:pt x="210435" y="482941"/>
                  </a:lnTo>
                  <a:lnTo>
                    <a:pt x="210030" y="481817"/>
                  </a:lnTo>
                  <a:lnTo>
                    <a:pt x="209648" y="480670"/>
                  </a:lnTo>
                  <a:lnTo>
                    <a:pt x="209243" y="479523"/>
                  </a:lnTo>
                  <a:lnTo>
                    <a:pt x="208860" y="478376"/>
                  </a:lnTo>
                  <a:lnTo>
                    <a:pt x="208456" y="477206"/>
                  </a:lnTo>
                  <a:lnTo>
                    <a:pt x="208073" y="476037"/>
                  </a:lnTo>
                  <a:lnTo>
                    <a:pt x="207668" y="474845"/>
                  </a:lnTo>
                  <a:lnTo>
                    <a:pt x="207264" y="473653"/>
                  </a:lnTo>
                  <a:lnTo>
                    <a:pt x="206882" y="472439"/>
                  </a:lnTo>
                  <a:lnTo>
                    <a:pt x="206476" y="471224"/>
                  </a:lnTo>
                  <a:lnTo>
                    <a:pt x="206094" y="469987"/>
                  </a:lnTo>
                  <a:lnTo>
                    <a:pt x="205690" y="468750"/>
                  </a:lnTo>
                  <a:lnTo>
                    <a:pt x="205307" y="467513"/>
                  </a:lnTo>
                  <a:lnTo>
                    <a:pt x="204902" y="466254"/>
                  </a:lnTo>
                  <a:lnTo>
                    <a:pt x="204520" y="464995"/>
                  </a:lnTo>
                  <a:lnTo>
                    <a:pt x="204115" y="463713"/>
                  </a:lnTo>
                  <a:lnTo>
                    <a:pt x="203710" y="462431"/>
                  </a:lnTo>
                  <a:lnTo>
                    <a:pt x="203328" y="461126"/>
                  </a:lnTo>
                  <a:lnTo>
                    <a:pt x="202923" y="459822"/>
                  </a:lnTo>
                  <a:lnTo>
                    <a:pt x="202541" y="458495"/>
                  </a:lnTo>
                  <a:lnTo>
                    <a:pt x="202136" y="457168"/>
                  </a:lnTo>
                  <a:lnTo>
                    <a:pt x="201754" y="455841"/>
                  </a:lnTo>
                  <a:lnTo>
                    <a:pt x="201349" y="454469"/>
                  </a:lnTo>
                  <a:lnTo>
                    <a:pt x="200944" y="453120"/>
                  </a:lnTo>
                  <a:lnTo>
                    <a:pt x="200562" y="451748"/>
                  </a:lnTo>
                  <a:lnTo>
                    <a:pt x="200157" y="450376"/>
                  </a:lnTo>
                  <a:lnTo>
                    <a:pt x="199775" y="448982"/>
                  </a:lnTo>
                  <a:lnTo>
                    <a:pt x="199370" y="447565"/>
                  </a:lnTo>
                  <a:lnTo>
                    <a:pt x="198988" y="446148"/>
                  </a:lnTo>
                  <a:lnTo>
                    <a:pt x="198583" y="444709"/>
                  </a:lnTo>
                  <a:lnTo>
                    <a:pt x="198200" y="443270"/>
                  </a:lnTo>
                  <a:lnTo>
                    <a:pt x="197796" y="441808"/>
                  </a:lnTo>
                  <a:lnTo>
                    <a:pt x="197391" y="440346"/>
                  </a:lnTo>
                  <a:lnTo>
                    <a:pt x="197008" y="438862"/>
                  </a:lnTo>
                  <a:lnTo>
                    <a:pt x="196604" y="437355"/>
                  </a:lnTo>
                  <a:lnTo>
                    <a:pt x="196222" y="435848"/>
                  </a:lnTo>
                  <a:lnTo>
                    <a:pt x="195816" y="434319"/>
                  </a:lnTo>
                  <a:lnTo>
                    <a:pt x="195434" y="432789"/>
                  </a:lnTo>
                  <a:lnTo>
                    <a:pt x="195030" y="431260"/>
                  </a:lnTo>
                  <a:lnTo>
                    <a:pt x="194647" y="429708"/>
                  </a:lnTo>
                  <a:lnTo>
                    <a:pt x="194242" y="428134"/>
                  </a:lnTo>
                  <a:lnTo>
                    <a:pt x="193838" y="426560"/>
                  </a:lnTo>
                  <a:lnTo>
                    <a:pt x="193455" y="424963"/>
                  </a:lnTo>
                  <a:lnTo>
                    <a:pt x="193050" y="423366"/>
                  </a:lnTo>
                  <a:lnTo>
                    <a:pt x="192668" y="421747"/>
                  </a:lnTo>
                  <a:lnTo>
                    <a:pt x="192263" y="420128"/>
                  </a:lnTo>
                  <a:lnTo>
                    <a:pt x="191881" y="418486"/>
                  </a:lnTo>
                  <a:lnTo>
                    <a:pt x="191476" y="416844"/>
                  </a:lnTo>
                  <a:lnTo>
                    <a:pt x="191094" y="415180"/>
                  </a:lnTo>
                  <a:lnTo>
                    <a:pt x="190689" y="413493"/>
                  </a:lnTo>
                  <a:lnTo>
                    <a:pt x="190284" y="411807"/>
                  </a:lnTo>
                  <a:lnTo>
                    <a:pt x="189902" y="410098"/>
                  </a:lnTo>
                  <a:lnTo>
                    <a:pt x="189497" y="408388"/>
                  </a:lnTo>
                  <a:lnTo>
                    <a:pt x="189115" y="406657"/>
                  </a:lnTo>
                  <a:lnTo>
                    <a:pt x="188710" y="404902"/>
                  </a:lnTo>
                  <a:lnTo>
                    <a:pt x="188328" y="403148"/>
                  </a:lnTo>
                  <a:lnTo>
                    <a:pt x="187923" y="401394"/>
                  </a:lnTo>
                  <a:lnTo>
                    <a:pt x="187540" y="399595"/>
                  </a:lnTo>
                  <a:lnTo>
                    <a:pt x="187136" y="397818"/>
                  </a:lnTo>
                  <a:lnTo>
                    <a:pt x="186731" y="395997"/>
                  </a:lnTo>
                  <a:lnTo>
                    <a:pt x="186348" y="394197"/>
                  </a:lnTo>
                  <a:lnTo>
                    <a:pt x="185944" y="392353"/>
                  </a:lnTo>
                  <a:lnTo>
                    <a:pt x="185561" y="390532"/>
                  </a:lnTo>
                  <a:lnTo>
                    <a:pt x="185156" y="388665"/>
                  </a:lnTo>
                  <a:lnTo>
                    <a:pt x="184774" y="386798"/>
                  </a:lnTo>
                  <a:lnTo>
                    <a:pt x="184370" y="384932"/>
                  </a:lnTo>
                  <a:lnTo>
                    <a:pt x="183964" y="383043"/>
                  </a:lnTo>
                  <a:lnTo>
                    <a:pt x="183582" y="381131"/>
                  </a:lnTo>
                  <a:lnTo>
                    <a:pt x="183178" y="379242"/>
                  </a:lnTo>
                  <a:lnTo>
                    <a:pt x="182795" y="377308"/>
                  </a:lnTo>
                  <a:lnTo>
                    <a:pt x="182390" y="375374"/>
                  </a:lnTo>
                  <a:lnTo>
                    <a:pt x="182008" y="373440"/>
                  </a:lnTo>
                  <a:lnTo>
                    <a:pt x="181603" y="371483"/>
                  </a:lnTo>
                  <a:lnTo>
                    <a:pt x="181221" y="369526"/>
                  </a:lnTo>
                  <a:lnTo>
                    <a:pt x="180816" y="367547"/>
                  </a:lnTo>
                  <a:lnTo>
                    <a:pt x="180411" y="365568"/>
                  </a:lnTo>
                  <a:lnTo>
                    <a:pt x="180029" y="363567"/>
                  </a:lnTo>
                  <a:lnTo>
                    <a:pt x="179624" y="361565"/>
                  </a:lnTo>
                  <a:lnTo>
                    <a:pt x="179242" y="359541"/>
                  </a:lnTo>
                  <a:lnTo>
                    <a:pt x="178837" y="357517"/>
                  </a:lnTo>
                  <a:lnTo>
                    <a:pt x="178455" y="355470"/>
                  </a:lnTo>
                  <a:lnTo>
                    <a:pt x="178050" y="353424"/>
                  </a:lnTo>
                  <a:lnTo>
                    <a:pt x="177668" y="351377"/>
                  </a:lnTo>
                  <a:lnTo>
                    <a:pt x="177263" y="349308"/>
                  </a:lnTo>
                  <a:lnTo>
                    <a:pt x="176858" y="347217"/>
                  </a:lnTo>
                  <a:lnTo>
                    <a:pt x="176476" y="345125"/>
                  </a:lnTo>
                  <a:lnTo>
                    <a:pt x="176070" y="343034"/>
                  </a:lnTo>
                  <a:lnTo>
                    <a:pt x="175688" y="340920"/>
                  </a:lnTo>
                  <a:lnTo>
                    <a:pt x="175284" y="338783"/>
                  </a:lnTo>
                  <a:lnTo>
                    <a:pt x="174901" y="336647"/>
                  </a:lnTo>
                  <a:lnTo>
                    <a:pt x="174496" y="334510"/>
                  </a:lnTo>
                  <a:lnTo>
                    <a:pt x="174114" y="332351"/>
                  </a:lnTo>
                  <a:lnTo>
                    <a:pt x="173710" y="330215"/>
                  </a:lnTo>
                  <a:lnTo>
                    <a:pt x="173304" y="328033"/>
                  </a:lnTo>
                  <a:lnTo>
                    <a:pt x="172922" y="325829"/>
                  </a:lnTo>
                  <a:lnTo>
                    <a:pt x="172518" y="323625"/>
                  </a:lnTo>
                  <a:lnTo>
                    <a:pt x="172135" y="321421"/>
                  </a:lnTo>
                  <a:lnTo>
                    <a:pt x="171730" y="319195"/>
                  </a:lnTo>
                  <a:lnTo>
                    <a:pt x="171348" y="316946"/>
                  </a:lnTo>
                  <a:lnTo>
                    <a:pt x="170943" y="314719"/>
                  </a:lnTo>
                  <a:lnTo>
                    <a:pt x="170538" y="312448"/>
                  </a:lnTo>
                  <a:lnTo>
                    <a:pt x="170156" y="310176"/>
                  </a:lnTo>
                  <a:lnTo>
                    <a:pt x="169751" y="307905"/>
                  </a:lnTo>
                  <a:lnTo>
                    <a:pt x="169369" y="305611"/>
                  </a:lnTo>
                  <a:lnTo>
                    <a:pt x="168964" y="303317"/>
                  </a:lnTo>
                  <a:lnTo>
                    <a:pt x="168582" y="301001"/>
                  </a:lnTo>
                  <a:lnTo>
                    <a:pt x="168177" y="298684"/>
                  </a:lnTo>
                  <a:lnTo>
                    <a:pt x="167794" y="296368"/>
                  </a:lnTo>
                  <a:lnTo>
                    <a:pt x="167390" y="294029"/>
                  </a:lnTo>
                  <a:lnTo>
                    <a:pt x="166985" y="291667"/>
                  </a:lnTo>
                  <a:lnTo>
                    <a:pt x="166602" y="289306"/>
                  </a:lnTo>
                  <a:lnTo>
                    <a:pt x="166198" y="286945"/>
                  </a:lnTo>
                  <a:lnTo>
                    <a:pt x="165816" y="284561"/>
                  </a:lnTo>
                  <a:lnTo>
                    <a:pt x="165433" y="282177"/>
                  </a:lnTo>
                  <a:lnTo>
                    <a:pt x="165028" y="279793"/>
                  </a:lnTo>
                  <a:lnTo>
                    <a:pt x="164624" y="277386"/>
                  </a:lnTo>
                  <a:lnTo>
                    <a:pt x="164263" y="274980"/>
                  </a:lnTo>
                  <a:lnTo>
                    <a:pt x="163859" y="272551"/>
                  </a:lnTo>
                  <a:lnTo>
                    <a:pt x="163454" y="270145"/>
                  </a:lnTo>
                  <a:lnTo>
                    <a:pt x="163071" y="267693"/>
                  </a:lnTo>
                  <a:lnTo>
                    <a:pt x="162667" y="265265"/>
                  </a:lnTo>
                  <a:lnTo>
                    <a:pt x="162285" y="262813"/>
                  </a:lnTo>
                  <a:lnTo>
                    <a:pt x="161880" y="260339"/>
                  </a:lnTo>
                  <a:lnTo>
                    <a:pt x="161497" y="257888"/>
                  </a:lnTo>
                  <a:lnTo>
                    <a:pt x="161093" y="255414"/>
                  </a:lnTo>
                  <a:lnTo>
                    <a:pt x="160710" y="252918"/>
                  </a:lnTo>
                  <a:lnTo>
                    <a:pt x="160305" y="250444"/>
                  </a:lnTo>
                  <a:lnTo>
                    <a:pt x="159901" y="247948"/>
                  </a:lnTo>
                  <a:lnTo>
                    <a:pt x="159518" y="245429"/>
                  </a:lnTo>
                  <a:lnTo>
                    <a:pt x="159114" y="242932"/>
                  </a:lnTo>
                  <a:lnTo>
                    <a:pt x="158731" y="240414"/>
                  </a:lnTo>
                  <a:lnTo>
                    <a:pt x="158326" y="237895"/>
                  </a:lnTo>
                  <a:lnTo>
                    <a:pt x="157944" y="235376"/>
                  </a:lnTo>
                  <a:lnTo>
                    <a:pt x="157539" y="232835"/>
                  </a:lnTo>
                  <a:lnTo>
                    <a:pt x="157157" y="230316"/>
                  </a:lnTo>
                  <a:lnTo>
                    <a:pt x="156752" y="227774"/>
                  </a:lnTo>
                  <a:lnTo>
                    <a:pt x="156347" y="225233"/>
                  </a:lnTo>
                  <a:lnTo>
                    <a:pt x="155965" y="222669"/>
                  </a:lnTo>
                  <a:lnTo>
                    <a:pt x="155560" y="220128"/>
                  </a:lnTo>
                  <a:lnTo>
                    <a:pt x="155178" y="217564"/>
                  </a:lnTo>
                  <a:lnTo>
                    <a:pt x="154773" y="215000"/>
                  </a:lnTo>
                  <a:lnTo>
                    <a:pt x="154391" y="212437"/>
                  </a:lnTo>
                  <a:lnTo>
                    <a:pt x="153986" y="209895"/>
                  </a:lnTo>
                  <a:lnTo>
                    <a:pt x="153581" y="207331"/>
                  </a:lnTo>
                  <a:lnTo>
                    <a:pt x="153199" y="204768"/>
                  </a:lnTo>
                  <a:lnTo>
                    <a:pt x="152794" y="202204"/>
                  </a:lnTo>
                  <a:lnTo>
                    <a:pt x="152411" y="199640"/>
                  </a:lnTo>
                  <a:lnTo>
                    <a:pt x="152007" y="197076"/>
                  </a:lnTo>
                  <a:lnTo>
                    <a:pt x="151625" y="194490"/>
                  </a:lnTo>
                  <a:lnTo>
                    <a:pt x="151220" y="191926"/>
                  </a:lnTo>
                  <a:lnTo>
                    <a:pt x="150837" y="189362"/>
                  </a:lnTo>
                  <a:lnTo>
                    <a:pt x="150433" y="186798"/>
                  </a:lnTo>
                  <a:lnTo>
                    <a:pt x="150028" y="184212"/>
                  </a:lnTo>
                  <a:lnTo>
                    <a:pt x="149645" y="181648"/>
                  </a:lnTo>
                  <a:lnTo>
                    <a:pt x="149241" y="179085"/>
                  </a:lnTo>
                  <a:lnTo>
                    <a:pt x="148858" y="176521"/>
                  </a:lnTo>
                  <a:lnTo>
                    <a:pt x="148453" y="173957"/>
                  </a:lnTo>
                  <a:lnTo>
                    <a:pt x="148071" y="171596"/>
                  </a:lnTo>
                  <a:lnTo>
                    <a:pt x="147666" y="166445"/>
                  </a:lnTo>
                  <a:lnTo>
                    <a:pt x="147284" y="164017"/>
                  </a:lnTo>
                  <a:lnTo>
                    <a:pt x="146879" y="161610"/>
                  </a:lnTo>
                  <a:lnTo>
                    <a:pt x="146474" y="159181"/>
                  </a:lnTo>
                  <a:lnTo>
                    <a:pt x="146092" y="156775"/>
                  </a:lnTo>
                  <a:lnTo>
                    <a:pt x="145687" y="154368"/>
                  </a:lnTo>
                  <a:lnTo>
                    <a:pt x="145305" y="151962"/>
                  </a:lnTo>
                  <a:lnTo>
                    <a:pt x="144900" y="149578"/>
                  </a:lnTo>
                  <a:lnTo>
                    <a:pt x="144518" y="147194"/>
                  </a:lnTo>
                  <a:lnTo>
                    <a:pt x="144113" y="144810"/>
                  </a:lnTo>
                  <a:lnTo>
                    <a:pt x="143731" y="142449"/>
                  </a:lnTo>
                  <a:lnTo>
                    <a:pt x="143326" y="140088"/>
                  </a:lnTo>
                  <a:lnTo>
                    <a:pt x="142921" y="137726"/>
                  </a:lnTo>
                  <a:lnTo>
                    <a:pt x="142539" y="135387"/>
                  </a:lnTo>
                  <a:lnTo>
                    <a:pt x="142134" y="133048"/>
                  </a:lnTo>
                  <a:lnTo>
                    <a:pt x="141751" y="130709"/>
                  </a:lnTo>
                  <a:lnTo>
                    <a:pt x="141347" y="128393"/>
                  </a:lnTo>
                  <a:lnTo>
                    <a:pt x="140965" y="126077"/>
                  </a:lnTo>
                  <a:lnTo>
                    <a:pt x="140560" y="123783"/>
                  </a:lnTo>
                  <a:lnTo>
                    <a:pt x="140155" y="121511"/>
                  </a:lnTo>
                  <a:lnTo>
                    <a:pt x="139773" y="119217"/>
                  </a:lnTo>
                  <a:lnTo>
                    <a:pt x="139368" y="116968"/>
                  </a:lnTo>
                  <a:lnTo>
                    <a:pt x="138985" y="114697"/>
                  </a:lnTo>
                  <a:lnTo>
                    <a:pt x="138581" y="112470"/>
                  </a:lnTo>
                  <a:lnTo>
                    <a:pt x="138198" y="110244"/>
                  </a:lnTo>
                  <a:lnTo>
                    <a:pt x="137793" y="108017"/>
                  </a:lnTo>
                  <a:lnTo>
                    <a:pt x="137411" y="105813"/>
                  </a:lnTo>
                  <a:lnTo>
                    <a:pt x="137006" y="103632"/>
                  </a:lnTo>
                  <a:lnTo>
                    <a:pt x="136602" y="101473"/>
                  </a:lnTo>
                  <a:lnTo>
                    <a:pt x="136219" y="99314"/>
                  </a:lnTo>
                  <a:lnTo>
                    <a:pt x="135814" y="97177"/>
                  </a:lnTo>
                  <a:lnTo>
                    <a:pt x="135432" y="95041"/>
                  </a:lnTo>
                  <a:lnTo>
                    <a:pt x="135027" y="92927"/>
                  </a:lnTo>
                  <a:lnTo>
                    <a:pt x="134645" y="90858"/>
                  </a:lnTo>
                  <a:lnTo>
                    <a:pt x="134240" y="88789"/>
                  </a:lnTo>
                  <a:lnTo>
                    <a:pt x="133858" y="86720"/>
                  </a:lnTo>
                  <a:lnTo>
                    <a:pt x="133453" y="84673"/>
                  </a:lnTo>
                  <a:lnTo>
                    <a:pt x="133048" y="82649"/>
                  </a:lnTo>
                  <a:lnTo>
                    <a:pt x="132666" y="80648"/>
                  </a:lnTo>
                  <a:lnTo>
                    <a:pt x="132261" y="78646"/>
                  </a:lnTo>
                  <a:lnTo>
                    <a:pt x="131879" y="76689"/>
                  </a:lnTo>
                  <a:lnTo>
                    <a:pt x="131474" y="74733"/>
                  </a:lnTo>
                  <a:lnTo>
                    <a:pt x="131091" y="72799"/>
                  </a:lnTo>
                  <a:lnTo>
                    <a:pt x="130687" y="70887"/>
                  </a:lnTo>
                  <a:lnTo>
                    <a:pt x="130305" y="68998"/>
                  </a:lnTo>
                  <a:lnTo>
                    <a:pt x="129899" y="67131"/>
                  </a:lnTo>
                  <a:lnTo>
                    <a:pt x="129495" y="65287"/>
                  </a:lnTo>
                  <a:lnTo>
                    <a:pt x="129113" y="63443"/>
                  </a:lnTo>
                  <a:lnTo>
                    <a:pt x="128708" y="61644"/>
                  </a:lnTo>
                  <a:lnTo>
                    <a:pt x="128325" y="59867"/>
                  </a:lnTo>
                  <a:lnTo>
                    <a:pt x="127920" y="58091"/>
                  </a:lnTo>
                  <a:lnTo>
                    <a:pt x="127538" y="56359"/>
                  </a:lnTo>
                  <a:lnTo>
                    <a:pt x="127133" y="54650"/>
                  </a:lnTo>
                  <a:lnTo>
                    <a:pt x="126751" y="52940"/>
                  </a:lnTo>
                  <a:lnTo>
                    <a:pt x="126346" y="51276"/>
                  </a:lnTo>
                  <a:lnTo>
                    <a:pt x="125942" y="49635"/>
                  </a:lnTo>
                  <a:lnTo>
                    <a:pt x="125559" y="48015"/>
                  </a:lnTo>
                  <a:lnTo>
                    <a:pt x="125154" y="46419"/>
                  </a:lnTo>
                  <a:lnTo>
                    <a:pt x="124772" y="44844"/>
                  </a:lnTo>
                  <a:lnTo>
                    <a:pt x="124367" y="43292"/>
                  </a:lnTo>
                  <a:lnTo>
                    <a:pt x="123985" y="41763"/>
                  </a:lnTo>
                  <a:lnTo>
                    <a:pt x="123580" y="40279"/>
                  </a:lnTo>
                  <a:lnTo>
                    <a:pt x="123175" y="38795"/>
                  </a:lnTo>
                  <a:lnTo>
                    <a:pt x="122793" y="37355"/>
                  </a:lnTo>
                  <a:lnTo>
                    <a:pt x="122388" y="35938"/>
                  </a:lnTo>
                  <a:lnTo>
                    <a:pt x="122006" y="34544"/>
                  </a:lnTo>
                  <a:lnTo>
                    <a:pt x="121601" y="33172"/>
                  </a:lnTo>
                  <a:lnTo>
                    <a:pt x="121219" y="31845"/>
                  </a:lnTo>
                  <a:lnTo>
                    <a:pt x="120814" y="30541"/>
                  </a:lnTo>
                  <a:lnTo>
                    <a:pt x="120431" y="29259"/>
                  </a:lnTo>
                  <a:lnTo>
                    <a:pt x="120027" y="28000"/>
                  </a:lnTo>
                  <a:lnTo>
                    <a:pt x="119622" y="26785"/>
                  </a:lnTo>
                  <a:lnTo>
                    <a:pt x="119239" y="25593"/>
                  </a:lnTo>
                  <a:lnTo>
                    <a:pt x="118835" y="24424"/>
                  </a:lnTo>
                  <a:lnTo>
                    <a:pt x="118452" y="23299"/>
                  </a:lnTo>
                  <a:lnTo>
                    <a:pt x="118048" y="22197"/>
                  </a:lnTo>
                  <a:lnTo>
                    <a:pt x="117665" y="21118"/>
                  </a:lnTo>
                  <a:lnTo>
                    <a:pt x="117260" y="20061"/>
                  </a:lnTo>
                  <a:lnTo>
                    <a:pt x="116878" y="19049"/>
                  </a:lnTo>
                  <a:lnTo>
                    <a:pt x="116473" y="18059"/>
                  </a:lnTo>
                  <a:lnTo>
                    <a:pt x="116068" y="17092"/>
                  </a:lnTo>
                  <a:lnTo>
                    <a:pt x="115686" y="16170"/>
                  </a:lnTo>
                  <a:lnTo>
                    <a:pt x="115281" y="15270"/>
                  </a:lnTo>
                  <a:lnTo>
                    <a:pt x="114899" y="14393"/>
                  </a:lnTo>
                  <a:lnTo>
                    <a:pt x="114494" y="13561"/>
                  </a:lnTo>
                  <a:lnTo>
                    <a:pt x="114112" y="12729"/>
                  </a:lnTo>
                  <a:lnTo>
                    <a:pt x="113707" y="11942"/>
                  </a:lnTo>
                  <a:lnTo>
                    <a:pt x="113325" y="11200"/>
                  </a:lnTo>
                  <a:lnTo>
                    <a:pt x="112920" y="10458"/>
                  </a:lnTo>
                  <a:lnTo>
                    <a:pt x="112515" y="9760"/>
                  </a:lnTo>
                  <a:lnTo>
                    <a:pt x="112133" y="9086"/>
                  </a:lnTo>
                  <a:lnTo>
                    <a:pt x="111728" y="8434"/>
                  </a:lnTo>
                  <a:lnTo>
                    <a:pt x="111345" y="7826"/>
                  </a:lnTo>
                  <a:lnTo>
                    <a:pt x="110941" y="7242"/>
                  </a:lnTo>
                  <a:lnTo>
                    <a:pt x="110559" y="6679"/>
                  </a:lnTo>
                  <a:lnTo>
                    <a:pt x="110154" y="6140"/>
                  </a:lnTo>
                  <a:lnTo>
                    <a:pt x="109749" y="5622"/>
                  </a:lnTo>
                  <a:lnTo>
                    <a:pt x="109367" y="5128"/>
                  </a:lnTo>
                  <a:lnTo>
                    <a:pt x="108962" y="4678"/>
                  </a:lnTo>
                  <a:lnTo>
                    <a:pt x="108579" y="4228"/>
                  </a:lnTo>
                  <a:lnTo>
                    <a:pt x="108175" y="3823"/>
                  </a:lnTo>
                  <a:lnTo>
                    <a:pt x="107792" y="3441"/>
                  </a:lnTo>
                  <a:lnTo>
                    <a:pt x="107388" y="3081"/>
                  </a:lnTo>
                  <a:lnTo>
                    <a:pt x="107005" y="2721"/>
                  </a:lnTo>
                  <a:lnTo>
                    <a:pt x="106600" y="2406"/>
                  </a:lnTo>
                  <a:lnTo>
                    <a:pt x="106196" y="2114"/>
                  </a:lnTo>
                  <a:lnTo>
                    <a:pt x="105813" y="1844"/>
                  </a:lnTo>
                  <a:lnTo>
                    <a:pt x="105408" y="1574"/>
                  </a:lnTo>
                  <a:lnTo>
                    <a:pt x="105026" y="1349"/>
                  </a:lnTo>
                  <a:lnTo>
                    <a:pt x="104621" y="1124"/>
                  </a:lnTo>
                  <a:lnTo>
                    <a:pt x="104239" y="945"/>
                  </a:lnTo>
                  <a:lnTo>
                    <a:pt x="103834" y="765"/>
                  </a:lnTo>
                  <a:lnTo>
                    <a:pt x="103452" y="607"/>
                  </a:lnTo>
                  <a:lnTo>
                    <a:pt x="103047" y="472"/>
                  </a:lnTo>
                  <a:lnTo>
                    <a:pt x="102642" y="337"/>
                  </a:lnTo>
                  <a:lnTo>
                    <a:pt x="102260" y="247"/>
                  </a:lnTo>
                  <a:lnTo>
                    <a:pt x="101855" y="157"/>
                  </a:lnTo>
                  <a:lnTo>
                    <a:pt x="101473" y="90"/>
                  </a:lnTo>
                  <a:lnTo>
                    <a:pt x="101068" y="45"/>
                  </a:lnTo>
                  <a:lnTo>
                    <a:pt x="100685" y="22"/>
                  </a:lnTo>
                  <a:lnTo>
                    <a:pt x="100281" y="0"/>
                  </a:lnTo>
                  <a:lnTo>
                    <a:pt x="99899" y="0"/>
                  </a:lnTo>
                  <a:lnTo>
                    <a:pt x="99494" y="22"/>
                  </a:lnTo>
                  <a:lnTo>
                    <a:pt x="99089" y="45"/>
                  </a:lnTo>
                  <a:lnTo>
                    <a:pt x="98707" y="90"/>
                  </a:lnTo>
                  <a:lnTo>
                    <a:pt x="98302" y="135"/>
                  </a:lnTo>
                  <a:lnTo>
                    <a:pt x="97919" y="225"/>
                  </a:lnTo>
                  <a:lnTo>
                    <a:pt x="97515" y="292"/>
                  </a:lnTo>
                  <a:lnTo>
                    <a:pt x="97132" y="382"/>
                  </a:lnTo>
                  <a:lnTo>
                    <a:pt x="96727" y="495"/>
                  </a:lnTo>
                  <a:lnTo>
                    <a:pt x="96345" y="607"/>
                  </a:lnTo>
                  <a:lnTo>
                    <a:pt x="95940" y="742"/>
                  </a:lnTo>
                  <a:lnTo>
                    <a:pt x="95536" y="877"/>
                  </a:lnTo>
                  <a:lnTo>
                    <a:pt x="95153" y="1012"/>
                  </a:lnTo>
                  <a:lnTo>
                    <a:pt x="94748" y="1169"/>
                  </a:lnTo>
                  <a:lnTo>
                    <a:pt x="94366" y="1327"/>
                  </a:lnTo>
                  <a:lnTo>
                    <a:pt x="93961" y="1507"/>
                  </a:lnTo>
                  <a:lnTo>
                    <a:pt x="93579" y="1687"/>
                  </a:lnTo>
                  <a:lnTo>
                    <a:pt x="93174" y="1867"/>
                  </a:lnTo>
                  <a:lnTo>
                    <a:pt x="92770" y="2047"/>
                  </a:lnTo>
                  <a:lnTo>
                    <a:pt x="92387" y="2249"/>
                  </a:lnTo>
                  <a:lnTo>
                    <a:pt x="91982" y="2451"/>
                  </a:lnTo>
                  <a:lnTo>
                    <a:pt x="91600" y="2676"/>
                  </a:lnTo>
                  <a:lnTo>
                    <a:pt x="91195" y="2879"/>
                  </a:lnTo>
                  <a:lnTo>
                    <a:pt x="90813" y="3104"/>
                  </a:lnTo>
                  <a:lnTo>
                    <a:pt x="90408" y="3328"/>
                  </a:lnTo>
                  <a:lnTo>
                    <a:pt x="90025" y="3553"/>
                  </a:lnTo>
                  <a:lnTo>
                    <a:pt x="89621" y="3801"/>
                  </a:lnTo>
                  <a:lnTo>
                    <a:pt x="89216" y="4026"/>
                  </a:lnTo>
                  <a:lnTo>
                    <a:pt x="88834" y="4273"/>
                  </a:lnTo>
                  <a:lnTo>
                    <a:pt x="88429" y="4520"/>
                  </a:lnTo>
                  <a:lnTo>
                    <a:pt x="88047" y="4790"/>
                  </a:lnTo>
                  <a:lnTo>
                    <a:pt x="87642" y="5038"/>
                  </a:lnTo>
                  <a:lnTo>
                    <a:pt x="87259" y="5285"/>
                  </a:lnTo>
                  <a:lnTo>
                    <a:pt x="86854" y="5555"/>
                  </a:lnTo>
                  <a:lnTo>
                    <a:pt x="86472" y="5825"/>
                  </a:lnTo>
                  <a:lnTo>
                    <a:pt x="86067" y="6095"/>
                  </a:lnTo>
                  <a:lnTo>
                    <a:pt x="85662" y="6365"/>
                  </a:lnTo>
                  <a:lnTo>
                    <a:pt x="85280" y="6634"/>
                  </a:lnTo>
                  <a:lnTo>
                    <a:pt x="84876" y="6904"/>
                  </a:lnTo>
                  <a:lnTo>
                    <a:pt x="84493" y="7197"/>
                  </a:lnTo>
                  <a:lnTo>
                    <a:pt x="84088" y="7467"/>
                  </a:lnTo>
                  <a:lnTo>
                    <a:pt x="83706" y="7736"/>
                  </a:lnTo>
                  <a:lnTo>
                    <a:pt x="83301" y="8029"/>
                  </a:lnTo>
                  <a:lnTo>
                    <a:pt x="82919" y="8299"/>
                  </a:lnTo>
                  <a:lnTo>
                    <a:pt x="82514" y="8591"/>
                  </a:lnTo>
                  <a:lnTo>
                    <a:pt x="82109" y="8861"/>
                  </a:lnTo>
                  <a:lnTo>
                    <a:pt x="81727" y="9153"/>
                  </a:lnTo>
                  <a:lnTo>
                    <a:pt x="81322" y="9446"/>
                  </a:lnTo>
                  <a:lnTo>
                    <a:pt x="80940" y="9738"/>
                  </a:lnTo>
                  <a:lnTo>
                    <a:pt x="80535" y="10030"/>
                  </a:lnTo>
                  <a:lnTo>
                    <a:pt x="80153" y="10323"/>
                  </a:lnTo>
                  <a:lnTo>
                    <a:pt x="79748" y="10615"/>
                  </a:lnTo>
                  <a:lnTo>
                    <a:pt x="79343" y="10907"/>
                  </a:lnTo>
                  <a:lnTo>
                    <a:pt x="78961" y="11200"/>
                  </a:lnTo>
                  <a:lnTo>
                    <a:pt x="78556" y="11492"/>
                  </a:lnTo>
                  <a:lnTo>
                    <a:pt x="78173" y="11785"/>
                  </a:lnTo>
                  <a:lnTo>
                    <a:pt x="77769" y="12077"/>
                  </a:lnTo>
                  <a:lnTo>
                    <a:pt x="77386" y="12369"/>
                  </a:lnTo>
                  <a:lnTo>
                    <a:pt x="76982" y="12684"/>
                  </a:lnTo>
                  <a:lnTo>
                    <a:pt x="76599" y="12976"/>
                  </a:lnTo>
                  <a:lnTo>
                    <a:pt x="76194" y="13269"/>
                  </a:lnTo>
                  <a:lnTo>
                    <a:pt x="75790" y="13584"/>
                  </a:lnTo>
                  <a:lnTo>
                    <a:pt x="75407" y="13876"/>
                  </a:lnTo>
                  <a:lnTo>
                    <a:pt x="75002" y="14191"/>
                  </a:lnTo>
                  <a:lnTo>
                    <a:pt x="74620" y="14483"/>
                  </a:lnTo>
                  <a:lnTo>
                    <a:pt x="74216" y="14776"/>
                  </a:lnTo>
                  <a:lnTo>
                    <a:pt x="73833" y="15091"/>
                  </a:lnTo>
                  <a:lnTo>
                    <a:pt x="73428" y="15383"/>
                  </a:lnTo>
                  <a:lnTo>
                    <a:pt x="73046" y="15698"/>
                  </a:lnTo>
                  <a:lnTo>
                    <a:pt x="72641" y="15990"/>
                  </a:lnTo>
                  <a:lnTo>
                    <a:pt x="72236" y="16282"/>
                  </a:lnTo>
                  <a:lnTo>
                    <a:pt x="71854" y="16597"/>
                  </a:lnTo>
                  <a:lnTo>
                    <a:pt x="71449" y="16890"/>
                  </a:lnTo>
                  <a:lnTo>
                    <a:pt x="71067" y="17182"/>
                  </a:lnTo>
                  <a:lnTo>
                    <a:pt x="70662" y="17497"/>
                  </a:lnTo>
                  <a:lnTo>
                    <a:pt x="70280" y="17789"/>
                  </a:lnTo>
                  <a:lnTo>
                    <a:pt x="69875" y="18082"/>
                  </a:lnTo>
                  <a:lnTo>
                    <a:pt x="69493" y="18374"/>
                  </a:lnTo>
                  <a:lnTo>
                    <a:pt x="69088" y="18689"/>
                  </a:lnTo>
                  <a:lnTo>
                    <a:pt x="68683" y="18981"/>
                  </a:lnTo>
                  <a:lnTo>
                    <a:pt x="68301" y="19274"/>
                  </a:lnTo>
                  <a:lnTo>
                    <a:pt x="67896" y="19566"/>
                  </a:lnTo>
                  <a:lnTo>
                    <a:pt x="67513" y="19858"/>
                  </a:lnTo>
                  <a:lnTo>
                    <a:pt x="67109" y="20173"/>
                  </a:lnTo>
                  <a:lnTo>
                    <a:pt x="66726" y="20466"/>
                  </a:lnTo>
                  <a:lnTo>
                    <a:pt x="66322" y="20758"/>
                  </a:lnTo>
                  <a:lnTo>
                    <a:pt x="65939" y="21073"/>
                  </a:lnTo>
                  <a:lnTo>
                    <a:pt x="65534" y="21365"/>
                  </a:lnTo>
                  <a:lnTo>
                    <a:pt x="65130" y="21657"/>
                  </a:lnTo>
                  <a:lnTo>
                    <a:pt x="64747" y="21950"/>
                  </a:lnTo>
                  <a:lnTo>
                    <a:pt x="64342" y="22265"/>
                  </a:lnTo>
                  <a:lnTo>
                    <a:pt x="63960" y="22557"/>
                  </a:lnTo>
                  <a:lnTo>
                    <a:pt x="63555" y="22872"/>
                  </a:lnTo>
                  <a:lnTo>
                    <a:pt x="63173" y="23164"/>
                  </a:lnTo>
                  <a:lnTo>
                    <a:pt x="62768" y="23479"/>
                  </a:lnTo>
                  <a:lnTo>
                    <a:pt x="62364" y="23772"/>
                  </a:lnTo>
                  <a:lnTo>
                    <a:pt x="61981" y="24086"/>
                  </a:lnTo>
                  <a:lnTo>
                    <a:pt x="61576" y="24379"/>
                  </a:lnTo>
                  <a:lnTo>
                    <a:pt x="61194" y="24694"/>
                  </a:lnTo>
                  <a:lnTo>
                    <a:pt x="60789" y="24986"/>
                  </a:lnTo>
                  <a:lnTo>
                    <a:pt x="60407" y="25301"/>
                  </a:lnTo>
                  <a:lnTo>
                    <a:pt x="60002" y="25593"/>
                  </a:lnTo>
                  <a:lnTo>
                    <a:pt x="59619" y="25886"/>
                  </a:lnTo>
                  <a:lnTo>
                    <a:pt x="59215" y="26200"/>
                  </a:lnTo>
                  <a:lnTo>
                    <a:pt x="58810" y="26493"/>
                  </a:lnTo>
                  <a:lnTo>
                    <a:pt x="58428" y="26785"/>
                  </a:lnTo>
                  <a:lnTo>
                    <a:pt x="58023" y="27077"/>
                  </a:lnTo>
                  <a:lnTo>
                    <a:pt x="57641" y="27370"/>
                  </a:lnTo>
                  <a:lnTo>
                    <a:pt x="57236" y="27662"/>
                  </a:lnTo>
                  <a:lnTo>
                    <a:pt x="56853" y="27955"/>
                  </a:lnTo>
                  <a:lnTo>
                    <a:pt x="56449" y="28247"/>
                  </a:lnTo>
                  <a:lnTo>
                    <a:pt x="56066" y="28539"/>
                  </a:lnTo>
                  <a:lnTo>
                    <a:pt x="55662" y="28832"/>
                  </a:lnTo>
                  <a:lnTo>
                    <a:pt x="55257" y="29124"/>
                  </a:lnTo>
                  <a:lnTo>
                    <a:pt x="54874" y="29416"/>
                  </a:lnTo>
                  <a:lnTo>
                    <a:pt x="54470" y="29709"/>
                  </a:lnTo>
                  <a:lnTo>
                    <a:pt x="54087" y="30001"/>
                  </a:lnTo>
                  <a:lnTo>
                    <a:pt x="53682" y="30293"/>
                  </a:lnTo>
                  <a:lnTo>
                    <a:pt x="53300" y="30563"/>
                  </a:lnTo>
                  <a:lnTo>
                    <a:pt x="52895" y="30856"/>
                  </a:lnTo>
                  <a:lnTo>
                    <a:pt x="52513" y="31148"/>
                  </a:lnTo>
                  <a:lnTo>
                    <a:pt x="52108" y="31418"/>
                  </a:lnTo>
                  <a:lnTo>
                    <a:pt x="51704" y="31710"/>
                  </a:lnTo>
                  <a:lnTo>
                    <a:pt x="51321" y="31980"/>
                  </a:lnTo>
                  <a:lnTo>
                    <a:pt x="50916" y="32273"/>
                  </a:lnTo>
                  <a:lnTo>
                    <a:pt x="50534" y="32542"/>
                  </a:lnTo>
                  <a:lnTo>
                    <a:pt x="50129" y="32812"/>
                  </a:lnTo>
                  <a:lnTo>
                    <a:pt x="49747" y="33105"/>
                  </a:lnTo>
                  <a:lnTo>
                    <a:pt x="49342" y="33375"/>
                  </a:lnTo>
                  <a:lnTo>
                    <a:pt x="48959" y="33644"/>
                  </a:lnTo>
                  <a:lnTo>
                    <a:pt x="48555" y="33914"/>
                  </a:lnTo>
                  <a:lnTo>
                    <a:pt x="48150" y="34184"/>
                  </a:lnTo>
                  <a:lnTo>
                    <a:pt x="47768" y="34454"/>
                  </a:lnTo>
                  <a:lnTo>
                    <a:pt x="47363" y="34724"/>
                  </a:lnTo>
                  <a:lnTo>
                    <a:pt x="46980" y="34971"/>
                  </a:lnTo>
                  <a:lnTo>
                    <a:pt x="46576" y="35241"/>
                  </a:lnTo>
                  <a:lnTo>
                    <a:pt x="46193" y="35489"/>
                  </a:lnTo>
                  <a:lnTo>
                    <a:pt x="45811" y="35758"/>
                  </a:lnTo>
                  <a:lnTo>
                    <a:pt x="45384" y="36006"/>
                  </a:lnTo>
                  <a:lnTo>
                    <a:pt x="45024" y="36253"/>
                  </a:lnTo>
                  <a:lnTo>
                    <a:pt x="44619" y="36523"/>
                  </a:lnTo>
                  <a:lnTo>
                    <a:pt x="44214" y="36770"/>
                  </a:lnTo>
                  <a:lnTo>
                    <a:pt x="43832" y="37018"/>
                  </a:lnTo>
                  <a:lnTo>
                    <a:pt x="43449" y="37265"/>
                  </a:lnTo>
                  <a:lnTo>
                    <a:pt x="43045" y="37513"/>
                  </a:lnTo>
                  <a:lnTo>
                    <a:pt x="42663" y="37760"/>
                  </a:lnTo>
                  <a:lnTo>
                    <a:pt x="42257" y="38007"/>
                  </a:lnTo>
                  <a:lnTo>
                    <a:pt x="41853" y="38255"/>
                  </a:lnTo>
                  <a:lnTo>
                    <a:pt x="41471" y="38502"/>
                  </a:lnTo>
                  <a:lnTo>
                    <a:pt x="41065" y="38727"/>
                  </a:lnTo>
                  <a:lnTo>
                    <a:pt x="40683" y="38952"/>
                  </a:lnTo>
                  <a:lnTo>
                    <a:pt x="40279" y="39177"/>
                  </a:lnTo>
                  <a:lnTo>
                    <a:pt x="39897" y="39402"/>
                  </a:lnTo>
                  <a:lnTo>
                    <a:pt x="39491" y="39627"/>
                  </a:lnTo>
                  <a:lnTo>
                    <a:pt x="39109" y="39852"/>
                  </a:lnTo>
                  <a:lnTo>
                    <a:pt x="38704" y="40076"/>
                  </a:lnTo>
                  <a:lnTo>
                    <a:pt x="38299" y="40301"/>
                  </a:lnTo>
                  <a:lnTo>
                    <a:pt x="37917" y="40526"/>
                  </a:lnTo>
                  <a:lnTo>
                    <a:pt x="37512" y="40751"/>
                  </a:lnTo>
                  <a:lnTo>
                    <a:pt x="37130" y="40954"/>
                  </a:lnTo>
                  <a:lnTo>
                    <a:pt x="36725" y="41178"/>
                  </a:lnTo>
                  <a:lnTo>
                    <a:pt x="36343" y="41403"/>
                  </a:lnTo>
                  <a:lnTo>
                    <a:pt x="35938" y="41628"/>
                  </a:lnTo>
                  <a:lnTo>
                    <a:pt x="35556" y="41831"/>
                  </a:lnTo>
                  <a:lnTo>
                    <a:pt x="35151" y="42056"/>
                  </a:lnTo>
                  <a:lnTo>
                    <a:pt x="34746" y="42280"/>
                  </a:lnTo>
                  <a:lnTo>
                    <a:pt x="34364" y="42505"/>
                  </a:lnTo>
                  <a:lnTo>
                    <a:pt x="33959" y="42708"/>
                  </a:lnTo>
                  <a:lnTo>
                    <a:pt x="33577" y="42933"/>
                  </a:lnTo>
                  <a:lnTo>
                    <a:pt x="33172" y="43158"/>
                  </a:lnTo>
                  <a:lnTo>
                    <a:pt x="32789" y="43382"/>
                  </a:lnTo>
                  <a:lnTo>
                    <a:pt x="32385" y="43607"/>
                  </a:lnTo>
                  <a:lnTo>
                    <a:pt x="31980" y="43855"/>
                  </a:lnTo>
                  <a:lnTo>
                    <a:pt x="31597" y="44080"/>
                  </a:lnTo>
                  <a:lnTo>
                    <a:pt x="31193" y="44327"/>
                  </a:lnTo>
                  <a:lnTo>
                    <a:pt x="30811" y="44574"/>
                  </a:lnTo>
                  <a:lnTo>
                    <a:pt x="30405" y="44822"/>
                  </a:lnTo>
                  <a:lnTo>
                    <a:pt x="30023" y="45069"/>
                  </a:lnTo>
                  <a:lnTo>
                    <a:pt x="29619" y="45339"/>
                  </a:lnTo>
                  <a:lnTo>
                    <a:pt x="29236" y="45609"/>
                  </a:lnTo>
                  <a:lnTo>
                    <a:pt x="28831" y="45901"/>
                  </a:lnTo>
                  <a:lnTo>
                    <a:pt x="28427" y="46194"/>
                  </a:lnTo>
                  <a:lnTo>
                    <a:pt x="28044" y="46486"/>
                  </a:lnTo>
                  <a:lnTo>
                    <a:pt x="27639" y="46801"/>
                  </a:lnTo>
                  <a:lnTo>
                    <a:pt x="27257" y="47116"/>
                  </a:lnTo>
                  <a:lnTo>
                    <a:pt x="26852" y="47431"/>
                  </a:lnTo>
                  <a:lnTo>
                    <a:pt x="26470" y="47768"/>
                  </a:lnTo>
                  <a:lnTo>
                    <a:pt x="26065" y="48105"/>
                  </a:lnTo>
                  <a:lnTo>
                    <a:pt x="25683" y="48465"/>
                  </a:lnTo>
                  <a:lnTo>
                    <a:pt x="25278" y="48825"/>
                  </a:lnTo>
                  <a:lnTo>
                    <a:pt x="24873" y="49185"/>
                  </a:lnTo>
                  <a:lnTo>
                    <a:pt x="24491" y="49567"/>
                  </a:lnTo>
                  <a:lnTo>
                    <a:pt x="24086" y="49949"/>
                  </a:lnTo>
                  <a:lnTo>
                    <a:pt x="23704" y="50332"/>
                  </a:lnTo>
                  <a:lnTo>
                    <a:pt x="23299" y="50737"/>
                  </a:lnTo>
                  <a:lnTo>
                    <a:pt x="22917" y="51141"/>
                  </a:lnTo>
                  <a:lnTo>
                    <a:pt x="22512" y="51546"/>
                  </a:lnTo>
                  <a:lnTo>
                    <a:pt x="22129" y="51973"/>
                  </a:lnTo>
                  <a:lnTo>
                    <a:pt x="21725" y="52401"/>
                  </a:lnTo>
                  <a:lnTo>
                    <a:pt x="21320" y="52828"/>
                  </a:lnTo>
                  <a:lnTo>
                    <a:pt x="20937" y="53278"/>
                  </a:lnTo>
                  <a:lnTo>
                    <a:pt x="20533" y="53728"/>
                  </a:lnTo>
                  <a:lnTo>
                    <a:pt x="20151" y="54177"/>
                  </a:lnTo>
                  <a:lnTo>
                    <a:pt x="19745" y="54627"/>
                  </a:lnTo>
                  <a:lnTo>
                    <a:pt x="19363" y="55099"/>
                  </a:lnTo>
                  <a:lnTo>
                    <a:pt x="18959" y="55572"/>
                  </a:lnTo>
                  <a:lnTo>
                    <a:pt x="18576" y="56044"/>
                  </a:lnTo>
                  <a:lnTo>
                    <a:pt x="18171" y="56516"/>
                  </a:lnTo>
                  <a:lnTo>
                    <a:pt x="17767" y="57011"/>
                  </a:lnTo>
                  <a:lnTo>
                    <a:pt x="17384" y="57506"/>
                  </a:lnTo>
                  <a:lnTo>
                    <a:pt x="16979" y="57978"/>
                  </a:lnTo>
                  <a:lnTo>
                    <a:pt x="16597" y="58495"/>
                  </a:lnTo>
                  <a:lnTo>
                    <a:pt x="16192" y="58990"/>
                  </a:lnTo>
                  <a:lnTo>
                    <a:pt x="15810" y="59485"/>
                  </a:lnTo>
                  <a:lnTo>
                    <a:pt x="15405" y="60002"/>
                  </a:lnTo>
                  <a:lnTo>
                    <a:pt x="15000" y="60497"/>
                  </a:lnTo>
                  <a:lnTo>
                    <a:pt x="14618" y="61014"/>
                  </a:lnTo>
                  <a:lnTo>
                    <a:pt x="14213" y="61531"/>
                  </a:lnTo>
                  <a:lnTo>
                    <a:pt x="13831" y="62049"/>
                  </a:lnTo>
                  <a:lnTo>
                    <a:pt x="13426" y="62566"/>
                  </a:lnTo>
                  <a:lnTo>
                    <a:pt x="13044" y="63083"/>
                  </a:lnTo>
                  <a:lnTo>
                    <a:pt x="12639" y="63601"/>
                  </a:lnTo>
                  <a:lnTo>
                    <a:pt x="12257" y="64140"/>
                  </a:lnTo>
                  <a:lnTo>
                    <a:pt x="11852" y="64658"/>
                  </a:lnTo>
                  <a:lnTo>
                    <a:pt x="11447" y="65197"/>
                  </a:lnTo>
                  <a:lnTo>
                    <a:pt x="11065" y="65715"/>
                  </a:lnTo>
                  <a:lnTo>
                    <a:pt x="10660" y="66254"/>
                  </a:lnTo>
                  <a:lnTo>
                    <a:pt x="10277" y="66772"/>
                  </a:lnTo>
                  <a:lnTo>
                    <a:pt x="9873" y="67311"/>
                  </a:lnTo>
                  <a:lnTo>
                    <a:pt x="9491" y="67851"/>
                  </a:lnTo>
                  <a:lnTo>
                    <a:pt x="9085" y="68391"/>
                  </a:lnTo>
                  <a:lnTo>
                    <a:pt x="8703" y="68931"/>
                  </a:lnTo>
                  <a:lnTo>
                    <a:pt x="8299" y="69448"/>
                  </a:lnTo>
                  <a:lnTo>
                    <a:pt x="7893" y="69988"/>
                  </a:lnTo>
                  <a:lnTo>
                    <a:pt x="7511" y="70527"/>
                  </a:lnTo>
                  <a:lnTo>
                    <a:pt x="7107" y="71067"/>
                  </a:lnTo>
                  <a:lnTo>
                    <a:pt x="6724" y="71607"/>
                  </a:lnTo>
                  <a:lnTo>
                    <a:pt x="6319" y="72147"/>
                  </a:lnTo>
                  <a:lnTo>
                    <a:pt x="5937" y="72686"/>
                  </a:lnTo>
                  <a:lnTo>
                    <a:pt x="5532" y="73249"/>
                  </a:lnTo>
                  <a:lnTo>
                    <a:pt x="5150" y="73788"/>
                  </a:lnTo>
                  <a:lnTo>
                    <a:pt x="4745" y="74328"/>
                  </a:lnTo>
                  <a:lnTo>
                    <a:pt x="4340" y="74868"/>
                  </a:lnTo>
                  <a:lnTo>
                    <a:pt x="3958" y="75408"/>
                  </a:lnTo>
                  <a:lnTo>
                    <a:pt x="3553" y="75970"/>
                  </a:lnTo>
                  <a:lnTo>
                    <a:pt x="3171" y="76510"/>
                  </a:lnTo>
                  <a:lnTo>
                    <a:pt x="2766" y="77072"/>
                  </a:lnTo>
                  <a:lnTo>
                    <a:pt x="2383" y="77612"/>
                  </a:lnTo>
                  <a:lnTo>
                    <a:pt x="1979" y="78174"/>
                  </a:lnTo>
                  <a:lnTo>
                    <a:pt x="1574" y="78714"/>
                  </a:lnTo>
                  <a:lnTo>
                    <a:pt x="1191" y="79276"/>
                  </a:lnTo>
                  <a:lnTo>
                    <a:pt x="787" y="79838"/>
                  </a:lnTo>
                  <a:lnTo>
                    <a:pt x="405" y="80378"/>
                  </a:lnTo>
                  <a:lnTo>
                    <a:pt x="0" y="80940"/>
                  </a:lnTo>
                  <a:lnTo>
                    <a:pt x="0" y="90318"/>
                  </a:lnTo>
                  <a:lnTo>
                    <a:pt x="405" y="89846"/>
                  </a:lnTo>
                  <a:lnTo>
                    <a:pt x="787" y="89374"/>
                  </a:lnTo>
                  <a:lnTo>
                    <a:pt x="1191" y="88879"/>
                  </a:lnTo>
                  <a:lnTo>
                    <a:pt x="1574" y="88407"/>
                  </a:lnTo>
                  <a:lnTo>
                    <a:pt x="1979" y="87934"/>
                  </a:lnTo>
                  <a:lnTo>
                    <a:pt x="2383" y="87462"/>
                  </a:lnTo>
                  <a:lnTo>
                    <a:pt x="2766" y="86990"/>
                  </a:lnTo>
                  <a:lnTo>
                    <a:pt x="3171" y="86517"/>
                  </a:lnTo>
                  <a:lnTo>
                    <a:pt x="3553" y="86045"/>
                  </a:lnTo>
                  <a:lnTo>
                    <a:pt x="3958" y="85573"/>
                  </a:lnTo>
                  <a:lnTo>
                    <a:pt x="4340" y="85101"/>
                  </a:lnTo>
                  <a:lnTo>
                    <a:pt x="4745" y="84628"/>
                  </a:lnTo>
                  <a:lnTo>
                    <a:pt x="5150" y="84156"/>
                  </a:lnTo>
                  <a:lnTo>
                    <a:pt x="5532" y="83706"/>
                  </a:lnTo>
                  <a:lnTo>
                    <a:pt x="5937" y="83234"/>
                  </a:lnTo>
                  <a:lnTo>
                    <a:pt x="6319" y="82762"/>
                  </a:lnTo>
                  <a:lnTo>
                    <a:pt x="6724" y="82289"/>
                  </a:lnTo>
                  <a:lnTo>
                    <a:pt x="7107" y="81840"/>
                  </a:lnTo>
                  <a:lnTo>
                    <a:pt x="7511" y="81367"/>
                  </a:lnTo>
                  <a:lnTo>
                    <a:pt x="7893" y="80918"/>
                  </a:lnTo>
                  <a:lnTo>
                    <a:pt x="8299" y="80445"/>
                  </a:lnTo>
                  <a:lnTo>
                    <a:pt x="8703" y="79995"/>
                  </a:lnTo>
                  <a:lnTo>
                    <a:pt x="9085" y="79523"/>
                  </a:lnTo>
                  <a:lnTo>
                    <a:pt x="9491" y="79073"/>
                  </a:lnTo>
                  <a:lnTo>
                    <a:pt x="9873" y="78624"/>
                  </a:lnTo>
                  <a:lnTo>
                    <a:pt x="10277" y="78151"/>
                  </a:lnTo>
                  <a:lnTo>
                    <a:pt x="10660" y="77702"/>
                  </a:lnTo>
                  <a:lnTo>
                    <a:pt x="11065" y="77252"/>
                  </a:lnTo>
                  <a:lnTo>
                    <a:pt x="11447" y="76802"/>
                  </a:lnTo>
                  <a:lnTo>
                    <a:pt x="11852" y="76352"/>
                  </a:lnTo>
                  <a:lnTo>
                    <a:pt x="12257" y="75902"/>
                  </a:lnTo>
                  <a:lnTo>
                    <a:pt x="12639" y="75453"/>
                  </a:lnTo>
                  <a:lnTo>
                    <a:pt x="13044" y="75003"/>
                  </a:lnTo>
                  <a:lnTo>
                    <a:pt x="13426" y="74553"/>
                  </a:lnTo>
                  <a:lnTo>
                    <a:pt x="13831" y="74126"/>
                  </a:lnTo>
                  <a:lnTo>
                    <a:pt x="14213" y="73676"/>
                  </a:lnTo>
                  <a:lnTo>
                    <a:pt x="14618" y="73249"/>
                  </a:lnTo>
                  <a:lnTo>
                    <a:pt x="15000" y="72799"/>
                  </a:lnTo>
                  <a:lnTo>
                    <a:pt x="15405" y="72371"/>
                  </a:lnTo>
                  <a:lnTo>
                    <a:pt x="15810" y="71944"/>
                  </a:lnTo>
                  <a:lnTo>
                    <a:pt x="16192" y="71517"/>
                  </a:lnTo>
                  <a:lnTo>
                    <a:pt x="16597" y="71112"/>
                  </a:lnTo>
                  <a:lnTo>
                    <a:pt x="16979" y="70685"/>
                  </a:lnTo>
                  <a:lnTo>
                    <a:pt x="17384" y="70280"/>
                  </a:lnTo>
                  <a:lnTo>
                    <a:pt x="17767" y="69853"/>
                  </a:lnTo>
                  <a:lnTo>
                    <a:pt x="18171" y="69448"/>
                  </a:lnTo>
                  <a:lnTo>
                    <a:pt x="18576" y="69043"/>
                  </a:lnTo>
                  <a:lnTo>
                    <a:pt x="18959" y="68638"/>
                  </a:lnTo>
                  <a:lnTo>
                    <a:pt x="19363" y="68256"/>
                  </a:lnTo>
                  <a:lnTo>
                    <a:pt x="19745" y="67851"/>
                  </a:lnTo>
                  <a:lnTo>
                    <a:pt x="20151" y="67469"/>
                  </a:lnTo>
                  <a:lnTo>
                    <a:pt x="20533" y="67086"/>
                  </a:lnTo>
                  <a:lnTo>
                    <a:pt x="20937" y="66727"/>
                  </a:lnTo>
                  <a:lnTo>
                    <a:pt x="21320" y="66344"/>
                  </a:lnTo>
                  <a:lnTo>
                    <a:pt x="21725" y="65984"/>
                  </a:lnTo>
                  <a:lnTo>
                    <a:pt x="22129" y="65625"/>
                  </a:lnTo>
                  <a:lnTo>
                    <a:pt x="22512" y="65287"/>
                  </a:lnTo>
                  <a:lnTo>
                    <a:pt x="22917" y="64927"/>
                  </a:lnTo>
                  <a:lnTo>
                    <a:pt x="23299" y="64590"/>
                  </a:lnTo>
                  <a:lnTo>
                    <a:pt x="23704" y="64275"/>
                  </a:lnTo>
                  <a:lnTo>
                    <a:pt x="24086" y="63960"/>
                  </a:lnTo>
                  <a:lnTo>
                    <a:pt x="24491" y="63646"/>
                  </a:lnTo>
                  <a:lnTo>
                    <a:pt x="24873" y="63331"/>
                  </a:lnTo>
                  <a:lnTo>
                    <a:pt x="25278" y="63038"/>
                  </a:lnTo>
                  <a:lnTo>
                    <a:pt x="25683" y="62746"/>
                  </a:lnTo>
                  <a:lnTo>
                    <a:pt x="26065" y="62454"/>
                  </a:lnTo>
                  <a:lnTo>
                    <a:pt x="26470" y="62184"/>
                  </a:lnTo>
                  <a:lnTo>
                    <a:pt x="26852" y="61936"/>
                  </a:lnTo>
                  <a:lnTo>
                    <a:pt x="27257" y="61666"/>
                  </a:lnTo>
                  <a:lnTo>
                    <a:pt x="27639" y="61442"/>
                  </a:lnTo>
                  <a:lnTo>
                    <a:pt x="28044" y="61194"/>
                  </a:lnTo>
                  <a:lnTo>
                    <a:pt x="28427" y="60969"/>
                  </a:lnTo>
                  <a:lnTo>
                    <a:pt x="28831" y="60767"/>
                  </a:lnTo>
                  <a:lnTo>
                    <a:pt x="29236" y="60564"/>
                  </a:lnTo>
                  <a:lnTo>
                    <a:pt x="29619" y="60385"/>
                  </a:lnTo>
                  <a:lnTo>
                    <a:pt x="30023" y="60205"/>
                  </a:lnTo>
                  <a:lnTo>
                    <a:pt x="30405" y="60047"/>
                  </a:lnTo>
                  <a:lnTo>
                    <a:pt x="30811" y="59890"/>
                  </a:lnTo>
                  <a:lnTo>
                    <a:pt x="31193" y="59755"/>
                  </a:lnTo>
                  <a:lnTo>
                    <a:pt x="31597" y="59620"/>
                  </a:lnTo>
                  <a:lnTo>
                    <a:pt x="31980" y="59485"/>
                  </a:lnTo>
                  <a:lnTo>
                    <a:pt x="32385" y="59372"/>
                  </a:lnTo>
                  <a:lnTo>
                    <a:pt x="32789" y="59260"/>
                  </a:lnTo>
                  <a:lnTo>
                    <a:pt x="33172" y="59148"/>
                  </a:lnTo>
                  <a:lnTo>
                    <a:pt x="33577" y="59058"/>
                  </a:lnTo>
                  <a:lnTo>
                    <a:pt x="33959" y="58968"/>
                  </a:lnTo>
                  <a:lnTo>
                    <a:pt x="34364" y="58878"/>
                  </a:lnTo>
                  <a:lnTo>
                    <a:pt x="34746" y="58810"/>
                  </a:lnTo>
                  <a:lnTo>
                    <a:pt x="35151" y="58720"/>
                  </a:lnTo>
                  <a:lnTo>
                    <a:pt x="35556" y="58653"/>
                  </a:lnTo>
                  <a:lnTo>
                    <a:pt x="35938" y="58585"/>
                  </a:lnTo>
                  <a:lnTo>
                    <a:pt x="36343" y="58540"/>
                  </a:lnTo>
                  <a:lnTo>
                    <a:pt x="36725" y="58473"/>
                  </a:lnTo>
                  <a:lnTo>
                    <a:pt x="37130" y="58428"/>
                  </a:lnTo>
                  <a:lnTo>
                    <a:pt x="37512" y="58360"/>
                  </a:lnTo>
                  <a:lnTo>
                    <a:pt x="37917" y="58315"/>
                  </a:lnTo>
                  <a:lnTo>
                    <a:pt x="38299" y="58271"/>
                  </a:lnTo>
                  <a:lnTo>
                    <a:pt x="38704" y="58226"/>
                  </a:lnTo>
                  <a:lnTo>
                    <a:pt x="39109" y="58181"/>
                  </a:lnTo>
                  <a:lnTo>
                    <a:pt x="39491" y="58136"/>
                  </a:lnTo>
                  <a:lnTo>
                    <a:pt x="39897" y="58091"/>
                  </a:lnTo>
                  <a:lnTo>
                    <a:pt x="40279" y="58046"/>
                  </a:lnTo>
                  <a:lnTo>
                    <a:pt x="40683" y="58001"/>
                  </a:lnTo>
                  <a:lnTo>
                    <a:pt x="41065" y="57956"/>
                  </a:lnTo>
                  <a:lnTo>
                    <a:pt x="41471" y="57911"/>
                  </a:lnTo>
                  <a:lnTo>
                    <a:pt x="41853" y="57843"/>
                  </a:lnTo>
                  <a:lnTo>
                    <a:pt x="42257" y="57798"/>
                  </a:lnTo>
                  <a:lnTo>
                    <a:pt x="42663" y="57731"/>
                  </a:lnTo>
                  <a:lnTo>
                    <a:pt x="43045" y="57686"/>
                  </a:lnTo>
                  <a:lnTo>
                    <a:pt x="43449" y="57618"/>
                  </a:lnTo>
                  <a:lnTo>
                    <a:pt x="43832" y="57551"/>
                  </a:lnTo>
                  <a:lnTo>
                    <a:pt x="44214" y="57483"/>
                  </a:lnTo>
                  <a:lnTo>
                    <a:pt x="44619" y="57416"/>
                  </a:lnTo>
                  <a:lnTo>
                    <a:pt x="45024" y="57326"/>
                  </a:lnTo>
                  <a:lnTo>
                    <a:pt x="45384" y="57258"/>
                  </a:lnTo>
                  <a:lnTo>
                    <a:pt x="45811" y="57191"/>
                  </a:lnTo>
                  <a:lnTo>
                    <a:pt x="46193" y="57101"/>
                  </a:lnTo>
                  <a:lnTo>
                    <a:pt x="46576" y="57011"/>
                  </a:lnTo>
                  <a:lnTo>
                    <a:pt x="46980" y="56921"/>
                  </a:lnTo>
                  <a:lnTo>
                    <a:pt x="47363" y="56831"/>
                  </a:lnTo>
                  <a:lnTo>
                    <a:pt x="47768" y="56719"/>
                  </a:lnTo>
                  <a:lnTo>
                    <a:pt x="48150" y="56606"/>
                  </a:lnTo>
                  <a:lnTo>
                    <a:pt x="48555" y="56494"/>
                  </a:lnTo>
                  <a:lnTo>
                    <a:pt x="48959" y="56381"/>
                  </a:lnTo>
                  <a:lnTo>
                    <a:pt x="49342" y="56269"/>
                  </a:lnTo>
                  <a:lnTo>
                    <a:pt x="49747" y="56134"/>
                  </a:lnTo>
                  <a:lnTo>
                    <a:pt x="50129" y="56022"/>
                  </a:lnTo>
                  <a:lnTo>
                    <a:pt x="50534" y="55887"/>
                  </a:lnTo>
                  <a:lnTo>
                    <a:pt x="50916" y="55752"/>
                  </a:lnTo>
                  <a:lnTo>
                    <a:pt x="51321" y="55617"/>
                  </a:lnTo>
                  <a:lnTo>
                    <a:pt x="51704" y="55459"/>
                  </a:lnTo>
                  <a:lnTo>
                    <a:pt x="52108" y="55324"/>
                  </a:lnTo>
                  <a:lnTo>
                    <a:pt x="52513" y="55167"/>
                  </a:lnTo>
                  <a:lnTo>
                    <a:pt x="52895" y="55010"/>
                  </a:lnTo>
                  <a:lnTo>
                    <a:pt x="53300" y="54852"/>
                  </a:lnTo>
                  <a:lnTo>
                    <a:pt x="53682" y="54672"/>
                  </a:lnTo>
                  <a:lnTo>
                    <a:pt x="54087" y="54515"/>
                  </a:lnTo>
                  <a:lnTo>
                    <a:pt x="54470" y="54335"/>
                  </a:lnTo>
                  <a:lnTo>
                    <a:pt x="54874" y="54155"/>
                  </a:lnTo>
                  <a:lnTo>
                    <a:pt x="55257" y="53975"/>
                  </a:lnTo>
                  <a:lnTo>
                    <a:pt x="55662" y="53795"/>
                  </a:lnTo>
                  <a:lnTo>
                    <a:pt x="56066" y="53615"/>
                  </a:lnTo>
                  <a:lnTo>
                    <a:pt x="56449" y="53413"/>
                  </a:lnTo>
                  <a:lnTo>
                    <a:pt x="56853" y="53233"/>
                  </a:lnTo>
                  <a:lnTo>
                    <a:pt x="57236" y="53030"/>
                  </a:lnTo>
                  <a:lnTo>
                    <a:pt x="57641" y="52828"/>
                  </a:lnTo>
                  <a:lnTo>
                    <a:pt x="58023" y="52626"/>
                  </a:lnTo>
                  <a:lnTo>
                    <a:pt x="58428" y="52401"/>
                  </a:lnTo>
                  <a:lnTo>
                    <a:pt x="58810" y="52198"/>
                  </a:lnTo>
                  <a:lnTo>
                    <a:pt x="59215" y="51973"/>
                  </a:lnTo>
                  <a:lnTo>
                    <a:pt x="59619" y="51749"/>
                  </a:lnTo>
                  <a:lnTo>
                    <a:pt x="60002" y="51524"/>
                  </a:lnTo>
                  <a:lnTo>
                    <a:pt x="60407" y="51299"/>
                  </a:lnTo>
                  <a:lnTo>
                    <a:pt x="60789" y="51051"/>
                  </a:lnTo>
                  <a:lnTo>
                    <a:pt x="61194" y="50826"/>
                  </a:lnTo>
                  <a:lnTo>
                    <a:pt x="61576" y="50579"/>
                  </a:lnTo>
                  <a:lnTo>
                    <a:pt x="61981" y="50332"/>
                  </a:lnTo>
                  <a:lnTo>
                    <a:pt x="62364" y="50084"/>
                  </a:lnTo>
                  <a:lnTo>
                    <a:pt x="62768" y="49837"/>
                  </a:lnTo>
                  <a:lnTo>
                    <a:pt x="63173" y="49590"/>
                  </a:lnTo>
                  <a:lnTo>
                    <a:pt x="63555" y="49320"/>
                  </a:lnTo>
                  <a:lnTo>
                    <a:pt x="63960" y="49072"/>
                  </a:lnTo>
                  <a:lnTo>
                    <a:pt x="64342" y="48825"/>
                  </a:lnTo>
                  <a:lnTo>
                    <a:pt x="64747" y="48555"/>
                  </a:lnTo>
                  <a:lnTo>
                    <a:pt x="65130" y="48308"/>
                  </a:lnTo>
                  <a:lnTo>
                    <a:pt x="65534" y="48038"/>
                  </a:lnTo>
                  <a:lnTo>
                    <a:pt x="65939" y="47768"/>
                  </a:lnTo>
                  <a:lnTo>
                    <a:pt x="66322" y="47498"/>
                  </a:lnTo>
                  <a:lnTo>
                    <a:pt x="66726" y="47251"/>
                  </a:lnTo>
                  <a:lnTo>
                    <a:pt x="67109" y="46981"/>
                  </a:lnTo>
                  <a:lnTo>
                    <a:pt x="67513" y="46711"/>
                  </a:lnTo>
                  <a:lnTo>
                    <a:pt x="67896" y="46441"/>
                  </a:lnTo>
                  <a:lnTo>
                    <a:pt x="68301" y="46149"/>
                  </a:lnTo>
                  <a:lnTo>
                    <a:pt x="68683" y="45879"/>
                  </a:lnTo>
                  <a:lnTo>
                    <a:pt x="69088" y="45609"/>
                  </a:lnTo>
                  <a:lnTo>
                    <a:pt x="69493" y="45317"/>
                  </a:lnTo>
                  <a:lnTo>
                    <a:pt x="69875" y="45047"/>
                  </a:lnTo>
                  <a:lnTo>
                    <a:pt x="70280" y="44754"/>
                  </a:lnTo>
                  <a:lnTo>
                    <a:pt x="70662" y="44484"/>
                  </a:lnTo>
                  <a:lnTo>
                    <a:pt x="71067" y="44192"/>
                  </a:lnTo>
                  <a:lnTo>
                    <a:pt x="71449" y="43922"/>
                  </a:lnTo>
                  <a:lnTo>
                    <a:pt x="71854" y="43630"/>
                  </a:lnTo>
                  <a:lnTo>
                    <a:pt x="72236" y="43337"/>
                  </a:lnTo>
                  <a:lnTo>
                    <a:pt x="72641" y="43045"/>
                  </a:lnTo>
                  <a:lnTo>
                    <a:pt x="73046" y="42753"/>
                  </a:lnTo>
                  <a:lnTo>
                    <a:pt x="73428" y="42460"/>
                  </a:lnTo>
                  <a:lnTo>
                    <a:pt x="73833" y="42168"/>
                  </a:lnTo>
                  <a:lnTo>
                    <a:pt x="74216" y="41876"/>
                  </a:lnTo>
                  <a:lnTo>
                    <a:pt x="74620" y="41583"/>
                  </a:lnTo>
                  <a:lnTo>
                    <a:pt x="75002" y="41291"/>
                  </a:lnTo>
                  <a:lnTo>
                    <a:pt x="75407" y="40976"/>
                  </a:lnTo>
                  <a:lnTo>
                    <a:pt x="75790" y="40684"/>
                  </a:lnTo>
                  <a:lnTo>
                    <a:pt x="76194" y="40391"/>
                  </a:lnTo>
                  <a:lnTo>
                    <a:pt x="76599" y="40099"/>
                  </a:lnTo>
                  <a:lnTo>
                    <a:pt x="76982" y="39807"/>
                  </a:lnTo>
                  <a:lnTo>
                    <a:pt x="77386" y="39514"/>
                  </a:lnTo>
                  <a:lnTo>
                    <a:pt x="77769" y="39222"/>
                  </a:lnTo>
                  <a:lnTo>
                    <a:pt x="78173" y="38929"/>
                  </a:lnTo>
                  <a:lnTo>
                    <a:pt x="78556" y="38637"/>
                  </a:lnTo>
                  <a:lnTo>
                    <a:pt x="78961" y="38345"/>
                  </a:lnTo>
                  <a:lnTo>
                    <a:pt x="79343" y="38052"/>
                  </a:lnTo>
                  <a:lnTo>
                    <a:pt x="79748" y="37760"/>
                  </a:lnTo>
                  <a:lnTo>
                    <a:pt x="80153" y="37468"/>
                  </a:lnTo>
                  <a:lnTo>
                    <a:pt x="80535" y="37175"/>
                  </a:lnTo>
                  <a:lnTo>
                    <a:pt x="80940" y="36883"/>
                  </a:lnTo>
                  <a:lnTo>
                    <a:pt x="81322" y="36613"/>
                  </a:lnTo>
                  <a:lnTo>
                    <a:pt x="81727" y="36321"/>
                  </a:lnTo>
                  <a:lnTo>
                    <a:pt x="82109" y="36028"/>
                  </a:lnTo>
                  <a:lnTo>
                    <a:pt x="82514" y="35758"/>
                  </a:lnTo>
                  <a:lnTo>
                    <a:pt x="82919" y="35489"/>
                  </a:lnTo>
                  <a:lnTo>
                    <a:pt x="83301" y="35196"/>
                  </a:lnTo>
                  <a:lnTo>
                    <a:pt x="83706" y="34926"/>
                  </a:lnTo>
                  <a:lnTo>
                    <a:pt x="84088" y="34656"/>
                  </a:lnTo>
                  <a:lnTo>
                    <a:pt x="84493" y="34364"/>
                  </a:lnTo>
                  <a:lnTo>
                    <a:pt x="84876" y="34094"/>
                  </a:lnTo>
                  <a:lnTo>
                    <a:pt x="85280" y="33824"/>
                  </a:lnTo>
                  <a:lnTo>
                    <a:pt x="85662" y="33554"/>
                  </a:lnTo>
                  <a:lnTo>
                    <a:pt x="86067" y="33307"/>
                  </a:lnTo>
                  <a:lnTo>
                    <a:pt x="86472" y="33037"/>
                  </a:lnTo>
                  <a:lnTo>
                    <a:pt x="86854" y="32767"/>
                  </a:lnTo>
                  <a:lnTo>
                    <a:pt x="87259" y="32520"/>
                  </a:lnTo>
                  <a:lnTo>
                    <a:pt x="87642" y="32273"/>
                  </a:lnTo>
                  <a:lnTo>
                    <a:pt x="88047" y="32025"/>
                  </a:lnTo>
                  <a:lnTo>
                    <a:pt x="88429" y="31778"/>
                  </a:lnTo>
                  <a:lnTo>
                    <a:pt x="88834" y="31530"/>
                  </a:lnTo>
                  <a:lnTo>
                    <a:pt x="89216" y="31306"/>
                  </a:lnTo>
                  <a:lnTo>
                    <a:pt x="89621" y="31081"/>
                  </a:lnTo>
                  <a:lnTo>
                    <a:pt x="90025" y="30856"/>
                  </a:lnTo>
                  <a:lnTo>
                    <a:pt x="90408" y="30631"/>
                  </a:lnTo>
                  <a:lnTo>
                    <a:pt x="90813" y="30406"/>
                  </a:lnTo>
                  <a:lnTo>
                    <a:pt x="91195" y="30204"/>
                  </a:lnTo>
                  <a:lnTo>
                    <a:pt x="91600" y="29979"/>
                  </a:lnTo>
                  <a:lnTo>
                    <a:pt x="91982" y="29799"/>
                  </a:lnTo>
                  <a:lnTo>
                    <a:pt x="92387" y="29596"/>
                  </a:lnTo>
                  <a:lnTo>
                    <a:pt x="92770" y="29394"/>
                  </a:lnTo>
                  <a:lnTo>
                    <a:pt x="93174" y="29214"/>
                  </a:lnTo>
                  <a:lnTo>
                    <a:pt x="93579" y="29034"/>
                  </a:lnTo>
                  <a:lnTo>
                    <a:pt x="93961" y="28877"/>
                  </a:lnTo>
                  <a:lnTo>
                    <a:pt x="94366" y="28719"/>
                  </a:lnTo>
                  <a:lnTo>
                    <a:pt x="94748" y="28562"/>
                  </a:lnTo>
                  <a:lnTo>
                    <a:pt x="95153" y="28427"/>
                  </a:lnTo>
                  <a:lnTo>
                    <a:pt x="95536" y="28292"/>
                  </a:lnTo>
                  <a:lnTo>
                    <a:pt x="95940" y="28179"/>
                  </a:lnTo>
                  <a:lnTo>
                    <a:pt x="96345" y="28045"/>
                  </a:lnTo>
                  <a:lnTo>
                    <a:pt x="96727" y="27955"/>
                  </a:lnTo>
                  <a:lnTo>
                    <a:pt x="97132" y="27865"/>
                  </a:lnTo>
                  <a:lnTo>
                    <a:pt x="97515" y="27775"/>
                  </a:lnTo>
                  <a:lnTo>
                    <a:pt x="97919" y="27707"/>
                  </a:lnTo>
                  <a:lnTo>
                    <a:pt x="98302" y="27662"/>
                  </a:lnTo>
                  <a:lnTo>
                    <a:pt x="98707" y="27617"/>
                  </a:lnTo>
                  <a:lnTo>
                    <a:pt x="99089" y="27595"/>
                  </a:lnTo>
                  <a:lnTo>
                    <a:pt x="99494" y="27572"/>
                  </a:lnTo>
                  <a:lnTo>
                    <a:pt x="99899" y="27572"/>
                  </a:lnTo>
                  <a:lnTo>
                    <a:pt x="100281" y="27595"/>
                  </a:lnTo>
                  <a:lnTo>
                    <a:pt x="100685" y="27617"/>
                  </a:lnTo>
                  <a:lnTo>
                    <a:pt x="101068" y="27662"/>
                  </a:lnTo>
                  <a:lnTo>
                    <a:pt x="101473" y="27730"/>
                  </a:lnTo>
                  <a:lnTo>
                    <a:pt x="101855" y="27820"/>
                  </a:lnTo>
                  <a:lnTo>
                    <a:pt x="102260" y="27932"/>
                  </a:lnTo>
                  <a:lnTo>
                    <a:pt x="102642" y="28045"/>
                  </a:lnTo>
                  <a:lnTo>
                    <a:pt x="103047" y="28179"/>
                  </a:lnTo>
                  <a:lnTo>
                    <a:pt x="103452" y="28337"/>
                  </a:lnTo>
                  <a:lnTo>
                    <a:pt x="103834" y="28517"/>
                  </a:lnTo>
                  <a:lnTo>
                    <a:pt x="104239" y="28719"/>
                  </a:lnTo>
                  <a:lnTo>
                    <a:pt x="104621" y="28944"/>
                  </a:lnTo>
                  <a:lnTo>
                    <a:pt x="105026" y="29169"/>
                  </a:lnTo>
                  <a:lnTo>
                    <a:pt x="105408" y="29416"/>
                  </a:lnTo>
                  <a:lnTo>
                    <a:pt x="105813" y="29686"/>
                  </a:lnTo>
                  <a:lnTo>
                    <a:pt x="106196" y="29979"/>
                  </a:lnTo>
                  <a:lnTo>
                    <a:pt x="106600" y="30293"/>
                  </a:lnTo>
                  <a:lnTo>
                    <a:pt x="107005" y="30631"/>
                  </a:lnTo>
                  <a:lnTo>
                    <a:pt x="107388" y="30991"/>
                  </a:lnTo>
                  <a:lnTo>
                    <a:pt x="107792" y="31373"/>
                  </a:lnTo>
                  <a:lnTo>
                    <a:pt x="108175" y="31778"/>
                  </a:lnTo>
                  <a:lnTo>
                    <a:pt x="108579" y="32205"/>
                  </a:lnTo>
                  <a:lnTo>
                    <a:pt x="108962" y="32655"/>
                  </a:lnTo>
                  <a:lnTo>
                    <a:pt x="109367" y="33127"/>
                  </a:lnTo>
                  <a:lnTo>
                    <a:pt x="109749" y="33622"/>
                  </a:lnTo>
                  <a:lnTo>
                    <a:pt x="110154" y="34139"/>
                  </a:lnTo>
                  <a:lnTo>
                    <a:pt x="110559" y="34679"/>
                  </a:lnTo>
                  <a:lnTo>
                    <a:pt x="110941" y="35264"/>
                  </a:lnTo>
                  <a:lnTo>
                    <a:pt x="111345" y="35848"/>
                  </a:lnTo>
                  <a:lnTo>
                    <a:pt x="111728" y="36478"/>
                  </a:lnTo>
                  <a:lnTo>
                    <a:pt x="112133" y="37130"/>
                  </a:lnTo>
                  <a:lnTo>
                    <a:pt x="112515" y="37805"/>
                  </a:lnTo>
                  <a:lnTo>
                    <a:pt x="112920" y="38502"/>
                  </a:lnTo>
                  <a:lnTo>
                    <a:pt x="113325" y="39244"/>
                  </a:lnTo>
                  <a:lnTo>
                    <a:pt x="113707" y="40009"/>
                  </a:lnTo>
                  <a:lnTo>
                    <a:pt x="114112" y="40796"/>
                  </a:lnTo>
                  <a:lnTo>
                    <a:pt x="114494" y="41606"/>
                  </a:lnTo>
                  <a:lnTo>
                    <a:pt x="114899" y="42460"/>
                  </a:lnTo>
                  <a:lnTo>
                    <a:pt x="115281" y="43337"/>
                  </a:lnTo>
                  <a:lnTo>
                    <a:pt x="115686" y="44237"/>
                  </a:lnTo>
                  <a:lnTo>
                    <a:pt x="116068" y="45159"/>
                  </a:lnTo>
                  <a:lnTo>
                    <a:pt x="116473" y="46126"/>
                  </a:lnTo>
                  <a:lnTo>
                    <a:pt x="116878" y="47116"/>
                  </a:lnTo>
                  <a:lnTo>
                    <a:pt x="117260" y="48128"/>
                  </a:lnTo>
                  <a:lnTo>
                    <a:pt x="117665" y="49185"/>
                  </a:lnTo>
                  <a:lnTo>
                    <a:pt x="118048" y="50242"/>
                  </a:lnTo>
                  <a:lnTo>
                    <a:pt x="118452" y="51366"/>
                  </a:lnTo>
                  <a:lnTo>
                    <a:pt x="118835" y="52491"/>
                  </a:lnTo>
                  <a:lnTo>
                    <a:pt x="119239" y="53660"/>
                  </a:lnTo>
                  <a:lnTo>
                    <a:pt x="119622" y="54852"/>
                  </a:lnTo>
                  <a:lnTo>
                    <a:pt x="120027" y="56067"/>
                  </a:lnTo>
                  <a:lnTo>
                    <a:pt x="120431" y="57326"/>
                  </a:lnTo>
                  <a:lnTo>
                    <a:pt x="120814" y="58608"/>
                  </a:lnTo>
                  <a:lnTo>
                    <a:pt x="121219" y="59912"/>
                  </a:lnTo>
                  <a:lnTo>
                    <a:pt x="121601" y="61262"/>
                  </a:lnTo>
                  <a:lnTo>
                    <a:pt x="122006" y="62633"/>
                  </a:lnTo>
                  <a:lnTo>
                    <a:pt x="122388" y="64028"/>
                  </a:lnTo>
                  <a:lnTo>
                    <a:pt x="122793" y="65445"/>
                  </a:lnTo>
                  <a:lnTo>
                    <a:pt x="123175" y="66907"/>
                  </a:lnTo>
                  <a:lnTo>
                    <a:pt x="123580" y="68391"/>
                  </a:lnTo>
                  <a:lnTo>
                    <a:pt x="123985" y="69898"/>
                  </a:lnTo>
                  <a:lnTo>
                    <a:pt x="124367" y="71427"/>
                  </a:lnTo>
                  <a:lnTo>
                    <a:pt x="124772" y="73001"/>
                  </a:lnTo>
                  <a:lnTo>
                    <a:pt x="125154" y="74575"/>
                  </a:lnTo>
                  <a:lnTo>
                    <a:pt x="125559" y="76195"/>
                  </a:lnTo>
                  <a:lnTo>
                    <a:pt x="125942" y="77836"/>
                  </a:lnTo>
                  <a:lnTo>
                    <a:pt x="126346" y="79523"/>
                  </a:lnTo>
                  <a:lnTo>
                    <a:pt x="126751" y="81210"/>
                  </a:lnTo>
                  <a:lnTo>
                    <a:pt x="127133" y="82942"/>
                  </a:lnTo>
                  <a:lnTo>
                    <a:pt x="127538" y="84673"/>
                  </a:lnTo>
                  <a:lnTo>
                    <a:pt x="127920" y="86450"/>
                  </a:lnTo>
                  <a:lnTo>
                    <a:pt x="128325" y="88249"/>
                  </a:lnTo>
                  <a:lnTo>
                    <a:pt x="128708" y="90071"/>
                  </a:lnTo>
                  <a:lnTo>
                    <a:pt x="129113" y="91915"/>
                  </a:lnTo>
                  <a:lnTo>
                    <a:pt x="129495" y="93759"/>
                  </a:lnTo>
                  <a:lnTo>
                    <a:pt x="129899" y="95648"/>
                  </a:lnTo>
                  <a:lnTo>
                    <a:pt x="130305" y="97560"/>
                  </a:lnTo>
                  <a:lnTo>
                    <a:pt x="130687" y="99494"/>
                  </a:lnTo>
                  <a:lnTo>
                    <a:pt x="131091" y="101473"/>
                  </a:lnTo>
                  <a:lnTo>
                    <a:pt x="131474" y="103452"/>
                  </a:lnTo>
                  <a:lnTo>
                    <a:pt x="131879" y="105454"/>
                  </a:lnTo>
                  <a:lnTo>
                    <a:pt x="132261" y="107478"/>
                  </a:lnTo>
                  <a:lnTo>
                    <a:pt x="132666" y="109524"/>
                  </a:lnTo>
                  <a:lnTo>
                    <a:pt x="133048" y="111593"/>
                  </a:lnTo>
                  <a:lnTo>
                    <a:pt x="133453" y="113685"/>
                  </a:lnTo>
                  <a:lnTo>
                    <a:pt x="133858" y="115776"/>
                  </a:lnTo>
                  <a:lnTo>
                    <a:pt x="134240" y="117913"/>
                  </a:lnTo>
                  <a:lnTo>
                    <a:pt x="134645" y="120049"/>
                  </a:lnTo>
                  <a:lnTo>
                    <a:pt x="135027" y="122231"/>
                  </a:lnTo>
                  <a:lnTo>
                    <a:pt x="135432" y="124412"/>
                  </a:lnTo>
                  <a:lnTo>
                    <a:pt x="135814" y="126594"/>
                  </a:lnTo>
                  <a:lnTo>
                    <a:pt x="136219" y="128820"/>
                  </a:lnTo>
                  <a:lnTo>
                    <a:pt x="136602" y="131047"/>
                  </a:lnTo>
                  <a:lnTo>
                    <a:pt x="137006" y="133318"/>
                  </a:lnTo>
                  <a:lnTo>
                    <a:pt x="137411" y="135567"/>
                  </a:lnTo>
                  <a:lnTo>
                    <a:pt x="137793" y="137861"/>
                  </a:lnTo>
                  <a:lnTo>
                    <a:pt x="138198" y="140155"/>
                  </a:lnTo>
                  <a:lnTo>
                    <a:pt x="138581" y="142472"/>
                  </a:lnTo>
                  <a:lnTo>
                    <a:pt x="138985" y="144810"/>
                  </a:lnTo>
                  <a:lnTo>
                    <a:pt x="139368" y="147149"/>
                  </a:lnTo>
                  <a:lnTo>
                    <a:pt x="139773" y="149511"/>
                  </a:lnTo>
                  <a:lnTo>
                    <a:pt x="140155" y="151872"/>
                  </a:lnTo>
                  <a:lnTo>
                    <a:pt x="140560" y="154256"/>
                  </a:lnTo>
                  <a:lnTo>
                    <a:pt x="140965" y="156640"/>
                  </a:lnTo>
                  <a:lnTo>
                    <a:pt x="141347" y="159046"/>
                  </a:lnTo>
                  <a:lnTo>
                    <a:pt x="141751" y="161475"/>
                  </a:lnTo>
                  <a:lnTo>
                    <a:pt x="142134" y="163904"/>
                  </a:lnTo>
                  <a:lnTo>
                    <a:pt x="142539" y="166333"/>
                  </a:lnTo>
                  <a:lnTo>
                    <a:pt x="142921" y="168784"/>
                  </a:lnTo>
                  <a:lnTo>
                    <a:pt x="143326" y="171258"/>
                  </a:lnTo>
                  <a:lnTo>
                    <a:pt x="143731" y="173710"/>
                  </a:lnTo>
                  <a:lnTo>
                    <a:pt x="144113" y="176206"/>
                  </a:lnTo>
                  <a:lnTo>
                    <a:pt x="144518" y="178680"/>
                  </a:lnTo>
                  <a:lnTo>
                    <a:pt x="144900" y="181176"/>
                  </a:lnTo>
                  <a:lnTo>
                    <a:pt x="145305" y="183672"/>
                  </a:lnTo>
                  <a:lnTo>
                    <a:pt x="145687" y="186191"/>
                  </a:lnTo>
                  <a:lnTo>
                    <a:pt x="146092" y="188710"/>
                  </a:lnTo>
                  <a:lnTo>
                    <a:pt x="146474" y="191229"/>
                  </a:lnTo>
                  <a:lnTo>
                    <a:pt x="146879" y="193770"/>
                  </a:lnTo>
                  <a:lnTo>
                    <a:pt x="147284" y="196312"/>
                  </a:lnTo>
                  <a:lnTo>
                    <a:pt x="147666" y="198853"/>
                  </a:lnTo>
                  <a:lnTo>
                    <a:pt x="148071" y="205082"/>
                  </a:lnTo>
                  <a:lnTo>
                    <a:pt x="148453" y="207759"/>
                  </a:lnTo>
                  <a:lnTo>
                    <a:pt x="148858" y="210457"/>
                  </a:lnTo>
                  <a:lnTo>
                    <a:pt x="149241" y="213156"/>
                  </a:lnTo>
                  <a:lnTo>
                    <a:pt x="149645" y="215877"/>
                  </a:lnTo>
                  <a:lnTo>
                    <a:pt x="150028" y="218599"/>
                  </a:lnTo>
                  <a:lnTo>
                    <a:pt x="150433" y="221320"/>
                  </a:lnTo>
                  <a:lnTo>
                    <a:pt x="150837" y="224041"/>
                  </a:lnTo>
                  <a:lnTo>
                    <a:pt x="151220" y="226785"/>
                  </a:lnTo>
                  <a:lnTo>
                    <a:pt x="151625" y="229506"/>
                  </a:lnTo>
                  <a:lnTo>
                    <a:pt x="152007" y="232227"/>
                  </a:lnTo>
                  <a:lnTo>
                    <a:pt x="152411" y="234971"/>
                  </a:lnTo>
                  <a:lnTo>
                    <a:pt x="152794" y="237692"/>
                  </a:lnTo>
                  <a:lnTo>
                    <a:pt x="153199" y="240414"/>
                  </a:lnTo>
                  <a:lnTo>
                    <a:pt x="153581" y="243157"/>
                  </a:lnTo>
                  <a:lnTo>
                    <a:pt x="153986" y="245879"/>
                  </a:lnTo>
                  <a:lnTo>
                    <a:pt x="154391" y="248600"/>
                  </a:lnTo>
                  <a:lnTo>
                    <a:pt x="154773" y="251321"/>
                  </a:lnTo>
                  <a:lnTo>
                    <a:pt x="155178" y="254065"/>
                  </a:lnTo>
                  <a:lnTo>
                    <a:pt x="155560" y="256764"/>
                  </a:lnTo>
                  <a:lnTo>
                    <a:pt x="155965" y="259485"/>
                  </a:lnTo>
                  <a:lnTo>
                    <a:pt x="156347" y="262206"/>
                  </a:lnTo>
                  <a:lnTo>
                    <a:pt x="156752" y="264905"/>
                  </a:lnTo>
                  <a:lnTo>
                    <a:pt x="157157" y="267626"/>
                  </a:lnTo>
                  <a:lnTo>
                    <a:pt x="157539" y="270325"/>
                  </a:lnTo>
                  <a:lnTo>
                    <a:pt x="157944" y="273024"/>
                  </a:lnTo>
                  <a:lnTo>
                    <a:pt x="158326" y="275722"/>
                  </a:lnTo>
                  <a:lnTo>
                    <a:pt x="158731" y="278399"/>
                  </a:lnTo>
                  <a:lnTo>
                    <a:pt x="159114" y="281075"/>
                  </a:lnTo>
                  <a:lnTo>
                    <a:pt x="159518" y="283751"/>
                  </a:lnTo>
                  <a:lnTo>
                    <a:pt x="159901" y="286427"/>
                  </a:lnTo>
                  <a:lnTo>
                    <a:pt x="160305" y="289081"/>
                  </a:lnTo>
                  <a:lnTo>
                    <a:pt x="160710" y="291735"/>
                  </a:lnTo>
                  <a:lnTo>
                    <a:pt x="161093" y="294389"/>
                  </a:lnTo>
                  <a:lnTo>
                    <a:pt x="161497" y="297042"/>
                  </a:lnTo>
                  <a:lnTo>
                    <a:pt x="161880" y="299674"/>
                  </a:lnTo>
                  <a:lnTo>
                    <a:pt x="162285" y="302305"/>
                  </a:lnTo>
                  <a:lnTo>
                    <a:pt x="162667" y="304914"/>
                  </a:lnTo>
                  <a:lnTo>
                    <a:pt x="163071" y="307523"/>
                  </a:lnTo>
                  <a:lnTo>
                    <a:pt x="163454" y="310131"/>
                  </a:lnTo>
                  <a:lnTo>
                    <a:pt x="163859" y="312718"/>
                  </a:lnTo>
                  <a:lnTo>
                    <a:pt x="164263" y="315304"/>
                  </a:lnTo>
                  <a:lnTo>
                    <a:pt x="164624" y="317890"/>
                  </a:lnTo>
                  <a:lnTo>
                    <a:pt x="165028" y="320454"/>
                  </a:lnTo>
                  <a:lnTo>
                    <a:pt x="165433" y="323018"/>
                  </a:lnTo>
                  <a:lnTo>
                    <a:pt x="165816" y="325582"/>
                  </a:lnTo>
                  <a:lnTo>
                    <a:pt x="166198" y="328123"/>
                  </a:lnTo>
                  <a:lnTo>
                    <a:pt x="166602" y="330664"/>
                  </a:lnTo>
                  <a:lnTo>
                    <a:pt x="166985" y="333161"/>
                  </a:lnTo>
                  <a:lnTo>
                    <a:pt x="167390" y="335680"/>
                  </a:lnTo>
                  <a:lnTo>
                    <a:pt x="167794" y="338198"/>
                  </a:lnTo>
                  <a:lnTo>
                    <a:pt x="168177" y="340672"/>
                  </a:lnTo>
                  <a:lnTo>
                    <a:pt x="168582" y="343169"/>
                  </a:lnTo>
                  <a:lnTo>
                    <a:pt x="168964" y="345642"/>
                  </a:lnTo>
                  <a:lnTo>
                    <a:pt x="169369" y="348094"/>
                  </a:lnTo>
                  <a:lnTo>
                    <a:pt x="169751" y="350545"/>
                  </a:lnTo>
                  <a:lnTo>
                    <a:pt x="170156" y="352996"/>
                  </a:lnTo>
                  <a:lnTo>
                    <a:pt x="170538" y="355425"/>
                  </a:lnTo>
                  <a:lnTo>
                    <a:pt x="170943" y="357832"/>
                  </a:lnTo>
                  <a:lnTo>
                    <a:pt x="171348" y="360238"/>
                  </a:lnTo>
                  <a:lnTo>
                    <a:pt x="171730" y="362644"/>
                  </a:lnTo>
                  <a:lnTo>
                    <a:pt x="172135" y="365028"/>
                  </a:lnTo>
                  <a:lnTo>
                    <a:pt x="172518" y="367390"/>
                  </a:lnTo>
                  <a:lnTo>
                    <a:pt x="172922" y="369751"/>
                  </a:lnTo>
                  <a:lnTo>
                    <a:pt x="173304" y="372113"/>
                  </a:lnTo>
                  <a:lnTo>
                    <a:pt x="173710" y="374452"/>
                  </a:lnTo>
                  <a:lnTo>
                    <a:pt x="174114" y="376768"/>
                  </a:lnTo>
                  <a:lnTo>
                    <a:pt x="174496" y="379084"/>
                  </a:lnTo>
                  <a:lnTo>
                    <a:pt x="174901" y="381401"/>
                  </a:lnTo>
                  <a:lnTo>
                    <a:pt x="175284" y="383672"/>
                  </a:lnTo>
                  <a:lnTo>
                    <a:pt x="175688" y="385966"/>
                  </a:lnTo>
                  <a:lnTo>
                    <a:pt x="176070" y="388215"/>
                  </a:lnTo>
                  <a:lnTo>
                    <a:pt x="176476" y="390487"/>
                  </a:lnTo>
                  <a:lnTo>
                    <a:pt x="176858" y="392713"/>
                  </a:lnTo>
                  <a:lnTo>
                    <a:pt x="177263" y="394962"/>
                  </a:lnTo>
                  <a:lnTo>
                    <a:pt x="177668" y="397166"/>
                  </a:lnTo>
                  <a:lnTo>
                    <a:pt x="178050" y="399392"/>
                  </a:lnTo>
                  <a:lnTo>
                    <a:pt x="178455" y="401574"/>
                  </a:lnTo>
                  <a:lnTo>
                    <a:pt x="178837" y="403778"/>
                  </a:lnTo>
                  <a:lnTo>
                    <a:pt x="179242" y="405937"/>
                  </a:lnTo>
                  <a:lnTo>
                    <a:pt x="179624" y="408118"/>
                  </a:lnTo>
                  <a:lnTo>
                    <a:pt x="180029" y="410255"/>
                  </a:lnTo>
                  <a:lnTo>
                    <a:pt x="180411" y="412414"/>
                  </a:lnTo>
                  <a:lnTo>
                    <a:pt x="180816" y="414528"/>
                  </a:lnTo>
                  <a:lnTo>
                    <a:pt x="181221" y="416642"/>
                  </a:lnTo>
                  <a:lnTo>
                    <a:pt x="181603" y="418756"/>
                  </a:lnTo>
                  <a:lnTo>
                    <a:pt x="182008" y="420848"/>
                  </a:lnTo>
                  <a:lnTo>
                    <a:pt x="182390" y="422939"/>
                  </a:lnTo>
                  <a:lnTo>
                    <a:pt x="182795" y="425008"/>
                  </a:lnTo>
                  <a:lnTo>
                    <a:pt x="183178" y="427055"/>
                  </a:lnTo>
                  <a:lnTo>
                    <a:pt x="183582" y="429101"/>
                  </a:lnTo>
                  <a:lnTo>
                    <a:pt x="183964" y="431148"/>
                  </a:lnTo>
                  <a:lnTo>
                    <a:pt x="184370" y="433172"/>
                  </a:lnTo>
                  <a:lnTo>
                    <a:pt x="184774" y="435173"/>
                  </a:lnTo>
                  <a:lnTo>
                    <a:pt x="185156" y="437175"/>
                  </a:lnTo>
                  <a:lnTo>
                    <a:pt x="185561" y="439177"/>
                  </a:lnTo>
                  <a:lnTo>
                    <a:pt x="185944" y="441156"/>
                  </a:lnTo>
                  <a:lnTo>
                    <a:pt x="186348" y="443112"/>
                  </a:lnTo>
                  <a:lnTo>
                    <a:pt x="186731" y="445069"/>
                  </a:lnTo>
                  <a:lnTo>
                    <a:pt x="187136" y="447003"/>
                  </a:lnTo>
                  <a:lnTo>
                    <a:pt x="187540" y="448915"/>
                  </a:lnTo>
                  <a:lnTo>
                    <a:pt x="187923" y="450826"/>
                  </a:lnTo>
                  <a:lnTo>
                    <a:pt x="188328" y="452715"/>
                  </a:lnTo>
                  <a:lnTo>
                    <a:pt x="188710" y="454582"/>
                  </a:lnTo>
                  <a:lnTo>
                    <a:pt x="189115" y="456471"/>
                  </a:lnTo>
                  <a:lnTo>
                    <a:pt x="189497" y="458315"/>
                  </a:lnTo>
                  <a:lnTo>
                    <a:pt x="189902" y="460159"/>
                  </a:lnTo>
                  <a:lnTo>
                    <a:pt x="190284" y="462003"/>
                  </a:lnTo>
                  <a:lnTo>
                    <a:pt x="190689" y="463825"/>
                  </a:lnTo>
                  <a:lnTo>
                    <a:pt x="191094" y="465624"/>
                  </a:lnTo>
                  <a:lnTo>
                    <a:pt x="191476" y="467423"/>
                  </a:lnTo>
                  <a:lnTo>
                    <a:pt x="191881" y="469200"/>
                  </a:lnTo>
                  <a:lnTo>
                    <a:pt x="192263" y="470954"/>
                  </a:lnTo>
                  <a:lnTo>
                    <a:pt x="192668" y="472708"/>
                  </a:lnTo>
                  <a:lnTo>
                    <a:pt x="193050" y="474440"/>
                  </a:lnTo>
                  <a:lnTo>
                    <a:pt x="193455" y="476172"/>
                  </a:lnTo>
                  <a:lnTo>
                    <a:pt x="193838" y="477881"/>
                  </a:lnTo>
                  <a:lnTo>
                    <a:pt x="194242" y="479590"/>
                  </a:lnTo>
                  <a:lnTo>
                    <a:pt x="194647" y="481277"/>
                  </a:lnTo>
                  <a:lnTo>
                    <a:pt x="195030" y="482964"/>
                  </a:lnTo>
                  <a:lnTo>
                    <a:pt x="195434" y="484628"/>
                  </a:lnTo>
                  <a:lnTo>
                    <a:pt x="195816" y="486270"/>
                  </a:lnTo>
                  <a:lnTo>
                    <a:pt x="196222" y="487911"/>
                  </a:lnTo>
                  <a:lnTo>
                    <a:pt x="196604" y="489531"/>
                  </a:lnTo>
                  <a:lnTo>
                    <a:pt x="197008" y="491150"/>
                  </a:lnTo>
                  <a:lnTo>
                    <a:pt x="197391" y="492747"/>
                  </a:lnTo>
                  <a:lnTo>
                    <a:pt x="197796" y="494343"/>
                  </a:lnTo>
                  <a:lnTo>
                    <a:pt x="198200" y="495918"/>
                  </a:lnTo>
                  <a:lnTo>
                    <a:pt x="198583" y="497470"/>
                  </a:lnTo>
                  <a:lnTo>
                    <a:pt x="198988" y="499021"/>
                  </a:lnTo>
                  <a:lnTo>
                    <a:pt x="199370" y="500551"/>
                  </a:lnTo>
                  <a:lnTo>
                    <a:pt x="199775" y="502057"/>
                  </a:lnTo>
                  <a:lnTo>
                    <a:pt x="200157" y="503564"/>
                  </a:lnTo>
                  <a:lnTo>
                    <a:pt x="200562" y="505071"/>
                  </a:lnTo>
                  <a:lnTo>
                    <a:pt x="200944" y="506555"/>
                  </a:lnTo>
                  <a:lnTo>
                    <a:pt x="201349" y="508017"/>
                  </a:lnTo>
                  <a:lnTo>
                    <a:pt x="201754" y="509479"/>
                  </a:lnTo>
                  <a:lnTo>
                    <a:pt x="202136" y="510918"/>
                  </a:lnTo>
                  <a:lnTo>
                    <a:pt x="202541" y="512358"/>
                  </a:lnTo>
                  <a:lnTo>
                    <a:pt x="202923" y="513774"/>
                  </a:lnTo>
                  <a:lnTo>
                    <a:pt x="203328" y="515191"/>
                  </a:lnTo>
                  <a:lnTo>
                    <a:pt x="203710" y="516586"/>
                  </a:lnTo>
                  <a:lnTo>
                    <a:pt x="204115" y="517958"/>
                  </a:lnTo>
                  <a:lnTo>
                    <a:pt x="204520" y="519329"/>
                  </a:lnTo>
                  <a:lnTo>
                    <a:pt x="204902" y="520679"/>
                  </a:lnTo>
                  <a:lnTo>
                    <a:pt x="205307" y="522028"/>
                  </a:lnTo>
                  <a:lnTo>
                    <a:pt x="205690" y="523378"/>
                  </a:lnTo>
                  <a:lnTo>
                    <a:pt x="206094" y="524704"/>
                  </a:lnTo>
                  <a:lnTo>
                    <a:pt x="206476" y="526009"/>
                  </a:lnTo>
                  <a:lnTo>
                    <a:pt x="206882" y="527313"/>
                  </a:lnTo>
                  <a:lnTo>
                    <a:pt x="207264" y="528618"/>
                  </a:lnTo>
                  <a:lnTo>
                    <a:pt x="207668" y="529899"/>
                  </a:lnTo>
                  <a:lnTo>
                    <a:pt x="208073" y="531159"/>
                  </a:lnTo>
                  <a:lnTo>
                    <a:pt x="208456" y="532441"/>
                  </a:lnTo>
                  <a:lnTo>
                    <a:pt x="208860" y="533678"/>
                  </a:lnTo>
                  <a:lnTo>
                    <a:pt x="209243" y="534937"/>
                  </a:lnTo>
                  <a:lnTo>
                    <a:pt x="209648" y="536152"/>
                  </a:lnTo>
                  <a:lnTo>
                    <a:pt x="210030" y="537389"/>
                  </a:lnTo>
                  <a:lnTo>
                    <a:pt x="210435" y="538603"/>
                  </a:lnTo>
                  <a:lnTo>
                    <a:pt x="210817" y="539795"/>
                  </a:lnTo>
                  <a:lnTo>
                    <a:pt x="211222" y="540987"/>
                  </a:lnTo>
                  <a:lnTo>
                    <a:pt x="211627" y="542179"/>
                  </a:lnTo>
                  <a:lnTo>
                    <a:pt x="212009" y="543348"/>
                  </a:lnTo>
                  <a:lnTo>
                    <a:pt x="212414" y="544518"/>
                  </a:lnTo>
                  <a:lnTo>
                    <a:pt x="212796" y="545665"/>
                  </a:lnTo>
                  <a:lnTo>
                    <a:pt x="213201" y="546812"/>
                  </a:lnTo>
                  <a:lnTo>
                    <a:pt x="213584" y="547959"/>
                  </a:lnTo>
                  <a:lnTo>
                    <a:pt x="213988" y="549083"/>
                  </a:lnTo>
                  <a:lnTo>
                    <a:pt x="214370" y="550208"/>
                  </a:lnTo>
                  <a:lnTo>
                    <a:pt x="214776" y="551310"/>
                  </a:lnTo>
                  <a:lnTo>
                    <a:pt x="215180" y="552412"/>
                  </a:lnTo>
                  <a:lnTo>
                    <a:pt x="215562" y="553491"/>
                  </a:lnTo>
                  <a:lnTo>
                    <a:pt x="215967" y="554571"/>
                  </a:lnTo>
                  <a:lnTo>
                    <a:pt x="216350" y="555628"/>
                  </a:lnTo>
                  <a:lnTo>
                    <a:pt x="216754" y="556685"/>
                  </a:lnTo>
                  <a:lnTo>
                    <a:pt x="217136" y="557719"/>
                  </a:lnTo>
                  <a:lnTo>
                    <a:pt x="217542" y="558754"/>
                  </a:lnTo>
                  <a:lnTo>
                    <a:pt x="217946" y="559788"/>
                  </a:lnTo>
                  <a:lnTo>
                    <a:pt x="218329" y="560778"/>
                  </a:lnTo>
                  <a:lnTo>
                    <a:pt x="218733" y="561790"/>
                  </a:lnTo>
                  <a:lnTo>
                    <a:pt x="219116" y="562779"/>
                  </a:lnTo>
                  <a:lnTo>
                    <a:pt x="219521" y="563746"/>
                  </a:lnTo>
                  <a:lnTo>
                    <a:pt x="219903" y="564713"/>
                  </a:lnTo>
                  <a:lnTo>
                    <a:pt x="220308" y="565680"/>
                  </a:lnTo>
                  <a:lnTo>
                    <a:pt x="220690" y="566625"/>
                  </a:lnTo>
                  <a:lnTo>
                    <a:pt x="221095" y="567547"/>
                  </a:lnTo>
                  <a:lnTo>
                    <a:pt x="221500" y="568469"/>
                  </a:lnTo>
                  <a:lnTo>
                    <a:pt x="221882" y="569391"/>
                  </a:lnTo>
                  <a:lnTo>
                    <a:pt x="222287" y="570291"/>
                  </a:lnTo>
                  <a:lnTo>
                    <a:pt x="222669" y="571190"/>
                  </a:lnTo>
                  <a:lnTo>
                    <a:pt x="223074" y="572067"/>
                  </a:lnTo>
                  <a:lnTo>
                    <a:pt x="223456" y="572945"/>
                  </a:lnTo>
                  <a:lnTo>
                    <a:pt x="223861" y="573822"/>
                  </a:lnTo>
                  <a:lnTo>
                    <a:pt x="224244" y="574676"/>
                  </a:lnTo>
                  <a:lnTo>
                    <a:pt x="224648" y="575531"/>
                  </a:lnTo>
                  <a:lnTo>
                    <a:pt x="225053" y="576363"/>
                  </a:lnTo>
                  <a:lnTo>
                    <a:pt x="225436" y="577195"/>
                  </a:lnTo>
                  <a:lnTo>
                    <a:pt x="225840" y="578027"/>
                  </a:lnTo>
                  <a:lnTo>
                    <a:pt x="226222" y="578837"/>
                  </a:lnTo>
                  <a:lnTo>
                    <a:pt x="226627" y="579646"/>
                  </a:lnTo>
                  <a:lnTo>
                    <a:pt x="227010" y="580456"/>
                  </a:lnTo>
                  <a:lnTo>
                    <a:pt x="227414" y="581243"/>
                  </a:lnTo>
                  <a:lnTo>
                    <a:pt x="227797" y="582030"/>
                  </a:lnTo>
                  <a:lnTo>
                    <a:pt x="228202" y="582795"/>
                  </a:lnTo>
                  <a:lnTo>
                    <a:pt x="228606" y="583560"/>
                  </a:lnTo>
                  <a:lnTo>
                    <a:pt x="228989" y="584302"/>
                  </a:lnTo>
                  <a:lnTo>
                    <a:pt x="229394" y="585044"/>
                  </a:lnTo>
                  <a:lnTo>
                    <a:pt x="229776" y="585786"/>
                  </a:lnTo>
                  <a:lnTo>
                    <a:pt x="230181" y="586506"/>
                  </a:lnTo>
                  <a:lnTo>
                    <a:pt x="230563" y="587225"/>
                  </a:lnTo>
                  <a:lnTo>
                    <a:pt x="230968" y="587945"/>
                  </a:lnTo>
                  <a:lnTo>
                    <a:pt x="231350" y="588642"/>
                  </a:lnTo>
                  <a:lnTo>
                    <a:pt x="231755" y="589340"/>
                  </a:lnTo>
                  <a:lnTo>
                    <a:pt x="232160" y="590014"/>
                  </a:lnTo>
                  <a:lnTo>
                    <a:pt x="232542" y="590689"/>
                  </a:lnTo>
                  <a:lnTo>
                    <a:pt x="232947" y="591364"/>
                  </a:lnTo>
                  <a:lnTo>
                    <a:pt x="233329" y="592038"/>
                  </a:lnTo>
                  <a:lnTo>
                    <a:pt x="233734" y="592690"/>
                  </a:lnTo>
                  <a:lnTo>
                    <a:pt x="234116" y="593343"/>
                  </a:lnTo>
                  <a:lnTo>
                    <a:pt x="234521" y="593972"/>
                  </a:lnTo>
                  <a:lnTo>
                    <a:pt x="234926" y="594625"/>
                  </a:lnTo>
                  <a:lnTo>
                    <a:pt x="235308" y="595232"/>
                  </a:lnTo>
                  <a:lnTo>
                    <a:pt x="235713" y="595861"/>
                  </a:lnTo>
                  <a:lnTo>
                    <a:pt x="236096" y="596469"/>
                  </a:lnTo>
                  <a:lnTo>
                    <a:pt x="236500" y="597076"/>
                  </a:lnTo>
                  <a:lnTo>
                    <a:pt x="236882" y="597683"/>
                  </a:lnTo>
                  <a:lnTo>
                    <a:pt x="237287" y="598268"/>
                  </a:lnTo>
                  <a:lnTo>
                    <a:pt x="237670" y="598853"/>
                  </a:lnTo>
                  <a:lnTo>
                    <a:pt x="238074" y="599437"/>
                  </a:lnTo>
                  <a:lnTo>
                    <a:pt x="238479" y="600000"/>
                  </a:lnTo>
                  <a:lnTo>
                    <a:pt x="238862" y="600562"/>
                  </a:lnTo>
                  <a:lnTo>
                    <a:pt x="239266" y="601124"/>
                  </a:lnTo>
                  <a:lnTo>
                    <a:pt x="239649" y="601664"/>
                  </a:lnTo>
                  <a:lnTo>
                    <a:pt x="240054" y="602203"/>
                  </a:lnTo>
                  <a:lnTo>
                    <a:pt x="240436" y="602743"/>
                  </a:lnTo>
                  <a:lnTo>
                    <a:pt x="240841" y="603260"/>
                  </a:lnTo>
                  <a:lnTo>
                    <a:pt x="241223" y="603778"/>
                  </a:lnTo>
                  <a:lnTo>
                    <a:pt x="241628" y="604295"/>
                  </a:lnTo>
                  <a:lnTo>
                    <a:pt x="242033" y="604790"/>
                  </a:lnTo>
                  <a:lnTo>
                    <a:pt x="242415" y="605285"/>
                  </a:lnTo>
                  <a:lnTo>
                    <a:pt x="242820" y="605779"/>
                  </a:lnTo>
                  <a:lnTo>
                    <a:pt x="243202" y="606252"/>
                  </a:lnTo>
                  <a:lnTo>
                    <a:pt x="243607" y="606724"/>
                  </a:lnTo>
                  <a:lnTo>
                    <a:pt x="243989" y="607196"/>
                  </a:lnTo>
                  <a:lnTo>
                    <a:pt x="244394" y="607646"/>
                  </a:lnTo>
                  <a:lnTo>
                    <a:pt x="244776" y="608096"/>
                  </a:lnTo>
                  <a:lnTo>
                    <a:pt x="245181" y="608546"/>
                  </a:lnTo>
                  <a:lnTo>
                    <a:pt x="245586" y="608973"/>
                  </a:lnTo>
                  <a:lnTo>
                    <a:pt x="245968" y="609400"/>
                  </a:lnTo>
                  <a:lnTo>
                    <a:pt x="246373" y="609827"/>
                  </a:lnTo>
                  <a:lnTo>
                    <a:pt x="246756" y="610232"/>
                  </a:lnTo>
                  <a:lnTo>
                    <a:pt x="247160" y="610637"/>
                  </a:lnTo>
                  <a:lnTo>
                    <a:pt x="247542" y="611019"/>
                  </a:lnTo>
                  <a:lnTo>
                    <a:pt x="247948" y="611402"/>
                  </a:lnTo>
                  <a:lnTo>
                    <a:pt x="248352" y="611784"/>
                  </a:lnTo>
                  <a:lnTo>
                    <a:pt x="248734" y="612144"/>
                  </a:lnTo>
                  <a:lnTo>
                    <a:pt x="249139" y="612504"/>
                  </a:lnTo>
                  <a:lnTo>
                    <a:pt x="249522" y="612864"/>
                  </a:lnTo>
                  <a:lnTo>
                    <a:pt x="249926" y="613201"/>
                  </a:lnTo>
                  <a:lnTo>
                    <a:pt x="250309" y="613561"/>
                  </a:lnTo>
                  <a:lnTo>
                    <a:pt x="250714" y="613876"/>
                  </a:lnTo>
                  <a:lnTo>
                    <a:pt x="251096" y="614213"/>
                  </a:lnTo>
                  <a:lnTo>
                    <a:pt x="251501" y="614528"/>
                  </a:lnTo>
                  <a:lnTo>
                    <a:pt x="251905" y="614843"/>
                  </a:lnTo>
                  <a:lnTo>
                    <a:pt x="252288" y="615158"/>
                  </a:lnTo>
                  <a:lnTo>
                    <a:pt x="252693" y="615450"/>
                  </a:lnTo>
                  <a:lnTo>
                    <a:pt x="253075" y="615742"/>
                  </a:lnTo>
                  <a:close/>
                </a:path>
              </a:pathLst>
            </a:custGeom>
            <a:solidFill>
              <a:srgbClr val="47BB89">
                <a:alpha val="20000"/>
              </a:srgbClr>
            </a:solidFill>
            <a:ln w="2249" cap="flat">
              <a:noFill/>
              <a:prstDash val="solid"/>
              <a:miter/>
            </a:ln>
          </p:spPr>
          <p:txBody>
            <a:bodyPr rtlCol="0" anchor="ctr"/>
            <a:lstStyle/>
            <a:p>
              <a:endParaRPr lang="en-US"/>
            </a:p>
          </p:txBody>
        </p:sp>
      </p:grpSp>
      <p:sp>
        <p:nvSpPr>
          <p:cNvPr id="5134" name="Freeform 5133">
            <a:extLst>
              <a:ext uri="{FF2B5EF4-FFF2-40B4-BE49-F238E27FC236}">
                <a16:creationId xmlns:a16="http://schemas.microsoft.com/office/drawing/2014/main" id="{8F4C3DB8-9191-D5FE-D1AC-43548FE819A3}"/>
              </a:ext>
            </a:extLst>
          </p:cNvPr>
          <p:cNvSpPr/>
          <p:nvPr/>
        </p:nvSpPr>
        <p:spPr>
          <a:xfrm>
            <a:off x="4482550" y="4579159"/>
            <a:ext cx="9510" cy="31873"/>
          </a:xfrm>
          <a:custGeom>
            <a:avLst/>
            <a:gdLst>
              <a:gd name="connsiteX0" fmla="*/ 0 w 2248"/>
              <a:gd name="connsiteY0" fmla="*/ 7534 h 7534"/>
              <a:gd name="connsiteX1" fmla="*/ 0 w 2248"/>
              <a:gd name="connsiteY1" fmla="*/ 0 h 7534"/>
            </a:gdLst>
            <a:ahLst/>
            <a:cxnLst>
              <a:cxn ang="0">
                <a:pos x="connsiteX0" y="connsiteY0"/>
              </a:cxn>
              <a:cxn ang="0">
                <a:pos x="connsiteX1" y="connsiteY1"/>
              </a:cxn>
            </a:cxnLst>
            <a:rect l="l" t="t" r="r" b="b"/>
            <a:pathLst>
              <a:path w="2248" h="7534">
                <a:moveTo>
                  <a:pt x="0" y="7534"/>
                </a:moveTo>
                <a:lnTo>
                  <a:pt x="0" y="0"/>
                </a:lnTo>
              </a:path>
            </a:pathLst>
          </a:custGeom>
          <a:ln w="4498" cap="sq">
            <a:solidFill>
              <a:srgbClr val="231F20"/>
            </a:solidFill>
            <a:prstDash val="solid"/>
            <a:round/>
          </a:ln>
        </p:spPr>
        <p:txBody>
          <a:bodyPr rtlCol="0" anchor="ctr"/>
          <a:lstStyle/>
          <a:p>
            <a:endParaRPr lang="en-US"/>
          </a:p>
        </p:txBody>
      </p:sp>
      <p:sp>
        <p:nvSpPr>
          <p:cNvPr id="5135" name="Freeform 5134">
            <a:extLst>
              <a:ext uri="{FF2B5EF4-FFF2-40B4-BE49-F238E27FC236}">
                <a16:creationId xmlns:a16="http://schemas.microsoft.com/office/drawing/2014/main" id="{D8C4C0BA-AEBB-BF62-43CC-EC04A17972FB}"/>
              </a:ext>
            </a:extLst>
          </p:cNvPr>
          <p:cNvSpPr/>
          <p:nvPr/>
        </p:nvSpPr>
        <p:spPr>
          <a:xfrm>
            <a:off x="3651598" y="4579159"/>
            <a:ext cx="9510" cy="31873"/>
          </a:xfrm>
          <a:custGeom>
            <a:avLst/>
            <a:gdLst>
              <a:gd name="connsiteX0" fmla="*/ 0 w 2248"/>
              <a:gd name="connsiteY0" fmla="*/ 7534 h 7534"/>
              <a:gd name="connsiteX1" fmla="*/ 0 w 2248"/>
              <a:gd name="connsiteY1" fmla="*/ 0 h 7534"/>
            </a:gdLst>
            <a:ahLst/>
            <a:cxnLst>
              <a:cxn ang="0">
                <a:pos x="connsiteX0" y="connsiteY0"/>
              </a:cxn>
              <a:cxn ang="0">
                <a:pos x="connsiteX1" y="connsiteY1"/>
              </a:cxn>
            </a:cxnLst>
            <a:rect l="l" t="t" r="r" b="b"/>
            <a:pathLst>
              <a:path w="2248" h="7534">
                <a:moveTo>
                  <a:pt x="0" y="7534"/>
                </a:moveTo>
                <a:lnTo>
                  <a:pt x="0" y="0"/>
                </a:lnTo>
              </a:path>
            </a:pathLst>
          </a:custGeom>
          <a:ln w="4498" cap="sq">
            <a:solidFill>
              <a:srgbClr val="231F20"/>
            </a:solidFill>
            <a:prstDash val="solid"/>
            <a:round/>
          </a:ln>
        </p:spPr>
        <p:txBody>
          <a:bodyPr rtlCol="0" anchor="ctr"/>
          <a:lstStyle/>
          <a:p>
            <a:endParaRPr lang="en-US"/>
          </a:p>
        </p:txBody>
      </p:sp>
      <p:grpSp>
        <p:nvGrpSpPr>
          <p:cNvPr id="6" name="Group 5">
            <a:extLst>
              <a:ext uri="{FF2B5EF4-FFF2-40B4-BE49-F238E27FC236}">
                <a16:creationId xmlns:a16="http://schemas.microsoft.com/office/drawing/2014/main" id="{8E336CD8-6715-EB58-236F-60F84165D061}"/>
              </a:ext>
            </a:extLst>
          </p:cNvPr>
          <p:cNvGrpSpPr/>
          <p:nvPr/>
        </p:nvGrpSpPr>
        <p:grpSpPr>
          <a:xfrm>
            <a:off x="1140372" y="1897048"/>
            <a:ext cx="3955929" cy="3457376"/>
            <a:chOff x="807458" y="3287885"/>
            <a:chExt cx="3955929" cy="3457376"/>
          </a:xfrm>
        </p:grpSpPr>
        <p:sp>
          <p:nvSpPr>
            <p:cNvPr id="5074" name="Freeform 5073">
              <a:extLst>
                <a:ext uri="{FF2B5EF4-FFF2-40B4-BE49-F238E27FC236}">
                  <a16:creationId xmlns:a16="http://schemas.microsoft.com/office/drawing/2014/main" id="{6DA1C5CB-ABEA-27E5-F0EC-DB9CE35E42F9}"/>
                </a:ext>
              </a:extLst>
            </p:cNvPr>
            <p:cNvSpPr/>
            <p:nvPr/>
          </p:nvSpPr>
          <p:spPr>
            <a:xfrm>
              <a:off x="1652995" y="3287885"/>
              <a:ext cx="40180" cy="2732329"/>
            </a:xfrm>
            <a:custGeom>
              <a:avLst/>
              <a:gdLst>
                <a:gd name="connsiteX0" fmla="*/ 0 w 2248"/>
                <a:gd name="connsiteY0" fmla="*/ 748048 h 748048"/>
                <a:gd name="connsiteX1" fmla="*/ 0 w 2248"/>
                <a:gd name="connsiteY1" fmla="*/ 0 h 748048"/>
              </a:gdLst>
              <a:ahLst/>
              <a:cxnLst>
                <a:cxn ang="0">
                  <a:pos x="connsiteX0" y="connsiteY0"/>
                </a:cxn>
                <a:cxn ang="0">
                  <a:pos x="connsiteX1" y="connsiteY1"/>
                </a:cxn>
              </a:cxnLst>
              <a:rect l="l" t="t" r="r" b="b"/>
              <a:pathLst>
                <a:path w="2248" h="748048">
                  <a:moveTo>
                    <a:pt x="0" y="748048"/>
                  </a:moveTo>
                  <a:lnTo>
                    <a:pt x="0" y="0"/>
                  </a:lnTo>
                </a:path>
              </a:pathLst>
            </a:custGeom>
            <a:ln w="4498" cap="sq">
              <a:solidFill>
                <a:srgbClr val="262626"/>
              </a:solidFill>
              <a:prstDash val="solid"/>
              <a:round/>
            </a:ln>
          </p:spPr>
          <p:txBody>
            <a:bodyPr rtlCol="0" anchor="ctr"/>
            <a:lstStyle/>
            <a:p>
              <a:endParaRPr lang="en-US"/>
            </a:p>
          </p:txBody>
        </p:sp>
        <p:sp>
          <p:nvSpPr>
            <p:cNvPr id="5061" name="Freeform 5060">
              <a:extLst>
                <a:ext uri="{FF2B5EF4-FFF2-40B4-BE49-F238E27FC236}">
                  <a16:creationId xmlns:a16="http://schemas.microsoft.com/office/drawing/2014/main" id="{4FCE4615-CC8A-9999-A31A-62468082CBF1}"/>
                </a:ext>
              </a:extLst>
            </p:cNvPr>
            <p:cNvSpPr/>
            <p:nvPr/>
          </p:nvSpPr>
          <p:spPr>
            <a:xfrm>
              <a:off x="1643264" y="6008624"/>
              <a:ext cx="2505324" cy="9510"/>
            </a:xfrm>
            <a:custGeom>
              <a:avLst/>
              <a:gdLst>
                <a:gd name="connsiteX0" fmla="*/ 0 w 592218"/>
                <a:gd name="connsiteY0" fmla="*/ 0 h 2248"/>
                <a:gd name="connsiteX1" fmla="*/ 592218 w 592218"/>
                <a:gd name="connsiteY1" fmla="*/ 0 h 2248"/>
              </a:gdLst>
              <a:ahLst/>
              <a:cxnLst>
                <a:cxn ang="0">
                  <a:pos x="connsiteX0" y="connsiteY0"/>
                </a:cxn>
                <a:cxn ang="0">
                  <a:pos x="connsiteX1" y="connsiteY1"/>
                </a:cxn>
              </a:cxnLst>
              <a:rect l="l" t="t" r="r" b="b"/>
              <a:pathLst>
                <a:path w="592218" h="2248">
                  <a:moveTo>
                    <a:pt x="0" y="0"/>
                  </a:moveTo>
                  <a:lnTo>
                    <a:pt x="592218" y="0"/>
                  </a:lnTo>
                </a:path>
              </a:pathLst>
            </a:custGeom>
            <a:ln w="4498" cap="sq">
              <a:solidFill>
                <a:srgbClr val="231F20"/>
              </a:solidFill>
              <a:prstDash val="solid"/>
              <a:round/>
            </a:ln>
          </p:spPr>
          <p:txBody>
            <a:bodyPr rtlCol="0" anchor="ctr"/>
            <a:lstStyle/>
            <a:p>
              <a:endParaRPr lang="en-US"/>
            </a:p>
          </p:txBody>
        </p:sp>
        <p:sp>
          <p:nvSpPr>
            <p:cNvPr id="5062" name="Freeform 5061">
              <a:extLst>
                <a:ext uri="{FF2B5EF4-FFF2-40B4-BE49-F238E27FC236}">
                  <a16:creationId xmlns:a16="http://schemas.microsoft.com/office/drawing/2014/main" id="{C9D344DD-7FE6-6B7D-E509-22B67A1F6325}"/>
                </a:ext>
              </a:extLst>
            </p:cNvPr>
            <p:cNvSpPr/>
            <p:nvPr/>
          </p:nvSpPr>
          <p:spPr>
            <a:xfrm>
              <a:off x="1650874" y="5976753"/>
              <a:ext cx="9510" cy="31873"/>
            </a:xfrm>
            <a:custGeom>
              <a:avLst/>
              <a:gdLst>
                <a:gd name="connsiteX0" fmla="*/ 0 w 2248"/>
                <a:gd name="connsiteY0" fmla="*/ 7534 h 7534"/>
                <a:gd name="connsiteX1" fmla="*/ 0 w 2248"/>
                <a:gd name="connsiteY1" fmla="*/ 0 h 7534"/>
              </a:gdLst>
              <a:ahLst/>
              <a:cxnLst>
                <a:cxn ang="0">
                  <a:pos x="connsiteX0" y="connsiteY0"/>
                </a:cxn>
                <a:cxn ang="0">
                  <a:pos x="connsiteX1" y="connsiteY1"/>
                </a:cxn>
              </a:cxnLst>
              <a:rect l="l" t="t" r="r" b="b"/>
              <a:pathLst>
                <a:path w="2248" h="7534">
                  <a:moveTo>
                    <a:pt x="0" y="7534"/>
                  </a:moveTo>
                  <a:lnTo>
                    <a:pt x="0" y="0"/>
                  </a:lnTo>
                </a:path>
              </a:pathLst>
            </a:custGeom>
            <a:ln w="4498" cap="sq">
              <a:solidFill>
                <a:srgbClr val="262626"/>
              </a:solidFill>
              <a:prstDash val="solid"/>
              <a:round/>
            </a:ln>
          </p:spPr>
          <p:txBody>
            <a:bodyPr rtlCol="0" anchor="ctr"/>
            <a:lstStyle/>
            <a:p>
              <a:endParaRPr lang="en-US"/>
            </a:p>
          </p:txBody>
        </p:sp>
        <p:sp>
          <p:nvSpPr>
            <p:cNvPr id="5064" name="Freeform 5063">
              <a:extLst>
                <a:ext uri="{FF2B5EF4-FFF2-40B4-BE49-F238E27FC236}">
                  <a16:creationId xmlns:a16="http://schemas.microsoft.com/office/drawing/2014/main" id="{D8BC1639-119D-CEB9-FD9A-7228C7A88360}"/>
                </a:ext>
              </a:extLst>
            </p:cNvPr>
            <p:cNvSpPr/>
            <p:nvPr/>
          </p:nvSpPr>
          <p:spPr>
            <a:xfrm>
              <a:off x="1597314" y="6223546"/>
              <a:ext cx="109026" cy="164208"/>
            </a:xfrm>
            <a:custGeom>
              <a:avLst/>
              <a:gdLst>
                <a:gd name="connsiteX0" fmla="*/ 12932 w 25772"/>
                <a:gd name="connsiteY0" fmla="*/ 0 h 38816"/>
                <a:gd name="connsiteX1" fmla="*/ 17789 w 25772"/>
                <a:gd name="connsiteY1" fmla="*/ 832 h 38816"/>
                <a:gd name="connsiteX2" fmla="*/ 21275 w 25772"/>
                <a:gd name="connsiteY2" fmla="*/ 3126 h 38816"/>
                <a:gd name="connsiteX3" fmla="*/ 23592 w 25772"/>
                <a:gd name="connsiteY3" fmla="*/ 6522 h 38816"/>
                <a:gd name="connsiteX4" fmla="*/ 24963 w 25772"/>
                <a:gd name="connsiteY4" fmla="*/ 10660 h 38816"/>
                <a:gd name="connsiteX5" fmla="*/ 25615 w 25772"/>
                <a:gd name="connsiteY5" fmla="*/ 15158 h 38816"/>
                <a:gd name="connsiteX6" fmla="*/ 25773 w 25772"/>
                <a:gd name="connsiteY6" fmla="*/ 19701 h 38816"/>
                <a:gd name="connsiteX7" fmla="*/ 25233 w 25772"/>
                <a:gd name="connsiteY7" fmla="*/ 26942 h 38816"/>
                <a:gd name="connsiteX8" fmla="*/ 23254 w 25772"/>
                <a:gd name="connsiteY8" fmla="*/ 33037 h 38816"/>
                <a:gd name="connsiteX9" fmla="*/ 19341 w 25772"/>
                <a:gd name="connsiteY9" fmla="*/ 37243 h 38816"/>
                <a:gd name="connsiteX10" fmla="*/ 12909 w 25772"/>
                <a:gd name="connsiteY10" fmla="*/ 38817 h 38816"/>
                <a:gd name="connsiteX11" fmla="*/ 6454 w 25772"/>
                <a:gd name="connsiteY11" fmla="*/ 37243 h 38816"/>
                <a:gd name="connsiteX12" fmla="*/ 2519 w 25772"/>
                <a:gd name="connsiteY12" fmla="*/ 33015 h 38816"/>
                <a:gd name="connsiteX13" fmla="*/ 540 w 25772"/>
                <a:gd name="connsiteY13" fmla="*/ 26808 h 38816"/>
                <a:gd name="connsiteX14" fmla="*/ 0 w 25772"/>
                <a:gd name="connsiteY14" fmla="*/ 19341 h 38816"/>
                <a:gd name="connsiteX15" fmla="*/ 495 w 25772"/>
                <a:gd name="connsiteY15" fmla="*/ 12279 h 38816"/>
                <a:gd name="connsiteX16" fmla="*/ 2362 w 25772"/>
                <a:gd name="connsiteY16" fmla="*/ 6095 h 38816"/>
                <a:gd name="connsiteX17" fmla="*/ 6275 w 25772"/>
                <a:gd name="connsiteY17" fmla="*/ 1687 h 38816"/>
                <a:gd name="connsiteX18" fmla="*/ 12909 w 25772"/>
                <a:gd name="connsiteY18" fmla="*/ 22 h 38816"/>
                <a:gd name="connsiteX19" fmla="*/ 12909 w 25772"/>
                <a:gd name="connsiteY19" fmla="*/ 22 h 38816"/>
                <a:gd name="connsiteX20" fmla="*/ 22332 w 25772"/>
                <a:gd name="connsiteY20" fmla="*/ 19341 h 38816"/>
                <a:gd name="connsiteX21" fmla="*/ 21972 w 25772"/>
                <a:gd name="connsiteY21" fmla="*/ 13314 h 38816"/>
                <a:gd name="connsiteX22" fmla="*/ 20600 w 25772"/>
                <a:gd name="connsiteY22" fmla="*/ 8051 h 38816"/>
                <a:gd name="connsiteX23" fmla="*/ 17722 w 25772"/>
                <a:gd name="connsiteY23" fmla="*/ 4318 h 38816"/>
                <a:gd name="connsiteX24" fmla="*/ 12841 w 25772"/>
                <a:gd name="connsiteY24" fmla="*/ 2924 h 38816"/>
                <a:gd name="connsiteX25" fmla="*/ 8163 w 25772"/>
                <a:gd name="connsiteY25" fmla="*/ 4363 h 38816"/>
                <a:gd name="connsiteX26" fmla="*/ 5330 w 25772"/>
                <a:gd name="connsiteY26" fmla="*/ 8164 h 38816"/>
                <a:gd name="connsiteX27" fmla="*/ 3891 w 25772"/>
                <a:gd name="connsiteY27" fmla="*/ 13561 h 38816"/>
                <a:gd name="connsiteX28" fmla="*/ 3486 w 25772"/>
                <a:gd name="connsiteY28" fmla="*/ 19723 h 38816"/>
                <a:gd name="connsiteX29" fmla="*/ 3936 w 25772"/>
                <a:gd name="connsiteY29" fmla="*/ 26380 h 38816"/>
                <a:gd name="connsiteX30" fmla="*/ 5465 w 25772"/>
                <a:gd name="connsiteY30" fmla="*/ 31485 h 38816"/>
                <a:gd name="connsiteX31" fmla="*/ 8344 w 25772"/>
                <a:gd name="connsiteY31" fmla="*/ 34746 h 38816"/>
                <a:gd name="connsiteX32" fmla="*/ 12909 w 25772"/>
                <a:gd name="connsiteY32" fmla="*/ 35916 h 38816"/>
                <a:gd name="connsiteX33" fmla="*/ 17857 w 25772"/>
                <a:gd name="connsiteY33" fmla="*/ 34409 h 38816"/>
                <a:gd name="connsiteX34" fmla="*/ 20690 w 25772"/>
                <a:gd name="connsiteY34" fmla="*/ 30518 h 38816"/>
                <a:gd name="connsiteX35" fmla="*/ 21995 w 25772"/>
                <a:gd name="connsiteY35" fmla="*/ 25166 h 38816"/>
                <a:gd name="connsiteX36" fmla="*/ 22309 w 25772"/>
                <a:gd name="connsiteY36" fmla="*/ 19341 h 38816"/>
                <a:gd name="connsiteX37" fmla="*/ 22332 w 25772"/>
                <a:gd name="connsiteY37" fmla="*/ 19341 h 38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6">
                  <a:moveTo>
                    <a:pt x="12932" y="0"/>
                  </a:moveTo>
                  <a:cubicBezTo>
                    <a:pt x="14798" y="0"/>
                    <a:pt x="16418"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687"/>
                    <a:pt x="25773" y="18217"/>
                    <a:pt x="25773" y="19701"/>
                  </a:cubicBezTo>
                  <a:cubicBezTo>
                    <a:pt x="25773" y="22220"/>
                    <a:pt x="25593" y="24626"/>
                    <a:pt x="25233" y="26942"/>
                  </a:cubicBezTo>
                  <a:cubicBezTo>
                    <a:pt x="24874" y="29236"/>
                    <a:pt x="24221" y="31283"/>
                    <a:pt x="23254" y="33037"/>
                  </a:cubicBezTo>
                  <a:cubicBezTo>
                    <a:pt x="22309"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899" y="29169"/>
                    <a:pt x="540" y="26808"/>
                  </a:cubicBezTo>
                  <a:cubicBezTo>
                    <a:pt x="180" y="24446"/>
                    <a:pt x="0" y="21950"/>
                    <a:pt x="0" y="19341"/>
                  </a:cubicBezTo>
                  <a:cubicBezTo>
                    <a:pt x="0" y="16935"/>
                    <a:pt x="158" y="14573"/>
                    <a:pt x="495" y="12279"/>
                  </a:cubicBezTo>
                  <a:cubicBezTo>
                    <a:pt x="809" y="9985"/>
                    <a:pt x="1439" y="7916"/>
                    <a:pt x="2362" y="6095"/>
                  </a:cubicBezTo>
                  <a:cubicBezTo>
                    <a:pt x="3283" y="4273"/>
                    <a:pt x="4588" y="2811"/>
                    <a:pt x="6275" y="1687"/>
                  </a:cubicBezTo>
                  <a:cubicBezTo>
                    <a:pt x="7961" y="562"/>
                    <a:pt x="10188" y="22"/>
                    <a:pt x="12909" y="22"/>
                  </a:cubicBezTo>
                  <a:lnTo>
                    <a:pt x="12909" y="22"/>
                  </a:lnTo>
                  <a:close/>
                  <a:moveTo>
                    <a:pt x="22332" y="19341"/>
                  </a:moveTo>
                  <a:cubicBezTo>
                    <a:pt x="22332" y="17294"/>
                    <a:pt x="22219" y="15293"/>
                    <a:pt x="21972" y="13314"/>
                  </a:cubicBezTo>
                  <a:cubicBezTo>
                    <a:pt x="21725" y="11335"/>
                    <a:pt x="21275" y="9603"/>
                    <a:pt x="20600" y="8051"/>
                  </a:cubicBezTo>
                  <a:cubicBezTo>
                    <a:pt x="19925" y="6499"/>
                    <a:pt x="18959" y="5263"/>
                    <a:pt x="17722" y="4318"/>
                  </a:cubicBezTo>
                  <a:cubicBezTo>
                    <a:pt x="16485" y="3373"/>
                    <a:pt x="14843" y="2924"/>
                    <a:pt x="12841" y="2924"/>
                  </a:cubicBezTo>
                  <a:cubicBezTo>
                    <a:pt x="10840" y="2924"/>
                    <a:pt x="9378" y="3396"/>
                    <a:pt x="8163" y="4363"/>
                  </a:cubicBezTo>
                  <a:cubicBezTo>
                    <a:pt x="6949" y="5330"/>
                    <a:pt x="6005" y="6589"/>
                    <a:pt x="5330" y="8164"/>
                  </a:cubicBezTo>
                  <a:cubicBezTo>
                    <a:pt x="4655" y="9738"/>
                    <a:pt x="4160" y="11537"/>
                    <a:pt x="3891" y="13561"/>
                  </a:cubicBezTo>
                  <a:cubicBezTo>
                    <a:pt x="3621" y="15585"/>
                    <a:pt x="3486" y="17632"/>
                    <a:pt x="3486" y="19723"/>
                  </a:cubicBezTo>
                  <a:cubicBezTo>
                    <a:pt x="3486" y="22175"/>
                    <a:pt x="3643" y="24401"/>
                    <a:pt x="3936" y="26380"/>
                  </a:cubicBezTo>
                  <a:cubicBezTo>
                    <a:pt x="4250" y="28382"/>
                    <a:pt x="4745" y="30069"/>
                    <a:pt x="5465" y="31485"/>
                  </a:cubicBezTo>
                  <a:cubicBezTo>
                    <a:pt x="6185" y="32880"/>
                    <a:pt x="7152" y="33982"/>
                    <a:pt x="8344" y="34746"/>
                  </a:cubicBezTo>
                  <a:cubicBezTo>
                    <a:pt x="9558" y="35511"/>
                    <a:pt x="11065" y="35916"/>
                    <a:pt x="12909" y="35916"/>
                  </a:cubicBezTo>
                  <a:cubicBezTo>
                    <a:pt x="14955" y="35916"/>
                    <a:pt x="16597" y="35421"/>
                    <a:pt x="17857" y="34409"/>
                  </a:cubicBezTo>
                  <a:cubicBezTo>
                    <a:pt x="19094" y="33397"/>
                    <a:pt x="20038" y="32115"/>
                    <a:pt x="20690" y="30518"/>
                  </a:cubicBezTo>
                  <a:cubicBezTo>
                    <a:pt x="21343" y="28922"/>
                    <a:pt x="21770" y="27145"/>
                    <a:pt x="21995" y="25166"/>
                  </a:cubicBezTo>
                  <a:cubicBezTo>
                    <a:pt x="22219" y="23187"/>
                    <a:pt x="22309" y="21253"/>
                    <a:pt x="22309" y="19341"/>
                  </a:cubicBezTo>
                  <a:lnTo>
                    <a:pt x="22332" y="19341"/>
                  </a:lnTo>
                  <a:close/>
                </a:path>
              </a:pathLst>
            </a:custGeom>
            <a:solidFill>
              <a:srgbClr val="000000"/>
            </a:solidFill>
            <a:ln w="2249" cap="flat">
              <a:noFill/>
              <a:prstDash val="solid"/>
              <a:miter/>
            </a:ln>
          </p:spPr>
          <p:txBody>
            <a:bodyPr rtlCol="0" anchor="ctr"/>
            <a:lstStyle/>
            <a:p>
              <a:endParaRPr lang="en-US"/>
            </a:p>
          </p:txBody>
        </p:sp>
        <p:grpSp>
          <p:nvGrpSpPr>
            <p:cNvPr id="5065" name="Graphic 3">
              <a:extLst>
                <a:ext uri="{FF2B5EF4-FFF2-40B4-BE49-F238E27FC236}">
                  <a16:creationId xmlns:a16="http://schemas.microsoft.com/office/drawing/2014/main" id="{3E7137E3-79D9-971E-6835-92B358FB4CC5}"/>
                </a:ext>
              </a:extLst>
            </p:cNvPr>
            <p:cNvGrpSpPr/>
            <p:nvPr/>
          </p:nvGrpSpPr>
          <p:grpSpPr>
            <a:xfrm>
              <a:off x="2310768" y="6223546"/>
              <a:ext cx="297216" cy="164208"/>
              <a:chOff x="7433186" y="3128882"/>
              <a:chExt cx="70257" cy="38816"/>
            </a:xfrm>
            <a:solidFill>
              <a:srgbClr val="000000"/>
            </a:solidFill>
          </p:grpSpPr>
          <p:sp>
            <p:nvSpPr>
              <p:cNvPr id="5066" name="Freeform 5065">
                <a:extLst>
                  <a:ext uri="{FF2B5EF4-FFF2-40B4-BE49-F238E27FC236}">
                    <a16:creationId xmlns:a16="http://schemas.microsoft.com/office/drawing/2014/main" id="{9197EC41-47E3-979A-CFB0-37464315CC86}"/>
                  </a:ext>
                </a:extLst>
              </p:cNvPr>
              <p:cNvSpPr/>
              <p:nvPr/>
            </p:nvSpPr>
            <p:spPr>
              <a:xfrm>
                <a:off x="7433186" y="3128882"/>
                <a:ext cx="25772" cy="38816"/>
              </a:xfrm>
              <a:custGeom>
                <a:avLst/>
                <a:gdLst>
                  <a:gd name="connsiteX0" fmla="*/ 12932 w 25772"/>
                  <a:gd name="connsiteY0" fmla="*/ 0 h 38816"/>
                  <a:gd name="connsiteX1" fmla="*/ 17789 w 25772"/>
                  <a:gd name="connsiteY1" fmla="*/ 832 h 38816"/>
                  <a:gd name="connsiteX2" fmla="*/ 21275 w 25772"/>
                  <a:gd name="connsiteY2" fmla="*/ 3126 h 38816"/>
                  <a:gd name="connsiteX3" fmla="*/ 23592 w 25772"/>
                  <a:gd name="connsiteY3" fmla="*/ 6522 h 38816"/>
                  <a:gd name="connsiteX4" fmla="*/ 24963 w 25772"/>
                  <a:gd name="connsiteY4" fmla="*/ 10660 h 38816"/>
                  <a:gd name="connsiteX5" fmla="*/ 25615 w 25772"/>
                  <a:gd name="connsiteY5" fmla="*/ 15158 h 38816"/>
                  <a:gd name="connsiteX6" fmla="*/ 25773 w 25772"/>
                  <a:gd name="connsiteY6" fmla="*/ 19701 h 38816"/>
                  <a:gd name="connsiteX7" fmla="*/ 25233 w 25772"/>
                  <a:gd name="connsiteY7" fmla="*/ 26942 h 38816"/>
                  <a:gd name="connsiteX8" fmla="*/ 23254 w 25772"/>
                  <a:gd name="connsiteY8" fmla="*/ 33037 h 38816"/>
                  <a:gd name="connsiteX9" fmla="*/ 19341 w 25772"/>
                  <a:gd name="connsiteY9" fmla="*/ 37243 h 38816"/>
                  <a:gd name="connsiteX10" fmla="*/ 12909 w 25772"/>
                  <a:gd name="connsiteY10" fmla="*/ 38817 h 38816"/>
                  <a:gd name="connsiteX11" fmla="*/ 6454 w 25772"/>
                  <a:gd name="connsiteY11" fmla="*/ 37243 h 38816"/>
                  <a:gd name="connsiteX12" fmla="*/ 2519 w 25772"/>
                  <a:gd name="connsiteY12" fmla="*/ 33015 h 38816"/>
                  <a:gd name="connsiteX13" fmla="*/ 540 w 25772"/>
                  <a:gd name="connsiteY13" fmla="*/ 26808 h 38816"/>
                  <a:gd name="connsiteX14" fmla="*/ 0 w 25772"/>
                  <a:gd name="connsiteY14" fmla="*/ 19341 h 38816"/>
                  <a:gd name="connsiteX15" fmla="*/ 495 w 25772"/>
                  <a:gd name="connsiteY15" fmla="*/ 12279 h 38816"/>
                  <a:gd name="connsiteX16" fmla="*/ 2362 w 25772"/>
                  <a:gd name="connsiteY16" fmla="*/ 6095 h 38816"/>
                  <a:gd name="connsiteX17" fmla="*/ 6275 w 25772"/>
                  <a:gd name="connsiteY17" fmla="*/ 1687 h 38816"/>
                  <a:gd name="connsiteX18" fmla="*/ 12909 w 25772"/>
                  <a:gd name="connsiteY18" fmla="*/ 22 h 38816"/>
                  <a:gd name="connsiteX19" fmla="*/ 12909 w 25772"/>
                  <a:gd name="connsiteY19" fmla="*/ 22 h 38816"/>
                  <a:gd name="connsiteX20" fmla="*/ 22332 w 25772"/>
                  <a:gd name="connsiteY20" fmla="*/ 19341 h 38816"/>
                  <a:gd name="connsiteX21" fmla="*/ 21972 w 25772"/>
                  <a:gd name="connsiteY21" fmla="*/ 13314 h 38816"/>
                  <a:gd name="connsiteX22" fmla="*/ 20600 w 25772"/>
                  <a:gd name="connsiteY22" fmla="*/ 8051 h 38816"/>
                  <a:gd name="connsiteX23" fmla="*/ 17722 w 25772"/>
                  <a:gd name="connsiteY23" fmla="*/ 4318 h 38816"/>
                  <a:gd name="connsiteX24" fmla="*/ 12841 w 25772"/>
                  <a:gd name="connsiteY24" fmla="*/ 2924 h 38816"/>
                  <a:gd name="connsiteX25" fmla="*/ 8163 w 25772"/>
                  <a:gd name="connsiteY25" fmla="*/ 4363 h 38816"/>
                  <a:gd name="connsiteX26" fmla="*/ 5330 w 25772"/>
                  <a:gd name="connsiteY26" fmla="*/ 8164 h 38816"/>
                  <a:gd name="connsiteX27" fmla="*/ 3891 w 25772"/>
                  <a:gd name="connsiteY27" fmla="*/ 13561 h 38816"/>
                  <a:gd name="connsiteX28" fmla="*/ 3486 w 25772"/>
                  <a:gd name="connsiteY28" fmla="*/ 19723 h 38816"/>
                  <a:gd name="connsiteX29" fmla="*/ 3936 w 25772"/>
                  <a:gd name="connsiteY29" fmla="*/ 26380 h 38816"/>
                  <a:gd name="connsiteX30" fmla="*/ 5465 w 25772"/>
                  <a:gd name="connsiteY30" fmla="*/ 31485 h 38816"/>
                  <a:gd name="connsiteX31" fmla="*/ 8344 w 25772"/>
                  <a:gd name="connsiteY31" fmla="*/ 34746 h 38816"/>
                  <a:gd name="connsiteX32" fmla="*/ 12909 w 25772"/>
                  <a:gd name="connsiteY32" fmla="*/ 35916 h 38816"/>
                  <a:gd name="connsiteX33" fmla="*/ 17857 w 25772"/>
                  <a:gd name="connsiteY33" fmla="*/ 34409 h 38816"/>
                  <a:gd name="connsiteX34" fmla="*/ 20690 w 25772"/>
                  <a:gd name="connsiteY34" fmla="*/ 30518 h 38816"/>
                  <a:gd name="connsiteX35" fmla="*/ 21995 w 25772"/>
                  <a:gd name="connsiteY35" fmla="*/ 25166 h 38816"/>
                  <a:gd name="connsiteX36" fmla="*/ 22309 w 25772"/>
                  <a:gd name="connsiteY36" fmla="*/ 19341 h 38816"/>
                  <a:gd name="connsiteX37" fmla="*/ 22332 w 25772"/>
                  <a:gd name="connsiteY37" fmla="*/ 19341 h 38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6">
                    <a:moveTo>
                      <a:pt x="12932" y="0"/>
                    </a:moveTo>
                    <a:cubicBezTo>
                      <a:pt x="14798" y="0"/>
                      <a:pt x="16418"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710"/>
                      <a:pt x="25773" y="18217"/>
                      <a:pt x="25773" y="19701"/>
                    </a:cubicBezTo>
                    <a:cubicBezTo>
                      <a:pt x="25773" y="22220"/>
                      <a:pt x="25593" y="24626"/>
                      <a:pt x="25233" y="26942"/>
                    </a:cubicBezTo>
                    <a:cubicBezTo>
                      <a:pt x="24874" y="29259"/>
                      <a:pt x="24221" y="31283"/>
                      <a:pt x="23254" y="33037"/>
                    </a:cubicBezTo>
                    <a:cubicBezTo>
                      <a:pt x="22309" y="34791"/>
                      <a:pt x="21005" y="36208"/>
                      <a:pt x="19341" y="37243"/>
                    </a:cubicBezTo>
                    <a:cubicBezTo>
                      <a:pt x="17677" y="38277"/>
                      <a:pt x="15540" y="38817"/>
                      <a:pt x="12909" y="38817"/>
                    </a:cubicBezTo>
                    <a:cubicBezTo>
                      <a:pt x="10278" y="38817"/>
                      <a:pt x="8141" y="38300"/>
                      <a:pt x="6454" y="37243"/>
                    </a:cubicBezTo>
                    <a:cubicBezTo>
                      <a:pt x="4768" y="36186"/>
                      <a:pt x="3463" y="34791"/>
                      <a:pt x="2519" y="33015"/>
                    </a:cubicBezTo>
                    <a:cubicBezTo>
                      <a:pt x="1574" y="31238"/>
                      <a:pt x="899" y="29169"/>
                      <a:pt x="540" y="26808"/>
                    </a:cubicBezTo>
                    <a:cubicBezTo>
                      <a:pt x="180" y="24446"/>
                      <a:pt x="0" y="21950"/>
                      <a:pt x="0" y="19341"/>
                    </a:cubicBezTo>
                    <a:cubicBezTo>
                      <a:pt x="0" y="16935"/>
                      <a:pt x="158" y="14573"/>
                      <a:pt x="495" y="12279"/>
                    </a:cubicBezTo>
                    <a:cubicBezTo>
                      <a:pt x="809" y="9985"/>
                      <a:pt x="1439" y="7916"/>
                      <a:pt x="2362" y="6095"/>
                    </a:cubicBezTo>
                    <a:cubicBezTo>
                      <a:pt x="3283" y="4273"/>
                      <a:pt x="4588" y="2811"/>
                      <a:pt x="6275" y="1687"/>
                    </a:cubicBezTo>
                    <a:cubicBezTo>
                      <a:pt x="7961" y="562"/>
                      <a:pt x="10188" y="22"/>
                      <a:pt x="12909" y="22"/>
                    </a:cubicBezTo>
                    <a:lnTo>
                      <a:pt x="12909" y="22"/>
                    </a:lnTo>
                    <a:close/>
                    <a:moveTo>
                      <a:pt x="22332" y="19341"/>
                    </a:moveTo>
                    <a:cubicBezTo>
                      <a:pt x="22332" y="17294"/>
                      <a:pt x="22219" y="15293"/>
                      <a:pt x="21972" y="13314"/>
                    </a:cubicBezTo>
                    <a:cubicBezTo>
                      <a:pt x="21747" y="11357"/>
                      <a:pt x="21275" y="9603"/>
                      <a:pt x="20600" y="8051"/>
                    </a:cubicBezTo>
                    <a:cubicBezTo>
                      <a:pt x="19925" y="6499"/>
                      <a:pt x="18959" y="5263"/>
                      <a:pt x="17722" y="4318"/>
                    </a:cubicBezTo>
                    <a:cubicBezTo>
                      <a:pt x="16485" y="3373"/>
                      <a:pt x="14843" y="2924"/>
                      <a:pt x="12841" y="2924"/>
                    </a:cubicBezTo>
                    <a:cubicBezTo>
                      <a:pt x="10840" y="2924"/>
                      <a:pt x="9378" y="3396"/>
                      <a:pt x="8163" y="4363"/>
                    </a:cubicBezTo>
                    <a:cubicBezTo>
                      <a:pt x="6949" y="5330"/>
                      <a:pt x="6005" y="6589"/>
                      <a:pt x="5330" y="8164"/>
                    </a:cubicBezTo>
                    <a:cubicBezTo>
                      <a:pt x="4655" y="9738"/>
                      <a:pt x="4160" y="11537"/>
                      <a:pt x="3891" y="13561"/>
                    </a:cubicBezTo>
                    <a:cubicBezTo>
                      <a:pt x="3621" y="15585"/>
                      <a:pt x="3486" y="17632"/>
                      <a:pt x="3486" y="19723"/>
                    </a:cubicBezTo>
                    <a:cubicBezTo>
                      <a:pt x="3486" y="22175"/>
                      <a:pt x="3643" y="24401"/>
                      <a:pt x="3936" y="26380"/>
                    </a:cubicBezTo>
                    <a:cubicBezTo>
                      <a:pt x="4250" y="28382"/>
                      <a:pt x="4745" y="30069"/>
                      <a:pt x="5465" y="31485"/>
                    </a:cubicBezTo>
                    <a:cubicBezTo>
                      <a:pt x="6185" y="32880"/>
                      <a:pt x="7152" y="33982"/>
                      <a:pt x="8344" y="34746"/>
                    </a:cubicBezTo>
                    <a:cubicBezTo>
                      <a:pt x="9558" y="35511"/>
                      <a:pt x="11065" y="35916"/>
                      <a:pt x="12909" y="35916"/>
                    </a:cubicBezTo>
                    <a:cubicBezTo>
                      <a:pt x="14955" y="35916"/>
                      <a:pt x="16597" y="35421"/>
                      <a:pt x="17857" y="34409"/>
                    </a:cubicBezTo>
                    <a:cubicBezTo>
                      <a:pt x="19116" y="33397"/>
                      <a:pt x="20038" y="32115"/>
                      <a:pt x="20690" y="30518"/>
                    </a:cubicBezTo>
                    <a:cubicBezTo>
                      <a:pt x="21343" y="28922"/>
                      <a:pt x="21770" y="27145"/>
                      <a:pt x="21995" y="25166"/>
                    </a:cubicBezTo>
                    <a:cubicBezTo>
                      <a:pt x="22219" y="23187"/>
                      <a:pt x="22309" y="21253"/>
                      <a:pt x="22309" y="19341"/>
                    </a:cubicBezTo>
                    <a:lnTo>
                      <a:pt x="22332" y="19341"/>
                    </a:lnTo>
                    <a:close/>
                  </a:path>
                </a:pathLst>
              </a:custGeom>
              <a:solidFill>
                <a:srgbClr val="000000"/>
              </a:solidFill>
              <a:ln w="2249" cap="flat">
                <a:noFill/>
                <a:prstDash val="solid"/>
                <a:miter/>
              </a:ln>
            </p:spPr>
            <p:txBody>
              <a:bodyPr rtlCol="0" anchor="ctr"/>
              <a:lstStyle/>
              <a:p>
                <a:endParaRPr lang="en-US"/>
              </a:p>
            </p:txBody>
          </p:sp>
          <p:sp>
            <p:nvSpPr>
              <p:cNvPr id="5067" name="Freeform 5066">
                <a:extLst>
                  <a:ext uri="{FF2B5EF4-FFF2-40B4-BE49-F238E27FC236}">
                    <a16:creationId xmlns:a16="http://schemas.microsoft.com/office/drawing/2014/main" id="{D6DF56C2-1CA1-AE73-9DAD-6606F321F48F}"/>
                  </a:ext>
                </a:extLst>
              </p:cNvPr>
              <p:cNvSpPr/>
              <p:nvPr/>
            </p:nvSpPr>
            <p:spPr>
              <a:xfrm>
                <a:off x="7466628" y="3162189"/>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000000"/>
              </a:solidFill>
              <a:ln w="2249" cap="flat">
                <a:noFill/>
                <a:prstDash val="solid"/>
                <a:miter/>
              </a:ln>
            </p:spPr>
            <p:txBody>
              <a:bodyPr rtlCol="0" anchor="ctr"/>
              <a:lstStyle/>
              <a:p>
                <a:endParaRPr lang="en-US"/>
              </a:p>
            </p:txBody>
          </p:sp>
          <p:sp>
            <p:nvSpPr>
              <p:cNvPr id="5068" name="Freeform 5067">
                <a:extLst>
                  <a:ext uri="{FF2B5EF4-FFF2-40B4-BE49-F238E27FC236}">
                    <a16:creationId xmlns:a16="http://schemas.microsoft.com/office/drawing/2014/main" id="{61C38F8C-703C-110F-FB98-83DABF2BD7C8}"/>
                  </a:ext>
                </a:extLst>
              </p:cNvPr>
              <p:cNvSpPr/>
              <p:nvPr/>
            </p:nvSpPr>
            <p:spPr>
              <a:xfrm>
                <a:off x="7478030" y="3129242"/>
                <a:ext cx="25413" cy="38389"/>
              </a:xfrm>
              <a:custGeom>
                <a:avLst/>
                <a:gdLst>
                  <a:gd name="connsiteX0" fmla="*/ 3441 w 25413"/>
                  <a:gd name="connsiteY0" fmla="*/ 27820 h 38389"/>
                  <a:gd name="connsiteX1" fmla="*/ 6544 w 25413"/>
                  <a:gd name="connsiteY1" fmla="*/ 33622 h 38389"/>
                  <a:gd name="connsiteX2" fmla="*/ 12841 w 25413"/>
                  <a:gd name="connsiteY2" fmla="*/ 35534 h 38389"/>
                  <a:gd name="connsiteX3" fmla="*/ 16643 w 25413"/>
                  <a:gd name="connsiteY3" fmla="*/ 34769 h 38389"/>
                  <a:gd name="connsiteX4" fmla="*/ 19521 w 25413"/>
                  <a:gd name="connsiteY4" fmla="*/ 32700 h 38389"/>
                  <a:gd name="connsiteX5" fmla="*/ 21320 w 25413"/>
                  <a:gd name="connsiteY5" fmla="*/ 29619 h 38389"/>
                  <a:gd name="connsiteX6" fmla="*/ 21950 w 25413"/>
                  <a:gd name="connsiteY6" fmla="*/ 25818 h 38389"/>
                  <a:gd name="connsiteX7" fmla="*/ 21275 w 25413"/>
                  <a:gd name="connsiteY7" fmla="*/ 21927 h 38389"/>
                  <a:gd name="connsiteX8" fmla="*/ 19386 w 25413"/>
                  <a:gd name="connsiteY8" fmla="*/ 18846 h 38389"/>
                  <a:gd name="connsiteX9" fmla="*/ 16418 w 25413"/>
                  <a:gd name="connsiteY9" fmla="*/ 16845 h 38389"/>
                  <a:gd name="connsiteX10" fmla="*/ 12504 w 25413"/>
                  <a:gd name="connsiteY10" fmla="*/ 16148 h 38389"/>
                  <a:gd name="connsiteX11" fmla="*/ 7871 w 25413"/>
                  <a:gd name="connsiteY11" fmla="*/ 17092 h 38389"/>
                  <a:gd name="connsiteX12" fmla="*/ 4251 w 25413"/>
                  <a:gd name="connsiteY12" fmla="*/ 20083 h 38389"/>
                  <a:gd name="connsiteX13" fmla="*/ 1395 w 25413"/>
                  <a:gd name="connsiteY13" fmla="*/ 19701 h 38389"/>
                  <a:gd name="connsiteX14" fmla="*/ 4475 w 25413"/>
                  <a:gd name="connsiteY14" fmla="*/ 0 h 38389"/>
                  <a:gd name="connsiteX15" fmla="*/ 23367 w 25413"/>
                  <a:gd name="connsiteY15" fmla="*/ 0 h 38389"/>
                  <a:gd name="connsiteX16" fmla="*/ 23367 w 25413"/>
                  <a:gd name="connsiteY16" fmla="*/ 2924 h 38389"/>
                  <a:gd name="connsiteX17" fmla="*/ 7399 w 25413"/>
                  <a:gd name="connsiteY17" fmla="*/ 2924 h 38389"/>
                  <a:gd name="connsiteX18" fmla="*/ 5015 w 25413"/>
                  <a:gd name="connsiteY18" fmla="*/ 15720 h 38389"/>
                  <a:gd name="connsiteX19" fmla="*/ 7085 w 25413"/>
                  <a:gd name="connsiteY19" fmla="*/ 14528 h 38389"/>
                  <a:gd name="connsiteX20" fmla="*/ 8996 w 25413"/>
                  <a:gd name="connsiteY20" fmla="*/ 13741 h 38389"/>
                  <a:gd name="connsiteX21" fmla="*/ 11020 w 25413"/>
                  <a:gd name="connsiteY21" fmla="*/ 13336 h 38389"/>
                  <a:gd name="connsiteX22" fmla="*/ 13359 w 25413"/>
                  <a:gd name="connsiteY22" fmla="*/ 13224 h 38389"/>
                  <a:gd name="connsiteX23" fmla="*/ 18172 w 25413"/>
                  <a:gd name="connsiteY23" fmla="*/ 14078 h 38389"/>
                  <a:gd name="connsiteX24" fmla="*/ 21995 w 25413"/>
                  <a:gd name="connsiteY24" fmla="*/ 16552 h 38389"/>
                  <a:gd name="connsiteX25" fmla="*/ 24514 w 25413"/>
                  <a:gd name="connsiteY25" fmla="*/ 20510 h 38389"/>
                  <a:gd name="connsiteX26" fmla="*/ 25413 w 25413"/>
                  <a:gd name="connsiteY26" fmla="*/ 25773 h 38389"/>
                  <a:gd name="connsiteX27" fmla="*/ 24424 w 25413"/>
                  <a:gd name="connsiteY27" fmla="*/ 31148 h 38389"/>
                  <a:gd name="connsiteX28" fmla="*/ 21747 w 25413"/>
                  <a:gd name="connsiteY28" fmla="*/ 35106 h 38389"/>
                  <a:gd name="connsiteX29" fmla="*/ 17879 w 25413"/>
                  <a:gd name="connsiteY29" fmla="*/ 37558 h 38389"/>
                  <a:gd name="connsiteX30" fmla="*/ 13381 w 25413"/>
                  <a:gd name="connsiteY30" fmla="*/ 38390 h 38389"/>
                  <a:gd name="connsiteX31" fmla="*/ 8344 w 25413"/>
                  <a:gd name="connsiteY31" fmla="*/ 37850 h 38389"/>
                  <a:gd name="connsiteX32" fmla="*/ 4206 w 25413"/>
                  <a:gd name="connsiteY32" fmla="*/ 36051 h 38389"/>
                  <a:gd name="connsiteX33" fmla="*/ 1327 w 25413"/>
                  <a:gd name="connsiteY33" fmla="*/ 32767 h 38389"/>
                  <a:gd name="connsiteX34" fmla="*/ 0 w 25413"/>
                  <a:gd name="connsiteY34" fmla="*/ 27775 h 38389"/>
                  <a:gd name="connsiteX35" fmla="*/ 3463 w 25413"/>
                  <a:gd name="connsiteY35" fmla="*/ 27775 h 38389"/>
                  <a:gd name="connsiteX36" fmla="*/ 3463 w 25413"/>
                  <a:gd name="connsiteY36" fmla="*/ 27820 h 38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5413" h="38389">
                    <a:moveTo>
                      <a:pt x="3441" y="27820"/>
                    </a:moveTo>
                    <a:cubicBezTo>
                      <a:pt x="3801" y="30406"/>
                      <a:pt x="4836" y="32340"/>
                      <a:pt x="6544" y="33622"/>
                    </a:cubicBezTo>
                    <a:cubicBezTo>
                      <a:pt x="8254" y="34904"/>
                      <a:pt x="10345" y="35534"/>
                      <a:pt x="12841" y="35534"/>
                    </a:cubicBezTo>
                    <a:cubicBezTo>
                      <a:pt x="14236" y="35534"/>
                      <a:pt x="15518" y="35286"/>
                      <a:pt x="16643" y="34769"/>
                    </a:cubicBezTo>
                    <a:cubicBezTo>
                      <a:pt x="17767" y="34252"/>
                      <a:pt x="18734" y="33577"/>
                      <a:pt x="19521" y="32700"/>
                    </a:cubicBezTo>
                    <a:cubicBezTo>
                      <a:pt x="20308" y="31823"/>
                      <a:pt x="20915" y="30788"/>
                      <a:pt x="21320" y="29619"/>
                    </a:cubicBezTo>
                    <a:cubicBezTo>
                      <a:pt x="21725" y="28449"/>
                      <a:pt x="21950" y="27190"/>
                      <a:pt x="21950" y="25818"/>
                    </a:cubicBezTo>
                    <a:cubicBezTo>
                      <a:pt x="21950" y="24446"/>
                      <a:pt x="21725" y="23119"/>
                      <a:pt x="21275" y="21927"/>
                    </a:cubicBezTo>
                    <a:cubicBezTo>
                      <a:pt x="20825" y="20735"/>
                      <a:pt x="20196" y="19723"/>
                      <a:pt x="19386" y="18846"/>
                    </a:cubicBezTo>
                    <a:cubicBezTo>
                      <a:pt x="18576" y="17992"/>
                      <a:pt x="17587" y="17317"/>
                      <a:pt x="16418" y="16845"/>
                    </a:cubicBezTo>
                    <a:cubicBezTo>
                      <a:pt x="15248" y="16372"/>
                      <a:pt x="13943" y="16148"/>
                      <a:pt x="12504" y="16148"/>
                    </a:cubicBezTo>
                    <a:cubicBezTo>
                      <a:pt x="10773" y="16148"/>
                      <a:pt x="9221" y="16462"/>
                      <a:pt x="7871" y="17092"/>
                    </a:cubicBezTo>
                    <a:cubicBezTo>
                      <a:pt x="6522" y="17722"/>
                      <a:pt x="5308" y="18711"/>
                      <a:pt x="4251" y="20083"/>
                    </a:cubicBezTo>
                    <a:lnTo>
                      <a:pt x="1395" y="19701"/>
                    </a:lnTo>
                    <a:lnTo>
                      <a:pt x="4475" y="0"/>
                    </a:lnTo>
                    <a:lnTo>
                      <a:pt x="23367" y="0"/>
                    </a:lnTo>
                    <a:lnTo>
                      <a:pt x="23367" y="2924"/>
                    </a:lnTo>
                    <a:lnTo>
                      <a:pt x="7399" y="2924"/>
                    </a:lnTo>
                    <a:lnTo>
                      <a:pt x="5015" y="15720"/>
                    </a:lnTo>
                    <a:cubicBezTo>
                      <a:pt x="5780" y="15248"/>
                      <a:pt x="6455" y="14866"/>
                      <a:pt x="7085" y="14528"/>
                    </a:cubicBezTo>
                    <a:cubicBezTo>
                      <a:pt x="7714" y="14213"/>
                      <a:pt x="8344" y="13943"/>
                      <a:pt x="8996" y="13741"/>
                    </a:cubicBezTo>
                    <a:cubicBezTo>
                      <a:pt x="9648" y="13539"/>
                      <a:pt x="10323" y="13404"/>
                      <a:pt x="11020" y="13336"/>
                    </a:cubicBezTo>
                    <a:cubicBezTo>
                      <a:pt x="11717" y="13269"/>
                      <a:pt x="12504" y="13224"/>
                      <a:pt x="13359" y="13224"/>
                    </a:cubicBezTo>
                    <a:cubicBezTo>
                      <a:pt x="15090" y="13224"/>
                      <a:pt x="16687" y="13516"/>
                      <a:pt x="18172" y="14078"/>
                    </a:cubicBezTo>
                    <a:cubicBezTo>
                      <a:pt x="19656" y="14641"/>
                      <a:pt x="20915" y="15473"/>
                      <a:pt x="21995" y="16552"/>
                    </a:cubicBezTo>
                    <a:cubicBezTo>
                      <a:pt x="23074" y="17632"/>
                      <a:pt x="23907" y="18959"/>
                      <a:pt x="24514" y="20510"/>
                    </a:cubicBezTo>
                    <a:cubicBezTo>
                      <a:pt x="25098" y="22085"/>
                      <a:pt x="25413" y="23839"/>
                      <a:pt x="25413" y="25773"/>
                    </a:cubicBezTo>
                    <a:cubicBezTo>
                      <a:pt x="25413" y="27707"/>
                      <a:pt x="25076" y="29574"/>
                      <a:pt x="24424" y="31148"/>
                    </a:cubicBezTo>
                    <a:cubicBezTo>
                      <a:pt x="23749" y="32722"/>
                      <a:pt x="22872" y="34027"/>
                      <a:pt x="21747" y="35106"/>
                    </a:cubicBezTo>
                    <a:cubicBezTo>
                      <a:pt x="20623" y="36186"/>
                      <a:pt x="19341" y="36995"/>
                      <a:pt x="17879" y="37558"/>
                    </a:cubicBezTo>
                    <a:cubicBezTo>
                      <a:pt x="16418" y="38120"/>
                      <a:pt x="14911" y="38390"/>
                      <a:pt x="13381" y="38390"/>
                    </a:cubicBezTo>
                    <a:cubicBezTo>
                      <a:pt x="11582" y="38390"/>
                      <a:pt x="9896" y="38210"/>
                      <a:pt x="8344" y="37850"/>
                    </a:cubicBezTo>
                    <a:cubicBezTo>
                      <a:pt x="6769" y="37490"/>
                      <a:pt x="5398" y="36883"/>
                      <a:pt x="4206" y="36051"/>
                    </a:cubicBezTo>
                    <a:cubicBezTo>
                      <a:pt x="3014" y="35219"/>
                      <a:pt x="2046" y="34117"/>
                      <a:pt x="1327" y="32767"/>
                    </a:cubicBezTo>
                    <a:cubicBezTo>
                      <a:pt x="607" y="31418"/>
                      <a:pt x="158" y="29754"/>
                      <a:pt x="0" y="27775"/>
                    </a:cubicBezTo>
                    <a:lnTo>
                      <a:pt x="3463" y="27775"/>
                    </a:lnTo>
                    <a:lnTo>
                      <a:pt x="3463" y="27820"/>
                    </a:lnTo>
                    <a:close/>
                  </a:path>
                </a:pathLst>
              </a:custGeom>
              <a:solidFill>
                <a:srgbClr val="000000"/>
              </a:solidFill>
              <a:ln w="2249" cap="flat">
                <a:noFill/>
                <a:prstDash val="solid"/>
                <a:miter/>
              </a:ln>
            </p:spPr>
            <p:txBody>
              <a:bodyPr rtlCol="0" anchor="ctr"/>
              <a:lstStyle/>
              <a:p>
                <a:endParaRPr lang="en-US"/>
              </a:p>
            </p:txBody>
          </p:sp>
        </p:grpSp>
        <p:sp>
          <p:nvSpPr>
            <p:cNvPr id="5069" name="Freeform 5068">
              <a:extLst>
                <a:ext uri="{FF2B5EF4-FFF2-40B4-BE49-F238E27FC236}">
                  <a16:creationId xmlns:a16="http://schemas.microsoft.com/office/drawing/2014/main" id="{96335831-08EB-37DF-12E3-AD22B6AF7C33}"/>
                </a:ext>
              </a:extLst>
            </p:cNvPr>
            <p:cNvSpPr/>
            <p:nvPr/>
          </p:nvSpPr>
          <p:spPr>
            <a:xfrm>
              <a:off x="3268257" y="6223546"/>
              <a:ext cx="56133" cy="160976"/>
            </a:xfrm>
            <a:custGeom>
              <a:avLst/>
              <a:gdLst>
                <a:gd name="connsiteX0" fmla="*/ 9828 w 13269"/>
                <a:gd name="connsiteY0" fmla="*/ 9783 h 38052"/>
                <a:gd name="connsiteX1" fmla="*/ 0 w 13269"/>
                <a:gd name="connsiteY1" fmla="*/ 9783 h 38052"/>
                <a:gd name="connsiteX2" fmla="*/ 0 w 13269"/>
                <a:gd name="connsiteY2" fmla="*/ 7512 h 38052"/>
                <a:gd name="connsiteX3" fmla="*/ 3913 w 13269"/>
                <a:gd name="connsiteY3" fmla="*/ 7084 h 38052"/>
                <a:gd name="connsiteX4" fmla="*/ 6995 w 13269"/>
                <a:gd name="connsiteY4" fmla="*/ 6050 h 38052"/>
                <a:gd name="connsiteX5" fmla="*/ 9198 w 13269"/>
                <a:gd name="connsiteY5" fmla="*/ 3868 h 38052"/>
                <a:gd name="connsiteX6" fmla="*/ 10526 w 13269"/>
                <a:gd name="connsiteY6" fmla="*/ 0 h 38052"/>
                <a:gd name="connsiteX7" fmla="*/ 13269 w 13269"/>
                <a:gd name="connsiteY7" fmla="*/ 0 h 38052"/>
                <a:gd name="connsiteX8" fmla="*/ 13269 w 13269"/>
                <a:gd name="connsiteY8" fmla="*/ 38052 h 38052"/>
                <a:gd name="connsiteX9" fmla="*/ 9806 w 13269"/>
                <a:gd name="connsiteY9" fmla="*/ 38052 h 38052"/>
                <a:gd name="connsiteX10" fmla="*/ 9806 w 13269"/>
                <a:gd name="connsiteY10" fmla="*/ 9760 h 38052"/>
                <a:gd name="connsiteX11" fmla="*/ 9828 w 13269"/>
                <a:gd name="connsiteY11" fmla="*/ 9760 h 380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269" h="38052">
                  <a:moveTo>
                    <a:pt x="9828" y="9783"/>
                  </a:moveTo>
                  <a:lnTo>
                    <a:pt x="0" y="9783"/>
                  </a:lnTo>
                  <a:lnTo>
                    <a:pt x="0" y="7512"/>
                  </a:lnTo>
                  <a:cubicBezTo>
                    <a:pt x="1440" y="7399"/>
                    <a:pt x="2744" y="7264"/>
                    <a:pt x="3913" y="7084"/>
                  </a:cubicBezTo>
                  <a:cubicBezTo>
                    <a:pt x="5083" y="6904"/>
                    <a:pt x="6117" y="6567"/>
                    <a:pt x="6995" y="6050"/>
                  </a:cubicBezTo>
                  <a:cubicBezTo>
                    <a:pt x="7871" y="5555"/>
                    <a:pt x="8614" y="4813"/>
                    <a:pt x="9198" y="3868"/>
                  </a:cubicBezTo>
                  <a:cubicBezTo>
                    <a:pt x="9783" y="2924"/>
                    <a:pt x="10233" y="1619"/>
                    <a:pt x="10526" y="0"/>
                  </a:cubicBezTo>
                  <a:lnTo>
                    <a:pt x="13269" y="0"/>
                  </a:lnTo>
                  <a:lnTo>
                    <a:pt x="13269" y="38052"/>
                  </a:lnTo>
                  <a:lnTo>
                    <a:pt x="9806" y="38052"/>
                  </a:lnTo>
                  <a:lnTo>
                    <a:pt x="9806" y="9760"/>
                  </a:lnTo>
                  <a:lnTo>
                    <a:pt x="9828" y="9760"/>
                  </a:lnTo>
                  <a:close/>
                </a:path>
              </a:pathLst>
            </a:custGeom>
            <a:solidFill>
              <a:srgbClr val="000000"/>
            </a:solidFill>
            <a:ln w="2249" cap="flat">
              <a:noFill/>
              <a:prstDash val="solid"/>
              <a:miter/>
            </a:ln>
          </p:spPr>
          <p:txBody>
            <a:bodyPr rtlCol="0" anchor="ctr"/>
            <a:lstStyle/>
            <a:p>
              <a:endParaRPr lang="en-US"/>
            </a:p>
          </p:txBody>
        </p:sp>
        <p:grpSp>
          <p:nvGrpSpPr>
            <p:cNvPr id="5070" name="Graphic 3">
              <a:extLst>
                <a:ext uri="{FF2B5EF4-FFF2-40B4-BE49-F238E27FC236}">
                  <a16:creationId xmlns:a16="http://schemas.microsoft.com/office/drawing/2014/main" id="{D347A447-275C-9F5D-DE2A-2D1545DB4AFA}"/>
                </a:ext>
              </a:extLst>
            </p:cNvPr>
            <p:cNvGrpSpPr/>
            <p:nvPr/>
          </p:nvGrpSpPr>
          <p:grpSpPr>
            <a:xfrm>
              <a:off x="3934717" y="6223546"/>
              <a:ext cx="278568" cy="163924"/>
              <a:chOff x="7817061" y="3128882"/>
              <a:chExt cx="65849" cy="38749"/>
            </a:xfrm>
            <a:solidFill>
              <a:srgbClr val="000000"/>
            </a:solidFill>
          </p:grpSpPr>
          <p:sp>
            <p:nvSpPr>
              <p:cNvPr id="5071" name="Freeform 5070">
                <a:extLst>
                  <a:ext uri="{FF2B5EF4-FFF2-40B4-BE49-F238E27FC236}">
                    <a16:creationId xmlns:a16="http://schemas.microsoft.com/office/drawing/2014/main" id="{86795ADA-5178-A243-B6C1-602465E479D2}"/>
                  </a:ext>
                </a:extLst>
              </p:cNvPr>
              <p:cNvSpPr/>
              <p:nvPr/>
            </p:nvSpPr>
            <p:spPr>
              <a:xfrm>
                <a:off x="7817061" y="3128882"/>
                <a:ext cx="13269" cy="38052"/>
              </a:xfrm>
              <a:custGeom>
                <a:avLst/>
                <a:gdLst>
                  <a:gd name="connsiteX0" fmla="*/ 9828 w 13269"/>
                  <a:gd name="connsiteY0" fmla="*/ 9783 h 38052"/>
                  <a:gd name="connsiteX1" fmla="*/ 0 w 13269"/>
                  <a:gd name="connsiteY1" fmla="*/ 9783 h 38052"/>
                  <a:gd name="connsiteX2" fmla="*/ 0 w 13269"/>
                  <a:gd name="connsiteY2" fmla="*/ 7512 h 38052"/>
                  <a:gd name="connsiteX3" fmla="*/ 3913 w 13269"/>
                  <a:gd name="connsiteY3" fmla="*/ 7084 h 38052"/>
                  <a:gd name="connsiteX4" fmla="*/ 6995 w 13269"/>
                  <a:gd name="connsiteY4" fmla="*/ 6050 h 38052"/>
                  <a:gd name="connsiteX5" fmla="*/ 9198 w 13269"/>
                  <a:gd name="connsiteY5" fmla="*/ 3868 h 38052"/>
                  <a:gd name="connsiteX6" fmla="*/ 10525 w 13269"/>
                  <a:gd name="connsiteY6" fmla="*/ 0 h 38052"/>
                  <a:gd name="connsiteX7" fmla="*/ 13269 w 13269"/>
                  <a:gd name="connsiteY7" fmla="*/ 0 h 38052"/>
                  <a:gd name="connsiteX8" fmla="*/ 13269 w 13269"/>
                  <a:gd name="connsiteY8" fmla="*/ 38052 h 38052"/>
                  <a:gd name="connsiteX9" fmla="*/ 9806 w 13269"/>
                  <a:gd name="connsiteY9" fmla="*/ 38052 h 38052"/>
                  <a:gd name="connsiteX10" fmla="*/ 9806 w 13269"/>
                  <a:gd name="connsiteY10" fmla="*/ 9760 h 38052"/>
                  <a:gd name="connsiteX11" fmla="*/ 9828 w 13269"/>
                  <a:gd name="connsiteY11" fmla="*/ 9760 h 380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269" h="38052">
                    <a:moveTo>
                      <a:pt x="9828" y="9783"/>
                    </a:moveTo>
                    <a:lnTo>
                      <a:pt x="0" y="9783"/>
                    </a:lnTo>
                    <a:lnTo>
                      <a:pt x="0" y="7512"/>
                    </a:lnTo>
                    <a:cubicBezTo>
                      <a:pt x="1440" y="7399"/>
                      <a:pt x="2744" y="7264"/>
                      <a:pt x="3913" y="7084"/>
                    </a:cubicBezTo>
                    <a:cubicBezTo>
                      <a:pt x="5083" y="6904"/>
                      <a:pt x="6117" y="6567"/>
                      <a:pt x="6995" y="6050"/>
                    </a:cubicBezTo>
                    <a:cubicBezTo>
                      <a:pt x="7871" y="5555"/>
                      <a:pt x="8614" y="4813"/>
                      <a:pt x="9198" y="3868"/>
                    </a:cubicBezTo>
                    <a:cubicBezTo>
                      <a:pt x="9783" y="2924"/>
                      <a:pt x="10233" y="1619"/>
                      <a:pt x="10525" y="0"/>
                    </a:cubicBezTo>
                    <a:lnTo>
                      <a:pt x="13269" y="0"/>
                    </a:lnTo>
                    <a:lnTo>
                      <a:pt x="13269" y="38052"/>
                    </a:lnTo>
                    <a:lnTo>
                      <a:pt x="9806" y="38052"/>
                    </a:lnTo>
                    <a:lnTo>
                      <a:pt x="9806" y="9760"/>
                    </a:lnTo>
                    <a:lnTo>
                      <a:pt x="9828" y="9760"/>
                    </a:lnTo>
                    <a:close/>
                  </a:path>
                </a:pathLst>
              </a:custGeom>
              <a:solidFill>
                <a:srgbClr val="000000"/>
              </a:solidFill>
              <a:ln w="2249" cap="flat">
                <a:noFill/>
                <a:prstDash val="solid"/>
                <a:miter/>
              </a:ln>
            </p:spPr>
            <p:txBody>
              <a:bodyPr rtlCol="0" anchor="ctr"/>
              <a:lstStyle/>
              <a:p>
                <a:endParaRPr lang="en-US"/>
              </a:p>
            </p:txBody>
          </p:sp>
          <p:sp>
            <p:nvSpPr>
              <p:cNvPr id="5072" name="Freeform 5071">
                <a:extLst>
                  <a:ext uri="{FF2B5EF4-FFF2-40B4-BE49-F238E27FC236}">
                    <a16:creationId xmlns:a16="http://schemas.microsoft.com/office/drawing/2014/main" id="{54C865B4-2BE2-BC7F-90E7-012BD4E383BD}"/>
                  </a:ext>
                </a:extLst>
              </p:cNvPr>
              <p:cNvSpPr/>
              <p:nvPr/>
            </p:nvSpPr>
            <p:spPr>
              <a:xfrm>
                <a:off x="7846094" y="3162189"/>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000000"/>
              </a:solidFill>
              <a:ln w="2249" cap="flat">
                <a:noFill/>
                <a:prstDash val="solid"/>
                <a:miter/>
              </a:ln>
            </p:spPr>
            <p:txBody>
              <a:bodyPr rtlCol="0" anchor="ctr"/>
              <a:lstStyle/>
              <a:p>
                <a:endParaRPr lang="en-US"/>
              </a:p>
            </p:txBody>
          </p:sp>
          <p:sp>
            <p:nvSpPr>
              <p:cNvPr id="5073" name="Freeform 5072">
                <a:extLst>
                  <a:ext uri="{FF2B5EF4-FFF2-40B4-BE49-F238E27FC236}">
                    <a16:creationId xmlns:a16="http://schemas.microsoft.com/office/drawing/2014/main" id="{3659665B-A5A1-2A73-E351-192C1B46FB9A}"/>
                  </a:ext>
                </a:extLst>
              </p:cNvPr>
              <p:cNvSpPr/>
              <p:nvPr/>
            </p:nvSpPr>
            <p:spPr>
              <a:xfrm>
                <a:off x="7857497" y="3129242"/>
                <a:ext cx="25413" cy="38389"/>
              </a:xfrm>
              <a:custGeom>
                <a:avLst/>
                <a:gdLst>
                  <a:gd name="connsiteX0" fmla="*/ 3441 w 25413"/>
                  <a:gd name="connsiteY0" fmla="*/ 27820 h 38389"/>
                  <a:gd name="connsiteX1" fmla="*/ 6545 w 25413"/>
                  <a:gd name="connsiteY1" fmla="*/ 33622 h 38389"/>
                  <a:gd name="connsiteX2" fmla="*/ 12841 w 25413"/>
                  <a:gd name="connsiteY2" fmla="*/ 35534 h 38389"/>
                  <a:gd name="connsiteX3" fmla="*/ 16643 w 25413"/>
                  <a:gd name="connsiteY3" fmla="*/ 34769 h 38389"/>
                  <a:gd name="connsiteX4" fmla="*/ 19521 w 25413"/>
                  <a:gd name="connsiteY4" fmla="*/ 32700 h 38389"/>
                  <a:gd name="connsiteX5" fmla="*/ 21320 w 25413"/>
                  <a:gd name="connsiteY5" fmla="*/ 29619 h 38389"/>
                  <a:gd name="connsiteX6" fmla="*/ 21950 w 25413"/>
                  <a:gd name="connsiteY6" fmla="*/ 25818 h 38389"/>
                  <a:gd name="connsiteX7" fmla="*/ 21275 w 25413"/>
                  <a:gd name="connsiteY7" fmla="*/ 21927 h 38389"/>
                  <a:gd name="connsiteX8" fmla="*/ 19386 w 25413"/>
                  <a:gd name="connsiteY8" fmla="*/ 18846 h 38389"/>
                  <a:gd name="connsiteX9" fmla="*/ 16418 w 25413"/>
                  <a:gd name="connsiteY9" fmla="*/ 16845 h 38389"/>
                  <a:gd name="connsiteX10" fmla="*/ 12504 w 25413"/>
                  <a:gd name="connsiteY10" fmla="*/ 16148 h 38389"/>
                  <a:gd name="connsiteX11" fmla="*/ 7871 w 25413"/>
                  <a:gd name="connsiteY11" fmla="*/ 17092 h 38389"/>
                  <a:gd name="connsiteX12" fmla="*/ 4251 w 25413"/>
                  <a:gd name="connsiteY12" fmla="*/ 20083 h 38389"/>
                  <a:gd name="connsiteX13" fmla="*/ 1395 w 25413"/>
                  <a:gd name="connsiteY13" fmla="*/ 19701 h 38389"/>
                  <a:gd name="connsiteX14" fmla="*/ 4475 w 25413"/>
                  <a:gd name="connsiteY14" fmla="*/ 0 h 38389"/>
                  <a:gd name="connsiteX15" fmla="*/ 23367 w 25413"/>
                  <a:gd name="connsiteY15" fmla="*/ 0 h 38389"/>
                  <a:gd name="connsiteX16" fmla="*/ 23367 w 25413"/>
                  <a:gd name="connsiteY16" fmla="*/ 2924 h 38389"/>
                  <a:gd name="connsiteX17" fmla="*/ 7399 w 25413"/>
                  <a:gd name="connsiteY17" fmla="*/ 2924 h 38389"/>
                  <a:gd name="connsiteX18" fmla="*/ 5015 w 25413"/>
                  <a:gd name="connsiteY18" fmla="*/ 15720 h 38389"/>
                  <a:gd name="connsiteX19" fmla="*/ 7085 w 25413"/>
                  <a:gd name="connsiteY19" fmla="*/ 14528 h 38389"/>
                  <a:gd name="connsiteX20" fmla="*/ 8996 w 25413"/>
                  <a:gd name="connsiteY20" fmla="*/ 13741 h 38389"/>
                  <a:gd name="connsiteX21" fmla="*/ 11020 w 25413"/>
                  <a:gd name="connsiteY21" fmla="*/ 13336 h 38389"/>
                  <a:gd name="connsiteX22" fmla="*/ 13359 w 25413"/>
                  <a:gd name="connsiteY22" fmla="*/ 13224 h 38389"/>
                  <a:gd name="connsiteX23" fmla="*/ 18172 w 25413"/>
                  <a:gd name="connsiteY23" fmla="*/ 14078 h 38389"/>
                  <a:gd name="connsiteX24" fmla="*/ 21995 w 25413"/>
                  <a:gd name="connsiteY24" fmla="*/ 16552 h 38389"/>
                  <a:gd name="connsiteX25" fmla="*/ 24514 w 25413"/>
                  <a:gd name="connsiteY25" fmla="*/ 20510 h 38389"/>
                  <a:gd name="connsiteX26" fmla="*/ 25413 w 25413"/>
                  <a:gd name="connsiteY26" fmla="*/ 25773 h 38389"/>
                  <a:gd name="connsiteX27" fmla="*/ 24424 w 25413"/>
                  <a:gd name="connsiteY27" fmla="*/ 31148 h 38389"/>
                  <a:gd name="connsiteX28" fmla="*/ 21748 w 25413"/>
                  <a:gd name="connsiteY28" fmla="*/ 35106 h 38389"/>
                  <a:gd name="connsiteX29" fmla="*/ 17879 w 25413"/>
                  <a:gd name="connsiteY29" fmla="*/ 37558 h 38389"/>
                  <a:gd name="connsiteX30" fmla="*/ 13381 w 25413"/>
                  <a:gd name="connsiteY30" fmla="*/ 38390 h 38389"/>
                  <a:gd name="connsiteX31" fmla="*/ 8344 w 25413"/>
                  <a:gd name="connsiteY31" fmla="*/ 37850 h 38389"/>
                  <a:gd name="connsiteX32" fmla="*/ 4206 w 25413"/>
                  <a:gd name="connsiteY32" fmla="*/ 36051 h 38389"/>
                  <a:gd name="connsiteX33" fmla="*/ 1327 w 25413"/>
                  <a:gd name="connsiteY33" fmla="*/ 32767 h 38389"/>
                  <a:gd name="connsiteX34" fmla="*/ 0 w 25413"/>
                  <a:gd name="connsiteY34" fmla="*/ 27775 h 38389"/>
                  <a:gd name="connsiteX35" fmla="*/ 3463 w 25413"/>
                  <a:gd name="connsiteY35" fmla="*/ 27775 h 38389"/>
                  <a:gd name="connsiteX36" fmla="*/ 3463 w 25413"/>
                  <a:gd name="connsiteY36" fmla="*/ 27820 h 38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5413" h="38389">
                    <a:moveTo>
                      <a:pt x="3441" y="27820"/>
                    </a:moveTo>
                    <a:cubicBezTo>
                      <a:pt x="3801" y="30406"/>
                      <a:pt x="4836" y="32340"/>
                      <a:pt x="6545" y="33622"/>
                    </a:cubicBezTo>
                    <a:cubicBezTo>
                      <a:pt x="8254" y="34904"/>
                      <a:pt x="10345" y="35534"/>
                      <a:pt x="12841" y="35534"/>
                    </a:cubicBezTo>
                    <a:cubicBezTo>
                      <a:pt x="14236" y="35534"/>
                      <a:pt x="15518" y="35286"/>
                      <a:pt x="16643" y="34769"/>
                    </a:cubicBezTo>
                    <a:cubicBezTo>
                      <a:pt x="17767" y="34252"/>
                      <a:pt x="18734" y="33577"/>
                      <a:pt x="19521" y="32700"/>
                    </a:cubicBezTo>
                    <a:cubicBezTo>
                      <a:pt x="20308" y="31823"/>
                      <a:pt x="20915" y="30788"/>
                      <a:pt x="21320" y="29619"/>
                    </a:cubicBezTo>
                    <a:cubicBezTo>
                      <a:pt x="21725" y="28449"/>
                      <a:pt x="21950" y="27190"/>
                      <a:pt x="21950" y="25818"/>
                    </a:cubicBezTo>
                    <a:cubicBezTo>
                      <a:pt x="21950" y="24446"/>
                      <a:pt x="21725" y="23119"/>
                      <a:pt x="21275" y="21927"/>
                    </a:cubicBezTo>
                    <a:cubicBezTo>
                      <a:pt x="20825" y="20735"/>
                      <a:pt x="20196" y="19723"/>
                      <a:pt x="19386" y="18846"/>
                    </a:cubicBezTo>
                    <a:cubicBezTo>
                      <a:pt x="18576" y="17992"/>
                      <a:pt x="17587" y="17317"/>
                      <a:pt x="16418" y="16845"/>
                    </a:cubicBezTo>
                    <a:cubicBezTo>
                      <a:pt x="15248" y="16372"/>
                      <a:pt x="13943" y="16148"/>
                      <a:pt x="12504" y="16148"/>
                    </a:cubicBezTo>
                    <a:cubicBezTo>
                      <a:pt x="10773" y="16148"/>
                      <a:pt x="9221" y="16462"/>
                      <a:pt x="7871" y="17092"/>
                    </a:cubicBezTo>
                    <a:cubicBezTo>
                      <a:pt x="6522" y="17722"/>
                      <a:pt x="5308" y="18711"/>
                      <a:pt x="4251" y="20083"/>
                    </a:cubicBezTo>
                    <a:lnTo>
                      <a:pt x="1395" y="19701"/>
                    </a:lnTo>
                    <a:lnTo>
                      <a:pt x="4475" y="0"/>
                    </a:lnTo>
                    <a:lnTo>
                      <a:pt x="23367" y="0"/>
                    </a:lnTo>
                    <a:lnTo>
                      <a:pt x="23367" y="2924"/>
                    </a:lnTo>
                    <a:lnTo>
                      <a:pt x="7399" y="2924"/>
                    </a:lnTo>
                    <a:lnTo>
                      <a:pt x="5015" y="15720"/>
                    </a:lnTo>
                    <a:cubicBezTo>
                      <a:pt x="5780" y="15248"/>
                      <a:pt x="6455" y="14866"/>
                      <a:pt x="7085" y="14528"/>
                    </a:cubicBezTo>
                    <a:cubicBezTo>
                      <a:pt x="7714" y="14213"/>
                      <a:pt x="8344" y="13943"/>
                      <a:pt x="8996" y="13741"/>
                    </a:cubicBezTo>
                    <a:cubicBezTo>
                      <a:pt x="9648" y="13539"/>
                      <a:pt x="10323" y="13404"/>
                      <a:pt x="11020" y="13336"/>
                    </a:cubicBezTo>
                    <a:cubicBezTo>
                      <a:pt x="11717" y="13269"/>
                      <a:pt x="12504" y="13224"/>
                      <a:pt x="13359" y="13224"/>
                    </a:cubicBezTo>
                    <a:cubicBezTo>
                      <a:pt x="15090" y="13224"/>
                      <a:pt x="16688" y="13516"/>
                      <a:pt x="18172" y="14078"/>
                    </a:cubicBezTo>
                    <a:cubicBezTo>
                      <a:pt x="19656" y="14641"/>
                      <a:pt x="20915" y="15473"/>
                      <a:pt x="21995" y="16552"/>
                    </a:cubicBezTo>
                    <a:cubicBezTo>
                      <a:pt x="23074" y="17632"/>
                      <a:pt x="23907" y="18959"/>
                      <a:pt x="24514" y="20510"/>
                    </a:cubicBezTo>
                    <a:cubicBezTo>
                      <a:pt x="25099" y="22085"/>
                      <a:pt x="25413" y="23839"/>
                      <a:pt x="25413" y="25773"/>
                    </a:cubicBezTo>
                    <a:cubicBezTo>
                      <a:pt x="25413" y="27707"/>
                      <a:pt x="25076" y="29574"/>
                      <a:pt x="24424" y="31148"/>
                    </a:cubicBezTo>
                    <a:cubicBezTo>
                      <a:pt x="23749" y="32722"/>
                      <a:pt x="22872" y="34027"/>
                      <a:pt x="21748" y="35106"/>
                    </a:cubicBezTo>
                    <a:cubicBezTo>
                      <a:pt x="20623" y="36186"/>
                      <a:pt x="19341" y="36995"/>
                      <a:pt x="17879" y="37558"/>
                    </a:cubicBezTo>
                    <a:cubicBezTo>
                      <a:pt x="16418" y="38120"/>
                      <a:pt x="14911" y="38390"/>
                      <a:pt x="13381" y="38390"/>
                    </a:cubicBezTo>
                    <a:cubicBezTo>
                      <a:pt x="11582" y="38390"/>
                      <a:pt x="9896" y="38210"/>
                      <a:pt x="8344" y="37850"/>
                    </a:cubicBezTo>
                    <a:cubicBezTo>
                      <a:pt x="6769" y="37490"/>
                      <a:pt x="5398" y="36883"/>
                      <a:pt x="4206" y="36051"/>
                    </a:cubicBezTo>
                    <a:cubicBezTo>
                      <a:pt x="3014" y="35219"/>
                      <a:pt x="2047" y="34117"/>
                      <a:pt x="1327" y="32767"/>
                    </a:cubicBezTo>
                    <a:cubicBezTo>
                      <a:pt x="607" y="31418"/>
                      <a:pt x="158" y="29754"/>
                      <a:pt x="0" y="27775"/>
                    </a:cubicBezTo>
                    <a:lnTo>
                      <a:pt x="3463" y="27775"/>
                    </a:lnTo>
                    <a:lnTo>
                      <a:pt x="3463" y="27820"/>
                    </a:lnTo>
                    <a:close/>
                  </a:path>
                </a:pathLst>
              </a:custGeom>
              <a:solidFill>
                <a:srgbClr val="000000"/>
              </a:solidFill>
              <a:ln w="2249" cap="flat">
                <a:noFill/>
                <a:prstDash val="solid"/>
                <a:miter/>
              </a:ln>
            </p:spPr>
            <p:txBody>
              <a:bodyPr rtlCol="0" anchor="ctr"/>
              <a:lstStyle/>
              <a:p>
                <a:endParaRPr lang="en-US"/>
              </a:p>
            </p:txBody>
          </p:sp>
        </p:grpSp>
        <p:sp>
          <p:nvSpPr>
            <p:cNvPr id="5075" name="Freeform 5074">
              <a:extLst>
                <a:ext uri="{FF2B5EF4-FFF2-40B4-BE49-F238E27FC236}">
                  <a16:creationId xmlns:a16="http://schemas.microsoft.com/office/drawing/2014/main" id="{A96AB117-1C6D-2C9D-CE2A-84DD65A677CF}"/>
                </a:ext>
              </a:extLst>
            </p:cNvPr>
            <p:cNvSpPr/>
            <p:nvPr/>
          </p:nvSpPr>
          <p:spPr>
            <a:xfrm>
              <a:off x="1650874" y="6008624"/>
              <a:ext cx="31873" cy="9510"/>
            </a:xfrm>
            <a:custGeom>
              <a:avLst/>
              <a:gdLst>
                <a:gd name="connsiteX0" fmla="*/ 0 w 7534"/>
                <a:gd name="connsiteY0" fmla="*/ 0 h 2248"/>
                <a:gd name="connsiteX1" fmla="*/ 7534 w 7534"/>
                <a:gd name="connsiteY1" fmla="*/ 0 h 2248"/>
              </a:gdLst>
              <a:ahLst/>
              <a:cxnLst>
                <a:cxn ang="0">
                  <a:pos x="connsiteX0" y="connsiteY0"/>
                </a:cxn>
                <a:cxn ang="0">
                  <a:pos x="connsiteX1" y="connsiteY1"/>
                </a:cxn>
              </a:cxnLst>
              <a:rect l="l" t="t" r="r" b="b"/>
              <a:pathLst>
                <a:path w="7534" h="2248">
                  <a:moveTo>
                    <a:pt x="0" y="0"/>
                  </a:moveTo>
                  <a:lnTo>
                    <a:pt x="7534" y="0"/>
                  </a:lnTo>
                </a:path>
              </a:pathLst>
            </a:custGeom>
            <a:ln w="4498" cap="sq">
              <a:solidFill>
                <a:srgbClr val="262626"/>
              </a:solidFill>
              <a:prstDash val="solid"/>
              <a:round/>
            </a:ln>
          </p:spPr>
          <p:txBody>
            <a:bodyPr rtlCol="0" anchor="ctr"/>
            <a:lstStyle/>
            <a:p>
              <a:endParaRPr lang="en-US"/>
            </a:p>
          </p:txBody>
        </p:sp>
        <p:sp>
          <p:nvSpPr>
            <p:cNvPr id="5076" name="Freeform 5075">
              <a:extLst>
                <a:ext uri="{FF2B5EF4-FFF2-40B4-BE49-F238E27FC236}">
                  <a16:creationId xmlns:a16="http://schemas.microsoft.com/office/drawing/2014/main" id="{949C3D4E-D6A6-8577-99B4-27FB0D2E16FE}"/>
                </a:ext>
              </a:extLst>
            </p:cNvPr>
            <p:cNvSpPr/>
            <p:nvPr/>
          </p:nvSpPr>
          <p:spPr>
            <a:xfrm>
              <a:off x="1650874" y="5211632"/>
              <a:ext cx="31873" cy="9510"/>
            </a:xfrm>
            <a:custGeom>
              <a:avLst/>
              <a:gdLst>
                <a:gd name="connsiteX0" fmla="*/ 0 w 7534"/>
                <a:gd name="connsiteY0" fmla="*/ 0 h 2248"/>
                <a:gd name="connsiteX1" fmla="*/ 7534 w 7534"/>
                <a:gd name="connsiteY1" fmla="*/ 0 h 2248"/>
              </a:gdLst>
              <a:ahLst/>
              <a:cxnLst>
                <a:cxn ang="0">
                  <a:pos x="connsiteX0" y="connsiteY0"/>
                </a:cxn>
                <a:cxn ang="0">
                  <a:pos x="connsiteX1" y="connsiteY1"/>
                </a:cxn>
              </a:cxnLst>
              <a:rect l="l" t="t" r="r" b="b"/>
              <a:pathLst>
                <a:path w="7534" h="2248">
                  <a:moveTo>
                    <a:pt x="0" y="0"/>
                  </a:moveTo>
                  <a:lnTo>
                    <a:pt x="7534" y="0"/>
                  </a:lnTo>
                </a:path>
              </a:pathLst>
            </a:custGeom>
            <a:ln w="4498" cap="sq">
              <a:solidFill>
                <a:srgbClr val="262626"/>
              </a:solidFill>
              <a:prstDash val="solid"/>
              <a:round/>
            </a:ln>
          </p:spPr>
          <p:txBody>
            <a:bodyPr rtlCol="0" anchor="ctr"/>
            <a:lstStyle/>
            <a:p>
              <a:endParaRPr lang="en-US"/>
            </a:p>
          </p:txBody>
        </p:sp>
        <p:sp>
          <p:nvSpPr>
            <p:cNvPr id="5077" name="Freeform 5076">
              <a:extLst>
                <a:ext uri="{FF2B5EF4-FFF2-40B4-BE49-F238E27FC236}">
                  <a16:creationId xmlns:a16="http://schemas.microsoft.com/office/drawing/2014/main" id="{21A2A5DA-AA0E-69F3-C48A-7923F9BB06E0}"/>
                </a:ext>
              </a:extLst>
            </p:cNvPr>
            <p:cNvSpPr/>
            <p:nvPr/>
          </p:nvSpPr>
          <p:spPr>
            <a:xfrm>
              <a:off x="1650874" y="4414644"/>
              <a:ext cx="31873" cy="9510"/>
            </a:xfrm>
            <a:custGeom>
              <a:avLst/>
              <a:gdLst>
                <a:gd name="connsiteX0" fmla="*/ 0 w 7534"/>
                <a:gd name="connsiteY0" fmla="*/ 0 h 2248"/>
                <a:gd name="connsiteX1" fmla="*/ 7534 w 7534"/>
                <a:gd name="connsiteY1" fmla="*/ 0 h 2248"/>
              </a:gdLst>
              <a:ahLst/>
              <a:cxnLst>
                <a:cxn ang="0">
                  <a:pos x="connsiteX0" y="connsiteY0"/>
                </a:cxn>
                <a:cxn ang="0">
                  <a:pos x="connsiteX1" y="connsiteY1"/>
                </a:cxn>
              </a:cxnLst>
              <a:rect l="l" t="t" r="r" b="b"/>
              <a:pathLst>
                <a:path w="7534" h="2248">
                  <a:moveTo>
                    <a:pt x="0" y="0"/>
                  </a:moveTo>
                  <a:lnTo>
                    <a:pt x="7534" y="0"/>
                  </a:lnTo>
                </a:path>
              </a:pathLst>
            </a:custGeom>
            <a:ln w="4498" cap="sq">
              <a:solidFill>
                <a:srgbClr val="262626"/>
              </a:solidFill>
              <a:prstDash val="solid"/>
              <a:round/>
            </a:ln>
          </p:spPr>
          <p:txBody>
            <a:bodyPr rtlCol="0" anchor="ctr"/>
            <a:lstStyle/>
            <a:p>
              <a:endParaRPr lang="en-US"/>
            </a:p>
          </p:txBody>
        </p:sp>
        <p:sp>
          <p:nvSpPr>
            <p:cNvPr id="5078" name="Freeform 5077">
              <a:extLst>
                <a:ext uri="{FF2B5EF4-FFF2-40B4-BE49-F238E27FC236}">
                  <a16:creationId xmlns:a16="http://schemas.microsoft.com/office/drawing/2014/main" id="{D49CFAB2-B392-06A8-3E8A-1DE3ECF6D32C}"/>
                </a:ext>
              </a:extLst>
            </p:cNvPr>
            <p:cNvSpPr/>
            <p:nvPr/>
          </p:nvSpPr>
          <p:spPr>
            <a:xfrm>
              <a:off x="1650874" y="3617563"/>
              <a:ext cx="31873" cy="9510"/>
            </a:xfrm>
            <a:custGeom>
              <a:avLst/>
              <a:gdLst>
                <a:gd name="connsiteX0" fmla="*/ 0 w 7534"/>
                <a:gd name="connsiteY0" fmla="*/ 0 h 2248"/>
                <a:gd name="connsiteX1" fmla="*/ 7534 w 7534"/>
                <a:gd name="connsiteY1" fmla="*/ 0 h 2248"/>
              </a:gdLst>
              <a:ahLst/>
              <a:cxnLst>
                <a:cxn ang="0">
                  <a:pos x="connsiteX0" y="connsiteY0"/>
                </a:cxn>
                <a:cxn ang="0">
                  <a:pos x="connsiteX1" y="connsiteY1"/>
                </a:cxn>
              </a:cxnLst>
              <a:rect l="l" t="t" r="r" b="b"/>
              <a:pathLst>
                <a:path w="7534" h="2248">
                  <a:moveTo>
                    <a:pt x="0" y="0"/>
                  </a:moveTo>
                  <a:lnTo>
                    <a:pt x="7534" y="0"/>
                  </a:lnTo>
                </a:path>
              </a:pathLst>
            </a:custGeom>
            <a:ln w="4498" cap="sq">
              <a:solidFill>
                <a:srgbClr val="262626"/>
              </a:solidFill>
              <a:prstDash val="solid"/>
              <a:round/>
            </a:ln>
          </p:spPr>
          <p:txBody>
            <a:bodyPr rtlCol="0" anchor="ctr"/>
            <a:lstStyle/>
            <a:p>
              <a:endParaRPr lang="en-US"/>
            </a:p>
          </p:txBody>
        </p:sp>
        <p:grpSp>
          <p:nvGrpSpPr>
            <p:cNvPr id="5079" name="Graphic 3">
              <a:extLst>
                <a:ext uri="{FF2B5EF4-FFF2-40B4-BE49-F238E27FC236}">
                  <a16:creationId xmlns:a16="http://schemas.microsoft.com/office/drawing/2014/main" id="{885498E3-54BC-7AC0-B207-E88AC6612094}"/>
                </a:ext>
              </a:extLst>
            </p:cNvPr>
            <p:cNvGrpSpPr/>
            <p:nvPr/>
          </p:nvGrpSpPr>
          <p:grpSpPr>
            <a:xfrm>
              <a:off x="1112669" y="5870861"/>
              <a:ext cx="438500" cy="164398"/>
              <a:chOff x="7149975" y="3045513"/>
              <a:chExt cx="103654" cy="38861"/>
            </a:xfrm>
            <a:solidFill>
              <a:srgbClr val="231F20"/>
            </a:solidFill>
          </p:grpSpPr>
          <p:sp>
            <p:nvSpPr>
              <p:cNvPr id="5080" name="Freeform 5079">
                <a:extLst>
                  <a:ext uri="{FF2B5EF4-FFF2-40B4-BE49-F238E27FC236}">
                    <a16:creationId xmlns:a16="http://schemas.microsoft.com/office/drawing/2014/main" id="{33C382C3-3622-3BC1-592B-7560077937CC}"/>
                  </a:ext>
                </a:extLst>
              </p:cNvPr>
              <p:cNvSpPr/>
              <p:nvPr/>
            </p:nvSpPr>
            <p:spPr>
              <a:xfrm>
                <a:off x="7149975" y="3067867"/>
                <a:ext cx="13650" cy="3350"/>
              </a:xfrm>
              <a:custGeom>
                <a:avLst/>
                <a:gdLst>
                  <a:gd name="connsiteX0" fmla="*/ 13651 w 13650"/>
                  <a:gd name="connsiteY0" fmla="*/ 0 h 3350"/>
                  <a:gd name="connsiteX1" fmla="*/ 13651 w 13650"/>
                  <a:gd name="connsiteY1" fmla="*/ 3351 h 3350"/>
                  <a:gd name="connsiteX2" fmla="*/ 0 w 13650"/>
                  <a:gd name="connsiteY2" fmla="*/ 3351 h 3350"/>
                  <a:gd name="connsiteX3" fmla="*/ 0 w 13650"/>
                  <a:gd name="connsiteY3" fmla="*/ 0 h 3350"/>
                  <a:gd name="connsiteX4" fmla="*/ 13651 w 13650"/>
                  <a:gd name="connsiteY4" fmla="*/ 0 h 3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50" h="3350">
                    <a:moveTo>
                      <a:pt x="13651" y="0"/>
                    </a:moveTo>
                    <a:lnTo>
                      <a:pt x="13651" y="3351"/>
                    </a:lnTo>
                    <a:lnTo>
                      <a:pt x="0" y="3351"/>
                    </a:lnTo>
                    <a:lnTo>
                      <a:pt x="0" y="0"/>
                    </a:lnTo>
                    <a:lnTo>
                      <a:pt x="13651" y="0"/>
                    </a:lnTo>
                    <a:close/>
                  </a:path>
                </a:pathLst>
              </a:custGeom>
              <a:solidFill>
                <a:srgbClr val="231F20"/>
              </a:solidFill>
              <a:ln w="2249" cap="flat">
                <a:noFill/>
                <a:prstDash val="solid"/>
                <a:miter/>
              </a:ln>
            </p:spPr>
            <p:txBody>
              <a:bodyPr rtlCol="0" anchor="ctr"/>
              <a:lstStyle/>
              <a:p>
                <a:endParaRPr lang="en-US"/>
              </a:p>
            </p:txBody>
          </p:sp>
          <p:sp>
            <p:nvSpPr>
              <p:cNvPr id="5081" name="Freeform 5080">
                <a:extLst>
                  <a:ext uri="{FF2B5EF4-FFF2-40B4-BE49-F238E27FC236}">
                    <a16:creationId xmlns:a16="http://schemas.microsoft.com/office/drawing/2014/main" id="{5207371C-BA49-C0A0-A154-BE02B7CF2570}"/>
                  </a:ext>
                </a:extLst>
              </p:cNvPr>
              <p:cNvSpPr/>
              <p:nvPr/>
            </p:nvSpPr>
            <p:spPr>
              <a:xfrm>
                <a:off x="7167966" y="3045513"/>
                <a:ext cx="25547" cy="38794"/>
              </a:xfrm>
              <a:custGeom>
                <a:avLst/>
                <a:gdLst>
                  <a:gd name="connsiteX0" fmla="*/ 21388 w 25547"/>
                  <a:gd name="connsiteY0" fmla="*/ 9378 h 38794"/>
                  <a:gd name="connsiteX1" fmla="*/ 19004 w 25547"/>
                  <a:gd name="connsiteY1" fmla="*/ 4700 h 38794"/>
                  <a:gd name="connsiteX2" fmla="*/ 14145 w 25547"/>
                  <a:gd name="connsiteY2" fmla="*/ 2946 h 38794"/>
                  <a:gd name="connsiteX3" fmla="*/ 8613 w 25547"/>
                  <a:gd name="connsiteY3" fmla="*/ 4610 h 38794"/>
                  <a:gd name="connsiteX4" fmla="*/ 5510 w 25547"/>
                  <a:gd name="connsiteY4" fmla="*/ 8838 h 38794"/>
                  <a:gd name="connsiteX5" fmla="*/ 4048 w 25547"/>
                  <a:gd name="connsiteY5" fmla="*/ 14416 h 38794"/>
                  <a:gd name="connsiteX6" fmla="*/ 3463 w 25547"/>
                  <a:gd name="connsiteY6" fmla="*/ 20128 h 38794"/>
                  <a:gd name="connsiteX7" fmla="*/ 5172 w 25547"/>
                  <a:gd name="connsiteY7" fmla="*/ 17969 h 38794"/>
                  <a:gd name="connsiteX8" fmla="*/ 7197 w 25547"/>
                  <a:gd name="connsiteY8" fmla="*/ 16058 h 38794"/>
                  <a:gd name="connsiteX9" fmla="*/ 9850 w 25547"/>
                  <a:gd name="connsiteY9" fmla="*/ 14708 h 38794"/>
                  <a:gd name="connsiteX10" fmla="*/ 13471 w 25547"/>
                  <a:gd name="connsiteY10" fmla="*/ 14191 h 38794"/>
                  <a:gd name="connsiteX11" fmla="*/ 22400 w 25547"/>
                  <a:gd name="connsiteY11" fmla="*/ 17452 h 38794"/>
                  <a:gd name="connsiteX12" fmla="*/ 25548 w 25547"/>
                  <a:gd name="connsiteY12" fmla="*/ 26448 h 38794"/>
                  <a:gd name="connsiteX13" fmla="*/ 22355 w 25547"/>
                  <a:gd name="connsiteY13" fmla="*/ 35511 h 38794"/>
                  <a:gd name="connsiteX14" fmla="*/ 13336 w 25547"/>
                  <a:gd name="connsiteY14" fmla="*/ 38795 h 38794"/>
                  <a:gd name="connsiteX15" fmla="*/ 8051 w 25547"/>
                  <a:gd name="connsiteY15" fmla="*/ 37850 h 38794"/>
                  <a:gd name="connsiteX16" fmla="*/ 3846 w 25547"/>
                  <a:gd name="connsiteY16" fmla="*/ 34746 h 38794"/>
                  <a:gd name="connsiteX17" fmla="*/ 1034 w 25547"/>
                  <a:gd name="connsiteY17" fmla="*/ 29102 h 38794"/>
                  <a:gd name="connsiteX18" fmla="*/ 0 w 25547"/>
                  <a:gd name="connsiteY18" fmla="*/ 20600 h 38794"/>
                  <a:gd name="connsiteX19" fmla="*/ 585 w 25547"/>
                  <a:gd name="connsiteY19" fmla="*/ 13561 h 38794"/>
                  <a:gd name="connsiteX20" fmla="*/ 2721 w 25547"/>
                  <a:gd name="connsiteY20" fmla="*/ 6904 h 38794"/>
                  <a:gd name="connsiteX21" fmla="*/ 6926 w 25547"/>
                  <a:gd name="connsiteY21" fmla="*/ 1934 h 38794"/>
                  <a:gd name="connsiteX22" fmla="*/ 13808 w 25547"/>
                  <a:gd name="connsiteY22" fmla="*/ 0 h 38794"/>
                  <a:gd name="connsiteX23" fmla="*/ 21365 w 25547"/>
                  <a:gd name="connsiteY23" fmla="*/ 2384 h 38794"/>
                  <a:gd name="connsiteX24" fmla="*/ 24918 w 25547"/>
                  <a:gd name="connsiteY24" fmla="*/ 9356 h 38794"/>
                  <a:gd name="connsiteX25" fmla="*/ 21365 w 25547"/>
                  <a:gd name="connsiteY25" fmla="*/ 9356 h 38794"/>
                  <a:gd name="connsiteX26" fmla="*/ 21365 w 25547"/>
                  <a:gd name="connsiteY26" fmla="*/ 9356 h 38794"/>
                  <a:gd name="connsiteX27" fmla="*/ 13359 w 25547"/>
                  <a:gd name="connsiteY27" fmla="*/ 17115 h 38794"/>
                  <a:gd name="connsiteX28" fmla="*/ 9760 w 25547"/>
                  <a:gd name="connsiteY28" fmla="*/ 17879 h 38794"/>
                  <a:gd name="connsiteX29" fmla="*/ 7061 w 25547"/>
                  <a:gd name="connsiteY29" fmla="*/ 19926 h 38794"/>
                  <a:gd name="connsiteX30" fmla="*/ 5352 w 25547"/>
                  <a:gd name="connsiteY30" fmla="*/ 22917 h 38794"/>
                  <a:gd name="connsiteX31" fmla="*/ 4768 w 25547"/>
                  <a:gd name="connsiteY31" fmla="*/ 26560 h 38794"/>
                  <a:gd name="connsiteX32" fmla="*/ 5217 w 25547"/>
                  <a:gd name="connsiteY32" fmla="*/ 29821 h 38794"/>
                  <a:gd name="connsiteX33" fmla="*/ 6724 w 25547"/>
                  <a:gd name="connsiteY33" fmla="*/ 32812 h 38794"/>
                  <a:gd name="connsiteX34" fmla="*/ 9400 w 25547"/>
                  <a:gd name="connsiteY34" fmla="*/ 35016 h 38794"/>
                  <a:gd name="connsiteX35" fmla="*/ 13404 w 25547"/>
                  <a:gd name="connsiteY35" fmla="*/ 35871 h 38794"/>
                  <a:gd name="connsiteX36" fmla="*/ 17474 w 25547"/>
                  <a:gd name="connsiteY36" fmla="*/ 35039 h 38794"/>
                  <a:gd name="connsiteX37" fmla="*/ 20151 w 25547"/>
                  <a:gd name="connsiteY37" fmla="*/ 32835 h 38794"/>
                  <a:gd name="connsiteX38" fmla="*/ 21635 w 25547"/>
                  <a:gd name="connsiteY38" fmla="*/ 29754 h 38794"/>
                  <a:gd name="connsiteX39" fmla="*/ 22084 w 25547"/>
                  <a:gd name="connsiteY39" fmla="*/ 26335 h 38794"/>
                  <a:gd name="connsiteX40" fmla="*/ 19948 w 25547"/>
                  <a:gd name="connsiteY40" fmla="*/ 19498 h 38794"/>
                  <a:gd name="connsiteX41" fmla="*/ 13336 w 25547"/>
                  <a:gd name="connsiteY41" fmla="*/ 17092 h 38794"/>
                  <a:gd name="connsiteX42" fmla="*/ 13359 w 25547"/>
                  <a:gd name="connsiteY42" fmla="*/ 17092 h 387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5547" h="38794">
                    <a:moveTo>
                      <a:pt x="21388" y="9378"/>
                    </a:moveTo>
                    <a:cubicBezTo>
                      <a:pt x="20982" y="7444"/>
                      <a:pt x="20196" y="5870"/>
                      <a:pt x="19004" y="4700"/>
                    </a:cubicBezTo>
                    <a:cubicBezTo>
                      <a:pt x="17812" y="3531"/>
                      <a:pt x="16192" y="2946"/>
                      <a:pt x="14145" y="2946"/>
                    </a:cubicBezTo>
                    <a:cubicBezTo>
                      <a:pt x="11807" y="2946"/>
                      <a:pt x="9963" y="3508"/>
                      <a:pt x="8613" y="4610"/>
                    </a:cubicBezTo>
                    <a:cubicBezTo>
                      <a:pt x="7264" y="5712"/>
                      <a:pt x="6230" y="7129"/>
                      <a:pt x="5510" y="8838"/>
                    </a:cubicBezTo>
                    <a:cubicBezTo>
                      <a:pt x="4790" y="10548"/>
                      <a:pt x="4295" y="12414"/>
                      <a:pt x="4048" y="14416"/>
                    </a:cubicBezTo>
                    <a:cubicBezTo>
                      <a:pt x="3801" y="16440"/>
                      <a:pt x="3598" y="18329"/>
                      <a:pt x="3463" y="20128"/>
                    </a:cubicBezTo>
                    <a:cubicBezTo>
                      <a:pt x="4003" y="19409"/>
                      <a:pt x="4565" y="18689"/>
                      <a:pt x="5172" y="17969"/>
                    </a:cubicBezTo>
                    <a:cubicBezTo>
                      <a:pt x="5757" y="17250"/>
                      <a:pt x="6432" y="16620"/>
                      <a:pt x="7197" y="16058"/>
                    </a:cubicBezTo>
                    <a:cubicBezTo>
                      <a:pt x="7961" y="15495"/>
                      <a:pt x="8838" y="15046"/>
                      <a:pt x="9850" y="14708"/>
                    </a:cubicBezTo>
                    <a:cubicBezTo>
                      <a:pt x="10862" y="14371"/>
                      <a:pt x="12054" y="14191"/>
                      <a:pt x="13471" y="14191"/>
                    </a:cubicBezTo>
                    <a:cubicBezTo>
                      <a:pt x="17317" y="14191"/>
                      <a:pt x="20308" y="15270"/>
                      <a:pt x="22400" y="17452"/>
                    </a:cubicBezTo>
                    <a:cubicBezTo>
                      <a:pt x="24513" y="19633"/>
                      <a:pt x="25548" y="22625"/>
                      <a:pt x="25548" y="26448"/>
                    </a:cubicBezTo>
                    <a:cubicBezTo>
                      <a:pt x="25548" y="30271"/>
                      <a:pt x="24491" y="33330"/>
                      <a:pt x="22355" y="35511"/>
                    </a:cubicBezTo>
                    <a:cubicBezTo>
                      <a:pt x="20241" y="37715"/>
                      <a:pt x="17227" y="38795"/>
                      <a:pt x="13336" y="38795"/>
                    </a:cubicBezTo>
                    <a:cubicBezTo>
                      <a:pt x="11424" y="38795"/>
                      <a:pt x="9670" y="38480"/>
                      <a:pt x="8051" y="37850"/>
                    </a:cubicBezTo>
                    <a:cubicBezTo>
                      <a:pt x="6432" y="37220"/>
                      <a:pt x="5038" y="36186"/>
                      <a:pt x="3846" y="34746"/>
                    </a:cubicBezTo>
                    <a:cubicBezTo>
                      <a:pt x="2654" y="33307"/>
                      <a:pt x="1732" y="31418"/>
                      <a:pt x="1034" y="29102"/>
                    </a:cubicBezTo>
                    <a:cubicBezTo>
                      <a:pt x="360" y="26785"/>
                      <a:pt x="0" y="23951"/>
                      <a:pt x="0" y="20600"/>
                    </a:cubicBezTo>
                    <a:cubicBezTo>
                      <a:pt x="0" y="18329"/>
                      <a:pt x="202" y="15990"/>
                      <a:pt x="585" y="13561"/>
                    </a:cubicBezTo>
                    <a:cubicBezTo>
                      <a:pt x="989" y="11132"/>
                      <a:pt x="1687" y="8906"/>
                      <a:pt x="2721" y="6904"/>
                    </a:cubicBezTo>
                    <a:cubicBezTo>
                      <a:pt x="3756" y="4880"/>
                      <a:pt x="5150" y="3239"/>
                      <a:pt x="6926" y="1934"/>
                    </a:cubicBezTo>
                    <a:cubicBezTo>
                      <a:pt x="8703" y="630"/>
                      <a:pt x="10997" y="0"/>
                      <a:pt x="13808" y="0"/>
                    </a:cubicBezTo>
                    <a:cubicBezTo>
                      <a:pt x="16822" y="0"/>
                      <a:pt x="19341" y="787"/>
                      <a:pt x="21365" y="2384"/>
                    </a:cubicBezTo>
                    <a:cubicBezTo>
                      <a:pt x="23389" y="3981"/>
                      <a:pt x="24558" y="6297"/>
                      <a:pt x="24918" y="9356"/>
                    </a:cubicBezTo>
                    <a:lnTo>
                      <a:pt x="21365" y="9356"/>
                    </a:lnTo>
                    <a:lnTo>
                      <a:pt x="21365" y="9356"/>
                    </a:lnTo>
                    <a:close/>
                    <a:moveTo>
                      <a:pt x="13359" y="17115"/>
                    </a:moveTo>
                    <a:cubicBezTo>
                      <a:pt x="12032" y="17115"/>
                      <a:pt x="10840" y="17362"/>
                      <a:pt x="9760" y="17879"/>
                    </a:cubicBezTo>
                    <a:cubicBezTo>
                      <a:pt x="8703" y="18374"/>
                      <a:pt x="7804" y="19071"/>
                      <a:pt x="7061" y="19926"/>
                    </a:cubicBezTo>
                    <a:cubicBezTo>
                      <a:pt x="6319" y="20780"/>
                      <a:pt x="5757" y="21792"/>
                      <a:pt x="5352" y="22917"/>
                    </a:cubicBezTo>
                    <a:cubicBezTo>
                      <a:pt x="4948" y="24041"/>
                      <a:pt x="4768" y="25256"/>
                      <a:pt x="4768" y="26560"/>
                    </a:cubicBezTo>
                    <a:cubicBezTo>
                      <a:pt x="4768" y="27640"/>
                      <a:pt x="4925" y="28719"/>
                      <a:pt x="5217" y="29821"/>
                    </a:cubicBezTo>
                    <a:cubicBezTo>
                      <a:pt x="5532" y="30923"/>
                      <a:pt x="6027" y="31913"/>
                      <a:pt x="6724" y="32812"/>
                    </a:cubicBezTo>
                    <a:cubicBezTo>
                      <a:pt x="7421" y="33712"/>
                      <a:pt x="8321" y="34454"/>
                      <a:pt x="9400" y="35016"/>
                    </a:cubicBezTo>
                    <a:cubicBezTo>
                      <a:pt x="10480" y="35601"/>
                      <a:pt x="11807" y="35871"/>
                      <a:pt x="13404" y="35871"/>
                    </a:cubicBezTo>
                    <a:cubicBezTo>
                      <a:pt x="15000" y="35871"/>
                      <a:pt x="16372" y="35601"/>
                      <a:pt x="17474" y="35039"/>
                    </a:cubicBezTo>
                    <a:cubicBezTo>
                      <a:pt x="18576" y="34476"/>
                      <a:pt x="19453" y="33734"/>
                      <a:pt x="20151" y="32835"/>
                    </a:cubicBezTo>
                    <a:cubicBezTo>
                      <a:pt x="20825" y="31913"/>
                      <a:pt x="21320" y="30901"/>
                      <a:pt x="21635" y="29754"/>
                    </a:cubicBezTo>
                    <a:cubicBezTo>
                      <a:pt x="21950" y="28629"/>
                      <a:pt x="22084" y="27482"/>
                      <a:pt x="22084" y="26335"/>
                    </a:cubicBezTo>
                    <a:cubicBezTo>
                      <a:pt x="22084" y="23389"/>
                      <a:pt x="21365" y="21118"/>
                      <a:pt x="19948" y="19498"/>
                    </a:cubicBezTo>
                    <a:cubicBezTo>
                      <a:pt x="18531" y="17902"/>
                      <a:pt x="16327" y="17092"/>
                      <a:pt x="13336" y="17092"/>
                    </a:cubicBezTo>
                    <a:lnTo>
                      <a:pt x="13359" y="17092"/>
                    </a:lnTo>
                    <a:close/>
                  </a:path>
                </a:pathLst>
              </a:custGeom>
              <a:solidFill>
                <a:srgbClr val="231F20"/>
              </a:solidFill>
              <a:ln w="2249" cap="flat">
                <a:noFill/>
                <a:prstDash val="solid"/>
                <a:miter/>
              </a:ln>
            </p:spPr>
            <p:txBody>
              <a:bodyPr rtlCol="0" anchor="ctr"/>
              <a:lstStyle/>
              <a:p>
                <a:endParaRPr lang="en-US"/>
              </a:p>
            </p:txBody>
          </p:sp>
          <p:sp>
            <p:nvSpPr>
              <p:cNvPr id="5082" name="Freeform 5081">
                <a:extLst>
                  <a:ext uri="{FF2B5EF4-FFF2-40B4-BE49-F238E27FC236}">
                    <a16:creationId xmlns:a16="http://schemas.microsoft.com/office/drawing/2014/main" id="{B0DB8B22-14A8-E524-7BAD-7BB3EA071B74}"/>
                  </a:ext>
                </a:extLst>
              </p:cNvPr>
              <p:cNvSpPr/>
              <p:nvPr/>
            </p:nvSpPr>
            <p:spPr>
              <a:xfrm>
                <a:off x="7197832" y="3045558"/>
                <a:ext cx="25773" cy="38817"/>
              </a:xfrm>
              <a:custGeom>
                <a:avLst/>
                <a:gdLst>
                  <a:gd name="connsiteX0" fmla="*/ 12932 w 25773"/>
                  <a:gd name="connsiteY0" fmla="*/ 0 h 38817"/>
                  <a:gd name="connsiteX1" fmla="*/ 17790 w 25773"/>
                  <a:gd name="connsiteY1" fmla="*/ 832 h 38817"/>
                  <a:gd name="connsiteX2" fmla="*/ 21276 w 25773"/>
                  <a:gd name="connsiteY2" fmla="*/ 3126 h 38817"/>
                  <a:gd name="connsiteX3" fmla="*/ 23592 w 25773"/>
                  <a:gd name="connsiteY3" fmla="*/ 6522 h 38817"/>
                  <a:gd name="connsiteX4" fmla="*/ 24964 w 25773"/>
                  <a:gd name="connsiteY4" fmla="*/ 10660 h 38817"/>
                  <a:gd name="connsiteX5" fmla="*/ 25616 w 25773"/>
                  <a:gd name="connsiteY5" fmla="*/ 15158 h 38817"/>
                  <a:gd name="connsiteX6" fmla="*/ 25774 w 25773"/>
                  <a:gd name="connsiteY6" fmla="*/ 19701 h 38817"/>
                  <a:gd name="connsiteX7" fmla="*/ 25234 w 25773"/>
                  <a:gd name="connsiteY7" fmla="*/ 26943 h 38817"/>
                  <a:gd name="connsiteX8" fmla="*/ 23254 w 25773"/>
                  <a:gd name="connsiteY8" fmla="*/ 33037 h 38817"/>
                  <a:gd name="connsiteX9" fmla="*/ 19341 w 25773"/>
                  <a:gd name="connsiteY9" fmla="*/ 37243 h 38817"/>
                  <a:gd name="connsiteX10" fmla="*/ 12910 w 25773"/>
                  <a:gd name="connsiteY10" fmla="*/ 38817 h 38817"/>
                  <a:gd name="connsiteX11" fmla="*/ 6455 w 25773"/>
                  <a:gd name="connsiteY11" fmla="*/ 37243 h 38817"/>
                  <a:gd name="connsiteX12" fmla="*/ 2519 w 25773"/>
                  <a:gd name="connsiteY12" fmla="*/ 33015 h 38817"/>
                  <a:gd name="connsiteX13" fmla="*/ 540 w 25773"/>
                  <a:gd name="connsiteY13" fmla="*/ 26808 h 38817"/>
                  <a:gd name="connsiteX14" fmla="*/ 0 w 25773"/>
                  <a:gd name="connsiteY14" fmla="*/ 19341 h 38817"/>
                  <a:gd name="connsiteX15" fmla="*/ 495 w 25773"/>
                  <a:gd name="connsiteY15" fmla="*/ 12279 h 38817"/>
                  <a:gd name="connsiteX16" fmla="*/ 2362 w 25773"/>
                  <a:gd name="connsiteY16" fmla="*/ 6095 h 38817"/>
                  <a:gd name="connsiteX17" fmla="*/ 6275 w 25773"/>
                  <a:gd name="connsiteY17" fmla="*/ 1687 h 38817"/>
                  <a:gd name="connsiteX18" fmla="*/ 12910 w 25773"/>
                  <a:gd name="connsiteY18" fmla="*/ 23 h 38817"/>
                  <a:gd name="connsiteX19" fmla="*/ 12910 w 25773"/>
                  <a:gd name="connsiteY19" fmla="*/ 23 h 38817"/>
                  <a:gd name="connsiteX20" fmla="*/ 22333 w 25773"/>
                  <a:gd name="connsiteY20" fmla="*/ 19296 h 38817"/>
                  <a:gd name="connsiteX21" fmla="*/ 21972 w 25773"/>
                  <a:gd name="connsiteY21" fmla="*/ 13269 h 38817"/>
                  <a:gd name="connsiteX22" fmla="*/ 20601 w 25773"/>
                  <a:gd name="connsiteY22" fmla="*/ 8006 h 38817"/>
                  <a:gd name="connsiteX23" fmla="*/ 17722 w 25773"/>
                  <a:gd name="connsiteY23" fmla="*/ 4273 h 38817"/>
                  <a:gd name="connsiteX24" fmla="*/ 12842 w 25773"/>
                  <a:gd name="connsiteY24" fmla="*/ 2879 h 38817"/>
                  <a:gd name="connsiteX25" fmla="*/ 8164 w 25773"/>
                  <a:gd name="connsiteY25" fmla="*/ 4318 h 38817"/>
                  <a:gd name="connsiteX26" fmla="*/ 5330 w 25773"/>
                  <a:gd name="connsiteY26" fmla="*/ 8119 h 38817"/>
                  <a:gd name="connsiteX27" fmla="*/ 3891 w 25773"/>
                  <a:gd name="connsiteY27" fmla="*/ 13516 h 38817"/>
                  <a:gd name="connsiteX28" fmla="*/ 3486 w 25773"/>
                  <a:gd name="connsiteY28" fmla="*/ 19678 h 38817"/>
                  <a:gd name="connsiteX29" fmla="*/ 3936 w 25773"/>
                  <a:gd name="connsiteY29" fmla="*/ 26335 h 38817"/>
                  <a:gd name="connsiteX30" fmla="*/ 5465 w 25773"/>
                  <a:gd name="connsiteY30" fmla="*/ 31440 h 38817"/>
                  <a:gd name="connsiteX31" fmla="*/ 8344 w 25773"/>
                  <a:gd name="connsiteY31" fmla="*/ 34701 h 38817"/>
                  <a:gd name="connsiteX32" fmla="*/ 12910 w 25773"/>
                  <a:gd name="connsiteY32" fmla="*/ 35871 h 38817"/>
                  <a:gd name="connsiteX33" fmla="*/ 17857 w 25773"/>
                  <a:gd name="connsiteY33" fmla="*/ 34364 h 38817"/>
                  <a:gd name="connsiteX34" fmla="*/ 20691 w 25773"/>
                  <a:gd name="connsiteY34" fmla="*/ 30473 h 38817"/>
                  <a:gd name="connsiteX35" fmla="*/ 21995 w 25773"/>
                  <a:gd name="connsiteY35" fmla="*/ 25121 h 38817"/>
                  <a:gd name="connsiteX36" fmla="*/ 22310 w 25773"/>
                  <a:gd name="connsiteY36" fmla="*/ 19296 h 38817"/>
                  <a:gd name="connsiteX37" fmla="*/ 22333 w 25773"/>
                  <a:gd name="connsiteY37" fmla="*/ 19296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3" h="38817">
                    <a:moveTo>
                      <a:pt x="12932" y="0"/>
                    </a:moveTo>
                    <a:cubicBezTo>
                      <a:pt x="14798" y="0"/>
                      <a:pt x="16418" y="270"/>
                      <a:pt x="17790" y="832"/>
                    </a:cubicBezTo>
                    <a:cubicBezTo>
                      <a:pt x="19161" y="1394"/>
                      <a:pt x="20308" y="2159"/>
                      <a:pt x="21276" y="3126"/>
                    </a:cubicBezTo>
                    <a:cubicBezTo>
                      <a:pt x="22220" y="4093"/>
                      <a:pt x="23007" y="5240"/>
                      <a:pt x="23592" y="6522"/>
                    </a:cubicBezTo>
                    <a:cubicBezTo>
                      <a:pt x="24176" y="7826"/>
                      <a:pt x="24649" y="9198"/>
                      <a:pt x="24964" y="10660"/>
                    </a:cubicBezTo>
                    <a:cubicBezTo>
                      <a:pt x="25279" y="12122"/>
                      <a:pt x="25503" y="13629"/>
                      <a:pt x="25616" y="15158"/>
                    </a:cubicBezTo>
                    <a:cubicBezTo>
                      <a:pt x="25729" y="16687"/>
                      <a:pt x="25774" y="18217"/>
                      <a:pt x="25774" y="19701"/>
                    </a:cubicBezTo>
                    <a:cubicBezTo>
                      <a:pt x="25774" y="22220"/>
                      <a:pt x="25593" y="24626"/>
                      <a:pt x="25234" y="26943"/>
                    </a:cubicBezTo>
                    <a:cubicBezTo>
                      <a:pt x="24874" y="29236"/>
                      <a:pt x="24221" y="31283"/>
                      <a:pt x="23254" y="33037"/>
                    </a:cubicBezTo>
                    <a:cubicBezTo>
                      <a:pt x="22310" y="34791"/>
                      <a:pt x="21005" y="36208"/>
                      <a:pt x="19341" y="37243"/>
                    </a:cubicBezTo>
                    <a:cubicBezTo>
                      <a:pt x="17677" y="38277"/>
                      <a:pt x="15541" y="38817"/>
                      <a:pt x="12910" y="38817"/>
                    </a:cubicBezTo>
                    <a:cubicBezTo>
                      <a:pt x="10278" y="38817"/>
                      <a:pt x="8141" y="38300"/>
                      <a:pt x="6455" y="37243"/>
                    </a:cubicBezTo>
                    <a:cubicBezTo>
                      <a:pt x="4791" y="36208"/>
                      <a:pt x="3463" y="34791"/>
                      <a:pt x="2519" y="33015"/>
                    </a:cubicBezTo>
                    <a:cubicBezTo>
                      <a:pt x="1575" y="31238"/>
                      <a:pt x="900" y="29169"/>
                      <a:pt x="540" y="26808"/>
                    </a:cubicBezTo>
                    <a:cubicBezTo>
                      <a:pt x="180" y="24446"/>
                      <a:pt x="0" y="21950"/>
                      <a:pt x="0" y="19341"/>
                    </a:cubicBezTo>
                    <a:cubicBezTo>
                      <a:pt x="0" y="16935"/>
                      <a:pt x="158" y="14573"/>
                      <a:pt x="495" y="12279"/>
                    </a:cubicBezTo>
                    <a:cubicBezTo>
                      <a:pt x="810" y="9985"/>
                      <a:pt x="1440" y="7916"/>
                      <a:pt x="2362" y="6095"/>
                    </a:cubicBezTo>
                    <a:cubicBezTo>
                      <a:pt x="3284" y="4273"/>
                      <a:pt x="4588" y="2811"/>
                      <a:pt x="6275" y="1687"/>
                    </a:cubicBezTo>
                    <a:cubicBezTo>
                      <a:pt x="7961" y="562"/>
                      <a:pt x="10188" y="23"/>
                      <a:pt x="12910" y="23"/>
                    </a:cubicBezTo>
                    <a:lnTo>
                      <a:pt x="12910" y="23"/>
                    </a:lnTo>
                    <a:close/>
                    <a:moveTo>
                      <a:pt x="22333" y="19296"/>
                    </a:moveTo>
                    <a:cubicBezTo>
                      <a:pt x="22333" y="17250"/>
                      <a:pt x="22220" y="15248"/>
                      <a:pt x="21972" y="13269"/>
                    </a:cubicBezTo>
                    <a:cubicBezTo>
                      <a:pt x="21725" y="11290"/>
                      <a:pt x="21276" y="9558"/>
                      <a:pt x="20601" y="8006"/>
                    </a:cubicBezTo>
                    <a:cubicBezTo>
                      <a:pt x="19926" y="6455"/>
                      <a:pt x="18959" y="5218"/>
                      <a:pt x="17722" y="4273"/>
                    </a:cubicBezTo>
                    <a:cubicBezTo>
                      <a:pt x="16485" y="3328"/>
                      <a:pt x="14843" y="2879"/>
                      <a:pt x="12842" y="2879"/>
                    </a:cubicBezTo>
                    <a:cubicBezTo>
                      <a:pt x="10840" y="2879"/>
                      <a:pt x="9379" y="3351"/>
                      <a:pt x="8164" y="4318"/>
                    </a:cubicBezTo>
                    <a:cubicBezTo>
                      <a:pt x="6949" y="5285"/>
                      <a:pt x="6005" y="6544"/>
                      <a:pt x="5330" y="8119"/>
                    </a:cubicBezTo>
                    <a:cubicBezTo>
                      <a:pt x="4655" y="9693"/>
                      <a:pt x="4161" y="11492"/>
                      <a:pt x="3891" y="13516"/>
                    </a:cubicBezTo>
                    <a:cubicBezTo>
                      <a:pt x="3621" y="15540"/>
                      <a:pt x="3486" y="17587"/>
                      <a:pt x="3486" y="19678"/>
                    </a:cubicBezTo>
                    <a:cubicBezTo>
                      <a:pt x="3486" y="22130"/>
                      <a:pt x="3644" y="24356"/>
                      <a:pt x="3936" y="26335"/>
                    </a:cubicBezTo>
                    <a:cubicBezTo>
                      <a:pt x="4251" y="28337"/>
                      <a:pt x="4746" y="30024"/>
                      <a:pt x="5465" y="31440"/>
                    </a:cubicBezTo>
                    <a:cubicBezTo>
                      <a:pt x="6185" y="32835"/>
                      <a:pt x="7152" y="33937"/>
                      <a:pt x="8344" y="34701"/>
                    </a:cubicBezTo>
                    <a:cubicBezTo>
                      <a:pt x="9558" y="35466"/>
                      <a:pt x="11065" y="35871"/>
                      <a:pt x="12910" y="35871"/>
                    </a:cubicBezTo>
                    <a:cubicBezTo>
                      <a:pt x="14956" y="35871"/>
                      <a:pt x="16598" y="35376"/>
                      <a:pt x="17857" y="34364"/>
                    </a:cubicBezTo>
                    <a:cubicBezTo>
                      <a:pt x="19094" y="33352"/>
                      <a:pt x="20039" y="32070"/>
                      <a:pt x="20691" y="30473"/>
                    </a:cubicBezTo>
                    <a:cubicBezTo>
                      <a:pt x="21343" y="28877"/>
                      <a:pt x="21770" y="27100"/>
                      <a:pt x="21995" y="25121"/>
                    </a:cubicBezTo>
                    <a:cubicBezTo>
                      <a:pt x="22220" y="23142"/>
                      <a:pt x="22310" y="21208"/>
                      <a:pt x="22310" y="19296"/>
                    </a:cubicBezTo>
                    <a:lnTo>
                      <a:pt x="22333" y="19296"/>
                    </a:lnTo>
                    <a:close/>
                  </a:path>
                </a:pathLst>
              </a:custGeom>
              <a:solidFill>
                <a:srgbClr val="231F20"/>
              </a:solidFill>
              <a:ln w="2249" cap="flat">
                <a:noFill/>
                <a:prstDash val="solid"/>
                <a:miter/>
              </a:ln>
            </p:spPr>
            <p:txBody>
              <a:bodyPr rtlCol="0" anchor="ctr"/>
              <a:lstStyle/>
              <a:p>
                <a:endParaRPr lang="en-US"/>
              </a:p>
            </p:txBody>
          </p:sp>
          <p:sp>
            <p:nvSpPr>
              <p:cNvPr id="5083" name="Freeform 5082">
                <a:extLst>
                  <a:ext uri="{FF2B5EF4-FFF2-40B4-BE49-F238E27FC236}">
                    <a16:creationId xmlns:a16="http://schemas.microsoft.com/office/drawing/2014/main" id="{C1FD3548-90FB-AEEF-C9E3-8FEA3C5310DA}"/>
                  </a:ext>
                </a:extLst>
              </p:cNvPr>
              <p:cNvSpPr/>
              <p:nvPr/>
            </p:nvSpPr>
            <p:spPr>
              <a:xfrm>
                <a:off x="7227856" y="3045558"/>
                <a:ext cx="25772" cy="3881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4 w 25772"/>
                  <a:gd name="connsiteY4" fmla="*/ 10660 h 38817"/>
                  <a:gd name="connsiteX5" fmla="*/ 25616 w 25772"/>
                  <a:gd name="connsiteY5" fmla="*/ 15158 h 38817"/>
                  <a:gd name="connsiteX6" fmla="*/ 25773 w 25772"/>
                  <a:gd name="connsiteY6" fmla="*/ 19701 h 38817"/>
                  <a:gd name="connsiteX7" fmla="*/ 25233 w 25772"/>
                  <a:gd name="connsiteY7" fmla="*/ 26943 h 38817"/>
                  <a:gd name="connsiteX8" fmla="*/ 23254 w 25772"/>
                  <a:gd name="connsiteY8" fmla="*/ 33037 h 38817"/>
                  <a:gd name="connsiteX9" fmla="*/ 19341 w 25772"/>
                  <a:gd name="connsiteY9" fmla="*/ 37243 h 38817"/>
                  <a:gd name="connsiteX10" fmla="*/ 12909 w 25772"/>
                  <a:gd name="connsiteY10" fmla="*/ 38817 h 38817"/>
                  <a:gd name="connsiteX11" fmla="*/ 6455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2 w 25772"/>
                  <a:gd name="connsiteY16" fmla="*/ 6095 h 38817"/>
                  <a:gd name="connsiteX17" fmla="*/ 6275 w 25772"/>
                  <a:gd name="connsiteY17" fmla="*/ 1687 h 38817"/>
                  <a:gd name="connsiteX18" fmla="*/ 12909 w 25772"/>
                  <a:gd name="connsiteY18" fmla="*/ 23 h 38817"/>
                  <a:gd name="connsiteX19" fmla="*/ 12909 w 25772"/>
                  <a:gd name="connsiteY19" fmla="*/ 23 h 38817"/>
                  <a:gd name="connsiteX20" fmla="*/ 22309 w 25772"/>
                  <a:gd name="connsiteY20" fmla="*/ 19296 h 38817"/>
                  <a:gd name="connsiteX21" fmla="*/ 21950 w 25772"/>
                  <a:gd name="connsiteY21" fmla="*/ 13269 h 38817"/>
                  <a:gd name="connsiteX22" fmla="*/ 20578 w 25772"/>
                  <a:gd name="connsiteY22" fmla="*/ 8006 h 38817"/>
                  <a:gd name="connsiteX23" fmla="*/ 17700 w 25772"/>
                  <a:gd name="connsiteY23" fmla="*/ 4273 h 38817"/>
                  <a:gd name="connsiteX24" fmla="*/ 12819 w 25772"/>
                  <a:gd name="connsiteY24" fmla="*/ 2879 h 38817"/>
                  <a:gd name="connsiteX25" fmla="*/ 8141 w 25772"/>
                  <a:gd name="connsiteY25" fmla="*/ 4318 h 38817"/>
                  <a:gd name="connsiteX26" fmla="*/ 5308 w 25772"/>
                  <a:gd name="connsiteY26" fmla="*/ 8119 h 38817"/>
                  <a:gd name="connsiteX27" fmla="*/ 3868 w 25772"/>
                  <a:gd name="connsiteY27" fmla="*/ 13516 h 38817"/>
                  <a:gd name="connsiteX28" fmla="*/ 3463 w 25772"/>
                  <a:gd name="connsiteY28" fmla="*/ 19678 h 38817"/>
                  <a:gd name="connsiteX29" fmla="*/ 3913 w 25772"/>
                  <a:gd name="connsiteY29" fmla="*/ 26335 h 38817"/>
                  <a:gd name="connsiteX30" fmla="*/ 5442 w 25772"/>
                  <a:gd name="connsiteY30" fmla="*/ 31440 h 38817"/>
                  <a:gd name="connsiteX31" fmla="*/ 8321 w 25772"/>
                  <a:gd name="connsiteY31" fmla="*/ 34701 h 38817"/>
                  <a:gd name="connsiteX32" fmla="*/ 12886 w 25772"/>
                  <a:gd name="connsiteY32" fmla="*/ 35871 h 38817"/>
                  <a:gd name="connsiteX33" fmla="*/ 17834 w 25772"/>
                  <a:gd name="connsiteY33" fmla="*/ 34364 h 38817"/>
                  <a:gd name="connsiteX34" fmla="*/ 20668 w 25772"/>
                  <a:gd name="connsiteY34" fmla="*/ 30473 h 38817"/>
                  <a:gd name="connsiteX35" fmla="*/ 21972 w 25772"/>
                  <a:gd name="connsiteY35" fmla="*/ 25121 h 38817"/>
                  <a:gd name="connsiteX36" fmla="*/ 22287 w 25772"/>
                  <a:gd name="connsiteY36" fmla="*/ 19296 h 38817"/>
                  <a:gd name="connsiteX37" fmla="*/ 22309 w 25772"/>
                  <a:gd name="connsiteY37" fmla="*/ 19296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7">
                    <a:moveTo>
                      <a:pt x="12932" y="0"/>
                    </a:moveTo>
                    <a:cubicBezTo>
                      <a:pt x="14798" y="0"/>
                      <a:pt x="16418" y="270"/>
                      <a:pt x="17789" y="832"/>
                    </a:cubicBezTo>
                    <a:cubicBezTo>
                      <a:pt x="19161" y="1394"/>
                      <a:pt x="20308" y="2159"/>
                      <a:pt x="21275" y="3126"/>
                    </a:cubicBezTo>
                    <a:cubicBezTo>
                      <a:pt x="22220" y="4093"/>
                      <a:pt x="23007" y="5240"/>
                      <a:pt x="23592" y="6522"/>
                    </a:cubicBezTo>
                    <a:cubicBezTo>
                      <a:pt x="24176" y="7826"/>
                      <a:pt x="24648" y="9198"/>
                      <a:pt x="24964" y="10660"/>
                    </a:cubicBezTo>
                    <a:cubicBezTo>
                      <a:pt x="25278" y="12122"/>
                      <a:pt x="25503" y="13629"/>
                      <a:pt x="25616" y="15158"/>
                    </a:cubicBezTo>
                    <a:cubicBezTo>
                      <a:pt x="25728" y="16687"/>
                      <a:pt x="25773" y="18217"/>
                      <a:pt x="25773" y="19701"/>
                    </a:cubicBezTo>
                    <a:cubicBezTo>
                      <a:pt x="25773" y="22220"/>
                      <a:pt x="25593" y="24626"/>
                      <a:pt x="25233" y="26943"/>
                    </a:cubicBezTo>
                    <a:cubicBezTo>
                      <a:pt x="24874" y="29236"/>
                      <a:pt x="24221" y="31283"/>
                      <a:pt x="23254" y="33037"/>
                    </a:cubicBezTo>
                    <a:cubicBezTo>
                      <a:pt x="22309" y="34791"/>
                      <a:pt x="21005" y="36208"/>
                      <a:pt x="19341" y="37243"/>
                    </a:cubicBezTo>
                    <a:cubicBezTo>
                      <a:pt x="17677" y="38277"/>
                      <a:pt x="15540" y="38817"/>
                      <a:pt x="12909" y="38817"/>
                    </a:cubicBezTo>
                    <a:cubicBezTo>
                      <a:pt x="10278" y="38817"/>
                      <a:pt x="8141" y="38300"/>
                      <a:pt x="6455" y="37243"/>
                    </a:cubicBezTo>
                    <a:cubicBezTo>
                      <a:pt x="4791" y="36208"/>
                      <a:pt x="3463" y="34791"/>
                      <a:pt x="2519" y="33015"/>
                    </a:cubicBezTo>
                    <a:cubicBezTo>
                      <a:pt x="1574" y="31238"/>
                      <a:pt x="899" y="29169"/>
                      <a:pt x="540" y="26808"/>
                    </a:cubicBezTo>
                    <a:cubicBezTo>
                      <a:pt x="180" y="24446"/>
                      <a:pt x="0" y="21950"/>
                      <a:pt x="0" y="19341"/>
                    </a:cubicBezTo>
                    <a:cubicBezTo>
                      <a:pt x="0" y="16935"/>
                      <a:pt x="158" y="14573"/>
                      <a:pt x="495" y="12279"/>
                    </a:cubicBezTo>
                    <a:cubicBezTo>
                      <a:pt x="810" y="9985"/>
                      <a:pt x="1440" y="7916"/>
                      <a:pt x="2362" y="6095"/>
                    </a:cubicBezTo>
                    <a:cubicBezTo>
                      <a:pt x="3283" y="4273"/>
                      <a:pt x="4588" y="2811"/>
                      <a:pt x="6275" y="1687"/>
                    </a:cubicBezTo>
                    <a:cubicBezTo>
                      <a:pt x="7961" y="562"/>
                      <a:pt x="10188" y="23"/>
                      <a:pt x="12909" y="23"/>
                    </a:cubicBezTo>
                    <a:lnTo>
                      <a:pt x="12909" y="23"/>
                    </a:lnTo>
                    <a:close/>
                    <a:moveTo>
                      <a:pt x="22309" y="19296"/>
                    </a:moveTo>
                    <a:cubicBezTo>
                      <a:pt x="22309" y="17250"/>
                      <a:pt x="22197" y="15248"/>
                      <a:pt x="21950" y="13269"/>
                    </a:cubicBezTo>
                    <a:cubicBezTo>
                      <a:pt x="21702" y="11290"/>
                      <a:pt x="21253" y="9558"/>
                      <a:pt x="20578" y="8006"/>
                    </a:cubicBezTo>
                    <a:cubicBezTo>
                      <a:pt x="19904" y="6455"/>
                      <a:pt x="18936" y="5218"/>
                      <a:pt x="17700" y="4273"/>
                    </a:cubicBezTo>
                    <a:cubicBezTo>
                      <a:pt x="16463" y="3328"/>
                      <a:pt x="14821" y="2879"/>
                      <a:pt x="12819" y="2879"/>
                    </a:cubicBezTo>
                    <a:cubicBezTo>
                      <a:pt x="10818" y="2879"/>
                      <a:pt x="9355" y="3351"/>
                      <a:pt x="8141" y="4318"/>
                    </a:cubicBezTo>
                    <a:cubicBezTo>
                      <a:pt x="6927" y="5285"/>
                      <a:pt x="5982" y="6544"/>
                      <a:pt x="5308" y="8119"/>
                    </a:cubicBezTo>
                    <a:cubicBezTo>
                      <a:pt x="4633" y="9693"/>
                      <a:pt x="4138" y="11492"/>
                      <a:pt x="3868" y="13516"/>
                    </a:cubicBezTo>
                    <a:cubicBezTo>
                      <a:pt x="3599" y="15540"/>
                      <a:pt x="3463" y="17587"/>
                      <a:pt x="3463" y="19678"/>
                    </a:cubicBezTo>
                    <a:cubicBezTo>
                      <a:pt x="3463" y="22130"/>
                      <a:pt x="3621" y="24356"/>
                      <a:pt x="3913" y="26335"/>
                    </a:cubicBezTo>
                    <a:cubicBezTo>
                      <a:pt x="4228" y="28337"/>
                      <a:pt x="4723" y="30024"/>
                      <a:pt x="5442" y="31440"/>
                    </a:cubicBezTo>
                    <a:cubicBezTo>
                      <a:pt x="6162" y="32835"/>
                      <a:pt x="7129" y="33937"/>
                      <a:pt x="8321" y="34701"/>
                    </a:cubicBezTo>
                    <a:cubicBezTo>
                      <a:pt x="9536" y="35466"/>
                      <a:pt x="11042" y="35871"/>
                      <a:pt x="12886" y="35871"/>
                    </a:cubicBezTo>
                    <a:cubicBezTo>
                      <a:pt x="14933" y="35871"/>
                      <a:pt x="16575" y="35376"/>
                      <a:pt x="17834" y="34364"/>
                    </a:cubicBezTo>
                    <a:cubicBezTo>
                      <a:pt x="19071" y="33352"/>
                      <a:pt x="20016" y="32070"/>
                      <a:pt x="20668" y="30473"/>
                    </a:cubicBezTo>
                    <a:cubicBezTo>
                      <a:pt x="21320" y="28877"/>
                      <a:pt x="21747" y="27100"/>
                      <a:pt x="21972" y="25121"/>
                    </a:cubicBezTo>
                    <a:cubicBezTo>
                      <a:pt x="22197" y="23142"/>
                      <a:pt x="22287" y="21208"/>
                      <a:pt x="22287" y="19296"/>
                    </a:cubicBezTo>
                    <a:lnTo>
                      <a:pt x="22309" y="19296"/>
                    </a:lnTo>
                    <a:close/>
                  </a:path>
                </a:pathLst>
              </a:custGeom>
              <a:solidFill>
                <a:srgbClr val="231F20"/>
              </a:solidFill>
              <a:ln w="2249" cap="flat">
                <a:noFill/>
                <a:prstDash val="solid"/>
                <a:miter/>
              </a:ln>
            </p:spPr>
            <p:txBody>
              <a:bodyPr rtlCol="0" anchor="ctr"/>
              <a:lstStyle/>
              <a:p>
                <a:endParaRPr lang="en-US"/>
              </a:p>
            </p:txBody>
          </p:sp>
        </p:grpSp>
        <p:grpSp>
          <p:nvGrpSpPr>
            <p:cNvPr id="5084" name="Graphic 3">
              <a:extLst>
                <a:ext uri="{FF2B5EF4-FFF2-40B4-BE49-F238E27FC236}">
                  <a16:creationId xmlns:a16="http://schemas.microsoft.com/office/drawing/2014/main" id="{B49DCE91-F643-1BB6-E26C-9425A9D05757}"/>
                </a:ext>
              </a:extLst>
            </p:cNvPr>
            <p:cNvGrpSpPr/>
            <p:nvPr/>
          </p:nvGrpSpPr>
          <p:grpSpPr>
            <a:xfrm>
              <a:off x="1123512" y="5120868"/>
              <a:ext cx="438500" cy="164208"/>
              <a:chOff x="7152538" y="2868227"/>
              <a:chExt cx="103654" cy="38816"/>
            </a:xfrm>
            <a:solidFill>
              <a:srgbClr val="231F20"/>
            </a:solidFill>
          </p:grpSpPr>
          <p:sp>
            <p:nvSpPr>
              <p:cNvPr id="5085" name="Freeform 5084">
                <a:extLst>
                  <a:ext uri="{FF2B5EF4-FFF2-40B4-BE49-F238E27FC236}">
                    <a16:creationId xmlns:a16="http://schemas.microsoft.com/office/drawing/2014/main" id="{2A45D373-516F-75C5-489D-70EA257548D1}"/>
                  </a:ext>
                </a:extLst>
              </p:cNvPr>
              <p:cNvSpPr/>
              <p:nvPr/>
            </p:nvSpPr>
            <p:spPr>
              <a:xfrm>
                <a:off x="7152538" y="2890582"/>
                <a:ext cx="13651" cy="3350"/>
              </a:xfrm>
              <a:custGeom>
                <a:avLst/>
                <a:gdLst>
                  <a:gd name="connsiteX0" fmla="*/ 13651 w 13651"/>
                  <a:gd name="connsiteY0" fmla="*/ 0 h 3350"/>
                  <a:gd name="connsiteX1" fmla="*/ 13651 w 13651"/>
                  <a:gd name="connsiteY1" fmla="*/ 3351 h 3350"/>
                  <a:gd name="connsiteX2" fmla="*/ 0 w 13651"/>
                  <a:gd name="connsiteY2" fmla="*/ 3351 h 3350"/>
                  <a:gd name="connsiteX3" fmla="*/ 0 w 13651"/>
                  <a:gd name="connsiteY3" fmla="*/ 0 h 3350"/>
                  <a:gd name="connsiteX4" fmla="*/ 13651 w 13651"/>
                  <a:gd name="connsiteY4" fmla="*/ 0 h 3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51" h="3350">
                    <a:moveTo>
                      <a:pt x="13651" y="0"/>
                    </a:moveTo>
                    <a:lnTo>
                      <a:pt x="13651" y="3351"/>
                    </a:lnTo>
                    <a:lnTo>
                      <a:pt x="0" y="3351"/>
                    </a:lnTo>
                    <a:lnTo>
                      <a:pt x="0" y="0"/>
                    </a:lnTo>
                    <a:lnTo>
                      <a:pt x="13651" y="0"/>
                    </a:lnTo>
                    <a:close/>
                  </a:path>
                </a:pathLst>
              </a:custGeom>
              <a:solidFill>
                <a:srgbClr val="231F20"/>
              </a:solidFill>
              <a:ln w="2249" cap="flat">
                <a:noFill/>
                <a:prstDash val="solid"/>
                <a:miter/>
              </a:ln>
            </p:spPr>
            <p:txBody>
              <a:bodyPr rtlCol="0" anchor="ctr"/>
              <a:lstStyle/>
              <a:p>
                <a:endParaRPr lang="en-US"/>
              </a:p>
            </p:txBody>
          </p:sp>
          <p:sp>
            <p:nvSpPr>
              <p:cNvPr id="5086" name="Freeform 5085">
                <a:extLst>
                  <a:ext uri="{FF2B5EF4-FFF2-40B4-BE49-F238E27FC236}">
                    <a16:creationId xmlns:a16="http://schemas.microsoft.com/office/drawing/2014/main" id="{B38830DD-3740-7318-2842-4C2913D4282F}"/>
                  </a:ext>
                </a:extLst>
              </p:cNvPr>
              <p:cNvSpPr/>
              <p:nvPr/>
            </p:nvSpPr>
            <p:spPr>
              <a:xfrm>
                <a:off x="7170282" y="2868587"/>
                <a:ext cx="26110" cy="37692"/>
              </a:xfrm>
              <a:custGeom>
                <a:avLst/>
                <a:gdLst>
                  <a:gd name="connsiteX0" fmla="*/ 17385 w 26110"/>
                  <a:gd name="connsiteY0" fmla="*/ 28292 h 37692"/>
                  <a:gd name="connsiteX1" fmla="*/ 0 w 26110"/>
                  <a:gd name="connsiteY1" fmla="*/ 28292 h 37692"/>
                  <a:gd name="connsiteX2" fmla="*/ 0 w 26110"/>
                  <a:gd name="connsiteY2" fmla="*/ 25323 h 37692"/>
                  <a:gd name="connsiteX3" fmla="*/ 17700 w 26110"/>
                  <a:gd name="connsiteY3" fmla="*/ 0 h 37692"/>
                  <a:gd name="connsiteX4" fmla="*/ 20825 w 26110"/>
                  <a:gd name="connsiteY4" fmla="*/ 0 h 37692"/>
                  <a:gd name="connsiteX5" fmla="*/ 20825 w 26110"/>
                  <a:gd name="connsiteY5" fmla="*/ 25368 h 37692"/>
                  <a:gd name="connsiteX6" fmla="*/ 26111 w 26110"/>
                  <a:gd name="connsiteY6" fmla="*/ 25368 h 37692"/>
                  <a:gd name="connsiteX7" fmla="*/ 26111 w 26110"/>
                  <a:gd name="connsiteY7" fmla="*/ 28292 h 37692"/>
                  <a:gd name="connsiteX8" fmla="*/ 20825 w 26110"/>
                  <a:gd name="connsiteY8" fmla="*/ 28292 h 37692"/>
                  <a:gd name="connsiteX9" fmla="*/ 20825 w 26110"/>
                  <a:gd name="connsiteY9" fmla="*/ 37693 h 37692"/>
                  <a:gd name="connsiteX10" fmla="*/ 17362 w 26110"/>
                  <a:gd name="connsiteY10" fmla="*/ 37693 h 37692"/>
                  <a:gd name="connsiteX11" fmla="*/ 17362 w 26110"/>
                  <a:gd name="connsiteY11" fmla="*/ 28292 h 37692"/>
                  <a:gd name="connsiteX12" fmla="*/ 17385 w 26110"/>
                  <a:gd name="connsiteY12" fmla="*/ 28292 h 37692"/>
                  <a:gd name="connsiteX13" fmla="*/ 3396 w 26110"/>
                  <a:gd name="connsiteY13" fmla="*/ 25391 h 37692"/>
                  <a:gd name="connsiteX14" fmla="*/ 17385 w 26110"/>
                  <a:gd name="connsiteY14" fmla="*/ 25391 h 37692"/>
                  <a:gd name="connsiteX15" fmla="*/ 17385 w 26110"/>
                  <a:gd name="connsiteY15" fmla="*/ 5195 h 37692"/>
                  <a:gd name="connsiteX16" fmla="*/ 3396 w 26110"/>
                  <a:gd name="connsiteY16" fmla="*/ 25391 h 37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6110" h="37692">
                    <a:moveTo>
                      <a:pt x="17385" y="28292"/>
                    </a:moveTo>
                    <a:lnTo>
                      <a:pt x="0" y="28292"/>
                    </a:lnTo>
                    <a:lnTo>
                      <a:pt x="0" y="25323"/>
                    </a:lnTo>
                    <a:lnTo>
                      <a:pt x="17700" y="0"/>
                    </a:lnTo>
                    <a:lnTo>
                      <a:pt x="20825" y="0"/>
                    </a:lnTo>
                    <a:lnTo>
                      <a:pt x="20825" y="25368"/>
                    </a:lnTo>
                    <a:lnTo>
                      <a:pt x="26111" y="25368"/>
                    </a:lnTo>
                    <a:lnTo>
                      <a:pt x="26111" y="28292"/>
                    </a:lnTo>
                    <a:lnTo>
                      <a:pt x="20825" y="28292"/>
                    </a:lnTo>
                    <a:lnTo>
                      <a:pt x="20825" y="37693"/>
                    </a:lnTo>
                    <a:lnTo>
                      <a:pt x="17362" y="37693"/>
                    </a:lnTo>
                    <a:lnTo>
                      <a:pt x="17362" y="28292"/>
                    </a:lnTo>
                    <a:lnTo>
                      <a:pt x="17385" y="28292"/>
                    </a:lnTo>
                    <a:close/>
                    <a:moveTo>
                      <a:pt x="3396" y="25391"/>
                    </a:moveTo>
                    <a:lnTo>
                      <a:pt x="17385" y="25391"/>
                    </a:lnTo>
                    <a:lnTo>
                      <a:pt x="17385" y="5195"/>
                    </a:lnTo>
                    <a:lnTo>
                      <a:pt x="3396" y="25391"/>
                    </a:lnTo>
                    <a:close/>
                  </a:path>
                </a:pathLst>
              </a:custGeom>
              <a:solidFill>
                <a:srgbClr val="231F20"/>
              </a:solidFill>
              <a:ln w="2249" cap="flat">
                <a:noFill/>
                <a:prstDash val="solid"/>
                <a:miter/>
              </a:ln>
            </p:spPr>
            <p:txBody>
              <a:bodyPr rtlCol="0" anchor="ctr"/>
              <a:lstStyle/>
              <a:p>
                <a:endParaRPr lang="en-US"/>
              </a:p>
            </p:txBody>
          </p:sp>
          <p:sp>
            <p:nvSpPr>
              <p:cNvPr id="5087" name="Freeform 5086">
                <a:extLst>
                  <a:ext uri="{FF2B5EF4-FFF2-40B4-BE49-F238E27FC236}">
                    <a16:creationId xmlns:a16="http://schemas.microsoft.com/office/drawing/2014/main" id="{74AF68F6-24E4-D6A6-E756-C02F4695F77F}"/>
                  </a:ext>
                </a:extLst>
              </p:cNvPr>
              <p:cNvSpPr/>
              <p:nvPr/>
            </p:nvSpPr>
            <p:spPr>
              <a:xfrm>
                <a:off x="7200419" y="2868227"/>
                <a:ext cx="25772" cy="38816"/>
              </a:xfrm>
              <a:custGeom>
                <a:avLst/>
                <a:gdLst>
                  <a:gd name="connsiteX0" fmla="*/ 12932 w 25772"/>
                  <a:gd name="connsiteY0" fmla="*/ 0 h 38816"/>
                  <a:gd name="connsiteX1" fmla="*/ 17789 w 25772"/>
                  <a:gd name="connsiteY1" fmla="*/ 832 h 38816"/>
                  <a:gd name="connsiteX2" fmla="*/ 21275 w 25772"/>
                  <a:gd name="connsiteY2" fmla="*/ 3126 h 38816"/>
                  <a:gd name="connsiteX3" fmla="*/ 23592 w 25772"/>
                  <a:gd name="connsiteY3" fmla="*/ 6522 h 38816"/>
                  <a:gd name="connsiteX4" fmla="*/ 24963 w 25772"/>
                  <a:gd name="connsiteY4" fmla="*/ 10660 h 38816"/>
                  <a:gd name="connsiteX5" fmla="*/ 25615 w 25772"/>
                  <a:gd name="connsiteY5" fmla="*/ 15158 h 38816"/>
                  <a:gd name="connsiteX6" fmla="*/ 25773 w 25772"/>
                  <a:gd name="connsiteY6" fmla="*/ 19701 h 38816"/>
                  <a:gd name="connsiteX7" fmla="*/ 25233 w 25772"/>
                  <a:gd name="connsiteY7" fmla="*/ 26942 h 38816"/>
                  <a:gd name="connsiteX8" fmla="*/ 23254 w 25772"/>
                  <a:gd name="connsiteY8" fmla="*/ 33037 h 38816"/>
                  <a:gd name="connsiteX9" fmla="*/ 19341 w 25772"/>
                  <a:gd name="connsiteY9" fmla="*/ 37243 h 38816"/>
                  <a:gd name="connsiteX10" fmla="*/ 12909 w 25772"/>
                  <a:gd name="connsiteY10" fmla="*/ 38817 h 38816"/>
                  <a:gd name="connsiteX11" fmla="*/ 6454 w 25772"/>
                  <a:gd name="connsiteY11" fmla="*/ 37243 h 38816"/>
                  <a:gd name="connsiteX12" fmla="*/ 2519 w 25772"/>
                  <a:gd name="connsiteY12" fmla="*/ 33015 h 38816"/>
                  <a:gd name="connsiteX13" fmla="*/ 540 w 25772"/>
                  <a:gd name="connsiteY13" fmla="*/ 26808 h 38816"/>
                  <a:gd name="connsiteX14" fmla="*/ 0 w 25772"/>
                  <a:gd name="connsiteY14" fmla="*/ 19341 h 38816"/>
                  <a:gd name="connsiteX15" fmla="*/ 495 w 25772"/>
                  <a:gd name="connsiteY15" fmla="*/ 12279 h 38816"/>
                  <a:gd name="connsiteX16" fmla="*/ 2362 w 25772"/>
                  <a:gd name="connsiteY16" fmla="*/ 6095 h 38816"/>
                  <a:gd name="connsiteX17" fmla="*/ 6275 w 25772"/>
                  <a:gd name="connsiteY17" fmla="*/ 1687 h 38816"/>
                  <a:gd name="connsiteX18" fmla="*/ 12909 w 25772"/>
                  <a:gd name="connsiteY18" fmla="*/ 22 h 38816"/>
                  <a:gd name="connsiteX19" fmla="*/ 12909 w 25772"/>
                  <a:gd name="connsiteY19" fmla="*/ 22 h 38816"/>
                  <a:gd name="connsiteX20" fmla="*/ 22309 w 25772"/>
                  <a:gd name="connsiteY20" fmla="*/ 19319 h 38816"/>
                  <a:gd name="connsiteX21" fmla="*/ 21950 w 25772"/>
                  <a:gd name="connsiteY21" fmla="*/ 13291 h 38816"/>
                  <a:gd name="connsiteX22" fmla="*/ 20578 w 25772"/>
                  <a:gd name="connsiteY22" fmla="*/ 8029 h 38816"/>
                  <a:gd name="connsiteX23" fmla="*/ 17699 w 25772"/>
                  <a:gd name="connsiteY23" fmla="*/ 4295 h 38816"/>
                  <a:gd name="connsiteX24" fmla="*/ 12819 w 25772"/>
                  <a:gd name="connsiteY24" fmla="*/ 2901 h 38816"/>
                  <a:gd name="connsiteX25" fmla="*/ 8141 w 25772"/>
                  <a:gd name="connsiteY25" fmla="*/ 4340 h 38816"/>
                  <a:gd name="connsiteX26" fmla="*/ 5307 w 25772"/>
                  <a:gd name="connsiteY26" fmla="*/ 8141 h 38816"/>
                  <a:gd name="connsiteX27" fmla="*/ 3868 w 25772"/>
                  <a:gd name="connsiteY27" fmla="*/ 13539 h 38816"/>
                  <a:gd name="connsiteX28" fmla="*/ 3463 w 25772"/>
                  <a:gd name="connsiteY28" fmla="*/ 19701 h 38816"/>
                  <a:gd name="connsiteX29" fmla="*/ 3913 w 25772"/>
                  <a:gd name="connsiteY29" fmla="*/ 26358 h 38816"/>
                  <a:gd name="connsiteX30" fmla="*/ 5442 w 25772"/>
                  <a:gd name="connsiteY30" fmla="*/ 31463 h 38816"/>
                  <a:gd name="connsiteX31" fmla="*/ 8321 w 25772"/>
                  <a:gd name="connsiteY31" fmla="*/ 34724 h 38816"/>
                  <a:gd name="connsiteX32" fmla="*/ 12886 w 25772"/>
                  <a:gd name="connsiteY32" fmla="*/ 35893 h 38816"/>
                  <a:gd name="connsiteX33" fmla="*/ 17834 w 25772"/>
                  <a:gd name="connsiteY33" fmla="*/ 34387 h 38816"/>
                  <a:gd name="connsiteX34" fmla="*/ 20668 w 25772"/>
                  <a:gd name="connsiteY34" fmla="*/ 30496 h 38816"/>
                  <a:gd name="connsiteX35" fmla="*/ 21972 w 25772"/>
                  <a:gd name="connsiteY35" fmla="*/ 25143 h 38816"/>
                  <a:gd name="connsiteX36" fmla="*/ 22287 w 25772"/>
                  <a:gd name="connsiteY36" fmla="*/ 19319 h 38816"/>
                  <a:gd name="connsiteX37" fmla="*/ 22309 w 25772"/>
                  <a:gd name="connsiteY37" fmla="*/ 19319 h 38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6">
                    <a:moveTo>
                      <a:pt x="12932" y="0"/>
                    </a:moveTo>
                    <a:cubicBezTo>
                      <a:pt x="14798" y="0"/>
                      <a:pt x="16418"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687"/>
                      <a:pt x="25773" y="18217"/>
                      <a:pt x="25773" y="19701"/>
                    </a:cubicBezTo>
                    <a:cubicBezTo>
                      <a:pt x="25773" y="22220"/>
                      <a:pt x="25593" y="24626"/>
                      <a:pt x="25233" y="26942"/>
                    </a:cubicBezTo>
                    <a:cubicBezTo>
                      <a:pt x="24874" y="29236"/>
                      <a:pt x="24221" y="31283"/>
                      <a:pt x="23254" y="33037"/>
                    </a:cubicBezTo>
                    <a:cubicBezTo>
                      <a:pt x="22309"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899" y="29169"/>
                      <a:pt x="540" y="26808"/>
                    </a:cubicBezTo>
                    <a:cubicBezTo>
                      <a:pt x="180" y="24446"/>
                      <a:pt x="0" y="21950"/>
                      <a:pt x="0" y="19341"/>
                    </a:cubicBezTo>
                    <a:cubicBezTo>
                      <a:pt x="0" y="16935"/>
                      <a:pt x="158" y="14573"/>
                      <a:pt x="495" y="12279"/>
                    </a:cubicBezTo>
                    <a:cubicBezTo>
                      <a:pt x="809" y="9985"/>
                      <a:pt x="1439" y="7916"/>
                      <a:pt x="2362" y="6095"/>
                    </a:cubicBezTo>
                    <a:cubicBezTo>
                      <a:pt x="3283" y="4273"/>
                      <a:pt x="4588" y="2811"/>
                      <a:pt x="6275" y="1687"/>
                    </a:cubicBezTo>
                    <a:cubicBezTo>
                      <a:pt x="7961" y="562"/>
                      <a:pt x="10188" y="22"/>
                      <a:pt x="12909" y="22"/>
                    </a:cubicBezTo>
                    <a:lnTo>
                      <a:pt x="12909" y="22"/>
                    </a:lnTo>
                    <a:close/>
                    <a:moveTo>
                      <a:pt x="22309" y="19319"/>
                    </a:moveTo>
                    <a:cubicBezTo>
                      <a:pt x="22309" y="17272"/>
                      <a:pt x="22197" y="15270"/>
                      <a:pt x="21950" y="13291"/>
                    </a:cubicBezTo>
                    <a:cubicBezTo>
                      <a:pt x="21702" y="11312"/>
                      <a:pt x="21253" y="9581"/>
                      <a:pt x="20578" y="8029"/>
                    </a:cubicBezTo>
                    <a:cubicBezTo>
                      <a:pt x="19903" y="6477"/>
                      <a:pt x="18936" y="5240"/>
                      <a:pt x="17699" y="4295"/>
                    </a:cubicBezTo>
                    <a:cubicBezTo>
                      <a:pt x="16463" y="3351"/>
                      <a:pt x="14821" y="2901"/>
                      <a:pt x="12819" y="2901"/>
                    </a:cubicBezTo>
                    <a:cubicBezTo>
                      <a:pt x="10818" y="2901"/>
                      <a:pt x="9355" y="3373"/>
                      <a:pt x="8141" y="4340"/>
                    </a:cubicBezTo>
                    <a:cubicBezTo>
                      <a:pt x="6927" y="5308"/>
                      <a:pt x="5982" y="6567"/>
                      <a:pt x="5307" y="8141"/>
                    </a:cubicBezTo>
                    <a:cubicBezTo>
                      <a:pt x="4633" y="9715"/>
                      <a:pt x="4138" y="11515"/>
                      <a:pt x="3868" y="13539"/>
                    </a:cubicBezTo>
                    <a:cubicBezTo>
                      <a:pt x="3598" y="15563"/>
                      <a:pt x="3463" y="17609"/>
                      <a:pt x="3463" y="19701"/>
                    </a:cubicBezTo>
                    <a:cubicBezTo>
                      <a:pt x="3463" y="22152"/>
                      <a:pt x="3621" y="24379"/>
                      <a:pt x="3913" y="26358"/>
                    </a:cubicBezTo>
                    <a:cubicBezTo>
                      <a:pt x="4228" y="28359"/>
                      <a:pt x="4722" y="30046"/>
                      <a:pt x="5442" y="31463"/>
                    </a:cubicBezTo>
                    <a:cubicBezTo>
                      <a:pt x="6162" y="32857"/>
                      <a:pt x="7129" y="33959"/>
                      <a:pt x="8321" y="34724"/>
                    </a:cubicBezTo>
                    <a:cubicBezTo>
                      <a:pt x="9536" y="35489"/>
                      <a:pt x="11042" y="35893"/>
                      <a:pt x="12886" y="35893"/>
                    </a:cubicBezTo>
                    <a:cubicBezTo>
                      <a:pt x="14933" y="35893"/>
                      <a:pt x="16575" y="35399"/>
                      <a:pt x="17834" y="34387"/>
                    </a:cubicBezTo>
                    <a:cubicBezTo>
                      <a:pt x="19071" y="33375"/>
                      <a:pt x="20016" y="32093"/>
                      <a:pt x="20668" y="30496"/>
                    </a:cubicBezTo>
                    <a:cubicBezTo>
                      <a:pt x="21320" y="28899"/>
                      <a:pt x="21747" y="27122"/>
                      <a:pt x="21972" y="25143"/>
                    </a:cubicBezTo>
                    <a:cubicBezTo>
                      <a:pt x="22197" y="23164"/>
                      <a:pt x="22287" y="21230"/>
                      <a:pt x="22287" y="19319"/>
                    </a:cubicBezTo>
                    <a:lnTo>
                      <a:pt x="22309" y="19319"/>
                    </a:lnTo>
                    <a:close/>
                  </a:path>
                </a:pathLst>
              </a:custGeom>
              <a:solidFill>
                <a:srgbClr val="231F20"/>
              </a:solidFill>
              <a:ln w="2249" cap="flat">
                <a:noFill/>
                <a:prstDash val="solid"/>
                <a:miter/>
              </a:ln>
            </p:spPr>
            <p:txBody>
              <a:bodyPr rtlCol="0" anchor="ctr"/>
              <a:lstStyle/>
              <a:p>
                <a:endParaRPr lang="en-US"/>
              </a:p>
            </p:txBody>
          </p:sp>
          <p:sp>
            <p:nvSpPr>
              <p:cNvPr id="5088" name="Freeform 5087">
                <a:extLst>
                  <a:ext uri="{FF2B5EF4-FFF2-40B4-BE49-F238E27FC236}">
                    <a16:creationId xmlns:a16="http://schemas.microsoft.com/office/drawing/2014/main" id="{0DABDB88-29DC-E0E6-D718-31A0C67C81E9}"/>
                  </a:ext>
                </a:extLst>
              </p:cNvPr>
              <p:cNvSpPr/>
              <p:nvPr/>
            </p:nvSpPr>
            <p:spPr>
              <a:xfrm>
                <a:off x="7230420" y="2868227"/>
                <a:ext cx="25772" cy="38816"/>
              </a:xfrm>
              <a:custGeom>
                <a:avLst/>
                <a:gdLst>
                  <a:gd name="connsiteX0" fmla="*/ 12932 w 25772"/>
                  <a:gd name="connsiteY0" fmla="*/ 0 h 38816"/>
                  <a:gd name="connsiteX1" fmla="*/ 17789 w 25772"/>
                  <a:gd name="connsiteY1" fmla="*/ 832 h 38816"/>
                  <a:gd name="connsiteX2" fmla="*/ 21275 w 25772"/>
                  <a:gd name="connsiteY2" fmla="*/ 3126 h 38816"/>
                  <a:gd name="connsiteX3" fmla="*/ 23592 w 25772"/>
                  <a:gd name="connsiteY3" fmla="*/ 6522 h 38816"/>
                  <a:gd name="connsiteX4" fmla="*/ 24963 w 25772"/>
                  <a:gd name="connsiteY4" fmla="*/ 10660 h 38816"/>
                  <a:gd name="connsiteX5" fmla="*/ 25615 w 25772"/>
                  <a:gd name="connsiteY5" fmla="*/ 15158 h 38816"/>
                  <a:gd name="connsiteX6" fmla="*/ 25773 w 25772"/>
                  <a:gd name="connsiteY6" fmla="*/ 19701 h 38816"/>
                  <a:gd name="connsiteX7" fmla="*/ 25233 w 25772"/>
                  <a:gd name="connsiteY7" fmla="*/ 26942 h 38816"/>
                  <a:gd name="connsiteX8" fmla="*/ 23254 w 25772"/>
                  <a:gd name="connsiteY8" fmla="*/ 33037 h 38816"/>
                  <a:gd name="connsiteX9" fmla="*/ 19341 w 25772"/>
                  <a:gd name="connsiteY9" fmla="*/ 37243 h 38816"/>
                  <a:gd name="connsiteX10" fmla="*/ 12909 w 25772"/>
                  <a:gd name="connsiteY10" fmla="*/ 38817 h 38816"/>
                  <a:gd name="connsiteX11" fmla="*/ 6454 w 25772"/>
                  <a:gd name="connsiteY11" fmla="*/ 37243 h 38816"/>
                  <a:gd name="connsiteX12" fmla="*/ 2519 w 25772"/>
                  <a:gd name="connsiteY12" fmla="*/ 33015 h 38816"/>
                  <a:gd name="connsiteX13" fmla="*/ 540 w 25772"/>
                  <a:gd name="connsiteY13" fmla="*/ 26808 h 38816"/>
                  <a:gd name="connsiteX14" fmla="*/ 0 w 25772"/>
                  <a:gd name="connsiteY14" fmla="*/ 19341 h 38816"/>
                  <a:gd name="connsiteX15" fmla="*/ 495 w 25772"/>
                  <a:gd name="connsiteY15" fmla="*/ 12279 h 38816"/>
                  <a:gd name="connsiteX16" fmla="*/ 2361 w 25772"/>
                  <a:gd name="connsiteY16" fmla="*/ 6095 h 38816"/>
                  <a:gd name="connsiteX17" fmla="*/ 6274 w 25772"/>
                  <a:gd name="connsiteY17" fmla="*/ 1687 h 38816"/>
                  <a:gd name="connsiteX18" fmla="*/ 12909 w 25772"/>
                  <a:gd name="connsiteY18" fmla="*/ 22 h 38816"/>
                  <a:gd name="connsiteX19" fmla="*/ 12909 w 25772"/>
                  <a:gd name="connsiteY19" fmla="*/ 22 h 38816"/>
                  <a:gd name="connsiteX20" fmla="*/ 22332 w 25772"/>
                  <a:gd name="connsiteY20" fmla="*/ 19319 h 38816"/>
                  <a:gd name="connsiteX21" fmla="*/ 21972 w 25772"/>
                  <a:gd name="connsiteY21" fmla="*/ 13291 h 38816"/>
                  <a:gd name="connsiteX22" fmla="*/ 20600 w 25772"/>
                  <a:gd name="connsiteY22" fmla="*/ 8029 h 38816"/>
                  <a:gd name="connsiteX23" fmla="*/ 17722 w 25772"/>
                  <a:gd name="connsiteY23" fmla="*/ 4295 h 38816"/>
                  <a:gd name="connsiteX24" fmla="*/ 12841 w 25772"/>
                  <a:gd name="connsiteY24" fmla="*/ 2901 h 38816"/>
                  <a:gd name="connsiteX25" fmla="*/ 8163 w 25772"/>
                  <a:gd name="connsiteY25" fmla="*/ 4340 h 38816"/>
                  <a:gd name="connsiteX26" fmla="*/ 5330 w 25772"/>
                  <a:gd name="connsiteY26" fmla="*/ 8141 h 38816"/>
                  <a:gd name="connsiteX27" fmla="*/ 3891 w 25772"/>
                  <a:gd name="connsiteY27" fmla="*/ 13539 h 38816"/>
                  <a:gd name="connsiteX28" fmla="*/ 3485 w 25772"/>
                  <a:gd name="connsiteY28" fmla="*/ 19701 h 38816"/>
                  <a:gd name="connsiteX29" fmla="*/ 3936 w 25772"/>
                  <a:gd name="connsiteY29" fmla="*/ 26358 h 38816"/>
                  <a:gd name="connsiteX30" fmla="*/ 5465 w 25772"/>
                  <a:gd name="connsiteY30" fmla="*/ 31463 h 38816"/>
                  <a:gd name="connsiteX31" fmla="*/ 8344 w 25772"/>
                  <a:gd name="connsiteY31" fmla="*/ 34724 h 38816"/>
                  <a:gd name="connsiteX32" fmla="*/ 12909 w 25772"/>
                  <a:gd name="connsiteY32" fmla="*/ 35893 h 38816"/>
                  <a:gd name="connsiteX33" fmla="*/ 17857 w 25772"/>
                  <a:gd name="connsiteY33" fmla="*/ 34387 h 38816"/>
                  <a:gd name="connsiteX34" fmla="*/ 20690 w 25772"/>
                  <a:gd name="connsiteY34" fmla="*/ 30496 h 38816"/>
                  <a:gd name="connsiteX35" fmla="*/ 21994 w 25772"/>
                  <a:gd name="connsiteY35" fmla="*/ 25143 h 38816"/>
                  <a:gd name="connsiteX36" fmla="*/ 22309 w 25772"/>
                  <a:gd name="connsiteY36" fmla="*/ 19319 h 38816"/>
                  <a:gd name="connsiteX37" fmla="*/ 22332 w 25772"/>
                  <a:gd name="connsiteY37" fmla="*/ 19319 h 38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6">
                    <a:moveTo>
                      <a:pt x="12932" y="0"/>
                    </a:moveTo>
                    <a:cubicBezTo>
                      <a:pt x="14798" y="0"/>
                      <a:pt x="16417"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687"/>
                      <a:pt x="25773" y="18217"/>
                      <a:pt x="25773" y="19701"/>
                    </a:cubicBezTo>
                    <a:cubicBezTo>
                      <a:pt x="25773" y="22220"/>
                      <a:pt x="25593" y="24626"/>
                      <a:pt x="25233" y="26942"/>
                    </a:cubicBezTo>
                    <a:cubicBezTo>
                      <a:pt x="24873" y="29236"/>
                      <a:pt x="24221" y="31283"/>
                      <a:pt x="23254" y="33037"/>
                    </a:cubicBezTo>
                    <a:cubicBezTo>
                      <a:pt x="22309" y="34791"/>
                      <a:pt x="21005" y="36208"/>
                      <a:pt x="19341" y="37243"/>
                    </a:cubicBezTo>
                    <a:cubicBezTo>
                      <a:pt x="17677" y="38277"/>
                      <a:pt x="15540" y="38817"/>
                      <a:pt x="12909" y="38817"/>
                    </a:cubicBezTo>
                    <a:cubicBezTo>
                      <a:pt x="10277" y="38817"/>
                      <a:pt x="8141" y="38300"/>
                      <a:pt x="6454" y="37243"/>
                    </a:cubicBezTo>
                    <a:cubicBezTo>
                      <a:pt x="4790" y="36208"/>
                      <a:pt x="3463" y="34791"/>
                      <a:pt x="2519" y="33015"/>
                    </a:cubicBezTo>
                    <a:cubicBezTo>
                      <a:pt x="1574" y="31238"/>
                      <a:pt x="899" y="29169"/>
                      <a:pt x="540" y="26808"/>
                    </a:cubicBezTo>
                    <a:cubicBezTo>
                      <a:pt x="180" y="24446"/>
                      <a:pt x="0" y="21950"/>
                      <a:pt x="0" y="19341"/>
                    </a:cubicBezTo>
                    <a:cubicBezTo>
                      <a:pt x="0" y="16935"/>
                      <a:pt x="157" y="14573"/>
                      <a:pt x="495" y="12279"/>
                    </a:cubicBezTo>
                    <a:cubicBezTo>
                      <a:pt x="809" y="9985"/>
                      <a:pt x="1439" y="7916"/>
                      <a:pt x="2361" y="6095"/>
                    </a:cubicBezTo>
                    <a:cubicBezTo>
                      <a:pt x="3283" y="4273"/>
                      <a:pt x="4587" y="2811"/>
                      <a:pt x="6274" y="1687"/>
                    </a:cubicBezTo>
                    <a:cubicBezTo>
                      <a:pt x="7961" y="562"/>
                      <a:pt x="10187" y="22"/>
                      <a:pt x="12909" y="22"/>
                    </a:cubicBezTo>
                    <a:lnTo>
                      <a:pt x="12909" y="22"/>
                    </a:lnTo>
                    <a:close/>
                    <a:moveTo>
                      <a:pt x="22332" y="19319"/>
                    </a:moveTo>
                    <a:cubicBezTo>
                      <a:pt x="22332" y="17272"/>
                      <a:pt x="22219" y="15270"/>
                      <a:pt x="21972" y="13291"/>
                    </a:cubicBezTo>
                    <a:cubicBezTo>
                      <a:pt x="21725" y="11312"/>
                      <a:pt x="21275" y="9581"/>
                      <a:pt x="20600" y="8029"/>
                    </a:cubicBezTo>
                    <a:cubicBezTo>
                      <a:pt x="19925" y="6477"/>
                      <a:pt x="18959" y="5240"/>
                      <a:pt x="17722" y="4295"/>
                    </a:cubicBezTo>
                    <a:cubicBezTo>
                      <a:pt x="16484" y="3351"/>
                      <a:pt x="14843" y="2901"/>
                      <a:pt x="12841" y="2901"/>
                    </a:cubicBezTo>
                    <a:cubicBezTo>
                      <a:pt x="10840" y="2901"/>
                      <a:pt x="9378" y="3373"/>
                      <a:pt x="8163" y="4340"/>
                    </a:cubicBezTo>
                    <a:cubicBezTo>
                      <a:pt x="6949" y="5308"/>
                      <a:pt x="6005" y="6567"/>
                      <a:pt x="5330" y="8141"/>
                    </a:cubicBezTo>
                    <a:cubicBezTo>
                      <a:pt x="4655" y="9715"/>
                      <a:pt x="4160" y="11515"/>
                      <a:pt x="3891" y="13539"/>
                    </a:cubicBezTo>
                    <a:cubicBezTo>
                      <a:pt x="3621" y="15563"/>
                      <a:pt x="3485" y="17609"/>
                      <a:pt x="3485" y="19701"/>
                    </a:cubicBezTo>
                    <a:cubicBezTo>
                      <a:pt x="3485" y="22152"/>
                      <a:pt x="3643" y="24379"/>
                      <a:pt x="3936" y="26358"/>
                    </a:cubicBezTo>
                    <a:cubicBezTo>
                      <a:pt x="4250" y="28359"/>
                      <a:pt x="4745" y="30046"/>
                      <a:pt x="5465" y="31463"/>
                    </a:cubicBezTo>
                    <a:cubicBezTo>
                      <a:pt x="6185" y="32857"/>
                      <a:pt x="7152" y="33959"/>
                      <a:pt x="8344" y="34724"/>
                    </a:cubicBezTo>
                    <a:cubicBezTo>
                      <a:pt x="9558" y="35489"/>
                      <a:pt x="11065" y="35893"/>
                      <a:pt x="12909" y="35893"/>
                    </a:cubicBezTo>
                    <a:cubicBezTo>
                      <a:pt x="14955" y="35893"/>
                      <a:pt x="16597" y="35399"/>
                      <a:pt x="17857" y="34387"/>
                    </a:cubicBezTo>
                    <a:cubicBezTo>
                      <a:pt x="19094" y="33375"/>
                      <a:pt x="20038" y="32093"/>
                      <a:pt x="20690" y="30496"/>
                    </a:cubicBezTo>
                    <a:cubicBezTo>
                      <a:pt x="21343" y="28899"/>
                      <a:pt x="21770" y="27122"/>
                      <a:pt x="21994" y="25143"/>
                    </a:cubicBezTo>
                    <a:cubicBezTo>
                      <a:pt x="22219" y="23164"/>
                      <a:pt x="22309" y="21230"/>
                      <a:pt x="22309" y="19319"/>
                    </a:cubicBezTo>
                    <a:lnTo>
                      <a:pt x="22332" y="19319"/>
                    </a:lnTo>
                    <a:close/>
                  </a:path>
                </a:pathLst>
              </a:custGeom>
              <a:solidFill>
                <a:srgbClr val="231F20"/>
              </a:solidFill>
              <a:ln w="2249" cap="flat">
                <a:noFill/>
                <a:prstDash val="solid"/>
                <a:miter/>
              </a:ln>
            </p:spPr>
            <p:txBody>
              <a:bodyPr rtlCol="0" anchor="ctr"/>
              <a:lstStyle/>
              <a:p>
                <a:endParaRPr lang="en-US"/>
              </a:p>
            </p:txBody>
          </p:sp>
        </p:grpSp>
        <p:grpSp>
          <p:nvGrpSpPr>
            <p:cNvPr id="5089" name="Graphic 3">
              <a:extLst>
                <a:ext uri="{FF2B5EF4-FFF2-40B4-BE49-F238E27FC236}">
                  <a16:creationId xmlns:a16="http://schemas.microsoft.com/office/drawing/2014/main" id="{DDA7E0E6-BADF-7D0E-DB48-E3FDD8E0A930}"/>
                </a:ext>
              </a:extLst>
            </p:cNvPr>
            <p:cNvGrpSpPr/>
            <p:nvPr/>
          </p:nvGrpSpPr>
          <p:grpSpPr>
            <a:xfrm>
              <a:off x="1123512" y="4323788"/>
              <a:ext cx="438500" cy="164306"/>
              <a:chOff x="7152538" y="2679810"/>
              <a:chExt cx="103654" cy="38839"/>
            </a:xfrm>
            <a:solidFill>
              <a:srgbClr val="231F20"/>
            </a:solidFill>
          </p:grpSpPr>
          <p:sp>
            <p:nvSpPr>
              <p:cNvPr id="5090" name="Freeform 5089">
                <a:extLst>
                  <a:ext uri="{FF2B5EF4-FFF2-40B4-BE49-F238E27FC236}">
                    <a16:creationId xmlns:a16="http://schemas.microsoft.com/office/drawing/2014/main" id="{1E3B4799-D8BB-B7CA-F600-0CCC48C6AF4F}"/>
                  </a:ext>
                </a:extLst>
              </p:cNvPr>
              <p:cNvSpPr/>
              <p:nvPr/>
            </p:nvSpPr>
            <p:spPr>
              <a:xfrm>
                <a:off x="7152538" y="2702164"/>
                <a:ext cx="13651" cy="3350"/>
              </a:xfrm>
              <a:custGeom>
                <a:avLst/>
                <a:gdLst>
                  <a:gd name="connsiteX0" fmla="*/ 13651 w 13651"/>
                  <a:gd name="connsiteY0" fmla="*/ 0 h 3350"/>
                  <a:gd name="connsiteX1" fmla="*/ 13651 w 13651"/>
                  <a:gd name="connsiteY1" fmla="*/ 3351 h 3350"/>
                  <a:gd name="connsiteX2" fmla="*/ 0 w 13651"/>
                  <a:gd name="connsiteY2" fmla="*/ 3351 h 3350"/>
                  <a:gd name="connsiteX3" fmla="*/ 0 w 13651"/>
                  <a:gd name="connsiteY3" fmla="*/ 0 h 3350"/>
                  <a:gd name="connsiteX4" fmla="*/ 13651 w 13651"/>
                  <a:gd name="connsiteY4" fmla="*/ 0 h 3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51" h="3350">
                    <a:moveTo>
                      <a:pt x="13651" y="0"/>
                    </a:moveTo>
                    <a:lnTo>
                      <a:pt x="13651" y="3351"/>
                    </a:lnTo>
                    <a:lnTo>
                      <a:pt x="0" y="3351"/>
                    </a:lnTo>
                    <a:lnTo>
                      <a:pt x="0" y="0"/>
                    </a:lnTo>
                    <a:lnTo>
                      <a:pt x="13651" y="0"/>
                    </a:lnTo>
                    <a:close/>
                  </a:path>
                </a:pathLst>
              </a:custGeom>
              <a:solidFill>
                <a:srgbClr val="231F20"/>
              </a:solidFill>
              <a:ln w="2249" cap="flat">
                <a:noFill/>
                <a:prstDash val="solid"/>
                <a:miter/>
              </a:ln>
            </p:spPr>
            <p:txBody>
              <a:bodyPr rtlCol="0" anchor="ctr"/>
              <a:lstStyle/>
              <a:p>
                <a:endParaRPr lang="en-US"/>
              </a:p>
            </p:txBody>
          </p:sp>
          <p:sp>
            <p:nvSpPr>
              <p:cNvPr id="5091" name="Freeform 5090">
                <a:extLst>
                  <a:ext uri="{FF2B5EF4-FFF2-40B4-BE49-F238E27FC236}">
                    <a16:creationId xmlns:a16="http://schemas.microsoft.com/office/drawing/2014/main" id="{CA104C04-372C-997F-0E58-8E5713972A19}"/>
                  </a:ext>
                </a:extLst>
              </p:cNvPr>
              <p:cNvSpPr/>
              <p:nvPr/>
            </p:nvSpPr>
            <p:spPr>
              <a:xfrm>
                <a:off x="7170912" y="2679810"/>
                <a:ext cx="25211" cy="38074"/>
              </a:xfrm>
              <a:custGeom>
                <a:avLst/>
                <a:gdLst>
                  <a:gd name="connsiteX0" fmla="*/ 1147 w 25211"/>
                  <a:gd name="connsiteY0" fmla="*/ 12482 h 38074"/>
                  <a:gd name="connsiteX1" fmla="*/ 2002 w 25211"/>
                  <a:gd name="connsiteY1" fmla="*/ 7377 h 38074"/>
                  <a:gd name="connsiteX2" fmla="*/ 4475 w 25211"/>
                  <a:gd name="connsiteY2" fmla="*/ 3441 h 38074"/>
                  <a:gd name="connsiteX3" fmla="*/ 8389 w 25211"/>
                  <a:gd name="connsiteY3" fmla="*/ 900 h 38074"/>
                  <a:gd name="connsiteX4" fmla="*/ 13494 w 25211"/>
                  <a:gd name="connsiteY4" fmla="*/ 0 h 38074"/>
                  <a:gd name="connsiteX5" fmla="*/ 18531 w 25211"/>
                  <a:gd name="connsiteY5" fmla="*/ 832 h 38074"/>
                  <a:gd name="connsiteX6" fmla="*/ 22197 w 25211"/>
                  <a:gd name="connsiteY6" fmla="*/ 3081 h 38074"/>
                  <a:gd name="connsiteX7" fmla="*/ 24446 w 25211"/>
                  <a:gd name="connsiteY7" fmla="*/ 6432 h 38074"/>
                  <a:gd name="connsiteX8" fmla="*/ 25211 w 25211"/>
                  <a:gd name="connsiteY8" fmla="*/ 10525 h 38074"/>
                  <a:gd name="connsiteX9" fmla="*/ 24379 w 25211"/>
                  <a:gd name="connsiteY9" fmla="*/ 15001 h 38074"/>
                  <a:gd name="connsiteX10" fmla="*/ 22175 w 25211"/>
                  <a:gd name="connsiteY10" fmla="*/ 18464 h 38074"/>
                  <a:gd name="connsiteX11" fmla="*/ 19049 w 25211"/>
                  <a:gd name="connsiteY11" fmla="*/ 21163 h 38074"/>
                  <a:gd name="connsiteX12" fmla="*/ 15451 w 25211"/>
                  <a:gd name="connsiteY12" fmla="*/ 23412 h 38074"/>
                  <a:gd name="connsiteX13" fmla="*/ 11830 w 25211"/>
                  <a:gd name="connsiteY13" fmla="*/ 25436 h 38074"/>
                  <a:gd name="connsiteX14" fmla="*/ 8636 w 25211"/>
                  <a:gd name="connsiteY14" fmla="*/ 27482 h 38074"/>
                  <a:gd name="connsiteX15" fmla="*/ 6859 w 25211"/>
                  <a:gd name="connsiteY15" fmla="*/ 28967 h 38074"/>
                  <a:gd name="connsiteX16" fmla="*/ 5285 w 25211"/>
                  <a:gd name="connsiteY16" fmla="*/ 30676 h 38074"/>
                  <a:gd name="connsiteX17" fmla="*/ 4161 w 25211"/>
                  <a:gd name="connsiteY17" fmla="*/ 32700 h 38074"/>
                  <a:gd name="connsiteX18" fmla="*/ 3666 w 25211"/>
                  <a:gd name="connsiteY18" fmla="*/ 35151 h 38074"/>
                  <a:gd name="connsiteX19" fmla="*/ 24874 w 25211"/>
                  <a:gd name="connsiteY19" fmla="*/ 35151 h 38074"/>
                  <a:gd name="connsiteX20" fmla="*/ 24874 w 25211"/>
                  <a:gd name="connsiteY20" fmla="*/ 38075 h 38074"/>
                  <a:gd name="connsiteX21" fmla="*/ 0 w 25211"/>
                  <a:gd name="connsiteY21" fmla="*/ 38075 h 38074"/>
                  <a:gd name="connsiteX22" fmla="*/ 585 w 25211"/>
                  <a:gd name="connsiteY22" fmla="*/ 33105 h 38074"/>
                  <a:gd name="connsiteX23" fmla="*/ 2969 w 25211"/>
                  <a:gd name="connsiteY23" fmla="*/ 28787 h 38074"/>
                  <a:gd name="connsiteX24" fmla="*/ 7107 w 25211"/>
                  <a:gd name="connsiteY24" fmla="*/ 24896 h 38074"/>
                  <a:gd name="connsiteX25" fmla="*/ 11290 w 25211"/>
                  <a:gd name="connsiteY25" fmla="*/ 22017 h 38074"/>
                  <a:gd name="connsiteX26" fmla="*/ 15180 w 25211"/>
                  <a:gd name="connsiteY26" fmla="*/ 19701 h 38074"/>
                  <a:gd name="connsiteX27" fmla="*/ 18419 w 25211"/>
                  <a:gd name="connsiteY27" fmla="*/ 17407 h 38074"/>
                  <a:gd name="connsiteX28" fmla="*/ 20623 w 25211"/>
                  <a:gd name="connsiteY28" fmla="*/ 14596 h 38074"/>
                  <a:gd name="connsiteX29" fmla="*/ 21433 w 25211"/>
                  <a:gd name="connsiteY29" fmla="*/ 10772 h 38074"/>
                  <a:gd name="connsiteX30" fmla="*/ 20780 w 25211"/>
                  <a:gd name="connsiteY30" fmla="*/ 7489 h 38074"/>
                  <a:gd name="connsiteX31" fmla="*/ 19004 w 25211"/>
                  <a:gd name="connsiteY31" fmla="*/ 5015 h 38074"/>
                  <a:gd name="connsiteX32" fmla="*/ 16350 w 25211"/>
                  <a:gd name="connsiteY32" fmla="*/ 3486 h 38074"/>
                  <a:gd name="connsiteX33" fmla="*/ 13067 w 25211"/>
                  <a:gd name="connsiteY33" fmla="*/ 2969 h 38074"/>
                  <a:gd name="connsiteX34" fmla="*/ 9648 w 25211"/>
                  <a:gd name="connsiteY34" fmla="*/ 3756 h 38074"/>
                  <a:gd name="connsiteX35" fmla="*/ 6995 w 25211"/>
                  <a:gd name="connsiteY35" fmla="*/ 5825 h 38074"/>
                  <a:gd name="connsiteX36" fmla="*/ 5285 w 25211"/>
                  <a:gd name="connsiteY36" fmla="*/ 8838 h 38074"/>
                  <a:gd name="connsiteX37" fmla="*/ 4791 w 25211"/>
                  <a:gd name="connsiteY37" fmla="*/ 12504 h 38074"/>
                  <a:gd name="connsiteX38" fmla="*/ 1124 w 25211"/>
                  <a:gd name="connsiteY38" fmla="*/ 12504 h 38074"/>
                  <a:gd name="connsiteX39" fmla="*/ 1124 w 25211"/>
                  <a:gd name="connsiteY39" fmla="*/ 12504 h 38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25211" h="38074">
                    <a:moveTo>
                      <a:pt x="1147" y="12482"/>
                    </a:moveTo>
                    <a:cubicBezTo>
                      <a:pt x="1147" y="10615"/>
                      <a:pt x="1440" y="8906"/>
                      <a:pt x="2002" y="7377"/>
                    </a:cubicBezTo>
                    <a:cubicBezTo>
                      <a:pt x="2587" y="5847"/>
                      <a:pt x="3396" y="4543"/>
                      <a:pt x="4475" y="3441"/>
                    </a:cubicBezTo>
                    <a:cubicBezTo>
                      <a:pt x="5555" y="2339"/>
                      <a:pt x="6859" y="1507"/>
                      <a:pt x="8389" y="900"/>
                    </a:cubicBezTo>
                    <a:cubicBezTo>
                      <a:pt x="9918" y="292"/>
                      <a:pt x="11627" y="0"/>
                      <a:pt x="13494" y="0"/>
                    </a:cubicBezTo>
                    <a:cubicBezTo>
                      <a:pt x="15361" y="0"/>
                      <a:pt x="17092" y="270"/>
                      <a:pt x="18531" y="832"/>
                    </a:cubicBezTo>
                    <a:cubicBezTo>
                      <a:pt x="19971" y="1394"/>
                      <a:pt x="21208" y="2137"/>
                      <a:pt x="22197" y="3081"/>
                    </a:cubicBezTo>
                    <a:cubicBezTo>
                      <a:pt x="23187" y="4026"/>
                      <a:pt x="23929" y="5128"/>
                      <a:pt x="24446" y="6432"/>
                    </a:cubicBezTo>
                    <a:cubicBezTo>
                      <a:pt x="24964" y="7736"/>
                      <a:pt x="25211" y="9086"/>
                      <a:pt x="25211" y="10525"/>
                    </a:cubicBezTo>
                    <a:cubicBezTo>
                      <a:pt x="25211" y="12212"/>
                      <a:pt x="24941" y="13719"/>
                      <a:pt x="24379" y="15001"/>
                    </a:cubicBezTo>
                    <a:cubicBezTo>
                      <a:pt x="23817" y="16282"/>
                      <a:pt x="23074" y="17452"/>
                      <a:pt x="22175" y="18464"/>
                    </a:cubicBezTo>
                    <a:cubicBezTo>
                      <a:pt x="21253" y="19476"/>
                      <a:pt x="20218" y="20376"/>
                      <a:pt x="19049" y="21163"/>
                    </a:cubicBezTo>
                    <a:cubicBezTo>
                      <a:pt x="17880" y="21950"/>
                      <a:pt x="16688" y="22692"/>
                      <a:pt x="15451" y="23412"/>
                    </a:cubicBezTo>
                    <a:cubicBezTo>
                      <a:pt x="14236" y="24109"/>
                      <a:pt x="13022" y="24784"/>
                      <a:pt x="11830" y="25436"/>
                    </a:cubicBezTo>
                    <a:cubicBezTo>
                      <a:pt x="10638" y="26088"/>
                      <a:pt x="9581" y="26763"/>
                      <a:pt x="8636" y="27482"/>
                    </a:cubicBezTo>
                    <a:cubicBezTo>
                      <a:pt x="8029" y="27955"/>
                      <a:pt x="7422" y="28449"/>
                      <a:pt x="6859" y="28967"/>
                    </a:cubicBezTo>
                    <a:cubicBezTo>
                      <a:pt x="6275" y="29484"/>
                      <a:pt x="5757" y="30046"/>
                      <a:pt x="5285" y="30676"/>
                    </a:cubicBezTo>
                    <a:cubicBezTo>
                      <a:pt x="4813" y="31283"/>
                      <a:pt x="4430" y="31958"/>
                      <a:pt x="4161" y="32700"/>
                    </a:cubicBezTo>
                    <a:cubicBezTo>
                      <a:pt x="3868" y="33442"/>
                      <a:pt x="3711" y="34252"/>
                      <a:pt x="3666" y="35151"/>
                    </a:cubicBezTo>
                    <a:lnTo>
                      <a:pt x="24874" y="35151"/>
                    </a:lnTo>
                    <a:lnTo>
                      <a:pt x="24874" y="38075"/>
                    </a:lnTo>
                    <a:lnTo>
                      <a:pt x="0" y="38075"/>
                    </a:lnTo>
                    <a:cubicBezTo>
                      <a:pt x="45" y="36231"/>
                      <a:pt x="225" y="34589"/>
                      <a:pt x="585" y="33105"/>
                    </a:cubicBezTo>
                    <a:cubicBezTo>
                      <a:pt x="945" y="31620"/>
                      <a:pt x="1732" y="30181"/>
                      <a:pt x="2969" y="28787"/>
                    </a:cubicBezTo>
                    <a:cubicBezTo>
                      <a:pt x="4296" y="27280"/>
                      <a:pt x="5667" y="25975"/>
                      <a:pt x="7107" y="24896"/>
                    </a:cubicBezTo>
                    <a:cubicBezTo>
                      <a:pt x="8524" y="23816"/>
                      <a:pt x="9918" y="22849"/>
                      <a:pt x="11290" y="22017"/>
                    </a:cubicBezTo>
                    <a:cubicBezTo>
                      <a:pt x="12662" y="21163"/>
                      <a:pt x="13944" y="20398"/>
                      <a:pt x="15180" y="19701"/>
                    </a:cubicBezTo>
                    <a:cubicBezTo>
                      <a:pt x="16418" y="19004"/>
                      <a:pt x="17474" y="18239"/>
                      <a:pt x="18419" y="17407"/>
                    </a:cubicBezTo>
                    <a:cubicBezTo>
                      <a:pt x="19364" y="16575"/>
                      <a:pt x="20084" y="15653"/>
                      <a:pt x="20623" y="14596"/>
                    </a:cubicBezTo>
                    <a:cubicBezTo>
                      <a:pt x="21163" y="13561"/>
                      <a:pt x="21433" y="12279"/>
                      <a:pt x="21433" y="10772"/>
                    </a:cubicBezTo>
                    <a:cubicBezTo>
                      <a:pt x="21433" y="9558"/>
                      <a:pt x="21208" y="8456"/>
                      <a:pt x="20780" y="7489"/>
                    </a:cubicBezTo>
                    <a:cubicBezTo>
                      <a:pt x="20353" y="6522"/>
                      <a:pt x="19746" y="5690"/>
                      <a:pt x="19004" y="5015"/>
                    </a:cubicBezTo>
                    <a:cubicBezTo>
                      <a:pt x="18239" y="4341"/>
                      <a:pt x="17362" y="3823"/>
                      <a:pt x="16350" y="3486"/>
                    </a:cubicBezTo>
                    <a:cubicBezTo>
                      <a:pt x="15338" y="3149"/>
                      <a:pt x="14236" y="2969"/>
                      <a:pt x="13067" y="2969"/>
                    </a:cubicBezTo>
                    <a:cubicBezTo>
                      <a:pt x="11807" y="2969"/>
                      <a:pt x="10660" y="3239"/>
                      <a:pt x="9648" y="3756"/>
                    </a:cubicBezTo>
                    <a:cubicBezTo>
                      <a:pt x="8636" y="4273"/>
                      <a:pt x="7737" y="4970"/>
                      <a:pt x="6995" y="5825"/>
                    </a:cubicBezTo>
                    <a:cubicBezTo>
                      <a:pt x="6252" y="6679"/>
                      <a:pt x="5690" y="7691"/>
                      <a:pt x="5285" y="8838"/>
                    </a:cubicBezTo>
                    <a:cubicBezTo>
                      <a:pt x="4881" y="9985"/>
                      <a:pt x="4723" y="11222"/>
                      <a:pt x="4791" y="12504"/>
                    </a:cubicBezTo>
                    <a:lnTo>
                      <a:pt x="1124" y="12504"/>
                    </a:lnTo>
                    <a:lnTo>
                      <a:pt x="1124" y="12504"/>
                    </a:lnTo>
                    <a:close/>
                  </a:path>
                </a:pathLst>
              </a:custGeom>
              <a:solidFill>
                <a:srgbClr val="231F20"/>
              </a:solidFill>
              <a:ln w="2249" cap="flat">
                <a:noFill/>
                <a:prstDash val="solid"/>
                <a:miter/>
              </a:ln>
            </p:spPr>
            <p:txBody>
              <a:bodyPr rtlCol="0" anchor="ctr"/>
              <a:lstStyle/>
              <a:p>
                <a:endParaRPr lang="en-US"/>
              </a:p>
            </p:txBody>
          </p:sp>
          <p:sp>
            <p:nvSpPr>
              <p:cNvPr id="5092" name="Freeform 5091">
                <a:extLst>
                  <a:ext uri="{FF2B5EF4-FFF2-40B4-BE49-F238E27FC236}">
                    <a16:creationId xmlns:a16="http://schemas.microsoft.com/office/drawing/2014/main" id="{759DDF6F-7E08-E908-0077-14420F7FF3D2}"/>
                  </a:ext>
                </a:extLst>
              </p:cNvPr>
              <p:cNvSpPr/>
              <p:nvPr/>
            </p:nvSpPr>
            <p:spPr>
              <a:xfrm>
                <a:off x="7200419" y="2679832"/>
                <a:ext cx="25772" cy="3881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5 w 25772"/>
                  <a:gd name="connsiteY5" fmla="*/ 15158 h 38817"/>
                  <a:gd name="connsiteX6" fmla="*/ 25773 w 25772"/>
                  <a:gd name="connsiteY6" fmla="*/ 19701 h 38817"/>
                  <a:gd name="connsiteX7" fmla="*/ 25233 w 25772"/>
                  <a:gd name="connsiteY7" fmla="*/ 26943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2 w 25772"/>
                  <a:gd name="connsiteY16" fmla="*/ 6095 h 38817"/>
                  <a:gd name="connsiteX17" fmla="*/ 6275 w 25772"/>
                  <a:gd name="connsiteY17" fmla="*/ 1687 h 38817"/>
                  <a:gd name="connsiteX18" fmla="*/ 12909 w 25772"/>
                  <a:gd name="connsiteY18" fmla="*/ 23 h 38817"/>
                  <a:gd name="connsiteX19" fmla="*/ 12909 w 25772"/>
                  <a:gd name="connsiteY19" fmla="*/ 23 h 38817"/>
                  <a:gd name="connsiteX20" fmla="*/ 22309 w 25772"/>
                  <a:gd name="connsiteY20" fmla="*/ 19319 h 38817"/>
                  <a:gd name="connsiteX21" fmla="*/ 21950 w 25772"/>
                  <a:gd name="connsiteY21" fmla="*/ 13291 h 38817"/>
                  <a:gd name="connsiteX22" fmla="*/ 20578 w 25772"/>
                  <a:gd name="connsiteY22" fmla="*/ 8029 h 38817"/>
                  <a:gd name="connsiteX23" fmla="*/ 17699 w 25772"/>
                  <a:gd name="connsiteY23" fmla="*/ 4296 h 38817"/>
                  <a:gd name="connsiteX24" fmla="*/ 12819 w 25772"/>
                  <a:gd name="connsiteY24" fmla="*/ 2901 h 38817"/>
                  <a:gd name="connsiteX25" fmla="*/ 8141 w 25772"/>
                  <a:gd name="connsiteY25" fmla="*/ 4341 h 38817"/>
                  <a:gd name="connsiteX26" fmla="*/ 5307 w 25772"/>
                  <a:gd name="connsiteY26" fmla="*/ 8141 h 38817"/>
                  <a:gd name="connsiteX27" fmla="*/ 3868 w 25772"/>
                  <a:gd name="connsiteY27" fmla="*/ 13539 h 38817"/>
                  <a:gd name="connsiteX28" fmla="*/ 3463 w 25772"/>
                  <a:gd name="connsiteY28" fmla="*/ 19701 h 38817"/>
                  <a:gd name="connsiteX29" fmla="*/ 3913 w 25772"/>
                  <a:gd name="connsiteY29" fmla="*/ 26358 h 38817"/>
                  <a:gd name="connsiteX30" fmla="*/ 5442 w 25772"/>
                  <a:gd name="connsiteY30" fmla="*/ 31463 h 38817"/>
                  <a:gd name="connsiteX31" fmla="*/ 8321 w 25772"/>
                  <a:gd name="connsiteY31" fmla="*/ 34724 h 38817"/>
                  <a:gd name="connsiteX32" fmla="*/ 12886 w 25772"/>
                  <a:gd name="connsiteY32" fmla="*/ 35893 h 38817"/>
                  <a:gd name="connsiteX33" fmla="*/ 17834 w 25772"/>
                  <a:gd name="connsiteY33" fmla="*/ 34387 h 38817"/>
                  <a:gd name="connsiteX34" fmla="*/ 20668 w 25772"/>
                  <a:gd name="connsiteY34" fmla="*/ 30496 h 38817"/>
                  <a:gd name="connsiteX35" fmla="*/ 21972 w 25772"/>
                  <a:gd name="connsiteY35" fmla="*/ 25143 h 38817"/>
                  <a:gd name="connsiteX36" fmla="*/ 22287 w 25772"/>
                  <a:gd name="connsiteY36" fmla="*/ 19319 h 38817"/>
                  <a:gd name="connsiteX37" fmla="*/ 22309 w 25772"/>
                  <a:gd name="connsiteY37"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7">
                    <a:moveTo>
                      <a:pt x="12932" y="0"/>
                    </a:moveTo>
                    <a:cubicBezTo>
                      <a:pt x="14798" y="0"/>
                      <a:pt x="16418"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687"/>
                      <a:pt x="25773" y="18217"/>
                      <a:pt x="25773" y="19701"/>
                    </a:cubicBezTo>
                    <a:cubicBezTo>
                      <a:pt x="25773" y="22220"/>
                      <a:pt x="25593" y="24626"/>
                      <a:pt x="25233" y="26943"/>
                    </a:cubicBezTo>
                    <a:cubicBezTo>
                      <a:pt x="24874" y="29236"/>
                      <a:pt x="24221" y="31283"/>
                      <a:pt x="23254" y="33037"/>
                    </a:cubicBezTo>
                    <a:cubicBezTo>
                      <a:pt x="22309"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899" y="29169"/>
                      <a:pt x="540" y="26808"/>
                    </a:cubicBezTo>
                    <a:cubicBezTo>
                      <a:pt x="180" y="24446"/>
                      <a:pt x="0" y="21950"/>
                      <a:pt x="0" y="19341"/>
                    </a:cubicBezTo>
                    <a:cubicBezTo>
                      <a:pt x="0" y="16935"/>
                      <a:pt x="158" y="14573"/>
                      <a:pt x="495" y="12279"/>
                    </a:cubicBezTo>
                    <a:cubicBezTo>
                      <a:pt x="809" y="9985"/>
                      <a:pt x="1439" y="7916"/>
                      <a:pt x="2362" y="6095"/>
                    </a:cubicBezTo>
                    <a:cubicBezTo>
                      <a:pt x="3283" y="4273"/>
                      <a:pt x="4588" y="2811"/>
                      <a:pt x="6275" y="1687"/>
                    </a:cubicBezTo>
                    <a:cubicBezTo>
                      <a:pt x="7961" y="562"/>
                      <a:pt x="10188" y="23"/>
                      <a:pt x="12909" y="23"/>
                    </a:cubicBezTo>
                    <a:lnTo>
                      <a:pt x="12909" y="23"/>
                    </a:lnTo>
                    <a:close/>
                    <a:moveTo>
                      <a:pt x="22309" y="19319"/>
                    </a:moveTo>
                    <a:cubicBezTo>
                      <a:pt x="22309" y="17272"/>
                      <a:pt x="22197" y="15270"/>
                      <a:pt x="21950" y="13291"/>
                    </a:cubicBezTo>
                    <a:cubicBezTo>
                      <a:pt x="21702" y="11312"/>
                      <a:pt x="21253" y="9581"/>
                      <a:pt x="20578" y="8029"/>
                    </a:cubicBezTo>
                    <a:cubicBezTo>
                      <a:pt x="19903" y="6477"/>
                      <a:pt x="18936" y="5240"/>
                      <a:pt x="17699" y="4296"/>
                    </a:cubicBezTo>
                    <a:cubicBezTo>
                      <a:pt x="16463" y="3351"/>
                      <a:pt x="14821" y="2901"/>
                      <a:pt x="12819" y="2901"/>
                    </a:cubicBezTo>
                    <a:cubicBezTo>
                      <a:pt x="10818" y="2901"/>
                      <a:pt x="9355" y="3373"/>
                      <a:pt x="8141" y="4341"/>
                    </a:cubicBezTo>
                    <a:cubicBezTo>
                      <a:pt x="6927" y="5308"/>
                      <a:pt x="5982" y="6567"/>
                      <a:pt x="5307" y="8141"/>
                    </a:cubicBezTo>
                    <a:cubicBezTo>
                      <a:pt x="4633" y="9716"/>
                      <a:pt x="4138" y="11515"/>
                      <a:pt x="3868" y="13539"/>
                    </a:cubicBezTo>
                    <a:cubicBezTo>
                      <a:pt x="3598" y="15563"/>
                      <a:pt x="3463" y="17609"/>
                      <a:pt x="3463" y="19701"/>
                    </a:cubicBezTo>
                    <a:cubicBezTo>
                      <a:pt x="3463" y="22152"/>
                      <a:pt x="3621" y="24379"/>
                      <a:pt x="3913" y="26358"/>
                    </a:cubicBezTo>
                    <a:cubicBezTo>
                      <a:pt x="4228" y="28359"/>
                      <a:pt x="4722" y="30046"/>
                      <a:pt x="5442" y="31463"/>
                    </a:cubicBezTo>
                    <a:cubicBezTo>
                      <a:pt x="6162" y="32857"/>
                      <a:pt x="7129" y="33959"/>
                      <a:pt x="8321" y="34724"/>
                    </a:cubicBezTo>
                    <a:cubicBezTo>
                      <a:pt x="9536" y="35489"/>
                      <a:pt x="11042" y="35893"/>
                      <a:pt x="12886" y="35893"/>
                    </a:cubicBezTo>
                    <a:cubicBezTo>
                      <a:pt x="14933" y="35893"/>
                      <a:pt x="16575" y="35399"/>
                      <a:pt x="17834" y="34387"/>
                    </a:cubicBezTo>
                    <a:cubicBezTo>
                      <a:pt x="19071" y="33375"/>
                      <a:pt x="20016" y="32093"/>
                      <a:pt x="20668" y="30496"/>
                    </a:cubicBezTo>
                    <a:cubicBezTo>
                      <a:pt x="21320" y="28899"/>
                      <a:pt x="21747" y="27122"/>
                      <a:pt x="21972" y="25143"/>
                    </a:cubicBezTo>
                    <a:cubicBezTo>
                      <a:pt x="22197" y="23164"/>
                      <a:pt x="22287" y="21230"/>
                      <a:pt x="22287" y="19319"/>
                    </a:cubicBezTo>
                    <a:lnTo>
                      <a:pt x="22309" y="19319"/>
                    </a:lnTo>
                    <a:close/>
                  </a:path>
                </a:pathLst>
              </a:custGeom>
              <a:solidFill>
                <a:srgbClr val="231F20"/>
              </a:solidFill>
              <a:ln w="2249" cap="flat">
                <a:noFill/>
                <a:prstDash val="solid"/>
                <a:miter/>
              </a:ln>
            </p:spPr>
            <p:txBody>
              <a:bodyPr rtlCol="0" anchor="ctr"/>
              <a:lstStyle/>
              <a:p>
                <a:endParaRPr lang="en-US"/>
              </a:p>
            </p:txBody>
          </p:sp>
          <p:sp>
            <p:nvSpPr>
              <p:cNvPr id="5093" name="Freeform 5092">
                <a:extLst>
                  <a:ext uri="{FF2B5EF4-FFF2-40B4-BE49-F238E27FC236}">
                    <a16:creationId xmlns:a16="http://schemas.microsoft.com/office/drawing/2014/main" id="{2C2CF2B2-8470-B6FA-82DF-21DEC3275959}"/>
                  </a:ext>
                </a:extLst>
              </p:cNvPr>
              <p:cNvSpPr/>
              <p:nvPr/>
            </p:nvSpPr>
            <p:spPr>
              <a:xfrm>
                <a:off x="7230420" y="2679832"/>
                <a:ext cx="25772" cy="3881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5 w 25772"/>
                  <a:gd name="connsiteY5" fmla="*/ 15158 h 38817"/>
                  <a:gd name="connsiteX6" fmla="*/ 25773 w 25772"/>
                  <a:gd name="connsiteY6" fmla="*/ 19701 h 38817"/>
                  <a:gd name="connsiteX7" fmla="*/ 25233 w 25772"/>
                  <a:gd name="connsiteY7" fmla="*/ 26943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1 w 25772"/>
                  <a:gd name="connsiteY16" fmla="*/ 6095 h 38817"/>
                  <a:gd name="connsiteX17" fmla="*/ 6274 w 25772"/>
                  <a:gd name="connsiteY17" fmla="*/ 1687 h 38817"/>
                  <a:gd name="connsiteX18" fmla="*/ 12909 w 25772"/>
                  <a:gd name="connsiteY18" fmla="*/ 23 h 38817"/>
                  <a:gd name="connsiteX19" fmla="*/ 12909 w 25772"/>
                  <a:gd name="connsiteY19" fmla="*/ 23 h 38817"/>
                  <a:gd name="connsiteX20" fmla="*/ 22332 w 25772"/>
                  <a:gd name="connsiteY20" fmla="*/ 19319 h 38817"/>
                  <a:gd name="connsiteX21" fmla="*/ 21972 w 25772"/>
                  <a:gd name="connsiteY21" fmla="*/ 13291 h 38817"/>
                  <a:gd name="connsiteX22" fmla="*/ 20600 w 25772"/>
                  <a:gd name="connsiteY22" fmla="*/ 8029 h 38817"/>
                  <a:gd name="connsiteX23" fmla="*/ 17722 w 25772"/>
                  <a:gd name="connsiteY23" fmla="*/ 4296 h 38817"/>
                  <a:gd name="connsiteX24" fmla="*/ 12841 w 25772"/>
                  <a:gd name="connsiteY24" fmla="*/ 2901 h 38817"/>
                  <a:gd name="connsiteX25" fmla="*/ 8163 w 25772"/>
                  <a:gd name="connsiteY25" fmla="*/ 4341 h 38817"/>
                  <a:gd name="connsiteX26" fmla="*/ 5330 w 25772"/>
                  <a:gd name="connsiteY26" fmla="*/ 8141 h 38817"/>
                  <a:gd name="connsiteX27" fmla="*/ 3891 w 25772"/>
                  <a:gd name="connsiteY27" fmla="*/ 13539 h 38817"/>
                  <a:gd name="connsiteX28" fmla="*/ 3485 w 25772"/>
                  <a:gd name="connsiteY28" fmla="*/ 19701 h 38817"/>
                  <a:gd name="connsiteX29" fmla="*/ 3936 w 25772"/>
                  <a:gd name="connsiteY29" fmla="*/ 26358 h 38817"/>
                  <a:gd name="connsiteX30" fmla="*/ 5465 w 25772"/>
                  <a:gd name="connsiteY30" fmla="*/ 31463 h 38817"/>
                  <a:gd name="connsiteX31" fmla="*/ 8344 w 25772"/>
                  <a:gd name="connsiteY31" fmla="*/ 34724 h 38817"/>
                  <a:gd name="connsiteX32" fmla="*/ 12909 w 25772"/>
                  <a:gd name="connsiteY32" fmla="*/ 35893 h 38817"/>
                  <a:gd name="connsiteX33" fmla="*/ 17857 w 25772"/>
                  <a:gd name="connsiteY33" fmla="*/ 34387 h 38817"/>
                  <a:gd name="connsiteX34" fmla="*/ 20690 w 25772"/>
                  <a:gd name="connsiteY34" fmla="*/ 30496 h 38817"/>
                  <a:gd name="connsiteX35" fmla="*/ 21994 w 25772"/>
                  <a:gd name="connsiteY35" fmla="*/ 25143 h 38817"/>
                  <a:gd name="connsiteX36" fmla="*/ 22309 w 25772"/>
                  <a:gd name="connsiteY36" fmla="*/ 19319 h 38817"/>
                  <a:gd name="connsiteX37" fmla="*/ 22332 w 25772"/>
                  <a:gd name="connsiteY37"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7">
                    <a:moveTo>
                      <a:pt x="12932" y="0"/>
                    </a:moveTo>
                    <a:cubicBezTo>
                      <a:pt x="14798" y="0"/>
                      <a:pt x="16417"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687"/>
                      <a:pt x="25773" y="18217"/>
                      <a:pt x="25773" y="19701"/>
                    </a:cubicBezTo>
                    <a:cubicBezTo>
                      <a:pt x="25773" y="22220"/>
                      <a:pt x="25593" y="24626"/>
                      <a:pt x="25233" y="26943"/>
                    </a:cubicBezTo>
                    <a:cubicBezTo>
                      <a:pt x="24873" y="29236"/>
                      <a:pt x="24221" y="31283"/>
                      <a:pt x="23254" y="33037"/>
                    </a:cubicBezTo>
                    <a:cubicBezTo>
                      <a:pt x="22309" y="34791"/>
                      <a:pt x="21005" y="36208"/>
                      <a:pt x="19341" y="37243"/>
                    </a:cubicBezTo>
                    <a:cubicBezTo>
                      <a:pt x="17677" y="38277"/>
                      <a:pt x="15540" y="38817"/>
                      <a:pt x="12909" y="38817"/>
                    </a:cubicBezTo>
                    <a:cubicBezTo>
                      <a:pt x="10277" y="38817"/>
                      <a:pt x="8141" y="38300"/>
                      <a:pt x="6454" y="37243"/>
                    </a:cubicBezTo>
                    <a:cubicBezTo>
                      <a:pt x="4790" y="36208"/>
                      <a:pt x="3463" y="34791"/>
                      <a:pt x="2519" y="33015"/>
                    </a:cubicBezTo>
                    <a:cubicBezTo>
                      <a:pt x="1574" y="31238"/>
                      <a:pt x="899" y="29169"/>
                      <a:pt x="540" y="26808"/>
                    </a:cubicBezTo>
                    <a:cubicBezTo>
                      <a:pt x="180" y="24446"/>
                      <a:pt x="0" y="21950"/>
                      <a:pt x="0" y="19341"/>
                    </a:cubicBezTo>
                    <a:cubicBezTo>
                      <a:pt x="0" y="16935"/>
                      <a:pt x="157" y="14573"/>
                      <a:pt x="495" y="12279"/>
                    </a:cubicBezTo>
                    <a:cubicBezTo>
                      <a:pt x="809" y="9985"/>
                      <a:pt x="1439" y="7916"/>
                      <a:pt x="2361" y="6095"/>
                    </a:cubicBezTo>
                    <a:cubicBezTo>
                      <a:pt x="3283" y="4273"/>
                      <a:pt x="4587" y="2811"/>
                      <a:pt x="6274" y="1687"/>
                    </a:cubicBezTo>
                    <a:cubicBezTo>
                      <a:pt x="7961" y="562"/>
                      <a:pt x="10187" y="23"/>
                      <a:pt x="12909" y="23"/>
                    </a:cubicBezTo>
                    <a:lnTo>
                      <a:pt x="12909" y="23"/>
                    </a:lnTo>
                    <a:close/>
                    <a:moveTo>
                      <a:pt x="22332" y="19319"/>
                    </a:moveTo>
                    <a:cubicBezTo>
                      <a:pt x="22332" y="17272"/>
                      <a:pt x="22219" y="15270"/>
                      <a:pt x="21972" y="13291"/>
                    </a:cubicBezTo>
                    <a:cubicBezTo>
                      <a:pt x="21725" y="11312"/>
                      <a:pt x="21275" y="9581"/>
                      <a:pt x="20600" y="8029"/>
                    </a:cubicBezTo>
                    <a:cubicBezTo>
                      <a:pt x="19925" y="6477"/>
                      <a:pt x="18959" y="5240"/>
                      <a:pt x="17722" y="4296"/>
                    </a:cubicBezTo>
                    <a:cubicBezTo>
                      <a:pt x="16484" y="3351"/>
                      <a:pt x="14843" y="2901"/>
                      <a:pt x="12841" y="2901"/>
                    </a:cubicBezTo>
                    <a:cubicBezTo>
                      <a:pt x="10840" y="2901"/>
                      <a:pt x="9378" y="3373"/>
                      <a:pt x="8163" y="4341"/>
                    </a:cubicBezTo>
                    <a:cubicBezTo>
                      <a:pt x="6949" y="5308"/>
                      <a:pt x="6005" y="6567"/>
                      <a:pt x="5330" y="8141"/>
                    </a:cubicBezTo>
                    <a:cubicBezTo>
                      <a:pt x="4655" y="9716"/>
                      <a:pt x="4160" y="11515"/>
                      <a:pt x="3891" y="13539"/>
                    </a:cubicBezTo>
                    <a:cubicBezTo>
                      <a:pt x="3621" y="15563"/>
                      <a:pt x="3485" y="17609"/>
                      <a:pt x="3485" y="19701"/>
                    </a:cubicBezTo>
                    <a:cubicBezTo>
                      <a:pt x="3485" y="22152"/>
                      <a:pt x="3643" y="24379"/>
                      <a:pt x="3936" y="26358"/>
                    </a:cubicBezTo>
                    <a:cubicBezTo>
                      <a:pt x="4250" y="28359"/>
                      <a:pt x="4745" y="30046"/>
                      <a:pt x="5465" y="31463"/>
                    </a:cubicBezTo>
                    <a:cubicBezTo>
                      <a:pt x="6185" y="32857"/>
                      <a:pt x="7152" y="33959"/>
                      <a:pt x="8344" y="34724"/>
                    </a:cubicBezTo>
                    <a:cubicBezTo>
                      <a:pt x="9558" y="35489"/>
                      <a:pt x="11065" y="35893"/>
                      <a:pt x="12909" y="35893"/>
                    </a:cubicBezTo>
                    <a:cubicBezTo>
                      <a:pt x="14955" y="35893"/>
                      <a:pt x="16597" y="35399"/>
                      <a:pt x="17857" y="34387"/>
                    </a:cubicBezTo>
                    <a:cubicBezTo>
                      <a:pt x="19094" y="33375"/>
                      <a:pt x="20038" y="32093"/>
                      <a:pt x="20690" y="30496"/>
                    </a:cubicBezTo>
                    <a:cubicBezTo>
                      <a:pt x="21343" y="28899"/>
                      <a:pt x="21770" y="27122"/>
                      <a:pt x="21994" y="25143"/>
                    </a:cubicBezTo>
                    <a:cubicBezTo>
                      <a:pt x="22219" y="23164"/>
                      <a:pt x="22309" y="21230"/>
                      <a:pt x="22309" y="19319"/>
                    </a:cubicBezTo>
                    <a:lnTo>
                      <a:pt x="22332" y="19319"/>
                    </a:lnTo>
                    <a:close/>
                  </a:path>
                </a:pathLst>
              </a:custGeom>
              <a:solidFill>
                <a:srgbClr val="231F20"/>
              </a:solidFill>
              <a:ln w="2249" cap="flat">
                <a:noFill/>
                <a:prstDash val="solid"/>
                <a:miter/>
              </a:ln>
            </p:spPr>
            <p:txBody>
              <a:bodyPr rtlCol="0" anchor="ctr"/>
              <a:lstStyle/>
              <a:p>
                <a:endParaRPr lang="en-US"/>
              </a:p>
            </p:txBody>
          </p:sp>
        </p:grpSp>
        <p:sp>
          <p:nvSpPr>
            <p:cNvPr id="5094" name="Freeform 5093">
              <a:extLst>
                <a:ext uri="{FF2B5EF4-FFF2-40B4-BE49-F238E27FC236}">
                  <a16:creationId xmlns:a16="http://schemas.microsoft.com/office/drawing/2014/main" id="{E5DFFDAF-6367-CFAE-074F-921BB9412A87}"/>
                </a:ext>
              </a:extLst>
            </p:cNvPr>
            <p:cNvSpPr/>
            <p:nvPr/>
          </p:nvSpPr>
          <p:spPr>
            <a:xfrm>
              <a:off x="1291151" y="3526800"/>
              <a:ext cx="109026" cy="164212"/>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5 w 25772"/>
                <a:gd name="connsiteY5" fmla="*/ 15158 h 38817"/>
                <a:gd name="connsiteX6" fmla="*/ 25773 w 25772"/>
                <a:gd name="connsiteY6" fmla="*/ 19701 h 38817"/>
                <a:gd name="connsiteX7" fmla="*/ 25233 w 25772"/>
                <a:gd name="connsiteY7" fmla="*/ 26943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1 w 25772"/>
                <a:gd name="connsiteY16" fmla="*/ 6095 h 38817"/>
                <a:gd name="connsiteX17" fmla="*/ 6274 w 25772"/>
                <a:gd name="connsiteY17" fmla="*/ 1687 h 38817"/>
                <a:gd name="connsiteX18" fmla="*/ 12909 w 25772"/>
                <a:gd name="connsiteY18" fmla="*/ 23 h 38817"/>
                <a:gd name="connsiteX19" fmla="*/ 12909 w 25772"/>
                <a:gd name="connsiteY19" fmla="*/ 23 h 38817"/>
                <a:gd name="connsiteX20" fmla="*/ 22309 w 25772"/>
                <a:gd name="connsiteY20" fmla="*/ 19319 h 38817"/>
                <a:gd name="connsiteX21" fmla="*/ 21950 w 25772"/>
                <a:gd name="connsiteY21" fmla="*/ 13291 h 38817"/>
                <a:gd name="connsiteX22" fmla="*/ 20578 w 25772"/>
                <a:gd name="connsiteY22" fmla="*/ 8029 h 38817"/>
                <a:gd name="connsiteX23" fmla="*/ 17699 w 25772"/>
                <a:gd name="connsiteY23" fmla="*/ 4296 h 38817"/>
                <a:gd name="connsiteX24" fmla="*/ 12819 w 25772"/>
                <a:gd name="connsiteY24" fmla="*/ 2901 h 38817"/>
                <a:gd name="connsiteX25" fmla="*/ 8141 w 25772"/>
                <a:gd name="connsiteY25" fmla="*/ 4341 h 38817"/>
                <a:gd name="connsiteX26" fmla="*/ 5307 w 25772"/>
                <a:gd name="connsiteY26" fmla="*/ 8141 h 38817"/>
                <a:gd name="connsiteX27" fmla="*/ 3868 w 25772"/>
                <a:gd name="connsiteY27" fmla="*/ 13539 h 38817"/>
                <a:gd name="connsiteX28" fmla="*/ 3463 w 25772"/>
                <a:gd name="connsiteY28" fmla="*/ 19701 h 38817"/>
                <a:gd name="connsiteX29" fmla="*/ 3913 w 25772"/>
                <a:gd name="connsiteY29" fmla="*/ 26358 h 38817"/>
                <a:gd name="connsiteX30" fmla="*/ 5442 w 25772"/>
                <a:gd name="connsiteY30" fmla="*/ 31463 h 38817"/>
                <a:gd name="connsiteX31" fmla="*/ 8321 w 25772"/>
                <a:gd name="connsiteY31" fmla="*/ 34724 h 38817"/>
                <a:gd name="connsiteX32" fmla="*/ 12886 w 25772"/>
                <a:gd name="connsiteY32" fmla="*/ 35893 h 38817"/>
                <a:gd name="connsiteX33" fmla="*/ 17834 w 25772"/>
                <a:gd name="connsiteY33" fmla="*/ 34387 h 38817"/>
                <a:gd name="connsiteX34" fmla="*/ 20668 w 25772"/>
                <a:gd name="connsiteY34" fmla="*/ 30496 h 38817"/>
                <a:gd name="connsiteX35" fmla="*/ 21972 w 25772"/>
                <a:gd name="connsiteY35" fmla="*/ 25143 h 38817"/>
                <a:gd name="connsiteX36" fmla="*/ 22287 w 25772"/>
                <a:gd name="connsiteY36" fmla="*/ 19319 h 38817"/>
                <a:gd name="connsiteX37" fmla="*/ 22309 w 25772"/>
                <a:gd name="connsiteY37"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7">
                  <a:moveTo>
                    <a:pt x="12932" y="0"/>
                  </a:moveTo>
                  <a:cubicBezTo>
                    <a:pt x="14798" y="0"/>
                    <a:pt x="16417"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687"/>
                    <a:pt x="25773" y="18217"/>
                    <a:pt x="25773" y="19701"/>
                  </a:cubicBezTo>
                  <a:cubicBezTo>
                    <a:pt x="25773" y="22220"/>
                    <a:pt x="25593" y="24626"/>
                    <a:pt x="25233" y="26943"/>
                  </a:cubicBezTo>
                  <a:cubicBezTo>
                    <a:pt x="24873" y="29236"/>
                    <a:pt x="24221" y="31283"/>
                    <a:pt x="23254" y="33037"/>
                  </a:cubicBezTo>
                  <a:cubicBezTo>
                    <a:pt x="22309" y="34791"/>
                    <a:pt x="21005" y="36208"/>
                    <a:pt x="19341" y="37243"/>
                  </a:cubicBezTo>
                  <a:cubicBezTo>
                    <a:pt x="17677" y="38277"/>
                    <a:pt x="15540" y="38817"/>
                    <a:pt x="12909" y="38817"/>
                  </a:cubicBezTo>
                  <a:cubicBezTo>
                    <a:pt x="10277" y="38817"/>
                    <a:pt x="8141" y="38300"/>
                    <a:pt x="6454" y="37243"/>
                  </a:cubicBezTo>
                  <a:cubicBezTo>
                    <a:pt x="4790" y="36208"/>
                    <a:pt x="3463" y="34791"/>
                    <a:pt x="2519" y="33015"/>
                  </a:cubicBezTo>
                  <a:cubicBezTo>
                    <a:pt x="1574" y="31238"/>
                    <a:pt x="899" y="29169"/>
                    <a:pt x="540" y="26808"/>
                  </a:cubicBezTo>
                  <a:cubicBezTo>
                    <a:pt x="180" y="24446"/>
                    <a:pt x="0" y="21950"/>
                    <a:pt x="0" y="19341"/>
                  </a:cubicBezTo>
                  <a:cubicBezTo>
                    <a:pt x="0" y="16935"/>
                    <a:pt x="157" y="14573"/>
                    <a:pt x="495" y="12279"/>
                  </a:cubicBezTo>
                  <a:cubicBezTo>
                    <a:pt x="809" y="9985"/>
                    <a:pt x="1439" y="7916"/>
                    <a:pt x="2361" y="6095"/>
                  </a:cubicBezTo>
                  <a:cubicBezTo>
                    <a:pt x="3283" y="4273"/>
                    <a:pt x="4587" y="2811"/>
                    <a:pt x="6274" y="1687"/>
                  </a:cubicBezTo>
                  <a:cubicBezTo>
                    <a:pt x="7961" y="562"/>
                    <a:pt x="10187" y="23"/>
                    <a:pt x="12909" y="23"/>
                  </a:cubicBezTo>
                  <a:lnTo>
                    <a:pt x="12909" y="23"/>
                  </a:lnTo>
                  <a:close/>
                  <a:moveTo>
                    <a:pt x="22309" y="19319"/>
                  </a:moveTo>
                  <a:cubicBezTo>
                    <a:pt x="22309" y="17272"/>
                    <a:pt x="22197" y="15270"/>
                    <a:pt x="21950" y="13291"/>
                  </a:cubicBezTo>
                  <a:cubicBezTo>
                    <a:pt x="21702" y="11312"/>
                    <a:pt x="21253" y="9581"/>
                    <a:pt x="20578" y="8029"/>
                  </a:cubicBezTo>
                  <a:cubicBezTo>
                    <a:pt x="19903" y="6477"/>
                    <a:pt x="18936" y="5240"/>
                    <a:pt x="17699" y="4296"/>
                  </a:cubicBezTo>
                  <a:cubicBezTo>
                    <a:pt x="16462" y="3351"/>
                    <a:pt x="14820" y="2901"/>
                    <a:pt x="12819" y="2901"/>
                  </a:cubicBezTo>
                  <a:cubicBezTo>
                    <a:pt x="10817" y="2901"/>
                    <a:pt x="9355" y="3373"/>
                    <a:pt x="8141" y="4341"/>
                  </a:cubicBezTo>
                  <a:cubicBezTo>
                    <a:pt x="6926" y="5308"/>
                    <a:pt x="5982" y="6567"/>
                    <a:pt x="5307" y="8141"/>
                  </a:cubicBezTo>
                  <a:cubicBezTo>
                    <a:pt x="4632" y="9716"/>
                    <a:pt x="4138" y="11515"/>
                    <a:pt x="3868" y="13539"/>
                  </a:cubicBezTo>
                  <a:cubicBezTo>
                    <a:pt x="3598" y="15563"/>
                    <a:pt x="3463" y="17609"/>
                    <a:pt x="3463" y="19701"/>
                  </a:cubicBezTo>
                  <a:cubicBezTo>
                    <a:pt x="3463" y="22152"/>
                    <a:pt x="3621" y="24379"/>
                    <a:pt x="3913" y="26358"/>
                  </a:cubicBezTo>
                  <a:cubicBezTo>
                    <a:pt x="4228" y="28359"/>
                    <a:pt x="4722" y="30046"/>
                    <a:pt x="5442" y="31463"/>
                  </a:cubicBezTo>
                  <a:cubicBezTo>
                    <a:pt x="6162" y="32857"/>
                    <a:pt x="7129" y="33959"/>
                    <a:pt x="8321" y="34724"/>
                  </a:cubicBezTo>
                  <a:cubicBezTo>
                    <a:pt x="9536" y="35489"/>
                    <a:pt x="11042" y="35893"/>
                    <a:pt x="12886" y="35893"/>
                  </a:cubicBezTo>
                  <a:cubicBezTo>
                    <a:pt x="14933" y="35893"/>
                    <a:pt x="16575" y="35399"/>
                    <a:pt x="17834" y="34387"/>
                  </a:cubicBezTo>
                  <a:cubicBezTo>
                    <a:pt x="19071" y="33375"/>
                    <a:pt x="20016" y="32093"/>
                    <a:pt x="20668" y="30496"/>
                  </a:cubicBezTo>
                  <a:cubicBezTo>
                    <a:pt x="21320" y="28899"/>
                    <a:pt x="21747" y="27122"/>
                    <a:pt x="21972" y="25143"/>
                  </a:cubicBezTo>
                  <a:cubicBezTo>
                    <a:pt x="22197" y="23164"/>
                    <a:pt x="22287" y="21230"/>
                    <a:pt x="22287" y="19319"/>
                  </a:cubicBezTo>
                  <a:lnTo>
                    <a:pt x="22309" y="19319"/>
                  </a:lnTo>
                  <a:close/>
                </a:path>
              </a:pathLst>
            </a:custGeom>
            <a:solidFill>
              <a:srgbClr val="231F20"/>
            </a:solidFill>
            <a:ln w="2249" cap="flat">
              <a:noFill/>
              <a:prstDash val="solid"/>
              <a:miter/>
            </a:ln>
          </p:spPr>
          <p:txBody>
            <a:bodyPr rtlCol="0" anchor="ctr"/>
            <a:lstStyle/>
            <a:p>
              <a:endParaRPr lang="en-US"/>
            </a:p>
          </p:txBody>
        </p:sp>
        <p:grpSp>
          <p:nvGrpSpPr>
            <p:cNvPr id="5095" name="Graphic 3">
              <a:extLst>
                <a:ext uri="{FF2B5EF4-FFF2-40B4-BE49-F238E27FC236}">
                  <a16:creationId xmlns:a16="http://schemas.microsoft.com/office/drawing/2014/main" id="{02B8A75C-A43A-E5AB-EC5F-4F9087AB4B6A}"/>
                </a:ext>
              </a:extLst>
            </p:cNvPr>
            <p:cNvGrpSpPr/>
            <p:nvPr/>
          </p:nvGrpSpPr>
          <p:grpSpPr>
            <a:xfrm>
              <a:off x="807458" y="3571795"/>
              <a:ext cx="212824" cy="1785973"/>
              <a:chOff x="7077828" y="2502051"/>
              <a:chExt cx="50308" cy="422175"/>
            </a:xfrm>
            <a:solidFill>
              <a:srgbClr val="231F20"/>
            </a:solidFill>
          </p:grpSpPr>
          <p:sp>
            <p:nvSpPr>
              <p:cNvPr id="5096" name="Freeform 5095">
                <a:extLst>
                  <a:ext uri="{FF2B5EF4-FFF2-40B4-BE49-F238E27FC236}">
                    <a16:creationId xmlns:a16="http://schemas.microsoft.com/office/drawing/2014/main" id="{EF005F23-ACDC-2A6D-C9C5-5B17F7184672}"/>
                  </a:ext>
                </a:extLst>
              </p:cNvPr>
              <p:cNvSpPr/>
              <p:nvPr/>
            </p:nvSpPr>
            <p:spPr>
              <a:xfrm>
                <a:off x="7077851" y="2897351"/>
                <a:ext cx="38907" cy="26875"/>
              </a:xfrm>
              <a:custGeom>
                <a:avLst/>
                <a:gdLst>
                  <a:gd name="connsiteX0" fmla="*/ 38862 w 38907"/>
                  <a:gd name="connsiteY0" fmla="*/ 26875 h 26875"/>
                  <a:gd name="connsiteX1" fmla="*/ 0 w 38907"/>
                  <a:gd name="connsiteY1" fmla="*/ 26875 h 26875"/>
                  <a:gd name="connsiteX2" fmla="*/ 0 w 38907"/>
                  <a:gd name="connsiteY2" fmla="*/ 12684 h 26875"/>
                  <a:gd name="connsiteX3" fmla="*/ 854 w 38907"/>
                  <a:gd name="connsiteY3" fmla="*/ 6454 h 26875"/>
                  <a:gd name="connsiteX4" fmla="*/ 3238 w 38907"/>
                  <a:gd name="connsiteY4" fmla="*/ 2564 h 26875"/>
                  <a:gd name="connsiteX5" fmla="*/ 6724 w 38907"/>
                  <a:gd name="connsiteY5" fmla="*/ 562 h 26875"/>
                  <a:gd name="connsiteX6" fmla="*/ 10863 w 38907"/>
                  <a:gd name="connsiteY6" fmla="*/ 0 h 26875"/>
                  <a:gd name="connsiteX7" fmla="*/ 16215 w 38907"/>
                  <a:gd name="connsiteY7" fmla="*/ 1327 h 26875"/>
                  <a:gd name="connsiteX8" fmla="*/ 19543 w 38907"/>
                  <a:gd name="connsiteY8" fmla="*/ 4745 h 26875"/>
                  <a:gd name="connsiteX9" fmla="*/ 21253 w 38907"/>
                  <a:gd name="connsiteY9" fmla="*/ 9513 h 26875"/>
                  <a:gd name="connsiteX10" fmla="*/ 21747 w 38907"/>
                  <a:gd name="connsiteY10" fmla="*/ 14888 h 26875"/>
                  <a:gd name="connsiteX11" fmla="*/ 21747 w 38907"/>
                  <a:gd name="connsiteY11" fmla="*/ 23209 h 26875"/>
                  <a:gd name="connsiteX12" fmla="*/ 38907 w 38907"/>
                  <a:gd name="connsiteY12" fmla="*/ 23209 h 26875"/>
                  <a:gd name="connsiteX13" fmla="*/ 38907 w 38907"/>
                  <a:gd name="connsiteY13" fmla="*/ 26875 h 26875"/>
                  <a:gd name="connsiteX14" fmla="*/ 38862 w 38907"/>
                  <a:gd name="connsiteY14" fmla="*/ 26875 h 26875"/>
                  <a:gd name="connsiteX15" fmla="*/ 18554 w 38907"/>
                  <a:gd name="connsiteY15" fmla="*/ 14798 h 26875"/>
                  <a:gd name="connsiteX16" fmla="*/ 18239 w 38907"/>
                  <a:gd name="connsiteY16" fmla="*/ 10165 h 26875"/>
                  <a:gd name="connsiteX17" fmla="*/ 17025 w 38907"/>
                  <a:gd name="connsiteY17" fmla="*/ 6679 h 26875"/>
                  <a:gd name="connsiteX18" fmla="*/ 14596 w 38907"/>
                  <a:gd name="connsiteY18" fmla="*/ 4475 h 26875"/>
                  <a:gd name="connsiteX19" fmla="*/ 10570 w 38907"/>
                  <a:gd name="connsiteY19" fmla="*/ 3688 h 26875"/>
                  <a:gd name="connsiteX20" fmla="*/ 5015 w 38907"/>
                  <a:gd name="connsiteY20" fmla="*/ 6095 h 26875"/>
                  <a:gd name="connsiteX21" fmla="*/ 3126 w 38907"/>
                  <a:gd name="connsiteY21" fmla="*/ 13741 h 26875"/>
                  <a:gd name="connsiteX22" fmla="*/ 3126 w 38907"/>
                  <a:gd name="connsiteY22" fmla="*/ 23232 h 26875"/>
                  <a:gd name="connsiteX23" fmla="*/ 18554 w 38907"/>
                  <a:gd name="connsiteY23" fmla="*/ 23232 h 26875"/>
                  <a:gd name="connsiteX24" fmla="*/ 18554 w 38907"/>
                  <a:gd name="connsiteY24" fmla="*/ 14821 h 26875"/>
                  <a:gd name="connsiteX25" fmla="*/ 18554 w 38907"/>
                  <a:gd name="connsiteY25" fmla="*/ 14821 h 26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38907" h="26875">
                    <a:moveTo>
                      <a:pt x="38862" y="26875"/>
                    </a:moveTo>
                    <a:lnTo>
                      <a:pt x="0" y="26875"/>
                    </a:lnTo>
                    <a:lnTo>
                      <a:pt x="0" y="12684"/>
                    </a:lnTo>
                    <a:cubicBezTo>
                      <a:pt x="0" y="10165"/>
                      <a:pt x="292" y="8096"/>
                      <a:pt x="854" y="6454"/>
                    </a:cubicBezTo>
                    <a:cubicBezTo>
                      <a:pt x="1439" y="4813"/>
                      <a:pt x="2226" y="3531"/>
                      <a:pt x="3238" y="2564"/>
                    </a:cubicBezTo>
                    <a:cubicBezTo>
                      <a:pt x="4250" y="1619"/>
                      <a:pt x="5397" y="945"/>
                      <a:pt x="6724" y="562"/>
                    </a:cubicBezTo>
                    <a:cubicBezTo>
                      <a:pt x="8029" y="180"/>
                      <a:pt x="9423" y="0"/>
                      <a:pt x="10863" y="0"/>
                    </a:cubicBezTo>
                    <a:cubicBezTo>
                      <a:pt x="13022" y="0"/>
                      <a:pt x="14798" y="450"/>
                      <a:pt x="16215" y="1327"/>
                    </a:cubicBezTo>
                    <a:cubicBezTo>
                      <a:pt x="17632" y="2204"/>
                      <a:pt x="18734" y="3351"/>
                      <a:pt x="19543" y="4745"/>
                    </a:cubicBezTo>
                    <a:cubicBezTo>
                      <a:pt x="20353" y="6140"/>
                      <a:pt x="20915" y="7736"/>
                      <a:pt x="21253" y="9513"/>
                    </a:cubicBezTo>
                    <a:cubicBezTo>
                      <a:pt x="21590" y="11290"/>
                      <a:pt x="21747" y="13089"/>
                      <a:pt x="21747" y="14888"/>
                    </a:cubicBezTo>
                    <a:lnTo>
                      <a:pt x="21747" y="23209"/>
                    </a:lnTo>
                    <a:lnTo>
                      <a:pt x="38907" y="23209"/>
                    </a:lnTo>
                    <a:lnTo>
                      <a:pt x="38907" y="26875"/>
                    </a:lnTo>
                    <a:lnTo>
                      <a:pt x="38862" y="26875"/>
                    </a:lnTo>
                    <a:close/>
                    <a:moveTo>
                      <a:pt x="18554" y="14798"/>
                    </a:moveTo>
                    <a:cubicBezTo>
                      <a:pt x="18554" y="13066"/>
                      <a:pt x="18441" y="11515"/>
                      <a:pt x="18239" y="10165"/>
                    </a:cubicBezTo>
                    <a:cubicBezTo>
                      <a:pt x="18014" y="8793"/>
                      <a:pt x="17610" y="7646"/>
                      <a:pt x="17025" y="6679"/>
                    </a:cubicBezTo>
                    <a:cubicBezTo>
                      <a:pt x="16440" y="5712"/>
                      <a:pt x="15630" y="4993"/>
                      <a:pt x="14596" y="4475"/>
                    </a:cubicBezTo>
                    <a:cubicBezTo>
                      <a:pt x="13561" y="3958"/>
                      <a:pt x="12234" y="3688"/>
                      <a:pt x="10570" y="3688"/>
                    </a:cubicBezTo>
                    <a:cubicBezTo>
                      <a:pt x="8118" y="3688"/>
                      <a:pt x="6275" y="4498"/>
                      <a:pt x="5015" y="6095"/>
                    </a:cubicBezTo>
                    <a:cubicBezTo>
                      <a:pt x="3756" y="7691"/>
                      <a:pt x="3126" y="10233"/>
                      <a:pt x="3126" y="13741"/>
                    </a:cubicBezTo>
                    <a:lnTo>
                      <a:pt x="3126" y="23232"/>
                    </a:lnTo>
                    <a:lnTo>
                      <a:pt x="18554" y="23232"/>
                    </a:lnTo>
                    <a:lnTo>
                      <a:pt x="18554" y="14821"/>
                    </a:lnTo>
                    <a:lnTo>
                      <a:pt x="18554" y="14821"/>
                    </a:lnTo>
                    <a:close/>
                  </a:path>
                </a:pathLst>
              </a:custGeom>
              <a:solidFill>
                <a:srgbClr val="231F20"/>
              </a:solidFill>
              <a:ln w="2249" cap="flat">
                <a:noFill/>
                <a:prstDash val="solid"/>
                <a:miter/>
              </a:ln>
            </p:spPr>
            <p:txBody>
              <a:bodyPr rtlCol="0" anchor="ctr"/>
              <a:lstStyle/>
              <a:p>
                <a:endParaRPr lang="en-US"/>
              </a:p>
            </p:txBody>
          </p:sp>
          <p:sp>
            <p:nvSpPr>
              <p:cNvPr id="5097" name="Freeform 5096">
                <a:extLst>
                  <a:ext uri="{FF2B5EF4-FFF2-40B4-BE49-F238E27FC236}">
                    <a16:creationId xmlns:a16="http://schemas.microsoft.com/office/drawing/2014/main" id="{D4DC027B-C8E6-5E4C-B78E-F08C8D3D8433}"/>
                  </a:ext>
                </a:extLst>
              </p:cNvPr>
              <p:cNvSpPr/>
              <p:nvPr/>
            </p:nvSpPr>
            <p:spPr>
              <a:xfrm>
                <a:off x="7088713" y="2869397"/>
                <a:ext cx="28718" cy="22197"/>
              </a:xfrm>
              <a:custGeom>
                <a:avLst/>
                <a:gdLst>
                  <a:gd name="connsiteX0" fmla="*/ 23 w 28718"/>
                  <a:gd name="connsiteY0" fmla="*/ 3239 h 22197"/>
                  <a:gd name="connsiteX1" fmla="*/ 23 w 28718"/>
                  <a:gd name="connsiteY1" fmla="*/ 0 h 22197"/>
                  <a:gd name="connsiteX2" fmla="*/ 27977 w 28718"/>
                  <a:gd name="connsiteY2" fmla="*/ 0 h 22197"/>
                  <a:gd name="connsiteX3" fmla="*/ 27977 w 28718"/>
                  <a:gd name="connsiteY3" fmla="*/ 3239 h 22197"/>
                  <a:gd name="connsiteX4" fmla="*/ 24086 w 28718"/>
                  <a:gd name="connsiteY4" fmla="*/ 3239 h 22197"/>
                  <a:gd name="connsiteX5" fmla="*/ 25660 w 28718"/>
                  <a:gd name="connsiteY5" fmla="*/ 4700 h 22197"/>
                  <a:gd name="connsiteX6" fmla="*/ 27145 w 28718"/>
                  <a:gd name="connsiteY6" fmla="*/ 6567 h 22197"/>
                  <a:gd name="connsiteX7" fmla="*/ 28269 w 28718"/>
                  <a:gd name="connsiteY7" fmla="*/ 9018 h 22197"/>
                  <a:gd name="connsiteX8" fmla="*/ 28719 w 28718"/>
                  <a:gd name="connsiteY8" fmla="*/ 12257 h 22197"/>
                  <a:gd name="connsiteX9" fmla="*/ 27932 w 28718"/>
                  <a:gd name="connsiteY9" fmla="*/ 16957 h 22197"/>
                  <a:gd name="connsiteX10" fmla="*/ 25750 w 28718"/>
                  <a:gd name="connsiteY10" fmla="*/ 20016 h 22197"/>
                  <a:gd name="connsiteX11" fmla="*/ 22490 w 28718"/>
                  <a:gd name="connsiteY11" fmla="*/ 21680 h 22197"/>
                  <a:gd name="connsiteX12" fmla="*/ 18419 w 28718"/>
                  <a:gd name="connsiteY12" fmla="*/ 22197 h 22197"/>
                  <a:gd name="connsiteX13" fmla="*/ 23 w 28718"/>
                  <a:gd name="connsiteY13" fmla="*/ 22197 h 22197"/>
                  <a:gd name="connsiteX14" fmla="*/ 23 w 28718"/>
                  <a:gd name="connsiteY14" fmla="*/ 18959 h 22197"/>
                  <a:gd name="connsiteX15" fmla="*/ 18374 w 28718"/>
                  <a:gd name="connsiteY15" fmla="*/ 18959 h 22197"/>
                  <a:gd name="connsiteX16" fmla="*/ 23906 w 28718"/>
                  <a:gd name="connsiteY16" fmla="*/ 17294 h 22197"/>
                  <a:gd name="connsiteX17" fmla="*/ 25818 w 28718"/>
                  <a:gd name="connsiteY17" fmla="*/ 11785 h 22197"/>
                  <a:gd name="connsiteX18" fmla="*/ 25031 w 28718"/>
                  <a:gd name="connsiteY18" fmla="*/ 8186 h 22197"/>
                  <a:gd name="connsiteX19" fmla="*/ 22849 w 28718"/>
                  <a:gd name="connsiteY19" fmla="*/ 5510 h 22197"/>
                  <a:gd name="connsiteX20" fmla="*/ 19498 w 28718"/>
                  <a:gd name="connsiteY20" fmla="*/ 3846 h 22197"/>
                  <a:gd name="connsiteX21" fmla="*/ 15225 w 28718"/>
                  <a:gd name="connsiteY21" fmla="*/ 3261 h 22197"/>
                  <a:gd name="connsiteX22" fmla="*/ 0 w 28718"/>
                  <a:gd name="connsiteY22" fmla="*/ 3261 h 22197"/>
                  <a:gd name="connsiteX23" fmla="*/ 23 w 28718"/>
                  <a:gd name="connsiteY23" fmla="*/ 3261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8718" h="22197">
                    <a:moveTo>
                      <a:pt x="23" y="3239"/>
                    </a:moveTo>
                    <a:lnTo>
                      <a:pt x="23" y="0"/>
                    </a:lnTo>
                    <a:lnTo>
                      <a:pt x="27977" y="0"/>
                    </a:lnTo>
                    <a:lnTo>
                      <a:pt x="27977" y="3239"/>
                    </a:lnTo>
                    <a:lnTo>
                      <a:pt x="24086" y="3239"/>
                    </a:lnTo>
                    <a:cubicBezTo>
                      <a:pt x="24581" y="3666"/>
                      <a:pt x="25121" y="4161"/>
                      <a:pt x="25660" y="4700"/>
                    </a:cubicBezTo>
                    <a:cubicBezTo>
                      <a:pt x="26200" y="5240"/>
                      <a:pt x="26695" y="5870"/>
                      <a:pt x="27145" y="6567"/>
                    </a:cubicBezTo>
                    <a:cubicBezTo>
                      <a:pt x="27594" y="7264"/>
                      <a:pt x="27977" y="8096"/>
                      <a:pt x="28269" y="9018"/>
                    </a:cubicBezTo>
                    <a:cubicBezTo>
                      <a:pt x="28562" y="9940"/>
                      <a:pt x="28719" y="11042"/>
                      <a:pt x="28719" y="12257"/>
                    </a:cubicBezTo>
                    <a:cubicBezTo>
                      <a:pt x="28719" y="14123"/>
                      <a:pt x="28449" y="15698"/>
                      <a:pt x="27932" y="16957"/>
                    </a:cubicBezTo>
                    <a:cubicBezTo>
                      <a:pt x="27415" y="18217"/>
                      <a:pt x="26672" y="19229"/>
                      <a:pt x="25750" y="20016"/>
                    </a:cubicBezTo>
                    <a:cubicBezTo>
                      <a:pt x="24806" y="20780"/>
                      <a:pt x="23726" y="21343"/>
                      <a:pt x="22490" y="21680"/>
                    </a:cubicBezTo>
                    <a:cubicBezTo>
                      <a:pt x="21253" y="22017"/>
                      <a:pt x="19880" y="22197"/>
                      <a:pt x="18419" y="22197"/>
                    </a:cubicBezTo>
                    <a:lnTo>
                      <a:pt x="23" y="22197"/>
                    </a:lnTo>
                    <a:lnTo>
                      <a:pt x="23" y="18959"/>
                    </a:lnTo>
                    <a:lnTo>
                      <a:pt x="18374" y="18959"/>
                    </a:lnTo>
                    <a:cubicBezTo>
                      <a:pt x="20780" y="18959"/>
                      <a:pt x="22624" y="18396"/>
                      <a:pt x="23906" y="17294"/>
                    </a:cubicBezTo>
                    <a:cubicBezTo>
                      <a:pt x="25188" y="16170"/>
                      <a:pt x="25818" y="14348"/>
                      <a:pt x="25818" y="11785"/>
                    </a:cubicBezTo>
                    <a:cubicBezTo>
                      <a:pt x="25818" y="10458"/>
                      <a:pt x="25548" y="9266"/>
                      <a:pt x="25031" y="8186"/>
                    </a:cubicBezTo>
                    <a:cubicBezTo>
                      <a:pt x="24513" y="7129"/>
                      <a:pt x="23771" y="6230"/>
                      <a:pt x="22849" y="5510"/>
                    </a:cubicBezTo>
                    <a:cubicBezTo>
                      <a:pt x="21905" y="4790"/>
                      <a:pt x="20803" y="4228"/>
                      <a:pt x="19498" y="3846"/>
                    </a:cubicBezTo>
                    <a:cubicBezTo>
                      <a:pt x="18194" y="3441"/>
                      <a:pt x="16777" y="3261"/>
                      <a:pt x="15225" y="3261"/>
                    </a:cubicBezTo>
                    <a:lnTo>
                      <a:pt x="0" y="3261"/>
                    </a:lnTo>
                    <a:lnTo>
                      <a:pt x="23" y="3261"/>
                    </a:lnTo>
                    <a:close/>
                  </a:path>
                </a:pathLst>
              </a:custGeom>
              <a:solidFill>
                <a:srgbClr val="231F20"/>
              </a:solidFill>
              <a:ln w="2249" cap="flat">
                <a:noFill/>
                <a:prstDash val="solid"/>
                <a:miter/>
              </a:ln>
            </p:spPr>
            <p:txBody>
              <a:bodyPr rtlCol="0" anchor="ctr"/>
              <a:lstStyle/>
              <a:p>
                <a:endParaRPr lang="en-US"/>
              </a:p>
            </p:txBody>
          </p:sp>
          <p:sp>
            <p:nvSpPr>
              <p:cNvPr id="5098" name="Freeform 5097">
                <a:extLst>
                  <a:ext uri="{FF2B5EF4-FFF2-40B4-BE49-F238E27FC236}">
                    <a16:creationId xmlns:a16="http://schemas.microsoft.com/office/drawing/2014/main" id="{5ED0F66A-A278-7EC5-4300-70D408B322A8}"/>
                  </a:ext>
                </a:extLst>
              </p:cNvPr>
              <p:cNvSpPr/>
              <p:nvPr/>
            </p:nvSpPr>
            <p:spPr>
              <a:xfrm>
                <a:off x="7087971" y="2835505"/>
                <a:ext cx="39738" cy="25683"/>
              </a:xfrm>
              <a:custGeom>
                <a:avLst/>
                <a:gdLst>
                  <a:gd name="connsiteX0" fmla="*/ 39739 w 39738"/>
                  <a:gd name="connsiteY0" fmla="*/ 22445 h 25683"/>
                  <a:gd name="connsiteX1" fmla="*/ 39739 w 39738"/>
                  <a:gd name="connsiteY1" fmla="*/ 25683 h 25683"/>
                  <a:gd name="connsiteX2" fmla="*/ 765 w 39738"/>
                  <a:gd name="connsiteY2" fmla="*/ 25683 h 25683"/>
                  <a:gd name="connsiteX3" fmla="*/ 765 w 39738"/>
                  <a:gd name="connsiteY3" fmla="*/ 22445 h 25683"/>
                  <a:gd name="connsiteX4" fmla="*/ 5667 w 39738"/>
                  <a:gd name="connsiteY4" fmla="*/ 22445 h 25683"/>
                  <a:gd name="connsiteX5" fmla="*/ 5667 w 39738"/>
                  <a:gd name="connsiteY5" fmla="*/ 22332 h 25683"/>
                  <a:gd name="connsiteX6" fmla="*/ 3238 w 39738"/>
                  <a:gd name="connsiteY6" fmla="*/ 20533 h 25683"/>
                  <a:gd name="connsiteX7" fmla="*/ 1462 w 39738"/>
                  <a:gd name="connsiteY7" fmla="*/ 18104 h 25683"/>
                  <a:gd name="connsiteX8" fmla="*/ 382 w 39738"/>
                  <a:gd name="connsiteY8" fmla="*/ 15383 h 25683"/>
                  <a:gd name="connsiteX9" fmla="*/ 0 w 39738"/>
                  <a:gd name="connsiteY9" fmla="*/ 12639 h 25683"/>
                  <a:gd name="connsiteX10" fmla="*/ 1124 w 39738"/>
                  <a:gd name="connsiteY10" fmla="*/ 6859 h 25683"/>
                  <a:gd name="connsiteX11" fmla="*/ 4228 w 39738"/>
                  <a:gd name="connsiteY11" fmla="*/ 2946 h 25683"/>
                  <a:gd name="connsiteX12" fmla="*/ 8906 w 39738"/>
                  <a:gd name="connsiteY12" fmla="*/ 697 h 25683"/>
                  <a:gd name="connsiteX13" fmla="*/ 14686 w 39738"/>
                  <a:gd name="connsiteY13" fmla="*/ 0 h 25683"/>
                  <a:gd name="connsiteX14" fmla="*/ 20308 w 39738"/>
                  <a:gd name="connsiteY14" fmla="*/ 765 h 25683"/>
                  <a:gd name="connsiteX15" fmla="*/ 25031 w 39738"/>
                  <a:gd name="connsiteY15" fmla="*/ 3059 h 25683"/>
                  <a:gd name="connsiteX16" fmla="*/ 28270 w 39738"/>
                  <a:gd name="connsiteY16" fmla="*/ 6949 h 25683"/>
                  <a:gd name="connsiteX17" fmla="*/ 29484 w 39738"/>
                  <a:gd name="connsiteY17" fmla="*/ 12482 h 25683"/>
                  <a:gd name="connsiteX18" fmla="*/ 28157 w 39738"/>
                  <a:gd name="connsiteY18" fmla="*/ 18172 h 25683"/>
                  <a:gd name="connsiteX19" fmla="*/ 24244 w 39738"/>
                  <a:gd name="connsiteY19" fmla="*/ 22467 h 25683"/>
                  <a:gd name="connsiteX20" fmla="*/ 39739 w 39738"/>
                  <a:gd name="connsiteY20" fmla="*/ 22467 h 25683"/>
                  <a:gd name="connsiteX21" fmla="*/ 14865 w 39738"/>
                  <a:gd name="connsiteY21" fmla="*/ 22445 h 25683"/>
                  <a:gd name="connsiteX22" fmla="*/ 19363 w 39738"/>
                  <a:gd name="connsiteY22" fmla="*/ 21792 h 25683"/>
                  <a:gd name="connsiteX23" fmla="*/ 23097 w 39738"/>
                  <a:gd name="connsiteY23" fmla="*/ 19926 h 25683"/>
                  <a:gd name="connsiteX24" fmla="*/ 25638 w 39738"/>
                  <a:gd name="connsiteY24" fmla="*/ 16957 h 25683"/>
                  <a:gd name="connsiteX25" fmla="*/ 26583 w 39738"/>
                  <a:gd name="connsiteY25" fmla="*/ 12999 h 25683"/>
                  <a:gd name="connsiteX26" fmla="*/ 25593 w 39738"/>
                  <a:gd name="connsiteY26" fmla="*/ 8659 h 25683"/>
                  <a:gd name="connsiteX27" fmla="*/ 22872 w 39738"/>
                  <a:gd name="connsiteY27" fmla="*/ 5600 h 25683"/>
                  <a:gd name="connsiteX28" fmla="*/ 18846 w 39738"/>
                  <a:gd name="connsiteY28" fmla="*/ 3868 h 25683"/>
                  <a:gd name="connsiteX29" fmla="*/ 13898 w 39738"/>
                  <a:gd name="connsiteY29" fmla="*/ 3441 h 25683"/>
                  <a:gd name="connsiteX30" fmla="*/ 9220 w 39738"/>
                  <a:gd name="connsiteY30" fmla="*/ 4161 h 25683"/>
                  <a:gd name="connsiteX31" fmla="*/ 5802 w 39738"/>
                  <a:gd name="connsiteY31" fmla="*/ 6185 h 25683"/>
                  <a:gd name="connsiteX32" fmla="*/ 3666 w 39738"/>
                  <a:gd name="connsiteY32" fmla="*/ 9198 h 25683"/>
                  <a:gd name="connsiteX33" fmla="*/ 2946 w 39738"/>
                  <a:gd name="connsiteY33" fmla="*/ 12977 h 25683"/>
                  <a:gd name="connsiteX34" fmla="*/ 3868 w 39738"/>
                  <a:gd name="connsiteY34" fmla="*/ 17025 h 25683"/>
                  <a:gd name="connsiteX35" fmla="*/ 6387 w 39738"/>
                  <a:gd name="connsiteY35" fmla="*/ 19993 h 25683"/>
                  <a:gd name="connsiteX36" fmla="*/ 10165 w 39738"/>
                  <a:gd name="connsiteY36" fmla="*/ 21792 h 25683"/>
                  <a:gd name="connsiteX37" fmla="*/ 14888 w 39738"/>
                  <a:gd name="connsiteY37" fmla="*/ 22422 h 25683"/>
                  <a:gd name="connsiteX38" fmla="*/ 14888 w 39738"/>
                  <a:gd name="connsiteY38" fmla="*/ 22422 h 25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39738" h="25683">
                    <a:moveTo>
                      <a:pt x="39739" y="22445"/>
                    </a:moveTo>
                    <a:lnTo>
                      <a:pt x="39739" y="25683"/>
                    </a:lnTo>
                    <a:lnTo>
                      <a:pt x="765" y="25683"/>
                    </a:lnTo>
                    <a:lnTo>
                      <a:pt x="765" y="22445"/>
                    </a:lnTo>
                    <a:lnTo>
                      <a:pt x="5667" y="22445"/>
                    </a:lnTo>
                    <a:lnTo>
                      <a:pt x="5667" y="22332"/>
                    </a:lnTo>
                    <a:cubicBezTo>
                      <a:pt x="4768" y="21860"/>
                      <a:pt x="3958" y="21253"/>
                      <a:pt x="3238" y="20533"/>
                    </a:cubicBezTo>
                    <a:cubicBezTo>
                      <a:pt x="2519" y="19791"/>
                      <a:pt x="1934" y="18981"/>
                      <a:pt x="1462" y="18104"/>
                    </a:cubicBezTo>
                    <a:cubicBezTo>
                      <a:pt x="989" y="17227"/>
                      <a:pt x="630" y="16305"/>
                      <a:pt x="382" y="15383"/>
                    </a:cubicBezTo>
                    <a:cubicBezTo>
                      <a:pt x="135" y="14438"/>
                      <a:pt x="0" y="13539"/>
                      <a:pt x="0" y="12639"/>
                    </a:cubicBezTo>
                    <a:cubicBezTo>
                      <a:pt x="0" y="10368"/>
                      <a:pt x="382" y="8456"/>
                      <a:pt x="1124" y="6859"/>
                    </a:cubicBezTo>
                    <a:cubicBezTo>
                      <a:pt x="1867" y="5263"/>
                      <a:pt x="2924" y="3981"/>
                      <a:pt x="4228" y="2946"/>
                    </a:cubicBezTo>
                    <a:cubicBezTo>
                      <a:pt x="5532" y="1912"/>
                      <a:pt x="7107" y="1170"/>
                      <a:pt x="8906" y="697"/>
                    </a:cubicBezTo>
                    <a:cubicBezTo>
                      <a:pt x="10705" y="225"/>
                      <a:pt x="12639" y="0"/>
                      <a:pt x="14686" y="0"/>
                    </a:cubicBezTo>
                    <a:cubicBezTo>
                      <a:pt x="16620" y="0"/>
                      <a:pt x="18509" y="247"/>
                      <a:pt x="20308" y="765"/>
                    </a:cubicBezTo>
                    <a:cubicBezTo>
                      <a:pt x="22107" y="1259"/>
                      <a:pt x="23682" y="2024"/>
                      <a:pt x="25031" y="3059"/>
                    </a:cubicBezTo>
                    <a:cubicBezTo>
                      <a:pt x="26380" y="4093"/>
                      <a:pt x="27460" y="5375"/>
                      <a:pt x="28270" y="6949"/>
                    </a:cubicBezTo>
                    <a:cubicBezTo>
                      <a:pt x="29079" y="8524"/>
                      <a:pt x="29484" y="10368"/>
                      <a:pt x="29484" y="12482"/>
                    </a:cubicBezTo>
                    <a:cubicBezTo>
                      <a:pt x="29484" y="14461"/>
                      <a:pt x="29034" y="16350"/>
                      <a:pt x="28157" y="18172"/>
                    </a:cubicBezTo>
                    <a:cubicBezTo>
                      <a:pt x="27280" y="19993"/>
                      <a:pt x="25976" y="21410"/>
                      <a:pt x="24244" y="22467"/>
                    </a:cubicBezTo>
                    <a:lnTo>
                      <a:pt x="39739" y="22467"/>
                    </a:lnTo>
                    <a:close/>
                    <a:moveTo>
                      <a:pt x="14865" y="22445"/>
                    </a:moveTo>
                    <a:cubicBezTo>
                      <a:pt x="16440" y="22445"/>
                      <a:pt x="17947" y="22220"/>
                      <a:pt x="19363" y="21792"/>
                    </a:cubicBezTo>
                    <a:cubicBezTo>
                      <a:pt x="20780" y="21365"/>
                      <a:pt x="22017" y="20735"/>
                      <a:pt x="23097" y="19926"/>
                    </a:cubicBezTo>
                    <a:cubicBezTo>
                      <a:pt x="24154" y="19116"/>
                      <a:pt x="25008" y="18127"/>
                      <a:pt x="25638" y="16957"/>
                    </a:cubicBezTo>
                    <a:cubicBezTo>
                      <a:pt x="26268" y="15788"/>
                      <a:pt x="26583" y="14461"/>
                      <a:pt x="26583" y="12999"/>
                    </a:cubicBezTo>
                    <a:cubicBezTo>
                      <a:pt x="26583" y="11335"/>
                      <a:pt x="26245" y="9895"/>
                      <a:pt x="25593" y="8659"/>
                    </a:cubicBezTo>
                    <a:cubicBezTo>
                      <a:pt x="24919" y="7422"/>
                      <a:pt x="24019" y="6410"/>
                      <a:pt x="22872" y="5600"/>
                    </a:cubicBezTo>
                    <a:cubicBezTo>
                      <a:pt x="21725" y="4813"/>
                      <a:pt x="20376" y="4228"/>
                      <a:pt x="18846" y="3868"/>
                    </a:cubicBezTo>
                    <a:cubicBezTo>
                      <a:pt x="17317" y="3508"/>
                      <a:pt x="15675" y="3373"/>
                      <a:pt x="13898" y="3441"/>
                    </a:cubicBezTo>
                    <a:cubicBezTo>
                      <a:pt x="12144" y="3441"/>
                      <a:pt x="10570" y="3688"/>
                      <a:pt x="9220" y="4161"/>
                    </a:cubicBezTo>
                    <a:cubicBezTo>
                      <a:pt x="7871" y="4655"/>
                      <a:pt x="6724" y="5330"/>
                      <a:pt x="5802" y="6185"/>
                    </a:cubicBezTo>
                    <a:cubicBezTo>
                      <a:pt x="4858" y="7039"/>
                      <a:pt x="4160" y="8051"/>
                      <a:pt x="3666" y="9198"/>
                    </a:cubicBezTo>
                    <a:cubicBezTo>
                      <a:pt x="3171" y="10345"/>
                      <a:pt x="2946" y="11605"/>
                      <a:pt x="2946" y="12977"/>
                    </a:cubicBezTo>
                    <a:cubicBezTo>
                      <a:pt x="2946" y="14483"/>
                      <a:pt x="3261" y="15833"/>
                      <a:pt x="3868" y="17025"/>
                    </a:cubicBezTo>
                    <a:cubicBezTo>
                      <a:pt x="4475" y="18217"/>
                      <a:pt x="5307" y="19206"/>
                      <a:pt x="6387" y="19993"/>
                    </a:cubicBezTo>
                    <a:cubicBezTo>
                      <a:pt x="7444" y="20780"/>
                      <a:pt x="8703" y="21388"/>
                      <a:pt x="10165" y="21792"/>
                    </a:cubicBezTo>
                    <a:cubicBezTo>
                      <a:pt x="11627" y="22197"/>
                      <a:pt x="13201" y="22422"/>
                      <a:pt x="14888" y="22422"/>
                    </a:cubicBezTo>
                    <a:lnTo>
                      <a:pt x="14888" y="22422"/>
                    </a:lnTo>
                    <a:close/>
                  </a:path>
                </a:pathLst>
              </a:custGeom>
              <a:solidFill>
                <a:srgbClr val="231F20"/>
              </a:solidFill>
              <a:ln w="2249" cap="flat">
                <a:noFill/>
                <a:prstDash val="solid"/>
                <a:miter/>
              </a:ln>
            </p:spPr>
            <p:txBody>
              <a:bodyPr rtlCol="0" anchor="ctr"/>
              <a:lstStyle/>
              <a:p>
                <a:endParaRPr lang="en-US"/>
              </a:p>
            </p:txBody>
          </p:sp>
          <p:sp>
            <p:nvSpPr>
              <p:cNvPr id="5099" name="Freeform 5098">
                <a:extLst>
                  <a:ext uri="{FF2B5EF4-FFF2-40B4-BE49-F238E27FC236}">
                    <a16:creationId xmlns:a16="http://schemas.microsoft.com/office/drawing/2014/main" id="{B2F32B4B-9DB9-6052-8EB9-7E9B89EF7C67}"/>
                  </a:ext>
                </a:extLst>
              </p:cNvPr>
              <p:cNvSpPr/>
              <p:nvPr/>
            </p:nvSpPr>
            <p:spPr>
              <a:xfrm>
                <a:off x="7077828" y="2824710"/>
                <a:ext cx="38884" cy="3553"/>
              </a:xfrm>
              <a:custGeom>
                <a:avLst/>
                <a:gdLst>
                  <a:gd name="connsiteX0" fmla="*/ 4813 w 38884"/>
                  <a:gd name="connsiteY0" fmla="*/ 3553 h 3553"/>
                  <a:gd name="connsiteX1" fmla="*/ 0 w 38884"/>
                  <a:gd name="connsiteY1" fmla="*/ 3553 h 3553"/>
                  <a:gd name="connsiteX2" fmla="*/ 0 w 38884"/>
                  <a:gd name="connsiteY2" fmla="*/ 0 h 3553"/>
                  <a:gd name="connsiteX3" fmla="*/ 4813 w 38884"/>
                  <a:gd name="connsiteY3" fmla="*/ 0 h 3553"/>
                  <a:gd name="connsiteX4" fmla="*/ 4813 w 38884"/>
                  <a:gd name="connsiteY4" fmla="*/ 3553 h 3553"/>
                  <a:gd name="connsiteX5" fmla="*/ 38885 w 38884"/>
                  <a:gd name="connsiteY5" fmla="*/ 3396 h 3553"/>
                  <a:gd name="connsiteX6" fmla="*/ 10930 w 38884"/>
                  <a:gd name="connsiteY6" fmla="*/ 3396 h 3553"/>
                  <a:gd name="connsiteX7" fmla="*/ 10930 w 38884"/>
                  <a:gd name="connsiteY7" fmla="*/ 157 h 3553"/>
                  <a:gd name="connsiteX8" fmla="*/ 38885 w 38884"/>
                  <a:gd name="connsiteY8" fmla="*/ 157 h 3553"/>
                  <a:gd name="connsiteX9" fmla="*/ 38885 w 38884"/>
                  <a:gd name="connsiteY9" fmla="*/ 3396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84" h="3553">
                    <a:moveTo>
                      <a:pt x="4813" y="3553"/>
                    </a:moveTo>
                    <a:lnTo>
                      <a:pt x="0" y="3553"/>
                    </a:lnTo>
                    <a:lnTo>
                      <a:pt x="0" y="0"/>
                    </a:lnTo>
                    <a:lnTo>
                      <a:pt x="4813" y="0"/>
                    </a:lnTo>
                    <a:lnTo>
                      <a:pt x="4813" y="3553"/>
                    </a:lnTo>
                    <a:close/>
                    <a:moveTo>
                      <a:pt x="38885" y="3396"/>
                    </a:moveTo>
                    <a:lnTo>
                      <a:pt x="10930" y="3396"/>
                    </a:lnTo>
                    <a:lnTo>
                      <a:pt x="10930" y="157"/>
                    </a:lnTo>
                    <a:lnTo>
                      <a:pt x="38885" y="157"/>
                    </a:lnTo>
                    <a:lnTo>
                      <a:pt x="38885" y="3396"/>
                    </a:lnTo>
                    <a:close/>
                  </a:path>
                </a:pathLst>
              </a:custGeom>
              <a:solidFill>
                <a:srgbClr val="231F20"/>
              </a:solidFill>
              <a:ln w="2249" cap="flat">
                <a:noFill/>
                <a:prstDash val="solid"/>
                <a:miter/>
              </a:ln>
            </p:spPr>
            <p:txBody>
              <a:bodyPr rtlCol="0" anchor="ctr"/>
              <a:lstStyle/>
              <a:p>
                <a:endParaRPr lang="en-US"/>
              </a:p>
            </p:txBody>
          </p:sp>
          <p:sp>
            <p:nvSpPr>
              <p:cNvPr id="5100" name="Freeform 5099">
                <a:extLst>
                  <a:ext uri="{FF2B5EF4-FFF2-40B4-BE49-F238E27FC236}">
                    <a16:creationId xmlns:a16="http://schemas.microsoft.com/office/drawing/2014/main" id="{80BB6487-7FB0-B8F9-13F2-B71F8E9FF30B}"/>
                  </a:ext>
                </a:extLst>
              </p:cNvPr>
              <p:cNvSpPr/>
              <p:nvPr/>
            </p:nvSpPr>
            <p:spPr>
              <a:xfrm>
                <a:off x="7077851" y="2812903"/>
                <a:ext cx="38862" cy="3238"/>
              </a:xfrm>
              <a:custGeom>
                <a:avLst/>
                <a:gdLst>
                  <a:gd name="connsiteX0" fmla="*/ 38862 w 38862"/>
                  <a:gd name="connsiteY0" fmla="*/ 3239 h 3238"/>
                  <a:gd name="connsiteX1" fmla="*/ 0 w 38862"/>
                  <a:gd name="connsiteY1" fmla="*/ 3239 h 3238"/>
                  <a:gd name="connsiteX2" fmla="*/ 0 w 38862"/>
                  <a:gd name="connsiteY2" fmla="*/ 0 h 3238"/>
                  <a:gd name="connsiteX3" fmla="*/ 38862 w 38862"/>
                  <a:gd name="connsiteY3" fmla="*/ 0 h 3238"/>
                  <a:gd name="connsiteX4" fmla="*/ 38862 w 38862"/>
                  <a:gd name="connsiteY4" fmla="*/ 3239 h 3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862" h="3238">
                    <a:moveTo>
                      <a:pt x="38862" y="3239"/>
                    </a:moveTo>
                    <a:lnTo>
                      <a:pt x="0" y="3239"/>
                    </a:lnTo>
                    <a:lnTo>
                      <a:pt x="0" y="0"/>
                    </a:lnTo>
                    <a:lnTo>
                      <a:pt x="38862" y="0"/>
                    </a:lnTo>
                    <a:lnTo>
                      <a:pt x="38862" y="3239"/>
                    </a:lnTo>
                    <a:close/>
                  </a:path>
                </a:pathLst>
              </a:custGeom>
              <a:solidFill>
                <a:srgbClr val="231F20"/>
              </a:solidFill>
              <a:ln w="2249" cap="flat">
                <a:noFill/>
                <a:prstDash val="solid"/>
                <a:miter/>
              </a:ln>
            </p:spPr>
            <p:txBody>
              <a:bodyPr rtlCol="0" anchor="ctr"/>
              <a:lstStyle/>
              <a:p>
                <a:endParaRPr lang="en-US"/>
              </a:p>
            </p:txBody>
          </p:sp>
          <p:sp>
            <p:nvSpPr>
              <p:cNvPr id="5101" name="Freeform 5100">
                <a:extLst>
                  <a:ext uri="{FF2B5EF4-FFF2-40B4-BE49-F238E27FC236}">
                    <a16:creationId xmlns:a16="http://schemas.microsoft.com/office/drawing/2014/main" id="{C661B29E-61D9-2BD7-E3BB-8D645E0B3931}"/>
                  </a:ext>
                </a:extLst>
              </p:cNvPr>
              <p:cNvSpPr/>
              <p:nvPr/>
            </p:nvSpPr>
            <p:spPr>
              <a:xfrm>
                <a:off x="7087971" y="2769026"/>
                <a:ext cx="29439" cy="22039"/>
              </a:xfrm>
              <a:custGeom>
                <a:avLst/>
                <a:gdLst>
                  <a:gd name="connsiteX0" fmla="*/ 19993 w 29439"/>
                  <a:gd name="connsiteY0" fmla="*/ 18734 h 22039"/>
                  <a:gd name="connsiteX1" fmla="*/ 25098 w 29439"/>
                  <a:gd name="connsiteY1" fmla="*/ 16013 h 22039"/>
                  <a:gd name="connsiteX2" fmla="*/ 26583 w 29439"/>
                  <a:gd name="connsiteY2" fmla="*/ 10368 h 22039"/>
                  <a:gd name="connsiteX3" fmla="*/ 26155 w 29439"/>
                  <a:gd name="connsiteY3" fmla="*/ 7287 h 22039"/>
                  <a:gd name="connsiteX4" fmla="*/ 24986 w 29439"/>
                  <a:gd name="connsiteY4" fmla="*/ 5150 h 22039"/>
                  <a:gd name="connsiteX5" fmla="*/ 23344 w 29439"/>
                  <a:gd name="connsiteY5" fmla="*/ 3891 h 22039"/>
                  <a:gd name="connsiteX6" fmla="*/ 21410 w 29439"/>
                  <a:gd name="connsiteY6" fmla="*/ 3463 h 22039"/>
                  <a:gd name="connsiteX7" fmla="*/ 18351 w 29439"/>
                  <a:gd name="connsiteY7" fmla="*/ 4790 h 22039"/>
                  <a:gd name="connsiteX8" fmla="*/ 16777 w 29439"/>
                  <a:gd name="connsiteY8" fmla="*/ 8119 h 22039"/>
                  <a:gd name="connsiteX9" fmla="*/ 15810 w 29439"/>
                  <a:gd name="connsiteY9" fmla="*/ 12437 h 22039"/>
                  <a:gd name="connsiteX10" fmla="*/ 14596 w 29439"/>
                  <a:gd name="connsiteY10" fmla="*/ 16755 h 22039"/>
                  <a:gd name="connsiteX11" fmla="*/ 12279 w 29439"/>
                  <a:gd name="connsiteY11" fmla="*/ 20083 h 22039"/>
                  <a:gd name="connsiteX12" fmla="*/ 8006 w 29439"/>
                  <a:gd name="connsiteY12" fmla="*/ 21410 h 22039"/>
                  <a:gd name="connsiteX13" fmla="*/ 2249 w 29439"/>
                  <a:gd name="connsiteY13" fmla="*/ 18846 h 22039"/>
                  <a:gd name="connsiteX14" fmla="*/ 0 w 29439"/>
                  <a:gd name="connsiteY14" fmla="*/ 11582 h 22039"/>
                  <a:gd name="connsiteX15" fmla="*/ 2024 w 29439"/>
                  <a:gd name="connsiteY15" fmla="*/ 4206 h 22039"/>
                  <a:gd name="connsiteX16" fmla="*/ 8793 w 29439"/>
                  <a:gd name="connsiteY16" fmla="*/ 787 h 22039"/>
                  <a:gd name="connsiteX17" fmla="*/ 8793 w 29439"/>
                  <a:gd name="connsiteY17" fmla="*/ 4071 h 22039"/>
                  <a:gd name="connsiteX18" fmla="*/ 4228 w 29439"/>
                  <a:gd name="connsiteY18" fmla="*/ 6522 h 22039"/>
                  <a:gd name="connsiteX19" fmla="*/ 2901 w 29439"/>
                  <a:gd name="connsiteY19" fmla="*/ 11627 h 22039"/>
                  <a:gd name="connsiteX20" fmla="*/ 4228 w 29439"/>
                  <a:gd name="connsiteY20" fmla="*/ 16327 h 22039"/>
                  <a:gd name="connsiteX21" fmla="*/ 7714 w 29439"/>
                  <a:gd name="connsiteY21" fmla="*/ 17947 h 22039"/>
                  <a:gd name="connsiteX22" fmla="*/ 10593 w 29439"/>
                  <a:gd name="connsiteY22" fmla="*/ 16620 h 22039"/>
                  <a:gd name="connsiteX23" fmla="*/ 12212 w 29439"/>
                  <a:gd name="connsiteY23" fmla="*/ 13291 h 22039"/>
                  <a:gd name="connsiteX24" fmla="*/ 13314 w 29439"/>
                  <a:gd name="connsiteY24" fmla="*/ 8973 h 22039"/>
                  <a:gd name="connsiteX25" fmla="*/ 14686 w 29439"/>
                  <a:gd name="connsiteY25" fmla="*/ 4655 h 22039"/>
                  <a:gd name="connsiteX26" fmla="*/ 17092 w 29439"/>
                  <a:gd name="connsiteY26" fmla="*/ 1327 h 22039"/>
                  <a:gd name="connsiteX27" fmla="*/ 21298 w 29439"/>
                  <a:gd name="connsiteY27" fmla="*/ 0 h 22039"/>
                  <a:gd name="connsiteX28" fmla="*/ 24829 w 29439"/>
                  <a:gd name="connsiteY28" fmla="*/ 855 h 22039"/>
                  <a:gd name="connsiteX29" fmla="*/ 27392 w 29439"/>
                  <a:gd name="connsiteY29" fmla="*/ 3239 h 22039"/>
                  <a:gd name="connsiteX30" fmla="*/ 28921 w 29439"/>
                  <a:gd name="connsiteY30" fmla="*/ 6837 h 22039"/>
                  <a:gd name="connsiteX31" fmla="*/ 29439 w 29439"/>
                  <a:gd name="connsiteY31" fmla="*/ 11402 h 22039"/>
                  <a:gd name="connsiteX32" fmla="*/ 28719 w 29439"/>
                  <a:gd name="connsiteY32" fmla="*/ 15810 h 22039"/>
                  <a:gd name="connsiteX33" fmla="*/ 26695 w 29439"/>
                  <a:gd name="connsiteY33" fmla="*/ 19071 h 22039"/>
                  <a:gd name="connsiteX34" fmla="*/ 23682 w 29439"/>
                  <a:gd name="connsiteY34" fmla="*/ 21185 h 22039"/>
                  <a:gd name="connsiteX35" fmla="*/ 19948 w 29439"/>
                  <a:gd name="connsiteY35" fmla="*/ 22040 h 22039"/>
                  <a:gd name="connsiteX36" fmla="*/ 19948 w 29439"/>
                  <a:gd name="connsiteY36" fmla="*/ 18756 h 22039"/>
                  <a:gd name="connsiteX37" fmla="*/ 19993 w 29439"/>
                  <a:gd name="connsiteY37" fmla="*/ 18756 h 22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9439" h="22039">
                    <a:moveTo>
                      <a:pt x="19993" y="18734"/>
                    </a:moveTo>
                    <a:cubicBezTo>
                      <a:pt x="22400" y="18239"/>
                      <a:pt x="24109" y="17317"/>
                      <a:pt x="25098" y="16013"/>
                    </a:cubicBezTo>
                    <a:cubicBezTo>
                      <a:pt x="26088" y="14708"/>
                      <a:pt x="26583" y="12819"/>
                      <a:pt x="26583" y="10368"/>
                    </a:cubicBezTo>
                    <a:cubicBezTo>
                      <a:pt x="26583" y="9176"/>
                      <a:pt x="26448" y="8164"/>
                      <a:pt x="26155" y="7287"/>
                    </a:cubicBezTo>
                    <a:cubicBezTo>
                      <a:pt x="25863" y="6432"/>
                      <a:pt x="25481" y="5712"/>
                      <a:pt x="24986" y="5150"/>
                    </a:cubicBezTo>
                    <a:cubicBezTo>
                      <a:pt x="24491" y="4588"/>
                      <a:pt x="23951" y="4161"/>
                      <a:pt x="23344" y="3891"/>
                    </a:cubicBezTo>
                    <a:cubicBezTo>
                      <a:pt x="22737" y="3598"/>
                      <a:pt x="22085" y="3463"/>
                      <a:pt x="21410" y="3463"/>
                    </a:cubicBezTo>
                    <a:cubicBezTo>
                      <a:pt x="20038" y="3463"/>
                      <a:pt x="19026" y="3913"/>
                      <a:pt x="18351" y="4790"/>
                    </a:cubicBezTo>
                    <a:cubicBezTo>
                      <a:pt x="17677" y="5667"/>
                      <a:pt x="17159" y="6769"/>
                      <a:pt x="16777" y="8119"/>
                    </a:cubicBezTo>
                    <a:cubicBezTo>
                      <a:pt x="16395" y="9468"/>
                      <a:pt x="16080" y="10885"/>
                      <a:pt x="15810" y="12437"/>
                    </a:cubicBezTo>
                    <a:cubicBezTo>
                      <a:pt x="15540" y="13989"/>
                      <a:pt x="15135" y="15428"/>
                      <a:pt x="14596" y="16755"/>
                    </a:cubicBezTo>
                    <a:cubicBezTo>
                      <a:pt x="14056" y="18082"/>
                      <a:pt x="13291" y="19184"/>
                      <a:pt x="12279" y="20083"/>
                    </a:cubicBezTo>
                    <a:cubicBezTo>
                      <a:pt x="11267" y="20983"/>
                      <a:pt x="9850" y="21410"/>
                      <a:pt x="8006" y="21410"/>
                    </a:cubicBezTo>
                    <a:cubicBezTo>
                      <a:pt x="5667" y="21410"/>
                      <a:pt x="3756" y="20556"/>
                      <a:pt x="2249" y="18846"/>
                    </a:cubicBezTo>
                    <a:cubicBezTo>
                      <a:pt x="765" y="17137"/>
                      <a:pt x="0" y="14708"/>
                      <a:pt x="0" y="11582"/>
                    </a:cubicBezTo>
                    <a:cubicBezTo>
                      <a:pt x="0" y="8456"/>
                      <a:pt x="675" y="6095"/>
                      <a:pt x="2024" y="4206"/>
                    </a:cubicBezTo>
                    <a:cubicBezTo>
                      <a:pt x="3373" y="2316"/>
                      <a:pt x="5622" y="1169"/>
                      <a:pt x="8793" y="787"/>
                    </a:cubicBezTo>
                    <a:lnTo>
                      <a:pt x="8793" y="4071"/>
                    </a:lnTo>
                    <a:cubicBezTo>
                      <a:pt x="6634" y="4363"/>
                      <a:pt x="5105" y="5173"/>
                      <a:pt x="4228" y="6522"/>
                    </a:cubicBezTo>
                    <a:cubicBezTo>
                      <a:pt x="3351" y="7871"/>
                      <a:pt x="2901" y="9581"/>
                      <a:pt x="2901" y="11627"/>
                    </a:cubicBezTo>
                    <a:cubicBezTo>
                      <a:pt x="2901" y="13674"/>
                      <a:pt x="3351" y="15248"/>
                      <a:pt x="4228" y="16327"/>
                    </a:cubicBezTo>
                    <a:cubicBezTo>
                      <a:pt x="5105" y="17407"/>
                      <a:pt x="6275" y="17947"/>
                      <a:pt x="7714" y="17947"/>
                    </a:cubicBezTo>
                    <a:cubicBezTo>
                      <a:pt x="8973" y="17947"/>
                      <a:pt x="9940" y="17497"/>
                      <a:pt x="10593" y="16620"/>
                    </a:cubicBezTo>
                    <a:cubicBezTo>
                      <a:pt x="11267" y="15743"/>
                      <a:pt x="11807" y="14641"/>
                      <a:pt x="12212" y="13291"/>
                    </a:cubicBezTo>
                    <a:cubicBezTo>
                      <a:pt x="12616" y="11964"/>
                      <a:pt x="12999" y="10525"/>
                      <a:pt x="13314" y="8973"/>
                    </a:cubicBezTo>
                    <a:cubicBezTo>
                      <a:pt x="13629" y="7422"/>
                      <a:pt x="14101" y="5982"/>
                      <a:pt x="14686" y="4655"/>
                    </a:cubicBezTo>
                    <a:cubicBezTo>
                      <a:pt x="15271" y="3328"/>
                      <a:pt x="16080" y="2226"/>
                      <a:pt x="17092" y="1327"/>
                    </a:cubicBezTo>
                    <a:cubicBezTo>
                      <a:pt x="18104" y="450"/>
                      <a:pt x="19498" y="0"/>
                      <a:pt x="21298" y="0"/>
                    </a:cubicBezTo>
                    <a:cubicBezTo>
                      <a:pt x="22625" y="0"/>
                      <a:pt x="23817" y="292"/>
                      <a:pt x="24829" y="855"/>
                    </a:cubicBezTo>
                    <a:cubicBezTo>
                      <a:pt x="25863" y="1439"/>
                      <a:pt x="26717" y="2226"/>
                      <a:pt x="27392" y="3239"/>
                    </a:cubicBezTo>
                    <a:cubicBezTo>
                      <a:pt x="28067" y="4251"/>
                      <a:pt x="28584" y="5443"/>
                      <a:pt x="28921" y="6837"/>
                    </a:cubicBezTo>
                    <a:cubicBezTo>
                      <a:pt x="29259" y="8231"/>
                      <a:pt x="29439" y="9738"/>
                      <a:pt x="29439" y="11402"/>
                    </a:cubicBezTo>
                    <a:cubicBezTo>
                      <a:pt x="29439" y="13066"/>
                      <a:pt x="29191" y="14528"/>
                      <a:pt x="28719" y="15810"/>
                    </a:cubicBezTo>
                    <a:cubicBezTo>
                      <a:pt x="28225" y="17092"/>
                      <a:pt x="27550" y="18172"/>
                      <a:pt x="26695" y="19071"/>
                    </a:cubicBezTo>
                    <a:cubicBezTo>
                      <a:pt x="25841" y="19971"/>
                      <a:pt x="24829" y="20668"/>
                      <a:pt x="23682" y="21185"/>
                    </a:cubicBezTo>
                    <a:cubicBezTo>
                      <a:pt x="22535" y="21680"/>
                      <a:pt x="21298" y="21972"/>
                      <a:pt x="19948" y="22040"/>
                    </a:cubicBezTo>
                    <a:lnTo>
                      <a:pt x="19948" y="18756"/>
                    </a:lnTo>
                    <a:lnTo>
                      <a:pt x="19993" y="18756"/>
                    </a:lnTo>
                    <a:close/>
                  </a:path>
                </a:pathLst>
              </a:custGeom>
              <a:solidFill>
                <a:srgbClr val="231F20"/>
              </a:solidFill>
              <a:ln w="2249" cap="flat">
                <a:noFill/>
                <a:prstDash val="solid"/>
                <a:miter/>
              </a:ln>
            </p:spPr>
            <p:txBody>
              <a:bodyPr rtlCol="0" anchor="ctr"/>
              <a:lstStyle/>
              <a:p>
                <a:endParaRPr lang="en-US"/>
              </a:p>
            </p:txBody>
          </p:sp>
          <p:sp>
            <p:nvSpPr>
              <p:cNvPr id="5102" name="Freeform 5101">
                <a:extLst>
                  <a:ext uri="{FF2B5EF4-FFF2-40B4-BE49-F238E27FC236}">
                    <a16:creationId xmlns:a16="http://schemas.microsoft.com/office/drawing/2014/main" id="{F0E01E5A-39E7-F53E-F530-FE8289466E95}"/>
                  </a:ext>
                </a:extLst>
              </p:cNvPr>
              <p:cNvSpPr/>
              <p:nvPr/>
            </p:nvSpPr>
            <p:spPr>
              <a:xfrm>
                <a:off x="7077828" y="2758771"/>
                <a:ext cx="38884" cy="3553"/>
              </a:xfrm>
              <a:custGeom>
                <a:avLst/>
                <a:gdLst>
                  <a:gd name="connsiteX0" fmla="*/ 4813 w 38884"/>
                  <a:gd name="connsiteY0" fmla="*/ 3553 h 3553"/>
                  <a:gd name="connsiteX1" fmla="*/ 0 w 38884"/>
                  <a:gd name="connsiteY1" fmla="*/ 3553 h 3553"/>
                  <a:gd name="connsiteX2" fmla="*/ 0 w 38884"/>
                  <a:gd name="connsiteY2" fmla="*/ 0 h 3553"/>
                  <a:gd name="connsiteX3" fmla="*/ 4813 w 38884"/>
                  <a:gd name="connsiteY3" fmla="*/ 0 h 3553"/>
                  <a:gd name="connsiteX4" fmla="*/ 4813 w 38884"/>
                  <a:gd name="connsiteY4" fmla="*/ 3553 h 3553"/>
                  <a:gd name="connsiteX5" fmla="*/ 38885 w 38884"/>
                  <a:gd name="connsiteY5" fmla="*/ 3396 h 3553"/>
                  <a:gd name="connsiteX6" fmla="*/ 10930 w 38884"/>
                  <a:gd name="connsiteY6" fmla="*/ 3396 h 3553"/>
                  <a:gd name="connsiteX7" fmla="*/ 10930 w 38884"/>
                  <a:gd name="connsiteY7" fmla="*/ 157 h 3553"/>
                  <a:gd name="connsiteX8" fmla="*/ 38885 w 38884"/>
                  <a:gd name="connsiteY8" fmla="*/ 157 h 3553"/>
                  <a:gd name="connsiteX9" fmla="*/ 38885 w 38884"/>
                  <a:gd name="connsiteY9" fmla="*/ 3396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84" h="3553">
                    <a:moveTo>
                      <a:pt x="4813" y="3553"/>
                    </a:moveTo>
                    <a:lnTo>
                      <a:pt x="0" y="3553"/>
                    </a:lnTo>
                    <a:lnTo>
                      <a:pt x="0" y="0"/>
                    </a:lnTo>
                    <a:lnTo>
                      <a:pt x="4813" y="0"/>
                    </a:lnTo>
                    <a:lnTo>
                      <a:pt x="4813" y="3553"/>
                    </a:lnTo>
                    <a:close/>
                    <a:moveTo>
                      <a:pt x="38885" y="3396"/>
                    </a:moveTo>
                    <a:lnTo>
                      <a:pt x="10930" y="3396"/>
                    </a:lnTo>
                    <a:lnTo>
                      <a:pt x="10930" y="157"/>
                    </a:lnTo>
                    <a:lnTo>
                      <a:pt x="38885" y="157"/>
                    </a:lnTo>
                    <a:lnTo>
                      <a:pt x="38885" y="3396"/>
                    </a:lnTo>
                    <a:close/>
                  </a:path>
                </a:pathLst>
              </a:custGeom>
              <a:solidFill>
                <a:srgbClr val="231F20"/>
              </a:solidFill>
              <a:ln w="2249" cap="flat">
                <a:noFill/>
                <a:prstDash val="solid"/>
                <a:miter/>
              </a:ln>
            </p:spPr>
            <p:txBody>
              <a:bodyPr rtlCol="0" anchor="ctr"/>
              <a:lstStyle/>
              <a:p>
                <a:endParaRPr lang="en-US"/>
              </a:p>
            </p:txBody>
          </p:sp>
          <p:sp>
            <p:nvSpPr>
              <p:cNvPr id="5103" name="Freeform 5102">
                <a:extLst>
                  <a:ext uri="{FF2B5EF4-FFF2-40B4-BE49-F238E27FC236}">
                    <a16:creationId xmlns:a16="http://schemas.microsoft.com/office/drawing/2014/main" id="{63702A54-BF9F-13DB-D3DA-65298790C331}"/>
                  </a:ext>
                </a:extLst>
              </p:cNvPr>
              <p:cNvSpPr/>
              <p:nvPr/>
            </p:nvSpPr>
            <p:spPr>
              <a:xfrm>
                <a:off x="7088758" y="2729354"/>
                <a:ext cx="27954" cy="23434"/>
              </a:xfrm>
              <a:custGeom>
                <a:avLst/>
                <a:gdLst>
                  <a:gd name="connsiteX0" fmla="*/ 27955 w 27954"/>
                  <a:gd name="connsiteY0" fmla="*/ 23434 h 23434"/>
                  <a:gd name="connsiteX1" fmla="*/ 25099 w 27954"/>
                  <a:gd name="connsiteY1" fmla="*/ 23434 h 23434"/>
                  <a:gd name="connsiteX2" fmla="*/ 2699 w 27954"/>
                  <a:gd name="connsiteY2" fmla="*/ 4858 h 23434"/>
                  <a:gd name="connsiteX3" fmla="*/ 2699 w 27954"/>
                  <a:gd name="connsiteY3" fmla="*/ 22175 h 23434"/>
                  <a:gd name="connsiteX4" fmla="*/ 0 w 27954"/>
                  <a:gd name="connsiteY4" fmla="*/ 22175 h 23434"/>
                  <a:gd name="connsiteX5" fmla="*/ 0 w 27954"/>
                  <a:gd name="connsiteY5" fmla="*/ 697 h 23434"/>
                  <a:gd name="connsiteX6" fmla="*/ 2856 w 27954"/>
                  <a:gd name="connsiteY6" fmla="*/ 697 h 23434"/>
                  <a:gd name="connsiteX7" fmla="*/ 25256 w 27954"/>
                  <a:gd name="connsiteY7" fmla="*/ 19274 h 23434"/>
                  <a:gd name="connsiteX8" fmla="*/ 25256 w 27954"/>
                  <a:gd name="connsiteY8" fmla="*/ 0 h 23434"/>
                  <a:gd name="connsiteX9" fmla="*/ 27955 w 27954"/>
                  <a:gd name="connsiteY9" fmla="*/ 0 h 23434"/>
                  <a:gd name="connsiteX10" fmla="*/ 27955 w 27954"/>
                  <a:gd name="connsiteY10" fmla="*/ 23434 h 23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954" h="23434">
                    <a:moveTo>
                      <a:pt x="27955" y="23434"/>
                    </a:moveTo>
                    <a:lnTo>
                      <a:pt x="25099" y="23434"/>
                    </a:lnTo>
                    <a:lnTo>
                      <a:pt x="2699" y="4858"/>
                    </a:lnTo>
                    <a:lnTo>
                      <a:pt x="2699" y="22175"/>
                    </a:lnTo>
                    <a:lnTo>
                      <a:pt x="0" y="22175"/>
                    </a:lnTo>
                    <a:lnTo>
                      <a:pt x="0" y="697"/>
                    </a:lnTo>
                    <a:lnTo>
                      <a:pt x="2856" y="697"/>
                    </a:lnTo>
                    <a:lnTo>
                      <a:pt x="25256" y="19274"/>
                    </a:lnTo>
                    <a:lnTo>
                      <a:pt x="25256" y="0"/>
                    </a:lnTo>
                    <a:lnTo>
                      <a:pt x="27955" y="0"/>
                    </a:lnTo>
                    <a:lnTo>
                      <a:pt x="27955" y="23434"/>
                    </a:lnTo>
                    <a:close/>
                  </a:path>
                </a:pathLst>
              </a:custGeom>
              <a:solidFill>
                <a:srgbClr val="231F20"/>
              </a:solidFill>
              <a:ln w="2249" cap="flat">
                <a:noFill/>
                <a:prstDash val="solid"/>
                <a:miter/>
              </a:ln>
            </p:spPr>
            <p:txBody>
              <a:bodyPr rtlCol="0" anchor="ctr"/>
              <a:lstStyle/>
              <a:p>
                <a:endParaRPr lang="en-US"/>
              </a:p>
            </p:txBody>
          </p:sp>
          <p:sp>
            <p:nvSpPr>
              <p:cNvPr id="5104" name="Freeform 5103">
                <a:extLst>
                  <a:ext uri="{FF2B5EF4-FFF2-40B4-BE49-F238E27FC236}">
                    <a16:creationId xmlns:a16="http://schemas.microsoft.com/office/drawing/2014/main" id="{1D132C3C-0AF3-1F05-F1E6-5DD5C0D16E38}"/>
                  </a:ext>
                </a:extLst>
              </p:cNvPr>
              <p:cNvSpPr/>
              <p:nvPr/>
            </p:nvSpPr>
            <p:spPr>
              <a:xfrm>
                <a:off x="7088016" y="2700027"/>
                <a:ext cx="29483" cy="25167"/>
              </a:xfrm>
              <a:custGeom>
                <a:avLst/>
                <a:gdLst>
                  <a:gd name="connsiteX0" fmla="*/ 15473 w 29483"/>
                  <a:gd name="connsiteY0" fmla="*/ 21659 h 25167"/>
                  <a:gd name="connsiteX1" fmla="*/ 19768 w 29483"/>
                  <a:gd name="connsiteY1" fmla="*/ 21074 h 25167"/>
                  <a:gd name="connsiteX2" fmla="*/ 23276 w 29483"/>
                  <a:gd name="connsiteY2" fmla="*/ 19320 h 25167"/>
                  <a:gd name="connsiteX3" fmla="*/ 25660 w 29483"/>
                  <a:gd name="connsiteY3" fmla="*/ 16374 h 25167"/>
                  <a:gd name="connsiteX4" fmla="*/ 26560 w 29483"/>
                  <a:gd name="connsiteY4" fmla="*/ 12281 h 25167"/>
                  <a:gd name="connsiteX5" fmla="*/ 24896 w 29483"/>
                  <a:gd name="connsiteY5" fmla="*/ 6838 h 25167"/>
                  <a:gd name="connsiteX6" fmla="*/ 20151 w 29483"/>
                  <a:gd name="connsiteY6" fmla="*/ 3825 h 25167"/>
                  <a:gd name="connsiteX7" fmla="*/ 20151 w 29483"/>
                  <a:gd name="connsiteY7" fmla="*/ 204 h 25167"/>
                  <a:gd name="connsiteX8" fmla="*/ 23839 w 29483"/>
                  <a:gd name="connsiteY8" fmla="*/ 1778 h 25167"/>
                  <a:gd name="connsiteX9" fmla="*/ 26807 w 29483"/>
                  <a:gd name="connsiteY9" fmla="*/ 4207 h 25167"/>
                  <a:gd name="connsiteX10" fmla="*/ 28787 w 29483"/>
                  <a:gd name="connsiteY10" fmla="*/ 7670 h 25167"/>
                  <a:gd name="connsiteX11" fmla="*/ 29484 w 29483"/>
                  <a:gd name="connsiteY11" fmla="*/ 12303 h 25167"/>
                  <a:gd name="connsiteX12" fmla="*/ 28359 w 29483"/>
                  <a:gd name="connsiteY12" fmla="*/ 18083 h 25167"/>
                  <a:gd name="connsiteX13" fmla="*/ 25256 w 29483"/>
                  <a:gd name="connsiteY13" fmla="*/ 22086 h 25167"/>
                  <a:gd name="connsiteX14" fmla="*/ 20623 w 29483"/>
                  <a:gd name="connsiteY14" fmla="*/ 24403 h 25167"/>
                  <a:gd name="connsiteX15" fmla="*/ 14865 w 29483"/>
                  <a:gd name="connsiteY15" fmla="*/ 25167 h 25167"/>
                  <a:gd name="connsiteX16" fmla="*/ 9086 w 29483"/>
                  <a:gd name="connsiteY16" fmla="*/ 24268 h 25167"/>
                  <a:gd name="connsiteX17" fmla="*/ 4363 w 29483"/>
                  <a:gd name="connsiteY17" fmla="*/ 21726 h 25167"/>
                  <a:gd name="connsiteX18" fmla="*/ 1170 w 29483"/>
                  <a:gd name="connsiteY18" fmla="*/ 17701 h 25167"/>
                  <a:gd name="connsiteX19" fmla="*/ 0 w 29483"/>
                  <a:gd name="connsiteY19" fmla="*/ 12303 h 25167"/>
                  <a:gd name="connsiteX20" fmla="*/ 3958 w 29483"/>
                  <a:gd name="connsiteY20" fmla="*/ 3240 h 25167"/>
                  <a:gd name="connsiteX21" fmla="*/ 15473 w 29483"/>
                  <a:gd name="connsiteY21" fmla="*/ 1 h 25167"/>
                  <a:gd name="connsiteX22" fmla="*/ 15473 w 29483"/>
                  <a:gd name="connsiteY22" fmla="*/ 21704 h 25167"/>
                  <a:gd name="connsiteX23" fmla="*/ 15473 w 29483"/>
                  <a:gd name="connsiteY23" fmla="*/ 21659 h 25167"/>
                  <a:gd name="connsiteX24" fmla="*/ 12774 w 29483"/>
                  <a:gd name="connsiteY24" fmla="*/ 3420 h 25167"/>
                  <a:gd name="connsiteX25" fmla="*/ 8906 w 29483"/>
                  <a:gd name="connsiteY25" fmla="*/ 3982 h 25167"/>
                  <a:gd name="connsiteX26" fmla="*/ 5780 w 29483"/>
                  <a:gd name="connsiteY26" fmla="*/ 5646 h 25167"/>
                  <a:gd name="connsiteX27" fmla="*/ 3666 w 29483"/>
                  <a:gd name="connsiteY27" fmla="*/ 8435 h 25167"/>
                  <a:gd name="connsiteX28" fmla="*/ 2879 w 29483"/>
                  <a:gd name="connsiteY28" fmla="*/ 12258 h 25167"/>
                  <a:gd name="connsiteX29" fmla="*/ 3688 w 29483"/>
                  <a:gd name="connsiteY29" fmla="*/ 16059 h 25167"/>
                  <a:gd name="connsiteX30" fmla="*/ 5847 w 29483"/>
                  <a:gd name="connsiteY30" fmla="*/ 18870 h 25167"/>
                  <a:gd name="connsiteX31" fmla="*/ 8973 w 29483"/>
                  <a:gd name="connsiteY31" fmla="*/ 20737 h 25167"/>
                  <a:gd name="connsiteX32" fmla="*/ 12751 w 29483"/>
                  <a:gd name="connsiteY32" fmla="*/ 21659 h 25167"/>
                  <a:gd name="connsiteX33" fmla="*/ 12751 w 29483"/>
                  <a:gd name="connsiteY33" fmla="*/ 3420 h 25167"/>
                  <a:gd name="connsiteX34" fmla="*/ 12774 w 29483"/>
                  <a:gd name="connsiteY34"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9483" h="25167">
                    <a:moveTo>
                      <a:pt x="15473" y="21659"/>
                    </a:moveTo>
                    <a:cubicBezTo>
                      <a:pt x="16980" y="21659"/>
                      <a:pt x="18419" y="21456"/>
                      <a:pt x="19768" y="21074"/>
                    </a:cubicBezTo>
                    <a:cubicBezTo>
                      <a:pt x="21117" y="20669"/>
                      <a:pt x="22287" y="20085"/>
                      <a:pt x="23276" y="19320"/>
                    </a:cubicBezTo>
                    <a:cubicBezTo>
                      <a:pt x="24266" y="18555"/>
                      <a:pt x="25053" y="17566"/>
                      <a:pt x="25660" y="16374"/>
                    </a:cubicBezTo>
                    <a:cubicBezTo>
                      <a:pt x="26245" y="15182"/>
                      <a:pt x="26560" y="13810"/>
                      <a:pt x="26560" y="12281"/>
                    </a:cubicBezTo>
                    <a:cubicBezTo>
                      <a:pt x="26560" y="10167"/>
                      <a:pt x="25998" y="8345"/>
                      <a:pt x="24896" y="6838"/>
                    </a:cubicBezTo>
                    <a:cubicBezTo>
                      <a:pt x="23772" y="5331"/>
                      <a:pt x="22197" y="4319"/>
                      <a:pt x="20151" y="3825"/>
                    </a:cubicBezTo>
                    <a:lnTo>
                      <a:pt x="20151" y="204"/>
                    </a:lnTo>
                    <a:cubicBezTo>
                      <a:pt x="21478" y="609"/>
                      <a:pt x="22714" y="1126"/>
                      <a:pt x="23839" y="1778"/>
                    </a:cubicBezTo>
                    <a:cubicBezTo>
                      <a:pt x="24963" y="2430"/>
                      <a:pt x="25953" y="3240"/>
                      <a:pt x="26807" y="4207"/>
                    </a:cubicBezTo>
                    <a:cubicBezTo>
                      <a:pt x="27662" y="5174"/>
                      <a:pt x="28314" y="6321"/>
                      <a:pt x="28787" y="7670"/>
                    </a:cubicBezTo>
                    <a:cubicBezTo>
                      <a:pt x="29259" y="8997"/>
                      <a:pt x="29484" y="10549"/>
                      <a:pt x="29484" y="12303"/>
                    </a:cubicBezTo>
                    <a:cubicBezTo>
                      <a:pt x="29484" y="14530"/>
                      <a:pt x="29101" y="16464"/>
                      <a:pt x="28359" y="18083"/>
                    </a:cubicBezTo>
                    <a:cubicBezTo>
                      <a:pt x="27595" y="19702"/>
                      <a:pt x="26560" y="21029"/>
                      <a:pt x="25256" y="22086"/>
                    </a:cubicBezTo>
                    <a:cubicBezTo>
                      <a:pt x="23951" y="23121"/>
                      <a:pt x="22400" y="23908"/>
                      <a:pt x="20623" y="24403"/>
                    </a:cubicBezTo>
                    <a:cubicBezTo>
                      <a:pt x="18846" y="24897"/>
                      <a:pt x="16935" y="25167"/>
                      <a:pt x="14865" y="25167"/>
                    </a:cubicBezTo>
                    <a:cubicBezTo>
                      <a:pt x="12796" y="25167"/>
                      <a:pt x="10885" y="24875"/>
                      <a:pt x="9086" y="24268"/>
                    </a:cubicBezTo>
                    <a:cubicBezTo>
                      <a:pt x="7287" y="23683"/>
                      <a:pt x="5712" y="22828"/>
                      <a:pt x="4363" y="21726"/>
                    </a:cubicBezTo>
                    <a:cubicBezTo>
                      <a:pt x="3013" y="20624"/>
                      <a:pt x="1956" y="19297"/>
                      <a:pt x="1170" y="17701"/>
                    </a:cubicBezTo>
                    <a:cubicBezTo>
                      <a:pt x="405" y="16126"/>
                      <a:pt x="0" y="14327"/>
                      <a:pt x="0" y="12303"/>
                    </a:cubicBezTo>
                    <a:cubicBezTo>
                      <a:pt x="0" y="8457"/>
                      <a:pt x="1327" y="5421"/>
                      <a:pt x="3958" y="3240"/>
                    </a:cubicBezTo>
                    <a:cubicBezTo>
                      <a:pt x="6612" y="1036"/>
                      <a:pt x="10435" y="-44"/>
                      <a:pt x="15473" y="1"/>
                    </a:cubicBezTo>
                    <a:lnTo>
                      <a:pt x="15473" y="21704"/>
                    </a:lnTo>
                    <a:lnTo>
                      <a:pt x="15473" y="21659"/>
                    </a:lnTo>
                    <a:close/>
                    <a:moveTo>
                      <a:pt x="12774" y="3420"/>
                    </a:moveTo>
                    <a:cubicBezTo>
                      <a:pt x="11402" y="3420"/>
                      <a:pt x="10120" y="3600"/>
                      <a:pt x="8906" y="3982"/>
                    </a:cubicBezTo>
                    <a:cubicBezTo>
                      <a:pt x="7691" y="4364"/>
                      <a:pt x="6657" y="4927"/>
                      <a:pt x="5780" y="5646"/>
                    </a:cubicBezTo>
                    <a:cubicBezTo>
                      <a:pt x="4903" y="6388"/>
                      <a:pt x="4205" y="7310"/>
                      <a:pt x="3666" y="8435"/>
                    </a:cubicBezTo>
                    <a:cubicBezTo>
                      <a:pt x="3148" y="9559"/>
                      <a:pt x="2879" y="10819"/>
                      <a:pt x="2879" y="12258"/>
                    </a:cubicBezTo>
                    <a:cubicBezTo>
                      <a:pt x="2879" y="13697"/>
                      <a:pt x="3148" y="14957"/>
                      <a:pt x="3688" y="16059"/>
                    </a:cubicBezTo>
                    <a:cubicBezTo>
                      <a:pt x="4228" y="17161"/>
                      <a:pt x="4948" y="18083"/>
                      <a:pt x="5847" y="18870"/>
                    </a:cubicBezTo>
                    <a:cubicBezTo>
                      <a:pt x="6747" y="19635"/>
                      <a:pt x="7781" y="20264"/>
                      <a:pt x="8973" y="20737"/>
                    </a:cubicBezTo>
                    <a:cubicBezTo>
                      <a:pt x="10165" y="21209"/>
                      <a:pt x="11424" y="21501"/>
                      <a:pt x="12751" y="21659"/>
                    </a:cubicBezTo>
                    <a:lnTo>
                      <a:pt x="12751" y="3420"/>
                    </a:lnTo>
                    <a:lnTo>
                      <a:pt x="12774" y="3420"/>
                    </a:lnTo>
                    <a:close/>
                  </a:path>
                </a:pathLst>
              </a:custGeom>
              <a:solidFill>
                <a:srgbClr val="231F20"/>
              </a:solidFill>
              <a:ln w="2249" cap="flat">
                <a:noFill/>
                <a:prstDash val="solid"/>
                <a:miter/>
              </a:ln>
            </p:spPr>
            <p:txBody>
              <a:bodyPr rtlCol="0" anchor="ctr"/>
              <a:lstStyle/>
              <a:p>
                <a:endParaRPr lang="en-US"/>
              </a:p>
            </p:txBody>
          </p:sp>
          <p:sp>
            <p:nvSpPr>
              <p:cNvPr id="5105" name="Freeform 5104">
                <a:extLst>
                  <a:ext uri="{FF2B5EF4-FFF2-40B4-BE49-F238E27FC236}">
                    <a16:creationId xmlns:a16="http://schemas.microsoft.com/office/drawing/2014/main" id="{446132DB-34D1-D683-E3BC-83CF4CC72ECD}"/>
                  </a:ext>
                </a:extLst>
              </p:cNvPr>
              <p:cNvSpPr/>
              <p:nvPr/>
            </p:nvSpPr>
            <p:spPr>
              <a:xfrm>
                <a:off x="7087993" y="2655161"/>
                <a:ext cx="29461" cy="24895"/>
              </a:xfrm>
              <a:custGeom>
                <a:avLst/>
                <a:gdLst>
                  <a:gd name="connsiteX0" fmla="*/ 9558 w 29461"/>
                  <a:gd name="connsiteY0" fmla="*/ 3733 h 24895"/>
                  <a:gd name="connsiteX1" fmla="*/ 4678 w 29461"/>
                  <a:gd name="connsiteY1" fmla="*/ 6702 h 24895"/>
                  <a:gd name="connsiteX2" fmla="*/ 2924 w 29461"/>
                  <a:gd name="connsiteY2" fmla="*/ 12054 h 24895"/>
                  <a:gd name="connsiteX3" fmla="*/ 3958 w 29461"/>
                  <a:gd name="connsiteY3" fmla="*/ 16327 h 24895"/>
                  <a:gd name="connsiteX4" fmla="*/ 6679 w 29461"/>
                  <a:gd name="connsiteY4" fmla="*/ 19251 h 24895"/>
                  <a:gd name="connsiteX5" fmla="*/ 10502 w 29461"/>
                  <a:gd name="connsiteY5" fmla="*/ 20915 h 24895"/>
                  <a:gd name="connsiteX6" fmla="*/ 14798 w 29461"/>
                  <a:gd name="connsiteY6" fmla="*/ 21455 h 24895"/>
                  <a:gd name="connsiteX7" fmla="*/ 19116 w 29461"/>
                  <a:gd name="connsiteY7" fmla="*/ 20938 h 24895"/>
                  <a:gd name="connsiteX8" fmla="*/ 22894 w 29461"/>
                  <a:gd name="connsiteY8" fmla="*/ 19296 h 24895"/>
                  <a:gd name="connsiteX9" fmla="*/ 25570 w 29461"/>
                  <a:gd name="connsiteY9" fmla="*/ 16372 h 24895"/>
                  <a:gd name="connsiteX10" fmla="*/ 26560 w 29461"/>
                  <a:gd name="connsiteY10" fmla="*/ 12054 h 24895"/>
                  <a:gd name="connsiteX11" fmla="*/ 24558 w 29461"/>
                  <a:gd name="connsiteY11" fmla="*/ 6252 h 24895"/>
                  <a:gd name="connsiteX12" fmla="*/ 19049 w 29461"/>
                  <a:gd name="connsiteY12" fmla="*/ 3463 h 24895"/>
                  <a:gd name="connsiteX13" fmla="*/ 19049 w 29461"/>
                  <a:gd name="connsiteY13" fmla="*/ 0 h 24895"/>
                  <a:gd name="connsiteX14" fmla="*/ 23276 w 29461"/>
                  <a:gd name="connsiteY14" fmla="*/ 1372 h 24895"/>
                  <a:gd name="connsiteX15" fmla="*/ 26560 w 29461"/>
                  <a:gd name="connsiteY15" fmla="*/ 3801 h 24895"/>
                  <a:gd name="connsiteX16" fmla="*/ 28697 w 29461"/>
                  <a:gd name="connsiteY16" fmla="*/ 7332 h 24895"/>
                  <a:gd name="connsiteX17" fmla="*/ 29461 w 29461"/>
                  <a:gd name="connsiteY17" fmla="*/ 12032 h 24895"/>
                  <a:gd name="connsiteX18" fmla="*/ 28337 w 29461"/>
                  <a:gd name="connsiteY18" fmla="*/ 17812 h 24895"/>
                  <a:gd name="connsiteX19" fmla="*/ 25233 w 29461"/>
                  <a:gd name="connsiteY19" fmla="*/ 21815 h 24895"/>
                  <a:gd name="connsiteX20" fmla="*/ 20555 w 29461"/>
                  <a:gd name="connsiteY20" fmla="*/ 24131 h 24895"/>
                  <a:gd name="connsiteX21" fmla="*/ 14776 w 29461"/>
                  <a:gd name="connsiteY21" fmla="*/ 24896 h 24895"/>
                  <a:gd name="connsiteX22" fmla="*/ 9198 w 29461"/>
                  <a:gd name="connsiteY22" fmla="*/ 24064 h 24895"/>
                  <a:gd name="connsiteX23" fmla="*/ 4475 w 29461"/>
                  <a:gd name="connsiteY23" fmla="*/ 21612 h 24895"/>
                  <a:gd name="connsiteX24" fmla="*/ 1215 w 29461"/>
                  <a:gd name="connsiteY24" fmla="*/ 17587 h 24895"/>
                  <a:gd name="connsiteX25" fmla="*/ 0 w 29461"/>
                  <a:gd name="connsiteY25" fmla="*/ 12054 h 24895"/>
                  <a:gd name="connsiteX26" fmla="*/ 2316 w 29461"/>
                  <a:gd name="connsiteY26" fmla="*/ 4206 h 24895"/>
                  <a:gd name="connsiteX27" fmla="*/ 9558 w 29461"/>
                  <a:gd name="connsiteY27" fmla="*/ 450 h 24895"/>
                  <a:gd name="connsiteX28" fmla="*/ 9558 w 29461"/>
                  <a:gd name="connsiteY28" fmla="*/ 3733 h 24895"/>
                  <a:gd name="connsiteX29" fmla="*/ 9558 w 29461"/>
                  <a:gd name="connsiteY29" fmla="*/ 3733 h 24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9461" h="24895">
                    <a:moveTo>
                      <a:pt x="9558" y="3733"/>
                    </a:moveTo>
                    <a:cubicBezTo>
                      <a:pt x="7467" y="4318"/>
                      <a:pt x="5847" y="5308"/>
                      <a:pt x="4678" y="6702"/>
                    </a:cubicBezTo>
                    <a:cubicBezTo>
                      <a:pt x="3509" y="8096"/>
                      <a:pt x="2924" y="9895"/>
                      <a:pt x="2924" y="12054"/>
                    </a:cubicBezTo>
                    <a:cubicBezTo>
                      <a:pt x="2924" y="13719"/>
                      <a:pt x="3261" y="15136"/>
                      <a:pt x="3958" y="16327"/>
                    </a:cubicBezTo>
                    <a:cubicBezTo>
                      <a:pt x="4633" y="17519"/>
                      <a:pt x="5555" y="18486"/>
                      <a:pt x="6679" y="19251"/>
                    </a:cubicBezTo>
                    <a:cubicBezTo>
                      <a:pt x="7804" y="20016"/>
                      <a:pt x="9086" y="20556"/>
                      <a:pt x="10502" y="20915"/>
                    </a:cubicBezTo>
                    <a:cubicBezTo>
                      <a:pt x="11920" y="21275"/>
                      <a:pt x="13359" y="21455"/>
                      <a:pt x="14798" y="21455"/>
                    </a:cubicBezTo>
                    <a:cubicBezTo>
                      <a:pt x="16237" y="21455"/>
                      <a:pt x="17722" y="21275"/>
                      <a:pt x="19116" y="20938"/>
                    </a:cubicBezTo>
                    <a:cubicBezTo>
                      <a:pt x="20510" y="20600"/>
                      <a:pt x="21770" y="20038"/>
                      <a:pt x="22894" y="19296"/>
                    </a:cubicBezTo>
                    <a:cubicBezTo>
                      <a:pt x="24019" y="18554"/>
                      <a:pt x="24896" y="17564"/>
                      <a:pt x="25570" y="16372"/>
                    </a:cubicBezTo>
                    <a:cubicBezTo>
                      <a:pt x="26245" y="15180"/>
                      <a:pt x="26560" y="13741"/>
                      <a:pt x="26560" y="12054"/>
                    </a:cubicBezTo>
                    <a:cubicBezTo>
                      <a:pt x="26560" y="9648"/>
                      <a:pt x="25886" y="7714"/>
                      <a:pt x="24558" y="6252"/>
                    </a:cubicBezTo>
                    <a:cubicBezTo>
                      <a:pt x="23232" y="4790"/>
                      <a:pt x="21388" y="3868"/>
                      <a:pt x="19049" y="3463"/>
                    </a:cubicBezTo>
                    <a:lnTo>
                      <a:pt x="19049" y="0"/>
                    </a:lnTo>
                    <a:cubicBezTo>
                      <a:pt x="20600" y="292"/>
                      <a:pt x="22017" y="742"/>
                      <a:pt x="23276" y="1372"/>
                    </a:cubicBezTo>
                    <a:cubicBezTo>
                      <a:pt x="24558" y="2002"/>
                      <a:pt x="25660" y="2811"/>
                      <a:pt x="26560" y="3801"/>
                    </a:cubicBezTo>
                    <a:cubicBezTo>
                      <a:pt x="27482" y="4790"/>
                      <a:pt x="28180" y="5960"/>
                      <a:pt x="28697" y="7332"/>
                    </a:cubicBezTo>
                    <a:cubicBezTo>
                      <a:pt x="29191" y="8703"/>
                      <a:pt x="29461" y="10255"/>
                      <a:pt x="29461" y="12032"/>
                    </a:cubicBezTo>
                    <a:cubicBezTo>
                      <a:pt x="29461" y="14258"/>
                      <a:pt x="29079" y="16193"/>
                      <a:pt x="28337" y="17812"/>
                    </a:cubicBezTo>
                    <a:cubicBezTo>
                      <a:pt x="27595" y="19431"/>
                      <a:pt x="26538" y="20758"/>
                      <a:pt x="25233" y="21815"/>
                    </a:cubicBezTo>
                    <a:cubicBezTo>
                      <a:pt x="23929" y="22849"/>
                      <a:pt x="22355" y="23637"/>
                      <a:pt x="20555" y="24131"/>
                    </a:cubicBezTo>
                    <a:cubicBezTo>
                      <a:pt x="18756" y="24626"/>
                      <a:pt x="16822" y="24896"/>
                      <a:pt x="14776" y="24896"/>
                    </a:cubicBezTo>
                    <a:cubicBezTo>
                      <a:pt x="12841" y="24896"/>
                      <a:pt x="10975" y="24626"/>
                      <a:pt x="9198" y="24064"/>
                    </a:cubicBezTo>
                    <a:cubicBezTo>
                      <a:pt x="7422" y="23502"/>
                      <a:pt x="5847" y="22692"/>
                      <a:pt x="4475" y="21612"/>
                    </a:cubicBezTo>
                    <a:cubicBezTo>
                      <a:pt x="3103" y="20533"/>
                      <a:pt x="2024" y="19184"/>
                      <a:pt x="1215" y="17587"/>
                    </a:cubicBezTo>
                    <a:cubicBezTo>
                      <a:pt x="405" y="15990"/>
                      <a:pt x="0" y="14146"/>
                      <a:pt x="0" y="12054"/>
                    </a:cubicBezTo>
                    <a:cubicBezTo>
                      <a:pt x="0" y="8816"/>
                      <a:pt x="764" y="6207"/>
                      <a:pt x="2316" y="4206"/>
                    </a:cubicBezTo>
                    <a:cubicBezTo>
                      <a:pt x="3868" y="2204"/>
                      <a:pt x="6275" y="967"/>
                      <a:pt x="9558" y="450"/>
                    </a:cubicBezTo>
                    <a:lnTo>
                      <a:pt x="9558" y="3733"/>
                    </a:lnTo>
                    <a:lnTo>
                      <a:pt x="9558" y="3733"/>
                    </a:lnTo>
                    <a:close/>
                  </a:path>
                </a:pathLst>
              </a:custGeom>
              <a:solidFill>
                <a:srgbClr val="231F20"/>
              </a:solidFill>
              <a:ln w="2249" cap="flat">
                <a:noFill/>
                <a:prstDash val="solid"/>
                <a:miter/>
              </a:ln>
            </p:spPr>
            <p:txBody>
              <a:bodyPr rtlCol="0" anchor="ctr"/>
              <a:lstStyle/>
              <a:p>
                <a:endParaRPr lang="en-US"/>
              </a:p>
            </p:txBody>
          </p:sp>
          <p:sp>
            <p:nvSpPr>
              <p:cNvPr id="5106" name="Freeform 5105">
                <a:extLst>
                  <a:ext uri="{FF2B5EF4-FFF2-40B4-BE49-F238E27FC236}">
                    <a16:creationId xmlns:a16="http://schemas.microsoft.com/office/drawing/2014/main" id="{D5BEAC75-01D1-F954-684C-498451D407F8}"/>
                  </a:ext>
                </a:extLst>
              </p:cNvPr>
              <p:cNvSpPr/>
              <p:nvPr/>
            </p:nvSpPr>
            <p:spPr>
              <a:xfrm>
                <a:off x="7077851" y="2626487"/>
                <a:ext cx="38884" cy="22197"/>
              </a:xfrm>
              <a:custGeom>
                <a:avLst/>
                <a:gdLst>
                  <a:gd name="connsiteX0" fmla="*/ 38862 w 38884"/>
                  <a:gd name="connsiteY0" fmla="*/ 22197 h 22197"/>
                  <a:gd name="connsiteX1" fmla="*/ 0 w 38884"/>
                  <a:gd name="connsiteY1" fmla="*/ 22197 h 22197"/>
                  <a:gd name="connsiteX2" fmla="*/ 0 w 38884"/>
                  <a:gd name="connsiteY2" fmla="*/ 18959 h 22197"/>
                  <a:gd name="connsiteX3" fmla="*/ 14798 w 38884"/>
                  <a:gd name="connsiteY3" fmla="*/ 18959 h 22197"/>
                  <a:gd name="connsiteX4" fmla="*/ 11447 w 38884"/>
                  <a:gd name="connsiteY4" fmla="*/ 14933 h 22197"/>
                  <a:gd name="connsiteX5" fmla="*/ 10143 w 38884"/>
                  <a:gd name="connsiteY5" fmla="*/ 9940 h 22197"/>
                  <a:gd name="connsiteX6" fmla="*/ 11042 w 38884"/>
                  <a:gd name="connsiteY6" fmla="*/ 5128 h 22197"/>
                  <a:gd name="connsiteX7" fmla="*/ 14146 w 38884"/>
                  <a:gd name="connsiteY7" fmla="*/ 1394 h 22197"/>
                  <a:gd name="connsiteX8" fmla="*/ 17249 w 38884"/>
                  <a:gd name="connsiteY8" fmla="*/ 180 h 22197"/>
                  <a:gd name="connsiteX9" fmla="*/ 20578 w 38884"/>
                  <a:gd name="connsiteY9" fmla="*/ 0 h 22197"/>
                  <a:gd name="connsiteX10" fmla="*/ 38885 w 38884"/>
                  <a:gd name="connsiteY10" fmla="*/ 0 h 22197"/>
                  <a:gd name="connsiteX11" fmla="*/ 38885 w 38884"/>
                  <a:gd name="connsiteY11" fmla="*/ 3239 h 22197"/>
                  <a:gd name="connsiteX12" fmla="*/ 20645 w 38884"/>
                  <a:gd name="connsiteY12" fmla="*/ 3239 h 22197"/>
                  <a:gd name="connsiteX13" fmla="*/ 14978 w 38884"/>
                  <a:gd name="connsiteY13" fmla="*/ 4903 h 22197"/>
                  <a:gd name="connsiteX14" fmla="*/ 13089 w 38884"/>
                  <a:gd name="connsiteY14" fmla="*/ 10458 h 22197"/>
                  <a:gd name="connsiteX15" fmla="*/ 13539 w 38884"/>
                  <a:gd name="connsiteY15" fmla="*/ 13201 h 22197"/>
                  <a:gd name="connsiteX16" fmla="*/ 14753 w 38884"/>
                  <a:gd name="connsiteY16" fmla="*/ 15450 h 22197"/>
                  <a:gd name="connsiteX17" fmla="*/ 16485 w 38884"/>
                  <a:gd name="connsiteY17" fmla="*/ 17160 h 22197"/>
                  <a:gd name="connsiteX18" fmla="*/ 18531 w 38884"/>
                  <a:gd name="connsiteY18" fmla="*/ 18239 h 22197"/>
                  <a:gd name="connsiteX19" fmla="*/ 21117 w 38884"/>
                  <a:gd name="connsiteY19" fmla="*/ 18824 h 22197"/>
                  <a:gd name="connsiteX20" fmla="*/ 23817 w 38884"/>
                  <a:gd name="connsiteY20" fmla="*/ 18936 h 22197"/>
                  <a:gd name="connsiteX21" fmla="*/ 38885 w 38884"/>
                  <a:gd name="connsiteY21" fmla="*/ 18936 h 22197"/>
                  <a:gd name="connsiteX22" fmla="*/ 38885 w 38884"/>
                  <a:gd name="connsiteY22" fmla="*/ 22175 h 22197"/>
                  <a:gd name="connsiteX23" fmla="*/ 38885 w 38884"/>
                  <a:gd name="connsiteY23" fmla="*/ 22175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884" h="22197">
                    <a:moveTo>
                      <a:pt x="38862" y="22197"/>
                    </a:moveTo>
                    <a:lnTo>
                      <a:pt x="0" y="22197"/>
                    </a:lnTo>
                    <a:lnTo>
                      <a:pt x="0" y="18959"/>
                    </a:lnTo>
                    <a:lnTo>
                      <a:pt x="14798" y="18959"/>
                    </a:lnTo>
                    <a:cubicBezTo>
                      <a:pt x="13426" y="17654"/>
                      <a:pt x="12324" y="16327"/>
                      <a:pt x="11447" y="14933"/>
                    </a:cubicBezTo>
                    <a:cubicBezTo>
                      <a:pt x="10593" y="13539"/>
                      <a:pt x="10143" y="11875"/>
                      <a:pt x="10143" y="9940"/>
                    </a:cubicBezTo>
                    <a:cubicBezTo>
                      <a:pt x="10143" y="8209"/>
                      <a:pt x="10435" y="6612"/>
                      <a:pt x="11042" y="5128"/>
                    </a:cubicBezTo>
                    <a:cubicBezTo>
                      <a:pt x="11627" y="3643"/>
                      <a:pt x="12661" y="2406"/>
                      <a:pt x="14146" y="1394"/>
                    </a:cubicBezTo>
                    <a:cubicBezTo>
                      <a:pt x="15158" y="720"/>
                      <a:pt x="16192" y="315"/>
                      <a:pt x="17249" y="180"/>
                    </a:cubicBezTo>
                    <a:cubicBezTo>
                      <a:pt x="18306" y="45"/>
                      <a:pt x="19408" y="0"/>
                      <a:pt x="20578" y="0"/>
                    </a:cubicBezTo>
                    <a:lnTo>
                      <a:pt x="38885" y="0"/>
                    </a:lnTo>
                    <a:lnTo>
                      <a:pt x="38885" y="3239"/>
                    </a:lnTo>
                    <a:lnTo>
                      <a:pt x="20645" y="3239"/>
                    </a:lnTo>
                    <a:cubicBezTo>
                      <a:pt x="18127" y="3239"/>
                      <a:pt x="16237" y="3801"/>
                      <a:pt x="14978" y="4903"/>
                    </a:cubicBezTo>
                    <a:cubicBezTo>
                      <a:pt x="13718" y="6027"/>
                      <a:pt x="13089" y="7871"/>
                      <a:pt x="13089" y="10458"/>
                    </a:cubicBezTo>
                    <a:cubicBezTo>
                      <a:pt x="13089" y="11470"/>
                      <a:pt x="13246" y="12392"/>
                      <a:pt x="13539" y="13201"/>
                    </a:cubicBezTo>
                    <a:cubicBezTo>
                      <a:pt x="13853" y="14034"/>
                      <a:pt x="14259" y="14776"/>
                      <a:pt x="14753" y="15450"/>
                    </a:cubicBezTo>
                    <a:cubicBezTo>
                      <a:pt x="15248" y="16125"/>
                      <a:pt x="15833" y="16687"/>
                      <a:pt x="16485" y="17160"/>
                    </a:cubicBezTo>
                    <a:cubicBezTo>
                      <a:pt x="17137" y="17632"/>
                      <a:pt x="17812" y="17992"/>
                      <a:pt x="18531" y="18239"/>
                    </a:cubicBezTo>
                    <a:cubicBezTo>
                      <a:pt x="19431" y="18554"/>
                      <a:pt x="20286" y="18756"/>
                      <a:pt x="21117" y="18824"/>
                    </a:cubicBezTo>
                    <a:cubicBezTo>
                      <a:pt x="21950" y="18891"/>
                      <a:pt x="22849" y="18936"/>
                      <a:pt x="23817" y="18936"/>
                    </a:cubicBezTo>
                    <a:lnTo>
                      <a:pt x="38885" y="18936"/>
                    </a:lnTo>
                    <a:lnTo>
                      <a:pt x="38885" y="22175"/>
                    </a:lnTo>
                    <a:lnTo>
                      <a:pt x="38885" y="22175"/>
                    </a:lnTo>
                    <a:close/>
                  </a:path>
                </a:pathLst>
              </a:custGeom>
              <a:solidFill>
                <a:srgbClr val="231F20"/>
              </a:solidFill>
              <a:ln w="2249" cap="flat">
                <a:noFill/>
                <a:prstDash val="solid"/>
                <a:miter/>
              </a:ln>
            </p:spPr>
            <p:txBody>
              <a:bodyPr rtlCol="0" anchor="ctr"/>
              <a:lstStyle/>
              <a:p>
                <a:endParaRPr lang="en-US"/>
              </a:p>
            </p:txBody>
          </p:sp>
          <p:sp>
            <p:nvSpPr>
              <p:cNvPr id="5107" name="Freeform 5106">
                <a:extLst>
                  <a:ext uri="{FF2B5EF4-FFF2-40B4-BE49-F238E27FC236}">
                    <a16:creationId xmlns:a16="http://schemas.microsoft.com/office/drawing/2014/main" id="{4EF619E4-37A3-8FCD-F76C-81D023CDE536}"/>
                  </a:ext>
                </a:extLst>
              </p:cNvPr>
              <p:cNvSpPr/>
              <p:nvPr/>
            </p:nvSpPr>
            <p:spPr>
              <a:xfrm>
                <a:off x="7088038" y="2593787"/>
                <a:ext cx="29483" cy="26357"/>
              </a:xfrm>
              <a:custGeom>
                <a:avLst/>
                <a:gdLst>
                  <a:gd name="connsiteX0" fmla="*/ 12369 w 29483"/>
                  <a:gd name="connsiteY0" fmla="*/ 12032 h 26357"/>
                  <a:gd name="connsiteX1" fmla="*/ 12054 w 29483"/>
                  <a:gd name="connsiteY1" fmla="*/ 9850 h 26357"/>
                  <a:gd name="connsiteX2" fmla="*/ 11469 w 29483"/>
                  <a:gd name="connsiteY2" fmla="*/ 7781 h 26357"/>
                  <a:gd name="connsiteX3" fmla="*/ 10210 w 29483"/>
                  <a:gd name="connsiteY3" fmla="*/ 6792 h 26357"/>
                  <a:gd name="connsiteX4" fmla="*/ 8569 w 29483"/>
                  <a:gd name="connsiteY4" fmla="*/ 6612 h 26357"/>
                  <a:gd name="connsiteX5" fmla="*/ 4498 w 29483"/>
                  <a:gd name="connsiteY5" fmla="*/ 8209 h 26357"/>
                  <a:gd name="connsiteX6" fmla="*/ 2901 w 29483"/>
                  <a:gd name="connsiteY6" fmla="*/ 13584 h 26357"/>
                  <a:gd name="connsiteX7" fmla="*/ 3193 w 29483"/>
                  <a:gd name="connsiteY7" fmla="*/ 16665 h 26357"/>
                  <a:gd name="connsiteX8" fmla="*/ 4228 w 29483"/>
                  <a:gd name="connsiteY8" fmla="*/ 19116 h 26357"/>
                  <a:gd name="connsiteX9" fmla="*/ 6162 w 29483"/>
                  <a:gd name="connsiteY9" fmla="*/ 20848 h 26357"/>
                  <a:gd name="connsiteX10" fmla="*/ 9220 w 29483"/>
                  <a:gd name="connsiteY10" fmla="*/ 21747 h 26357"/>
                  <a:gd name="connsiteX11" fmla="*/ 9220 w 29483"/>
                  <a:gd name="connsiteY11" fmla="*/ 25031 h 26357"/>
                  <a:gd name="connsiteX12" fmla="*/ 4993 w 29483"/>
                  <a:gd name="connsiteY12" fmla="*/ 23906 h 26357"/>
                  <a:gd name="connsiteX13" fmla="*/ 2136 w 29483"/>
                  <a:gd name="connsiteY13" fmla="*/ 21388 h 26357"/>
                  <a:gd name="connsiteX14" fmla="*/ 517 w 29483"/>
                  <a:gd name="connsiteY14" fmla="*/ 17834 h 26357"/>
                  <a:gd name="connsiteX15" fmla="*/ 0 w 29483"/>
                  <a:gd name="connsiteY15" fmla="*/ 13539 h 26357"/>
                  <a:gd name="connsiteX16" fmla="*/ 450 w 29483"/>
                  <a:gd name="connsiteY16" fmla="*/ 9581 h 26357"/>
                  <a:gd name="connsiteX17" fmla="*/ 1911 w 29483"/>
                  <a:gd name="connsiteY17" fmla="*/ 6342 h 26357"/>
                  <a:gd name="connsiteX18" fmla="*/ 4588 w 29483"/>
                  <a:gd name="connsiteY18" fmla="*/ 4183 h 26357"/>
                  <a:gd name="connsiteX19" fmla="*/ 8681 w 29483"/>
                  <a:gd name="connsiteY19" fmla="*/ 3396 h 26357"/>
                  <a:gd name="connsiteX20" fmla="*/ 23906 w 29483"/>
                  <a:gd name="connsiteY20" fmla="*/ 3396 h 26357"/>
                  <a:gd name="connsiteX21" fmla="*/ 26313 w 29483"/>
                  <a:gd name="connsiteY21" fmla="*/ 2721 h 26357"/>
                  <a:gd name="connsiteX22" fmla="*/ 26065 w 29483"/>
                  <a:gd name="connsiteY22" fmla="*/ 0 h 26357"/>
                  <a:gd name="connsiteX23" fmla="*/ 28607 w 29483"/>
                  <a:gd name="connsiteY23" fmla="*/ 0 h 26357"/>
                  <a:gd name="connsiteX24" fmla="*/ 28921 w 29483"/>
                  <a:gd name="connsiteY24" fmla="*/ 1102 h 26357"/>
                  <a:gd name="connsiteX25" fmla="*/ 29146 w 29483"/>
                  <a:gd name="connsiteY25" fmla="*/ 2541 h 26357"/>
                  <a:gd name="connsiteX26" fmla="*/ 28989 w 29483"/>
                  <a:gd name="connsiteY26" fmla="*/ 4003 h 26357"/>
                  <a:gd name="connsiteX27" fmla="*/ 28472 w 29483"/>
                  <a:gd name="connsiteY27" fmla="*/ 5308 h 26357"/>
                  <a:gd name="connsiteX28" fmla="*/ 27505 w 29483"/>
                  <a:gd name="connsiteY28" fmla="*/ 6095 h 26357"/>
                  <a:gd name="connsiteX29" fmla="*/ 26268 w 29483"/>
                  <a:gd name="connsiteY29" fmla="*/ 6499 h 26357"/>
                  <a:gd name="connsiteX30" fmla="*/ 24829 w 29483"/>
                  <a:gd name="connsiteY30" fmla="*/ 6612 h 26357"/>
                  <a:gd name="connsiteX31" fmla="*/ 28292 w 29483"/>
                  <a:gd name="connsiteY31" fmla="*/ 11312 h 26357"/>
                  <a:gd name="connsiteX32" fmla="*/ 29484 w 29483"/>
                  <a:gd name="connsiteY32" fmla="*/ 17025 h 26357"/>
                  <a:gd name="connsiteX33" fmla="*/ 28989 w 29483"/>
                  <a:gd name="connsiteY33" fmla="*/ 20555 h 26357"/>
                  <a:gd name="connsiteX34" fmla="*/ 27482 w 29483"/>
                  <a:gd name="connsiteY34" fmla="*/ 23547 h 26357"/>
                  <a:gd name="connsiteX35" fmla="*/ 24963 w 29483"/>
                  <a:gd name="connsiteY35" fmla="*/ 25593 h 26357"/>
                  <a:gd name="connsiteX36" fmla="*/ 21433 w 29483"/>
                  <a:gd name="connsiteY36" fmla="*/ 26358 h 26357"/>
                  <a:gd name="connsiteX37" fmla="*/ 13022 w 29483"/>
                  <a:gd name="connsiteY37" fmla="*/ 16597 h 26357"/>
                  <a:gd name="connsiteX38" fmla="*/ 12437 w 29483"/>
                  <a:gd name="connsiteY38" fmla="*/ 12122 h 26357"/>
                  <a:gd name="connsiteX39" fmla="*/ 12369 w 29483"/>
                  <a:gd name="connsiteY39" fmla="*/ 12032 h 26357"/>
                  <a:gd name="connsiteX40" fmla="*/ 13988 w 29483"/>
                  <a:gd name="connsiteY40" fmla="*/ 6589 h 26357"/>
                  <a:gd name="connsiteX41" fmla="*/ 15113 w 29483"/>
                  <a:gd name="connsiteY41" fmla="*/ 10750 h 26357"/>
                  <a:gd name="connsiteX42" fmla="*/ 15540 w 29483"/>
                  <a:gd name="connsiteY42" fmla="*/ 14956 h 26357"/>
                  <a:gd name="connsiteX43" fmla="*/ 17204 w 29483"/>
                  <a:gd name="connsiteY43" fmla="*/ 20758 h 26357"/>
                  <a:gd name="connsiteX44" fmla="*/ 21478 w 29483"/>
                  <a:gd name="connsiteY44" fmla="*/ 22827 h 26357"/>
                  <a:gd name="connsiteX45" fmla="*/ 23727 w 29483"/>
                  <a:gd name="connsiteY45" fmla="*/ 22310 h 26357"/>
                  <a:gd name="connsiteX46" fmla="*/ 25301 w 29483"/>
                  <a:gd name="connsiteY46" fmla="*/ 20960 h 26357"/>
                  <a:gd name="connsiteX47" fmla="*/ 26223 w 29483"/>
                  <a:gd name="connsiteY47" fmla="*/ 19026 h 26357"/>
                  <a:gd name="connsiteX48" fmla="*/ 26515 w 29483"/>
                  <a:gd name="connsiteY48" fmla="*/ 16777 h 26357"/>
                  <a:gd name="connsiteX49" fmla="*/ 26020 w 29483"/>
                  <a:gd name="connsiteY49" fmla="*/ 12999 h 26357"/>
                  <a:gd name="connsiteX50" fmla="*/ 24536 w 29483"/>
                  <a:gd name="connsiteY50" fmla="*/ 9738 h 26357"/>
                  <a:gd name="connsiteX51" fmla="*/ 21995 w 29483"/>
                  <a:gd name="connsiteY51" fmla="*/ 7444 h 26357"/>
                  <a:gd name="connsiteX52" fmla="*/ 18351 w 29483"/>
                  <a:gd name="connsiteY52" fmla="*/ 6589 h 26357"/>
                  <a:gd name="connsiteX53" fmla="*/ 13988 w 29483"/>
                  <a:gd name="connsiteY53" fmla="*/ 6589 h 26357"/>
                  <a:gd name="connsiteX54" fmla="*/ 13988 w 29483"/>
                  <a:gd name="connsiteY54" fmla="*/ 6589 h 26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29483" h="26357">
                    <a:moveTo>
                      <a:pt x="12369" y="12032"/>
                    </a:moveTo>
                    <a:cubicBezTo>
                      <a:pt x="12302" y="11425"/>
                      <a:pt x="12189" y="10683"/>
                      <a:pt x="12054" y="9850"/>
                    </a:cubicBezTo>
                    <a:cubicBezTo>
                      <a:pt x="11920" y="8996"/>
                      <a:pt x="11717" y="8321"/>
                      <a:pt x="11469" y="7781"/>
                    </a:cubicBezTo>
                    <a:cubicBezTo>
                      <a:pt x="11222" y="7242"/>
                      <a:pt x="10795" y="6904"/>
                      <a:pt x="10210" y="6792"/>
                    </a:cubicBezTo>
                    <a:cubicBezTo>
                      <a:pt x="9626" y="6657"/>
                      <a:pt x="9063" y="6612"/>
                      <a:pt x="8569" y="6612"/>
                    </a:cubicBezTo>
                    <a:cubicBezTo>
                      <a:pt x="6904" y="6612"/>
                      <a:pt x="5555" y="7152"/>
                      <a:pt x="4498" y="8209"/>
                    </a:cubicBezTo>
                    <a:cubicBezTo>
                      <a:pt x="3441" y="9266"/>
                      <a:pt x="2901" y="11065"/>
                      <a:pt x="2901" y="13584"/>
                    </a:cubicBezTo>
                    <a:cubicBezTo>
                      <a:pt x="2901" y="14708"/>
                      <a:pt x="2991" y="15720"/>
                      <a:pt x="3193" y="16665"/>
                    </a:cubicBezTo>
                    <a:cubicBezTo>
                      <a:pt x="3396" y="17609"/>
                      <a:pt x="3733" y="18419"/>
                      <a:pt x="4228" y="19116"/>
                    </a:cubicBezTo>
                    <a:cubicBezTo>
                      <a:pt x="4722" y="19813"/>
                      <a:pt x="5352" y="20398"/>
                      <a:pt x="6162" y="20848"/>
                    </a:cubicBezTo>
                    <a:cubicBezTo>
                      <a:pt x="6971" y="21298"/>
                      <a:pt x="7984" y="21590"/>
                      <a:pt x="9220" y="21747"/>
                    </a:cubicBezTo>
                    <a:lnTo>
                      <a:pt x="9220" y="25031"/>
                    </a:lnTo>
                    <a:cubicBezTo>
                      <a:pt x="7556" y="24918"/>
                      <a:pt x="6162" y="24536"/>
                      <a:pt x="4993" y="23906"/>
                    </a:cubicBezTo>
                    <a:cubicBezTo>
                      <a:pt x="3823" y="23277"/>
                      <a:pt x="2879" y="22422"/>
                      <a:pt x="2136" y="21388"/>
                    </a:cubicBezTo>
                    <a:cubicBezTo>
                      <a:pt x="1394" y="20353"/>
                      <a:pt x="854" y="19184"/>
                      <a:pt x="517" y="17834"/>
                    </a:cubicBezTo>
                    <a:cubicBezTo>
                      <a:pt x="180" y="16485"/>
                      <a:pt x="0" y="15046"/>
                      <a:pt x="0" y="13539"/>
                    </a:cubicBezTo>
                    <a:cubicBezTo>
                      <a:pt x="0" y="12144"/>
                      <a:pt x="157" y="10817"/>
                      <a:pt x="450" y="9581"/>
                    </a:cubicBezTo>
                    <a:cubicBezTo>
                      <a:pt x="764" y="8344"/>
                      <a:pt x="1237" y="7264"/>
                      <a:pt x="1911" y="6342"/>
                    </a:cubicBezTo>
                    <a:cubicBezTo>
                      <a:pt x="2586" y="5420"/>
                      <a:pt x="3463" y="4700"/>
                      <a:pt x="4588" y="4183"/>
                    </a:cubicBezTo>
                    <a:cubicBezTo>
                      <a:pt x="5712" y="3666"/>
                      <a:pt x="7061" y="3396"/>
                      <a:pt x="8681" y="3396"/>
                    </a:cubicBezTo>
                    <a:lnTo>
                      <a:pt x="23906" y="3396"/>
                    </a:lnTo>
                    <a:cubicBezTo>
                      <a:pt x="25166" y="3396"/>
                      <a:pt x="25976" y="3171"/>
                      <a:pt x="26313" y="2721"/>
                    </a:cubicBezTo>
                    <a:cubicBezTo>
                      <a:pt x="26650" y="2271"/>
                      <a:pt x="26582" y="1372"/>
                      <a:pt x="26065" y="0"/>
                    </a:cubicBezTo>
                    <a:lnTo>
                      <a:pt x="28607" y="0"/>
                    </a:lnTo>
                    <a:cubicBezTo>
                      <a:pt x="28674" y="247"/>
                      <a:pt x="28787" y="630"/>
                      <a:pt x="28921" y="1102"/>
                    </a:cubicBezTo>
                    <a:cubicBezTo>
                      <a:pt x="29056" y="1597"/>
                      <a:pt x="29146" y="2069"/>
                      <a:pt x="29146" y="2541"/>
                    </a:cubicBezTo>
                    <a:cubicBezTo>
                      <a:pt x="29146" y="3014"/>
                      <a:pt x="29101" y="3531"/>
                      <a:pt x="28989" y="4003"/>
                    </a:cubicBezTo>
                    <a:cubicBezTo>
                      <a:pt x="28921" y="4543"/>
                      <a:pt x="28742" y="4970"/>
                      <a:pt x="28472" y="5308"/>
                    </a:cubicBezTo>
                    <a:cubicBezTo>
                      <a:pt x="28202" y="5645"/>
                      <a:pt x="27887" y="5892"/>
                      <a:pt x="27505" y="6095"/>
                    </a:cubicBezTo>
                    <a:cubicBezTo>
                      <a:pt x="27123" y="6297"/>
                      <a:pt x="26717" y="6432"/>
                      <a:pt x="26268" y="6499"/>
                    </a:cubicBezTo>
                    <a:cubicBezTo>
                      <a:pt x="25818" y="6567"/>
                      <a:pt x="25346" y="6612"/>
                      <a:pt x="24829" y="6612"/>
                    </a:cubicBezTo>
                    <a:cubicBezTo>
                      <a:pt x="26335" y="7984"/>
                      <a:pt x="27482" y="9536"/>
                      <a:pt x="28292" y="11312"/>
                    </a:cubicBezTo>
                    <a:cubicBezTo>
                      <a:pt x="29079" y="13066"/>
                      <a:pt x="29484" y="14978"/>
                      <a:pt x="29484" y="17025"/>
                    </a:cubicBezTo>
                    <a:cubicBezTo>
                      <a:pt x="29484" y="18239"/>
                      <a:pt x="29327" y="19431"/>
                      <a:pt x="28989" y="20555"/>
                    </a:cubicBezTo>
                    <a:cubicBezTo>
                      <a:pt x="28652" y="21680"/>
                      <a:pt x="28157" y="22692"/>
                      <a:pt x="27482" y="23547"/>
                    </a:cubicBezTo>
                    <a:cubicBezTo>
                      <a:pt x="26807" y="24401"/>
                      <a:pt x="25953" y="25098"/>
                      <a:pt x="24963" y="25593"/>
                    </a:cubicBezTo>
                    <a:cubicBezTo>
                      <a:pt x="23974" y="26088"/>
                      <a:pt x="22804" y="26358"/>
                      <a:pt x="21433" y="26358"/>
                    </a:cubicBezTo>
                    <a:cubicBezTo>
                      <a:pt x="16687" y="26358"/>
                      <a:pt x="13876" y="23097"/>
                      <a:pt x="13022" y="16597"/>
                    </a:cubicBezTo>
                    <a:lnTo>
                      <a:pt x="12437" y="12122"/>
                    </a:lnTo>
                    <a:lnTo>
                      <a:pt x="12369" y="12032"/>
                    </a:lnTo>
                    <a:close/>
                    <a:moveTo>
                      <a:pt x="13988" y="6589"/>
                    </a:moveTo>
                    <a:cubicBezTo>
                      <a:pt x="14573" y="7961"/>
                      <a:pt x="14933" y="9333"/>
                      <a:pt x="15113" y="10750"/>
                    </a:cubicBezTo>
                    <a:cubicBezTo>
                      <a:pt x="15293" y="12167"/>
                      <a:pt x="15428" y="13561"/>
                      <a:pt x="15540" y="14956"/>
                    </a:cubicBezTo>
                    <a:cubicBezTo>
                      <a:pt x="15720" y="17429"/>
                      <a:pt x="16282" y="19364"/>
                      <a:pt x="17204" y="20758"/>
                    </a:cubicBezTo>
                    <a:cubicBezTo>
                      <a:pt x="18149" y="22152"/>
                      <a:pt x="19566" y="22827"/>
                      <a:pt x="21478" y="22827"/>
                    </a:cubicBezTo>
                    <a:cubicBezTo>
                      <a:pt x="22332" y="22827"/>
                      <a:pt x="23097" y="22647"/>
                      <a:pt x="23727" y="22310"/>
                    </a:cubicBezTo>
                    <a:cubicBezTo>
                      <a:pt x="24356" y="21972"/>
                      <a:pt x="24874" y="21523"/>
                      <a:pt x="25301" y="20960"/>
                    </a:cubicBezTo>
                    <a:cubicBezTo>
                      <a:pt x="25705" y="20398"/>
                      <a:pt x="26020" y="19746"/>
                      <a:pt x="26223" y="19026"/>
                    </a:cubicBezTo>
                    <a:cubicBezTo>
                      <a:pt x="26425" y="18284"/>
                      <a:pt x="26515" y="17542"/>
                      <a:pt x="26515" y="16777"/>
                    </a:cubicBezTo>
                    <a:cubicBezTo>
                      <a:pt x="26515" y="15473"/>
                      <a:pt x="26358" y="14213"/>
                      <a:pt x="26020" y="12999"/>
                    </a:cubicBezTo>
                    <a:cubicBezTo>
                      <a:pt x="25705" y="11785"/>
                      <a:pt x="25211" y="10683"/>
                      <a:pt x="24536" y="9738"/>
                    </a:cubicBezTo>
                    <a:cubicBezTo>
                      <a:pt x="23861" y="8793"/>
                      <a:pt x="23029" y="8029"/>
                      <a:pt x="21995" y="7444"/>
                    </a:cubicBezTo>
                    <a:cubicBezTo>
                      <a:pt x="20960" y="6859"/>
                      <a:pt x="19746" y="6589"/>
                      <a:pt x="18351" y="6589"/>
                    </a:cubicBezTo>
                    <a:lnTo>
                      <a:pt x="13988" y="6589"/>
                    </a:lnTo>
                    <a:lnTo>
                      <a:pt x="13988" y="6589"/>
                    </a:lnTo>
                    <a:close/>
                  </a:path>
                </a:pathLst>
              </a:custGeom>
              <a:solidFill>
                <a:srgbClr val="231F20"/>
              </a:solidFill>
              <a:ln w="2249" cap="flat">
                <a:noFill/>
                <a:prstDash val="solid"/>
                <a:miter/>
              </a:ln>
            </p:spPr>
            <p:txBody>
              <a:bodyPr rtlCol="0" anchor="ctr"/>
              <a:lstStyle/>
              <a:p>
                <a:endParaRPr lang="en-US"/>
              </a:p>
            </p:txBody>
          </p:sp>
          <p:sp>
            <p:nvSpPr>
              <p:cNvPr id="5108" name="Freeform 5107">
                <a:extLst>
                  <a:ext uri="{FF2B5EF4-FFF2-40B4-BE49-F238E27FC236}">
                    <a16:creationId xmlns:a16="http://schemas.microsoft.com/office/drawing/2014/main" id="{FE3A6B57-8FE0-AA4B-8905-99B77FBB1A75}"/>
                  </a:ext>
                </a:extLst>
              </p:cNvPr>
              <p:cNvSpPr/>
              <p:nvPr/>
            </p:nvSpPr>
            <p:spPr>
              <a:xfrm>
                <a:off x="7087993" y="2566462"/>
                <a:ext cx="28741" cy="22197"/>
              </a:xfrm>
              <a:custGeom>
                <a:avLst/>
                <a:gdLst>
                  <a:gd name="connsiteX0" fmla="*/ 28719 w 28741"/>
                  <a:gd name="connsiteY0" fmla="*/ 18959 h 22197"/>
                  <a:gd name="connsiteX1" fmla="*/ 28719 w 28741"/>
                  <a:gd name="connsiteY1" fmla="*/ 22197 h 22197"/>
                  <a:gd name="connsiteX2" fmla="*/ 764 w 28741"/>
                  <a:gd name="connsiteY2" fmla="*/ 22197 h 22197"/>
                  <a:gd name="connsiteX3" fmla="*/ 764 w 28741"/>
                  <a:gd name="connsiteY3" fmla="*/ 18959 h 22197"/>
                  <a:gd name="connsiteX4" fmla="*/ 4655 w 28741"/>
                  <a:gd name="connsiteY4" fmla="*/ 18959 h 22197"/>
                  <a:gd name="connsiteX5" fmla="*/ 1305 w 28741"/>
                  <a:gd name="connsiteY5" fmla="*/ 14933 h 22197"/>
                  <a:gd name="connsiteX6" fmla="*/ 0 w 28741"/>
                  <a:gd name="connsiteY6" fmla="*/ 9940 h 22197"/>
                  <a:gd name="connsiteX7" fmla="*/ 899 w 28741"/>
                  <a:gd name="connsiteY7" fmla="*/ 5128 h 22197"/>
                  <a:gd name="connsiteX8" fmla="*/ 4003 w 28741"/>
                  <a:gd name="connsiteY8" fmla="*/ 1394 h 22197"/>
                  <a:gd name="connsiteX9" fmla="*/ 7107 w 28741"/>
                  <a:gd name="connsiteY9" fmla="*/ 180 h 22197"/>
                  <a:gd name="connsiteX10" fmla="*/ 10435 w 28741"/>
                  <a:gd name="connsiteY10" fmla="*/ 0 h 22197"/>
                  <a:gd name="connsiteX11" fmla="*/ 28742 w 28741"/>
                  <a:gd name="connsiteY11" fmla="*/ 0 h 22197"/>
                  <a:gd name="connsiteX12" fmla="*/ 28742 w 28741"/>
                  <a:gd name="connsiteY12" fmla="*/ 3238 h 22197"/>
                  <a:gd name="connsiteX13" fmla="*/ 10502 w 28741"/>
                  <a:gd name="connsiteY13" fmla="*/ 3238 h 22197"/>
                  <a:gd name="connsiteX14" fmla="*/ 4835 w 28741"/>
                  <a:gd name="connsiteY14" fmla="*/ 4903 h 22197"/>
                  <a:gd name="connsiteX15" fmla="*/ 2946 w 28741"/>
                  <a:gd name="connsiteY15" fmla="*/ 10458 h 22197"/>
                  <a:gd name="connsiteX16" fmla="*/ 3396 w 28741"/>
                  <a:gd name="connsiteY16" fmla="*/ 13201 h 22197"/>
                  <a:gd name="connsiteX17" fmla="*/ 4610 w 28741"/>
                  <a:gd name="connsiteY17" fmla="*/ 15450 h 22197"/>
                  <a:gd name="connsiteX18" fmla="*/ 6342 w 28741"/>
                  <a:gd name="connsiteY18" fmla="*/ 17160 h 22197"/>
                  <a:gd name="connsiteX19" fmla="*/ 8389 w 28741"/>
                  <a:gd name="connsiteY19" fmla="*/ 18239 h 22197"/>
                  <a:gd name="connsiteX20" fmla="*/ 10975 w 28741"/>
                  <a:gd name="connsiteY20" fmla="*/ 18824 h 22197"/>
                  <a:gd name="connsiteX21" fmla="*/ 13674 w 28741"/>
                  <a:gd name="connsiteY21" fmla="*/ 18936 h 22197"/>
                  <a:gd name="connsiteX22" fmla="*/ 28742 w 28741"/>
                  <a:gd name="connsiteY22" fmla="*/ 18936 h 22197"/>
                  <a:gd name="connsiteX23" fmla="*/ 28742 w 28741"/>
                  <a:gd name="connsiteY23" fmla="*/ 18936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8741" h="22197">
                    <a:moveTo>
                      <a:pt x="28719" y="18959"/>
                    </a:moveTo>
                    <a:lnTo>
                      <a:pt x="28719" y="22197"/>
                    </a:lnTo>
                    <a:lnTo>
                      <a:pt x="764" y="22197"/>
                    </a:lnTo>
                    <a:lnTo>
                      <a:pt x="764" y="18959"/>
                    </a:lnTo>
                    <a:lnTo>
                      <a:pt x="4655" y="18959"/>
                    </a:lnTo>
                    <a:cubicBezTo>
                      <a:pt x="3283" y="17654"/>
                      <a:pt x="2181" y="16327"/>
                      <a:pt x="1305" y="14933"/>
                    </a:cubicBezTo>
                    <a:cubicBezTo>
                      <a:pt x="450" y="13539"/>
                      <a:pt x="0" y="11874"/>
                      <a:pt x="0" y="9940"/>
                    </a:cubicBezTo>
                    <a:cubicBezTo>
                      <a:pt x="0" y="8209"/>
                      <a:pt x="292" y="6612"/>
                      <a:pt x="899" y="5128"/>
                    </a:cubicBezTo>
                    <a:cubicBezTo>
                      <a:pt x="1484" y="3643"/>
                      <a:pt x="2519" y="2406"/>
                      <a:pt x="4003" y="1394"/>
                    </a:cubicBezTo>
                    <a:cubicBezTo>
                      <a:pt x="5015" y="720"/>
                      <a:pt x="6050" y="315"/>
                      <a:pt x="7107" y="180"/>
                    </a:cubicBezTo>
                    <a:cubicBezTo>
                      <a:pt x="8163" y="45"/>
                      <a:pt x="9265" y="0"/>
                      <a:pt x="10435" y="0"/>
                    </a:cubicBezTo>
                    <a:lnTo>
                      <a:pt x="28742" y="0"/>
                    </a:lnTo>
                    <a:lnTo>
                      <a:pt x="28742" y="3238"/>
                    </a:lnTo>
                    <a:lnTo>
                      <a:pt x="10502" y="3238"/>
                    </a:lnTo>
                    <a:cubicBezTo>
                      <a:pt x="7984" y="3238"/>
                      <a:pt x="6095" y="3801"/>
                      <a:pt x="4835" y="4903"/>
                    </a:cubicBezTo>
                    <a:cubicBezTo>
                      <a:pt x="3575" y="6027"/>
                      <a:pt x="2946" y="7871"/>
                      <a:pt x="2946" y="10458"/>
                    </a:cubicBezTo>
                    <a:cubicBezTo>
                      <a:pt x="2946" y="11470"/>
                      <a:pt x="3103" y="12392"/>
                      <a:pt x="3396" y="13201"/>
                    </a:cubicBezTo>
                    <a:cubicBezTo>
                      <a:pt x="3711" y="14033"/>
                      <a:pt x="4116" y="14776"/>
                      <a:pt x="4610" y="15450"/>
                    </a:cubicBezTo>
                    <a:cubicBezTo>
                      <a:pt x="5105" y="16125"/>
                      <a:pt x="5690" y="16687"/>
                      <a:pt x="6342" y="17160"/>
                    </a:cubicBezTo>
                    <a:cubicBezTo>
                      <a:pt x="6994" y="17632"/>
                      <a:pt x="7669" y="17992"/>
                      <a:pt x="8389" y="18239"/>
                    </a:cubicBezTo>
                    <a:cubicBezTo>
                      <a:pt x="9288" y="18554"/>
                      <a:pt x="10143" y="18756"/>
                      <a:pt x="10975" y="18824"/>
                    </a:cubicBezTo>
                    <a:cubicBezTo>
                      <a:pt x="11807" y="18891"/>
                      <a:pt x="12706" y="18936"/>
                      <a:pt x="13674" y="18936"/>
                    </a:cubicBezTo>
                    <a:lnTo>
                      <a:pt x="28742" y="18936"/>
                    </a:lnTo>
                    <a:lnTo>
                      <a:pt x="28742" y="18936"/>
                    </a:lnTo>
                    <a:close/>
                  </a:path>
                </a:pathLst>
              </a:custGeom>
              <a:solidFill>
                <a:srgbClr val="231F20"/>
              </a:solidFill>
              <a:ln w="2249" cap="flat">
                <a:noFill/>
                <a:prstDash val="solid"/>
                <a:miter/>
              </a:ln>
            </p:spPr>
            <p:txBody>
              <a:bodyPr rtlCol="0" anchor="ctr"/>
              <a:lstStyle/>
              <a:p>
                <a:endParaRPr lang="en-US"/>
              </a:p>
            </p:txBody>
          </p:sp>
          <p:sp>
            <p:nvSpPr>
              <p:cNvPr id="5109" name="Freeform 5108">
                <a:extLst>
                  <a:ext uri="{FF2B5EF4-FFF2-40B4-BE49-F238E27FC236}">
                    <a16:creationId xmlns:a16="http://schemas.microsoft.com/office/drawing/2014/main" id="{94E476D9-AB45-9F77-E258-1770E3A9C105}"/>
                  </a:ext>
                </a:extLst>
              </p:cNvPr>
              <p:cNvSpPr/>
              <p:nvPr/>
            </p:nvSpPr>
            <p:spPr>
              <a:xfrm>
                <a:off x="7087993" y="2533852"/>
                <a:ext cx="40143" cy="25705"/>
              </a:xfrm>
              <a:custGeom>
                <a:avLst/>
                <a:gdLst>
                  <a:gd name="connsiteX0" fmla="*/ 742 w 40143"/>
                  <a:gd name="connsiteY0" fmla="*/ 3238 h 25705"/>
                  <a:gd name="connsiteX1" fmla="*/ 742 w 40143"/>
                  <a:gd name="connsiteY1" fmla="*/ 0 h 25705"/>
                  <a:gd name="connsiteX2" fmla="*/ 25998 w 40143"/>
                  <a:gd name="connsiteY2" fmla="*/ 0 h 25705"/>
                  <a:gd name="connsiteX3" fmla="*/ 31373 w 40143"/>
                  <a:gd name="connsiteY3" fmla="*/ 562 h 25705"/>
                  <a:gd name="connsiteX4" fmla="*/ 35871 w 40143"/>
                  <a:gd name="connsiteY4" fmla="*/ 2586 h 25705"/>
                  <a:gd name="connsiteX5" fmla="*/ 38975 w 40143"/>
                  <a:gd name="connsiteY5" fmla="*/ 6589 h 25705"/>
                  <a:gd name="connsiteX6" fmla="*/ 40144 w 40143"/>
                  <a:gd name="connsiteY6" fmla="*/ 13111 h 25705"/>
                  <a:gd name="connsiteX7" fmla="*/ 39357 w 40143"/>
                  <a:gd name="connsiteY7" fmla="*/ 18396 h 25705"/>
                  <a:gd name="connsiteX8" fmla="*/ 37377 w 40143"/>
                  <a:gd name="connsiteY8" fmla="*/ 22017 h 25705"/>
                  <a:gd name="connsiteX9" fmla="*/ 34769 w 40143"/>
                  <a:gd name="connsiteY9" fmla="*/ 24154 h 25705"/>
                  <a:gd name="connsiteX10" fmla="*/ 32093 w 40143"/>
                  <a:gd name="connsiteY10" fmla="*/ 24941 h 25705"/>
                  <a:gd name="connsiteX11" fmla="*/ 32093 w 40143"/>
                  <a:gd name="connsiteY11" fmla="*/ 21478 h 25705"/>
                  <a:gd name="connsiteX12" fmla="*/ 34656 w 40143"/>
                  <a:gd name="connsiteY12" fmla="*/ 20286 h 25705"/>
                  <a:gd name="connsiteX13" fmla="*/ 36230 w 40143"/>
                  <a:gd name="connsiteY13" fmla="*/ 18374 h 25705"/>
                  <a:gd name="connsiteX14" fmla="*/ 37018 w 40143"/>
                  <a:gd name="connsiteY14" fmla="*/ 15923 h 25705"/>
                  <a:gd name="connsiteX15" fmla="*/ 37243 w 40143"/>
                  <a:gd name="connsiteY15" fmla="*/ 13111 h 25705"/>
                  <a:gd name="connsiteX16" fmla="*/ 36118 w 40143"/>
                  <a:gd name="connsiteY16" fmla="*/ 7826 h 25705"/>
                  <a:gd name="connsiteX17" fmla="*/ 33150 w 40143"/>
                  <a:gd name="connsiteY17" fmla="*/ 4813 h 25705"/>
                  <a:gd name="connsiteX18" fmla="*/ 28989 w 40143"/>
                  <a:gd name="connsiteY18" fmla="*/ 3486 h 25705"/>
                  <a:gd name="connsiteX19" fmla="*/ 24244 w 40143"/>
                  <a:gd name="connsiteY19" fmla="*/ 3238 h 25705"/>
                  <a:gd name="connsiteX20" fmla="*/ 28157 w 40143"/>
                  <a:gd name="connsiteY20" fmla="*/ 7534 h 25705"/>
                  <a:gd name="connsiteX21" fmla="*/ 29484 w 40143"/>
                  <a:gd name="connsiteY21" fmla="*/ 13224 h 25705"/>
                  <a:gd name="connsiteX22" fmla="*/ 28270 w 40143"/>
                  <a:gd name="connsiteY22" fmla="*/ 18756 h 25705"/>
                  <a:gd name="connsiteX23" fmla="*/ 25031 w 40143"/>
                  <a:gd name="connsiteY23" fmla="*/ 22647 h 25705"/>
                  <a:gd name="connsiteX24" fmla="*/ 20308 w 40143"/>
                  <a:gd name="connsiteY24" fmla="*/ 24941 h 25705"/>
                  <a:gd name="connsiteX25" fmla="*/ 14686 w 40143"/>
                  <a:gd name="connsiteY25" fmla="*/ 25706 h 25705"/>
                  <a:gd name="connsiteX26" fmla="*/ 8906 w 40143"/>
                  <a:gd name="connsiteY26" fmla="*/ 25008 h 25705"/>
                  <a:gd name="connsiteX27" fmla="*/ 4228 w 40143"/>
                  <a:gd name="connsiteY27" fmla="*/ 22759 h 25705"/>
                  <a:gd name="connsiteX28" fmla="*/ 1124 w 40143"/>
                  <a:gd name="connsiteY28" fmla="*/ 18846 h 25705"/>
                  <a:gd name="connsiteX29" fmla="*/ 0 w 40143"/>
                  <a:gd name="connsiteY29" fmla="*/ 13066 h 25705"/>
                  <a:gd name="connsiteX30" fmla="*/ 382 w 40143"/>
                  <a:gd name="connsiteY30" fmla="*/ 10323 h 25705"/>
                  <a:gd name="connsiteX31" fmla="*/ 1462 w 40143"/>
                  <a:gd name="connsiteY31" fmla="*/ 7601 h 25705"/>
                  <a:gd name="connsiteX32" fmla="*/ 3238 w 40143"/>
                  <a:gd name="connsiteY32" fmla="*/ 5173 h 25705"/>
                  <a:gd name="connsiteX33" fmla="*/ 5667 w 40143"/>
                  <a:gd name="connsiteY33" fmla="*/ 3373 h 25705"/>
                  <a:gd name="connsiteX34" fmla="*/ 5667 w 40143"/>
                  <a:gd name="connsiteY34" fmla="*/ 3261 h 25705"/>
                  <a:gd name="connsiteX35" fmla="*/ 742 w 40143"/>
                  <a:gd name="connsiteY35" fmla="*/ 3261 h 25705"/>
                  <a:gd name="connsiteX36" fmla="*/ 14843 w 40143"/>
                  <a:gd name="connsiteY36" fmla="*/ 3238 h 25705"/>
                  <a:gd name="connsiteX37" fmla="*/ 10120 w 40143"/>
                  <a:gd name="connsiteY37" fmla="*/ 3868 h 25705"/>
                  <a:gd name="connsiteX38" fmla="*/ 6342 w 40143"/>
                  <a:gd name="connsiteY38" fmla="*/ 5667 h 25705"/>
                  <a:gd name="connsiteX39" fmla="*/ 3823 w 40143"/>
                  <a:gd name="connsiteY39" fmla="*/ 8636 h 25705"/>
                  <a:gd name="connsiteX40" fmla="*/ 2901 w 40143"/>
                  <a:gd name="connsiteY40" fmla="*/ 12684 h 25705"/>
                  <a:gd name="connsiteX41" fmla="*/ 3621 w 40143"/>
                  <a:gd name="connsiteY41" fmla="*/ 16462 h 25705"/>
                  <a:gd name="connsiteX42" fmla="*/ 5757 w 40143"/>
                  <a:gd name="connsiteY42" fmla="*/ 19476 h 25705"/>
                  <a:gd name="connsiteX43" fmla="*/ 9176 w 40143"/>
                  <a:gd name="connsiteY43" fmla="*/ 21500 h 25705"/>
                  <a:gd name="connsiteX44" fmla="*/ 13853 w 40143"/>
                  <a:gd name="connsiteY44" fmla="*/ 22220 h 25705"/>
                  <a:gd name="connsiteX45" fmla="*/ 18801 w 40143"/>
                  <a:gd name="connsiteY45" fmla="*/ 21792 h 25705"/>
                  <a:gd name="connsiteX46" fmla="*/ 22827 w 40143"/>
                  <a:gd name="connsiteY46" fmla="*/ 20061 h 25705"/>
                  <a:gd name="connsiteX47" fmla="*/ 25548 w 40143"/>
                  <a:gd name="connsiteY47" fmla="*/ 17047 h 25705"/>
                  <a:gd name="connsiteX48" fmla="*/ 26538 w 40143"/>
                  <a:gd name="connsiteY48" fmla="*/ 12684 h 25705"/>
                  <a:gd name="connsiteX49" fmla="*/ 25593 w 40143"/>
                  <a:gd name="connsiteY49" fmla="*/ 8726 h 25705"/>
                  <a:gd name="connsiteX50" fmla="*/ 23052 w 40143"/>
                  <a:gd name="connsiteY50" fmla="*/ 5757 h 25705"/>
                  <a:gd name="connsiteX51" fmla="*/ 19318 w 40143"/>
                  <a:gd name="connsiteY51" fmla="*/ 3891 h 25705"/>
                  <a:gd name="connsiteX52" fmla="*/ 14820 w 40143"/>
                  <a:gd name="connsiteY52" fmla="*/ 3238 h 25705"/>
                  <a:gd name="connsiteX53" fmla="*/ 14820 w 40143"/>
                  <a:gd name="connsiteY53" fmla="*/ 3238 h 257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40143" h="25705">
                    <a:moveTo>
                      <a:pt x="742" y="3238"/>
                    </a:moveTo>
                    <a:lnTo>
                      <a:pt x="742" y="0"/>
                    </a:lnTo>
                    <a:lnTo>
                      <a:pt x="25998" y="0"/>
                    </a:lnTo>
                    <a:cubicBezTo>
                      <a:pt x="27864" y="0"/>
                      <a:pt x="29664" y="180"/>
                      <a:pt x="31373" y="562"/>
                    </a:cubicBezTo>
                    <a:cubicBezTo>
                      <a:pt x="33082" y="945"/>
                      <a:pt x="34589" y="1619"/>
                      <a:pt x="35871" y="2586"/>
                    </a:cubicBezTo>
                    <a:cubicBezTo>
                      <a:pt x="37175" y="3553"/>
                      <a:pt x="38210" y="4880"/>
                      <a:pt x="38975" y="6589"/>
                    </a:cubicBezTo>
                    <a:cubicBezTo>
                      <a:pt x="39739" y="8299"/>
                      <a:pt x="40144" y="10458"/>
                      <a:pt x="40144" y="13111"/>
                    </a:cubicBezTo>
                    <a:cubicBezTo>
                      <a:pt x="40144" y="15158"/>
                      <a:pt x="39874" y="16935"/>
                      <a:pt x="39357" y="18396"/>
                    </a:cubicBezTo>
                    <a:cubicBezTo>
                      <a:pt x="38840" y="19881"/>
                      <a:pt x="38187" y="21073"/>
                      <a:pt x="37377" y="22017"/>
                    </a:cubicBezTo>
                    <a:cubicBezTo>
                      <a:pt x="36591" y="22962"/>
                      <a:pt x="35713" y="23659"/>
                      <a:pt x="34769" y="24154"/>
                    </a:cubicBezTo>
                    <a:cubicBezTo>
                      <a:pt x="33824" y="24649"/>
                      <a:pt x="32925" y="24896"/>
                      <a:pt x="32093" y="24941"/>
                    </a:cubicBezTo>
                    <a:lnTo>
                      <a:pt x="32093" y="21478"/>
                    </a:lnTo>
                    <a:cubicBezTo>
                      <a:pt x="33127" y="21230"/>
                      <a:pt x="33981" y="20825"/>
                      <a:pt x="34656" y="20286"/>
                    </a:cubicBezTo>
                    <a:cubicBezTo>
                      <a:pt x="35331" y="19746"/>
                      <a:pt x="35848" y="19116"/>
                      <a:pt x="36230" y="18374"/>
                    </a:cubicBezTo>
                    <a:cubicBezTo>
                      <a:pt x="36613" y="17632"/>
                      <a:pt x="36860" y="16822"/>
                      <a:pt x="37018" y="15923"/>
                    </a:cubicBezTo>
                    <a:cubicBezTo>
                      <a:pt x="37175" y="15023"/>
                      <a:pt x="37243" y="14078"/>
                      <a:pt x="37243" y="13111"/>
                    </a:cubicBezTo>
                    <a:cubicBezTo>
                      <a:pt x="37243" y="10907"/>
                      <a:pt x="36860" y="9153"/>
                      <a:pt x="36118" y="7826"/>
                    </a:cubicBezTo>
                    <a:cubicBezTo>
                      <a:pt x="35354" y="6499"/>
                      <a:pt x="34364" y="5487"/>
                      <a:pt x="33150" y="4813"/>
                    </a:cubicBezTo>
                    <a:cubicBezTo>
                      <a:pt x="31935" y="4138"/>
                      <a:pt x="30541" y="3688"/>
                      <a:pt x="28989" y="3486"/>
                    </a:cubicBezTo>
                    <a:cubicBezTo>
                      <a:pt x="27437" y="3283"/>
                      <a:pt x="25863" y="3216"/>
                      <a:pt x="24244" y="3238"/>
                    </a:cubicBezTo>
                    <a:cubicBezTo>
                      <a:pt x="25976" y="4273"/>
                      <a:pt x="27280" y="5712"/>
                      <a:pt x="28157" y="7534"/>
                    </a:cubicBezTo>
                    <a:cubicBezTo>
                      <a:pt x="29034" y="9356"/>
                      <a:pt x="29484" y="11245"/>
                      <a:pt x="29484" y="13224"/>
                    </a:cubicBezTo>
                    <a:cubicBezTo>
                      <a:pt x="29484" y="15338"/>
                      <a:pt x="29079" y="17182"/>
                      <a:pt x="28270" y="18756"/>
                    </a:cubicBezTo>
                    <a:cubicBezTo>
                      <a:pt x="27460" y="20331"/>
                      <a:pt x="26380" y="21612"/>
                      <a:pt x="25031" y="22647"/>
                    </a:cubicBezTo>
                    <a:cubicBezTo>
                      <a:pt x="23682" y="23682"/>
                      <a:pt x="22107" y="24446"/>
                      <a:pt x="20308" y="24941"/>
                    </a:cubicBezTo>
                    <a:cubicBezTo>
                      <a:pt x="18509" y="25436"/>
                      <a:pt x="16642" y="25706"/>
                      <a:pt x="14686" y="25706"/>
                    </a:cubicBezTo>
                    <a:cubicBezTo>
                      <a:pt x="12729" y="25706"/>
                      <a:pt x="10705" y="25481"/>
                      <a:pt x="8906" y="25008"/>
                    </a:cubicBezTo>
                    <a:cubicBezTo>
                      <a:pt x="7107" y="24536"/>
                      <a:pt x="5555" y="23794"/>
                      <a:pt x="4228" y="22759"/>
                    </a:cubicBezTo>
                    <a:cubicBezTo>
                      <a:pt x="2901" y="21725"/>
                      <a:pt x="1889" y="20421"/>
                      <a:pt x="1124" y="18846"/>
                    </a:cubicBezTo>
                    <a:cubicBezTo>
                      <a:pt x="360" y="17272"/>
                      <a:pt x="0" y="15338"/>
                      <a:pt x="0" y="13066"/>
                    </a:cubicBezTo>
                    <a:cubicBezTo>
                      <a:pt x="0" y="12167"/>
                      <a:pt x="135" y="11245"/>
                      <a:pt x="382" y="10323"/>
                    </a:cubicBezTo>
                    <a:cubicBezTo>
                      <a:pt x="630" y="9378"/>
                      <a:pt x="989" y="8479"/>
                      <a:pt x="1462" y="7601"/>
                    </a:cubicBezTo>
                    <a:cubicBezTo>
                      <a:pt x="1934" y="6724"/>
                      <a:pt x="2519" y="5915"/>
                      <a:pt x="3238" y="5173"/>
                    </a:cubicBezTo>
                    <a:cubicBezTo>
                      <a:pt x="3958" y="4430"/>
                      <a:pt x="4768" y="3823"/>
                      <a:pt x="5667" y="3373"/>
                    </a:cubicBezTo>
                    <a:lnTo>
                      <a:pt x="5667" y="3261"/>
                    </a:lnTo>
                    <a:lnTo>
                      <a:pt x="742" y="3261"/>
                    </a:lnTo>
                    <a:close/>
                    <a:moveTo>
                      <a:pt x="14843" y="3238"/>
                    </a:moveTo>
                    <a:cubicBezTo>
                      <a:pt x="13156" y="3238"/>
                      <a:pt x="11582" y="3441"/>
                      <a:pt x="10120" y="3868"/>
                    </a:cubicBezTo>
                    <a:cubicBezTo>
                      <a:pt x="8658" y="4295"/>
                      <a:pt x="7399" y="4880"/>
                      <a:pt x="6342" y="5667"/>
                    </a:cubicBezTo>
                    <a:cubicBezTo>
                      <a:pt x="5285" y="6454"/>
                      <a:pt x="4453" y="7444"/>
                      <a:pt x="3823" y="8636"/>
                    </a:cubicBezTo>
                    <a:cubicBezTo>
                      <a:pt x="3216" y="9828"/>
                      <a:pt x="2901" y="11177"/>
                      <a:pt x="2901" y="12684"/>
                    </a:cubicBezTo>
                    <a:cubicBezTo>
                      <a:pt x="2901" y="14056"/>
                      <a:pt x="3148" y="15315"/>
                      <a:pt x="3621" y="16462"/>
                    </a:cubicBezTo>
                    <a:cubicBezTo>
                      <a:pt x="4116" y="17609"/>
                      <a:pt x="4813" y="18621"/>
                      <a:pt x="5757" y="19476"/>
                    </a:cubicBezTo>
                    <a:cubicBezTo>
                      <a:pt x="6702" y="20331"/>
                      <a:pt x="7826" y="21005"/>
                      <a:pt x="9176" y="21500"/>
                    </a:cubicBezTo>
                    <a:cubicBezTo>
                      <a:pt x="10525" y="21995"/>
                      <a:pt x="12077" y="22220"/>
                      <a:pt x="13853" y="22220"/>
                    </a:cubicBezTo>
                    <a:cubicBezTo>
                      <a:pt x="15608" y="22287"/>
                      <a:pt x="17272" y="22152"/>
                      <a:pt x="18801" y="21792"/>
                    </a:cubicBezTo>
                    <a:cubicBezTo>
                      <a:pt x="20331" y="21433"/>
                      <a:pt x="21680" y="20848"/>
                      <a:pt x="22827" y="20061"/>
                    </a:cubicBezTo>
                    <a:cubicBezTo>
                      <a:pt x="23974" y="19274"/>
                      <a:pt x="24896" y="18262"/>
                      <a:pt x="25548" y="17047"/>
                    </a:cubicBezTo>
                    <a:cubicBezTo>
                      <a:pt x="26223" y="15833"/>
                      <a:pt x="26538" y="14371"/>
                      <a:pt x="26538" y="12684"/>
                    </a:cubicBezTo>
                    <a:cubicBezTo>
                      <a:pt x="26538" y="11200"/>
                      <a:pt x="26223" y="9895"/>
                      <a:pt x="25593" y="8726"/>
                    </a:cubicBezTo>
                    <a:cubicBezTo>
                      <a:pt x="24963" y="7557"/>
                      <a:pt x="24109" y="6567"/>
                      <a:pt x="23052" y="5757"/>
                    </a:cubicBezTo>
                    <a:cubicBezTo>
                      <a:pt x="21995" y="4948"/>
                      <a:pt x="20758" y="4318"/>
                      <a:pt x="19318" y="3891"/>
                    </a:cubicBezTo>
                    <a:cubicBezTo>
                      <a:pt x="17902" y="3463"/>
                      <a:pt x="16395" y="3238"/>
                      <a:pt x="14820" y="3238"/>
                    </a:cubicBezTo>
                    <a:lnTo>
                      <a:pt x="14820" y="3238"/>
                    </a:lnTo>
                    <a:close/>
                  </a:path>
                </a:pathLst>
              </a:custGeom>
              <a:solidFill>
                <a:srgbClr val="231F20"/>
              </a:solidFill>
              <a:ln w="2249" cap="flat">
                <a:noFill/>
                <a:prstDash val="solid"/>
                <a:miter/>
              </a:ln>
            </p:spPr>
            <p:txBody>
              <a:bodyPr rtlCol="0" anchor="ctr"/>
              <a:lstStyle/>
              <a:p>
                <a:endParaRPr lang="en-US"/>
              </a:p>
            </p:txBody>
          </p:sp>
          <p:sp>
            <p:nvSpPr>
              <p:cNvPr id="5110" name="Freeform 5109">
                <a:extLst>
                  <a:ext uri="{FF2B5EF4-FFF2-40B4-BE49-F238E27FC236}">
                    <a16:creationId xmlns:a16="http://schemas.microsoft.com/office/drawing/2014/main" id="{59AB9EC6-BAD6-703D-F865-CEF6FC152301}"/>
                  </a:ext>
                </a:extLst>
              </p:cNvPr>
              <p:cNvSpPr/>
              <p:nvPr/>
            </p:nvSpPr>
            <p:spPr>
              <a:xfrm>
                <a:off x="7088016" y="2502051"/>
                <a:ext cx="29483" cy="25167"/>
              </a:xfrm>
              <a:custGeom>
                <a:avLst/>
                <a:gdLst>
                  <a:gd name="connsiteX0" fmla="*/ 15473 w 29483"/>
                  <a:gd name="connsiteY0" fmla="*/ 21659 h 25167"/>
                  <a:gd name="connsiteX1" fmla="*/ 19768 w 29483"/>
                  <a:gd name="connsiteY1" fmla="*/ 21074 h 25167"/>
                  <a:gd name="connsiteX2" fmla="*/ 23276 w 29483"/>
                  <a:gd name="connsiteY2" fmla="*/ 19320 h 25167"/>
                  <a:gd name="connsiteX3" fmla="*/ 25660 w 29483"/>
                  <a:gd name="connsiteY3" fmla="*/ 16374 h 25167"/>
                  <a:gd name="connsiteX4" fmla="*/ 26560 w 29483"/>
                  <a:gd name="connsiteY4" fmla="*/ 12281 h 25167"/>
                  <a:gd name="connsiteX5" fmla="*/ 24896 w 29483"/>
                  <a:gd name="connsiteY5" fmla="*/ 6838 h 25167"/>
                  <a:gd name="connsiteX6" fmla="*/ 20151 w 29483"/>
                  <a:gd name="connsiteY6" fmla="*/ 3825 h 25167"/>
                  <a:gd name="connsiteX7" fmla="*/ 20151 w 29483"/>
                  <a:gd name="connsiteY7" fmla="*/ 204 h 25167"/>
                  <a:gd name="connsiteX8" fmla="*/ 23839 w 29483"/>
                  <a:gd name="connsiteY8" fmla="*/ 1778 h 25167"/>
                  <a:gd name="connsiteX9" fmla="*/ 26807 w 29483"/>
                  <a:gd name="connsiteY9" fmla="*/ 4207 h 25167"/>
                  <a:gd name="connsiteX10" fmla="*/ 28787 w 29483"/>
                  <a:gd name="connsiteY10" fmla="*/ 7670 h 25167"/>
                  <a:gd name="connsiteX11" fmla="*/ 29484 w 29483"/>
                  <a:gd name="connsiteY11" fmla="*/ 12303 h 25167"/>
                  <a:gd name="connsiteX12" fmla="*/ 28359 w 29483"/>
                  <a:gd name="connsiteY12" fmla="*/ 18083 h 25167"/>
                  <a:gd name="connsiteX13" fmla="*/ 25256 w 29483"/>
                  <a:gd name="connsiteY13" fmla="*/ 22086 h 25167"/>
                  <a:gd name="connsiteX14" fmla="*/ 20623 w 29483"/>
                  <a:gd name="connsiteY14" fmla="*/ 24403 h 25167"/>
                  <a:gd name="connsiteX15" fmla="*/ 14865 w 29483"/>
                  <a:gd name="connsiteY15" fmla="*/ 25167 h 25167"/>
                  <a:gd name="connsiteX16" fmla="*/ 9086 w 29483"/>
                  <a:gd name="connsiteY16" fmla="*/ 24268 h 25167"/>
                  <a:gd name="connsiteX17" fmla="*/ 4363 w 29483"/>
                  <a:gd name="connsiteY17" fmla="*/ 21726 h 25167"/>
                  <a:gd name="connsiteX18" fmla="*/ 1170 w 29483"/>
                  <a:gd name="connsiteY18" fmla="*/ 17701 h 25167"/>
                  <a:gd name="connsiteX19" fmla="*/ 0 w 29483"/>
                  <a:gd name="connsiteY19" fmla="*/ 12303 h 25167"/>
                  <a:gd name="connsiteX20" fmla="*/ 3958 w 29483"/>
                  <a:gd name="connsiteY20" fmla="*/ 3240 h 25167"/>
                  <a:gd name="connsiteX21" fmla="*/ 15473 w 29483"/>
                  <a:gd name="connsiteY21" fmla="*/ 1 h 25167"/>
                  <a:gd name="connsiteX22" fmla="*/ 15473 w 29483"/>
                  <a:gd name="connsiteY22" fmla="*/ 21704 h 25167"/>
                  <a:gd name="connsiteX23" fmla="*/ 15473 w 29483"/>
                  <a:gd name="connsiteY23" fmla="*/ 21659 h 25167"/>
                  <a:gd name="connsiteX24" fmla="*/ 12774 w 29483"/>
                  <a:gd name="connsiteY24" fmla="*/ 3397 h 25167"/>
                  <a:gd name="connsiteX25" fmla="*/ 8906 w 29483"/>
                  <a:gd name="connsiteY25" fmla="*/ 3960 h 25167"/>
                  <a:gd name="connsiteX26" fmla="*/ 5780 w 29483"/>
                  <a:gd name="connsiteY26" fmla="*/ 5624 h 25167"/>
                  <a:gd name="connsiteX27" fmla="*/ 3666 w 29483"/>
                  <a:gd name="connsiteY27" fmla="*/ 8412 h 25167"/>
                  <a:gd name="connsiteX28" fmla="*/ 2879 w 29483"/>
                  <a:gd name="connsiteY28" fmla="*/ 12236 h 25167"/>
                  <a:gd name="connsiteX29" fmla="*/ 3688 w 29483"/>
                  <a:gd name="connsiteY29" fmla="*/ 16036 h 25167"/>
                  <a:gd name="connsiteX30" fmla="*/ 5847 w 29483"/>
                  <a:gd name="connsiteY30" fmla="*/ 18848 h 25167"/>
                  <a:gd name="connsiteX31" fmla="*/ 8973 w 29483"/>
                  <a:gd name="connsiteY31" fmla="*/ 20714 h 25167"/>
                  <a:gd name="connsiteX32" fmla="*/ 12751 w 29483"/>
                  <a:gd name="connsiteY32" fmla="*/ 21636 h 25167"/>
                  <a:gd name="connsiteX33" fmla="*/ 12751 w 29483"/>
                  <a:gd name="connsiteY33" fmla="*/ 3397 h 25167"/>
                  <a:gd name="connsiteX34" fmla="*/ 12774 w 29483"/>
                  <a:gd name="connsiteY34" fmla="*/ 3397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9483" h="25167">
                    <a:moveTo>
                      <a:pt x="15473" y="21659"/>
                    </a:moveTo>
                    <a:cubicBezTo>
                      <a:pt x="16980" y="21659"/>
                      <a:pt x="18419" y="21456"/>
                      <a:pt x="19768" y="21074"/>
                    </a:cubicBezTo>
                    <a:cubicBezTo>
                      <a:pt x="21117" y="20669"/>
                      <a:pt x="22287" y="20085"/>
                      <a:pt x="23276" y="19320"/>
                    </a:cubicBezTo>
                    <a:cubicBezTo>
                      <a:pt x="24266" y="18555"/>
                      <a:pt x="25053" y="17566"/>
                      <a:pt x="25660" y="16374"/>
                    </a:cubicBezTo>
                    <a:cubicBezTo>
                      <a:pt x="26245" y="15182"/>
                      <a:pt x="26560" y="13810"/>
                      <a:pt x="26560" y="12281"/>
                    </a:cubicBezTo>
                    <a:cubicBezTo>
                      <a:pt x="26560" y="10167"/>
                      <a:pt x="25998" y="8345"/>
                      <a:pt x="24896" y="6838"/>
                    </a:cubicBezTo>
                    <a:cubicBezTo>
                      <a:pt x="23772" y="5331"/>
                      <a:pt x="22197" y="4319"/>
                      <a:pt x="20151" y="3825"/>
                    </a:cubicBezTo>
                    <a:lnTo>
                      <a:pt x="20151" y="204"/>
                    </a:lnTo>
                    <a:cubicBezTo>
                      <a:pt x="21478" y="609"/>
                      <a:pt x="22714" y="1126"/>
                      <a:pt x="23839" y="1778"/>
                    </a:cubicBezTo>
                    <a:cubicBezTo>
                      <a:pt x="24963" y="2430"/>
                      <a:pt x="25953" y="3240"/>
                      <a:pt x="26807" y="4207"/>
                    </a:cubicBezTo>
                    <a:cubicBezTo>
                      <a:pt x="27662" y="5174"/>
                      <a:pt x="28314" y="6321"/>
                      <a:pt x="28787" y="7670"/>
                    </a:cubicBezTo>
                    <a:cubicBezTo>
                      <a:pt x="29259" y="8997"/>
                      <a:pt x="29484" y="10549"/>
                      <a:pt x="29484" y="12303"/>
                    </a:cubicBezTo>
                    <a:cubicBezTo>
                      <a:pt x="29484" y="14530"/>
                      <a:pt x="29101" y="16464"/>
                      <a:pt x="28359" y="18083"/>
                    </a:cubicBezTo>
                    <a:cubicBezTo>
                      <a:pt x="27595" y="19702"/>
                      <a:pt x="26560" y="21029"/>
                      <a:pt x="25256" y="22086"/>
                    </a:cubicBezTo>
                    <a:cubicBezTo>
                      <a:pt x="23951" y="23121"/>
                      <a:pt x="22400" y="23908"/>
                      <a:pt x="20623" y="24403"/>
                    </a:cubicBezTo>
                    <a:cubicBezTo>
                      <a:pt x="18846" y="24897"/>
                      <a:pt x="16935" y="25167"/>
                      <a:pt x="14865" y="25167"/>
                    </a:cubicBezTo>
                    <a:cubicBezTo>
                      <a:pt x="12796" y="25167"/>
                      <a:pt x="10885" y="24875"/>
                      <a:pt x="9086" y="24268"/>
                    </a:cubicBezTo>
                    <a:cubicBezTo>
                      <a:pt x="7287" y="23683"/>
                      <a:pt x="5712" y="22828"/>
                      <a:pt x="4363" y="21726"/>
                    </a:cubicBezTo>
                    <a:cubicBezTo>
                      <a:pt x="3013" y="20624"/>
                      <a:pt x="1956" y="19297"/>
                      <a:pt x="1170" y="17701"/>
                    </a:cubicBezTo>
                    <a:cubicBezTo>
                      <a:pt x="405" y="16126"/>
                      <a:pt x="0" y="14327"/>
                      <a:pt x="0" y="12303"/>
                    </a:cubicBezTo>
                    <a:cubicBezTo>
                      <a:pt x="0" y="8457"/>
                      <a:pt x="1327" y="5421"/>
                      <a:pt x="3958" y="3240"/>
                    </a:cubicBezTo>
                    <a:cubicBezTo>
                      <a:pt x="6612" y="1036"/>
                      <a:pt x="10435" y="-44"/>
                      <a:pt x="15473" y="1"/>
                    </a:cubicBezTo>
                    <a:lnTo>
                      <a:pt x="15473" y="21704"/>
                    </a:lnTo>
                    <a:lnTo>
                      <a:pt x="15473" y="21659"/>
                    </a:lnTo>
                    <a:close/>
                    <a:moveTo>
                      <a:pt x="12774" y="3397"/>
                    </a:moveTo>
                    <a:cubicBezTo>
                      <a:pt x="11402" y="3397"/>
                      <a:pt x="10120" y="3577"/>
                      <a:pt x="8906" y="3960"/>
                    </a:cubicBezTo>
                    <a:cubicBezTo>
                      <a:pt x="7691" y="4342"/>
                      <a:pt x="6657" y="4904"/>
                      <a:pt x="5780" y="5624"/>
                    </a:cubicBezTo>
                    <a:cubicBezTo>
                      <a:pt x="4903" y="6366"/>
                      <a:pt x="4205" y="7288"/>
                      <a:pt x="3666" y="8412"/>
                    </a:cubicBezTo>
                    <a:cubicBezTo>
                      <a:pt x="3148" y="9537"/>
                      <a:pt x="2879" y="10796"/>
                      <a:pt x="2879" y="12236"/>
                    </a:cubicBezTo>
                    <a:cubicBezTo>
                      <a:pt x="2879" y="13675"/>
                      <a:pt x="3148" y="14934"/>
                      <a:pt x="3688" y="16036"/>
                    </a:cubicBezTo>
                    <a:cubicBezTo>
                      <a:pt x="4228" y="17138"/>
                      <a:pt x="4948" y="18060"/>
                      <a:pt x="5847" y="18848"/>
                    </a:cubicBezTo>
                    <a:cubicBezTo>
                      <a:pt x="6747" y="19612"/>
                      <a:pt x="7781" y="20242"/>
                      <a:pt x="8973" y="20714"/>
                    </a:cubicBezTo>
                    <a:cubicBezTo>
                      <a:pt x="10165" y="21187"/>
                      <a:pt x="11424" y="21479"/>
                      <a:pt x="12751" y="21636"/>
                    </a:cubicBezTo>
                    <a:lnTo>
                      <a:pt x="12751" y="3397"/>
                    </a:lnTo>
                    <a:lnTo>
                      <a:pt x="12774" y="3397"/>
                    </a:lnTo>
                    <a:close/>
                  </a:path>
                </a:pathLst>
              </a:custGeom>
              <a:solidFill>
                <a:srgbClr val="231F20"/>
              </a:solidFill>
              <a:ln w="2249" cap="flat">
                <a:noFill/>
                <a:prstDash val="solid"/>
                <a:miter/>
              </a:ln>
            </p:spPr>
            <p:txBody>
              <a:bodyPr rtlCol="0" anchor="ctr"/>
              <a:lstStyle/>
              <a:p>
                <a:endParaRPr lang="en-US"/>
              </a:p>
            </p:txBody>
          </p:sp>
        </p:grpSp>
        <p:sp>
          <p:nvSpPr>
            <p:cNvPr id="5456" name="TextBox 5455">
              <a:extLst>
                <a:ext uri="{FF2B5EF4-FFF2-40B4-BE49-F238E27FC236}">
                  <a16:creationId xmlns:a16="http://schemas.microsoft.com/office/drawing/2014/main" id="{D2AAE716-BC41-D874-5F2A-65AB30E46865}"/>
                </a:ext>
              </a:extLst>
            </p:cNvPr>
            <p:cNvSpPr txBox="1"/>
            <p:nvPr/>
          </p:nvSpPr>
          <p:spPr>
            <a:xfrm>
              <a:off x="1674846" y="6406707"/>
              <a:ext cx="3088541" cy="338554"/>
            </a:xfrm>
            <a:prstGeom prst="rect">
              <a:avLst/>
            </a:prstGeom>
            <a:noFill/>
          </p:spPr>
          <p:txBody>
            <a:bodyPr wrap="square" rtlCol="0">
              <a:spAutoFit/>
            </a:bodyPr>
            <a:lstStyle/>
            <a:p>
              <a:r>
                <a:rPr lang="en-US" sz="1600" dirty="0">
                  <a:latin typeface="Helvetica Light" panose="020B0403020202020204" pitchFamily="34" charset="0"/>
                </a:rPr>
                <a:t>Time after stimulus onset (s)</a:t>
              </a:r>
            </a:p>
          </p:txBody>
        </p:sp>
      </p:grpSp>
      <p:grpSp>
        <p:nvGrpSpPr>
          <p:cNvPr id="5121" name="Graphic 3">
            <a:extLst>
              <a:ext uri="{FF2B5EF4-FFF2-40B4-BE49-F238E27FC236}">
                <a16:creationId xmlns:a16="http://schemas.microsoft.com/office/drawing/2014/main" id="{C1C6FEE9-D5FF-F337-E046-213E320552BC}"/>
              </a:ext>
            </a:extLst>
          </p:cNvPr>
          <p:cNvGrpSpPr/>
          <p:nvPr/>
        </p:nvGrpSpPr>
        <p:grpSpPr>
          <a:xfrm>
            <a:off x="3281216" y="1829991"/>
            <a:ext cx="1232255" cy="216822"/>
            <a:chOff x="7583889" y="2419088"/>
            <a:chExt cx="291285" cy="51253"/>
          </a:xfrm>
          <a:solidFill>
            <a:srgbClr val="010101"/>
          </a:solidFill>
        </p:grpSpPr>
        <p:sp>
          <p:nvSpPr>
            <p:cNvPr id="5122" name="Freeform 5121">
              <a:extLst>
                <a:ext uri="{FF2B5EF4-FFF2-40B4-BE49-F238E27FC236}">
                  <a16:creationId xmlns:a16="http://schemas.microsoft.com/office/drawing/2014/main" id="{8C149F2B-3223-F14A-1645-E77AC1AC06CA}"/>
                </a:ext>
              </a:extLst>
            </p:cNvPr>
            <p:cNvSpPr/>
            <p:nvPr/>
          </p:nvSpPr>
          <p:spPr>
            <a:xfrm>
              <a:off x="7583889" y="2429411"/>
              <a:ext cx="22444" cy="30023"/>
            </a:xfrm>
            <a:custGeom>
              <a:avLst/>
              <a:gdLst>
                <a:gd name="connsiteX0" fmla="*/ 3351 w 22444"/>
                <a:gd name="connsiteY0" fmla="*/ 20353 h 30023"/>
                <a:gd name="connsiteX1" fmla="*/ 6117 w 22444"/>
                <a:gd name="connsiteY1" fmla="*/ 25548 h 30023"/>
                <a:gd name="connsiteX2" fmla="*/ 11875 w 22444"/>
                <a:gd name="connsiteY2" fmla="*/ 27055 h 30023"/>
                <a:gd name="connsiteX3" fmla="*/ 15000 w 22444"/>
                <a:gd name="connsiteY3" fmla="*/ 26605 h 30023"/>
                <a:gd name="connsiteX4" fmla="*/ 17182 w 22444"/>
                <a:gd name="connsiteY4" fmla="*/ 25413 h 30023"/>
                <a:gd name="connsiteX5" fmla="*/ 18464 w 22444"/>
                <a:gd name="connsiteY5" fmla="*/ 23727 h 30023"/>
                <a:gd name="connsiteX6" fmla="*/ 18914 w 22444"/>
                <a:gd name="connsiteY6" fmla="*/ 21747 h 30023"/>
                <a:gd name="connsiteX7" fmla="*/ 17564 w 22444"/>
                <a:gd name="connsiteY7" fmla="*/ 18644 h 30023"/>
                <a:gd name="connsiteX8" fmla="*/ 14191 w 22444"/>
                <a:gd name="connsiteY8" fmla="*/ 17047 h 30023"/>
                <a:gd name="connsiteX9" fmla="*/ 9783 w 22444"/>
                <a:gd name="connsiteY9" fmla="*/ 16058 h 30023"/>
                <a:gd name="connsiteX10" fmla="*/ 5375 w 22444"/>
                <a:gd name="connsiteY10" fmla="*/ 14821 h 30023"/>
                <a:gd name="connsiteX11" fmla="*/ 2001 w 22444"/>
                <a:gd name="connsiteY11" fmla="*/ 12459 h 30023"/>
                <a:gd name="connsiteX12" fmla="*/ 652 w 22444"/>
                <a:gd name="connsiteY12" fmla="*/ 8119 h 30023"/>
                <a:gd name="connsiteX13" fmla="*/ 3261 w 22444"/>
                <a:gd name="connsiteY13" fmla="*/ 2271 h 30023"/>
                <a:gd name="connsiteX14" fmla="*/ 10660 w 22444"/>
                <a:gd name="connsiteY14" fmla="*/ 0 h 30023"/>
                <a:gd name="connsiteX15" fmla="*/ 18172 w 22444"/>
                <a:gd name="connsiteY15" fmla="*/ 2069 h 30023"/>
                <a:gd name="connsiteX16" fmla="*/ 21657 w 22444"/>
                <a:gd name="connsiteY16" fmla="*/ 8973 h 30023"/>
                <a:gd name="connsiteX17" fmla="*/ 18306 w 22444"/>
                <a:gd name="connsiteY17" fmla="*/ 8973 h 30023"/>
                <a:gd name="connsiteX18" fmla="*/ 15810 w 22444"/>
                <a:gd name="connsiteY18" fmla="*/ 4318 h 30023"/>
                <a:gd name="connsiteX19" fmla="*/ 10615 w 22444"/>
                <a:gd name="connsiteY19" fmla="*/ 2969 h 30023"/>
                <a:gd name="connsiteX20" fmla="*/ 5824 w 22444"/>
                <a:gd name="connsiteY20" fmla="*/ 4318 h 30023"/>
                <a:gd name="connsiteX21" fmla="*/ 4183 w 22444"/>
                <a:gd name="connsiteY21" fmla="*/ 7871 h 30023"/>
                <a:gd name="connsiteX22" fmla="*/ 5532 w 22444"/>
                <a:gd name="connsiteY22" fmla="*/ 10817 h 30023"/>
                <a:gd name="connsiteX23" fmla="*/ 8906 w 22444"/>
                <a:gd name="connsiteY23" fmla="*/ 12459 h 30023"/>
                <a:gd name="connsiteX24" fmla="*/ 13314 w 22444"/>
                <a:gd name="connsiteY24" fmla="*/ 13584 h 30023"/>
                <a:gd name="connsiteX25" fmla="*/ 17722 w 22444"/>
                <a:gd name="connsiteY25" fmla="*/ 14978 h 30023"/>
                <a:gd name="connsiteX26" fmla="*/ 21095 w 22444"/>
                <a:gd name="connsiteY26" fmla="*/ 17429 h 30023"/>
                <a:gd name="connsiteX27" fmla="*/ 22445 w 22444"/>
                <a:gd name="connsiteY27" fmla="*/ 21725 h 30023"/>
                <a:gd name="connsiteX28" fmla="*/ 21567 w 22444"/>
                <a:gd name="connsiteY28" fmla="*/ 25323 h 30023"/>
                <a:gd name="connsiteX29" fmla="*/ 19139 w 22444"/>
                <a:gd name="connsiteY29" fmla="*/ 27932 h 30023"/>
                <a:gd name="connsiteX30" fmla="*/ 15473 w 22444"/>
                <a:gd name="connsiteY30" fmla="*/ 29506 h 30023"/>
                <a:gd name="connsiteX31" fmla="*/ 10818 w 22444"/>
                <a:gd name="connsiteY31" fmla="*/ 30024 h 30023"/>
                <a:gd name="connsiteX32" fmla="*/ 6342 w 22444"/>
                <a:gd name="connsiteY32" fmla="*/ 29281 h 30023"/>
                <a:gd name="connsiteX33" fmla="*/ 3013 w 22444"/>
                <a:gd name="connsiteY33" fmla="*/ 27212 h 30023"/>
                <a:gd name="connsiteX34" fmla="*/ 877 w 22444"/>
                <a:gd name="connsiteY34" fmla="*/ 24131 h 30023"/>
                <a:gd name="connsiteX35" fmla="*/ 0 w 22444"/>
                <a:gd name="connsiteY35" fmla="*/ 20331 h 30023"/>
                <a:gd name="connsiteX36" fmla="*/ 3351 w 22444"/>
                <a:gd name="connsiteY36" fmla="*/ 20331 h 30023"/>
                <a:gd name="connsiteX37" fmla="*/ 3351 w 22444"/>
                <a:gd name="connsiteY37" fmla="*/ 20331 h 30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2444" h="30023">
                  <a:moveTo>
                    <a:pt x="3351" y="20353"/>
                  </a:moveTo>
                  <a:cubicBezTo>
                    <a:pt x="3868" y="22804"/>
                    <a:pt x="4790" y="24536"/>
                    <a:pt x="6117" y="25548"/>
                  </a:cubicBezTo>
                  <a:cubicBezTo>
                    <a:pt x="7467" y="26560"/>
                    <a:pt x="9378" y="27055"/>
                    <a:pt x="11875" y="27055"/>
                  </a:cubicBezTo>
                  <a:cubicBezTo>
                    <a:pt x="13089" y="27055"/>
                    <a:pt x="14124" y="26920"/>
                    <a:pt x="15000" y="26605"/>
                  </a:cubicBezTo>
                  <a:cubicBezTo>
                    <a:pt x="15878" y="26313"/>
                    <a:pt x="16597" y="25908"/>
                    <a:pt x="17182" y="25413"/>
                  </a:cubicBezTo>
                  <a:cubicBezTo>
                    <a:pt x="17744" y="24918"/>
                    <a:pt x="18172" y="24356"/>
                    <a:pt x="18464" y="23727"/>
                  </a:cubicBezTo>
                  <a:cubicBezTo>
                    <a:pt x="18756" y="23097"/>
                    <a:pt x="18914" y="22445"/>
                    <a:pt x="18914" y="21747"/>
                  </a:cubicBezTo>
                  <a:cubicBezTo>
                    <a:pt x="18914" y="20353"/>
                    <a:pt x="18464" y="19319"/>
                    <a:pt x="17564" y="18644"/>
                  </a:cubicBezTo>
                  <a:cubicBezTo>
                    <a:pt x="16665" y="17969"/>
                    <a:pt x="15540" y="17429"/>
                    <a:pt x="14191" y="17047"/>
                  </a:cubicBezTo>
                  <a:cubicBezTo>
                    <a:pt x="12841" y="16665"/>
                    <a:pt x="11380" y="16327"/>
                    <a:pt x="9783" y="16058"/>
                  </a:cubicBezTo>
                  <a:cubicBezTo>
                    <a:pt x="8208" y="15788"/>
                    <a:pt x="6747" y="15360"/>
                    <a:pt x="5375" y="14821"/>
                  </a:cubicBezTo>
                  <a:cubicBezTo>
                    <a:pt x="4026" y="14281"/>
                    <a:pt x="2901" y="13494"/>
                    <a:pt x="2001" y="12459"/>
                  </a:cubicBezTo>
                  <a:cubicBezTo>
                    <a:pt x="1102" y="11425"/>
                    <a:pt x="652" y="9985"/>
                    <a:pt x="652" y="8119"/>
                  </a:cubicBezTo>
                  <a:cubicBezTo>
                    <a:pt x="652" y="5735"/>
                    <a:pt x="1529" y="3778"/>
                    <a:pt x="3261" y="2271"/>
                  </a:cubicBezTo>
                  <a:cubicBezTo>
                    <a:pt x="4993" y="742"/>
                    <a:pt x="7467" y="0"/>
                    <a:pt x="10660" y="0"/>
                  </a:cubicBezTo>
                  <a:cubicBezTo>
                    <a:pt x="13853" y="0"/>
                    <a:pt x="16237" y="697"/>
                    <a:pt x="18172" y="2069"/>
                  </a:cubicBezTo>
                  <a:cubicBezTo>
                    <a:pt x="20106" y="3441"/>
                    <a:pt x="21253" y="5735"/>
                    <a:pt x="21657" y="8973"/>
                  </a:cubicBezTo>
                  <a:lnTo>
                    <a:pt x="18306" y="8973"/>
                  </a:lnTo>
                  <a:cubicBezTo>
                    <a:pt x="18014" y="6769"/>
                    <a:pt x="17182" y="5218"/>
                    <a:pt x="15810" y="4318"/>
                  </a:cubicBezTo>
                  <a:cubicBezTo>
                    <a:pt x="14438" y="3418"/>
                    <a:pt x="12706" y="2969"/>
                    <a:pt x="10615" y="2969"/>
                  </a:cubicBezTo>
                  <a:cubicBezTo>
                    <a:pt x="8524" y="2969"/>
                    <a:pt x="6927" y="3418"/>
                    <a:pt x="5824" y="4318"/>
                  </a:cubicBezTo>
                  <a:cubicBezTo>
                    <a:pt x="4722" y="5218"/>
                    <a:pt x="4183" y="6410"/>
                    <a:pt x="4183" y="7871"/>
                  </a:cubicBezTo>
                  <a:cubicBezTo>
                    <a:pt x="4183" y="9153"/>
                    <a:pt x="4633" y="10143"/>
                    <a:pt x="5532" y="10817"/>
                  </a:cubicBezTo>
                  <a:cubicBezTo>
                    <a:pt x="6432" y="11492"/>
                    <a:pt x="7556" y="12054"/>
                    <a:pt x="8906" y="12459"/>
                  </a:cubicBezTo>
                  <a:cubicBezTo>
                    <a:pt x="10255" y="12887"/>
                    <a:pt x="11717" y="13246"/>
                    <a:pt x="13314" y="13584"/>
                  </a:cubicBezTo>
                  <a:cubicBezTo>
                    <a:pt x="14888" y="13921"/>
                    <a:pt x="16350" y="14371"/>
                    <a:pt x="17722" y="14978"/>
                  </a:cubicBezTo>
                  <a:cubicBezTo>
                    <a:pt x="19071" y="15585"/>
                    <a:pt x="20196" y="16395"/>
                    <a:pt x="21095" y="17429"/>
                  </a:cubicBezTo>
                  <a:cubicBezTo>
                    <a:pt x="21995" y="18464"/>
                    <a:pt x="22445" y="19881"/>
                    <a:pt x="22445" y="21725"/>
                  </a:cubicBezTo>
                  <a:cubicBezTo>
                    <a:pt x="22445" y="23074"/>
                    <a:pt x="22152" y="24289"/>
                    <a:pt x="21567" y="25323"/>
                  </a:cubicBezTo>
                  <a:cubicBezTo>
                    <a:pt x="20983" y="26358"/>
                    <a:pt x="20173" y="27235"/>
                    <a:pt x="19139" y="27932"/>
                  </a:cubicBezTo>
                  <a:cubicBezTo>
                    <a:pt x="18104" y="28629"/>
                    <a:pt x="16890" y="29146"/>
                    <a:pt x="15473" y="29506"/>
                  </a:cubicBezTo>
                  <a:cubicBezTo>
                    <a:pt x="14056" y="29844"/>
                    <a:pt x="12504" y="30024"/>
                    <a:pt x="10818" y="30024"/>
                  </a:cubicBezTo>
                  <a:cubicBezTo>
                    <a:pt x="9131" y="30024"/>
                    <a:pt x="7646" y="29776"/>
                    <a:pt x="6342" y="29281"/>
                  </a:cubicBezTo>
                  <a:cubicBezTo>
                    <a:pt x="5038" y="28787"/>
                    <a:pt x="3936" y="28089"/>
                    <a:pt x="3013" y="27212"/>
                  </a:cubicBezTo>
                  <a:cubicBezTo>
                    <a:pt x="2091" y="26335"/>
                    <a:pt x="1372" y="25301"/>
                    <a:pt x="877" y="24131"/>
                  </a:cubicBezTo>
                  <a:cubicBezTo>
                    <a:pt x="360" y="22962"/>
                    <a:pt x="68" y="21702"/>
                    <a:pt x="0" y="20331"/>
                  </a:cubicBezTo>
                  <a:lnTo>
                    <a:pt x="3351" y="20331"/>
                  </a:lnTo>
                  <a:lnTo>
                    <a:pt x="3351" y="20331"/>
                  </a:lnTo>
                  <a:close/>
                </a:path>
              </a:pathLst>
            </a:custGeom>
            <a:solidFill>
              <a:srgbClr val="010101"/>
            </a:solidFill>
            <a:ln w="2249" cap="flat">
              <a:noFill/>
              <a:prstDash val="solid"/>
              <a:miter/>
            </a:ln>
          </p:spPr>
          <p:txBody>
            <a:bodyPr rtlCol="0" anchor="ctr"/>
            <a:lstStyle/>
            <a:p>
              <a:endParaRPr lang="en-US"/>
            </a:p>
          </p:txBody>
        </p:sp>
        <p:sp>
          <p:nvSpPr>
            <p:cNvPr id="5123" name="Freeform 5122">
              <a:extLst>
                <a:ext uri="{FF2B5EF4-FFF2-40B4-BE49-F238E27FC236}">
                  <a16:creationId xmlns:a16="http://schemas.microsoft.com/office/drawing/2014/main" id="{3754949D-BF51-E0DE-369E-C4A853189A63}"/>
                </a:ext>
              </a:extLst>
            </p:cNvPr>
            <p:cNvSpPr/>
            <p:nvPr/>
          </p:nvSpPr>
          <p:spPr>
            <a:xfrm>
              <a:off x="7613125" y="2419088"/>
              <a:ext cx="3620" cy="39581"/>
            </a:xfrm>
            <a:custGeom>
              <a:avLst/>
              <a:gdLst>
                <a:gd name="connsiteX0" fmla="*/ 0 w 3620"/>
                <a:gd name="connsiteY0" fmla="*/ 4903 h 39581"/>
                <a:gd name="connsiteX1" fmla="*/ 0 w 3620"/>
                <a:gd name="connsiteY1" fmla="*/ 0 h 39581"/>
                <a:gd name="connsiteX2" fmla="*/ 3621 w 3620"/>
                <a:gd name="connsiteY2" fmla="*/ 0 h 39581"/>
                <a:gd name="connsiteX3" fmla="*/ 3621 w 3620"/>
                <a:gd name="connsiteY3" fmla="*/ 4903 h 39581"/>
                <a:gd name="connsiteX4" fmla="*/ 0 w 3620"/>
                <a:gd name="connsiteY4" fmla="*/ 4903 h 39581"/>
                <a:gd name="connsiteX5" fmla="*/ 180 w 3620"/>
                <a:gd name="connsiteY5" fmla="*/ 39582 h 39581"/>
                <a:gd name="connsiteX6" fmla="*/ 180 w 3620"/>
                <a:gd name="connsiteY6" fmla="*/ 11087 h 39581"/>
                <a:gd name="connsiteX7" fmla="*/ 3486 w 3620"/>
                <a:gd name="connsiteY7" fmla="*/ 11087 h 39581"/>
                <a:gd name="connsiteX8" fmla="*/ 3486 w 3620"/>
                <a:gd name="connsiteY8" fmla="*/ 39582 h 39581"/>
                <a:gd name="connsiteX9" fmla="*/ 180 w 3620"/>
                <a:gd name="connsiteY9" fmla="*/ 39582 h 39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620" h="39581">
                  <a:moveTo>
                    <a:pt x="0" y="4903"/>
                  </a:moveTo>
                  <a:lnTo>
                    <a:pt x="0" y="0"/>
                  </a:lnTo>
                  <a:lnTo>
                    <a:pt x="3621" y="0"/>
                  </a:lnTo>
                  <a:lnTo>
                    <a:pt x="3621" y="4903"/>
                  </a:lnTo>
                  <a:lnTo>
                    <a:pt x="0" y="4903"/>
                  </a:lnTo>
                  <a:close/>
                  <a:moveTo>
                    <a:pt x="180" y="39582"/>
                  </a:moveTo>
                  <a:lnTo>
                    <a:pt x="180" y="11087"/>
                  </a:lnTo>
                  <a:lnTo>
                    <a:pt x="3486" y="11087"/>
                  </a:lnTo>
                  <a:lnTo>
                    <a:pt x="3486" y="39582"/>
                  </a:lnTo>
                  <a:lnTo>
                    <a:pt x="180" y="39582"/>
                  </a:lnTo>
                  <a:close/>
                </a:path>
              </a:pathLst>
            </a:custGeom>
            <a:solidFill>
              <a:srgbClr val="010101"/>
            </a:solidFill>
            <a:ln w="2249" cap="flat">
              <a:noFill/>
              <a:prstDash val="solid"/>
              <a:miter/>
            </a:ln>
          </p:spPr>
          <p:txBody>
            <a:bodyPr rtlCol="0" anchor="ctr"/>
            <a:lstStyle/>
            <a:p>
              <a:endParaRPr lang="en-US"/>
            </a:p>
          </p:txBody>
        </p:sp>
        <p:sp>
          <p:nvSpPr>
            <p:cNvPr id="5124" name="Freeform 5123">
              <a:extLst>
                <a:ext uri="{FF2B5EF4-FFF2-40B4-BE49-F238E27FC236}">
                  <a16:creationId xmlns:a16="http://schemas.microsoft.com/office/drawing/2014/main" id="{26A931C4-CD79-94DC-B985-25336E82A605}"/>
                </a:ext>
              </a:extLst>
            </p:cNvPr>
            <p:cNvSpPr/>
            <p:nvPr/>
          </p:nvSpPr>
          <p:spPr>
            <a:xfrm>
              <a:off x="7624100" y="2429456"/>
              <a:ext cx="26200" cy="40886"/>
            </a:xfrm>
            <a:custGeom>
              <a:avLst/>
              <a:gdLst>
                <a:gd name="connsiteX0" fmla="*/ 22895 w 26200"/>
                <a:gd name="connsiteY0" fmla="*/ 742 h 40886"/>
                <a:gd name="connsiteX1" fmla="*/ 26201 w 26200"/>
                <a:gd name="connsiteY1" fmla="*/ 742 h 40886"/>
                <a:gd name="connsiteX2" fmla="*/ 26201 w 26200"/>
                <a:gd name="connsiteY2" fmla="*/ 26470 h 40886"/>
                <a:gd name="connsiteX3" fmla="*/ 25616 w 26200"/>
                <a:gd name="connsiteY3" fmla="*/ 31935 h 40886"/>
                <a:gd name="connsiteX4" fmla="*/ 23547 w 26200"/>
                <a:gd name="connsiteY4" fmla="*/ 36523 h 40886"/>
                <a:gd name="connsiteX5" fmla="*/ 19476 w 26200"/>
                <a:gd name="connsiteY5" fmla="*/ 39694 h 40886"/>
                <a:gd name="connsiteX6" fmla="*/ 12820 w 26200"/>
                <a:gd name="connsiteY6" fmla="*/ 40886 h 40886"/>
                <a:gd name="connsiteX7" fmla="*/ 7422 w 26200"/>
                <a:gd name="connsiteY7" fmla="*/ 40099 h 40886"/>
                <a:gd name="connsiteX8" fmla="*/ 3734 w 26200"/>
                <a:gd name="connsiteY8" fmla="*/ 38097 h 40886"/>
                <a:gd name="connsiteX9" fmla="*/ 1552 w 26200"/>
                <a:gd name="connsiteY9" fmla="*/ 35421 h 40886"/>
                <a:gd name="connsiteX10" fmla="*/ 765 w 26200"/>
                <a:gd name="connsiteY10" fmla="*/ 32700 h 40886"/>
                <a:gd name="connsiteX11" fmla="*/ 4273 w 26200"/>
                <a:gd name="connsiteY11" fmla="*/ 32700 h 40886"/>
                <a:gd name="connsiteX12" fmla="*/ 5488 w 26200"/>
                <a:gd name="connsiteY12" fmla="*/ 35309 h 40886"/>
                <a:gd name="connsiteX13" fmla="*/ 7444 w 26200"/>
                <a:gd name="connsiteY13" fmla="*/ 36905 h 40886"/>
                <a:gd name="connsiteX14" fmla="*/ 9941 w 26200"/>
                <a:gd name="connsiteY14" fmla="*/ 37693 h 40886"/>
                <a:gd name="connsiteX15" fmla="*/ 12797 w 26200"/>
                <a:gd name="connsiteY15" fmla="*/ 37917 h 40886"/>
                <a:gd name="connsiteX16" fmla="*/ 18194 w 26200"/>
                <a:gd name="connsiteY16" fmla="*/ 36770 h 40886"/>
                <a:gd name="connsiteX17" fmla="*/ 21275 w 26200"/>
                <a:gd name="connsiteY17" fmla="*/ 33757 h 40886"/>
                <a:gd name="connsiteX18" fmla="*/ 22625 w 26200"/>
                <a:gd name="connsiteY18" fmla="*/ 29529 h 40886"/>
                <a:gd name="connsiteX19" fmla="*/ 22872 w 26200"/>
                <a:gd name="connsiteY19" fmla="*/ 24694 h 40886"/>
                <a:gd name="connsiteX20" fmla="*/ 18509 w 26200"/>
                <a:gd name="connsiteY20" fmla="*/ 28674 h 40886"/>
                <a:gd name="connsiteX21" fmla="*/ 12707 w 26200"/>
                <a:gd name="connsiteY21" fmla="*/ 30024 h 40886"/>
                <a:gd name="connsiteX22" fmla="*/ 7062 w 26200"/>
                <a:gd name="connsiteY22" fmla="*/ 28787 h 40886"/>
                <a:gd name="connsiteX23" fmla="*/ 3104 w 26200"/>
                <a:gd name="connsiteY23" fmla="*/ 25481 h 40886"/>
                <a:gd name="connsiteX24" fmla="*/ 765 w 26200"/>
                <a:gd name="connsiteY24" fmla="*/ 20668 h 40886"/>
                <a:gd name="connsiteX25" fmla="*/ 0 w 26200"/>
                <a:gd name="connsiteY25" fmla="*/ 14956 h 40886"/>
                <a:gd name="connsiteX26" fmla="*/ 720 w 26200"/>
                <a:gd name="connsiteY26" fmla="*/ 9063 h 40886"/>
                <a:gd name="connsiteX27" fmla="*/ 2991 w 26200"/>
                <a:gd name="connsiteY27" fmla="*/ 4318 h 40886"/>
                <a:gd name="connsiteX28" fmla="*/ 6972 w 26200"/>
                <a:gd name="connsiteY28" fmla="*/ 1147 h 40886"/>
                <a:gd name="connsiteX29" fmla="*/ 12864 w 26200"/>
                <a:gd name="connsiteY29" fmla="*/ 0 h 40886"/>
                <a:gd name="connsiteX30" fmla="*/ 15675 w 26200"/>
                <a:gd name="connsiteY30" fmla="*/ 382 h 40886"/>
                <a:gd name="connsiteX31" fmla="*/ 18442 w 26200"/>
                <a:gd name="connsiteY31" fmla="*/ 1484 h 40886"/>
                <a:gd name="connsiteX32" fmla="*/ 20915 w 26200"/>
                <a:gd name="connsiteY32" fmla="*/ 3306 h 40886"/>
                <a:gd name="connsiteX33" fmla="*/ 22760 w 26200"/>
                <a:gd name="connsiteY33" fmla="*/ 5780 h 40886"/>
                <a:gd name="connsiteX34" fmla="*/ 22872 w 26200"/>
                <a:gd name="connsiteY34" fmla="*/ 5780 h 40886"/>
                <a:gd name="connsiteX35" fmla="*/ 22872 w 26200"/>
                <a:gd name="connsiteY35" fmla="*/ 765 h 40886"/>
                <a:gd name="connsiteX36" fmla="*/ 22872 w 26200"/>
                <a:gd name="connsiteY36" fmla="*/ 765 h 40886"/>
                <a:gd name="connsiteX37" fmla="*/ 22895 w 26200"/>
                <a:gd name="connsiteY37" fmla="*/ 15091 h 40886"/>
                <a:gd name="connsiteX38" fmla="*/ 22265 w 26200"/>
                <a:gd name="connsiteY38" fmla="*/ 10278 h 40886"/>
                <a:gd name="connsiteX39" fmla="*/ 20421 w 26200"/>
                <a:gd name="connsiteY39" fmla="*/ 6432 h 40886"/>
                <a:gd name="connsiteX40" fmla="*/ 17407 w 26200"/>
                <a:gd name="connsiteY40" fmla="*/ 3868 h 40886"/>
                <a:gd name="connsiteX41" fmla="*/ 13292 w 26200"/>
                <a:gd name="connsiteY41" fmla="*/ 2924 h 40886"/>
                <a:gd name="connsiteX42" fmla="*/ 9446 w 26200"/>
                <a:gd name="connsiteY42" fmla="*/ 3666 h 40886"/>
                <a:gd name="connsiteX43" fmla="*/ 6365 w 26200"/>
                <a:gd name="connsiteY43" fmla="*/ 5847 h 40886"/>
                <a:gd name="connsiteX44" fmla="*/ 4296 w 26200"/>
                <a:gd name="connsiteY44" fmla="*/ 9333 h 40886"/>
                <a:gd name="connsiteX45" fmla="*/ 3554 w 26200"/>
                <a:gd name="connsiteY45" fmla="*/ 14078 h 40886"/>
                <a:gd name="connsiteX46" fmla="*/ 4003 w 26200"/>
                <a:gd name="connsiteY46" fmla="*/ 19116 h 40886"/>
                <a:gd name="connsiteX47" fmla="*/ 5757 w 26200"/>
                <a:gd name="connsiteY47" fmla="*/ 23209 h 40886"/>
                <a:gd name="connsiteX48" fmla="*/ 8839 w 26200"/>
                <a:gd name="connsiteY48" fmla="*/ 25975 h 40886"/>
                <a:gd name="connsiteX49" fmla="*/ 13292 w 26200"/>
                <a:gd name="connsiteY49" fmla="*/ 26988 h 40886"/>
                <a:gd name="connsiteX50" fmla="*/ 17339 w 26200"/>
                <a:gd name="connsiteY50" fmla="*/ 26020 h 40886"/>
                <a:gd name="connsiteX51" fmla="*/ 20376 w 26200"/>
                <a:gd name="connsiteY51" fmla="*/ 23434 h 40886"/>
                <a:gd name="connsiteX52" fmla="*/ 22265 w 26200"/>
                <a:gd name="connsiteY52" fmla="*/ 19633 h 40886"/>
                <a:gd name="connsiteX53" fmla="*/ 22917 w 26200"/>
                <a:gd name="connsiteY53" fmla="*/ 15046 h 40886"/>
                <a:gd name="connsiteX54" fmla="*/ 22917 w 26200"/>
                <a:gd name="connsiteY54" fmla="*/ 15091 h 40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26200" h="40886">
                  <a:moveTo>
                    <a:pt x="22895" y="742"/>
                  </a:moveTo>
                  <a:lnTo>
                    <a:pt x="26201" y="742"/>
                  </a:lnTo>
                  <a:lnTo>
                    <a:pt x="26201" y="26470"/>
                  </a:lnTo>
                  <a:cubicBezTo>
                    <a:pt x="26201" y="28382"/>
                    <a:pt x="25998" y="30204"/>
                    <a:pt x="25616" y="31935"/>
                  </a:cubicBezTo>
                  <a:cubicBezTo>
                    <a:pt x="25233" y="33667"/>
                    <a:pt x="24536" y="35196"/>
                    <a:pt x="23547" y="36523"/>
                  </a:cubicBezTo>
                  <a:cubicBezTo>
                    <a:pt x="22557" y="37850"/>
                    <a:pt x="21208" y="38907"/>
                    <a:pt x="19476" y="39694"/>
                  </a:cubicBezTo>
                  <a:cubicBezTo>
                    <a:pt x="17745" y="40481"/>
                    <a:pt x="15541" y="40886"/>
                    <a:pt x="12820" y="40886"/>
                  </a:cubicBezTo>
                  <a:cubicBezTo>
                    <a:pt x="10728" y="40886"/>
                    <a:pt x="8928" y="40616"/>
                    <a:pt x="7422" y="40099"/>
                  </a:cubicBezTo>
                  <a:cubicBezTo>
                    <a:pt x="5915" y="39559"/>
                    <a:pt x="4701" y="38907"/>
                    <a:pt x="3734" y="38097"/>
                  </a:cubicBezTo>
                  <a:cubicBezTo>
                    <a:pt x="2789" y="37288"/>
                    <a:pt x="2047" y="36411"/>
                    <a:pt x="1552" y="35421"/>
                  </a:cubicBezTo>
                  <a:cubicBezTo>
                    <a:pt x="1057" y="34454"/>
                    <a:pt x="787" y="33532"/>
                    <a:pt x="765" y="32700"/>
                  </a:cubicBezTo>
                  <a:lnTo>
                    <a:pt x="4273" y="32700"/>
                  </a:lnTo>
                  <a:cubicBezTo>
                    <a:pt x="4520" y="33757"/>
                    <a:pt x="4926" y="34634"/>
                    <a:pt x="5488" y="35309"/>
                  </a:cubicBezTo>
                  <a:cubicBezTo>
                    <a:pt x="6050" y="35983"/>
                    <a:pt x="6679" y="36523"/>
                    <a:pt x="7444" y="36905"/>
                  </a:cubicBezTo>
                  <a:cubicBezTo>
                    <a:pt x="8187" y="37288"/>
                    <a:pt x="9041" y="37558"/>
                    <a:pt x="9941" y="37693"/>
                  </a:cubicBezTo>
                  <a:cubicBezTo>
                    <a:pt x="10863" y="37827"/>
                    <a:pt x="11807" y="37917"/>
                    <a:pt x="12797" y="37917"/>
                  </a:cubicBezTo>
                  <a:cubicBezTo>
                    <a:pt x="15023" y="37917"/>
                    <a:pt x="16822" y="37535"/>
                    <a:pt x="18194" y="36770"/>
                  </a:cubicBezTo>
                  <a:cubicBezTo>
                    <a:pt x="19544" y="36006"/>
                    <a:pt x="20578" y="34994"/>
                    <a:pt x="21275" y="33757"/>
                  </a:cubicBezTo>
                  <a:cubicBezTo>
                    <a:pt x="21972" y="32520"/>
                    <a:pt x="22422" y="31103"/>
                    <a:pt x="22625" y="29529"/>
                  </a:cubicBezTo>
                  <a:cubicBezTo>
                    <a:pt x="22827" y="27955"/>
                    <a:pt x="22917" y="26335"/>
                    <a:pt x="22872" y="24694"/>
                  </a:cubicBezTo>
                  <a:cubicBezTo>
                    <a:pt x="21815" y="26448"/>
                    <a:pt x="20353" y="27775"/>
                    <a:pt x="18509" y="28674"/>
                  </a:cubicBezTo>
                  <a:cubicBezTo>
                    <a:pt x="16665" y="29574"/>
                    <a:pt x="14731" y="30024"/>
                    <a:pt x="12707" y="30024"/>
                  </a:cubicBezTo>
                  <a:cubicBezTo>
                    <a:pt x="10548" y="30024"/>
                    <a:pt x="8659" y="29619"/>
                    <a:pt x="7062" y="28787"/>
                  </a:cubicBezTo>
                  <a:cubicBezTo>
                    <a:pt x="5465" y="27955"/>
                    <a:pt x="4138" y="26853"/>
                    <a:pt x="3104" y="25481"/>
                  </a:cubicBezTo>
                  <a:cubicBezTo>
                    <a:pt x="2069" y="24109"/>
                    <a:pt x="1282" y="22512"/>
                    <a:pt x="765" y="20668"/>
                  </a:cubicBezTo>
                  <a:cubicBezTo>
                    <a:pt x="248" y="18846"/>
                    <a:pt x="0" y="16935"/>
                    <a:pt x="0" y="14956"/>
                  </a:cubicBezTo>
                  <a:cubicBezTo>
                    <a:pt x="0" y="12864"/>
                    <a:pt x="248" y="10907"/>
                    <a:pt x="720" y="9063"/>
                  </a:cubicBezTo>
                  <a:cubicBezTo>
                    <a:pt x="1192" y="7242"/>
                    <a:pt x="1957" y="5645"/>
                    <a:pt x="2991" y="4318"/>
                  </a:cubicBezTo>
                  <a:cubicBezTo>
                    <a:pt x="4026" y="2991"/>
                    <a:pt x="5353" y="1934"/>
                    <a:pt x="6972" y="1147"/>
                  </a:cubicBezTo>
                  <a:cubicBezTo>
                    <a:pt x="8591" y="382"/>
                    <a:pt x="10548" y="0"/>
                    <a:pt x="12864" y="0"/>
                  </a:cubicBezTo>
                  <a:cubicBezTo>
                    <a:pt x="13786" y="0"/>
                    <a:pt x="14708" y="135"/>
                    <a:pt x="15675" y="382"/>
                  </a:cubicBezTo>
                  <a:cubicBezTo>
                    <a:pt x="16620" y="630"/>
                    <a:pt x="17542" y="1012"/>
                    <a:pt x="18442" y="1484"/>
                  </a:cubicBezTo>
                  <a:cubicBezTo>
                    <a:pt x="19341" y="1957"/>
                    <a:pt x="20173" y="2564"/>
                    <a:pt x="20915" y="3306"/>
                  </a:cubicBezTo>
                  <a:cubicBezTo>
                    <a:pt x="21658" y="4048"/>
                    <a:pt x="22288" y="4858"/>
                    <a:pt x="22760" y="5780"/>
                  </a:cubicBezTo>
                  <a:lnTo>
                    <a:pt x="22872" y="5780"/>
                  </a:lnTo>
                  <a:lnTo>
                    <a:pt x="22872" y="765"/>
                  </a:lnTo>
                  <a:lnTo>
                    <a:pt x="22872" y="765"/>
                  </a:lnTo>
                  <a:close/>
                  <a:moveTo>
                    <a:pt x="22895" y="15091"/>
                  </a:moveTo>
                  <a:cubicBezTo>
                    <a:pt x="22895" y="13359"/>
                    <a:pt x="22692" y="11762"/>
                    <a:pt x="22265" y="10278"/>
                  </a:cubicBezTo>
                  <a:cubicBezTo>
                    <a:pt x="21837" y="8793"/>
                    <a:pt x="21231" y="7512"/>
                    <a:pt x="20421" y="6432"/>
                  </a:cubicBezTo>
                  <a:cubicBezTo>
                    <a:pt x="19611" y="5353"/>
                    <a:pt x="18599" y="4498"/>
                    <a:pt x="17407" y="3868"/>
                  </a:cubicBezTo>
                  <a:cubicBezTo>
                    <a:pt x="16193" y="3239"/>
                    <a:pt x="14821" y="2924"/>
                    <a:pt x="13292" y="2924"/>
                  </a:cubicBezTo>
                  <a:cubicBezTo>
                    <a:pt x="11897" y="2924"/>
                    <a:pt x="10615" y="3171"/>
                    <a:pt x="9446" y="3666"/>
                  </a:cubicBezTo>
                  <a:cubicBezTo>
                    <a:pt x="8277" y="4161"/>
                    <a:pt x="7242" y="4880"/>
                    <a:pt x="6365" y="5847"/>
                  </a:cubicBezTo>
                  <a:cubicBezTo>
                    <a:pt x="5488" y="6792"/>
                    <a:pt x="4791" y="7961"/>
                    <a:pt x="4296" y="9333"/>
                  </a:cubicBezTo>
                  <a:cubicBezTo>
                    <a:pt x="3801" y="10705"/>
                    <a:pt x="3554" y="12302"/>
                    <a:pt x="3554" y="14078"/>
                  </a:cubicBezTo>
                  <a:cubicBezTo>
                    <a:pt x="3486" y="15878"/>
                    <a:pt x="3621" y="17542"/>
                    <a:pt x="4003" y="19116"/>
                  </a:cubicBezTo>
                  <a:cubicBezTo>
                    <a:pt x="4363" y="20668"/>
                    <a:pt x="4948" y="22040"/>
                    <a:pt x="5757" y="23209"/>
                  </a:cubicBezTo>
                  <a:cubicBezTo>
                    <a:pt x="6567" y="24379"/>
                    <a:pt x="7579" y="25301"/>
                    <a:pt x="8839" y="25975"/>
                  </a:cubicBezTo>
                  <a:cubicBezTo>
                    <a:pt x="10075" y="26650"/>
                    <a:pt x="11560" y="26988"/>
                    <a:pt x="13292" y="26988"/>
                  </a:cubicBezTo>
                  <a:cubicBezTo>
                    <a:pt x="14798" y="26988"/>
                    <a:pt x="16148" y="26673"/>
                    <a:pt x="17339" y="26020"/>
                  </a:cubicBezTo>
                  <a:cubicBezTo>
                    <a:pt x="18531" y="25368"/>
                    <a:pt x="19544" y="24514"/>
                    <a:pt x="20376" y="23434"/>
                  </a:cubicBezTo>
                  <a:cubicBezTo>
                    <a:pt x="21208" y="22355"/>
                    <a:pt x="21837" y="21095"/>
                    <a:pt x="22265" y="19633"/>
                  </a:cubicBezTo>
                  <a:cubicBezTo>
                    <a:pt x="22715" y="18194"/>
                    <a:pt x="22917" y="16665"/>
                    <a:pt x="22917" y="15046"/>
                  </a:cubicBezTo>
                  <a:lnTo>
                    <a:pt x="22917" y="15091"/>
                  </a:lnTo>
                  <a:close/>
                </a:path>
              </a:pathLst>
            </a:custGeom>
            <a:solidFill>
              <a:srgbClr val="010101"/>
            </a:solidFill>
            <a:ln w="2249" cap="flat">
              <a:noFill/>
              <a:prstDash val="solid"/>
              <a:miter/>
            </a:ln>
          </p:spPr>
          <p:txBody>
            <a:bodyPr rtlCol="0" anchor="ctr"/>
            <a:lstStyle/>
            <a:p>
              <a:endParaRPr lang="en-US"/>
            </a:p>
          </p:txBody>
        </p:sp>
        <p:sp>
          <p:nvSpPr>
            <p:cNvPr id="5125" name="Freeform 5124">
              <a:extLst>
                <a:ext uri="{FF2B5EF4-FFF2-40B4-BE49-F238E27FC236}">
                  <a16:creationId xmlns:a16="http://schemas.microsoft.com/office/drawing/2014/main" id="{BA45656C-C913-69A3-FD55-EBADD8ACB7D3}"/>
                </a:ext>
              </a:extLst>
            </p:cNvPr>
            <p:cNvSpPr/>
            <p:nvPr/>
          </p:nvSpPr>
          <p:spPr>
            <a:xfrm>
              <a:off x="7660263" y="2453834"/>
              <a:ext cx="4025" cy="4835"/>
            </a:xfrm>
            <a:custGeom>
              <a:avLst/>
              <a:gdLst>
                <a:gd name="connsiteX0" fmla="*/ 0 w 4025"/>
                <a:gd name="connsiteY0" fmla="*/ 4835 h 4835"/>
                <a:gd name="connsiteX1" fmla="*/ 0 w 4025"/>
                <a:gd name="connsiteY1" fmla="*/ 0 h 4835"/>
                <a:gd name="connsiteX2" fmla="*/ 4026 w 4025"/>
                <a:gd name="connsiteY2" fmla="*/ 0 h 4835"/>
                <a:gd name="connsiteX3" fmla="*/ 4026 w 4025"/>
                <a:gd name="connsiteY3" fmla="*/ 4835 h 4835"/>
                <a:gd name="connsiteX4" fmla="*/ 0 w 4025"/>
                <a:gd name="connsiteY4" fmla="*/ 4835 h 48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25" h="4835">
                  <a:moveTo>
                    <a:pt x="0" y="4835"/>
                  </a:moveTo>
                  <a:lnTo>
                    <a:pt x="0" y="0"/>
                  </a:lnTo>
                  <a:lnTo>
                    <a:pt x="4026" y="0"/>
                  </a:lnTo>
                  <a:lnTo>
                    <a:pt x="4026" y="4835"/>
                  </a:lnTo>
                  <a:lnTo>
                    <a:pt x="0" y="4835"/>
                  </a:lnTo>
                  <a:close/>
                </a:path>
              </a:pathLst>
            </a:custGeom>
            <a:solidFill>
              <a:srgbClr val="010101"/>
            </a:solidFill>
            <a:ln w="2249" cap="flat">
              <a:noFill/>
              <a:prstDash val="solid"/>
              <a:miter/>
            </a:ln>
          </p:spPr>
          <p:txBody>
            <a:bodyPr rtlCol="0" anchor="ctr"/>
            <a:lstStyle/>
            <a:p>
              <a:endParaRPr lang="en-US"/>
            </a:p>
          </p:txBody>
        </p:sp>
        <p:sp>
          <p:nvSpPr>
            <p:cNvPr id="5126" name="Freeform 5125">
              <a:extLst>
                <a:ext uri="{FF2B5EF4-FFF2-40B4-BE49-F238E27FC236}">
                  <a16:creationId xmlns:a16="http://schemas.microsoft.com/office/drawing/2014/main" id="{8057B86A-B70C-B452-824C-4870639BF535}"/>
                </a:ext>
              </a:extLst>
            </p:cNvPr>
            <p:cNvSpPr/>
            <p:nvPr/>
          </p:nvSpPr>
          <p:spPr>
            <a:xfrm>
              <a:off x="7687768" y="2429433"/>
              <a:ext cx="25345" cy="30023"/>
            </a:xfrm>
            <a:custGeom>
              <a:avLst/>
              <a:gdLst>
                <a:gd name="connsiteX0" fmla="*/ 21568 w 25345"/>
                <a:gd name="connsiteY0" fmla="*/ 9715 h 30023"/>
                <a:gd name="connsiteX1" fmla="*/ 18531 w 25345"/>
                <a:gd name="connsiteY1" fmla="*/ 4745 h 30023"/>
                <a:gd name="connsiteX2" fmla="*/ 13089 w 25345"/>
                <a:gd name="connsiteY2" fmla="*/ 2969 h 30023"/>
                <a:gd name="connsiteX3" fmla="*/ 8749 w 25345"/>
                <a:gd name="connsiteY3" fmla="*/ 4003 h 30023"/>
                <a:gd name="connsiteX4" fmla="*/ 5780 w 25345"/>
                <a:gd name="connsiteY4" fmla="*/ 6769 h 30023"/>
                <a:gd name="connsiteX5" fmla="*/ 4071 w 25345"/>
                <a:gd name="connsiteY5" fmla="*/ 10683 h 30023"/>
                <a:gd name="connsiteX6" fmla="*/ 3509 w 25345"/>
                <a:gd name="connsiteY6" fmla="*/ 15046 h 30023"/>
                <a:gd name="connsiteX7" fmla="*/ 4026 w 25345"/>
                <a:gd name="connsiteY7" fmla="*/ 19453 h 30023"/>
                <a:gd name="connsiteX8" fmla="*/ 5712 w 25345"/>
                <a:gd name="connsiteY8" fmla="*/ 23299 h 30023"/>
                <a:gd name="connsiteX9" fmla="*/ 8681 w 25345"/>
                <a:gd name="connsiteY9" fmla="*/ 26020 h 30023"/>
                <a:gd name="connsiteX10" fmla="*/ 13089 w 25345"/>
                <a:gd name="connsiteY10" fmla="*/ 27032 h 30023"/>
                <a:gd name="connsiteX11" fmla="*/ 19004 w 25345"/>
                <a:gd name="connsiteY11" fmla="*/ 25008 h 30023"/>
                <a:gd name="connsiteX12" fmla="*/ 21837 w 25345"/>
                <a:gd name="connsiteY12" fmla="*/ 19409 h 30023"/>
                <a:gd name="connsiteX13" fmla="*/ 25346 w 25345"/>
                <a:gd name="connsiteY13" fmla="*/ 19409 h 30023"/>
                <a:gd name="connsiteX14" fmla="*/ 23951 w 25345"/>
                <a:gd name="connsiteY14" fmla="*/ 23727 h 30023"/>
                <a:gd name="connsiteX15" fmla="*/ 21478 w 25345"/>
                <a:gd name="connsiteY15" fmla="*/ 27077 h 30023"/>
                <a:gd name="connsiteX16" fmla="*/ 17879 w 25345"/>
                <a:gd name="connsiteY16" fmla="*/ 29259 h 30023"/>
                <a:gd name="connsiteX17" fmla="*/ 13089 w 25345"/>
                <a:gd name="connsiteY17" fmla="*/ 30024 h 30023"/>
                <a:gd name="connsiteX18" fmla="*/ 7197 w 25345"/>
                <a:gd name="connsiteY18" fmla="*/ 28877 h 30023"/>
                <a:gd name="connsiteX19" fmla="*/ 3126 w 25345"/>
                <a:gd name="connsiteY19" fmla="*/ 25706 h 30023"/>
                <a:gd name="connsiteX20" fmla="*/ 765 w 25345"/>
                <a:gd name="connsiteY20" fmla="*/ 20960 h 30023"/>
                <a:gd name="connsiteX21" fmla="*/ 0 w 25345"/>
                <a:gd name="connsiteY21" fmla="*/ 15068 h 30023"/>
                <a:gd name="connsiteX22" fmla="*/ 855 w 25345"/>
                <a:gd name="connsiteY22" fmla="*/ 9378 h 30023"/>
                <a:gd name="connsiteX23" fmla="*/ 3351 w 25345"/>
                <a:gd name="connsiteY23" fmla="*/ 4565 h 30023"/>
                <a:gd name="connsiteX24" fmla="*/ 7444 w 25345"/>
                <a:gd name="connsiteY24" fmla="*/ 1237 h 30023"/>
                <a:gd name="connsiteX25" fmla="*/ 13089 w 25345"/>
                <a:gd name="connsiteY25" fmla="*/ 0 h 30023"/>
                <a:gd name="connsiteX26" fmla="*/ 21096 w 25345"/>
                <a:gd name="connsiteY26" fmla="*/ 2361 h 30023"/>
                <a:gd name="connsiteX27" fmla="*/ 24919 w 25345"/>
                <a:gd name="connsiteY27" fmla="*/ 9738 h 30023"/>
                <a:gd name="connsiteX28" fmla="*/ 21568 w 25345"/>
                <a:gd name="connsiteY28" fmla="*/ 9738 h 30023"/>
                <a:gd name="connsiteX29" fmla="*/ 21568 w 25345"/>
                <a:gd name="connsiteY29" fmla="*/ 9738 h 30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5345" h="30023">
                  <a:moveTo>
                    <a:pt x="21568" y="9715"/>
                  </a:moveTo>
                  <a:cubicBezTo>
                    <a:pt x="20983" y="7601"/>
                    <a:pt x="19971" y="5937"/>
                    <a:pt x="18531" y="4745"/>
                  </a:cubicBezTo>
                  <a:cubicBezTo>
                    <a:pt x="17092" y="3553"/>
                    <a:pt x="15293" y="2969"/>
                    <a:pt x="13089" y="2969"/>
                  </a:cubicBezTo>
                  <a:cubicBezTo>
                    <a:pt x="11402" y="2969"/>
                    <a:pt x="9963" y="3328"/>
                    <a:pt x="8749" y="4003"/>
                  </a:cubicBezTo>
                  <a:cubicBezTo>
                    <a:pt x="7534" y="4700"/>
                    <a:pt x="6544" y="5622"/>
                    <a:pt x="5780" y="6769"/>
                  </a:cubicBezTo>
                  <a:cubicBezTo>
                    <a:pt x="5015" y="7916"/>
                    <a:pt x="4430" y="9221"/>
                    <a:pt x="4071" y="10683"/>
                  </a:cubicBezTo>
                  <a:cubicBezTo>
                    <a:pt x="3711" y="12122"/>
                    <a:pt x="3509" y="13584"/>
                    <a:pt x="3509" y="15046"/>
                  </a:cubicBezTo>
                  <a:cubicBezTo>
                    <a:pt x="3509" y="16507"/>
                    <a:pt x="3689" y="18014"/>
                    <a:pt x="4026" y="19453"/>
                  </a:cubicBezTo>
                  <a:cubicBezTo>
                    <a:pt x="4363" y="20893"/>
                    <a:pt x="4925" y="22175"/>
                    <a:pt x="5712" y="23299"/>
                  </a:cubicBezTo>
                  <a:cubicBezTo>
                    <a:pt x="6477" y="24446"/>
                    <a:pt x="7467" y="25346"/>
                    <a:pt x="8681" y="26020"/>
                  </a:cubicBezTo>
                  <a:cubicBezTo>
                    <a:pt x="9895" y="26695"/>
                    <a:pt x="11357" y="27032"/>
                    <a:pt x="13089" y="27032"/>
                  </a:cubicBezTo>
                  <a:cubicBezTo>
                    <a:pt x="15540" y="27032"/>
                    <a:pt x="17519" y="26358"/>
                    <a:pt x="19004" y="25008"/>
                  </a:cubicBezTo>
                  <a:cubicBezTo>
                    <a:pt x="20488" y="23659"/>
                    <a:pt x="21433" y="21792"/>
                    <a:pt x="21837" y="19409"/>
                  </a:cubicBezTo>
                  <a:lnTo>
                    <a:pt x="25346" y="19409"/>
                  </a:lnTo>
                  <a:cubicBezTo>
                    <a:pt x="25054" y="20983"/>
                    <a:pt x="24581" y="22422"/>
                    <a:pt x="23951" y="23727"/>
                  </a:cubicBezTo>
                  <a:cubicBezTo>
                    <a:pt x="23299" y="25031"/>
                    <a:pt x="22490" y="26155"/>
                    <a:pt x="21478" y="27077"/>
                  </a:cubicBezTo>
                  <a:cubicBezTo>
                    <a:pt x="20466" y="28000"/>
                    <a:pt x="19274" y="28742"/>
                    <a:pt x="17879" y="29259"/>
                  </a:cubicBezTo>
                  <a:cubicBezTo>
                    <a:pt x="16485" y="29776"/>
                    <a:pt x="14888" y="30024"/>
                    <a:pt x="13089" y="30024"/>
                  </a:cubicBezTo>
                  <a:cubicBezTo>
                    <a:pt x="10818" y="30024"/>
                    <a:pt x="8861" y="29641"/>
                    <a:pt x="7197" y="28877"/>
                  </a:cubicBezTo>
                  <a:cubicBezTo>
                    <a:pt x="5555" y="28112"/>
                    <a:pt x="4183" y="27055"/>
                    <a:pt x="3126" y="25706"/>
                  </a:cubicBezTo>
                  <a:cubicBezTo>
                    <a:pt x="2069" y="24379"/>
                    <a:pt x="1282" y="22782"/>
                    <a:pt x="765" y="20960"/>
                  </a:cubicBezTo>
                  <a:cubicBezTo>
                    <a:pt x="248" y="19139"/>
                    <a:pt x="0" y="17160"/>
                    <a:pt x="0" y="15068"/>
                  </a:cubicBezTo>
                  <a:cubicBezTo>
                    <a:pt x="0" y="13089"/>
                    <a:pt x="293" y="11200"/>
                    <a:pt x="855" y="9378"/>
                  </a:cubicBezTo>
                  <a:cubicBezTo>
                    <a:pt x="1417" y="7557"/>
                    <a:pt x="2249" y="5960"/>
                    <a:pt x="3351" y="4565"/>
                  </a:cubicBezTo>
                  <a:cubicBezTo>
                    <a:pt x="4453" y="3171"/>
                    <a:pt x="5825" y="2069"/>
                    <a:pt x="7444" y="1237"/>
                  </a:cubicBezTo>
                  <a:cubicBezTo>
                    <a:pt x="9086" y="405"/>
                    <a:pt x="10953" y="0"/>
                    <a:pt x="13089" y="0"/>
                  </a:cubicBezTo>
                  <a:cubicBezTo>
                    <a:pt x="16395" y="0"/>
                    <a:pt x="19049" y="787"/>
                    <a:pt x="21096" y="2361"/>
                  </a:cubicBezTo>
                  <a:cubicBezTo>
                    <a:pt x="23119" y="3936"/>
                    <a:pt x="24401" y="6387"/>
                    <a:pt x="24919" y="9738"/>
                  </a:cubicBezTo>
                  <a:lnTo>
                    <a:pt x="21568" y="9738"/>
                  </a:lnTo>
                  <a:lnTo>
                    <a:pt x="21568" y="9738"/>
                  </a:lnTo>
                  <a:close/>
                </a:path>
              </a:pathLst>
            </a:custGeom>
            <a:solidFill>
              <a:srgbClr val="010101"/>
            </a:solidFill>
            <a:ln w="2249" cap="flat">
              <a:noFill/>
              <a:prstDash val="solid"/>
              <a:miter/>
            </a:ln>
          </p:spPr>
          <p:txBody>
            <a:bodyPr rtlCol="0" anchor="ctr"/>
            <a:lstStyle/>
            <a:p>
              <a:endParaRPr lang="en-US"/>
            </a:p>
          </p:txBody>
        </p:sp>
        <p:sp>
          <p:nvSpPr>
            <p:cNvPr id="5127" name="Freeform 5126">
              <a:extLst>
                <a:ext uri="{FF2B5EF4-FFF2-40B4-BE49-F238E27FC236}">
                  <a16:creationId xmlns:a16="http://schemas.microsoft.com/office/drawing/2014/main" id="{0C1ECA7D-91CD-6476-B3B7-BC30A172D935}"/>
                </a:ext>
              </a:extLst>
            </p:cNvPr>
            <p:cNvSpPr/>
            <p:nvPr/>
          </p:nvSpPr>
          <p:spPr>
            <a:xfrm>
              <a:off x="7720220" y="2419088"/>
              <a:ext cx="3305" cy="39581"/>
            </a:xfrm>
            <a:custGeom>
              <a:avLst/>
              <a:gdLst>
                <a:gd name="connsiteX0" fmla="*/ 0 w 3305"/>
                <a:gd name="connsiteY0" fmla="*/ 39582 h 39581"/>
                <a:gd name="connsiteX1" fmla="*/ 0 w 3305"/>
                <a:gd name="connsiteY1" fmla="*/ 0 h 39581"/>
                <a:gd name="connsiteX2" fmla="*/ 3306 w 3305"/>
                <a:gd name="connsiteY2" fmla="*/ 0 h 39581"/>
                <a:gd name="connsiteX3" fmla="*/ 3306 w 3305"/>
                <a:gd name="connsiteY3" fmla="*/ 39582 h 39581"/>
                <a:gd name="connsiteX4" fmla="*/ 0 w 3305"/>
                <a:gd name="connsiteY4" fmla="*/ 39582 h 39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05" h="39581">
                  <a:moveTo>
                    <a:pt x="0" y="39582"/>
                  </a:moveTo>
                  <a:lnTo>
                    <a:pt x="0" y="0"/>
                  </a:lnTo>
                  <a:lnTo>
                    <a:pt x="3306" y="0"/>
                  </a:lnTo>
                  <a:lnTo>
                    <a:pt x="3306" y="39582"/>
                  </a:lnTo>
                  <a:lnTo>
                    <a:pt x="0" y="39582"/>
                  </a:lnTo>
                  <a:close/>
                </a:path>
              </a:pathLst>
            </a:custGeom>
            <a:solidFill>
              <a:srgbClr val="010101"/>
            </a:solidFill>
            <a:ln w="2249" cap="flat">
              <a:noFill/>
              <a:prstDash val="solid"/>
              <a:miter/>
            </a:ln>
          </p:spPr>
          <p:txBody>
            <a:bodyPr rtlCol="0" anchor="ctr"/>
            <a:lstStyle/>
            <a:p>
              <a:endParaRPr lang="en-US"/>
            </a:p>
          </p:txBody>
        </p:sp>
        <p:sp>
          <p:nvSpPr>
            <p:cNvPr id="5128" name="Freeform 5127">
              <a:extLst>
                <a:ext uri="{FF2B5EF4-FFF2-40B4-BE49-F238E27FC236}">
                  <a16:creationId xmlns:a16="http://schemas.microsoft.com/office/drawing/2014/main" id="{E601DAC1-6C3E-569D-6BF2-920C3D508341}"/>
                </a:ext>
              </a:extLst>
            </p:cNvPr>
            <p:cNvSpPr/>
            <p:nvPr/>
          </p:nvSpPr>
          <p:spPr>
            <a:xfrm>
              <a:off x="7731938" y="2430198"/>
              <a:ext cx="22601" cy="29258"/>
            </a:xfrm>
            <a:custGeom>
              <a:avLst/>
              <a:gdLst>
                <a:gd name="connsiteX0" fmla="*/ 19296 w 22601"/>
                <a:gd name="connsiteY0" fmla="*/ 0 h 29258"/>
                <a:gd name="connsiteX1" fmla="*/ 22602 w 22601"/>
                <a:gd name="connsiteY1" fmla="*/ 0 h 29258"/>
                <a:gd name="connsiteX2" fmla="*/ 22602 w 22601"/>
                <a:gd name="connsiteY2" fmla="*/ 28494 h 29258"/>
                <a:gd name="connsiteX3" fmla="*/ 19296 w 22601"/>
                <a:gd name="connsiteY3" fmla="*/ 28494 h 29258"/>
                <a:gd name="connsiteX4" fmla="*/ 19296 w 22601"/>
                <a:gd name="connsiteY4" fmla="*/ 24536 h 29258"/>
                <a:gd name="connsiteX5" fmla="*/ 17812 w 22601"/>
                <a:gd name="connsiteY5" fmla="*/ 26133 h 29258"/>
                <a:gd name="connsiteX6" fmla="*/ 15922 w 22601"/>
                <a:gd name="connsiteY6" fmla="*/ 27640 h 29258"/>
                <a:gd name="connsiteX7" fmla="*/ 13426 w 22601"/>
                <a:gd name="connsiteY7" fmla="*/ 28787 h 29258"/>
                <a:gd name="connsiteX8" fmla="*/ 10120 w 22601"/>
                <a:gd name="connsiteY8" fmla="*/ 29259 h 29258"/>
                <a:gd name="connsiteX9" fmla="*/ 5330 w 22601"/>
                <a:gd name="connsiteY9" fmla="*/ 28472 h 29258"/>
                <a:gd name="connsiteX10" fmla="*/ 2226 w 22601"/>
                <a:gd name="connsiteY10" fmla="*/ 26245 h 29258"/>
                <a:gd name="connsiteX11" fmla="*/ 517 w 22601"/>
                <a:gd name="connsiteY11" fmla="*/ 22917 h 29258"/>
                <a:gd name="connsiteX12" fmla="*/ 0 w 22601"/>
                <a:gd name="connsiteY12" fmla="*/ 18756 h 29258"/>
                <a:gd name="connsiteX13" fmla="*/ 0 w 22601"/>
                <a:gd name="connsiteY13" fmla="*/ 0 h 29258"/>
                <a:gd name="connsiteX14" fmla="*/ 3306 w 22601"/>
                <a:gd name="connsiteY14" fmla="*/ 0 h 29258"/>
                <a:gd name="connsiteX15" fmla="*/ 3306 w 22601"/>
                <a:gd name="connsiteY15" fmla="*/ 18689 h 29258"/>
                <a:gd name="connsiteX16" fmla="*/ 5015 w 22601"/>
                <a:gd name="connsiteY16" fmla="*/ 24334 h 29258"/>
                <a:gd name="connsiteX17" fmla="*/ 10615 w 22601"/>
                <a:gd name="connsiteY17" fmla="*/ 26290 h 29258"/>
                <a:gd name="connsiteX18" fmla="*/ 14281 w 22601"/>
                <a:gd name="connsiteY18" fmla="*/ 25503 h 29258"/>
                <a:gd name="connsiteX19" fmla="*/ 17002 w 22601"/>
                <a:gd name="connsiteY19" fmla="*/ 23277 h 29258"/>
                <a:gd name="connsiteX20" fmla="*/ 18711 w 22601"/>
                <a:gd name="connsiteY20" fmla="*/ 19858 h 29258"/>
                <a:gd name="connsiteX21" fmla="*/ 19318 w 22601"/>
                <a:gd name="connsiteY21" fmla="*/ 15518 h 29258"/>
                <a:gd name="connsiteX22" fmla="*/ 19318 w 22601"/>
                <a:gd name="connsiteY22" fmla="*/ 0 h 29258"/>
                <a:gd name="connsiteX23" fmla="*/ 19296 w 22601"/>
                <a:gd name="connsiteY23" fmla="*/ 0 h 29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2601" h="29258">
                  <a:moveTo>
                    <a:pt x="19296" y="0"/>
                  </a:moveTo>
                  <a:lnTo>
                    <a:pt x="22602" y="0"/>
                  </a:lnTo>
                  <a:lnTo>
                    <a:pt x="22602" y="28494"/>
                  </a:lnTo>
                  <a:lnTo>
                    <a:pt x="19296" y="28494"/>
                  </a:lnTo>
                  <a:lnTo>
                    <a:pt x="19296" y="24536"/>
                  </a:lnTo>
                  <a:cubicBezTo>
                    <a:pt x="18846" y="25053"/>
                    <a:pt x="18351" y="25571"/>
                    <a:pt x="17812" y="26133"/>
                  </a:cubicBezTo>
                  <a:cubicBezTo>
                    <a:pt x="17272" y="26695"/>
                    <a:pt x="16620" y="27190"/>
                    <a:pt x="15922" y="27640"/>
                  </a:cubicBezTo>
                  <a:cubicBezTo>
                    <a:pt x="15202" y="28089"/>
                    <a:pt x="14371" y="28494"/>
                    <a:pt x="13426" y="28787"/>
                  </a:cubicBezTo>
                  <a:cubicBezTo>
                    <a:pt x="12481" y="29102"/>
                    <a:pt x="11379" y="29259"/>
                    <a:pt x="10120" y="29259"/>
                  </a:cubicBezTo>
                  <a:cubicBezTo>
                    <a:pt x="8208" y="29259"/>
                    <a:pt x="6612" y="28989"/>
                    <a:pt x="5330" y="28472"/>
                  </a:cubicBezTo>
                  <a:cubicBezTo>
                    <a:pt x="4048" y="27955"/>
                    <a:pt x="3013" y="27190"/>
                    <a:pt x="2226" y="26245"/>
                  </a:cubicBezTo>
                  <a:cubicBezTo>
                    <a:pt x="1439" y="25301"/>
                    <a:pt x="877" y="24176"/>
                    <a:pt x="517" y="22917"/>
                  </a:cubicBezTo>
                  <a:cubicBezTo>
                    <a:pt x="157" y="21657"/>
                    <a:pt x="0" y="20263"/>
                    <a:pt x="0" y="18756"/>
                  </a:cubicBezTo>
                  <a:lnTo>
                    <a:pt x="0" y="0"/>
                  </a:lnTo>
                  <a:lnTo>
                    <a:pt x="3306" y="0"/>
                  </a:lnTo>
                  <a:lnTo>
                    <a:pt x="3306" y="18689"/>
                  </a:lnTo>
                  <a:cubicBezTo>
                    <a:pt x="3306" y="21140"/>
                    <a:pt x="3868" y="23029"/>
                    <a:pt x="5015" y="24334"/>
                  </a:cubicBezTo>
                  <a:cubicBezTo>
                    <a:pt x="6140" y="25638"/>
                    <a:pt x="8028" y="26290"/>
                    <a:pt x="10615" y="26290"/>
                  </a:cubicBezTo>
                  <a:cubicBezTo>
                    <a:pt x="11964" y="26290"/>
                    <a:pt x="13179" y="26020"/>
                    <a:pt x="14281" y="25503"/>
                  </a:cubicBezTo>
                  <a:cubicBezTo>
                    <a:pt x="15360" y="24963"/>
                    <a:pt x="16260" y="24221"/>
                    <a:pt x="17002" y="23277"/>
                  </a:cubicBezTo>
                  <a:cubicBezTo>
                    <a:pt x="17744" y="22332"/>
                    <a:pt x="18306" y="21185"/>
                    <a:pt x="18711" y="19858"/>
                  </a:cubicBezTo>
                  <a:cubicBezTo>
                    <a:pt x="19116" y="18531"/>
                    <a:pt x="19318" y="17092"/>
                    <a:pt x="19318" y="15518"/>
                  </a:cubicBezTo>
                  <a:lnTo>
                    <a:pt x="19318" y="0"/>
                  </a:lnTo>
                  <a:lnTo>
                    <a:pt x="19296" y="0"/>
                  </a:lnTo>
                  <a:close/>
                </a:path>
              </a:pathLst>
            </a:custGeom>
            <a:solidFill>
              <a:srgbClr val="010101"/>
            </a:solidFill>
            <a:ln w="2249" cap="flat">
              <a:noFill/>
              <a:prstDash val="solid"/>
              <a:miter/>
            </a:ln>
          </p:spPr>
          <p:txBody>
            <a:bodyPr rtlCol="0" anchor="ctr"/>
            <a:lstStyle/>
            <a:p>
              <a:endParaRPr lang="en-US"/>
            </a:p>
          </p:txBody>
        </p:sp>
        <p:sp>
          <p:nvSpPr>
            <p:cNvPr id="5129" name="Freeform 5128">
              <a:extLst>
                <a:ext uri="{FF2B5EF4-FFF2-40B4-BE49-F238E27FC236}">
                  <a16:creationId xmlns:a16="http://schemas.microsoft.com/office/drawing/2014/main" id="{FE5E179C-6ED8-C8A0-61C3-8AB1F138527D}"/>
                </a:ext>
              </a:extLst>
            </p:cNvPr>
            <p:cNvSpPr/>
            <p:nvPr/>
          </p:nvSpPr>
          <p:spPr>
            <a:xfrm>
              <a:off x="7761084" y="2429411"/>
              <a:ext cx="22444" cy="30023"/>
            </a:xfrm>
            <a:custGeom>
              <a:avLst/>
              <a:gdLst>
                <a:gd name="connsiteX0" fmla="*/ 3351 w 22444"/>
                <a:gd name="connsiteY0" fmla="*/ 20353 h 30023"/>
                <a:gd name="connsiteX1" fmla="*/ 6117 w 22444"/>
                <a:gd name="connsiteY1" fmla="*/ 25548 h 30023"/>
                <a:gd name="connsiteX2" fmla="*/ 11875 w 22444"/>
                <a:gd name="connsiteY2" fmla="*/ 27055 h 30023"/>
                <a:gd name="connsiteX3" fmla="*/ 15000 w 22444"/>
                <a:gd name="connsiteY3" fmla="*/ 26605 h 30023"/>
                <a:gd name="connsiteX4" fmla="*/ 17182 w 22444"/>
                <a:gd name="connsiteY4" fmla="*/ 25413 h 30023"/>
                <a:gd name="connsiteX5" fmla="*/ 18464 w 22444"/>
                <a:gd name="connsiteY5" fmla="*/ 23727 h 30023"/>
                <a:gd name="connsiteX6" fmla="*/ 18914 w 22444"/>
                <a:gd name="connsiteY6" fmla="*/ 21747 h 30023"/>
                <a:gd name="connsiteX7" fmla="*/ 17564 w 22444"/>
                <a:gd name="connsiteY7" fmla="*/ 18644 h 30023"/>
                <a:gd name="connsiteX8" fmla="*/ 14191 w 22444"/>
                <a:gd name="connsiteY8" fmla="*/ 17047 h 30023"/>
                <a:gd name="connsiteX9" fmla="*/ 9783 w 22444"/>
                <a:gd name="connsiteY9" fmla="*/ 16058 h 30023"/>
                <a:gd name="connsiteX10" fmla="*/ 5375 w 22444"/>
                <a:gd name="connsiteY10" fmla="*/ 14821 h 30023"/>
                <a:gd name="connsiteX11" fmla="*/ 2001 w 22444"/>
                <a:gd name="connsiteY11" fmla="*/ 12459 h 30023"/>
                <a:gd name="connsiteX12" fmla="*/ 652 w 22444"/>
                <a:gd name="connsiteY12" fmla="*/ 8119 h 30023"/>
                <a:gd name="connsiteX13" fmla="*/ 3261 w 22444"/>
                <a:gd name="connsiteY13" fmla="*/ 2271 h 30023"/>
                <a:gd name="connsiteX14" fmla="*/ 10660 w 22444"/>
                <a:gd name="connsiteY14" fmla="*/ 0 h 30023"/>
                <a:gd name="connsiteX15" fmla="*/ 18171 w 22444"/>
                <a:gd name="connsiteY15" fmla="*/ 2069 h 30023"/>
                <a:gd name="connsiteX16" fmla="*/ 21657 w 22444"/>
                <a:gd name="connsiteY16" fmla="*/ 8973 h 30023"/>
                <a:gd name="connsiteX17" fmla="*/ 18306 w 22444"/>
                <a:gd name="connsiteY17" fmla="*/ 8973 h 30023"/>
                <a:gd name="connsiteX18" fmla="*/ 15810 w 22444"/>
                <a:gd name="connsiteY18" fmla="*/ 4318 h 30023"/>
                <a:gd name="connsiteX19" fmla="*/ 10615 w 22444"/>
                <a:gd name="connsiteY19" fmla="*/ 2969 h 30023"/>
                <a:gd name="connsiteX20" fmla="*/ 5824 w 22444"/>
                <a:gd name="connsiteY20" fmla="*/ 4318 h 30023"/>
                <a:gd name="connsiteX21" fmla="*/ 4183 w 22444"/>
                <a:gd name="connsiteY21" fmla="*/ 7871 h 30023"/>
                <a:gd name="connsiteX22" fmla="*/ 5532 w 22444"/>
                <a:gd name="connsiteY22" fmla="*/ 10817 h 30023"/>
                <a:gd name="connsiteX23" fmla="*/ 8906 w 22444"/>
                <a:gd name="connsiteY23" fmla="*/ 12459 h 30023"/>
                <a:gd name="connsiteX24" fmla="*/ 13314 w 22444"/>
                <a:gd name="connsiteY24" fmla="*/ 13584 h 30023"/>
                <a:gd name="connsiteX25" fmla="*/ 17722 w 22444"/>
                <a:gd name="connsiteY25" fmla="*/ 14978 h 30023"/>
                <a:gd name="connsiteX26" fmla="*/ 21095 w 22444"/>
                <a:gd name="connsiteY26" fmla="*/ 17429 h 30023"/>
                <a:gd name="connsiteX27" fmla="*/ 22445 w 22444"/>
                <a:gd name="connsiteY27" fmla="*/ 21725 h 30023"/>
                <a:gd name="connsiteX28" fmla="*/ 21567 w 22444"/>
                <a:gd name="connsiteY28" fmla="*/ 25323 h 30023"/>
                <a:gd name="connsiteX29" fmla="*/ 19139 w 22444"/>
                <a:gd name="connsiteY29" fmla="*/ 27932 h 30023"/>
                <a:gd name="connsiteX30" fmla="*/ 15473 w 22444"/>
                <a:gd name="connsiteY30" fmla="*/ 29506 h 30023"/>
                <a:gd name="connsiteX31" fmla="*/ 10817 w 22444"/>
                <a:gd name="connsiteY31" fmla="*/ 30024 h 30023"/>
                <a:gd name="connsiteX32" fmla="*/ 6342 w 22444"/>
                <a:gd name="connsiteY32" fmla="*/ 29281 h 30023"/>
                <a:gd name="connsiteX33" fmla="*/ 3013 w 22444"/>
                <a:gd name="connsiteY33" fmla="*/ 27212 h 30023"/>
                <a:gd name="connsiteX34" fmla="*/ 877 w 22444"/>
                <a:gd name="connsiteY34" fmla="*/ 24131 h 30023"/>
                <a:gd name="connsiteX35" fmla="*/ 0 w 22444"/>
                <a:gd name="connsiteY35" fmla="*/ 20331 h 30023"/>
                <a:gd name="connsiteX36" fmla="*/ 3351 w 22444"/>
                <a:gd name="connsiteY36" fmla="*/ 20331 h 30023"/>
                <a:gd name="connsiteX37" fmla="*/ 3351 w 22444"/>
                <a:gd name="connsiteY37" fmla="*/ 20331 h 30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2444" h="30023">
                  <a:moveTo>
                    <a:pt x="3351" y="20353"/>
                  </a:moveTo>
                  <a:cubicBezTo>
                    <a:pt x="3868" y="22804"/>
                    <a:pt x="4790" y="24536"/>
                    <a:pt x="6117" y="25548"/>
                  </a:cubicBezTo>
                  <a:cubicBezTo>
                    <a:pt x="7466" y="26560"/>
                    <a:pt x="9378" y="27055"/>
                    <a:pt x="11875" y="27055"/>
                  </a:cubicBezTo>
                  <a:cubicBezTo>
                    <a:pt x="13089" y="27055"/>
                    <a:pt x="14124" y="26920"/>
                    <a:pt x="15000" y="26605"/>
                  </a:cubicBezTo>
                  <a:cubicBezTo>
                    <a:pt x="15877" y="26313"/>
                    <a:pt x="16597" y="25908"/>
                    <a:pt x="17182" y="25413"/>
                  </a:cubicBezTo>
                  <a:cubicBezTo>
                    <a:pt x="17744" y="24918"/>
                    <a:pt x="18171" y="24356"/>
                    <a:pt x="18464" y="23727"/>
                  </a:cubicBezTo>
                  <a:cubicBezTo>
                    <a:pt x="18756" y="23097"/>
                    <a:pt x="18914" y="22445"/>
                    <a:pt x="18914" y="21747"/>
                  </a:cubicBezTo>
                  <a:cubicBezTo>
                    <a:pt x="18914" y="20353"/>
                    <a:pt x="18464" y="19319"/>
                    <a:pt x="17564" y="18644"/>
                  </a:cubicBezTo>
                  <a:cubicBezTo>
                    <a:pt x="16665" y="17969"/>
                    <a:pt x="15540" y="17429"/>
                    <a:pt x="14191" y="17047"/>
                  </a:cubicBezTo>
                  <a:cubicBezTo>
                    <a:pt x="12841" y="16665"/>
                    <a:pt x="11379" y="16327"/>
                    <a:pt x="9783" y="16058"/>
                  </a:cubicBezTo>
                  <a:cubicBezTo>
                    <a:pt x="8208" y="15788"/>
                    <a:pt x="6747" y="15360"/>
                    <a:pt x="5375" y="14821"/>
                  </a:cubicBezTo>
                  <a:cubicBezTo>
                    <a:pt x="4026" y="14281"/>
                    <a:pt x="2901" y="13494"/>
                    <a:pt x="2001" y="12459"/>
                  </a:cubicBezTo>
                  <a:cubicBezTo>
                    <a:pt x="1102" y="11425"/>
                    <a:pt x="652" y="9985"/>
                    <a:pt x="652" y="8119"/>
                  </a:cubicBezTo>
                  <a:cubicBezTo>
                    <a:pt x="652" y="5735"/>
                    <a:pt x="1529" y="3778"/>
                    <a:pt x="3261" y="2271"/>
                  </a:cubicBezTo>
                  <a:cubicBezTo>
                    <a:pt x="4993" y="742"/>
                    <a:pt x="7466" y="0"/>
                    <a:pt x="10660" y="0"/>
                  </a:cubicBezTo>
                  <a:cubicBezTo>
                    <a:pt x="13853" y="0"/>
                    <a:pt x="16237" y="697"/>
                    <a:pt x="18171" y="2069"/>
                  </a:cubicBezTo>
                  <a:cubicBezTo>
                    <a:pt x="20106" y="3441"/>
                    <a:pt x="21253" y="5735"/>
                    <a:pt x="21657" y="8973"/>
                  </a:cubicBezTo>
                  <a:lnTo>
                    <a:pt x="18306" y="8973"/>
                  </a:lnTo>
                  <a:cubicBezTo>
                    <a:pt x="18014" y="6769"/>
                    <a:pt x="17182" y="5218"/>
                    <a:pt x="15810" y="4318"/>
                  </a:cubicBezTo>
                  <a:cubicBezTo>
                    <a:pt x="14438" y="3418"/>
                    <a:pt x="12706" y="2969"/>
                    <a:pt x="10615" y="2969"/>
                  </a:cubicBezTo>
                  <a:cubicBezTo>
                    <a:pt x="8524" y="2969"/>
                    <a:pt x="6926" y="3418"/>
                    <a:pt x="5824" y="4318"/>
                  </a:cubicBezTo>
                  <a:cubicBezTo>
                    <a:pt x="4722" y="5218"/>
                    <a:pt x="4183" y="6410"/>
                    <a:pt x="4183" y="7871"/>
                  </a:cubicBezTo>
                  <a:cubicBezTo>
                    <a:pt x="4183" y="9153"/>
                    <a:pt x="4632" y="10143"/>
                    <a:pt x="5532" y="10817"/>
                  </a:cubicBezTo>
                  <a:cubicBezTo>
                    <a:pt x="6432" y="11492"/>
                    <a:pt x="7556" y="12054"/>
                    <a:pt x="8906" y="12459"/>
                  </a:cubicBezTo>
                  <a:cubicBezTo>
                    <a:pt x="10255" y="12887"/>
                    <a:pt x="11717" y="13246"/>
                    <a:pt x="13314" y="13584"/>
                  </a:cubicBezTo>
                  <a:cubicBezTo>
                    <a:pt x="14888" y="13921"/>
                    <a:pt x="16350" y="14371"/>
                    <a:pt x="17722" y="14978"/>
                  </a:cubicBezTo>
                  <a:cubicBezTo>
                    <a:pt x="19071" y="15585"/>
                    <a:pt x="20196" y="16395"/>
                    <a:pt x="21095" y="17429"/>
                  </a:cubicBezTo>
                  <a:cubicBezTo>
                    <a:pt x="21995" y="18464"/>
                    <a:pt x="22445" y="19881"/>
                    <a:pt x="22445" y="21725"/>
                  </a:cubicBezTo>
                  <a:cubicBezTo>
                    <a:pt x="22445" y="23074"/>
                    <a:pt x="22152" y="24289"/>
                    <a:pt x="21567" y="25323"/>
                  </a:cubicBezTo>
                  <a:cubicBezTo>
                    <a:pt x="20982" y="26358"/>
                    <a:pt x="20173" y="27235"/>
                    <a:pt x="19139" y="27932"/>
                  </a:cubicBezTo>
                  <a:cubicBezTo>
                    <a:pt x="18104" y="28629"/>
                    <a:pt x="16890" y="29146"/>
                    <a:pt x="15473" y="29506"/>
                  </a:cubicBezTo>
                  <a:cubicBezTo>
                    <a:pt x="14056" y="29844"/>
                    <a:pt x="12504" y="30024"/>
                    <a:pt x="10817" y="30024"/>
                  </a:cubicBezTo>
                  <a:cubicBezTo>
                    <a:pt x="9130" y="30024"/>
                    <a:pt x="7646" y="29776"/>
                    <a:pt x="6342" y="29281"/>
                  </a:cubicBezTo>
                  <a:cubicBezTo>
                    <a:pt x="5038" y="28787"/>
                    <a:pt x="3936" y="28089"/>
                    <a:pt x="3013" y="27212"/>
                  </a:cubicBezTo>
                  <a:cubicBezTo>
                    <a:pt x="2091" y="26335"/>
                    <a:pt x="1372" y="25301"/>
                    <a:pt x="877" y="24131"/>
                  </a:cubicBezTo>
                  <a:cubicBezTo>
                    <a:pt x="360" y="22962"/>
                    <a:pt x="68" y="21702"/>
                    <a:pt x="0" y="20331"/>
                  </a:cubicBezTo>
                  <a:lnTo>
                    <a:pt x="3351" y="20331"/>
                  </a:lnTo>
                  <a:lnTo>
                    <a:pt x="3351" y="20331"/>
                  </a:lnTo>
                  <a:close/>
                </a:path>
              </a:pathLst>
            </a:custGeom>
            <a:solidFill>
              <a:srgbClr val="010101"/>
            </a:solidFill>
            <a:ln w="2249" cap="flat">
              <a:noFill/>
              <a:prstDash val="solid"/>
              <a:miter/>
            </a:ln>
          </p:spPr>
          <p:txBody>
            <a:bodyPr rtlCol="0" anchor="ctr"/>
            <a:lstStyle/>
            <a:p>
              <a:endParaRPr lang="en-US"/>
            </a:p>
          </p:txBody>
        </p:sp>
        <p:sp>
          <p:nvSpPr>
            <p:cNvPr id="5130" name="Freeform 5129">
              <a:extLst>
                <a:ext uri="{FF2B5EF4-FFF2-40B4-BE49-F238E27FC236}">
                  <a16:creationId xmlns:a16="http://schemas.microsoft.com/office/drawing/2014/main" id="{30DC15B0-3C85-AD1A-A59A-D2E10243DCEB}"/>
                </a:ext>
              </a:extLst>
            </p:cNvPr>
            <p:cNvSpPr/>
            <p:nvPr/>
          </p:nvSpPr>
          <p:spPr>
            <a:xfrm>
              <a:off x="7787127" y="2422259"/>
              <a:ext cx="12886" cy="37175"/>
            </a:xfrm>
            <a:custGeom>
              <a:avLst/>
              <a:gdLst>
                <a:gd name="connsiteX0" fmla="*/ 12864 w 12886"/>
                <a:gd name="connsiteY0" fmla="*/ 36523 h 37175"/>
                <a:gd name="connsiteX1" fmla="*/ 11267 w 12886"/>
                <a:gd name="connsiteY1" fmla="*/ 36905 h 37175"/>
                <a:gd name="connsiteX2" fmla="*/ 9063 w 12886"/>
                <a:gd name="connsiteY2" fmla="*/ 37175 h 37175"/>
                <a:gd name="connsiteX3" fmla="*/ 5308 w 12886"/>
                <a:gd name="connsiteY3" fmla="*/ 35938 h 37175"/>
                <a:gd name="connsiteX4" fmla="*/ 4026 w 12886"/>
                <a:gd name="connsiteY4" fmla="*/ 31508 h 37175"/>
                <a:gd name="connsiteX5" fmla="*/ 4026 w 12886"/>
                <a:gd name="connsiteY5" fmla="*/ 10660 h 37175"/>
                <a:gd name="connsiteX6" fmla="*/ 0 w 12886"/>
                <a:gd name="connsiteY6" fmla="*/ 10660 h 37175"/>
                <a:gd name="connsiteX7" fmla="*/ 0 w 12886"/>
                <a:gd name="connsiteY7" fmla="*/ 7916 h 37175"/>
                <a:gd name="connsiteX8" fmla="*/ 4026 w 12886"/>
                <a:gd name="connsiteY8" fmla="*/ 7916 h 37175"/>
                <a:gd name="connsiteX9" fmla="*/ 4026 w 12886"/>
                <a:gd name="connsiteY9" fmla="*/ 0 h 37175"/>
                <a:gd name="connsiteX10" fmla="*/ 7332 w 12886"/>
                <a:gd name="connsiteY10" fmla="*/ 0 h 37175"/>
                <a:gd name="connsiteX11" fmla="*/ 7332 w 12886"/>
                <a:gd name="connsiteY11" fmla="*/ 7916 h 37175"/>
                <a:gd name="connsiteX12" fmla="*/ 12662 w 12886"/>
                <a:gd name="connsiteY12" fmla="*/ 7916 h 37175"/>
                <a:gd name="connsiteX13" fmla="*/ 12662 w 12886"/>
                <a:gd name="connsiteY13" fmla="*/ 10660 h 37175"/>
                <a:gd name="connsiteX14" fmla="*/ 7332 w 12886"/>
                <a:gd name="connsiteY14" fmla="*/ 10660 h 37175"/>
                <a:gd name="connsiteX15" fmla="*/ 7332 w 12886"/>
                <a:gd name="connsiteY15" fmla="*/ 30181 h 37175"/>
                <a:gd name="connsiteX16" fmla="*/ 7377 w 12886"/>
                <a:gd name="connsiteY16" fmla="*/ 32003 h 37175"/>
                <a:gd name="connsiteX17" fmla="*/ 7714 w 12886"/>
                <a:gd name="connsiteY17" fmla="*/ 33262 h 37175"/>
                <a:gd name="connsiteX18" fmla="*/ 8569 w 12886"/>
                <a:gd name="connsiteY18" fmla="*/ 33982 h 37175"/>
                <a:gd name="connsiteX19" fmla="*/ 10188 w 12886"/>
                <a:gd name="connsiteY19" fmla="*/ 34207 h 37175"/>
                <a:gd name="connsiteX20" fmla="*/ 11537 w 12886"/>
                <a:gd name="connsiteY20" fmla="*/ 34094 h 37175"/>
                <a:gd name="connsiteX21" fmla="*/ 12886 w 12886"/>
                <a:gd name="connsiteY21" fmla="*/ 33824 h 37175"/>
                <a:gd name="connsiteX22" fmla="*/ 12886 w 12886"/>
                <a:gd name="connsiteY22" fmla="*/ 36523 h 37175"/>
                <a:gd name="connsiteX23" fmla="*/ 12864 w 12886"/>
                <a:gd name="connsiteY23" fmla="*/ 36523 h 37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886" h="37175">
                  <a:moveTo>
                    <a:pt x="12864" y="36523"/>
                  </a:moveTo>
                  <a:cubicBezTo>
                    <a:pt x="12459" y="36591"/>
                    <a:pt x="11920" y="36725"/>
                    <a:pt x="11267" y="36905"/>
                  </a:cubicBezTo>
                  <a:cubicBezTo>
                    <a:pt x="10615" y="37085"/>
                    <a:pt x="9873" y="37175"/>
                    <a:pt x="9063" y="37175"/>
                  </a:cubicBezTo>
                  <a:cubicBezTo>
                    <a:pt x="7422" y="37175"/>
                    <a:pt x="6162" y="36770"/>
                    <a:pt x="5308" y="35938"/>
                  </a:cubicBezTo>
                  <a:cubicBezTo>
                    <a:pt x="4453" y="35106"/>
                    <a:pt x="4026" y="33644"/>
                    <a:pt x="4026" y="31508"/>
                  </a:cubicBezTo>
                  <a:lnTo>
                    <a:pt x="4026" y="10660"/>
                  </a:lnTo>
                  <a:lnTo>
                    <a:pt x="0" y="10660"/>
                  </a:lnTo>
                  <a:lnTo>
                    <a:pt x="0" y="7916"/>
                  </a:lnTo>
                  <a:lnTo>
                    <a:pt x="4026" y="7916"/>
                  </a:lnTo>
                  <a:lnTo>
                    <a:pt x="4026" y="0"/>
                  </a:lnTo>
                  <a:lnTo>
                    <a:pt x="7332" y="0"/>
                  </a:lnTo>
                  <a:lnTo>
                    <a:pt x="7332" y="7916"/>
                  </a:lnTo>
                  <a:lnTo>
                    <a:pt x="12662" y="7916"/>
                  </a:lnTo>
                  <a:lnTo>
                    <a:pt x="12662" y="10660"/>
                  </a:lnTo>
                  <a:lnTo>
                    <a:pt x="7332" y="10660"/>
                  </a:lnTo>
                  <a:lnTo>
                    <a:pt x="7332" y="30181"/>
                  </a:lnTo>
                  <a:cubicBezTo>
                    <a:pt x="7332" y="30878"/>
                    <a:pt x="7332" y="31485"/>
                    <a:pt x="7377" y="32003"/>
                  </a:cubicBezTo>
                  <a:cubicBezTo>
                    <a:pt x="7422" y="32520"/>
                    <a:pt x="7512" y="32947"/>
                    <a:pt x="7714" y="33262"/>
                  </a:cubicBezTo>
                  <a:cubicBezTo>
                    <a:pt x="7894" y="33599"/>
                    <a:pt x="8187" y="33824"/>
                    <a:pt x="8569" y="33982"/>
                  </a:cubicBezTo>
                  <a:cubicBezTo>
                    <a:pt x="8951" y="34139"/>
                    <a:pt x="9491" y="34207"/>
                    <a:pt x="10188" y="34207"/>
                  </a:cubicBezTo>
                  <a:cubicBezTo>
                    <a:pt x="10638" y="34207"/>
                    <a:pt x="11065" y="34162"/>
                    <a:pt x="11537" y="34094"/>
                  </a:cubicBezTo>
                  <a:cubicBezTo>
                    <a:pt x="12010" y="34027"/>
                    <a:pt x="12437" y="33937"/>
                    <a:pt x="12886" y="33824"/>
                  </a:cubicBezTo>
                  <a:lnTo>
                    <a:pt x="12886" y="36523"/>
                  </a:lnTo>
                  <a:lnTo>
                    <a:pt x="12864" y="36523"/>
                  </a:lnTo>
                  <a:close/>
                </a:path>
              </a:pathLst>
            </a:custGeom>
            <a:solidFill>
              <a:srgbClr val="010101"/>
            </a:solidFill>
            <a:ln w="2249" cap="flat">
              <a:noFill/>
              <a:prstDash val="solid"/>
              <a:miter/>
            </a:ln>
          </p:spPr>
          <p:txBody>
            <a:bodyPr rtlCol="0" anchor="ctr"/>
            <a:lstStyle/>
            <a:p>
              <a:endParaRPr lang="en-US"/>
            </a:p>
          </p:txBody>
        </p:sp>
        <p:sp>
          <p:nvSpPr>
            <p:cNvPr id="5131" name="Freeform 5130">
              <a:extLst>
                <a:ext uri="{FF2B5EF4-FFF2-40B4-BE49-F238E27FC236}">
                  <a16:creationId xmlns:a16="http://schemas.microsoft.com/office/drawing/2014/main" id="{8625748D-F69B-ACE8-00F6-15315D3AADE3}"/>
                </a:ext>
              </a:extLst>
            </p:cNvPr>
            <p:cNvSpPr/>
            <p:nvPr/>
          </p:nvSpPr>
          <p:spPr>
            <a:xfrm>
              <a:off x="7803792" y="2429388"/>
              <a:ext cx="25638" cy="30023"/>
            </a:xfrm>
            <a:custGeom>
              <a:avLst/>
              <a:gdLst>
                <a:gd name="connsiteX0" fmla="*/ 3508 w 25638"/>
                <a:gd name="connsiteY0" fmla="*/ 15810 h 30023"/>
                <a:gd name="connsiteX1" fmla="*/ 4115 w 25638"/>
                <a:gd name="connsiteY1" fmla="*/ 20173 h 30023"/>
                <a:gd name="connsiteX2" fmla="*/ 5892 w 25638"/>
                <a:gd name="connsiteY2" fmla="*/ 23749 h 30023"/>
                <a:gd name="connsiteX3" fmla="*/ 8883 w 25638"/>
                <a:gd name="connsiteY3" fmla="*/ 26178 h 30023"/>
                <a:gd name="connsiteX4" fmla="*/ 13066 w 25638"/>
                <a:gd name="connsiteY4" fmla="*/ 27077 h 30023"/>
                <a:gd name="connsiteX5" fmla="*/ 18621 w 25638"/>
                <a:gd name="connsiteY5" fmla="*/ 25368 h 30023"/>
                <a:gd name="connsiteX6" fmla="*/ 21702 w 25638"/>
                <a:gd name="connsiteY6" fmla="*/ 20533 h 30023"/>
                <a:gd name="connsiteX7" fmla="*/ 25391 w 25638"/>
                <a:gd name="connsiteY7" fmla="*/ 20533 h 30023"/>
                <a:gd name="connsiteX8" fmla="*/ 23794 w 25638"/>
                <a:gd name="connsiteY8" fmla="*/ 24289 h 30023"/>
                <a:gd name="connsiteX9" fmla="*/ 21320 w 25638"/>
                <a:gd name="connsiteY9" fmla="*/ 27302 h 30023"/>
                <a:gd name="connsiteX10" fmla="*/ 17812 w 25638"/>
                <a:gd name="connsiteY10" fmla="*/ 29304 h 30023"/>
                <a:gd name="connsiteX11" fmla="*/ 13089 w 25638"/>
                <a:gd name="connsiteY11" fmla="*/ 30024 h 30023"/>
                <a:gd name="connsiteX12" fmla="*/ 7197 w 25638"/>
                <a:gd name="connsiteY12" fmla="*/ 28877 h 30023"/>
                <a:gd name="connsiteX13" fmla="*/ 3126 w 25638"/>
                <a:gd name="connsiteY13" fmla="*/ 25706 h 30023"/>
                <a:gd name="connsiteX14" fmla="*/ 764 w 25638"/>
                <a:gd name="connsiteY14" fmla="*/ 20983 h 30023"/>
                <a:gd name="connsiteX15" fmla="*/ 0 w 25638"/>
                <a:gd name="connsiteY15" fmla="*/ 15135 h 30023"/>
                <a:gd name="connsiteX16" fmla="*/ 899 w 25638"/>
                <a:gd name="connsiteY16" fmla="*/ 9243 h 30023"/>
                <a:gd name="connsiteX17" fmla="*/ 3486 w 25638"/>
                <a:gd name="connsiteY17" fmla="*/ 4430 h 30023"/>
                <a:gd name="connsiteX18" fmla="*/ 7579 w 25638"/>
                <a:gd name="connsiteY18" fmla="*/ 1192 h 30023"/>
                <a:gd name="connsiteX19" fmla="*/ 13089 w 25638"/>
                <a:gd name="connsiteY19" fmla="*/ 0 h 30023"/>
                <a:gd name="connsiteX20" fmla="*/ 22332 w 25638"/>
                <a:gd name="connsiteY20" fmla="*/ 4048 h 30023"/>
                <a:gd name="connsiteX21" fmla="*/ 25638 w 25638"/>
                <a:gd name="connsiteY21" fmla="*/ 15788 h 30023"/>
                <a:gd name="connsiteX22" fmla="*/ 3508 w 25638"/>
                <a:gd name="connsiteY22" fmla="*/ 15788 h 30023"/>
                <a:gd name="connsiteX23" fmla="*/ 22107 w 25638"/>
                <a:gd name="connsiteY23" fmla="*/ 13066 h 30023"/>
                <a:gd name="connsiteX24" fmla="*/ 21522 w 25638"/>
                <a:gd name="connsiteY24" fmla="*/ 9131 h 30023"/>
                <a:gd name="connsiteX25" fmla="*/ 19813 w 25638"/>
                <a:gd name="connsiteY25" fmla="*/ 5937 h 30023"/>
                <a:gd name="connsiteX26" fmla="*/ 16980 w 25638"/>
                <a:gd name="connsiteY26" fmla="*/ 3801 h 30023"/>
                <a:gd name="connsiteX27" fmla="*/ 13066 w 25638"/>
                <a:gd name="connsiteY27" fmla="*/ 3014 h 30023"/>
                <a:gd name="connsiteX28" fmla="*/ 9198 w 25638"/>
                <a:gd name="connsiteY28" fmla="*/ 3846 h 30023"/>
                <a:gd name="connsiteX29" fmla="*/ 6342 w 25638"/>
                <a:gd name="connsiteY29" fmla="*/ 6050 h 30023"/>
                <a:gd name="connsiteX30" fmla="*/ 4453 w 25638"/>
                <a:gd name="connsiteY30" fmla="*/ 9243 h 30023"/>
                <a:gd name="connsiteX31" fmla="*/ 3508 w 25638"/>
                <a:gd name="connsiteY31" fmla="*/ 13089 h 30023"/>
                <a:gd name="connsiteX32" fmla="*/ 22107 w 25638"/>
                <a:gd name="connsiteY32" fmla="*/ 13089 h 30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638" h="30023">
                  <a:moveTo>
                    <a:pt x="3508" y="15810"/>
                  </a:moveTo>
                  <a:cubicBezTo>
                    <a:pt x="3508" y="17339"/>
                    <a:pt x="3711" y="18801"/>
                    <a:pt x="4115" y="20173"/>
                  </a:cubicBezTo>
                  <a:cubicBezTo>
                    <a:pt x="4520" y="21545"/>
                    <a:pt x="5105" y="22737"/>
                    <a:pt x="5892" y="23749"/>
                  </a:cubicBezTo>
                  <a:cubicBezTo>
                    <a:pt x="6679" y="24761"/>
                    <a:pt x="7669" y="25571"/>
                    <a:pt x="8883" y="26178"/>
                  </a:cubicBezTo>
                  <a:cubicBezTo>
                    <a:pt x="10098" y="26785"/>
                    <a:pt x="11492" y="27077"/>
                    <a:pt x="13066" y="27077"/>
                  </a:cubicBezTo>
                  <a:cubicBezTo>
                    <a:pt x="15225" y="27077"/>
                    <a:pt x="17069" y="26515"/>
                    <a:pt x="18621" y="25368"/>
                  </a:cubicBezTo>
                  <a:cubicBezTo>
                    <a:pt x="20173" y="24221"/>
                    <a:pt x="21185" y="22625"/>
                    <a:pt x="21702" y="20533"/>
                  </a:cubicBezTo>
                  <a:lnTo>
                    <a:pt x="25391" y="20533"/>
                  </a:lnTo>
                  <a:cubicBezTo>
                    <a:pt x="24986" y="21882"/>
                    <a:pt x="24446" y="23142"/>
                    <a:pt x="23794" y="24289"/>
                  </a:cubicBezTo>
                  <a:cubicBezTo>
                    <a:pt x="23142" y="25436"/>
                    <a:pt x="22309" y="26448"/>
                    <a:pt x="21320" y="27302"/>
                  </a:cubicBezTo>
                  <a:cubicBezTo>
                    <a:pt x="20331" y="28157"/>
                    <a:pt x="19161" y="28832"/>
                    <a:pt x="17812" y="29304"/>
                  </a:cubicBezTo>
                  <a:cubicBezTo>
                    <a:pt x="16462" y="29776"/>
                    <a:pt x="14888" y="30024"/>
                    <a:pt x="13089" y="30024"/>
                  </a:cubicBezTo>
                  <a:cubicBezTo>
                    <a:pt x="10817" y="30024"/>
                    <a:pt x="8861" y="29641"/>
                    <a:pt x="7197" y="28877"/>
                  </a:cubicBezTo>
                  <a:cubicBezTo>
                    <a:pt x="5555" y="28112"/>
                    <a:pt x="4183" y="27055"/>
                    <a:pt x="3126" y="25706"/>
                  </a:cubicBezTo>
                  <a:cubicBezTo>
                    <a:pt x="2069" y="24379"/>
                    <a:pt x="1282" y="22782"/>
                    <a:pt x="764" y="20983"/>
                  </a:cubicBezTo>
                  <a:cubicBezTo>
                    <a:pt x="247" y="19161"/>
                    <a:pt x="0" y="17205"/>
                    <a:pt x="0" y="15135"/>
                  </a:cubicBezTo>
                  <a:cubicBezTo>
                    <a:pt x="0" y="13066"/>
                    <a:pt x="292" y="11087"/>
                    <a:pt x="899" y="9243"/>
                  </a:cubicBezTo>
                  <a:cubicBezTo>
                    <a:pt x="1507" y="7422"/>
                    <a:pt x="2362" y="5802"/>
                    <a:pt x="3486" y="4430"/>
                  </a:cubicBezTo>
                  <a:cubicBezTo>
                    <a:pt x="4610" y="3059"/>
                    <a:pt x="5960" y="1979"/>
                    <a:pt x="7579" y="1192"/>
                  </a:cubicBezTo>
                  <a:cubicBezTo>
                    <a:pt x="9198" y="405"/>
                    <a:pt x="11020" y="0"/>
                    <a:pt x="13089" y="0"/>
                  </a:cubicBezTo>
                  <a:cubicBezTo>
                    <a:pt x="17002" y="0"/>
                    <a:pt x="20083" y="1349"/>
                    <a:pt x="22332" y="4048"/>
                  </a:cubicBezTo>
                  <a:cubicBezTo>
                    <a:pt x="24558" y="6747"/>
                    <a:pt x="25660" y="10660"/>
                    <a:pt x="25638" y="15788"/>
                  </a:cubicBezTo>
                  <a:lnTo>
                    <a:pt x="3508" y="15788"/>
                  </a:lnTo>
                  <a:close/>
                  <a:moveTo>
                    <a:pt x="22107" y="13066"/>
                  </a:moveTo>
                  <a:cubicBezTo>
                    <a:pt x="22107" y="11672"/>
                    <a:pt x="21905" y="10368"/>
                    <a:pt x="21522" y="9131"/>
                  </a:cubicBezTo>
                  <a:cubicBezTo>
                    <a:pt x="21140" y="7894"/>
                    <a:pt x="20578" y="6837"/>
                    <a:pt x="19813" y="5937"/>
                  </a:cubicBezTo>
                  <a:cubicBezTo>
                    <a:pt x="19071" y="5038"/>
                    <a:pt x="18126" y="4318"/>
                    <a:pt x="16980" y="3801"/>
                  </a:cubicBezTo>
                  <a:cubicBezTo>
                    <a:pt x="15855" y="3261"/>
                    <a:pt x="14551" y="3014"/>
                    <a:pt x="13066" y="3014"/>
                  </a:cubicBezTo>
                  <a:cubicBezTo>
                    <a:pt x="11582" y="3014"/>
                    <a:pt x="10300" y="3283"/>
                    <a:pt x="9198" y="3846"/>
                  </a:cubicBezTo>
                  <a:cubicBezTo>
                    <a:pt x="8073" y="4385"/>
                    <a:pt x="7129" y="5128"/>
                    <a:pt x="6342" y="6050"/>
                  </a:cubicBezTo>
                  <a:cubicBezTo>
                    <a:pt x="5555" y="6972"/>
                    <a:pt x="4925" y="8029"/>
                    <a:pt x="4453" y="9243"/>
                  </a:cubicBezTo>
                  <a:cubicBezTo>
                    <a:pt x="3981" y="10458"/>
                    <a:pt x="3666" y="11740"/>
                    <a:pt x="3508" y="13089"/>
                  </a:cubicBezTo>
                  <a:lnTo>
                    <a:pt x="22107" y="13089"/>
                  </a:lnTo>
                  <a:close/>
                </a:path>
              </a:pathLst>
            </a:custGeom>
            <a:solidFill>
              <a:srgbClr val="010101"/>
            </a:solidFill>
            <a:ln w="2249" cap="flat">
              <a:noFill/>
              <a:prstDash val="solid"/>
              <a:miter/>
            </a:ln>
          </p:spPr>
          <p:txBody>
            <a:bodyPr rtlCol="0" anchor="ctr"/>
            <a:lstStyle/>
            <a:p>
              <a:endParaRPr lang="en-US"/>
            </a:p>
          </p:txBody>
        </p:sp>
        <p:sp>
          <p:nvSpPr>
            <p:cNvPr id="5132" name="Freeform 5131">
              <a:extLst>
                <a:ext uri="{FF2B5EF4-FFF2-40B4-BE49-F238E27FC236}">
                  <a16:creationId xmlns:a16="http://schemas.microsoft.com/office/drawing/2014/main" id="{0CCCB9AC-6334-C543-7D23-3BDD93FBD5A2}"/>
                </a:ext>
              </a:extLst>
            </p:cNvPr>
            <p:cNvSpPr/>
            <p:nvPr/>
          </p:nvSpPr>
          <p:spPr>
            <a:xfrm>
              <a:off x="7835997" y="2429411"/>
              <a:ext cx="12729" cy="29258"/>
            </a:xfrm>
            <a:custGeom>
              <a:avLst/>
              <a:gdLst>
                <a:gd name="connsiteX0" fmla="*/ 3306 w 12729"/>
                <a:gd name="connsiteY0" fmla="*/ 29259 h 29258"/>
                <a:gd name="connsiteX1" fmla="*/ 0 w 12729"/>
                <a:gd name="connsiteY1" fmla="*/ 29259 h 29258"/>
                <a:gd name="connsiteX2" fmla="*/ 0 w 12729"/>
                <a:gd name="connsiteY2" fmla="*/ 765 h 29258"/>
                <a:gd name="connsiteX3" fmla="*/ 3306 w 12729"/>
                <a:gd name="connsiteY3" fmla="*/ 765 h 29258"/>
                <a:gd name="connsiteX4" fmla="*/ 3306 w 12729"/>
                <a:gd name="connsiteY4" fmla="*/ 6095 h 29258"/>
                <a:gd name="connsiteX5" fmla="*/ 3418 w 12729"/>
                <a:gd name="connsiteY5" fmla="*/ 6095 h 29258"/>
                <a:gd name="connsiteX6" fmla="*/ 6972 w 12729"/>
                <a:gd name="connsiteY6" fmla="*/ 1349 h 29258"/>
                <a:gd name="connsiteX7" fmla="*/ 12729 w 12729"/>
                <a:gd name="connsiteY7" fmla="*/ 0 h 29258"/>
                <a:gd name="connsiteX8" fmla="*/ 12729 w 12729"/>
                <a:gd name="connsiteY8" fmla="*/ 3576 h 29258"/>
                <a:gd name="connsiteX9" fmla="*/ 8119 w 12729"/>
                <a:gd name="connsiteY9" fmla="*/ 4453 h 29258"/>
                <a:gd name="connsiteX10" fmla="*/ 5240 w 12729"/>
                <a:gd name="connsiteY10" fmla="*/ 6972 h 29258"/>
                <a:gd name="connsiteX11" fmla="*/ 3756 w 12729"/>
                <a:gd name="connsiteY11" fmla="*/ 10750 h 29258"/>
                <a:gd name="connsiteX12" fmla="*/ 3351 w 12729"/>
                <a:gd name="connsiteY12" fmla="*/ 15293 h 29258"/>
                <a:gd name="connsiteX13" fmla="*/ 3351 w 12729"/>
                <a:gd name="connsiteY13" fmla="*/ 29259 h 29258"/>
                <a:gd name="connsiteX14" fmla="*/ 3306 w 12729"/>
                <a:gd name="connsiteY14" fmla="*/ 29259 h 29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729" h="29258">
                  <a:moveTo>
                    <a:pt x="3306" y="29259"/>
                  </a:moveTo>
                  <a:lnTo>
                    <a:pt x="0" y="29259"/>
                  </a:lnTo>
                  <a:lnTo>
                    <a:pt x="0" y="765"/>
                  </a:lnTo>
                  <a:lnTo>
                    <a:pt x="3306" y="765"/>
                  </a:lnTo>
                  <a:lnTo>
                    <a:pt x="3306" y="6095"/>
                  </a:lnTo>
                  <a:lnTo>
                    <a:pt x="3418" y="6095"/>
                  </a:lnTo>
                  <a:cubicBezTo>
                    <a:pt x="4341" y="3823"/>
                    <a:pt x="5510" y="2226"/>
                    <a:pt x="6972" y="1349"/>
                  </a:cubicBezTo>
                  <a:cubicBezTo>
                    <a:pt x="8434" y="472"/>
                    <a:pt x="10345" y="0"/>
                    <a:pt x="12729" y="0"/>
                  </a:cubicBezTo>
                  <a:lnTo>
                    <a:pt x="12729" y="3576"/>
                  </a:lnTo>
                  <a:cubicBezTo>
                    <a:pt x="10863" y="3531"/>
                    <a:pt x="9311" y="3823"/>
                    <a:pt x="8119" y="4453"/>
                  </a:cubicBezTo>
                  <a:cubicBezTo>
                    <a:pt x="6904" y="5083"/>
                    <a:pt x="5938" y="5915"/>
                    <a:pt x="5240" y="6972"/>
                  </a:cubicBezTo>
                  <a:cubicBezTo>
                    <a:pt x="4520" y="8029"/>
                    <a:pt x="4026" y="9288"/>
                    <a:pt x="3756" y="10750"/>
                  </a:cubicBezTo>
                  <a:cubicBezTo>
                    <a:pt x="3486" y="12212"/>
                    <a:pt x="3351" y="13719"/>
                    <a:pt x="3351" y="15293"/>
                  </a:cubicBezTo>
                  <a:lnTo>
                    <a:pt x="3351" y="29259"/>
                  </a:lnTo>
                  <a:lnTo>
                    <a:pt x="3306" y="29259"/>
                  </a:lnTo>
                  <a:close/>
                </a:path>
              </a:pathLst>
            </a:custGeom>
            <a:solidFill>
              <a:srgbClr val="010101"/>
            </a:solidFill>
            <a:ln w="2249" cap="flat">
              <a:noFill/>
              <a:prstDash val="solid"/>
              <a:miter/>
            </a:ln>
          </p:spPr>
          <p:txBody>
            <a:bodyPr rtlCol="0" anchor="ctr"/>
            <a:lstStyle/>
            <a:p>
              <a:endParaRPr lang="en-US"/>
            </a:p>
          </p:txBody>
        </p:sp>
        <p:sp>
          <p:nvSpPr>
            <p:cNvPr id="5133" name="Freeform 5132">
              <a:extLst>
                <a:ext uri="{FF2B5EF4-FFF2-40B4-BE49-F238E27FC236}">
                  <a16:creationId xmlns:a16="http://schemas.microsoft.com/office/drawing/2014/main" id="{FEBFECB7-D201-E9D1-E8C6-2685EF5BD62F}"/>
                </a:ext>
              </a:extLst>
            </p:cNvPr>
            <p:cNvSpPr/>
            <p:nvPr/>
          </p:nvSpPr>
          <p:spPr>
            <a:xfrm>
              <a:off x="7852729" y="2429411"/>
              <a:ext cx="22444" cy="30023"/>
            </a:xfrm>
            <a:custGeom>
              <a:avLst/>
              <a:gdLst>
                <a:gd name="connsiteX0" fmla="*/ 3351 w 22444"/>
                <a:gd name="connsiteY0" fmla="*/ 20353 h 30023"/>
                <a:gd name="connsiteX1" fmla="*/ 6117 w 22444"/>
                <a:gd name="connsiteY1" fmla="*/ 25548 h 30023"/>
                <a:gd name="connsiteX2" fmla="*/ 11875 w 22444"/>
                <a:gd name="connsiteY2" fmla="*/ 27055 h 30023"/>
                <a:gd name="connsiteX3" fmla="*/ 15000 w 22444"/>
                <a:gd name="connsiteY3" fmla="*/ 26605 h 30023"/>
                <a:gd name="connsiteX4" fmla="*/ 17182 w 22444"/>
                <a:gd name="connsiteY4" fmla="*/ 25413 h 30023"/>
                <a:gd name="connsiteX5" fmla="*/ 18464 w 22444"/>
                <a:gd name="connsiteY5" fmla="*/ 23727 h 30023"/>
                <a:gd name="connsiteX6" fmla="*/ 18914 w 22444"/>
                <a:gd name="connsiteY6" fmla="*/ 21747 h 30023"/>
                <a:gd name="connsiteX7" fmla="*/ 17564 w 22444"/>
                <a:gd name="connsiteY7" fmla="*/ 18644 h 30023"/>
                <a:gd name="connsiteX8" fmla="*/ 14191 w 22444"/>
                <a:gd name="connsiteY8" fmla="*/ 17047 h 30023"/>
                <a:gd name="connsiteX9" fmla="*/ 9783 w 22444"/>
                <a:gd name="connsiteY9" fmla="*/ 16058 h 30023"/>
                <a:gd name="connsiteX10" fmla="*/ 5375 w 22444"/>
                <a:gd name="connsiteY10" fmla="*/ 14821 h 30023"/>
                <a:gd name="connsiteX11" fmla="*/ 2001 w 22444"/>
                <a:gd name="connsiteY11" fmla="*/ 12459 h 30023"/>
                <a:gd name="connsiteX12" fmla="*/ 652 w 22444"/>
                <a:gd name="connsiteY12" fmla="*/ 8119 h 30023"/>
                <a:gd name="connsiteX13" fmla="*/ 3261 w 22444"/>
                <a:gd name="connsiteY13" fmla="*/ 2271 h 30023"/>
                <a:gd name="connsiteX14" fmla="*/ 10660 w 22444"/>
                <a:gd name="connsiteY14" fmla="*/ 0 h 30023"/>
                <a:gd name="connsiteX15" fmla="*/ 18171 w 22444"/>
                <a:gd name="connsiteY15" fmla="*/ 2069 h 30023"/>
                <a:gd name="connsiteX16" fmla="*/ 21657 w 22444"/>
                <a:gd name="connsiteY16" fmla="*/ 8973 h 30023"/>
                <a:gd name="connsiteX17" fmla="*/ 18306 w 22444"/>
                <a:gd name="connsiteY17" fmla="*/ 8973 h 30023"/>
                <a:gd name="connsiteX18" fmla="*/ 15810 w 22444"/>
                <a:gd name="connsiteY18" fmla="*/ 4318 h 30023"/>
                <a:gd name="connsiteX19" fmla="*/ 10615 w 22444"/>
                <a:gd name="connsiteY19" fmla="*/ 2969 h 30023"/>
                <a:gd name="connsiteX20" fmla="*/ 5824 w 22444"/>
                <a:gd name="connsiteY20" fmla="*/ 4318 h 30023"/>
                <a:gd name="connsiteX21" fmla="*/ 4183 w 22444"/>
                <a:gd name="connsiteY21" fmla="*/ 7871 h 30023"/>
                <a:gd name="connsiteX22" fmla="*/ 5532 w 22444"/>
                <a:gd name="connsiteY22" fmla="*/ 10817 h 30023"/>
                <a:gd name="connsiteX23" fmla="*/ 8906 w 22444"/>
                <a:gd name="connsiteY23" fmla="*/ 12459 h 30023"/>
                <a:gd name="connsiteX24" fmla="*/ 13314 w 22444"/>
                <a:gd name="connsiteY24" fmla="*/ 13584 h 30023"/>
                <a:gd name="connsiteX25" fmla="*/ 17722 w 22444"/>
                <a:gd name="connsiteY25" fmla="*/ 14978 h 30023"/>
                <a:gd name="connsiteX26" fmla="*/ 21095 w 22444"/>
                <a:gd name="connsiteY26" fmla="*/ 17429 h 30023"/>
                <a:gd name="connsiteX27" fmla="*/ 22445 w 22444"/>
                <a:gd name="connsiteY27" fmla="*/ 21725 h 30023"/>
                <a:gd name="connsiteX28" fmla="*/ 21567 w 22444"/>
                <a:gd name="connsiteY28" fmla="*/ 25323 h 30023"/>
                <a:gd name="connsiteX29" fmla="*/ 19139 w 22444"/>
                <a:gd name="connsiteY29" fmla="*/ 27932 h 30023"/>
                <a:gd name="connsiteX30" fmla="*/ 15473 w 22444"/>
                <a:gd name="connsiteY30" fmla="*/ 29506 h 30023"/>
                <a:gd name="connsiteX31" fmla="*/ 10817 w 22444"/>
                <a:gd name="connsiteY31" fmla="*/ 30024 h 30023"/>
                <a:gd name="connsiteX32" fmla="*/ 6342 w 22444"/>
                <a:gd name="connsiteY32" fmla="*/ 29281 h 30023"/>
                <a:gd name="connsiteX33" fmla="*/ 3013 w 22444"/>
                <a:gd name="connsiteY33" fmla="*/ 27212 h 30023"/>
                <a:gd name="connsiteX34" fmla="*/ 877 w 22444"/>
                <a:gd name="connsiteY34" fmla="*/ 24131 h 30023"/>
                <a:gd name="connsiteX35" fmla="*/ 0 w 22444"/>
                <a:gd name="connsiteY35" fmla="*/ 20331 h 30023"/>
                <a:gd name="connsiteX36" fmla="*/ 3351 w 22444"/>
                <a:gd name="connsiteY36" fmla="*/ 20331 h 30023"/>
                <a:gd name="connsiteX37" fmla="*/ 3351 w 22444"/>
                <a:gd name="connsiteY37" fmla="*/ 20331 h 30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2444" h="30023">
                  <a:moveTo>
                    <a:pt x="3351" y="20353"/>
                  </a:moveTo>
                  <a:cubicBezTo>
                    <a:pt x="3868" y="22804"/>
                    <a:pt x="4790" y="24536"/>
                    <a:pt x="6117" y="25548"/>
                  </a:cubicBezTo>
                  <a:cubicBezTo>
                    <a:pt x="7466" y="26560"/>
                    <a:pt x="9378" y="27055"/>
                    <a:pt x="11875" y="27055"/>
                  </a:cubicBezTo>
                  <a:cubicBezTo>
                    <a:pt x="13089" y="27055"/>
                    <a:pt x="14124" y="26920"/>
                    <a:pt x="15000" y="26605"/>
                  </a:cubicBezTo>
                  <a:cubicBezTo>
                    <a:pt x="15877" y="26313"/>
                    <a:pt x="16597" y="25908"/>
                    <a:pt x="17182" y="25413"/>
                  </a:cubicBezTo>
                  <a:cubicBezTo>
                    <a:pt x="17744" y="24918"/>
                    <a:pt x="18171" y="24356"/>
                    <a:pt x="18464" y="23727"/>
                  </a:cubicBezTo>
                  <a:cubicBezTo>
                    <a:pt x="18756" y="23097"/>
                    <a:pt x="18914" y="22445"/>
                    <a:pt x="18914" y="21747"/>
                  </a:cubicBezTo>
                  <a:cubicBezTo>
                    <a:pt x="18914" y="20353"/>
                    <a:pt x="18464" y="19319"/>
                    <a:pt x="17564" y="18644"/>
                  </a:cubicBezTo>
                  <a:cubicBezTo>
                    <a:pt x="16665" y="17969"/>
                    <a:pt x="15540" y="17429"/>
                    <a:pt x="14191" y="17047"/>
                  </a:cubicBezTo>
                  <a:cubicBezTo>
                    <a:pt x="12841" y="16665"/>
                    <a:pt x="11379" y="16327"/>
                    <a:pt x="9783" y="16058"/>
                  </a:cubicBezTo>
                  <a:cubicBezTo>
                    <a:pt x="8208" y="15788"/>
                    <a:pt x="6747" y="15360"/>
                    <a:pt x="5375" y="14821"/>
                  </a:cubicBezTo>
                  <a:cubicBezTo>
                    <a:pt x="4026" y="14281"/>
                    <a:pt x="2901" y="13494"/>
                    <a:pt x="2001" y="12459"/>
                  </a:cubicBezTo>
                  <a:cubicBezTo>
                    <a:pt x="1102" y="11425"/>
                    <a:pt x="652" y="9985"/>
                    <a:pt x="652" y="8119"/>
                  </a:cubicBezTo>
                  <a:cubicBezTo>
                    <a:pt x="652" y="5735"/>
                    <a:pt x="1529" y="3778"/>
                    <a:pt x="3261" y="2271"/>
                  </a:cubicBezTo>
                  <a:cubicBezTo>
                    <a:pt x="4993" y="742"/>
                    <a:pt x="7466" y="0"/>
                    <a:pt x="10660" y="0"/>
                  </a:cubicBezTo>
                  <a:cubicBezTo>
                    <a:pt x="13853" y="0"/>
                    <a:pt x="16237" y="697"/>
                    <a:pt x="18171" y="2069"/>
                  </a:cubicBezTo>
                  <a:cubicBezTo>
                    <a:pt x="20106" y="3441"/>
                    <a:pt x="21253" y="5735"/>
                    <a:pt x="21657" y="8973"/>
                  </a:cubicBezTo>
                  <a:lnTo>
                    <a:pt x="18306" y="8973"/>
                  </a:lnTo>
                  <a:cubicBezTo>
                    <a:pt x="18014" y="6769"/>
                    <a:pt x="17182" y="5218"/>
                    <a:pt x="15810" y="4318"/>
                  </a:cubicBezTo>
                  <a:cubicBezTo>
                    <a:pt x="14438" y="3418"/>
                    <a:pt x="12706" y="2969"/>
                    <a:pt x="10615" y="2969"/>
                  </a:cubicBezTo>
                  <a:cubicBezTo>
                    <a:pt x="8524" y="2969"/>
                    <a:pt x="6926" y="3418"/>
                    <a:pt x="5824" y="4318"/>
                  </a:cubicBezTo>
                  <a:cubicBezTo>
                    <a:pt x="4722" y="5218"/>
                    <a:pt x="4183" y="6410"/>
                    <a:pt x="4183" y="7871"/>
                  </a:cubicBezTo>
                  <a:cubicBezTo>
                    <a:pt x="4183" y="9153"/>
                    <a:pt x="4632" y="10143"/>
                    <a:pt x="5532" y="10817"/>
                  </a:cubicBezTo>
                  <a:cubicBezTo>
                    <a:pt x="6432" y="11492"/>
                    <a:pt x="7556" y="12054"/>
                    <a:pt x="8906" y="12459"/>
                  </a:cubicBezTo>
                  <a:cubicBezTo>
                    <a:pt x="10255" y="12887"/>
                    <a:pt x="11717" y="13246"/>
                    <a:pt x="13314" y="13584"/>
                  </a:cubicBezTo>
                  <a:cubicBezTo>
                    <a:pt x="14888" y="13921"/>
                    <a:pt x="16350" y="14371"/>
                    <a:pt x="17722" y="14978"/>
                  </a:cubicBezTo>
                  <a:cubicBezTo>
                    <a:pt x="19071" y="15585"/>
                    <a:pt x="20196" y="16395"/>
                    <a:pt x="21095" y="17429"/>
                  </a:cubicBezTo>
                  <a:cubicBezTo>
                    <a:pt x="21995" y="18464"/>
                    <a:pt x="22445" y="19881"/>
                    <a:pt x="22445" y="21725"/>
                  </a:cubicBezTo>
                  <a:cubicBezTo>
                    <a:pt x="22445" y="23074"/>
                    <a:pt x="22152" y="24289"/>
                    <a:pt x="21567" y="25323"/>
                  </a:cubicBezTo>
                  <a:cubicBezTo>
                    <a:pt x="20982" y="26358"/>
                    <a:pt x="20173" y="27235"/>
                    <a:pt x="19139" y="27932"/>
                  </a:cubicBezTo>
                  <a:cubicBezTo>
                    <a:pt x="18104" y="28629"/>
                    <a:pt x="16890" y="29146"/>
                    <a:pt x="15473" y="29506"/>
                  </a:cubicBezTo>
                  <a:cubicBezTo>
                    <a:pt x="14056" y="29844"/>
                    <a:pt x="12504" y="30024"/>
                    <a:pt x="10817" y="30024"/>
                  </a:cubicBezTo>
                  <a:cubicBezTo>
                    <a:pt x="9130" y="30024"/>
                    <a:pt x="7646" y="29776"/>
                    <a:pt x="6342" y="29281"/>
                  </a:cubicBezTo>
                  <a:cubicBezTo>
                    <a:pt x="5038" y="28787"/>
                    <a:pt x="3936" y="28089"/>
                    <a:pt x="3013" y="27212"/>
                  </a:cubicBezTo>
                  <a:cubicBezTo>
                    <a:pt x="2091" y="26335"/>
                    <a:pt x="1372" y="25301"/>
                    <a:pt x="877" y="24131"/>
                  </a:cubicBezTo>
                  <a:cubicBezTo>
                    <a:pt x="360" y="22962"/>
                    <a:pt x="68" y="21702"/>
                    <a:pt x="0" y="20331"/>
                  </a:cubicBezTo>
                  <a:lnTo>
                    <a:pt x="3351" y="20331"/>
                  </a:lnTo>
                  <a:lnTo>
                    <a:pt x="3351" y="20331"/>
                  </a:lnTo>
                  <a:close/>
                </a:path>
              </a:pathLst>
            </a:custGeom>
            <a:solidFill>
              <a:srgbClr val="010101"/>
            </a:solidFill>
            <a:ln w="2249" cap="flat">
              <a:noFill/>
              <a:prstDash val="solid"/>
              <a:miter/>
            </a:ln>
          </p:spPr>
          <p:txBody>
            <a:bodyPr rtlCol="0" anchor="ctr"/>
            <a:lstStyle/>
            <a:p>
              <a:endParaRPr lang="en-US"/>
            </a:p>
          </p:txBody>
        </p:sp>
      </p:grpSp>
      <p:sp>
        <p:nvSpPr>
          <p:cNvPr id="3" name="Rectangle 2">
            <a:extLst>
              <a:ext uri="{FF2B5EF4-FFF2-40B4-BE49-F238E27FC236}">
                <a16:creationId xmlns:a16="http://schemas.microsoft.com/office/drawing/2014/main" id="{04E220D4-0742-F0E3-3761-0BF0BD8132C6}"/>
              </a:ext>
            </a:extLst>
          </p:cNvPr>
          <p:cNvSpPr/>
          <p:nvPr/>
        </p:nvSpPr>
        <p:spPr>
          <a:xfrm>
            <a:off x="3657304" y="2236235"/>
            <a:ext cx="826244" cy="2327321"/>
          </a:xfrm>
          <a:prstGeom prst="rect">
            <a:avLst/>
          </a:pr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3EB53E0D-2BD0-75D0-D022-49AEB15324B3}"/>
              </a:ext>
            </a:extLst>
          </p:cNvPr>
          <p:cNvGrpSpPr/>
          <p:nvPr/>
        </p:nvGrpSpPr>
        <p:grpSpPr>
          <a:xfrm>
            <a:off x="5432816" y="1796356"/>
            <a:ext cx="3218537" cy="3174934"/>
            <a:chOff x="5128059" y="1360474"/>
            <a:chExt cx="3662189" cy="3612575"/>
          </a:xfrm>
        </p:grpSpPr>
        <p:sp>
          <p:nvSpPr>
            <p:cNvPr id="5144" name="Freeform 5143">
              <a:extLst>
                <a:ext uri="{FF2B5EF4-FFF2-40B4-BE49-F238E27FC236}">
                  <a16:creationId xmlns:a16="http://schemas.microsoft.com/office/drawing/2014/main" id="{9D5CF7A5-ED48-59FB-7A6B-067CEB5024B8}"/>
                </a:ext>
              </a:extLst>
            </p:cNvPr>
            <p:cNvSpPr/>
            <p:nvPr/>
          </p:nvSpPr>
          <p:spPr>
            <a:xfrm>
              <a:off x="6012616" y="4626882"/>
              <a:ext cx="2777632" cy="9764"/>
            </a:xfrm>
            <a:custGeom>
              <a:avLst/>
              <a:gdLst>
                <a:gd name="connsiteX0" fmla="*/ 0 w 639536"/>
                <a:gd name="connsiteY0" fmla="*/ 0 h 2248"/>
                <a:gd name="connsiteX1" fmla="*/ 639536 w 639536"/>
                <a:gd name="connsiteY1" fmla="*/ 0 h 2248"/>
              </a:gdLst>
              <a:ahLst/>
              <a:cxnLst>
                <a:cxn ang="0">
                  <a:pos x="connsiteX0" y="connsiteY0"/>
                </a:cxn>
                <a:cxn ang="0">
                  <a:pos x="connsiteX1" y="connsiteY1"/>
                </a:cxn>
              </a:cxnLst>
              <a:rect l="l" t="t" r="r" b="b"/>
              <a:pathLst>
                <a:path w="639536" h="2248">
                  <a:moveTo>
                    <a:pt x="0" y="0"/>
                  </a:moveTo>
                  <a:lnTo>
                    <a:pt x="639536" y="0"/>
                  </a:lnTo>
                </a:path>
              </a:pathLst>
            </a:custGeom>
            <a:ln w="4498" cap="sq">
              <a:solidFill>
                <a:srgbClr val="262626"/>
              </a:solidFill>
              <a:prstDash val="solid"/>
              <a:round/>
            </a:ln>
          </p:spPr>
          <p:txBody>
            <a:bodyPr rtlCol="0" anchor="ctr"/>
            <a:lstStyle/>
            <a:p>
              <a:endParaRPr lang="en-US"/>
            </a:p>
          </p:txBody>
        </p:sp>
        <p:grpSp>
          <p:nvGrpSpPr>
            <p:cNvPr id="5145" name="Graphic 3">
              <a:extLst>
                <a:ext uri="{FF2B5EF4-FFF2-40B4-BE49-F238E27FC236}">
                  <a16:creationId xmlns:a16="http://schemas.microsoft.com/office/drawing/2014/main" id="{9D912E81-3BE9-E7DF-A1EC-8CAE8F374D96}"/>
                </a:ext>
              </a:extLst>
            </p:cNvPr>
            <p:cNvGrpSpPr/>
            <p:nvPr/>
          </p:nvGrpSpPr>
          <p:grpSpPr>
            <a:xfrm>
              <a:off x="6320693" y="4814422"/>
              <a:ext cx="725931" cy="158627"/>
              <a:chOff x="8346421" y="3116332"/>
              <a:chExt cx="167142" cy="36523"/>
            </a:xfrm>
            <a:solidFill>
              <a:srgbClr val="231F20"/>
            </a:solidFill>
          </p:grpSpPr>
          <p:sp>
            <p:nvSpPr>
              <p:cNvPr id="5146" name="Freeform 5145">
                <a:extLst>
                  <a:ext uri="{FF2B5EF4-FFF2-40B4-BE49-F238E27FC236}">
                    <a16:creationId xmlns:a16="http://schemas.microsoft.com/office/drawing/2014/main" id="{553F8BD2-3BF6-A5A5-313A-EB8B98545545}"/>
                  </a:ext>
                </a:extLst>
              </p:cNvPr>
              <p:cNvSpPr/>
              <p:nvPr/>
            </p:nvSpPr>
            <p:spPr>
              <a:xfrm>
                <a:off x="8346421" y="3123349"/>
                <a:ext cx="24895" cy="29461"/>
              </a:xfrm>
              <a:custGeom>
                <a:avLst/>
                <a:gdLst>
                  <a:gd name="connsiteX0" fmla="*/ 21163 w 24895"/>
                  <a:gd name="connsiteY0" fmla="*/ 9558 h 29461"/>
                  <a:gd name="connsiteX1" fmla="*/ 18194 w 24895"/>
                  <a:gd name="connsiteY1" fmla="*/ 4678 h 29461"/>
                  <a:gd name="connsiteX2" fmla="*/ 12841 w 24895"/>
                  <a:gd name="connsiteY2" fmla="*/ 2924 h 29461"/>
                  <a:gd name="connsiteX3" fmla="*/ 8568 w 24895"/>
                  <a:gd name="connsiteY3" fmla="*/ 3958 h 29461"/>
                  <a:gd name="connsiteX4" fmla="*/ 5645 w 24895"/>
                  <a:gd name="connsiteY4" fmla="*/ 6679 h 29461"/>
                  <a:gd name="connsiteX5" fmla="*/ 3981 w 24895"/>
                  <a:gd name="connsiteY5" fmla="*/ 10503 h 29461"/>
                  <a:gd name="connsiteX6" fmla="*/ 3440 w 24895"/>
                  <a:gd name="connsiteY6" fmla="*/ 14798 h 29461"/>
                  <a:gd name="connsiteX7" fmla="*/ 3958 w 24895"/>
                  <a:gd name="connsiteY7" fmla="*/ 19116 h 29461"/>
                  <a:gd name="connsiteX8" fmla="*/ 5600 w 24895"/>
                  <a:gd name="connsiteY8" fmla="*/ 22894 h 29461"/>
                  <a:gd name="connsiteX9" fmla="*/ 8523 w 24895"/>
                  <a:gd name="connsiteY9" fmla="*/ 25571 h 29461"/>
                  <a:gd name="connsiteX10" fmla="*/ 12841 w 24895"/>
                  <a:gd name="connsiteY10" fmla="*/ 26560 h 29461"/>
                  <a:gd name="connsiteX11" fmla="*/ 18643 w 24895"/>
                  <a:gd name="connsiteY11" fmla="*/ 24559 h 29461"/>
                  <a:gd name="connsiteX12" fmla="*/ 21432 w 24895"/>
                  <a:gd name="connsiteY12" fmla="*/ 19049 h 29461"/>
                  <a:gd name="connsiteX13" fmla="*/ 24896 w 24895"/>
                  <a:gd name="connsiteY13" fmla="*/ 19049 h 29461"/>
                  <a:gd name="connsiteX14" fmla="*/ 23524 w 24895"/>
                  <a:gd name="connsiteY14" fmla="*/ 23277 h 29461"/>
                  <a:gd name="connsiteX15" fmla="*/ 21095 w 24895"/>
                  <a:gd name="connsiteY15" fmla="*/ 26560 h 29461"/>
                  <a:gd name="connsiteX16" fmla="*/ 17564 w 24895"/>
                  <a:gd name="connsiteY16" fmla="*/ 28697 h 29461"/>
                  <a:gd name="connsiteX17" fmla="*/ 12864 w 24895"/>
                  <a:gd name="connsiteY17" fmla="*/ 29461 h 29461"/>
                  <a:gd name="connsiteX18" fmla="*/ 7084 w 24895"/>
                  <a:gd name="connsiteY18" fmla="*/ 28337 h 29461"/>
                  <a:gd name="connsiteX19" fmla="*/ 3081 w 24895"/>
                  <a:gd name="connsiteY19" fmla="*/ 25233 h 29461"/>
                  <a:gd name="connsiteX20" fmla="*/ 764 w 24895"/>
                  <a:gd name="connsiteY20" fmla="*/ 20556 h 29461"/>
                  <a:gd name="connsiteX21" fmla="*/ 0 w 24895"/>
                  <a:gd name="connsiteY21" fmla="*/ 14776 h 29461"/>
                  <a:gd name="connsiteX22" fmla="*/ 832 w 24895"/>
                  <a:gd name="connsiteY22" fmla="*/ 9198 h 29461"/>
                  <a:gd name="connsiteX23" fmla="*/ 3283 w 24895"/>
                  <a:gd name="connsiteY23" fmla="*/ 4475 h 29461"/>
                  <a:gd name="connsiteX24" fmla="*/ 7309 w 24895"/>
                  <a:gd name="connsiteY24" fmla="*/ 1214 h 29461"/>
                  <a:gd name="connsiteX25" fmla="*/ 12841 w 24895"/>
                  <a:gd name="connsiteY25" fmla="*/ 0 h 29461"/>
                  <a:gd name="connsiteX26" fmla="*/ 20690 w 24895"/>
                  <a:gd name="connsiteY26" fmla="*/ 2316 h 29461"/>
                  <a:gd name="connsiteX27" fmla="*/ 24446 w 24895"/>
                  <a:gd name="connsiteY27" fmla="*/ 9558 h 29461"/>
                  <a:gd name="connsiteX28" fmla="*/ 21163 w 24895"/>
                  <a:gd name="connsiteY28" fmla="*/ 9558 h 29461"/>
                  <a:gd name="connsiteX29" fmla="*/ 21163 w 24895"/>
                  <a:gd name="connsiteY29"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4895" h="29461">
                    <a:moveTo>
                      <a:pt x="21163" y="9558"/>
                    </a:moveTo>
                    <a:cubicBezTo>
                      <a:pt x="20578" y="7467"/>
                      <a:pt x="19588" y="5847"/>
                      <a:pt x="18194" y="4678"/>
                    </a:cubicBezTo>
                    <a:cubicBezTo>
                      <a:pt x="16800" y="3508"/>
                      <a:pt x="15000" y="2924"/>
                      <a:pt x="12841" y="2924"/>
                    </a:cubicBezTo>
                    <a:cubicBezTo>
                      <a:pt x="11177" y="2924"/>
                      <a:pt x="9760" y="3261"/>
                      <a:pt x="8568" y="3958"/>
                    </a:cubicBezTo>
                    <a:cubicBezTo>
                      <a:pt x="7376" y="4633"/>
                      <a:pt x="6409" y="5555"/>
                      <a:pt x="5645" y="6679"/>
                    </a:cubicBezTo>
                    <a:cubicBezTo>
                      <a:pt x="4880" y="7804"/>
                      <a:pt x="4340" y="9086"/>
                      <a:pt x="3981" y="10503"/>
                    </a:cubicBezTo>
                    <a:cubicBezTo>
                      <a:pt x="3621" y="11920"/>
                      <a:pt x="3440" y="13359"/>
                      <a:pt x="3440" y="14798"/>
                    </a:cubicBezTo>
                    <a:cubicBezTo>
                      <a:pt x="3440" y="16237"/>
                      <a:pt x="3621" y="17722"/>
                      <a:pt x="3958" y="19116"/>
                    </a:cubicBezTo>
                    <a:cubicBezTo>
                      <a:pt x="4295" y="20511"/>
                      <a:pt x="4858" y="21770"/>
                      <a:pt x="5600" y="22894"/>
                    </a:cubicBezTo>
                    <a:cubicBezTo>
                      <a:pt x="6342" y="24019"/>
                      <a:pt x="7332" y="24896"/>
                      <a:pt x="8523" y="25571"/>
                    </a:cubicBezTo>
                    <a:cubicBezTo>
                      <a:pt x="9715" y="26245"/>
                      <a:pt x="11155" y="26560"/>
                      <a:pt x="12841" y="26560"/>
                    </a:cubicBezTo>
                    <a:cubicBezTo>
                      <a:pt x="15247" y="26560"/>
                      <a:pt x="17182" y="25886"/>
                      <a:pt x="18643" y="24559"/>
                    </a:cubicBezTo>
                    <a:cubicBezTo>
                      <a:pt x="20106" y="23232"/>
                      <a:pt x="21027" y="21388"/>
                      <a:pt x="21432" y="19049"/>
                    </a:cubicBezTo>
                    <a:lnTo>
                      <a:pt x="24896" y="19049"/>
                    </a:lnTo>
                    <a:cubicBezTo>
                      <a:pt x="24603" y="20600"/>
                      <a:pt x="24154" y="22017"/>
                      <a:pt x="23524" y="23277"/>
                    </a:cubicBezTo>
                    <a:cubicBezTo>
                      <a:pt x="22894" y="24559"/>
                      <a:pt x="22084" y="25661"/>
                      <a:pt x="21095" y="26560"/>
                    </a:cubicBezTo>
                    <a:cubicBezTo>
                      <a:pt x="20106" y="27482"/>
                      <a:pt x="18936" y="28180"/>
                      <a:pt x="17564" y="28697"/>
                    </a:cubicBezTo>
                    <a:cubicBezTo>
                      <a:pt x="16192" y="29214"/>
                      <a:pt x="14641" y="29461"/>
                      <a:pt x="12864" y="29461"/>
                    </a:cubicBezTo>
                    <a:cubicBezTo>
                      <a:pt x="10638" y="29461"/>
                      <a:pt x="8703" y="29079"/>
                      <a:pt x="7084" y="28337"/>
                    </a:cubicBezTo>
                    <a:cubicBezTo>
                      <a:pt x="5465" y="27572"/>
                      <a:pt x="4138" y="26538"/>
                      <a:pt x="3081" y="25233"/>
                    </a:cubicBezTo>
                    <a:cubicBezTo>
                      <a:pt x="2024" y="23929"/>
                      <a:pt x="1259" y="22355"/>
                      <a:pt x="764" y="20556"/>
                    </a:cubicBezTo>
                    <a:cubicBezTo>
                      <a:pt x="270" y="18756"/>
                      <a:pt x="0" y="16822"/>
                      <a:pt x="0" y="14776"/>
                    </a:cubicBezTo>
                    <a:cubicBezTo>
                      <a:pt x="0" y="12842"/>
                      <a:pt x="270" y="10975"/>
                      <a:pt x="832" y="9198"/>
                    </a:cubicBezTo>
                    <a:cubicBezTo>
                      <a:pt x="1394" y="7422"/>
                      <a:pt x="2204" y="5847"/>
                      <a:pt x="3283" y="4475"/>
                    </a:cubicBezTo>
                    <a:cubicBezTo>
                      <a:pt x="4363" y="3104"/>
                      <a:pt x="5712" y="2024"/>
                      <a:pt x="7309" y="1214"/>
                    </a:cubicBezTo>
                    <a:cubicBezTo>
                      <a:pt x="8906" y="405"/>
                      <a:pt x="10750" y="0"/>
                      <a:pt x="12841" y="0"/>
                    </a:cubicBezTo>
                    <a:cubicBezTo>
                      <a:pt x="16080" y="0"/>
                      <a:pt x="18688" y="765"/>
                      <a:pt x="20690" y="2316"/>
                    </a:cubicBezTo>
                    <a:cubicBezTo>
                      <a:pt x="22692" y="3868"/>
                      <a:pt x="23929" y="6275"/>
                      <a:pt x="24446" y="9558"/>
                    </a:cubicBezTo>
                    <a:lnTo>
                      <a:pt x="21163" y="9558"/>
                    </a:lnTo>
                    <a:lnTo>
                      <a:pt x="21163" y="9558"/>
                    </a:lnTo>
                    <a:close/>
                  </a:path>
                </a:pathLst>
              </a:custGeom>
              <a:solidFill>
                <a:srgbClr val="231F20"/>
              </a:solidFill>
              <a:ln w="2249" cap="flat">
                <a:noFill/>
                <a:prstDash val="solid"/>
                <a:miter/>
              </a:ln>
            </p:spPr>
            <p:txBody>
              <a:bodyPr rtlCol="0" anchor="ctr"/>
              <a:lstStyle/>
              <a:p>
                <a:endParaRPr lang="en-US"/>
              </a:p>
            </p:txBody>
          </p:sp>
          <p:sp>
            <p:nvSpPr>
              <p:cNvPr id="5147" name="Freeform 5146">
                <a:extLst>
                  <a:ext uri="{FF2B5EF4-FFF2-40B4-BE49-F238E27FC236}">
                    <a16:creationId xmlns:a16="http://schemas.microsoft.com/office/drawing/2014/main" id="{D0D9ED77-569D-9681-7C1D-733FC75399BA}"/>
                  </a:ext>
                </a:extLst>
              </p:cNvPr>
              <p:cNvSpPr/>
              <p:nvPr/>
            </p:nvSpPr>
            <p:spPr>
              <a:xfrm>
                <a:off x="8375949" y="3123349"/>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4 w 25908"/>
                  <a:gd name="connsiteY3" fmla="*/ 21185 h 29483"/>
                  <a:gd name="connsiteX4" fmla="*/ 0 w 25908"/>
                  <a:gd name="connsiteY4" fmla="*/ 14753 h 29483"/>
                  <a:gd name="connsiteX5" fmla="*/ 810 w 25908"/>
                  <a:gd name="connsiteY5" fmla="*/ 8996 h 29483"/>
                  <a:gd name="connsiteX6" fmla="*/ 3238 w 25908"/>
                  <a:gd name="connsiteY6" fmla="*/ 4318 h 29483"/>
                  <a:gd name="connsiteX7" fmla="*/ 7287 w 25908"/>
                  <a:gd name="connsiteY7" fmla="*/ 1170 h 29483"/>
                  <a:gd name="connsiteX8" fmla="*/ 12954 w 25908"/>
                  <a:gd name="connsiteY8" fmla="*/ 0 h 29483"/>
                  <a:gd name="connsiteX9" fmla="*/ 18666 w 25908"/>
                  <a:gd name="connsiteY9" fmla="*/ 1170 h 29483"/>
                  <a:gd name="connsiteX10" fmla="*/ 22715 w 25908"/>
                  <a:gd name="connsiteY10" fmla="*/ 4296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12954 w 25908"/>
                  <a:gd name="connsiteY17" fmla="*/ 29484 h 29483"/>
                  <a:gd name="connsiteX18" fmla="*/ 22445 w 25908"/>
                  <a:gd name="connsiteY18" fmla="*/ 14753 h 29483"/>
                  <a:gd name="connsiteX19" fmla="*/ 21905 w 25908"/>
                  <a:gd name="connsiteY19" fmla="*/ 10120 h 29483"/>
                  <a:gd name="connsiteX20" fmla="*/ 20241 w 25908"/>
                  <a:gd name="connsiteY20" fmla="*/ 6365 h 29483"/>
                  <a:gd name="connsiteX21" fmla="*/ 17317 w 25908"/>
                  <a:gd name="connsiteY21" fmla="*/ 3846 h 29483"/>
                  <a:gd name="connsiteX22" fmla="*/ 12954 w 25908"/>
                  <a:gd name="connsiteY22" fmla="*/ 2924 h 29483"/>
                  <a:gd name="connsiteX23" fmla="*/ 8614 w 25908"/>
                  <a:gd name="connsiteY23" fmla="*/ 3913 h 29483"/>
                  <a:gd name="connsiteX24" fmla="*/ 5667 w 25908"/>
                  <a:gd name="connsiteY24" fmla="*/ 6567 h 29483"/>
                  <a:gd name="connsiteX25" fmla="*/ 4003 w 25908"/>
                  <a:gd name="connsiteY25" fmla="*/ 10345 h 29483"/>
                  <a:gd name="connsiteX26" fmla="*/ 3463 w 25908"/>
                  <a:gd name="connsiteY26" fmla="*/ 14753 h 29483"/>
                  <a:gd name="connsiteX27" fmla="*/ 4093 w 25908"/>
                  <a:gd name="connsiteY27" fmla="*/ 19521 h 29483"/>
                  <a:gd name="connsiteX28" fmla="*/ 5893 w 25908"/>
                  <a:gd name="connsiteY28" fmla="*/ 23277 h 29483"/>
                  <a:gd name="connsiteX29" fmla="*/ 8861 w 25908"/>
                  <a:gd name="connsiteY29" fmla="*/ 25706 h 29483"/>
                  <a:gd name="connsiteX30" fmla="*/ 12954 w 25908"/>
                  <a:gd name="connsiteY30" fmla="*/ 26560 h 29483"/>
                  <a:gd name="connsiteX31" fmla="*/ 17294 w 25908"/>
                  <a:gd name="connsiteY31" fmla="*/ 25571 h 29483"/>
                  <a:gd name="connsiteX32" fmla="*/ 20241 w 25908"/>
                  <a:gd name="connsiteY32" fmla="*/ 22894 h 29483"/>
                  <a:gd name="connsiteX33" fmla="*/ 21905 w 25908"/>
                  <a:gd name="connsiteY33" fmla="*/ 19116 h 29483"/>
                  <a:gd name="connsiteX34" fmla="*/ 22445 w 25908"/>
                  <a:gd name="connsiteY34" fmla="*/ 14753 h 29483"/>
                  <a:gd name="connsiteX35" fmla="*/ 22445 w 25908"/>
                  <a:gd name="connsiteY35"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4" y="21185"/>
                    </a:cubicBezTo>
                    <a:cubicBezTo>
                      <a:pt x="360" y="19341"/>
                      <a:pt x="0" y="17205"/>
                      <a:pt x="0" y="14753"/>
                    </a:cubicBezTo>
                    <a:cubicBezTo>
                      <a:pt x="0" y="12707"/>
                      <a:pt x="270" y="10795"/>
                      <a:pt x="810" y="8996"/>
                    </a:cubicBezTo>
                    <a:cubicBezTo>
                      <a:pt x="1350" y="7219"/>
                      <a:pt x="2159" y="5667"/>
                      <a:pt x="3238" y="4318"/>
                    </a:cubicBezTo>
                    <a:cubicBezTo>
                      <a:pt x="4318" y="2991"/>
                      <a:pt x="5667" y="1934"/>
                      <a:pt x="7287" y="1170"/>
                    </a:cubicBezTo>
                    <a:cubicBezTo>
                      <a:pt x="8906" y="405"/>
                      <a:pt x="10795" y="0"/>
                      <a:pt x="12954" y="0"/>
                    </a:cubicBezTo>
                    <a:cubicBezTo>
                      <a:pt x="15113" y="0"/>
                      <a:pt x="17047" y="382"/>
                      <a:pt x="18666" y="1170"/>
                    </a:cubicBezTo>
                    <a:cubicBezTo>
                      <a:pt x="20286" y="1934"/>
                      <a:pt x="21635" y="2991"/>
                      <a:pt x="22715" y="4296"/>
                    </a:cubicBezTo>
                    <a:cubicBezTo>
                      <a:pt x="23794" y="5600"/>
                      <a:pt x="24603" y="7174"/>
                      <a:pt x="25121" y="8973"/>
                    </a:cubicBezTo>
                    <a:cubicBezTo>
                      <a:pt x="25638" y="10773"/>
                      <a:pt x="25908" y="12707"/>
                      <a:pt x="25908" y="14753"/>
                    </a:cubicBezTo>
                    <a:cubicBezTo>
                      <a:pt x="25908" y="16980"/>
                      <a:pt x="25593" y="19004"/>
                      <a:pt x="24986" y="20803"/>
                    </a:cubicBezTo>
                    <a:cubicBezTo>
                      <a:pt x="24379" y="22602"/>
                      <a:pt x="23502" y="24154"/>
                      <a:pt x="22377" y="25436"/>
                    </a:cubicBezTo>
                    <a:cubicBezTo>
                      <a:pt x="21253" y="26740"/>
                      <a:pt x="19881" y="27730"/>
                      <a:pt x="18284" y="28427"/>
                    </a:cubicBezTo>
                    <a:cubicBezTo>
                      <a:pt x="16687" y="29124"/>
                      <a:pt x="14911" y="29484"/>
                      <a:pt x="12977" y="29484"/>
                    </a:cubicBezTo>
                    <a:lnTo>
                      <a:pt x="12954" y="29484"/>
                    </a:lnTo>
                    <a:close/>
                    <a:moveTo>
                      <a:pt x="22445" y="14753"/>
                    </a:moveTo>
                    <a:cubicBezTo>
                      <a:pt x="22445" y="13089"/>
                      <a:pt x="22264" y="11560"/>
                      <a:pt x="21905" y="10120"/>
                    </a:cubicBezTo>
                    <a:cubicBezTo>
                      <a:pt x="21545" y="8681"/>
                      <a:pt x="20983" y="7422"/>
                      <a:pt x="20241" y="6365"/>
                    </a:cubicBezTo>
                    <a:cubicBezTo>
                      <a:pt x="19476" y="5308"/>
                      <a:pt x="18509" y="4475"/>
                      <a:pt x="17317" y="3846"/>
                    </a:cubicBezTo>
                    <a:cubicBezTo>
                      <a:pt x="16125" y="3239"/>
                      <a:pt x="14663" y="2924"/>
                      <a:pt x="12954" y="2924"/>
                    </a:cubicBezTo>
                    <a:cubicBezTo>
                      <a:pt x="11245" y="2924"/>
                      <a:pt x="9806" y="3261"/>
                      <a:pt x="8614" y="3913"/>
                    </a:cubicBezTo>
                    <a:cubicBezTo>
                      <a:pt x="7399" y="4588"/>
                      <a:pt x="6432" y="5465"/>
                      <a:pt x="5667" y="6567"/>
                    </a:cubicBezTo>
                    <a:cubicBezTo>
                      <a:pt x="4903" y="7669"/>
                      <a:pt x="4363" y="8928"/>
                      <a:pt x="4003" y="10345"/>
                    </a:cubicBezTo>
                    <a:cubicBezTo>
                      <a:pt x="3644" y="11762"/>
                      <a:pt x="3463" y="13224"/>
                      <a:pt x="3463" y="14753"/>
                    </a:cubicBezTo>
                    <a:cubicBezTo>
                      <a:pt x="3463" y="16485"/>
                      <a:pt x="3666" y="18082"/>
                      <a:pt x="4093" y="19521"/>
                    </a:cubicBezTo>
                    <a:cubicBezTo>
                      <a:pt x="4498" y="20983"/>
                      <a:pt x="5105" y="22220"/>
                      <a:pt x="5893" y="23277"/>
                    </a:cubicBezTo>
                    <a:cubicBezTo>
                      <a:pt x="6679" y="24311"/>
                      <a:pt x="7669" y="25121"/>
                      <a:pt x="8861" y="25706"/>
                    </a:cubicBezTo>
                    <a:cubicBezTo>
                      <a:pt x="10053" y="26290"/>
                      <a:pt x="11425" y="26560"/>
                      <a:pt x="12954" y="26560"/>
                    </a:cubicBezTo>
                    <a:cubicBezTo>
                      <a:pt x="14641" y="26560"/>
                      <a:pt x="16102" y="26223"/>
                      <a:pt x="17294" y="25571"/>
                    </a:cubicBezTo>
                    <a:cubicBezTo>
                      <a:pt x="18486" y="24918"/>
                      <a:pt x="19476" y="24019"/>
                      <a:pt x="20241" y="22894"/>
                    </a:cubicBezTo>
                    <a:cubicBezTo>
                      <a:pt x="21005" y="21770"/>
                      <a:pt x="21545" y="20511"/>
                      <a:pt x="21905" y="19116"/>
                    </a:cubicBezTo>
                    <a:cubicBezTo>
                      <a:pt x="22264" y="17722"/>
                      <a:pt x="22445" y="16260"/>
                      <a:pt x="22445" y="14753"/>
                    </a:cubicBezTo>
                    <a:lnTo>
                      <a:pt x="22445" y="14753"/>
                    </a:lnTo>
                    <a:close/>
                  </a:path>
                </a:pathLst>
              </a:custGeom>
              <a:solidFill>
                <a:srgbClr val="231F20"/>
              </a:solidFill>
              <a:ln w="2249" cap="flat">
                <a:noFill/>
                <a:prstDash val="solid"/>
                <a:miter/>
              </a:ln>
            </p:spPr>
            <p:txBody>
              <a:bodyPr rtlCol="0" anchor="ctr"/>
              <a:lstStyle/>
              <a:p>
                <a:endParaRPr lang="en-US"/>
              </a:p>
            </p:txBody>
          </p:sp>
          <p:sp>
            <p:nvSpPr>
              <p:cNvPr id="5148" name="Freeform 5147">
                <a:extLst>
                  <a:ext uri="{FF2B5EF4-FFF2-40B4-BE49-F238E27FC236}">
                    <a16:creationId xmlns:a16="http://schemas.microsoft.com/office/drawing/2014/main" id="{7B7D459B-D9CE-C6FD-D060-756BF2B38495}"/>
                  </a:ext>
                </a:extLst>
              </p:cNvPr>
              <p:cNvSpPr/>
              <p:nvPr/>
            </p:nvSpPr>
            <p:spPr>
              <a:xfrm>
                <a:off x="8407929" y="3123349"/>
                <a:ext cx="12481" cy="28719"/>
              </a:xfrm>
              <a:custGeom>
                <a:avLst/>
                <a:gdLst>
                  <a:gd name="connsiteX0" fmla="*/ 3238 w 12481"/>
                  <a:gd name="connsiteY0" fmla="*/ 28719 h 28719"/>
                  <a:gd name="connsiteX1" fmla="*/ 0 w 12481"/>
                  <a:gd name="connsiteY1" fmla="*/ 28719 h 28719"/>
                  <a:gd name="connsiteX2" fmla="*/ 0 w 12481"/>
                  <a:gd name="connsiteY2" fmla="*/ 765 h 28719"/>
                  <a:gd name="connsiteX3" fmla="*/ 3238 w 12481"/>
                  <a:gd name="connsiteY3" fmla="*/ 765 h 28719"/>
                  <a:gd name="connsiteX4" fmla="*/ 3238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8 h 28719"/>
                  <a:gd name="connsiteX9" fmla="*/ 7939 w 12481"/>
                  <a:gd name="connsiteY9" fmla="*/ 4363 h 28719"/>
                  <a:gd name="connsiteX10" fmla="*/ 5105 w 12481"/>
                  <a:gd name="connsiteY10" fmla="*/ 6837 h 28719"/>
                  <a:gd name="connsiteX11" fmla="*/ 3644 w 12481"/>
                  <a:gd name="connsiteY11" fmla="*/ 10525 h 28719"/>
                  <a:gd name="connsiteX12" fmla="*/ 3238 w 12481"/>
                  <a:gd name="connsiteY12" fmla="*/ 14978 h 28719"/>
                  <a:gd name="connsiteX13" fmla="*/ 3238 w 12481"/>
                  <a:gd name="connsiteY13" fmla="*/ 28697 h 28719"/>
                  <a:gd name="connsiteX14" fmla="*/ 3238 w 12481"/>
                  <a:gd name="connsiteY14"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481" h="28719">
                    <a:moveTo>
                      <a:pt x="3238" y="28719"/>
                    </a:moveTo>
                    <a:lnTo>
                      <a:pt x="0" y="28719"/>
                    </a:lnTo>
                    <a:lnTo>
                      <a:pt x="0" y="765"/>
                    </a:lnTo>
                    <a:lnTo>
                      <a:pt x="3238" y="765"/>
                    </a:lnTo>
                    <a:lnTo>
                      <a:pt x="3238" y="6005"/>
                    </a:lnTo>
                    <a:lnTo>
                      <a:pt x="3351" y="6005"/>
                    </a:lnTo>
                    <a:cubicBezTo>
                      <a:pt x="4251" y="3778"/>
                      <a:pt x="5420" y="2227"/>
                      <a:pt x="6837" y="1327"/>
                    </a:cubicBezTo>
                    <a:cubicBezTo>
                      <a:pt x="8254" y="450"/>
                      <a:pt x="10143" y="0"/>
                      <a:pt x="12482" y="0"/>
                    </a:cubicBezTo>
                    <a:lnTo>
                      <a:pt x="12482" y="3508"/>
                    </a:lnTo>
                    <a:cubicBezTo>
                      <a:pt x="10638" y="3463"/>
                      <a:pt x="9131" y="3756"/>
                      <a:pt x="7939" y="4363"/>
                    </a:cubicBezTo>
                    <a:cubicBezTo>
                      <a:pt x="6747" y="4970"/>
                      <a:pt x="5802" y="5802"/>
                      <a:pt x="5105" y="6837"/>
                    </a:cubicBezTo>
                    <a:cubicBezTo>
                      <a:pt x="4408" y="7871"/>
                      <a:pt x="3913" y="9108"/>
                      <a:pt x="3644" y="10525"/>
                    </a:cubicBezTo>
                    <a:cubicBezTo>
                      <a:pt x="3373" y="11942"/>
                      <a:pt x="3238" y="13426"/>
                      <a:pt x="3238" y="14978"/>
                    </a:cubicBezTo>
                    <a:lnTo>
                      <a:pt x="3238" y="28697"/>
                    </a:lnTo>
                    <a:lnTo>
                      <a:pt x="3238" y="28697"/>
                    </a:lnTo>
                    <a:close/>
                  </a:path>
                </a:pathLst>
              </a:custGeom>
              <a:solidFill>
                <a:srgbClr val="231F20"/>
              </a:solidFill>
              <a:ln w="2249" cap="flat">
                <a:noFill/>
                <a:prstDash val="solid"/>
                <a:miter/>
              </a:ln>
            </p:spPr>
            <p:txBody>
              <a:bodyPr rtlCol="0" anchor="ctr"/>
              <a:lstStyle/>
              <a:p>
                <a:endParaRPr lang="en-US"/>
              </a:p>
            </p:txBody>
          </p:sp>
          <p:sp>
            <p:nvSpPr>
              <p:cNvPr id="5149" name="Freeform 5148">
                <a:extLst>
                  <a:ext uri="{FF2B5EF4-FFF2-40B4-BE49-F238E27FC236}">
                    <a16:creationId xmlns:a16="http://schemas.microsoft.com/office/drawing/2014/main" id="{A05397C3-DB67-D3D7-78D5-3C66E473BD1C}"/>
                  </a:ext>
                </a:extLst>
              </p:cNvPr>
              <p:cNvSpPr/>
              <p:nvPr/>
            </p:nvSpPr>
            <p:spPr>
              <a:xfrm>
                <a:off x="8425898" y="3123349"/>
                <a:ext cx="12481" cy="28719"/>
              </a:xfrm>
              <a:custGeom>
                <a:avLst/>
                <a:gdLst>
                  <a:gd name="connsiteX0" fmla="*/ 3238 w 12481"/>
                  <a:gd name="connsiteY0" fmla="*/ 28719 h 28719"/>
                  <a:gd name="connsiteX1" fmla="*/ 0 w 12481"/>
                  <a:gd name="connsiteY1" fmla="*/ 28719 h 28719"/>
                  <a:gd name="connsiteX2" fmla="*/ 0 w 12481"/>
                  <a:gd name="connsiteY2" fmla="*/ 765 h 28719"/>
                  <a:gd name="connsiteX3" fmla="*/ 3238 w 12481"/>
                  <a:gd name="connsiteY3" fmla="*/ 765 h 28719"/>
                  <a:gd name="connsiteX4" fmla="*/ 3238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8 h 28719"/>
                  <a:gd name="connsiteX9" fmla="*/ 7939 w 12481"/>
                  <a:gd name="connsiteY9" fmla="*/ 4363 h 28719"/>
                  <a:gd name="connsiteX10" fmla="*/ 5105 w 12481"/>
                  <a:gd name="connsiteY10" fmla="*/ 6837 h 28719"/>
                  <a:gd name="connsiteX11" fmla="*/ 3644 w 12481"/>
                  <a:gd name="connsiteY11" fmla="*/ 10525 h 28719"/>
                  <a:gd name="connsiteX12" fmla="*/ 3238 w 12481"/>
                  <a:gd name="connsiteY12" fmla="*/ 14978 h 28719"/>
                  <a:gd name="connsiteX13" fmla="*/ 3238 w 12481"/>
                  <a:gd name="connsiteY13" fmla="*/ 28697 h 28719"/>
                  <a:gd name="connsiteX14" fmla="*/ 3238 w 12481"/>
                  <a:gd name="connsiteY14"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481" h="28719">
                    <a:moveTo>
                      <a:pt x="3238" y="28719"/>
                    </a:moveTo>
                    <a:lnTo>
                      <a:pt x="0" y="28719"/>
                    </a:lnTo>
                    <a:lnTo>
                      <a:pt x="0" y="765"/>
                    </a:lnTo>
                    <a:lnTo>
                      <a:pt x="3238" y="765"/>
                    </a:lnTo>
                    <a:lnTo>
                      <a:pt x="3238" y="6005"/>
                    </a:lnTo>
                    <a:lnTo>
                      <a:pt x="3351" y="6005"/>
                    </a:lnTo>
                    <a:cubicBezTo>
                      <a:pt x="4251" y="3778"/>
                      <a:pt x="5420" y="2227"/>
                      <a:pt x="6837" y="1327"/>
                    </a:cubicBezTo>
                    <a:cubicBezTo>
                      <a:pt x="8254" y="450"/>
                      <a:pt x="10143" y="0"/>
                      <a:pt x="12482" y="0"/>
                    </a:cubicBezTo>
                    <a:lnTo>
                      <a:pt x="12482" y="3508"/>
                    </a:lnTo>
                    <a:cubicBezTo>
                      <a:pt x="10638" y="3463"/>
                      <a:pt x="9131" y="3756"/>
                      <a:pt x="7939" y="4363"/>
                    </a:cubicBezTo>
                    <a:cubicBezTo>
                      <a:pt x="6747" y="4970"/>
                      <a:pt x="5802" y="5802"/>
                      <a:pt x="5105" y="6837"/>
                    </a:cubicBezTo>
                    <a:cubicBezTo>
                      <a:pt x="4408" y="7871"/>
                      <a:pt x="3913" y="9108"/>
                      <a:pt x="3644" y="10525"/>
                    </a:cubicBezTo>
                    <a:cubicBezTo>
                      <a:pt x="3373" y="11942"/>
                      <a:pt x="3238" y="13426"/>
                      <a:pt x="3238" y="14978"/>
                    </a:cubicBezTo>
                    <a:lnTo>
                      <a:pt x="3238" y="28697"/>
                    </a:lnTo>
                    <a:lnTo>
                      <a:pt x="3238" y="28697"/>
                    </a:lnTo>
                    <a:close/>
                  </a:path>
                </a:pathLst>
              </a:custGeom>
              <a:solidFill>
                <a:srgbClr val="231F20"/>
              </a:solidFill>
              <a:ln w="2249" cap="flat">
                <a:noFill/>
                <a:prstDash val="solid"/>
                <a:miter/>
              </a:ln>
            </p:spPr>
            <p:txBody>
              <a:bodyPr rtlCol="0" anchor="ctr"/>
              <a:lstStyle/>
              <a:p>
                <a:endParaRPr lang="en-US"/>
              </a:p>
            </p:txBody>
          </p:sp>
          <p:sp>
            <p:nvSpPr>
              <p:cNvPr id="5150" name="Freeform 5149">
                <a:extLst>
                  <a:ext uri="{FF2B5EF4-FFF2-40B4-BE49-F238E27FC236}">
                    <a16:creationId xmlns:a16="http://schemas.microsoft.com/office/drawing/2014/main" id="{6B16C77B-1985-3237-658D-381613135CFF}"/>
                  </a:ext>
                </a:extLst>
              </p:cNvPr>
              <p:cNvSpPr/>
              <p:nvPr/>
            </p:nvSpPr>
            <p:spPr>
              <a:xfrm>
                <a:off x="8442203" y="3123372"/>
                <a:ext cx="25167" cy="29483"/>
              </a:xfrm>
              <a:custGeom>
                <a:avLst/>
                <a:gdLst>
                  <a:gd name="connsiteX0" fmla="*/ 3509 w 25167"/>
                  <a:gd name="connsiteY0" fmla="*/ 15473 h 29483"/>
                  <a:gd name="connsiteX1" fmla="*/ 4093 w 25167"/>
                  <a:gd name="connsiteY1" fmla="*/ 19768 h 29483"/>
                  <a:gd name="connsiteX2" fmla="*/ 5848 w 25167"/>
                  <a:gd name="connsiteY2" fmla="*/ 23277 h 29483"/>
                  <a:gd name="connsiteX3" fmla="*/ 8794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4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5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7 w 25167"/>
                  <a:gd name="connsiteY18" fmla="*/ 1170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3509 w 25167"/>
                  <a:gd name="connsiteY23" fmla="*/ 15473 h 29483"/>
                  <a:gd name="connsiteX24" fmla="*/ 21748 w 25167"/>
                  <a:gd name="connsiteY24" fmla="*/ 12774 h 29483"/>
                  <a:gd name="connsiteX25" fmla="*/ 21186 w 25167"/>
                  <a:gd name="connsiteY25" fmla="*/ 8906 h 29483"/>
                  <a:gd name="connsiteX26" fmla="*/ 19521 w 25167"/>
                  <a:gd name="connsiteY26" fmla="*/ 5780 h 29483"/>
                  <a:gd name="connsiteX27" fmla="*/ 16732 w 25167"/>
                  <a:gd name="connsiteY27" fmla="*/ 3666 h 29483"/>
                  <a:gd name="connsiteX28" fmla="*/ 12909 w 25167"/>
                  <a:gd name="connsiteY28" fmla="*/ 2879 h 29483"/>
                  <a:gd name="connsiteX29" fmla="*/ 9108 w 25167"/>
                  <a:gd name="connsiteY29" fmla="*/ 3688 h 29483"/>
                  <a:gd name="connsiteX30" fmla="*/ 6297 w 25167"/>
                  <a:gd name="connsiteY30" fmla="*/ 5847 h 29483"/>
                  <a:gd name="connsiteX31" fmla="*/ 4430 w 25167"/>
                  <a:gd name="connsiteY31" fmla="*/ 8973 h 29483"/>
                  <a:gd name="connsiteX32" fmla="*/ 3509 w 25167"/>
                  <a:gd name="connsiteY32" fmla="*/ 12752 h 29483"/>
                  <a:gd name="connsiteX33" fmla="*/ 21748 w 25167"/>
                  <a:gd name="connsiteY33" fmla="*/ 12752 h 29483"/>
                  <a:gd name="connsiteX34" fmla="*/ 21748 w 25167"/>
                  <a:gd name="connsiteY34"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5167" h="29483">
                    <a:moveTo>
                      <a:pt x="3509" y="15473"/>
                    </a:moveTo>
                    <a:cubicBezTo>
                      <a:pt x="3509" y="16980"/>
                      <a:pt x="3711" y="18419"/>
                      <a:pt x="4093" y="19768"/>
                    </a:cubicBezTo>
                    <a:cubicBezTo>
                      <a:pt x="4498" y="21118"/>
                      <a:pt x="5083" y="22287"/>
                      <a:pt x="5848" y="23277"/>
                    </a:cubicBezTo>
                    <a:cubicBezTo>
                      <a:pt x="6612" y="24266"/>
                      <a:pt x="7602" y="25053"/>
                      <a:pt x="8794" y="25661"/>
                    </a:cubicBezTo>
                    <a:cubicBezTo>
                      <a:pt x="9985" y="26245"/>
                      <a:pt x="11357" y="26560"/>
                      <a:pt x="12886" y="26560"/>
                    </a:cubicBezTo>
                    <a:cubicBezTo>
                      <a:pt x="15001" y="26560"/>
                      <a:pt x="16822" y="25998"/>
                      <a:pt x="18329" y="24896"/>
                    </a:cubicBezTo>
                    <a:cubicBezTo>
                      <a:pt x="19836" y="23772"/>
                      <a:pt x="20848" y="22197"/>
                      <a:pt x="21343" y="20151"/>
                    </a:cubicBezTo>
                    <a:lnTo>
                      <a:pt x="24964" y="20151"/>
                    </a:lnTo>
                    <a:cubicBezTo>
                      <a:pt x="24559" y="21478"/>
                      <a:pt x="24041" y="22714"/>
                      <a:pt x="23389" y="23839"/>
                    </a:cubicBezTo>
                    <a:cubicBezTo>
                      <a:pt x="22737" y="24963"/>
                      <a:pt x="21927" y="25953"/>
                      <a:pt x="20960" y="26808"/>
                    </a:cubicBezTo>
                    <a:cubicBezTo>
                      <a:pt x="19994" y="27662"/>
                      <a:pt x="18847" y="28314"/>
                      <a:pt x="17497" y="28787"/>
                    </a:cubicBezTo>
                    <a:cubicBezTo>
                      <a:pt x="16170" y="29259"/>
                      <a:pt x="14618" y="29484"/>
                      <a:pt x="12864" y="29484"/>
                    </a:cubicBezTo>
                    <a:cubicBezTo>
                      <a:pt x="10638" y="29484"/>
                      <a:pt x="8704" y="29102"/>
                      <a:pt x="7085" y="28359"/>
                    </a:cubicBezTo>
                    <a:cubicBezTo>
                      <a:pt x="5465" y="27595"/>
                      <a:pt x="4138" y="26560"/>
                      <a:pt x="3081" y="25256"/>
                    </a:cubicBezTo>
                    <a:cubicBezTo>
                      <a:pt x="2047" y="23951"/>
                      <a:pt x="1260" y="22400"/>
                      <a:pt x="765" y="20623"/>
                    </a:cubicBezTo>
                    <a:cubicBezTo>
                      <a:pt x="270" y="18846"/>
                      <a:pt x="0" y="16935"/>
                      <a:pt x="0" y="14866"/>
                    </a:cubicBezTo>
                    <a:cubicBezTo>
                      <a:pt x="0" y="12797"/>
                      <a:pt x="293" y="10885"/>
                      <a:pt x="900" y="9086"/>
                    </a:cubicBezTo>
                    <a:cubicBezTo>
                      <a:pt x="1485" y="7287"/>
                      <a:pt x="2339" y="5712"/>
                      <a:pt x="3441" y="4363"/>
                    </a:cubicBezTo>
                    <a:cubicBezTo>
                      <a:pt x="4543" y="3014"/>
                      <a:pt x="5870" y="1957"/>
                      <a:pt x="7467" y="1170"/>
                    </a:cubicBezTo>
                    <a:cubicBezTo>
                      <a:pt x="9041" y="405"/>
                      <a:pt x="10840" y="0"/>
                      <a:pt x="12864" y="0"/>
                    </a:cubicBezTo>
                    <a:cubicBezTo>
                      <a:pt x="16710" y="0"/>
                      <a:pt x="19746" y="1327"/>
                      <a:pt x="21927" y="3958"/>
                    </a:cubicBezTo>
                    <a:cubicBezTo>
                      <a:pt x="24131" y="6612"/>
                      <a:pt x="25211" y="10435"/>
                      <a:pt x="25166" y="15473"/>
                    </a:cubicBezTo>
                    <a:lnTo>
                      <a:pt x="3463" y="15473"/>
                    </a:lnTo>
                    <a:lnTo>
                      <a:pt x="3509" y="15473"/>
                    </a:lnTo>
                    <a:close/>
                    <a:moveTo>
                      <a:pt x="21748" y="12774"/>
                    </a:moveTo>
                    <a:cubicBezTo>
                      <a:pt x="21748" y="11402"/>
                      <a:pt x="21568" y="10120"/>
                      <a:pt x="21186" y="8906"/>
                    </a:cubicBezTo>
                    <a:cubicBezTo>
                      <a:pt x="20803" y="7691"/>
                      <a:pt x="20241" y="6657"/>
                      <a:pt x="19521" y="5780"/>
                    </a:cubicBezTo>
                    <a:cubicBezTo>
                      <a:pt x="18779" y="4903"/>
                      <a:pt x="17857" y="4206"/>
                      <a:pt x="16732" y="3666"/>
                    </a:cubicBezTo>
                    <a:cubicBezTo>
                      <a:pt x="15608" y="3126"/>
                      <a:pt x="14349" y="2879"/>
                      <a:pt x="12909" y="2879"/>
                    </a:cubicBezTo>
                    <a:cubicBezTo>
                      <a:pt x="11470" y="2879"/>
                      <a:pt x="10210" y="3149"/>
                      <a:pt x="9108" y="3688"/>
                    </a:cubicBezTo>
                    <a:cubicBezTo>
                      <a:pt x="8006" y="4228"/>
                      <a:pt x="7085" y="4948"/>
                      <a:pt x="6297" y="5847"/>
                    </a:cubicBezTo>
                    <a:cubicBezTo>
                      <a:pt x="5532" y="6747"/>
                      <a:pt x="4903" y="7781"/>
                      <a:pt x="4430" y="8973"/>
                    </a:cubicBezTo>
                    <a:cubicBezTo>
                      <a:pt x="3958" y="10165"/>
                      <a:pt x="3666" y="11425"/>
                      <a:pt x="3509" y="12752"/>
                    </a:cubicBezTo>
                    <a:lnTo>
                      <a:pt x="21748" y="12752"/>
                    </a:lnTo>
                    <a:lnTo>
                      <a:pt x="21748" y="12752"/>
                    </a:lnTo>
                    <a:close/>
                  </a:path>
                </a:pathLst>
              </a:custGeom>
              <a:solidFill>
                <a:srgbClr val="231F20"/>
              </a:solidFill>
              <a:ln w="2249" cap="flat">
                <a:noFill/>
                <a:prstDash val="solid"/>
                <a:miter/>
              </a:ln>
            </p:spPr>
            <p:txBody>
              <a:bodyPr rtlCol="0" anchor="ctr"/>
              <a:lstStyle/>
              <a:p>
                <a:endParaRPr lang="en-US"/>
              </a:p>
            </p:txBody>
          </p:sp>
          <p:sp>
            <p:nvSpPr>
              <p:cNvPr id="5151" name="Freeform 5150">
                <a:extLst>
                  <a:ext uri="{FF2B5EF4-FFF2-40B4-BE49-F238E27FC236}">
                    <a16:creationId xmlns:a16="http://schemas.microsoft.com/office/drawing/2014/main" id="{76895730-747C-02F6-2AA8-812C3DE69E81}"/>
                  </a:ext>
                </a:extLst>
              </p:cNvPr>
              <p:cNvSpPr/>
              <p:nvPr/>
            </p:nvSpPr>
            <p:spPr>
              <a:xfrm>
                <a:off x="8472385" y="3123349"/>
                <a:ext cx="24895" cy="29461"/>
              </a:xfrm>
              <a:custGeom>
                <a:avLst/>
                <a:gdLst>
                  <a:gd name="connsiteX0" fmla="*/ 21163 w 24895"/>
                  <a:gd name="connsiteY0" fmla="*/ 9558 h 29461"/>
                  <a:gd name="connsiteX1" fmla="*/ 18194 w 24895"/>
                  <a:gd name="connsiteY1" fmla="*/ 4678 h 29461"/>
                  <a:gd name="connsiteX2" fmla="*/ 12841 w 24895"/>
                  <a:gd name="connsiteY2" fmla="*/ 2924 h 29461"/>
                  <a:gd name="connsiteX3" fmla="*/ 8568 w 24895"/>
                  <a:gd name="connsiteY3" fmla="*/ 3958 h 29461"/>
                  <a:gd name="connsiteX4" fmla="*/ 5645 w 24895"/>
                  <a:gd name="connsiteY4" fmla="*/ 6679 h 29461"/>
                  <a:gd name="connsiteX5" fmla="*/ 3980 w 24895"/>
                  <a:gd name="connsiteY5" fmla="*/ 10503 h 29461"/>
                  <a:gd name="connsiteX6" fmla="*/ 3440 w 24895"/>
                  <a:gd name="connsiteY6" fmla="*/ 14798 h 29461"/>
                  <a:gd name="connsiteX7" fmla="*/ 3958 w 24895"/>
                  <a:gd name="connsiteY7" fmla="*/ 19116 h 29461"/>
                  <a:gd name="connsiteX8" fmla="*/ 5600 w 24895"/>
                  <a:gd name="connsiteY8" fmla="*/ 22894 h 29461"/>
                  <a:gd name="connsiteX9" fmla="*/ 8523 w 24895"/>
                  <a:gd name="connsiteY9" fmla="*/ 25571 h 29461"/>
                  <a:gd name="connsiteX10" fmla="*/ 12841 w 24895"/>
                  <a:gd name="connsiteY10" fmla="*/ 26560 h 29461"/>
                  <a:gd name="connsiteX11" fmla="*/ 18643 w 24895"/>
                  <a:gd name="connsiteY11" fmla="*/ 24559 h 29461"/>
                  <a:gd name="connsiteX12" fmla="*/ 21432 w 24895"/>
                  <a:gd name="connsiteY12" fmla="*/ 19049 h 29461"/>
                  <a:gd name="connsiteX13" fmla="*/ 24896 w 24895"/>
                  <a:gd name="connsiteY13" fmla="*/ 19049 h 29461"/>
                  <a:gd name="connsiteX14" fmla="*/ 23524 w 24895"/>
                  <a:gd name="connsiteY14" fmla="*/ 23277 h 29461"/>
                  <a:gd name="connsiteX15" fmla="*/ 21095 w 24895"/>
                  <a:gd name="connsiteY15" fmla="*/ 26560 h 29461"/>
                  <a:gd name="connsiteX16" fmla="*/ 17564 w 24895"/>
                  <a:gd name="connsiteY16" fmla="*/ 28697 h 29461"/>
                  <a:gd name="connsiteX17" fmla="*/ 12864 w 24895"/>
                  <a:gd name="connsiteY17" fmla="*/ 29461 h 29461"/>
                  <a:gd name="connsiteX18" fmla="*/ 7084 w 24895"/>
                  <a:gd name="connsiteY18" fmla="*/ 28337 h 29461"/>
                  <a:gd name="connsiteX19" fmla="*/ 3081 w 24895"/>
                  <a:gd name="connsiteY19" fmla="*/ 25233 h 29461"/>
                  <a:gd name="connsiteX20" fmla="*/ 764 w 24895"/>
                  <a:gd name="connsiteY20" fmla="*/ 20556 h 29461"/>
                  <a:gd name="connsiteX21" fmla="*/ 0 w 24895"/>
                  <a:gd name="connsiteY21" fmla="*/ 14776 h 29461"/>
                  <a:gd name="connsiteX22" fmla="*/ 832 w 24895"/>
                  <a:gd name="connsiteY22" fmla="*/ 9198 h 29461"/>
                  <a:gd name="connsiteX23" fmla="*/ 3283 w 24895"/>
                  <a:gd name="connsiteY23" fmla="*/ 4475 h 29461"/>
                  <a:gd name="connsiteX24" fmla="*/ 7309 w 24895"/>
                  <a:gd name="connsiteY24" fmla="*/ 1214 h 29461"/>
                  <a:gd name="connsiteX25" fmla="*/ 12841 w 24895"/>
                  <a:gd name="connsiteY25" fmla="*/ 0 h 29461"/>
                  <a:gd name="connsiteX26" fmla="*/ 20690 w 24895"/>
                  <a:gd name="connsiteY26" fmla="*/ 2316 h 29461"/>
                  <a:gd name="connsiteX27" fmla="*/ 24446 w 24895"/>
                  <a:gd name="connsiteY27" fmla="*/ 9558 h 29461"/>
                  <a:gd name="connsiteX28" fmla="*/ 21163 w 24895"/>
                  <a:gd name="connsiteY28" fmla="*/ 9558 h 29461"/>
                  <a:gd name="connsiteX29" fmla="*/ 21163 w 24895"/>
                  <a:gd name="connsiteY29"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4895" h="29461">
                    <a:moveTo>
                      <a:pt x="21163" y="9558"/>
                    </a:moveTo>
                    <a:cubicBezTo>
                      <a:pt x="20578" y="7467"/>
                      <a:pt x="19588" y="5847"/>
                      <a:pt x="18194" y="4678"/>
                    </a:cubicBezTo>
                    <a:cubicBezTo>
                      <a:pt x="16800" y="3508"/>
                      <a:pt x="15000" y="2924"/>
                      <a:pt x="12841" y="2924"/>
                    </a:cubicBezTo>
                    <a:cubicBezTo>
                      <a:pt x="11177" y="2924"/>
                      <a:pt x="9760" y="3261"/>
                      <a:pt x="8568" y="3958"/>
                    </a:cubicBezTo>
                    <a:cubicBezTo>
                      <a:pt x="7376" y="4633"/>
                      <a:pt x="6409" y="5555"/>
                      <a:pt x="5645" y="6679"/>
                    </a:cubicBezTo>
                    <a:cubicBezTo>
                      <a:pt x="4880" y="7804"/>
                      <a:pt x="4340" y="9086"/>
                      <a:pt x="3980" y="10503"/>
                    </a:cubicBezTo>
                    <a:cubicBezTo>
                      <a:pt x="3621" y="11920"/>
                      <a:pt x="3440" y="13359"/>
                      <a:pt x="3440" y="14798"/>
                    </a:cubicBezTo>
                    <a:cubicBezTo>
                      <a:pt x="3440" y="16237"/>
                      <a:pt x="3621" y="17722"/>
                      <a:pt x="3958" y="19116"/>
                    </a:cubicBezTo>
                    <a:cubicBezTo>
                      <a:pt x="4295" y="20511"/>
                      <a:pt x="4858" y="21770"/>
                      <a:pt x="5600" y="22894"/>
                    </a:cubicBezTo>
                    <a:cubicBezTo>
                      <a:pt x="6342" y="24019"/>
                      <a:pt x="7332" y="24896"/>
                      <a:pt x="8523" y="25571"/>
                    </a:cubicBezTo>
                    <a:cubicBezTo>
                      <a:pt x="9715" y="26245"/>
                      <a:pt x="11155" y="26560"/>
                      <a:pt x="12841" y="26560"/>
                    </a:cubicBezTo>
                    <a:cubicBezTo>
                      <a:pt x="15247" y="26560"/>
                      <a:pt x="17182" y="25886"/>
                      <a:pt x="18643" y="24559"/>
                    </a:cubicBezTo>
                    <a:cubicBezTo>
                      <a:pt x="20106" y="23232"/>
                      <a:pt x="21027" y="21388"/>
                      <a:pt x="21432" y="19049"/>
                    </a:cubicBezTo>
                    <a:lnTo>
                      <a:pt x="24896" y="19049"/>
                    </a:lnTo>
                    <a:cubicBezTo>
                      <a:pt x="24603" y="20600"/>
                      <a:pt x="24154" y="22017"/>
                      <a:pt x="23524" y="23277"/>
                    </a:cubicBezTo>
                    <a:cubicBezTo>
                      <a:pt x="22894" y="24559"/>
                      <a:pt x="22084" y="25661"/>
                      <a:pt x="21095" y="26560"/>
                    </a:cubicBezTo>
                    <a:cubicBezTo>
                      <a:pt x="20106" y="27482"/>
                      <a:pt x="18936" y="28180"/>
                      <a:pt x="17564" y="28697"/>
                    </a:cubicBezTo>
                    <a:cubicBezTo>
                      <a:pt x="16192" y="29214"/>
                      <a:pt x="14641" y="29461"/>
                      <a:pt x="12864" y="29461"/>
                    </a:cubicBezTo>
                    <a:cubicBezTo>
                      <a:pt x="10638" y="29461"/>
                      <a:pt x="8703" y="29079"/>
                      <a:pt x="7084" y="28337"/>
                    </a:cubicBezTo>
                    <a:cubicBezTo>
                      <a:pt x="5465" y="27572"/>
                      <a:pt x="4138" y="26538"/>
                      <a:pt x="3081" y="25233"/>
                    </a:cubicBezTo>
                    <a:cubicBezTo>
                      <a:pt x="2024" y="23929"/>
                      <a:pt x="1259" y="22355"/>
                      <a:pt x="764" y="20556"/>
                    </a:cubicBezTo>
                    <a:cubicBezTo>
                      <a:pt x="270" y="18756"/>
                      <a:pt x="0" y="16822"/>
                      <a:pt x="0" y="14776"/>
                    </a:cubicBezTo>
                    <a:cubicBezTo>
                      <a:pt x="0" y="12842"/>
                      <a:pt x="270" y="10975"/>
                      <a:pt x="832" y="9198"/>
                    </a:cubicBezTo>
                    <a:cubicBezTo>
                      <a:pt x="1394" y="7422"/>
                      <a:pt x="2204" y="5847"/>
                      <a:pt x="3283" y="4475"/>
                    </a:cubicBezTo>
                    <a:cubicBezTo>
                      <a:pt x="4363" y="3104"/>
                      <a:pt x="5712" y="2024"/>
                      <a:pt x="7309" y="1214"/>
                    </a:cubicBezTo>
                    <a:cubicBezTo>
                      <a:pt x="8906" y="405"/>
                      <a:pt x="10750" y="0"/>
                      <a:pt x="12841" y="0"/>
                    </a:cubicBezTo>
                    <a:cubicBezTo>
                      <a:pt x="16080" y="0"/>
                      <a:pt x="18688" y="765"/>
                      <a:pt x="20690" y="2316"/>
                    </a:cubicBezTo>
                    <a:cubicBezTo>
                      <a:pt x="22692" y="3868"/>
                      <a:pt x="23929" y="6275"/>
                      <a:pt x="24446" y="9558"/>
                    </a:cubicBezTo>
                    <a:lnTo>
                      <a:pt x="21163" y="9558"/>
                    </a:lnTo>
                    <a:lnTo>
                      <a:pt x="21163" y="9558"/>
                    </a:lnTo>
                    <a:close/>
                  </a:path>
                </a:pathLst>
              </a:custGeom>
              <a:solidFill>
                <a:srgbClr val="231F20"/>
              </a:solidFill>
              <a:ln w="2249" cap="flat">
                <a:noFill/>
                <a:prstDash val="solid"/>
                <a:miter/>
              </a:ln>
            </p:spPr>
            <p:txBody>
              <a:bodyPr rtlCol="0" anchor="ctr"/>
              <a:lstStyle/>
              <a:p>
                <a:endParaRPr lang="en-US"/>
              </a:p>
            </p:txBody>
          </p:sp>
          <p:sp>
            <p:nvSpPr>
              <p:cNvPr id="5152" name="Freeform 5151">
                <a:extLst>
                  <a:ext uri="{FF2B5EF4-FFF2-40B4-BE49-F238E27FC236}">
                    <a16:creationId xmlns:a16="http://schemas.microsoft.com/office/drawing/2014/main" id="{D413B154-5A6F-88A2-2573-C061D9E04975}"/>
                  </a:ext>
                </a:extLst>
              </p:cNvPr>
              <p:cNvSpPr/>
              <p:nvPr/>
            </p:nvSpPr>
            <p:spPr>
              <a:xfrm>
                <a:off x="8500946" y="3116332"/>
                <a:ext cx="12616" cy="36500"/>
              </a:xfrm>
              <a:custGeom>
                <a:avLst/>
                <a:gdLst>
                  <a:gd name="connsiteX0" fmla="*/ 12616 w 12616"/>
                  <a:gd name="connsiteY0" fmla="*/ 35848 h 36500"/>
                  <a:gd name="connsiteX1" fmla="*/ 11042 w 12616"/>
                  <a:gd name="connsiteY1" fmla="*/ 36231 h 36500"/>
                  <a:gd name="connsiteX2" fmla="*/ 8883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1 h 36500"/>
                  <a:gd name="connsiteX8" fmla="*/ 3936 w 12616"/>
                  <a:gd name="connsiteY8" fmla="*/ 7781 h 36500"/>
                  <a:gd name="connsiteX9" fmla="*/ 3936 w 12616"/>
                  <a:gd name="connsiteY9" fmla="*/ 0 h 36500"/>
                  <a:gd name="connsiteX10" fmla="*/ 7174 w 12616"/>
                  <a:gd name="connsiteY10" fmla="*/ 0 h 36500"/>
                  <a:gd name="connsiteX11" fmla="*/ 7174 w 12616"/>
                  <a:gd name="connsiteY11" fmla="*/ 7781 h 36500"/>
                  <a:gd name="connsiteX12" fmla="*/ 12414 w 12616"/>
                  <a:gd name="connsiteY12" fmla="*/ 7781 h 36500"/>
                  <a:gd name="connsiteX13" fmla="*/ 12414 w 12616"/>
                  <a:gd name="connsiteY13" fmla="*/ 10480 h 36500"/>
                  <a:gd name="connsiteX14" fmla="*/ 7174 w 12616"/>
                  <a:gd name="connsiteY14" fmla="*/ 10480 h 36500"/>
                  <a:gd name="connsiteX15" fmla="*/ 7174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5 h 36500"/>
                  <a:gd name="connsiteX21" fmla="*/ 12616 w 12616"/>
                  <a:gd name="connsiteY21" fmla="*/ 33195 h 36500"/>
                  <a:gd name="connsiteX22" fmla="*/ 12616 w 12616"/>
                  <a:gd name="connsiteY22" fmla="*/ 35848 h 36500"/>
                  <a:gd name="connsiteX23" fmla="*/ 12616 w 12616"/>
                  <a:gd name="connsiteY23" fmla="*/ 35848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616" h="36500">
                    <a:moveTo>
                      <a:pt x="12616" y="35848"/>
                    </a:moveTo>
                    <a:cubicBezTo>
                      <a:pt x="12212" y="35916"/>
                      <a:pt x="11694" y="36051"/>
                      <a:pt x="11042" y="36231"/>
                    </a:cubicBezTo>
                    <a:cubicBezTo>
                      <a:pt x="10390" y="36411"/>
                      <a:pt x="9671" y="36501"/>
                      <a:pt x="8883" y="36501"/>
                    </a:cubicBezTo>
                    <a:cubicBezTo>
                      <a:pt x="7264" y="36501"/>
                      <a:pt x="6027" y="36096"/>
                      <a:pt x="5195" y="35286"/>
                    </a:cubicBezTo>
                    <a:cubicBezTo>
                      <a:pt x="4363" y="34477"/>
                      <a:pt x="3936" y="33037"/>
                      <a:pt x="3936" y="30946"/>
                    </a:cubicBezTo>
                    <a:lnTo>
                      <a:pt x="3936" y="10480"/>
                    </a:lnTo>
                    <a:lnTo>
                      <a:pt x="0" y="10480"/>
                    </a:lnTo>
                    <a:lnTo>
                      <a:pt x="0" y="7781"/>
                    </a:lnTo>
                    <a:lnTo>
                      <a:pt x="3936" y="7781"/>
                    </a:lnTo>
                    <a:lnTo>
                      <a:pt x="3936" y="0"/>
                    </a:lnTo>
                    <a:lnTo>
                      <a:pt x="7174" y="0"/>
                    </a:lnTo>
                    <a:lnTo>
                      <a:pt x="7174" y="7781"/>
                    </a:lnTo>
                    <a:lnTo>
                      <a:pt x="12414" y="7781"/>
                    </a:lnTo>
                    <a:lnTo>
                      <a:pt x="12414" y="10480"/>
                    </a:lnTo>
                    <a:lnTo>
                      <a:pt x="7174" y="10480"/>
                    </a:lnTo>
                    <a:lnTo>
                      <a:pt x="7174" y="29641"/>
                    </a:lnTo>
                    <a:cubicBezTo>
                      <a:pt x="7174" y="30316"/>
                      <a:pt x="7174" y="30923"/>
                      <a:pt x="7219" y="31418"/>
                    </a:cubicBezTo>
                    <a:cubicBezTo>
                      <a:pt x="7264" y="31913"/>
                      <a:pt x="7354" y="32340"/>
                      <a:pt x="7534" y="32655"/>
                    </a:cubicBezTo>
                    <a:cubicBezTo>
                      <a:pt x="7714" y="32970"/>
                      <a:pt x="7984" y="33217"/>
                      <a:pt x="8366" y="33352"/>
                    </a:cubicBezTo>
                    <a:cubicBezTo>
                      <a:pt x="8748" y="33487"/>
                      <a:pt x="9265" y="33577"/>
                      <a:pt x="9963" y="33577"/>
                    </a:cubicBezTo>
                    <a:cubicBezTo>
                      <a:pt x="10390" y="33577"/>
                      <a:pt x="10840" y="33532"/>
                      <a:pt x="11290" y="33465"/>
                    </a:cubicBezTo>
                    <a:cubicBezTo>
                      <a:pt x="11739" y="33397"/>
                      <a:pt x="12189" y="33307"/>
                      <a:pt x="12616" y="33195"/>
                    </a:cubicBezTo>
                    <a:lnTo>
                      <a:pt x="12616" y="35848"/>
                    </a:lnTo>
                    <a:lnTo>
                      <a:pt x="12616" y="35848"/>
                    </a:lnTo>
                    <a:close/>
                  </a:path>
                </a:pathLst>
              </a:custGeom>
              <a:solidFill>
                <a:srgbClr val="231F20"/>
              </a:solidFill>
              <a:ln w="2249" cap="flat">
                <a:noFill/>
                <a:prstDash val="solid"/>
                <a:miter/>
              </a:ln>
            </p:spPr>
            <p:txBody>
              <a:bodyPr rtlCol="0" anchor="ctr"/>
              <a:lstStyle/>
              <a:p>
                <a:endParaRPr lang="en-US"/>
              </a:p>
            </p:txBody>
          </p:sp>
        </p:grpSp>
        <p:grpSp>
          <p:nvGrpSpPr>
            <p:cNvPr id="5153" name="Graphic 3">
              <a:extLst>
                <a:ext uri="{FF2B5EF4-FFF2-40B4-BE49-F238E27FC236}">
                  <a16:creationId xmlns:a16="http://schemas.microsoft.com/office/drawing/2014/main" id="{250D6810-13E7-8B0B-5FFA-87E8E38E5660}"/>
                </a:ext>
              </a:extLst>
            </p:cNvPr>
            <p:cNvGrpSpPr/>
            <p:nvPr/>
          </p:nvGrpSpPr>
          <p:grpSpPr>
            <a:xfrm>
              <a:off x="7441238" y="4800845"/>
              <a:ext cx="900966" cy="172204"/>
              <a:chOff x="8604421" y="3113206"/>
              <a:chExt cx="207443" cy="39649"/>
            </a:xfrm>
            <a:solidFill>
              <a:srgbClr val="231F20"/>
            </a:solidFill>
          </p:grpSpPr>
          <p:sp>
            <p:nvSpPr>
              <p:cNvPr id="5154" name="Freeform 5153">
                <a:extLst>
                  <a:ext uri="{FF2B5EF4-FFF2-40B4-BE49-F238E27FC236}">
                    <a16:creationId xmlns:a16="http://schemas.microsoft.com/office/drawing/2014/main" id="{AE00A933-B71C-476A-2A63-8EC1F4B98EDA}"/>
                  </a:ext>
                </a:extLst>
              </p:cNvPr>
              <p:cNvSpPr/>
              <p:nvPr/>
            </p:nvSpPr>
            <p:spPr>
              <a:xfrm>
                <a:off x="8604421" y="3113206"/>
                <a:ext cx="3552" cy="38861"/>
              </a:xfrm>
              <a:custGeom>
                <a:avLst/>
                <a:gdLst>
                  <a:gd name="connsiteX0" fmla="*/ 0 w 3552"/>
                  <a:gd name="connsiteY0" fmla="*/ 4813 h 38861"/>
                  <a:gd name="connsiteX1" fmla="*/ 0 w 3552"/>
                  <a:gd name="connsiteY1" fmla="*/ 0 h 38861"/>
                  <a:gd name="connsiteX2" fmla="*/ 3553 w 3552"/>
                  <a:gd name="connsiteY2" fmla="*/ 0 h 38861"/>
                  <a:gd name="connsiteX3" fmla="*/ 3553 w 3552"/>
                  <a:gd name="connsiteY3" fmla="*/ 4813 h 38861"/>
                  <a:gd name="connsiteX4" fmla="*/ 0 w 3552"/>
                  <a:gd name="connsiteY4" fmla="*/ 4813 h 38861"/>
                  <a:gd name="connsiteX5" fmla="*/ 180 w 3552"/>
                  <a:gd name="connsiteY5" fmla="*/ 38862 h 38861"/>
                  <a:gd name="connsiteX6" fmla="*/ 180 w 3552"/>
                  <a:gd name="connsiteY6" fmla="*/ 10907 h 38861"/>
                  <a:gd name="connsiteX7" fmla="*/ 3418 w 3552"/>
                  <a:gd name="connsiteY7" fmla="*/ 10907 h 38861"/>
                  <a:gd name="connsiteX8" fmla="*/ 3418 w 3552"/>
                  <a:gd name="connsiteY8" fmla="*/ 38862 h 38861"/>
                  <a:gd name="connsiteX9" fmla="*/ 180 w 3552"/>
                  <a:gd name="connsiteY9" fmla="*/ 38862 h 38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52" h="38861">
                    <a:moveTo>
                      <a:pt x="0" y="4813"/>
                    </a:moveTo>
                    <a:lnTo>
                      <a:pt x="0" y="0"/>
                    </a:lnTo>
                    <a:lnTo>
                      <a:pt x="3553" y="0"/>
                    </a:lnTo>
                    <a:lnTo>
                      <a:pt x="3553" y="4813"/>
                    </a:lnTo>
                    <a:lnTo>
                      <a:pt x="0" y="4813"/>
                    </a:lnTo>
                    <a:close/>
                    <a:moveTo>
                      <a:pt x="180" y="38862"/>
                    </a:moveTo>
                    <a:lnTo>
                      <a:pt x="180" y="10907"/>
                    </a:lnTo>
                    <a:lnTo>
                      <a:pt x="3418" y="10907"/>
                    </a:lnTo>
                    <a:lnTo>
                      <a:pt x="3418" y="38862"/>
                    </a:lnTo>
                    <a:lnTo>
                      <a:pt x="180" y="38862"/>
                    </a:lnTo>
                    <a:close/>
                  </a:path>
                </a:pathLst>
              </a:custGeom>
              <a:solidFill>
                <a:srgbClr val="231F20"/>
              </a:solidFill>
              <a:ln w="2249" cap="flat">
                <a:noFill/>
                <a:prstDash val="solid"/>
                <a:miter/>
              </a:ln>
            </p:spPr>
            <p:txBody>
              <a:bodyPr rtlCol="0" anchor="ctr"/>
              <a:lstStyle/>
              <a:p>
                <a:endParaRPr lang="en-US"/>
              </a:p>
            </p:txBody>
          </p:sp>
          <p:sp>
            <p:nvSpPr>
              <p:cNvPr id="5155" name="Freeform 5154">
                <a:extLst>
                  <a:ext uri="{FF2B5EF4-FFF2-40B4-BE49-F238E27FC236}">
                    <a16:creationId xmlns:a16="http://schemas.microsoft.com/office/drawing/2014/main" id="{0EF2E3BD-2CE6-B306-0671-DB36CB531FF9}"/>
                  </a:ext>
                </a:extLst>
              </p:cNvPr>
              <p:cNvSpPr/>
              <p:nvPr/>
            </p:nvSpPr>
            <p:spPr>
              <a:xfrm>
                <a:off x="8616093" y="3123349"/>
                <a:ext cx="22196" cy="28741"/>
              </a:xfrm>
              <a:custGeom>
                <a:avLst/>
                <a:gdLst>
                  <a:gd name="connsiteX0" fmla="*/ 3238 w 22196"/>
                  <a:gd name="connsiteY0" fmla="*/ 28719 h 28741"/>
                  <a:gd name="connsiteX1" fmla="*/ 0 w 22196"/>
                  <a:gd name="connsiteY1" fmla="*/ 28719 h 28741"/>
                  <a:gd name="connsiteX2" fmla="*/ 0 w 22196"/>
                  <a:gd name="connsiteY2" fmla="*/ 765 h 28741"/>
                  <a:gd name="connsiteX3" fmla="*/ 3238 w 22196"/>
                  <a:gd name="connsiteY3" fmla="*/ 765 h 28741"/>
                  <a:gd name="connsiteX4" fmla="*/ 3238 w 22196"/>
                  <a:gd name="connsiteY4" fmla="*/ 4655 h 28741"/>
                  <a:gd name="connsiteX5" fmla="*/ 7264 w 22196"/>
                  <a:gd name="connsiteY5" fmla="*/ 1304 h 28741"/>
                  <a:gd name="connsiteX6" fmla="*/ 12257 w 22196"/>
                  <a:gd name="connsiteY6" fmla="*/ 0 h 28741"/>
                  <a:gd name="connsiteX7" fmla="*/ 17070 w 22196"/>
                  <a:gd name="connsiteY7" fmla="*/ 900 h 28741"/>
                  <a:gd name="connsiteX8" fmla="*/ 20803 w 22196"/>
                  <a:gd name="connsiteY8" fmla="*/ 4003 h 28741"/>
                  <a:gd name="connsiteX9" fmla="*/ 22017 w 22196"/>
                  <a:gd name="connsiteY9" fmla="*/ 7107 h 28741"/>
                  <a:gd name="connsiteX10" fmla="*/ 22197 w 22196"/>
                  <a:gd name="connsiteY10" fmla="*/ 10435 h 28741"/>
                  <a:gd name="connsiteX11" fmla="*/ 22197 w 22196"/>
                  <a:gd name="connsiteY11" fmla="*/ 28742 h 28741"/>
                  <a:gd name="connsiteX12" fmla="*/ 18959 w 22196"/>
                  <a:gd name="connsiteY12" fmla="*/ 28742 h 28741"/>
                  <a:gd name="connsiteX13" fmla="*/ 18959 w 22196"/>
                  <a:gd name="connsiteY13" fmla="*/ 10503 h 28741"/>
                  <a:gd name="connsiteX14" fmla="*/ 17294 w 22196"/>
                  <a:gd name="connsiteY14" fmla="*/ 4835 h 28741"/>
                  <a:gd name="connsiteX15" fmla="*/ 11739 w 22196"/>
                  <a:gd name="connsiteY15" fmla="*/ 2946 h 28741"/>
                  <a:gd name="connsiteX16" fmla="*/ 8996 w 22196"/>
                  <a:gd name="connsiteY16" fmla="*/ 3396 h 28741"/>
                  <a:gd name="connsiteX17" fmla="*/ 6747 w 22196"/>
                  <a:gd name="connsiteY17" fmla="*/ 4610 h 28741"/>
                  <a:gd name="connsiteX18" fmla="*/ 5038 w 22196"/>
                  <a:gd name="connsiteY18" fmla="*/ 6342 h 28741"/>
                  <a:gd name="connsiteX19" fmla="*/ 3958 w 22196"/>
                  <a:gd name="connsiteY19" fmla="*/ 8389 h 28741"/>
                  <a:gd name="connsiteX20" fmla="*/ 3373 w 22196"/>
                  <a:gd name="connsiteY20" fmla="*/ 10975 h 28741"/>
                  <a:gd name="connsiteX21" fmla="*/ 3261 w 22196"/>
                  <a:gd name="connsiteY21" fmla="*/ 13674 h 28741"/>
                  <a:gd name="connsiteX22" fmla="*/ 3261 w 22196"/>
                  <a:gd name="connsiteY22" fmla="*/ 28742 h 28741"/>
                  <a:gd name="connsiteX23" fmla="*/ 3238 w 22196"/>
                  <a:gd name="connsiteY23" fmla="*/ 28742 h 28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2196" h="28741">
                    <a:moveTo>
                      <a:pt x="3238" y="28719"/>
                    </a:moveTo>
                    <a:lnTo>
                      <a:pt x="0" y="28719"/>
                    </a:lnTo>
                    <a:lnTo>
                      <a:pt x="0" y="765"/>
                    </a:lnTo>
                    <a:lnTo>
                      <a:pt x="3238" y="765"/>
                    </a:lnTo>
                    <a:lnTo>
                      <a:pt x="3238" y="4655"/>
                    </a:lnTo>
                    <a:cubicBezTo>
                      <a:pt x="4543" y="3284"/>
                      <a:pt x="5870" y="2181"/>
                      <a:pt x="7264" y="1304"/>
                    </a:cubicBezTo>
                    <a:cubicBezTo>
                      <a:pt x="8659" y="450"/>
                      <a:pt x="10323" y="0"/>
                      <a:pt x="12257" y="0"/>
                    </a:cubicBezTo>
                    <a:cubicBezTo>
                      <a:pt x="13988" y="0"/>
                      <a:pt x="15585" y="292"/>
                      <a:pt x="17070" y="900"/>
                    </a:cubicBezTo>
                    <a:cubicBezTo>
                      <a:pt x="18554" y="1507"/>
                      <a:pt x="19791" y="2519"/>
                      <a:pt x="20803" y="4003"/>
                    </a:cubicBezTo>
                    <a:cubicBezTo>
                      <a:pt x="21478" y="5015"/>
                      <a:pt x="21882" y="6050"/>
                      <a:pt x="22017" y="7107"/>
                    </a:cubicBezTo>
                    <a:cubicBezTo>
                      <a:pt x="22152" y="8164"/>
                      <a:pt x="22197" y="9266"/>
                      <a:pt x="22197" y="10435"/>
                    </a:cubicBezTo>
                    <a:lnTo>
                      <a:pt x="22197" y="28742"/>
                    </a:lnTo>
                    <a:lnTo>
                      <a:pt x="18959" y="28742"/>
                    </a:lnTo>
                    <a:lnTo>
                      <a:pt x="18959" y="10503"/>
                    </a:lnTo>
                    <a:cubicBezTo>
                      <a:pt x="18959" y="7984"/>
                      <a:pt x="18396" y="6095"/>
                      <a:pt x="17294" y="4835"/>
                    </a:cubicBezTo>
                    <a:cubicBezTo>
                      <a:pt x="16170" y="3576"/>
                      <a:pt x="14326" y="2946"/>
                      <a:pt x="11739" y="2946"/>
                    </a:cubicBezTo>
                    <a:cubicBezTo>
                      <a:pt x="10728" y="2946"/>
                      <a:pt x="9806" y="3104"/>
                      <a:pt x="8996" y="3396"/>
                    </a:cubicBezTo>
                    <a:cubicBezTo>
                      <a:pt x="8163" y="3711"/>
                      <a:pt x="7422" y="4116"/>
                      <a:pt x="6747" y="4610"/>
                    </a:cubicBezTo>
                    <a:cubicBezTo>
                      <a:pt x="6072" y="5105"/>
                      <a:pt x="5510" y="5690"/>
                      <a:pt x="5038" y="6342"/>
                    </a:cubicBezTo>
                    <a:cubicBezTo>
                      <a:pt x="4565" y="6994"/>
                      <a:pt x="4205" y="7669"/>
                      <a:pt x="3958" y="8389"/>
                    </a:cubicBezTo>
                    <a:cubicBezTo>
                      <a:pt x="3643" y="9288"/>
                      <a:pt x="3441" y="10143"/>
                      <a:pt x="3373" y="10975"/>
                    </a:cubicBezTo>
                    <a:cubicBezTo>
                      <a:pt x="3306" y="11807"/>
                      <a:pt x="3261" y="12707"/>
                      <a:pt x="3261" y="13674"/>
                    </a:cubicBezTo>
                    <a:lnTo>
                      <a:pt x="3261" y="28742"/>
                    </a:lnTo>
                    <a:lnTo>
                      <a:pt x="3238" y="28742"/>
                    </a:lnTo>
                    <a:close/>
                  </a:path>
                </a:pathLst>
              </a:custGeom>
              <a:solidFill>
                <a:srgbClr val="231F20"/>
              </a:solidFill>
              <a:ln w="2249" cap="flat">
                <a:noFill/>
                <a:prstDash val="solid"/>
                <a:miter/>
              </a:ln>
            </p:spPr>
            <p:txBody>
              <a:bodyPr rtlCol="0" anchor="ctr"/>
              <a:lstStyle/>
              <a:p>
                <a:endParaRPr lang="en-US"/>
              </a:p>
            </p:txBody>
          </p:sp>
          <p:sp>
            <p:nvSpPr>
              <p:cNvPr id="5156" name="Freeform 5155">
                <a:extLst>
                  <a:ext uri="{FF2B5EF4-FFF2-40B4-BE49-F238E27FC236}">
                    <a16:creationId xmlns:a16="http://schemas.microsoft.com/office/drawing/2014/main" id="{C7DF16BC-7972-483E-F4AB-856364AD15AE}"/>
                  </a:ext>
                </a:extLst>
              </p:cNvPr>
              <p:cNvSpPr/>
              <p:nvPr/>
            </p:nvSpPr>
            <p:spPr>
              <a:xfrm>
                <a:off x="8644722" y="3123349"/>
                <a:ext cx="24896" cy="29461"/>
              </a:xfrm>
              <a:custGeom>
                <a:avLst/>
                <a:gdLst>
                  <a:gd name="connsiteX0" fmla="*/ 21163 w 24896"/>
                  <a:gd name="connsiteY0" fmla="*/ 9558 h 29461"/>
                  <a:gd name="connsiteX1" fmla="*/ 18194 w 24896"/>
                  <a:gd name="connsiteY1" fmla="*/ 4678 h 29461"/>
                  <a:gd name="connsiteX2" fmla="*/ 12841 w 24896"/>
                  <a:gd name="connsiteY2" fmla="*/ 2924 h 29461"/>
                  <a:gd name="connsiteX3" fmla="*/ 8569 w 24896"/>
                  <a:gd name="connsiteY3" fmla="*/ 3958 h 29461"/>
                  <a:gd name="connsiteX4" fmla="*/ 5645 w 24896"/>
                  <a:gd name="connsiteY4" fmla="*/ 6679 h 29461"/>
                  <a:gd name="connsiteX5" fmla="*/ 3981 w 24896"/>
                  <a:gd name="connsiteY5" fmla="*/ 10503 h 29461"/>
                  <a:gd name="connsiteX6" fmla="*/ 3441 w 24896"/>
                  <a:gd name="connsiteY6" fmla="*/ 14798 h 29461"/>
                  <a:gd name="connsiteX7" fmla="*/ 3958 w 24896"/>
                  <a:gd name="connsiteY7" fmla="*/ 19116 h 29461"/>
                  <a:gd name="connsiteX8" fmla="*/ 5600 w 24896"/>
                  <a:gd name="connsiteY8" fmla="*/ 22894 h 29461"/>
                  <a:gd name="connsiteX9" fmla="*/ 8524 w 24896"/>
                  <a:gd name="connsiteY9" fmla="*/ 25571 h 29461"/>
                  <a:gd name="connsiteX10" fmla="*/ 12841 w 24896"/>
                  <a:gd name="connsiteY10" fmla="*/ 26560 h 29461"/>
                  <a:gd name="connsiteX11" fmla="*/ 18644 w 24896"/>
                  <a:gd name="connsiteY11" fmla="*/ 24559 h 29461"/>
                  <a:gd name="connsiteX12" fmla="*/ 21433 w 24896"/>
                  <a:gd name="connsiteY12" fmla="*/ 19049 h 29461"/>
                  <a:gd name="connsiteX13" fmla="*/ 24896 w 24896"/>
                  <a:gd name="connsiteY13" fmla="*/ 19049 h 29461"/>
                  <a:gd name="connsiteX14" fmla="*/ 23524 w 24896"/>
                  <a:gd name="connsiteY14" fmla="*/ 23277 h 29461"/>
                  <a:gd name="connsiteX15" fmla="*/ 21096 w 24896"/>
                  <a:gd name="connsiteY15" fmla="*/ 26560 h 29461"/>
                  <a:gd name="connsiteX16" fmla="*/ 17564 w 24896"/>
                  <a:gd name="connsiteY16" fmla="*/ 28697 h 29461"/>
                  <a:gd name="connsiteX17" fmla="*/ 12864 w 24896"/>
                  <a:gd name="connsiteY17" fmla="*/ 29461 h 29461"/>
                  <a:gd name="connsiteX18" fmla="*/ 7084 w 24896"/>
                  <a:gd name="connsiteY18" fmla="*/ 28337 h 29461"/>
                  <a:gd name="connsiteX19" fmla="*/ 3081 w 24896"/>
                  <a:gd name="connsiteY19" fmla="*/ 25233 h 29461"/>
                  <a:gd name="connsiteX20" fmla="*/ 765 w 24896"/>
                  <a:gd name="connsiteY20" fmla="*/ 20556 h 29461"/>
                  <a:gd name="connsiteX21" fmla="*/ 0 w 24896"/>
                  <a:gd name="connsiteY21" fmla="*/ 14776 h 29461"/>
                  <a:gd name="connsiteX22" fmla="*/ 832 w 24896"/>
                  <a:gd name="connsiteY22" fmla="*/ 9198 h 29461"/>
                  <a:gd name="connsiteX23" fmla="*/ 3283 w 24896"/>
                  <a:gd name="connsiteY23" fmla="*/ 4475 h 29461"/>
                  <a:gd name="connsiteX24" fmla="*/ 7309 w 24896"/>
                  <a:gd name="connsiteY24" fmla="*/ 1214 h 29461"/>
                  <a:gd name="connsiteX25" fmla="*/ 12841 w 24896"/>
                  <a:gd name="connsiteY25" fmla="*/ 0 h 29461"/>
                  <a:gd name="connsiteX26" fmla="*/ 20690 w 24896"/>
                  <a:gd name="connsiteY26" fmla="*/ 2316 h 29461"/>
                  <a:gd name="connsiteX27" fmla="*/ 24446 w 24896"/>
                  <a:gd name="connsiteY27" fmla="*/ 9558 h 29461"/>
                  <a:gd name="connsiteX28" fmla="*/ 21163 w 24896"/>
                  <a:gd name="connsiteY28" fmla="*/ 9558 h 29461"/>
                  <a:gd name="connsiteX29" fmla="*/ 21163 w 24896"/>
                  <a:gd name="connsiteY29"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4896" h="29461">
                    <a:moveTo>
                      <a:pt x="21163" y="9558"/>
                    </a:moveTo>
                    <a:cubicBezTo>
                      <a:pt x="20578" y="7467"/>
                      <a:pt x="19588" y="5847"/>
                      <a:pt x="18194" y="4678"/>
                    </a:cubicBezTo>
                    <a:cubicBezTo>
                      <a:pt x="16800" y="3508"/>
                      <a:pt x="15000" y="2924"/>
                      <a:pt x="12841" y="2924"/>
                    </a:cubicBezTo>
                    <a:cubicBezTo>
                      <a:pt x="11177" y="2924"/>
                      <a:pt x="9761" y="3261"/>
                      <a:pt x="8569" y="3958"/>
                    </a:cubicBezTo>
                    <a:cubicBezTo>
                      <a:pt x="7377" y="4633"/>
                      <a:pt x="6410" y="5555"/>
                      <a:pt x="5645" y="6679"/>
                    </a:cubicBezTo>
                    <a:cubicBezTo>
                      <a:pt x="4880" y="7804"/>
                      <a:pt x="4340" y="9086"/>
                      <a:pt x="3981" y="10503"/>
                    </a:cubicBezTo>
                    <a:cubicBezTo>
                      <a:pt x="3621" y="11920"/>
                      <a:pt x="3441" y="13359"/>
                      <a:pt x="3441" y="14798"/>
                    </a:cubicBezTo>
                    <a:cubicBezTo>
                      <a:pt x="3441" y="16237"/>
                      <a:pt x="3621" y="17722"/>
                      <a:pt x="3958" y="19116"/>
                    </a:cubicBezTo>
                    <a:cubicBezTo>
                      <a:pt x="4295" y="20511"/>
                      <a:pt x="4858" y="21770"/>
                      <a:pt x="5600" y="22894"/>
                    </a:cubicBezTo>
                    <a:cubicBezTo>
                      <a:pt x="6342" y="24019"/>
                      <a:pt x="7332" y="24896"/>
                      <a:pt x="8524" y="25571"/>
                    </a:cubicBezTo>
                    <a:cubicBezTo>
                      <a:pt x="9716" y="26245"/>
                      <a:pt x="11155" y="26560"/>
                      <a:pt x="12841" y="26560"/>
                    </a:cubicBezTo>
                    <a:cubicBezTo>
                      <a:pt x="15248" y="26560"/>
                      <a:pt x="17182" y="25886"/>
                      <a:pt x="18644" y="24559"/>
                    </a:cubicBezTo>
                    <a:cubicBezTo>
                      <a:pt x="20106" y="23232"/>
                      <a:pt x="21028" y="21388"/>
                      <a:pt x="21433" y="19049"/>
                    </a:cubicBezTo>
                    <a:lnTo>
                      <a:pt x="24896" y="19049"/>
                    </a:lnTo>
                    <a:cubicBezTo>
                      <a:pt x="24603" y="20600"/>
                      <a:pt x="24154" y="22017"/>
                      <a:pt x="23524" y="23277"/>
                    </a:cubicBezTo>
                    <a:cubicBezTo>
                      <a:pt x="22894" y="24559"/>
                      <a:pt x="22085" y="25661"/>
                      <a:pt x="21096" y="26560"/>
                    </a:cubicBezTo>
                    <a:cubicBezTo>
                      <a:pt x="20106" y="27482"/>
                      <a:pt x="18936" y="28180"/>
                      <a:pt x="17564" y="28697"/>
                    </a:cubicBezTo>
                    <a:cubicBezTo>
                      <a:pt x="16192" y="29214"/>
                      <a:pt x="14641" y="29461"/>
                      <a:pt x="12864" y="29461"/>
                    </a:cubicBezTo>
                    <a:cubicBezTo>
                      <a:pt x="10638" y="29461"/>
                      <a:pt x="8704" y="29079"/>
                      <a:pt x="7084" y="28337"/>
                    </a:cubicBezTo>
                    <a:cubicBezTo>
                      <a:pt x="5465" y="27572"/>
                      <a:pt x="4138" y="26538"/>
                      <a:pt x="3081" y="25233"/>
                    </a:cubicBezTo>
                    <a:cubicBezTo>
                      <a:pt x="2024" y="23929"/>
                      <a:pt x="1260" y="22355"/>
                      <a:pt x="765" y="20556"/>
                    </a:cubicBezTo>
                    <a:cubicBezTo>
                      <a:pt x="270" y="18756"/>
                      <a:pt x="0" y="16822"/>
                      <a:pt x="0" y="14776"/>
                    </a:cubicBezTo>
                    <a:cubicBezTo>
                      <a:pt x="0" y="12842"/>
                      <a:pt x="270" y="10975"/>
                      <a:pt x="832" y="9198"/>
                    </a:cubicBezTo>
                    <a:cubicBezTo>
                      <a:pt x="1395" y="7422"/>
                      <a:pt x="2204" y="5847"/>
                      <a:pt x="3283" y="4475"/>
                    </a:cubicBezTo>
                    <a:cubicBezTo>
                      <a:pt x="4363" y="3104"/>
                      <a:pt x="5712" y="2024"/>
                      <a:pt x="7309" y="1214"/>
                    </a:cubicBezTo>
                    <a:cubicBezTo>
                      <a:pt x="8906" y="405"/>
                      <a:pt x="10750" y="0"/>
                      <a:pt x="12841" y="0"/>
                    </a:cubicBezTo>
                    <a:cubicBezTo>
                      <a:pt x="16080" y="0"/>
                      <a:pt x="18689" y="765"/>
                      <a:pt x="20690" y="2316"/>
                    </a:cubicBezTo>
                    <a:cubicBezTo>
                      <a:pt x="22692" y="3868"/>
                      <a:pt x="23929" y="6275"/>
                      <a:pt x="24446" y="9558"/>
                    </a:cubicBezTo>
                    <a:lnTo>
                      <a:pt x="21163" y="9558"/>
                    </a:lnTo>
                    <a:lnTo>
                      <a:pt x="21163" y="9558"/>
                    </a:lnTo>
                    <a:close/>
                  </a:path>
                </a:pathLst>
              </a:custGeom>
              <a:solidFill>
                <a:srgbClr val="231F20"/>
              </a:solidFill>
              <a:ln w="2249" cap="flat">
                <a:noFill/>
                <a:prstDash val="solid"/>
                <a:miter/>
              </a:ln>
            </p:spPr>
            <p:txBody>
              <a:bodyPr rtlCol="0" anchor="ctr"/>
              <a:lstStyle/>
              <a:p>
                <a:endParaRPr lang="en-US"/>
              </a:p>
            </p:txBody>
          </p:sp>
          <p:sp>
            <p:nvSpPr>
              <p:cNvPr id="5157" name="Freeform 5156">
                <a:extLst>
                  <a:ext uri="{FF2B5EF4-FFF2-40B4-BE49-F238E27FC236}">
                    <a16:creationId xmlns:a16="http://schemas.microsoft.com/office/drawing/2014/main" id="{B49F4C23-92ED-8C00-2457-F54BBB14016C}"/>
                  </a:ext>
                </a:extLst>
              </p:cNvPr>
              <p:cNvSpPr/>
              <p:nvPr/>
            </p:nvSpPr>
            <p:spPr>
              <a:xfrm>
                <a:off x="8674251" y="3123349"/>
                <a:ext cx="25907" cy="29483"/>
              </a:xfrm>
              <a:custGeom>
                <a:avLst/>
                <a:gdLst>
                  <a:gd name="connsiteX0" fmla="*/ 12953 w 25907"/>
                  <a:gd name="connsiteY0" fmla="*/ 29484 h 29483"/>
                  <a:gd name="connsiteX1" fmla="*/ 7916 w 25907"/>
                  <a:gd name="connsiteY1" fmla="*/ 28517 h 29483"/>
                  <a:gd name="connsiteX2" fmla="*/ 3823 w 25907"/>
                  <a:gd name="connsiteY2" fmla="*/ 25773 h 29483"/>
                  <a:gd name="connsiteX3" fmla="*/ 1034 w 25907"/>
                  <a:gd name="connsiteY3" fmla="*/ 21185 h 29483"/>
                  <a:gd name="connsiteX4" fmla="*/ 0 w 25907"/>
                  <a:gd name="connsiteY4" fmla="*/ 14753 h 29483"/>
                  <a:gd name="connsiteX5" fmla="*/ 809 w 25907"/>
                  <a:gd name="connsiteY5" fmla="*/ 8996 h 29483"/>
                  <a:gd name="connsiteX6" fmla="*/ 3238 w 25907"/>
                  <a:gd name="connsiteY6" fmla="*/ 4318 h 29483"/>
                  <a:gd name="connsiteX7" fmla="*/ 7287 w 25907"/>
                  <a:gd name="connsiteY7" fmla="*/ 1170 h 29483"/>
                  <a:gd name="connsiteX8" fmla="*/ 12953 w 25907"/>
                  <a:gd name="connsiteY8" fmla="*/ 0 h 29483"/>
                  <a:gd name="connsiteX9" fmla="*/ 18666 w 25907"/>
                  <a:gd name="connsiteY9" fmla="*/ 1170 h 29483"/>
                  <a:gd name="connsiteX10" fmla="*/ 22714 w 25907"/>
                  <a:gd name="connsiteY10" fmla="*/ 4296 h 29483"/>
                  <a:gd name="connsiteX11" fmla="*/ 25121 w 25907"/>
                  <a:gd name="connsiteY11" fmla="*/ 8973 h 29483"/>
                  <a:gd name="connsiteX12" fmla="*/ 25907 w 25907"/>
                  <a:gd name="connsiteY12" fmla="*/ 14753 h 29483"/>
                  <a:gd name="connsiteX13" fmla="*/ 24986 w 25907"/>
                  <a:gd name="connsiteY13" fmla="*/ 20803 h 29483"/>
                  <a:gd name="connsiteX14" fmla="*/ 22377 w 25907"/>
                  <a:gd name="connsiteY14" fmla="*/ 25436 h 29483"/>
                  <a:gd name="connsiteX15" fmla="*/ 18284 w 25907"/>
                  <a:gd name="connsiteY15" fmla="*/ 28427 h 29483"/>
                  <a:gd name="connsiteX16" fmla="*/ 12976 w 25907"/>
                  <a:gd name="connsiteY16" fmla="*/ 29484 h 29483"/>
                  <a:gd name="connsiteX17" fmla="*/ 12953 w 25907"/>
                  <a:gd name="connsiteY17" fmla="*/ 29484 h 29483"/>
                  <a:gd name="connsiteX18" fmla="*/ 22445 w 25907"/>
                  <a:gd name="connsiteY18" fmla="*/ 14753 h 29483"/>
                  <a:gd name="connsiteX19" fmla="*/ 21905 w 25907"/>
                  <a:gd name="connsiteY19" fmla="*/ 10120 h 29483"/>
                  <a:gd name="connsiteX20" fmla="*/ 20241 w 25907"/>
                  <a:gd name="connsiteY20" fmla="*/ 6365 h 29483"/>
                  <a:gd name="connsiteX21" fmla="*/ 17317 w 25907"/>
                  <a:gd name="connsiteY21" fmla="*/ 3846 h 29483"/>
                  <a:gd name="connsiteX22" fmla="*/ 12953 w 25907"/>
                  <a:gd name="connsiteY22" fmla="*/ 2924 h 29483"/>
                  <a:gd name="connsiteX23" fmla="*/ 8613 w 25907"/>
                  <a:gd name="connsiteY23" fmla="*/ 3913 h 29483"/>
                  <a:gd name="connsiteX24" fmla="*/ 5667 w 25907"/>
                  <a:gd name="connsiteY24" fmla="*/ 6567 h 29483"/>
                  <a:gd name="connsiteX25" fmla="*/ 4003 w 25907"/>
                  <a:gd name="connsiteY25" fmla="*/ 10345 h 29483"/>
                  <a:gd name="connsiteX26" fmla="*/ 3463 w 25907"/>
                  <a:gd name="connsiteY26" fmla="*/ 14753 h 29483"/>
                  <a:gd name="connsiteX27" fmla="*/ 4093 w 25907"/>
                  <a:gd name="connsiteY27" fmla="*/ 19521 h 29483"/>
                  <a:gd name="connsiteX28" fmla="*/ 5892 w 25907"/>
                  <a:gd name="connsiteY28" fmla="*/ 23277 h 29483"/>
                  <a:gd name="connsiteX29" fmla="*/ 8861 w 25907"/>
                  <a:gd name="connsiteY29" fmla="*/ 25706 h 29483"/>
                  <a:gd name="connsiteX30" fmla="*/ 12953 w 25907"/>
                  <a:gd name="connsiteY30" fmla="*/ 26560 h 29483"/>
                  <a:gd name="connsiteX31" fmla="*/ 17294 w 25907"/>
                  <a:gd name="connsiteY31" fmla="*/ 25571 h 29483"/>
                  <a:gd name="connsiteX32" fmla="*/ 20241 w 25907"/>
                  <a:gd name="connsiteY32" fmla="*/ 22894 h 29483"/>
                  <a:gd name="connsiteX33" fmla="*/ 21905 w 25907"/>
                  <a:gd name="connsiteY33" fmla="*/ 19116 h 29483"/>
                  <a:gd name="connsiteX34" fmla="*/ 22445 w 25907"/>
                  <a:gd name="connsiteY34" fmla="*/ 14753 h 29483"/>
                  <a:gd name="connsiteX35" fmla="*/ 22445 w 25907"/>
                  <a:gd name="connsiteY35"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907" h="29483">
                    <a:moveTo>
                      <a:pt x="12953" y="29484"/>
                    </a:moveTo>
                    <a:cubicBezTo>
                      <a:pt x="11155" y="29439"/>
                      <a:pt x="9468" y="29124"/>
                      <a:pt x="7916" y="28517"/>
                    </a:cubicBezTo>
                    <a:cubicBezTo>
                      <a:pt x="6342" y="27910"/>
                      <a:pt x="4993" y="26987"/>
                      <a:pt x="3823" y="25773"/>
                    </a:cubicBezTo>
                    <a:cubicBezTo>
                      <a:pt x="2654" y="24559"/>
                      <a:pt x="1731" y="23029"/>
                      <a:pt x="1034" y="21185"/>
                    </a:cubicBezTo>
                    <a:cubicBezTo>
                      <a:pt x="360" y="19341"/>
                      <a:pt x="0" y="17205"/>
                      <a:pt x="0" y="14753"/>
                    </a:cubicBezTo>
                    <a:cubicBezTo>
                      <a:pt x="0" y="12707"/>
                      <a:pt x="270" y="10795"/>
                      <a:pt x="809" y="8996"/>
                    </a:cubicBezTo>
                    <a:cubicBezTo>
                      <a:pt x="1349" y="7219"/>
                      <a:pt x="2159" y="5667"/>
                      <a:pt x="3238" y="4318"/>
                    </a:cubicBezTo>
                    <a:cubicBezTo>
                      <a:pt x="4318" y="2991"/>
                      <a:pt x="5667" y="1934"/>
                      <a:pt x="7287" y="1170"/>
                    </a:cubicBezTo>
                    <a:cubicBezTo>
                      <a:pt x="8906" y="405"/>
                      <a:pt x="10795" y="0"/>
                      <a:pt x="12953" y="0"/>
                    </a:cubicBezTo>
                    <a:cubicBezTo>
                      <a:pt x="15113" y="0"/>
                      <a:pt x="17047" y="382"/>
                      <a:pt x="18666" y="1170"/>
                    </a:cubicBezTo>
                    <a:cubicBezTo>
                      <a:pt x="20285" y="1934"/>
                      <a:pt x="21635" y="2991"/>
                      <a:pt x="22714" y="4296"/>
                    </a:cubicBezTo>
                    <a:cubicBezTo>
                      <a:pt x="23794" y="5600"/>
                      <a:pt x="24603" y="7174"/>
                      <a:pt x="25121" y="8973"/>
                    </a:cubicBezTo>
                    <a:cubicBezTo>
                      <a:pt x="25638" y="10773"/>
                      <a:pt x="25907" y="12707"/>
                      <a:pt x="25907" y="14753"/>
                    </a:cubicBezTo>
                    <a:cubicBezTo>
                      <a:pt x="25907" y="16980"/>
                      <a:pt x="25593" y="19004"/>
                      <a:pt x="24986" y="20803"/>
                    </a:cubicBezTo>
                    <a:cubicBezTo>
                      <a:pt x="24378" y="22602"/>
                      <a:pt x="23502" y="24154"/>
                      <a:pt x="22377" y="25436"/>
                    </a:cubicBezTo>
                    <a:cubicBezTo>
                      <a:pt x="21253" y="26740"/>
                      <a:pt x="19880" y="27730"/>
                      <a:pt x="18284" y="28427"/>
                    </a:cubicBezTo>
                    <a:cubicBezTo>
                      <a:pt x="16687" y="29124"/>
                      <a:pt x="14910" y="29484"/>
                      <a:pt x="12976" y="29484"/>
                    </a:cubicBezTo>
                    <a:lnTo>
                      <a:pt x="12953" y="29484"/>
                    </a:lnTo>
                    <a:close/>
                    <a:moveTo>
                      <a:pt x="22445" y="14753"/>
                    </a:moveTo>
                    <a:cubicBezTo>
                      <a:pt x="22445" y="13089"/>
                      <a:pt x="22264" y="11560"/>
                      <a:pt x="21905" y="10120"/>
                    </a:cubicBezTo>
                    <a:cubicBezTo>
                      <a:pt x="21545" y="8681"/>
                      <a:pt x="20982" y="7422"/>
                      <a:pt x="20241" y="6365"/>
                    </a:cubicBezTo>
                    <a:cubicBezTo>
                      <a:pt x="19476" y="5308"/>
                      <a:pt x="18509" y="4475"/>
                      <a:pt x="17317" y="3846"/>
                    </a:cubicBezTo>
                    <a:cubicBezTo>
                      <a:pt x="16125" y="3239"/>
                      <a:pt x="14663" y="2924"/>
                      <a:pt x="12953" y="2924"/>
                    </a:cubicBezTo>
                    <a:cubicBezTo>
                      <a:pt x="11245" y="2924"/>
                      <a:pt x="9805" y="3261"/>
                      <a:pt x="8613" y="3913"/>
                    </a:cubicBezTo>
                    <a:cubicBezTo>
                      <a:pt x="7399" y="4588"/>
                      <a:pt x="6432" y="5465"/>
                      <a:pt x="5667" y="6567"/>
                    </a:cubicBezTo>
                    <a:cubicBezTo>
                      <a:pt x="4903" y="7669"/>
                      <a:pt x="4363" y="8928"/>
                      <a:pt x="4003" y="10345"/>
                    </a:cubicBezTo>
                    <a:cubicBezTo>
                      <a:pt x="3643" y="11762"/>
                      <a:pt x="3463" y="13224"/>
                      <a:pt x="3463" y="14753"/>
                    </a:cubicBezTo>
                    <a:cubicBezTo>
                      <a:pt x="3463" y="16485"/>
                      <a:pt x="3666" y="18082"/>
                      <a:pt x="4093" y="19521"/>
                    </a:cubicBezTo>
                    <a:cubicBezTo>
                      <a:pt x="4498" y="20983"/>
                      <a:pt x="5105" y="22220"/>
                      <a:pt x="5892" y="23277"/>
                    </a:cubicBezTo>
                    <a:cubicBezTo>
                      <a:pt x="6679" y="24311"/>
                      <a:pt x="7669" y="25121"/>
                      <a:pt x="8861" y="25706"/>
                    </a:cubicBezTo>
                    <a:cubicBezTo>
                      <a:pt x="10053" y="26290"/>
                      <a:pt x="11424" y="26560"/>
                      <a:pt x="12953" y="26560"/>
                    </a:cubicBezTo>
                    <a:cubicBezTo>
                      <a:pt x="14640" y="26560"/>
                      <a:pt x="16102" y="26223"/>
                      <a:pt x="17294" y="25571"/>
                    </a:cubicBezTo>
                    <a:cubicBezTo>
                      <a:pt x="18486" y="24918"/>
                      <a:pt x="19476" y="24019"/>
                      <a:pt x="20241" y="22894"/>
                    </a:cubicBezTo>
                    <a:cubicBezTo>
                      <a:pt x="21005" y="21770"/>
                      <a:pt x="21545" y="20511"/>
                      <a:pt x="21905" y="19116"/>
                    </a:cubicBezTo>
                    <a:cubicBezTo>
                      <a:pt x="22264" y="17722"/>
                      <a:pt x="22445" y="16260"/>
                      <a:pt x="22445" y="14753"/>
                    </a:cubicBezTo>
                    <a:lnTo>
                      <a:pt x="22445" y="14753"/>
                    </a:lnTo>
                    <a:close/>
                  </a:path>
                </a:pathLst>
              </a:custGeom>
              <a:solidFill>
                <a:srgbClr val="231F20"/>
              </a:solidFill>
              <a:ln w="2249" cap="flat">
                <a:noFill/>
                <a:prstDash val="solid"/>
                <a:miter/>
              </a:ln>
            </p:spPr>
            <p:txBody>
              <a:bodyPr rtlCol="0" anchor="ctr"/>
              <a:lstStyle/>
              <a:p>
                <a:endParaRPr lang="en-US"/>
              </a:p>
            </p:txBody>
          </p:sp>
          <p:sp>
            <p:nvSpPr>
              <p:cNvPr id="5158" name="Freeform 5157">
                <a:extLst>
                  <a:ext uri="{FF2B5EF4-FFF2-40B4-BE49-F238E27FC236}">
                    <a16:creationId xmlns:a16="http://schemas.microsoft.com/office/drawing/2014/main" id="{7E40BBAD-4167-F052-FB0B-7571FE8689DD}"/>
                  </a:ext>
                </a:extLst>
              </p:cNvPr>
              <p:cNvSpPr/>
              <p:nvPr/>
            </p:nvSpPr>
            <p:spPr>
              <a:xfrm>
                <a:off x="8706254" y="3123349"/>
                <a:ext cx="12481" cy="28719"/>
              </a:xfrm>
              <a:custGeom>
                <a:avLst/>
                <a:gdLst>
                  <a:gd name="connsiteX0" fmla="*/ 3238 w 12481"/>
                  <a:gd name="connsiteY0" fmla="*/ 28719 h 28719"/>
                  <a:gd name="connsiteX1" fmla="*/ 0 w 12481"/>
                  <a:gd name="connsiteY1" fmla="*/ 28719 h 28719"/>
                  <a:gd name="connsiteX2" fmla="*/ 0 w 12481"/>
                  <a:gd name="connsiteY2" fmla="*/ 765 h 28719"/>
                  <a:gd name="connsiteX3" fmla="*/ 3238 w 12481"/>
                  <a:gd name="connsiteY3" fmla="*/ 765 h 28719"/>
                  <a:gd name="connsiteX4" fmla="*/ 3238 w 12481"/>
                  <a:gd name="connsiteY4" fmla="*/ 6005 h 28719"/>
                  <a:gd name="connsiteX5" fmla="*/ 3351 w 12481"/>
                  <a:gd name="connsiteY5" fmla="*/ 6005 h 28719"/>
                  <a:gd name="connsiteX6" fmla="*/ 6836 w 12481"/>
                  <a:gd name="connsiteY6" fmla="*/ 1327 h 28719"/>
                  <a:gd name="connsiteX7" fmla="*/ 12481 w 12481"/>
                  <a:gd name="connsiteY7" fmla="*/ 0 h 28719"/>
                  <a:gd name="connsiteX8" fmla="*/ 12481 w 12481"/>
                  <a:gd name="connsiteY8" fmla="*/ 3508 h 28719"/>
                  <a:gd name="connsiteX9" fmla="*/ 7938 w 12481"/>
                  <a:gd name="connsiteY9" fmla="*/ 4363 h 28719"/>
                  <a:gd name="connsiteX10" fmla="*/ 5105 w 12481"/>
                  <a:gd name="connsiteY10" fmla="*/ 6837 h 28719"/>
                  <a:gd name="connsiteX11" fmla="*/ 3643 w 12481"/>
                  <a:gd name="connsiteY11" fmla="*/ 10525 h 28719"/>
                  <a:gd name="connsiteX12" fmla="*/ 3238 w 12481"/>
                  <a:gd name="connsiteY12" fmla="*/ 14978 h 28719"/>
                  <a:gd name="connsiteX13" fmla="*/ 3238 w 12481"/>
                  <a:gd name="connsiteY13" fmla="*/ 28697 h 28719"/>
                  <a:gd name="connsiteX14" fmla="*/ 3238 w 12481"/>
                  <a:gd name="connsiteY14"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481" h="28719">
                    <a:moveTo>
                      <a:pt x="3238" y="28719"/>
                    </a:moveTo>
                    <a:lnTo>
                      <a:pt x="0" y="28719"/>
                    </a:lnTo>
                    <a:lnTo>
                      <a:pt x="0" y="765"/>
                    </a:lnTo>
                    <a:lnTo>
                      <a:pt x="3238" y="765"/>
                    </a:lnTo>
                    <a:lnTo>
                      <a:pt x="3238" y="6005"/>
                    </a:lnTo>
                    <a:lnTo>
                      <a:pt x="3351" y="6005"/>
                    </a:lnTo>
                    <a:cubicBezTo>
                      <a:pt x="4250" y="3778"/>
                      <a:pt x="5420" y="2227"/>
                      <a:pt x="6836" y="1327"/>
                    </a:cubicBezTo>
                    <a:cubicBezTo>
                      <a:pt x="8254" y="450"/>
                      <a:pt x="10143" y="0"/>
                      <a:pt x="12481" y="0"/>
                    </a:cubicBezTo>
                    <a:lnTo>
                      <a:pt x="12481" y="3508"/>
                    </a:lnTo>
                    <a:cubicBezTo>
                      <a:pt x="10638" y="3463"/>
                      <a:pt x="9130" y="3756"/>
                      <a:pt x="7938" y="4363"/>
                    </a:cubicBezTo>
                    <a:cubicBezTo>
                      <a:pt x="6747" y="4970"/>
                      <a:pt x="5802" y="5802"/>
                      <a:pt x="5105" y="6837"/>
                    </a:cubicBezTo>
                    <a:cubicBezTo>
                      <a:pt x="4408" y="7871"/>
                      <a:pt x="3913" y="9108"/>
                      <a:pt x="3643" y="10525"/>
                    </a:cubicBezTo>
                    <a:cubicBezTo>
                      <a:pt x="3373" y="11942"/>
                      <a:pt x="3238" y="13426"/>
                      <a:pt x="3238" y="14978"/>
                    </a:cubicBezTo>
                    <a:lnTo>
                      <a:pt x="3238" y="28697"/>
                    </a:lnTo>
                    <a:lnTo>
                      <a:pt x="3238" y="28697"/>
                    </a:lnTo>
                    <a:close/>
                  </a:path>
                </a:pathLst>
              </a:custGeom>
              <a:solidFill>
                <a:srgbClr val="231F20"/>
              </a:solidFill>
              <a:ln w="2249" cap="flat">
                <a:noFill/>
                <a:prstDash val="solid"/>
                <a:miter/>
              </a:ln>
            </p:spPr>
            <p:txBody>
              <a:bodyPr rtlCol="0" anchor="ctr"/>
              <a:lstStyle/>
              <a:p>
                <a:endParaRPr lang="en-US"/>
              </a:p>
            </p:txBody>
          </p:sp>
          <p:sp>
            <p:nvSpPr>
              <p:cNvPr id="5159" name="Freeform 5158">
                <a:extLst>
                  <a:ext uri="{FF2B5EF4-FFF2-40B4-BE49-F238E27FC236}">
                    <a16:creationId xmlns:a16="http://schemas.microsoft.com/office/drawing/2014/main" id="{F88B964E-9418-6B99-6735-CB4478D6607B}"/>
                  </a:ext>
                </a:extLst>
              </p:cNvPr>
              <p:cNvSpPr/>
              <p:nvPr/>
            </p:nvSpPr>
            <p:spPr>
              <a:xfrm>
                <a:off x="8724223" y="3123349"/>
                <a:ext cx="12481" cy="28719"/>
              </a:xfrm>
              <a:custGeom>
                <a:avLst/>
                <a:gdLst>
                  <a:gd name="connsiteX0" fmla="*/ 3238 w 12481"/>
                  <a:gd name="connsiteY0" fmla="*/ 28719 h 28719"/>
                  <a:gd name="connsiteX1" fmla="*/ 0 w 12481"/>
                  <a:gd name="connsiteY1" fmla="*/ 28719 h 28719"/>
                  <a:gd name="connsiteX2" fmla="*/ 0 w 12481"/>
                  <a:gd name="connsiteY2" fmla="*/ 765 h 28719"/>
                  <a:gd name="connsiteX3" fmla="*/ 3238 w 12481"/>
                  <a:gd name="connsiteY3" fmla="*/ 765 h 28719"/>
                  <a:gd name="connsiteX4" fmla="*/ 3238 w 12481"/>
                  <a:gd name="connsiteY4" fmla="*/ 6005 h 28719"/>
                  <a:gd name="connsiteX5" fmla="*/ 3351 w 12481"/>
                  <a:gd name="connsiteY5" fmla="*/ 6005 h 28719"/>
                  <a:gd name="connsiteX6" fmla="*/ 6836 w 12481"/>
                  <a:gd name="connsiteY6" fmla="*/ 1327 h 28719"/>
                  <a:gd name="connsiteX7" fmla="*/ 12481 w 12481"/>
                  <a:gd name="connsiteY7" fmla="*/ 0 h 28719"/>
                  <a:gd name="connsiteX8" fmla="*/ 12481 w 12481"/>
                  <a:gd name="connsiteY8" fmla="*/ 3508 h 28719"/>
                  <a:gd name="connsiteX9" fmla="*/ 7939 w 12481"/>
                  <a:gd name="connsiteY9" fmla="*/ 4363 h 28719"/>
                  <a:gd name="connsiteX10" fmla="*/ 5105 w 12481"/>
                  <a:gd name="connsiteY10" fmla="*/ 6837 h 28719"/>
                  <a:gd name="connsiteX11" fmla="*/ 3643 w 12481"/>
                  <a:gd name="connsiteY11" fmla="*/ 10525 h 28719"/>
                  <a:gd name="connsiteX12" fmla="*/ 3238 w 12481"/>
                  <a:gd name="connsiteY12" fmla="*/ 14978 h 28719"/>
                  <a:gd name="connsiteX13" fmla="*/ 3238 w 12481"/>
                  <a:gd name="connsiteY13" fmla="*/ 28697 h 28719"/>
                  <a:gd name="connsiteX14" fmla="*/ 3238 w 12481"/>
                  <a:gd name="connsiteY14"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481" h="28719">
                    <a:moveTo>
                      <a:pt x="3238" y="28719"/>
                    </a:moveTo>
                    <a:lnTo>
                      <a:pt x="0" y="28719"/>
                    </a:lnTo>
                    <a:lnTo>
                      <a:pt x="0" y="765"/>
                    </a:lnTo>
                    <a:lnTo>
                      <a:pt x="3238" y="765"/>
                    </a:lnTo>
                    <a:lnTo>
                      <a:pt x="3238" y="6005"/>
                    </a:lnTo>
                    <a:lnTo>
                      <a:pt x="3351" y="6005"/>
                    </a:lnTo>
                    <a:cubicBezTo>
                      <a:pt x="4250" y="3778"/>
                      <a:pt x="5420" y="2227"/>
                      <a:pt x="6836" y="1327"/>
                    </a:cubicBezTo>
                    <a:cubicBezTo>
                      <a:pt x="8254" y="450"/>
                      <a:pt x="10143" y="0"/>
                      <a:pt x="12481" y="0"/>
                    </a:cubicBezTo>
                    <a:lnTo>
                      <a:pt x="12481" y="3508"/>
                    </a:lnTo>
                    <a:cubicBezTo>
                      <a:pt x="10638" y="3463"/>
                      <a:pt x="9130" y="3756"/>
                      <a:pt x="7939" y="4363"/>
                    </a:cubicBezTo>
                    <a:cubicBezTo>
                      <a:pt x="6747" y="4970"/>
                      <a:pt x="5802" y="5802"/>
                      <a:pt x="5105" y="6837"/>
                    </a:cubicBezTo>
                    <a:cubicBezTo>
                      <a:pt x="4408" y="7871"/>
                      <a:pt x="3913" y="9108"/>
                      <a:pt x="3643" y="10525"/>
                    </a:cubicBezTo>
                    <a:cubicBezTo>
                      <a:pt x="3373" y="11942"/>
                      <a:pt x="3238" y="13426"/>
                      <a:pt x="3238" y="14978"/>
                    </a:cubicBezTo>
                    <a:lnTo>
                      <a:pt x="3238" y="28697"/>
                    </a:lnTo>
                    <a:lnTo>
                      <a:pt x="3238" y="28697"/>
                    </a:lnTo>
                    <a:close/>
                  </a:path>
                </a:pathLst>
              </a:custGeom>
              <a:solidFill>
                <a:srgbClr val="231F20"/>
              </a:solidFill>
              <a:ln w="2249" cap="flat">
                <a:noFill/>
                <a:prstDash val="solid"/>
                <a:miter/>
              </a:ln>
            </p:spPr>
            <p:txBody>
              <a:bodyPr rtlCol="0" anchor="ctr"/>
              <a:lstStyle/>
              <a:p>
                <a:endParaRPr lang="en-US"/>
              </a:p>
            </p:txBody>
          </p:sp>
          <p:sp>
            <p:nvSpPr>
              <p:cNvPr id="5160" name="Freeform 5159">
                <a:extLst>
                  <a:ext uri="{FF2B5EF4-FFF2-40B4-BE49-F238E27FC236}">
                    <a16:creationId xmlns:a16="http://schemas.microsoft.com/office/drawing/2014/main" id="{DC0CB1B5-FFA5-39F2-4C33-D8AD3D7E925B}"/>
                  </a:ext>
                </a:extLst>
              </p:cNvPr>
              <p:cNvSpPr/>
              <p:nvPr/>
            </p:nvSpPr>
            <p:spPr>
              <a:xfrm>
                <a:off x="8740528" y="3123372"/>
                <a:ext cx="25167" cy="29483"/>
              </a:xfrm>
              <a:custGeom>
                <a:avLst/>
                <a:gdLst>
                  <a:gd name="connsiteX0" fmla="*/ 3508 w 25167"/>
                  <a:gd name="connsiteY0" fmla="*/ 15473 h 29483"/>
                  <a:gd name="connsiteX1" fmla="*/ 4093 w 25167"/>
                  <a:gd name="connsiteY1" fmla="*/ 19768 h 29483"/>
                  <a:gd name="connsiteX2" fmla="*/ 5847 w 25167"/>
                  <a:gd name="connsiteY2" fmla="*/ 23277 h 29483"/>
                  <a:gd name="connsiteX3" fmla="*/ 8793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3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4 w 25167"/>
                  <a:gd name="connsiteY14" fmla="*/ 20623 h 29483"/>
                  <a:gd name="connsiteX15" fmla="*/ 0 w 25167"/>
                  <a:gd name="connsiteY15" fmla="*/ 14866 h 29483"/>
                  <a:gd name="connsiteX16" fmla="*/ 899 w 25167"/>
                  <a:gd name="connsiteY16" fmla="*/ 9086 h 29483"/>
                  <a:gd name="connsiteX17" fmla="*/ 3441 w 25167"/>
                  <a:gd name="connsiteY17" fmla="*/ 4363 h 29483"/>
                  <a:gd name="connsiteX18" fmla="*/ 7466 w 25167"/>
                  <a:gd name="connsiteY18" fmla="*/ 1170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3508 w 25167"/>
                  <a:gd name="connsiteY23" fmla="*/ 15473 h 29483"/>
                  <a:gd name="connsiteX24" fmla="*/ 21725 w 25167"/>
                  <a:gd name="connsiteY24" fmla="*/ 12774 h 29483"/>
                  <a:gd name="connsiteX25" fmla="*/ 21163 w 25167"/>
                  <a:gd name="connsiteY25" fmla="*/ 8906 h 29483"/>
                  <a:gd name="connsiteX26" fmla="*/ 19498 w 25167"/>
                  <a:gd name="connsiteY26" fmla="*/ 5780 h 29483"/>
                  <a:gd name="connsiteX27" fmla="*/ 16710 w 25167"/>
                  <a:gd name="connsiteY27" fmla="*/ 3666 h 29483"/>
                  <a:gd name="connsiteX28" fmla="*/ 12886 w 25167"/>
                  <a:gd name="connsiteY28" fmla="*/ 2879 h 29483"/>
                  <a:gd name="connsiteX29" fmla="*/ 9085 w 25167"/>
                  <a:gd name="connsiteY29" fmla="*/ 3688 h 29483"/>
                  <a:gd name="connsiteX30" fmla="*/ 6274 w 25167"/>
                  <a:gd name="connsiteY30" fmla="*/ 5847 h 29483"/>
                  <a:gd name="connsiteX31" fmla="*/ 4408 w 25167"/>
                  <a:gd name="connsiteY31" fmla="*/ 8973 h 29483"/>
                  <a:gd name="connsiteX32" fmla="*/ 3485 w 25167"/>
                  <a:gd name="connsiteY32" fmla="*/ 12752 h 29483"/>
                  <a:gd name="connsiteX33" fmla="*/ 21725 w 25167"/>
                  <a:gd name="connsiteY33" fmla="*/ 12752 h 29483"/>
                  <a:gd name="connsiteX34" fmla="*/ 21725 w 25167"/>
                  <a:gd name="connsiteY34"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5167" h="29483">
                    <a:moveTo>
                      <a:pt x="3508" y="15473"/>
                    </a:moveTo>
                    <a:cubicBezTo>
                      <a:pt x="3508" y="16980"/>
                      <a:pt x="3711" y="18419"/>
                      <a:pt x="4093" y="19768"/>
                    </a:cubicBezTo>
                    <a:cubicBezTo>
                      <a:pt x="4498" y="21118"/>
                      <a:pt x="5083" y="22287"/>
                      <a:pt x="5847" y="23277"/>
                    </a:cubicBezTo>
                    <a:cubicBezTo>
                      <a:pt x="6612" y="24266"/>
                      <a:pt x="7601" y="25053"/>
                      <a:pt x="8793" y="25661"/>
                    </a:cubicBezTo>
                    <a:cubicBezTo>
                      <a:pt x="9985" y="26245"/>
                      <a:pt x="11357" y="26560"/>
                      <a:pt x="12886" y="26560"/>
                    </a:cubicBezTo>
                    <a:cubicBezTo>
                      <a:pt x="15000" y="26560"/>
                      <a:pt x="16822" y="25998"/>
                      <a:pt x="18329" y="24896"/>
                    </a:cubicBezTo>
                    <a:cubicBezTo>
                      <a:pt x="19835" y="23772"/>
                      <a:pt x="20848" y="22197"/>
                      <a:pt x="21343" y="20151"/>
                    </a:cubicBezTo>
                    <a:lnTo>
                      <a:pt x="24963" y="20151"/>
                    </a:lnTo>
                    <a:cubicBezTo>
                      <a:pt x="24558" y="21478"/>
                      <a:pt x="24041"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6" y="23951"/>
                      <a:pt x="1259" y="22400"/>
                      <a:pt x="764" y="20623"/>
                    </a:cubicBezTo>
                    <a:cubicBezTo>
                      <a:pt x="270" y="18846"/>
                      <a:pt x="0" y="16935"/>
                      <a:pt x="0" y="14866"/>
                    </a:cubicBezTo>
                    <a:cubicBezTo>
                      <a:pt x="0" y="12797"/>
                      <a:pt x="292" y="10885"/>
                      <a:pt x="899" y="9086"/>
                    </a:cubicBezTo>
                    <a:cubicBezTo>
                      <a:pt x="1484" y="7287"/>
                      <a:pt x="2338" y="5712"/>
                      <a:pt x="3441" y="4363"/>
                    </a:cubicBezTo>
                    <a:cubicBezTo>
                      <a:pt x="4543" y="3014"/>
                      <a:pt x="5869" y="1957"/>
                      <a:pt x="7466" y="1170"/>
                    </a:cubicBezTo>
                    <a:cubicBezTo>
                      <a:pt x="9041" y="405"/>
                      <a:pt x="10840" y="0"/>
                      <a:pt x="12864" y="0"/>
                    </a:cubicBezTo>
                    <a:cubicBezTo>
                      <a:pt x="16710" y="0"/>
                      <a:pt x="19746" y="1327"/>
                      <a:pt x="21927" y="3958"/>
                    </a:cubicBezTo>
                    <a:cubicBezTo>
                      <a:pt x="24131" y="6612"/>
                      <a:pt x="25211" y="10435"/>
                      <a:pt x="25166" y="15473"/>
                    </a:cubicBezTo>
                    <a:lnTo>
                      <a:pt x="3463" y="15473"/>
                    </a:lnTo>
                    <a:lnTo>
                      <a:pt x="3508" y="15473"/>
                    </a:lnTo>
                    <a:close/>
                    <a:moveTo>
                      <a:pt x="21725" y="12774"/>
                    </a:moveTo>
                    <a:cubicBezTo>
                      <a:pt x="21725" y="11402"/>
                      <a:pt x="21545" y="10120"/>
                      <a:pt x="21163" y="8906"/>
                    </a:cubicBezTo>
                    <a:cubicBezTo>
                      <a:pt x="20780" y="7691"/>
                      <a:pt x="20218" y="6657"/>
                      <a:pt x="19498" y="5780"/>
                    </a:cubicBezTo>
                    <a:cubicBezTo>
                      <a:pt x="18756" y="4903"/>
                      <a:pt x="17834" y="4206"/>
                      <a:pt x="16710" y="3666"/>
                    </a:cubicBezTo>
                    <a:cubicBezTo>
                      <a:pt x="15585" y="3126"/>
                      <a:pt x="14326" y="2879"/>
                      <a:pt x="12886" y="2879"/>
                    </a:cubicBezTo>
                    <a:cubicBezTo>
                      <a:pt x="11447" y="2879"/>
                      <a:pt x="10188" y="3149"/>
                      <a:pt x="9085" y="3688"/>
                    </a:cubicBezTo>
                    <a:cubicBezTo>
                      <a:pt x="7983" y="4228"/>
                      <a:pt x="7061" y="4948"/>
                      <a:pt x="6274" y="5847"/>
                    </a:cubicBezTo>
                    <a:cubicBezTo>
                      <a:pt x="5510" y="6747"/>
                      <a:pt x="4880" y="7781"/>
                      <a:pt x="4408" y="8973"/>
                    </a:cubicBezTo>
                    <a:cubicBezTo>
                      <a:pt x="3936" y="10165"/>
                      <a:pt x="3643" y="11425"/>
                      <a:pt x="3485" y="12752"/>
                    </a:cubicBezTo>
                    <a:lnTo>
                      <a:pt x="21725" y="12752"/>
                    </a:lnTo>
                    <a:lnTo>
                      <a:pt x="21725" y="12752"/>
                    </a:lnTo>
                    <a:close/>
                  </a:path>
                </a:pathLst>
              </a:custGeom>
              <a:solidFill>
                <a:srgbClr val="231F20"/>
              </a:solidFill>
              <a:ln w="2249" cap="flat">
                <a:noFill/>
                <a:prstDash val="solid"/>
                <a:miter/>
              </a:ln>
            </p:spPr>
            <p:txBody>
              <a:bodyPr rtlCol="0" anchor="ctr"/>
              <a:lstStyle/>
              <a:p>
                <a:endParaRPr lang="en-US"/>
              </a:p>
            </p:txBody>
          </p:sp>
          <p:sp>
            <p:nvSpPr>
              <p:cNvPr id="5161" name="Freeform 5160">
                <a:extLst>
                  <a:ext uri="{FF2B5EF4-FFF2-40B4-BE49-F238E27FC236}">
                    <a16:creationId xmlns:a16="http://schemas.microsoft.com/office/drawing/2014/main" id="{E46DE8E1-B47F-FB67-7026-4074E9700405}"/>
                  </a:ext>
                </a:extLst>
              </p:cNvPr>
              <p:cNvSpPr/>
              <p:nvPr/>
            </p:nvSpPr>
            <p:spPr>
              <a:xfrm>
                <a:off x="8770686" y="3123349"/>
                <a:ext cx="24896" cy="29461"/>
              </a:xfrm>
              <a:custGeom>
                <a:avLst/>
                <a:gdLst>
                  <a:gd name="connsiteX0" fmla="*/ 21163 w 24896"/>
                  <a:gd name="connsiteY0" fmla="*/ 9558 h 29461"/>
                  <a:gd name="connsiteX1" fmla="*/ 18194 w 24896"/>
                  <a:gd name="connsiteY1" fmla="*/ 4678 h 29461"/>
                  <a:gd name="connsiteX2" fmla="*/ 12841 w 24896"/>
                  <a:gd name="connsiteY2" fmla="*/ 2924 h 29461"/>
                  <a:gd name="connsiteX3" fmla="*/ 8569 w 24896"/>
                  <a:gd name="connsiteY3" fmla="*/ 3958 h 29461"/>
                  <a:gd name="connsiteX4" fmla="*/ 5645 w 24896"/>
                  <a:gd name="connsiteY4" fmla="*/ 6679 h 29461"/>
                  <a:gd name="connsiteX5" fmla="*/ 3981 w 24896"/>
                  <a:gd name="connsiteY5" fmla="*/ 10503 h 29461"/>
                  <a:gd name="connsiteX6" fmla="*/ 3441 w 24896"/>
                  <a:gd name="connsiteY6" fmla="*/ 14798 h 29461"/>
                  <a:gd name="connsiteX7" fmla="*/ 3958 w 24896"/>
                  <a:gd name="connsiteY7" fmla="*/ 19116 h 29461"/>
                  <a:gd name="connsiteX8" fmla="*/ 5600 w 24896"/>
                  <a:gd name="connsiteY8" fmla="*/ 22894 h 29461"/>
                  <a:gd name="connsiteX9" fmla="*/ 8524 w 24896"/>
                  <a:gd name="connsiteY9" fmla="*/ 25571 h 29461"/>
                  <a:gd name="connsiteX10" fmla="*/ 12841 w 24896"/>
                  <a:gd name="connsiteY10" fmla="*/ 26560 h 29461"/>
                  <a:gd name="connsiteX11" fmla="*/ 18644 w 24896"/>
                  <a:gd name="connsiteY11" fmla="*/ 24559 h 29461"/>
                  <a:gd name="connsiteX12" fmla="*/ 21433 w 24896"/>
                  <a:gd name="connsiteY12" fmla="*/ 19049 h 29461"/>
                  <a:gd name="connsiteX13" fmla="*/ 24896 w 24896"/>
                  <a:gd name="connsiteY13" fmla="*/ 19049 h 29461"/>
                  <a:gd name="connsiteX14" fmla="*/ 23524 w 24896"/>
                  <a:gd name="connsiteY14" fmla="*/ 23277 h 29461"/>
                  <a:gd name="connsiteX15" fmla="*/ 21095 w 24896"/>
                  <a:gd name="connsiteY15" fmla="*/ 26560 h 29461"/>
                  <a:gd name="connsiteX16" fmla="*/ 17564 w 24896"/>
                  <a:gd name="connsiteY16" fmla="*/ 28697 h 29461"/>
                  <a:gd name="connsiteX17" fmla="*/ 12864 w 24896"/>
                  <a:gd name="connsiteY17" fmla="*/ 29461 h 29461"/>
                  <a:gd name="connsiteX18" fmla="*/ 7084 w 24896"/>
                  <a:gd name="connsiteY18" fmla="*/ 28337 h 29461"/>
                  <a:gd name="connsiteX19" fmla="*/ 3081 w 24896"/>
                  <a:gd name="connsiteY19" fmla="*/ 25233 h 29461"/>
                  <a:gd name="connsiteX20" fmla="*/ 765 w 24896"/>
                  <a:gd name="connsiteY20" fmla="*/ 20556 h 29461"/>
                  <a:gd name="connsiteX21" fmla="*/ 0 w 24896"/>
                  <a:gd name="connsiteY21" fmla="*/ 14776 h 29461"/>
                  <a:gd name="connsiteX22" fmla="*/ 832 w 24896"/>
                  <a:gd name="connsiteY22" fmla="*/ 9198 h 29461"/>
                  <a:gd name="connsiteX23" fmla="*/ 3283 w 24896"/>
                  <a:gd name="connsiteY23" fmla="*/ 4475 h 29461"/>
                  <a:gd name="connsiteX24" fmla="*/ 7309 w 24896"/>
                  <a:gd name="connsiteY24" fmla="*/ 1214 h 29461"/>
                  <a:gd name="connsiteX25" fmla="*/ 12841 w 24896"/>
                  <a:gd name="connsiteY25" fmla="*/ 0 h 29461"/>
                  <a:gd name="connsiteX26" fmla="*/ 20690 w 24896"/>
                  <a:gd name="connsiteY26" fmla="*/ 2316 h 29461"/>
                  <a:gd name="connsiteX27" fmla="*/ 24446 w 24896"/>
                  <a:gd name="connsiteY27" fmla="*/ 9558 h 29461"/>
                  <a:gd name="connsiteX28" fmla="*/ 21163 w 24896"/>
                  <a:gd name="connsiteY28" fmla="*/ 9558 h 29461"/>
                  <a:gd name="connsiteX29" fmla="*/ 21163 w 24896"/>
                  <a:gd name="connsiteY29"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4896" h="29461">
                    <a:moveTo>
                      <a:pt x="21163" y="9558"/>
                    </a:moveTo>
                    <a:cubicBezTo>
                      <a:pt x="20578" y="7467"/>
                      <a:pt x="19588" y="5847"/>
                      <a:pt x="18194" y="4678"/>
                    </a:cubicBezTo>
                    <a:cubicBezTo>
                      <a:pt x="16800" y="3508"/>
                      <a:pt x="15000" y="2924"/>
                      <a:pt x="12841" y="2924"/>
                    </a:cubicBezTo>
                    <a:cubicBezTo>
                      <a:pt x="11177" y="2924"/>
                      <a:pt x="9761" y="3261"/>
                      <a:pt x="8569" y="3958"/>
                    </a:cubicBezTo>
                    <a:cubicBezTo>
                      <a:pt x="7377" y="4633"/>
                      <a:pt x="6410" y="5555"/>
                      <a:pt x="5645" y="6679"/>
                    </a:cubicBezTo>
                    <a:cubicBezTo>
                      <a:pt x="4880" y="7804"/>
                      <a:pt x="4340" y="9086"/>
                      <a:pt x="3981" y="10503"/>
                    </a:cubicBezTo>
                    <a:cubicBezTo>
                      <a:pt x="3621" y="11920"/>
                      <a:pt x="3441" y="13359"/>
                      <a:pt x="3441" y="14798"/>
                    </a:cubicBezTo>
                    <a:cubicBezTo>
                      <a:pt x="3441" y="16237"/>
                      <a:pt x="3621" y="17722"/>
                      <a:pt x="3958" y="19116"/>
                    </a:cubicBezTo>
                    <a:cubicBezTo>
                      <a:pt x="4295" y="20511"/>
                      <a:pt x="4858" y="21770"/>
                      <a:pt x="5600" y="22894"/>
                    </a:cubicBezTo>
                    <a:cubicBezTo>
                      <a:pt x="6342" y="24019"/>
                      <a:pt x="7332" y="24896"/>
                      <a:pt x="8524" y="25571"/>
                    </a:cubicBezTo>
                    <a:cubicBezTo>
                      <a:pt x="9716" y="26245"/>
                      <a:pt x="11155" y="26560"/>
                      <a:pt x="12841" y="26560"/>
                    </a:cubicBezTo>
                    <a:cubicBezTo>
                      <a:pt x="15248" y="26560"/>
                      <a:pt x="17182" y="25886"/>
                      <a:pt x="18644" y="24559"/>
                    </a:cubicBezTo>
                    <a:cubicBezTo>
                      <a:pt x="20106" y="23232"/>
                      <a:pt x="21028" y="21388"/>
                      <a:pt x="21433" y="19049"/>
                    </a:cubicBezTo>
                    <a:lnTo>
                      <a:pt x="24896" y="19049"/>
                    </a:lnTo>
                    <a:cubicBezTo>
                      <a:pt x="24603" y="20600"/>
                      <a:pt x="24154" y="22017"/>
                      <a:pt x="23524" y="23277"/>
                    </a:cubicBezTo>
                    <a:cubicBezTo>
                      <a:pt x="22894" y="24559"/>
                      <a:pt x="22085" y="25661"/>
                      <a:pt x="21095" y="26560"/>
                    </a:cubicBezTo>
                    <a:cubicBezTo>
                      <a:pt x="20106" y="27482"/>
                      <a:pt x="18936" y="28180"/>
                      <a:pt x="17564" y="28697"/>
                    </a:cubicBezTo>
                    <a:cubicBezTo>
                      <a:pt x="16192" y="29214"/>
                      <a:pt x="14641" y="29461"/>
                      <a:pt x="12864" y="29461"/>
                    </a:cubicBezTo>
                    <a:cubicBezTo>
                      <a:pt x="10638" y="29461"/>
                      <a:pt x="8704" y="29079"/>
                      <a:pt x="7084" y="28337"/>
                    </a:cubicBezTo>
                    <a:cubicBezTo>
                      <a:pt x="5465" y="27572"/>
                      <a:pt x="4138" y="26538"/>
                      <a:pt x="3081" y="25233"/>
                    </a:cubicBezTo>
                    <a:cubicBezTo>
                      <a:pt x="2024" y="23929"/>
                      <a:pt x="1260" y="22355"/>
                      <a:pt x="765" y="20556"/>
                    </a:cubicBezTo>
                    <a:cubicBezTo>
                      <a:pt x="270" y="18756"/>
                      <a:pt x="0" y="16822"/>
                      <a:pt x="0" y="14776"/>
                    </a:cubicBezTo>
                    <a:cubicBezTo>
                      <a:pt x="0" y="12842"/>
                      <a:pt x="270" y="10975"/>
                      <a:pt x="832" y="9198"/>
                    </a:cubicBezTo>
                    <a:cubicBezTo>
                      <a:pt x="1395" y="7422"/>
                      <a:pt x="2204" y="5847"/>
                      <a:pt x="3283" y="4475"/>
                    </a:cubicBezTo>
                    <a:cubicBezTo>
                      <a:pt x="4363" y="3104"/>
                      <a:pt x="5712" y="2024"/>
                      <a:pt x="7309" y="1214"/>
                    </a:cubicBezTo>
                    <a:cubicBezTo>
                      <a:pt x="8906" y="405"/>
                      <a:pt x="10750" y="0"/>
                      <a:pt x="12841" y="0"/>
                    </a:cubicBezTo>
                    <a:cubicBezTo>
                      <a:pt x="16080" y="0"/>
                      <a:pt x="18689" y="765"/>
                      <a:pt x="20690" y="2316"/>
                    </a:cubicBezTo>
                    <a:cubicBezTo>
                      <a:pt x="22692" y="3868"/>
                      <a:pt x="23929" y="6275"/>
                      <a:pt x="24446" y="9558"/>
                    </a:cubicBezTo>
                    <a:lnTo>
                      <a:pt x="21163" y="9558"/>
                    </a:lnTo>
                    <a:lnTo>
                      <a:pt x="21163" y="9558"/>
                    </a:lnTo>
                    <a:close/>
                  </a:path>
                </a:pathLst>
              </a:custGeom>
              <a:solidFill>
                <a:srgbClr val="231F20"/>
              </a:solidFill>
              <a:ln w="2249" cap="flat">
                <a:noFill/>
                <a:prstDash val="solid"/>
                <a:miter/>
              </a:ln>
            </p:spPr>
            <p:txBody>
              <a:bodyPr rtlCol="0" anchor="ctr"/>
              <a:lstStyle/>
              <a:p>
                <a:endParaRPr lang="en-US"/>
              </a:p>
            </p:txBody>
          </p:sp>
          <p:sp>
            <p:nvSpPr>
              <p:cNvPr id="5162" name="Freeform 5161">
                <a:extLst>
                  <a:ext uri="{FF2B5EF4-FFF2-40B4-BE49-F238E27FC236}">
                    <a16:creationId xmlns:a16="http://schemas.microsoft.com/office/drawing/2014/main" id="{C4791245-BB39-0F7C-3A5E-CAB749942A92}"/>
                  </a:ext>
                </a:extLst>
              </p:cNvPr>
              <p:cNvSpPr/>
              <p:nvPr/>
            </p:nvSpPr>
            <p:spPr>
              <a:xfrm>
                <a:off x="8799248" y="3116332"/>
                <a:ext cx="12616" cy="36500"/>
              </a:xfrm>
              <a:custGeom>
                <a:avLst/>
                <a:gdLst>
                  <a:gd name="connsiteX0" fmla="*/ 12617 w 12616"/>
                  <a:gd name="connsiteY0" fmla="*/ 35848 h 36500"/>
                  <a:gd name="connsiteX1" fmla="*/ 11043 w 12616"/>
                  <a:gd name="connsiteY1" fmla="*/ 36231 h 36500"/>
                  <a:gd name="connsiteX2" fmla="*/ 8883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1 h 36500"/>
                  <a:gd name="connsiteX8" fmla="*/ 3936 w 12616"/>
                  <a:gd name="connsiteY8" fmla="*/ 7781 h 36500"/>
                  <a:gd name="connsiteX9" fmla="*/ 3936 w 12616"/>
                  <a:gd name="connsiteY9" fmla="*/ 0 h 36500"/>
                  <a:gd name="connsiteX10" fmla="*/ 7174 w 12616"/>
                  <a:gd name="connsiteY10" fmla="*/ 0 h 36500"/>
                  <a:gd name="connsiteX11" fmla="*/ 7174 w 12616"/>
                  <a:gd name="connsiteY11" fmla="*/ 7781 h 36500"/>
                  <a:gd name="connsiteX12" fmla="*/ 12414 w 12616"/>
                  <a:gd name="connsiteY12" fmla="*/ 7781 h 36500"/>
                  <a:gd name="connsiteX13" fmla="*/ 12414 w 12616"/>
                  <a:gd name="connsiteY13" fmla="*/ 10480 h 36500"/>
                  <a:gd name="connsiteX14" fmla="*/ 7174 w 12616"/>
                  <a:gd name="connsiteY14" fmla="*/ 10480 h 36500"/>
                  <a:gd name="connsiteX15" fmla="*/ 7174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5 h 36500"/>
                  <a:gd name="connsiteX21" fmla="*/ 12617 w 12616"/>
                  <a:gd name="connsiteY21" fmla="*/ 33195 h 36500"/>
                  <a:gd name="connsiteX22" fmla="*/ 12617 w 12616"/>
                  <a:gd name="connsiteY22" fmla="*/ 35848 h 36500"/>
                  <a:gd name="connsiteX23" fmla="*/ 12617 w 12616"/>
                  <a:gd name="connsiteY23" fmla="*/ 35848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616" h="36500">
                    <a:moveTo>
                      <a:pt x="12617" y="35848"/>
                    </a:moveTo>
                    <a:cubicBezTo>
                      <a:pt x="12212" y="35916"/>
                      <a:pt x="11694" y="36051"/>
                      <a:pt x="11043" y="36231"/>
                    </a:cubicBezTo>
                    <a:cubicBezTo>
                      <a:pt x="10390" y="36411"/>
                      <a:pt x="9671" y="36501"/>
                      <a:pt x="8883" y="36501"/>
                    </a:cubicBezTo>
                    <a:cubicBezTo>
                      <a:pt x="7264" y="36501"/>
                      <a:pt x="6027" y="36096"/>
                      <a:pt x="5195" y="35286"/>
                    </a:cubicBezTo>
                    <a:cubicBezTo>
                      <a:pt x="4363" y="34477"/>
                      <a:pt x="3936" y="33037"/>
                      <a:pt x="3936" y="30946"/>
                    </a:cubicBezTo>
                    <a:lnTo>
                      <a:pt x="3936" y="10480"/>
                    </a:lnTo>
                    <a:lnTo>
                      <a:pt x="0" y="10480"/>
                    </a:lnTo>
                    <a:lnTo>
                      <a:pt x="0" y="7781"/>
                    </a:lnTo>
                    <a:lnTo>
                      <a:pt x="3936" y="7781"/>
                    </a:lnTo>
                    <a:lnTo>
                      <a:pt x="3936" y="0"/>
                    </a:lnTo>
                    <a:lnTo>
                      <a:pt x="7174" y="0"/>
                    </a:lnTo>
                    <a:lnTo>
                      <a:pt x="7174" y="7781"/>
                    </a:lnTo>
                    <a:lnTo>
                      <a:pt x="12414" y="7781"/>
                    </a:lnTo>
                    <a:lnTo>
                      <a:pt x="12414" y="10480"/>
                    </a:lnTo>
                    <a:lnTo>
                      <a:pt x="7174" y="10480"/>
                    </a:lnTo>
                    <a:lnTo>
                      <a:pt x="7174" y="29641"/>
                    </a:lnTo>
                    <a:cubicBezTo>
                      <a:pt x="7174" y="30316"/>
                      <a:pt x="7174" y="30923"/>
                      <a:pt x="7219" y="31418"/>
                    </a:cubicBezTo>
                    <a:cubicBezTo>
                      <a:pt x="7264" y="31913"/>
                      <a:pt x="7354" y="32340"/>
                      <a:pt x="7534" y="32655"/>
                    </a:cubicBezTo>
                    <a:cubicBezTo>
                      <a:pt x="7714" y="32970"/>
                      <a:pt x="7984" y="33217"/>
                      <a:pt x="8366" y="33352"/>
                    </a:cubicBezTo>
                    <a:cubicBezTo>
                      <a:pt x="8749" y="33487"/>
                      <a:pt x="9266" y="33577"/>
                      <a:pt x="9963" y="33577"/>
                    </a:cubicBezTo>
                    <a:cubicBezTo>
                      <a:pt x="10390" y="33577"/>
                      <a:pt x="10840" y="33532"/>
                      <a:pt x="11290" y="33465"/>
                    </a:cubicBezTo>
                    <a:cubicBezTo>
                      <a:pt x="11739" y="33397"/>
                      <a:pt x="12190" y="33307"/>
                      <a:pt x="12617" y="33195"/>
                    </a:cubicBezTo>
                    <a:lnTo>
                      <a:pt x="12617" y="35848"/>
                    </a:lnTo>
                    <a:lnTo>
                      <a:pt x="12617" y="35848"/>
                    </a:lnTo>
                    <a:close/>
                  </a:path>
                </a:pathLst>
              </a:custGeom>
              <a:solidFill>
                <a:srgbClr val="231F20"/>
              </a:solidFill>
              <a:ln w="2249" cap="flat">
                <a:noFill/>
                <a:prstDash val="solid"/>
                <a:miter/>
              </a:ln>
            </p:spPr>
            <p:txBody>
              <a:bodyPr rtlCol="0" anchor="ctr"/>
              <a:lstStyle/>
              <a:p>
                <a:endParaRPr lang="en-US"/>
              </a:p>
            </p:txBody>
          </p:sp>
        </p:grpSp>
        <p:sp>
          <p:nvSpPr>
            <p:cNvPr id="5163" name="Freeform 5162">
              <a:extLst>
                <a:ext uri="{FF2B5EF4-FFF2-40B4-BE49-F238E27FC236}">
                  <a16:creationId xmlns:a16="http://schemas.microsoft.com/office/drawing/2014/main" id="{32488142-0B96-8632-72E4-7C2AC537F284}"/>
                </a:ext>
              </a:extLst>
            </p:cNvPr>
            <p:cNvSpPr/>
            <p:nvPr/>
          </p:nvSpPr>
          <p:spPr>
            <a:xfrm>
              <a:off x="6010858" y="1385188"/>
              <a:ext cx="9764" cy="3251854"/>
            </a:xfrm>
            <a:custGeom>
              <a:avLst/>
              <a:gdLst>
                <a:gd name="connsiteX0" fmla="*/ 0 w 2248"/>
                <a:gd name="connsiteY0" fmla="*/ 748723 h 748723"/>
                <a:gd name="connsiteX1" fmla="*/ 0 w 2248"/>
                <a:gd name="connsiteY1" fmla="*/ 0 h 748723"/>
              </a:gdLst>
              <a:ahLst/>
              <a:cxnLst>
                <a:cxn ang="0">
                  <a:pos x="connsiteX0" y="connsiteY0"/>
                </a:cxn>
                <a:cxn ang="0">
                  <a:pos x="connsiteX1" y="connsiteY1"/>
                </a:cxn>
              </a:cxnLst>
              <a:rect l="l" t="t" r="r" b="b"/>
              <a:pathLst>
                <a:path w="2248" h="748723">
                  <a:moveTo>
                    <a:pt x="0" y="748723"/>
                  </a:moveTo>
                  <a:lnTo>
                    <a:pt x="0" y="0"/>
                  </a:lnTo>
                </a:path>
              </a:pathLst>
            </a:custGeom>
            <a:ln w="4498" cap="sq">
              <a:solidFill>
                <a:srgbClr val="262626"/>
              </a:solidFill>
              <a:prstDash val="solid"/>
              <a:round/>
            </a:ln>
          </p:spPr>
          <p:txBody>
            <a:bodyPr rtlCol="0" anchor="ctr"/>
            <a:lstStyle/>
            <a:p>
              <a:endParaRPr lang="en-US"/>
            </a:p>
          </p:txBody>
        </p:sp>
        <p:sp>
          <p:nvSpPr>
            <p:cNvPr id="5164" name="Freeform 5163">
              <a:extLst>
                <a:ext uri="{FF2B5EF4-FFF2-40B4-BE49-F238E27FC236}">
                  <a16:creationId xmlns:a16="http://schemas.microsoft.com/office/drawing/2014/main" id="{F15DC559-1CDF-0EA9-1273-2E3815228504}"/>
                </a:ext>
              </a:extLst>
            </p:cNvPr>
            <p:cNvSpPr/>
            <p:nvPr/>
          </p:nvSpPr>
          <p:spPr>
            <a:xfrm>
              <a:off x="6010858" y="4626882"/>
              <a:ext cx="31059" cy="9764"/>
            </a:xfrm>
            <a:custGeom>
              <a:avLst/>
              <a:gdLst>
                <a:gd name="connsiteX0" fmla="*/ 0 w 7151"/>
                <a:gd name="connsiteY0" fmla="*/ 0 h 2248"/>
                <a:gd name="connsiteX1" fmla="*/ 7152 w 7151"/>
                <a:gd name="connsiteY1" fmla="*/ 0 h 2248"/>
              </a:gdLst>
              <a:ahLst/>
              <a:cxnLst>
                <a:cxn ang="0">
                  <a:pos x="connsiteX0" y="connsiteY0"/>
                </a:cxn>
                <a:cxn ang="0">
                  <a:pos x="connsiteX1" y="connsiteY1"/>
                </a:cxn>
              </a:cxnLst>
              <a:rect l="l" t="t" r="r" b="b"/>
              <a:pathLst>
                <a:path w="7151" h="2248">
                  <a:moveTo>
                    <a:pt x="0" y="0"/>
                  </a:moveTo>
                  <a:lnTo>
                    <a:pt x="7152" y="0"/>
                  </a:lnTo>
                </a:path>
              </a:pathLst>
            </a:custGeom>
            <a:ln w="4498" cap="sq">
              <a:solidFill>
                <a:srgbClr val="262626"/>
              </a:solidFill>
              <a:prstDash val="solid"/>
              <a:round/>
            </a:ln>
          </p:spPr>
          <p:txBody>
            <a:bodyPr rtlCol="0" anchor="ctr"/>
            <a:lstStyle/>
            <a:p>
              <a:endParaRPr lang="en-US"/>
            </a:p>
          </p:txBody>
        </p:sp>
        <p:sp>
          <p:nvSpPr>
            <p:cNvPr id="5165" name="Freeform 5164">
              <a:extLst>
                <a:ext uri="{FF2B5EF4-FFF2-40B4-BE49-F238E27FC236}">
                  <a16:creationId xmlns:a16="http://schemas.microsoft.com/office/drawing/2014/main" id="{0F5D23EA-AD42-F053-B04A-204A25FA6AA6}"/>
                </a:ext>
              </a:extLst>
            </p:cNvPr>
            <p:cNvSpPr/>
            <p:nvPr/>
          </p:nvSpPr>
          <p:spPr>
            <a:xfrm>
              <a:off x="6010858" y="4047564"/>
              <a:ext cx="31059" cy="9764"/>
            </a:xfrm>
            <a:custGeom>
              <a:avLst/>
              <a:gdLst>
                <a:gd name="connsiteX0" fmla="*/ 0 w 7151"/>
                <a:gd name="connsiteY0" fmla="*/ 0 h 2248"/>
                <a:gd name="connsiteX1" fmla="*/ 7152 w 7151"/>
                <a:gd name="connsiteY1" fmla="*/ 0 h 2248"/>
              </a:gdLst>
              <a:ahLst/>
              <a:cxnLst>
                <a:cxn ang="0">
                  <a:pos x="connsiteX0" y="connsiteY0"/>
                </a:cxn>
                <a:cxn ang="0">
                  <a:pos x="connsiteX1" y="connsiteY1"/>
                </a:cxn>
              </a:cxnLst>
              <a:rect l="l" t="t" r="r" b="b"/>
              <a:pathLst>
                <a:path w="7151" h="2248">
                  <a:moveTo>
                    <a:pt x="0" y="0"/>
                  </a:moveTo>
                  <a:lnTo>
                    <a:pt x="7152" y="0"/>
                  </a:lnTo>
                </a:path>
              </a:pathLst>
            </a:custGeom>
            <a:ln w="4498" cap="sq">
              <a:solidFill>
                <a:srgbClr val="262626"/>
              </a:solidFill>
              <a:prstDash val="solid"/>
              <a:round/>
            </a:ln>
          </p:spPr>
          <p:txBody>
            <a:bodyPr rtlCol="0" anchor="ctr"/>
            <a:lstStyle/>
            <a:p>
              <a:endParaRPr lang="en-US"/>
            </a:p>
          </p:txBody>
        </p:sp>
        <p:sp>
          <p:nvSpPr>
            <p:cNvPr id="5166" name="Freeform 5165">
              <a:extLst>
                <a:ext uri="{FF2B5EF4-FFF2-40B4-BE49-F238E27FC236}">
                  <a16:creationId xmlns:a16="http://schemas.microsoft.com/office/drawing/2014/main" id="{7EFB576E-CEB4-EA9E-DECB-10CC878BCE0B}"/>
                </a:ext>
              </a:extLst>
            </p:cNvPr>
            <p:cNvSpPr/>
            <p:nvPr/>
          </p:nvSpPr>
          <p:spPr>
            <a:xfrm>
              <a:off x="6010858" y="3468147"/>
              <a:ext cx="31059" cy="9764"/>
            </a:xfrm>
            <a:custGeom>
              <a:avLst/>
              <a:gdLst>
                <a:gd name="connsiteX0" fmla="*/ 0 w 7151"/>
                <a:gd name="connsiteY0" fmla="*/ 0 h 2248"/>
                <a:gd name="connsiteX1" fmla="*/ 7152 w 7151"/>
                <a:gd name="connsiteY1" fmla="*/ 0 h 2248"/>
              </a:gdLst>
              <a:ahLst/>
              <a:cxnLst>
                <a:cxn ang="0">
                  <a:pos x="connsiteX0" y="connsiteY0"/>
                </a:cxn>
                <a:cxn ang="0">
                  <a:pos x="connsiteX1" y="connsiteY1"/>
                </a:cxn>
              </a:cxnLst>
              <a:rect l="l" t="t" r="r" b="b"/>
              <a:pathLst>
                <a:path w="7151" h="2248">
                  <a:moveTo>
                    <a:pt x="0" y="0"/>
                  </a:moveTo>
                  <a:lnTo>
                    <a:pt x="7152" y="0"/>
                  </a:lnTo>
                </a:path>
              </a:pathLst>
            </a:custGeom>
            <a:ln w="4498" cap="sq">
              <a:solidFill>
                <a:srgbClr val="262626"/>
              </a:solidFill>
              <a:prstDash val="solid"/>
              <a:round/>
            </a:ln>
          </p:spPr>
          <p:txBody>
            <a:bodyPr rtlCol="0" anchor="ctr"/>
            <a:lstStyle/>
            <a:p>
              <a:endParaRPr lang="en-US"/>
            </a:p>
          </p:txBody>
        </p:sp>
        <p:sp>
          <p:nvSpPr>
            <p:cNvPr id="5167" name="Freeform 5166">
              <a:extLst>
                <a:ext uri="{FF2B5EF4-FFF2-40B4-BE49-F238E27FC236}">
                  <a16:creationId xmlns:a16="http://schemas.microsoft.com/office/drawing/2014/main" id="{6E03EA6B-76C6-ADDC-BC9F-BCE69DD384C4}"/>
                </a:ext>
              </a:extLst>
            </p:cNvPr>
            <p:cNvSpPr/>
            <p:nvPr/>
          </p:nvSpPr>
          <p:spPr>
            <a:xfrm>
              <a:off x="6010858" y="2888725"/>
              <a:ext cx="31059" cy="9764"/>
            </a:xfrm>
            <a:custGeom>
              <a:avLst/>
              <a:gdLst>
                <a:gd name="connsiteX0" fmla="*/ 0 w 7151"/>
                <a:gd name="connsiteY0" fmla="*/ 0 h 2248"/>
                <a:gd name="connsiteX1" fmla="*/ 7152 w 7151"/>
                <a:gd name="connsiteY1" fmla="*/ 0 h 2248"/>
              </a:gdLst>
              <a:ahLst/>
              <a:cxnLst>
                <a:cxn ang="0">
                  <a:pos x="connsiteX0" y="connsiteY0"/>
                </a:cxn>
                <a:cxn ang="0">
                  <a:pos x="connsiteX1" y="connsiteY1"/>
                </a:cxn>
              </a:cxnLst>
              <a:rect l="l" t="t" r="r" b="b"/>
              <a:pathLst>
                <a:path w="7151" h="2248">
                  <a:moveTo>
                    <a:pt x="0" y="0"/>
                  </a:moveTo>
                  <a:lnTo>
                    <a:pt x="7152" y="0"/>
                  </a:lnTo>
                </a:path>
              </a:pathLst>
            </a:custGeom>
            <a:ln w="4498" cap="sq">
              <a:solidFill>
                <a:srgbClr val="262626"/>
              </a:solidFill>
              <a:prstDash val="solid"/>
              <a:round/>
            </a:ln>
          </p:spPr>
          <p:txBody>
            <a:bodyPr rtlCol="0" anchor="ctr"/>
            <a:lstStyle/>
            <a:p>
              <a:endParaRPr lang="en-US"/>
            </a:p>
          </p:txBody>
        </p:sp>
        <p:sp>
          <p:nvSpPr>
            <p:cNvPr id="5168" name="Freeform 5167">
              <a:extLst>
                <a:ext uri="{FF2B5EF4-FFF2-40B4-BE49-F238E27FC236}">
                  <a16:creationId xmlns:a16="http://schemas.microsoft.com/office/drawing/2014/main" id="{D86F4C02-35B9-54CD-7E85-3C5631374FAD}"/>
                </a:ext>
              </a:extLst>
            </p:cNvPr>
            <p:cNvSpPr/>
            <p:nvPr/>
          </p:nvSpPr>
          <p:spPr>
            <a:xfrm>
              <a:off x="6010858" y="2309308"/>
              <a:ext cx="31059" cy="9764"/>
            </a:xfrm>
            <a:custGeom>
              <a:avLst/>
              <a:gdLst>
                <a:gd name="connsiteX0" fmla="*/ 0 w 7151"/>
                <a:gd name="connsiteY0" fmla="*/ 0 h 2248"/>
                <a:gd name="connsiteX1" fmla="*/ 7152 w 7151"/>
                <a:gd name="connsiteY1" fmla="*/ 0 h 2248"/>
              </a:gdLst>
              <a:ahLst/>
              <a:cxnLst>
                <a:cxn ang="0">
                  <a:pos x="connsiteX0" y="connsiteY0"/>
                </a:cxn>
                <a:cxn ang="0">
                  <a:pos x="connsiteX1" y="connsiteY1"/>
                </a:cxn>
              </a:cxnLst>
              <a:rect l="l" t="t" r="r" b="b"/>
              <a:pathLst>
                <a:path w="7151" h="2248">
                  <a:moveTo>
                    <a:pt x="0" y="0"/>
                  </a:moveTo>
                  <a:lnTo>
                    <a:pt x="7152" y="0"/>
                  </a:lnTo>
                </a:path>
              </a:pathLst>
            </a:custGeom>
            <a:ln w="4498" cap="sq">
              <a:solidFill>
                <a:srgbClr val="262626"/>
              </a:solidFill>
              <a:prstDash val="solid"/>
              <a:round/>
            </a:ln>
          </p:spPr>
          <p:txBody>
            <a:bodyPr rtlCol="0" anchor="ctr"/>
            <a:lstStyle/>
            <a:p>
              <a:endParaRPr lang="en-US"/>
            </a:p>
          </p:txBody>
        </p:sp>
        <p:grpSp>
          <p:nvGrpSpPr>
            <p:cNvPr id="5169" name="Graphic 3">
              <a:extLst>
                <a:ext uri="{FF2B5EF4-FFF2-40B4-BE49-F238E27FC236}">
                  <a16:creationId xmlns:a16="http://schemas.microsoft.com/office/drawing/2014/main" id="{7CF43515-B32B-CE4D-9F08-E9C1ACC614DA}"/>
                </a:ext>
              </a:extLst>
            </p:cNvPr>
            <p:cNvGrpSpPr/>
            <p:nvPr/>
          </p:nvGrpSpPr>
          <p:grpSpPr>
            <a:xfrm>
              <a:off x="5431635" y="4489650"/>
              <a:ext cx="450191" cy="168781"/>
              <a:chOff x="8141720" y="3041555"/>
              <a:chExt cx="103654" cy="38861"/>
            </a:xfrm>
            <a:solidFill>
              <a:srgbClr val="231F20"/>
            </a:solidFill>
          </p:grpSpPr>
          <p:sp>
            <p:nvSpPr>
              <p:cNvPr id="5170" name="Freeform 5169">
                <a:extLst>
                  <a:ext uri="{FF2B5EF4-FFF2-40B4-BE49-F238E27FC236}">
                    <a16:creationId xmlns:a16="http://schemas.microsoft.com/office/drawing/2014/main" id="{22FB1725-3727-EB61-4F2F-2C899A7420A6}"/>
                  </a:ext>
                </a:extLst>
              </p:cNvPr>
              <p:cNvSpPr/>
              <p:nvPr/>
            </p:nvSpPr>
            <p:spPr>
              <a:xfrm>
                <a:off x="8141720" y="3063909"/>
                <a:ext cx="13650" cy="3350"/>
              </a:xfrm>
              <a:custGeom>
                <a:avLst/>
                <a:gdLst>
                  <a:gd name="connsiteX0" fmla="*/ 13651 w 13650"/>
                  <a:gd name="connsiteY0" fmla="*/ 0 h 3350"/>
                  <a:gd name="connsiteX1" fmla="*/ 13651 w 13650"/>
                  <a:gd name="connsiteY1" fmla="*/ 3351 h 3350"/>
                  <a:gd name="connsiteX2" fmla="*/ 0 w 13650"/>
                  <a:gd name="connsiteY2" fmla="*/ 3351 h 3350"/>
                  <a:gd name="connsiteX3" fmla="*/ 0 w 13650"/>
                  <a:gd name="connsiteY3" fmla="*/ 0 h 3350"/>
                  <a:gd name="connsiteX4" fmla="*/ 13651 w 13650"/>
                  <a:gd name="connsiteY4" fmla="*/ 0 h 3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50" h="3350">
                    <a:moveTo>
                      <a:pt x="13651" y="0"/>
                    </a:moveTo>
                    <a:lnTo>
                      <a:pt x="13651" y="3351"/>
                    </a:lnTo>
                    <a:lnTo>
                      <a:pt x="0" y="3351"/>
                    </a:lnTo>
                    <a:lnTo>
                      <a:pt x="0" y="0"/>
                    </a:lnTo>
                    <a:lnTo>
                      <a:pt x="13651" y="0"/>
                    </a:lnTo>
                    <a:close/>
                  </a:path>
                </a:pathLst>
              </a:custGeom>
              <a:solidFill>
                <a:srgbClr val="231F20"/>
              </a:solidFill>
              <a:ln w="2249" cap="flat">
                <a:noFill/>
                <a:prstDash val="solid"/>
                <a:miter/>
              </a:ln>
            </p:spPr>
            <p:txBody>
              <a:bodyPr rtlCol="0" anchor="ctr"/>
              <a:lstStyle/>
              <a:p>
                <a:endParaRPr lang="en-US"/>
              </a:p>
            </p:txBody>
          </p:sp>
          <p:sp>
            <p:nvSpPr>
              <p:cNvPr id="5171" name="Freeform 5170">
                <a:extLst>
                  <a:ext uri="{FF2B5EF4-FFF2-40B4-BE49-F238E27FC236}">
                    <a16:creationId xmlns:a16="http://schemas.microsoft.com/office/drawing/2014/main" id="{3EEF6466-0C69-22C0-CC13-975BFBB1EAD2}"/>
                  </a:ext>
                </a:extLst>
              </p:cNvPr>
              <p:cNvSpPr/>
              <p:nvPr/>
            </p:nvSpPr>
            <p:spPr>
              <a:xfrm>
                <a:off x="8159712" y="3041555"/>
                <a:ext cx="25547" cy="38794"/>
              </a:xfrm>
              <a:custGeom>
                <a:avLst/>
                <a:gdLst>
                  <a:gd name="connsiteX0" fmla="*/ 21388 w 25547"/>
                  <a:gd name="connsiteY0" fmla="*/ 9378 h 38794"/>
                  <a:gd name="connsiteX1" fmla="*/ 19004 w 25547"/>
                  <a:gd name="connsiteY1" fmla="*/ 4700 h 38794"/>
                  <a:gd name="connsiteX2" fmla="*/ 14146 w 25547"/>
                  <a:gd name="connsiteY2" fmla="*/ 2946 h 38794"/>
                  <a:gd name="connsiteX3" fmla="*/ 8613 w 25547"/>
                  <a:gd name="connsiteY3" fmla="*/ 4610 h 38794"/>
                  <a:gd name="connsiteX4" fmla="*/ 5510 w 25547"/>
                  <a:gd name="connsiteY4" fmla="*/ 8838 h 38794"/>
                  <a:gd name="connsiteX5" fmla="*/ 4048 w 25547"/>
                  <a:gd name="connsiteY5" fmla="*/ 14416 h 38794"/>
                  <a:gd name="connsiteX6" fmla="*/ 3463 w 25547"/>
                  <a:gd name="connsiteY6" fmla="*/ 20128 h 38794"/>
                  <a:gd name="connsiteX7" fmla="*/ 5172 w 25547"/>
                  <a:gd name="connsiteY7" fmla="*/ 17969 h 38794"/>
                  <a:gd name="connsiteX8" fmla="*/ 7197 w 25547"/>
                  <a:gd name="connsiteY8" fmla="*/ 16058 h 38794"/>
                  <a:gd name="connsiteX9" fmla="*/ 9850 w 25547"/>
                  <a:gd name="connsiteY9" fmla="*/ 14708 h 38794"/>
                  <a:gd name="connsiteX10" fmla="*/ 13471 w 25547"/>
                  <a:gd name="connsiteY10" fmla="*/ 14191 h 38794"/>
                  <a:gd name="connsiteX11" fmla="*/ 22400 w 25547"/>
                  <a:gd name="connsiteY11" fmla="*/ 17452 h 38794"/>
                  <a:gd name="connsiteX12" fmla="*/ 25548 w 25547"/>
                  <a:gd name="connsiteY12" fmla="*/ 26448 h 38794"/>
                  <a:gd name="connsiteX13" fmla="*/ 22355 w 25547"/>
                  <a:gd name="connsiteY13" fmla="*/ 35511 h 38794"/>
                  <a:gd name="connsiteX14" fmla="*/ 13336 w 25547"/>
                  <a:gd name="connsiteY14" fmla="*/ 38795 h 38794"/>
                  <a:gd name="connsiteX15" fmla="*/ 8051 w 25547"/>
                  <a:gd name="connsiteY15" fmla="*/ 37850 h 38794"/>
                  <a:gd name="connsiteX16" fmla="*/ 3846 w 25547"/>
                  <a:gd name="connsiteY16" fmla="*/ 34746 h 38794"/>
                  <a:gd name="connsiteX17" fmla="*/ 1034 w 25547"/>
                  <a:gd name="connsiteY17" fmla="*/ 29102 h 38794"/>
                  <a:gd name="connsiteX18" fmla="*/ 0 w 25547"/>
                  <a:gd name="connsiteY18" fmla="*/ 20600 h 38794"/>
                  <a:gd name="connsiteX19" fmla="*/ 585 w 25547"/>
                  <a:gd name="connsiteY19" fmla="*/ 13561 h 38794"/>
                  <a:gd name="connsiteX20" fmla="*/ 2721 w 25547"/>
                  <a:gd name="connsiteY20" fmla="*/ 6904 h 38794"/>
                  <a:gd name="connsiteX21" fmla="*/ 6926 w 25547"/>
                  <a:gd name="connsiteY21" fmla="*/ 1934 h 38794"/>
                  <a:gd name="connsiteX22" fmla="*/ 13808 w 25547"/>
                  <a:gd name="connsiteY22" fmla="*/ 0 h 38794"/>
                  <a:gd name="connsiteX23" fmla="*/ 21365 w 25547"/>
                  <a:gd name="connsiteY23" fmla="*/ 2384 h 38794"/>
                  <a:gd name="connsiteX24" fmla="*/ 24918 w 25547"/>
                  <a:gd name="connsiteY24" fmla="*/ 9356 h 38794"/>
                  <a:gd name="connsiteX25" fmla="*/ 21365 w 25547"/>
                  <a:gd name="connsiteY25" fmla="*/ 9356 h 38794"/>
                  <a:gd name="connsiteX26" fmla="*/ 21365 w 25547"/>
                  <a:gd name="connsiteY26" fmla="*/ 9356 h 38794"/>
                  <a:gd name="connsiteX27" fmla="*/ 13359 w 25547"/>
                  <a:gd name="connsiteY27" fmla="*/ 17137 h 38794"/>
                  <a:gd name="connsiteX28" fmla="*/ 9760 w 25547"/>
                  <a:gd name="connsiteY28" fmla="*/ 17902 h 38794"/>
                  <a:gd name="connsiteX29" fmla="*/ 7061 w 25547"/>
                  <a:gd name="connsiteY29" fmla="*/ 19948 h 38794"/>
                  <a:gd name="connsiteX30" fmla="*/ 5352 w 25547"/>
                  <a:gd name="connsiteY30" fmla="*/ 22939 h 38794"/>
                  <a:gd name="connsiteX31" fmla="*/ 4768 w 25547"/>
                  <a:gd name="connsiteY31" fmla="*/ 26583 h 38794"/>
                  <a:gd name="connsiteX32" fmla="*/ 5217 w 25547"/>
                  <a:gd name="connsiteY32" fmla="*/ 29844 h 38794"/>
                  <a:gd name="connsiteX33" fmla="*/ 6724 w 25547"/>
                  <a:gd name="connsiteY33" fmla="*/ 32835 h 38794"/>
                  <a:gd name="connsiteX34" fmla="*/ 9400 w 25547"/>
                  <a:gd name="connsiteY34" fmla="*/ 35039 h 38794"/>
                  <a:gd name="connsiteX35" fmla="*/ 13404 w 25547"/>
                  <a:gd name="connsiteY35" fmla="*/ 35893 h 38794"/>
                  <a:gd name="connsiteX36" fmla="*/ 17474 w 25547"/>
                  <a:gd name="connsiteY36" fmla="*/ 35061 h 38794"/>
                  <a:gd name="connsiteX37" fmla="*/ 20151 w 25547"/>
                  <a:gd name="connsiteY37" fmla="*/ 32857 h 38794"/>
                  <a:gd name="connsiteX38" fmla="*/ 21635 w 25547"/>
                  <a:gd name="connsiteY38" fmla="*/ 29776 h 38794"/>
                  <a:gd name="connsiteX39" fmla="*/ 22084 w 25547"/>
                  <a:gd name="connsiteY39" fmla="*/ 26358 h 38794"/>
                  <a:gd name="connsiteX40" fmla="*/ 19948 w 25547"/>
                  <a:gd name="connsiteY40" fmla="*/ 19521 h 38794"/>
                  <a:gd name="connsiteX41" fmla="*/ 13336 w 25547"/>
                  <a:gd name="connsiteY41" fmla="*/ 17115 h 38794"/>
                  <a:gd name="connsiteX42" fmla="*/ 13359 w 25547"/>
                  <a:gd name="connsiteY42" fmla="*/ 17115 h 387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5547" h="38794">
                    <a:moveTo>
                      <a:pt x="21388" y="9378"/>
                    </a:moveTo>
                    <a:cubicBezTo>
                      <a:pt x="20982" y="7444"/>
                      <a:pt x="20196" y="5870"/>
                      <a:pt x="19004" y="4700"/>
                    </a:cubicBezTo>
                    <a:cubicBezTo>
                      <a:pt x="17812" y="3531"/>
                      <a:pt x="16192" y="2946"/>
                      <a:pt x="14146" y="2946"/>
                    </a:cubicBezTo>
                    <a:cubicBezTo>
                      <a:pt x="11807" y="2946"/>
                      <a:pt x="9963" y="3508"/>
                      <a:pt x="8613" y="4610"/>
                    </a:cubicBezTo>
                    <a:cubicBezTo>
                      <a:pt x="7264" y="5735"/>
                      <a:pt x="6230" y="7129"/>
                      <a:pt x="5510" y="8838"/>
                    </a:cubicBezTo>
                    <a:cubicBezTo>
                      <a:pt x="4790" y="10548"/>
                      <a:pt x="4295" y="12414"/>
                      <a:pt x="4048" y="14416"/>
                    </a:cubicBezTo>
                    <a:cubicBezTo>
                      <a:pt x="3801" y="16440"/>
                      <a:pt x="3598" y="18329"/>
                      <a:pt x="3463" y="20128"/>
                    </a:cubicBezTo>
                    <a:cubicBezTo>
                      <a:pt x="4003" y="19409"/>
                      <a:pt x="4565" y="18689"/>
                      <a:pt x="5172" y="17969"/>
                    </a:cubicBezTo>
                    <a:cubicBezTo>
                      <a:pt x="5757" y="17250"/>
                      <a:pt x="6432" y="16620"/>
                      <a:pt x="7197" y="16058"/>
                    </a:cubicBezTo>
                    <a:cubicBezTo>
                      <a:pt x="7961" y="15495"/>
                      <a:pt x="8838" y="15046"/>
                      <a:pt x="9850" y="14708"/>
                    </a:cubicBezTo>
                    <a:cubicBezTo>
                      <a:pt x="10862" y="14371"/>
                      <a:pt x="12054" y="14191"/>
                      <a:pt x="13471" y="14191"/>
                    </a:cubicBezTo>
                    <a:cubicBezTo>
                      <a:pt x="17317" y="14191"/>
                      <a:pt x="20308" y="15270"/>
                      <a:pt x="22400" y="17452"/>
                    </a:cubicBezTo>
                    <a:cubicBezTo>
                      <a:pt x="24513" y="19633"/>
                      <a:pt x="25548" y="22625"/>
                      <a:pt x="25548" y="26448"/>
                    </a:cubicBezTo>
                    <a:cubicBezTo>
                      <a:pt x="25548" y="30271"/>
                      <a:pt x="24491" y="33330"/>
                      <a:pt x="22355" y="35511"/>
                    </a:cubicBezTo>
                    <a:cubicBezTo>
                      <a:pt x="20241" y="37715"/>
                      <a:pt x="17227" y="38795"/>
                      <a:pt x="13336" y="38795"/>
                    </a:cubicBezTo>
                    <a:cubicBezTo>
                      <a:pt x="11424" y="38795"/>
                      <a:pt x="9670" y="38480"/>
                      <a:pt x="8051" y="37850"/>
                    </a:cubicBezTo>
                    <a:cubicBezTo>
                      <a:pt x="6432" y="37220"/>
                      <a:pt x="5038" y="36186"/>
                      <a:pt x="3846" y="34746"/>
                    </a:cubicBezTo>
                    <a:cubicBezTo>
                      <a:pt x="2654" y="33307"/>
                      <a:pt x="1732" y="31418"/>
                      <a:pt x="1034" y="29102"/>
                    </a:cubicBezTo>
                    <a:cubicBezTo>
                      <a:pt x="360" y="26785"/>
                      <a:pt x="0" y="23951"/>
                      <a:pt x="0" y="20600"/>
                    </a:cubicBezTo>
                    <a:cubicBezTo>
                      <a:pt x="0" y="18329"/>
                      <a:pt x="202" y="15990"/>
                      <a:pt x="585" y="13561"/>
                    </a:cubicBezTo>
                    <a:cubicBezTo>
                      <a:pt x="989" y="11132"/>
                      <a:pt x="1687" y="8906"/>
                      <a:pt x="2721" y="6904"/>
                    </a:cubicBezTo>
                    <a:cubicBezTo>
                      <a:pt x="3756" y="4880"/>
                      <a:pt x="5150" y="3239"/>
                      <a:pt x="6926" y="1934"/>
                    </a:cubicBezTo>
                    <a:cubicBezTo>
                      <a:pt x="8703" y="630"/>
                      <a:pt x="10997" y="0"/>
                      <a:pt x="13808" y="0"/>
                    </a:cubicBezTo>
                    <a:cubicBezTo>
                      <a:pt x="16822" y="0"/>
                      <a:pt x="19341" y="787"/>
                      <a:pt x="21365" y="2384"/>
                    </a:cubicBezTo>
                    <a:cubicBezTo>
                      <a:pt x="23389" y="3958"/>
                      <a:pt x="24558" y="6297"/>
                      <a:pt x="24918" y="9356"/>
                    </a:cubicBezTo>
                    <a:lnTo>
                      <a:pt x="21365" y="9356"/>
                    </a:lnTo>
                    <a:lnTo>
                      <a:pt x="21365" y="9356"/>
                    </a:lnTo>
                    <a:close/>
                    <a:moveTo>
                      <a:pt x="13359" y="17137"/>
                    </a:moveTo>
                    <a:cubicBezTo>
                      <a:pt x="12032" y="17137"/>
                      <a:pt x="10840" y="17384"/>
                      <a:pt x="9760" y="17902"/>
                    </a:cubicBezTo>
                    <a:cubicBezTo>
                      <a:pt x="8703" y="18397"/>
                      <a:pt x="7804" y="19094"/>
                      <a:pt x="7061" y="19948"/>
                    </a:cubicBezTo>
                    <a:cubicBezTo>
                      <a:pt x="6319" y="20803"/>
                      <a:pt x="5757" y="21815"/>
                      <a:pt x="5352" y="22939"/>
                    </a:cubicBezTo>
                    <a:cubicBezTo>
                      <a:pt x="4948" y="24064"/>
                      <a:pt x="4768" y="25278"/>
                      <a:pt x="4768" y="26583"/>
                    </a:cubicBezTo>
                    <a:cubicBezTo>
                      <a:pt x="4768" y="27662"/>
                      <a:pt x="4925" y="28742"/>
                      <a:pt x="5217" y="29844"/>
                    </a:cubicBezTo>
                    <a:cubicBezTo>
                      <a:pt x="5532" y="30946"/>
                      <a:pt x="6027" y="31935"/>
                      <a:pt x="6724" y="32835"/>
                    </a:cubicBezTo>
                    <a:cubicBezTo>
                      <a:pt x="7421" y="33734"/>
                      <a:pt x="8321" y="34477"/>
                      <a:pt x="9400" y="35039"/>
                    </a:cubicBezTo>
                    <a:cubicBezTo>
                      <a:pt x="10480" y="35623"/>
                      <a:pt x="11807" y="35893"/>
                      <a:pt x="13404" y="35893"/>
                    </a:cubicBezTo>
                    <a:cubicBezTo>
                      <a:pt x="15000" y="35893"/>
                      <a:pt x="16372" y="35623"/>
                      <a:pt x="17474" y="35061"/>
                    </a:cubicBezTo>
                    <a:cubicBezTo>
                      <a:pt x="18576" y="34499"/>
                      <a:pt x="19453" y="33757"/>
                      <a:pt x="20151" y="32857"/>
                    </a:cubicBezTo>
                    <a:cubicBezTo>
                      <a:pt x="20825" y="31935"/>
                      <a:pt x="21320" y="30923"/>
                      <a:pt x="21635" y="29776"/>
                    </a:cubicBezTo>
                    <a:cubicBezTo>
                      <a:pt x="21950" y="28629"/>
                      <a:pt x="22084" y="27505"/>
                      <a:pt x="22084" y="26358"/>
                    </a:cubicBezTo>
                    <a:cubicBezTo>
                      <a:pt x="22084" y="23412"/>
                      <a:pt x="21365" y="21140"/>
                      <a:pt x="19948" y="19521"/>
                    </a:cubicBezTo>
                    <a:cubicBezTo>
                      <a:pt x="18531" y="17924"/>
                      <a:pt x="16327" y="17115"/>
                      <a:pt x="13336" y="17115"/>
                    </a:cubicBezTo>
                    <a:lnTo>
                      <a:pt x="13359" y="17115"/>
                    </a:lnTo>
                    <a:close/>
                  </a:path>
                </a:pathLst>
              </a:custGeom>
              <a:solidFill>
                <a:srgbClr val="231F20"/>
              </a:solidFill>
              <a:ln w="2249" cap="flat">
                <a:noFill/>
                <a:prstDash val="solid"/>
                <a:miter/>
              </a:ln>
            </p:spPr>
            <p:txBody>
              <a:bodyPr rtlCol="0" anchor="ctr"/>
              <a:lstStyle/>
              <a:p>
                <a:endParaRPr lang="en-US"/>
              </a:p>
            </p:txBody>
          </p:sp>
          <p:sp>
            <p:nvSpPr>
              <p:cNvPr id="5172" name="Freeform 5171">
                <a:extLst>
                  <a:ext uri="{FF2B5EF4-FFF2-40B4-BE49-F238E27FC236}">
                    <a16:creationId xmlns:a16="http://schemas.microsoft.com/office/drawing/2014/main" id="{A40FDADD-B1A9-2185-4175-DF8E2EB25226}"/>
                  </a:ext>
                </a:extLst>
              </p:cNvPr>
              <p:cNvSpPr/>
              <p:nvPr/>
            </p:nvSpPr>
            <p:spPr>
              <a:xfrm>
                <a:off x="8189601" y="3041600"/>
                <a:ext cx="25772" cy="38816"/>
              </a:xfrm>
              <a:custGeom>
                <a:avLst/>
                <a:gdLst>
                  <a:gd name="connsiteX0" fmla="*/ 12932 w 25772"/>
                  <a:gd name="connsiteY0" fmla="*/ 0 h 38816"/>
                  <a:gd name="connsiteX1" fmla="*/ 17789 w 25772"/>
                  <a:gd name="connsiteY1" fmla="*/ 832 h 38816"/>
                  <a:gd name="connsiteX2" fmla="*/ 21275 w 25772"/>
                  <a:gd name="connsiteY2" fmla="*/ 3126 h 38816"/>
                  <a:gd name="connsiteX3" fmla="*/ 23592 w 25772"/>
                  <a:gd name="connsiteY3" fmla="*/ 6522 h 38816"/>
                  <a:gd name="connsiteX4" fmla="*/ 24963 w 25772"/>
                  <a:gd name="connsiteY4" fmla="*/ 10660 h 38816"/>
                  <a:gd name="connsiteX5" fmla="*/ 25615 w 25772"/>
                  <a:gd name="connsiteY5" fmla="*/ 15158 h 38816"/>
                  <a:gd name="connsiteX6" fmla="*/ 25773 w 25772"/>
                  <a:gd name="connsiteY6" fmla="*/ 19701 h 38816"/>
                  <a:gd name="connsiteX7" fmla="*/ 25233 w 25772"/>
                  <a:gd name="connsiteY7" fmla="*/ 26942 h 38816"/>
                  <a:gd name="connsiteX8" fmla="*/ 23254 w 25772"/>
                  <a:gd name="connsiteY8" fmla="*/ 33037 h 38816"/>
                  <a:gd name="connsiteX9" fmla="*/ 19341 w 25772"/>
                  <a:gd name="connsiteY9" fmla="*/ 37243 h 38816"/>
                  <a:gd name="connsiteX10" fmla="*/ 12909 w 25772"/>
                  <a:gd name="connsiteY10" fmla="*/ 38817 h 38816"/>
                  <a:gd name="connsiteX11" fmla="*/ 6454 w 25772"/>
                  <a:gd name="connsiteY11" fmla="*/ 37243 h 38816"/>
                  <a:gd name="connsiteX12" fmla="*/ 2519 w 25772"/>
                  <a:gd name="connsiteY12" fmla="*/ 33015 h 38816"/>
                  <a:gd name="connsiteX13" fmla="*/ 540 w 25772"/>
                  <a:gd name="connsiteY13" fmla="*/ 26808 h 38816"/>
                  <a:gd name="connsiteX14" fmla="*/ 0 w 25772"/>
                  <a:gd name="connsiteY14" fmla="*/ 19341 h 38816"/>
                  <a:gd name="connsiteX15" fmla="*/ 495 w 25772"/>
                  <a:gd name="connsiteY15" fmla="*/ 12279 h 38816"/>
                  <a:gd name="connsiteX16" fmla="*/ 2361 w 25772"/>
                  <a:gd name="connsiteY16" fmla="*/ 6095 h 38816"/>
                  <a:gd name="connsiteX17" fmla="*/ 6274 w 25772"/>
                  <a:gd name="connsiteY17" fmla="*/ 1687 h 38816"/>
                  <a:gd name="connsiteX18" fmla="*/ 12909 w 25772"/>
                  <a:gd name="connsiteY18" fmla="*/ 22 h 38816"/>
                  <a:gd name="connsiteX19" fmla="*/ 12909 w 25772"/>
                  <a:gd name="connsiteY19" fmla="*/ 22 h 38816"/>
                  <a:gd name="connsiteX20" fmla="*/ 22332 w 25772"/>
                  <a:gd name="connsiteY20" fmla="*/ 19319 h 38816"/>
                  <a:gd name="connsiteX21" fmla="*/ 21972 w 25772"/>
                  <a:gd name="connsiteY21" fmla="*/ 13291 h 38816"/>
                  <a:gd name="connsiteX22" fmla="*/ 20600 w 25772"/>
                  <a:gd name="connsiteY22" fmla="*/ 8029 h 38816"/>
                  <a:gd name="connsiteX23" fmla="*/ 17722 w 25772"/>
                  <a:gd name="connsiteY23" fmla="*/ 4296 h 38816"/>
                  <a:gd name="connsiteX24" fmla="*/ 12841 w 25772"/>
                  <a:gd name="connsiteY24" fmla="*/ 2901 h 38816"/>
                  <a:gd name="connsiteX25" fmla="*/ 8163 w 25772"/>
                  <a:gd name="connsiteY25" fmla="*/ 4340 h 38816"/>
                  <a:gd name="connsiteX26" fmla="*/ 5330 w 25772"/>
                  <a:gd name="connsiteY26" fmla="*/ 8141 h 38816"/>
                  <a:gd name="connsiteX27" fmla="*/ 3891 w 25772"/>
                  <a:gd name="connsiteY27" fmla="*/ 13539 h 38816"/>
                  <a:gd name="connsiteX28" fmla="*/ 3485 w 25772"/>
                  <a:gd name="connsiteY28" fmla="*/ 19701 h 38816"/>
                  <a:gd name="connsiteX29" fmla="*/ 3936 w 25772"/>
                  <a:gd name="connsiteY29" fmla="*/ 26358 h 38816"/>
                  <a:gd name="connsiteX30" fmla="*/ 5465 w 25772"/>
                  <a:gd name="connsiteY30" fmla="*/ 31463 h 38816"/>
                  <a:gd name="connsiteX31" fmla="*/ 8344 w 25772"/>
                  <a:gd name="connsiteY31" fmla="*/ 34724 h 38816"/>
                  <a:gd name="connsiteX32" fmla="*/ 12909 w 25772"/>
                  <a:gd name="connsiteY32" fmla="*/ 35893 h 38816"/>
                  <a:gd name="connsiteX33" fmla="*/ 17857 w 25772"/>
                  <a:gd name="connsiteY33" fmla="*/ 34387 h 38816"/>
                  <a:gd name="connsiteX34" fmla="*/ 20690 w 25772"/>
                  <a:gd name="connsiteY34" fmla="*/ 30496 h 38816"/>
                  <a:gd name="connsiteX35" fmla="*/ 21994 w 25772"/>
                  <a:gd name="connsiteY35" fmla="*/ 25143 h 38816"/>
                  <a:gd name="connsiteX36" fmla="*/ 22309 w 25772"/>
                  <a:gd name="connsiteY36" fmla="*/ 19319 h 38816"/>
                  <a:gd name="connsiteX37" fmla="*/ 22332 w 25772"/>
                  <a:gd name="connsiteY37" fmla="*/ 19319 h 38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6">
                    <a:moveTo>
                      <a:pt x="12932" y="0"/>
                    </a:moveTo>
                    <a:cubicBezTo>
                      <a:pt x="14798" y="0"/>
                      <a:pt x="16417"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710"/>
                      <a:pt x="25773" y="18217"/>
                      <a:pt x="25773" y="19701"/>
                    </a:cubicBezTo>
                    <a:cubicBezTo>
                      <a:pt x="25773" y="22220"/>
                      <a:pt x="25593" y="24626"/>
                      <a:pt x="25233" y="26942"/>
                    </a:cubicBezTo>
                    <a:cubicBezTo>
                      <a:pt x="24873" y="29259"/>
                      <a:pt x="24221" y="31283"/>
                      <a:pt x="23254" y="33037"/>
                    </a:cubicBezTo>
                    <a:cubicBezTo>
                      <a:pt x="22309" y="34791"/>
                      <a:pt x="21005" y="36208"/>
                      <a:pt x="19341" y="37243"/>
                    </a:cubicBezTo>
                    <a:cubicBezTo>
                      <a:pt x="17677" y="38277"/>
                      <a:pt x="15540" y="38817"/>
                      <a:pt x="12909" y="38817"/>
                    </a:cubicBezTo>
                    <a:cubicBezTo>
                      <a:pt x="10277" y="38817"/>
                      <a:pt x="8141" y="38300"/>
                      <a:pt x="6454" y="37243"/>
                    </a:cubicBezTo>
                    <a:cubicBezTo>
                      <a:pt x="4768" y="36186"/>
                      <a:pt x="3463" y="34791"/>
                      <a:pt x="2519" y="33015"/>
                    </a:cubicBezTo>
                    <a:cubicBezTo>
                      <a:pt x="1574" y="31238"/>
                      <a:pt x="899" y="29169"/>
                      <a:pt x="540" y="26808"/>
                    </a:cubicBezTo>
                    <a:cubicBezTo>
                      <a:pt x="180" y="24446"/>
                      <a:pt x="0" y="21950"/>
                      <a:pt x="0" y="19341"/>
                    </a:cubicBezTo>
                    <a:cubicBezTo>
                      <a:pt x="0" y="16935"/>
                      <a:pt x="157" y="14573"/>
                      <a:pt x="495" y="12279"/>
                    </a:cubicBezTo>
                    <a:cubicBezTo>
                      <a:pt x="809" y="9985"/>
                      <a:pt x="1439" y="7916"/>
                      <a:pt x="2361" y="6095"/>
                    </a:cubicBezTo>
                    <a:cubicBezTo>
                      <a:pt x="3283" y="4273"/>
                      <a:pt x="4587" y="2811"/>
                      <a:pt x="6274" y="1687"/>
                    </a:cubicBezTo>
                    <a:cubicBezTo>
                      <a:pt x="7961" y="562"/>
                      <a:pt x="10187" y="22"/>
                      <a:pt x="12909" y="22"/>
                    </a:cubicBezTo>
                    <a:lnTo>
                      <a:pt x="12909" y="22"/>
                    </a:lnTo>
                    <a:close/>
                    <a:moveTo>
                      <a:pt x="22332" y="19319"/>
                    </a:moveTo>
                    <a:cubicBezTo>
                      <a:pt x="22332" y="17272"/>
                      <a:pt x="22219" y="15270"/>
                      <a:pt x="21972" y="13291"/>
                    </a:cubicBezTo>
                    <a:cubicBezTo>
                      <a:pt x="21747" y="11335"/>
                      <a:pt x="21275" y="9581"/>
                      <a:pt x="20600" y="8029"/>
                    </a:cubicBezTo>
                    <a:cubicBezTo>
                      <a:pt x="19925" y="6477"/>
                      <a:pt x="18959" y="5240"/>
                      <a:pt x="17722" y="4296"/>
                    </a:cubicBezTo>
                    <a:cubicBezTo>
                      <a:pt x="16484" y="3351"/>
                      <a:pt x="14843" y="2901"/>
                      <a:pt x="12841" y="2901"/>
                    </a:cubicBezTo>
                    <a:cubicBezTo>
                      <a:pt x="10840" y="2901"/>
                      <a:pt x="9378" y="3373"/>
                      <a:pt x="8163" y="4340"/>
                    </a:cubicBezTo>
                    <a:cubicBezTo>
                      <a:pt x="6949" y="5308"/>
                      <a:pt x="6005" y="6567"/>
                      <a:pt x="5330" y="8141"/>
                    </a:cubicBezTo>
                    <a:cubicBezTo>
                      <a:pt x="4655" y="9715"/>
                      <a:pt x="4160" y="11515"/>
                      <a:pt x="3891" y="13539"/>
                    </a:cubicBezTo>
                    <a:cubicBezTo>
                      <a:pt x="3621" y="15563"/>
                      <a:pt x="3485" y="17609"/>
                      <a:pt x="3485" y="19701"/>
                    </a:cubicBezTo>
                    <a:cubicBezTo>
                      <a:pt x="3485" y="22152"/>
                      <a:pt x="3643" y="24379"/>
                      <a:pt x="3936" y="26358"/>
                    </a:cubicBezTo>
                    <a:cubicBezTo>
                      <a:pt x="4250" y="28359"/>
                      <a:pt x="4745" y="30046"/>
                      <a:pt x="5465" y="31463"/>
                    </a:cubicBezTo>
                    <a:cubicBezTo>
                      <a:pt x="6185" y="32857"/>
                      <a:pt x="7152" y="33959"/>
                      <a:pt x="8344" y="34724"/>
                    </a:cubicBezTo>
                    <a:cubicBezTo>
                      <a:pt x="9558" y="35489"/>
                      <a:pt x="11065" y="35893"/>
                      <a:pt x="12909" y="35893"/>
                    </a:cubicBezTo>
                    <a:cubicBezTo>
                      <a:pt x="14955" y="35893"/>
                      <a:pt x="16597" y="35399"/>
                      <a:pt x="17857" y="34387"/>
                    </a:cubicBezTo>
                    <a:cubicBezTo>
                      <a:pt x="19116" y="33375"/>
                      <a:pt x="20038" y="32093"/>
                      <a:pt x="20690" y="30496"/>
                    </a:cubicBezTo>
                    <a:cubicBezTo>
                      <a:pt x="21343" y="28899"/>
                      <a:pt x="21770" y="27122"/>
                      <a:pt x="21994" y="25143"/>
                    </a:cubicBezTo>
                    <a:cubicBezTo>
                      <a:pt x="22219" y="23164"/>
                      <a:pt x="22309" y="21230"/>
                      <a:pt x="22309" y="19319"/>
                    </a:cubicBezTo>
                    <a:lnTo>
                      <a:pt x="22332" y="19319"/>
                    </a:lnTo>
                    <a:close/>
                  </a:path>
                </a:pathLst>
              </a:custGeom>
              <a:solidFill>
                <a:srgbClr val="231F20"/>
              </a:solidFill>
              <a:ln w="2249" cap="flat">
                <a:noFill/>
                <a:prstDash val="solid"/>
                <a:miter/>
              </a:ln>
            </p:spPr>
            <p:txBody>
              <a:bodyPr rtlCol="0" anchor="ctr"/>
              <a:lstStyle/>
              <a:p>
                <a:endParaRPr lang="en-US"/>
              </a:p>
            </p:txBody>
          </p:sp>
          <p:sp>
            <p:nvSpPr>
              <p:cNvPr id="5173" name="Freeform 5172">
                <a:extLst>
                  <a:ext uri="{FF2B5EF4-FFF2-40B4-BE49-F238E27FC236}">
                    <a16:creationId xmlns:a16="http://schemas.microsoft.com/office/drawing/2014/main" id="{D59DB793-E67C-3C32-EA4F-3EBA02B6506C}"/>
                  </a:ext>
                </a:extLst>
              </p:cNvPr>
              <p:cNvSpPr/>
              <p:nvPr/>
            </p:nvSpPr>
            <p:spPr>
              <a:xfrm>
                <a:off x="8219602" y="3041600"/>
                <a:ext cx="25772" cy="38816"/>
              </a:xfrm>
              <a:custGeom>
                <a:avLst/>
                <a:gdLst>
                  <a:gd name="connsiteX0" fmla="*/ 12932 w 25772"/>
                  <a:gd name="connsiteY0" fmla="*/ 0 h 38816"/>
                  <a:gd name="connsiteX1" fmla="*/ 17790 w 25772"/>
                  <a:gd name="connsiteY1" fmla="*/ 832 h 38816"/>
                  <a:gd name="connsiteX2" fmla="*/ 21275 w 25772"/>
                  <a:gd name="connsiteY2" fmla="*/ 3126 h 38816"/>
                  <a:gd name="connsiteX3" fmla="*/ 23592 w 25772"/>
                  <a:gd name="connsiteY3" fmla="*/ 6522 h 38816"/>
                  <a:gd name="connsiteX4" fmla="*/ 24964 w 25772"/>
                  <a:gd name="connsiteY4" fmla="*/ 10660 h 38816"/>
                  <a:gd name="connsiteX5" fmla="*/ 25616 w 25772"/>
                  <a:gd name="connsiteY5" fmla="*/ 15158 h 38816"/>
                  <a:gd name="connsiteX6" fmla="*/ 25773 w 25772"/>
                  <a:gd name="connsiteY6" fmla="*/ 19701 h 38816"/>
                  <a:gd name="connsiteX7" fmla="*/ 25233 w 25772"/>
                  <a:gd name="connsiteY7" fmla="*/ 26942 h 38816"/>
                  <a:gd name="connsiteX8" fmla="*/ 23254 w 25772"/>
                  <a:gd name="connsiteY8" fmla="*/ 33037 h 38816"/>
                  <a:gd name="connsiteX9" fmla="*/ 19341 w 25772"/>
                  <a:gd name="connsiteY9" fmla="*/ 37243 h 38816"/>
                  <a:gd name="connsiteX10" fmla="*/ 12909 w 25772"/>
                  <a:gd name="connsiteY10" fmla="*/ 38817 h 38816"/>
                  <a:gd name="connsiteX11" fmla="*/ 6455 w 25772"/>
                  <a:gd name="connsiteY11" fmla="*/ 37243 h 38816"/>
                  <a:gd name="connsiteX12" fmla="*/ 2519 w 25772"/>
                  <a:gd name="connsiteY12" fmla="*/ 33015 h 38816"/>
                  <a:gd name="connsiteX13" fmla="*/ 540 w 25772"/>
                  <a:gd name="connsiteY13" fmla="*/ 26808 h 38816"/>
                  <a:gd name="connsiteX14" fmla="*/ 0 w 25772"/>
                  <a:gd name="connsiteY14" fmla="*/ 19341 h 38816"/>
                  <a:gd name="connsiteX15" fmla="*/ 495 w 25772"/>
                  <a:gd name="connsiteY15" fmla="*/ 12279 h 38816"/>
                  <a:gd name="connsiteX16" fmla="*/ 2362 w 25772"/>
                  <a:gd name="connsiteY16" fmla="*/ 6095 h 38816"/>
                  <a:gd name="connsiteX17" fmla="*/ 6275 w 25772"/>
                  <a:gd name="connsiteY17" fmla="*/ 1687 h 38816"/>
                  <a:gd name="connsiteX18" fmla="*/ 12909 w 25772"/>
                  <a:gd name="connsiteY18" fmla="*/ 22 h 38816"/>
                  <a:gd name="connsiteX19" fmla="*/ 12909 w 25772"/>
                  <a:gd name="connsiteY19" fmla="*/ 22 h 38816"/>
                  <a:gd name="connsiteX20" fmla="*/ 22332 w 25772"/>
                  <a:gd name="connsiteY20" fmla="*/ 19319 h 38816"/>
                  <a:gd name="connsiteX21" fmla="*/ 21972 w 25772"/>
                  <a:gd name="connsiteY21" fmla="*/ 13291 h 38816"/>
                  <a:gd name="connsiteX22" fmla="*/ 20601 w 25772"/>
                  <a:gd name="connsiteY22" fmla="*/ 8029 h 38816"/>
                  <a:gd name="connsiteX23" fmla="*/ 17722 w 25772"/>
                  <a:gd name="connsiteY23" fmla="*/ 4296 h 38816"/>
                  <a:gd name="connsiteX24" fmla="*/ 12841 w 25772"/>
                  <a:gd name="connsiteY24" fmla="*/ 2901 h 38816"/>
                  <a:gd name="connsiteX25" fmla="*/ 8164 w 25772"/>
                  <a:gd name="connsiteY25" fmla="*/ 4340 h 38816"/>
                  <a:gd name="connsiteX26" fmla="*/ 5330 w 25772"/>
                  <a:gd name="connsiteY26" fmla="*/ 8141 h 38816"/>
                  <a:gd name="connsiteX27" fmla="*/ 3891 w 25772"/>
                  <a:gd name="connsiteY27" fmla="*/ 13539 h 38816"/>
                  <a:gd name="connsiteX28" fmla="*/ 3486 w 25772"/>
                  <a:gd name="connsiteY28" fmla="*/ 19701 h 38816"/>
                  <a:gd name="connsiteX29" fmla="*/ 3936 w 25772"/>
                  <a:gd name="connsiteY29" fmla="*/ 26358 h 38816"/>
                  <a:gd name="connsiteX30" fmla="*/ 5465 w 25772"/>
                  <a:gd name="connsiteY30" fmla="*/ 31463 h 38816"/>
                  <a:gd name="connsiteX31" fmla="*/ 8344 w 25772"/>
                  <a:gd name="connsiteY31" fmla="*/ 34724 h 38816"/>
                  <a:gd name="connsiteX32" fmla="*/ 12909 w 25772"/>
                  <a:gd name="connsiteY32" fmla="*/ 35893 h 38816"/>
                  <a:gd name="connsiteX33" fmla="*/ 17857 w 25772"/>
                  <a:gd name="connsiteY33" fmla="*/ 34387 h 38816"/>
                  <a:gd name="connsiteX34" fmla="*/ 20690 w 25772"/>
                  <a:gd name="connsiteY34" fmla="*/ 30496 h 38816"/>
                  <a:gd name="connsiteX35" fmla="*/ 21995 w 25772"/>
                  <a:gd name="connsiteY35" fmla="*/ 25143 h 38816"/>
                  <a:gd name="connsiteX36" fmla="*/ 22309 w 25772"/>
                  <a:gd name="connsiteY36" fmla="*/ 19319 h 38816"/>
                  <a:gd name="connsiteX37" fmla="*/ 22332 w 25772"/>
                  <a:gd name="connsiteY37" fmla="*/ 19319 h 38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6">
                    <a:moveTo>
                      <a:pt x="12932" y="0"/>
                    </a:moveTo>
                    <a:cubicBezTo>
                      <a:pt x="14798" y="0"/>
                      <a:pt x="16418" y="270"/>
                      <a:pt x="17790" y="832"/>
                    </a:cubicBezTo>
                    <a:cubicBezTo>
                      <a:pt x="19161" y="1394"/>
                      <a:pt x="20308" y="2159"/>
                      <a:pt x="21275" y="3126"/>
                    </a:cubicBezTo>
                    <a:cubicBezTo>
                      <a:pt x="22220" y="4093"/>
                      <a:pt x="23007" y="5240"/>
                      <a:pt x="23592" y="6522"/>
                    </a:cubicBezTo>
                    <a:cubicBezTo>
                      <a:pt x="24176" y="7826"/>
                      <a:pt x="24648" y="9198"/>
                      <a:pt x="24964" y="10660"/>
                    </a:cubicBezTo>
                    <a:cubicBezTo>
                      <a:pt x="25278" y="12122"/>
                      <a:pt x="25503" y="13629"/>
                      <a:pt x="25616" y="15158"/>
                    </a:cubicBezTo>
                    <a:cubicBezTo>
                      <a:pt x="25728" y="16710"/>
                      <a:pt x="25773" y="18217"/>
                      <a:pt x="25773" y="19701"/>
                    </a:cubicBezTo>
                    <a:cubicBezTo>
                      <a:pt x="25773" y="22220"/>
                      <a:pt x="25593" y="24626"/>
                      <a:pt x="25233" y="26942"/>
                    </a:cubicBezTo>
                    <a:cubicBezTo>
                      <a:pt x="24874" y="29259"/>
                      <a:pt x="24221" y="31283"/>
                      <a:pt x="23254" y="33037"/>
                    </a:cubicBezTo>
                    <a:cubicBezTo>
                      <a:pt x="22309" y="34791"/>
                      <a:pt x="21005" y="36208"/>
                      <a:pt x="19341" y="37243"/>
                    </a:cubicBezTo>
                    <a:cubicBezTo>
                      <a:pt x="17677" y="38277"/>
                      <a:pt x="15541" y="38817"/>
                      <a:pt x="12909" y="38817"/>
                    </a:cubicBezTo>
                    <a:cubicBezTo>
                      <a:pt x="10278" y="38817"/>
                      <a:pt x="8141" y="38300"/>
                      <a:pt x="6455" y="37243"/>
                    </a:cubicBezTo>
                    <a:cubicBezTo>
                      <a:pt x="4768" y="36186"/>
                      <a:pt x="3463" y="34791"/>
                      <a:pt x="2519" y="33015"/>
                    </a:cubicBezTo>
                    <a:cubicBezTo>
                      <a:pt x="1574" y="31238"/>
                      <a:pt x="900" y="29169"/>
                      <a:pt x="540" y="26808"/>
                    </a:cubicBezTo>
                    <a:cubicBezTo>
                      <a:pt x="180" y="24446"/>
                      <a:pt x="0" y="21950"/>
                      <a:pt x="0" y="19341"/>
                    </a:cubicBezTo>
                    <a:cubicBezTo>
                      <a:pt x="0" y="16935"/>
                      <a:pt x="158" y="14573"/>
                      <a:pt x="495" y="12279"/>
                    </a:cubicBezTo>
                    <a:cubicBezTo>
                      <a:pt x="810" y="9985"/>
                      <a:pt x="1440" y="7916"/>
                      <a:pt x="2362" y="6095"/>
                    </a:cubicBezTo>
                    <a:cubicBezTo>
                      <a:pt x="3283" y="4273"/>
                      <a:pt x="4588" y="2811"/>
                      <a:pt x="6275" y="1687"/>
                    </a:cubicBezTo>
                    <a:cubicBezTo>
                      <a:pt x="7961" y="562"/>
                      <a:pt x="10188" y="22"/>
                      <a:pt x="12909" y="22"/>
                    </a:cubicBezTo>
                    <a:lnTo>
                      <a:pt x="12909" y="22"/>
                    </a:lnTo>
                    <a:close/>
                    <a:moveTo>
                      <a:pt x="22332" y="19319"/>
                    </a:moveTo>
                    <a:cubicBezTo>
                      <a:pt x="22332" y="17272"/>
                      <a:pt x="22220" y="15270"/>
                      <a:pt x="21972" y="13291"/>
                    </a:cubicBezTo>
                    <a:cubicBezTo>
                      <a:pt x="21747" y="11335"/>
                      <a:pt x="21275" y="9581"/>
                      <a:pt x="20601" y="8029"/>
                    </a:cubicBezTo>
                    <a:cubicBezTo>
                      <a:pt x="19926" y="6477"/>
                      <a:pt x="18959" y="5240"/>
                      <a:pt x="17722" y="4296"/>
                    </a:cubicBezTo>
                    <a:cubicBezTo>
                      <a:pt x="16485" y="3351"/>
                      <a:pt x="14843" y="2901"/>
                      <a:pt x="12841" y="2901"/>
                    </a:cubicBezTo>
                    <a:cubicBezTo>
                      <a:pt x="10840" y="2901"/>
                      <a:pt x="9378" y="3373"/>
                      <a:pt x="8164" y="4340"/>
                    </a:cubicBezTo>
                    <a:cubicBezTo>
                      <a:pt x="6949" y="5308"/>
                      <a:pt x="6005" y="6567"/>
                      <a:pt x="5330" y="8141"/>
                    </a:cubicBezTo>
                    <a:cubicBezTo>
                      <a:pt x="4655" y="9715"/>
                      <a:pt x="4161" y="11515"/>
                      <a:pt x="3891" y="13539"/>
                    </a:cubicBezTo>
                    <a:cubicBezTo>
                      <a:pt x="3621" y="15563"/>
                      <a:pt x="3486" y="17609"/>
                      <a:pt x="3486" y="19701"/>
                    </a:cubicBezTo>
                    <a:cubicBezTo>
                      <a:pt x="3486" y="22152"/>
                      <a:pt x="3644" y="24379"/>
                      <a:pt x="3936" y="26358"/>
                    </a:cubicBezTo>
                    <a:cubicBezTo>
                      <a:pt x="4251" y="28359"/>
                      <a:pt x="4746" y="30046"/>
                      <a:pt x="5465" y="31463"/>
                    </a:cubicBezTo>
                    <a:cubicBezTo>
                      <a:pt x="6185" y="32857"/>
                      <a:pt x="7152" y="33959"/>
                      <a:pt x="8344" y="34724"/>
                    </a:cubicBezTo>
                    <a:cubicBezTo>
                      <a:pt x="9558" y="35489"/>
                      <a:pt x="11065" y="35893"/>
                      <a:pt x="12909" y="35893"/>
                    </a:cubicBezTo>
                    <a:cubicBezTo>
                      <a:pt x="14956" y="35893"/>
                      <a:pt x="16598" y="35399"/>
                      <a:pt x="17857" y="34387"/>
                    </a:cubicBezTo>
                    <a:cubicBezTo>
                      <a:pt x="19116" y="33375"/>
                      <a:pt x="20039" y="32093"/>
                      <a:pt x="20690" y="30496"/>
                    </a:cubicBezTo>
                    <a:cubicBezTo>
                      <a:pt x="21343" y="28899"/>
                      <a:pt x="21770" y="27122"/>
                      <a:pt x="21995" y="25143"/>
                    </a:cubicBezTo>
                    <a:cubicBezTo>
                      <a:pt x="22220" y="23164"/>
                      <a:pt x="22309" y="21230"/>
                      <a:pt x="22309" y="19319"/>
                    </a:cubicBezTo>
                    <a:lnTo>
                      <a:pt x="22332" y="19319"/>
                    </a:lnTo>
                    <a:close/>
                  </a:path>
                </a:pathLst>
              </a:custGeom>
              <a:solidFill>
                <a:srgbClr val="231F20"/>
              </a:solidFill>
              <a:ln w="2249" cap="flat">
                <a:noFill/>
                <a:prstDash val="solid"/>
                <a:miter/>
              </a:ln>
            </p:spPr>
            <p:txBody>
              <a:bodyPr rtlCol="0" anchor="ctr"/>
              <a:lstStyle/>
              <a:p>
                <a:endParaRPr lang="en-US"/>
              </a:p>
            </p:txBody>
          </p:sp>
        </p:grpSp>
        <p:grpSp>
          <p:nvGrpSpPr>
            <p:cNvPr id="5174" name="Graphic 3">
              <a:extLst>
                <a:ext uri="{FF2B5EF4-FFF2-40B4-BE49-F238E27FC236}">
                  <a16:creationId xmlns:a16="http://schemas.microsoft.com/office/drawing/2014/main" id="{9EB2249C-CA9C-F995-9E95-7CEAFE32E5FD}"/>
                </a:ext>
              </a:extLst>
            </p:cNvPr>
            <p:cNvGrpSpPr/>
            <p:nvPr/>
          </p:nvGrpSpPr>
          <p:grpSpPr>
            <a:xfrm>
              <a:off x="5431635" y="3910423"/>
              <a:ext cx="450191" cy="168590"/>
              <a:chOff x="8141720" y="2908191"/>
              <a:chExt cx="103654" cy="38817"/>
            </a:xfrm>
            <a:solidFill>
              <a:srgbClr val="231F20"/>
            </a:solidFill>
          </p:grpSpPr>
          <p:sp>
            <p:nvSpPr>
              <p:cNvPr id="5175" name="Freeform 5174">
                <a:extLst>
                  <a:ext uri="{FF2B5EF4-FFF2-40B4-BE49-F238E27FC236}">
                    <a16:creationId xmlns:a16="http://schemas.microsoft.com/office/drawing/2014/main" id="{142AC98F-8C6A-F508-15C8-CC87A511561C}"/>
                  </a:ext>
                </a:extLst>
              </p:cNvPr>
              <p:cNvSpPr/>
              <p:nvPr/>
            </p:nvSpPr>
            <p:spPr>
              <a:xfrm>
                <a:off x="8141720" y="2930524"/>
                <a:ext cx="13650" cy="3350"/>
              </a:xfrm>
              <a:custGeom>
                <a:avLst/>
                <a:gdLst>
                  <a:gd name="connsiteX0" fmla="*/ 13651 w 13650"/>
                  <a:gd name="connsiteY0" fmla="*/ 0 h 3350"/>
                  <a:gd name="connsiteX1" fmla="*/ 13651 w 13650"/>
                  <a:gd name="connsiteY1" fmla="*/ 3351 h 3350"/>
                  <a:gd name="connsiteX2" fmla="*/ 0 w 13650"/>
                  <a:gd name="connsiteY2" fmla="*/ 3351 h 3350"/>
                  <a:gd name="connsiteX3" fmla="*/ 0 w 13650"/>
                  <a:gd name="connsiteY3" fmla="*/ 0 h 3350"/>
                  <a:gd name="connsiteX4" fmla="*/ 13651 w 13650"/>
                  <a:gd name="connsiteY4" fmla="*/ 0 h 3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50" h="3350">
                    <a:moveTo>
                      <a:pt x="13651" y="0"/>
                    </a:moveTo>
                    <a:lnTo>
                      <a:pt x="13651" y="3351"/>
                    </a:lnTo>
                    <a:lnTo>
                      <a:pt x="0" y="3351"/>
                    </a:lnTo>
                    <a:lnTo>
                      <a:pt x="0" y="0"/>
                    </a:lnTo>
                    <a:lnTo>
                      <a:pt x="13651" y="0"/>
                    </a:lnTo>
                    <a:close/>
                  </a:path>
                </a:pathLst>
              </a:custGeom>
              <a:solidFill>
                <a:srgbClr val="231F20"/>
              </a:solidFill>
              <a:ln w="2249" cap="flat">
                <a:noFill/>
                <a:prstDash val="solid"/>
                <a:miter/>
              </a:ln>
            </p:spPr>
            <p:txBody>
              <a:bodyPr rtlCol="0" anchor="ctr"/>
              <a:lstStyle/>
              <a:p>
                <a:endParaRPr lang="en-US"/>
              </a:p>
            </p:txBody>
          </p:sp>
          <p:sp>
            <p:nvSpPr>
              <p:cNvPr id="5176" name="Freeform 5175">
                <a:extLst>
                  <a:ext uri="{FF2B5EF4-FFF2-40B4-BE49-F238E27FC236}">
                    <a16:creationId xmlns:a16="http://schemas.microsoft.com/office/drawing/2014/main" id="{8F2CEF95-621B-D4B5-908A-AD016A8566EA}"/>
                  </a:ext>
                </a:extLst>
              </p:cNvPr>
              <p:cNvSpPr/>
              <p:nvPr/>
            </p:nvSpPr>
            <p:spPr>
              <a:xfrm>
                <a:off x="8159464" y="2908551"/>
                <a:ext cx="26110" cy="37692"/>
              </a:xfrm>
              <a:custGeom>
                <a:avLst/>
                <a:gdLst>
                  <a:gd name="connsiteX0" fmla="*/ 17384 w 26110"/>
                  <a:gd name="connsiteY0" fmla="*/ 28292 h 37692"/>
                  <a:gd name="connsiteX1" fmla="*/ 0 w 26110"/>
                  <a:gd name="connsiteY1" fmla="*/ 28292 h 37692"/>
                  <a:gd name="connsiteX2" fmla="*/ 0 w 26110"/>
                  <a:gd name="connsiteY2" fmla="*/ 25323 h 37692"/>
                  <a:gd name="connsiteX3" fmla="*/ 17700 w 26110"/>
                  <a:gd name="connsiteY3" fmla="*/ 0 h 37692"/>
                  <a:gd name="connsiteX4" fmla="*/ 20825 w 26110"/>
                  <a:gd name="connsiteY4" fmla="*/ 0 h 37692"/>
                  <a:gd name="connsiteX5" fmla="*/ 20825 w 26110"/>
                  <a:gd name="connsiteY5" fmla="*/ 25368 h 37692"/>
                  <a:gd name="connsiteX6" fmla="*/ 26111 w 26110"/>
                  <a:gd name="connsiteY6" fmla="*/ 25368 h 37692"/>
                  <a:gd name="connsiteX7" fmla="*/ 26111 w 26110"/>
                  <a:gd name="connsiteY7" fmla="*/ 28292 h 37692"/>
                  <a:gd name="connsiteX8" fmla="*/ 20825 w 26110"/>
                  <a:gd name="connsiteY8" fmla="*/ 28292 h 37692"/>
                  <a:gd name="connsiteX9" fmla="*/ 20825 w 26110"/>
                  <a:gd name="connsiteY9" fmla="*/ 37692 h 37692"/>
                  <a:gd name="connsiteX10" fmla="*/ 17362 w 26110"/>
                  <a:gd name="connsiteY10" fmla="*/ 37692 h 37692"/>
                  <a:gd name="connsiteX11" fmla="*/ 17362 w 26110"/>
                  <a:gd name="connsiteY11" fmla="*/ 28292 h 37692"/>
                  <a:gd name="connsiteX12" fmla="*/ 17384 w 26110"/>
                  <a:gd name="connsiteY12" fmla="*/ 28292 h 37692"/>
                  <a:gd name="connsiteX13" fmla="*/ 3396 w 26110"/>
                  <a:gd name="connsiteY13" fmla="*/ 25391 h 37692"/>
                  <a:gd name="connsiteX14" fmla="*/ 17384 w 26110"/>
                  <a:gd name="connsiteY14" fmla="*/ 25391 h 37692"/>
                  <a:gd name="connsiteX15" fmla="*/ 17384 w 26110"/>
                  <a:gd name="connsiteY15" fmla="*/ 5195 h 37692"/>
                  <a:gd name="connsiteX16" fmla="*/ 3396 w 26110"/>
                  <a:gd name="connsiteY16" fmla="*/ 25391 h 37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6110" h="37692">
                    <a:moveTo>
                      <a:pt x="17384" y="28292"/>
                    </a:moveTo>
                    <a:lnTo>
                      <a:pt x="0" y="28292"/>
                    </a:lnTo>
                    <a:lnTo>
                      <a:pt x="0" y="25323"/>
                    </a:lnTo>
                    <a:lnTo>
                      <a:pt x="17700" y="0"/>
                    </a:lnTo>
                    <a:lnTo>
                      <a:pt x="20825" y="0"/>
                    </a:lnTo>
                    <a:lnTo>
                      <a:pt x="20825" y="25368"/>
                    </a:lnTo>
                    <a:lnTo>
                      <a:pt x="26111" y="25368"/>
                    </a:lnTo>
                    <a:lnTo>
                      <a:pt x="26111" y="28292"/>
                    </a:lnTo>
                    <a:lnTo>
                      <a:pt x="20825" y="28292"/>
                    </a:lnTo>
                    <a:lnTo>
                      <a:pt x="20825" y="37692"/>
                    </a:lnTo>
                    <a:lnTo>
                      <a:pt x="17362" y="37692"/>
                    </a:lnTo>
                    <a:lnTo>
                      <a:pt x="17362" y="28292"/>
                    </a:lnTo>
                    <a:lnTo>
                      <a:pt x="17384" y="28292"/>
                    </a:lnTo>
                    <a:close/>
                    <a:moveTo>
                      <a:pt x="3396" y="25391"/>
                    </a:moveTo>
                    <a:lnTo>
                      <a:pt x="17384" y="25391"/>
                    </a:lnTo>
                    <a:lnTo>
                      <a:pt x="17384" y="5195"/>
                    </a:lnTo>
                    <a:lnTo>
                      <a:pt x="3396" y="25391"/>
                    </a:lnTo>
                    <a:close/>
                  </a:path>
                </a:pathLst>
              </a:custGeom>
              <a:solidFill>
                <a:srgbClr val="231F20"/>
              </a:solidFill>
              <a:ln w="2249" cap="flat">
                <a:noFill/>
                <a:prstDash val="solid"/>
                <a:miter/>
              </a:ln>
            </p:spPr>
            <p:txBody>
              <a:bodyPr rtlCol="0" anchor="ctr"/>
              <a:lstStyle/>
              <a:p>
                <a:endParaRPr lang="en-US"/>
              </a:p>
            </p:txBody>
          </p:sp>
          <p:sp>
            <p:nvSpPr>
              <p:cNvPr id="5177" name="Freeform 5176">
                <a:extLst>
                  <a:ext uri="{FF2B5EF4-FFF2-40B4-BE49-F238E27FC236}">
                    <a16:creationId xmlns:a16="http://schemas.microsoft.com/office/drawing/2014/main" id="{FE579748-9244-41D6-D2F9-09D94EC66114}"/>
                  </a:ext>
                </a:extLst>
              </p:cNvPr>
              <p:cNvSpPr/>
              <p:nvPr/>
            </p:nvSpPr>
            <p:spPr>
              <a:xfrm>
                <a:off x="8189601" y="2908191"/>
                <a:ext cx="25772" cy="3881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5 w 25772"/>
                  <a:gd name="connsiteY5" fmla="*/ 15158 h 38817"/>
                  <a:gd name="connsiteX6" fmla="*/ 25773 w 25772"/>
                  <a:gd name="connsiteY6" fmla="*/ 19701 h 38817"/>
                  <a:gd name="connsiteX7" fmla="*/ 25233 w 25772"/>
                  <a:gd name="connsiteY7" fmla="*/ 26943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1 w 25772"/>
                  <a:gd name="connsiteY16" fmla="*/ 6095 h 38817"/>
                  <a:gd name="connsiteX17" fmla="*/ 6274 w 25772"/>
                  <a:gd name="connsiteY17" fmla="*/ 1687 h 38817"/>
                  <a:gd name="connsiteX18" fmla="*/ 12909 w 25772"/>
                  <a:gd name="connsiteY18" fmla="*/ 23 h 38817"/>
                  <a:gd name="connsiteX19" fmla="*/ 12909 w 25772"/>
                  <a:gd name="connsiteY19" fmla="*/ 23 h 38817"/>
                  <a:gd name="connsiteX20" fmla="*/ 22332 w 25772"/>
                  <a:gd name="connsiteY20" fmla="*/ 19319 h 38817"/>
                  <a:gd name="connsiteX21" fmla="*/ 21972 w 25772"/>
                  <a:gd name="connsiteY21" fmla="*/ 13291 h 38817"/>
                  <a:gd name="connsiteX22" fmla="*/ 20600 w 25772"/>
                  <a:gd name="connsiteY22" fmla="*/ 8029 h 38817"/>
                  <a:gd name="connsiteX23" fmla="*/ 17722 w 25772"/>
                  <a:gd name="connsiteY23" fmla="*/ 4296 h 38817"/>
                  <a:gd name="connsiteX24" fmla="*/ 12841 w 25772"/>
                  <a:gd name="connsiteY24" fmla="*/ 2901 h 38817"/>
                  <a:gd name="connsiteX25" fmla="*/ 8163 w 25772"/>
                  <a:gd name="connsiteY25" fmla="*/ 4340 h 38817"/>
                  <a:gd name="connsiteX26" fmla="*/ 5330 w 25772"/>
                  <a:gd name="connsiteY26" fmla="*/ 8141 h 38817"/>
                  <a:gd name="connsiteX27" fmla="*/ 3891 w 25772"/>
                  <a:gd name="connsiteY27" fmla="*/ 13539 h 38817"/>
                  <a:gd name="connsiteX28" fmla="*/ 3485 w 25772"/>
                  <a:gd name="connsiteY28" fmla="*/ 19701 h 38817"/>
                  <a:gd name="connsiteX29" fmla="*/ 3936 w 25772"/>
                  <a:gd name="connsiteY29" fmla="*/ 26358 h 38817"/>
                  <a:gd name="connsiteX30" fmla="*/ 5465 w 25772"/>
                  <a:gd name="connsiteY30" fmla="*/ 31463 h 38817"/>
                  <a:gd name="connsiteX31" fmla="*/ 8344 w 25772"/>
                  <a:gd name="connsiteY31" fmla="*/ 34724 h 38817"/>
                  <a:gd name="connsiteX32" fmla="*/ 12909 w 25772"/>
                  <a:gd name="connsiteY32" fmla="*/ 35893 h 38817"/>
                  <a:gd name="connsiteX33" fmla="*/ 17857 w 25772"/>
                  <a:gd name="connsiteY33" fmla="*/ 34387 h 38817"/>
                  <a:gd name="connsiteX34" fmla="*/ 20690 w 25772"/>
                  <a:gd name="connsiteY34" fmla="*/ 30496 h 38817"/>
                  <a:gd name="connsiteX35" fmla="*/ 21994 w 25772"/>
                  <a:gd name="connsiteY35" fmla="*/ 25143 h 38817"/>
                  <a:gd name="connsiteX36" fmla="*/ 22309 w 25772"/>
                  <a:gd name="connsiteY36" fmla="*/ 19319 h 38817"/>
                  <a:gd name="connsiteX37" fmla="*/ 22332 w 25772"/>
                  <a:gd name="connsiteY37"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7">
                    <a:moveTo>
                      <a:pt x="12932" y="0"/>
                    </a:moveTo>
                    <a:cubicBezTo>
                      <a:pt x="14798" y="0"/>
                      <a:pt x="16417"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710"/>
                      <a:pt x="25773" y="18217"/>
                      <a:pt x="25773" y="19701"/>
                    </a:cubicBezTo>
                    <a:cubicBezTo>
                      <a:pt x="25773" y="22220"/>
                      <a:pt x="25593" y="24626"/>
                      <a:pt x="25233" y="26943"/>
                    </a:cubicBezTo>
                    <a:cubicBezTo>
                      <a:pt x="24873" y="29259"/>
                      <a:pt x="24221" y="31283"/>
                      <a:pt x="23254" y="33037"/>
                    </a:cubicBezTo>
                    <a:cubicBezTo>
                      <a:pt x="22309" y="34791"/>
                      <a:pt x="21005" y="36208"/>
                      <a:pt x="19341" y="37243"/>
                    </a:cubicBezTo>
                    <a:cubicBezTo>
                      <a:pt x="17677" y="38277"/>
                      <a:pt x="15540" y="38817"/>
                      <a:pt x="12909" y="38817"/>
                    </a:cubicBezTo>
                    <a:cubicBezTo>
                      <a:pt x="10277" y="38817"/>
                      <a:pt x="8141" y="38300"/>
                      <a:pt x="6454" y="37243"/>
                    </a:cubicBezTo>
                    <a:cubicBezTo>
                      <a:pt x="4768" y="36186"/>
                      <a:pt x="3463" y="34791"/>
                      <a:pt x="2519" y="33015"/>
                    </a:cubicBezTo>
                    <a:cubicBezTo>
                      <a:pt x="1574" y="31238"/>
                      <a:pt x="899" y="29169"/>
                      <a:pt x="540" y="26808"/>
                    </a:cubicBezTo>
                    <a:cubicBezTo>
                      <a:pt x="180" y="24446"/>
                      <a:pt x="0" y="21950"/>
                      <a:pt x="0" y="19341"/>
                    </a:cubicBezTo>
                    <a:cubicBezTo>
                      <a:pt x="0" y="16935"/>
                      <a:pt x="157" y="14573"/>
                      <a:pt x="495" y="12279"/>
                    </a:cubicBezTo>
                    <a:cubicBezTo>
                      <a:pt x="809" y="9985"/>
                      <a:pt x="1439" y="7916"/>
                      <a:pt x="2361" y="6095"/>
                    </a:cubicBezTo>
                    <a:cubicBezTo>
                      <a:pt x="3283" y="4273"/>
                      <a:pt x="4587" y="2811"/>
                      <a:pt x="6274" y="1687"/>
                    </a:cubicBezTo>
                    <a:cubicBezTo>
                      <a:pt x="7961" y="562"/>
                      <a:pt x="10187" y="23"/>
                      <a:pt x="12909" y="23"/>
                    </a:cubicBezTo>
                    <a:lnTo>
                      <a:pt x="12909" y="23"/>
                    </a:lnTo>
                    <a:close/>
                    <a:moveTo>
                      <a:pt x="22332" y="19319"/>
                    </a:moveTo>
                    <a:cubicBezTo>
                      <a:pt x="22332" y="17272"/>
                      <a:pt x="22219" y="15270"/>
                      <a:pt x="21972" y="13291"/>
                    </a:cubicBezTo>
                    <a:cubicBezTo>
                      <a:pt x="21747" y="11335"/>
                      <a:pt x="21275" y="9581"/>
                      <a:pt x="20600" y="8029"/>
                    </a:cubicBezTo>
                    <a:cubicBezTo>
                      <a:pt x="19925" y="6477"/>
                      <a:pt x="18959" y="5240"/>
                      <a:pt x="17722" y="4296"/>
                    </a:cubicBezTo>
                    <a:cubicBezTo>
                      <a:pt x="16484" y="3351"/>
                      <a:pt x="14843" y="2901"/>
                      <a:pt x="12841" y="2901"/>
                    </a:cubicBezTo>
                    <a:cubicBezTo>
                      <a:pt x="10840" y="2901"/>
                      <a:pt x="9378" y="3373"/>
                      <a:pt x="8163" y="4340"/>
                    </a:cubicBezTo>
                    <a:cubicBezTo>
                      <a:pt x="6949" y="5308"/>
                      <a:pt x="6005" y="6567"/>
                      <a:pt x="5330" y="8141"/>
                    </a:cubicBezTo>
                    <a:cubicBezTo>
                      <a:pt x="4655" y="9716"/>
                      <a:pt x="4160" y="11515"/>
                      <a:pt x="3891" y="13539"/>
                    </a:cubicBezTo>
                    <a:cubicBezTo>
                      <a:pt x="3621" y="15563"/>
                      <a:pt x="3485" y="17609"/>
                      <a:pt x="3485" y="19701"/>
                    </a:cubicBezTo>
                    <a:cubicBezTo>
                      <a:pt x="3485" y="22152"/>
                      <a:pt x="3643" y="24379"/>
                      <a:pt x="3936" y="26358"/>
                    </a:cubicBezTo>
                    <a:cubicBezTo>
                      <a:pt x="4250" y="28359"/>
                      <a:pt x="4745" y="30046"/>
                      <a:pt x="5465" y="31463"/>
                    </a:cubicBezTo>
                    <a:cubicBezTo>
                      <a:pt x="6185" y="32857"/>
                      <a:pt x="7152" y="33959"/>
                      <a:pt x="8344" y="34724"/>
                    </a:cubicBezTo>
                    <a:cubicBezTo>
                      <a:pt x="9558" y="35489"/>
                      <a:pt x="11065" y="35893"/>
                      <a:pt x="12909" y="35893"/>
                    </a:cubicBezTo>
                    <a:cubicBezTo>
                      <a:pt x="14955" y="35893"/>
                      <a:pt x="16597" y="35399"/>
                      <a:pt x="17857" y="34387"/>
                    </a:cubicBezTo>
                    <a:cubicBezTo>
                      <a:pt x="19116" y="33375"/>
                      <a:pt x="20038" y="32093"/>
                      <a:pt x="20690" y="30496"/>
                    </a:cubicBezTo>
                    <a:cubicBezTo>
                      <a:pt x="21343" y="28899"/>
                      <a:pt x="21770" y="27122"/>
                      <a:pt x="21994" y="25143"/>
                    </a:cubicBezTo>
                    <a:cubicBezTo>
                      <a:pt x="22219" y="23164"/>
                      <a:pt x="22309" y="21230"/>
                      <a:pt x="22309" y="19319"/>
                    </a:cubicBezTo>
                    <a:lnTo>
                      <a:pt x="22332" y="19319"/>
                    </a:lnTo>
                    <a:close/>
                  </a:path>
                </a:pathLst>
              </a:custGeom>
              <a:solidFill>
                <a:srgbClr val="231F20"/>
              </a:solidFill>
              <a:ln w="2249" cap="flat">
                <a:noFill/>
                <a:prstDash val="solid"/>
                <a:miter/>
              </a:ln>
            </p:spPr>
            <p:txBody>
              <a:bodyPr rtlCol="0" anchor="ctr"/>
              <a:lstStyle/>
              <a:p>
                <a:endParaRPr lang="en-US"/>
              </a:p>
            </p:txBody>
          </p:sp>
          <p:sp>
            <p:nvSpPr>
              <p:cNvPr id="5178" name="Freeform 5177">
                <a:extLst>
                  <a:ext uri="{FF2B5EF4-FFF2-40B4-BE49-F238E27FC236}">
                    <a16:creationId xmlns:a16="http://schemas.microsoft.com/office/drawing/2014/main" id="{5D15357A-BEDB-9AC7-5531-7A6E85709388}"/>
                  </a:ext>
                </a:extLst>
              </p:cNvPr>
              <p:cNvSpPr/>
              <p:nvPr/>
            </p:nvSpPr>
            <p:spPr>
              <a:xfrm>
                <a:off x="8219602" y="2908191"/>
                <a:ext cx="25772" cy="38817"/>
              </a:xfrm>
              <a:custGeom>
                <a:avLst/>
                <a:gdLst>
                  <a:gd name="connsiteX0" fmla="*/ 12932 w 25772"/>
                  <a:gd name="connsiteY0" fmla="*/ 0 h 38817"/>
                  <a:gd name="connsiteX1" fmla="*/ 17790 w 25772"/>
                  <a:gd name="connsiteY1" fmla="*/ 832 h 38817"/>
                  <a:gd name="connsiteX2" fmla="*/ 21275 w 25772"/>
                  <a:gd name="connsiteY2" fmla="*/ 3126 h 38817"/>
                  <a:gd name="connsiteX3" fmla="*/ 23592 w 25772"/>
                  <a:gd name="connsiteY3" fmla="*/ 6522 h 38817"/>
                  <a:gd name="connsiteX4" fmla="*/ 24964 w 25772"/>
                  <a:gd name="connsiteY4" fmla="*/ 10660 h 38817"/>
                  <a:gd name="connsiteX5" fmla="*/ 25616 w 25772"/>
                  <a:gd name="connsiteY5" fmla="*/ 15158 h 38817"/>
                  <a:gd name="connsiteX6" fmla="*/ 25773 w 25772"/>
                  <a:gd name="connsiteY6" fmla="*/ 19701 h 38817"/>
                  <a:gd name="connsiteX7" fmla="*/ 25233 w 25772"/>
                  <a:gd name="connsiteY7" fmla="*/ 26943 h 38817"/>
                  <a:gd name="connsiteX8" fmla="*/ 23254 w 25772"/>
                  <a:gd name="connsiteY8" fmla="*/ 33037 h 38817"/>
                  <a:gd name="connsiteX9" fmla="*/ 19341 w 25772"/>
                  <a:gd name="connsiteY9" fmla="*/ 37243 h 38817"/>
                  <a:gd name="connsiteX10" fmla="*/ 12909 w 25772"/>
                  <a:gd name="connsiteY10" fmla="*/ 38817 h 38817"/>
                  <a:gd name="connsiteX11" fmla="*/ 6455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2 w 25772"/>
                  <a:gd name="connsiteY16" fmla="*/ 6095 h 38817"/>
                  <a:gd name="connsiteX17" fmla="*/ 6275 w 25772"/>
                  <a:gd name="connsiteY17" fmla="*/ 1687 h 38817"/>
                  <a:gd name="connsiteX18" fmla="*/ 12909 w 25772"/>
                  <a:gd name="connsiteY18" fmla="*/ 23 h 38817"/>
                  <a:gd name="connsiteX19" fmla="*/ 12909 w 25772"/>
                  <a:gd name="connsiteY19" fmla="*/ 23 h 38817"/>
                  <a:gd name="connsiteX20" fmla="*/ 22332 w 25772"/>
                  <a:gd name="connsiteY20" fmla="*/ 19319 h 38817"/>
                  <a:gd name="connsiteX21" fmla="*/ 21972 w 25772"/>
                  <a:gd name="connsiteY21" fmla="*/ 13291 h 38817"/>
                  <a:gd name="connsiteX22" fmla="*/ 20601 w 25772"/>
                  <a:gd name="connsiteY22" fmla="*/ 8029 h 38817"/>
                  <a:gd name="connsiteX23" fmla="*/ 17722 w 25772"/>
                  <a:gd name="connsiteY23" fmla="*/ 4296 h 38817"/>
                  <a:gd name="connsiteX24" fmla="*/ 12841 w 25772"/>
                  <a:gd name="connsiteY24" fmla="*/ 2901 h 38817"/>
                  <a:gd name="connsiteX25" fmla="*/ 8164 w 25772"/>
                  <a:gd name="connsiteY25" fmla="*/ 4340 h 38817"/>
                  <a:gd name="connsiteX26" fmla="*/ 5330 w 25772"/>
                  <a:gd name="connsiteY26" fmla="*/ 8141 h 38817"/>
                  <a:gd name="connsiteX27" fmla="*/ 3891 w 25772"/>
                  <a:gd name="connsiteY27" fmla="*/ 13539 h 38817"/>
                  <a:gd name="connsiteX28" fmla="*/ 3486 w 25772"/>
                  <a:gd name="connsiteY28" fmla="*/ 19701 h 38817"/>
                  <a:gd name="connsiteX29" fmla="*/ 3936 w 25772"/>
                  <a:gd name="connsiteY29" fmla="*/ 26358 h 38817"/>
                  <a:gd name="connsiteX30" fmla="*/ 5465 w 25772"/>
                  <a:gd name="connsiteY30" fmla="*/ 31463 h 38817"/>
                  <a:gd name="connsiteX31" fmla="*/ 8344 w 25772"/>
                  <a:gd name="connsiteY31" fmla="*/ 34724 h 38817"/>
                  <a:gd name="connsiteX32" fmla="*/ 12909 w 25772"/>
                  <a:gd name="connsiteY32" fmla="*/ 35893 h 38817"/>
                  <a:gd name="connsiteX33" fmla="*/ 17857 w 25772"/>
                  <a:gd name="connsiteY33" fmla="*/ 34387 h 38817"/>
                  <a:gd name="connsiteX34" fmla="*/ 20690 w 25772"/>
                  <a:gd name="connsiteY34" fmla="*/ 30496 h 38817"/>
                  <a:gd name="connsiteX35" fmla="*/ 21995 w 25772"/>
                  <a:gd name="connsiteY35" fmla="*/ 25143 h 38817"/>
                  <a:gd name="connsiteX36" fmla="*/ 22309 w 25772"/>
                  <a:gd name="connsiteY36" fmla="*/ 19319 h 38817"/>
                  <a:gd name="connsiteX37" fmla="*/ 22332 w 25772"/>
                  <a:gd name="connsiteY37"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7">
                    <a:moveTo>
                      <a:pt x="12932" y="0"/>
                    </a:moveTo>
                    <a:cubicBezTo>
                      <a:pt x="14798" y="0"/>
                      <a:pt x="16418" y="270"/>
                      <a:pt x="17790" y="832"/>
                    </a:cubicBezTo>
                    <a:cubicBezTo>
                      <a:pt x="19161" y="1394"/>
                      <a:pt x="20308" y="2159"/>
                      <a:pt x="21275" y="3126"/>
                    </a:cubicBezTo>
                    <a:cubicBezTo>
                      <a:pt x="22220" y="4093"/>
                      <a:pt x="23007" y="5240"/>
                      <a:pt x="23592" y="6522"/>
                    </a:cubicBezTo>
                    <a:cubicBezTo>
                      <a:pt x="24176" y="7826"/>
                      <a:pt x="24648" y="9198"/>
                      <a:pt x="24964" y="10660"/>
                    </a:cubicBezTo>
                    <a:cubicBezTo>
                      <a:pt x="25278" y="12122"/>
                      <a:pt x="25503" y="13629"/>
                      <a:pt x="25616" y="15158"/>
                    </a:cubicBezTo>
                    <a:cubicBezTo>
                      <a:pt x="25728" y="16710"/>
                      <a:pt x="25773" y="18217"/>
                      <a:pt x="25773" y="19701"/>
                    </a:cubicBezTo>
                    <a:cubicBezTo>
                      <a:pt x="25773" y="22220"/>
                      <a:pt x="25593" y="24626"/>
                      <a:pt x="25233" y="26943"/>
                    </a:cubicBezTo>
                    <a:cubicBezTo>
                      <a:pt x="24874" y="29259"/>
                      <a:pt x="24221" y="31283"/>
                      <a:pt x="23254" y="33037"/>
                    </a:cubicBezTo>
                    <a:cubicBezTo>
                      <a:pt x="22309" y="34791"/>
                      <a:pt x="21005" y="36208"/>
                      <a:pt x="19341" y="37243"/>
                    </a:cubicBezTo>
                    <a:cubicBezTo>
                      <a:pt x="17677" y="38277"/>
                      <a:pt x="15541" y="38817"/>
                      <a:pt x="12909" y="38817"/>
                    </a:cubicBezTo>
                    <a:cubicBezTo>
                      <a:pt x="10278" y="38817"/>
                      <a:pt x="8141" y="38300"/>
                      <a:pt x="6455" y="37243"/>
                    </a:cubicBezTo>
                    <a:cubicBezTo>
                      <a:pt x="4768" y="36186"/>
                      <a:pt x="3463" y="34791"/>
                      <a:pt x="2519" y="33015"/>
                    </a:cubicBezTo>
                    <a:cubicBezTo>
                      <a:pt x="1574" y="31238"/>
                      <a:pt x="900" y="29169"/>
                      <a:pt x="540" y="26808"/>
                    </a:cubicBezTo>
                    <a:cubicBezTo>
                      <a:pt x="180" y="24446"/>
                      <a:pt x="0" y="21950"/>
                      <a:pt x="0" y="19341"/>
                    </a:cubicBezTo>
                    <a:cubicBezTo>
                      <a:pt x="0" y="16935"/>
                      <a:pt x="158" y="14573"/>
                      <a:pt x="495" y="12279"/>
                    </a:cubicBezTo>
                    <a:cubicBezTo>
                      <a:pt x="810" y="9985"/>
                      <a:pt x="1440" y="7916"/>
                      <a:pt x="2362" y="6095"/>
                    </a:cubicBezTo>
                    <a:cubicBezTo>
                      <a:pt x="3283" y="4273"/>
                      <a:pt x="4588" y="2811"/>
                      <a:pt x="6275" y="1687"/>
                    </a:cubicBezTo>
                    <a:cubicBezTo>
                      <a:pt x="7961" y="562"/>
                      <a:pt x="10188" y="23"/>
                      <a:pt x="12909" y="23"/>
                    </a:cubicBezTo>
                    <a:lnTo>
                      <a:pt x="12909" y="23"/>
                    </a:lnTo>
                    <a:close/>
                    <a:moveTo>
                      <a:pt x="22332" y="19319"/>
                    </a:moveTo>
                    <a:cubicBezTo>
                      <a:pt x="22332" y="17272"/>
                      <a:pt x="22220" y="15270"/>
                      <a:pt x="21972" y="13291"/>
                    </a:cubicBezTo>
                    <a:cubicBezTo>
                      <a:pt x="21747" y="11335"/>
                      <a:pt x="21275" y="9581"/>
                      <a:pt x="20601" y="8029"/>
                    </a:cubicBezTo>
                    <a:cubicBezTo>
                      <a:pt x="19926" y="6477"/>
                      <a:pt x="18959" y="5240"/>
                      <a:pt x="17722" y="4296"/>
                    </a:cubicBezTo>
                    <a:cubicBezTo>
                      <a:pt x="16485" y="3351"/>
                      <a:pt x="14843" y="2901"/>
                      <a:pt x="12841" y="2901"/>
                    </a:cubicBezTo>
                    <a:cubicBezTo>
                      <a:pt x="10840" y="2901"/>
                      <a:pt x="9378" y="3373"/>
                      <a:pt x="8164" y="4340"/>
                    </a:cubicBezTo>
                    <a:cubicBezTo>
                      <a:pt x="6949" y="5308"/>
                      <a:pt x="6005" y="6567"/>
                      <a:pt x="5330" y="8141"/>
                    </a:cubicBezTo>
                    <a:cubicBezTo>
                      <a:pt x="4655" y="9716"/>
                      <a:pt x="4161" y="11515"/>
                      <a:pt x="3891" y="13539"/>
                    </a:cubicBezTo>
                    <a:cubicBezTo>
                      <a:pt x="3621" y="15563"/>
                      <a:pt x="3486" y="17609"/>
                      <a:pt x="3486" y="19701"/>
                    </a:cubicBezTo>
                    <a:cubicBezTo>
                      <a:pt x="3486" y="22152"/>
                      <a:pt x="3644" y="24379"/>
                      <a:pt x="3936" y="26358"/>
                    </a:cubicBezTo>
                    <a:cubicBezTo>
                      <a:pt x="4251" y="28359"/>
                      <a:pt x="4746" y="30046"/>
                      <a:pt x="5465" y="31463"/>
                    </a:cubicBezTo>
                    <a:cubicBezTo>
                      <a:pt x="6185" y="32857"/>
                      <a:pt x="7152" y="33959"/>
                      <a:pt x="8344" y="34724"/>
                    </a:cubicBezTo>
                    <a:cubicBezTo>
                      <a:pt x="9558" y="35489"/>
                      <a:pt x="11065" y="35893"/>
                      <a:pt x="12909" y="35893"/>
                    </a:cubicBezTo>
                    <a:cubicBezTo>
                      <a:pt x="14956" y="35893"/>
                      <a:pt x="16598" y="35399"/>
                      <a:pt x="17857" y="34387"/>
                    </a:cubicBezTo>
                    <a:cubicBezTo>
                      <a:pt x="19116" y="33375"/>
                      <a:pt x="20039" y="32093"/>
                      <a:pt x="20690" y="30496"/>
                    </a:cubicBezTo>
                    <a:cubicBezTo>
                      <a:pt x="21343" y="28899"/>
                      <a:pt x="21770" y="27122"/>
                      <a:pt x="21995" y="25143"/>
                    </a:cubicBezTo>
                    <a:cubicBezTo>
                      <a:pt x="22220" y="23164"/>
                      <a:pt x="22309" y="21230"/>
                      <a:pt x="22309" y="19319"/>
                    </a:cubicBezTo>
                    <a:lnTo>
                      <a:pt x="22332" y="19319"/>
                    </a:lnTo>
                    <a:close/>
                  </a:path>
                </a:pathLst>
              </a:custGeom>
              <a:solidFill>
                <a:srgbClr val="231F20"/>
              </a:solidFill>
              <a:ln w="2249" cap="flat">
                <a:noFill/>
                <a:prstDash val="solid"/>
                <a:miter/>
              </a:ln>
            </p:spPr>
            <p:txBody>
              <a:bodyPr rtlCol="0" anchor="ctr"/>
              <a:lstStyle/>
              <a:p>
                <a:endParaRPr lang="en-US"/>
              </a:p>
            </p:txBody>
          </p:sp>
        </p:grpSp>
        <p:grpSp>
          <p:nvGrpSpPr>
            <p:cNvPr id="5179" name="Graphic 3">
              <a:extLst>
                <a:ext uri="{FF2B5EF4-FFF2-40B4-BE49-F238E27FC236}">
                  <a16:creationId xmlns:a16="http://schemas.microsoft.com/office/drawing/2014/main" id="{B7135609-4F09-795D-9CEC-3448332EDC3E}"/>
                </a:ext>
              </a:extLst>
            </p:cNvPr>
            <p:cNvGrpSpPr/>
            <p:nvPr/>
          </p:nvGrpSpPr>
          <p:grpSpPr>
            <a:xfrm>
              <a:off x="5431635" y="3330911"/>
              <a:ext cx="450191" cy="168686"/>
              <a:chOff x="8141720" y="2774761"/>
              <a:chExt cx="103654" cy="38839"/>
            </a:xfrm>
            <a:solidFill>
              <a:srgbClr val="231F20"/>
            </a:solidFill>
          </p:grpSpPr>
          <p:sp>
            <p:nvSpPr>
              <p:cNvPr id="5180" name="Freeform 5179">
                <a:extLst>
                  <a:ext uri="{FF2B5EF4-FFF2-40B4-BE49-F238E27FC236}">
                    <a16:creationId xmlns:a16="http://schemas.microsoft.com/office/drawing/2014/main" id="{B2517E42-F9CD-1AAC-4BEE-600E4640BDA0}"/>
                  </a:ext>
                </a:extLst>
              </p:cNvPr>
              <p:cNvSpPr/>
              <p:nvPr/>
            </p:nvSpPr>
            <p:spPr>
              <a:xfrm>
                <a:off x="8141720" y="2797138"/>
                <a:ext cx="13650" cy="3350"/>
              </a:xfrm>
              <a:custGeom>
                <a:avLst/>
                <a:gdLst>
                  <a:gd name="connsiteX0" fmla="*/ 13651 w 13650"/>
                  <a:gd name="connsiteY0" fmla="*/ 0 h 3350"/>
                  <a:gd name="connsiteX1" fmla="*/ 13651 w 13650"/>
                  <a:gd name="connsiteY1" fmla="*/ 3351 h 3350"/>
                  <a:gd name="connsiteX2" fmla="*/ 0 w 13650"/>
                  <a:gd name="connsiteY2" fmla="*/ 3351 h 3350"/>
                  <a:gd name="connsiteX3" fmla="*/ 0 w 13650"/>
                  <a:gd name="connsiteY3" fmla="*/ 0 h 3350"/>
                  <a:gd name="connsiteX4" fmla="*/ 13651 w 13650"/>
                  <a:gd name="connsiteY4" fmla="*/ 0 h 3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50" h="3350">
                    <a:moveTo>
                      <a:pt x="13651" y="0"/>
                    </a:moveTo>
                    <a:lnTo>
                      <a:pt x="13651" y="3351"/>
                    </a:lnTo>
                    <a:lnTo>
                      <a:pt x="0" y="3351"/>
                    </a:lnTo>
                    <a:lnTo>
                      <a:pt x="0" y="0"/>
                    </a:lnTo>
                    <a:lnTo>
                      <a:pt x="13651" y="0"/>
                    </a:lnTo>
                    <a:close/>
                  </a:path>
                </a:pathLst>
              </a:custGeom>
              <a:solidFill>
                <a:srgbClr val="231F20"/>
              </a:solidFill>
              <a:ln w="2249" cap="flat">
                <a:noFill/>
                <a:prstDash val="solid"/>
                <a:miter/>
              </a:ln>
            </p:spPr>
            <p:txBody>
              <a:bodyPr rtlCol="0" anchor="ctr"/>
              <a:lstStyle/>
              <a:p>
                <a:endParaRPr lang="en-US"/>
              </a:p>
            </p:txBody>
          </p:sp>
          <p:sp>
            <p:nvSpPr>
              <p:cNvPr id="5181" name="Freeform 5180">
                <a:extLst>
                  <a:ext uri="{FF2B5EF4-FFF2-40B4-BE49-F238E27FC236}">
                    <a16:creationId xmlns:a16="http://schemas.microsoft.com/office/drawing/2014/main" id="{7A3649F4-ABF2-9933-E6DB-D91B5A05037F}"/>
                  </a:ext>
                </a:extLst>
              </p:cNvPr>
              <p:cNvSpPr/>
              <p:nvPr/>
            </p:nvSpPr>
            <p:spPr>
              <a:xfrm>
                <a:off x="8160094" y="2774761"/>
                <a:ext cx="25210" cy="38074"/>
              </a:xfrm>
              <a:custGeom>
                <a:avLst/>
                <a:gdLst>
                  <a:gd name="connsiteX0" fmla="*/ 1147 w 25210"/>
                  <a:gd name="connsiteY0" fmla="*/ 12482 h 38074"/>
                  <a:gd name="connsiteX1" fmla="*/ 2001 w 25210"/>
                  <a:gd name="connsiteY1" fmla="*/ 7377 h 38074"/>
                  <a:gd name="connsiteX2" fmla="*/ 4475 w 25210"/>
                  <a:gd name="connsiteY2" fmla="*/ 3441 h 38074"/>
                  <a:gd name="connsiteX3" fmla="*/ 8389 w 25210"/>
                  <a:gd name="connsiteY3" fmla="*/ 900 h 38074"/>
                  <a:gd name="connsiteX4" fmla="*/ 13494 w 25210"/>
                  <a:gd name="connsiteY4" fmla="*/ 0 h 38074"/>
                  <a:gd name="connsiteX5" fmla="*/ 18531 w 25210"/>
                  <a:gd name="connsiteY5" fmla="*/ 832 h 38074"/>
                  <a:gd name="connsiteX6" fmla="*/ 22197 w 25210"/>
                  <a:gd name="connsiteY6" fmla="*/ 3081 h 38074"/>
                  <a:gd name="connsiteX7" fmla="*/ 24446 w 25210"/>
                  <a:gd name="connsiteY7" fmla="*/ 6432 h 38074"/>
                  <a:gd name="connsiteX8" fmla="*/ 25211 w 25210"/>
                  <a:gd name="connsiteY8" fmla="*/ 10525 h 38074"/>
                  <a:gd name="connsiteX9" fmla="*/ 24379 w 25210"/>
                  <a:gd name="connsiteY9" fmla="*/ 15001 h 38074"/>
                  <a:gd name="connsiteX10" fmla="*/ 22175 w 25210"/>
                  <a:gd name="connsiteY10" fmla="*/ 18464 h 38074"/>
                  <a:gd name="connsiteX11" fmla="*/ 19049 w 25210"/>
                  <a:gd name="connsiteY11" fmla="*/ 21163 h 38074"/>
                  <a:gd name="connsiteX12" fmla="*/ 15451 w 25210"/>
                  <a:gd name="connsiteY12" fmla="*/ 23412 h 38074"/>
                  <a:gd name="connsiteX13" fmla="*/ 11830 w 25210"/>
                  <a:gd name="connsiteY13" fmla="*/ 25436 h 38074"/>
                  <a:gd name="connsiteX14" fmla="*/ 8636 w 25210"/>
                  <a:gd name="connsiteY14" fmla="*/ 27482 h 38074"/>
                  <a:gd name="connsiteX15" fmla="*/ 6859 w 25210"/>
                  <a:gd name="connsiteY15" fmla="*/ 28967 h 38074"/>
                  <a:gd name="connsiteX16" fmla="*/ 5285 w 25210"/>
                  <a:gd name="connsiteY16" fmla="*/ 30676 h 38074"/>
                  <a:gd name="connsiteX17" fmla="*/ 4161 w 25210"/>
                  <a:gd name="connsiteY17" fmla="*/ 32700 h 38074"/>
                  <a:gd name="connsiteX18" fmla="*/ 3666 w 25210"/>
                  <a:gd name="connsiteY18" fmla="*/ 35151 h 38074"/>
                  <a:gd name="connsiteX19" fmla="*/ 24874 w 25210"/>
                  <a:gd name="connsiteY19" fmla="*/ 35151 h 38074"/>
                  <a:gd name="connsiteX20" fmla="*/ 24874 w 25210"/>
                  <a:gd name="connsiteY20" fmla="*/ 38075 h 38074"/>
                  <a:gd name="connsiteX21" fmla="*/ 0 w 25210"/>
                  <a:gd name="connsiteY21" fmla="*/ 38075 h 38074"/>
                  <a:gd name="connsiteX22" fmla="*/ 585 w 25210"/>
                  <a:gd name="connsiteY22" fmla="*/ 33105 h 38074"/>
                  <a:gd name="connsiteX23" fmla="*/ 2969 w 25210"/>
                  <a:gd name="connsiteY23" fmla="*/ 28787 h 38074"/>
                  <a:gd name="connsiteX24" fmla="*/ 7107 w 25210"/>
                  <a:gd name="connsiteY24" fmla="*/ 24896 h 38074"/>
                  <a:gd name="connsiteX25" fmla="*/ 11290 w 25210"/>
                  <a:gd name="connsiteY25" fmla="*/ 22017 h 38074"/>
                  <a:gd name="connsiteX26" fmla="*/ 15180 w 25210"/>
                  <a:gd name="connsiteY26" fmla="*/ 19701 h 38074"/>
                  <a:gd name="connsiteX27" fmla="*/ 18419 w 25210"/>
                  <a:gd name="connsiteY27" fmla="*/ 17407 h 38074"/>
                  <a:gd name="connsiteX28" fmla="*/ 20623 w 25210"/>
                  <a:gd name="connsiteY28" fmla="*/ 14596 h 38074"/>
                  <a:gd name="connsiteX29" fmla="*/ 21433 w 25210"/>
                  <a:gd name="connsiteY29" fmla="*/ 10773 h 38074"/>
                  <a:gd name="connsiteX30" fmla="*/ 20780 w 25210"/>
                  <a:gd name="connsiteY30" fmla="*/ 7489 h 38074"/>
                  <a:gd name="connsiteX31" fmla="*/ 19004 w 25210"/>
                  <a:gd name="connsiteY31" fmla="*/ 5015 h 38074"/>
                  <a:gd name="connsiteX32" fmla="*/ 16350 w 25210"/>
                  <a:gd name="connsiteY32" fmla="*/ 3486 h 38074"/>
                  <a:gd name="connsiteX33" fmla="*/ 13067 w 25210"/>
                  <a:gd name="connsiteY33" fmla="*/ 2969 h 38074"/>
                  <a:gd name="connsiteX34" fmla="*/ 9648 w 25210"/>
                  <a:gd name="connsiteY34" fmla="*/ 3756 h 38074"/>
                  <a:gd name="connsiteX35" fmla="*/ 6995 w 25210"/>
                  <a:gd name="connsiteY35" fmla="*/ 5825 h 38074"/>
                  <a:gd name="connsiteX36" fmla="*/ 5285 w 25210"/>
                  <a:gd name="connsiteY36" fmla="*/ 8838 h 38074"/>
                  <a:gd name="connsiteX37" fmla="*/ 4790 w 25210"/>
                  <a:gd name="connsiteY37" fmla="*/ 12504 h 38074"/>
                  <a:gd name="connsiteX38" fmla="*/ 1124 w 25210"/>
                  <a:gd name="connsiteY38" fmla="*/ 12504 h 38074"/>
                  <a:gd name="connsiteX39" fmla="*/ 1124 w 25210"/>
                  <a:gd name="connsiteY39" fmla="*/ 12504 h 38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25210" h="38074">
                    <a:moveTo>
                      <a:pt x="1147" y="12482"/>
                    </a:moveTo>
                    <a:cubicBezTo>
                      <a:pt x="1147" y="10615"/>
                      <a:pt x="1439" y="8906"/>
                      <a:pt x="2001" y="7377"/>
                    </a:cubicBezTo>
                    <a:cubicBezTo>
                      <a:pt x="2586" y="5847"/>
                      <a:pt x="3396" y="4543"/>
                      <a:pt x="4475" y="3441"/>
                    </a:cubicBezTo>
                    <a:cubicBezTo>
                      <a:pt x="5555" y="2339"/>
                      <a:pt x="6859" y="1507"/>
                      <a:pt x="8389" y="900"/>
                    </a:cubicBezTo>
                    <a:cubicBezTo>
                      <a:pt x="9918" y="292"/>
                      <a:pt x="11627" y="0"/>
                      <a:pt x="13494" y="0"/>
                    </a:cubicBezTo>
                    <a:cubicBezTo>
                      <a:pt x="15361" y="0"/>
                      <a:pt x="17092" y="270"/>
                      <a:pt x="18531" y="832"/>
                    </a:cubicBezTo>
                    <a:cubicBezTo>
                      <a:pt x="19993" y="1394"/>
                      <a:pt x="21208" y="2137"/>
                      <a:pt x="22197" y="3081"/>
                    </a:cubicBezTo>
                    <a:cubicBezTo>
                      <a:pt x="23187" y="4026"/>
                      <a:pt x="23929" y="5128"/>
                      <a:pt x="24446" y="6432"/>
                    </a:cubicBezTo>
                    <a:cubicBezTo>
                      <a:pt x="24941" y="7736"/>
                      <a:pt x="25211" y="9086"/>
                      <a:pt x="25211" y="10525"/>
                    </a:cubicBezTo>
                    <a:cubicBezTo>
                      <a:pt x="25211" y="12212"/>
                      <a:pt x="24941" y="13719"/>
                      <a:pt x="24379" y="15001"/>
                    </a:cubicBezTo>
                    <a:cubicBezTo>
                      <a:pt x="23817" y="16283"/>
                      <a:pt x="23074" y="17452"/>
                      <a:pt x="22175" y="18464"/>
                    </a:cubicBezTo>
                    <a:cubicBezTo>
                      <a:pt x="21253" y="19476"/>
                      <a:pt x="20218" y="20376"/>
                      <a:pt x="19049" y="21163"/>
                    </a:cubicBezTo>
                    <a:cubicBezTo>
                      <a:pt x="17879" y="21950"/>
                      <a:pt x="16687" y="22692"/>
                      <a:pt x="15451" y="23412"/>
                    </a:cubicBezTo>
                    <a:cubicBezTo>
                      <a:pt x="14214" y="24131"/>
                      <a:pt x="13022" y="24784"/>
                      <a:pt x="11830" y="25436"/>
                    </a:cubicBezTo>
                    <a:cubicBezTo>
                      <a:pt x="10638" y="26088"/>
                      <a:pt x="9581" y="26763"/>
                      <a:pt x="8636" y="27482"/>
                    </a:cubicBezTo>
                    <a:cubicBezTo>
                      <a:pt x="8029" y="27955"/>
                      <a:pt x="7422" y="28449"/>
                      <a:pt x="6859" y="28967"/>
                    </a:cubicBezTo>
                    <a:cubicBezTo>
                      <a:pt x="6297" y="29484"/>
                      <a:pt x="5757" y="30046"/>
                      <a:pt x="5285" y="30676"/>
                    </a:cubicBezTo>
                    <a:cubicBezTo>
                      <a:pt x="4813" y="31283"/>
                      <a:pt x="4430" y="31958"/>
                      <a:pt x="4161" y="32700"/>
                    </a:cubicBezTo>
                    <a:cubicBezTo>
                      <a:pt x="3868" y="33442"/>
                      <a:pt x="3711" y="34252"/>
                      <a:pt x="3666" y="35151"/>
                    </a:cubicBezTo>
                    <a:lnTo>
                      <a:pt x="24874" y="35151"/>
                    </a:lnTo>
                    <a:lnTo>
                      <a:pt x="24874" y="38075"/>
                    </a:lnTo>
                    <a:lnTo>
                      <a:pt x="0" y="38075"/>
                    </a:lnTo>
                    <a:cubicBezTo>
                      <a:pt x="45" y="36231"/>
                      <a:pt x="225" y="34589"/>
                      <a:pt x="585" y="33105"/>
                    </a:cubicBezTo>
                    <a:cubicBezTo>
                      <a:pt x="944" y="31620"/>
                      <a:pt x="1732" y="30181"/>
                      <a:pt x="2969" y="28787"/>
                    </a:cubicBezTo>
                    <a:cubicBezTo>
                      <a:pt x="4295" y="27280"/>
                      <a:pt x="5667" y="25976"/>
                      <a:pt x="7107" y="24896"/>
                    </a:cubicBezTo>
                    <a:cubicBezTo>
                      <a:pt x="8546" y="23817"/>
                      <a:pt x="9918" y="22849"/>
                      <a:pt x="11290" y="22017"/>
                    </a:cubicBezTo>
                    <a:cubicBezTo>
                      <a:pt x="12661" y="21163"/>
                      <a:pt x="13943" y="20398"/>
                      <a:pt x="15180" y="19701"/>
                    </a:cubicBezTo>
                    <a:cubicBezTo>
                      <a:pt x="16395" y="19004"/>
                      <a:pt x="17474" y="18239"/>
                      <a:pt x="18419" y="17407"/>
                    </a:cubicBezTo>
                    <a:cubicBezTo>
                      <a:pt x="19364" y="16575"/>
                      <a:pt x="20083" y="15653"/>
                      <a:pt x="20623" y="14596"/>
                    </a:cubicBezTo>
                    <a:cubicBezTo>
                      <a:pt x="21163" y="13561"/>
                      <a:pt x="21433" y="12279"/>
                      <a:pt x="21433" y="10773"/>
                    </a:cubicBezTo>
                    <a:cubicBezTo>
                      <a:pt x="21433" y="9558"/>
                      <a:pt x="21208" y="8456"/>
                      <a:pt x="20780" y="7489"/>
                    </a:cubicBezTo>
                    <a:cubicBezTo>
                      <a:pt x="20353" y="6522"/>
                      <a:pt x="19746" y="5690"/>
                      <a:pt x="19004" y="5015"/>
                    </a:cubicBezTo>
                    <a:cubicBezTo>
                      <a:pt x="18239" y="4341"/>
                      <a:pt x="17362" y="3823"/>
                      <a:pt x="16350" y="3486"/>
                    </a:cubicBezTo>
                    <a:cubicBezTo>
                      <a:pt x="15338" y="3149"/>
                      <a:pt x="14236" y="2969"/>
                      <a:pt x="13067" y="2969"/>
                    </a:cubicBezTo>
                    <a:cubicBezTo>
                      <a:pt x="11807" y="2969"/>
                      <a:pt x="10660" y="3239"/>
                      <a:pt x="9648" y="3756"/>
                    </a:cubicBezTo>
                    <a:cubicBezTo>
                      <a:pt x="8614" y="4273"/>
                      <a:pt x="7736" y="4970"/>
                      <a:pt x="6995" y="5825"/>
                    </a:cubicBezTo>
                    <a:cubicBezTo>
                      <a:pt x="6252" y="6679"/>
                      <a:pt x="5690" y="7691"/>
                      <a:pt x="5285" y="8838"/>
                    </a:cubicBezTo>
                    <a:cubicBezTo>
                      <a:pt x="4880" y="9985"/>
                      <a:pt x="4723" y="11222"/>
                      <a:pt x="4790" y="12504"/>
                    </a:cubicBezTo>
                    <a:lnTo>
                      <a:pt x="1124" y="12504"/>
                    </a:lnTo>
                    <a:lnTo>
                      <a:pt x="1124" y="12504"/>
                    </a:lnTo>
                    <a:close/>
                  </a:path>
                </a:pathLst>
              </a:custGeom>
              <a:solidFill>
                <a:srgbClr val="231F20"/>
              </a:solidFill>
              <a:ln w="2249" cap="flat">
                <a:noFill/>
                <a:prstDash val="solid"/>
                <a:miter/>
              </a:ln>
            </p:spPr>
            <p:txBody>
              <a:bodyPr rtlCol="0" anchor="ctr"/>
              <a:lstStyle/>
              <a:p>
                <a:endParaRPr lang="en-US"/>
              </a:p>
            </p:txBody>
          </p:sp>
          <p:sp>
            <p:nvSpPr>
              <p:cNvPr id="5182" name="Freeform 5181">
                <a:extLst>
                  <a:ext uri="{FF2B5EF4-FFF2-40B4-BE49-F238E27FC236}">
                    <a16:creationId xmlns:a16="http://schemas.microsoft.com/office/drawing/2014/main" id="{21BAB9DA-09C7-65BF-07BB-33190738AD38}"/>
                  </a:ext>
                </a:extLst>
              </p:cNvPr>
              <p:cNvSpPr/>
              <p:nvPr/>
            </p:nvSpPr>
            <p:spPr>
              <a:xfrm>
                <a:off x="8189601" y="2774783"/>
                <a:ext cx="25772" cy="3881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5 w 25772"/>
                  <a:gd name="connsiteY5" fmla="*/ 15158 h 38817"/>
                  <a:gd name="connsiteX6" fmla="*/ 25773 w 25772"/>
                  <a:gd name="connsiteY6" fmla="*/ 19701 h 38817"/>
                  <a:gd name="connsiteX7" fmla="*/ 25233 w 25772"/>
                  <a:gd name="connsiteY7" fmla="*/ 26943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1 w 25772"/>
                  <a:gd name="connsiteY16" fmla="*/ 6095 h 38817"/>
                  <a:gd name="connsiteX17" fmla="*/ 6274 w 25772"/>
                  <a:gd name="connsiteY17" fmla="*/ 1687 h 38817"/>
                  <a:gd name="connsiteX18" fmla="*/ 12909 w 25772"/>
                  <a:gd name="connsiteY18" fmla="*/ 23 h 38817"/>
                  <a:gd name="connsiteX19" fmla="*/ 12909 w 25772"/>
                  <a:gd name="connsiteY19" fmla="*/ 23 h 38817"/>
                  <a:gd name="connsiteX20" fmla="*/ 22332 w 25772"/>
                  <a:gd name="connsiteY20" fmla="*/ 19319 h 38817"/>
                  <a:gd name="connsiteX21" fmla="*/ 21972 w 25772"/>
                  <a:gd name="connsiteY21" fmla="*/ 13291 h 38817"/>
                  <a:gd name="connsiteX22" fmla="*/ 20600 w 25772"/>
                  <a:gd name="connsiteY22" fmla="*/ 8029 h 38817"/>
                  <a:gd name="connsiteX23" fmla="*/ 17722 w 25772"/>
                  <a:gd name="connsiteY23" fmla="*/ 4296 h 38817"/>
                  <a:gd name="connsiteX24" fmla="*/ 12841 w 25772"/>
                  <a:gd name="connsiteY24" fmla="*/ 2901 h 38817"/>
                  <a:gd name="connsiteX25" fmla="*/ 8163 w 25772"/>
                  <a:gd name="connsiteY25" fmla="*/ 4340 h 38817"/>
                  <a:gd name="connsiteX26" fmla="*/ 5330 w 25772"/>
                  <a:gd name="connsiteY26" fmla="*/ 8141 h 38817"/>
                  <a:gd name="connsiteX27" fmla="*/ 3891 w 25772"/>
                  <a:gd name="connsiteY27" fmla="*/ 13539 h 38817"/>
                  <a:gd name="connsiteX28" fmla="*/ 3485 w 25772"/>
                  <a:gd name="connsiteY28" fmla="*/ 19701 h 38817"/>
                  <a:gd name="connsiteX29" fmla="*/ 3936 w 25772"/>
                  <a:gd name="connsiteY29" fmla="*/ 26358 h 38817"/>
                  <a:gd name="connsiteX30" fmla="*/ 5465 w 25772"/>
                  <a:gd name="connsiteY30" fmla="*/ 31463 h 38817"/>
                  <a:gd name="connsiteX31" fmla="*/ 8344 w 25772"/>
                  <a:gd name="connsiteY31" fmla="*/ 34724 h 38817"/>
                  <a:gd name="connsiteX32" fmla="*/ 12909 w 25772"/>
                  <a:gd name="connsiteY32" fmla="*/ 35893 h 38817"/>
                  <a:gd name="connsiteX33" fmla="*/ 17857 w 25772"/>
                  <a:gd name="connsiteY33" fmla="*/ 34387 h 38817"/>
                  <a:gd name="connsiteX34" fmla="*/ 20690 w 25772"/>
                  <a:gd name="connsiteY34" fmla="*/ 30496 h 38817"/>
                  <a:gd name="connsiteX35" fmla="*/ 21994 w 25772"/>
                  <a:gd name="connsiteY35" fmla="*/ 25143 h 38817"/>
                  <a:gd name="connsiteX36" fmla="*/ 22309 w 25772"/>
                  <a:gd name="connsiteY36" fmla="*/ 19319 h 38817"/>
                  <a:gd name="connsiteX37" fmla="*/ 22332 w 25772"/>
                  <a:gd name="connsiteY37"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7">
                    <a:moveTo>
                      <a:pt x="12932" y="0"/>
                    </a:moveTo>
                    <a:cubicBezTo>
                      <a:pt x="14798" y="0"/>
                      <a:pt x="16417"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710"/>
                      <a:pt x="25773" y="18217"/>
                      <a:pt x="25773" y="19701"/>
                    </a:cubicBezTo>
                    <a:cubicBezTo>
                      <a:pt x="25773" y="22220"/>
                      <a:pt x="25593" y="24626"/>
                      <a:pt x="25233" y="26943"/>
                    </a:cubicBezTo>
                    <a:cubicBezTo>
                      <a:pt x="24873" y="29259"/>
                      <a:pt x="24221" y="31283"/>
                      <a:pt x="23254" y="33037"/>
                    </a:cubicBezTo>
                    <a:cubicBezTo>
                      <a:pt x="22309" y="34791"/>
                      <a:pt x="21005" y="36208"/>
                      <a:pt x="19341" y="37243"/>
                    </a:cubicBezTo>
                    <a:cubicBezTo>
                      <a:pt x="17677" y="38277"/>
                      <a:pt x="15540" y="38817"/>
                      <a:pt x="12909" y="38817"/>
                    </a:cubicBezTo>
                    <a:cubicBezTo>
                      <a:pt x="10277" y="38817"/>
                      <a:pt x="8141" y="38300"/>
                      <a:pt x="6454" y="37243"/>
                    </a:cubicBezTo>
                    <a:cubicBezTo>
                      <a:pt x="4768" y="36186"/>
                      <a:pt x="3463" y="34791"/>
                      <a:pt x="2519" y="33015"/>
                    </a:cubicBezTo>
                    <a:cubicBezTo>
                      <a:pt x="1574" y="31238"/>
                      <a:pt x="899" y="29169"/>
                      <a:pt x="540" y="26808"/>
                    </a:cubicBezTo>
                    <a:cubicBezTo>
                      <a:pt x="180" y="24446"/>
                      <a:pt x="0" y="21950"/>
                      <a:pt x="0" y="19341"/>
                    </a:cubicBezTo>
                    <a:cubicBezTo>
                      <a:pt x="0" y="16935"/>
                      <a:pt x="157" y="14573"/>
                      <a:pt x="495" y="12279"/>
                    </a:cubicBezTo>
                    <a:cubicBezTo>
                      <a:pt x="809" y="9985"/>
                      <a:pt x="1439" y="7916"/>
                      <a:pt x="2361" y="6095"/>
                    </a:cubicBezTo>
                    <a:cubicBezTo>
                      <a:pt x="3283" y="4273"/>
                      <a:pt x="4587" y="2811"/>
                      <a:pt x="6274" y="1687"/>
                    </a:cubicBezTo>
                    <a:cubicBezTo>
                      <a:pt x="7961" y="562"/>
                      <a:pt x="10187" y="23"/>
                      <a:pt x="12909" y="23"/>
                    </a:cubicBezTo>
                    <a:lnTo>
                      <a:pt x="12909" y="23"/>
                    </a:lnTo>
                    <a:close/>
                    <a:moveTo>
                      <a:pt x="22332" y="19319"/>
                    </a:moveTo>
                    <a:cubicBezTo>
                      <a:pt x="22332" y="17272"/>
                      <a:pt x="22219" y="15270"/>
                      <a:pt x="21972" y="13291"/>
                    </a:cubicBezTo>
                    <a:cubicBezTo>
                      <a:pt x="21747" y="11335"/>
                      <a:pt x="21275" y="9581"/>
                      <a:pt x="20600" y="8029"/>
                    </a:cubicBezTo>
                    <a:cubicBezTo>
                      <a:pt x="19925" y="6477"/>
                      <a:pt x="18959" y="5240"/>
                      <a:pt x="17722" y="4296"/>
                    </a:cubicBezTo>
                    <a:cubicBezTo>
                      <a:pt x="16484" y="3351"/>
                      <a:pt x="14843" y="2901"/>
                      <a:pt x="12841" y="2901"/>
                    </a:cubicBezTo>
                    <a:cubicBezTo>
                      <a:pt x="10840" y="2901"/>
                      <a:pt x="9378" y="3373"/>
                      <a:pt x="8163" y="4340"/>
                    </a:cubicBezTo>
                    <a:cubicBezTo>
                      <a:pt x="6949" y="5308"/>
                      <a:pt x="6005" y="6567"/>
                      <a:pt x="5330" y="8141"/>
                    </a:cubicBezTo>
                    <a:cubicBezTo>
                      <a:pt x="4655" y="9716"/>
                      <a:pt x="4160" y="11515"/>
                      <a:pt x="3891" y="13539"/>
                    </a:cubicBezTo>
                    <a:cubicBezTo>
                      <a:pt x="3621" y="15563"/>
                      <a:pt x="3485" y="17609"/>
                      <a:pt x="3485" y="19701"/>
                    </a:cubicBezTo>
                    <a:cubicBezTo>
                      <a:pt x="3485" y="22152"/>
                      <a:pt x="3643" y="24379"/>
                      <a:pt x="3936" y="26358"/>
                    </a:cubicBezTo>
                    <a:cubicBezTo>
                      <a:pt x="4250" y="28359"/>
                      <a:pt x="4745" y="30046"/>
                      <a:pt x="5465" y="31463"/>
                    </a:cubicBezTo>
                    <a:cubicBezTo>
                      <a:pt x="6185" y="32857"/>
                      <a:pt x="7152" y="33959"/>
                      <a:pt x="8344" y="34724"/>
                    </a:cubicBezTo>
                    <a:cubicBezTo>
                      <a:pt x="9558" y="35489"/>
                      <a:pt x="11065" y="35893"/>
                      <a:pt x="12909" y="35893"/>
                    </a:cubicBezTo>
                    <a:cubicBezTo>
                      <a:pt x="14955" y="35893"/>
                      <a:pt x="16597" y="35399"/>
                      <a:pt x="17857" y="34387"/>
                    </a:cubicBezTo>
                    <a:cubicBezTo>
                      <a:pt x="19116" y="33375"/>
                      <a:pt x="20038" y="32093"/>
                      <a:pt x="20690" y="30496"/>
                    </a:cubicBezTo>
                    <a:cubicBezTo>
                      <a:pt x="21343" y="28899"/>
                      <a:pt x="21770" y="27122"/>
                      <a:pt x="21994" y="25143"/>
                    </a:cubicBezTo>
                    <a:cubicBezTo>
                      <a:pt x="22219" y="23164"/>
                      <a:pt x="22309" y="21230"/>
                      <a:pt x="22309" y="19319"/>
                    </a:cubicBezTo>
                    <a:lnTo>
                      <a:pt x="22332" y="19319"/>
                    </a:lnTo>
                    <a:close/>
                  </a:path>
                </a:pathLst>
              </a:custGeom>
              <a:solidFill>
                <a:srgbClr val="231F20"/>
              </a:solidFill>
              <a:ln w="2249" cap="flat">
                <a:noFill/>
                <a:prstDash val="solid"/>
                <a:miter/>
              </a:ln>
            </p:spPr>
            <p:txBody>
              <a:bodyPr rtlCol="0" anchor="ctr"/>
              <a:lstStyle/>
              <a:p>
                <a:endParaRPr lang="en-US"/>
              </a:p>
            </p:txBody>
          </p:sp>
          <p:sp>
            <p:nvSpPr>
              <p:cNvPr id="5183" name="Freeform 5182">
                <a:extLst>
                  <a:ext uri="{FF2B5EF4-FFF2-40B4-BE49-F238E27FC236}">
                    <a16:creationId xmlns:a16="http://schemas.microsoft.com/office/drawing/2014/main" id="{5F7DDF75-96B0-7F2D-E93F-61705A79F2D9}"/>
                  </a:ext>
                </a:extLst>
              </p:cNvPr>
              <p:cNvSpPr/>
              <p:nvPr/>
            </p:nvSpPr>
            <p:spPr>
              <a:xfrm>
                <a:off x="8219602" y="2774783"/>
                <a:ext cx="25772" cy="38817"/>
              </a:xfrm>
              <a:custGeom>
                <a:avLst/>
                <a:gdLst>
                  <a:gd name="connsiteX0" fmla="*/ 12932 w 25772"/>
                  <a:gd name="connsiteY0" fmla="*/ 0 h 38817"/>
                  <a:gd name="connsiteX1" fmla="*/ 17790 w 25772"/>
                  <a:gd name="connsiteY1" fmla="*/ 832 h 38817"/>
                  <a:gd name="connsiteX2" fmla="*/ 21275 w 25772"/>
                  <a:gd name="connsiteY2" fmla="*/ 3126 h 38817"/>
                  <a:gd name="connsiteX3" fmla="*/ 23592 w 25772"/>
                  <a:gd name="connsiteY3" fmla="*/ 6522 h 38817"/>
                  <a:gd name="connsiteX4" fmla="*/ 24964 w 25772"/>
                  <a:gd name="connsiteY4" fmla="*/ 10660 h 38817"/>
                  <a:gd name="connsiteX5" fmla="*/ 25616 w 25772"/>
                  <a:gd name="connsiteY5" fmla="*/ 15158 h 38817"/>
                  <a:gd name="connsiteX6" fmla="*/ 25773 w 25772"/>
                  <a:gd name="connsiteY6" fmla="*/ 19701 h 38817"/>
                  <a:gd name="connsiteX7" fmla="*/ 25233 w 25772"/>
                  <a:gd name="connsiteY7" fmla="*/ 26943 h 38817"/>
                  <a:gd name="connsiteX8" fmla="*/ 23254 w 25772"/>
                  <a:gd name="connsiteY8" fmla="*/ 33037 h 38817"/>
                  <a:gd name="connsiteX9" fmla="*/ 19341 w 25772"/>
                  <a:gd name="connsiteY9" fmla="*/ 37243 h 38817"/>
                  <a:gd name="connsiteX10" fmla="*/ 12909 w 25772"/>
                  <a:gd name="connsiteY10" fmla="*/ 38817 h 38817"/>
                  <a:gd name="connsiteX11" fmla="*/ 6455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2 w 25772"/>
                  <a:gd name="connsiteY16" fmla="*/ 6095 h 38817"/>
                  <a:gd name="connsiteX17" fmla="*/ 6275 w 25772"/>
                  <a:gd name="connsiteY17" fmla="*/ 1687 h 38817"/>
                  <a:gd name="connsiteX18" fmla="*/ 12909 w 25772"/>
                  <a:gd name="connsiteY18" fmla="*/ 23 h 38817"/>
                  <a:gd name="connsiteX19" fmla="*/ 12909 w 25772"/>
                  <a:gd name="connsiteY19" fmla="*/ 23 h 38817"/>
                  <a:gd name="connsiteX20" fmla="*/ 22332 w 25772"/>
                  <a:gd name="connsiteY20" fmla="*/ 19319 h 38817"/>
                  <a:gd name="connsiteX21" fmla="*/ 21972 w 25772"/>
                  <a:gd name="connsiteY21" fmla="*/ 13291 h 38817"/>
                  <a:gd name="connsiteX22" fmla="*/ 20601 w 25772"/>
                  <a:gd name="connsiteY22" fmla="*/ 8029 h 38817"/>
                  <a:gd name="connsiteX23" fmla="*/ 17722 w 25772"/>
                  <a:gd name="connsiteY23" fmla="*/ 4296 h 38817"/>
                  <a:gd name="connsiteX24" fmla="*/ 12841 w 25772"/>
                  <a:gd name="connsiteY24" fmla="*/ 2901 h 38817"/>
                  <a:gd name="connsiteX25" fmla="*/ 8164 w 25772"/>
                  <a:gd name="connsiteY25" fmla="*/ 4340 h 38817"/>
                  <a:gd name="connsiteX26" fmla="*/ 5330 w 25772"/>
                  <a:gd name="connsiteY26" fmla="*/ 8141 h 38817"/>
                  <a:gd name="connsiteX27" fmla="*/ 3891 w 25772"/>
                  <a:gd name="connsiteY27" fmla="*/ 13539 h 38817"/>
                  <a:gd name="connsiteX28" fmla="*/ 3486 w 25772"/>
                  <a:gd name="connsiteY28" fmla="*/ 19701 h 38817"/>
                  <a:gd name="connsiteX29" fmla="*/ 3936 w 25772"/>
                  <a:gd name="connsiteY29" fmla="*/ 26358 h 38817"/>
                  <a:gd name="connsiteX30" fmla="*/ 5465 w 25772"/>
                  <a:gd name="connsiteY30" fmla="*/ 31463 h 38817"/>
                  <a:gd name="connsiteX31" fmla="*/ 8344 w 25772"/>
                  <a:gd name="connsiteY31" fmla="*/ 34724 h 38817"/>
                  <a:gd name="connsiteX32" fmla="*/ 12909 w 25772"/>
                  <a:gd name="connsiteY32" fmla="*/ 35893 h 38817"/>
                  <a:gd name="connsiteX33" fmla="*/ 17857 w 25772"/>
                  <a:gd name="connsiteY33" fmla="*/ 34387 h 38817"/>
                  <a:gd name="connsiteX34" fmla="*/ 20690 w 25772"/>
                  <a:gd name="connsiteY34" fmla="*/ 30496 h 38817"/>
                  <a:gd name="connsiteX35" fmla="*/ 21995 w 25772"/>
                  <a:gd name="connsiteY35" fmla="*/ 25143 h 38817"/>
                  <a:gd name="connsiteX36" fmla="*/ 22309 w 25772"/>
                  <a:gd name="connsiteY36" fmla="*/ 19319 h 38817"/>
                  <a:gd name="connsiteX37" fmla="*/ 22332 w 25772"/>
                  <a:gd name="connsiteY37"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7">
                    <a:moveTo>
                      <a:pt x="12932" y="0"/>
                    </a:moveTo>
                    <a:cubicBezTo>
                      <a:pt x="14798" y="0"/>
                      <a:pt x="16418" y="270"/>
                      <a:pt x="17790" y="832"/>
                    </a:cubicBezTo>
                    <a:cubicBezTo>
                      <a:pt x="19161" y="1394"/>
                      <a:pt x="20308" y="2159"/>
                      <a:pt x="21275" y="3126"/>
                    </a:cubicBezTo>
                    <a:cubicBezTo>
                      <a:pt x="22220" y="4093"/>
                      <a:pt x="23007" y="5240"/>
                      <a:pt x="23592" y="6522"/>
                    </a:cubicBezTo>
                    <a:cubicBezTo>
                      <a:pt x="24176" y="7826"/>
                      <a:pt x="24648" y="9198"/>
                      <a:pt x="24964" y="10660"/>
                    </a:cubicBezTo>
                    <a:cubicBezTo>
                      <a:pt x="25278" y="12122"/>
                      <a:pt x="25503" y="13629"/>
                      <a:pt x="25616" y="15158"/>
                    </a:cubicBezTo>
                    <a:cubicBezTo>
                      <a:pt x="25728" y="16710"/>
                      <a:pt x="25773" y="18217"/>
                      <a:pt x="25773" y="19701"/>
                    </a:cubicBezTo>
                    <a:cubicBezTo>
                      <a:pt x="25773" y="22220"/>
                      <a:pt x="25593" y="24626"/>
                      <a:pt x="25233" y="26943"/>
                    </a:cubicBezTo>
                    <a:cubicBezTo>
                      <a:pt x="24874" y="29259"/>
                      <a:pt x="24221" y="31283"/>
                      <a:pt x="23254" y="33037"/>
                    </a:cubicBezTo>
                    <a:cubicBezTo>
                      <a:pt x="22309" y="34791"/>
                      <a:pt x="21005" y="36208"/>
                      <a:pt x="19341" y="37243"/>
                    </a:cubicBezTo>
                    <a:cubicBezTo>
                      <a:pt x="17677" y="38277"/>
                      <a:pt x="15541" y="38817"/>
                      <a:pt x="12909" y="38817"/>
                    </a:cubicBezTo>
                    <a:cubicBezTo>
                      <a:pt x="10278" y="38817"/>
                      <a:pt x="8141" y="38300"/>
                      <a:pt x="6455" y="37243"/>
                    </a:cubicBezTo>
                    <a:cubicBezTo>
                      <a:pt x="4768" y="36186"/>
                      <a:pt x="3463" y="34791"/>
                      <a:pt x="2519" y="33015"/>
                    </a:cubicBezTo>
                    <a:cubicBezTo>
                      <a:pt x="1574" y="31238"/>
                      <a:pt x="900" y="29169"/>
                      <a:pt x="540" y="26808"/>
                    </a:cubicBezTo>
                    <a:cubicBezTo>
                      <a:pt x="180" y="24446"/>
                      <a:pt x="0" y="21950"/>
                      <a:pt x="0" y="19341"/>
                    </a:cubicBezTo>
                    <a:cubicBezTo>
                      <a:pt x="0" y="16935"/>
                      <a:pt x="158" y="14573"/>
                      <a:pt x="495" y="12279"/>
                    </a:cubicBezTo>
                    <a:cubicBezTo>
                      <a:pt x="810" y="9985"/>
                      <a:pt x="1440" y="7916"/>
                      <a:pt x="2362" y="6095"/>
                    </a:cubicBezTo>
                    <a:cubicBezTo>
                      <a:pt x="3283" y="4273"/>
                      <a:pt x="4588" y="2811"/>
                      <a:pt x="6275" y="1687"/>
                    </a:cubicBezTo>
                    <a:cubicBezTo>
                      <a:pt x="7961" y="562"/>
                      <a:pt x="10188" y="23"/>
                      <a:pt x="12909" y="23"/>
                    </a:cubicBezTo>
                    <a:lnTo>
                      <a:pt x="12909" y="23"/>
                    </a:lnTo>
                    <a:close/>
                    <a:moveTo>
                      <a:pt x="22332" y="19319"/>
                    </a:moveTo>
                    <a:cubicBezTo>
                      <a:pt x="22332" y="17272"/>
                      <a:pt x="22220" y="15270"/>
                      <a:pt x="21972" y="13291"/>
                    </a:cubicBezTo>
                    <a:cubicBezTo>
                      <a:pt x="21747" y="11335"/>
                      <a:pt x="21275" y="9581"/>
                      <a:pt x="20601" y="8029"/>
                    </a:cubicBezTo>
                    <a:cubicBezTo>
                      <a:pt x="19926" y="6477"/>
                      <a:pt x="18959" y="5240"/>
                      <a:pt x="17722" y="4296"/>
                    </a:cubicBezTo>
                    <a:cubicBezTo>
                      <a:pt x="16485" y="3351"/>
                      <a:pt x="14843" y="2901"/>
                      <a:pt x="12841" y="2901"/>
                    </a:cubicBezTo>
                    <a:cubicBezTo>
                      <a:pt x="10840" y="2901"/>
                      <a:pt x="9378" y="3373"/>
                      <a:pt x="8164" y="4340"/>
                    </a:cubicBezTo>
                    <a:cubicBezTo>
                      <a:pt x="6949" y="5308"/>
                      <a:pt x="6005" y="6567"/>
                      <a:pt x="5330" y="8141"/>
                    </a:cubicBezTo>
                    <a:cubicBezTo>
                      <a:pt x="4655" y="9716"/>
                      <a:pt x="4161" y="11515"/>
                      <a:pt x="3891" y="13539"/>
                    </a:cubicBezTo>
                    <a:cubicBezTo>
                      <a:pt x="3621" y="15563"/>
                      <a:pt x="3486" y="17609"/>
                      <a:pt x="3486" y="19701"/>
                    </a:cubicBezTo>
                    <a:cubicBezTo>
                      <a:pt x="3486" y="22152"/>
                      <a:pt x="3644" y="24379"/>
                      <a:pt x="3936" y="26358"/>
                    </a:cubicBezTo>
                    <a:cubicBezTo>
                      <a:pt x="4251" y="28359"/>
                      <a:pt x="4746" y="30046"/>
                      <a:pt x="5465" y="31463"/>
                    </a:cubicBezTo>
                    <a:cubicBezTo>
                      <a:pt x="6185" y="32857"/>
                      <a:pt x="7152" y="33959"/>
                      <a:pt x="8344" y="34724"/>
                    </a:cubicBezTo>
                    <a:cubicBezTo>
                      <a:pt x="9558" y="35489"/>
                      <a:pt x="11065" y="35893"/>
                      <a:pt x="12909" y="35893"/>
                    </a:cubicBezTo>
                    <a:cubicBezTo>
                      <a:pt x="14956" y="35893"/>
                      <a:pt x="16598" y="35399"/>
                      <a:pt x="17857" y="34387"/>
                    </a:cubicBezTo>
                    <a:cubicBezTo>
                      <a:pt x="19116" y="33375"/>
                      <a:pt x="20039" y="32093"/>
                      <a:pt x="20690" y="30496"/>
                    </a:cubicBezTo>
                    <a:cubicBezTo>
                      <a:pt x="21343" y="28899"/>
                      <a:pt x="21770" y="27122"/>
                      <a:pt x="21995" y="25143"/>
                    </a:cubicBezTo>
                    <a:cubicBezTo>
                      <a:pt x="22220" y="23164"/>
                      <a:pt x="22309" y="21230"/>
                      <a:pt x="22309" y="19319"/>
                    </a:cubicBezTo>
                    <a:lnTo>
                      <a:pt x="22332" y="19319"/>
                    </a:lnTo>
                    <a:close/>
                  </a:path>
                </a:pathLst>
              </a:custGeom>
              <a:solidFill>
                <a:srgbClr val="231F20"/>
              </a:solidFill>
              <a:ln w="2249" cap="flat">
                <a:noFill/>
                <a:prstDash val="solid"/>
                <a:miter/>
              </a:ln>
            </p:spPr>
            <p:txBody>
              <a:bodyPr rtlCol="0" anchor="ctr"/>
              <a:lstStyle/>
              <a:p>
                <a:endParaRPr lang="en-US"/>
              </a:p>
            </p:txBody>
          </p:sp>
        </p:grpSp>
        <p:sp>
          <p:nvSpPr>
            <p:cNvPr id="5184" name="Freeform 5183">
              <a:extLst>
                <a:ext uri="{FF2B5EF4-FFF2-40B4-BE49-F238E27FC236}">
                  <a16:creationId xmlns:a16="http://schemas.microsoft.com/office/drawing/2014/main" id="{C005D3F5-97D9-B0AA-0D84-04705636C40D}"/>
                </a:ext>
              </a:extLst>
            </p:cNvPr>
            <p:cNvSpPr/>
            <p:nvPr/>
          </p:nvSpPr>
          <p:spPr>
            <a:xfrm>
              <a:off x="5558518" y="2779133"/>
              <a:ext cx="111933" cy="168590"/>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5 w 25772"/>
                <a:gd name="connsiteY5" fmla="*/ 15158 h 38817"/>
                <a:gd name="connsiteX6" fmla="*/ 25773 w 25772"/>
                <a:gd name="connsiteY6" fmla="*/ 19701 h 38817"/>
                <a:gd name="connsiteX7" fmla="*/ 25233 w 25772"/>
                <a:gd name="connsiteY7" fmla="*/ 26943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2 w 25772"/>
                <a:gd name="connsiteY16" fmla="*/ 6095 h 38817"/>
                <a:gd name="connsiteX17" fmla="*/ 6275 w 25772"/>
                <a:gd name="connsiteY17" fmla="*/ 1687 h 38817"/>
                <a:gd name="connsiteX18" fmla="*/ 12909 w 25772"/>
                <a:gd name="connsiteY18" fmla="*/ 23 h 38817"/>
                <a:gd name="connsiteX19" fmla="*/ 12909 w 25772"/>
                <a:gd name="connsiteY19" fmla="*/ 23 h 38817"/>
                <a:gd name="connsiteX20" fmla="*/ 22309 w 25772"/>
                <a:gd name="connsiteY20" fmla="*/ 19341 h 38817"/>
                <a:gd name="connsiteX21" fmla="*/ 21950 w 25772"/>
                <a:gd name="connsiteY21" fmla="*/ 13314 h 38817"/>
                <a:gd name="connsiteX22" fmla="*/ 20578 w 25772"/>
                <a:gd name="connsiteY22" fmla="*/ 8051 h 38817"/>
                <a:gd name="connsiteX23" fmla="*/ 17699 w 25772"/>
                <a:gd name="connsiteY23" fmla="*/ 4318 h 38817"/>
                <a:gd name="connsiteX24" fmla="*/ 12819 w 25772"/>
                <a:gd name="connsiteY24" fmla="*/ 2924 h 38817"/>
                <a:gd name="connsiteX25" fmla="*/ 8141 w 25772"/>
                <a:gd name="connsiteY25" fmla="*/ 4363 h 38817"/>
                <a:gd name="connsiteX26" fmla="*/ 5307 w 25772"/>
                <a:gd name="connsiteY26" fmla="*/ 8164 h 38817"/>
                <a:gd name="connsiteX27" fmla="*/ 3868 w 25772"/>
                <a:gd name="connsiteY27" fmla="*/ 13561 h 38817"/>
                <a:gd name="connsiteX28" fmla="*/ 3463 w 25772"/>
                <a:gd name="connsiteY28" fmla="*/ 19723 h 38817"/>
                <a:gd name="connsiteX29" fmla="*/ 3913 w 25772"/>
                <a:gd name="connsiteY29" fmla="*/ 26380 h 38817"/>
                <a:gd name="connsiteX30" fmla="*/ 5442 w 25772"/>
                <a:gd name="connsiteY30" fmla="*/ 31485 h 38817"/>
                <a:gd name="connsiteX31" fmla="*/ 8321 w 25772"/>
                <a:gd name="connsiteY31" fmla="*/ 34746 h 38817"/>
                <a:gd name="connsiteX32" fmla="*/ 12886 w 25772"/>
                <a:gd name="connsiteY32" fmla="*/ 35916 h 38817"/>
                <a:gd name="connsiteX33" fmla="*/ 17834 w 25772"/>
                <a:gd name="connsiteY33" fmla="*/ 34409 h 38817"/>
                <a:gd name="connsiteX34" fmla="*/ 20668 w 25772"/>
                <a:gd name="connsiteY34" fmla="*/ 30518 h 38817"/>
                <a:gd name="connsiteX35" fmla="*/ 21972 w 25772"/>
                <a:gd name="connsiteY35" fmla="*/ 25166 h 38817"/>
                <a:gd name="connsiteX36" fmla="*/ 22287 w 25772"/>
                <a:gd name="connsiteY36" fmla="*/ 19341 h 38817"/>
                <a:gd name="connsiteX37" fmla="*/ 22309 w 25772"/>
                <a:gd name="connsiteY37" fmla="*/ 19341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7">
                  <a:moveTo>
                    <a:pt x="12932" y="0"/>
                  </a:moveTo>
                  <a:cubicBezTo>
                    <a:pt x="14798" y="0"/>
                    <a:pt x="16418"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710"/>
                    <a:pt x="25773" y="18217"/>
                    <a:pt x="25773" y="19701"/>
                  </a:cubicBezTo>
                  <a:cubicBezTo>
                    <a:pt x="25773" y="22220"/>
                    <a:pt x="25593" y="24626"/>
                    <a:pt x="25233" y="26943"/>
                  </a:cubicBezTo>
                  <a:cubicBezTo>
                    <a:pt x="24873" y="29259"/>
                    <a:pt x="24221" y="31283"/>
                    <a:pt x="23254" y="33037"/>
                  </a:cubicBezTo>
                  <a:cubicBezTo>
                    <a:pt x="22309" y="34791"/>
                    <a:pt x="21005" y="36208"/>
                    <a:pt x="19341" y="37243"/>
                  </a:cubicBezTo>
                  <a:cubicBezTo>
                    <a:pt x="17677" y="38277"/>
                    <a:pt x="15540" y="38817"/>
                    <a:pt x="12909" y="38817"/>
                  </a:cubicBezTo>
                  <a:cubicBezTo>
                    <a:pt x="10277" y="38817"/>
                    <a:pt x="8141" y="38300"/>
                    <a:pt x="6454" y="37243"/>
                  </a:cubicBezTo>
                  <a:cubicBezTo>
                    <a:pt x="4768" y="36186"/>
                    <a:pt x="3463" y="34791"/>
                    <a:pt x="2519" y="33015"/>
                  </a:cubicBezTo>
                  <a:cubicBezTo>
                    <a:pt x="1574" y="31238"/>
                    <a:pt x="899" y="29169"/>
                    <a:pt x="540" y="26808"/>
                  </a:cubicBezTo>
                  <a:cubicBezTo>
                    <a:pt x="180" y="24446"/>
                    <a:pt x="0" y="21950"/>
                    <a:pt x="0" y="19341"/>
                  </a:cubicBezTo>
                  <a:cubicBezTo>
                    <a:pt x="0" y="16935"/>
                    <a:pt x="157" y="14573"/>
                    <a:pt x="495" y="12279"/>
                  </a:cubicBezTo>
                  <a:cubicBezTo>
                    <a:pt x="809" y="9985"/>
                    <a:pt x="1439" y="7916"/>
                    <a:pt x="2362" y="6095"/>
                  </a:cubicBezTo>
                  <a:cubicBezTo>
                    <a:pt x="3283" y="4273"/>
                    <a:pt x="4588" y="2811"/>
                    <a:pt x="6275" y="1687"/>
                  </a:cubicBezTo>
                  <a:cubicBezTo>
                    <a:pt x="7961" y="562"/>
                    <a:pt x="10188" y="23"/>
                    <a:pt x="12909" y="23"/>
                  </a:cubicBezTo>
                  <a:lnTo>
                    <a:pt x="12909" y="23"/>
                  </a:lnTo>
                  <a:close/>
                  <a:moveTo>
                    <a:pt x="22309" y="19341"/>
                  </a:moveTo>
                  <a:cubicBezTo>
                    <a:pt x="22309" y="17294"/>
                    <a:pt x="22197" y="15293"/>
                    <a:pt x="21950" y="13314"/>
                  </a:cubicBezTo>
                  <a:cubicBezTo>
                    <a:pt x="21725" y="11357"/>
                    <a:pt x="21253" y="9603"/>
                    <a:pt x="20578" y="8051"/>
                  </a:cubicBezTo>
                  <a:cubicBezTo>
                    <a:pt x="19903" y="6499"/>
                    <a:pt x="18936" y="5263"/>
                    <a:pt x="17699" y="4318"/>
                  </a:cubicBezTo>
                  <a:cubicBezTo>
                    <a:pt x="16462" y="3373"/>
                    <a:pt x="14820" y="2924"/>
                    <a:pt x="12819" y="2924"/>
                  </a:cubicBezTo>
                  <a:cubicBezTo>
                    <a:pt x="10817" y="2924"/>
                    <a:pt x="9355" y="3396"/>
                    <a:pt x="8141" y="4363"/>
                  </a:cubicBezTo>
                  <a:cubicBezTo>
                    <a:pt x="6926" y="5330"/>
                    <a:pt x="5982" y="6589"/>
                    <a:pt x="5307" y="8164"/>
                  </a:cubicBezTo>
                  <a:cubicBezTo>
                    <a:pt x="4632" y="9738"/>
                    <a:pt x="4138" y="11537"/>
                    <a:pt x="3868" y="13561"/>
                  </a:cubicBezTo>
                  <a:cubicBezTo>
                    <a:pt x="3598" y="15585"/>
                    <a:pt x="3463" y="17632"/>
                    <a:pt x="3463" y="19723"/>
                  </a:cubicBezTo>
                  <a:cubicBezTo>
                    <a:pt x="3463" y="22175"/>
                    <a:pt x="3621" y="24401"/>
                    <a:pt x="3913" y="26380"/>
                  </a:cubicBezTo>
                  <a:cubicBezTo>
                    <a:pt x="4228" y="28382"/>
                    <a:pt x="4722" y="30069"/>
                    <a:pt x="5442" y="31485"/>
                  </a:cubicBezTo>
                  <a:cubicBezTo>
                    <a:pt x="6162" y="32880"/>
                    <a:pt x="7129" y="33982"/>
                    <a:pt x="8321" y="34746"/>
                  </a:cubicBezTo>
                  <a:cubicBezTo>
                    <a:pt x="9536" y="35511"/>
                    <a:pt x="11042" y="35916"/>
                    <a:pt x="12886" y="35916"/>
                  </a:cubicBezTo>
                  <a:cubicBezTo>
                    <a:pt x="14933" y="35916"/>
                    <a:pt x="16575" y="35421"/>
                    <a:pt x="17834" y="34409"/>
                  </a:cubicBezTo>
                  <a:cubicBezTo>
                    <a:pt x="19094" y="33397"/>
                    <a:pt x="20016" y="32115"/>
                    <a:pt x="20668" y="30518"/>
                  </a:cubicBezTo>
                  <a:cubicBezTo>
                    <a:pt x="21320" y="28922"/>
                    <a:pt x="21747" y="27145"/>
                    <a:pt x="21972" y="25166"/>
                  </a:cubicBezTo>
                  <a:cubicBezTo>
                    <a:pt x="22197" y="23187"/>
                    <a:pt x="22287" y="21253"/>
                    <a:pt x="22287" y="19341"/>
                  </a:cubicBezTo>
                  <a:lnTo>
                    <a:pt x="22309" y="19341"/>
                  </a:lnTo>
                  <a:close/>
                </a:path>
              </a:pathLst>
            </a:custGeom>
            <a:solidFill>
              <a:srgbClr val="231F20"/>
            </a:solidFill>
            <a:ln w="2249" cap="flat">
              <a:noFill/>
              <a:prstDash val="solid"/>
              <a:miter/>
            </a:ln>
          </p:spPr>
          <p:txBody>
            <a:bodyPr rtlCol="0" anchor="ctr"/>
            <a:lstStyle/>
            <a:p>
              <a:endParaRPr lang="en-US"/>
            </a:p>
          </p:txBody>
        </p:sp>
        <p:grpSp>
          <p:nvGrpSpPr>
            <p:cNvPr id="5185" name="Graphic 3">
              <a:extLst>
                <a:ext uri="{FF2B5EF4-FFF2-40B4-BE49-F238E27FC236}">
                  <a16:creationId xmlns:a16="http://schemas.microsoft.com/office/drawing/2014/main" id="{D582CEFC-ADF4-F8EB-C9F8-149B06E84B78}"/>
                </a:ext>
              </a:extLst>
            </p:cNvPr>
            <p:cNvGrpSpPr/>
            <p:nvPr/>
          </p:nvGrpSpPr>
          <p:grpSpPr>
            <a:xfrm>
              <a:off x="5519055" y="2172171"/>
              <a:ext cx="370387" cy="168686"/>
              <a:chOff x="8161848" y="2507967"/>
              <a:chExt cx="85280" cy="38839"/>
            </a:xfrm>
            <a:solidFill>
              <a:srgbClr val="231F20"/>
            </a:solidFill>
          </p:grpSpPr>
          <p:sp>
            <p:nvSpPr>
              <p:cNvPr id="5186" name="Freeform 5185">
                <a:extLst>
                  <a:ext uri="{FF2B5EF4-FFF2-40B4-BE49-F238E27FC236}">
                    <a16:creationId xmlns:a16="http://schemas.microsoft.com/office/drawing/2014/main" id="{44C71D16-ACBA-5529-2B6E-F93869372421}"/>
                  </a:ext>
                </a:extLst>
              </p:cNvPr>
              <p:cNvSpPr/>
              <p:nvPr/>
            </p:nvSpPr>
            <p:spPr>
              <a:xfrm>
                <a:off x="8161848" y="2507967"/>
                <a:ext cx="25210" cy="38074"/>
              </a:xfrm>
              <a:custGeom>
                <a:avLst/>
                <a:gdLst>
                  <a:gd name="connsiteX0" fmla="*/ 1147 w 25210"/>
                  <a:gd name="connsiteY0" fmla="*/ 12482 h 38074"/>
                  <a:gd name="connsiteX1" fmla="*/ 2001 w 25210"/>
                  <a:gd name="connsiteY1" fmla="*/ 7377 h 38074"/>
                  <a:gd name="connsiteX2" fmla="*/ 4475 w 25210"/>
                  <a:gd name="connsiteY2" fmla="*/ 3441 h 38074"/>
                  <a:gd name="connsiteX3" fmla="*/ 8389 w 25210"/>
                  <a:gd name="connsiteY3" fmla="*/ 900 h 38074"/>
                  <a:gd name="connsiteX4" fmla="*/ 13494 w 25210"/>
                  <a:gd name="connsiteY4" fmla="*/ 0 h 38074"/>
                  <a:gd name="connsiteX5" fmla="*/ 18531 w 25210"/>
                  <a:gd name="connsiteY5" fmla="*/ 832 h 38074"/>
                  <a:gd name="connsiteX6" fmla="*/ 22197 w 25210"/>
                  <a:gd name="connsiteY6" fmla="*/ 3081 h 38074"/>
                  <a:gd name="connsiteX7" fmla="*/ 24446 w 25210"/>
                  <a:gd name="connsiteY7" fmla="*/ 6432 h 38074"/>
                  <a:gd name="connsiteX8" fmla="*/ 25211 w 25210"/>
                  <a:gd name="connsiteY8" fmla="*/ 10525 h 38074"/>
                  <a:gd name="connsiteX9" fmla="*/ 24379 w 25210"/>
                  <a:gd name="connsiteY9" fmla="*/ 15001 h 38074"/>
                  <a:gd name="connsiteX10" fmla="*/ 22174 w 25210"/>
                  <a:gd name="connsiteY10" fmla="*/ 18464 h 38074"/>
                  <a:gd name="connsiteX11" fmla="*/ 19049 w 25210"/>
                  <a:gd name="connsiteY11" fmla="*/ 21163 h 38074"/>
                  <a:gd name="connsiteX12" fmla="*/ 15450 w 25210"/>
                  <a:gd name="connsiteY12" fmla="*/ 23412 h 38074"/>
                  <a:gd name="connsiteX13" fmla="*/ 11830 w 25210"/>
                  <a:gd name="connsiteY13" fmla="*/ 25436 h 38074"/>
                  <a:gd name="connsiteX14" fmla="*/ 8636 w 25210"/>
                  <a:gd name="connsiteY14" fmla="*/ 27482 h 38074"/>
                  <a:gd name="connsiteX15" fmla="*/ 6859 w 25210"/>
                  <a:gd name="connsiteY15" fmla="*/ 28967 h 38074"/>
                  <a:gd name="connsiteX16" fmla="*/ 5285 w 25210"/>
                  <a:gd name="connsiteY16" fmla="*/ 30676 h 38074"/>
                  <a:gd name="connsiteX17" fmla="*/ 4160 w 25210"/>
                  <a:gd name="connsiteY17" fmla="*/ 32700 h 38074"/>
                  <a:gd name="connsiteX18" fmla="*/ 3666 w 25210"/>
                  <a:gd name="connsiteY18" fmla="*/ 35151 h 38074"/>
                  <a:gd name="connsiteX19" fmla="*/ 24874 w 25210"/>
                  <a:gd name="connsiteY19" fmla="*/ 35151 h 38074"/>
                  <a:gd name="connsiteX20" fmla="*/ 24874 w 25210"/>
                  <a:gd name="connsiteY20" fmla="*/ 38075 h 38074"/>
                  <a:gd name="connsiteX21" fmla="*/ 0 w 25210"/>
                  <a:gd name="connsiteY21" fmla="*/ 38075 h 38074"/>
                  <a:gd name="connsiteX22" fmla="*/ 585 w 25210"/>
                  <a:gd name="connsiteY22" fmla="*/ 33105 h 38074"/>
                  <a:gd name="connsiteX23" fmla="*/ 2969 w 25210"/>
                  <a:gd name="connsiteY23" fmla="*/ 28787 h 38074"/>
                  <a:gd name="connsiteX24" fmla="*/ 7107 w 25210"/>
                  <a:gd name="connsiteY24" fmla="*/ 24896 h 38074"/>
                  <a:gd name="connsiteX25" fmla="*/ 11290 w 25210"/>
                  <a:gd name="connsiteY25" fmla="*/ 22017 h 38074"/>
                  <a:gd name="connsiteX26" fmla="*/ 15180 w 25210"/>
                  <a:gd name="connsiteY26" fmla="*/ 19701 h 38074"/>
                  <a:gd name="connsiteX27" fmla="*/ 18419 w 25210"/>
                  <a:gd name="connsiteY27" fmla="*/ 17407 h 38074"/>
                  <a:gd name="connsiteX28" fmla="*/ 20623 w 25210"/>
                  <a:gd name="connsiteY28" fmla="*/ 14596 h 38074"/>
                  <a:gd name="connsiteX29" fmla="*/ 21433 w 25210"/>
                  <a:gd name="connsiteY29" fmla="*/ 10773 h 38074"/>
                  <a:gd name="connsiteX30" fmla="*/ 20780 w 25210"/>
                  <a:gd name="connsiteY30" fmla="*/ 7489 h 38074"/>
                  <a:gd name="connsiteX31" fmla="*/ 19004 w 25210"/>
                  <a:gd name="connsiteY31" fmla="*/ 5015 h 38074"/>
                  <a:gd name="connsiteX32" fmla="*/ 16350 w 25210"/>
                  <a:gd name="connsiteY32" fmla="*/ 3486 h 38074"/>
                  <a:gd name="connsiteX33" fmla="*/ 13067 w 25210"/>
                  <a:gd name="connsiteY33" fmla="*/ 2969 h 38074"/>
                  <a:gd name="connsiteX34" fmla="*/ 9648 w 25210"/>
                  <a:gd name="connsiteY34" fmla="*/ 3756 h 38074"/>
                  <a:gd name="connsiteX35" fmla="*/ 6994 w 25210"/>
                  <a:gd name="connsiteY35" fmla="*/ 5825 h 38074"/>
                  <a:gd name="connsiteX36" fmla="*/ 5285 w 25210"/>
                  <a:gd name="connsiteY36" fmla="*/ 8838 h 38074"/>
                  <a:gd name="connsiteX37" fmla="*/ 4790 w 25210"/>
                  <a:gd name="connsiteY37" fmla="*/ 12504 h 38074"/>
                  <a:gd name="connsiteX38" fmla="*/ 1124 w 25210"/>
                  <a:gd name="connsiteY38" fmla="*/ 12504 h 38074"/>
                  <a:gd name="connsiteX39" fmla="*/ 1124 w 25210"/>
                  <a:gd name="connsiteY39" fmla="*/ 12504 h 38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25210" h="38074">
                    <a:moveTo>
                      <a:pt x="1147" y="12482"/>
                    </a:moveTo>
                    <a:cubicBezTo>
                      <a:pt x="1147" y="10615"/>
                      <a:pt x="1439" y="8906"/>
                      <a:pt x="2001" y="7377"/>
                    </a:cubicBezTo>
                    <a:cubicBezTo>
                      <a:pt x="2586" y="5847"/>
                      <a:pt x="3396" y="4543"/>
                      <a:pt x="4475" y="3441"/>
                    </a:cubicBezTo>
                    <a:cubicBezTo>
                      <a:pt x="5555" y="2339"/>
                      <a:pt x="6859" y="1507"/>
                      <a:pt x="8389" y="900"/>
                    </a:cubicBezTo>
                    <a:cubicBezTo>
                      <a:pt x="9918" y="292"/>
                      <a:pt x="11627" y="0"/>
                      <a:pt x="13494" y="0"/>
                    </a:cubicBezTo>
                    <a:cubicBezTo>
                      <a:pt x="15361" y="0"/>
                      <a:pt x="17092" y="270"/>
                      <a:pt x="18531" y="832"/>
                    </a:cubicBezTo>
                    <a:cubicBezTo>
                      <a:pt x="19993" y="1394"/>
                      <a:pt x="21208" y="2137"/>
                      <a:pt x="22197" y="3081"/>
                    </a:cubicBezTo>
                    <a:cubicBezTo>
                      <a:pt x="23187" y="4026"/>
                      <a:pt x="23929" y="5128"/>
                      <a:pt x="24446" y="6432"/>
                    </a:cubicBezTo>
                    <a:cubicBezTo>
                      <a:pt x="24941" y="7736"/>
                      <a:pt x="25211" y="9086"/>
                      <a:pt x="25211" y="10525"/>
                    </a:cubicBezTo>
                    <a:cubicBezTo>
                      <a:pt x="25211" y="12212"/>
                      <a:pt x="24941" y="13719"/>
                      <a:pt x="24379" y="15001"/>
                    </a:cubicBezTo>
                    <a:cubicBezTo>
                      <a:pt x="23817" y="16282"/>
                      <a:pt x="23074" y="17452"/>
                      <a:pt x="22174" y="18464"/>
                    </a:cubicBezTo>
                    <a:cubicBezTo>
                      <a:pt x="21253" y="19476"/>
                      <a:pt x="20218" y="20376"/>
                      <a:pt x="19049" y="21163"/>
                    </a:cubicBezTo>
                    <a:cubicBezTo>
                      <a:pt x="17879" y="21950"/>
                      <a:pt x="16687" y="22692"/>
                      <a:pt x="15450" y="23412"/>
                    </a:cubicBezTo>
                    <a:cubicBezTo>
                      <a:pt x="14214" y="24131"/>
                      <a:pt x="13022" y="24784"/>
                      <a:pt x="11830" y="25436"/>
                    </a:cubicBezTo>
                    <a:cubicBezTo>
                      <a:pt x="10638" y="26088"/>
                      <a:pt x="9581" y="26763"/>
                      <a:pt x="8636" y="27482"/>
                    </a:cubicBezTo>
                    <a:cubicBezTo>
                      <a:pt x="8029" y="27955"/>
                      <a:pt x="7422" y="28449"/>
                      <a:pt x="6859" y="28967"/>
                    </a:cubicBezTo>
                    <a:cubicBezTo>
                      <a:pt x="6297" y="29484"/>
                      <a:pt x="5757" y="30046"/>
                      <a:pt x="5285" y="30676"/>
                    </a:cubicBezTo>
                    <a:cubicBezTo>
                      <a:pt x="4813" y="31283"/>
                      <a:pt x="4430" y="31958"/>
                      <a:pt x="4160" y="32700"/>
                    </a:cubicBezTo>
                    <a:cubicBezTo>
                      <a:pt x="3868" y="33442"/>
                      <a:pt x="3711" y="34252"/>
                      <a:pt x="3666" y="35151"/>
                    </a:cubicBezTo>
                    <a:lnTo>
                      <a:pt x="24874" y="35151"/>
                    </a:lnTo>
                    <a:lnTo>
                      <a:pt x="24874" y="38075"/>
                    </a:lnTo>
                    <a:lnTo>
                      <a:pt x="0" y="38075"/>
                    </a:lnTo>
                    <a:cubicBezTo>
                      <a:pt x="45" y="36231"/>
                      <a:pt x="225" y="34589"/>
                      <a:pt x="585" y="33105"/>
                    </a:cubicBezTo>
                    <a:cubicBezTo>
                      <a:pt x="944" y="31620"/>
                      <a:pt x="1732" y="30181"/>
                      <a:pt x="2969" y="28787"/>
                    </a:cubicBezTo>
                    <a:cubicBezTo>
                      <a:pt x="4295" y="27280"/>
                      <a:pt x="5667" y="25975"/>
                      <a:pt x="7107" y="24896"/>
                    </a:cubicBezTo>
                    <a:cubicBezTo>
                      <a:pt x="8546" y="23816"/>
                      <a:pt x="9918" y="22849"/>
                      <a:pt x="11290" y="22017"/>
                    </a:cubicBezTo>
                    <a:cubicBezTo>
                      <a:pt x="12661" y="21163"/>
                      <a:pt x="13943" y="20398"/>
                      <a:pt x="15180" y="19701"/>
                    </a:cubicBezTo>
                    <a:cubicBezTo>
                      <a:pt x="16395" y="19004"/>
                      <a:pt x="17474" y="18239"/>
                      <a:pt x="18419" y="17407"/>
                    </a:cubicBezTo>
                    <a:cubicBezTo>
                      <a:pt x="19363" y="16575"/>
                      <a:pt x="20083" y="15653"/>
                      <a:pt x="20623" y="14596"/>
                    </a:cubicBezTo>
                    <a:cubicBezTo>
                      <a:pt x="21163" y="13561"/>
                      <a:pt x="21433" y="12279"/>
                      <a:pt x="21433" y="10773"/>
                    </a:cubicBezTo>
                    <a:cubicBezTo>
                      <a:pt x="21433" y="9558"/>
                      <a:pt x="21208" y="8456"/>
                      <a:pt x="20780" y="7489"/>
                    </a:cubicBezTo>
                    <a:cubicBezTo>
                      <a:pt x="20353" y="6522"/>
                      <a:pt x="19746" y="5690"/>
                      <a:pt x="19004" y="5015"/>
                    </a:cubicBezTo>
                    <a:cubicBezTo>
                      <a:pt x="18239" y="4341"/>
                      <a:pt x="17362" y="3823"/>
                      <a:pt x="16350" y="3486"/>
                    </a:cubicBezTo>
                    <a:cubicBezTo>
                      <a:pt x="15338" y="3149"/>
                      <a:pt x="14236" y="2969"/>
                      <a:pt x="13067" y="2969"/>
                    </a:cubicBezTo>
                    <a:cubicBezTo>
                      <a:pt x="11807" y="2969"/>
                      <a:pt x="10660" y="3239"/>
                      <a:pt x="9648" y="3756"/>
                    </a:cubicBezTo>
                    <a:cubicBezTo>
                      <a:pt x="8614" y="4273"/>
                      <a:pt x="7736" y="4970"/>
                      <a:pt x="6994" y="5825"/>
                    </a:cubicBezTo>
                    <a:cubicBezTo>
                      <a:pt x="6252" y="6679"/>
                      <a:pt x="5690" y="7691"/>
                      <a:pt x="5285" y="8838"/>
                    </a:cubicBezTo>
                    <a:cubicBezTo>
                      <a:pt x="4880" y="9985"/>
                      <a:pt x="4722" y="11222"/>
                      <a:pt x="4790" y="12504"/>
                    </a:cubicBezTo>
                    <a:lnTo>
                      <a:pt x="1124" y="12504"/>
                    </a:lnTo>
                    <a:lnTo>
                      <a:pt x="1124" y="12504"/>
                    </a:lnTo>
                    <a:close/>
                  </a:path>
                </a:pathLst>
              </a:custGeom>
              <a:solidFill>
                <a:srgbClr val="231F20"/>
              </a:solidFill>
              <a:ln w="2249" cap="flat">
                <a:noFill/>
                <a:prstDash val="solid"/>
                <a:miter/>
              </a:ln>
            </p:spPr>
            <p:txBody>
              <a:bodyPr rtlCol="0" anchor="ctr"/>
              <a:lstStyle/>
              <a:p>
                <a:endParaRPr lang="en-US"/>
              </a:p>
            </p:txBody>
          </p:sp>
          <p:sp>
            <p:nvSpPr>
              <p:cNvPr id="5187" name="Freeform 5186">
                <a:extLst>
                  <a:ext uri="{FF2B5EF4-FFF2-40B4-BE49-F238E27FC236}">
                    <a16:creationId xmlns:a16="http://schemas.microsoft.com/office/drawing/2014/main" id="{F563DA00-E456-3455-EC4D-9ADBF1411FBC}"/>
                  </a:ext>
                </a:extLst>
              </p:cNvPr>
              <p:cNvSpPr/>
              <p:nvPr/>
            </p:nvSpPr>
            <p:spPr>
              <a:xfrm>
                <a:off x="8191355" y="2507989"/>
                <a:ext cx="25773" cy="38817"/>
              </a:xfrm>
              <a:custGeom>
                <a:avLst/>
                <a:gdLst>
                  <a:gd name="connsiteX0" fmla="*/ 12932 w 25773"/>
                  <a:gd name="connsiteY0" fmla="*/ 0 h 38817"/>
                  <a:gd name="connsiteX1" fmla="*/ 17790 w 25773"/>
                  <a:gd name="connsiteY1" fmla="*/ 832 h 38817"/>
                  <a:gd name="connsiteX2" fmla="*/ 21276 w 25773"/>
                  <a:gd name="connsiteY2" fmla="*/ 3126 h 38817"/>
                  <a:gd name="connsiteX3" fmla="*/ 23592 w 25773"/>
                  <a:gd name="connsiteY3" fmla="*/ 6522 h 38817"/>
                  <a:gd name="connsiteX4" fmla="*/ 24964 w 25773"/>
                  <a:gd name="connsiteY4" fmla="*/ 10660 h 38817"/>
                  <a:gd name="connsiteX5" fmla="*/ 25616 w 25773"/>
                  <a:gd name="connsiteY5" fmla="*/ 15158 h 38817"/>
                  <a:gd name="connsiteX6" fmla="*/ 25774 w 25773"/>
                  <a:gd name="connsiteY6" fmla="*/ 19701 h 38817"/>
                  <a:gd name="connsiteX7" fmla="*/ 25234 w 25773"/>
                  <a:gd name="connsiteY7" fmla="*/ 26943 h 38817"/>
                  <a:gd name="connsiteX8" fmla="*/ 23254 w 25773"/>
                  <a:gd name="connsiteY8" fmla="*/ 33037 h 38817"/>
                  <a:gd name="connsiteX9" fmla="*/ 19341 w 25773"/>
                  <a:gd name="connsiteY9" fmla="*/ 37243 h 38817"/>
                  <a:gd name="connsiteX10" fmla="*/ 12909 w 25773"/>
                  <a:gd name="connsiteY10" fmla="*/ 38817 h 38817"/>
                  <a:gd name="connsiteX11" fmla="*/ 6455 w 25773"/>
                  <a:gd name="connsiteY11" fmla="*/ 37243 h 38817"/>
                  <a:gd name="connsiteX12" fmla="*/ 2519 w 25773"/>
                  <a:gd name="connsiteY12" fmla="*/ 33015 h 38817"/>
                  <a:gd name="connsiteX13" fmla="*/ 540 w 25773"/>
                  <a:gd name="connsiteY13" fmla="*/ 26808 h 38817"/>
                  <a:gd name="connsiteX14" fmla="*/ 0 w 25773"/>
                  <a:gd name="connsiteY14" fmla="*/ 19341 h 38817"/>
                  <a:gd name="connsiteX15" fmla="*/ 495 w 25773"/>
                  <a:gd name="connsiteY15" fmla="*/ 12279 h 38817"/>
                  <a:gd name="connsiteX16" fmla="*/ 2362 w 25773"/>
                  <a:gd name="connsiteY16" fmla="*/ 6095 h 38817"/>
                  <a:gd name="connsiteX17" fmla="*/ 6275 w 25773"/>
                  <a:gd name="connsiteY17" fmla="*/ 1687 h 38817"/>
                  <a:gd name="connsiteX18" fmla="*/ 12909 w 25773"/>
                  <a:gd name="connsiteY18" fmla="*/ 22 h 38817"/>
                  <a:gd name="connsiteX19" fmla="*/ 12909 w 25773"/>
                  <a:gd name="connsiteY19" fmla="*/ 22 h 38817"/>
                  <a:gd name="connsiteX20" fmla="*/ 22310 w 25773"/>
                  <a:gd name="connsiteY20" fmla="*/ 19319 h 38817"/>
                  <a:gd name="connsiteX21" fmla="*/ 21950 w 25773"/>
                  <a:gd name="connsiteY21" fmla="*/ 13291 h 38817"/>
                  <a:gd name="connsiteX22" fmla="*/ 20578 w 25773"/>
                  <a:gd name="connsiteY22" fmla="*/ 8029 h 38817"/>
                  <a:gd name="connsiteX23" fmla="*/ 17700 w 25773"/>
                  <a:gd name="connsiteY23" fmla="*/ 4295 h 38817"/>
                  <a:gd name="connsiteX24" fmla="*/ 12820 w 25773"/>
                  <a:gd name="connsiteY24" fmla="*/ 2901 h 38817"/>
                  <a:gd name="connsiteX25" fmla="*/ 8141 w 25773"/>
                  <a:gd name="connsiteY25" fmla="*/ 4340 h 38817"/>
                  <a:gd name="connsiteX26" fmla="*/ 5308 w 25773"/>
                  <a:gd name="connsiteY26" fmla="*/ 8141 h 38817"/>
                  <a:gd name="connsiteX27" fmla="*/ 3869 w 25773"/>
                  <a:gd name="connsiteY27" fmla="*/ 13539 h 38817"/>
                  <a:gd name="connsiteX28" fmla="*/ 3463 w 25773"/>
                  <a:gd name="connsiteY28" fmla="*/ 19701 h 38817"/>
                  <a:gd name="connsiteX29" fmla="*/ 3913 w 25773"/>
                  <a:gd name="connsiteY29" fmla="*/ 26358 h 38817"/>
                  <a:gd name="connsiteX30" fmla="*/ 5443 w 25773"/>
                  <a:gd name="connsiteY30" fmla="*/ 31463 h 38817"/>
                  <a:gd name="connsiteX31" fmla="*/ 8322 w 25773"/>
                  <a:gd name="connsiteY31" fmla="*/ 34724 h 38817"/>
                  <a:gd name="connsiteX32" fmla="*/ 12886 w 25773"/>
                  <a:gd name="connsiteY32" fmla="*/ 35893 h 38817"/>
                  <a:gd name="connsiteX33" fmla="*/ 17835 w 25773"/>
                  <a:gd name="connsiteY33" fmla="*/ 34387 h 38817"/>
                  <a:gd name="connsiteX34" fmla="*/ 20668 w 25773"/>
                  <a:gd name="connsiteY34" fmla="*/ 30496 h 38817"/>
                  <a:gd name="connsiteX35" fmla="*/ 21972 w 25773"/>
                  <a:gd name="connsiteY35" fmla="*/ 25143 h 38817"/>
                  <a:gd name="connsiteX36" fmla="*/ 22288 w 25773"/>
                  <a:gd name="connsiteY36" fmla="*/ 19319 h 38817"/>
                  <a:gd name="connsiteX37" fmla="*/ 22310 w 25773"/>
                  <a:gd name="connsiteY37"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3" h="38817">
                    <a:moveTo>
                      <a:pt x="12932" y="0"/>
                    </a:moveTo>
                    <a:cubicBezTo>
                      <a:pt x="14798" y="0"/>
                      <a:pt x="16418" y="270"/>
                      <a:pt x="17790" y="832"/>
                    </a:cubicBezTo>
                    <a:cubicBezTo>
                      <a:pt x="19161" y="1394"/>
                      <a:pt x="20308" y="2159"/>
                      <a:pt x="21276" y="3126"/>
                    </a:cubicBezTo>
                    <a:cubicBezTo>
                      <a:pt x="22220" y="4093"/>
                      <a:pt x="23007" y="5240"/>
                      <a:pt x="23592" y="6522"/>
                    </a:cubicBezTo>
                    <a:cubicBezTo>
                      <a:pt x="24176" y="7826"/>
                      <a:pt x="24649" y="9198"/>
                      <a:pt x="24964" y="10660"/>
                    </a:cubicBezTo>
                    <a:cubicBezTo>
                      <a:pt x="25278" y="12122"/>
                      <a:pt x="25503" y="13629"/>
                      <a:pt x="25616" y="15158"/>
                    </a:cubicBezTo>
                    <a:cubicBezTo>
                      <a:pt x="25729" y="16710"/>
                      <a:pt x="25774" y="18217"/>
                      <a:pt x="25774" y="19701"/>
                    </a:cubicBezTo>
                    <a:cubicBezTo>
                      <a:pt x="25774" y="22220"/>
                      <a:pt x="25593" y="24626"/>
                      <a:pt x="25234" y="26943"/>
                    </a:cubicBezTo>
                    <a:cubicBezTo>
                      <a:pt x="24874" y="29259"/>
                      <a:pt x="24221" y="31283"/>
                      <a:pt x="23254" y="33037"/>
                    </a:cubicBezTo>
                    <a:cubicBezTo>
                      <a:pt x="22310" y="34791"/>
                      <a:pt x="21005" y="36208"/>
                      <a:pt x="19341" y="37243"/>
                    </a:cubicBezTo>
                    <a:cubicBezTo>
                      <a:pt x="17677" y="38277"/>
                      <a:pt x="15541" y="38817"/>
                      <a:pt x="12909" y="38817"/>
                    </a:cubicBezTo>
                    <a:cubicBezTo>
                      <a:pt x="10278" y="38817"/>
                      <a:pt x="8141" y="38300"/>
                      <a:pt x="6455" y="37243"/>
                    </a:cubicBezTo>
                    <a:cubicBezTo>
                      <a:pt x="4768" y="36186"/>
                      <a:pt x="3463" y="34791"/>
                      <a:pt x="2519" y="33015"/>
                    </a:cubicBezTo>
                    <a:cubicBezTo>
                      <a:pt x="1575" y="31238"/>
                      <a:pt x="900" y="29169"/>
                      <a:pt x="540" y="26808"/>
                    </a:cubicBezTo>
                    <a:cubicBezTo>
                      <a:pt x="180" y="24446"/>
                      <a:pt x="0" y="21950"/>
                      <a:pt x="0" y="19341"/>
                    </a:cubicBezTo>
                    <a:cubicBezTo>
                      <a:pt x="0" y="16935"/>
                      <a:pt x="158" y="14573"/>
                      <a:pt x="495" y="12279"/>
                    </a:cubicBezTo>
                    <a:cubicBezTo>
                      <a:pt x="810" y="9985"/>
                      <a:pt x="1440" y="7916"/>
                      <a:pt x="2362" y="6095"/>
                    </a:cubicBezTo>
                    <a:cubicBezTo>
                      <a:pt x="3284" y="4273"/>
                      <a:pt x="4588" y="2811"/>
                      <a:pt x="6275" y="1687"/>
                    </a:cubicBezTo>
                    <a:cubicBezTo>
                      <a:pt x="7961" y="562"/>
                      <a:pt x="10188" y="22"/>
                      <a:pt x="12909" y="22"/>
                    </a:cubicBezTo>
                    <a:lnTo>
                      <a:pt x="12909" y="22"/>
                    </a:lnTo>
                    <a:close/>
                    <a:moveTo>
                      <a:pt x="22310" y="19319"/>
                    </a:moveTo>
                    <a:cubicBezTo>
                      <a:pt x="22310" y="17272"/>
                      <a:pt x="22197" y="15270"/>
                      <a:pt x="21950" y="13291"/>
                    </a:cubicBezTo>
                    <a:cubicBezTo>
                      <a:pt x="21725" y="11335"/>
                      <a:pt x="21253" y="9581"/>
                      <a:pt x="20578" y="8029"/>
                    </a:cubicBezTo>
                    <a:cubicBezTo>
                      <a:pt x="19904" y="6477"/>
                      <a:pt x="18937" y="5240"/>
                      <a:pt x="17700" y="4295"/>
                    </a:cubicBezTo>
                    <a:cubicBezTo>
                      <a:pt x="16463" y="3351"/>
                      <a:pt x="14821" y="2901"/>
                      <a:pt x="12820" y="2901"/>
                    </a:cubicBezTo>
                    <a:cubicBezTo>
                      <a:pt x="10818" y="2901"/>
                      <a:pt x="9356" y="3373"/>
                      <a:pt x="8141" y="4340"/>
                    </a:cubicBezTo>
                    <a:cubicBezTo>
                      <a:pt x="6927" y="5308"/>
                      <a:pt x="5983" y="6567"/>
                      <a:pt x="5308" y="8141"/>
                    </a:cubicBezTo>
                    <a:cubicBezTo>
                      <a:pt x="4633" y="9715"/>
                      <a:pt x="4138" y="11515"/>
                      <a:pt x="3869" y="13539"/>
                    </a:cubicBezTo>
                    <a:cubicBezTo>
                      <a:pt x="3599" y="15563"/>
                      <a:pt x="3463" y="17609"/>
                      <a:pt x="3463" y="19701"/>
                    </a:cubicBezTo>
                    <a:cubicBezTo>
                      <a:pt x="3463" y="22152"/>
                      <a:pt x="3621" y="24379"/>
                      <a:pt x="3913" y="26358"/>
                    </a:cubicBezTo>
                    <a:cubicBezTo>
                      <a:pt x="4228" y="28359"/>
                      <a:pt x="4723" y="30046"/>
                      <a:pt x="5443" y="31463"/>
                    </a:cubicBezTo>
                    <a:cubicBezTo>
                      <a:pt x="6162" y="32857"/>
                      <a:pt x="7130" y="33959"/>
                      <a:pt x="8322" y="34724"/>
                    </a:cubicBezTo>
                    <a:cubicBezTo>
                      <a:pt x="9536" y="35489"/>
                      <a:pt x="11043" y="35893"/>
                      <a:pt x="12886" y="35893"/>
                    </a:cubicBezTo>
                    <a:cubicBezTo>
                      <a:pt x="14933" y="35893"/>
                      <a:pt x="16575" y="35399"/>
                      <a:pt x="17835" y="34387"/>
                    </a:cubicBezTo>
                    <a:cubicBezTo>
                      <a:pt x="19094" y="33375"/>
                      <a:pt x="20016" y="32093"/>
                      <a:pt x="20668" y="30496"/>
                    </a:cubicBezTo>
                    <a:cubicBezTo>
                      <a:pt x="21320" y="28899"/>
                      <a:pt x="21748" y="27122"/>
                      <a:pt x="21972" y="25143"/>
                    </a:cubicBezTo>
                    <a:cubicBezTo>
                      <a:pt x="22197" y="23164"/>
                      <a:pt x="22288" y="21230"/>
                      <a:pt x="22288" y="19319"/>
                    </a:cubicBezTo>
                    <a:lnTo>
                      <a:pt x="22310" y="19319"/>
                    </a:lnTo>
                    <a:close/>
                  </a:path>
                </a:pathLst>
              </a:custGeom>
              <a:solidFill>
                <a:srgbClr val="231F20"/>
              </a:solidFill>
              <a:ln w="2249" cap="flat">
                <a:noFill/>
                <a:prstDash val="solid"/>
                <a:miter/>
              </a:ln>
            </p:spPr>
            <p:txBody>
              <a:bodyPr rtlCol="0" anchor="ctr"/>
              <a:lstStyle/>
              <a:p>
                <a:endParaRPr lang="en-US"/>
              </a:p>
            </p:txBody>
          </p:sp>
          <p:sp>
            <p:nvSpPr>
              <p:cNvPr id="5188" name="Freeform 5187">
                <a:extLst>
                  <a:ext uri="{FF2B5EF4-FFF2-40B4-BE49-F238E27FC236}">
                    <a16:creationId xmlns:a16="http://schemas.microsoft.com/office/drawing/2014/main" id="{7450EDC3-BDFA-CFAB-8230-12E722EAC31C}"/>
                  </a:ext>
                </a:extLst>
              </p:cNvPr>
              <p:cNvSpPr/>
              <p:nvPr/>
            </p:nvSpPr>
            <p:spPr>
              <a:xfrm>
                <a:off x="8221356" y="2507989"/>
                <a:ext cx="25772" cy="3881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4 w 25772"/>
                  <a:gd name="connsiteY4" fmla="*/ 10660 h 38817"/>
                  <a:gd name="connsiteX5" fmla="*/ 25615 w 25772"/>
                  <a:gd name="connsiteY5" fmla="*/ 15158 h 38817"/>
                  <a:gd name="connsiteX6" fmla="*/ 25773 w 25772"/>
                  <a:gd name="connsiteY6" fmla="*/ 19701 h 38817"/>
                  <a:gd name="connsiteX7" fmla="*/ 25233 w 25772"/>
                  <a:gd name="connsiteY7" fmla="*/ 26943 h 38817"/>
                  <a:gd name="connsiteX8" fmla="*/ 23254 w 25772"/>
                  <a:gd name="connsiteY8" fmla="*/ 33037 h 38817"/>
                  <a:gd name="connsiteX9" fmla="*/ 19341 w 25772"/>
                  <a:gd name="connsiteY9" fmla="*/ 37243 h 38817"/>
                  <a:gd name="connsiteX10" fmla="*/ 12909 w 25772"/>
                  <a:gd name="connsiteY10" fmla="*/ 38817 h 38817"/>
                  <a:gd name="connsiteX11" fmla="*/ 6455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2 w 25772"/>
                  <a:gd name="connsiteY16" fmla="*/ 6095 h 38817"/>
                  <a:gd name="connsiteX17" fmla="*/ 6275 w 25772"/>
                  <a:gd name="connsiteY17" fmla="*/ 1687 h 38817"/>
                  <a:gd name="connsiteX18" fmla="*/ 12909 w 25772"/>
                  <a:gd name="connsiteY18" fmla="*/ 22 h 38817"/>
                  <a:gd name="connsiteX19" fmla="*/ 12909 w 25772"/>
                  <a:gd name="connsiteY19" fmla="*/ 22 h 38817"/>
                  <a:gd name="connsiteX20" fmla="*/ 22309 w 25772"/>
                  <a:gd name="connsiteY20" fmla="*/ 19319 h 38817"/>
                  <a:gd name="connsiteX21" fmla="*/ 21950 w 25772"/>
                  <a:gd name="connsiteY21" fmla="*/ 13291 h 38817"/>
                  <a:gd name="connsiteX22" fmla="*/ 20578 w 25772"/>
                  <a:gd name="connsiteY22" fmla="*/ 8029 h 38817"/>
                  <a:gd name="connsiteX23" fmla="*/ 17700 w 25772"/>
                  <a:gd name="connsiteY23" fmla="*/ 4295 h 38817"/>
                  <a:gd name="connsiteX24" fmla="*/ 12819 w 25772"/>
                  <a:gd name="connsiteY24" fmla="*/ 2901 h 38817"/>
                  <a:gd name="connsiteX25" fmla="*/ 8141 w 25772"/>
                  <a:gd name="connsiteY25" fmla="*/ 4340 h 38817"/>
                  <a:gd name="connsiteX26" fmla="*/ 5308 w 25772"/>
                  <a:gd name="connsiteY26" fmla="*/ 8141 h 38817"/>
                  <a:gd name="connsiteX27" fmla="*/ 3868 w 25772"/>
                  <a:gd name="connsiteY27" fmla="*/ 13539 h 38817"/>
                  <a:gd name="connsiteX28" fmla="*/ 3463 w 25772"/>
                  <a:gd name="connsiteY28" fmla="*/ 19701 h 38817"/>
                  <a:gd name="connsiteX29" fmla="*/ 3913 w 25772"/>
                  <a:gd name="connsiteY29" fmla="*/ 26358 h 38817"/>
                  <a:gd name="connsiteX30" fmla="*/ 5442 w 25772"/>
                  <a:gd name="connsiteY30" fmla="*/ 31463 h 38817"/>
                  <a:gd name="connsiteX31" fmla="*/ 8321 w 25772"/>
                  <a:gd name="connsiteY31" fmla="*/ 34724 h 38817"/>
                  <a:gd name="connsiteX32" fmla="*/ 12886 w 25772"/>
                  <a:gd name="connsiteY32" fmla="*/ 35893 h 38817"/>
                  <a:gd name="connsiteX33" fmla="*/ 17834 w 25772"/>
                  <a:gd name="connsiteY33" fmla="*/ 34387 h 38817"/>
                  <a:gd name="connsiteX34" fmla="*/ 20668 w 25772"/>
                  <a:gd name="connsiteY34" fmla="*/ 30496 h 38817"/>
                  <a:gd name="connsiteX35" fmla="*/ 21972 w 25772"/>
                  <a:gd name="connsiteY35" fmla="*/ 25143 h 38817"/>
                  <a:gd name="connsiteX36" fmla="*/ 22287 w 25772"/>
                  <a:gd name="connsiteY36" fmla="*/ 19319 h 38817"/>
                  <a:gd name="connsiteX37" fmla="*/ 22309 w 25772"/>
                  <a:gd name="connsiteY37"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7">
                    <a:moveTo>
                      <a:pt x="12932" y="0"/>
                    </a:moveTo>
                    <a:cubicBezTo>
                      <a:pt x="14798" y="0"/>
                      <a:pt x="16418" y="270"/>
                      <a:pt x="17789" y="832"/>
                    </a:cubicBezTo>
                    <a:cubicBezTo>
                      <a:pt x="19161" y="1394"/>
                      <a:pt x="20308" y="2159"/>
                      <a:pt x="21275" y="3126"/>
                    </a:cubicBezTo>
                    <a:cubicBezTo>
                      <a:pt x="22220" y="4093"/>
                      <a:pt x="23007" y="5240"/>
                      <a:pt x="23592" y="6522"/>
                    </a:cubicBezTo>
                    <a:cubicBezTo>
                      <a:pt x="24176" y="7826"/>
                      <a:pt x="24648" y="9198"/>
                      <a:pt x="24964" y="10660"/>
                    </a:cubicBezTo>
                    <a:cubicBezTo>
                      <a:pt x="25278" y="12122"/>
                      <a:pt x="25503" y="13629"/>
                      <a:pt x="25615" y="15158"/>
                    </a:cubicBezTo>
                    <a:cubicBezTo>
                      <a:pt x="25728" y="16710"/>
                      <a:pt x="25773" y="18217"/>
                      <a:pt x="25773" y="19701"/>
                    </a:cubicBezTo>
                    <a:cubicBezTo>
                      <a:pt x="25773" y="22220"/>
                      <a:pt x="25593" y="24626"/>
                      <a:pt x="25233" y="26943"/>
                    </a:cubicBezTo>
                    <a:cubicBezTo>
                      <a:pt x="24874" y="29259"/>
                      <a:pt x="24221" y="31283"/>
                      <a:pt x="23254" y="33037"/>
                    </a:cubicBezTo>
                    <a:cubicBezTo>
                      <a:pt x="22309" y="34791"/>
                      <a:pt x="21005" y="36208"/>
                      <a:pt x="19341" y="37243"/>
                    </a:cubicBezTo>
                    <a:cubicBezTo>
                      <a:pt x="17677" y="38277"/>
                      <a:pt x="15540" y="38817"/>
                      <a:pt x="12909" y="38817"/>
                    </a:cubicBezTo>
                    <a:cubicBezTo>
                      <a:pt x="10278" y="38817"/>
                      <a:pt x="8141" y="38300"/>
                      <a:pt x="6455" y="37243"/>
                    </a:cubicBezTo>
                    <a:cubicBezTo>
                      <a:pt x="4768" y="36186"/>
                      <a:pt x="3463" y="34791"/>
                      <a:pt x="2519" y="33015"/>
                    </a:cubicBezTo>
                    <a:cubicBezTo>
                      <a:pt x="1574" y="31238"/>
                      <a:pt x="899" y="29169"/>
                      <a:pt x="540" y="26808"/>
                    </a:cubicBezTo>
                    <a:cubicBezTo>
                      <a:pt x="180" y="24446"/>
                      <a:pt x="0" y="21950"/>
                      <a:pt x="0" y="19341"/>
                    </a:cubicBezTo>
                    <a:cubicBezTo>
                      <a:pt x="0" y="16935"/>
                      <a:pt x="158" y="14573"/>
                      <a:pt x="495" y="12279"/>
                    </a:cubicBezTo>
                    <a:cubicBezTo>
                      <a:pt x="810" y="9985"/>
                      <a:pt x="1439" y="7916"/>
                      <a:pt x="2362" y="6095"/>
                    </a:cubicBezTo>
                    <a:cubicBezTo>
                      <a:pt x="3283" y="4273"/>
                      <a:pt x="4588" y="2811"/>
                      <a:pt x="6275" y="1687"/>
                    </a:cubicBezTo>
                    <a:cubicBezTo>
                      <a:pt x="7961" y="562"/>
                      <a:pt x="10188" y="22"/>
                      <a:pt x="12909" y="22"/>
                    </a:cubicBezTo>
                    <a:lnTo>
                      <a:pt x="12909" y="22"/>
                    </a:lnTo>
                    <a:close/>
                    <a:moveTo>
                      <a:pt x="22309" y="19319"/>
                    </a:moveTo>
                    <a:cubicBezTo>
                      <a:pt x="22309" y="17272"/>
                      <a:pt x="22197" y="15270"/>
                      <a:pt x="21950" y="13291"/>
                    </a:cubicBezTo>
                    <a:cubicBezTo>
                      <a:pt x="21725" y="11335"/>
                      <a:pt x="21253" y="9581"/>
                      <a:pt x="20578" y="8029"/>
                    </a:cubicBezTo>
                    <a:cubicBezTo>
                      <a:pt x="19904" y="6477"/>
                      <a:pt x="18936" y="5240"/>
                      <a:pt x="17700" y="4295"/>
                    </a:cubicBezTo>
                    <a:cubicBezTo>
                      <a:pt x="16463" y="3351"/>
                      <a:pt x="14821" y="2901"/>
                      <a:pt x="12819" y="2901"/>
                    </a:cubicBezTo>
                    <a:cubicBezTo>
                      <a:pt x="10818" y="2901"/>
                      <a:pt x="9355" y="3373"/>
                      <a:pt x="8141" y="4340"/>
                    </a:cubicBezTo>
                    <a:cubicBezTo>
                      <a:pt x="6927" y="5308"/>
                      <a:pt x="5982" y="6567"/>
                      <a:pt x="5308" y="8141"/>
                    </a:cubicBezTo>
                    <a:cubicBezTo>
                      <a:pt x="4633" y="9715"/>
                      <a:pt x="4138" y="11515"/>
                      <a:pt x="3868" y="13539"/>
                    </a:cubicBezTo>
                    <a:cubicBezTo>
                      <a:pt x="3599" y="15563"/>
                      <a:pt x="3463" y="17609"/>
                      <a:pt x="3463" y="19701"/>
                    </a:cubicBezTo>
                    <a:cubicBezTo>
                      <a:pt x="3463" y="22152"/>
                      <a:pt x="3621" y="24379"/>
                      <a:pt x="3913" y="26358"/>
                    </a:cubicBezTo>
                    <a:cubicBezTo>
                      <a:pt x="4228" y="28359"/>
                      <a:pt x="4723" y="30046"/>
                      <a:pt x="5442" y="31463"/>
                    </a:cubicBezTo>
                    <a:cubicBezTo>
                      <a:pt x="6162" y="32857"/>
                      <a:pt x="7129" y="33959"/>
                      <a:pt x="8321" y="34724"/>
                    </a:cubicBezTo>
                    <a:cubicBezTo>
                      <a:pt x="9536" y="35489"/>
                      <a:pt x="11042" y="35893"/>
                      <a:pt x="12886" y="35893"/>
                    </a:cubicBezTo>
                    <a:cubicBezTo>
                      <a:pt x="14933" y="35893"/>
                      <a:pt x="16575" y="35399"/>
                      <a:pt x="17834" y="34387"/>
                    </a:cubicBezTo>
                    <a:cubicBezTo>
                      <a:pt x="19094" y="33375"/>
                      <a:pt x="20016" y="32093"/>
                      <a:pt x="20668" y="30496"/>
                    </a:cubicBezTo>
                    <a:cubicBezTo>
                      <a:pt x="21320" y="28899"/>
                      <a:pt x="21747" y="27122"/>
                      <a:pt x="21972" y="25143"/>
                    </a:cubicBezTo>
                    <a:cubicBezTo>
                      <a:pt x="22197" y="23164"/>
                      <a:pt x="22287" y="21230"/>
                      <a:pt x="22287" y="19319"/>
                    </a:cubicBezTo>
                    <a:lnTo>
                      <a:pt x="22309" y="19319"/>
                    </a:lnTo>
                    <a:close/>
                  </a:path>
                </a:pathLst>
              </a:custGeom>
              <a:solidFill>
                <a:srgbClr val="231F20"/>
              </a:solidFill>
              <a:ln w="2249" cap="flat">
                <a:noFill/>
                <a:prstDash val="solid"/>
                <a:miter/>
              </a:ln>
            </p:spPr>
            <p:txBody>
              <a:bodyPr rtlCol="0" anchor="ctr"/>
              <a:lstStyle/>
              <a:p>
                <a:endParaRPr lang="en-US"/>
              </a:p>
            </p:txBody>
          </p:sp>
        </p:grpSp>
        <p:grpSp>
          <p:nvGrpSpPr>
            <p:cNvPr id="5189" name="Graphic 3">
              <a:extLst>
                <a:ext uri="{FF2B5EF4-FFF2-40B4-BE49-F238E27FC236}">
                  <a16:creationId xmlns:a16="http://schemas.microsoft.com/office/drawing/2014/main" id="{6D5F4CF9-D734-6B4F-9D53-4B60F1B55C92}"/>
                </a:ext>
              </a:extLst>
            </p:cNvPr>
            <p:cNvGrpSpPr/>
            <p:nvPr/>
          </p:nvGrpSpPr>
          <p:grpSpPr>
            <a:xfrm>
              <a:off x="6767560" y="1360474"/>
              <a:ext cx="1051489" cy="216548"/>
              <a:chOff x="8449310" y="2321078"/>
              <a:chExt cx="242100" cy="49859"/>
            </a:xfrm>
            <a:solidFill>
              <a:srgbClr val="010101"/>
            </a:solidFill>
          </p:grpSpPr>
          <p:sp>
            <p:nvSpPr>
              <p:cNvPr id="5190" name="Freeform 5189">
                <a:extLst>
                  <a:ext uri="{FF2B5EF4-FFF2-40B4-BE49-F238E27FC236}">
                    <a16:creationId xmlns:a16="http://schemas.microsoft.com/office/drawing/2014/main" id="{019CFC96-5F5F-B6D0-0F30-974FEA369503}"/>
                  </a:ext>
                </a:extLst>
              </p:cNvPr>
              <p:cNvSpPr/>
              <p:nvPr/>
            </p:nvSpPr>
            <p:spPr>
              <a:xfrm>
                <a:off x="8449310" y="2331221"/>
                <a:ext cx="24895" cy="29461"/>
              </a:xfrm>
              <a:custGeom>
                <a:avLst/>
                <a:gdLst>
                  <a:gd name="connsiteX0" fmla="*/ 21163 w 24895"/>
                  <a:gd name="connsiteY0" fmla="*/ 9558 h 29461"/>
                  <a:gd name="connsiteX1" fmla="*/ 18194 w 24895"/>
                  <a:gd name="connsiteY1" fmla="*/ 4678 h 29461"/>
                  <a:gd name="connsiteX2" fmla="*/ 12841 w 24895"/>
                  <a:gd name="connsiteY2" fmla="*/ 2924 h 29461"/>
                  <a:gd name="connsiteX3" fmla="*/ 8568 w 24895"/>
                  <a:gd name="connsiteY3" fmla="*/ 3958 h 29461"/>
                  <a:gd name="connsiteX4" fmla="*/ 5645 w 24895"/>
                  <a:gd name="connsiteY4" fmla="*/ 6679 h 29461"/>
                  <a:gd name="connsiteX5" fmla="*/ 3981 w 24895"/>
                  <a:gd name="connsiteY5" fmla="*/ 10503 h 29461"/>
                  <a:gd name="connsiteX6" fmla="*/ 3440 w 24895"/>
                  <a:gd name="connsiteY6" fmla="*/ 14798 h 29461"/>
                  <a:gd name="connsiteX7" fmla="*/ 3958 w 24895"/>
                  <a:gd name="connsiteY7" fmla="*/ 19116 h 29461"/>
                  <a:gd name="connsiteX8" fmla="*/ 5600 w 24895"/>
                  <a:gd name="connsiteY8" fmla="*/ 22894 h 29461"/>
                  <a:gd name="connsiteX9" fmla="*/ 8523 w 24895"/>
                  <a:gd name="connsiteY9" fmla="*/ 25571 h 29461"/>
                  <a:gd name="connsiteX10" fmla="*/ 12841 w 24895"/>
                  <a:gd name="connsiteY10" fmla="*/ 26560 h 29461"/>
                  <a:gd name="connsiteX11" fmla="*/ 18643 w 24895"/>
                  <a:gd name="connsiteY11" fmla="*/ 24559 h 29461"/>
                  <a:gd name="connsiteX12" fmla="*/ 21432 w 24895"/>
                  <a:gd name="connsiteY12" fmla="*/ 19049 h 29461"/>
                  <a:gd name="connsiteX13" fmla="*/ 24896 w 24895"/>
                  <a:gd name="connsiteY13" fmla="*/ 19049 h 29461"/>
                  <a:gd name="connsiteX14" fmla="*/ 23524 w 24895"/>
                  <a:gd name="connsiteY14" fmla="*/ 23277 h 29461"/>
                  <a:gd name="connsiteX15" fmla="*/ 21095 w 24895"/>
                  <a:gd name="connsiteY15" fmla="*/ 26560 h 29461"/>
                  <a:gd name="connsiteX16" fmla="*/ 17564 w 24895"/>
                  <a:gd name="connsiteY16" fmla="*/ 28697 h 29461"/>
                  <a:gd name="connsiteX17" fmla="*/ 12864 w 24895"/>
                  <a:gd name="connsiteY17" fmla="*/ 29461 h 29461"/>
                  <a:gd name="connsiteX18" fmla="*/ 7084 w 24895"/>
                  <a:gd name="connsiteY18" fmla="*/ 28337 h 29461"/>
                  <a:gd name="connsiteX19" fmla="*/ 3081 w 24895"/>
                  <a:gd name="connsiteY19" fmla="*/ 25233 h 29461"/>
                  <a:gd name="connsiteX20" fmla="*/ 764 w 24895"/>
                  <a:gd name="connsiteY20" fmla="*/ 20555 h 29461"/>
                  <a:gd name="connsiteX21" fmla="*/ 0 w 24895"/>
                  <a:gd name="connsiteY21" fmla="*/ 14776 h 29461"/>
                  <a:gd name="connsiteX22" fmla="*/ 832 w 24895"/>
                  <a:gd name="connsiteY22" fmla="*/ 9198 h 29461"/>
                  <a:gd name="connsiteX23" fmla="*/ 3283 w 24895"/>
                  <a:gd name="connsiteY23" fmla="*/ 4475 h 29461"/>
                  <a:gd name="connsiteX24" fmla="*/ 7309 w 24895"/>
                  <a:gd name="connsiteY24" fmla="*/ 1214 h 29461"/>
                  <a:gd name="connsiteX25" fmla="*/ 12841 w 24895"/>
                  <a:gd name="connsiteY25" fmla="*/ 0 h 29461"/>
                  <a:gd name="connsiteX26" fmla="*/ 20690 w 24895"/>
                  <a:gd name="connsiteY26" fmla="*/ 2316 h 29461"/>
                  <a:gd name="connsiteX27" fmla="*/ 24446 w 24895"/>
                  <a:gd name="connsiteY27" fmla="*/ 9558 h 29461"/>
                  <a:gd name="connsiteX28" fmla="*/ 21163 w 24895"/>
                  <a:gd name="connsiteY28" fmla="*/ 9558 h 29461"/>
                  <a:gd name="connsiteX29" fmla="*/ 21163 w 24895"/>
                  <a:gd name="connsiteY29"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4895" h="29461">
                    <a:moveTo>
                      <a:pt x="21163" y="9558"/>
                    </a:moveTo>
                    <a:cubicBezTo>
                      <a:pt x="20578" y="7467"/>
                      <a:pt x="19588" y="5847"/>
                      <a:pt x="18194" y="4678"/>
                    </a:cubicBezTo>
                    <a:cubicBezTo>
                      <a:pt x="16800" y="3508"/>
                      <a:pt x="15000" y="2924"/>
                      <a:pt x="12841" y="2924"/>
                    </a:cubicBezTo>
                    <a:cubicBezTo>
                      <a:pt x="11177" y="2924"/>
                      <a:pt x="9760" y="3261"/>
                      <a:pt x="8568" y="3958"/>
                    </a:cubicBezTo>
                    <a:cubicBezTo>
                      <a:pt x="7376" y="4633"/>
                      <a:pt x="6409" y="5555"/>
                      <a:pt x="5645" y="6679"/>
                    </a:cubicBezTo>
                    <a:cubicBezTo>
                      <a:pt x="4880" y="7804"/>
                      <a:pt x="4340" y="9086"/>
                      <a:pt x="3981" y="10503"/>
                    </a:cubicBezTo>
                    <a:cubicBezTo>
                      <a:pt x="3621" y="11919"/>
                      <a:pt x="3440" y="13359"/>
                      <a:pt x="3440" y="14798"/>
                    </a:cubicBezTo>
                    <a:cubicBezTo>
                      <a:pt x="3440" y="16237"/>
                      <a:pt x="3621" y="17722"/>
                      <a:pt x="3958" y="19116"/>
                    </a:cubicBezTo>
                    <a:cubicBezTo>
                      <a:pt x="4295" y="20511"/>
                      <a:pt x="4858" y="21770"/>
                      <a:pt x="5600" y="22894"/>
                    </a:cubicBezTo>
                    <a:cubicBezTo>
                      <a:pt x="6342" y="24019"/>
                      <a:pt x="7332" y="24896"/>
                      <a:pt x="8523" y="25571"/>
                    </a:cubicBezTo>
                    <a:cubicBezTo>
                      <a:pt x="9715" y="26245"/>
                      <a:pt x="11155" y="26560"/>
                      <a:pt x="12841" y="26560"/>
                    </a:cubicBezTo>
                    <a:cubicBezTo>
                      <a:pt x="15247" y="26560"/>
                      <a:pt x="17182" y="25886"/>
                      <a:pt x="18643" y="24559"/>
                    </a:cubicBezTo>
                    <a:cubicBezTo>
                      <a:pt x="20106" y="23232"/>
                      <a:pt x="21027" y="21388"/>
                      <a:pt x="21432" y="19049"/>
                    </a:cubicBezTo>
                    <a:lnTo>
                      <a:pt x="24896" y="19049"/>
                    </a:lnTo>
                    <a:cubicBezTo>
                      <a:pt x="24603" y="20600"/>
                      <a:pt x="24154" y="22017"/>
                      <a:pt x="23524" y="23277"/>
                    </a:cubicBezTo>
                    <a:cubicBezTo>
                      <a:pt x="22894" y="24559"/>
                      <a:pt x="22084" y="25661"/>
                      <a:pt x="21095" y="26560"/>
                    </a:cubicBezTo>
                    <a:cubicBezTo>
                      <a:pt x="20106" y="27482"/>
                      <a:pt x="18936" y="28179"/>
                      <a:pt x="17564" y="28697"/>
                    </a:cubicBezTo>
                    <a:cubicBezTo>
                      <a:pt x="16192" y="29214"/>
                      <a:pt x="14641" y="29461"/>
                      <a:pt x="12864" y="29461"/>
                    </a:cubicBezTo>
                    <a:cubicBezTo>
                      <a:pt x="10638" y="29461"/>
                      <a:pt x="8703" y="29079"/>
                      <a:pt x="7084" y="28337"/>
                    </a:cubicBezTo>
                    <a:cubicBezTo>
                      <a:pt x="5465" y="27572"/>
                      <a:pt x="4138" y="26538"/>
                      <a:pt x="3081" y="25233"/>
                    </a:cubicBezTo>
                    <a:cubicBezTo>
                      <a:pt x="2024" y="23929"/>
                      <a:pt x="1259" y="22355"/>
                      <a:pt x="764" y="20555"/>
                    </a:cubicBezTo>
                    <a:cubicBezTo>
                      <a:pt x="270" y="18756"/>
                      <a:pt x="0" y="16822"/>
                      <a:pt x="0" y="14776"/>
                    </a:cubicBezTo>
                    <a:cubicBezTo>
                      <a:pt x="0" y="12842"/>
                      <a:pt x="270" y="10975"/>
                      <a:pt x="832" y="9198"/>
                    </a:cubicBezTo>
                    <a:cubicBezTo>
                      <a:pt x="1394" y="7422"/>
                      <a:pt x="2204" y="5847"/>
                      <a:pt x="3283" y="4475"/>
                    </a:cubicBezTo>
                    <a:cubicBezTo>
                      <a:pt x="4363" y="3104"/>
                      <a:pt x="5712" y="2024"/>
                      <a:pt x="7309" y="1214"/>
                    </a:cubicBezTo>
                    <a:cubicBezTo>
                      <a:pt x="8906" y="405"/>
                      <a:pt x="10750" y="0"/>
                      <a:pt x="12841" y="0"/>
                    </a:cubicBezTo>
                    <a:cubicBezTo>
                      <a:pt x="16080" y="0"/>
                      <a:pt x="18688" y="765"/>
                      <a:pt x="20690" y="2316"/>
                    </a:cubicBezTo>
                    <a:cubicBezTo>
                      <a:pt x="22692" y="3868"/>
                      <a:pt x="23929" y="6275"/>
                      <a:pt x="24446" y="9558"/>
                    </a:cubicBezTo>
                    <a:lnTo>
                      <a:pt x="21163" y="9558"/>
                    </a:lnTo>
                    <a:lnTo>
                      <a:pt x="21163" y="9558"/>
                    </a:lnTo>
                    <a:close/>
                  </a:path>
                </a:pathLst>
              </a:custGeom>
              <a:solidFill>
                <a:srgbClr val="010101"/>
              </a:solidFill>
              <a:ln w="2249" cap="flat">
                <a:noFill/>
                <a:prstDash val="solid"/>
                <a:miter/>
              </a:ln>
            </p:spPr>
            <p:txBody>
              <a:bodyPr rtlCol="0" anchor="ctr"/>
              <a:lstStyle/>
              <a:p>
                <a:endParaRPr lang="en-US"/>
              </a:p>
            </p:txBody>
          </p:sp>
          <p:sp>
            <p:nvSpPr>
              <p:cNvPr id="5191" name="Freeform 5190">
                <a:extLst>
                  <a:ext uri="{FF2B5EF4-FFF2-40B4-BE49-F238E27FC236}">
                    <a16:creationId xmlns:a16="http://schemas.microsoft.com/office/drawing/2014/main" id="{DD5F35E1-41A6-64E4-2EF4-EC1324162E68}"/>
                  </a:ext>
                </a:extLst>
              </p:cNvPr>
              <p:cNvSpPr/>
              <p:nvPr/>
            </p:nvSpPr>
            <p:spPr>
              <a:xfrm>
                <a:off x="8478839" y="2331199"/>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4 w 25908"/>
                  <a:gd name="connsiteY3" fmla="*/ 21185 h 29483"/>
                  <a:gd name="connsiteX4" fmla="*/ 0 w 25908"/>
                  <a:gd name="connsiteY4" fmla="*/ 14753 h 29483"/>
                  <a:gd name="connsiteX5" fmla="*/ 810 w 25908"/>
                  <a:gd name="connsiteY5" fmla="*/ 8996 h 29483"/>
                  <a:gd name="connsiteX6" fmla="*/ 3238 w 25908"/>
                  <a:gd name="connsiteY6" fmla="*/ 4318 h 29483"/>
                  <a:gd name="connsiteX7" fmla="*/ 7287 w 25908"/>
                  <a:gd name="connsiteY7" fmla="*/ 1169 h 29483"/>
                  <a:gd name="connsiteX8" fmla="*/ 12954 w 25908"/>
                  <a:gd name="connsiteY8" fmla="*/ 0 h 29483"/>
                  <a:gd name="connsiteX9" fmla="*/ 18666 w 25908"/>
                  <a:gd name="connsiteY9" fmla="*/ 1169 h 29483"/>
                  <a:gd name="connsiteX10" fmla="*/ 22715 w 25908"/>
                  <a:gd name="connsiteY10" fmla="*/ 4296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12954 w 25908"/>
                  <a:gd name="connsiteY17" fmla="*/ 29484 h 29483"/>
                  <a:gd name="connsiteX18" fmla="*/ 22467 w 25908"/>
                  <a:gd name="connsiteY18" fmla="*/ 14753 h 29483"/>
                  <a:gd name="connsiteX19" fmla="*/ 21927 w 25908"/>
                  <a:gd name="connsiteY19" fmla="*/ 10120 h 29483"/>
                  <a:gd name="connsiteX20" fmla="*/ 20263 w 25908"/>
                  <a:gd name="connsiteY20" fmla="*/ 6365 h 29483"/>
                  <a:gd name="connsiteX21" fmla="*/ 17339 w 25908"/>
                  <a:gd name="connsiteY21" fmla="*/ 3846 h 29483"/>
                  <a:gd name="connsiteX22" fmla="*/ 12977 w 25908"/>
                  <a:gd name="connsiteY22" fmla="*/ 2924 h 29483"/>
                  <a:gd name="connsiteX23" fmla="*/ 8636 w 25908"/>
                  <a:gd name="connsiteY23" fmla="*/ 3913 h 29483"/>
                  <a:gd name="connsiteX24" fmla="*/ 5690 w 25908"/>
                  <a:gd name="connsiteY24" fmla="*/ 6567 h 29483"/>
                  <a:gd name="connsiteX25" fmla="*/ 4026 w 25908"/>
                  <a:gd name="connsiteY25" fmla="*/ 10345 h 29483"/>
                  <a:gd name="connsiteX26" fmla="*/ 3486 w 25908"/>
                  <a:gd name="connsiteY26" fmla="*/ 14753 h 29483"/>
                  <a:gd name="connsiteX27" fmla="*/ 4116 w 25908"/>
                  <a:gd name="connsiteY27" fmla="*/ 19521 h 29483"/>
                  <a:gd name="connsiteX28" fmla="*/ 5915 w 25908"/>
                  <a:gd name="connsiteY28" fmla="*/ 23277 h 29483"/>
                  <a:gd name="connsiteX29" fmla="*/ 8883 w 25908"/>
                  <a:gd name="connsiteY29" fmla="*/ 25706 h 29483"/>
                  <a:gd name="connsiteX30" fmla="*/ 12977 w 25908"/>
                  <a:gd name="connsiteY30" fmla="*/ 26560 h 29483"/>
                  <a:gd name="connsiteX31" fmla="*/ 17317 w 25908"/>
                  <a:gd name="connsiteY31" fmla="*/ 25571 h 29483"/>
                  <a:gd name="connsiteX32" fmla="*/ 20263 w 25908"/>
                  <a:gd name="connsiteY32" fmla="*/ 22894 h 29483"/>
                  <a:gd name="connsiteX33" fmla="*/ 21927 w 25908"/>
                  <a:gd name="connsiteY33" fmla="*/ 19116 h 29483"/>
                  <a:gd name="connsiteX34" fmla="*/ 22467 w 25908"/>
                  <a:gd name="connsiteY34" fmla="*/ 14753 h 29483"/>
                  <a:gd name="connsiteX35" fmla="*/ 22467 w 25908"/>
                  <a:gd name="connsiteY35"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4" y="21185"/>
                    </a:cubicBezTo>
                    <a:cubicBezTo>
                      <a:pt x="360" y="19341"/>
                      <a:pt x="0" y="17205"/>
                      <a:pt x="0" y="14753"/>
                    </a:cubicBezTo>
                    <a:cubicBezTo>
                      <a:pt x="0" y="12707"/>
                      <a:pt x="270" y="10795"/>
                      <a:pt x="810" y="8996"/>
                    </a:cubicBezTo>
                    <a:cubicBezTo>
                      <a:pt x="1350" y="7219"/>
                      <a:pt x="2159" y="5667"/>
                      <a:pt x="3238" y="4318"/>
                    </a:cubicBezTo>
                    <a:cubicBezTo>
                      <a:pt x="4318" y="2991"/>
                      <a:pt x="5667" y="1934"/>
                      <a:pt x="7287" y="1169"/>
                    </a:cubicBezTo>
                    <a:cubicBezTo>
                      <a:pt x="8906" y="405"/>
                      <a:pt x="10795" y="0"/>
                      <a:pt x="12954" y="0"/>
                    </a:cubicBezTo>
                    <a:cubicBezTo>
                      <a:pt x="15113" y="0"/>
                      <a:pt x="17047" y="382"/>
                      <a:pt x="18666" y="1169"/>
                    </a:cubicBezTo>
                    <a:cubicBezTo>
                      <a:pt x="20286" y="1934"/>
                      <a:pt x="21635" y="2991"/>
                      <a:pt x="22715" y="4296"/>
                    </a:cubicBezTo>
                    <a:cubicBezTo>
                      <a:pt x="23794" y="5600"/>
                      <a:pt x="24603" y="7174"/>
                      <a:pt x="25121" y="8973"/>
                    </a:cubicBezTo>
                    <a:cubicBezTo>
                      <a:pt x="25638" y="10773"/>
                      <a:pt x="25908" y="12707"/>
                      <a:pt x="25908" y="14753"/>
                    </a:cubicBezTo>
                    <a:cubicBezTo>
                      <a:pt x="25908" y="16980"/>
                      <a:pt x="25593" y="19004"/>
                      <a:pt x="24986" y="20803"/>
                    </a:cubicBezTo>
                    <a:cubicBezTo>
                      <a:pt x="24379" y="22602"/>
                      <a:pt x="23502" y="24154"/>
                      <a:pt x="22377" y="25436"/>
                    </a:cubicBezTo>
                    <a:cubicBezTo>
                      <a:pt x="21253" y="26740"/>
                      <a:pt x="19881" y="27730"/>
                      <a:pt x="18284" y="28427"/>
                    </a:cubicBezTo>
                    <a:cubicBezTo>
                      <a:pt x="16687" y="29124"/>
                      <a:pt x="14911" y="29484"/>
                      <a:pt x="12977" y="29484"/>
                    </a:cubicBezTo>
                    <a:lnTo>
                      <a:pt x="12954" y="29484"/>
                    </a:lnTo>
                    <a:close/>
                    <a:moveTo>
                      <a:pt x="22467" y="14753"/>
                    </a:moveTo>
                    <a:cubicBezTo>
                      <a:pt x="22467" y="13089"/>
                      <a:pt x="22287" y="11560"/>
                      <a:pt x="21927" y="10120"/>
                    </a:cubicBezTo>
                    <a:cubicBezTo>
                      <a:pt x="21568" y="8681"/>
                      <a:pt x="21005" y="7422"/>
                      <a:pt x="20263" y="6365"/>
                    </a:cubicBezTo>
                    <a:cubicBezTo>
                      <a:pt x="19498" y="5308"/>
                      <a:pt x="18531" y="4475"/>
                      <a:pt x="17339" y="3846"/>
                    </a:cubicBezTo>
                    <a:cubicBezTo>
                      <a:pt x="16147" y="3239"/>
                      <a:pt x="14686" y="2924"/>
                      <a:pt x="12977" y="2924"/>
                    </a:cubicBezTo>
                    <a:cubicBezTo>
                      <a:pt x="11267" y="2924"/>
                      <a:pt x="9828" y="3261"/>
                      <a:pt x="8636" y="3913"/>
                    </a:cubicBezTo>
                    <a:cubicBezTo>
                      <a:pt x="7422" y="4588"/>
                      <a:pt x="6455" y="5465"/>
                      <a:pt x="5690" y="6567"/>
                    </a:cubicBezTo>
                    <a:cubicBezTo>
                      <a:pt x="4925" y="7669"/>
                      <a:pt x="4385" y="8928"/>
                      <a:pt x="4026" y="10345"/>
                    </a:cubicBezTo>
                    <a:cubicBezTo>
                      <a:pt x="3666" y="11762"/>
                      <a:pt x="3486" y="13224"/>
                      <a:pt x="3486" y="14753"/>
                    </a:cubicBezTo>
                    <a:cubicBezTo>
                      <a:pt x="3486" y="16485"/>
                      <a:pt x="3689" y="18082"/>
                      <a:pt x="4116" y="19521"/>
                    </a:cubicBezTo>
                    <a:cubicBezTo>
                      <a:pt x="4520" y="20983"/>
                      <a:pt x="5128" y="22220"/>
                      <a:pt x="5915" y="23277"/>
                    </a:cubicBezTo>
                    <a:cubicBezTo>
                      <a:pt x="6702" y="24311"/>
                      <a:pt x="7691" y="25121"/>
                      <a:pt x="8883" y="25706"/>
                    </a:cubicBezTo>
                    <a:cubicBezTo>
                      <a:pt x="10075" y="26290"/>
                      <a:pt x="11447" y="26560"/>
                      <a:pt x="12977" y="26560"/>
                    </a:cubicBezTo>
                    <a:cubicBezTo>
                      <a:pt x="14663" y="26560"/>
                      <a:pt x="16125" y="26223"/>
                      <a:pt x="17317" y="25571"/>
                    </a:cubicBezTo>
                    <a:cubicBezTo>
                      <a:pt x="18509" y="24918"/>
                      <a:pt x="19498" y="24019"/>
                      <a:pt x="20263" y="22894"/>
                    </a:cubicBezTo>
                    <a:cubicBezTo>
                      <a:pt x="21028" y="21770"/>
                      <a:pt x="21568" y="20511"/>
                      <a:pt x="21927" y="19116"/>
                    </a:cubicBezTo>
                    <a:cubicBezTo>
                      <a:pt x="22287" y="17722"/>
                      <a:pt x="22467" y="16260"/>
                      <a:pt x="22467" y="14753"/>
                    </a:cubicBezTo>
                    <a:lnTo>
                      <a:pt x="22467" y="14753"/>
                    </a:lnTo>
                    <a:close/>
                  </a:path>
                </a:pathLst>
              </a:custGeom>
              <a:solidFill>
                <a:srgbClr val="010101"/>
              </a:solidFill>
              <a:ln w="2249" cap="flat">
                <a:noFill/>
                <a:prstDash val="solid"/>
                <a:miter/>
              </a:ln>
            </p:spPr>
            <p:txBody>
              <a:bodyPr rtlCol="0" anchor="ctr"/>
              <a:lstStyle/>
              <a:p>
                <a:endParaRPr lang="en-US"/>
              </a:p>
            </p:txBody>
          </p:sp>
          <p:sp>
            <p:nvSpPr>
              <p:cNvPr id="5192" name="Freeform 5191">
                <a:extLst>
                  <a:ext uri="{FF2B5EF4-FFF2-40B4-BE49-F238E27FC236}">
                    <a16:creationId xmlns:a16="http://schemas.microsoft.com/office/drawing/2014/main" id="{DDD3153A-7F3A-FBC5-46FA-827A045CA0BE}"/>
                  </a:ext>
                </a:extLst>
              </p:cNvPr>
              <p:cNvSpPr/>
              <p:nvPr/>
            </p:nvSpPr>
            <p:spPr>
              <a:xfrm>
                <a:off x="8510257" y="2331221"/>
                <a:ext cx="38007" cy="28764"/>
              </a:xfrm>
              <a:custGeom>
                <a:avLst/>
                <a:gdLst>
                  <a:gd name="connsiteX0" fmla="*/ 3238 w 38007"/>
                  <a:gd name="connsiteY0" fmla="*/ 28697 h 28764"/>
                  <a:gd name="connsiteX1" fmla="*/ 0 w 38007"/>
                  <a:gd name="connsiteY1" fmla="*/ 28697 h 28764"/>
                  <a:gd name="connsiteX2" fmla="*/ 0 w 38007"/>
                  <a:gd name="connsiteY2" fmla="*/ 742 h 28764"/>
                  <a:gd name="connsiteX3" fmla="*/ 3238 w 38007"/>
                  <a:gd name="connsiteY3" fmla="*/ 742 h 28764"/>
                  <a:gd name="connsiteX4" fmla="*/ 3238 w 38007"/>
                  <a:gd name="connsiteY4" fmla="*/ 4948 h 28764"/>
                  <a:gd name="connsiteX5" fmla="*/ 3351 w 38007"/>
                  <a:gd name="connsiteY5" fmla="*/ 4948 h 28764"/>
                  <a:gd name="connsiteX6" fmla="*/ 6904 w 38007"/>
                  <a:gd name="connsiteY6" fmla="*/ 1259 h 28764"/>
                  <a:gd name="connsiteX7" fmla="*/ 11987 w 38007"/>
                  <a:gd name="connsiteY7" fmla="*/ 0 h 28764"/>
                  <a:gd name="connsiteX8" fmla="*/ 15271 w 38007"/>
                  <a:gd name="connsiteY8" fmla="*/ 427 h 28764"/>
                  <a:gd name="connsiteX9" fmla="*/ 17564 w 38007"/>
                  <a:gd name="connsiteY9" fmla="*/ 1597 h 28764"/>
                  <a:gd name="connsiteX10" fmla="*/ 19139 w 38007"/>
                  <a:gd name="connsiteY10" fmla="*/ 3306 h 28764"/>
                  <a:gd name="connsiteX11" fmla="*/ 20196 w 38007"/>
                  <a:gd name="connsiteY11" fmla="*/ 5420 h 28764"/>
                  <a:gd name="connsiteX12" fmla="*/ 23952 w 38007"/>
                  <a:gd name="connsiteY12" fmla="*/ 1349 h 28764"/>
                  <a:gd name="connsiteX13" fmla="*/ 29327 w 38007"/>
                  <a:gd name="connsiteY13" fmla="*/ 22 h 28764"/>
                  <a:gd name="connsiteX14" fmla="*/ 33892 w 38007"/>
                  <a:gd name="connsiteY14" fmla="*/ 967 h 28764"/>
                  <a:gd name="connsiteX15" fmla="*/ 36501 w 38007"/>
                  <a:gd name="connsiteY15" fmla="*/ 3441 h 28764"/>
                  <a:gd name="connsiteX16" fmla="*/ 37715 w 38007"/>
                  <a:gd name="connsiteY16" fmla="*/ 6972 h 28764"/>
                  <a:gd name="connsiteX17" fmla="*/ 38008 w 38007"/>
                  <a:gd name="connsiteY17" fmla="*/ 11065 h 28764"/>
                  <a:gd name="connsiteX18" fmla="*/ 38008 w 38007"/>
                  <a:gd name="connsiteY18" fmla="*/ 28719 h 28764"/>
                  <a:gd name="connsiteX19" fmla="*/ 34769 w 38007"/>
                  <a:gd name="connsiteY19" fmla="*/ 28719 h 28764"/>
                  <a:gd name="connsiteX20" fmla="*/ 34769 w 38007"/>
                  <a:gd name="connsiteY20" fmla="*/ 9401 h 28764"/>
                  <a:gd name="connsiteX21" fmla="*/ 33510 w 38007"/>
                  <a:gd name="connsiteY21" fmla="*/ 4655 h 28764"/>
                  <a:gd name="connsiteX22" fmla="*/ 28787 w 38007"/>
                  <a:gd name="connsiteY22" fmla="*/ 2924 h 28764"/>
                  <a:gd name="connsiteX23" fmla="*/ 25368 w 38007"/>
                  <a:gd name="connsiteY23" fmla="*/ 3711 h 28764"/>
                  <a:gd name="connsiteX24" fmla="*/ 22490 w 38007"/>
                  <a:gd name="connsiteY24" fmla="*/ 6117 h 28764"/>
                  <a:gd name="connsiteX25" fmla="*/ 21590 w 38007"/>
                  <a:gd name="connsiteY25" fmla="*/ 7759 h 28764"/>
                  <a:gd name="connsiteX26" fmla="*/ 21028 w 38007"/>
                  <a:gd name="connsiteY26" fmla="*/ 9738 h 28764"/>
                  <a:gd name="connsiteX27" fmla="*/ 20735 w 38007"/>
                  <a:gd name="connsiteY27" fmla="*/ 11785 h 28764"/>
                  <a:gd name="connsiteX28" fmla="*/ 20645 w 38007"/>
                  <a:gd name="connsiteY28" fmla="*/ 13674 h 28764"/>
                  <a:gd name="connsiteX29" fmla="*/ 20645 w 38007"/>
                  <a:gd name="connsiteY29" fmla="*/ 28742 h 28764"/>
                  <a:gd name="connsiteX30" fmla="*/ 17407 w 38007"/>
                  <a:gd name="connsiteY30" fmla="*/ 28742 h 28764"/>
                  <a:gd name="connsiteX31" fmla="*/ 17407 w 38007"/>
                  <a:gd name="connsiteY31" fmla="*/ 9423 h 28764"/>
                  <a:gd name="connsiteX32" fmla="*/ 16147 w 38007"/>
                  <a:gd name="connsiteY32" fmla="*/ 4678 h 28764"/>
                  <a:gd name="connsiteX33" fmla="*/ 11425 w 38007"/>
                  <a:gd name="connsiteY33" fmla="*/ 2946 h 28764"/>
                  <a:gd name="connsiteX34" fmla="*/ 8006 w 38007"/>
                  <a:gd name="connsiteY34" fmla="*/ 3733 h 28764"/>
                  <a:gd name="connsiteX35" fmla="*/ 5128 w 38007"/>
                  <a:gd name="connsiteY35" fmla="*/ 6140 h 28764"/>
                  <a:gd name="connsiteX36" fmla="*/ 4228 w 38007"/>
                  <a:gd name="connsiteY36" fmla="*/ 7781 h 28764"/>
                  <a:gd name="connsiteX37" fmla="*/ 3666 w 38007"/>
                  <a:gd name="connsiteY37" fmla="*/ 9760 h 28764"/>
                  <a:gd name="connsiteX38" fmla="*/ 3373 w 38007"/>
                  <a:gd name="connsiteY38" fmla="*/ 11807 h 28764"/>
                  <a:gd name="connsiteX39" fmla="*/ 3283 w 38007"/>
                  <a:gd name="connsiteY39" fmla="*/ 13696 h 28764"/>
                  <a:gd name="connsiteX40" fmla="*/ 3283 w 38007"/>
                  <a:gd name="connsiteY40" fmla="*/ 28764 h 28764"/>
                  <a:gd name="connsiteX41" fmla="*/ 3238 w 38007"/>
                  <a:gd name="connsiteY41" fmla="*/ 28697 h 28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38007" h="28764">
                    <a:moveTo>
                      <a:pt x="3238" y="28697"/>
                    </a:moveTo>
                    <a:lnTo>
                      <a:pt x="0" y="28697"/>
                    </a:lnTo>
                    <a:lnTo>
                      <a:pt x="0" y="742"/>
                    </a:lnTo>
                    <a:lnTo>
                      <a:pt x="3238" y="742"/>
                    </a:lnTo>
                    <a:lnTo>
                      <a:pt x="3238" y="4948"/>
                    </a:lnTo>
                    <a:lnTo>
                      <a:pt x="3351" y="4948"/>
                    </a:lnTo>
                    <a:cubicBezTo>
                      <a:pt x="4183" y="3328"/>
                      <a:pt x="5375" y="2092"/>
                      <a:pt x="6904" y="1259"/>
                    </a:cubicBezTo>
                    <a:cubicBezTo>
                      <a:pt x="8456" y="405"/>
                      <a:pt x="10143" y="0"/>
                      <a:pt x="11987" y="0"/>
                    </a:cubicBezTo>
                    <a:cubicBezTo>
                      <a:pt x="13292" y="0"/>
                      <a:pt x="14371" y="135"/>
                      <a:pt x="15271" y="427"/>
                    </a:cubicBezTo>
                    <a:cubicBezTo>
                      <a:pt x="16170" y="720"/>
                      <a:pt x="16935" y="1102"/>
                      <a:pt x="17564" y="1597"/>
                    </a:cubicBezTo>
                    <a:cubicBezTo>
                      <a:pt x="18194" y="2092"/>
                      <a:pt x="18711" y="2654"/>
                      <a:pt x="19139" y="3306"/>
                    </a:cubicBezTo>
                    <a:cubicBezTo>
                      <a:pt x="19543" y="3958"/>
                      <a:pt x="19904" y="4655"/>
                      <a:pt x="20196" y="5420"/>
                    </a:cubicBezTo>
                    <a:cubicBezTo>
                      <a:pt x="21141" y="3576"/>
                      <a:pt x="22377" y="2226"/>
                      <a:pt x="23952" y="1349"/>
                    </a:cubicBezTo>
                    <a:cubicBezTo>
                      <a:pt x="25526" y="472"/>
                      <a:pt x="27303" y="22"/>
                      <a:pt x="29327" y="22"/>
                    </a:cubicBezTo>
                    <a:cubicBezTo>
                      <a:pt x="31238" y="22"/>
                      <a:pt x="32745" y="337"/>
                      <a:pt x="33892" y="967"/>
                    </a:cubicBezTo>
                    <a:cubicBezTo>
                      <a:pt x="35016" y="1597"/>
                      <a:pt x="35893" y="2429"/>
                      <a:pt x="36501" y="3441"/>
                    </a:cubicBezTo>
                    <a:cubicBezTo>
                      <a:pt x="37108" y="4453"/>
                      <a:pt x="37512" y="5645"/>
                      <a:pt x="37715" y="6972"/>
                    </a:cubicBezTo>
                    <a:cubicBezTo>
                      <a:pt x="37918" y="8299"/>
                      <a:pt x="38008" y="9671"/>
                      <a:pt x="38008" y="11065"/>
                    </a:cubicBezTo>
                    <a:lnTo>
                      <a:pt x="38008" y="28719"/>
                    </a:lnTo>
                    <a:lnTo>
                      <a:pt x="34769" y="28719"/>
                    </a:lnTo>
                    <a:lnTo>
                      <a:pt x="34769" y="9401"/>
                    </a:lnTo>
                    <a:cubicBezTo>
                      <a:pt x="34769" y="7377"/>
                      <a:pt x="34342" y="5802"/>
                      <a:pt x="33510" y="4655"/>
                    </a:cubicBezTo>
                    <a:cubicBezTo>
                      <a:pt x="32655" y="3508"/>
                      <a:pt x="31081" y="2924"/>
                      <a:pt x="28787" y="2924"/>
                    </a:cubicBezTo>
                    <a:cubicBezTo>
                      <a:pt x="27595" y="2924"/>
                      <a:pt x="26448" y="3194"/>
                      <a:pt x="25368" y="3711"/>
                    </a:cubicBezTo>
                    <a:cubicBezTo>
                      <a:pt x="24289" y="4228"/>
                      <a:pt x="23299" y="5038"/>
                      <a:pt x="22490" y="6117"/>
                    </a:cubicBezTo>
                    <a:cubicBezTo>
                      <a:pt x="22130" y="6589"/>
                      <a:pt x="21837" y="7129"/>
                      <a:pt x="21590" y="7759"/>
                    </a:cubicBezTo>
                    <a:cubicBezTo>
                      <a:pt x="21365" y="8389"/>
                      <a:pt x="21163" y="9041"/>
                      <a:pt x="21028" y="9738"/>
                    </a:cubicBezTo>
                    <a:cubicBezTo>
                      <a:pt x="20893" y="10413"/>
                      <a:pt x="20780" y="11110"/>
                      <a:pt x="20735" y="11785"/>
                    </a:cubicBezTo>
                    <a:cubicBezTo>
                      <a:pt x="20690" y="12459"/>
                      <a:pt x="20645" y="13089"/>
                      <a:pt x="20645" y="13674"/>
                    </a:cubicBezTo>
                    <a:lnTo>
                      <a:pt x="20645" y="28742"/>
                    </a:lnTo>
                    <a:lnTo>
                      <a:pt x="17407" y="28742"/>
                    </a:lnTo>
                    <a:lnTo>
                      <a:pt x="17407" y="9423"/>
                    </a:lnTo>
                    <a:cubicBezTo>
                      <a:pt x="17407" y="7399"/>
                      <a:pt x="16980" y="5825"/>
                      <a:pt x="16147" y="4678"/>
                    </a:cubicBezTo>
                    <a:cubicBezTo>
                      <a:pt x="15293" y="3531"/>
                      <a:pt x="13719" y="2946"/>
                      <a:pt x="11425" y="2946"/>
                    </a:cubicBezTo>
                    <a:cubicBezTo>
                      <a:pt x="10233" y="2946"/>
                      <a:pt x="9086" y="3216"/>
                      <a:pt x="8006" y="3733"/>
                    </a:cubicBezTo>
                    <a:cubicBezTo>
                      <a:pt x="6904" y="4251"/>
                      <a:pt x="5938" y="5060"/>
                      <a:pt x="5128" y="6140"/>
                    </a:cubicBezTo>
                    <a:cubicBezTo>
                      <a:pt x="4768" y="6612"/>
                      <a:pt x="4475" y="7152"/>
                      <a:pt x="4228" y="7781"/>
                    </a:cubicBezTo>
                    <a:cubicBezTo>
                      <a:pt x="4003" y="8411"/>
                      <a:pt x="3801" y="9063"/>
                      <a:pt x="3666" y="9760"/>
                    </a:cubicBezTo>
                    <a:cubicBezTo>
                      <a:pt x="3531" y="10435"/>
                      <a:pt x="3418" y="11132"/>
                      <a:pt x="3373" y="11807"/>
                    </a:cubicBezTo>
                    <a:cubicBezTo>
                      <a:pt x="3328" y="12482"/>
                      <a:pt x="3283" y="13111"/>
                      <a:pt x="3283" y="13696"/>
                    </a:cubicBezTo>
                    <a:lnTo>
                      <a:pt x="3283" y="28764"/>
                    </a:lnTo>
                    <a:lnTo>
                      <a:pt x="3238" y="28697"/>
                    </a:lnTo>
                    <a:close/>
                  </a:path>
                </a:pathLst>
              </a:custGeom>
              <a:solidFill>
                <a:srgbClr val="010101"/>
              </a:solidFill>
              <a:ln w="2249" cap="flat">
                <a:noFill/>
                <a:prstDash val="solid"/>
                <a:miter/>
              </a:ln>
            </p:spPr>
            <p:txBody>
              <a:bodyPr rtlCol="0" anchor="ctr"/>
              <a:lstStyle/>
              <a:p>
                <a:endParaRPr lang="en-US"/>
              </a:p>
            </p:txBody>
          </p:sp>
          <p:sp>
            <p:nvSpPr>
              <p:cNvPr id="5193" name="Freeform 5192">
                <a:extLst>
                  <a:ext uri="{FF2B5EF4-FFF2-40B4-BE49-F238E27FC236}">
                    <a16:creationId xmlns:a16="http://schemas.microsoft.com/office/drawing/2014/main" id="{1B44718B-BB0E-C8E3-0BBA-868D7B674F41}"/>
                  </a:ext>
                </a:extLst>
              </p:cNvPr>
              <p:cNvSpPr/>
              <p:nvPr/>
            </p:nvSpPr>
            <p:spPr>
              <a:xfrm>
                <a:off x="8556001" y="2331199"/>
                <a:ext cx="25682" cy="39739"/>
              </a:xfrm>
              <a:custGeom>
                <a:avLst/>
                <a:gdLst>
                  <a:gd name="connsiteX0" fmla="*/ 3238 w 25682"/>
                  <a:gd name="connsiteY0" fmla="*/ 39739 h 39739"/>
                  <a:gd name="connsiteX1" fmla="*/ 0 w 25682"/>
                  <a:gd name="connsiteY1" fmla="*/ 39739 h 39739"/>
                  <a:gd name="connsiteX2" fmla="*/ 0 w 25682"/>
                  <a:gd name="connsiteY2" fmla="*/ 765 h 39739"/>
                  <a:gd name="connsiteX3" fmla="*/ 3238 w 25682"/>
                  <a:gd name="connsiteY3" fmla="*/ 765 h 39739"/>
                  <a:gd name="connsiteX4" fmla="*/ 3238 w 25682"/>
                  <a:gd name="connsiteY4" fmla="*/ 5667 h 39739"/>
                  <a:gd name="connsiteX5" fmla="*/ 3351 w 25682"/>
                  <a:gd name="connsiteY5" fmla="*/ 5667 h 39739"/>
                  <a:gd name="connsiteX6" fmla="*/ 5150 w 25682"/>
                  <a:gd name="connsiteY6" fmla="*/ 3239 h 39739"/>
                  <a:gd name="connsiteX7" fmla="*/ 7579 w 25682"/>
                  <a:gd name="connsiteY7" fmla="*/ 1462 h 39739"/>
                  <a:gd name="connsiteX8" fmla="*/ 10300 w 25682"/>
                  <a:gd name="connsiteY8" fmla="*/ 382 h 39739"/>
                  <a:gd name="connsiteX9" fmla="*/ 13044 w 25682"/>
                  <a:gd name="connsiteY9" fmla="*/ 0 h 39739"/>
                  <a:gd name="connsiteX10" fmla="*/ 18823 w 25682"/>
                  <a:gd name="connsiteY10" fmla="*/ 1124 h 39739"/>
                  <a:gd name="connsiteX11" fmla="*/ 22737 w 25682"/>
                  <a:gd name="connsiteY11" fmla="*/ 4228 h 39739"/>
                  <a:gd name="connsiteX12" fmla="*/ 24986 w 25682"/>
                  <a:gd name="connsiteY12" fmla="*/ 8906 h 39739"/>
                  <a:gd name="connsiteX13" fmla="*/ 25683 w 25682"/>
                  <a:gd name="connsiteY13" fmla="*/ 14686 h 39739"/>
                  <a:gd name="connsiteX14" fmla="*/ 24919 w 25682"/>
                  <a:gd name="connsiteY14" fmla="*/ 20308 h 39739"/>
                  <a:gd name="connsiteX15" fmla="*/ 22625 w 25682"/>
                  <a:gd name="connsiteY15" fmla="*/ 25031 h 39739"/>
                  <a:gd name="connsiteX16" fmla="*/ 18734 w 25682"/>
                  <a:gd name="connsiteY16" fmla="*/ 28269 h 39739"/>
                  <a:gd name="connsiteX17" fmla="*/ 13201 w 25682"/>
                  <a:gd name="connsiteY17" fmla="*/ 29484 h 39739"/>
                  <a:gd name="connsiteX18" fmla="*/ 7511 w 25682"/>
                  <a:gd name="connsiteY18" fmla="*/ 28157 h 39739"/>
                  <a:gd name="connsiteX19" fmla="*/ 3216 w 25682"/>
                  <a:gd name="connsiteY19" fmla="*/ 24244 h 39739"/>
                  <a:gd name="connsiteX20" fmla="*/ 3216 w 25682"/>
                  <a:gd name="connsiteY20" fmla="*/ 39739 h 39739"/>
                  <a:gd name="connsiteX21" fmla="*/ 3216 w 25682"/>
                  <a:gd name="connsiteY21" fmla="*/ 39739 h 39739"/>
                  <a:gd name="connsiteX22" fmla="*/ 3238 w 25682"/>
                  <a:gd name="connsiteY22" fmla="*/ 14866 h 39739"/>
                  <a:gd name="connsiteX23" fmla="*/ 3891 w 25682"/>
                  <a:gd name="connsiteY23" fmla="*/ 19364 h 39739"/>
                  <a:gd name="connsiteX24" fmla="*/ 5757 w 25682"/>
                  <a:gd name="connsiteY24" fmla="*/ 23097 h 39739"/>
                  <a:gd name="connsiteX25" fmla="*/ 8726 w 25682"/>
                  <a:gd name="connsiteY25" fmla="*/ 25638 h 39739"/>
                  <a:gd name="connsiteX26" fmla="*/ 12684 w 25682"/>
                  <a:gd name="connsiteY26" fmla="*/ 26583 h 39739"/>
                  <a:gd name="connsiteX27" fmla="*/ 17025 w 25682"/>
                  <a:gd name="connsiteY27" fmla="*/ 25593 h 39739"/>
                  <a:gd name="connsiteX28" fmla="*/ 20083 w 25682"/>
                  <a:gd name="connsiteY28" fmla="*/ 22872 h 39739"/>
                  <a:gd name="connsiteX29" fmla="*/ 21815 w 25682"/>
                  <a:gd name="connsiteY29" fmla="*/ 18846 h 39739"/>
                  <a:gd name="connsiteX30" fmla="*/ 22242 w 25682"/>
                  <a:gd name="connsiteY30" fmla="*/ 13899 h 39739"/>
                  <a:gd name="connsiteX31" fmla="*/ 21523 w 25682"/>
                  <a:gd name="connsiteY31" fmla="*/ 9221 h 39739"/>
                  <a:gd name="connsiteX32" fmla="*/ 19498 w 25682"/>
                  <a:gd name="connsiteY32" fmla="*/ 5802 h 39739"/>
                  <a:gd name="connsiteX33" fmla="*/ 16485 w 25682"/>
                  <a:gd name="connsiteY33" fmla="*/ 3666 h 39739"/>
                  <a:gd name="connsiteX34" fmla="*/ 12706 w 25682"/>
                  <a:gd name="connsiteY34" fmla="*/ 2946 h 39739"/>
                  <a:gd name="connsiteX35" fmla="*/ 8658 w 25682"/>
                  <a:gd name="connsiteY35" fmla="*/ 3868 h 39739"/>
                  <a:gd name="connsiteX36" fmla="*/ 5690 w 25682"/>
                  <a:gd name="connsiteY36" fmla="*/ 6387 h 39739"/>
                  <a:gd name="connsiteX37" fmla="*/ 3891 w 25682"/>
                  <a:gd name="connsiteY37" fmla="*/ 10165 h 39739"/>
                  <a:gd name="connsiteX38" fmla="*/ 3261 w 25682"/>
                  <a:gd name="connsiteY38" fmla="*/ 14888 h 39739"/>
                  <a:gd name="connsiteX39" fmla="*/ 3238 w 25682"/>
                  <a:gd name="connsiteY39" fmla="*/ 14888 h 39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25682" h="39739">
                    <a:moveTo>
                      <a:pt x="3238" y="39739"/>
                    </a:moveTo>
                    <a:lnTo>
                      <a:pt x="0" y="39739"/>
                    </a:lnTo>
                    <a:lnTo>
                      <a:pt x="0" y="765"/>
                    </a:lnTo>
                    <a:lnTo>
                      <a:pt x="3238" y="765"/>
                    </a:lnTo>
                    <a:lnTo>
                      <a:pt x="3238" y="5667"/>
                    </a:lnTo>
                    <a:lnTo>
                      <a:pt x="3351" y="5667"/>
                    </a:lnTo>
                    <a:cubicBezTo>
                      <a:pt x="3823" y="4768"/>
                      <a:pt x="4430" y="3958"/>
                      <a:pt x="5150" y="3239"/>
                    </a:cubicBezTo>
                    <a:cubicBezTo>
                      <a:pt x="5892" y="2519"/>
                      <a:pt x="6702" y="1934"/>
                      <a:pt x="7579" y="1462"/>
                    </a:cubicBezTo>
                    <a:cubicBezTo>
                      <a:pt x="8456" y="990"/>
                      <a:pt x="9378" y="630"/>
                      <a:pt x="10300" y="382"/>
                    </a:cubicBezTo>
                    <a:cubicBezTo>
                      <a:pt x="11245" y="135"/>
                      <a:pt x="12144" y="0"/>
                      <a:pt x="13044" y="0"/>
                    </a:cubicBezTo>
                    <a:cubicBezTo>
                      <a:pt x="15316" y="0"/>
                      <a:pt x="17227" y="382"/>
                      <a:pt x="18823" y="1124"/>
                    </a:cubicBezTo>
                    <a:cubicBezTo>
                      <a:pt x="20398" y="1889"/>
                      <a:pt x="21702" y="2924"/>
                      <a:pt x="22737" y="4228"/>
                    </a:cubicBezTo>
                    <a:cubicBezTo>
                      <a:pt x="23772" y="5532"/>
                      <a:pt x="24513" y="7107"/>
                      <a:pt x="24986" y="8906"/>
                    </a:cubicBezTo>
                    <a:cubicBezTo>
                      <a:pt x="25458" y="10705"/>
                      <a:pt x="25683" y="12639"/>
                      <a:pt x="25683" y="14686"/>
                    </a:cubicBezTo>
                    <a:cubicBezTo>
                      <a:pt x="25683" y="16620"/>
                      <a:pt x="25436" y="18509"/>
                      <a:pt x="24919" y="20308"/>
                    </a:cubicBezTo>
                    <a:cubicBezTo>
                      <a:pt x="24423" y="22107"/>
                      <a:pt x="23659" y="23682"/>
                      <a:pt x="22625" y="25031"/>
                    </a:cubicBezTo>
                    <a:cubicBezTo>
                      <a:pt x="21590" y="26380"/>
                      <a:pt x="20308" y="27460"/>
                      <a:pt x="18734" y="28269"/>
                    </a:cubicBezTo>
                    <a:cubicBezTo>
                      <a:pt x="17159" y="29079"/>
                      <a:pt x="15316" y="29484"/>
                      <a:pt x="13201" y="29484"/>
                    </a:cubicBezTo>
                    <a:cubicBezTo>
                      <a:pt x="11222" y="29484"/>
                      <a:pt x="9333" y="29034"/>
                      <a:pt x="7511" y="28157"/>
                    </a:cubicBezTo>
                    <a:cubicBezTo>
                      <a:pt x="5690" y="27280"/>
                      <a:pt x="4273" y="25975"/>
                      <a:pt x="3216" y="24244"/>
                    </a:cubicBezTo>
                    <a:lnTo>
                      <a:pt x="3216" y="39739"/>
                    </a:lnTo>
                    <a:lnTo>
                      <a:pt x="3216" y="39739"/>
                    </a:lnTo>
                    <a:close/>
                    <a:moveTo>
                      <a:pt x="3238" y="14866"/>
                    </a:moveTo>
                    <a:cubicBezTo>
                      <a:pt x="3238" y="16440"/>
                      <a:pt x="3463" y="17947"/>
                      <a:pt x="3891" y="19364"/>
                    </a:cubicBezTo>
                    <a:cubicBezTo>
                      <a:pt x="4318" y="20780"/>
                      <a:pt x="4948" y="22017"/>
                      <a:pt x="5757" y="23097"/>
                    </a:cubicBezTo>
                    <a:cubicBezTo>
                      <a:pt x="6567" y="24154"/>
                      <a:pt x="7556" y="25008"/>
                      <a:pt x="8726" y="25638"/>
                    </a:cubicBezTo>
                    <a:cubicBezTo>
                      <a:pt x="9895" y="26268"/>
                      <a:pt x="11222" y="26583"/>
                      <a:pt x="12684" y="26583"/>
                    </a:cubicBezTo>
                    <a:cubicBezTo>
                      <a:pt x="14348" y="26583"/>
                      <a:pt x="15788" y="26245"/>
                      <a:pt x="17025" y="25593"/>
                    </a:cubicBezTo>
                    <a:cubicBezTo>
                      <a:pt x="18261" y="24941"/>
                      <a:pt x="19274" y="24019"/>
                      <a:pt x="20083" y="22872"/>
                    </a:cubicBezTo>
                    <a:cubicBezTo>
                      <a:pt x="20870" y="21725"/>
                      <a:pt x="21455" y="20376"/>
                      <a:pt x="21815" y="18846"/>
                    </a:cubicBezTo>
                    <a:cubicBezTo>
                      <a:pt x="22174" y="17317"/>
                      <a:pt x="22309" y="15675"/>
                      <a:pt x="22242" y="13899"/>
                    </a:cubicBezTo>
                    <a:cubicBezTo>
                      <a:pt x="22242" y="12144"/>
                      <a:pt x="21995" y="10570"/>
                      <a:pt x="21523" y="9221"/>
                    </a:cubicBezTo>
                    <a:cubicBezTo>
                      <a:pt x="21027" y="7871"/>
                      <a:pt x="20353" y="6724"/>
                      <a:pt x="19498" y="5802"/>
                    </a:cubicBezTo>
                    <a:cubicBezTo>
                      <a:pt x="18644" y="4858"/>
                      <a:pt x="17631" y="4161"/>
                      <a:pt x="16485" y="3666"/>
                    </a:cubicBezTo>
                    <a:cubicBezTo>
                      <a:pt x="15338" y="3171"/>
                      <a:pt x="14079" y="2946"/>
                      <a:pt x="12706" y="2946"/>
                    </a:cubicBezTo>
                    <a:cubicBezTo>
                      <a:pt x="11200" y="2946"/>
                      <a:pt x="9850" y="3261"/>
                      <a:pt x="8658" y="3868"/>
                    </a:cubicBezTo>
                    <a:cubicBezTo>
                      <a:pt x="7467" y="4475"/>
                      <a:pt x="6477" y="5308"/>
                      <a:pt x="5690" y="6387"/>
                    </a:cubicBezTo>
                    <a:cubicBezTo>
                      <a:pt x="4903" y="7444"/>
                      <a:pt x="4295" y="8703"/>
                      <a:pt x="3891" y="10165"/>
                    </a:cubicBezTo>
                    <a:cubicBezTo>
                      <a:pt x="3486" y="11627"/>
                      <a:pt x="3261" y="13201"/>
                      <a:pt x="3261" y="14888"/>
                    </a:cubicBezTo>
                    <a:lnTo>
                      <a:pt x="3238" y="14888"/>
                    </a:lnTo>
                    <a:close/>
                  </a:path>
                </a:pathLst>
              </a:custGeom>
              <a:solidFill>
                <a:srgbClr val="010101"/>
              </a:solidFill>
              <a:ln w="2249" cap="flat">
                <a:noFill/>
                <a:prstDash val="solid"/>
                <a:miter/>
              </a:ln>
            </p:spPr>
            <p:txBody>
              <a:bodyPr rtlCol="0" anchor="ctr"/>
              <a:lstStyle/>
              <a:p>
                <a:endParaRPr lang="en-US"/>
              </a:p>
            </p:txBody>
          </p:sp>
          <p:sp>
            <p:nvSpPr>
              <p:cNvPr id="5194" name="Freeform 5193">
                <a:extLst>
                  <a:ext uri="{FF2B5EF4-FFF2-40B4-BE49-F238E27FC236}">
                    <a16:creationId xmlns:a16="http://schemas.microsoft.com/office/drawing/2014/main" id="{778ADCB6-4AA9-EE95-EC62-0C6A78E2F3EB}"/>
                  </a:ext>
                </a:extLst>
              </p:cNvPr>
              <p:cNvSpPr/>
              <p:nvPr/>
            </p:nvSpPr>
            <p:spPr>
              <a:xfrm>
                <a:off x="8587126" y="2331266"/>
                <a:ext cx="26358" cy="29483"/>
              </a:xfrm>
              <a:custGeom>
                <a:avLst/>
                <a:gdLst>
                  <a:gd name="connsiteX0" fmla="*/ 14326 w 26358"/>
                  <a:gd name="connsiteY0" fmla="*/ 12369 h 29483"/>
                  <a:gd name="connsiteX1" fmla="*/ 16508 w 26358"/>
                  <a:gd name="connsiteY1" fmla="*/ 12054 h 29483"/>
                  <a:gd name="connsiteX2" fmla="*/ 18576 w 26358"/>
                  <a:gd name="connsiteY2" fmla="*/ 11470 h 29483"/>
                  <a:gd name="connsiteX3" fmla="*/ 19566 w 26358"/>
                  <a:gd name="connsiteY3" fmla="*/ 10210 h 29483"/>
                  <a:gd name="connsiteX4" fmla="*/ 19746 w 26358"/>
                  <a:gd name="connsiteY4" fmla="*/ 8569 h 29483"/>
                  <a:gd name="connsiteX5" fmla="*/ 18149 w 26358"/>
                  <a:gd name="connsiteY5" fmla="*/ 4498 h 29483"/>
                  <a:gd name="connsiteX6" fmla="*/ 12774 w 26358"/>
                  <a:gd name="connsiteY6" fmla="*/ 2901 h 29483"/>
                  <a:gd name="connsiteX7" fmla="*/ 9693 w 26358"/>
                  <a:gd name="connsiteY7" fmla="*/ 3194 h 29483"/>
                  <a:gd name="connsiteX8" fmla="*/ 7242 w 26358"/>
                  <a:gd name="connsiteY8" fmla="*/ 4228 h 29483"/>
                  <a:gd name="connsiteX9" fmla="*/ 5510 w 26358"/>
                  <a:gd name="connsiteY9" fmla="*/ 6162 h 29483"/>
                  <a:gd name="connsiteX10" fmla="*/ 4610 w 26358"/>
                  <a:gd name="connsiteY10" fmla="*/ 9221 h 29483"/>
                  <a:gd name="connsiteX11" fmla="*/ 1327 w 26358"/>
                  <a:gd name="connsiteY11" fmla="*/ 9221 h 29483"/>
                  <a:gd name="connsiteX12" fmla="*/ 2452 w 26358"/>
                  <a:gd name="connsiteY12" fmla="*/ 4993 h 29483"/>
                  <a:gd name="connsiteX13" fmla="*/ 4971 w 26358"/>
                  <a:gd name="connsiteY13" fmla="*/ 2137 h 29483"/>
                  <a:gd name="connsiteX14" fmla="*/ 8524 w 26358"/>
                  <a:gd name="connsiteY14" fmla="*/ 517 h 29483"/>
                  <a:gd name="connsiteX15" fmla="*/ 12820 w 26358"/>
                  <a:gd name="connsiteY15" fmla="*/ 0 h 29483"/>
                  <a:gd name="connsiteX16" fmla="*/ 16778 w 26358"/>
                  <a:gd name="connsiteY16" fmla="*/ 450 h 29483"/>
                  <a:gd name="connsiteX17" fmla="*/ 20016 w 26358"/>
                  <a:gd name="connsiteY17" fmla="*/ 1912 h 29483"/>
                  <a:gd name="connsiteX18" fmla="*/ 22175 w 26358"/>
                  <a:gd name="connsiteY18" fmla="*/ 4588 h 29483"/>
                  <a:gd name="connsiteX19" fmla="*/ 22962 w 26358"/>
                  <a:gd name="connsiteY19" fmla="*/ 8681 h 29483"/>
                  <a:gd name="connsiteX20" fmla="*/ 22962 w 26358"/>
                  <a:gd name="connsiteY20" fmla="*/ 23906 h 29483"/>
                  <a:gd name="connsiteX21" fmla="*/ 23637 w 26358"/>
                  <a:gd name="connsiteY21" fmla="*/ 26313 h 29483"/>
                  <a:gd name="connsiteX22" fmla="*/ 26358 w 26358"/>
                  <a:gd name="connsiteY22" fmla="*/ 26065 h 29483"/>
                  <a:gd name="connsiteX23" fmla="*/ 26358 w 26358"/>
                  <a:gd name="connsiteY23" fmla="*/ 28607 h 29483"/>
                  <a:gd name="connsiteX24" fmla="*/ 25256 w 26358"/>
                  <a:gd name="connsiteY24" fmla="*/ 28922 h 29483"/>
                  <a:gd name="connsiteX25" fmla="*/ 23817 w 26358"/>
                  <a:gd name="connsiteY25" fmla="*/ 29146 h 29483"/>
                  <a:gd name="connsiteX26" fmla="*/ 22355 w 26358"/>
                  <a:gd name="connsiteY26" fmla="*/ 28989 h 29483"/>
                  <a:gd name="connsiteX27" fmla="*/ 21050 w 26358"/>
                  <a:gd name="connsiteY27" fmla="*/ 28472 h 29483"/>
                  <a:gd name="connsiteX28" fmla="*/ 20263 w 26358"/>
                  <a:gd name="connsiteY28" fmla="*/ 27505 h 29483"/>
                  <a:gd name="connsiteX29" fmla="*/ 19858 w 26358"/>
                  <a:gd name="connsiteY29" fmla="*/ 26268 h 29483"/>
                  <a:gd name="connsiteX30" fmla="*/ 19746 w 26358"/>
                  <a:gd name="connsiteY30" fmla="*/ 24828 h 29483"/>
                  <a:gd name="connsiteX31" fmla="*/ 15046 w 26358"/>
                  <a:gd name="connsiteY31" fmla="*/ 28292 h 29483"/>
                  <a:gd name="connsiteX32" fmla="*/ 9334 w 26358"/>
                  <a:gd name="connsiteY32" fmla="*/ 29484 h 29483"/>
                  <a:gd name="connsiteX33" fmla="*/ 5802 w 26358"/>
                  <a:gd name="connsiteY33" fmla="*/ 28989 h 29483"/>
                  <a:gd name="connsiteX34" fmla="*/ 2811 w 26358"/>
                  <a:gd name="connsiteY34" fmla="*/ 27482 h 29483"/>
                  <a:gd name="connsiteX35" fmla="*/ 765 w 26358"/>
                  <a:gd name="connsiteY35" fmla="*/ 24963 h 29483"/>
                  <a:gd name="connsiteX36" fmla="*/ 0 w 26358"/>
                  <a:gd name="connsiteY36" fmla="*/ 21433 h 29483"/>
                  <a:gd name="connsiteX37" fmla="*/ 9761 w 26358"/>
                  <a:gd name="connsiteY37" fmla="*/ 13021 h 29483"/>
                  <a:gd name="connsiteX38" fmla="*/ 14236 w 26358"/>
                  <a:gd name="connsiteY38" fmla="*/ 12437 h 29483"/>
                  <a:gd name="connsiteX39" fmla="*/ 14326 w 26358"/>
                  <a:gd name="connsiteY39" fmla="*/ 12369 h 29483"/>
                  <a:gd name="connsiteX40" fmla="*/ 19768 w 26358"/>
                  <a:gd name="connsiteY40" fmla="*/ 13989 h 29483"/>
                  <a:gd name="connsiteX41" fmla="*/ 15608 w 26358"/>
                  <a:gd name="connsiteY41" fmla="*/ 15113 h 29483"/>
                  <a:gd name="connsiteX42" fmla="*/ 11402 w 26358"/>
                  <a:gd name="connsiteY42" fmla="*/ 15540 h 29483"/>
                  <a:gd name="connsiteX43" fmla="*/ 5600 w 26358"/>
                  <a:gd name="connsiteY43" fmla="*/ 17205 h 29483"/>
                  <a:gd name="connsiteX44" fmla="*/ 3531 w 26358"/>
                  <a:gd name="connsiteY44" fmla="*/ 21478 h 29483"/>
                  <a:gd name="connsiteX45" fmla="*/ 4048 w 26358"/>
                  <a:gd name="connsiteY45" fmla="*/ 23726 h 29483"/>
                  <a:gd name="connsiteX46" fmla="*/ 5398 w 26358"/>
                  <a:gd name="connsiteY46" fmla="*/ 25301 h 29483"/>
                  <a:gd name="connsiteX47" fmla="*/ 7332 w 26358"/>
                  <a:gd name="connsiteY47" fmla="*/ 26223 h 29483"/>
                  <a:gd name="connsiteX48" fmla="*/ 9581 w 26358"/>
                  <a:gd name="connsiteY48" fmla="*/ 26515 h 29483"/>
                  <a:gd name="connsiteX49" fmla="*/ 13359 w 26358"/>
                  <a:gd name="connsiteY49" fmla="*/ 26020 h 29483"/>
                  <a:gd name="connsiteX50" fmla="*/ 16620 w 26358"/>
                  <a:gd name="connsiteY50" fmla="*/ 24536 h 29483"/>
                  <a:gd name="connsiteX51" fmla="*/ 18914 w 26358"/>
                  <a:gd name="connsiteY51" fmla="*/ 21995 h 29483"/>
                  <a:gd name="connsiteX52" fmla="*/ 19768 w 26358"/>
                  <a:gd name="connsiteY52" fmla="*/ 18351 h 29483"/>
                  <a:gd name="connsiteX53" fmla="*/ 19768 w 26358"/>
                  <a:gd name="connsiteY53" fmla="*/ 13989 h 29483"/>
                  <a:gd name="connsiteX54" fmla="*/ 19768 w 26358"/>
                  <a:gd name="connsiteY54" fmla="*/ 13989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26358" h="29483">
                    <a:moveTo>
                      <a:pt x="14326" y="12369"/>
                    </a:moveTo>
                    <a:cubicBezTo>
                      <a:pt x="14933" y="12302"/>
                      <a:pt x="15676" y="12189"/>
                      <a:pt x="16508" y="12054"/>
                    </a:cubicBezTo>
                    <a:cubicBezTo>
                      <a:pt x="17362" y="11919"/>
                      <a:pt x="18037" y="11717"/>
                      <a:pt x="18576" y="11470"/>
                    </a:cubicBezTo>
                    <a:cubicBezTo>
                      <a:pt x="19116" y="11222"/>
                      <a:pt x="19454" y="10795"/>
                      <a:pt x="19566" y="10210"/>
                    </a:cubicBezTo>
                    <a:cubicBezTo>
                      <a:pt x="19701" y="9626"/>
                      <a:pt x="19746" y="9063"/>
                      <a:pt x="19746" y="8569"/>
                    </a:cubicBezTo>
                    <a:cubicBezTo>
                      <a:pt x="19746" y="6904"/>
                      <a:pt x="19206" y="5555"/>
                      <a:pt x="18149" y="4498"/>
                    </a:cubicBezTo>
                    <a:cubicBezTo>
                      <a:pt x="17092" y="3441"/>
                      <a:pt x="15293" y="2901"/>
                      <a:pt x="12774" y="2901"/>
                    </a:cubicBezTo>
                    <a:cubicBezTo>
                      <a:pt x="11650" y="2901"/>
                      <a:pt x="10638" y="2991"/>
                      <a:pt x="9693" y="3194"/>
                    </a:cubicBezTo>
                    <a:cubicBezTo>
                      <a:pt x="8749" y="3396"/>
                      <a:pt x="7939" y="3733"/>
                      <a:pt x="7242" y="4228"/>
                    </a:cubicBezTo>
                    <a:cubicBezTo>
                      <a:pt x="6545" y="4723"/>
                      <a:pt x="5960" y="5353"/>
                      <a:pt x="5510" y="6162"/>
                    </a:cubicBezTo>
                    <a:cubicBezTo>
                      <a:pt x="5060" y="6972"/>
                      <a:pt x="4768" y="7984"/>
                      <a:pt x="4610" y="9221"/>
                    </a:cubicBezTo>
                    <a:lnTo>
                      <a:pt x="1327" y="9221"/>
                    </a:lnTo>
                    <a:cubicBezTo>
                      <a:pt x="1440" y="7556"/>
                      <a:pt x="1822" y="6162"/>
                      <a:pt x="2452" y="4993"/>
                    </a:cubicBezTo>
                    <a:cubicBezTo>
                      <a:pt x="3104" y="3823"/>
                      <a:pt x="3936" y="2879"/>
                      <a:pt x="4971" y="2137"/>
                    </a:cubicBezTo>
                    <a:cubicBezTo>
                      <a:pt x="6005" y="1394"/>
                      <a:pt x="7175" y="855"/>
                      <a:pt x="8524" y="517"/>
                    </a:cubicBezTo>
                    <a:cubicBezTo>
                      <a:pt x="9873" y="180"/>
                      <a:pt x="11312" y="0"/>
                      <a:pt x="12820" y="0"/>
                    </a:cubicBezTo>
                    <a:cubicBezTo>
                      <a:pt x="14214" y="0"/>
                      <a:pt x="15541" y="157"/>
                      <a:pt x="16778" y="450"/>
                    </a:cubicBezTo>
                    <a:cubicBezTo>
                      <a:pt x="18014" y="765"/>
                      <a:pt x="19094" y="1237"/>
                      <a:pt x="20016" y="1912"/>
                    </a:cubicBezTo>
                    <a:cubicBezTo>
                      <a:pt x="20938" y="2586"/>
                      <a:pt x="21658" y="3463"/>
                      <a:pt x="22175" y="4588"/>
                    </a:cubicBezTo>
                    <a:cubicBezTo>
                      <a:pt x="22692" y="5712"/>
                      <a:pt x="22962" y="7062"/>
                      <a:pt x="22962" y="8681"/>
                    </a:cubicBezTo>
                    <a:lnTo>
                      <a:pt x="22962" y="23906"/>
                    </a:lnTo>
                    <a:cubicBezTo>
                      <a:pt x="22962" y="25166"/>
                      <a:pt x="23187" y="25975"/>
                      <a:pt x="23637" y="26313"/>
                    </a:cubicBezTo>
                    <a:cubicBezTo>
                      <a:pt x="24087" y="26650"/>
                      <a:pt x="24986" y="26583"/>
                      <a:pt x="26358" y="26065"/>
                    </a:cubicBezTo>
                    <a:lnTo>
                      <a:pt x="26358" y="28607"/>
                    </a:lnTo>
                    <a:cubicBezTo>
                      <a:pt x="26111" y="28674"/>
                      <a:pt x="25729" y="28787"/>
                      <a:pt x="25256" y="28922"/>
                    </a:cubicBezTo>
                    <a:cubicBezTo>
                      <a:pt x="24761" y="29057"/>
                      <a:pt x="24289" y="29146"/>
                      <a:pt x="23817" y="29146"/>
                    </a:cubicBezTo>
                    <a:cubicBezTo>
                      <a:pt x="23344" y="29146"/>
                      <a:pt x="22827" y="29102"/>
                      <a:pt x="22355" y="28989"/>
                    </a:cubicBezTo>
                    <a:cubicBezTo>
                      <a:pt x="21815" y="28922"/>
                      <a:pt x="21388" y="28742"/>
                      <a:pt x="21050" y="28472"/>
                    </a:cubicBezTo>
                    <a:cubicBezTo>
                      <a:pt x="20736" y="28202"/>
                      <a:pt x="20466" y="27887"/>
                      <a:pt x="20263" y="27505"/>
                    </a:cubicBezTo>
                    <a:cubicBezTo>
                      <a:pt x="20061" y="27122"/>
                      <a:pt x="19926" y="26718"/>
                      <a:pt x="19858" y="26268"/>
                    </a:cubicBezTo>
                    <a:cubicBezTo>
                      <a:pt x="19791" y="25818"/>
                      <a:pt x="19746" y="25346"/>
                      <a:pt x="19746" y="24828"/>
                    </a:cubicBezTo>
                    <a:cubicBezTo>
                      <a:pt x="18374" y="26335"/>
                      <a:pt x="16823" y="27482"/>
                      <a:pt x="15046" y="28292"/>
                    </a:cubicBezTo>
                    <a:cubicBezTo>
                      <a:pt x="13292" y="29079"/>
                      <a:pt x="11380" y="29484"/>
                      <a:pt x="9334" y="29484"/>
                    </a:cubicBezTo>
                    <a:cubicBezTo>
                      <a:pt x="8119" y="29484"/>
                      <a:pt x="6927" y="29326"/>
                      <a:pt x="5802" y="28989"/>
                    </a:cubicBezTo>
                    <a:cubicBezTo>
                      <a:pt x="4678" y="28674"/>
                      <a:pt x="3666" y="28157"/>
                      <a:pt x="2811" y="27482"/>
                    </a:cubicBezTo>
                    <a:cubicBezTo>
                      <a:pt x="1957" y="26808"/>
                      <a:pt x="1260" y="25953"/>
                      <a:pt x="765" y="24963"/>
                    </a:cubicBezTo>
                    <a:cubicBezTo>
                      <a:pt x="270" y="23974"/>
                      <a:pt x="0" y="22804"/>
                      <a:pt x="0" y="21433"/>
                    </a:cubicBezTo>
                    <a:cubicBezTo>
                      <a:pt x="0" y="16687"/>
                      <a:pt x="3261" y="13876"/>
                      <a:pt x="9761" y="13021"/>
                    </a:cubicBezTo>
                    <a:lnTo>
                      <a:pt x="14236" y="12437"/>
                    </a:lnTo>
                    <a:lnTo>
                      <a:pt x="14326" y="12369"/>
                    </a:lnTo>
                    <a:close/>
                    <a:moveTo>
                      <a:pt x="19768" y="13989"/>
                    </a:moveTo>
                    <a:cubicBezTo>
                      <a:pt x="18397" y="14573"/>
                      <a:pt x="17025" y="14933"/>
                      <a:pt x="15608" y="15113"/>
                    </a:cubicBezTo>
                    <a:cubicBezTo>
                      <a:pt x="14191" y="15293"/>
                      <a:pt x="12797" y="15428"/>
                      <a:pt x="11402" y="15540"/>
                    </a:cubicBezTo>
                    <a:cubicBezTo>
                      <a:pt x="8929" y="15720"/>
                      <a:pt x="6995" y="16282"/>
                      <a:pt x="5600" y="17205"/>
                    </a:cubicBezTo>
                    <a:cubicBezTo>
                      <a:pt x="4206" y="18149"/>
                      <a:pt x="3531" y="19566"/>
                      <a:pt x="3531" y="21478"/>
                    </a:cubicBezTo>
                    <a:cubicBezTo>
                      <a:pt x="3531" y="22332"/>
                      <a:pt x="3711" y="23097"/>
                      <a:pt x="4048" y="23726"/>
                    </a:cubicBezTo>
                    <a:cubicBezTo>
                      <a:pt x="4386" y="24356"/>
                      <a:pt x="4836" y="24873"/>
                      <a:pt x="5398" y="25301"/>
                    </a:cubicBezTo>
                    <a:cubicBezTo>
                      <a:pt x="5960" y="25706"/>
                      <a:pt x="6612" y="26020"/>
                      <a:pt x="7332" y="26223"/>
                    </a:cubicBezTo>
                    <a:cubicBezTo>
                      <a:pt x="8051" y="26425"/>
                      <a:pt x="8816" y="26515"/>
                      <a:pt x="9581" y="26515"/>
                    </a:cubicBezTo>
                    <a:cubicBezTo>
                      <a:pt x="10885" y="26515"/>
                      <a:pt x="12145" y="26358"/>
                      <a:pt x="13359" y="26020"/>
                    </a:cubicBezTo>
                    <a:cubicBezTo>
                      <a:pt x="14574" y="25706"/>
                      <a:pt x="15676" y="25211"/>
                      <a:pt x="16620" y="24536"/>
                    </a:cubicBezTo>
                    <a:cubicBezTo>
                      <a:pt x="17564" y="23861"/>
                      <a:pt x="18329" y="23029"/>
                      <a:pt x="18914" y="21995"/>
                    </a:cubicBezTo>
                    <a:cubicBezTo>
                      <a:pt x="19476" y="20960"/>
                      <a:pt x="19768" y="19746"/>
                      <a:pt x="19768" y="18351"/>
                    </a:cubicBezTo>
                    <a:lnTo>
                      <a:pt x="19768" y="13989"/>
                    </a:lnTo>
                    <a:lnTo>
                      <a:pt x="19768" y="13989"/>
                    </a:lnTo>
                    <a:close/>
                  </a:path>
                </a:pathLst>
              </a:custGeom>
              <a:solidFill>
                <a:srgbClr val="010101"/>
              </a:solidFill>
              <a:ln w="2249" cap="flat">
                <a:noFill/>
                <a:prstDash val="solid"/>
                <a:miter/>
              </a:ln>
            </p:spPr>
            <p:txBody>
              <a:bodyPr rtlCol="0" anchor="ctr"/>
              <a:lstStyle/>
              <a:p>
                <a:endParaRPr lang="en-US"/>
              </a:p>
            </p:txBody>
          </p:sp>
          <p:sp>
            <p:nvSpPr>
              <p:cNvPr id="5195" name="Freeform 5194">
                <a:extLst>
                  <a:ext uri="{FF2B5EF4-FFF2-40B4-BE49-F238E27FC236}">
                    <a16:creationId xmlns:a16="http://schemas.microsoft.com/office/drawing/2014/main" id="{989589E7-E8A5-5B35-A0E8-59C0F5B05833}"/>
                  </a:ext>
                </a:extLst>
              </p:cNvPr>
              <p:cNvSpPr/>
              <p:nvPr/>
            </p:nvSpPr>
            <p:spPr>
              <a:xfrm>
                <a:off x="8618769" y="2331199"/>
                <a:ext cx="12481" cy="28719"/>
              </a:xfrm>
              <a:custGeom>
                <a:avLst/>
                <a:gdLst>
                  <a:gd name="connsiteX0" fmla="*/ 3238 w 12481"/>
                  <a:gd name="connsiteY0" fmla="*/ 28719 h 28719"/>
                  <a:gd name="connsiteX1" fmla="*/ 0 w 12481"/>
                  <a:gd name="connsiteY1" fmla="*/ 28719 h 28719"/>
                  <a:gd name="connsiteX2" fmla="*/ 0 w 12481"/>
                  <a:gd name="connsiteY2" fmla="*/ 765 h 28719"/>
                  <a:gd name="connsiteX3" fmla="*/ 3238 w 12481"/>
                  <a:gd name="connsiteY3" fmla="*/ 765 h 28719"/>
                  <a:gd name="connsiteX4" fmla="*/ 3238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8 h 28719"/>
                  <a:gd name="connsiteX9" fmla="*/ 7939 w 12481"/>
                  <a:gd name="connsiteY9" fmla="*/ 4363 h 28719"/>
                  <a:gd name="connsiteX10" fmla="*/ 5105 w 12481"/>
                  <a:gd name="connsiteY10" fmla="*/ 6837 h 28719"/>
                  <a:gd name="connsiteX11" fmla="*/ 3644 w 12481"/>
                  <a:gd name="connsiteY11" fmla="*/ 10525 h 28719"/>
                  <a:gd name="connsiteX12" fmla="*/ 3238 w 12481"/>
                  <a:gd name="connsiteY12" fmla="*/ 14978 h 28719"/>
                  <a:gd name="connsiteX13" fmla="*/ 3238 w 12481"/>
                  <a:gd name="connsiteY13" fmla="*/ 28697 h 28719"/>
                  <a:gd name="connsiteX14" fmla="*/ 3238 w 12481"/>
                  <a:gd name="connsiteY14"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481" h="28719">
                    <a:moveTo>
                      <a:pt x="3238" y="28719"/>
                    </a:moveTo>
                    <a:lnTo>
                      <a:pt x="0" y="28719"/>
                    </a:lnTo>
                    <a:lnTo>
                      <a:pt x="0" y="765"/>
                    </a:lnTo>
                    <a:lnTo>
                      <a:pt x="3238" y="765"/>
                    </a:lnTo>
                    <a:lnTo>
                      <a:pt x="3238" y="6005"/>
                    </a:lnTo>
                    <a:lnTo>
                      <a:pt x="3351" y="6005"/>
                    </a:lnTo>
                    <a:cubicBezTo>
                      <a:pt x="4251" y="3778"/>
                      <a:pt x="5420" y="2226"/>
                      <a:pt x="6837" y="1327"/>
                    </a:cubicBezTo>
                    <a:cubicBezTo>
                      <a:pt x="8254" y="450"/>
                      <a:pt x="10143" y="0"/>
                      <a:pt x="12482" y="0"/>
                    </a:cubicBezTo>
                    <a:lnTo>
                      <a:pt x="12482" y="3508"/>
                    </a:lnTo>
                    <a:cubicBezTo>
                      <a:pt x="10638" y="3463"/>
                      <a:pt x="9131" y="3756"/>
                      <a:pt x="7939" y="4363"/>
                    </a:cubicBezTo>
                    <a:cubicBezTo>
                      <a:pt x="6747" y="4970"/>
                      <a:pt x="5802" y="5802"/>
                      <a:pt x="5105" y="6837"/>
                    </a:cubicBezTo>
                    <a:cubicBezTo>
                      <a:pt x="4408" y="7871"/>
                      <a:pt x="3913" y="9108"/>
                      <a:pt x="3644" y="10525"/>
                    </a:cubicBezTo>
                    <a:cubicBezTo>
                      <a:pt x="3373" y="11942"/>
                      <a:pt x="3238" y="13426"/>
                      <a:pt x="3238" y="14978"/>
                    </a:cubicBezTo>
                    <a:lnTo>
                      <a:pt x="3238" y="28697"/>
                    </a:lnTo>
                    <a:lnTo>
                      <a:pt x="3238" y="28697"/>
                    </a:lnTo>
                    <a:close/>
                  </a:path>
                </a:pathLst>
              </a:custGeom>
              <a:solidFill>
                <a:srgbClr val="010101"/>
              </a:solidFill>
              <a:ln w="2249" cap="flat">
                <a:noFill/>
                <a:prstDash val="solid"/>
                <a:miter/>
              </a:ln>
            </p:spPr>
            <p:txBody>
              <a:bodyPr rtlCol="0" anchor="ctr"/>
              <a:lstStyle/>
              <a:p>
                <a:endParaRPr lang="en-US"/>
              </a:p>
            </p:txBody>
          </p:sp>
          <p:sp>
            <p:nvSpPr>
              <p:cNvPr id="5196" name="Freeform 5195">
                <a:extLst>
                  <a:ext uri="{FF2B5EF4-FFF2-40B4-BE49-F238E27FC236}">
                    <a16:creationId xmlns:a16="http://schemas.microsoft.com/office/drawing/2014/main" id="{56A29E64-851A-20F7-204C-E43D30948DDF}"/>
                  </a:ext>
                </a:extLst>
              </p:cNvPr>
              <p:cNvSpPr/>
              <p:nvPr/>
            </p:nvSpPr>
            <p:spPr>
              <a:xfrm>
                <a:off x="8635052" y="2331221"/>
                <a:ext cx="25167" cy="29483"/>
              </a:xfrm>
              <a:custGeom>
                <a:avLst/>
                <a:gdLst>
                  <a:gd name="connsiteX0" fmla="*/ 3509 w 25167"/>
                  <a:gd name="connsiteY0" fmla="*/ 15473 h 29483"/>
                  <a:gd name="connsiteX1" fmla="*/ 4093 w 25167"/>
                  <a:gd name="connsiteY1" fmla="*/ 19768 h 29483"/>
                  <a:gd name="connsiteX2" fmla="*/ 5848 w 25167"/>
                  <a:gd name="connsiteY2" fmla="*/ 23277 h 29483"/>
                  <a:gd name="connsiteX3" fmla="*/ 8794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4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5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7 w 25167"/>
                  <a:gd name="connsiteY18" fmla="*/ 1169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3509 w 25167"/>
                  <a:gd name="connsiteY23" fmla="*/ 15473 h 29483"/>
                  <a:gd name="connsiteX24" fmla="*/ 21748 w 25167"/>
                  <a:gd name="connsiteY24" fmla="*/ 12774 h 29483"/>
                  <a:gd name="connsiteX25" fmla="*/ 21186 w 25167"/>
                  <a:gd name="connsiteY25" fmla="*/ 8906 h 29483"/>
                  <a:gd name="connsiteX26" fmla="*/ 19521 w 25167"/>
                  <a:gd name="connsiteY26" fmla="*/ 5780 h 29483"/>
                  <a:gd name="connsiteX27" fmla="*/ 16732 w 25167"/>
                  <a:gd name="connsiteY27" fmla="*/ 3666 h 29483"/>
                  <a:gd name="connsiteX28" fmla="*/ 12909 w 25167"/>
                  <a:gd name="connsiteY28" fmla="*/ 2879 h 29483"/>
                  <a:gd name="connsiteX29" fmla="*/ 9108 w 25167"/>
                  <a:gd name="connsiteY29" fmla="*/ 3688 h 29483"/>
                  <a:gd name="connsiteX30" fmla="*/ 6297 w 25167"/>
                  <a:gd name="connsiteY30" fmla="*/ 5847 h 29483"/>
                  <a:gd name="connsiteX31" fmla="*/ 4430 w 25167"/>
                  <a:gd name="connsiteY31" fmla="*/ 8973 h 29483"/>
                  <a:gd name="connsiteX32" fmla="*/ 3509 w 25167"/>
                  <a:gd name="connsiteY32" fmla="*/ 12752 h 29483"/>
                  <a:gd name="connsiteX33" fmla="*/ 21748 w 25167"/>
                  <a:gd name="connsiteY33" fmla="*/ 12752 h 29483"/>
                  <a:gd name="connsiteX34" fmla="*/ 21748 w 25167"/>
                  <a:gd name="connsiteY34"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5167" h="29483">
                    <a:moveTo>
                      <a:pt x="3509" y="15473"/>
                    </a:moveTo>
                    <a:cubicBezTo>
                      <a:pt x="3509" y="16980"/>
                      <a:pt x="3711" y="18419"/>
                      <a:pt x="4093" y="19768"/>
                    </a:cubicBezTo>
                    <a:cubicBezTo>
                      <a:pt x="4498" y="21118"/>
                      <a:pt x="5083" y="22287"/>
                      <a:pt x="5848" y="23277"/>
                    </a:cubicBezTo>
                    <a:cubicBezTo>
                      <a:pt x="6612" y="24266"/>
                      <a:pt x="7602" y="25053"/>
                      <a:pt x="8794" y="25661"/>
                    </a:cubicBezTo>
                    <a:cubicBezTo>
                      <a:pt x="9985" y="26245"/>
                      <a:pt x="11357" y="26560"/>
                      <a:pt x="12886" y="26560"/>
                    </a:cubicBezTo>
                    <a:cubicBezTo>
                      <a:pt x="15001" y="26560"/>
                      <a:pt x="16822" y="25998"/>
                      <a:pt x="18329" y="24896"/>
                    </a:cubicBezTo>
                    <a:cubicBezTo>
                      <a:pt x="19836" y="23771"/>
                      <a:pt x="20848" y="22197"/>
                      <a:pt x="21343" y="20151"/>
                    </a:cubicBezTo>
                    <a:lnTo>
                      <a:pt x="24964" y="20151"/>
                    </a:lnTo>
                    <a:cubicBezTo>
                      <a:pt x="24559" y="21478"/>
                      <a:pt x="24041" y="22714"/>
                      <a:pt x="23389" y="23839"/>
                    </a:cubicBezTo>
                    <a:cubicBezTo>
                      <a:pt x="22737" y="24963"/>
                      <a:pt x="21927" y="25953"/>
                      <a:pt x="20960" y="26808"/>
                    </a:cubicBezTo>
                    <a:cubicBezTo>
                      <a:pt x="19994" y="27662"/>
                      <a:pt x="18847" y="28314"/>
                      <a:pt x="17497" y="28787"/>
                    </a:cubicBezTo>
                    <a:cubicBezTo>
                      <a:pt x="16170" y="29259"/>
                      <a:pt x="14618" y="29484"/>
                      <a:pt x="12864" y="29484"/>
                    </a:cubicBezTo>
                    <a:cubicBezTo>
                      <a:pt x="10638" y="29484"/>
                      <a:pt x="8704" y="29102"/>
                      <a:pt x="7085" y="28359"/>
                    </a:cubicBezTo>
                    <a:cubicBezTo>
                      <a:pt x="5465" y="27595"/>
                      <a:pt x="4138" y="26560"/>
                      <a:pt x="3081" y="25256"/>
                    </a:cubicBezTo>
                    <a:cubicBezTo>
                      <a:pt x="2047" y="23951"/>
                      <a:pt x="1260" y="22400"/>
                      <a:pt x="765" y="20623"/>
                    </a:cubicBezTo>
                    <a:cubicBezTo>
                      <a:pt x="270" y="18846"/>
                      <a:pt x="0" y="16935"/>
                      <a:pt x="0" y="14866"/>
                    </a:cubicBezTo>
                    <a:cubicBezTo>
                      <a:pt x="0" y="12797"/>
                      <a:pt x="293" y="10885"/>
                      <a:pt x="900" y="9086"/>
                    </a:cubicBezTo>
                    <a:cubicBezTo>
                      <a:pt x="1485" y="7287"/>
                      <a:pt x="2339" y="5712"/>
                      <a:pt x="3441" y="4363"/>
                    </a:cubicBezTo>
                    <a:cubicBezTo>
                      <a:pt x="4543" y="3014"/>
                      <a:pt x="5870" y="1957"/>
                      <a:pt x="7467" y="1169"/>
                    </a:cubicBezTo>
                    <a:cubicBezTo>
                      <a:pt x="9041" y="405"/>
                      <a:pt x="10840" y="0"/>
                      <a:pt x="12864" y="0"/>
                    </a:cubicBezTo>
                    <a:cubicBezTo>
                      <a:pt x="16710" y="0"/>
                      <a:pt x="19746" y="1327"/>
                      <a:pt x="21927" y="3958"/>
                    </a:cubicBezTo>
                    <a:cubicBezTo>
                      <a:pt x="24131" y="6612"/>
                      <a:pt x="25211" y="10435"/>
                      <a:pt x="25166" y="15473"/>
                    </a:cubicBezTo>
                    <a:lnTo>
                      <a:pt x="3463" y="15473"/>
                    </a:lnTo>
                    <a:lnTo>
                      <a:pt x="3509" y="15473"/>
                    </a:lnTo>
                    <a:close/>
                    <a:moveTo>
                      <a:pt x="21748" y="12774"/>
                    </a:moveTo>
                    <a:cubicBezTo>
                      <a:pt x="21748" y="11402"/>
                      <a:pt x="21568" y="10120"/>
                      <a:pt x="21186" y="8906"/>
                    </a:cubicBezTo>
                    <a:cubicBezTo>
                      <a:pt x="20803" y="7691"/>
                      <a:pt x="20241" y="6657"/>
                      <a:pt x="19521" y="5780"/>
                    </a:cubicBezTo>
                    <a:cubicBezTo>
                      <a:pt x="18779" y="4903"/>
                      <a:pt x="17857" y="4206"/>
                      <a:pt x="16732" y="3666"/>
                    </a:cubicBezTo>
                    <a:cubicBezTo>
                      <a:pt x="15608" y="3126"/>
                      <a:pt x="14349" y="2879"/>
                      <a:pt x="12909" y="2879"/>
                    </a:cubicBezTo>
                    <a:cubicBezTo>
                      <a:pt x="11470" y="2879"/>
                      <a:pt x="10210" y="3149"/>
                      <a:pt x="9108" y="3688"/>
                    </a:cubicBezTo>
                    <a:cubicBezTo>
                      <a:pt x="8006" y="4228"/>
                      <a:pt x="7085" y="4948"/>
                      <a:pt x="6297" y="5847"/>
                    </a:cubicBezTo>
                    <a:cubicBezTo>
                      <a:pt x="5532" y="6747"/>
                      <a:pt x="4903" y="7781"/>
                      <a:pt x="4430" y="8973"/>
                    </a:cubicBezTo>
                    <a:cubicBezTo>
                      <a:pt x="3958" y="10165"/>
                      <a:pt x="3666" y="11425"/>
                      <a:pt x="3509" y="12752"/>
                    </a:cubicBezTo>
                    <a:lnTo>
                      <a:pt x="21748" y="12752"/>
                    </a:lnTo>
                    <a:lnTo>
                      <a:pt x="21748" y="12752"/>
                    </a:lnTo>
                    <a:close/>
                  </a:path>
                </a:pathLst>
              </a:custGeom>
              <a:solidFill>
                <a:srgbClr val="010101"/>
              </a:solidFill>
              <a:ln w="2249" cap="flat">
                <a:noFill/>
                <a:prstDash val="solid"/>
                <a:miter/>
              </a:ln>
            </p:spPr>
            <p:txBody>
              <a:bodyPr rtlCol="0" anchor="ctr"/>
              <a:lstStyle/>
              <a:p>
                <a:endParaRPr lang="en-US"/>
              </a:p>
            </p:txBody>
          </p:sp>
          <p:sp>
            <p:nvSpPr>
              <p:cNvPr id="5197" name="Freeform 5196">
                <a:extLst>
                  <a:ext uri="{FF2B5EF4-FFF2-40B4-BE49-F238E27FC236}">
                    <a16:creationId xmlns:a16="http://schemas.microsoft.com/office/drawing/2014/main" id="{71718F80-B6ED-9CA0-3D98-A06BDCFD5476}"/>
                  </a:ext>
                </a:extLst>
              </p:cNvPr>
              <p:cNvSpPr/>
              <p:nvPr/>
            </p:nvSpPr>
            <p:spPr>
              <a:xfrm>
                <a:off x="8665728" y="2321078"/>
                <a:ext cx="25682" cy="39626"/>
              </a:xfrm>
              <a:custGeom>
                <a:avLst/>
                <a:gdLst>
                  <a:gd name="connsiteX0" fmla="*/ 22445 w 25682"/>
                  <a:gd name="connsiteY0" fmla="*/ 0 h 39626"/>
                  <a:gd name="connsiteX1" fmla="*/ 25683 w 25682"/>
                  <a:gd name="connsiteY1" fmla="*/ 0 h 39626"/>
                  <a:gd name="connsiteX2" fmla="*/ 25683 w 25682"/>
                  <a:gd name="connsiteY2" fmla="*/ 38862 h 39626"/>
                  <a:gd name="connsiteX3" fmla="*/ 22445 w 25682"/>
                  <a:gd name="connsiteY3" fmla="*/ 38862 h 39626"/>
                  <a:gd name="connsiteX4" fmla="*/ 22445 w 25682"/>
                  <a:gd name="connsiteY4" fmla="*/ 33959 h 39626"/>
                  <a:gd name="connsiteX5" fmla="*/ 22332 w 25682"/>
                  <a:gd name="connsiteY5" fmla="*/ 33959 h 39626"/>
                  <a:gd name="connsiteX6" fmla="*/ 20533 w 25682"/>
                  <a:gd name="connsiteY6" fmla="*/ 36411 h 39626"/>
                  <a:gd name="connsiteX7" fmla="*/ 18104 w 25682"/>
                  <a:gd name="connsiteY7" fmla="*/ 38165 h 39626"/>
                  <a:gd name="connsiteX8" fmla="*/ 15383 w 25682"/>
                  <a:gd name="connsiteY8" fmla="*/ 39244 h 39626"/>
                  <a:gd name="connsiteX9" fmla="*/ 12639 w 25682"/>
                  <a:gd name="connsiteY9" fmla="*/ 39627 h 39626"/>
                  <a:gd name="connsiteX10" fmla="*/ 6859 w 25682"/>
                  <a:gd name="connsiteY10" fmla="*/ 38502 h 39626"/>
                  <a:gd name="connsiteX11" fmla="*/ 2946 w 25682"/>
                  <a:gd name="connsiteY11" fmla="*/ 35399 h 39626"/>
                  <a:gd name="connsiteX12" fmla="*/ 697 w 25682"/>
                  <a:gd name="connsiteY12" fmla="*/ 30721 h 39626"/>
                  <a:gd name="connsiteX13" fmla="*/ 0 w 25682"/>
                  <a:gd name="connsiteY13" fmla="*/ 24941 h 39626"/>
                  <a:gd name="connsiteX14" fmla="*/ 764 w 25682"/>
                  <a:gd name="connsiteY14" fmla="*/ 19319 h 39626"/>
                  <a:gd name="connsiteX15" fmla="*/ 3058 w 25682"/>
                  <a:gd name="connsiteY15" fmla="*/ 14596 h 39626"/>
                  <a:gd name="connsiteX16" fmla="*/ 6949 w 25682"/>
                  <a:gd name="connsiteY16" fmla="*/ 11357 h 39626"/>
                  <a:gd name="connsiteX17" fmla="*/ 12481 w 25682"/>
                  <a:gd name="connsiteY17" fmla="*/ 10143 h 39626"/>
                  <a:gd name="connsiteX18" fmla="*/ 18171 w 25682"/>
                  <a:gd name="connsiteY18" fmla="*/ 11470 h 39626"/>
                  <a:gd name="connsiteX19" fmla="*/ 22467 w 25682"/>
                  <a:gd name="connsiteY19" fmla="*/ 15383 h 39626"/>
                  <a:gd name="connsiteX20" fmla="*/ 22467 w 25682"/>
                  <a:gd name="connsiteY20" fmla="*/ 0 h 39626"/>
                  <a:gd name="connsiteX21" fmla="*/ 22467 w 25682"/>
                  <a:gd name="connsiteY21" fmla="*/ 0 h 39626"/>
                  <a:gd name="connsiteX22" fmla="*/ 22445 w 25682"/>
                  <a:gd name="connsiteY22" fmla="*/ 24761 h 39626"/>
                  <a:gd name="connsiteX23" fmla="*/ 21792 w 25682"/>
                  <a:gd name="connsiteY23" fmla="*/ 20263 h 39626"/>
                  <a:gd name="connsiteX24" fmla="*/ 19925 w 25682"/>
                  <a:gd name="connsiteY24" fmla="*/ 16530 h 39626"/>
                  <a:gd name="connsiteX25" fmla="*/ 16957 w 25682"/>
                  <a:gd name="connsiteY25" fmla="*/ 13989 h 39626"/>
                  <a:gd name="connsiteX26" fmla="*/ 12999 w 25682"/>
                  <a:gd name="connsiteY26" fmla="*/ 13044 h 39626"/>
                  <a:gd name="connsiteX27" fmla="*/ 8636 w 25682"/>
                  <a:gd name="connsiteY27" fmla="*/ 14034 h 39626"/>
                  <a:gd name="connsiteX28" fmla="*/ 5622 w 25682"/>
                  <a:gd name="connsiteY28" fmla="*/ 16755 h 39626"/>
                  <a:gd name="connsiteX29" fmla="*/ 3891 w 25682"/>
                  <a:gd name="connsiteY29" fmla="*/ 20780 h 39626"/>
                  <a:gd name="connsiteX30" fmla="*/ 3463 w 25682"/>
                  <a:gd name="connsiteY30" fmla="*/ 25728 h 39626"/>
                  <a:gd name="connsiteX31" fmla="*/ 4183 w 25682"/>
                  <a:gd name="connsiteY31" fmla="*/ 30406 h 39626"/>
                  <a:gd name="connsiteX32" fmla="*/ 6207 w 25682"/>
                  <a:gd name="connsiteY32" fmla="*/ 33824 h 39626"/>
                  <a:gd name="connsiteX33" fmla="*/ 9220 w 25682"/>
                  <a:gd name="connsiteY33" fmla="*/ 35961 h 39626"/>
                  <a:gd name="connsiteX34" fmla="*/ 12999 w 25682"/>
                  <a:gd name="connsiteY34" fmla="*/ 36681 h 39626"/>
                  <a:gd name="connsiteX35" fmla="*/ 17047 w 25682"/>
                  <a:gd name="connsiteY35" fmla="*/ 35758 h 39626"/>
                  <a:gd name="connsiteX36" fmla="*/ 20016 w 25682"/>
                  <a:gd name="connsiteY36" fmla="*/ 33240 h 39626"/>
                  <a:gd name="connsiteX37" fmla="*/ 21815 w 25682"/>
                  <a:gd name="connsiteY37" fmla="*/ 29461 h 39626"/>
                  <a:gd name="connsiteX38" fmla="*/ 22445 w 25682"/>
                  <a:gd name="connsiteY38" fmla="*/ 24739 h 39626"/>
                  <a:gd name="connsiteX39" fmla="*/ 22445 w 25682"/>
                  <a:gd name="connsiteY39" fmla="*/ 24739 h 3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25682" h="39626">
                    <a:moveTo>
                      <a:pt x="22445" y="0"/>
                    </a:moveTo>
                    <a:lnTo>
                      <a:pt x="25683" y="0"/>
                    </a:lnTo>
                    <a:lnTo>
                      <a:pt x="25683" y="38862"/>
                    </a:lnTo>
                    <a:lnTo>
                      <a:pt x="22445" y="38862"/>
                    </a:lnTo>
                    <a:lnTo>
                      <a:pt x="22445" y="33959"/>
                    </a:lnTo>
                    <a:lnTo>
                      <a:pt x="22332" y="33959"/>
                    </a:lnTo>
                    <a:cubicBezTo>
                      <a:pt x="21860" y="34904"/>
                      <a:pt x="21253" y="35713"/>
                      <a:pt x="20533" y="36411"/>
                    </a:cubicBezTo>
                    <a:cubicBezTo>
                      <a:pt x="19813" y="37108"/>
                      <a:pt x="18981" y="37693"/>
                      <a:pt x="18104" y="38165"/>
                    </a:cubicBezTo>
                    <a:cubicBezTo>
                      <a:pt x="17227" y="38637"/>
                      <a:pt x="16305" y="38997"/>
                      <a:pt x="15383" y="39244"/>
                    </a:cubicBezTo>
                    <a:cubicBezTo>
                      <a:pt x="14438" y="39492"/>
                      <a:pt x="13539" y="39627"/>
                      <a:pt x="12639" y="39627"/>
                    </a:cubicBezTo>
                    <a:cubicBezTo>
                      <a:pt x="10367" y="39627"/>
                      <a:pt x="8456" y="39244"/>
                      <a:pt x="6859" y="38502"/>
                    </a:cubicBezTo>
                    <a:cubicBezTo>
                      <a:pt x="5262" y="37760"/>
                      <a:pt x="3981" y="36703"/>
                      <a:pt x="2946" y="35399"/>
                    </a:cubicBezTo>
                    <a:cubicBezTo>
                      <a:pt x="1911" y="34094"/>
                      <a:pt x="1170" y="32520"/>
                      <a:pt x="697" y="30721"/>
                    </a:cubicBezTo>
                    <a:cubicBezTo>
                      <a:pt x="225" y="28922"/>
                      <a:pt x="0" y="26987"/>
                      <a:pt x="0" y="24941"/>
                    </a:cubicBezTo>
                    <a:cubicBezTo>
                      <a:pt x="0" y="23007"/>
                      <a:pt x="247" y="21118"/>
                      <a:pt x="764" y="19319"/>
                    </a:cubicBezTo>
                    <a:cubicBezTo>
                      <a:pt x="1259" y="17519"/>
                      <a:pt x="2024" y="15945"/>
                      <a:pt x="3058" y="14596"/>
                    </a:cubicBezTo>
                    <a:cubicBezTo>
                      <a:pt x="4093" y="13246"/>
                      <a:pt x="5375" y="12167"/>
                      <a:pt x="6949" y="11357"/>
                    </a:cubicBezTo>
                    <a:cubicBezTo>
                      <a:pt x="8524" y="10548"/>
                      <a:pt x="10367" y="10143"/>
                      <a:pt x="12481" y="10143"/>
                    </a:cubicBezTo>
                    <a:cubicBezTo>
                      <a:pt x="14461" y="10143"/>
                      <a:pt x="16350" y="10593"/>
                      <a:pt x="18171" y="11470"/>
                    </a:cubicBezTo>
                    <a:cubicBezTo>
                      <a:pt x="19993" y="12347"/>
                      <a:pt x="21410" y="13651"/>
                      <a:pt x="22467" y="15383"/>
                    </a:cubicBezTo>
                    <a:lnTo>
                      <a:pt x="22467" y="0"/>
                    </a:lnTo>
                    <a:lnTo>
                      <a:pt x="22467" y="0"/>
                    </a:lnTo>
                    <a:close/>
                    <a:moveTo>
                      <a:pt x="22445" y="24761"/>
                    </a:moveTo>
                    <a:cubicBezTo>
                      <a:pt x="22445" y="23187"/>
                      <a:pt x="22219" y="21680"/>
                      <a:pt x="21792" y="20263"/>
                    </a:cubicBezTo>
                    <a:cubicBezTo>
                      <a:pt x="21365" y="18846"/>
                      <a:pt x="20735" y="17609"/>
                      <a:pt x="19925" y="16530"/>
                    </a:cubicBezTo>
                    <a:cubicBezTo>
                      <a:pt x="19116" y="15473"/>
                      <a:pt x="18126" y="14618"/>
                      <a:pt x="16957" y="13989"/>
                    </a:cubicBezTo>
                    <a:cubicBezTo>
                      <a:pt x="15788" y="13359"/>
                      <a:pt x="14461" y="13044"/>
                      <a:pt x="12999" y="13044"/>
                    </a:cubicBezTo>
                    <a:cubicBezTo>
                      <a:pt x="11312" y="13044"/>
                      <a:pt x="9850" y="13381"/>
                      <a:pt x="8636" y="14034"/>
                    </a:cubicBezTo>
                    <a:cubicBezTo>
                      <a:pt x="7421" y="14686"/>
                      <a:pt x="6409" y="15608"/>
                      <a:pt x="5622" y="16755"/>
                    </a:cubicBezTo>
                    <a:cubicBezTo>
                      <a:pt x="4835" y="17902"/>
                      <a:pt x="4250" y="19251"/>
                      <a:pt x="3891" y="20780"/>
                    </a:cubicBezTo>
                    <a:cubicBezTo>
                      <a:pt x="3530" y="22310"/>
                      <a:pt x="3396" y="23951"/>
                      <a:pt x="3463" y="25728"/>
                    </a:cubicBezTo>
                    <a:cubicBezTo>
                      <a:pt x="3463" y="27482"/>
                      <a:pt x="3711" y="29057"/>
                      <a:pt x="4183" y="30406"/>
                    </a:cubicBezTo>
                    <a:cubicBezTo>
                      <a:pt x="4655" y="31755"/>
                      <a:pt x="5352" y="32902"/>
                      <a:pt x="6207" y="33824"/>
                    </a:cubicBezTo>
                    <a:cubicBezTo>
                      <a:pt x="7061" y="34769"/>
                      <a:pt x="8073" y="35466"/>
                      <a:pt x="9220" y="35961"/>
                    </a:cubicBezTo>
                    <a:cubicBezTo>
                      <a:pt x="10367" y="36456"/>
                      <a:pt x="11627" y="36681"/>
                      <a:pt x="12999" y="36681"/>
                    </a:cubicBezTo>
                    <a:cubicBezTo>
                      <a:pt x="14506" y="36681"/>
                      <a:pt x="15855" y="36366"/>
                      <a:pt x="17047" y="35758"/>
                    </a:cubicBezTo>
                    <a:cubicBezTo>
                      <a:pt x="18239" y="35151"/>
                      <a:pt x="19228" y="34319"/>
                      <a:pt x="20016" y="33240"/>
                    </a:cubicBezTo>
                    <a:cubicBezTo>
                      <a:pt x="20803" y="32183"/>
                      <a:pt x="21410" y="30923"/>
                      <a:pt x="21815" y="29461"/>
                    </a:cubicBezTo>
                    <a:cubicBezTo>
                      <a:pt x="22219" y="28000"/>
                      <a:pt x="22445" y="26425"/>
                      <a:pt x="22445" y="24739"/>
                    </a:cubicBezTo>
                    <a:lnTo>
                      <a:pt x="22445" y="24739"/>
                    </a:lnTo>
                    <a:close/>
                  </a:path>
                </a:pathLst>
              </a:custGeom>
              <a:solidFill>
                <a:srgbClr val="010101"/>
              </a:solidFill>
              <a:ln w="2249" cap="flat">
                <a:noFill/>
                <a:prstDash val="solid"/>
                <a:miter/>
              </a:ln>
            </p:spPr>
            <p:txBody>
              <a:bodyPr rtlCol="0" anchor="ctr"/>
              <a:lstStyle/>
              <a:p>
                <a:endParaRPr lang="en-US"/>
              </a:p>
            </p:txBody>
          </p:sp>
        </p:grpSp>
        <p:sp>
          <p:nvSpPr>
            <p:cNvPr id="5198" name="Freeform 5197">
              <a:extLst>
                <a:ext uri="{FF2B5EF4-FFF2-40B4-BE49-F238E27FC236}">
                  <a16:creationId xmlns:a16="http://schemas.microsoft.com/office/drawing/2014/main" id="{A75E40D8-C9F0-5904-5264-DBF999B21A53}"/>
                </a:ext>
              </a:extLst>
            </p:cNvPr>
            <p:cNvSpPr/>
            <p:nvPr/>
          </p:nvSpPr>
          <p:spPr>
            <a:xfrm>
              <a:off x="6355660" y="2440585"/>
              <a:ext cx="1353115" cy="1039767"/>
            </a:xfrm>
            <a:custGeom>
              <a:avLst/>
              <a:gdLst>
                <a:gd name="connsiteX0" fmla="*/ 0 w 311548"/>
                <a:gd name="connsiteY0" fmla="*/ 0 h 239401"/>
                <a:gd name="connsiteX1" fmla="*/ 311548 w 311548"/>
                <a:gd name="connsiteY1" fmla="*/ 239402 h 239401"/>
              </a:gdLst>
              <a:ahLst/>
              <a:cxnLst>
                <a:cxn ang="0">
                  <a:pos x="connsiteX0" y="connsiteY0"/>
                </a:cxn>
                <a:cxn ang="0">
                  <a:pos x="connsiteX1" y="connsiteY1"/>
                </a:cxn>
              </a:cxnLst>
              <a:rect l="l" t="t" r="r" b="b"/>
              <a:pathLst>
                <a:path w="311548" h="239401">
                  <a:moveTo>
                    <a:pt x="0" y="0"/>
                  </a:moveTo>
                  <a:lnTo>
                    <a:pt x="311548" y="239402"/>
                  </a:lnTo>
                </a:path>
              </a:pathLst>
            </a:custGeom>
            <a:ln w="4498" cap="flat">
              <a:solidFill>
                <a:srgbClr val="B3B3B3">
                  <a:alpha val="40000"/>
                </a:srgbClr>
              </a:solidFill>
              <a:prstDash val="solid"/>
              <a:round/>
            </a:ln>
          </p:spPr>
          <p:txBody>
            <a:bodyPr rtlCol="0" anchor="ctr"/>
            <a:lstStyle/>
            <a:p>
              <a:endParaRPr lang="en-US"/>
            </a:p>
          </p:txBody>
        </p:sp>
        <p:sp>
          <p:nvSpPr>
            <p:cNvPr id="5199" name="Freeform 5198">
              <a:extLst>
                <a:ext uri="{FF2B5EF4-FFF2-40B4-BE49-F238E27FC236}">
                  <a16:creationId xmlns:a16="http://schemas.microsoft.com/office/drawing/2014/main" id="{ADCC429C-9428-6C84-B600-7F0045ED4809}"/>
                </a:ext>
              </a:extLst>
            </p:cNvPr>
            <p:cNvSpPr/>
            <p:nvPr/>
          </p:nvSpPr>
          <p:spPr>
            <a:xfrm>
              <a:off x="6333879" y="3095313"/>
              <a:ext cx="1246746" cy="235593"/>
            </a:xfrm>
            <a:custGeom>
              <a:avLst/>
              <a:gdLst>
                <a:gd name="connsiteX0" fmla="*/ 0 w 287057"/>
                <a:gd name="connsiteY0" fmla="*/ 0 h 54244"/>
                <a:gd name="connsiteX1" fmla="*/ 287057 w 287057"/>
                <a:gd name="connsiteY1" fmla="*/ 54245 h 54244"/>
              </a:gdLst>
              <a:ahLst/>
              <a:cxnLst>
                <a:cxn ang="0">
                  <a:pos x="connsiteX0" y="connsiteY0"/>
                </a:cxn>
                <a:cxn ang="0">
                  <a:pos x="connsiteX1" y="connsiteY1"/>
                </a:cxn>
              </a:cxnLst>
              <a:rect l="l" t="t" r="r" b="b"/>
              <a:pathLst>
                <a:path w="287057" h="54244">
                  <a:moveTo>
                    <a:pt x="0" y="0"/>
                  </a:moveTo>
                  <a:lnTo>
                    <a:pt x="287057" y="54245"/>
                  </a:lnTo>
                </a:path>
              </a:pathLst>
            </a:custGeom>
            <a:ln w="4498" cap="flat">
              <a:solidFill>
                <a:srgbClr val="B3B3B3">
                  <a:alpha val="40000"/>
                </a:srgbClr>
              </a:solidFill>
              <a:prstDash val="solid"/>
              <a:round/>
            </a:ln>
          </p:spPr>
          <p:txBody>
            <a:bodyPr rtlCol="0" anchor="ctr"/>
            <a:lstStyle/>
            <a:p>
              <a:endParaRPr lang="en-US"/>
            </a:p>
          </p:txBody>
        </p:sp>
        <p:sp>
          <p:nvSpPr>
            <p:cNvPr id="5200" name="Freeform 5199">
              <a:extLst>
                <a:ext uri="{FF2B5EF4-FFF2-40B4-BE49-F238E27FC236}">
                  <a16:creationId xmlns:a16="http://schemas.microsoft.com/office/drawing/2014/main" id="{EFF01927-94D3-F1C8-805F-61DDB2B210B1}"/>
                </a:ext>
              </a:extLst>
            </p:cNvPr>
            <p:cNvSpPr/>
            <p:nvPr/>
          </p:nvSpPr>
          <p:spPr>
            <a:xfrm>
              <a:off x="6520636" y="2676673"/>
              <a:ext cx="1221542" cy="365698"/>
            </a:xfrm>
            <a:custGeom>
              <a:avLst/>
              <a:gdLst>
                <a:gd name="connsiteX0" fmla="*/ 0 w 281254"/>
                <a:gd name="connsiteY0" fmla="*/ 84201 h 84200"/>
                <a:gd name="connsiteX1" fmla="*/ 281254 w 281254"/>
                <a:gd name="connsiteY1" fmla="*/ 0 h 84200"/>
              </a:gdLst>
              <a:ahLst/>
              <a:cxnLst>
                <a:cxn ang="0">
                  <a:pos x="connsiteX0" y="connsiteY0"/>
                </a:cxn>
                <a:cxn ang="0">
                  <a:pos x="connsiteX1" y="connsiteY1"/>
                </a:cxn>
              </a:cxnLst>
              <a:rect l="l" t="t" r="r" b="b"/>
              <a:pathLst>
                <a:path w="281254" h="84200">
                  <a:moveTo>
                    <a:pt x="0" y="84201"/>
                  </a:moveTo>
                  <a:lnTo>
                    <a:pt x="281254" y="0"/>
                  </a:lnTo>
                </a:path>
              </a:pathLst>
            </a:custGeom>
            <a:ln w="4498" cap="flat">
              <a:solidFill>
                <a:srgbClr val="B3B3B3">
                  <a:alpha val="40000"/>
                </a:srgbClr>
              </a:solidFill>
              <a:prstDash val="solid"/>
              <a:round/>
            </a:ln>
          </p:spPr>
          <p:txBody>
            <a:bodyPr rtlCol="0" anchor="ctr"/>
            <a:lstStyle/>
            <a:p>
              <a:endParaRPr lang="en-US"/>
            </a:p>
          </p:txBody>
        </p:sp>
        <p:sp>
          <p:nvSpPr>
            <p:cNvPr id="5201" name="Freeform 5200">
              <a:extLst>
                <a:ext uri="{FF2B5EF4-FFF2-40B4-BE49-F238E27FC236}">
                  <a16:creationId xmlns:a16="http://schemas.microsoft.com/office/drawing/2014/main" id="{F4032364-8B8B-A946-1B99-6AD87A3929BA}"/>
                </a:ext>
              </a:extLst>
            </p:cNvPr>
            <p:cNvSpPr/>
            <p:nvPr/>
          </p:nvSpPr>
          <p:spPr>
            <a:xfrm>
              <a:off x="6332020" y="2594621"/>
              <a:ext cx="1351451" cy="771448"/>
            </a:xfrm>
            <a:custGeom>
              <a:avLst/>
              <a:gdLst>
                <a:gd name="connsiteX0" fmla="*/ 0 w 311165"/>
                <a:gd name="connsiteY0" fmla="*/ 0 h 177622"/>
                <a:gd name="connsiteX1" fmla="*/ 311166 w 311165"/>
                <a:gd name="connsiteY1" fmla="*/ 177623 h 177622"/>
              </a:gdLst>
              <a:ahLst/>
              <a:cxnLst>
                <a:cxn ang="0">
                  <a:pos x="connsiteX0" y="connsiteY0"/>
                </a:cxn>
                <a:cxn ang="0">
                  <a:pos x="connsiteX1" y="connsiteY1"/>
                </a:cxn>
              </a:cxnLst>
              <a:rect l="l" t="t" r="r" b="b"/>
              <a:pathLst>
                <a:path w="311165" h="177622">
                  <a:moveTo>
                    <a:pt x="0" y="0"/>
                  </a:moveTo>
                  <a:lnTo>
                    <a:pt x="311166" y="177623"/>
                  </a:lnTo>
                </a:path>
              </a:pathLst>
            </a:custGeom>
            <a:ln w="4498" cap="flat">
              <a:solidFill>
                <a:srgbClr val="B3B3B3">
                  <a:alpha val="40000"/>
                </a:srgbClr>
              </a:solidFill>
              <a:prstDash val="solid"/>
              <a:round/>
            </a:ln>
          </p:spPr>
          <p:txBody>
            <a:bodyPr rtlCol="0" anchor="ctr"/>
            <a:lstStyle/>
            <a:p>
              <a:endParaRPr lang="en-US"/>
            </a:p>
          </p:txBody>
        </p:sp>
        <p:sp>
          <p:nvSpPr>
            <p:cNvPr id="5202" name="Freeform 5201">
              <a:extLst>
                <a:ext uri="{FF2B5EF4-FFF2-40B4-BE49-F238E27FC236}">
                  <a16:creationId xmlns:a16="http://schemas.microsoft.com/office/drawing/2014/main" id="{7DD8AF4B-C41E-CB8B-EC21-D71F207936C1}"/>
                </a:ext>
              </a:extLst>
            </p:cNvPr>
            <p:cNvSpPr/>
            <p:nvPr/>
          </p:nvSpPr>
          <p:spPr>
            <a:xfrm>
              <a:off x="6399417" y="3122563"/>
              <a:ext cx="1339342" cy="506256"/>
            </a:xfrm>
            <a:custGeom>
              <a:avLst/>
              <a:gdLst>
                <a:gd name="connsiteX0" fmla="*/ 0 w 308377"/>
                <a:gd name="connsiteY0" fmla="*/ 0 h 116563"/>
                <a:gd name="connsiteX1" fmla="*/ 308377 w 308377"/>
                <a:gd name="connsiteY1" fmla="*/ 116563 h 116563"/>
              </a:gdLst>
              <a:ahLst/>
              <a:cxnLst>
                <a:cxn ang="0">
                  <a:pos x="connsiteX0" y="connsiteY0"/>
                </a:cxn>
                <a:cxn ang="0">
                  <a:pos x="connsiteX1" y="connsiteY1"/>
                </a:cxn>
              </a:cxnLst>
              <a:rect l="l" t="t" r="r" b="b"/>
              <a:pathLst>
                <a:path w="308377" h="116563">
                  <a:moveTo>
                    <a:pt x="0" y="0"/>
                  </a:moveTo>
                  <a:lnTo>
                    <a:pt x="308377" y="116563"/>
                  </a:lnTo>
                </a:path>
              </a:pathLst>
            </a:custGeom>
            <a:ln w="4498" cap="flat">
              <a:solidFill>
                <a:srgbClr val="B3B3B3">
                  <a:alpha val="40000"/>
                </a:srgbClr>
              </a:solidFill>
              <a:prstDash val="solid"/>
              <a:round/>
            </a:ln>
          </p:spPr>
          <p:txBody>
            <a:bodyPr rtlCol="0" anchor="ctr"/>
            <a:lstStyle/>
            <a:p>
              <a:endParaRPr lang="en-US"/>
            </a:p>
          </p:txBody>
        </p:sp>
        <p:sp>
          <p:nvSpPr>
            <p:cNvPr id="5203" name="Freeform 5202">
              <a:extLst>
                <a:ext uri="{FF2B5EF4-FFF2-40B4-BE49-F238E27FC236}">
                  <a16:creationId xmlns:a16="http://schemas.microsoft.com/office/drawing/2014/main" id="{6FBB6E21-437F-28CD-7B12-AB0734343346}"/>
                </a:ext>
              </a:extLst>
            </p:cNvPr>
            <p:cNvSpPr/>
            <p:nvPr/>
          </p:nvSpPr>
          <p:spPr>
            <a:xfrm>
              <a:off x="6527668" y="2782455"/>
              <a:ext cx="1198884" cy="569259"/>
            </a:xfrm>
            <a:custGeom>
              <a:avLst/>
              <a:gdLst>
                <a:gd name="connsiteX0" fmla="*/ 0 w 276037"/>
                <a:gd name="connsiteY0" fmla="*/ 0 h 131069"/>
                <a:gd name="connsiteX1" fmla="*/ 276037 w 276037"/>
                <a:gd name="connsiteY1" fmla="*/ 131069 h 131069"/>
              </a:gdLst>
              <a:ahLst/>
              <a:cxnLst>
                <a:cxn ang="0">
                  <a:pos x="connsiteX0" y="connsiteY0"/>
                </a:cxn>
                <a:cxn ang="0">
                  <a:pos x="connsiteX1" y="connsiteY1"/>
                </a:cxn>
              </a:cxnLst>
              <a:rect l="l" t="t" r="r" b="b"/>
              <a:pathLst>
                <a:path w="276037" h="131069">
                  <a:moveTo>
                    <a:pt x="0" y="0"/>
                  </a:moveTo>
                  <a:lnTo>
                    <a:pt x="276037" y="131069"/>
                  </a:lnTo>
                </a:path>
              </a:pathLst>
            </a:custGeom>
            <a:ln w="4498" cap="flat">
              <a:solidFill>
                <a:srgbClr val="B3B3B3">
                  <a:alpha val="40000"/>
                </a:srgbClr>
              </a:solidFill>
              <a:prstDash val="solid"/>
              <a:round/>
            </a:ln>
          </p:spPr>
          <p:txBody>
            <a:bodyPr rtlCol="0" anchor="ctr"/>
            <a:lstStyle/>
            <a:p>
              <a:endParaRPr lang="en-US"/>
            </a:p>
          </p:txBody>
        </p:sp>
        <p:sp>
          <p:nvSpPr>
            <p:cNvPr id="5204" name="Freeform 5203">
              <a:extLst>
                <a:ext uri="{FF2B5EF4-FFF2-40B4-BE49-F238E27FC236}">
                  <a16:creationId xmlns:a16="http://schemas.microsoft.com/office/drawing/2014/main" id="{852869D3-45DC-B64F-FA11-EE9FFAC13C16}"/>
                </a:ext>
              </a:extLst>
            </p:cNvPr>
            <p:cNvSpPr/>
            <p:nvPr/>
          </p:nvSpPr>
          <p:spPr>
            <a:xfrm>
              <a:off x="6484297" y="2932191"/>
              <a:ext cx="1068193" cy="360816"/>
            </a:xfrm>
            <a:custGeom>
              <a:avLst/>
              <a:gdLst>
                <a:gd name="connsiteX0" fmla="*/ 0 w 245946"/>
                <a:gd name="connsiteY0" fmla="*/ 0 h 83076"/>
                <a:gd name="connsiteX1" fmla="*/ 245946 w 245946"/>
                <a:gd name="connsiteY1" fmla="*/ 83077 h 83076"/>
              </a:gdLst>
              <a:ahLst/>
              <a:cxnLst>
                <a:cxn ang="0">
                  <a:pos x="connsiteX0" y="connsiteY0"/>
                </a:cxn>
                <a:cxn ang="0">
                  <a:pos x="connsiteX1" y="connsiteY1"/>
                </a:cxn>
              </a:cxnLst>
              <a:rect l="l" t="t" r="r" b="b"/>
              <a:pathLst>
                <a:path w="245946" h="83076">
                  <a:moveTo>
                    <a:pt x="0" y="0"/>
                  </a:moveTo>
                  <a:lnTo>
                    <a:pt x="245946" y="83077"/>
                  </a:lnTo>
                </a:path>
              </a:pathLst>
            </a:custGeom>
            <a:ln w="4498" cap="flat">
              <a:solidFill>
                <a:srgbClr val="B3B3B3">
                  <a:alpha val="40000"/>
                </a:srgbClr>
              </a:solidFill>
              <a:prstDash val="solid"/>
              <a:round/>
            </a:ln>
          </p:spPr>
          <p:txBody>
            <a:bodyPr rtlCol="0" anchor="ctr"/>
            <a:lstStyle/>
            <a:p>
              <a:endParaRPr lang="en-US"/>
            </a:p>
          </p:txBody>
        </p:sp>
        <p:sp>
          <p:nvSpPr>
            <p:cNvPr id="5205" name="Freeform 5204">
              <a:extLst>
                <a:ext uri="{FF2B5EF4-FFF2-40B4-BE49-F238E27FC236}">
                  <a16:creationId xmlns:a16="http://schemas.microsoft.com/office/drawing/2014/main" id="{0384312D-5BC3-89FB-476B-ADC47061E901}"/>
                </a:ext>
              </a:extLst>
            </p:cNvPr>
            <p:cNvSpPr/>
            <p:nvPr/>
          </p:nvSpPr>
          <p:spPr>
            <a:xfrm>
              <a:off x="6419931" y="3285003"/>
              <a:ext cx="1163426" cy="490139"/>
            </a:xfrm>
            <a:custGeom>
              <a:avLst/>
              <a:gdLst>
                <a:gd name="connsiteX0" fmla="*/ 0 w 267873"/>
                <a:gd name="connsiteY0" fmla="*/ 112853 h 112852"/>
                <a:gd name="connsiteX1" fmla="*/ 267874 w 267873"/>
                <a:gd name="connsiteY1" fmla="*/ 0 h 112852"/>
              </a:gdLst>
              <a:ahLst/>
              <a:cxnLst>
                <a:cxn ang="0">
                  <a:pos x="connsiteX0" y="connsiteY0"/>
                </a:cxn>
                <a:cxn ang="0">
                  <a:pos x="connsiteX1" y="connsiteY1"/>
                </a:cxn>
              </a:cxnLst>
              <a:rect l="l" t="t" r="r" b="b"/>
              <a:pathLst>
                <a:path w="267873" h="112852">
                  <a:moveTo>
                    <a:pt x="0" y="112853"/>
                  </a:moveTo>
                  <a:lnTo>
                    <a:pt x="267874" y="0"/>
                  </a:lnTo>
                </a:path>
              </a:pathLst>
            </a:custGeom>
            <a:ln w="4498" cap="flat">
              <a:solidFill>
                <a:srgbClr val="B3B3B3">
                  <a:alpha val="40000"/>
                </a:srgbClr>
              </a:solidFill>
              <a:prstDash val="solid"/>
              <a:round/>
            </a:ln>
          </p:spPr>
          <p:txBody>
            <a:bodyPr rtlCol="0" anchor="ctr"/>
            <a:lstStyle/>
            <a:p>
              <a:endParaRPr lang="en-US"/>
            </a:p>
          </p:txBody>
        </p:sp>
        <p:sp>
          <p:nvSpPr>
            <p:cNvPr id="5206" name="Freeform 5205">
              <a:extLst>
                <a:ext uri="{FF2B5EF4-FFF2-40B4-BE49-F238E27FC236}">
                  <a16:creationId xmlns:a16="http://schemas.microsoft.com/office/drawing/2014/main" id="{649E0FE8-EBE8-CF0D-CD8A-A9531FA16A14}"/>
                </a:ext>
              </a:extLst>
            </p:cNvPr>
            <p:cNvSpPr/>
            <p:nvPr/>
          </p:nvSpPr>
          <p:spPr>
            <a:xfrm>
              <a:off x="6321470" y="3414226"/>
              <a:ext cx="1352333" cy="570723"/>
            </a:xfrm>
            <a:custGeom>
              <a:avLst/>
              <a:gdLst>
                <a:gd name="connsiteX0" fmla="*/ 0 w 311368"/>
                <a:gd name="connsiteY0" fmla="*/ 131407 h 131406"/>
                <a:gd name="connsiteX1" fmla="*/ 311368 w 311368"/>
                <a:gd name="connsiteY1" fmla="*/ 0 h 131406"/>
              </a:gdLst>
              <a:ahLst/>
              <a:cxnLst>
                <a:cxn ang="0">
                  <a:pos x="connsiteX0" y="connsiteY0"/>
                </a:cxn>
                <a:cxn ang="0">
                  <a:pos x="connsiteX1" y="connsiteY1"/>
                </a:cxn>
              </a:cxnLst>
              <a:rect l="l" t="t" r="r" b="b"/>
              <a:pathLst>
                <a:path w="311368" h="131406">
                  <a:moveTo>
                    <a:pt x="0" y="131407"/>
                  </a:moveTo>
                  <a:lnTo>
                    <a:pt x="311368" y="0"/>
                  </a:lnTo>
                </a:path>
              </a:pathLst>
            </a:custGeom>
            <a:ln w="4498" cap="flat">
              <a:solidFill>
                <a:srgbClr val="B3B3B3">
                  <a:alpha val="40000"/>
                </a:srgbClr>
              </a:solidFill>
              <a:prstDash val="solid"/>
              <a:round/>
            </a:ln>
          </p:spPr>
          <p:txBody>
            <a:bodyPr rtlCol="0" anchor="ctr"/>
            <a:lstStyle/>
            <a:p>
              <a:endParaRPr lang="en-US"/>
            </a:p>
          </p:txBody>
        </p:sp>
        <p:sp>
          <p:nvSpPr>
            <p:cNvPr id="5207" name="Freeform 5206">
              <a:extLst>
                <a:ext uri="{FF2B5EF4-FFF2-40B4-BE49-F238E27FC236}">
                  <a16:creationId xmlns:a16="http://schemas.microsoft.com/office/drawing/2014/main" id="{B2904EC2-09D8-18C9-E9E0-30B4C65F93C5}"/>
                </a:ext>
              </a:extLst>
            </p:cNvPr>
            <p:cNvSpPr/>
            <p:nvPr/>
          </p:nvSpPr>
          <p:spPr>
            <a:xfrm>
              <a:off x="6319715" y="3689772"/>
              <a:ext cx="1144767" cy="937401"/>
            </a:xfrm>
            <a:custGeom>
              <a:avLst/>
              <a:gdLst>
                <a:gd name="connsiteX0" fmla="*/ 0 w 263577"/>
                <a:gd name="connsiteY0" fmla="*/ 0 h 215832"/>
                <a:gd name="connsiteX1" fmla="*/ 263578 w 263577"/>
                <a:gd name="connsiteY1" fmla="*/ 215833 h 215832"/>
              </a:gdLst>
              <a:ahLst/>
              <a:cxnLst>
                <a:cxn ang="0">
                  <a:pos x="connsiteX0" y="connsiteY0"/>
                </a:cxn>
                <a:cxn ang="0">
                  <a:pos x="connsiteX1" y="connsiteY1"/>
                </a:cxn>
              </a:cxnLst>
              <a:rect l="l" t="t" r="r" b="b"/>
              <a:pathLst>
                <a:path w="263577" h="215832">
                  <a:moveTo>
                    <a:pt x="0" y="0"/>
                  </a:moveTo>
                  <a:lnTo>
                    <a:pt x="263578" y="215833"/>
                  </a:lnTo>
                </a:path>
              </a:pathLst>
            </a:custGeom>
            <a:ln w="4498" cap="flat">
              <a:solidFill>
                <a:srgbClr val="B3B3B3">
                  <a:alpha val="40000"/>
                </a:srgbClr>
              </a:solidFill>
              <a:prstDash val="solid"/>
              <a:round/>
            </a:ln>
          </p:spPr>
          <p:txBody>
            <a:bodyPr rtlCol="0" anchor="ctr"/>
            <a:lstStyle/>
            <a:p>
              <a:endParaRPr lang="en-US"/>
            </a:p>
          </p:txBody>
        </p:sp>
        <p:sp>
          <p:nvSpPr>
            <p:cNvPr id="5208" name="Freeform 5207">
              <a:extLst>
                <a:ext uri="{FF2B5EF4-FFF2-40B4-BE49-F238E27FC236}">
                  <a16:creationId xmlns:a16="http://schemas.microsoft.com/office/drawing/2014/main" id="{D574C5B2-63AD-66A9-F389-BF6A8E9E2D9A}"/>
                </a:ext>
              </a:extLst>
            </p:cNvPr>
            <p:cNvSpPr/>
            <p:nvPr/>
          </p:nvSpPr>
          <p:spPr>
            <a:xfrm>
              <a:off x="6513309" y="3020784"/>
              <a:ext cx="1228282" cy="696822"/>
            </a:xfrm>
            <a:custGeom>
              <a:avLst/>
              <a:gdLst>
                <a:gd name="connsiteX0" fmla="*/ 0 w 282806"/>
                <a:gd name="connsiteY0" fmla="*/ 0 h 160440"/>
                <a:gd name="connsiteX1" fmla="*/ 282807 w 282806"/>
                <a:gd name="connsiteY1" fmla="*/ 160441 h 160440"/>
              </a:gdLst>
              <a:ahLst/>
              <a:cxnLst>
                <a:cxn ang="0">
                  <a:pos x="connsiteX0" y="connsiteY0"/>
                </a:cxn>
                <a:cxn ang="0">
                  <a:pos x="connsiteX1" y="connsiteY1"/>
                </a:cxn>
              </a:cxnLst>
              <a:rect l="l" t="t" r="r" b="b"/>
              <a:pathLst>
                <a:path w="282806" h="160440">
                  <a:moveTo>
                    <a:pt x="0" y="0"/>
                  </a:moveTo>
                  <a:lnTo>
                    <a:pt x="282807" y="160441"/>
                  </a:lnTo>
                </a:path>
              </a:pathLst>
            </a:custGeom>
            <a:ln w="4498" cap="flat">
              <a:solidFill>
                <a:srgbClr val="B3B3B3">
                  <a:alpha val="40000"/>
                </a:srgbClr>
              </a:solidFill>
              <a:prstDash val="solid"/>
              <a:round/>
            </a:ln>
          </p:spPr>
          <p:txBody>
            <a:bodyPr rtlCol="0" anchor="ctr"/>
            <a:lstStyle/>
            <a:p>
              <a:endParaRPr lang="en-US"/>
            </a:p>
          </p:txBody>
        </p:sp>
        <p:sp>
          <p:nvSpPr>
            <p:cNvPr id="5209" name="Freeform 5208">
              <a:extLst>
                <a:ext uri="{FF2B5EF4-FFF2-40B4-BE49-F238E27FC236}">
                  <a16:creationId xmlns:a16="http://schemas.microsoft.com/office/drawing/2014/main" id="{3103932C-4371-32C4-D972-82B1781D03AE}"/>
                </a:ext>
              </a:extLst>
            </p:cNvPr>
            <p:cNvSpPr/>
            <p:nvPr/>
          </p:nvSpPr>
          <p:spPr>
            <a:xfrm>
              <a:off x="6318347" y="3334228"/>
              <a:ext cx="733062" cy="1292945"/>
            </a:xfrm>
            <a:custGeom>
              <a:avLst/>
              <a:gdLst>
                <a:gd name="connsiteX0" fmla="*/ 0 w 168784"/>
                <a:gd name="connsiteY0" fmla="*/ 0 h 297694"/>
                <a:gd name="connsiteX1" fmla="*/ 168784 w 168784"/>
                <a:gd name="connsiteY1" fmla="*/ 297695 h 297694"/>
              </a:gdLst>
              <a:ahLst/>
              <a:cxnLst>
                <a:cxn ang="0">
                  <a:pos x="connsiteX0" y="connsiteY0"/>
                </a:cxn>
                <a:cxn ang="0">
                  <a:pos x="connsiteX1" y="connsiteY1"/>
                </a:cxn>
              </a:cxnLst>
              <a:rect l="l" t="t" r="r" b="b"/>
              <a:pathLst>
                <a:path w="168784" h="297694">
                  <a:moveTo>
                    <a:pt x="0" y="0"/>
                  </a:moveTo>
                  <a:lnTo>
                    <a:pt x="168784" y="297695"/>
                  </a:lnTo>
                </a:path>
              </a:pathLst>
            </a:custGeom>
            <a:ln w="4498" cap="flat">
              <a:solidFill>
                <a:srgbClr val="B3B3B3">
                  <a:alpha val="40000"/>
                </a:srgbClr>
              </a:solidFill>
              <a:prstDash val="solid"/>
              <a:round/>
            </a:ln>
          </p:spPr>
          <p:txBody>
            <a:bodyPr rtlCol="0" anchor="ctr"/>
            <a:lstStyle/>
            <a:p>
              <a:endParaRPr lang="en-US"/>
            </a:p>
          </p:txBody>
        </p:sp>
        <p:sp>
          <p:nvSpPr>
            <p:cNvPr id="5210" name="Freeform 5209">
              <a:extLst>
                <a:ext uri="{FF2B5EF4-FFF2-40B4-BE49-F238E27FC236}">
                  <a16:creationId xmlns:a16="http://schemas.microsoft.com/office/drawing/2014/main" id="{8609E81B-F39C-ACFD-FD11-926B6207BABD}"/>
                </a:ext>
              </a:extLst>
            </p:cNvPr>
            <p:cNvSpPr/>
            <p:nvPr/>
          </p:nvSpPr>
          <p:spPr>
            <a:xfrm>
              <a:off x="6321570" y="3909937"/>
              <a:ext cx="1336802" cy="29886"/>
            </a:xfrm>
            <a:custGeom>
              <a:avLst/>
              <a:gdLst>
                <a:gd name="connsiteX0" fmla="*/ 0 w 307792"/>
                <a:gd name="connsiteY0" fmla="*/ 6882 h 6881"/>
                <a:gd name="connsiteX1" fmla="*/ 307793 w 307792"/>
                <a:gd name="connsiteY1" fmla="*/ 0 h 6881"/>
              </a:gdLst>
              <a:ahLst/>
              <a:cxnLst>
                <a:cxn ang="0">
                  <a:pos x="connsiteX0" y="connsiteY0"/>
                </a:cxn>
                <a:cxn ang="0">
                  <a:pos x="connsiteX1" y="connsiteY1"/>
                </a:cxn>
              </a:cxnLst>
              <a:rect l="l" t="t" r="r" b="b"/>
              <a:pathLst>
                <a:path w="307792" h="6881">
                  <a:moveTo>
                    <a:pt x="0" y="6882"/>
                  </a:moveTo>
                  <a:lnTo>
                    <a:pt x="307793" y="0"/>
                  </a:lnTo>
                </a:path>
              </a:pathLst>
            </a:custGeom>
            <a:ln w="4498" cap="flat">
              <a:solidFill>
                <a:srgbClr val="B3B3B3">
                  <a:alpha val="40000"/>
                </a:srgbClr>
              </a:solidFill>
              <a:prstDash val="solid"/>
              <a:round/>
            </a:ln>
          </p:spPr>
          <p:txBody>
            <a:bodyPr rtlCol="0" anchor="ctr"/>
            <a:lstStyle/>
            <a:p>
              <a:endParaRPr lang="en-US"/>
            </a:p>
          </p:txBody>
        </p:sp>
        <p:sp>
          <p:nvSpPr>
            <p:cNvPr id="5211" name="Freeform 5210">
              <a:extLst>
                <a:ext uri="{FF2B5EF4-FFF2-40B4-BE49-F238E27FC236}">
                  <a16:creationId xmlns:a16="http://schemas.microsoft.com/office/drawing/2014/main" id="{E38187E9-34A5-4BD9-5619-71E65658A8EA}"/>
                </a:ext>
              </a:extLst>
            </p:cNvPr>
            <p:cNvSpPr/>
            <p:nvPr/>
          </p:nvSpPr>
          <p:spPr>
            <a:xfrm>
              <a:off x="6434679" y="2917151"/>
              <a:ext cx="1131682" cy="530969"/>
            </a:xfrm>
            <a:custGeom>
              <a:avLst/>
              <a:gdLst>
                <a:gd name="connsiteX0" fmla="*/ 0 w 260564"/>
                <a:gd name="connsiteY0" fmla="*/ 0 h 122253"/>
                <a:gd name="connsiteX1" fmla="*/ 260564 w 260564"/>
                <a:gd name="connsiteY1" fmla="*/ 122253 h 122253"/>
              </a:gdLst>
              <a:ahLst/>
              <a:cxnLst>
                <a:cxn ang="0">
                  <a:pos x="connsiteX0" y="connsiteY0"/>
                </a:cxn>
                <a:cxn ang="0">
                  <a:pos x="connsiteX1" y="connsiteY1"/>
                </a:cxn>
              </a:cxnLst>
              <a:rect l="l" t="t" r="r" b="b"/>
              <a:pathLst>
                <a:path w="260564" h="122253">
                  <a:moveTo>
                    <a:pt x="0" y="0"/>
                  </a:moveTo>
                  <a:lnTo>
                    <a:pt x="260564" y="122253"/>
                  </a:lnTo>
                </a:path>
              </a:pathLst>
            </a:custGeom>
            <a:ln w="4498" cap="flat">
              <a:solidFill>
                <a:srgbClr val="B3B3B3">
                  <a:alpha val="40000"/>
                </a:srgbClr>
              </a:solidFill>
              <a:prstDash val="solid"/>
              <a:round/>
            </a:ln>
          </p:spPr>
          <p:txBody>
            <a:bodyPr rtlCol="0" anchor="ctr"/>
            <a:lstStyle/>
            <a:p>
              <a:endParaRPr lang="en-US"/>
            </a:p>
          </p:txBody>
        </p:sp>
        <p:sp>
          <p:nvSpPr>
            <p:cNvPr id="5212" name="Freeform 5211">
              <a:extLst>
                <a:ext uri="{FF2B5EF4-FFF2-40B4-BE49-F238E27FC236}">
                  <a16:creationId xmlns:a16="http://schemas.microsoft.com/office/drawing/2014/main" id="{E88210B1-3D52-ED92-DE59-C8B01F4A17FD}"/>
                </a:ext>
              </a:extLst>
            </p:cNvPr>
            <p:cNvSpPr/>
            <p:nvPr/>
          </p:nvSpPr>
          <p:spPr>
            <a:xfrm>
              <a:off x="6359174" y="2599702"/>
              <a:ext cx="1200056" cy="1677108"/>
            </a:xfrm>
            <a:custGeom>
              <a:avLst/>
              <a:gdLst>
                <a:gd name="connsiteX0" fmla="*/ 0 w 276307"/>
                <a:gd name="connsiteY0" fmla="*/ 0 h 386146"/>
                <a:gd name="connsiteX1" fmla="*/ 276307 w 276307"/>
                <a:gd name="connsiteY1" fmla="*/ 386146 h 386146"/>
              </a:gdLst>
              <a:ahLst/>
              <a:cxnLst>
                <a:cxn ang="0">
                  <a:pos x="connsiteX0" y="connsiteY0"/>
                </a:cxn>
                <a:cxn ang="0">
                  <a:pos x="connsiteX1" y="connsiteY1"/>
                </a:cxn>
              </a:cxnLst>
              <a:rect l="l" t="t" r="r" b="b"/>
              <a:pathLst>
                <a:path w="276307" h="386146">
                  <a:moveTo>
                    <a:pt x="0" y="0"/>
                  </a:moveTo>
                  <a:lnTo>
                    <a:pt x="276307" y="386146"/>
                  </a:lnTo>
                </a:path>
              </a:pathLst>
            </a:custGeom>
            <a:ln w="4498" cap="flat">
              <a:solidFill>
                <a:srgbClr val="B3B3B3">
                  <a:alpha val="40000"/>
                </a:srgbClr>
              </a:solidFill>
              <a:prstDash val="solid"/>
              <a:round/>
            </a:ln>
          </p:spPr>
          <p:txBody>
            <a:bodyPr rtlCol="0" anchor="ctr"/>
            <a:lstStyle/>
            <a:p>
              <a:endParaRPr lang="en-US"/>
            </a:p>
          </p:txBody>
        </p:sp>
        <p:sp>
          <p:nvSpPr>
            <p:cNvPr id="5213" name="Freeform 5212">
              <a:extLst>
                <a:ext uri="{FF2B5EF4-FFF2-40B4-BE49-F238E27FC236}">
                  <a16:creationId xmlns:a16="http://schemas.microsoft.com/office/drawing/2014/main" id="{0C899DEA-9C7E-8467-A87A-1BC443B9032D}"/>
                </a:ext>
              </a:extLst>
            </p:cNvPr>
            <p:cNvSpPr/>
            <p:nvPr/>
          </p:nvSpPr>
          <p:spPr>
            <a:xfrm>
              <a:off x="6517017" y="3052824"/>
              <a:ext cx="1188039" cy="557828"/>
            </a:xfrm>
            <a:custGeom>
              <a:avLst/>
              <a:gdLst>
                <a:gd name="connsiteX0" fmla="*/ 0 w 273540"/>
                <a:gd name="connsiteY0" fmla="*/ 0 h 128437"/>
                <a:gd name="connsiteX1" fmla="*/ 273541 w 273540"/>
                <a:gd name="connsiteY1" fmla="*/ 128438 h 128437"/>
              </a:gdLst>
              <a:ahLst/>
              <a:cxnLst>
                <a:cxn ang="0">
                  <a:pos x="connsiteX0" y="connsiteY0"/>
                </a:cxn>
                <a:cxn ang="0">
                  <a:pos x="connsiteX1" y="connsiteY1"/>
                </a:cxn>
              </a:cxnLst>
              <a:rect l="l" t="t" r="r" b="b"/>
              <a:pathLst>
                <a:path w="273540" h="128437">
                  <a:moveTo>
                    <a:pt x="0" y="0"/>
                  </a:moveTo>
                  <a:lnTo>
                    <a:pt x="273541" y="128438"/>
                  </a:lnTo>
                </a:path>
              </a:pathLst>
            </a:custGeom>
            <a:ln w="4498" cap="flat">
              <a:solidFill>
                <a:srgbClr val="B3B3B3">
                  <a:alpha val="40000"/>
                </a:srgbClr>
              </a:solidFill>
              <a:prstDash val="solid"/>
              <a:round/>
            </a:ln>
          </p:spPr>
          <p:txBody>
            <a:bodyPr rtlCol="0" anchor="ctr"/>
            <a:lstStyle/>
            <a:p>
              <a:endParaRPr lang="en-US"/>
            </a:p>
          </p:txBody>
        </p:sp>
        <p:sp>
          <p:nvSpPr>
            <p:cNvPr id="5214" name="Freeform 5213">
              <a:extLst>
                <a:ext uri="{FF2B5EF4-FFF2-40B4-BE49-F238E27FC236}">
                  <a16:creationId xmlns:a16="http://schemas.microsoft.com/office/drawing/2014/main" id="{18637C94-1470-92D1-9BC9-A66072308273}"/>
                </a:ext>
              </a:extLst>
            </p:cNvPr>
            <p:cNvSpPr/>
            <p:nvPr/>
          </p:nvSpPr>
          <p:spPr>
            <a:xfrm>
              <a:off x="6449915" y="3294280"/>
              <a:ext cx="1182471" cy="777898"/>
            </a:xfrm>
            <a:custGeom>
              <a:avLst/>
              <a:gdLst>
                <a:gd name="connsiteX0" fmla="*/ 0 w 272258"/>
                <a:gd name="connsiteY0" fmla="*/ 0 h 179107"/>
                <a:gd name="connsiteX1" fmla="*/ 272259 w 272258"/>
                <a:gd name="connsiteY1" fmla="*/ 179107 h 179107"/>
              </a:gdLst>
              <a:ahLst/>
              <a:cxnLst>
                <a:cxn ang="0">
                  <a:pos x="connsiteX0" y="connsiteY0"/>
                </a:cxn>
                <a:cxn ang="0">
                  <a:pos x="connsiteX1" y="connsiteY1"/>
                </a:cxn>
              </a:cxnLst>
              <a:rect l="l" t="t" r="r" b="b"/>
              <a:pathLst>
                <a:path w="272258" h="179107">
                  <a:moveTo>
                    <a:pt x="0" y="0"/>
                  </a:moveTo>
                  <a:lnTo>
                    <a:pt x="272259" y="179107"/>
                  </a:lnTo>
                </a:path>
              </a:pathLst>
            </a:custGeom>
            <a:ln w="4498" cap="flat">
              <a:solidFill>
                <a:srgbClr val="B3B3B3">
                  <a:alpha val="40000"/>
                </a:srgbClr>
              </a:solidFill>
              <a:prstDash val="solid"/>
              <a:round/>
            </a:ln>
          </p:spPr>
          <p:txBody>
            <a:bodyPr rtlCol="0" anchor="ctr"/>
            <a:lstStyle/>
            <a:p>
              <a:endParaRPr lang="en-US"/>
            </a:p>
          </p:txBody>
        </p:sp>
        <p:sp>
          <p:nvSpPr>
            <p:cNvPr id="5215" name="Freeform 5214">
              <a:extLst>
                <a:ext uri="{FF2B5EF4-FFF2-40B4-BE49-F238E27FC236}">
                  <a16:creationId xmlns:a16="http://schemas.microsoft.com/office/drawing/2014/main" id="{46A5ED44-0055-F56C-7E9C-594B4478ABCF}"/>
                </a:ext>
              </a:extLst>
            </p:cNvPr>
            <p:cNvSpPr/>
            <p:nvPr/>
          </p:nvSpPr>
          <p:spPr>
            <a:xfrm>
              <a:off x="6331433" y="2310675"/>
              <a:ext cx="1311602" cy="914739"/>
            </a:xfrm>
            <a:custGeom>
              <a:avLst/>
              <a:gdLst>
                <a:gd name="connsiteX0" fmla="*/ 0 w 301990"/>
                <a:gd name="connsiteY0" fmla="*/ 0 h 210614"/>
                <a:gd name="connsiteX1" fmla="*/ 301990 w 301990"/>
                <a:gd name="connsiteY1" fmla="*/ 210615 h 210614"/>
              </a:gdLst>
              <a:ahLst/>
              <a:cxnLst>
                <a:cxn ang="0">
                  <a:pos x="connsiteX0" y="connsiteY0"/>
                </a:cxn>
                <a:cxn ang="0">
                  <a:pos x="connsiteX1" y="connsiteY1"/>
                </a:cxn>
              </a:cxnLst>
              <a:rect l="l" t="t" r="r" b="b"/>
              <a:pathLst>
                <a:path w="301990" h="210614">
                  <a:moveTo>
                    <a:pt x="0" y="0"/>
                  </a:moveTo>
                  <a:lnTo>
                    <a:pt x="301990" y="210615"/>
                  </a:lnTo>
                </a:path>
              </a:pathLst>
            </a:custGeom>
            <a:ln w="4498" cap="flat">
              <a:solidFill>
                <a:srgbClr val="B3B3B3">
                  <a:alpha val="40000"/>
                </a:srgbClr>
              </a:solidFill>
              <a:prstDash val="solid"/>
              <a:round/>
            </a:ln>
          </p:spPr>
          <p:txBody>
            <a:bodyPr rtlCol="0" anchor="ctr"/>
            <a:lstStyle/>
            <a:p>
              <a:endParaRPr lang="en-US"/>
            </a:p>
          </p:txBody>
        </p:sp>
        <p:sp>
          <p:nvSpPr>
            <p:cNvPr id="5216" name="Freeform 5215">
              <a:extLst>
                <a:ext uri="{FF2B5EF4-FFF2-40B4-BE49-F238E27FC236}">
                  <a16:creationId xmlns:a16="http://schemas.microsoft.com/office/drawing/2014/main" id="{AECAB135-DB06-E023-8FF2-A3098A078C07}"/>
                </a:ext>
              </a:extLst>
            </p:cNvPr>
            <p:cNvSpPr/>
            <p:nvPr/>
          </p:nvSpPr>
          <p:spPr>
            <a:xfrm>
              <a:off x="6361128" y="2936000"/>
              <a:ext cx="1233750" cy="744881"/>
            </a:xfrm>
            <a:custGeom>
              <a:avLst/>
              <a:gdLst>
                <a:gd name="connsiteX0" fmla="*/ 0 w 284065"/>
                <a:gd name="connsiteY0" fmla="*/ 0 h 171505"/>
                <a:gd name="connsiteX1" fmla="*/ 284066 w 284065"/>
                <a:gd name="connsiteY1" fmla="*/ 171506 h 171505"/>
              </a:gdLst>
              <a:ahLst/>
              <a:cxnLst>
                <a:cxn ang="0">
                  <a:pos x="connsiteX0" y="connsiteY0"/>
                </a:cxn>
                <a:cxn ang="0">
                  <a:pos x="connsiteX1" y="connsiteY1"/>
                </a:cxn>
              </a:cxnLst>
              <a:rect l="l" t="t" r="r" b="b"/>
              <a:pathLst>
                <a:path w="284065" h="171505">
                  <a:moveTo>
                    <a:pt x="0" y="0"/>
                  </a:moveTo>
                  <a:lnTo>
                    <a:pt x="284066" y="171506"/>
                  </a:lnTo>
                </a:path>
              </a:pathLst>
            </a:custGeom>
            <a:ln w="4498" cap="flat">
              <a:solidFill>
                <a:srgbClr val="B3B3B3">
                  <a:alpha val="40000"/>
                </a:srgbClr>
              </a:solidFill>
              <a:prstDash val="solid"/>
              <a:round/>
            </a:ln>
          </p:spPr>
          <p:txBody>
            <a:bodyPr rtlCol="0" anchor="ctr"/>
            <a:lstStyle/>
            <a:p>
              <a:endParaRPr lang="en-US"/>
            </a:p>
          </p:txBody>
        </p:sp>
        <p:sp>
          <p:nvSpPr>
            <p:cNvPr id="5217" name="Freeform 5216">
              <a:extLst>
                <a:ext uri="{FF2B5EF4-FFF2-40B4-BE49-F238E27FC236}">
                  <a16:creationId xmlns:a16="http://schemas.microsoft.com/office/drawing/2014/main" id="{70EC4A6B-1879-95C8-AFCE-527536708281}"/>
                </a:ext>
              </a:extLst>
            </p:cNvPr>
            <p:cNvSpPr/>
            <p:nvPr/>
          </p:nvSpPr>
          <p:spPr>
            <a:xfrm>
              <a:off x="6320984" y="2817522"/>
              <a:ext cx="1258759" cy="1219687"/>
            </a:xfrm>
            <a:custGeom>
              <a:avLst/>
              <a:gdLst>
                <a:gd name="connsiteX0" fmla="*/ 0 w 289823"/>
                <a:gd name="connsiteY0" fmla="*/ 0 h 280827"/>
                <a:gd name="connsiteX1" fmla="*/ 289823 w 289823"/>
                <a:gd name="connsiteY1" fmla="*/ 280827 h 280827"/>
              </a:gdLst>
              <a:ahLst/>
              <a:cxnLst>
                <a:cxn ang="0">
                  <a:pos x="connsiteX0" y="connsiteY0"/>
                </a:cxn>
                <a:cxn ang="0">
                  <a:pos x="connsiteX1" y="connsiteY1"/>
                </a:cxn>
              </a:cxnLst>
              <a:rect l="l" t="t" r="r" b="b"/>
              <a:pathLst>
                <a:path w="289823" h="280827">
                  <a:moveTo>
                    <a:pt x="0" y="0"/>
                  </a:moveTo>
                  <a:lnTo>
                    <a:pt x="289823" y="280827"/>
                  </a:lnTo>
                </a:path>
              </a:pathLst>
            </a:custGeom>
            <a:ln w="4498" cap="flat">
              <a:solidFill>
                <a:srgbClr val="B3B3B3">
                  <a:alpha val="40000"/>
                </a:srgbClr>
              </a:solidFill>
              <a:prstDash val="solid"/>
              <a:round/>
            </a:ln>
          </p:spPr>
          <p:txBody>
            <a:bodyPr rtlCol="0" anchor="ctr"/>
            <a:lstStyle/>
            <a:p>
              <a:endParaRPr lang="en-US"/>
            </a:p>
          </p:txBody>
        </p:sp>
        <p:sp>
          <p:nvSpPr>
            <p:cNvPr id="5218" name="Freeform 5217">
              <a:extLst>
                <a:ext uri="{FF2B5EF4-FFF2-40B4-BE49-F238E27FC236}">
                  <a16:creationId xmlns:a16="http://schemas.microsoft.com/office/drawing/2014/main" id="{AC6D8C20-EBD2-6ACF-B5EA-5AB679482688}"/>
                </a:ext>
              </a:extLst>
            </p:cNvPr>
            <p:cNvSpPr/>
            <p:nvPr/>
          </p:nvSpPr>
          <p:spPr>
            <a:xfrm>
              <a:off x="6393850" y="2620993"/>
              <a:ext cx="1175148" cy="1007827"/>
            </a:xfrm>
            <a:custGeom>
              <a:avLst/>
              <a:gdLst>
                <a:gd name="connsiteX0" fmla="*/ 0 w 270572"/>
                <a:gd name="connsiteY0" fmla="*/ 0 h 232047"/>
                <a:gd name="connsiteX1" fmla="*/ 270572 w 270572"/>
                <a:gd name="connsiteY1" fmla="*/ 232047 h 232047"/>
              </a:gdLst>
              <a:ahLst/>
              <a:cxnLst>
                <a:cxn ang="0">
                  <a:pos x="connsiteX0" y="connsiteY0"/>
                </a:cxn>
                <a:cxn ang="0">
                  <a:pos x="connsiteX1" y="connsiteY1"/>
                </a:cxn>
              </a:cxnLst>
              <a:rect l="l" t="t" r="r" b="b"/>
              <a:pathLst>
                <a:path w="270572" h="232047">
                  <a:moveTo>
                    <a:pt x="0" y="0"/>
                  </a:moveTo>
                  <a:lnTo>
                    <a:pt x="270572" y="232047"/>
                  </a:lnTo>
                </a:path>
              </a:pathLst>
            </a:custGeom>
            <a:ln w="4498" cap="flat">
              <a:solidFill>
                <a:srgbClr val="B3B3B3">
                  <a:alpha val="40000"/>
                </a:srgbClr>
              </a:solidFill>
              <a:prstDash val="solid"/>
              <a:round/>
            </a:ln>
          </p:spPr>
          <p:txBody>
            <a:bodyPr rtlCol="0" anchor="ctr"/>
            <a:lstStyle/>
            <a:p>
              <a:endParaRPr lang="en-US"/>
            </a:p>
          </p:txBody>
        </p:sp>
        <p:sp>
          <p:nvSpPr>
            <p:cNvPr id="5219" name="Freeform 5218">
              <a:extLst>
                <a:ext uri="{FF2B5EF4-FFF2-40B4-BE49-F238E27FC236}">
                  <a16:creationId xmlns:a16="http://schemas.microsoft.com/office/drawing/2014/main" id="{B7D1EFEB-BCE1-AEB3-8EB7-78BFADB18D03}"/>
                </a:ext>
              </a:extLst>
            </p:cNvPr>
            <p:cNvSpPr/>
            <p:nvPr/>
          </p:nvSpPr>
          <p:spPr>
            <a:xfrm>
              <a:off x="6542417" y="1944683"/>
              <a:ext cx="1141254" cy="977742"/>
            </a:xfrm>
            <a:custGeom>
              <a:avLst/>
              <a:gdLst>
                <a:gd name="connsiteX0" fmla="*/ 0 w 262768"/>
                <a:gd name="connsiteY0" fmla="*/ 225121 h 225120"/>
                <a:gd name="connsiteX1" fmla="*/ 262768 w 262768"/>
                <a:gd name="connsiteY1" fmla="*/ 0 h 225120"/>
              </a:gdLst>
              <a:ahLst/>
              <a:cxnLst>
                <a:cxn ang="0">
                  <a:pos x="connsiteX0" y="connsiteY0"/>
                </a:cxn>
                <a:cxn ang="0">
                  <a:pos x="connsiteX1" y="connsiteY1"/>
                </a:cxn>
              </a:cxnLst>
              <a:rect l="l" t="t" r="r" b="b"/>
              <a:pathLst>
                <a:path w="262768" h="225120">
                  <a:moveTo>
                    <a:pt x="0" y="225121"/>
                  </a:moveTo>
                  <a:lnTo>
                    <a:pt x="262768" y="0"/>
                  </a:lnTo>
                </a:path>
              </a:pathLst>
            </a:custGeom>
            <a:ln w="4498" cap="flat">
              <a:solidFill>
                <a:srgbClr val="B3B3B3">
                  <a:alpha val="40000"/>
                </a:srgbClr>
              </a:solidFill>
              <a:prstDash val="solid"/>
              <a:round/>
            </a:ln>
          </p:spPr>
          <p:txBody>
            <a:bodyPr rtlCol="0" anchor="ctr"/>
            <a:lstStyle/>
            <a:p>
              <a:endParaRPr lang="en-US"/>
            </a:p>
          </p:txBody>
        </p:sp>
        <p:sp>
          <p:nvSpPr>
            <p:cNvPr id="5220" name="Freeform 5219">
              <a:extLst>
                <a:ext uri="{FF2B5EF4-FFF2-40B4-BE49-F238E27FC236}">
                  <a16:creationId xmlns:a16="http://schemas.microsoft.com/office/drawing/2014/main" id="{44769524-5386-3E09-DF4B-E0FABC34E9D2}"/>
                </a:ext>
              </a:extLst>
            </p:cNvPr>
            <p:cNvSpPr/>
            <p:nvPr/>
          </p:nvSpPr>
          <p:spPr>
            <a:xfrm>
              <a:off x="6347456" y="2839204"/>
              <a:ext cx="1239419" cy="1511742"/>
            </a:xfrm>
            <a:custGeom>
              <a:avLst/>
              <a:gdLst>
                <a:gd name="connsiteX0" fmla="*/ 0 w 285370"/>
                <a:gd name="connsiteY0" fmla="*/ 0 h 348071"/>
                <a:gd name="connsiteX1" fmla="*/ 285370 w 285370"/>
                <a:gd name="connsiteY1" fmla="*/ 348071 h 348071"/>
              </a:gdLst>
              <a:ahLst/>
              <a:cxnLst>
                <a:cxn ang="0">
                  <a:pos x="connsiteX0" y="connsiteY0"/>
                </a:cxn>
                <a:cxn ang="0">
                  <a:pos x="connsiteX1" y="connsiteY1"/>
                </a:cxn>
              </a:cxnLst>
              <a:rect l="l" t="t" r="r" b="b"/>
              <a:pathLst>
                <a:path w="285370" h="348071">
                  <a:moveTo>
                    <a:pt x="0" y="0"/>
                  </a:moveTo>
                  <a:lnTo>
                    <a:pt x="285370" y="348071"/>
                  </a:lnTo>
                </a:path>
              </a:pathLst>
            </a:custGeom>
            <a:ln w="4498" cap="flat">
              <a:solidFill>
                <a:srgbClr val="B3B3B3">
                  <a:alpha val="40000"/>
                </a:srgbClr>
              </a:solidFill>
              <a:prstDash val="solid"/>
              <a:round/>
            </a:ln>
          </p:spPr>
          <p:txBody>
            <a:bodyPr rtlCol="0" anchor="ctr"/>
            <a:lstStyle/>
            <a:p>
              <a:endParaRPr lang="en-US"/>
            </a:p>
          </p:txBody>
        </p:sp>
        <p:sp>
          <p:nvSpPr>
            <p:cNvPr id="5221" name="Freeform 5220">
              <a:extLst>
                <a:ext uri="{FF2B5EF4-FFF2-40B4-BE49-F238E27FC236}">
                  <a16:creationId xmlns:a16="http://schemas.microsoft.com/office/drawing/2014/main" id="{14ED88AE-38F5-A455-2E86-FA139E49780D}"/>
                </a:ext>
              </a:extLst>
            </p:cNvPr>
            <p:cNvSpPr/>
            <p:nvPr/>
          </p:nvSpPr>
          <p:spPr>
            <a:xfrm>
              <a:off x="6327137" y="2839890"/>
              <a:ext cx="1265595" cy="890126"/>
            </a:xfrm>
            <a:custGeom>
              <a:avLst/>
              <a:gdLst>
                <a:gd name="connsiteX0" fmla="*/ 0 w 291397"/>
                <a:gd name="connsiteY0" fmla="*/ 0 h 204947"/>
                <a:gd name="connsiteX1" fmla="*/ 291398 w 291397"/>
                <a:gd name="connsiteY1" fmla="*/ 204948 h 204947"/>
              </a:gdLst>
              <a:ahLst/>
              <a:cxnLst>
                <a:cxn ang="0">
                  <a:pos x="connsiteX0" y="connsiteY0"/>
                </a:cxn>
                <a:cxn ang="0">
                  <a:pos x="connsiteX1" y="connsiteY1"/>
                </a:cxn>
              </a:cxnLst>
              <a:rect l="l" t="t" r="r" b="b"/>
              <a:pathLst>
                <a:path w="291397" h="204947">
                  <a:moveTo>
                    <a:pt x="0" y="0"/>
                  </a:moveTo>
                  <a:lnTo>
                    <a:pt x="291398" y="204948"/>
                  </a:lnTo>
                </a:path>
              </a:pathLst>
            </a:custGeom>
            <a:ln w="4498" cap="flat">
              <a:solidFill>
                <a:srgbClr val="B3B3B3">
                  <a:alpha val="40000"/>
                </a:srgbClr>
              </a:solidFill>
              <a:prstDash val="solid"/>
              <a:round/>
            </a:ln>
          </p:spPr>
          <p:txBody>
            <a:bodyPr rtlCol="0" anchor="ctr"/>
            <a:lstStyle/>
            <a:p>
              <a:endParaRPr lang="en-US"/>
            </a:p>
          </p:txBody>
        </p:sp>
        <p:sp>
          <p:nvSpPr>
            <p:cNvPr id="5222" name="Freeform 5221">
              <a:extLst>
                <a:ext uri="{FF2B5EF4-FFF2-40B4-BE49-F238E27FC236}">
                  <a16:creationId xmlns:a16="http://schemas.microsoft.com/office/drawing/2014/main" id="{3E0F2F99-294C-3DCC-D128-A163CE55CAC0}"/>
                </a:ext>
              </a:extLst>
            </p:cNvPr>
            <p:cNvSpPr/>
            <p:nvPr/>
          </p:nvSpPr>
          <p:spPr>
            <a:xfrm>
              <a:off x="6388281" y="2616698"/>
              <a:ext cx="1322539" cy="592113"/>
            </a:xfrm>
            <a:custGeom>
              <a:avLst/>
              <a:gdLst>
                <a:gd name="connsiteX0" fmla="*/ 0 w 304508"/>
                <a:gd name="connsiteY0" fmla="*/ 0 h 136331"/>
                <a:gd name="connsiteX1" fmla="*/ 304509 w 304508"/>
                <a:gd name="connsiteY1" fmla="*/ 136332 h 136331"/>
              </a:gdLst>
              <a:ahLst/>
              <a:cxnLst>
                <a:cxn ang="0">
                  <a:pos x="connsiteX0" y="connsiteY0"/>
                </a:cxn>
                <a:cxn ang="0">
                  <a:pos x="connsiteX1" y="connsiteY1"/>
                </a:cxn>
              </a:cxnLst>
              <a:rect l="l" t="t" r="r" b="b"/>
              <a:pathLst>
                <a:path w="304508" h="136331">
                  <a:moveTo>
                    <a:pt x="0" y="0"/>
                  </a:moveTo>
                  <a:lnTo>
                    <a:pt x="304509" y="136332"/>
                  </a:lnTo>
                </a:path>
              </a:pathLst>
            </a:custGeom>
            <a:ln w="4498" cap="flat">
              <a:solidFill>
                <a:srgbClr val="B3B3B3">
                  <a:alpha val="40000"/>
                </a:srgbClr>
              </a:solidFill>
              <a:prstDash val="solid"/>
              <a:round/>
            </a:ln>
          </p:spPr>
          <p:txBody>
            <a:bodyPr rtlCol="0" anchor="ctr"/>
            <a:lstStyle/>
            <a:p>
              <a:endParaRPr lang="en-US"/>
            </a:p>
          </p:txBody>
        </p:sp>
        <p:sp>
          <p:nvSpPr>
            <p:cNvPr id="5223" name="Freeform 5222">
              <a:extLst>
                <a:ext uri="{FF2B5EF4-FFF2-40B4-BE49-F238E27FC236}">
                  <a16:creationId xmlns:a16="http://schemas.microsoft.com/office/drawing/2014/main" id="{F4E937D8-C03E-D3AE-E944-196E5C206FFA}"/>
                </a:ext>
              </a:extLst>
            </p:cNvPr>
            <p:cNvSpPr/>
            <p:nvPr/>
          </p:nvSpPr>
          <p:spPr>
            <a:xfrm>
              <a:off x="6369332" y="3502918"/>
              <a:ext cx="1351942" cy="360720"/>
            </a:xfrm>
            <a:custGeom>
              <a:avLst/>
              <a:gdLst>
                <a:gd name="connsiteX0" fmla="*/ 0 w 311278"/>
                <a:gd name="connsiteY0" fmla="*/ 0 h 83054"/>
                <a:gd name="connsiteX1" fmla="*/ 311278 w 311278"/>
                <a:gd name="connsiteY1" fmla="*/ 83054 h 83054"/>
              </a:gdLst>
              <a:ahLst/>
              <a:cxnLst>
                <a:cxn ang="0">
                  <a:pos x="connsiteX0" y="connsiteY0"/>
                </a:cxn>
                <a:cxn ang="0">
                  <a:pos x="connsiteX1" y="connsiteY1"/>
                </a:cxn>
              </a:cxnLst>
              <a:rect l="l" t="t" r="r" b="b"/>
              <a:pathLst>
                <a:path w="311278" h="83054">
                  <a:moveTo>
                    <a:pt x="0" y="0"/>
                  </a:moveTo>
                  <a:lnTo>
                    <a:pt x="311278" y="83054"/>
                  </a:lnTo>
                </a:path>
              </a:pathLst>
            </a:custGeom>
            <a:ln w="4498" cap="flat">
              <a:solidFill>
                <a:srgbClr val="B3B3B3">
                  <a:alpha val="40000"/>
                </a:srgbClr>
              </a:solidFill>
              <a:prstDash val="solid"/>
              <a:round/>
            </a:ln>
          </p:spPr>
          <p:txBody>
            <a:bodyPr rtlCol="0" anchor="ctr"/>
            <a:lstStyle/>
            <a:p>
              <a:endParaRPr lang="en-US"/>
            </a:p>
          </p:txBody>
        </p:sp>
        <p:sp>
          <p:nvSpPr>
            <p:cNvPr id="5224" name="Freeform 5223">
              <a:extLst>
                <a:ext uri="{FF2B5EF4-FFF2-40B4-BE49-F238E27FC236}">
                  <a16:creationId xmlns:a16="http://schemas.microsoft.com/office/drawing/2014/main" id="{ADA8162E-947C-CF78-E63C-347E14509A71}"/>
                </a:ext>
              </a:extLst>
            </p:cNvPr>
            <p:cNvSpPr/>
            <p:nvPr/>
          </p:nvSpPr>
          <p:spPr>
            <a:xfrm>
              <a:off x="6372850" y="2562976"/>
              <a:ext cx="1257486" cy="1297535"/>
            </a:xfrm>
            <a:custGeom>
              <a:avLst/>
              <a:gdLst>
                <a:gd name="connsiteX0" fmla="*/ 0 w 289530"/>
                <a:gd name="connsiteY0" fmla="*/ 0 h 298751"/>
                <a:gd name="connsiteX1" fmla="*/ 289531 w 289530"/>
                <a:gd name="connsiteY1" fmla="*/ 298752 h 298751"/>
              </a:gdLst>
              <a:ahLst/>
              <a:cxnLst>
                <a:cxn ang="0">
                  <a:pos x="connsiteX0" y="connsiteY0"/>
                </a:cxn>
                <a:cxn ang="0">
                  <a:pos x="connsiteX1" y="connsiteY1"/>
                </a:cxn>
              </a:cxnLst>
              <a:rect l="l" t="t" r="r" b="b"/>
              <a:pathLst>
                <a:path w="289530" h="298751">
                  <a:moveTo>
                    <a:pt x="0" y="0"/>
                  </a:moveTo>
                  <a:lnTo>
                    <a:pt x="289531" y="298752"/>
                  </a:lnTo>
                </a:path>
              </a:pathLst>
            </a:custGeom>
            <a:ln w="4498" cap="flat">
              <a:solidFill>
                <a:srgbClr val="B3B3B3">
                  <a:alpha val="40000"/>
                </a:srgbClr>
              </a:solidFill>
              <a:prstDash val="solid"/>
              <a:round/>
            </a:ln>
          </p:spPr>
          <p:txBody>
            <a:bodyPr rtlCol="0" anchor="ctr"/>
            <a:lstStyle/>
            <a:p>
              <a:endParaRPr lang="en-US"/>
            </a:p>
          </p:txBody>
        </p:sp>
        <p:sp>
          <p:nvSpPr>
            <p:cNvPr id="5225" name="Freeform 5224">
              <a:extLst>
                <a:ext uri="{FF2B5EF4-FFF2-40B4-BE49-F238E27FC236}">
                  <a16:creationId xmlns:a16="http://schemas.microsoft.com/office/drawing/2014/main" id="{A74AFCBD-DE9A-42DC-63E0-F3EA62D8A80B}"/>
                </a:ext>
              </a:extLst>
            </p:cNvPr>
            <p:cNvSpPr/>
            <p:nvPr/>
          </p:nvSpPr>
          <p:spPr>
            <a:xfrm>
              <a:off x="6457047" y="2610252"/>
              <a:ext cx="1062721" cy="657166"/>
            </a:xfrm>
            <a:custGeom>
              <a:avLst/>
              <a:gdLst>
                <a:gd name="connsiteX0" fmla="*/ 0 w 244686"/>
                <a:gd name="connsiteY0" fmla="*/ 0 h 151309"/>
                <a:gd name="connsiteX1" fmla="*/ 244687 w 244686"/>
                <a:gd name="connsiteY1" fmla="*/ 151310 h 151309"/>
              </a:gdLst>
              <a:ahLst/>
              <a:cxnLst>
                <a:cxn ang="0">
                  <a:pos x="connsiteX0" y="connsiteY0"/>
                </a:cxn>
                <a:cxn ang="0">
                  <a:pos x="connsiteX1" y="connsiteY1"/>
                </a:cxn>
              </a:cxnLst>
              <a:rect l="l" t="t" r="r" b="b"/>
              <a:pathLst>
                <a:path w="244686" h="151309">
                  <a:moveTo>
                    <a:pt x="0" y="0"/>
                  </a:moveTo>
                  <a:lnTo>
                    <a:pt x="244687" y="151310"/>
                  </a:lnTo>
                </a:path>
              </a:pathLst>
            </a:custGeom>
            <a:ln w="4498" cap="flat">
              <a:solidFill>
                <a:srgbClr val="B3B3B3">
                  <a:alpha val="40000"/>
                </a:srgbClr>
              </a:solidFill>
              <a:prstDash val="solid"/>
              <a:round/>
            </a:ln>
          </p:spPr>
          <p:txBody>
            <a:bodyPr rtlCol="0" anchor="ctr"/>
            <a:lstStyle/>
            <a:p>
              <a:endParaRPr lang="en-US"/>
            </a:p>
          </p:txBody>
        </p:sp>
        <p:sp>
          <p:nvSpPr>
            <p:cNvPr id="5226" name="Freeform 5225">
              <a:extLst>
                <a:ext uri="{FF2B5EF4-FFF2-40B4-BE49-F238E27FC236}">
                  <a16:creationId xmlns:a16="http://schemas.microsoft.com/office/drawing/2014/main" id="{27C9ED60-1562-1AA1-969B-6B9352BB817A}"/>
                </a:ext>
              </a:extLst>
            </p:cNvPr>
            <p:cNvSpPr/>
            <p:nvPr/>
          </p:nvSpPr>
          <p:spPr>
            <a:xfrm>
              <a:off x="6393850" y="2377682"/>
              <a:ext cx="1274386" cy="1505097"/>
            </a:xfrm>
            <a:custGeom>
              <a:avLst/>
              <a:gdLst>
                <a:gd name="connsiteX0" fmla="*/ 0 w 293421"/>
                <a:gd name="connsiteY0" fmla="*/ 0 h 346541"/>
                <a:gd name="connsiteX1" fmla="*/ 293422 w 293421"/>
                <a:gd name="connsiteY1" fmla="*/ 346542 h 346541"/>
              </a:gdLst>
              <a:ahLst/>
              <a:cxnLst>
                <a:cxn ang="0">
                  <a:pos x="connsiteX0" y="connsiteY0"/>
                </a:cxn>
                <a:cxn ang="0">
                  <a:pos x="connsiteX1" y="connsiteY1"/>
                </a:cxn>
              </a:cxnLst>
              <a:rect l="l" t="t" r="r" b="b"/>
              <a:pathLst>
                <a:path w="293421" h="346541">
                  <a:moveTo>
                    <a:pt x="0" y="0"/>
                  </a:moveTo>
                  <a:lnTo>
                    <a:pt x="293422" y="346542"/>
                  </a:lnTo>
                </a:path>
              </a:pathLst>
            </a:custGeom>
            <a:ln w="4498" cap="flat">
              <a:solidFill>
                <a:srgbClr val="B3B3B3">
                  <a:alpha val="40000"/>
                </a:srgbClr>
              </a:solidFill>
              <a:prstDash val="solid"/>
              <a:round/>
            </a:ln>
          </p:spPr>
          <p:txBody>
            <a:bodyPr rtlCol="0" anchor="ctr"/>
            <a:lstStyle/>
            <a:p>
              <a:endParaRPr lang="en-US"/>
            </a:p>
          </p:txBody>
        </p:sp>
        <p:sp>
          <p:nvSpPr>
            <p:cNvPr id="5227" name="Freeform 5226">
              <a:extLst>
                <a:ext uri="{FF2B5EF4-FFF2-40B4-BE49-F238E27FC236}">
                  <a16:creationId xmlns:a16="http://schemas.microsoft.com/office/drawing/2014/main" id="{8F441D6D-54EF-586F-83D0-9D992F0D5684}"/>
                </a:ext>
              </a:extLst>
            </p:cNvPr>
            <p:cNvSpPr/>
            <p:nvPr/>
          </p:nvSpPr>
          <p:spPr>
            <a:xfrm>
              <a:off x="6730833" y="1729599"/>
              <a:ext cx="479494" cy="2897578"/>
            </a:xfrm>
            <a:custGeom>
              <a:avLst/>
              <a:gdLst>
                <a:gd name="connsiteX0" fmla="*/ 0 w 110401"/>
                <a:gd name="connsiteY0" fmla="*/ 666434 h 667153"/>
                <a:gd name="connsiteX1" fmla="*/ 0 w 110401"/>
                <a:gd name="connsiteY1" fmla="*/ 667153 h 667153"/>
                <a:gd name="connsiteX2" fmla="*/ 23 w 110401"/>
                <a:gd name="connsiteY2" fmla="*/ 667153 h 667153"/>
                <a:gd name="connsiteX3" fmla="*/ 382 w 110401"/>
                <a:gd name="connsiteY3" fmla="*/ 667153 h 667153"/>
                <a:gd name="connsiteX4" fmla="*/ 405 w 110401"/>
                <a:gd name="connsiteY4" fmla="*/ 666434 h 667153"/>
                <a:gd name="connsiteX5" fmla="*/ 562 w 110401"/>
                <a:gd name="connsiteY5" fmla="*/ 659125 h 667153"/>
                <a:gd name="connsiteX6" fmla="*/ 787 w 110401"/>
                <a:gd name="connsiteY6" fmla="*/ 651838 h 667153"/>
                <a:gd name="connsiteX7" fmla="*/ 1079 w 110401"/>
                <a:gd name="connsiteY7" fmla="*/ 644529 h 667153"/>
                <a:gd name="connsiteX8" fmla="*/ 1462 w 110401"/>
                <a:gd name="connsiteY8" fmla="*/ 637220 h 667153"/>
                <a:gd name="connsiteX9" fmla="*/ 1934 w 110401"/>
                <a:gd name="connsiteY9" fmla="*/ 629888 h 667153"/>
                <a:gd name="connsiteX10" fmla="*/ 2519 w 110401"/>
                <a:gd name="connsiteY10" fmla="*/ 622579 h 667153"/>
                <a:gd name="connsiteX11" fmla="*/ 3238 w 110401"/>
                <a:gd name="connsiteY11" fmla="*/ 615270 h 667153"/>
                <a:gd name="connsiteX12" fmla="*/ 4115 w 110401"/>
                <a:gd name="connsiteY12" fmla="*/ 607961 h 667153"/>
                <a:gd name="connsiteX13" fmla="*/ 5128 w 110401"/>
                <a:gd name="connsiteY13" fmla="*/ 600652 h 667153"/>
                <a:gd name="connsiteX14" fmla="*/ 6297 w 110401"/>
                <a:gd name="connsiteY14" fmla="*/ 593343 h 667153"/>
                <a:gd name="connsiteX15" fmla="*/ 7646 w 110401"/>
                <a:gd name="connsiteY15" fmla="*/ 586034 h 667153"/>
                <a:gd name="connsiteX16" fmla="*/ 9130 w 110401"/>
                <a:gd name="connsiteY16" fmla="*/ 578724 h 667153"/>
                <a:gd name="connsiteX17" fmla="*/ 10772 w 110401"/>
                <a:gd name="connsiteY17" fmla="*/ 571415 h 667153"/>
                <a:gd name="connsiteX18" fmla="*/ 12526 w 110401"/>
                <a:gd name="connsiteY18" fmla="*/ 564106 h 667153"/>
                <a:gd name="connsiteX19" fmla="*/ 14348 w 110401"/>
                <a:gd name="connsiteY19" fmla="*/ 556775 h 667153"/>
                <a:gd name="connsiteX20" fmla="*/ 16260 w 110401"/>
                <a:gd name="connsiteY20" fmla="*/ 549465 h 667153"/>
                <a:gd name="connsiteX21" fmla="*/ 18149 w 110401"/>
                <a:gd name="connsiteY21" fmla="*/ 542156 h 667153"/>
                <a:gd name="connsiteX22" fmla="*/ 20038 w 110401"/>
                <a:gd name="connsiteY22" fmla="*/ 534870 h 667153"/>
                <a:gd name="connsiteX23" fmla="*/ 21882 w 110401"/>
                <a:gd name="connsiteY23" fmla="*/ 527561 h 667153"/>
                <a:gd name="connsiteX24" fmla="*/ 23592 w 110401"/>
                <a:gd name="connsiteY24" fmla="*/ 520251 h 667153"/>
                <a:gd name="connsiteX25" fmla="*/ 25188 w 110401"/>
                <a:gd name="connsiteY25" fmla="*/ 512942 h 667153"/>
                <a:gd name="connsiteX26" fmla="*/ 26650 w 110401"/>
                <a:gd name="connsiteY26" fmla="*/ 505633 h 667153"/>
                <a:gd name="connsiteX27" fmla="*/ 27909 w 110401"/>
                <a:gd name="connsiteY27" fmla="*/ 498324 h 667153"/>
                <a:gd name="connsiteX28" fmla="*/ 29011 w 110401"/>
                <a:gd name="connsiteY28" fmla="*/ 491015 h 667153"/>
                <a:gd name="connsiteX29" fmla="*/ 29956 w 110401"/>
                <a:gd name="connsiteY29" fmla="*/ 483683 h 667153"/>
                <a:gd name="connsiteX30" fmla="*/ 30766 w 110401"/>
                <a:gd name="connsiteY30" fmla="*/ 476374 h 667153"/>
                <a:gd name="connsiteX31" fmla="*/ 31440 w 110401"/>
                <a:gd name="connsiteY31" fmla="*/ 469065 h 667153"/>
                <a:gd name="connsiteX32" fmla="*/ 32048 w 110401"/>
                <a:gd name="connsiteY32" fmla="*/ 461756 h 667153"/>
                <a:gd name="connsiteX33" fmla="*/ 32632 w 110401"/>
                <a:gd name="connsiteY33" fmla="*/ 454447 h 667153"/>
                <a:gd name="connsiteX34" fmla="*/ 33217 w 110401"/>
                <a:gd name="connsiteY34" fmla="*/ 447138 h 667153"/>
                <a:gd name="connsiteX35" fmla="*/ 33891 w 110401"/>
                <a:gd name="connsiteY35" fmla="*/ 439829 h 667153"/>
                <a:gd name="connsiteX36" fmla="*/ 34701 w 110401"/>
                <a:gd name="connsiteY36" fmla="*/ 432520 h 667153"/>
                <a:gd name="connsiteX37" fmla="*/ 35713 w 110401"/>
                <a:gd name="connsiteY37" fmla="*/ 425210 h 667153"/>
                <a:gd name="connsiteX38" fmla="*/ 36973 w 110401"/>
                <a:gd name="connsiteY38" fmla="*/ 417901 h 667153"/>
                <a:gd name="connsiteX39" fmla="*/ 38524 w 110401"/>
                <a:gd name="connsiteY39" fmla="*/ 410615 h 667153"/>
                <a:gd name="connsiteX40" fmla="*/ 40436 w 110401"/>
                <a:gd name="connsiteY40" fmla="*/ 403283 h 667153"/>
                <a:gd name="connsiteX41" fmla="*/ 42708 w 110401"/>
                <a:gd name="connsiteY41" fmla="*/ 395974 h 667153"/>
                <a:gd name="connsiteX42" fmla="*/ 45406 w 110401"/>
                <a:gd name="connsiteY42" fmla="*/ 388665 h 667153"/>
                <a:gd name="connsiteX43" fmla="*/ 48510 w 110401"/>
                <a:gd name="connsiteY43" fmla="*/ 381356 h 667153"/>
                <a:gd name="connsiteX44" fmla="*/ 52041 w 110401"/>
                <a:gd name="connsiteY44" fmla="*/ 374047 h 667153"/>
                <a:gd name="connsiteX45" fmla="*/ 55976 w 110401"/>
                <a:gd name="connsiteY45" fmla="*/ 366738 h 667153"/>
                <a:gd name="connsiteX46" fmla="*/ 60249 w 110401"/>
                <a:gd name="connsiteY46" fmla="*/ 359428 h 667153"/>
                <a:gd name="connsiteX47" fmla="*/ 64837 w 110401"/>
                <a:gd name="connsiteY47" fmla="*/ 352119 h 667153"/>
                <a:gd name="connsiteX48" fmla="*/ 69673 w 110401"/>
                <a:gd name="connsiteY48" fmla="*/ 344810 h 667153"/>
                <a:gd name="connsiteX49" fmla="*/ 74620 w 110401"/>
                <a:gd name="connsiteY49" fmla="*/ 337501 h 667153"/>
                <a:gd name="connsiteX50" fmla="*/ 79613 w 110401"/>
                <a:gd name="connsiteY50" fmla="*/ 330170 h 667153"/>
                <a:gd name="connsiteX51" fmla="*/ 84583 w 110401"/>
                <a:gd name="connsiteY51" fmla="*/ 322860 h 667153"/>
                <a:gd name="connsiteX52" fmla="*/ 89351 w 110401"/>
                <a:gd name="connsiteY52" fmla="*/ 315551 h 667153"/>
                <a:gd name="connsiteX53" fmla="*/ 93849 w 110401"/>
                <a:gd name="connsiteY53" fmla="*/ 308242 h 667153"/>
                <a:gd name="connsiteX54" fmla="*/ 97964 w 110401"/>
                <a:gd name="connsiteY54" fmla="*/ 300933 h 667153"/>
                <a:gd name="connsiteX55" fmla="*/ 101585 w 110401"/>
                <a:gd name="connsiteY55" fmla="*/ 293646 h 667153"/>
                <a:gd name="connsiteX56" fmla="*/ 104644 w 110401"/>
                <a:gd name="connsiteY56" fmla="*/ 286337 h 667153"/>
                <a:gd name="connsiteX57" fmla="*/ 107095 w 110401"/>
                <a:gd name="connsiteY57" fmla="*/ 279028 h 667153"/>
                <a:gd name="connsiteX58" fmla="*/ 108872 w 110401"/>
                <a:gd name="connsiteY58" fmla="*/ 271719 h 667153"/>
                <a:gd name="connsiteX59" fmla="*/ 109996 w 110401"/>
                <a:gd name="connsiteY59" fmla="*/ 264410 h 667153"/>
                <a:gd name="connsiteX60" fmla="*/ 110401 w 110401"/>
                <a:gd name="connsiteY60" fmla="*/ 257078 h 667153"/>
                <a:gd name="connsiteX61" fmla="*/ 110154 w 110401"/>
                <a:gd name="connsiteY61" fmla="*/ 249769 h 667153"/>
                <a:gd name="connsiteX62" fmla="*/ 109254 w 110401"/>
                <a:gd name="connsiteY62" fmla="*/ 242460 h 667153"/>
                <a:gd name="connsiteX63" fmla="*/ 107725 w 110401"/>
                <a:gd name="connsiteY63" fmla="*/ 235151 h 667153"/>
                <a:gd name="connsiteX64" fmla="*/ 105611 w 110401"/>
                <a:gd name="connsiteY64" fmla="*/ 227842 h 667153"/>
                <a:gd name="connsiteX65" fmla="*/ 102935 w 110401"/>
                <a:gd name="connsiteY65" fmla="*/ 220533 h 667153"/>
                <a:gd name="connsiteX66" fmla="*/ 99763 w 110401"/>
                <a:gd name="connsiteY66" fmla="*/ 213224 h 667153"/>
                <a:gd name="connsiteX67" fmla="*/ 96143 w 110401"/>
                <a:gd name="connsiteY67" fmla="*/ 205915 h 667153"/>
                <a:gd name="connsiteX68" fmla="*/ 92072 w 110401"/>
                <a:gd name="connsiteY68" fmla="*/ 198605 h 667153"/>
                <a:gd name="connsiteX69" fmla="*/ 87642 w 110401"/>
                <a:gd name="connsiteY69" fmla="*/ 191296 h 667153"/>
                <a:gd name="connsiteX70" fmla="*/ 82874 w 110401"/>
                <a:gd name="connsiteY70" fmla="*/ 183965 h 667153"/>
                <a:gd name="connsiteX71" fmla="*/ 77836 w 110401"/>
                <a:gd name="connsiteY71" fmla="*/ 176656 h 667153"/>
                <a:gd name="connsiteX72" fmla="*/ 72618 w 110401"/>
                <a:gd name="connsiteY72" fmla="*/ 169369 h 667153"/>
                <a:gd name="connsiteX73" fmla="*/ 67199 w 110401"/>
                <a:gd name="connsiteY73" fmla="*/ 162060 h 667153"/>
                <a:gd name="connsiteX74" fmla="*/ 61689 w 110401"/>
                <a:gd name="connsiteY74" fmla="*/ 154751 h 667153"/>
                <a:gd name="connsiteX75" fmla="*/ 56179 w 110401"/>
                <a:gd name="connsiteY75" fmla="*/ 147442 h 667153"/>
                <a:gd name="connsiteX76" fmla="*/ 50691 w 110401"/>
                <a:gd name="connsiteY76" fmla="*/ 140133 h 667153"/>
                <a:gd name="connsiteX77" fmla="*/ 45339 w 110401"/>
                <a:gd name="connsiteY77" fmla="*/ 132823 h 667153"/>
                <a:gd name="connsiteX78" fmla="*/ 40166 w 110401"/>
                <a:gd name="connsiteY78" fmla="*/ 125514 h 667153"/>
                <a:gd name="connsiteX79" fmla="*/ 35241 w 110401"/>
                <a:gd name="connsiteY79" fmla="*/ 118205 h 667153"/>
                <a:gd name="connsiteX80" fmla="*/ 30586 w 110401"/>
                <a:gd name="connsiteY80" fmla="*/ 110874 h 667153"/>
                <a:gd name="connsiteX81" fmla="*/ 26290 w 110401"/>
                <a:gd name="connsiteY81" fmla="*/ 103565 h 667153"/>
                <a:gd name="connsiteX82" fmla="*/ 22332 w 110401"/>
                <a:gd name="connsiteY82" fmla="*/ 96255 h 667153"/>
                <a:gd name="connsiteX83" fmla="*/ 18778 w 110401"/>
                <a:gd name="connsiteY83" fmla="*/ 88946 h 667153"/>
                <a:gd name="connsiteX84" fmla="*/ 15608 w 110401"/>
                <a:gd name="connsiteY84" fmla="*/ 81637 h 667153"/>
                <a:gd name="connsiteX85" fmla="*/ 12796 w 110401"/>
                <a:gd name="connsiteY85" fmla="*/ 74328 h 667153"/>
                <a:gd name="connsiteX86" fmla="*/ 10390 w 110401"/>
                <a:gd name="connsiteY86" fmla="*/ 67019 h 667153"/>
                <a:gd name="connsiteX87" fmla="*/ 8321 w 110401"/>
                <a:gd name="connsiteY87" fmla="*/ 59710 h 667153"/>
                <a:gd name="connsiteX88" fmla="*/ 6567 w 110401"/>
                <a:gd name="connsiteY88" fmla="*/ 52423 h 667153"/>
                <a:gd name="connsiteX89" fmla="*/ 5128 w 110401"/>
                <a:gd name="connsiteY89" fmla="*/ 45114 h 667153"/>
                <a:gd name="connsiteX90" fmla="*/ 3958 w 110401"/>
                <a:gd name="connsiteY90" fmla="*/ 37783 h 667153"/>
                <a:gd name="connsiteX91" fmla="*/ 3013 w 110401"/>
                <a:gd name="connsiteY91" fmla="*/ 30473 h 667153"/>
                <a:gd name="connsiteX92" fmla="*/ 2249 w 110401"/>
                <a:gd name="connsiteY92" fmla="*/ 23164 h 667153"/>
                <a:gd name="connsiteX93" fmla="*/ 1664 w 110401"/>
                <a:gd name="connsiteY93" fmla="*/ 15855 h 667153"/>
                <a:gd name="connsiteX94" fmla="*/ 1214 w 110401"/>
                <a:gd name="connsiteY94" fmla="*/ 8546 h 667153"/>
                <a:gd name="connsiteX95" fmla="*/ 877 w 110401"/>
                <a:gd name="connsiteY95" fmla="*/ 1237 h 667153"/>
                <a:gd name="connsiteX96" fmla="*/ 832 w 110401"/>
                <a:gd name="connsiteY96" fmla="*/ 0 h 667153"/>
                <a:gd name="connsiteX97" fmla="*/ 112 w 110401"/>
                <a:gd name="connsiteY97" fmla="*/ 0 h 667153"/>
                <a:gd name="connsiteX98" fmla="*/ 0 w 110401"/>
                <a:gd name="connsiteY98" fmla="*/ 0 h 667153"/>
                <a:gd name="connsiteX99" fmla="*/ 0 w 110401"/>
                <a:gd name="connsiteY99" fmla="*/ 1237 h 667153"/>
                <a:gd name="connsiteX100" fmla="*/ 0 w 110401"/>
                <a:gd name="connsiteY100" fmla="*/ 8546 h 667153"/>
                <a:gd name="connsiteX101" fmla="*/ 0 w 110401"/>
                <a:gd name="connsiteY101" fmla="*/ 15855 h 667153"/>
                <a:gd name="connsiteX102" fmla="*/ 0 w 110401"/>
                <a:gd name="connsiteY102" fmla="*/ 23164 h 667153"/>
                <a:gd name="connsiteX103" fmla="*/ 0 w 110401"/>
                <a:gd name="connsiteY103" fmla="*/ 30473 h 667153"/>
                <a:gd name="connsiteX104" fmla="*/ 0 w 110401"/>
                <a:gd name="connsiteY104" fmla="*/ 37783 h 667153"/>
                <a:gd name="connsiteX105" fmla="*/ 0 w 110401"/>
                <a:gd name="connsiteY105" fmla="*/ 45114 h 667153"/>
                <a:gd name="connsiteX106" fmla="*/ 0 w 110401"/>
                <a:gd name="connsiteY106" fmla="*/ 52423 h 667153"/>
                <a:gd name="connsiteX107" fmla="*/ 0 w 110401"/>
                <a:gd name="connsiteY107" fmla="*/ 59710 h 667153"/>
                <a:gd name="connsiteX108" fmla="*/ 0 w 110401"/>
                <a:gd name="connsiteY108" fmla="*/ 67019 h 667153"/>
                <a:gd name="connsiteX109" fmla="*/ 0 w 110401"/>
                <a:gd name="connsiteY109" fmla="*/ 74328 h 667153"/>
                <a:gd name="connsiteX110" fmla="*/ 0 w 110401"/>
                <a:gd name="connsiteY110" fmla="*/ 81637 h 667153"/>
                <a:gd name="connsiteX111" fmla="*/ 0 w 110401"/>
                <a:gd name="connsiteY111" fmla="*/ 88946 h 667153"/>
                <a:gd name="connsiteX112" fmla="*/ 0 w 110401"/>
                <a:gd name="connsiteY112" fmla="*/ 96255 h 667153"/>
                <a:gd name="connsiteX113" fmla="*/ 0 w 110401"/>
                <a:gd name="connsiteY113" fmla="*/ 103565 h 667153"/>
                <a:gd name="connsiteX114" fmla="*/ 0 w 110401"/>
                <a:gd name="connsiteY114" fmla="*/ 110874 h 667153"/>
                <a:gd name="connsiteX115" fmla="*/ 0 w 110401"/>
                <a:gd name="connsiteY115" fmla="*/ 118205 h 667153"/>
                <a:gd name="connsiteX116" fmla="*/ 0 w 110401"/>
                <a:gd name="connsiteY116" fmla="*/ 125514 h 667153"/>
                <a:gd name="connsiteX117" fmla="*/ 0 w 110401"/>
                <a:gd name="connsiteY117" fmla="*/ 132823 h 667153"/>
                <a:gd name="connsiteX118" fmla="*/ 0 w 110401"/>
                <a:gd name="connsiteY118" fmla="*/ 140133 h 667153"/>
                <a:gd name="connsiteX119" fmla="*/ 0 w 110401"/>
                <a:gd name="connsiteY119" fmla="*/ 147442 h 667153"/>
                <a:gd name="connsiteX120" fmla="*/ 0 w 110401"/>
                <a:gd name="connsiteY120" fmla="*/ 154751 h 667153"/>
                <a:gd name="connsiteX121" fmla="*/ 0 w 110401"/>
                <a:gd name="connsiteY121" fmla="*/ 162060 h 667153"/>
                <a:gd name="connsiteX122" fmla="*/ 0 w 110401"/>
                <a:gd name="connsiteY122" fmla="*/ 169369 h 667153"/>
                <a:gd name="connsiteX123" fmla="*/ 0 w 110401"/>
                <a:gd name="connsiteY123" fmla="*/ 176656 h 667153"/>
                <a:gd name="connsiteX124" fmla="*/ 0 w 110401"/>
                <a:gd name="connsiteY124" fmla="*/ 183965 h 667153"/>
                <a:gd name="connsiteX125" fmla="*/ 0 w 110401"/>
                <a:gd name="connsiteY125" fmla="*/ 191296 h 667153"/>
                <a:gd name="connsiteX126" fmla="*/ 0 w 110401"/>
                <a:gd name="connsiteY126" fmla="*/ 198605 h 667153"/>
                <a:gd name="connsiteX127" fmla="*/ 0 w 110401"/>
                <a:gd name="connsiteY127" fmla="*/ 205915 h 667153"/>
                <a:gd name="connsiteX128" fmla="*/ 0 w 110401"/>
                <a:gd name="connsiteY128" fmla="*/ 213224 h 667153"/>
                <a:gd name="connsiteX129" fmla="*/ 0 w 110401"/>
                <a:gd name="connsiteY129" fmla="*/ 220533 h 667153"/>
                <a:gd name="connsiteX130" fmla="*/ 0 w 110401"/>
                <a:gd name="connsiteY130" fmla="*/ 227842 h 667153"/>
                <a:gd name="connsiteX131" fmla="*/ 0 w 110401"/>
                <a:gd name="connsiteY131" fmla="*/ 235151 h 667153"/>
                <a:gd name="connsiteX132" fmla="*/ 0 w 110401"/>
                <a:gd name="connsiteY132" fmla="*/ 242460 h 667153"/>
                <a:gd name="connsiteX133" fmla="*/ 0 w 110401"/>
                <a:gd name="connsiteY133" fmla="*/ 249769 h 667153"/>
                <a:gd name="connsiteX134" fmla="*/ 0 w 110401"/>
                <a:gd name="connsiteY134" fmla="*/ 257078 h 667153"/>
                <a:gd name="connsiteX135" fmla="*/ 0 w 110401"/>
                <a:gd name="connsiteY135" fmla="*/ 264410 h 667153"/>
                <a:gd name="connsiteX136" fmla="*/ 0 w 110401"/>
                <a:gd name="connsiteY136" fmla="*/ 271719 h 667153"/>
                <a:gd name="connsiteX137" fmla="*/ 0 w 110401"/>
                <a:gd name="connsiteY137" fmla="*/ 279028 h 667153"/>
                <a:gd name="connsiteX138" fmla="*/ 0 w 110401"/>
                <a:gd name="connsiteY138" fmla="*/ 286337 h 667153"/>
                <a:gd name="connsiteX139" fmla="*/ 0 w 110401"/>
                <a:gd name="connsiteY139" fmla="*/ 293646 h 667153"/>
                <a:gd name="connsiteX140" fmla="*/ 0 w 110401"/>
                <a:gd name="connsiteY140" fmla="*/ 300933 h 667153"/>
                <a:gd name="connsiteX141" fmla="*/ 0 w 110401"/>
                <a:gd name="connsiteY141" fmla="*/ 308242 h 667153"/>
                <a:gd name="connsiteX142" fmla="*/ 0 w 110401"/>
                <a:gd name="connsiteY142" fmla="*/ 315551 h 667153"/>
                <a:gd name="connsiteX143" fmla="*/ 0 w 110401"/>
                <a:gd name="connsiteY143" fmla="*/ 322860 h 667153"/>
                <a:gd name="connsiteX144" fmla="*/ 0 w 110401"/>
                <a:gd name="connsiteY144" fmla="*/ 330170 h 667153"/>
                <a:gd name="connsiteX145" fmla="*/ 0 w 110401"/>
                <a:gd name="connsiteY145" fmla="*/ 337501 h 667153"/>
                <a:gd name="connsiteX146" fmla="*/ 0 w 110401"/>
                <a:gd name="connsiteY146" fmla="*/ 344810 h 667153"/>
                <a:gd name="connsiteX147" fmla="*/ 0 w 110401"/>
                <a:gd name="connsiteY147" fmla="*/ 352119 h 667153"/>
                <a:gd name="connsiteX148" fmla="*/ 0 w 110401"/>
                <a:gd name="connsiteY148" fmla="*/ 359428 h 667153"/>
                <a:gd name="connsiteX149" fmla="*/ 0 w 110401"/>
                <a:gd name="connsiteY149" fmla="*/ 366738 h 667153"/>
                <a:gd name="connsiteX150" fmla="*/ 0 w 110401"/>
                <a:gd name="connsiteY150" fmla="*/ 374047 h 667153"/>
                <a:gd name="connsiteX151" fmla="*/ 0 w 110401"/>
                <a:gd name="connsiteY151" fmla="*/ 381356 h 667153"/>
                <a:gd name="connsiteX152" fmla="*/ 0 w 110401"/>
                <a:gd name="connsiteY152" fmla="*/ 388665 h 667153"/>
                <a:gd name="connsiteX153" fmla="*/ 0 w 110401"/>
                <a:gd name="connsiteY153" fmla="*/ 395974 h 667153"/>
                <a:gd name="connsiteX154" fmla="*/ 0 w 110401"/>
                <a:gd name="connsiteY154" fmla="*/ 403283 h 667153"/>
                <a:gd name="connsiteX155" fmla="*/ 0 w 110401"/>
                <a:gd name="connsiteY155" fmla="*/ 410615 h 667153"/>
                <a:gd name="connsiteX156" fmla="*/ 0 w 110401"/>
                <a:gd name="connsiteY156" fmla="*/ 417901 h 667153"/>
                <a:gd name="connsiteX157" fmla="*/ 0 w 110401"/>
                <a:gd name="connsiteY157" fmla="*/ 425210 h 667153"/>
                <a:gd name="connsiteX158" fmla="*/ 0 w 110401"/>
                <a:gd name="connsiteY158" fmla="*/ 432520 h 667153"/>
                <a:gd name="connsiteX159" fmla="*/ 0 w 110401"/>
                <a:gd name="connsiteY159" fmla="*/ 439829 h 667153"/>
                <a:gd name="connsiteX160" fmla="*/ 0 w 110401"/>
                <a:gd name="connsiteY160" fmla="*/ 447138 h 667153"/>
                <a:gd name="connsiteX161" fmla="*/ 0 w 110401"/>
                <a:gd name="connsiteY161" fmla="*/ 454447 h 667153"/>
                <a:gd name="connsiteX162" fmla="*/ 0 w 110401"/>
                <a:gd name="connsiteY162" fmla="*/ 461756 h 667153"/>
                <a:gd name="connsiteX163" fmla="*/ 0 w 110401"/>
                <a:gd name="connsiteY163" fmla="*/ 469065 h 667153"/>
                <a:gd name="connsiteX164" fmla="*/ 0 w 110401"/>
                <a:gd name="connsiteY164" fmla="*/ 476374 h 667153"/>
                <a:gd name="connsiteX165" fmla="*/ 0 w 110401"/>
                <a:gd name="connsiteY165" fmla="*/ 483683 h 667153"/>
                <a:gd name="connsiteX166" fmla="*/ 0 w 110401"/>
                <a:gd name="connsiteY166" fmla="*/ 491015 h 667153"/>
                <a:gd name="connsiteX167" fmla="*/ 0 w 110401"/>
                <a:gd name="connsiteY167" fmla="*/ 498324 h 667153"/>
                <a:gd name="connsiteX168" fmla="*/ 0 w 110401"/>
                <a:gd name="connsiteY168" fmla="*/ 505633 h 667153"/>
                <a:gd name="connsiteX169" fmla="*/ 0 w 110401"/>
                <a:gd name="connsiteY169" fmla="*/ 512942 h 667153"/>
                <a:gd name="connsiteX170" fmla="*/ 0 w 110401"/>
                <a:gd name="connsiteY170" fmla="*/ 520251 h 667153"/>
                <a:gd name="connsiteX171" fmla="*/ 0 w 110401"/>
                <a:gd name="connsiteY171" fmla="*/ 527561 h 667153"/>
                <a:gd name="connsiteX172" fmla="*/ 0 w 110401"/>
                <a:gd name="connsiteY172" fmla="*/ 534870 h 667153"/>
                <a:gd name="connsiteX173" fmla="*/ 0 w 110401"/>
                <a:gd name="connsiteY173" fmla="*/ 542156 h 667153"/>
                <a:gd name="connsiteX174" fmla="*/ 0 w 110401"/>
                <a:gd name="connsiteY174" fmla="*/ 549465 h 667153"/>
                <a:gd name="connsiteX175" fmla="*/ 0 w 110401"/>
                <a:gd name="connsiteY175" fmla="*/ 556775 h 667153"/>
                <a:gd name="connsiteX176" fmla="*/ 0 w 110401"/>
                <a:gd name="connsiteY176" fmla="*/ 564106 h 667153"/>
                <a:gd name="connsiteX177" fmla="*/ 0 w 110401"/>
                <a:gd name="connsiteY177" fmla="*/ 571415 h 667153"/>
                <a:gd name="connsiteX178" fmla="*/ 0 w 110401"/>
                <a:gd name="connsiteY178" fmla="*/ 578724 h 667153"/>
                <a:gd name="connsiteX179" fmla="*/ 0 w 110401"/>
                <a:gd name="connsiteY179" fmla="*/ 586034 h 667153"/>
                <a:gd name="connsiteX180" fmla="*/ 0 w 110401"/>
                <a:gd name="connsiteY180" fmla="*/ 593343 h 667153"/>
                <a:gd name="connsiteX181" fmla="*/ 0 w 110401"/>
                <a:gd name="connsiteY181" fmla="*/ 600652 h 667153"/>
                <a:gd name="connsiteX182" fmla="*/ 0 w 110401"/>
                <a:gd name="connsiteY182" fmla="*/ 607961 h 667153"/>
                <a:gd name="connsiteX183" fmla="*/ 0 w 110401"/>
                <a:gd name="connsiteY183" fmla="*/ 615270 h 667153"/>
                <a:gd name="connsiteX184" fmla="*/ 0 w 110401"/>
                <a:gd name="connsiteY184" fmla="*/ 622579 h 667153"/>
                <a:gd name="connsiteX185" fmla="*/ 0 w 110401"/>
                <a:gd name="connsiteY185" fmla="*/ 629888 h 667153"/>
                <a:gd name="connsiteX186" fmla="*/ 0 w 110401"/>
                <a:gd name="connsiteY186" fmla="*/ 637220 h 667153"/>
                <a:gd name="connsiteX187" fmla="*/ 0 w 110401"/>
                <a:gd name="connsiteY187" fmla="*/ 644529 h 667153"/>
                <a:gd name="connsiteX188" fmla="*/ 0 w 110401"/>
                <a:gd name="connsiteY188" fmla="*/ 651838 h 667153"/>
                <a:gd name="connsiteX189" fmla="*/ 0 w 110401"/>
                <a:gd name="connsiteY189" fmla="*/ 659125 h 667153"/>
                <a:gd name="connsiteX190" fmla="*/ 0 w 110401"/>
                <a:gd name="connsiteY190" fmla="*/ 666434 h 6671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110401" h="667153">
                  <a:moveTo>
                    <a:pt x="0" y="666434"/>
                  </a:moveTo>
                  <a:lnTo>
                    <a:pt x="0" y="667153"/>
                  </a:lnTo>
                  <a:lnTo>
                    <a:pt x="23" y="667153"/>
                  </a:lnTo>
                  <a:lnTo>
                    <a:pt x="382" y="667153"/>
                  </a:lnTo>
                  <a:lnTo>
                    <a:pt x="405" y="666434"/>
                  </a:lnTo>
                  <a:lnTo>
                    <a:pt x="562" y="659125"/>
                  </a:lnTo>
                  <a:lnTo>
                    <a:pt x="787" y="651838"/>
                  </a:lnTo>
                  <a:lnTo>
                    <a:pt x="1079" y="644529"/>
                  </a:lnTo>
                  <a:lnTo>
                    <a:pt x="1462" y="637220"/>
                  </a:lnTo>
                  <a:lnTo>
                    <a:pt x="1934" y="629888"/>
                  </a:lnTo>
                  <a:lnTo>
                    <a:pt x="2519" y="622579"/>
                  </a:lnTo>
                  <a:lnTo>
                    <a:pt x="3238" y="615270"/>
                  </a:lnTo>
                  <a:lnTo>
                    <a:pt x="4115" y="607961"/>
                  </a:lnTo>
                  <a:lnTo>
                    <a:pt x="5128" y="600652"/>
                  </a:lnTo>
                  <a:lnTo>
                    <a:pt x="6297" y="593343"/>
                  </a:lnTo>
                  <a:lnTo>
                    <a:pt x="7646" y="586034"/>
                  </a:lnTo>
                  <a:lnTo>
                    <a:pt x="9130" y="578724"/>
                  </a:lnTo>
                  <a:lnTo>
                    <a:pt x="10772" y="571415"/>
                  </a:lnTo>
                  <a:lnTo>
                    <a:pt x="12526" y="564106"/>
                  </a:lnTo>
                  <a:lnTo>
                    <a:pt x="14348" y="556775"/>
                  </a:lnTo>
                  <a:lnTo>
                    <a:pt x="16260" y="549465"/>
                  </a:lnTo>
                  <a:lnTo>
                    <a:pt x="18149" y="542156"/>
                  </a:lnTo>
                  <a:lnTo>
                    <a:pt x="20038" y="534870"/>
                  </a:lnTo>
                  <a:lnTo>
                    <a:pt x="21882" y="527561"/>
                  </a:lnTo>
                  <a:lnTo>
                    <a:pt x="23592" y="520251"/>
                  </a:lnTo>
                  <a:lnTo>
                    <a:pt x="25188" y="512942"/>
                  </a:lnTo>
                  <a:lnTo>
                    <a:pt x="26650" y="505633"/>
                  </a:lnTo>
                  <a:lnTo>
                    <a:pt x="27909" y="498324"/>
                  </a:lnTo>
                  <a:lnTo>
                    <a:pt x="29011" y="491015"/>
                  </a:lnTo>
                  <a:lnTo>
                    <a:pt x="29956" y="483683"/>
                  </a:lnTo>
                  <a:lnTo>
                    <a:pt x="30766" y="476374"/>
                  </a:lnTo>
                  <a:lnTo>
                    <a:pt x="31440" y="469065"/>
                  </a:lnTo>
                  <a:lnTo>
                    <a:pt x="32048" y="461756"/>
                  </a:lnTo>
                  <a:lnTo>
                    <a:pt x="32632" y="454447"/>
                  </a:lnTo>
                  <a:lnTo>
                    <a:pt x="33217" y="447138"/>
                  </a:lnTo>
                  <a:lnTo>
                    <a:pt x="33891" y="439829"/>
                  </a:lnTo>
                  <a:lnTo>
                    <a:pt x="34701" y="432520"/>
                  </a:lnTo>
                  <a:lnTo>
                    <a:pt x="35713" y="425210"/>
                  </a:lnTo>
                  <a:lnTo>
                    <a:pt x="36973" y="417901"/>
                  </a:lnTo>
                  <a:lnTo>
                    <a:pt x="38524" y="410615"/>
                  </a:lnTo>
                  <a:lnTo>
                    <a:pt x="40436" y="403283"/>
                  </a:lnTo>
                  <a:lnTo>
                    <a:pt x="42708" y="395974"/>
                  </a:lnTo>
                  <a:lnTo>
                    <a:pt x="45406" y="388665"/>
                  </a:lnTo>
                  <a:lnTo>
                    <a:pt x="48510" y="381356"/>
                  </a:lnTo>
                  <a:lnTo>
                    <a:pt x="52041" y="374047"/>
                  </a:lnTo>
                  <a:lnTo>
                    <a:pt x="55976" y="366738"/>
                  </a:lnTo>
                  <a:lnTo>
                    <a:pt x="60249" y="359428"/>
                  </a:lnTo>
                  <a:lnTo>
                    <a:pt x="64837" y="352119"/>
                  </a:lnTo>
                  <a:lnTo>
                    <a:pt x="69673" y="344810"/>
                  </a:lnTo>
                  <a:lnTo>
                    <a:pt x="74620" y="337501"/>
                  </a:lnTo>
                  <a:lnTo>
                    <a:pt x="79613" y="330170"/>
                  </a:lnTo>
                  <a:lnTo>
                    <a:pt x="84583" y="322860"/>
                  </a:lnTo>
                  <a:lnTo>
                    <a:pt x="89351" y="315551"/>
                  </a:lnTo>
                  <a:lnTo>
                    <a:pt x="93849" y="308242"/>
                  </a:lnTo>
                  <a:lnTo>
                    <a:pt x="97964" y="300933"/>
                  </a:lnTo>
                  <a:lnTo>
                    <a:pt x="101585" y="293646"/>
                  </a:lnTo>
                  <a:lnTo>
                    <a:pt x="104644" y="286337"/>
                  </a:lnTo>
                  <a:lnTo>
                    <a:pt x="107095" y="279028"/>
                  </a:lnTo>
                  <a:lnTo>
                    <a:pt x="108872" y="271719"/>
                  </a:lnTo>
                  <a:lnTo>
                    <a:pt x="109996" y="264410"/>
                  </a:lnTo>
                  <a:lnTo>
                    <a:pt x="110401" y="257078"/>
                  </a:lnTo>
                  <a:lnTo>
                    <a:pt x="110154" y="249769"/>
                  </a:lnTo>
                  <a:lnTo>
                    <a:pt x="109254" y="242460"/>
                  </a:lnTo>
                  <a:lnTo>
                    <a:pt x="107725" y="235151"/>
                  </a:lnTo>
                  <a:lnTo>
                    <a:pt x="105611" y="227842"/>
                  </a:lnTo>
                  <a:lnTo>
                    <a:pt x="102935" y="220533"/>
                  </a:lnTo>
                  <a:lnTo>
                    <a:pt x="99763" y="213224"/>
                  </a:lnTo>
                  <a:lnTo>
                    <a:pt x="96143" y="205915"/>
                  </a:lnTo>
                  <a:lnTo>
                    <a:pt x="92072" y="198605"/>
                  </a:lnTo>
                  <a:lnTo>
                    <a:pt x="87642" y="191296"/>
                  </a:lnTo>
                  <a:lnTo>
                    <a:pt x="82874" y="183965"/>
                  </a:lnTo>
                  <a:lnTo>
                    <a:pt x="77836" y="176656"/>
                  </a:lnTo>
                  <a:lnTo>
                    <a:pt x="72618" y="169369"/>
                  </a:lnTo>
                  <a:lnTo>
                    <a:pt x="67199" y="162060"/>
                  </a:lnTo>
                  <a:lnTo>
                    <a:pt x="61689" y="154751"/>
                  </a:lnTo>
                  <a:lnTo>
                    <a:pt x="56179" y="147442"/>
                  </a:lnTo>
                  <a:lnTo>
                    <a:pt x="50691" y="140133"/>
                  </a:lnTo>
                  <a:lnTo>
                    <a:pt x="45339" y="132823"/>
                  </a:lnTo>
                  <a:lnTo>
                    <a:pt x="40166" y="125514"/>
                  </a:lnTo>
                  <a:lnTo>
                    <a:pt x="35241" y="118205"/>
                  </a:lnTo>
                  <a:lnTo>
                    <a:pt x="30586" y="110874"/>
                  </a:lnTo>
                  <a:lnTo>
                    <a:pt x="26290" y="103565"/>
                  </a:lnTo>
                  <a:lnTo>
                    <a:pt x="22332" y="96255"/>
                  </a:lnTo>
                  <a:lnTo>
                    <a:pt x="18778" y="88946"/>
                  </a:lnTo>
                  <a:lnTo>
                    <a:pt x="15608" y="81637"/>
                  </a:lnTo>
                  <a:lnTo>
                    <a:pt x="12796" y="74328"/>
                  </a:lnTo>
                  <a:lnTo>
                    <a:pt x="10390" y="67019"/>
                  </a:lnTo>
                  <a:lnTo>
                    <a:pt x="8321" y="59710"/>
                  </a:lnTo>
                  <a:lnTo>
                    <a:pt x="6567" y="52423"/>
                  </a:lnTo>
                  <a:lnTo>
                    <a:pt x="5128" y="45114"/>
                  </a:lnTo>
                  <a:lnTo>
                    <a:pt x="3958" y="37783"/>
                  </a:lnTo>
                  <a:lnTo>
                    <a:pt x="3013" y="30473"/>
                  </a:lnTo>
                  <a:lnTo>
                    <a:pt x="2249" y="23164"/>
                  </a:lnTo>
                  <a:lnTo>
                    <a:pt x="1664" y="15855"/>
                  </a:lnTo>
                  <a:lnTo>
                    <a:pt x="1214" y="8546"/>
                  </a:lnTo>
                  <a:lnTo>
                    <a:pt x="877" y="1237"/>
                  </a:lnTo>
                  <a:lnTo>
                    <a:pt x="832" y="0"/>
                  </a:lnTo>
                  <a:lnTo>
                    <a:pt x="112" y="0"/>
                  </a:lnTo>
                  <a:lnTo>
                    <a:pt x="0" y="0"/>
                  </a:lnTo>
                  <a:lnTo>
                    <a:pt x="0" y="1237"/>
                  </a:lnTo>
                  <a:lnTo>
                    <a:pt x="0" y="8546"/>
                  </a:lnTo>
                  <a:lnTo>
                    <a:pt x="0" y="15855"/>
                  </a:lnTo>
                  <a:lnTo>
                    <a:pt x="0" y="23164"/>
                  </a:lnTo>
                  <a:lnTo>
                    <a:pt x="0" y="30473"/>
                  </a:lnTo>
                  <a:lnTo>
                    <a:pt x="0" y="37783"/>
                  </a:lnTo>
                  <a:lnTo>
                    <a:pt x="0" y="45114"/>
                  </a:lnTo>
                  <a:lnTo>
                    <a:pt x="0" y="52423"/>
                  </a:lnTo>
                  <a:lnTo>
                    <a:pt x="0" y="59710"/>
                  </a:lnTo>
                  <a:lnTo>
                    <a:pt x="0" y="67019"/>
                  </a:lnTo>
                  <a:lnTo>
                    <a:pt x="0" y="74328"/>
                  </a:lnTo>
                  <a:lnTo>
                    <a:pt x="0" y="81637"/>
                  </a:lnTo>
                  <a:lnTo>
                    <a:pt x="0" y="88946"/>
                  </a:lnTo>
                  <a:lnTo>
                    <a:pt x="0" y="96255"/>
                  </a:lnTo>
                  <a:lnTo>
                    <a:pt x="0" y="103565"/>
                  </a:lnTo>
                  <a:lnTo>
                    <a:pt x="0" y="110874"/>
                  </a:lnTo>
                  <a:lnTo>
                    <a:pt x="0" y="118205"/>
                  </a:lnTo>
                  <a:lnTo>
                    <a:pt x="0" y="125514"/>
                  </a:lnTo>
                  <a:lnTo>
                    <a:pt x="0" y="132823"/>
                  </a:lnTo>
                  <a:lnTo>
                    <a:pt x="0" y="140133"/>
                  </a:lnTo>
                  <a:lnTo>
                    <a:pt x="0" y="147442"/>
                  </a:lnTo>
                  <a:lnTo>
                    <a:pt x="0" y="154751"/>
                  </a:lnTo>
                  <a:lnTo>
                    <a:pt x="0" y="162060"/>
                  </a:lnTo>
                  <a:lnTo>
                    <a:pt x="0" y="169369"/>
                  </a:lnTo>
                  <a:lnTo>
                    <a:pt x="0" y="176656"/>
                  </a:lnTo>
                  <a:lnTo>
                    <a:pt x="0" y="183965"/>
                  </a:lnTo>
                  <a:lnTo>
                    <a:pt x="0" y="191296"/>
                  </a:lnTo>
                  <a:lnTo>
                    <a:pt x="0" y="198605"/>
                  </a:lnTo>
                  <a:lnTo>
                    <a:pt x="0" y="205915"/>
                  </a:lnTo>
                  <a:lnTo>
                    <a:pt x="0" y="213224"/>
                  </a:lnTo>
                  <a:lnTo>
                    <a:pt x="0" y="220533"/>
                  </a:lnTo>
                  <a:lnTo>
                    <a:pt x="0" y="227842"/>
                  </a:lnTo>
                  <a:lnTo>
                    <a:pt x="0" y="235151"/>
                  </a:lnTo>
                  <a:lnTo>
                    <a:pt x="0" y="242460"/>
                  </a:lnTo>
                  <a:lnTo>
                    <a:pt x="0" y="249769"/>
                  </a:lnTo>
                  <a:lnTo>
                    <a:pt x="0" y="257078"/>
                  </a:lnTo>
                  <a:lnTo>
                    <a:pt x="0" y="264410"/>
                  </a:lnTo>
                  <a:lnTo>
                    <a:pt x="0" y="271719"/>
                  </a:lnTo>
                  <a:lnTo>
                    <a:pt x="0" y="279028"/>
                  </a:lnTo>
                  <a:lnTo>
                    <a:pt x="0" y="286337"/>
                  </a:lnTo>
                  <a:lnTo>
                    <a:pt x="0" y="293646"/>
                  </a:lnTo>
                  <a:lnTo>
                    <a:pt x="0" y="300933"/>
                  </a:lnTo>
                  <a:lnTo>
                    <a:pt x="0" y="308242"/>
                  </a:lnTo>
                  <a:lnTo>
                    <a:pt x="0" y="315551"/>
                  </a:lnTo>
                  <a:lnTo>
                    <a:pt x="0" y="322860"/>
                  </a:lnTo>
                  <a:lnTo>
                    <a:pt x="0" y="330170"/>
                  </a:lnTo>
                  <a:lnTo>
                    <a:pt x="0" y="337501"/>
                  </a:lnTo>
                  <a:lnTo>
                    <a:pt x="0" y="344810"/>
                  </a:lnTo>
                  <a:lnTo>
                    <a:pt x="0" y="352119"/>
                  </a:lnTo>
                  <a:lnTo>
                    <a:pt x="0" y="359428"/>
                  </a:lnTo>
                  <a:lnTo>
                    <a:pt x="0" y="366738"/>
                  </a:lnTo>
                  <a:lnTo>
                    <a:pt x="0" y="374047"/>
                  </a:lnTo>
                  <a:lnTo>
                    <a:pt x="0" y="381356"/>
                  </a:lnTo>
                  <a:lnTo>
                    <a:pt x="0" y="388665"/>
                  </a:lnTo>
                  <a:lnTo>
                    <a:pt x="0" y="395974"/>
                  </a:lnTo>
                  <a:lnTo>
                    <a:pt x="0" y="403283"/>
                  </a:lnTo>
                  <a:lnTo>
                    <a:pt x="0" y="410615"/>
                  </a:lnTo>
                  <a:lnTo>
                    <a:pt x="0" y="417901"/>
                  </a:lnTo>
                  <a:lnTo>
                    <a:pt x="0" y="425210"/>
                  </a:lnTo>
                  <a:lnTo>
                    <a:pt x="0" y="432520"/>
                  </a:lnTo>
                  <a:lnTo>
                    <a:pt x="0" y="439829"/>
                  </a:lnTo>
                  <a:lnTo>
                    <a:pt x="0" y="447138"/>
                  </a:lnTo>
                  <a:lnTo>
                    <a:pt x="0" y="454447"/>
                  </a:lnTo>
                  <a:lnTo>
                    <a:pt x="0" y="461756"/>
                  </a:lnTo>
                  <a:lnTo>
                    <a:pt x="0" y="469065"/>
                  </a:lnTo>
                  <a:lnTo>
                    <a:pt x="0" y="476374"/>
                  </a:lnTo>
                  <a:lnTo>
                    <a:pt x="0" y="483683"/>
                  </a:lnTo>
                  <a:lnTo>
                    <a:pt x="0" y="491015"/>
                  </a:lnTo>
                  <a:lnTo>
                    <a:pt x="0" y="498324"/>
                  </a:lnTo>
                  <a:lnTo>
                    <a:pt x="0" y="505633"/>
                  </a:lnTo>
                  <a:lnTo>
                    <a:pt x="0" y="512942"/>
                  </a:lnTo>
                  <a:lnTo>
                    <a:pt x="0" y="520251"/>
                  </a:lnTo>
                  <a:lnTo>
                    <a:pt x="0" y="527561"/>
                  </a:lnTo>
                  <a:lnTo>
                    <a:pt x="0" y="534870"/>
                  </a:lnTo>
                  <a:lnTo>
                    <a:pt x="0" y="542156"/>
                  </a:lnTo>
                  <a:lnTo>
                    <a:pt x="0" y="549465"/>
                  </a:lnTo>
                  <a:lnTo>
                    <a:pt x="0" y="556775"/>
                  </a:lnTo>
                  <a:lnTo>
                    <a:pt x="0" y="564106"/>
                  </a:lnTo>
                  <a:lnTo>
                    <a:pt x="0" y="571415"/>
                  </a:lnTo>
                  <a:lnTo>
                    <a:pt x="0" y="578724"/>
                  </a:lnTo>
                  <a:lnTo>
                    <a:pt x="0" y="586034"/>
                  </a:lnTo>
                  <a:lnTo>
                    <a:pt x="0" y="593343"/>
                  </a:lnTo>
                  <a:lnTo>
                    <a:pt x="0" y="600652"/>
                  </a:lnTo>
                  <a:lnTo>
                    <a:pt x="0" y="607961"/>
                  </a:lnTo>
                  <a:lnTo>
                    <a:pt x="0" y="615270"/>
                  </a:lnTo>
                  <a:lnTo>
                    <a:pt x="0" y="622579"/>
                  </a:lnTo>
                  <a:lnTo>
                    <a:pt x="0" y="629888"/>
                  </a:lnTo>
                  <a:lnTo>
                    <a:pt x="0" y="637220"/>
                  </a:lnTo>
                  <a:lnTo>
                    <a:pt x="0" y="644529"/>
                  </a:lnTo>
                  <a:lnTo>
                    <a:pt x="0" y="651838"/>
                  </a:lnTo>
                  <a:lnTo>
                    <a:pt x="0" y="659125"/>
                  </a:lnTo>
                  <a:lnTo>
                    <a:pt x="0" y="666434"/>
                  </a:lnTo>
                  <a:close/>
                </a:path>
              </a:pathLst>
            </a:custGeom>
            <a:solidFill>
              <a:srgbClr val="B4AED3">
                <a:alpha val="50000"/>
              </a:srgbClr>
            </a:solidFill>
            <a:ln w="2249" cap="flat">
              <a:noFill/>
              <a:prstDash val="solid"/>
              <a:miter/>
            </a:ln>
          </p:spPr>
          <p:txBody>
            <a:bodyPr rtlCol="0" anchor="ctr"/>
            <a:lstStyle/>
            <a:p>
              <a:endParaRPr lang="en-US"/>
            </a:p>
          </p:txBody>
        </p:sp>
        <p:sp>
          <p:nvSpPr>
            <p:cNvPr id="5228" name="Freeform 5227">
              <a:extLst>
                <a:ext uri="{FF2B5EF4-FFF2-40B4-BE49-F238E27FC236}">
                  <a16:creationId xmlns:a16="http://schemas.microsoft.com/office/drawing/2014/main" id="{D56945EA-BB4D-FD0A-879A-EFD60A790870}"/>
                </a:ext>
              </a:extLst>
            </p:cNvPr>
            <p:cNvSpPr/>
            <p:nvPr/>
          </p:nvSpPr>
          <p:spPr>
            <a:xfrm rot="20006400">
              <a:off x="6329188" y="2415365"/>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29" name="Freeform 5228">
              <a:extLst>
                <a:ext uri="{FF2B5EF4-FFF2-40B4-BE49-F238E27FC236}">
                  <a16:creationId xmlns:a16="http://schemas.microsoft.com/office/drawing/2014/main" id="{DCBB8B09-FB27-E629-1659-DD107F725A52}"/>
                </a:ext>
              </a:extLst>
            </p:cNvPr>
            <p:cNvSpPr/>
            <p:nvPr/>
          </p:nvSpPr>
          <p:spPr>
            <a:xfrm rot="20006400">
              <a:off x="6307419" y="3070210"/>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30" name="Freeform 5229">
              <a:extLst>
                <a:ext uri="{FF2B5EF4-FFF2-40B4-BE49-F238E27FC236}">
                  <a16:creationId xmlns:a16="http://schemas.microsoft.com/office/drawing/2014/main" id="{986A64FF-BAF0-4EA8-DF26-5A12B5027F5F}"/>
                </a:ext>
              </a:extLst>
            </p:cNvPr>
            <p:cNvSpPr/>
            <p:nvPr/>
          </p:nvSpPr>
          <p:spPr>
            <a:xfrm rot="20006400">
              <a:off x="6494121" y="3017427"/>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31" name="Freeform 5230">
              <a:extLst>
                <a:ext uri="{FF2B5EF4-FFF2-40B4-BE49-F238E27FC236}">
                  <a16:creationId xmlns:a16="http://schemas.microsoft.com/office/drawing/2014/main" id="{4996237E-ABE2-1370-1C6D-E54386A5D773}"/>
                </a:ext>
              </a:extLst>
            </p:cNvPr>
            <p:cNvSpPr/>
            <p:nvPr/>
          </p:nvSpPr>
          <p:spPr>
            <a:xfrm rot="20006400">
              <a:off x="6305560" y="2569565"/>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32" name="Freeform 5231">
              <a:extLst>
                <a:ext uri="{FF2B5EF4-FFF2-40B4-BE49-F238E27FC236}">
                  <a16:creationId xmlns:a16="http://schemas.microsoft.com/office/drawing/2014/main" id="{1D22CB88-89E4-E73F-5AB4-4789DEB0DE9B}"/>
                </a:ext>
              </a:extLst>
            </p:cNvPr>
            <p:cNvSpPr/>
            <p:nvPr/>
          </p:nvSpPr>
          <p:spPr>
            <a:xfrm rot="20006400">
              <a:off x="6372954" y="3097416"/>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33" name="Freeform 5232">
              <a:extLst>
                <a:ext uri="{FF2B5EF4-FFF2-40B4-BE49-F238E27FC236}">
                  <a16:creationId xmlns:a16="http://schemas.microsoft.com/office/drawing/2014/main" id="{DB656418-4708-D78A-D1B4-D72331307D98}"/>
                </a:ext>
              </a:extLst>
            </p:cNvPr>
            <p:cNvSpPr/>
            <p:nvPr/>
          </p:nvSpPr>
          <p:spPr>
            <a:xfrm rot="20006400">
              <a:off x="6501070" y="2757387"/>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34" name="Freeform 5233">
              <a:extLst>
                <a:ext uri="{FF2B5EF4-FFF2-40B4-BE49-F238E27FC236}">
                  <a16:creationId xmlns:a16="http://schemas.microsoft.com/office/drawing/2014/main" id="{FB58C22C-A651-3D4C-0691-0E7516D7DD90}"/>
                </a:ext>
              </a:extLst>
            </p:cNvPr>
            <p:cNvSpPr/>
            <p:nvPr/>
          </p:nvSpPr>
          <p:spPr>
            <a:xfrm rot="20006400">
              <a:off x="6457773" y="2906966"/>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35" name="Freeform 5234">
              <a:extLst>
                <a:ext uri="{FF2B5EF4-FFF2-40B4-BE49-F238E27FC236}">
                  <a16:creationId xmlns:a16="http://schemas.microsoft.com/office/drawing/2014/main" id="{E1A99930-036E-4F96-C932-8416A870C33B}"/>
                </a:ext>
              </a:extLst>
            </p:cNvPr>
            <p:cNvSpPr/>
            <p:nvPr/>
          </p:nvSpPr>
          <p:spPr>
            <a:xfrm rot="20006400">
              <a:off x="6393293" y="3750038"/>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4" y="12594"/>
                    <a:pt x="6297" y="12594"/>
                  </a:cubicBezTo>
                  <a:cubicBezTo>
                    <a:pt x="2819" y="12594"/>
                    <a:pt x="0" y="9775"/>
                    <a:pt x="0" y="6297"/>
                  </a:cubicBezTo>
                  <a:cubicBezTo>
                    <a:pt x="0" y="2819"/>
                    <a:pt x="2819" y="0"/>
                    <a:pt x="6297" y="0"/>
                  </a:cubicBezTo>
                  <a:cubicBezTo>
                    <a:pt x="9774"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36" name="Freeform 5235">
              <a:extLst>
                <a:ext uri="{FF2B5EF4-FFF2-40B4-BE49-F238E27FC236}">
                  <a16:creationId xmlns:a16="http://schemas.microsoft.com/office/drawing/2014/main" id="{874D22F9-AABE-3B55-9212-28999F014483}"/>
                </a:ext>
              </a:extLst>
            </p:cNvPr>
            <p:cNvSpPr/>
            <p:nvPr/>
          </p:nvSpPr>
          <p:spPr>
            <a:xfrm rot="20006400">
              <a:off x="6294916" y="3959853"/>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37" name="Freeform 5236">
              <a:extLst>
                <a:ext uri="{FF2B5EF4-FFF2-40B4-BE49-F238E27FC236}">
                  <a16:creationId xmlns:a16="http://schemas.microsoft.com/office/drawing/2014/main" id="{848C0270-5280-EE30-CFD0-640CB0000DCA}"/>
                </a:ext>
              </a:extLst>
            </p:cNvPr>
            <p:cNvSpPr/>
            <p:nvPr/>
          </p:nvSpPr>
          <p:spPr>
            <a:xfrm rot="20006400">
              <a:off x="6293127" y="3664673"/>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4" y="12594"/>
                    <a:pt x="6297" y="12594"/>
                  </a:cubicBezTo>
                  <a:cubicBezTo>
                    <a:pt x="2819" y="12594"/>
                    <a:pt x="0" y="9775"/>
                    <a:pt x="0" y="6297"/>
                  </a:cubicBezTo>
                  <a:cubicBezTo>
                    <a:pt x="0" y="2819"/>
                    <a:pt x="2819" y="0"/>
                    <a:pt x="6297" y="0"/>
                  </a:cubicBezTo>
                  <a:cubicBezTo>
                    <a:pt x="9774"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38" name="Freeform 5237">
              <a:extLst>
                <a:ext uri="{FF2B5EF4-FFF2-40B4-BE49-F238E27FC236}">
                  <a16:creationId xmlns:a16="http://schemas.microsoft.com/office/drawing/2014/main" id="{D0D8EA97-D128-B930-B74E-76CA6C98B67C}"/>
                </a:ext>
              </a:extLst>
            </p:cNvPr>
            <p:cNvSpPr/>
            <p:nvPr/>
          </p:nvSpPr>
          <p:spPr>
            <a:xfrm rot="20006400">
              <a:off x="6486802" y="2995824"/>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39" name="Freeform 5238">
              <a:extLst>
                <a:ext uri="{FF2B5EF4-FFF2-40B4-BE49-F238E27FC236}">
                  <a16:creationId xmlns:a16="http://schemas.microsoft.com/office/drawing/2014/main" id="{32163A6A-0588-8315-4571-19AA31C7EF1F}"/>
                </a:ext>
              </a:extLst>
            </p:cNvPr>
            <p:cNvSpPr/>
            <p:nvPr/>
          </p:nvSpPr>
          <p:spPr>
            <a:xfrm rot="20006400">
              <a:off x="6291750" y="3309164"/>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40" name="Freeform 5239">
              <a:extLst>
                <a:ext uri="{FF2B5EF4-FFF2-40B4-BE49-F238E27FC236}">
                  <a16:creationId xmlns:a16="http://schemas.microsoft.com/office/drawing/2014/main" id="{859DAFC5-BB0E-D5AA-9168-3D470AC59E72}"/>
                </a:ext>
              </a:extLst>
            </p:cNvPr>
            <p:cNvSpPr/>
            <p:nvPr/>
          </p:nvSpPr>
          <p:spPr>
            <a:xfrm rot="20006400">
              <a:off x="6295089" y="3914623"/>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41" name="Freeform 5240">
              <a:extLst>
                <a:ext uri="{FF2B5EF4-FFF2-40B4-BE49-F238E27FC236}">
                  <a16:creationId xmlns:a16="http://schemas.microsoft.com/office/drawing/2014/main" id="{8AB8ED51-8B50-8899-5B77-2A1817023148}"/>
                </a:ext>
              </a:extLst>
            </p:cNvPr>
            <p:cNvSpPr/>
            <p:nvPr/>
          </p:nvSpPr>
          <p:spPr>
            <a:xfrm rot="20006400">
              <a:off x="6408173" y="2892052"/>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42" name="Freeform 5241">
              <a:extLst>
                <a:ext uri="{FF2B5EF4-FFF2-40B4-BE49-F238E27FC236}">
                  <a16:creationId xmlns:a16="http://schemas.microsoft.com/office/drawing/2014/main" id="{9B09A3FE-52EB-75D9-1599-A44E9B61585F}"/>
                </a:ext>
              </a:extLst>
            </p:cNvPr>
            <p:cNvSpPr/>
            <p:nvPr/>
          </p:nvSpPr>
          <p:spPr>
            <a:xfrm rot="20006400">
              <a:off x="6332706" y="2574563"/>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43" name="Freeform 5242">
              <a:extLst>
                <a:ext uri="{FF2B5EF4-FFF2-40B4-BE49-F238E27FC236}">
                  <a16:creationId xmlns:a16="http://schemas.microsoft.com/office/drawing/2014/main" id="{503A0A50-F314-2547-2CE0-90063BBE96BD}"/>
                </a:ext>
              </a:extLst>
            </p:cNvPr>
            <p:cNvSpPr/>
            <p:nvPr/>
          </p:nvSpPr>
          <p:spPr>
            <a:xfrm rot="20006400">
              <a:off x="6490525" y="3027772"/>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44" name="Freeform 5243">
              <a:extLst>
                <a:ext uri="{FF2B5EF4-FFF2-40B4-BE49-F238E27FC236}">
                  <a16:creationId xmlns:a16="http://schemas.microsoft.com/office/drawing/2014/main" id="{86497BCA-C824-61D6-4EEE-D2C4EAA7B03A}"/>
                </a:ext>
              </a:extLst>
            </p:cNvPr>
            <p:cNvSpPr/>
            <p:nvPr/>
          </p:nvSpPr>
          <p:spPr>
            <a:xfrm rot="20006400">
              <a:off x="6423500" y="3269159"/>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45" name="Freeform 5244">
              <a:extLst>
                <a:ext uri="{FF2B5EF4-FFF2-40B4-BE49-F238E27FC236}">
                  <a16:creationId xmlns:a16="http://schemas.microsoft.com/office/drawing/2014/main" id="{5C8C98BB-4366-BF2A-8226-D964BBD7D747}"/>
                </a:ext>
              </a:extLst>
            </p:cNvPr>
            <p:cNvSpPr/>
            <p:nvPr/>
          </p:nvSpPr>
          <p:spPr>
            <a:xfrm rot="20006400">
              <a:off x="6305100" y="2285433"/>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46" name="Freeform 5245">
              <a:extLst>
                <a:ext uri="{FF2B5EF4-FFF2-40B4-BE49-F238E27FC236}">
                  <a16:creationId xmlns:a16="http://schemas.microsoft.com/office/drawing/2014/main" id="{446468E0-799A-656D-C898-1C82C95B7F66}"/>
                </a:ext>
              </a:extLst>
            </p:cNvPr>
            <p:cNvSpPr/>
            <p:nvPr/>
          </p:nvSpPr>
          <p:spPr>
            <a:xfrm rot="20006400">
              <a:off x="6334656" y="2910750"/>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4" y="12594"/>
                    <a:pt x="6297" y="12594"/>
                  </a:cubicBezTo>
                  <a:cubicBezTo>
                    <a:pt x="2819" y="12594"/>
                    <a:pt x="0" y="9775"/>
                    <a:pt x="0" y="6297"/>
                  </a:cubicBezTo>
                  <a:cubicBezTo>
                    <a:pt x="0" y="2819"/>
                    <a:pt x="2819" y="0"/>
                    <a:pt x="6297" y="0"/>
                  </a:cubicBezTo>
                  <a:cubicBezTo>
                    <a:pt x="9774"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47" name="Freeform 5246">
              <a:extLst>
                <a:ext uri="{FF2B5EF4-FFF2-40B4-BE49-F238E27FC236}">
                  <a16:creationId xmlns:a16="http://schemas.microsoft.com/office/drawing/2014/main" id="{FC10C671-319F-C869-1F20-16661785E72D}"/>
                </a:ext>
              </a:extLst>
            </p:cNvPr>
            <p:cNvSpPr/>
            <p:nvPr/>
          </p:nvSpPr>
          <p:spPr>
            <a:xfrm rot="20006400">
              <a:off x="6294508" y="2792346"/>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48" name="Freeform 5247">
              <a:extLst>
                <a:ext uri="{FF2B5EF4-FFF2-40B4-BE49-F238E27FC236}">
                  <a16:creationId xmlns:a16="http://schemas.microsoft.com/office/drawing/2014/main" id="{3D834935-BE59-6949-67EC-49B302CDA16B}"/>
                </a:ext>
              </a:extLst>
            </p:cNvPr>
            <p:cNvSpPr/>
            <p:nvPr/>
          </p:nvSpPr>
          <p:spPr>
            <a:xfrm rot="20006400">
              <a:off x="6367338" y="2595798"/>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49" name="Freeform 5248">
              <a:extLst>
                <a:ext uri="{FF2B5EF4-FFF2-40B4-BE49-F238E27FC236}">
                  <a16:creationId xmlns:a16="http://schemas.microsoft.com/office/drawing/2014/main" id="{4EB764F2-DAA6-2B15-A842-AE5A87257407}"/>
                </a:ext>
              </a:extLst>
            </p:cNvPr>
            <p:cNvSpPr/>
            <p:nvPr/>
          </p:nvSpPr>
          <p:spPr>
            <a:xfrm rot="20006400">
              <a:off x="6515941" y="2897251"/>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50" name="Freeform 5249">
              <a:extLst>
                <a:ext uri="{FF2B5EF4-FFF2-40B4-BE49-F238E27FC236}">
                  <a16:creationId xmlns:a16="http://schemas.microsoft.com/office/drawing/2014/main" id="{C35DD185-CABF-489B-3649-B7096A0C7322}"/>
                </a:ext>
              </a:extLst>
            </p:cNvPr>
            <p:cNvSpPr/>
            <p:nvPr/>
          </p:nvSpPr>
          <p:spPr>
            <a:xfrm rot="20006400">
              <a:off x="6320948" y="2814069"/>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51" name="Freeform 5250">
              <a:extLst>
                <a:ext uri="{FF2B5EF4-FFF2-40B4-BE49-F238E27FC236}">
                  <a16:creationId xmlns:a16="http://schemas.microsoft.com/office/drawing/2014/main" id="{C87708CE-D966-93C0-DBF3-7CB9F555F2BF}"/>
                </a:ext>
              </a:extLst>
            </p:cNvPr>
            <p:cNvSpPr/>
            <p:nvPr/>
          </p:nvSpPr>
          <p:spPr>
            <a:xfrm rot="20006400">
              <a:off x="6300639" y="2814678"/>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52" name="Freeform 5251">
              <a:extLst>
                <a:ext uri="{FF2B5EF4-FFF2-40B4-BE49-F238E27FC236}">
                  <a16:creationId xmlns:a16="http://schemas.microsoft.com/office/drawing/2014/main" id="{B1F2EA63-C8BE-855F-F47C-9330ACEE398C}"/>
                </a:ext>
              </a:extLst>
            </p:cNvPr>
            <p:cNvSpPr/>
            <p:nvPr/>
          </p:nvSpPr>
          <p:spPr>
            <a:xfrm rot="20006400">
              <a:off x="6361840" y="2591555"/>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53" name="Freeform 5252">
              <a:extLst>
                <a:ext uri="{FF2B5EF4-FFF2-40B4-BE49-F238E27FC236}">
                  <a16:creationId xmlns:a16="http://schemas.microsoft.com/office/drawing/2014/main" id="{271834BA-E9AD-004B-A4BA-4709CCCC4A01}"/>
                </a:ext>
              </a:extLst>
            </p:cNvPr>
            <p:cNvSpPr/>
            <p:nvPr/>
          </p:nvSpPr>
          <p:spPr>
            <a:xfrm rot="20006400">
              <a:off x="6342747" y="3477789"/>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54" name="Freeform 5253">
              <a:extLst>
                <a:ext uri="{FF2B5EF4-FFF2-40B4-BE49-F238E27FC236}">
                  <a16:creationId xmlns:a16="http://schemas.microsoft.com/office/drawing/2014/main" id="{C1D496EC-FE56-D750-E94D-9EC420C284CA}"/>
                </a:ext>
              </a:extLst>
            </p:cNvPr>
            <p:cNvSpPr/>
            <p:nvPr/>
          </p:nvSpPr>
          <p:spPr>
            <a:xfrm rot="20006400">
              <a:off x="6346391" y="2537847"/>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55" name="Freeform 5254">
              <a:extLst>
                <a:ext uri="{FF2B5EF4-FFF2-40B4-BE49-F238E27FC236}">
                  <a16:creationId xmlns:a16="http://schemas.microsoft.com/office/drawing/2014/main" id="{D51719E6-5F97-505D-6EC3-C60AA7B63E14}"/>
                </a:ext>
              </a:extLst>
            </p:cNvPr>
            <p:cNvSpPr/>
            <p:nvPr/>
          </p:nvSpPr>
          <p:spPr>
            <a:xfrm rot="20006400">
              <a:off x="6430632" y="2585171"/>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56" name="Freeform 5255">
              <a:extLst>
                <a:ext uri="{FF2B5EF4-FFF2-40B4-BE49-F238E27FC236}">
                  <a16:creationId xmlns:a16="http://schemas.microsoft.com/office/drawing/2014/main" id="{84C8CF6D-872E-1809-42AE-15052E5877C3}"/>
                </a:ext>
              </a:extLst>
            </p:cNvPr>
            <p:cNvSpPr/>
            <p:nvPr/>
          </p:nvSpPr>
          <p:spPr>
            <a:xfrm rot="20006400">
              <a:off x="6367403" y="2352561"/>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5257" name="Freeform 5256">
              <a:extLst>
                <a:ext uri="{FF2B5EF4-FFF2-40B4-BE49-F238E27FC236}">
                  <a16:creationId xmlns:a16="http://schemas.microsoft.com/office/drawing/2014/main" id="{CAB70ABB-BCB8-8FF5-6C7C-6A27ADDCCAB0}"/>
                </a:ext>
              </a:extLst>
            </p:cNvPr>
            <p:cNvSpPr/>
            <p:nvPr/>
          </p:nvSpPr>
          <p:spPr>
            <a:xfrm>
              <a:off x="6658846" y="2615134"/>
              <a:ext cx="143877" cy="550404"/>
            </a:xfrm>
            <a:custGeom>
              <a:avLst/>
              <a:gdLst>
                <a:gd name="connsiteX0" fmla="*/ 0 w 33127"/>
                <a:gd name="connsiteY0" fmla="*/ 0 h 126728"/>
                <a:gd name="connsiteX1" fmla="*/ 33127 w 33127"/>
                <a:gd name="connsiteY1" fmla="*/ 0 h 126728"/>
                <a:gd name="connsiteX2" fmla="*/ 33127 w 33127"/>
                <a:gd name="connsiteY2" fmla="*/ 126729 h 126728"/>
                <a:gd name="connsiteX3" fmla="*/ 0 w 33127"/>
                <a:gd name="connsiteY3" fmla="*/ 126729 h 126728"/>
              </a:gdLst>
              <a:ahLst/>
              <a:cxnLst>
                <a:cxn ang="0">
                  <a:pos x="connsiteX0" y="connsiteY0"/>
                </a:cxn>
                <a:cxn ang="0">
                  <a:pos x="connsiteX1" y="connsiteY1"/>
                </a:cxn>
                <a:cxn ang="0">
                  <a:pos x="connsiteX2" y="connsiteY2"/>
                </a:cxn>
                <a:cxn ang="0">
                  <a:pos x="connsiteX3" y="connsiteY3"/>
                </a:cxn>
              </a:cxnLst>
              <a:rect l="l" t="t" r="r" b="b"/>
              <a:pathLst>
                <a:path w="33127" h="126728">
                  <a:moveTo>
                    <a:pt x="0" y="0"/>
                  </a:moveTo>
                  <a:lnTo>
                    <a:pt x="33127" y="0"/>
                  </a:lnTo>
                  <a:lnTo>
                    <a:pt x="33127" y="126729"/>
                  </a:lnTo>
                  <a:lnTo>
                    <a:pt x="0" y="126729"/>
                  </a:lnTo>
                  <a:close/>
                </a:path>
              </a:pathLst>
            </a:custGeom>
            <a:solidFill>
              <a:srgbClr val="B4AED3"/>
            </a:solidFill>
            <a:ln w="2249" cap="flat">
              <a:noFill/>
              <a:prstDash val="solid"/>
              <a:miter/>
            </a:ln>
          </p:spPr>
          <p:txBody>
            <a:bodyPr rtlCol="0" anchor="ctr"/>
            <a:lstStyle/>
            <a:p>
              <a:endParaRPr lang="en-US"/>
            </a:p>
          </p:txBody>
        </p:sp>
        <p:sp>
          <p:nvSpPr>
            <p:cNvPr id="5258" name="Freeform 5257">
              <a:extLst>
                <a:ext uri="{FF2B5EF4-FFF2-40B4-BE49-F238E27FC236}">
                  <a16:creationId xmlns:a16="http://schemas.microsoft.com/office/drawing/2014/main" id="{9EBB0E43-89FF-4D19-535F-056617579249}"/>
                </a:ext>
              </a:extLst>
            </p:cNvPr>
            <p:cNvSpPr/>
            <p:nvPr/>
          </p:nvSpPr>
          <p:spPr>
            <a:xfrm>
              <a:off x="6658846" y="2615134"/>
              <a:ext cx="143877" cy="550404"/>
            </a:xfrm>
            <a:custGeom>
              <a:avLst/>
              <a:gdLst>
                <a:gd name="connsiteX0" fmla="*/ 0 w 33127"/>
                <a:gd name="connsiteY0" fmla="*/ 0 h 126728"/>
                <a:gd name="connsiteX1" fmla="*/ 33127 w 33127"/>
                <a:gd name="connsiteY1" fmla="*/ 0 h 126728"/>
                <a:gd name="connsiteX2" fmla="*/ 33127 w 33127"/>
                <a:gd name="connsiteY2" fmla="*/ 126729 h 126728"/>
                <a:gd name="connsiteX3" fmla="*/ 0 w 33127"/>
                <a:gd name="connsiteY3" fmla="*/ 126729 h 126728"/>
              </a:gdLst>
              <a:ahLst/>
              <a:cxnLst>
                <a:cxn ang="0">
                  <a:pos x="connsiteX0" y="connsiteY0"/>
                </a:cxn>
                <a:cxn ang="0">
                  <a:pos x="connsiteX1" y="connsiteY1"/>
                </a:cxn>
                <a:cxn ang="0">
                  <a:pos x="connsiteX2" y="connsiteY2"/>
                </a:cxn>
                <a:cxn ang="0">
                  <a:pos x="connsiteX3" y="connsiteY3"/>
                </a:cxn>
              </a:cxnLst>
              <a:rect l="l" t="t" r="r" b="b"/>
              <a:pathLst>
                <a:path w="33127" h="126728">
                  <a:moveTo>
                    <a:pt x="0" y="0"/>
                  </a:moveTo>
                  <a:lnTo>
                    <a:pt x="33127" y="0"/>
                  </a:lnTo>
                  <a:lnTo>
                    <a:pt x="33127" y="126729"/>
                  </a:lnTo>
                  <a:lnTo>
                    <a:pt x="0" y="126729"/>
                  </a:lnTo>
                  <a:close/>
                </a:path>
              </a:pathLst>
            </a:custGeom>
            <a:noFill/>
            <a:ln w="4498" cap="flat">
              <a:solidFill>
                <a:srgbClr val="000000"/>
              </a:solidFill>
              <a:prstDash val="solid"/>
              <a:miter/>
            </a:ln>
          </p:spPr>
          <p:txBody>
            <a:bodyPr rtlCol="0" anchor="ctr"/>
            <a:lstStyle/>
            <a:p>
              <a:endParaRPr lang="en-US"/>
            </a:p>
          </p:txBody>
        </p:sp>
        <p:sp>
          <p:nvSpPr>
            <p:cNvPr id="5259" name="Freeform 5258">
              <a:extLst>
                <a:ext uri="{FF2B5EF4-FFF2-40B4-BE49-F238E27FC236}">
                  <a16:creationId xmlns:a16="http://schemas.microsoft.com/office/drawing/2014/main" id="{229DE620-E714-254A-2E40-A12116E4E7A0}"/>
                </a:ext>
              </a:extLst>
            </p:cNvPr>
            <p:cNvSpPr/>
            <p:nvPr/>
          </p:nvSpPr>
          <p:spPr>
            <a:xfrm>
              <a:off x="6658846" y="2922423"/>
              <a:ext cx="143972" cy="9764"/>
            </a:xfrm>
            <a:custGeom>
              <a:avLst/>
              <a:gdLst>
                <a:gd name="connsiteX0" fmla="*/ 0 w 33149"/>
                <a:gd name="connsiteY0" fmla="*/ 0 h 2248"/>
                <a:gd name="connsiteX1" fmla="*/ 33150 w 33149"/>
                <a:gd name="connsiteY1" fmla="*/ 0 h 2248"/>
              </a:gdLst>
              <a:ahLst/>
              <a:cxnLst>
                <a:cxn ang="0">
                  <a:pos x="connsiteX0" y="connsiteY0"/>
                </a:cxn>
                <a:cxn ang="0">
                  <a:pos x="connsiteX1" y="connsiteY1"/>
                </a:cxn>
              </a:cxnLst>
              <a:rect l="l" t="t" r="r" b="b"/>
              <a:pathLst>
                <a:path w="33149" h="2248">
                  <a:moveTo>
                    <a:pt x="0" y="0"/>
                  </a:moveTo>
                  <a:lnTo>
                    <a:pt x="33150" y="0"/>
                  </a:lnTo>
                </a:path>
              </a:pathLst>
            </a:custGeom>
            <a:ln w="4498" cap="flat">
              <a:solidFill>
                <a:srgbClr val="000000"/>
              </a:solidFill>
              <a:prstDash val="solid"/>
              <a:round/>
            </a:ln>
          </p:spPr>
          <p:txBody>
            <a:bodyPr rtlCol="0" anchor="ctr"/>
            <a:lstStyle/>
            <a:p>
              <a:endParaRPr lang="en-US"/>
            </a:p>
          </p:txBody>
        </p:sp>
        <p:sp>
          <p:nvSpPr>
            <p:cNvPr id="5260" name="Freeform 5259">
              <a:extLst>
                <a:ext uri="{FF2B5EF4-FFF2-40B4-BE49-F238E27FC236}">
                  <a16:creationId xmlns:a16="http://schemas.microsoft.com/office/drawing/2014/main" id="{05EAD8A0-D7CD-C0FD-AA52-67EA8F63F856}"/>
                </a:ext>
              </a:extLst>
            </p:cNvPr>
            <p:cNvSpPr/>
            <p:nvPr/>
          </p:nvSpPr>
          <p:spPr>
            <a:xfrm>
              <a:off x="7929717" y="1729599"/>
              <a:ext cx="479494" cy="2897578"/>
            </a:xfrm>
            <a:custGeom>
              <a:avLst/>
              <a:gdLst>
                <a:gd name="connsiteX0" fmla="*/ 15788 w 110401"/>
                <a:gd name="connsiteY0" fmla="*/ 661936 h 667153"/>
                <a:gd name="connsiteX1" fmla="*/ 17969 w 110401"/>
                <a:gd name="connsiteY1" fmla="*/ 650129 h 667153"/>
                <a:gd name="connsiteX2" fmla="*/ 20398 w 110401"/>
                <a:gd name="connsiteY2" fmla="*/ 638322 h 667153"/>
                <a:gd name="connsiteX3" fmla="*/ 23142 w 110401"/>
                <a:gd name="connsiteY3" fmla="*/ 626515 h 667153"/>
                <a:gd name="connsiteX4" fmla="*/ 26268 w 110401"/>
                <a:gd name="connsiteY4" fmla="*/ 614685 h 667153"/>
                <a:gd name="connsiteX5" fmla="*/ 29821 w 110401"/>
                <a:gd name="connsiteY5" fmla="*/ 602878 h 667153"/>
                <a:gd name="connsiteX6" fmla="*/ 33891 w 110401"/>
                <a:gd name="connsiteY6" fmla="*/ 591049 h 667153"/>
                <a:gd name="connsiteX7" fmla="*/ 38479 w 110401"/>
                <a:gd name="connsiteY7" fmla="*/ 579242 h 667153"/>
                <a:gd name="connsiteX8" fmla="*/ 43697 w 110401"/>
                <a:gd name="connsiteY8" fmla="*/ 567435 h 667153"/>
                <a:gd name="connsiteX9" fmla="*/ 49522 w 110401"/>
                <a:gd name="connsiteY9" fmla="*/ 555605 h 667153"/>
                <a:gd name="connsiteX10" fmla="*/ 55886 w 110401"/>
                <a:gd name="connsiteY10" fmla="*/ 543798 h 667153"/>
                <a:gd name="connsiteX11" fmla="*/ 62656 w 110401"/>
                <a:gd name="connsiteY11" fmla="*/ 531991 h 667153"/>
                <a:gd name="connsiteX12" fmla="*/ 69605 w 110401"/>
                <a:gd name="connsiteY12" fmla="*/ 520184 h 667153"/>
                <a:gd name="connsiteX13" fmla="*/ 76487 w 110401"/>
                <a:gd name="connsiteY13" fmla="*/ 508377 h 667153"/>
                <a:gd name="connsiteX14" fmla="*/ 83054 w 110401"/>
                <a:gd name="connsiteY14" fmla="*/ 496547 h 667153"/>
                <a:gd name="connsiteX15" fmla="*/ 89081 w 110401"/>
                <a:gd name="connsiteY15" fmla="*/ 484740 h 667153"/>
                <a:gd name="connsiteX16" fmla="*/ 94434 w 110401"/>
                <a:gd name="connsiteY16" fmla="*/ 472911 h 667153"/>
                <a:gd name="connsiteX17" fmla="*/ 99066 w 110401"/>
                <a:gd name="connsiteY17" fmla="*/ 461104 h 667153"/>
                <a:gd name="connsiteX18" fmla="*/ 102980 w 110401"/>
                <a:gd name="connsiteY18" fmla="*/ 449274 h 667153"/>
                <a:gd name="connsiteX19" fmla="*/ 106173 w 110401"/>
                <a:gd name="connsiteY19" fmla="*/ 437467 h 667153"/>
                <a:gd name="connsiteX20" fmla="*/ 108624 w 110401"/>
                <a:gd name="connsiteY20" fmla="*/ 425660 h 667153"/>
                <a:gd name="connsiteX21" fmla="*/ 110131 w 110401"/>
                <a:gd name="connsiteY21" fmla="*/ 413853 h 667153"/>
                <a:gd name="connsiteX22" fmla="*/ 110401 w 110401"/>
                <a:gd name="connsiteY22" fmla="*/ 402046 h 667153"/>
                <a:gd name="connsiteX23" fmla="*/ 109052 w 110401"/>
                <a:gd name="connsiteY23" fmla="*/ 390217 h 667153"/>
                <a:gd name="connsiteX24" fmla="*/ 105701 w 110401"/>
                <a:gd name="connsiteY24" fmla="*/ 378410 h 667153"/>
                <a:gd name="connsiteX25" fmla="*/ 100079 w 110401"/>
                <a:gd name="connsiteY25" fmla="*/ 366603 h 667153"/>
                <a:gd name="connsiteX26" fmla="*/ 92207 w 110401"/>
                <a:gd name="connsiteY26" fmla="*/ 354773 h 667153"/>
                <a:gd name="connsiteX27" fmla="*/ 82379 w 110401"/>
                <a:gd name="connsiteY27" fmla="*/ 342966 h 667153"/>
                <a:gd name="connsiteX28" fmla="*/ 71224 w 110401"/>
                <a:gd name="connsiteY28" fmla="*/ 331137 h 667153"/>
                <a:gd name="connsiteX29" fmla="*/ 59530 w 110401"/>
                <a:gd name="connsiteY29" fmla="*/ 319330 h 667153"/>
                <a:gd name="connsiteX30" fmla="*/ 48218 w 110401"/>
                <a:gd name="connsiteY30" fmla="*/ 307523 h 667153"/>
                <a:gd name="connsiteX31" fmla="*/ 38007 w 110401"/>
                <a:gd name="connsiteY31" fmla="*/ 295716 h 667153"/>
                <a:gd name="connsiteX32" fmla="*/ 29416 w 110401"/>
                <a:gd name="connsiteY32" fmla="*/ 283908 h 667153"/>
                <a:gd name="connsiteX33" fmla="*/ 22714 w 110401"/>
                <a:gd name="connsiteY33" fmla="*/ 272079 h 667153"/>
                <a:gd name="connsiteX34" fmla="*/ 17812 w 110401"/>
                <a:gd name="connsiteY34" fmla="*/ 260272 h 667153"/>
                <a:gd name="connsiteX35" fmla="*/ 14438 w 110401"/>
                <a:gd name="connsiteY35" fmla="*/ 248442 h 667153"/>
                <a:gd name="connsiteX36" fmla="*/ 12234 w 110401"/>
                <a:gd name="connsiteY36" fmla="*/ 236635 h 667153"/>
                <a:gd name="connsiteX37" fmla="*/ 10728 w 110401"/>
                <a:gd name="connsiteY37" fmla="*/ 224828 h 667153"/>
                <a:gd name="connsiteX38" fmla="*/ 9581 w 110401"/>
                <a:gd name="connsiteY38" fmla="*/ 212999 h 667153"/>
                <a:gd name="connsiteX39" fmla="*/ 8546 w 110401"/>
                <a:gd name="connsiteY39" fmla="*/ 201192 h 667153"/>
                <a:gd name="connsiteX40" fmla="*/ 7534 w 110401"/>
                <a:gd name="connsiteY40" fmla="*/ 189362 h 667153"/>
                <a:gd name="connsiteX41" fmla="*/ 6522 w 110401"/>
                <a:gd name="connsiteY41" fmla="*/ 177555 h 667153"/>
                <a:gd name="connsiteX42" fmla="*/ 5577 w 110401"/>
                <a:gd name="connsiteY42" fmla="*/ 165771 h 667153"/>
                <a:gd name="connsiteX43" fmla="*/ 4858 w 110401"/>
                <a:gd name="connsiteY43" fmla="*/ 153941 h 667153"/>
                <a:gd name="connsiteX44" fmla="*/ 4408 w 110401"/>
                <a:gd name="connsiteY44" fmla="*/ 142134 h 667153"/>
                <a:gd name="connsiteX45" fmla="*/ 4318 w 110401"/>
                <a:gd name="connsiteY45" fmla="*/ 130305 h 667153"/>
                <a:gd name="connsiteX46" fmla="*/ 4610 w 110401"/>
                <a:gd name="connsiteY46" fmla="*/ 118498 h 667153"/>
                <a:gd name="connsiteX47" fmla="*/ 5195 w 110401"/>
                <a:gd name="connsiteY47" fmla="*/ 106691 h 667153"/>
                <a:gd name="connsiteX48" fmla="*/ 5982 w 110401"/>
                <a:gd name="connsiteY48" fmla="*/ 94861 h 667153"/>
                <a:gd name="connsiteX49" fmla="*/ 6814 w 110401"/>
                <a:gd name="connsiteY49" fmla="*/ 83054 h 667153"/>
                <a:gd name="connsiteX50" fmla="*/ 7534 w 110401"/>
                <a:gd name="connsiteY50" fmla="*/ 71224 h 667153"/>
                <a:gd name="connsiteX51" fmla="*/ 8006 w 110401"/>
                <a:gd name="connsiteY51" fmla="*/ 59417 h 667153"/>
                <a:gd name="connsiteX52" fmla="*/ 8096 w 110401"/>
                <a:gd name="connsiteY52" fmla="*/ 47610 h 667153"/>
                <a:gd name="connsiteX53" fmla="*/ 7804 w 110401"/>
                <a:gd name="connsiteY53" fmla="*/ 35803 h 667153"/>
                <a:gd name="connsiteX54" fmla="*/ 7152 w 110401"/>
                <a:gd name="connsiteY54" fmla="*/ 23996 h 667153"/>
                <a:gd name="connsiteX55" fmla="*/ 6230 w 110401"/>
                <a:gd name="connsiteY55" fmla="*/ 12167 h 667153"/>
                <a:gd name="connsiteX56" fmla="*/ 5150 w 110401"/>
                <a:gd name="connsiteY56" fmla="*/ 360 h 667153"/>
                <a:gd name="connsiteX57" fmla="*/ 5105 w 110401"/>
                <a:gd name="connsiteY57" fmla="*/ 0 h 667153"/>
                <a:gd name="connsiteX58" fmla="*/ 112 w 110401"/>
                <a:gd name="connsiteY58" fmla="*/ 0 h 667153"/>
                <a:gd name="connsiteX59" fmla="*/ 0 w 110401"/>
                <a:gd name="connsiteY59" fmla="*/ 0 h 667153"/>
                <a:gd name="connsiteX60" fmla="*/ 0 w 110401"/>
                <a:gd name="connsiteY60" fmla="*/ 360 h 667153"/>
                <a:gd name="connsiteX61" fmla="*/ 0 w 110401"/>
                <a:gd name="connsiteY61" fmla="*/ 12167 h 667153"/>
                <a:gd name="connsiteX62" fmla="*/ 0 w 110401"/>
                <a:gd name="connsiteY62" fmla="*/ 23996 h 667153"/>
                <a:gd name="connsiteX63" fmla="*/ 0 w 110401"/>
                <a:gd name="connsiteY63" fmla="*/ 35803 h 667153"/>
                <a:gd name="connsiteX64" fmla="*/ 0 w 110401"/>
                <a:gd name="connsiteY64" fmla="*/ 47610 h 667153"/>
                <a:gd name="connsiteX65" fmla="*/ 0 w 110401"/>
                <a:gd name="connsiteY65" fmla="*/ 59417 h 667153"/>
                <a:gd name="connsiteX66" fmla="*/ 0 w 110401"/>
                <a:gd name="connsiteY66" fmla="*/ 71224 h 667153"/>
                <a:gd name="connsiteX67" fmla="*/ 0 w 110401"/>
                <a:gd name="connsiteY67" fmla="*/ 83054 h 667153"/>
                <a:gd name="connsiteX68" fmla="*/ 0 w 110401"/>
                <a:gd name="connsiteY68" fmla="*/ 94861 h 667153"/>
                <a:gd name="connsiteX69" fmla="*/ 0 w 110401"/>
                <a:gd name="connsiteY69" fmla="*/ 106691 h 667153"/>
                <a:gd name="connsiteX70" fmla="*/ 0 w 110401"/>
                <a:gd name="connsiteY70" fmla="*/ 118498 h 667153"/>
                <a:gd name="connsiteX71" fmla="*/ 0 w 110401"/>
                <a:gd name="connsiteY71" fmla="*/ 130305 h 667153"/>
                <a:gd name="connsiteX72" fmla="*/ 0 w 110401"/>
                <a:gd name="connsiteY72" fmla="*/ 142134 h 667153"/>
                <a:gd name="connsiteX73" fmla="*/ 0 w 110401"/>
                <a:gd name="connsiteY73" fmla="*/ 153941 h 667153"/>
                <a:gd name="connsiteX74" fmla="*/ 0 w 110401"/>
                <a:gd name="connsiteY74" fmla="*/ 165771 h 667153"/>
                <a:gd name="connsiteX75" fmla="*/ 0 w 110401"/>
                <a:gd name="connsiteY75" fmla="*/ 177555 h 667153"/>
                <a:gd name="connsiteX76" fmla="*/ 0 w 110401"/>
                <a:gd name="connsiteY76" fmla="*/ 189362 h 667153"/>
                <a:gd name="connsiteX77" fmla="*/ 0 w 110401"/>
                <a:gd name="connsiteY77" fmla="*/ 201192 h 667153"/>
                <a:gd name="connsiteX78" fmla="*/ 0 w 110401"/>
                <a:gd name="connsiteY78" fmla="*/ 212999 h 667153"/>
                <a:gd name="connsiteX79" fmla="*/ 0 w 110401"/>
                <a:gd name="connsiteY79" fmla="*/ 224828 h 667153"/>
                <a:gd name="connsiteX80" fmla="*/ 0 w 110401"/>
                <a:gd name="connsiteY80" fmla="*/ 236635 h 667153"/>
                <a:gd name="connsiteX81" fmla="*/ 0 w 110401"/>
                <a:gd name="connsiteY81" fmla="*/ 248442 h 667153"/>
                <a:gd name="connsiteX82" fmla="*/ 0 w 110401"/>
                <a:gd name="connsiteY82" fmla="*/ 260272 h 667153"/>
                <a:gd name="connsiteX83" fmla="*/ 0 w 110401"/>
                <a:gd name="connsiteY83" fmla="*/ 272079 h 667153"/>
                <a:gd name="connsiteX84" fmla="*/ 0 w 110401"/>
                <a:gd name="connsiteY84" fmla="*/ 283908 h 667153"/>
                <a:gd name="connsiteX85" fmla="*/ 0 w 110401"/>
                <a:gd name="connsiteY85" fmla="*/ 295716 h 667153"/>
                <a:gd name="connsiteX86" fmla="*/ 0 w 110401"/>
                <a:gd name="connsiteY86" fmla="*/ 307523 h 667153"/>
                <a:gd name="connsiteX87" fmla="*/ 0 w 110401"/>
                <a:gd name="connsiteY87" fmla="*/ 319330 h 667153"/>
                <a:gd name="connsiteX88" fmla="*/ 0 w 110401"/>
                <a:gd name="connsiteY88" fmla="*/ 331137 h 667153"/>
                <a:gd name="connsiteX89" fmla="*/ 0 w 110401"/>
                <a:gd name="connsiteY89" fmla="*/ 342966 h 667153"/>
                <a:gd name="connsiteX90" fmla="*/ 0 w 110401"/>
                <a:gd name="connsiteY90" fmla="*/ 354773 h 667153"/>
                <a:gd name="connsiteX91" fmla="*/ 0 w 110401"/>
                <a:gd name="connsiteY91" fmla="*/ 366603 h 667153"/>
                <a:gd name="connsiteX92" fmla="*/ 0 w 110401"/>
                <a:gd name="connsiteY92" fmla="*/ 378410 h 667153"/>
                <a:gd name="connsiteX93" fmla="*/ 0 w 110401"/>
                <a:gd name="connsiteY93" fmla="*/ 390217 h 667153"/>
                <a:gd name="connsiteX94" fmla="*/ 0 w 110401"/>
                <a:gd name="connsiteY94" fmla="*/ 402046 h 667153"/>
                <a:gd name="connsiteX95" fmla="*/ 0 w 110401"/>
                <a:gd name="connsiteY95" fmla="*/ 413853 h 667153"/>
                <a:gd name="connsiteX96" fmla="*/ 0 w 110401"/>
                <a:gd name="connsiteY96" fmla="*/ 425660 h 667153"/>
                <a:gd name="connsiteX97" fmla="*/ 0 w 110401"/>
                <a:gd name="connsiteY97" fmla="*/ 437467 h 667153"/>
                <a:gd name="connsiteX98" fmla="*/ 0 w 110401"/>
                <a:gd name="connsiteY98" fmla="*/ 449274 h 667153"/>
                <a:gd name="connsiteX99" fmla="*/ 0 w 110401"/>
                <a:gd name="connsiteY99" fmla="*/ 461104 h 667153"/>
                <a:gd name="connsiteX100" fmla="*/ 0 w 110401"/>
                <a:gd name="connsiteY100" fmla="*/ 472911 h 667153"/>
                <a:gd name="connsiteX101" fmla="*/ 0 w 110401"/>
                <a:gd name="connsiteY101" fmla="*/ 484740 h 667153"/>
                <a:gd name="connsiteX102" fmla="*/ 0 w 110401"/>
                <a:gd name="connsiteY102" fmla="*/ 496547 h 667153"/>
                <a:gd name="connsiteX103" fmla="*/ 0 w 110401"/>
                <a:gd name="connsiteY103" fmla="*/ 508377 h 667153"/>
                <a:gd name="connsiteX104" fmla="*/ 0 w 110401"/>
                <a:gd name="connsiteY104" fmla="*/ 520184 h 667153"/>
                <a:gd name="connsiteX105" fmla="*/ 0 w 110401"/>
                <a:gd name="connsiteY105" fmla="*/ 531991 h 667153"/>
                <a:gd name="connsiteX106" fmla="*/ 0 w 110401"/>
                <a:gd name="connsiteY106" fmla="*/ 543798 h 667153"/>
                <a:gd name="connsiteX107" fmla="*/ 0 w 110401"/>
                <a:gd name="connsiteY107" fmla="*/ 555605 h 667153"/>
                <a:gd name="connsiteX108" fmla="*/ 0 w 110401"/>
                <a:gd name="connsiteY108" fmla="*/ 567435 h 667153"/>
                <a:gd name="connsiteX109" fmla="*/ 0 w 110401"/>
                <a:gd name="connsiteY109" fmla="*/ 579242 h 667153"/>
                <a:gd name="connsiteX110" fmla="*/ 0 w 110401"/>
                <a:gd name="connsiteY110" fmla="*/ 591049 h 667153"/>
                <a:gd name="connsiteX111" fmla="*/ 0 w 110401"/>
                <a:gd name="connsiteY111" fmla="*/ 602878 h 667153"/>
                <a:gd name="connsiteX112" fmla="*/ 0 w 110401"/>
                <a:gd name="connsiteY112" fmla="*/ 614685 h 667153"/>
                <a:gd name="connsiteX113" fmla="*/ 0 w 110401"/>
                <a:gd name="connsiteY113" fmla="*/ 626515 h 667153"/>
                <a:gd name="connsiteX114" fmla="*/ 0 w 110401"/>
                <a:gd name="connsiteY114" fmla="*/ 638322 h 667153"/>
                <a:gd name="connsiteX115" fmla="*/ 0 w 110401"/>
                <a:gd name="connsiteY115" fmla="*/ 650129 h 667153"/>
                <a:gd name="connsiteX116" fmla="*/ 0 w 110401"/>
                <a:gd name="connsiteY116" fmla="*/ 661936 h 667153"/>
                <a:gd name="connsiteX117" fmla="*/ 0 w 110401"/>
                <a:gd name="connsiteY117" fmla="*/ 667153 h 667153"/>
                <a:gd name="connsiteX118" fmla="*/ 6095 w 110401"/>
                <a:gd name="connsiteY118" fmla="*/ 667153 h 667153"/>
                <a:gd name="connsiteX119" fmla="*/ 14910 w 110401"/>
                <a:gd name="connsiteY119" fmla="*/ 667153 h 667153"/>
                <a:gd name="connsiteX120" fmla="*/ 15788 w 110401"/>
                <a:gd name="connsiteY120" fmla="*/ 661936 h 6671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Lst>
              <a:rect l="l" t="t" r="r" b="b"/>
              <a:pathLst>
                <a:path w="110401" h="667153">
                  <a:moveTo>
                    <a:pt x="15788" y="661936"/>
                  </a:moveTo>
                  <a:lnTo>
                    <a:pt x="17969" y="650129"/>
                  </a:lnTo>
                  <a:lnTo>
                    <a:pt x="20398" y="638322"/>
                  </a:lnTo>
                  <a:lnTo>
                    <a:pt x="23142" y="626515"/>
                  </a:lnTo>
                  <a:lnTo>
                    <a:pt x="26268" y="614685"/>
                  </a:lnTo>
                  <a:lnTo>
                    <a:pt x="29821" y="602878"/>
                  </a:lnTo>
                  <a:lnTo>
                    <a:pt x="33891" y="591049"/>
                  </a:lnTo>
                  <a:lnTo>
                    <a:pt x="38479" y="579242"/>
                  </a:lnTo>
                  <a:lnTo>
                    <a:pt x="43697" y="567435"/>
                  </a:lnTo>
                  <a:lnTo>
                    <a:pt x="49522" y="555605"/>
                  </a:lnTo>
                  <a:lnTo>
                    <a:pt x="55886" y="543798"/>
                  </a:lnTo>
                  <a:lnTo>
                    <a:pt x="62656" y="531991"/>
                  </a:lnTo>
                  <a:lnTo>
                    <a:pt x="69605" y="520184"/>
                  </a:lnTo>
                  <a:lnTo>
                    <a:pt x="76487" y="508377"/>
                  </a:lnTo>
                  <a:lnTo>
                    <a:pt x="83054" y="496547"/>
                  </a:lnTo>
                  <a:lnTo>
                    <a:pt x="89081" y="484740"/>
                  </a:lnTo>
                  <a:lnTo>
                    <a:pt x="94434" y="472911"/>
                  </a:lnTo>
                  <a:lnTo>
                    <a:pt x="99066" y="461104"/>
                  </a:lnTo>
                  <a:lnTo>
                    <a:pt x="102980" y="449274"/>
                  </a:lnTo>
                  <a:lnTo>
                    <a:pt x="106173" y="437467"/>
                  </a:lnTo>
                  <a:lnTo>
                    <a:pt x="108624" y="425660"/>
                  </a:lnTo>
                  <a:lnTo>
                    <a:pt x="110131" y="413853"/>
                  </a:lnTo>
                  <a:lnTo>
                    <a:pt x="110401" y="402046"/>
                  </a:lnTo>
                  <a:lnTo>
                    <a:pt x="109052" y="390217"/>
                  </a:lnTo>
                  <a:lnTo>
                    <a:pt x="105701" y="378410"/>
                  </a:lnTo>
                  <a:lnTo>
                    <a:pt x="100079" y="366603"/>
                  </a:lnTo>
                  <a:lnTo>
                    <a:pt x="92207" y="354773"/>
                  </a:lnTo>
                  <a:lnTo>
                    <a:pt x="82379" y="342966"/>
                  </a:lnTo>
                  <a:lnTo>
                    <a:pt x="71224" y="331137"/>
                  </a:lnTo>
                  <a:lnTo>
                    <a:pt x="59530" y="319330"/>
                  </a:lnTo>
                  <a:lnTo>
                    <a:pt x="48218" y="307523"/>
                  </a:lnTo>
                  <a:lnTo>
                    <a:pt x="38007" y="295716"/>
                  </a:lnTo>
                  <a:lnTo>
                    <a:pt x="29416" y="283908"/>
                  </a:lnTo>
                  <a:lnTo>
                    <a:pt x="22714" y="272079"/>
                  </a:lnTo>
                  <a:lnTo>
                    <a:pt x="17812" y="260272"/>
                  </a:lnTo>
                  <a:lnTo>
                    <a:pt x="14438" y="248442"/>
                  </a:lnTo>
                  <a:lnTo>
                    <a:pt x="12234" y="236635"/>
                  </a:lnTo>
                  <a:lnTo>
                    <a:pt x="10728" y="224828"/>
                  </a:lnTo>
                  <a:lnTo>
                    <a:pt x="9581" y="212999"/>
                  </a:lnTo>
                  <a:lnTo>
                    <a:pt x="8546" y="201192"/>
                  </a:lnTo>
                  <a:lnTo>
                    <a:pt x="7534" y="189362"/>
                  </a:lnTo>
                  <a:lnTo>
                    <a:pt x="6522" y="177555"/>
                  </a:lnTo>
                  <a:lnTo>
                    <a:pt x="5577" y="165771"/>
                  </a:lnTo>
                  <a:lnTo>
                    <a:pt x="4858" y="153941"/>
                  </a:lnTo>
                  <a:lnTo>
                    <a:pt x="4408" y="142134"/>
                  </a:lnTo>
                  <a:lnTo>
                    <a:pt x="4318" y="130305"/>
                  </a:lnTo>
                  <a:lnTo>
                    <a:pt x="4610" y="118498"/>
                  </a:lnTo>
                  <a:lnTo>
                    <a:pt x="5195" y="106691"/>
                  </a:lnTo>
                  <a:lnTo>
                    <a:pt x="5982" y="94861"/>
                  </a:lnTo>
                  <a:lnTo>
                    <a:pt x="6814" y="83054"/>
                  </a:lnTo>
                  <a:lnTo>
                    <a:pt x="7534" y="71224"/>
                  </a:lnTo>
                  <a:lnTo>
                    <a:pt x="8006" y="59417"/>
                  </a:lnTo>
                  <a:lnTo>
                    <a:pt x="8096" y="47610"/>
                  </a:lnTo>
                  <a:lnTo>
                    <a:pt x="7804" y="35803"/>
                  </a:lnTo>
                  <a:lnTo>
                    <a:pt x="7152" y="23996"/>
                  </a:lnTo>
                  <a:lnTo>
                    <a:pt x="6230" y="12167"/>
                  </a:lnTo>
                  <a:lnTo>
                    <a:pt x="5150" y="360"/>
                  </a:lnTo>
                  <a:lnTo>
                    <a:pt x="5105" y="0"/>
                  </a:lnTo>
                  <a:lnTo>
                    <a:pt x="112" y="0"/>
                  </a:lnTo>
                  <a:lnTo>
                    <a:pt x="0" y="0"/>
                  </a:lnTo>
                  <a:lnTo>
                    <a:pt x="0" y="360"/>
                  </a:lnTo>
                  <a:lnTo>
                    <a:pt x="0" y="12167"/>
                  </a:lnTo>
                  <a:lnTo>
                    <a:pt x="0" y="23996"/>
                  </a:lnTo>
                  <a:lnTo>
                    <a:pt x="0" y="35803"/>
                  </a:lnTo>
                  <a:lnTo>
                    <a:pt x="0" y="47610"/>
                  </a:lnTo>
                  <a:lnTo>
                    <a:pt x="0" y="59417"/>
                  </a:lnTo>
                  <a:lnTo>
                    <a:pt x="0" y="71224"/>
                  </a:lnTo>
                  <a:lnTo>
                    <a:pt x="0" y="83054"/>
                  </a:lnTo>
                  <a:lnTo>
                    <a:pt x="0" y="94861"/>
                  </a:lnTo>
                  <a:lnTo>
                    <a:pt x="0" y="106691"/>
                  </a:lnTo>
                  <a:lnTo>
                    <a:pt x="0" y="118498"/>
                  </a:lnTo>
                  <a:lnTo>
                    <a:pt x="0" y="130305"/>
                  </a:lnTo>
                  <a:lnTo>
                    <a:pt x="0" y="142134"/>
                  </a:lnTo>
                  <a:lnTo>
                    <a:pt x="0" y="153941"/>
                  </a:lnTo>
                  <a:lnTo>
                    <a:pt x="0" y="165771"/>
                  </a:lnTo>
                  <a:lnTo>
                    <a:pt x="0" y="177555"/>
                  </a:lnTo>
                  <a:lnTo>
                    <a:pt x="0" y="189362"/>
                  </a:lnTo>
                  <a:lnTo>
                    <a:pt x="0" y="201192"/>
                  </a:lnTo>
                  <a:lnTo>
                    <a:pt x="0" y="212999"/>
                  </a:lnTo>
                  <a:lnTo>
                    <a:pt x="0" y="224828"/>
                  </a:lnTo>
                  <a:lnTo>
                    <a:pt x="0" y="236635"/>
                  </a:lnTo>
                  <a:lnTo>
                    <a:pt x="0" y="248442"/>
                  </a:lnTo>
                  <a:lnTo>
                    <a:pt x="0" y="260272"/>
                  </a:lnTo>
                  <a:lnTo>
                    <a:pt x="0" y="272079"/>
                  </a:lnTo>
                  <a:lnTo>
                    <a:pt x="0" y="283908"/>
                  </a:lnTo>
                  <a:lnTo>
                    <a:pt x="0" y="295716"/>
                  </a:lnTo>
                  <a:lnTo>
                    <a:pt x="0" y="307523"/>
                  </a:lnTo>
                  <a:lnTo>
                    <a:pt x="0" y="319330"/>
                  </a:lnTo>
                  <a:lnTo>
                    <a:pt x="0" y="331137"/>
                  </a:lnTo>
                  <a:lnTo>
                    <a:pt x="0" y="342966"/>
                  </a:lnTo>
                  <a:lnTo>
                    <a:pt x="0" y="354773"/>
                  </a:lnTo>
                  <a:lnTo>
                    <a:pt x="0" y="366603"/>
                  </a:lnTo>
                  <a:lnTo>
                    <a:pt x="0" y="378410"/>
                  </a:lnTo>
                  <a:lnTo>
                    <a:pt x="0" y="390217"/>
                  </a:lnTo>
                  <a:lnTo>
                    <a:pt x="0" y="402046"/>
                  </a:lnTo>
                  <a:lnTo>
                    <a:pt x="0" y="413853"/>
                  </a:lnTo>
                  <a:lnTo>
                    <a:pt x="0" y="425660"/>
                  </a:lnTo>
                  <a:lnTo>
                    <a:pt x="0" y="437467"/>
                  </a:lnTo>
                  <a:lnTo>
                    <a:pt x="0" y="449274"/>
                  </a:lnTo>
                  <a:lnTo>
                    <a:pt x="0" y="461104"/>
                  </a:lnTo>
                  <a:lnTo>
                    <a:pt x="0" y="472911"/>
                  </a:lnTo>
                  <a:lnTo>
                    <a:pt x="0" y="484740"/>
                  </a:lnTo>
                  <a:lnTo>
                    <a:pt x="0" y="496547"/>
                  </a:lnTo>
                  <a:lnTo>
                    <a:pt x="0" y="508377"/>
                  </a:lnTo>
                  <a:lnTo>
                    <a:pt x="0" y="520184"/>
                  </a:lnTo>
                  <a:lnTo>
                    <a:pt x="0" y="531991"/>
                  </a:lnTo>
                  <a:lnTo>
                    <a:pt x="0" y="543798"/>
                  </a:lnTo>
                  <a:lnTo>
                    <a:pt x="0" y="555605"/>
                  </a:lnTo>
                  <a:lnTo>
                    <a:pt x="0" y="567435"/>
                  </a:lnTo>
                  <a:lnTo>
                    <a:pt x="0" y="579242"/>
                  </a:lnTo>
                  <a:lnTo>
                    <a:pt x="0" y="591049"/>
                  </a:lnTo>
                  <a:lnTo>
                    <a:pt x="0" y="602878"/>
                  </a:lnTo>
                  <a:lnTo>
                    <a:pt x="0" y="614685"/>
                  </a:lnTo>
                  <a:lnTo>
                    <a:pt x="0" y="626515"/>
                  </a:lnTo>
                  <a:lnTo>
                    <a:pt x="0" y="638322"/>
                  </a:lnTo>
                  <a:lnTo>
                    <a:pt x="0" y="650129"/>
                  </a:lnTo>
                  <a:lnTo>
                    <a:pt x="0" y="661936"/>
                  </a:lnTo>
                  <a:lnTo>
                    <a:pt x="0" y="667153"/>
                  </a:lnTo>
                  <a:lnTo>
                    <a:pt x="6095" y="667153"/>
                  </a:lnTo>
                  <a:lnTo>
                    <a:pt x="14910" y="667153"/>
                  </a:lnTo>
                  <a:lnTo>
                    <a:pt x="15788" y="661936"/>
                  </a:lnTo>
                  <a:close/>
                </a:path>
              </a:pathLst>
            </a:custGeom>
            <a:solidFill>
              <a:srgbClr val="DAD7E8">
                <a:alpha val="50000"/>
              </a:srgbClr>
            </a:solidFill>
            <a:ln w="2249" cap="flat">
              <a:noFill/>
              <a:prstDash val="solid"/>
              <a:miter/>
            </a:ln>
          </p:spPr>
          <p:txBody>
            <a:bodyPr rtlCol="0" anchor="ctr"/>
            <a:lstStyle/>
            <a:p>
              <a:endParaRPr lang="en-US"/>
            </a:p>
          </p:txBody>
        </p:sp>
        <p:sp>
          <p:nvSpPr>
            <p:cNvPr id="5261" name="Freeform 5260">
              <a:extLst>
                <a:ext uri="{FF2B5EF4-FFF2-40B4-BE49-F238E27FC236}">
                  <a16:creationId xmlns:a16="http://schemas.microsoft.com/office/drawing/2014/main" id="{7BC2D141-3159-AAF7-F66E-5950A629645C}"/>
                </a:ext>
              </a:extLst>
            </p:cNvPr>
            <p:cNvSpPr/>
            <p:nvPr/>
          </p:nvSpPr>
          <p:spPr>
            <a:xfrm rot="20194800">
              <a:off x="7682055" y="3454753"/>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5262" name="Freeform 5261">
              <a:extLst>
                <a:ext uri="{FF2B5EF4-FFF2-40B4-BE49-F238E27FC236}">
                  <a16:creationId xmlns:a16="http://schemas.microsoft.com/office/drawing/2014/main" id="{681CFA08-C548-8167-FF3C-4566AEE58FF2}"/>
                </a:ext>
              </a:extLst>
            </p:cNvPr>
            <p:cNvSpPr/>
            <p:nvPr/>
          </p:nvSpPr>
          <p:spPr>
            <a:xfrm rot="20223000">
              <a:off x="7553922" y="3305682"/>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5263" name="Freeform 5262">
              <a:extLst>
                <a:ext uri="{FF2B5EF4-FFF2-40B4-BE49-F238E27FC236}">
                  <a16:creationId xmlns:a16="http://schemas.microsoft.com/office/drawing/2014/main" id="{03ADD3C3-53FE-E78F-D287-389ED1D5BE10}"/>
                </a:ext>
              </a:extLst>
            </p:cNvPr>
            <p:cNvSpPr/>
            <p:nvPr/>
          </p:nvSpPr>
          <p:spPr>
            <a:xfrm rot="20194800">
              <a:off x="7715493" y="2651117"/>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5264" name="Freeform 5263">
              <a:extLst>
                <a:ext uri="{FF2B5EF4-FFF2-40B4-BE49-F238E27FC236}">
                  <a16:creationId xmlns:a16="http://schemas.microsoft.com/office/drawing/2014/main" id="{EBC59043-3CAE-3AA7-DFF0-3E09DC8AC99C}"/>
                </a:ext>
              </a:extLst>
            </p:cNvPr>
            <p:cNvSpPr/>
            <p:nvPr/>
          </p:nvSpPr>
          <p:spPr>
            <a:xfrm rot="20194800">
              <a:off x="7656687" y="3340500"/>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5265" name="Freeform 5264">
              <a:extLst>
                <a:ext uri="{FF2B5EF4-FFF2-40B4-BE49-F238E27FC236}">
                  <a16:creationId xmlns:a16="http://schemas.microsoft.com/office/drawing/2014/main" id="{FEEFCDB1-6138-F784-FD13-F897251F8E63}"/>
                </a:ext>
              </a:extLst>
            </p:cNvPr>
            <p:cNvSpPr/>
            <p:nvPr/>
          </p:nvSpPr>
          <p:spPr>
            <a:xfrm rot="20194800">
              <a:off x="7711967" y="3603381"/>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4" y="12594"/>
                    <a:pt x="6297" y="12594"/>
                  </a:cubicBezTo>
                  <a:cubicBezTo>
                    <a:pt x="2819" y="12594"/>
                    <a:pt x="0" y="9775"/>
                    <a:pt x="0" y="6297"/>
                  </a:cubicBezTo>
                  <a:cubicBezTo>
                    <a:pt x="0" y="2819"/>
                    <a:pt x="2819" y="0"/>
                    <a:pt x="6297" y="0"/>
                  </a:cubicBezTo>
                  <a:cubicBezTo>
                    <a:pt x="9774"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5266" name="Freeform 5265">
              <a:extLst>
                <a:ext uri="{FF2B5EF4-FFF2-40B4-BE49-F238E27FC236}">
                  <a16:creationId xmlns:a16="http://schemas.microsoft.com/office/drawing/2014/main" id="{2976783F-6020-37E6-FEC0-8457B2870653}"/>
                </a:ext>
              </a:extLst>
            </p:cNvPr>
            <p:cNvSpPr/>
            <p:nvPr/>
          </p:nvSpPr>
          <p:spPr>
            <a:xfrm rot="20194800">
              <a:off x="7699875" y="3326090"/>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5267" name="Freeform 5266">
              <a:extLst>
                <a:ext uri="{FF2B5EF4-FFF2-40B4-BE49-F238E27FC236}">
                  <a16:creationId xmlns:a16="http://schemas.microsoft.com/office/drawing/2014/main" id="{A14517CE-4987-3526-110A-8D383CCCD626}"/>
                </a:ext>
              </a:extLst>
            </p:cNvPr>
            <p:cNvSpPr/>
            <p:nvPr/>
          </p:nvSpPr>
          <p:spPr>
            <a:xfrm rot="20180400">
              <a:off x="7525757" y="3267513"/>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5268" name="Freeform 5267">
              <a:extLst>
                <a:ext uri="{FF2B5EF4-FFF2-40B4-BE49-F238E27FC236}">
                  <a16:creationId xmlns:a16="http://schemas.microsoft.com/office/drawing/2014/main" id="{27361AD5-D41A-D9BC-EA3E-B850F2276E58}"/>
                </a:ext>
              </a:extLst>
            </p:cNvPr>
            <p:cNvSpPr/>
            <p:nvPr/>
          </p:nvSpPr>
          <p:spPr>
            <a:xfrm rot="20223000">
              <a:off x="7556705" y="3259804"/>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5269" name="Freeform 5268">
              <a:extLst>
                <a:ext uri="{FF2B5EF4-FFF2-40B4-BE49-F238E27FC236}">
                  <a16:creationId xmlns:a16="http://schemas.microsoft.com/office/drawing/2014/main" id="{822B4CC1-1D2D-9973-4ADD-845C2B8D13FF}"/>
                </a:ext>
              </a:extLst>
            </p:cNvPr>
            <p:cNvSpPr/>
            <p:nvPr/>
          </p:nvSpPr>
          <p:spPr>
            <a:xfrm rot="20194800">
              <a:off x="7647119" y="3388593"/>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5270" name="Freeform 5269">
              <a:extLst>
                <a:ext uri="{FF2B5EF4-FFF2-40B4-BE49-F238E27FC236}">
                  <a16:creationId xmlns:a16="http://schemas.microsoft.com/office/drawing/2014/main" id="{3533FAD7-A4B0-7627-7AA9-5B7CFF2D4CF7}"/>
                </a:ext>
              </a:extLst>
            </p:cNvPr>
            <p:cNvSpPr/>
            <p:nvPr/>
          </p:nvSpPr>
          <p:spPr>
            <a:xfrm rot="20194800">
              <a:off x="7714890" y="3692131"/>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5271" name="Freeform 5270">
              <a:extLst>
                <a:ext uri="{FF2B5EF4-FFF2-40B4-BE49-F238E27FC236}">
                  <a16:creationId xmlns:a16="http://schemas.microsoft.com/office/drawing/2014/main" id="{DC8F2A1D-A308-9764-AE20-37C27C216C0A}"/>
                </a:ext>
              </a:extLst>
            </p:cNvPr>
            <p:cNvSpPr/>
            <p:nvPr/>
          </p:nvSpPr>
          <p:spPr>
            <a:xfrm rot="20194800">
              <a:off x="7631648" y="3884399"/>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5272" name="Freeform 5271">
              <a:extLst>
                <a:ext uri="{FF2B5EF4-FFF2-40B4-BE49-F238E27FC236}">
                  <a16:creationId xmlns:a16="http://schemas.microsoft.com/office/drawing/2014/main" id="{995F863F-0B7C-36C6-EA30-CB5CD0C08C17}"/>
                </a:ext>
              </a:extLst>
            </p:cNvPr>
            <p:cNvSpPr/>
            <p:nvPr/>
          </p:nvSpPr>
          <p:spPr>
            <a:xfrm rot="20180400">
              <a:off x="7539620" y="3422587"/>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5273" name="Freeform 5272">
              <a:extLst>
                <a:ext uri="{FF2B5EF4-FFF2-40B4-BE49-F238E27FC236}">
                  <a16:creationId xmlns:a16="http://schemas.microsoft.com/office/drawing/2014/main" id="{57A20EC7-110D-6478-4D55-4AEFDCD68157}"/>
                </a:ext>
              </a:extLst>
            </p:cNvPr>
            <p:cNvSpPr/>
            <p:nvPr/>
          </p:nvSpPr>
          <p:spPr>
            <a:xfrm rot="20180400">
              <a:off x="7532327" y="4251322"/>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5274" name="Freeform 5273">
              <a:extLst>
                <a:ext uri="{FF2B5EF4-FFF2-40B4-BE49-F238E27FC236}">
                  <a16:creationId xmlns:a16="http://schemas.microsoft.com/office/drawing/2014/main" id="{C2DE3FC1-A39B-88C3-A44D-417D5E85FBE4}"/>
                </a:ext>
              </a:extLst>
            </p:cNvPr>
            <p:cNvSpPr/>
            <p:nvPr/>
          </p:nvSpPr>
          <p:spPr>
            <a:xfrm rot="20194800">
              <a:off x="7678316" y="3585162"/>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5275" name="Freeform 5274">
              <a:extLst>
                <a:ext uri="{FF2B5EF4-FFF2-40B4-BE49-F238E27FC236}">
                  <a16:creationId xmlns:a16="http://schemas.microsoft.com/office/drawing/2014/main" id="{F9F52046-D248-E3CC-8E01-BB733F1B81AA}"/>
                </a:ext>
              </a:extLst>
            </p:cNvPr>
            <p:cNvSpPr/>
            <p:nvPr/>
          </p:nvSpPr>
          <p:spPr>
            <a:xfrm rot="20194800">
              <a:off x="7605580" y="4046630"/>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5276" name="Freeform 5275">
              <a:extLst>
                <a:ext uri="{FF2B5EF4-FFF2-40B4-BE49-F238E27FC236}">
                  <a16:creationId xmlns:a16="http://schemas.microsoft.com/office/drawing/2014/main" id="{D28E212E-40E8-6B19-A91E-58F0182455CA}"/>
                </a:ext>
              </a:extLst>
            </p:cNvPr>
            <p:cNvSpPr/>
            <p:nvPr/>
          </p:nvSpPr>
          <p:spPr>
            <a:xfrm rot="20194800">
              <a:off x="7616320" y="3199868"/>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5277" name="Freeform 5276">
              <a:extLst>
                <a:ext uri="{FF2B5EF4-FFF2-40B4-BE49-F238E27FC236}">
                  <a16:creationId xmlns:a16="http://schemas.microsoft.com/office/drawing/2014/main" id="{CC54FEE6-4992-8095-4423-DD4D2F9A9A74}"/>
                </a:ext>
              </a:extLst>
            </p:cNvPr>
            <p:cNvSpPr/>
            <p:nvPr/>
          </p:nvSpPr>
          <p:spPr>
            <a:xfrm rot="20223000">
              <a:off x="7568237" y="3655703"/>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5278" name="Freeform 5277">
              <a:extLst>
                <a:ext uri="{FF2B5EF4-FFF2-40B4-BE49-F238E27FC236}">
                  <a16:creationId xmlns:a16="http://schemas.microsoft.com/office/drawing/2014/main" id="{E5DED7FE-CE02-6517-FE9F-5A6875FDBD66}"/>
                </a:ext>
              </a:extLst>
            </p:cNvPr>
            <p:cNvSpPr/>
            <p:nvPr/>
          </p:nvSpPr>
          <p:spPr>
            <a:xfrm rot="20223000">
              <a:off x="7553070" y="4011998"/>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5279" name="Freeform 5278">
              <a:extLst>
                <a:ext uri="{FF2B5EF4-FFF2-40B4-BE49-F238E27FC236}">
                  <a16:creationId xmlns:a16="http://schemas.microsoft.com/office/drawing/2014/main" id="{22006EF9-CB9C-CC9F-CD07-4D5119164908}"/>
                </a:ext>
              </a:extLst>
            </p:cNvPr>
            <p:cNvSpPr/>
            <p:nvPr/>
          </p:nvSpPr>
          <p:spPr>
            <a:xfrm rot="20180400">
              <a:off x="7542213" y="3603341"/>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5280" name="Freeform 5279">
              <a:extLst>
                <a:ext uri="{FF2B5EF4-FFF2-40B4-BE49-F238E27FC236}">
                  <a16:creationId xmlns:a16="http://schemas.microsoft.com/office/drawing/2014/main" id="{C866A7F3-D7E5-4AE0-5BA9-5F5B87C30170}"/>
                </a:ext>
              </a:extLst>
            </p:cNvPr>
            <p:cNvSpPr/>
            <p:nvPr/>
          </p:nvSpPr>
          <p:spPr>
            <a:xfrm rot="20194800">
              <a:off x="7791768" y="1909290"/>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5281" name="Freeform 5280">
              <a:extLst>
                <a:ext uri="{FF2B5EF4-FFF2-40B4-BE49-F238E27FC236}">
                  <a16:creationId xmlns:a16="http://schemas.microsoft.com/office/drawing/2014/main" id="{4406C012-86D1-108D-03C9-DD7F629E4762}"/>
                </a:ext>
              </a:extLst>
            </p:cNvPr>
            <p:cNvSpPr/>
            <p:nvPr/>
          </p:nvSpPr>
          <p:spPr>
            <a:xfrm rot="20223000">
              <a:off x="7560207" y="4325855"/>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5282" name="Freeform 5281">
              <a:extLst>
                <a:ext uri="{FF2B5EF4-FFF2-40B4-BE49-F238E27FC236}">
                  <a16:creationId xmlns:a16="http://schemas.microsoft.com/office/drawing/2014/main" id="{4AC5C282-52F9-4EAA-880F-05E411ACA3CB}"/>
                </a:ext>
              </a:extLst>
            </p:cNvPr>
            <p:cNvSpPr/>
            <p:nvPr/>
          </p:nvSpPr>
          <p:spPr>
            <a:xfrm rot="20223000">
              <a:off x="7566205" y="3704959"/>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5283" name="Freeform 5282">
              <a:extLst>
                <a:ext uri="{FF2B5EF4-FFF2-40B4-BE49-F238E27FC236}">
                  <a16:creationId xmlns:a16="http://schemas.microsoft.com/office/drawing/2014/main" id="{F6A30B09-3A15-255F-2E0A-0FD332EA2A86}"/>
                </a:ext>
              </a:extLst>
            </p:cNvPr>
            <p:cNvSpPr/>
            <p:nvPr/>
          </p:nvSpPr>
          <p:spPr>
            <a:xfrm rot="20194800">
              <a:off x="7684074" y="3183368"/>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5284" name="Freeform 5283">
              <a:extLst>
                <a:ext uri="{FF2B5EF4-FFF2-40B4-BE49-F238E27FC236}">
                  <a16:creationId xmlns:a16="http://schemas.microsoft.com/office/drawing/2014/main" id="{29FB8E85-3585-F082-C40D-D804F52CB1BD}"/>
                </a:ext>
              </a:extLst>
            </p:cNvPr>
            <p:cNvSpPr/>
            <p:nvPr/>
          </p:nvSpPr>
          <p:spPr>
            <a:xfrm rot="20194800">
              <a:off x="7694506" y="3838110"/>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5285" name="Freeform 5284">
              <a:extLst>
                <a:ext uri="{FF2B5EF4-FFF2-40B4-BE49-F238E27FC236}">
                  <a16:creationId xmlns:a16="http://schemas.microsoft.com/office/drawing/2014/main" id="{5F5DC152-09F8-505E-F409-1BD81461CB1D}"/>
                </a:ext>
              </a:extLst>
            </p:cNvPr>
            <p:cNvSpPr/>
            <p:nvPr/>
          </p:nvSpPr>
          <p:spPr>
            <a:xfrm rot="20194800">
              <a:off x="7603569" y="3835052"/>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5286" name="Freeform 5285">
              <a:extLst>
                <a:ext uri="{FF2B5EF4-FFF2-40B4-BE49-F238E27FC236}">
                  <a16:creationId xmlns:a16="http://schemas.microsoft.com/office/drawing/2014/main" id="{71817BC1-B830-51E0-91D0-9597610EBD9C}"/>
                </a:ext>
              </a:extLst>
            </p:cNvPr>
            <p:cNvSpPr/>
            <p:nvPr/>
          </p:nvSpPr>
          <p:spPr>
            <a:xfrm rot="20158200">
              <a:off x="7492487" y="3240628"/>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5287" name="Freeform 5286">
              <a:extLst>
                <a:ext uri="{FF2B5EF4-FFF2-40B4-BE49-F238E27FC236}">
                  <a16:creationId xmlns:a16="http://schemas.microsoft.com/office/drawing/2014/main" id="{020A0441-80CA-797C-8E5A-8BA77E9C83A5}"/>
                </a:ext>
              </a:extLst>
            </p:cNvPr>
            <p:cNvSpPr/>
            <p:nvPr/>
          </p:nvSpPr>
          <p:spPr>
            <a:xfrm rot="20194800">
              <a:off x="7641494" y="3857232"/>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5288" name="Freeform 5287">
              <a:extLst>
                <a:ext uri="{FF2B5EF4-FFF2-40B4-BE49-F238E27FC236}">
                  <a16:creationId xmlns:a16="http://schemas.microsoft.com/office/drawing/2014/main" id="{D7DBDF30-AF03-94C4-9C5F-48C5216F5331}"/>
                </a:ext>
              </a:extLst>
            </p:cNvPr>
            <p:cNvSpPr/>
            <p:nvPr/>
          </p:nvSpPr>
          <p:spPr>
            <a:xfrm>
              <a:off x="7857733" y="3321434"/>
              <a:ext cx="143877" cy="568181"/>
            </a:xfrm>
            <a:custGeom>
              <a:avLst/>
              <a:gdLst>
                <a:gd name="connsiteX0" fmla="*/ 0 w 33127"/>
                <a:gd name="connsiteY0" fmla="*/ 0 h 130821"/>
                <a:gd name="connsiteX1" fmla="*/ 33127 w 33127"/>
                <a:gd name="connsiteY1" fmla="*/ 0 h 130821"/>
                <a:gd name="connsiteX2" fmla="*/ 33127 w 33127"/>
                <a:gd name="connsiteY2" fmla="*/ 130822 h 130821"/>
                <a:gd name="connsiteX3" fmla="*/ 0 w 33127"/>
                <a:gd name="connsiteY3" fmla="*/ 130822 h 130821"/>
              </a:gdLst>
              <a:ahLst/>
              <a:cxnLst>
                <a:cxn ang="0">
                  <a:pos x="connsiteX0" y="connsiteY0"/>
                </a:cxn>
                <a:cxn ang="0">
                  <a:pos x="connsiteX1" y="connsiteY1"/>
                </a:cxn>
                <a:cxn ang="0">
                  <a:pos x="connsiteX2" y="connsiteY2"/>
                </a:cxn>
                <a:cxn ang="0">
                  <a:pos x="connsiteX3" y="connsiteY3"/>
                </a:cxn>
              </a:cxnLst>
              <a:rect l="l" t="t" r="r" b="b"/>
              <a:pathLst>
                <a:path w="33127" h="130821">
                  <a:moveTo>
                    <a:pt x="0" y="0"/>
                  </a:moveTo>
                  <a:lnTo>
                    <a:pt x="33127" y="0"/>
                  </a:lnTo>
                  <a:lnTo>
                    <a:pt x="33127" y="130822"/>
                  </a:lnTo>
                  <a:lnTo>
                    <a:pt x="0" y="130822"/>
                  </a:lnTo>
                  <a:close/>
                </a:path>
              </a:pathLst>
            </a:custGeom>
            <a:solidFill>
              <a:srgbClr val="DAD7E8"/>
            </a:solidFill>
            <a:ln w="2249" cap="flat">
              <a:noFill/>
              <a:prstDash val="solid"/>
              <a:miter/>
            </a:ln>
          </p:spPr>
          <p:txBody>
            <a:bodyPr rtlCol="0" anchor="ctr"/>
            <a:lstStyle/>
            <a:p>
              <a:endParaRPr lang="en-US"/>
            </a:p>
          </p:txBody>
        </p:sp>
        <p:sp>
          <p:nvSpPr>
            <p:cNvPr id="5289" name="Freeform 5288">
              <a:extLst>
                <a:ext uri="{FF2B5EF4-FFF2-40B4-BE49-F238E27FC236}">
                  <a16:creationId xmlns:a16="http://schemas.microsoft.com/office/drawing/2014/main" id="{B80F42A3-C1AC-442A-E2AD-79162D46ED80}"/>
                </a:ext>
              </a:extLst>
            </p:cNvPr>
            <p:cNvSpPr/>
            <p:nvPr/>
          </p:nvSpPr>
          <p:spPr>
            <a:xfrm>
              <a:off x="7857733" y="3321434"/>
              <a:ext cx="143877" cy="568181"/>
            </a:xfrm>
            <a:custGeom>
              <a:avLst/>
              <a:gdLst>
                <a:gd name="connsiteX0" fmla="*/ 0 w 33127"/>
                <a:gd name="connsiteY0" fmla="*/ 0 h 130821"/>
                <a:gd name="connsiteX1" fmla="*/ 33127 w 33127"/>
                <a:gd name="connsiteY1" fmla="*/ 0 h 130821"/>
                <a:gd name="connsiteX2" fmla="*/ 33127 w 33127"/>
                <a:gd name="connsiteY2" fmla="*/ 130822 h 130821"/>
                <a:gd name="connsiteX3" fmla="*/ 0 w 33127"/>
                <a:gd name="connsiteY3" fmla="*/ 130822 h 130821"/>
              </a:gdLst>
              <a:ahLst/>
              <a:cxnLst>
                <a:cxn ang="0">
                  <a:pos x="connsiteX0" y="connsiteY0"/>
                </a:cxn>
                <a:cxn ang="0">
                  <a:pos x="connsiteX1" y="connsiteY1"/>
                </a:cxn>
                <a:cxn ang="0">
                  <a:pos x="connsiteX2" y="connsiteY2"/>
                </a:cxn>
                <a:cxn ang="0">
                  <a:pos x="connsiteX3" y="connsiteY3"/>
                </a:cxn>
              </a:cxnLst>
              <a:rect l="l" t="t" r="r" b="b"/>
              <a:pathLst>
                <a:path w="33127" h="130821">
                  <a:moveTo>
                    <a:pt x="0" y="0"/>
                  </a:moveTo>
                  <a:lnTo>
                    <a:pt x="33127" y="0"/>
                  </a:lnTo>
                  <a:lnTo>
                    <a:pt x="33127" y="130822"/>
                  </a:lnTo>
                  <a:lnTo>
                    <a:pt x="0" y="130822"/>
                  </a:lnTo>
                  <a:close/>
                </a:path>
              </a:pathLst>
            </a:custGeom>
            <a:noFill/>
            <a:ln w="4498" cap="flat">
              <a:solidFill>
                <a:srgbClr val="000000"/>
              </a:solidFill>
              <a:prstDash val="solid"/>
              <a:miter/>
            </a:ln>
          </p:spPr>
          <p:txBody>
            <a:bodyPr rtlCol="0" anchor="ctr"/>
            <a:lstStyle/>
            <a:p>
              <a:endParaRPr lang="en-US"/>
            </a:p>
          </p:txBody>
        </p:sp>
        <p:sp>
          <p:nvSpPr>
            <p:cNvPr id="5290" name="Freeform 5289">
              <a:extLst>
                <a:ext uri="{FF2B5EF4-FFF2-40B4-BE49-F238E27FC236}">
                  <a16:creationId xmlns:a16="http://schemas.microsoft.com/office/drawing/2014/main" id="{7338749F-DB20-0E92-6ADE-49925245D950}"/>
                </a:ext>
              </a:extLst>
            </p:cNvPr>
            <p:cNvSpPr/>
            <p:nvPr/>
          </p:nvSpPr>
          <p:spPr>
            <a:xfrm>
              <a:off x="7857733" y="3628824"/>
              <a:ext cx="143877" cy="9764"/>
            </a:xfrm>
            <a:custGeom>
              <a:avLst/>
              <a:gdLst>
                <a:gd name="connsiteX0" fmla="*/ 0 w 33127"/>
                <a:gd name="connsiteY0" fmla="*/ 0 h 2248"/>
                <a:gd name="connsiteX1" fmla="*/ 33127 w 33127"/>
                <a:gd name="connsiteY1" fmla="*/ 0 h 2248"/>
              </a:gdLst>
              <a:ahLst/>
              <a:cxnLst>
                <a:cxn ang="0">
                  <a:pos x="connsiteX0" y="connsiteY0"/>
                </a:cxn>
                <a:cxn ang="0">
                  <a:pos x="connsiteX1" y="connsiteY1"/>
                </a:cxn>
              </a:cxnLst>
              <a:rect l="l" t="t" r="r" b="b"/>
              <a:pathLst>
                <a:path w="33127" h="2248">
                  <a:moveTo>
                    <a:pt x="0" y="0"/>
                  </a:moveTo>
                  <a:lnTo>
                    <a:pt x="33127" y="0"/>
                  </a:lnTo>
                </a:path>
              </a:pathLst>
            </a:custGeom>
            <a:ln w="4498" cap="flat">
              <a:solidFill>
                <a:srgbClr val="000000"/>
              </a:solidFill>
              <a:prstDash val="solid"/>
              <a:round/>
            </a:ln>
          </p:spPr>
          <p:txBody>
            <a:bodyPr rtlCol="0" anchor="ctr"/>
            <a:lstStyle/>
            <a:p>
              <a:endParaRPr lang="en-US"/>
            </a:p>
          </p:txBody>
        </p:sp>
        <p:grpSp>
          <p:nvGrpSpPr>
            <p:cNvPr id="5291" name="Graphic 3">
              <a:extLst>
                <a:ext uri="{FF2B5EF4-FFF2-40B4-BE49-F238E27FC236}">
                  <a16:creationId xmlns:a16="http://schemas.microsoft.com/office/drawing/2014/main" id="{81E06939-0321-11B1-94A2-08A395FD79C4}"/>
                </a:ext>
              </a:extLst>
            </p:cNvPr>
            <p:cNvGrpSpPr/>
            <p:nvPr/>
          </p:nvGrpSpPr>
          <p:grpSpPr>
            <a:xfrm>
              <a:off x="7257608" y="1722563"/>
              <a:ext cx="252783" cy="67102"/>
              <a:chOff x="8562141" y="2404447"/>
              <a:chExt cx="58202" cy="15450"/>
            </a:xfrm>
            <a:solidFill>
              <a:srgbClr val="000000"/>
            </a:solidFill>
          </p:grpSpPr>
          <p:sp>
            <p:nvSpPr>
              <p:cNvPr id="5292" name="Freeform 5291">
                <a:extLst>
                  <a:ext uri="{FF2B5EF4-FFF2-40B4-BE49-F238E27FC236}">
                    <a16:creationId xmlns:a16="http://schemas.microsoft.com/office/drawing/2014/main" id="{75E62E1E-A76F-7E4F-24FE-E83E76D3085F}"/>
                  </a:ext>
                </a:extLst>
              </p:cNvPr>
              <p:cNvSpPr/>
              <p:nvPr/>
            </p:nvSpPr>
            <p:spPr>
              <a:xfrm>
                <a:off x="8562141" y="2404447"/>
                <a:ext cx="16214" cy="15450"/>
              </a:xfrm>
              <a:custGeom>
                <a:avLst/>
                <a:gdLst>
                  <a:gd name="connsiteX0" fmla="*/ 6972 w 16214"/>
                  <a:gd name="connsiteY0" fmla="*/ 6320 h 15450"/>
                  <a:gd name="connsiteX1" fmla="*/ 6972 w 16214"/>
                  <a:gd name="connsiteY1" fmla="*/ 0 h 15450"/>
                  <a:gd name="connsiteX2" fmla="*/ 9243 w 16214"/>
                  <a:gd name="connsiteY2" fmla="*/ 0 h 15450"/>
                  <a:gd name="connsiteX3" fmla="*/ 9243 w 16214"/>
                  <a:gd name="connsiteY3" fmla="*/ 6320 h 15450"/>
                  <a:gd name="connsiteX4" fmla="*/ 15406 w 16214"/>
                  <a:gd name="connsiteY4" fmla="*/ 4048 h 15450"/>
                  <a:gd name="connsiteX5" fmla="*/ 16215 w 16214"/>
                  <a:gd name="connsiteY5" fmla="*/ 6432 h 15450"/>
                  <a:gd name="connsiteX6" fmla="*/ 10053 w 16214"/>
                  <a:gd name="connsiteY6" fmla="*/ 8434 h 15450"/>
                  <a:gd name="connsiteX7" fmla="*/ 14101 w 16214"/>
                  <a:gd name="connsiteY7" fmla="*/ 14146 h 15450"/>
                  <a:gd name="connsiteX8" fmla="*/ 11987 w 16214"/>
                  <a:gd name="connsiteY8" fmla="*/ 15450 h 15450"/>
                  <a:gd name="connsiteX9" fmla="*/ 7984 w 16214"/>
                  <a:gd name="connsiteY9" fmla="*/ 9626 h 15450"/>
                  <a:gd name="connsiteX10" fmla="*/ 3778 w 16214"/>
                  <a:gd name="connsiteY10" fmla="*/ 15338 h 15450"/>
                  <a:gd name="connsiteX11" fmla="*/ 1889 w 16214"/>
                  <a:gd name="connsiteY11" fmla="*/ 13876 h 15450"/>
                  <a:gd name="connsiteX12" fmla="*/ 6050 w 16214"/>
                  <a:gd name="connsiteY12" fmla="*/ 8434 h 15450"/>
                  <a:gd name="connsiteX13" fmla="*/ 0 w 16214"/>
                  <a:gd name="connsiteY13" fmla="*/ 6275 h 15450"/>
                  <a:gd name="connsiteX14" fmla="*/ 967 w 16214"/>
                  <a:gd name="connsiteY14" fmla="*/ 4003 h 15450"/>
                  <a:gd name="connsiteX15" fmla="*/ 6949 w 16214"/>
                  <a:gd name="connsiteY15" fmla="*/ 6320 h 15450"/>
                  <a:gd name="connsiteX16" fmla="*/ 6972 w 16214"/>
                  <a:gd name="connsiteY16" fmla="*/ 6320 h 15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14" h="15450">
                    <a:moveTo>
                      <a:pt x="6972" y="6320"/>
                    </a:moveTo>
                    <a:lnTo>
                      <a:pt x="6972" y="0"/>
                    </a:lnTo>
                    <a:lnTo>
                      <a:pt x="9243" y="0"/>
                    </a:lnTo>
                    <a:lnTo>
                      <a:pt x="9243" y="6320"/>
                    </a:lnTo>
                    <a:lnTo>
                      <a:pt x="15406" y="4048"/>
                    </a:lnTo>
                    <a:lnTo>
                      <a:pt x="16215" y="6432"/>
                    </a:lnTo>
                    <a:lnTo>
                      <a:pt x="10053" y="8434"/>
                    </a:lnTo>
                    <a:lnTo>
                      <a:pt x="14101" y="14146"/>
                    </a:lnTo>
                    <a:lnTo>
                      <a:pt x="11987" y="15450"/>
                    </a:lnTo>
                    <a:lnTo>
                      <a:pt x="7984" y="9626"/>
                    </a:lnTo>
                    <a:lnTo>
                      <a:pt x="3778" y="15338"/>
                    </a:lnTo>
                    <a:lnTo>
                      <a:pt x="1889" y="13876"/>
                    </a:lnTo>
                    <a:lnTo>
                      <a:pt x="6050" y="8434"/>
                    </a:lnTo>
                    <a:lnTo>
                      <a:pt x="0" y="6275"/>
                    </a:lnTo>
                    <a:lnTo>
                      <a:pt x="967" y="4003"/>
                    </a:lnTo>
                    <a:lnTo>
                      <a:pt x="6949" y="6320"/>
                    </a:lnTo>
                    <a:lnTo>
                      <a:pt x="6972" y="6320"/>
                    </a:lnTo>
                    <a:close/>
                  </a:path>
                </a:pathLst>
              </a:custGeom>
              <a:solidFill>
                <a:srgbClr val="000000"/>
              </a:solidFill>
              <a:ln w="2249" cap="flat">
                <a:noFill/>
                <a:prstDash val="solid"/>
                <a:miter/>
              </a:ln>
            </p:spPr>
            <p:txBody>
              <a:bodyPr rtlCol="0" anchor="ctr"/>
              <a:lstStyle/>
              <a:p>
                <a:endParaRPr lang="en-US"/>
              </a:p>
            </p:txBody>
          </p:sp>
          <p:sp>
            <p:nvSpPr>
              <p:cNvPr id="5293" name="Freeform 5292">
                <a:extLst>
                  <a:ext uri="{FF2B5EF4-FFF2-40B4-BE49-F238E27FC236}">
                    <a16:creationId xmlns:a16="http://schemas.microsoft.com/office/drawing/2014/main" id="{DE8B103D-32B6-18A6-A12F-6F2D34781634}"/>
                  </a:ext>
                </a:extLst>
              </p:cNvPr>
              <p:cNvSpPr/>
              <p:nvPr/>
            </p:nvSpPr>
            <p:spPr>
              <a:xfrm>
                <a:off x="8583124" y="2404447"/>
                <a:ext cx="16214" cy="15450"/>
              </a:xfrm>
              <a:custGeom>
                <a:avLst/>
                <a:gdLst>
                  <a:gd name="connsiteX0" fmla="*/ 6971 w 16214"/>
                  <a:gd name="connsiteY0" fmla="*/ 6320 h 15450"/>
                  <a:gd name="connsiteX1" fmla="*/ 6971 w 16214"/>
                  <a:gd name="connsiteY1" fmla="*/ 0 h 15450"/>
                  <a:gd name="connsiteX2" fmla="*/ 9243 w 16214"/>
                  <a:gd name="connsiteY2" fmla="*/ 0 h 15450"/>
                  <a:gd name="connsiteX3" fmla="*/ 9243 w 16214"/>
                  <a:gd name="connsiteY3" fmla="*/ 6320 h 15450"/>
                  <a:gd name="connsiteX4" fmla="*/ 15405 w 16214"/>
                  <a:gd name="connsiteY4" fmla="*/ 4048 h 15450"/>
                  <a:gd name="connsiteX5" fmla="*/ 16215 w 16214"/>
                  <a:gd name="connsiteY5" fmla="*/ 6432 h 15450"/>
                  <a:gd name="connsiteX6" fmla="*/ 10053 w 16214"/>
                  <a:gd name="connsiteY6" fmla="*/ 8434 h 15450"/>
                  <a:gd name="connsiteX7" fmla="*/ 14101 w 16214"/>
                  <a:gd name="connsiteY7" fmla="*/ 14146 h 15450"/>
                  <a:gd name="connsiteX8" fmla="*/ 11987 w 16214"/>
                  <a:gd name="connsiteY8" fmla="*/ 15450 h 15450"/>
                  <a:gd name="connsiteX9" fmla="*/ 7983 w 16214"/>
                  <a:gd name="connsiteY9" fmla="*/ 9626 h 15450"/>
                  <a:gd name="connsiteX10" fmla="*/ 3778 w 16214"/>
                  <a:gd name="connsiteY10" fmla="*/ 15338 h 15450"/>
                  <a:gd name="connsiteX11" fmla="*/ 1889 w 16214"/>
                  <a:gd name="connsiteY11" fmla="*/ 13876 h 15450"/>
                  <a:gd name="connsiteX12" fmla="*/ 6050 w 16214"/>
                  <a:gd name="connsiteY12" fmla="*/ 8434 h 15450"/>
                  <a:gd name="connsiteX13" fmla="*/ 0 w 16214"/>
                  <a:gd name="connsiteY13" fmla="*/ 6275 h 15450"/>
                  <a:gd name="connsiteX14" fmla="*/ 967 w 16214"/>
                  <a:gd name="connsiteY14" fmla="*/ 4003 h 15450"/>
                  <a:gd name="connsiteX15" fmla="*/ 6949 w 16214"/>
                  <a:gd name="connsiteY15" fmla="*/ 6320 h 15450"/>
                  <a:gd name="connsiteX16" fmla="*/ 6971 w 16214"/>
                  <a:gd name="connsiteY16" fmla="*/ 6320 h 15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14" h="15450">
                    <a:moveTo>
                      <a:pt x="6971" y="6320"/>
                    </a:moveTo>
                    <a:lnTo>
                      <a:pt x="6971" y="0"/>
                    </a:lnTo>
                    <a:lnTo>
                      <a:pt x="9243" y="0"/>
                    </a:lnTo>
                    <a:lnTo>
                      <a:pt x="9243" y="6320"/>
                    </a:lnTo>
                    <a:lnTo>
                      <a:pt x="15405" y="4048"/>
                    </a:lnTo>
                    <a:lnTo>
                      <a:pt x="16215" y="6432"/>
                    </a:lnTo>
                    <a:lnTo>
                      <a:pt x="10053" y="8434"/>
                    </a:lnTo>
                    <a:lnTo>
                      <a:pt x="14101" y="14146"/>
                    </a:lnTo>
                    <a:lnTo>
                      <a:pt x="11987" y="15450"/>
                    </a:lnTo>
                    <a:lnTo>
                      <a:pt x="7983" y="9626"/>
                    </a:lnTo>
                    <a:lnTo>
                      <a:pt x="3778" y="15338"/>
                    </a:lnTo>
                    <a:lnTo>
                      <a:pt x="1889" y="13876"/>
                    </a:lnTo>
                    <a:lnTo>
                      <a:pt x="6050" y="8434"/>
                    </a:lnTo>
                    <a:lnTo>
                      <a:pt x="0" y="6275"/>
                    </a:lnTo>
                    <a:lnTo>
                      <a:pt x="967" y="4003"/>
                    </a:lnTo>
                    <a:lnTo>
                      <a:pt x="6949" y="6320"/>
                    </a:lnTo>
                    <a:lnTo>
                      <a:pt x="6971" y="6320"/>
                    </a:lnTo>
                    <a:close/>
                  </a:path>
                </a:pathLst>
              </a:custGeom>
              <a:solidFill>
                <a:srgbClr val="000000"/>
              </a:solidFill>
              <a:ln w="2249" cap="flat">
                <a:noFill/>
                <a:prstDash val="solid"/>
                <a:miter/>
              </a:ln>
            </p:spPr>
            <p:txBody>
              <a:bodyPr rtlCol="0" anchor="ctr"/>
              <a:lstStyle/>
              <a:p>
                <a:endParaRPr lang="en-US"/>
              </a:p>
            </p:txBody>
          </p:sp>
          <p:sp>
            <p:nvSpPr>
              <p:cNvPr id="5294" name="Freeform 5293">
                <a:extLst>
                  <a:ext uri="{FF2B5EF4-FFF2-40B4-BE49-F238E27FC236}">
                    <a16:creationId xmlns:a16="http://schemas.microsoft.com/office/drawing/2014/main" id="{0D654F66-046D-BE39-9999-9E35378D67FF}"/>
                  </a:ext>
                </a:extLst>
              </p:cNvPr>
              <p:cNvSpPr/>
              <p:nvPr/>
            </p:nvSpPr>
            <p:spPr>
              <a:xfrm>
                <a:off x="8604128" y="2404447"/>
                <a:ext cx="16214" cy="15450"/>
              </a:xfrm>
              <a:custGeom>
                <a:avLst/>
                <a:gdLst>
                  <a:gd name="connsiteX0" fmla="*/ 6972 w 16214"/>
                  <a:gd name="connsiteY0" fmla="*/ 6320 h 15450"/>
                  <a:gd name="connsiteX1" fmla="*/ 6972 w 16214"/>
                  <a:gd name="connsiteY1" fmla="*/ 0 h 15450"/>
                  <a:gd name="connsiteX2" fmla="*/ 9243 w 16214"/>
                  <a:gd name="connsiteY2" fmla="*/ 0 h 15450"/>
                  <a:gd name="connsiteX3" fmla="*/ 9243 w 16214"/>
                  <a:gd name="connsiteY3" fmla="*/ 6320 h 15450"/>
                  <a:gd name="connsiteX4" fmla="*/ 15406 w 16214"/>
                  <a:gd name="connsiteY4" fmla="*/ 4048 h 15450"/>
                  <a:gd name="connsiteX5" fmla="*/ 16215 w 16214"/>
                  <a:gd name="connsiteY5" fmla="*/ 6432 h 15450"/>
                  <a:gd name="connsiteX6" fmla="*/ 10053 w 16214"/>
                  <a:gd name="connsiteY6" fmla="*/ 8434 h 15450"/>
                  <a:gd name="connsiteX7" fmla="*/ 14101 w 16214"/>
                  <a:gd name="connsiteY7" fmla="*/ 14146 h 15450"/>
                  <a:gd name="connsiteX8" fmla="*/ 11987 w 16214"/>
                  <a:gd name="connsiteY8" fmla="*/ 15450 h 15450"/>
                  <a:gd name="connsiteX9" fmla="*/ 7984 w 16214"/>
                  <a:gd name="connsiteY9" fmla="*/ 9626 h 15450"/>
                  <a:gd name="connsiteX10" fmla="*/ 3779 w 16214"/>
                  <a:gd name="connsiteY10" fmla="*/ 15338 h 15450"/>
                  <a:gd name="connsiteX11" fmla="*/ 1889 w 16214"/>
                  <a:gd name="connsiteY11" fmla="*/ 13876 h 15450"/>
                  <a:gd name="connsiteX12" fmla="*/ 6050 w 16214"/>
                  <a:gd name="connsiteY12" fmla="*/ 8434 h 15450"/>
                  <a:gd name="connsiteX13" fmla="*/ 0 w 16214"/>
                  <a:gd name="connsiteY13" fmla="*/ 6275 h 15450"/>
                  <a:gd name="connsiteX14" fmla="*/ 967 w 16214"/>
                  <a:gd name="connsiteY14" fmla="*/ 4003 h 15450"/>
                  <a:gd name="connsiteX15" fmla="*/ 6949 w 16214"/>
                  <a:gd name="connsiteY15" fmla="*/ 6320 h 15450"/>
                  <a:gd name="connsiteX16" fmla="*/ 6972 w 16214"/>
                  <a:gd name="connsiteY16" fmla="*/ 6320 h 15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14" h="15450">
                    <a:moveTo>
                      <a:pt x="6972" y="6320"/>
                    </a:moveTo>
                    <a:lnTo>
                      <a:pt x="6972" y="0"/>
                    </a:lnTo>
                    <a:lnTo>
                      <a:pt x="9243" y="0"/>
                    </a:lnTo>
                    <a:lnTo>
                      <a:pt x="9243" y="6320"/>
                    </a:lnTo>
                    <a:lnTo>
                      <a:pt x="15406" y="4048"/>
                    </a:lnTo>
                    <a:lnTo>
                      <a:pt x="16215" y="6432"/>
                    </a:lnTo>
                    <a:lnTo>
                      <a:pt x="10053" y="8434"/>
                    </a:lnTo>
                    <a:lnTo>
                      <a:pt x="14101" y="14146"/>
                    </a:lnTo>
                    <a:lnTo>
                      <a:pt x="11987" y="15450"/>
                    </a:lnTo>
                    <a:lnTo>
                      <a:pt x="7984" y="9626"/>
                    </a:lnTo>
                    <a:lnTo>
                      <a:pt x="3779" y="15338"/>
                    </a:lnTo>
                    <a:lnTo>
                      <a:pt x="1889" y="13876"/>
                    </a:lnTo>
                    <a:lnTo>
                      <a:pt x="6050" y="8434"/>
                    </a:lnTo>
                    <a:lnTo>
                      <a:pt x="0" y="6275"/>
                    </a:lnTo>
                    <a:lnTo>
                      <a:pt x="967" y="4003"/>
                    </a:lnTo>
                    <a:lnTo>
                      <a:pt x="6949" y="6320"/>
                    </a:lnTo>
                    <a:lnTo>
                      <a:pt x="6972" y="6320"/>
                    </a:lnTo>
                    <a:close/>
                  </a:path>
                </a:pathLst>
              </a:custGeom>
              <a:solidFill>
                <a:srgbClr val="000000"/>
              </a:solidFill>
              <a:ln w="2249" cap="flat">
                <a:noFill/>
                <a:prstDash val="solid"/>
                <a:miter/>
              </a:ln>
            </p:spPr>
            <p:txBody>
              <a:bodyPr rtlCol="0" anchor="ctr"/>
              <a:lstStyle/>
              <a:p>
                <a:endParaRPr lang="en-US"/>
              </a:p>
            </p:txBody>
          </p:sp>
        </p:grpSp>
        <p:sp>
          <p:nvSpPr>
            <p:cNvPr id="5415" name="Freeform 5414">
              <a:extLst>
                <a:ext uri="{FF2B5EF4-FFF2-40B4-BE49-F238E27FC236}">
                  <a16:creationId xmlns:a16="http://schemas.microsoft.com/office/drawing/2014/main" id="{C9EE3F93-10F7-0540-90E2-2B29ACD91AC1}"/>
                </a:ext>
              </a:extLst>
            </p:cNvPr>
            <p:cNvSpPr/>
            <p:nvPr/>
          </p:nvSpPr>
          <p:spPr>
            <a:xfrm>
              <a:off x="6745388" y="1860095"/>
              <a:ext cx="1198884" cy="62608"/>
            </a:xfrm>
            <a:custGeom>
              <a:avLst/>
              <a:gdLst>
                <a:gd name="connsiteX0" fmla="*/ 0 w 276037"/>
                <a:gd name="connsiteY0" fmla="*/ 14416 h 14415"/>
                <a:gd name="connsiteX1" fmla="*/ 0 w 276037"/>
                <a:gd name="connsiteY1" fmla="*/ 0 h 14415"/>
                <a:gd name="connsiteX2" fmla="*/ 276037 w 276037"/>
                <a:gd name="connsiteY2" fmla="*/ 0 h 14415"/>
                <a:gd name="connsiteX3" fmla="*/ 276037 w 276037"/>
                <a:gd name="connsiteY3" fmla="*/ 14416 h 14415"/>
              </a:gdLst>
              <a:ahLst/>
              <a:cxnLst>
                <a:cxn ang="0">
                  <a:pos x="connsiteX0" y="connsiteY0"/>
                </a:cxn>
                <a:cxn ang="0">
                  <a:pos x="connsiteX1" y="connsiteY1"/>
                </a:cxn>
                <a:cxn ang="0">
                  <a:pos x="connsiteX2" y="connsiteY2"/>
                </a:cxn>
                <a:cxn ang="0">
                  <a:pos x="connsiteX3" y="connsiteY3"/>
                </a:cxn>
              </a:cxnLst>
              <a:rect l="l" t="t" r="r" b="b"/>
              <a:pathLst>
                <a:path w="276037" h="14415">
                  <a:moveTo>
                    <a:pt x="0" y="14416"/>
                  </a:moveTo>
                  <a:lnTo>
                    <a:pt x="0" y="0"/>
                  </a:lnTo>
                  <a:lnTo>
                    <a:pt x="276037" y="0"/>
                  </a:lnTo>
                  <a:lnTo>
                    <a:pt x="276037" y="14416"/>
                  </a:lnTo>
                </a:path>
              </a:pathLst>
            </a:custGeom>
            <a:noFill/>
            <a:ln w="4498" cap="flat">
              <a:solidFill>
                <a:srgbClr val="000000"/>
              </a:solidFill>
              <a:prstDash val="solid"/>
              <a:round/>
            </a:ln>
          </p:spPr>
          <p:txBody>
            <a:bodyPr rtlCol="0" anchor="ctr"/>
            <a:lstStyle/>
            <a:p>
              <a:endParaRPr lang="en-US"/>
            </a:p>
          </p:txBody>
        </p:sp>
        <p:grpSp>
          <p:nvGrpSpPr>
            <p:cNvPr id="5416" name="Graphic 3">
              <a:extLst>
                <a:ext uri="{FF2B5EF4-FFF2-40B4-BE49-F238E27FC236}">
                  <a16:creationId xmlns:a16="http://schemas.microsoft.com/office/drawing/2014/main" id="{E4D2F6F4-22EC-D335-15F3-16E5328F6219}"/>
                </a:ext>
              </a:extLst>
            </p:cNvPr>
            <p:cNvGrpSpPr/>
            <p:nvPr/>
          </p:nvGrpSpPr>
          <p:grpSpPr>
            <a:xfrm>
              <a:off x="5128059" y="1638952"/>
              <a:ext cx="222993" cy="2873257"/>
              <a:chOff x="8071823" y="2385196"/>
              <a:chExt cx="51343" cy="661553"/>
            </a:xfrm>
            <a:solidFill>
              <a:srgbClr val="231F20"/>
            </a:solidFill>
          </p:grpSpPr>
          <p:sp>
            <p:nvSpPr>
              <p:cNvPr id="5417" name="Freeform 5416">
                <a:extLst>
                  <a:ext uri="{FF2B5EF4-FFF2-40B4-BE49-F238E27FC236}">
                    <a16:creationId xmlns:a16="http://schemas.microsoft.com/office/drawing/2014/main" id="{A9B5B654-514C-E453-D247-B4637495AD3C}"/>
                  </a:ext>
                </a:extLst>
              </p:cNvPr>
              <p:cNvSpPr/>
              <p:nvPr/>
            </p:nvSpPr>
            <p:spPr>
              <a:xfrm>
                <a:off x="8072857" y="3010204"/>
                <a:ext cx="38862" cy="36545"/>
              </a:xfrm>
              <a:custGeom>
                <a:avLst/>
                <a:gdLst>
                  <a:gd name="connsiteX0" fmla="*/ 38862 w 38862"/>
                  <a:gd name="connsiteY0" fmla="*/ 36546 h 36545"/>
                  <a:gd name="connsiteX1" fmla="*/ 0 w 38862"/>
                  <a:gd name="connsiteY1" fmla="*/ 36546 h 36545"/>
                  <a:gd name="connsiteX2" fmla="*/ 0 w 38862"/>
                  <a:gd name="connsiteY2" fmla="*/ 30923 h 36545"/>
                  <a:gd name="connsiteX3" fmla="*/ 34274 w 38862"/>
                  <a:gd name="connsiteY3" fmla="*/ 18194 h 36545"/>
                  <a:gd name="connsiteX4" fmla="*/ 34274 w 38862"/>
                  <a:gd name="connsiteY4" fmla="*/ 18082 h 36545"/>
                  <a:gd name="connsiteX5" fmla="*/ 0 w 38862"/>
                  <a:gd name="connsiteY5" fmla="*/ 5555 h 36545"/>
                  <a:gd name="connsiteX6" fmla="*/ 0 w 38862"/>
                  <a:gd name="connsiteY6" fmla="*/ 0 h 36545"/>
                  <a:gd name="connsiteX7" fmla="*/ 38862 w 38862"/>
                  <a:gd name="connsiteY7" fmla="*/ 0 h 36545"/>
                  <a:gd name="connsiteX8" fmla="*/ 38862 w 38862"/>
                  <a:gd name="connsiteY8" fmla="*/ 3666 h 36545"/>
                  <a:gd name="connsiteX9" fmla="*/ 4206 w 38862"/>
                  <a:gd name="connsiteY9" fmla="*/ 3666 h 36545"/>
                  <a:gd name="connsiteX10" fmla="*/ 4206 w 38862"/>
                  <a:gd name="connsiteY10" fmla="*/ 3778 h 36545"/>
                  <a:gd name="connsiteX11" fmla="*/ 38862 w 38862"/>
                  <a:gd name="connsiteY11" fmla="*/ 16507 h 36545"/>
                  <a:gd name="connsiteX12" fmla="*/ 38862 w 38862"/>
                  <a:gd name="connsiteY12" fmla="*/ 19971 h 36545"/>
                  <a:gd name="connsiteX13" fmla="*/ 4206 w 38862"/>
                  <a:gd name="connsiteY13" fmla="*/ 32767 h 36545"/>
                  <a:gd name="connsiteX14" fmla="*/ 4206 w 38862"/>
                  <a:gd name="connsiteY14" fmla="*/ 32880 h 36545"/>
                  <a:gd name="connsiteX15" fmla="*/ 38862 w 38862"/>
                  <a:gd name="connsiteY15" fmla="*/ 32880 h 36545"/>
                  <a:gd name="connsiteX16" fmla="*/ 38862 w 38862"/>
                  <a:gd name="connsiteY16" fmla="*/ 36546 h 36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8862" h="36545">
                    <a:moveTo>
                      <a:pt x="38862" y="36546"/>
                    </a:moveTo>
                    <a:lnTo>
                      <a:pt x="0" y="36546"/>
                    </a:lnTo>
                    <a:lnTo>
                      <a:pt x="0" y="30923"/>
                    </a:lnTo>
                    <a:lnTo>
                      <a:pt x="34274" y="18194"/>
                    </a:lnTo>
                    <a:lnTo>
                      <a:pt x="34274" y="18082"/>
                    </a:lnTo>
                    <a:lnTo>
                      <a:pt x="0" y="5555"/>
                    </a:lnTo>
                    <a:lnTo>
                      <a:pt x="0" y="0"/>
                    </a:lnTo>
                    <a:lnTo>
                      <a:pt x="38862" y="0"/>
                    </a:lnTo>
                    <a:lnTo>
                      <a:pt x="38862" y="3666"/>
                    </a:lnTo>
                    <a:lnTo>
                      <a:pt x="4206" y="3666"/>
                    </a:lnTo>
                    <a:lnTo>
                      <a:pt x="4206" y="3778"/>
                    </a:lnTo>
                    <a:lnTo>
                      <a:pt x="38862" y="16507"/>
                    </a:lnTo>
                    <a:lnTo>
                      <a:pt x="38862" y="19971"/>
                    </a:lnTo>
                    <a:lnTo>
                      <a:pt x="4206" y="32767"/>
                    </a:lnTo>
                    <a:lnTo>
                      <a:pt x="4206" y="32880"/>
                    </a:lnTo>
                    <a:lnTo>
                      <a:pt x="38862" y="32880"/>
                    </a:lnTo>
                    <a:lnTo>
                      <a:pt x="38862" y="36546"/>
                    </a:lnTo>
                    <a:close/>
                  </a:path>
                </a:pathLst>
              </a:custGeom>
              <a:solidFill>
                <a:srgbClr val="231F20"/>
              </a:solidFill>
              <a:ln w="2249" cap="flat">
                <a:noFill/>
                <a:prstDash val="solid"/>
                <a:miter/>
              </a:ln>
            </p:spPr>
            <p:txBody>
              <a:bodyPr rtlCol="0" anchor="ctr"/>
              <a:lstStyle/>
              <a:p>
                <a:endParaRPr lang="en-US"/>
              </a:p>
            </p:txBody>
          </p:sp>
          <p:sp>
            <p:nvSpPr>
              <p:cNvPr id="5418" name="Freeform 5417">
                <a:extLst>
                  <a:ext uri="{FF2B5EF4-FFF2-40B4-BE49-F238E27FC236}">
                    <a16:creationId xmlns:a16="http://schemas.microsoft.com/office/drawing/2014/main" id="{76FF1FD6-A38D-7AA5-19A9-556E1AA9F0BD}"/>
                  </a:ext>
                </a:extLst>
              </p:cNvPr>
              <p:cNvSpPr/>
              <p:nvPr/>
            </p:nvSpPr>
            <p:spPr>
              <a:xfrm>
                <a:off x="8083022" y="2978470"/>
                <a:ext cx="29484" cy="25167"/>
              </a:xfrm>
              <a:custGeom>
                <a:avLst/>
                <a:gdLst>
                  <a:gd name="connsiteX0" fmla="*/ 15473 w 29484"/>
                  <a:gd name="connsiteY0" fmla="*/ 21659 h 25167"/>
                  <a:gd name="connsiteX1" fmla="*/ 19768 w 29484"/>
                  <a:gd name="connsiteY1" fmla="*/ 21074 h 25167"/>
                  <a:gd name="connsiteX2" fmla="*/ 23277 w 29484"/>
                  <a:gd name="connsiteY2" fmla="*/ 19320 h 25167"/>
                  <a:gd name="connsiteX3" fmla="*/ 25660 w 29484"/>
                  <a:gd name="connsiteY3" fmla="*/ 16374 h 25167"/>
                  <a:gd name="connsiteX4" fmla="*/ 26560 w 29484"/>
                  <a:gd name="connsiteY4" fmla="*/ 12281 h 25167"/>
                  <a:gd name="connsiteX5" fmla="*/ 24896 w 29484"/>
                  <a:gd name="connsiteY5" fmla="*/ 6838 h 25167"/>
                  <a:gd name="connsiteX6" fmla="*/ 20151 w 29484"/>
                  <a:gd name="connsiteY6" fmla="*/ 3825 h 25167"/>
                  <a:gd name="connsiteX7" fmla="*/ 20151 w 29484"/>
                  <a:gd name="connsiteY7" fmla="*/ 204 h 25167"/>
                  <a:gd name="connsiteX8" fmla="*/ 23839 w 29484"/>
                  <a:gd name="connsiteY8" fmla="*/ 1778 h 25167"/>
                  <a:gd name="connsiteX9" fmla="*/ 26807 w 29484"/>
                  <a:gd name="connsiteY9" fmla="*/ 4207 h 25167"/>
                  <a:gd name="connsiteX10" fmla="*/ 28787 w 29484"/>
                  <a:gd name="connsiteY10" fmla="*/ 7670 h 25167"/>
                  <a:gd name="connsiteX11" fmla="*/ 29484 w 29484"/>
                  <a:gd name="connsiteY11" fmla="*/ 12303 h 25167"/>
                  <a:gd name="connsiteX12" fmla="*/ 28360 w 29484"/>
                  <a:gd name="connsiteY12" fmla="*/ 18083 h 25167"/>
                  <a:gd name="connsiteX13" fmla="*/ 25256 w 29484"/>
                  <a:gd name="connsiteY13" fmla="*/ 22086 h 25167"/>
                  <a:gd name="connsiteX14" fmla="*/ 20623 w 29484"/>
                  <a:gd name="connsiteY14" fmla="*/ 24403 h 25167"/>
                  <a:gd name="connsiteX15" fmla="*/ 14866 w 29484"/>
                  <a:gd name="connsiteY15" fmla="*/ 25167 h 25167"/>
                  <a:gd name="connsiteX16" fmla="*/ 9086 w 29484"/>
                  <a:gd name="connsiteY16" fmla="*/ 24268 h 25167"/>
                  <a:gd name="connsiteX17" fmla="*/ 4363 w 29484"/>
                  <a:gd name="connsiteY17" fmla="*/ 21726 h 25167"/>
                  <a:gd name="connsiteX18" fmla="*/ 1170 w 29484"/>
                  <a:gd name="connsiteY18" fmla="*/ 17701 h 25167"/>
                  <a:gd name="connsiteX19" fmla="*/ 0 w 29484"/>
                  <a:gd name="connsiteY19" fmla="*/ 12303 h 25167"/>
                  <a:gd name="connsiteX20" fmla="*/ 3958 w 29484"/>
                  <a:gd name="connsiteY20" fmla="*/ 3240 h 25167"/>
                  <a:gd name="connsiteX21" fmla="*/ 15473 w 29484"/>
                  <a:gd name="connsiteY21" fmla="*/ 1 h 25167"/>
                  <a:gd name="connsiteX22" fmla="*/ 15473 w 29484"/>
                  <a:gd name="connsiteY22" fmla="*/ 21704 h 25167"/>
                  <a:gd name="connsiteX23" fmla="*/ 15473 w 29484"/>
                  <a:gd name="connsiteY23" fmla="*/ 21659 h 25167"/>
                  <a:gd name="connsiteX24" fmla="*/ 12774 w 29484"/>
                  <a:gd name="connsiteY24" fmla="*/ 3420 h 25167"/>
                  <a:gd name="connsiteX25" fmla="*/ 8906 w 29484"/>
                  <a:gd name="connsiteY25" fmla="*/ 3982 h 25167"/>
                  <a:gd name="connsiteX26" fmla="*/ 5780 w 29484"/>
                  <a:gd name="connsiteY26" fmla="*/ 5646 h 25167"/>
                  <a:gd name="connsiteX27" fmla="*/ 3666 w 29484"/>
                  <a:gd name="connsiteY27" fmla="*/ 8435 h 25167"/>
                  <a:gd name="connsiteX28" fmla="*/ 2879 w 29484"/>
                  <a:gd name="connsiteY28" fmla="*/ 12258 h 25167"/>
                  <a:gd name="connsiteX29" fmla="*/ 3689 w 29484"/>
                  <a:gd name="connsiteY29" fmla="*/ 16059 h 25167"/>
                  <a:gd name="connsiteX30" fmla="*/ 5848 w 29484"/>
                  <a:gd name="connsiteY30" fmla="*/ 18870 h 25167"/>
                  <a:gd name="connsiteX31" fmla="*/ 8973 w 29484"/>
                  <a:gd name="connsiteY31" fmla="*/ 20737 h 25167"/>
                  <a:gd name="connsiteX32" fmla="*/ 12751 w 29484"/>
                  <a:gd name="connsiteY32" fmla="*/ 21659 h 25167"/>
                  <a:gd name="connsiteX33" fmla="*/ 12751 w 29484"/>
                  <a:gd name="connsiteY33" fmla="*/ 3420 h 25167"/>
                  <a:gd name="connsiteX34" fmla="*/ 12774 w 29484"/>
                  <a:gd name="connsiteY34"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9484" h="25167">
                    <a:moveTo>
                      <a:pt x="15473" y="21659"/>
                    </a:moveTo>
                    <a:cubicBezTo>
                      <a:pt x="16980" y="21659"/>
                      <a:pt x="18419" y="21456"/>
                      <a:pt x="19768" y="21074"/>
                    </a:cubicBezTo>
                    <a:cubicBezTo>
                      <a:pt x="21118" y="20669"/>
                      <a:pt x="22287" y="20085"/>
                      <a:pt x="23277" y="19320"/>
                    </a:cubicBezTo>
                    <a:cubicBezTo>
                      <a:pt x="24266" y="18555"/>
                      <a:pt x="25054" y="17566"/>
                      <a:pt x="25660" y="16374"/>
                    </a:cubicBezTo>
                    <a:cubicBezTo>
                      <a:pt x="26245" y="15182"/>
                      <a:pt x="26560" y="13810"/>
                      <a:pt x="26560" y="12281"/>
                    </a:cubicBezTo>
                    <a:cubicBezTo>
                      <a:pt x="26560" y="10167"/>
                      <a:pt x="25998" y="8345"/>
                      <a:pt x="24896" y="6838"/>
                    </a:cubicBezTo>
                    <a:cubicBezTo>
                      <a:pt x="23772" y="5331"/>
                      <a:pt x="22197" y="4319"/>
                      <a:pt x="20151" y="3825"/>
                    </a:cubicBezTo>
                    <a:lnTo>
                      <a:pt x="20151" y="204"/>
                    </a:lnTo>
                    <a:cubicBezTo>
                      <a:pt x="21478" y="609"/>
                      <a:pt x="22715" y="1126"/>
                      <a:pt x="23839" y="1778"/>
                    </a:cubicBezTo>
                    <a:cubicBezTo>
                      <a:pt x="24964" y="2430"/>
                      <a:pt x="25953" y="3240"/>
                      <a:pt x="26807" y="4207"/>
                    </a:cubicBezTo>
                    <a:cubicBezTo>
                      <a:pt x="27662" y="5174"/>
                      <a:pt x="28315" y="6321"/>
                      <a:pt x="28787" y="7670"/>
                    </a:cubicBezTo>
                    <a:cubicBezTo>
                      <a:pt x="29259" y="8997"/>
                      <a:pt x="29484" y="10549"/>
                      <a:pt x="29484" y="12303"/>
                    </a:cubicBezTo>
                    <a:cubicBezTo>
                      <a:pt x="29484" y="14530"/>
                      <a:pt x="29101" y="16464"/>
                      <a:pt x="28360" y="18083"/>
                    </a:cubicBezTo>
                    <a:cubicBezTo>
                      <a:pt x="27595" y="19702"/>
                      <a:pt x="26560" y="21029"/>
                      <a:pt x="25256" y="22086"/>
                    </a:cubicBezTo>
                    <a:cubicBezTo>
                      <a:pt x="23951" y="23121"/>
                      <a:pt x="22400" y="23908"/>
                      <a:pt x="20623" y="24403"/>
                    </a:cubicBezTo>
                    <a:cubicBezTo>
                      <a:pt x="18847" y="24897"/>
                      <a:pt x="16935" y="25167"/>
                      <a:pt x="14866" y="25167"/>
                    </a:cubicBezTo>
                    <a:cubicBezTo>
                      <a:pt x="12796" y="25167"/>
                      <a:pt x="10885" y="24875"/>
                      <a:pt x="9086" y="24268"/>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lnTo>
                      <a:pt x="15473" y="21659"/>
                    </a:lnTo>
                    <a:close/>
                    <a:moveTo>
                      <a:pt x="12774" y="3420"/>
                    </a:moveTo>
                    <a:cubicBezTo>
                      <a:pt x="11402" y="3420"/>
                      <a:pt x="10120" y="3600"/>
                      <a:pt x="8906" y="3982"/>
                    </a:cubicBezTo>
                    <a:cubicBezTo>
                      <a:pt x="7691" y="4364"/>
                      <a:pt x="6657" y="4927"/>
                      <a:pt x="5780" y="5646"/>
                    </a:cubicBezTo>
                    <a:cubicBezTo>
                      <a:pt x="4903" y="6388"/>
                      <a:pt x="4206" y="7310"/>
                      <a:pt x="3666" y="8435"/>
                    </a:cubicBezTo>
                    <a:cubicBezTo>
                      <a:pt x="3148" y="9559"/>
                      <a:pt x="2879" y="10819"/>
                      <a:pt x="2879" y="12258"/>
                    </a:cubicBezTo>
                    <a:cubicBezTo>
                      <a:pt x="2879" y="13697"/>
                      <a:pt x="3148" y="14957"/>
                      <a:pt x="3689" y="16059"/>
                    </a:cubicBezTo>
                    <a:cubicBezTo>
                      <a:pt x="4228" y="17161"/>
                      <a:pt x="4948" y="18083"/>
                      <a:pt x="5848" y="18870"/>
                    </a:cubicBezTo>
                    <a:cubicBezTo>
                      <a:pt x="6747" y="19635"/>
                      <a:pt x="7781" y="20264"/>
                      <a:pt x="8973" y="20737"/>
                    </a:cubicBezTo>
                    <a:cubicBezTo>
                      <a:pt x="10165" y="21209"/>
                      <a:pt x="11425" y="21501"/>
                      <a:pt x="12751" y="21659"/>
                    </a:cubicBezTo>
                    <a:lnTo>
                      <a:pt x="12751" y="3420"/>
                    </a:lnTo>
                    <a:lnTo>
                      <a:pt x="12774" y="3420"/>
                    </a:lnTo>
                    <a:close/>
                  </a:path>
                </a:pathLst>
              </a:custGeom>
              <a:solidFill>
                <a:srgbClr val="231F20"/>
              </a:solidFill>
              <a:ln w="2249" cap="flat">
                <a:noFill/>
                <a:prstDash val="solid"/>
                <a:miter/>
              </a:ln>
            </p:spPr>
            <p:txBody>
              <a:bodyPr rtlCol="0" anchor="ctr"/>
              <a:lstStyle/>
              <a:p>
                <a:endParaRPr lang="en-US"/>
              </a:p>
            </p:txBody>
          </p:sp>
          <p:sp>
            <p:nvSpPr>
              <p:cNvPr id="5419" name="Freeform 5418">
                <a:extLst>
                  <a:ext uri="{FF2B5EF4-FFF2-40B4-BE49-F238E27FC236}">
                    <a16:creationId xmlns:a16="http://schemas.microsoft.com/office/drawing/2014/main" id="{42727E35-F508-7471-6F60-7018BBB5A0C3}"/>
                  </a:ext>
                </a:extLst>
              </p:cNvPr>
              <p:cNvSpPr/>
              <p:nvPr/>
            </p:nvSpPr>
            <p:spPr>
              <a:xfrm>
                <a:off x="8083045" y="2947233"/>
                <a:ext cx="29484" cy="26357"/>
              </a:xfrm>
              <a:custGeom>
                <a:avLst/>
                <a:gdLst>
                  <a:gd name="connsiteX0" fmla="*/ 12369 w 29484"/>
                  <a:gd name="connsiteY0" fmla="*/ 12032 h 26357"/>
                  <a:gd name="connsiteX1" fmla="*/ 12055 w 29484"/>
                  <a:gd name="connsiteY1" fmla="*/ 9850 h 26357"/>
                  <a:gd name="connsiteX2" fmla="*/ 11470 w 29484"/>
                  <a:gd name="connsiteY2" fmla="*/ 7781 h 26357"/>
                  <a:gd name="connsiteX3" fmla="*/ 10210 w 29484"/>
                  <a:gd name="connsiteY3" fmla="*/ 6792 h 26357"/>
                  <a:gd name="connsiteX4" fmla="*/ 8569 w 29484"/>
                  <a:gd name="connsiteY4" fmla="*/ 6612 h 26357"/>
                  <a:gd name="connsiteX5" fmla="*/ 4498 w 29484"/>
                  <a:gd name="connsiteY5" fmla="*/ 8209 h 26357"/>
                  <a:gd name="connsiteX6" fmla="*/ 2901 w 29484"/>
                  <a:gd name="connsiteY6" fmla="*/ 13584 h 26357"/>
                  <a:gd name="connsiteX7" fmla="*/ 3193 w 29484"/>
                  <a:gd name="connsiteY7" fmla="*/ 16665 h 26357"/>
                  <a:gd name="connsiteX8" fmla="*/ 4228 w 29484"/>
                  <a:gd name="connsiteY8" fmla="*/ 19116 h 26357"/>
                  <a:gd name="connsiteX9" fmla="*/ 6162 w 29484"/>
                  <a:gd name="connsiteY9" fmla="*/ 20848 h 26357"/>
                  <a:gd name="connsiteX10" fmla="*/ 9221 w 29484"/>
                  <a:gd name="connsiteY10" fmla="*/ 21747 h 26357"/>
                  <a:gd name="connsiteX11" fmla="*/ 9221 w 29484"/>
                  <a:gd name="connsiteY11" fmla="*/ 25031 h 26357"/>
                  <a:gd name="connsiteX12" fmla="*/ 4993 w 29484"/>
                  <a:gd name="connsiteY12" fmla="*/ 23906 h 26357"/>
                  <a:gd name="connsiteX13" fmla="*/ 2136 w 29484"/>
                  <a:gd name="connsiteY13" fmla="*/ 21388 h 26357"/>
                  <a:gd name="connsiteX14" fmla="*/ 517 w 29484"/>
                  <a:gd name="connsiteY14" fmla="*/ 17834 h 26357"/>
                  <a:gd name="connsiteX15" fmla="*/ 0 w 29484"/>
                  <a:gd name="connsiteY15" fmla="*/ 13539 h 26357"/>
                  <a:gd name="connsiteX16" fmla="*/ 450 w 29484"/>
                  <a:gd name="connsiteY16" fmla="*/ 9581 h 26357"/>
                  <a:gd name="connsiteX17" fmla="*/ 1912 w 29484"/>
                  <a:gd name="connsiteY17" fmla="*/ 6342 h 26357"/>
                  <a:gd name="connsiteX18" fmla="*/ 4588 w 29484"/>
                  <a:gd name="connsiteY18" fmla="*/ 4183 h 26357"/>
                  <a:gd name="connsiteX19" fmla="*/ 8681 w 29484"/>
                  <a:gd name="connsiteY19" fmla="*/ 3396 h 26357"/>
                  <a:gd name="connsiteX20" fmla="*/ 23907 w 29484"/>
                  <a:gd name="connsiteY20" fmla="*/ 3396 h 26357"/>
                  <a:gd name="connsiteX21" fmla="*/ 26313 w 29484"/>
                  <a:gd name="connsiteY21" fmla="*/ 2721 h 26357"/>
                  <a:gd name="connsiteX22" fmla="*/ 26066 w 29484"/>
                  <a:gd name="connsiteY22" fmla="*/ 0 h 26357"/>
                  <a:gd name="connsiteX23" fmla="*/ 28607 w 29484"/>
                  <a:gd name="connsiteY23" fmla="*/ 0 h 26357"/>
                  <a:gd name="connsiteX24" fmla="*/ 28922 w 29484"/>
                  <a:gd name="connsiteY24" fmla="*/ 1102 h 26357"/>
                  <a:gd name="connsiteX25" fmla="*/ 29146 w 29484"/>
                  <a:gd name="connsiteY25" fmla="*/ 2541 h 26357"/>
                  <a:gd name="connsiteX26" fmla="*/ 28989 w 29484"/>
                  <a:gd name="connsiteY26" fmla="*/ 4003 h 26357"/>
                  <a:gd name="connsiteX27" fmla="*/ 28472 w 29484"/>
                  <a:gd name="connsiteY27" fmla="*/ 5308 h 26357"/>
                  <a:gd name="connsiteX28" fmla="*/ 27505 w 29484"/>
                  <a:gd name="connsiteY28" fmla="*/ 6095 h 26357"/>
                  <a:gd name="connsiteX29" fmla="*/ 26268 w 29484"/>
                  <a:gd name="connsiteY29" fmla="*/ 6500 h 26357"/>
                  <a:gd name="connsiteX30" fmla="*/ 24829 w 29484"/>
                  <a:gd name="connsiteY30" fmla="*/ 6612 h 26357"/>
                  <a:gd name="connsiteX31" fmla="*/ 28292 w 29484"/>
                  <a:gd name="connsiteY31" fmla="*/ 11312 h 26357"/>
                  <a:gd name="connsiteX32" fmla="*/ 29484 w 29484"/>
                  <a:gd name="connsiteY32" fmla="*/ 17025 h 26357"/>
                  <a:gd name="connsiteX33" fmla="*/ 28989 w 29484"/>
                  <a:gd name="connsiteY33" fmla="*/ 20556 h 26357"/>
                  <a:gd name="connsiteX34" fmla="*/ 27482 w 29484"/>
                  <a:gd name="connsiteY34" fmla="*/ 23547 h 26357"/>
                  <a:gd name="connsiteX35" fmla="*/ 24964 w 29484"/>
                  <a:gd name="connsiteY35" fmla="*/ 25593 h 26357"/>
                  <a:gd name="connsiteX36" fmla="*/ 21433 w 29484"/>
                  <a:gd name="connsiteY36" fmla="*/ 26358 h 26357"/>
                  <a:gd name="connsiteX37" fmla="*/ 13022 w 29484"/>
                  <a:gd name="connsiteY37" fmla="*/ 16597 h 26357"/>
                  <a:gd name="connsiteX38" fmla="*/ 12437 w 29484"/>
                  <a:gd name="connsiteY38" fmla="*/ 12122 h 26357"/>
                  <a:gd name="connsiteX39" fmla="*/ 12369 w 29484"/>
                  <a:gd name="connsiteY39" fmla="*/ 12032 h 26357"/>
                  <a:gd name="connsiteX40" fmla="*/ 13988 w 29484"/>
                  <a:gd name="connsiteY40" fmla="*/ 6589 h 26357"/>
                  <a:gd name="connsiteX41" fmla="*/ 15113 w 29484"/>
                  <a:gd name="connsiteY41" fmla="*/ 10750 h 26357"/>
                  <a:gd name="connsiteX42" fmla="*/ 15540 w 29484"/>
                  <a:gd name="connsiteY42" fmla="*/ 14956 h 26357"/>
                  <a:gd name="connsiteX43" fmla="*/ 17204 w 29484"/>
                  <a:gd name="connsiteY43" fmla="*/ 20758 h 26357"/>
                  <a:gd name="connsiteX44" fmla="*/ 21478 w 29484"/>
                  <a:gd name="connsiteY44" fmla="*/ 22827 h 26357"/>
                  <a:gd name="connsiteX45" fmla="*/ 23727 w 29484"/>
                  <a:gd name="connsiteY45" fmla="*/ 22310 h 26357"/>
                  <a:gd name="connsiteX46" fmla="*/ 25301 w 29484"/>
                  <a:gd name="connsiteY46" fmla="*/ 20960 h 26357"/>
                  <a:gd name="connsiteX47" fmla="*/ 26223 w 29484"/>
                  <a:gd name="connsiteY47" fmla="*/ 19026 h 26357"/>
                  <a:gd name="connsiteX48" fmla="*/ 26515 w 29484"/>
                  <a:gd name="connsiteY48" fmla="*/ 16777 h 26357"/>
                  <a:gd name="connsiteX49" fmla="*/ 26021 w 29484"/>
                  <a:gd name="connsiteY49" fmla="*/ 12999 h 26357"/>
                  <a:gd name="connsiteX50" fmla="*/ 24536 w 29484"/>
                  <a:gd name="connsiteY50" fmla="*/ 9738 h 26357"/>
                  <a:gd name="connsiteX51" fmla="*/ 21995 w 29484"/>
                  <a:gd name="connsiteY51" fmla="*/ 7444 h 26357"/>
                  <a:gd name="connsiteX52" fmla="*/ 18351 w 29484"/>
                  <a:gd name="connsiteY52" fmla="*/ 6589 h 26357"/>
                  <a:gd name="connsiteX53" fmla="*/ 13988 w 29484"/>
                  <a:gd name="connsiteY53" fmla="*/ 6589 h 26357"/>
                  <a:gd name="connsiteX54" fmla="*/ 13988 w 29484"/>
                  <a:gd name="connsiteY54" fmla="*/ 6589 h 26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29484" h="26357">
                    <a:moveTo>
                      <a:pt x="12369" y="12032"/>
                    </a:moveTo>
                    <a:cubicBezTo>
                      <a:pt x="12302" y="11425"/>
                      <a:pt x="12189" y="10683"/>
                      <a:pt x="12055" y="9850"/>
                    </a:cubicBezTo>
                    <a:cubicBezTo>
                      <a:pt x="11920" y="8996"/>
                      <a:pt x="11717" y="8321"/>
                      <a:pt x="11470" y="7781"/>
                    </a:cubicBezTo>
                    <a:cubicBezTo>
                      <a:pt x="11222" y="7242"/>
                      <a:pt x="10795" y="6904"/>
                      <a:pt x="10210" y="6792"/>
                    </a:cubicBezTo>
                    <a:cubicBezTo>
                      <a:pt x="9626" y="6657"/>
                      <a:pt x="9063" y="6612"/>
                      <a:pt x="8569" y="6612"/>
                    </a:cubicBezTo>
                    <a:cubicBezTo>
                      <a:pt x="6904" y="6612"/>
                      <a:pt x="5555" y="7152"/>
                      <a:pt x="4498" y="8209"/>
                    </a:cubicBezTo>
                    <a:cubicBezTo>
                      <a:pt x="3441" y="9266"/>
                      <a:pt x="2901" y="11065"/>
                      <a:pt x="2901" y="13584"/>
                    </a:cubicBezTo>
                    <a:cubicBezTo>
                      <a:pt x="2901" y="14708"/>
                      <a:pt x="2991" y="15720"/>
                      <a:pt x="3193" y="16665"/>
                    </a:cubicBezTo>
                    <a:cubicBezTo>
                      <a:pt x="3396" y="17609"/>
                      <a:pt x="3733" y="18419"/>
                      <a:pt x="4228" y="19116"/>
                    </a:cubicBezTo>
                    <a:cubicBezTo>
                      <a:pt x="4723" y="19813"/>
                      <a:pt x="5353" y="20398"/>
                      <a:pt x="6162" y="20848"/>
                    </a:cubicBezTo>
                    <a:cubicBezTo>
                      <a:pt x="6972" y="21298"/>
                      <a:pt x="7984" y="21590"/>
                      <a:pt x="9221" y="21747"/>
                    </a:cubicBezTo>
                    <a:lnTo>
                      <a:pt x="9221" y="25031"/>
                    </a:lnTo>
                    <a:cubicBezTo>
                      <a:pt x="7557" y="24918"/>
                      <a:pt x="6162" y="24536"/>
                      <a:pt x="4993" y="23906"/>
                    </a:cubicBezTo>
                    <a:cubicBezTo>
                      <a:pt x="3823" y="23277"/>
                      <a:pt x="2879" y="22422"/>
                      <a:pt x="2136" y="21388"/>
                    </a:cubicBezTo>
                    <a:cubicBezTo>
                      <a:pt x="1395" y="20353"/>
                      <a:pt x="855" y="19184"/>
                      <a:pt x="517" y="17834"/>
                    </a:cubicBezTo>
                    <a:cubicBezTo>
                      <a:pt x="180" y="16485"/>
                      <a:pt x="0" y="15046"/>
                      <a:pt x="0" y="13539"/>
                    </a:cubicBezTo>
                    <a:cubicBezTo>
                      <a:pt x="0" y="12144"/>
                      <a:pt x="158" y="10817"/>
                      <a:pt x="450" y="9581"/>
                    </a:cubicBezTo>
                    <a:cubicBezTo>
                      <a:pt x="765" y="8344"/>
                      <a:pt x="1237" y="7264"/>
                      <a:pt x="1912" y="6342"/>
                    </a:cubicBezTo>
                    <a:cubicBezTo>
                      <a:pt x="2586" y="5420"/>
                      <a:pt x="3463" y="4700"/>
                      <a:pt x="4588" y="4183"/>
                    </a:cubicBezTo>
                    <a:cubicBezTo>
                      <a:pt x="5712" y="3666"/>
                      <a:pt x="7061" y="3396"/>
                      <a:pt x="8681" y="3396"/>
                    </a:cubicBezTo>
                    <a:lnTo>
                      <a:pt x="23907" y="3396"/>
                    </a:lnTo>
                    <a:cubicBezTo>
                      <a:pt x="25166" y="3396"/>
                      <a:pt x="25976" y="3171"/>
                      <a:pt x="26313" y="2721"/>
                    </a:cubicBezTo>
                    <a:cubicBezTo>
                      <a:pt x="26650" y="2271"/>
                      <a:pt x="26583" y="1372"/>
                      <a:pt x="26066" y="0"/>
                    </a:cubicBezTo>
                    <a:lnTo>
                      <a:pt x="28607" y="0"/>
                    </a:lnTo>
                    <a:cubicBezTo>
                      <a:pt x="28674" y="247"/>
                      <a:pt x="28787" y="630"/>
                      <a:pt x="28922" y="1102"/>
                    </a:cubicBezTo>
                    <a:cubicBezTo>
                      <a:pt x="29056" y="1597"/>
                      <a:pt x="29146" y="2069"/>
                      <a:pt x="29146" y="2541"/>
                    </a:cubicBezTo>
                    <a:cubicBezTo>
                      <a:pt x="29146" y="3014"/>
                      <a:pt x="29101" y="3531"/>
                      <a:pt x="28989" y="4003"/>
                    </a:cubicBezTo>
                    <a:cubicBezTo>
                      <a:pt x="28922" y="4543"/>
                      <a:pt x="28742" y="4970"/>
                      <a:pt x="28472" y="5308"/>
                    </a:cubicBezTo>
                    <a:cubicBezTo>
                      <a:pt x="28202" y="5622"/>
                      <a:pt x="27887" y="5892"/>
                      <a:pt x="27505" y="6095"/>
                    </a:cubicBezTo>
                    <a:cubicBezTo>
                      <a:pt x="27123" y="6297"/>
                      <a:pt x="26718" y="6432"/>
                      <a:pt x="26268" y="6500"/>
                    </a:cubicBezTo>
                    <a:cubicBezTo>
                      <a:pt x="25818" y="6567"/>
                      <a:pt x="25346" y="6612"/>
                      <a:pt x="24829" y="6612"/>
                    </a:cubicBezTo>
                    <a:cubicBezTo>
                      <a:pt x="26335" y="7984"/>
                      <a:pt x="27482" y="9536"/>
                      <a:pt x="28292" y="11312"/>
                    </a:cubicBezTo>
                    <a:cubicBezTo>
                      <a:pt x="29079" y="13066"/>
                      <a:pt x="29484" y="14978"/>
                      <a:pt x="29484" y="17025"/>
                    </a:cubicBezTo>
                    <a:cubicBezTo>
                      <a:pt x="29484" y="18239"/>
                      <a:pt x="29327" y="19431"/>
                      <a:pt x="28989" y="20556"/>
                    </a:cubicBezTo>
                    <a:cubicBezTo>
                      <a:pt x="28674" y="21680"/>
                      <a:pt x="28157" y="22692"/>
                      <a:pt x="27482" y="23547"/>
                    </a:cubicBezTo>
                    <a:cubicBezTo>
                      <a:pt x="26807" y="24401"/>
                      <a:pt x="25953" y="25098"/>
                      <a:pt x="24964" y="25593"/>
                    </a:cubicBezTo>
                    <a:cubicBezTo>
                      <a:pt x="23974" y="26088"/>
                      <a:pt x="22804" y="26358"/>
                      <a:pt x="21433" y="26358"/>
                    </a:cubicBezTo>
                    <a:cubicBezTo>
                      <a:pt x="16687" y="26358"/>
                      <a:pt x="13876" y="23097"/>
                      <a:pt x="13022" y="16597"/>
                    </a:cubicBezTo>
                    <a:lnTo>
                      <a:pt x="12437" y="12122"/>
                    </a:lnTo>
                    <a:lnTo>
                      <a:pt x="12369" y="12032"/>
                    </a:lnTo>
                    <a:close/>
                    <a:moveTo>
                      <a:pt x="13988" y="6589"/>
                    </a:moveTo>
                    <a:cubicBezTo>
                      <a:pt x="14573" y="7961"/>
                      <a:pt x="14933" y="9333"/>
                      <a:pt x="15113" y="10750"/>
                    </a:cubicBezTo>
                    <a:cubicBezTo>
                      <a:pt x="15293" y="12144"/>
                      <a:pt x="15428" y="13561"/>
                      <a:pt x="15540" y="14956"/>
                    </a:cubicBezTo>
                    <a:cubicBezTo>
                      <a:pt x="15720" y="17429"/>
                      <a:pt x="16282" y="19364"/>
                      <a:pt x="17204" y="20758"/>
                    </a:cubicBezTo>
                    <a:cubicBezTo>
                      <a:pt x="18149" y="22152"/>
                      <a:pt x="19566" y="22827"/>
                      <a:pt x="21478" y="22827"/>
                    </a:cubicBezTo>
                    <a:cubicBezTo>
                      <a:pt x="22332" y="22827"/>
                      <a:pt x="23097" y="22647"/>
                      <a:pt x="23727" y="22310"/>
                    </a:cubicBezTo>
                    <a:cubicBezTo>
                      <a:pt x="24356" y="21972"/>
                      <a:pt x="24874" y="21523"/>
                      <a:pt x="25301" y="20960"/>
                    </a:cubicBezTo>
                    <a:cubicBezTo>
                      <a:pt x="25705" y="20398"/>
                      <a:pt x="26021" y="19746"/>
                      <a:pt x="26223" y="19026"/>
                    </a:cubicBezTo>
                    <a:cubicBezTo>
                      <a:pt x="26425" y="18284"/>
                      <a:pt x="26515" y="17542"/>
                      <a:pt x="26515" y="16777"/>
                    </a:cubicBezTo>
                    <a:cubicBezTo>
                      <a:pt x="26515" y="15473"/>
                      <a:pt x="26358" y="14213"/>
                      <a:pt x="26021" y="12999"/>
                    </a:cubicBezTo>
                    <a:cubicBezTo>
                      <a:pt x="25705" y="11785"/>
                      <a:pt x="25211" y="10683"/>
                      <a:pt x="24536" y="9738"/>
                    </a:cubicBezTo>
                    <a:cubicBezTo>
                      <a:pt x="23862" y="8793"/>
                      <a:pt x="23029" y="8029"/>
                      <a:pt x="21995" y="7444"/>
                    </a:cubicBezTo>
                    <a:cubicBezTo>
                      <a:pt x="20960" y="6859"/>
                      <a:pt x="19746" y="6589"/>
                      <a:pt x="18351" y="6589"/>
                    </a:cubicBezTo>
                    <a:lnTo>
                      <a:pt x="13988" y="6589"/>
                    </a:lnTo>
                    <a:lnTo>
                      <a:pt x="13988" y="6589"/>
                    </a:lnTo>
                    <a:close/>
                  </a:path>
                </a:pathLst>
              </a:custGeom>
              <a:solidFill>
                <a:srgbClr val="231F20"/>
              </a:solidFill>
              <a:ln w="2249" cap="flat">
                <a:noFill/>
                <a:prstDash val="solid"/>
                <a:miter/>
              </a:ln>
            </p:spPr>
            <p:txBody>
              <a:bodyPr rtlCol="0" anchor="ctr"/>
              <a:lstStyle/>
              <a:p>
                <a:endParaRPr lang="en-US"/>
              </a:p>
            </p:txBody>
          </p:sp>
          <p:sp>
            <p:nvSpPr>
              <p:cNvPr id="5420" name="Freeform 5419">
                <a:extLst>
                  <a:ext uri="{FF2B5EF4-FFF2-40B4-BE49-F238E27FC236}">
                    <a16:creationId xmlns:a16="http://schemas.microsoft.com/office/drawing/2014/main" id="{12E86BAD-2E0B-93A2-83C5-4C89659CBF56}"/>
                  </a:ext>
                </a:extLst>
              </p:cNvPr>
              <p:cNvSpPr/>
              <p:nvPr/>
            </p:nvSpPr>
            <p:spPr>
              <a:xfrm>
                <a:off x="8083000" y="2919931"/>
                <a:ext cx="28741" cy="22197"/>
              </a:xfrm>
              <a:custGeom>
                <a:avLst/>
                <a:gdLst>
                  <a:gd name="connsiteX0" fmla="*/ 28719 w 28741"/>
                  <a:gd name="connsiteY0" fmla="*/ 18959 h 22197"/>
                  <a:gd name="connsiteX1" fmla="*/ 28719 w 28741"/>
                  <a:gd name="connsiteY1" fmla="*/ 22197 h 22197"/>
                  <a:gd name="connsiteX2" fmla="*/ 765 w 28741"/>
                  <a:gd name="connsiteY2" fmla="*/ 22197 h 22197"/>
                  <a:gd name="connsiteX3" fmla="*/ 765 w 28741"/>
                  <a:gd name="connsiteY3" fmla="*/ 18959 h 22197"/>
                  <a:gd name="connsiteX4" fmla="*/ 4655 w 28741"/>
                  <a:gd name="connsiteY4" fmla="*/ 18959 h 22197"/>
                  <a:gd name="connsiteX5" fmla="*/ 1305 w 28741"/>
                  <a:gd name="connsiteY5" fmla="*/ 14933 h 22197"/>
                  <a:gd name="connsiteX6" fmla="*/ 0 w 28741"/>
                  <a:gd name="connsiteY6" fmla="*/ 9940 h 22197"/>
                  <a:gd name="connsiteX7" fmla="*/ 900 w 28741"/>
                  <a:gd name="connsiteY7" fmla="*/ 5128 h 22197"/>
                  <a:gd name="connsiteX8" fmla="*/ 4003 w 28741"/>
                  <a:gd name="connsiteY8" fmla="*/ 1394 h 22197"/>
                  <a:gd name="connsiteX9" fmla="*/ 7107 w 28741"/>
                  <a:gd name="connsiteY9" fmla="*/ 180 h 22197"/>
                  <a:gd name="connsiteX10" fmla="*/ 10435 w 28741"/>
                  <a:gd name="connsiteY10" fmla="*/ 0 h 22197"/>
                  <a:gd name="connsiteX11" fmla="*/ 28742 w 28741"/>
                  <a:gd name="connsiteY11" fmla="*/ 0 h 22197"/>
                  <a:gd name="connsiteX12" fmla="*/ 28742 w 28741"/>
                  <a:gd name="connsiteY12" fmla="*/ 3239 h 22197"/>
                  <a:gd name="connsiteX13" fmla="*/ 10502 w 28741"/>
                  <a:gd name="connsiteY13" fmla="*/ 3239 h 22197"/>
                  <a:gd name="connsiteX14" fmla="*/ 4836 w 28741"/>
                  <a:gd name="connsiteY14" fmla="*/ 4903 h 22197"/>
                  <a:gd name="connsiteX15" fmla="*/ 2946 w 28741"/>
                  <a:gd name="connsiteY15" fmla="*/ 10458 h 22197"/>
                  <a:gd name="connsiteX16" fmla="*/ 3396 w 28741"/>
                  <a:gd name="connsiteY16" fmla="*/ 13201 h 22197"/>
                  <a:gd name="connsiteX17" fmla="*/ 4610 w 28741"/>
                  <a:gd name="connsiteY17" fmla="*/ 15450 h 22197"/>
                  <a:gd name="connsiteX18" fmla="*/ 6342 w 28741"/>
                  <a:gd name="connsiteY18" fmla="*/ 17160 h 22197"/>
                  <a:gd name="connsiteX19" fmla="*/ 8389 w 28741"/>
                  <a:gd name="connsiteY19" fmla="*/ 18239 h 22197"/>
                  <a:gd name="connsiteX20" fmla="*/ 10975 w 28741"/>
                  <a:gd name="connsiteY20" fmla="*/ 18824 h 22197"/>
                  <a:gd name="connsiteX21" fmla="*/ 13674 w 28741"/>
                  <a:gd name="connsiteY21" fmla="*/ 18936 h 22197"/>
                  <a:gd name="connsiteX22" fmla="*/ 28742 w 28741"/>
                  <a:gd name="connsiteY22" fmla="*/ 18936 h 22197"/>
                  <a:gd name="connsiteX23" fmla="*/ 28742 w 28741"/>
                  <a:gd name="connsiteY23" fmla="*/ 18936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8741" h="22197">
                    <a:moveTo>
                      <a:pt x="28719" y="18959"/>
                    </a:moveTo>
                    <a:lnTo>
                      <a:pt x="28719" y="22197"/>
                    </a:lnTo>
                    <a:lnTo>
                      <a:pt x="765" y="22197"/>
                    </a:lnTo>
                    <a:lnTo>
                      <a:pt x="765" y="18959"/>
                    </a:lnTo>
                    <a:lnTo>
                      <a:pt x="4655" y="18959"/>
                    </a:lnTo>
                    <a:cubicBezTo>
                      <a:pt x="3283" y="17654"/>
                      <a:pt x="2181" y="16327"/>
                      <a:pt x="1305" y="14933"/>
                    </a:cubicBezTo>
                    <a:cubicBezTo>
                      <a:pt x="450" y="13539"/>
                      <a:pt x="0" y="11874"/>
                      <a:pt x="0" y="9940"/>
                    </a:cubicBezTo>
                    <a:cubicBezTo>
                      <a:pt x="0" y="8209"/>
                      <a:pt x="293" y="6612"/>
                      <a:pt x="900" y="5128"/>
                    </a:cubicBezTo>
                    <a:cubicBezTo>
                      <a:pt x="1484" y="3643"/>
                      <a:pt x="2519" y="2406"/>
                      <a:pt x="4003" y="1394"/>
                    </a:cubicBezTo>
                    <a:cubicBezTo>
                      <a:pt x="5015" y="720"/>
                      <a:pt x="6050" y="315"/>
                      <a:pt x="7107" y="180"/>
                    </a:cubicBezTo>
                    <a:cubicBezTo>
                      <a:pt x="8164" y="45"/>
                      <a:pt x="9266" y="0"/>
                      <a:pt x="10435" y="0"/>
                    </a:cubicBezTo>
                    <a:lnTo>
                      <a:pt x="28742" y="0"/>
                    </a:lnTo>
                    <a:lnTo>
                      <a:pt x="28742" y="3239"/>
                    </a:lnTo>
                    <a:lnTo>
                      <a:pt x="10502" y="3239"/>
                    </a:lnTo>
                    <a:cubicBezTo>
                      <a:pt x="7984" y="3239"/>
                      <a:pt x="6095" y="3801"/>
                      <a:pt x="4836" y="4903"/>
                    </a:cubicBezTo>
                    <a:cubicBezTo>
                      <a:pt x="3576" y="6027"/>
                      <a:pt x="2946" y="7871"/>
                      <a:pt x="2946" y="10458"/>
                    </a:cubicBezTo>
                    <a:cubicBezTo>
                      <a:pt x="2946" y="11470"/>
                      <a:pt x="3104" y="12392"/>
                      <a:pt x="3396" y="13201"/>
                    </a:cubicBezTo>
                    <a:cubicBezTo>
                      <a:pt x="3689" y="14011"/>
                      <a:pt x="4116" y="14776"/>
                      <a:pt x="4610" y="15450"/>
                    </a:cubicBezTo>
                    <a:cubicBezTo>
                      <a:pt x="5105" y="16125"/>
                      <a:pt x="5690" y="16687"/>
                      <a:pt x="6342" y="17160"/>
                    </a:cubicBezTo>
                    <a:cubicBezTo>
                      <a:pt x="6995" y="17632"/>
                      <a:pt x="7669" y="17992"/>
                      <a:pt x="8389" y="18239"/>
                    </a:cubicBezTo>
                    <a:cubicBezTo>
                      <a:pt x="9288" y="18554"/>
                      <a:pt x="10143" y="18756"/>
                      <a:pt x="10975" y="18824"/>
                    </a:cubicBezTo>
                    <a:cubicBezTo>
                      <a:pt x="11807" y="18891"/>
                      <a:pt x="12707" y="18936"/>
                      <a:pt x="13674" y="18936"/>
                    </a:cubicBezTo>
                    <a:lnTo>
                      <a:pt x="28742" y="18936"/>
                    </a:lnTo>
                    <a:lnTo>
                      <a:pt x="28742" y="18936"/>
                    </a:lnTo>
                    <a:close/>
                  </a:path>
                </a:pathLst>
              </a:custGeom>
              <a:solidFill>
                <a:srgbClr val="231F20"/>
              </a:solidFill>
              <a:ln w="2249" cap="flat">
                <a:noFill/>
                <a:prstDash val="solid"/>
                <a:miter/>
              </a:ln>
            </p:spPr>
            <p:txBody>
              <a:bodyPr rtlCol="0" anchor="ctr"/>
              <a:lstStyle/>
              <a:p>
                <a:endParaRPr lang="en-US"/>
              </a:p>
            </p:txBody>
          </p:sp>
          <p:sp>
            <p:nvSpPr>
              <p:cNvPr id="5421" name="Freeform 5420">
                <a:extLst>
                  <a:ext uri="{FF2B5EF4-FFF2-40B4-BE49-F238E27FC236}">
                    <a16:creationId xmlns:a16="http://schemas.microsoft.com/office/drawing/2014/main" id="{92624913-1E88-EF79-E1CD-5FB78AE17941}"/>
                  </a:ext>
                </a:extLst>
              </p:cNvPr>
              <p:cNvSpPr/>
              <p:nvPr/>
            </p:nvSpPr>
            <p:spPr>
              <a:xfrm>
                <a:off x="8072857" y="2869914"/>
                <a:ext cx="38907" cy="26875"/>
              </a:xfrm>
              <a:custGeom>
                <a:avLst/>
                <a:gdLst>
                  <a:gd name="connsiteX0" fmla="*/ 38862 w 38907"/>
                  <a:gd name="connsiteY0" fmla="*/ 26875 h 26875"/>
                  <a:gd name="connsiteX1" fmla="*/ 0 w 38907"/>
                  <a:gd name="connsiteY1" fmla="*/ 26875 h 26875"/>
                  <a:gd name="connsiteX2" fmla="*/ 0 w 38907"/>
                  <a:gd name="connsiteY2" fmla="*/ 12684 h 26875"/>
                  <a:gd name="connsiteX3" fmla="*/ 855 w 38907"/>
                  <a:gd name="connsiteY3" fmla="*/ 6454 h 26875"/>
                  <a:gd name="connsiteX4" fmla="*/ 3238 w 38907"/>
                  <a:gd name="connsiteY4" fmla="*/ 2564 h 26875"/>
                  <a:gd name="connsiteX5" fmla="*/ 6724 w 38907"/>
                  <a:gd name="connsiteY5" fmla="*/ 562 h 26875"/>
                  <a:gd name="connsiteX6" fmla="*/ 10863 w 38907"/>
                  <a:gd name="connsiteY6" fmla="*/ 0 h 26875"/>
                  <a:gd name="connsiteX7" fmla="*/ 16215 w 38907"/>
                  <a:gd name="connsiteY7" fmla="*/ 1327 h 26875"/>
                  <a:gd name="connsiteX8" fmla="*/ 19543 w 38907"/>
                  <a:gd name="connsiteY8" fmla="*/ 4745 h 26875"/>
                  <a:gd name="connsiteX9" fmla="*/ 21253 w 38907"/>
                  <a:gd name="connsiteY9" fmla="*/ 9513 h 26875"/>
                  <a:gd name="connsiteX10" fmla="*/ 21747 w 38907"/>
                  <a:gd name="connsiteY10" fmla="*/ 14888 h 26875"/>
                  <a:gd name="connsiteX11" fmla="*/ 21747 w 38907"/>
                  <a:gd name="connsiteY11" fmla="*/ 23209 h 26875"/>
                  <a:gd name="connsiteX12" fmla="*/ 38907 w 38907"/>
                  <a:gd name="connsiteY12" fmla="*/ 23209 h 26875"/>
                  <a:gd name="connsiteX13" fmla="*/ 38907 w 38907"/>
                  <a:gd name="connsiteY13" fmla="*/ 26875 h 26875"/>
                  <a:gd name="connsiteX14" fmla="*/ 38862 w 38907"/>
                  <a:gd name="connsiteY14" fmla="*/ 26875 h 26875"/>
                  <a:gd name="connsiteX15" fmla="*/ 18576 w 38907"/>
                  <a:gd name="connsiteY15" fmla="*/ 14776 h 26875"/>
                  <a:gd name="connsiteX16" fmla="*/ 18262 w 38907"/>
                  <a:gd name="connsiteY16" fmla="*/ 10143 h 26875"/>
                  <a:gd name="connsiteX17" fmla="*/ 17047 w 38907"/>
                  <a:gd name="connsiteY17" fmla="*/ 6657 h 26875"/>
                  <a:gd name="connsiteX18" fmla="*/ 14618 w 38907"/>
                  <a:gd name="connsiteY18" fmla="*/ 4453 h 26875"/>
                  <a:gd name="connsiteX19" fmla="*/ 10593 w 38907"/>
                  <a:gd name="connsiteY19" fmla="*/ 3666 h 26875"/>
                  <a:gd name="connsiteX20" fmla="*/ 5038 w 38907"/>
                  <a:gd name="connsiteY20" fmla="*/ 6072 h 26875"/>
                  <a:gd name="connsiteX21" fmla="*/ 3149 w 38907"/>
                  <a:gd name="connsiteY21" fmla="*/ 13719 h 26875"/>
                  <a:gd name="connsiteX22" fmla="*/ 3149 w 38907"/>
                  <a:gd name="connsiteY22" fmla="*/ 23209 h 26875"/>
                  <a:gd name="connsiteX23" fmla="*/ 18576 w 38907"/>
                  <a:gd name="connsiteY23" fmla="*/ 23209 h 26875"/>
                  <a:gd name="connsiteX24" fmla="*/ 18576 w 38907"/>
                  <a:gd name="connsiteY24" fmla="*/ 14798 h 26875"/>
                  <a:gd name="connsiteX25" fmla="*/ 18576 w 38907"/>
                  <a:gd name="connsiteY25" fmla="*/ 14798 h 26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38907" h="26875">
                    <a:moveTo>
                      <a:pt x="38862" y="26875"/>
                    </a:moveTo>
                    <a:lnTo>
                      <a:pt x="0" y="26875"/>
                    </a:lnTo>
                    <a:lnTo>
                      <a:pt x="0" y="12684"/>
                    </a:lnTo>
                    <a:cubicBezTo>
                      <a:pt x="0" y="10165"/>
                      <a:pt x="293" y="8096"/>
                      <a:pt x="855" y="6454"/>
                    </a:cubicBezTo>
                    <a:cubicBezTo>
                      <a:pt x="1440" y="4813"/>
                      <a:pt x="2226" y="3531"/>
                      <a:pt x="3238" y="2564"/>
                    </a:cubicBezTo>
                    <a:cubicBezTo>
                      <a:pt x="4251" y="1619"/>
                      <a:pt x="5398" y="945"/>
                      <a:pt x="6724" y="562"/>
                    </a:cubicBezTo>
                    <a:cubicBezTo>
                      <a:pt x="8029" y="180"/>
                      <a:pt x="9423" y="0"/>
                      <a:pt x="10863" y="0"/>
                    </a:cubicBezTo>
                    <a:cubicBezTo>
                      <a:pt x="13022" y="0"/>
                      <a:pt x="14798" y="450"/>
                      <a:pt x="16215" y="1327"/>
                    </a:cubicBezTo>
                    <a:cubicBezTo>
                      <a:pt x="17632" y="2204"/>
                      <a:pt x="18734" y="3351"/>
                      <a:pt x="19543" y="4745"/>
                    </a:cubicBezTo>
                    <a:cubicBezTo>
                      <a:pt x="20353" y="6140"/>
                      <a:pt x="20915" y="7736"/>
                      <a:pt x="21253" y="9513"/>
                    </a:cubicBezTo>
                    <a:cubicBezTo>
                      <a:pt x="21568" y="11290"/>
                      <a:pt x="21747" y="13089"/>
                      <a:pt x="21747" y="14888"/>
                    </a:cubicBezTo>
                    <a:lnTo>
                      <a:pt x="21747" y="23209"/>
                    </a:lnTo>
                    <a:lnTo>
                      <a:pt x="38907" y="23209"/>
                    </a:lnTo>
                    <a:lnTo>
                      <a:pt x="38907" y="26875"/>
                    </a:lnTo>
                    <a:lnTo>
                      <a:pt x="38862" y="26875"/>
                    </a:lnTo>
                    <a:close/>
                    <a:moveTo>
                      <a:pt x="18576" y="14776"/>
                    </a:moveTo>
                    <a:cubicBezTo>
                      <a:pt x="18576" y="13044"/>
                      <a:pt x="18464" y="11492"/>
                      <a:pt x="18262" y="10143"/>
                    </a:cubicBezTo>
                    <a:cubicBezTo>
                      <a:pt x="18037" y="8771"/>
                      <a:pt x="17632" y="7624"/>
                      <a:pt x="17047" y="6657"/>
                    </a:cubicBezTo>
                    <a:cubicBezTo>
                      <a:pt x="16463" y="5690"/>
                      <a:pt x="15653" y="4970"/>
                      <a:pt x="14618" y="4453"/>
                    </a:cubicBezTo>
                    <a:cubicBezTo>
                      <a:pt x="13584" y="3936"/>
                      <a:pt x="12257" y="3666"/>
                      <a:pt x="10593" y="3666"/>
                    </a:cubicBezTo>
                    <a:cubicBezTo>
                      <a:pt x="8141" y="3666"/>
                      <a:pt x="6297" y="4475"/>
                      <a:pt x="5038" y="6072"/>
                    </a:cubicBezTo>
                    <a:cubicBezTo>
                      <a:pt x="3778" y="7669"/>
                      <a:pt x="3149" y="10210"/>
                      <a:pt x="3149" y="13719"/>
                    </a:cubicBezTo>
                    <a:lnTo>
                      <a:pt x="3149" y="23209"/>
                    </a:lnTo>
                    <a:lnTo>
                      <a:pt x="18576" y="23209"/>
                    </a:lnTo>
                    <a:lnTo>
                      <a:pt x="18576" y="14798"/>
                    </a:lnTo>
                    <a:lnTo>
                      <a:pt x="18576" y="14798"/>
                    </a:lnTo>
                    <a:close/>
                  </a:path>
                </a:pathLst>
              </a:custGeom>
              <a:solidFill>
                <a:srgbClr val="231F20"/>
              </a:solidFill>
              <a:ln w="2249" cap="flat">
                <a:noFill/>
                <a:prstDash val="solid"/>
                <a:miter/>
              </a:ln>
            </p:spPr>
            <p:txBody>
              <a:bodyPr rtlCol="0" anchor="ctr"/>
              <a:lstStyle/>
              <a:p>
                <a:endParaRPr lang="en-US"/>
              </a:p>
            </p:txBody>
          </p:sp>
          <p:sp>
            <p:nvSpPr>
              <p:cNvPr id="5422" name="Freeform 5421">
                <a:extLst>
                  <a:ext uri="{FF2B5EF4-FFF2-40B4-BE49-F238E27FC236}">
                    <a16:creationId xmlns:a16="http://schemas.microsoft.com/office/drawing/2014/main" id="{57C176D3-BFCF-1527-1632-0FD8C73F769E}"/>
                  </a:ext>
                </a:extLst>
              </p:cNvPr>
              <p:cNvSpPr/>
              <p:nvPr/>
            </p:nvSpPr>
            <p:spPr>
              <a:xfrm>
                <a:off x="8083742" y="2841937"/>
                <a:ext cx="28719" cy="22197"/>
              </a:xfrm>
              <a:custGeom>
                <a:avLst/>
                <a:gdLst>
                  <a:gd name="connsiteX0" fmla="*/ 23 w 28719"/>
                  <a:gd name="connsiteY0" fmla="*/ 3239 h 22197"/>
                  <a:gd name="connsiteX1" fmla="*/ 23 w 28719"/>
                  <a:gd name="connsiteY1" fmla="*/ 0 h 22197"/>
                  <a:gd name="connsiteX2" fmla="*/ 27977 w 28719"/>
                  <a:gd name="connsiteY2" fmla="*/ 0 h 22197"/>
                  <a:gd name="connsiteX3" fmla="*/ 27977 w 28719"/>
                  <a:gd name="connsiteY3" fmla="*/ 3239 h 22197"/>
                  <a:gd name="connsiteX4" fmla="*/ 24086 w 28719"/>
                  <a:gd name="connsiteY4" fmla="*/ 3239 h 22197"/>
                  <a:gd name="connsiteX5" fmla="*/ 25660 w 28719"/>
                  <a:gd name="connsiteY5" fmla="*/ 4700 h 22197"/>
                  <a:gd name="connsiteX6" fmla="*/ 27145 w 28719"/>
                  <a:gd name="connsiteY6" fmla="*/ 6567 h 22197"/>
                  <a:gd name="connsiteX7" fmla="*/ 28270 w 28719"/>
                  <a:gd name="connsiteY7" fmla="*/ 9018 h 22197"/>
                  <a:gd name="connsiteX8" fmla="*/ 28719 w 28719"/>
                  <a:gd name="connsiteY8" fmla="*/ 12257 h 22197"/>
                  <a:gd name="connsiteX9" fmla="*/ 27932 w 28719"/>
                  <a:gd name="connsiteY9" fmla="*/ 16957 h 22197"/>
                  <a:gd name="connsiteX10" fmla="*/ 25750 w 28719"/>
                  <a:gd name="connsiteY10" fmla="*/ 20016 h 22197"/>
                  <a:gd name="connsiteX11" fmla="*/ 22490 w 28719"/>
                  <a:gd name="connsiteY11" fmla="*/ 21680 h 22197"/>
                  <a:gd name="connsiteX12" fmla="*/ 18419 w 28719"/>
                  <a:gd name="connsiteY12" fmla="*/ 22197 h 22197"/>
                  <a:gd name="connsiteX13" fmla="*/ 23 w 28719"/>
                  <a:gd name="connsiteY13" fmla="*/ 22197 h 22197"/>
                  <a:gd name="connsiteX14" fmla="*/ 23 w 28719"/>
                  <a:gd name="connsiteY14" fmla="*/ 18959 h 22197"/>
                  <a:gd name="connsiteX15" fmla="*/ 18374 w 28719"/>
                  <a:gd name="connsiteY15" fmla="*/ 18959 h 22197"/>
                  <a:gd name="connsiteX16" fmla="*/ 23906 w 28719"/>
                  <a:gd name="connsiteY16" fmla="*/ 17294 h 22197"/>
                  <a:gd name="connsiteX17" fmla="*/ 25818 w 28719"/>
                  <a:gd name="connsiteY17" fmla="*/ 11785 h 22197"/>
                  <a:gd name="connsiteX18" fmla="*/ 25031 w 28719"/>
                  <a:gd name="connsiteY18" fmla="*/ 8186 h 22197"/>
                  <a:gd name="connsiteX19" fmla="*/ 22849 w 28719"/>
                  <a:gd name="connsiteY19" fmla="*/ 5510 h 22197"/>
                  <a:gd name="connsiteX20" fmla="*/ 19498 w 28719"/>
                  <a:gd name="connsiteY20" fmla="*/ 3846 h 22197"/>
                  <a:gd name="connsiteX21" fmla="*/ 15225 w 28719"/>
                  <a:gd name="connsiteY21" fmla="*/ 3261 h 22197"/>
                  <a:gd name="connsiteX22" fmla="*/ 0 w 28719"/>
                  <a:gd name="connsiteY22" fmla="*/ 3261 h 22197"/>
                  <a:gd name="connsiteX23" fmla="*/ 23 w 28719"/>
                  <a:gd name="connsiteY23" fmla="*/ 3261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8719" h="22197">
                    <a:moveTo>
                      <a:pt x="23" y="3239"/>
                    </a:moveTo>
                    <a:lnTo>
                      <a:pt x="23" y="0"/>
                    </a:lnTo>
                    <a:lnTo>
                      <a:pt x="27977" y="0"/>
                    </a:lnTo>
                    <a:lnTo>
                      <a:pt x="27977" y="3239"/>
                    </a:lnTo>
                    <a:lnTo>
                      <a:pt x="24086" y="3239"/>
                    </a:lnTo>
                    <a:cubicBezTo>
                      <a:pt x="24581" y="3666"/>
                      <a:pt x="25121" y="4161"/>
                      <a:pt x="25660" y="4700"/>
                    </a:cubicBezTo>
                    <a:cubicBezTo>
                      <a:pt x="26200" y="5240"/>
                      <a:pt x="26695" y="5870"/>
                      <a:pt x="27145" y="6567"/>
                    </a:cubicBezTo>
                    <a:cubicBezTo>
                      <a:pt x="27595" y="7264"/>
                      <a:pt x="27977" y="8096"/>
                      <a:pt x="28270" y="9018"/>
                    </a:cubicBezTo>
                    <a:cubicBezTo>
                      <a:pt x="28562" y="9940"/>
                      <a:pt x="28719" y="11042"/>
                      <a:pt x="28719" y="12257"/>
                    </a:cubicBezTo>
                    <a:cubicBezTo>
                      <a:pt x="28719" y="14123"/>
                      <a:pt x="28449" y="15698"/>
                      <a:pt x="27932" y="16957"/>
                    </a:cubicBezTo>
                    <a:cubicBezTo>
                      <a:pt x="27415" y="18217"/>
                      <a:pt x="26672" y="19229"/>
                      <a:pt x="25750" y="20016"/>
                    </a:cubicBezTo>
                    <a:cubicBezTo>
                      <a:pt x="24806" y="20780"/>
                      <a:pt x="23727" y="21343"/>
                      <a:pt x="22490" y="21680"/>
                    </a:cubicBezTo>
                    <a:cubicBezTo>
                      <a:pt x="21253" y="22017"/>
                      <a:pt x="19880" y="22197"/>
                      <a:pt x="18419" y="22197"/>
                    </a:cubicBezTo>
                    <a:lnTo>
                      <a:pt x="23" y="22197"/>
                    </a:lnTo>
                    <a:lnTo>
                      <a:pt x="23" y="18959"/>
                    </a:lnTo>
                    <a:lnTo>
                      <a:pt x="18374" y="18959"/>
                    </a:lnTo>
                    <a:cubicBezTo>
                      <a:pt x="20780" y="18959"/>
                      <a:pt x="22625" y="18396"/>
                      <a:pt x="23906" y="17294"/>
                    </a:cubicBezTo>
                    <a:cubicBezTo>
                      <a:pt x="25188" y="16170"/>
                      <a:pt x="25818" y="14348"/>
                      <a:pt x="25818" y="11785"/>
                    </a:cubicBezTo>
                    <a:cubicBezTo>
                      <a:pt x="25818" y="10458"/>
                      <a:pt x="25548" y="9266"/>
                      <a:pt x="25031" y="8186"/>
                    </a:cubicBezTo>
                    <a:cubicBezTo>
                      <a:pt x="24513" y="7129"/>
                      <a:pt x="23772" y="6230"/>
                      <a:pt x="22849" y="5510"/>
                    </a:cubicBezTo>
                    <a:cubicBezTo>
                      <a:pt x="21905" y="4790"/>
                      <a:pt x="20803" y="4228"/>
                      <a:pt x="19498" y="3846"/>
                    </a:cubicBezTo>
                    <a:cubicBezTo>
                      <a:pt x="18194" y="3441"/>
                      <a:pt x="16777" y="3261"/>
                      <a:pt x="15225" y="3261"/>
                    </a:cubicBezTo>
                    <a:lnTo>
                      <a:pt x="0" y="3261"/>
                    </a:lnTo>
                    <a:lnTo>
                      <a:pt x="23" y="3261"/>
                    </a:lnTo>
                    <a:close/>
                  </a:path>
                </a:pathLst>
              </a:custGeom>
              <a:solidFill>
                <a:srgbClr val="231F20"/>
              </a:solidFill>
              <a:ln w="2249" cap="flat">
                <a:noFill/>
                <a:prstDash val="solid"/>
                <a:miter/>
              </a:ln>
            </p:spPr>
            <p:txBody>
              <a:bodyPr rtlCol="0" anchor="ctr"/>
              <a:lstStyle/>
              <a:p>
                <a:endParaRPr lang="en-US"/>
              </a:p>
            </p:txBody>
          </p:sp>
          <p:sp>
            <p:nvSpPr>
              <p:cNvPr id="5423" name="Freeform 5422">
                <a:extLst>
                  <a:ext uri="{FF2B5EF4-FFF2-40B4-BE49-F238E27FC236}">
                    <a16:creationId xmlns:a16="http://schemas.microsoft.com/office/drawing/2014/main" id="{2C9FBE0C-59E5-A76B-220F-E39CB2675C1A}"/>
                  </a:ext>
                </a:extLst>
              </p:cNvPr>
              <p:cNvSpPr/>
              <p:nvPr/>
            </p:nvSpPr>
            <p:spPr>
              <a:xfrm>
                <a:off x="8083000" y="2808068"/>
                <a:ext cx="39738" cy="25683"/>
              </a:xfrm>
              <a:custGeom>
                <a:avLst/>
                <a:gdLst>
                  <a:gd name="connsiteX0" fmla="*/ 39739 w 39738"/>
                  <a:gd name="connsiteY0" fmla="*/ 22445 h 25683"/>
                  <a:gd name="connsiteX1" fmla="*/ 39739 w 39738"/>
                  <a:gd name="connsiteY1" fmla="*/ 25683 h 25683"/>
                  <a:gd name="connsiteX2" fmla="*/ 765 w 39738"/>
                  <a:gd name="connsiteY2" fmla="*/ 25683 h 25683"/>
                  <a:gd name="connsiteX3" fmla="*/ 765 w 39738"/>
                  <a:gd name="connsiteY3" fmla="*/ 22445 h 25683"/>
                  <a:gd name="connsiteX4" fmla="*/ 5667 w 39738"/>
                  <a:gd name="connsiteY4" fmla="*/ 22445 h 25683"/>
                  <a:gd name="connsiteX5" fmla="*/ 5667 w 39738"/>
                  <a:gd name="connsiteY5" fmla="*/ 22332 h 25683"/>
                  <a:gd name="connsiteX6" fmla="*/ 3238 w 39738"/>
                  <a:gd name="connsiteY6" fmla="*/ 20533 h 25683"/>
                  <a:gd name="connsiteX7" fmla="*/ 1462 w 39738"/>
                  <a:gd name="connsiteY7" fmla="*/ 18104 h 25683"/>
                  <a:gd name="connsiteX8" fmla="*/ 382 w 39738"/>
                  <a:gd name="connsiteY8" fmla="*/ 15383 h 25683"/>
                  <a:gd name="connsiteX9" fmla="*/ 0 w 39738"/>
                  <a:gd name="connsiteY9" fmla="*/ 12639 h 25683"/>
                  <a:gd name="connsiteX10" fmla="*/ 1124 w 39738"/>
                  <a:gd name="connsiteY10" fmla="*/ 6859 h 25683"/>
                  <a:gd name="connsiteX11" fmla="*/ 4228 w 39738"/>
                  <a:gd name="connsiteY11" fmla="*/ 2946 h 25683"/>
                  <a:gd name="connsiteX12" fmla="*/ 8906 w 39738"/>
                  <a:gd name="connsiteY12" fmla="*/ 697 h 25683"/>
                  <a:gd name="connsiteX13" fmla="*/ 14686 w 39738"/>
                  <a:gd name="connsiteY13" fmla="*/ 0 h 25683"/>
                  <a:gd name="connsiteX14" fmla="*/ 20308 w 39738"/>
                  <a:gd name="connsiteY14" fmla="*/ 765 h 25683"/>
                  <a:gd name="connsiteX15" fmla="*/ 25031 w 39738"/>
                  <a:gd name="connsiteY15" fmla="*/ 3059 h 25683"/>
                  <a:gd name="connsiteX16" fmla="*/ 28270 w 39738"/>
                  <a:gd name="connsiteY16" fmla="*/ 6949 h 25683"/>
                  <a:gd name="connsiteX17" fmla="*/ 29484 w 39738"/>
                  <a:gd name="connsiteY17" fmla="*/ 12482 h 25683"/>
                  <a:gd name="connsiteX18" fmla="*/ 28157 w 39738"/>
                  <a:gd name="connsiteY18" fmla="*/ 18172 h 25683"/>
                  <a:gd name="connsiteX19" fmla="*/ 24244 w 39738"/>
                  <a:gd name="connsiteY19" fmla="*/ 22467 h 25683"/>
                  <a:gd name="connsiteX20" fmla="*/ 39739 w 39738"/>
                  <a:gd name="connsiteY20" fmla="*/ 22467 h 25683"/>
                  <a:gd name="connsiteX21" fmla="*/ 14843 w 39738"/>
                  <a:gd name="connsiteY21" fmla="*/ 22445 h 25683"/>
                  <a:gd name="connsiteX22" fmla="*/ 19341 w 39738"/>
                  <a:gd name="connsiteY22" fmla="*/ 21792 h 25683"/>
                  <a:gd name="connsiteX23" fmla="*/ 23074 w 39738"/>
                  <a:gd name="connsiteY23" fmla="*/ 19926 h 25683"/>
                  <a:gd name="connsiteX24" fmla="*/ 25616 w 39738"/>
                  <a:gd name="connsiteY24" fmla="*/ 16957 h 25683"/>
                  <a:gd name="connsiteX25" fmla="*/ 26560 w 39738"/>
                  <a:gd name="connsiteY25" fmla="*/ 12999 h 25683"/>
                  <a:gd name="connsiteX26" fmla="*/ 25571 w 39738"/>
                  <a:gd name="connsiteY26" fmla="*/ 8658 h 25683"/>
                  <a:gd name="connsiteX27" fmla="*/ 22849 w 39738"/>
                  <a:gd name="connsiteY27" fmla="*/ 5600 h 25683"/>
                  <a:gd name="connsiteX28" fmla="*/ 18824 w 39738"/>
                  <a:gd name="connsiteY28" fmla="*/ 3868 h 25683"/>
                  <a:gd name="connsiteX29" fmla="*/ 13876 w 39738"/>
                  <a:gd name="connsiteY29" fmla="*/ 3441 h 25683"/>
                  <a:gd name="connsiteX30" fmla="*/ 9198 w 39738"/>
                  <a:gd name="connsiteY30" fmla="*/ 4161 h 25683"/>
                  <a:gd name="connsiteX31" fmla="*/ 5780 w 39738"/>
                  <a:gd name="connsiteY31" fmla="*/ 6185 h 25683"/>
                  <a:gd name="connsiteX32" fmla="*/ 3644 w 39738"/>
                  <a:gd name="connsiteY32" fmla="*/ 9198 h 25683"/>
                  <a:gd name="connsiteX33" fmla="*/ 2924 w 39738"/>
                  <a:gd name="connsiteY33" fmla="*/ 12976 h 25683"/>
                  <a:gd name="connsiteX34" fmla="*/ 3846 w 39738"/>
                  <a:gd name="connsiteY34" fmla="*/ 17025 h 25683"/>
                  <a:gd name="connsiteX35" fmla="*/ 6365 w 39738"/>
                  <a:gd name="connsiteY35" fmla="*/ 19993 h 25683"/>
                  <a:gd name="connsiteX36" fmla="*/ 10143 w 39738"/>
                  <a:gd name="connsiteY36" fmla="*/ 21792 h 25683"/>
                  <a:gd name="connsiteX37" fmla="*/ 14866 w 39738"/>
                  <a:gd name="connsiteY37" fmla="*/ 22422 h 25683"/>
                  <a:gd name="connsiteX38" fmla="*/ 14866 w 39738"/>
                  <a:gd name="connsiteY38" fmla="*/ 22422 h 25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39738" h="25683">
                    <a:moveTo>
                      <a:pt x="39739" y="22445"/>
                    </a:moveTo>
                    <a:lnTo>
                      <a:pt x="39739" y="25683"/>
                    </a:lnTo>
                    <a:lnTo>
                      <a:pt x="765" y="25683"/>
                    </a:lnTo>
                    <a:lnTo>
                      <a:pt x="765" y="22445"/>
                    </a:lnTo>
                    <a:lnTo>
                      <a:pt x="5667" y="22445"/>
                    </a:lnTo>
                    <a:lnTo>
                      <a:pt x="5667" y="22332"/>
                    </a:lnTo>
                    <a:cubicBezTo>
                      <a:pt x="4768" y="21860"/>
                      <a:pt x="3958" y="21253"/>
                      <a:pt x="3238" y="20533"/>
                    </a:cubicBezTo>
                    <a:cubicBezTo>
                      <a:pt x="2519" y="19791"/>
                      <a:pt x="1934" y="18981"/>
                      <a:pt x="1462" y="18104"/>
                    </a:cubicBezTo>
                    <a:cubicBezTo>
                      <a:pt x="989" y="17227"/>
                      <a:pt x="630" y="16305"/>
                      <a:pt x="382" y="15383"/>
                    </a:cubicBezTo>
                    <a:cubicBezTo>
                      <a:pt x="135" y="14438"/>
                      <a:pt x="0" y="13539"/>
                      <a:pt x="0" y="12639"/>
                    </a:cubicBezTo>
                    <a:cubicBezTo>
                      <a:pt x="0" y="10368"/>
                      <a:pt x="382" y="8456"/>
                      <a:pt x="1124" y="6859"/>
                    </a:cubicBezTo>
                    <a:cubicBezTo>
                      <a:pt x="1867" y="5263"/>
                      <a:pt x="2924" y="3981"/>
                      <a:pt x="4228" y="2946"/>
                    </a:cubicBezTo>
                    <a:cubicBezTo>
                      <a:pt x="5532" y="1912"/>
                      <a:pt x="7107" y="1169"/>
                      <a:pt x="8906" y="697"/>
                    </a:cubicBezTo>
                    <a:cubicBezTo>
                      <a:pt x="10705" y="225"/>
                      <a:pt x="12639" y="0"/>
                      <a:pt x="14686" y="0"/>
                    </a:cubicBezTo>
                    <a:cubicBezTo>
                      <a:pt x="16620" y="0"/>
                      <a:pt x="18509" y="247"/>
                      <a:pt x="20308" y="765"/>
                    </a:cubicBezTo>
                    <a:cubicBezTo>
                      <a:pt x="22107" y="1259"/>
                      <a:pt x="23682" y="2024"/>
                      <a:pt x="25031" y="3059"/>
                    </a:cubicBezTo>
                    <a:cubicBezTo>
                      <a:pt x="26380" y="4093"/>
                      <a:pt x="27460" y="5375"/>
                      <a:pt x="28270" y="6949"/>
                    </a:cubicBezTo>
                    <a:cubicBezTo>
                      <a:pt x="29079" y="8524"/>
                      <a:pt x="29484" y="10368"/>
                      <a:pt x="29484" y="12482"/>
                    </a:cubicBezTo>
                    <a:cubicBezTo>
                      <a:pt x="29484" y="14461"/>
                      <a:pt x="29034" y="16350"/>
                      <a:pt x="28157" y="18172"/>
                    </a:cubicBezTo>
                    <a:cubicBezTo>
                      <a:pt x="27280" y="19993"/>
                      <a:pt x="25976" y="21410"/>
                      <a:pt x="24244" y="22467"/>
                    </a:cubicBezTo>
                    <a:lnTo>
                      <a:pt x="39739" y="22467"/>
                    </a:lnTo>
                    <a:close/>
                    <a:moveTo>
                      <a:pt x="14843" y="22445"/>
                    </a:moveTo>
                    <a:cubicBezTo>
                      <a:pt x="16418" y="22445"/>
                      <a:pt x="17924" y="22220"/>
                      <a:pt x="19341" y="21792"/>
                    </a:cubicBezTo>
                    <a:cubicBezTo>
                      <a:pt x="20758" y="21365"/>
                      <a:pt x="21995" y="20735"/>
                      <a:pt x="23074" y="19926"/>
                    </a:cubicBezTo>
                    <a:cubicBezTo>
                      <a:pt x="24131" y="19116"/>
                      <a:pt x="24986" y="18127"/>
                      <a:pt x="25616" y="16957"/>
                    </a:cubicBezTo>
                    <a:cubicBezTo>
                      <a:pt x="26245" y="15788"/>
                      <a:pt x="26560" y="14461"/>
                      <a:pt x="26560" y="12999"/>
                    </a:cubicBezTo>
                    <a:cubicBezTo>
                      <a:pt x="26560" y="11335"/>
                      <a:pt x="26223" y="9895"/>
                      <a:pt x="25571" y="8658"/>
                    </a:cubicBezTo>
                    <a:cubicBezTo>
                      <a:pt x="24896" y="7422"/>
                      <a:pt x="23996" y="6409"/>
                      <a:pt x="22849" y="5600"/>
                    </a:cubicBezTo>
                    <a:cubicBezTo>
                      <a:pt x="21703" y="4813"/>
                      <a:pt x="20353" y="4228"/>
                      <a:pt x="18824" y="3868"/>
                    </a:cubicBezTo>
                    <a:cubicBezTo>
                      <a:pt x="17294" y="3508"/>
                      <a:pt x="15653" y="3373"/>
                      <a:pt x="13876" y="3441"/>
                    </a:cubicBezTo>
                    <a:cubicBezTo>
                      <a:pt x="12122" y="3441"/>
                      <a:pt x="10547" y="3688"/>
                      <a:pt x="9198" y="4161"/>
                    </a:cubicBezTo>
                    <a:cubicBezTo>
                      <a:pt x="7849" y="4655"/>
                      <a:pt x="6702" y="5330"/>
                      <a:pt x="5780" y="6185"/>
                    </a:cubicBezTo>
                    <a:cubicBezTo>
                      <a:pt x="4836" y="7039"/>
                      <a:pt x="4138" y="8051"/>
                      <a:pt x="3644" y="9198"/>
                    </a:cubicBezTo>
                    <a:cubicBezTo>
                      <a:pt x="3149" y="10345"/>
                      <a:pt x="2924" y="11605"/>
                      <a:pt x="2924" y="12976"/>
                    </a:cubicBezTo>
                    <a:cubicBezTo>
                      <a:pt x="2924" y="14483"/>
                      <a:pt x="3238" y="15833"/>
                      <a:pt x="3846" y="17025"/>
                    </a:cubicBezTo>
                    <a:cubicBezTo>
                      <a:pt x="4453" y="18217"/>
                      <a:pt x="5285" y="19206"/>
                      <a:pt x="6365" y="19993"/>
                    </a:cubicBezTo>
                    <a:cubicBezTo>
                      <a:pt x="7422" y="20780"/>
                      <a:pt x="8681" y="21388"/>
                      <a:pt x="10143" y="21792"/>
                    </a:cubicBezTo>
                    <a:cubicBezTo>
                      <a:pt x="11604" y="22197"/>
                      <a:pt x="13179" y="22422"/>
                      <a:pt x="14866" y="22422"/>
                    </a:cubicBezTo>
                    <a:lnTo>
                      <a:pt x="14866" y="22422"/>
                    </a:lnTo>
                    <a:close/>
                  </a:path>
                </a:pathLst>
              </a:custGeom>
              <a:solidFill>
                <a:srgbClr val="231F20"/>
              </a:solidFill>
              <a:ln w="2249" cap="flat">
                <a:noFill/>
                <a:prstDash val="solid"/>
                <a:miter/>
              </a:ln>
            </p:spPr>
            <p:txBody>
              <a:bodyPr rtlCol="0" anchor="ctr"/>
              <a:lstStyle/>
              <a:p>
                <a:endParaRPr lang="en-US"/>
              </a:p>
            </p:txBody>
          </p:sp>
          <p:sp>
            <p:nvSpPr>
              <p:cNvPr id="5424" name="Freeform 5423">
                <a:extLst>
                  <a:ext uri="{FF2B5EF4-FFF2-40B4-BE49-F238E27FC236}">
                    <a16:creationId xmlns:a16="http://schemas.microsoft.com/office/drawing/2014/main" id="{FEA6FC0A-1E4B-3C4A-C080-1BFEE4E72637}"/>
                  </a:ext>
                </a:extLst>
              </p:cNvPr>
              <p:cNvSpPr/>
              <p:nvPr/>
            </p:nvSpPr>
            <p:spPr>
              <a:xfrm>
                <a:off x="8072857" y="2797295"/>
                <a:ext cx="38862" cy="3553"/>
              </a:xfrm>
              <a:custGeom>
                <a:avLst/>
                <a:gdLst>
                  <a:gd name="connsiteX0" fmla="*/ 4813 w 38862"/>
                  <a:gd name="connsiteY0" fmla="*/ 3553 h 3553"/>
                  <a:gd name="connsiteX1" fmla="*/ 0 w 38862"/>
                  <a:gd name="connsiteY1" fmla="*/ 3553 h 3553"/>
                  <a:gd name="connsiteX2" fmla="*/ 0 w 38862"/>
                  <a:gd name="connsiteY2" fmla="*/ 0 h 3553"/>
                  <a:gd name="connsiteX3" fmla="*/ 4813 w 38862"/>
                  <a:gd name="connsiteY3" fmla="*/ 0 h 3553"/>
                  <a:gd name="connsiteX4" fmla="*/ 4813 w 38862"/>
                  <a:gd name="connsiteY4" fmla="*/ 3553 h 3553"/>
                  <a:gd name="connsiteX5" fmla="*/ 38862 w 38862"/>
                  <a:gd name="connsiteY5" fmla="*/ 3373 h 3553"/>
                  <a:gd name="connsiteX6" fmla="*/ 10908 w 38862"/>
                  <a:gd name="connsiteY6" fmla="*/ 3373 h 3553"/>
                  <a:gd name="connsiteX7" fmla="*/ 10908 w 38862"/>
                  <a:gd name="connsiteY7" fmla="*/ 135 h 3553"/>
                  <a:gd name="connsiteX8" fmla="*/ 38862 w 38862"/>
                  <a:gd name="connsiteY8" fmla="*/ 135 h 3553"/>
                  <a:gd name="connsiteX9" fmla="*/ 38862 w 38862"/>
                  <a:gd name="connsiteY9" fmla="*/ 3373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62" h="3553">
                    <a:moveTo>
                      <a:pt x="4813" y="3553"/>
                    </a:moveTo>
                    <a:lnTo>
                      <a:pt x="0" y="3553"/>
                    </a:lnTo>
                    <a:lnTo>
                      <a:pt x="0" y="0"/>
                    </a:lnTo>
                    <a:lnTo>
                      <a:pt x="4813" y="0"/>
                    </a:lnTo>
                    <a:lnTo>
                      <a:pt x="4813" y="3553"/>
                    </a:lnTo>
                    <a:close/>
                    <a:moveTo>
                      <a:pt x="38862" y="3373"/>
                    </a:moveTo>
                    <a:lnTo>
                      <a:pt x="10908" y="3373"/>
                    </a:lnTo>
                    <a:lnTo>
                      <a:pt x="10908" y="135"/>
                    </a:lnTo>
                    <a:lnTo>
                      <a:pt x="38862" y="135"/>
                    </a:lnTo>
                    <a:lnTo>
                      <a:pt x="38862" y="3373"/>
                    </a:lnTo>
                    <a:close/>
                  </a:path>
                </a:pathLst>
              </a:custGeom>
              <a:solidFill>
                <a:srgbClr val="231F20"/>
              </a:solidFill>
              <a:ln w="2249" cap="flat">
                <a:noFill/>
                <a:prstDash val="solid"/>
                <a:miter/>
              </a:ln>
            </p:spPr>
            <p:txBody>
              <a:bodyPr rtlCol="0" anchor="ctr"/>
              <a:lstStyle/>
              <a:p>
                <a:endParaRPr lang="en-US"/>
              </a:p>
            </p:txBody>
          </p:sp>
          <p:sp>
            <p:nvSpPr>
              <p:cNvPr id="5425" name="Freeform 5424">
                <a:extLst>
                  <a:ext uri="{FF2B5EF4-FFF2-40B4-BE49-F238E27FC236}">
                    <a16:creationId xmlns:a16="http://schemas.microsoft.com/office/drawing/2014/main" id="{0CF2218D-7CD5-464C-6593-EEBE7E60DE30}"/>
                  </a:ext>
                </a:extLst>
              </p:cNvPr>
              <p:cNvSpPr/>
              <p:nvPr/>
            </p:nvSpPr>
            <p:spPr>
              <a:xfrm>
                <a:off x="8072857" y="2785466"/>
                <a:ext cx="38862" cy="3238"/>
              </a:xfrm>
              <a:custGeom>
                <a:avLst/>
                <a:gdLst>
                  <a:gd name="connsiteX0" fmla="*/ 38862 w 38862"/>
                  <a:gd name="connsiteY0" fmla="*/ 3239 h 3238"/>
                  <a:gd name="connsiteX1" fmla="*/ 0 w 38862"/>
                  <a:gd name="connsiteY1" fmla="*/ 3239 h 3238"/>
                  <a:gd name="connsiteX2" fmla="*/ 0 w 38862"/>
                  <a:gd name="connsiteY2" fmla="*/ 0 h 3238"/>
                  <a:gd name="connsiteX3" fmla="*/ 38862 w 38862"/>
                  <a:gd name="connsiteY3" fmla="*/ 0 h 3238"/>
                  <a:gd name="connsiteX4" fmla="*/ 38862 w 38862"/>
                  <a:gd name="connsiteY4" fmla="*/ 3239 h 3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862" h="3238">
                    <a:moveTo>
                      <a:pt x="38862" y="3239"/>
                    </a:moveTo>
                    <a:lnTo>
                      <a:pt x="0" y="3239"/>
                    </a:lnTo>
                    <a:lnTo>
                      <a:pt x="0" y="0"/>
                    </a:lnTo>
                    <a:lnTo>
                      <a:pt x="38862" y="0"/>
                    </a:lnTo>
                    <a:lnTo>
                      <a:pt x="38862" y="3239"/>
                    </a:lnTo>
                    <a:close/>
                  </a:path>
                </a:pathLst>
              </a:custGeom>
              <a:solidFill>
                <a:srgbClr val="231F20"/>
              </a:solidFill>
              <a:ln w="2249" cap="flat">
                <a:noFill/>
                <a:prstDash val="solid"/>
                <a:miter/>
              </a:ln>
            </p:spPr>
            <p:txBody>
              <a:bodyPr rtlCol="0" anchor="ctr"/>
              <a:lstStyle/>
              <a:p>
                <a:endParaRPr lang="en-US"/>
              </a:p>
            </p:txBody>
          </p:sp>
          <p:sp>
            <p:nvSpPr>
              <p:cNvPr id="5426" name="Freeform 5425">
                <a:extLst>
                  <a:ext uri="{FF2B5EF4-FFF2-40B4-BE49-F238E27FC236}">
                    <a16:creationId xmlns:a16="http://schemas.microsoft.com/office/drawing/2014/main" id="{9E24031A-EEAB-3F24-0910-C1063D0246FD}"/>
                  </a:ext>
                </a:extLst>
              </p:cNvPr>
              <p:cNvSpPr/>
              <p:nvPr/>
            </p:nvSpPr>
            <p:spPr>
              <a:xfrm>
                <a:off x="8083000" y="2738642"/>
                <a:ext cx="29461" cy="24895"/>
              </a:xfrm>
              <a:custGeom>
                <a:avLst/>
                <a:gdLst>
                  <a:gd name="connsiteX0" fmla="*/ 9558 w 29461"/>
                  <a:gd name="connsiteY0" fmla="*/ 3733 h 24895"/>
                  <a:gd name="connsiteX1" fmla="*/ 4678 w 29461"/>
                  <a:gd name="connsiteY1" fmla="*/ 6702 h 24895"/>
                  <a:gd name="connsiteX2" fmla="*/ 2924 w 29461"/>
                  <a:gd name="connsiteY2" fmla="*/ 12054 h 24895"/>
                  <a:gd name="connsiteX3" fmla="*/ 3958 w 29461"/>
                  <a:gd name="connsiteY3" fmla="*/ 16327 h 24895"/>
                  <a:gd name="connsiteX4" fmla="*/ 6679 w 29461"/>
                  <a:gd name="connsiteY4" fmla="*/ 19251 h 24895"/>
                  <a:gd name="connsiteX5" fmla="*/ 10502 w 29461"/>
                  <a:gd name="connsiteY5" fmla="*/ 20915 h 24895"/>
                  <a:gd name="connsiteX6" fmla="*/ 14798 w 29461"/>
                  <a:gd name="connsiteY6" fmla="*/ 21455 h 24895"/>
                  <a:gd name="connsiteX7" fmla="*/ 19116 w 29461"/>
                  <a:gd name="connsiteY7" fmla="*/ 20938 h 24895"/>
                  <a:gd name="connsiteX8" fmla="*/ 22894 w 29461"/>
                  <a:gd name="connsiteY8" fmla="*/ 19296 h 24895"/>
                  <a:gd name="connsiteX9" fmla="*/ 25571 w 29461"/>
                  <a:gd name="connsiteY9" fmla="*/ 16372 h 24895"/>
                  <a:gd name="connsiteX10" fmla="*/ 26560 w 29461"/>
                  <a:gd name="connsiteY10" fmla="*/ 12054 h 24895"/>
                  <a:gd name="connsiteX11" fmla="*/ 24558 w 29461"/>
                  <a:gd name="connsiteY11" fmla="*/ 6252 h 24895"/>
                  <a:gd name="connsiteX12" fmla="*/ 19049 w 29461"/>
                  <a:gd name="connsiteY12" fmla="*/ 3463 h 24895"/>
                  <a:gd name="connsiteX13" fmla="*/ 19049 w 29461"/>
                  <a:gd name="connsiteY13" fmla="*/ 0 h 24895"/>
                  <a:gd name="connsiteX14" fmla="*/ 23277 w 29461"/>
                  <a:gd name="connsiteY14" fmla="*/ 1372 h 24895"/>
                  <a:gd name="connsiteX15" fmla="*/ 26560 w 29461"/>
                  <a:gd name="connsiteY15" fmla="*/ 3801 h 24895"/>
                  <a:gd name="connsiteX16" fmla="*/ 28697 w 29461"/>
                  <a:gd name="connsiteY16" fmla="*/ 7332 h 24895"/>
                  <a:gd name="connsiteX17" fmla="*/ 29462 w 29461"/>
                  <a:gd name="connsiteY17" fmla="*/ 12032 h 24895"/>
                  <a:gd name="connsiteX18" fmla="*/ 28337 w 29461"/>
                  <a:gd name="connsiteY18" fmla="*/ 17812 h 24895"/>
                  <a:gd name="connsiteX19" fmla="*/ 25233 w 29461"/>
                  <a:gd name="connsiteY19" fmla="*/ 21815 h 24895"/>
                  <a:gd name="connsiteX20" fmla="*/ 20556 w 29461"/>
                  <a:gd name="connsiteY20" fmla="*/ 24131 h 24895"/>
                  <a:gd name="connsiteX21" fmla="*/ 14776 w 29461"/>
                  <a:gd name="connsiteY21" fmla="*/ 24896 h 24895"/>
                  <a:gd name="connsiteX22" fmla="*/ 9198 w 29461"/>
                  <a:gd name="connsiteY22" fmla="*/ 24064 h 24895"/>
                  <a:gd name="connsiteX23" fmla="*/ 4475 w 29461"/>
                  <a:gd name="connsiteY23" fmla="*/ 21612 h 24895"/>
                  <a:gd name="connsiteX24" fmla="*/ 1215 w 29461"/>
                  <a:gd name="connsiteY24" fmla="*/ 17587 h 24895"/>
                  <a:gd name="connsiteX25" fmla="*/ 0 w 29461"/>
                  <a:gd name="connsiteY25" fmla="*/ 12054 h 24895"/>
                  <a:gd name="connsiteX26" fmla="*/ 2316 w 29461"/>
                  <a:gd name="connsiteY26" fmla="*/ 4206 h 24895"/>
                  <a:gd name="connsiteX27" fmla="*/ 9558 w 29461"/>
                  <a:gd name="connsiteY27" fmla="*/ 450 h 24895"/>
                  <a:gd name="connsiteX28" fmla="*/ 9558 w 29461"/>
                  <a:gd name="connsiteY28" fmla="*/ 3733 h 24895"/>
                  <a:gd name="connsiteX29" fmla="*/ 9558 w 29461"/>
                  <a:gd name="connsiteY29" fmla="*/ 3733 h 24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9461" h="24895">
                    <a:moveTo>
                      <a:pt x="9558" y="3733"/>
                    </a:moveTo>
                    <a:cubicBezTo>
                      <a:pt x="7467" y="4318"/>
                      <a:pt x="5848" y="5308"/>
                      <a:pt x="4678" y="6702"/>
                    </a:cubicBezTo>
                    <a:cubicBezTo>
                      <a:pt x="3509" y="8096"/>
                      <a:pt x="2924" y="9895"/>
                      <a:pt x="2924" y="12054"/>
                    </a:cubicBezTo>
                    <a:cubicBezTo>
                      <a:pt x="2924" y="13719"/>
                      <a:pt x="3261" y="15135"/>
                      <a:pt x="3958" y="16327"/>
                    </a:cubicBezTo>
                    <a:cubicBezTo>
                      <a:pt x="4633" y="17519"/>
                      <a:pt x="5555" y="18486"/>
                      <a:pt x="6679" y="19251"/>
                    </a:cubicBezTo>
                    <a:cubicBezTo>
                      <a:pt x="7804" y="20016"/>
                      <a:pt x="9086" y="20555"/>
                      <a:pt x="10502" y="20915"/>
                    </a:cubicBezTo>
                    <a:cubicBezTo>
                      <a:pt x="11920" y="21275"/>
                      <a:pt x="13359" y="21455"/>
                      <a:pt x="14798" y="21455"/>
                    </a:cubicBezTo>
                    <a:cubicBezTo>
                      <a:pt x="16237" y="21455"/>
                      <a:pt x="17722" y="21275"/>
                      <a:pt x="19116" y="20938"/>
                    </a:cubicBezTo>
                    <a:cubicBezTo>
                      <a:pt x="20511" y="20600"/>
                      <a:pt x="21770" y="20038"/>
                      <a:pt x="22894" y="19296"/>
                    </a:cubicBezTo>
                    <a:cubicBezTo>
                      <a:pt x="24019" y="18554"/>
                      <a:pt x="24896" y="17564"/>
                      <a:pt x="25571" y="16372"/>
                    </a:cubicBezTo>
                    <a:cubicBezTo>
                      <a:pt x="26245" y="15180"/>
                      <a:pt x="26560" y="13741"/>
                      <a:pt x="26560" y="12054"/>
                    </a:cubicBezTo>
                    <a:cubicBezTo>
                      <a:pt x="26560" y="9648"/>
                      <a:pt x="25886" y="7714"/>
                      <a:pt x="24558" y="6252"/>
                    </a:cubicBezTo>
                    <a:cubicBezTo>
                      <a:pt x="23232" y="4790"/>
                      <a:pt x="21388" y="3868"/>
                      <a:pt x="19049" y="3463"/>
                    </a:cubicBezTo>
                    <a:lnTo>
                      <a:pt x="19049" y="0"/>
                    </a:lnTo>
                    <a:cubicBezTo>
                      <a:pt x="20600" y="292"/>
                      <a:pt x="22017" y="742"/>
                      <a:pt x="23277" y="1372"/>
                    </a:cubicBezTo>
                    <a:cubicBezTo>
                      <a:pt x="24558" y="2002"/>
                      <a:pt x="25660" y="2811"/>
                      <a:pt x="26560" y="3801"/>
                    </a:cubicBezTo>
                    <a:cubicBezTo>
                      <a:pt x="27482" y="4790"/>
                      <a:pt x="28180" y="5960"/>
                      <a:pt x="28697" y="7332"/>
                    </a:cubicBezTo>
                    <a:cubicBezTo>
                      <a:pt x="29191" y="8703"/>
                      <a:pt x="29462" y="10255"/>
                      <a:pt x="29462" y="12032"/>
                    </a:cubicBezTo>
                    <a:cubicBezTo>
                      <a:pt x="29462" y="14258"/>
                      <a:pt x="29079" y="16192"/>
                      <a:pt x="28337" y="17812"/>
                    </a:cubicBezTo>
                    <a:cubicBezTo>
                      <a:pt x="27595" y="19431"/>
                      <a:pt x="26538" y="20758"/>
                      <a:pt x="25233" y="21815"/>
                    </a:cubicBezTo>
                    <a:cubicBezTo>
                      <a:pt x="23929" y="22849"/>
                      <a:pt x="22355" y="23637"/>
                      <a:pt x="20556" y="24131"/>
                    </a:cubicBezTo>
                    <a:cubicBezTo>
                      <a:pt x="18757" y="24626"/>
                      <a:pt x="16822" y="24896"/>
                      <a:pt x="14776" y="24896"/>
                    </a:cubicBezTo>
                    <a:cubicBezTo>
                      <a:pt x="12841" y="24896"/>
                      <a:pt x="10975" y="24626"/>
                      <a:pt x="9198" y="24064"/>
                    </a:cubicBezTo>
                    <a:cubicBezTo>
                      <a:pt x="7422" y="23502"/>
                      <a:pt x="5848" y="22692"/>
                      <a:pt x="4475" y="21612"/>
                    </a:cubicBezTo>
                    <a:cubicBezTo>
                      <a:pt x="3104" y="20533"/>
                      <a:pt x="2024" y="19184"/>
                      <a:pt x="1215" y="17587"/>
                    </a:cubicBezTo>
                    <a:cubicBezTo>
                      <a:pt x="405" y="15990"/>
                      <a:pt x="0" y="14146"/>
                      <a:pt x="0" y="12054"/>
                    </a:cubicBezTo>
                    <a:cubicBezTo>
                      <a:pt x="0" y="8816"/>
                      <a:pt x="765" y="6207"/>
                      <a:pt x="2316" y="4206"/>
                    </a:cubicBezTo>
                    <a:cubicBezTo>
                      <a:pt x="3868" y="2204"/>
                      <a:pt x="6275" y="967"/>
                      <a:pt x="9558" y="450"/>
                    </a:cubicBezTo>
                    <a:lnTo>
                      <a:pt x="9558" y="3733"/>
                    </a:lnTo>
                    <a:lnTo>
                      <a:pt x="9558" y="3733"/>
                    </a:lnTo>
                    <a:close/>
                  </a:path>
                </a:pathLst>
              </a:custGeom>
              <a:solidFill>
                <a:srgbClr val="231F20"/>
              </a:solidFill>
              <a:ln w="2249" cap="flat">
                <a:noFill/>
                <a:prstDash val="solid"/>
                <a:miter/>
              </a:ln>
            </p:spPr>
            <p:txBody>
              <a:bodyPr rtlCol="0" anchor="ctr"/>
              <a:lstStyle/>
              <a:p>
                <a:endParaRPr lang="en-US"/>
              </a:p>
            </p:txBody>
          </p:sp>
          <p:sp>
            <p:nvSpPr>
              <p:cNvPr id="5427" name="Freeform 5426">
                <a:extLst>
                  <a:ext uri="{FF2B5EF4-FFF2-40B4-BE49-F238E27FC236}">
                    <a16:creationId xmlns:a16="http://schemas.microsoft.com/office/drawing/2014/main" id="{4CF69638-56FA-88D2-B1E8-85956685AC32}"/>
                  </a:ext>
                </a:extLst>
              </p:cNvPr>
              <p:cNvSpPr/>
              <p:nvPr/>
            </p:nvSpPr>
            <p:spPr>
              <a:xfrm>
                <a:off x="8072857" y="2709991"/>
                <a:ext cx="38884" cy="22197"/>
              </a:xfrm>
              <a:custGeom>
                <a:avLst/>
                <a:gdLst>
                  <a:gd name="connsiteX0" fmla="*/ 38862 w 38884"/>
                  <a:gd name="connsiteY0" fmla="*/ 22197 h 22197"/>
                  <a:gd name="connsiteX1" fmla="*/ 0 w 38884"/>
                  <a:gd name="connsiteY1" fmla="*/ 22197 h 22197"/>
                  <a:gd name="connsiteX2" fmla="*/ 0 w 38884"/>
                  <a:gd name="connsiteY2" fmla="*/ 18959 h 22197"/>
                  <a:gd name="connsiteX3" fmla="*/ 14798 w 38884"/>
                  <a:gd name="connsiteY3" fmla="*/ 18959 h 22197"/>
                  <a:gd name="connsiteX4" fmla="*/ 11447 w 38884"/>
                  <a:gd name="connsiteY4" fmla="*/ 14933 h 22197"/>
                  <a:gd name="connsiteX5" fmla="*/ 10143 w 38884"/>
                  <a:gd name="connsiteY5" fmla="*/ 9940 h 22197"/>
                  <a:gd name="connsiteX6" fmla="*/ 11043 w 38884"/>
                  <a:gd name="connsiteY6" fmla="*/ 5128 h 22197"/>
                  <a:gd name="connsiteX7" fmla="*/ 14146 w 38884"/>
                  <a:gd name="connsiteY7" fmla="*/ 1394 h 22197"/>
                  <a:gd name="connsiteX8" fmla="*/ 17249 w 38884"/>
                  <a:gd name="connsiteY8" fmla="*/ 180 h 22197"/>
                  <a:gd name="connsiteX9" fmla="*/ 20578 w 38884"/>
                  <a:gd name="connsiteY9" fmla="*/ 0 h 22197"/>
                  <a:gd name="connsiteX10" fmla="*/ 38885 w 38884"/>
                  <a:gd name="connsiteY10" fmla="*/ 0 h 22197"/>
                  <a:gd name="connsiteX11" fmla="*/ 38885 w 38884"/>
                  <a:gd name="connsiteY11" fmla="*/ 3239 h 22197"/>
                  <a:gd name="connsiteX12" fmla="*/ 20645 w 38884"/>
                  <a:gd name="connsiteY12" fmla="*/ 3239 h 22197"/>
                  <a:gd name="connsiteX13" fmla="*/ 14978 w 38884"/>
                  <a:gd name="connsiteY13" fmla="*/ 4903 h 22197"/>
                  <a:gd name="connsiteX14" fmla="*/ 13089 w 38884"/>
                  <a:gd name="connsiteY14" fmla="*/ 10458 h 22197"/>
                  <a:gd name="connsiteX15" fmla="*/ 13539 w 38884"/>
                  <a:gd name="connsiteY15" fmla="*/ 13201 h 22197"/>
                  <a:gd name="connsiteX16" fmla="*/ 14753 w 38884"/>
                  <a:gd name="connsiteY16" fmla="*/ 15450 h 22197"/>
                  <a:gd name="connsiteX17" fmla="*/ 16485 w 38884"/>
                  <a:gd name="connsiteY17" fmla="*/ 17160 h 22197"/>
                  <a:gd name="connsiteX18" fmla="*/ 18531 w 38884"/>
                  <a:gd name="connsiteY18" fmla="*/ 18239 h 22197"/>
                  <a:gd name="connsiteX19" fmla="*/ 21118 w 38884"/>
                  <a:gd name="connsiteY19" fmla="*/ 18824 h 22197"/>
                  <a:gd name="connsiteX20" fmla="*/ 23817 w 38884"/>
                  <a:gd name="connsiteY20" fmla="*/ 18936 h 22197"/>
                  <a:gd name="connsiteX21" fmla="*/ 38885 w 38884"/>
                  <a:gd name="connsiteY21" fmla="*/ 18936 h 22197"/>
                  <a:gd name="connsiteX22" fmla="*/ 38885 w 38884"/>
                  <a:gd name="connsiteY22" fmla="*/ 22175 h 22197"/>
                  <a:gd name="connsiteX23" fmla="*/ 38885 w 38884"/>
                  <a:gd name="connsiteY23" fmla="*/ 22175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884" h="22197">
                    <a:moveTo>
                      <a:pt x="38862" y="22197"/>
                    </a:moveTo>
                    <a:lnTo>
                      <a:pt x="0" y="22197"/>
                    </a:lnTo>
                    <a:lnTo>
                      <a:pt x="0" y="18959"/>
                    </a:lnTo>
                    <a:lnTo>
                      <a:pt x="14798" y="18959"/>
                    </a:lnTo>
                    <a:cubicBezTo>
                      <a:pt x="13426" y="17654"/>
                      <a:pt x="12324" y="16327"/>
                      <a:pt x="11447" y="14933"/>
                    </a:cubicBezTo>
                    <a:cubicBezTo>
                      <a:pt x="10593" y="13539"/>
                      <a:pt x="10143" y="11874"/>
                      <a:pt x="10143" y="9940"/>
                    </a:cubicBezTo>
                    <a:cubicBezTo>
                      <a:pt x="10143" y="8209"/>
                      <a:pt x="10435" y="6612"/>
                      <a:pt x="11043" y="5128"/>
                    </a:cubicBezTo>
                    <a:cubicBezTo>
                      <a:pt x="11627" y="3643"/>
                      <a:pt x="12662" y="2406"/>
                      <a:pt x="14146" y="1394"/>
                    </a:cubicBezTo>
                    <a:cubicBezTo>
                      <a:pt x="15158" y="720"/>
                      <a:pt x="16192" y="315"/>
                      <a:pt x="17249" y="180"/>
                    </a:cubicBezTo>
                    <a:cubicBezTo>
                      <a:pt x="18307" y="45"/>
                      <a:pt x="19409" y="0"/>
                      <a:pt x="20578" y="0"/>
                    </a:cubicBezTo>
                    <a:lnTo>
                      <a:pt x="38885" y="0"/>
                    </a:lnTo>
                    <a:lnTo>
                      <a:pt x="38885" y="3239"/>
                    </a:lnTo>
                    <a:lnTo>
                      <a:pt x="20645" y="3239"/>
                    </a:lnTo>
                    <a:cubicBezTo>
                      <a:pt x="18127" y="3239"/>
                      <a:pt x="16237" y="3801"/>
                      <a:pt x="14978" y="4903"/>
                    </a:cubicBezTo>
                    <a:cubicBezTo>
                      <a:pt x="13719" y="6027"/>
                      <a:pt x="13089" y="7871"/>
                      <a:pt x="13089" y="10458"/>
                    </a:cubicBezTo>
                    <a:cubicBezTo>
                      <a:pt x="13089" y="11470"/>
                      <a:pt x="13247" y="12392"/>
                      <a:pt x="13539" y="13201"/>
                    </a:cubicBezTo>
                    <a:cubicBezTo>
                      <a:pt x="13831" y="14011"/>
                      <a:pt x="14259" y="14776"/>
                      <a:pt x="14753" y="15450"/>
                    </a:cubicBezTo>
                    <a:cubicBezTo>
                      <a:pt x="15248" y="16125"/>
                      <a:pt x="15833" y="16687"/>
                      <a:pt x="16485" y="17160"/>
                    </a:cubicBezTo>
                    <a:cubicBezTo>
                      <a:pt x="17137" y="17632"/>
                      <a:pt x="17812" y="17992"/>
                      <a:pt x="18531" y="18239"/>
                    </a:cubicBezTo>
                    <a:cubicBezTo>
                      <a:pt x="19431" y="18554"/>
                      <a:pt x="20286" y="18756"/>
                      <a:pt x="21118" y="18824"/>
                    </a:cubicBezTo>
                    <a:cubicBezTo>
                      <a:pt x="21950" y="18891"/>
                      <a:pt x="22850" y="18936"/>
                      <a:pt x="23817" y="18936"/>
                    </a:cubicBezTo>
                    <a:lnTo>
                      <a:pt x="38885" y="18936"/>
                    </a:lnTo>
                    <a:lnTo>
                      <a:pt x="38885" y="22175"/>
                    </a:lnTo>
                    <a:lnTo>
                      <a:pt x="38885" y="22175"/>
                    </a:lnTo>
                    <a:close/>
                  </a:path>
                </a:pathLst>
              </a:custGeom>
              <a:solidFill>
                <a:srgbClr val="231F20"/>
              </a:solidFill>
              <a:ln w="2249" cap="flat">
                <a:noFill/>
                <a:prstDash val="solid"/>
                <a:miter/>
              </a:ln>
            </p:spPr>
            <p:txBody>
              <a:bodyPr rtlCol="0" anchor="ctr"/>
              <a:lstStyle/>
              <a:p>
                <a:endParaRPr lang="en-US"/>
              </a:p>
            </p:txBody>
          </p:sp>
          <p:sp>
            <p:nvSpPr>
              <p:cNvPr id="5428" name="Freeform 5427">
                <a:extLst>
                  <a:ext uri="{FF2B5EF4-FFF2-40B4-BE49-F238E27FC236}">
                    <a16:creationId xmlns:a16="http://schemas.microsoft.com/office/drawing/2014/main" id="{A0790745-DBC7-6924-1075-636275EDAAA3}"/>
                  </a:ext>
                </a:extLst>
              </p:cNvPr>
              <p:cNvSpPr/>
              <p:nvPr/>
            </p:nvSpPr>
            <p:spPr>
              <a:xfrm>
                <a:off x="8083045" y="2677313"/>
                <a:ext cx="29484" cy="26357"/>
              </a:xfrm>
              <a:custGeom>
                <a:avLst/>
                <a:gdLst>
                  <a:gd name="connsiteX0" fmla="*/ 12369 w 29484"/>
                  <a:gd name="connsiteY0" fmla="*/ 12032 h 26357"/>
                  <a:gd name="connsiteX1" fmla="*/ 12055 w 29484"/>
                  <a:gd name="connsiteY1" fmla="*/ 9850 h 26357"/>
                  <a:gd name="connsiteX2" fmla="*/ 11470 w 29484"/>
                  <a:gd name="connsiteY2" fmla="*/ 7781 h 26357"/>
                  <a:gd name="connsiteX3" fmla="*/ 10210 w 29484"/>
                  <a:gd name="connsiteY3" fmla="*/ 6792 h 26357"/>
                  <a:gd name="connsiteX4" fmla="*/ 8569 w 29484"/>
                  <a:gd name="connsiteY4" fmla="*/ 6612 h 26357"/>
                  <a:gd name="connsiteX5" fmla="*/ 4498 w 29484"/>
                  <a:gd name="connsiteY5" fmla="*/ 8209 h 26357"/>
                  <a:gd name="connsiteX6" fmla="*/ 2901 w 29484"/>
                  <a:gd name="connsiteY6" fmla="*/ 13584 h 26357"/>
                  <a:gd name="connsiteX7" fmla="*/ 3193 w 29484"/>
                  <a:gd name="connsiteY7" fmla="*/ 16665 h 26357"/>
                  <a:gd name="connsiteX8" fmla="*/ 4228 w 29484"/>
                  <a:gd name="connsiteY8" fmla="*/ 19116 h 26357"/>
                  <a:gd name="connsiteX9" fmla="*/ 6162 w 29484"/>
                  <a:gd name="connsiteY9" fmla="*/ 20848 h 26357"/>
                  <a:gd name="connsiteX10" fmla="*/ 9221 w 29484"/>
                  <a:gd name="connsiteY10" fmla="*/ 21747 h 26357"/>
                  <a:gd name="connsiteX11" fmla="*/ 9221 w 29484"/>
                  <a:gd name="connsiteY11" fmla="*/ 25031 h 26357"/>
                  <a:gd name="connsiteX12" fmla="*/ 4993 w 29484"/>
                  <a:gd name="connsiteY12" fmla="*/ 23906 h 26357"/>
                  <a:gd name="connsiteX13" fmla="*/ 2136 w 29484"/>
                  <a:gd name="connsiteY13" fmla="*/ 21388 h 26357"/>
                  <a:gd name="connsiteX14" fmla="*/ 517 w 29484"/>
                  <a:gd name="connsiteY14" fmla="*/ 17834 h 26357"/>
                  <a:gd name="connsiteX15" fmla="*/ 0 w 29484"/>
                  <a:gd name="connsiteY15" fmla="*/ 13539 h 26357"/>
                  <a:gd name="connsiteX16" fmla="*/ 450 w 29484"/>
                  <a:gd name="connsiteY16" fmla="*/ 9581 h 26357"/>
                  <a:gd name="connsiteX17" fmla="*/ 1912 w 29484"/>
                  <a:gd name="connsiteY17" fmla="*/ 6342 h 26357"/>
                  <a:gd name="connsiteX18" fmla="*/ 4588 w 29484"/>
                  <a:gd name="connsiteY18" fmla="*/ 4183 h 26357"/>
                  <a:gd name="connsiteX19" fmla="*/ 8681 w 29484"/>
                  <a:gd name="connsiteY19" fmla="*/ 3396 h 26357"/>
                  <a:gd name="connsiteX20" fmla="*/ 23907 w 29484"/>
                  <a:gd name="connsiteY20" fmla="*/ 3396 h 26357"/>
                  <a:gd name="connsiteX21" fmla="*/ 26313 w 29484"/>
                  <a:gd name="connsiteY21" fmla="*/ 2721 h 26357"/>
                  <a:gd name="connsiteX22" fmla="*/ 26066 w 29484"/>
                  <a:gd name="connsiteY22" fmla="*/ 0 h 26357"/>
                  <a:gd name="connsiteX23" fmla="*/ 28607 w 29484"/>
                  <a:gd name="connsiteY23" fmla="*/ 0 h 26357"/>
                  <a:gd name="connsiteX24" fmla="*/ 28922 w 29484"/>
                  <a:gd name="connsiteY24" fmla="*/ 1102 h 26357"/>
                  <a:gd name="connsiteX25" fmla="*/ 29146 w 29484"/>
                  <a:gd name="connsiteY25" fmla="*/ 2541 h 26357"/>
                  <a:gd name="connsiteX26" fmla="*/ 28989 w 29484"/>
                  <a:gd name="connsiteY26" fmla="*/ 4003 h 26357"/>
                  <a:gd name="connsiteX27" fmla="*/ 28472 w 29484"/>
                  <a:gd name="connsiteY27" fmla="*/ 5308 h 26357"/>
                  <a:gd name="connsiteX28" fmla="*/ 27505 w 29484"/>
                  <a:gd name="connsiteY28" fmla="*/ 6095 h 26357"/>
                  <a:gd name="connsiteX29" fmla="*/ 26268 w 29484"/>
                  <a:gd name="connsiteY29" fmla="*/ 6499 h 26357"/>
                  <a:gd name="connsiteX30" fmla="*/ 24829 w 29484"/>
                  <a:gd name="connsiteY30" fmla="*/ 6612 h 26357"/>
                  <a:gd name="connsiteX31" fmla="*/ 28292 w 29484"/>
                  <a:gd name="connsiteY31" fmla="*/ 11312 h 26357"/>
                  <a:gd name="connsiteX32" fmla="*/ 29484 w 29484"/>
                  <a:gd name="connsiteY32" fmla="*/ 17025 h 26357"/>
                  <a:gd name="connsiteX33" fmla="*/ 28989 w 29484"/>
                  <a:gd name="connsiteY33" fmla="*/ 20555 h 26357"/>
                  <a:gd name="connsiteX34" fmla="*/ 27482 w 29484"/>
                  <a:gd name="connsiteY34" fmla="*/ 23547 h 26357"/>
                  <a:gd name="connsiteX35" fmla="*/ 24964 w 29484"/>
                  <a:gd name="connsiteY35" fmla="*/ 25593 h 26357"/>
                  <a:gd name="connsiteX36" fmla="*/ 21433 w 29484"/>
                  <a:gd name="connsiteY36" fmla="*/ 26358 h 26357"/>
                  <a:gd name="connsiteX37" fmla="*/ 13022 w 29484"/>
                  <a:gd name="connsiteY37" fmla="*/ 16597 h 26357"/>
                  <a:gd name="connsiteX38" fmla="*/ 12437 w 29484"/>
                  <a:gd name="connsiteY38" fmla="*/ 12122 h 26357"/>
                  <a:gd name="connsiteX39" fmla="*/ 12369 w 29484"/>
                  <a:gd name="connsiteY39" fmla="*/ 12032 h 26357"/>
                  <a:gd name="connsiteX40" fmla="*/ 13988 w 29484"/>
                  <a:gd name="connsiteY40" fmla="*/ 6589 h 26357"/>
                  <a:gd name="connsiteX41" fmla="*/ 15113 w 29484"/>
                  <a:gd name="connsiteY41" fmla="*/ 10750 h 26357"/>
                  <a:gd name="connsiteX42" fmla="*/ 15540 w 29484"/>
                  <a:gd name="connsiteY42" fmla="*/ 14956 h 26357"/>
                  <a:gd name="connsiteX43" fmla="*/ 17204 w 29484"/>
                  <a:gd name="connsiteY43" fmla="*/ 20758 h 26357"/>
                  <a:gd name="connsiteX44" fmla="*/ 21478 w 29484"/>
                  <a:gd name="connsiteY44" fmla="*/ 22827 h 26357"/>
                  <a:gd name="connsiteX45" fmla="*/ 23727 w 29484"/>
                  <a:gd name="connsiteY45" fmla="*/ 22310 h 26357"/>
                  <a:gd name="connsiteX46" fmla="*/ 25301 w 29484"/>
                  <a:gd name="connsiteY46" fmla="*/ 20960 h 26357"/>
                  <a:gd name="connsiteX47" fmla="*/ 26223 w 29484"/>
                  <a:gd name="connsiteY47" fmla="*/ 19026 h 26357"/>
                  <a:gd name="connsiteX48" fmla="*/ 26515 w 29484"/>
                  <a:gd name="connsiteY48" fmla="*/ 16777 h 26357"/>
                  <a:gd name="connsiteX49" fmla="*/ 26021 w 29484"/>
                  <a:gd name="connsiteY49" fmla="*/ 12999 h 26357"/>
                  <a:gd name="connsiteX50" fmla="*/ 24536 w 29484"/>
                  <a:gd name="connsiteY50" fmla="*/ 9738 h 26357"/>
                  <a:gd name="connsiteX51" fmla="*/ 21995 w 29484"/>
                  <a:gd name="connsiteY51" fmla="*/ 7444 h 26357"/>
                  <a:gd name="connsiteX52" fmla="*/ 18351 w 29484"/>
                  <a:gd name="connsiteY52" fmla="*/ 6589 h 26357"/>
                  <a:gd name="connsiteX53" fmla="*/ 13988 w 29484"/>
                  <a:gd name="connsiteY53" fmla="*/ 6589 h 26357"/>
                  <a:gd name="connsiteX54" fmla="*/ 13988 w 29484"/>
                  <a:gd name="connsiteY54" fmla="*/ 6589 h 26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29484" h="26357">
                    <a:moveTo>
                      <a:pt x="12369" y="12032"/>
                    </a:moveTo>
                    <a:cubicBezTo>
                      <a:pt x="12302" y="11425"/>
                      <a:pt x="12189" y="10683"/>
                      <a:pt x="12055" y="9850"/>
                    </a:cubicBezTo>
                    <a:cubicBezTo>
                      <a:pt x="11920" y="8996"/>
                      <a:pt x="11717" y="8321"/>
                      <a:pt x="11470" y="7781"/>
                    </a:cubicBezTo>
                    <a:cubicBezTo>
                      <a:pt x="11222" y="7242"/>
                      <a:pt x="10795" y="6904"/>
                      <a:pt x="10210" y="6792"/>
                    </a:cubicBezTo>
                    <a:cubicBezTo>
                      <a:pt x="9626" y="6657"/>
                      <a:pt x="9063" y="6612"/>
                      <a:pt x="8569" y="6612"/>
                    </a:cubicBezTo>
                    <a:cubicBezTo>
                      <a:pt x="6904" y="6612"/>
                      <a:pt x="5555" y="7152"/>
                      <a:pt x="4498" y="8209"/>
                    </a:cubicBezTo>
                    <a:cubicBezTo>
                      <a:pt x="3441" y="9266"/>
                      <a:pt x="2901" y="11065"/>
                      <a:pt x="2901" y="13584"/>
                    </a:cubicBezTo>
                    <a:cubicBezTo>
                      <a:pt x="2901" y="14708"/>
                      <a:pt x="2991" y="15720"/>
                      <a:pt x="3193" y="16665"/>
                    </a:cubicBezTo>
                    <a:cubicBezTo>
                      <a:pt x="3396" y="17609"/>
                      <a:pt x="3733" y="18419"/>
                      <a:pt x="4228" y="19116"/>
                    </a:cubicBezTo>
                    <a:cubicBezTo>
                      <a:pt x="4723" y="19813"/>
                      <a:pt x="5353" y="20398"/>
                      <a:pt x="6162" y="20848"/>
                    </a:cubicBezTo>
                    <a:cubicBezTo>
                      <a:pt x="6972" y="21298"/>
                      <a:pt x="7984" y="21590"/>
                      <a:pt x="9221" y="21747"/>
                    </a:cubicBezTo>
                    <a:lnTo>
                      <a:pt x="9221" y="25031"/>
                    </a:lnTo>
                    <a:cubicBezTo>
                      <a:pt x="7557" y="24918"/>
                      <a:pt x="6162" y="24536"/>
                      <a:pt x="4993" y="23906"/>
                    </a:cubicBezTo>
                    <a:cubicBezTo>
                      <a:pt x="3823" y="23277"/>
                      <a:pt x="2879" y="22422"/>
                      <a:pt x="2136" y="21388"/>
                    </a:cubicBezTo>
                    <a:cubicBezTo>
                      <a:pt x="1395" y="20353"/>
                      <a:pt x="855" y="19184"/>
                      <a:pt x="517" y="17834"/>
                    </a:cubicBezTo>
                    <a:cubicBezTo>
                      <a:pt x="180" y="16485"/>
                      <a:pt x="0" y="15046"/>
                      <a:pt x="0" y="13539"/>
                    </a:cubicBezTo>
                    <a:cubicBezTo>
                      <a:pt x="0" y="12144"/>
                      <a:pt x="158" y="10817"/>
                      <a:pt x="450" y="9581"/>
                    </a:cubicBezTo>
                    <a:cubicBezTo>
                      <a:pt x="765" y="8344"/>
                      <a:pt x="1237" y="7264"/>
                      <a:pt x="1912" y="6342"/>
                    </a:cubicBezTo>
                    <a:cubicBezTo>
                      <a:pt x="2586" y="5420"/>
                      <a:pt x="3463" y="4700"/>
                      <a:pt x="4588" y="4183"/>
                    </a:cubicBezTo>
                    <a:cubicBezTo>
                      <a:pt x="5712" y="3666"/>
                      <a:pt x="7061" y="3396"/>
                      <a:pt x="8681" y="3396"/>
                    </a:cubicBezTo>
                    <a:lnTo>
                      <a:pt x="23907" y="3396"/>
                    </a:lnTo>
                    <a:cubicBezTo>
                      <a:pt x="25166" y="3396"/>
                      <a:pt x="25976" y="3171"/>
                      <a:pt x="26313" y="2721"/>
                    </a:cubicBezTo>
                    <a:cubicBezTo>
                      <a:pt x="26650" y="2271"/>
                      <a:pt x="26583" y="1372"/>
                      <a:pt x="26066" y="0"/>
                    </a:cubicBezTo>
                    <a:lnTo>
                      <a:pt x="28607" y="0"/>
                    </a:lnTo>
                    <a:cubicBezTo>
                      <a:pt x="28674" y="247"/>
                      <a:pt x="28787" y="630"/>
                      <a:pt x="28922" y="1102"/>
                    </a:cubicBezTo>
                    <a:cubicBezTo>
                      <a:pt x="29056" y="1597"/>
                      <a:pt x="29146" y="2069"/>
                      <a:pt x="29146" y="2541"/>
                    </a:cubicBezTo>
                    <a:cubicBezTo>
                      <a:pt x="29146" y="3014"/>
                      <a:pt x="29101" y="3531"/>
                      <a:pt x="28989" y="4003"/>
                    </a:cubicBezTo>
                    <a:cubicBezTo>
                      <a:pt x="28922" y="4543"/>
                      <a:pt x="28742" y="4970"/>
                      <a:pt x="28472" y="5308"/>
                    </a:cubicBezTo>
                    <a:cubicBezTo>
                      <a:pt x="28202" y="5622"/>
                      <a:pt x="27887" y="5892"/>
                      <a:pt x="27505" y="6095"/>
                    </a:cubicBezTo>
                    <a:cubicBezTo>
                      <a:pt x="27123" y="6297"/>
                      <a:pt x="26718" y="6432"/>
                      <a:pt x="26268" y="6499"/>
                    </a:cubicBezTo>
                    <a:cubicBezTo>
                      <a:pt x="25818" y="6567"/>
                      <a:pt x="25346" y="6612"/>
                      <a:pt x="24829" y="6612"/>
                    </a:cubicBezTo>
                    <a:cubicBezTo>
                      <a:pt x="26335" y="7984"/>
                      <a:pt x="27482" y="9536"/>
                      <a:pt x="28292" y="11312"/>
                    </a:cubicBezTo>
                    <a:cubicBezTo>
                      <a:pt x="29079" y="13066"/>
                      <a:pt x="29484" y="14978"/>
                      <a:pt x="29484" y="17025"/>
                    </a:cubicBezTo>
                    <a:cubicBezTo>
                      <a:pt x="29484" y="18239"/>
                      <a:pt x="29327" y="19431"/>
                      <a:pt x="28989" y="20555"/>
                    </a:cubicBezTo>
                    <a:cubicBezTo>
                      <a:pt x="28674" y="21680"/>
                      <a:pt x="28157" y="22692"/>
                      <a:pt x="27482" y="23547"/>
                    </a:cubicBezTo>
                    <a:cubicBezTo>
                      <a:pt x="26807" y="24401"/>
                      <a:pt x="25953" y="25098"/>
                      <a:pt x="24964" y="25593"/>
                    </a:cubicBezTo>
                    <a:cubicBezTo>
                      <a:pt x="23974" y="26088"/>
                      <a:pt x="22804" y="26358"/>
                      <a:pt x="21433" y="26358"/>
                    </a:cubicBezTo>
                    <a:cubicBezTo>
                      <a:pt x="16687" y="26358"/>
                      <a:pt x="13876" y="23097"/>
                      <a:pt x="13022" y="16597"/>
                    </a:cubicBezTo>
                    <a:lnTo>
                      <a:pt x="12437" y="12122"/>
                    </a:lnTo>
                    <a:lnTo>
                      <a:pt x="12369" y="12032"/>
                    </a:lnTo>
                    <a:close/>
                    <a:moveTo>
                      <a:pt x="13988" y="6589"/>
                    </a:moveTo>
                    <a:cubicBezTo>
                      <a:pt x="14573" y="7961"/>
                      <a:pt x="14933" y="9333"/>
                      <a:pt x="15113" y="10750"/>
                    </a:cubicBezTo>
                    <a:cubicBezTo>
                      <a:pt x="15293" y="12144"/>
                      <a:pt x="15428" y="13561"/>
                      <a:pt x="15540" y="14956"/>
                    </a:cubicBezTo>
                    <a:cubicBezTo>
                      <a:pt x="15720" y="17429"/>
                      <a:pt x="16282" y="19364"/>
                      <a:pt x="17204" y="20758"/>
                    </a:cubicBezTo>
                    <a:cubicBezTo>
                      <a:pt x="18149" y="22152"/>
                      <a:pt x="19566" y="22827"/>
                      <a:pt x="21478" y="22827"/>
                    </a:cubicBezTo>
                    <a:cubicBezTo>
                      <a:pt x="22332" y="22827"/>
                      <a:pt x="23097" y="22647"/>
                      <a:pt x="23727" y="22310"/>
                    </a:cubicBezTo>
                    <a:cubicBezTo>
                      <a:pt x="24356" y="21972"/>
                      <a:pt x="24874" y="21523"/>
                      <a:pt x="25301" y="20960"/>
                    </a:cubicBezTo>
                    <a:cubicBezTo>
                      <a:pt x="25705" y="20398"/>
                      <a:pt x="26021" y="19746"/>
                      <a:pt x="26223" y="19026"/>
                    </a:cubicBezTo>
                    <a:cubicBezTo>
                      <a:pt x="26425" y="18284"/>
                      <a:pt x="26515" y="17542"/>
                      <a:pt x="26515" y="16777"/>
                    </a:cubicBezTo>
                    <a:cubicBezTo>
                      <a:pt x="26515" y="15473"/>
                      <a:pt x="26358" y="14213"/>
                      <a:pt x="26021" y="12999"/>
                    </a:cubicBezTo>
                    <a:cubicBezTo>
                      <a:pt x="25705" y="11785"/>
                      <a:pt x="25211" y="10683"/>
                      <a:pt x="24536" y="9738"/>
                    </a:cubicBezTo>
                    <a:cubicBezTo>
                      <a:pt x="23862" y="8793"/>
                      <a:pt x="23029" y="8029"/>
                      <a:pt x="21995" y="7444"/>
                    </a:cubicBezTo>
                    <a:cubicBezTo>
                      <a:pt x="20960" y="6859"/>
                      <a:pt x="19746" y="6589"/>
                      <a:pt x="18351" y="6589"/>
                    </a:cubicBezTo>
                    <a:lnTo>
                      <a:pt x="13988" y="6589"/>
                    </a:lnTo>
                    <a:lnTo>
                      <a:pt x="13988" y="6589"/>
                    </a:lnTo>
                    <a:close/>
                  </a:path>
                </a:pathLst>
              </a:custGeom>
              <a:solidFill>
                <a:srgbClr val="231F20"/>
              </a:solidFill>
              <a:ln w="2249" cap="flat">
                <a:noFill/>
                <a:prstDash val="solid"/>
                <a:miter/>
              </a:ln>
            </p:spPr>
            <p:txBody>
              <a:bodyPr rtlCol="0" anchor="ctr"/>
              <a:lstStyle/>
              <a:p>
                <a:endParaRPr lang="en-US"/>
              </a:p>
            </p:txBody>
          </p:sp>
          <p:sp>
            <p:nvSpPr>
              <p:cNvPr id="5429" name="Freeform 5428">
                <a:extLst>
                  <a:ext uri="{FF2B5EF4-FFF2-40B4-BE49-F238E27FC236}">
                    <a16:creationId xmlns:a16="http://schemas.microsoft.com/office/drawing/2014/main" id="{5086C075-7ABE-3A93-CB5C-249AF2D621C7}"/>
                  </a:ext>
                </a:extLst>
              </p:cNvPr>
              <p:cNvSpPr/>
              <p:nvPr/>
            </p:nvSpPr>
            <p:spPr>
              <a:xfrm>
                <a:off x="8083000" y="2649989"/>
                <a:ext cx="28741" cy="22197"/>
              </a:xfrm>
              <a:custGeom>
                <a:avLst/>
                <a:gdLst>
                  <a:gd name="connsiteX0" fmla="*/ 28719 w 28741"/>
                  <a:gd name="connsiteY0" fmla="*/ 18959 h 22197"/>
                  <a:gd name="connsiteX1" fmla="*/ 28719 w 28741"/>
                  <a:gd name="connsiteY1" fmla="*/ 22197 h 22197"/>
                  <a:gd name="connsiteX2" fmla="*/ 765 w 28741"/>
                  <a:gd name="connsiteY2" fmla="*/ 22197 h 22197"/>
                  <a:gd name="connsiteX3" fmla="*/ 765 w 28741"/>
                  <a:gd name="connsiteY3" fmla="*/ 18959 h 22197"/>
                  <a:gd name="connsiteX4" fmla="*/ 4655 w 28741"/>
                  <a:gd name="connsiteY4" fmla="*/ 18959 h 22197"/>
                  <a:gd name="connsiteX5" fmla="*/ 1305 w 28741"/>
                  <a:gd name="connsiteY5" fmla="*/ 14933 h 22197"/>
                  <a:gd name="connsiteX6" fmla="*/ 0 w 28741"/>
                  <a:gd name="connsiteY6" fmla="*/ 9940 h 22197"/>
                  <a:gd name="connsiteX7" fmla="*/ 900 w 28741"/>
                  <a:gd name="connsiteY7" fmla="*/ 5128 h 22197"/>
                  <a:gd name="connsiteX8" fmla="*/ 4003 w 28741"/>
                  <a:gd name="connsiteY8" fmla="*/ 1394 h 22197"/>
                  <a:gd name="connsiteX9" fmla="*/ 7107 w 28741"/>
                  <a:gd name="connsiteY9" fmla="*/ 180 h 22197"/>
                  <a:gd name="connsiteX10" fmla="*/ 10435 w 28741"/>
                  <a:gd name="connsiteY10" fmla="*/ 0 h 22197"/>
                  <a:gd name="connsiteX11" fmla="*/ 28742 w 28741"/>
                  <a:gd name="connsiteY11" fmla="*/ 0 h 22197"/>
                  <a:gd name="connsiteX12" fmla="*/ 28742 w 28741"/>
                  <a:gd name="connsiteY12" fmla="*/ 3239 h 22197"/>
                  <a:gd name="connsiteX13" fmla="*/ 10502 w 28741"/>
                  <a:gd name="connsiteY13" fmla="*/ 3239 h 22197"/>
                  <a:gd name="connsiteX14" fmla="*/ 4836 w 28741"/>
                  <a:gd name="connsiteY14" fmla="*/ 4903 h 22197"/>
                  <a:gd name="connsiteX15" fmla="*/ 2946 w 28741"/>
                  <a:gd name="connsiteY15" fmla="*/ 10458 h 22197"/>
                  <a:gd name="connsiteX16" fmla="*/ 3396 w 28741"/>
                  <a:gd name="connsiteY16" fmla="*/ 13201 h 22197"/>
                  <a:gd name="connsiteX17" fmla="*/ 4610 w 28741"/>
                  <a:gd name="connsiteY17" fmla="*/ 15450 h 22197"/>
                  <a:gd name="connsiteX18" fmla="*/ 6342 w 28741"/>
                  <a:gd name="connsiteY18" fmla="*/ 17160 h 22197"/>
                  <a:gd name="connsiteX19" fmla="*/ 8389 w 28741"/>
                  <a:gd name="connsiteY19" fmla="*/ 18239 h 22197"/>
                  <a:gd name="connsiteX20" fmla="*/ 10975 w 28741"/>
                  <a:gd name="connsiteY20" fmla="*/ 18824 h 22197"/>
                  <a:gd name="connsiteX21" fmla="*/ 13674 w 28741"/>
                  <a:gd name="connsiteY21" fmla="*/ 18936 h 22197"/>
                  <a:gd name="connsiteX22" fmla="*/ 28742 w 28741"/>
                  <a:gd name="connsiteY22" fmla="*/ 18936 h 22197"/>
                  <a:gd name="connsiteX23" fmla="*/ 28742 w 28741"/>
                  <a:gd name="connsiteY23" fmla="*/ 18936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8741" h="22197">
                    <a:moveTo>
                      <a:pt x="28719" y="18959"/>
                    </a:moveTo>
                    <a:lnTo>
                      <a:pt x="28719" y="22197"/>
                    </a:lnTo>
                    <a:lnTo>
                      <a:pt x="765" y="22197"/>
                    </a:lnTo>
                    <a:lnTo>
                      <a:pt x="765" y="18959"/>
                    </a:lnTo>
                    <a:lnTo>
                      <a:pt x="4655" y="18959"/>
                    </a:lnTo>
                    <a:cubicBezTo>
                      <a:pt x="3283" y="17654"/>
                      <a:pt x="2181" y="16327"/>
                      <a:pt x="1305" y="14933"/>
                    </a:cubicBezTo>
                    <a:cubicBezTo>
                      <a:pt x="450" y="13539"/>
                      <a:pt x="0" y="11874"/>
                      <a:pt x="0" y="9940"/>
                    </a:cubicBezTo>
                    <a:cubicBezTo>
                      <a:pt x="0" y="8209"/>
                      <a:pt x="293" y="6612"/>
                      <a:pt x="900" y="5128"/>
                    </a:cubicBezTo>
                    <a:cubicBezTo>
                      <a:pt x="1484" y="3643"/>
                      <a:pt x="2519" y="2406"/>
                      <a:pt x="4003" y="1394"/>
                    </a:cubicBezTo>
                    <a:cubicBezTo>
                      <a:pt x="5015" y="720"/>
                      <a:pt x="6050" y="315"/>
                      <a:pt x="7107" y="180"/>
                    </a:cubicBezTo>
                    <a:cubicBezTo>
                      <a:pt x="8164" y="45"/>
                      <a:pt x="9266" y="0"/>
                      <a:pt x="10435" y="0"/>
                    </a:cubicBezTo>
                    <a:lnTo>
                      <a:pt x="28742" y="0"/>
                    </a:lnTo>
                    <a:lnTo>
                      <a:pt x="28742" y="3239"/>
                    </a:lnTo>
                    <a:lnTo>
                      <a:pt x="10502" y="3239"/>
                    </a:lnTo>
                    <a:cubicBezTo>
                      <a:pt x="7984" y="3239"/>
                      <a:pt x="6095" y="3801"/>
                      <a:pt x="4836" y="4903"/>
                    </a:cubicBezTo>
                    <a:cubicBezTo>
                      <a:pt x="3576" y="6027"/>
                      <a:pt x="2946" y="7871"/>
                      <a:pt x="2946" y="10458"/>
                    </a:cubicBezTo>
                    <a:cubicBezTo>
                      <a:pt x="2946" y="11470"/>
                      <a:pt x="3104" y="12392"/>
                      <a:pt x="3396" y="13201"/>
                    </a:cubicBezTo>
                    <a:cubicBezTo>
                      <a:pt x="3689" y="14011"/>
                      <a:pt x="4116" y="14776"/>
                      <a:pt x="4610" y="15450"/>
                    </a:cubicBezTo>
                    <a:cubicBezTo>
                      <a:pt x="5105" y="16125"/>
                      <a:pt x="5690" y="16687"/>
                      <a:pt x="6342" y="17160"/>
                    </a:cubicBezTo>
                    <a:cubicBezTo>
                      <a:pt x="6995" y="17632"/>
                      <a:pt x="7669" y="17992"/>
                      <a:pt x="8389" y="18239"/>
                    </a:cubicBezTo>
                    <a:cubicBezTo>
                      <a:pt x="9288" y="18554"/>
                      <a:pt x="10143" y="18756"/>
                      <a:pt x="10975" y="18824"/>
                    </a:cubicBezTo>
                    <a:cubicBezTo>
                      <a:pt x="11807" y="18891"/>
                      <a:pt x="12707" y="18936"/>
                      <a:pt x="13674" y="18936"/>
                    </a:cubicBezTo>
                    <a:lnTo>
                      <a:pt x="28742" y="18936"/>
                    </a:lnTo>
                    <a:lnTo>
                      <a:pt x="28742" y="18936"/>
                    </a:lnTo>
                    <a:close/>
                  </a:path>
                </a:pathLst>
              </a:custGeom>
              <a:solidFill>
                <a:srgbClr val="231F20"/>
              </a:solidFill>
              <a:ln w="2249" cap="flat">
                <a:noFill/>
                <a:prstDash val="solid"/>
                <a:miter/>
              </a:ln>
            </p:spPr>
            <p:txBody>
              <a:bodyPr rtlCol="0" anchor="ctr"/>
              <a:lstStyle/>
              <a:p>
                <a:endParaRPr lang="en-US"/>
              </a:p>
            </p:txBody>
          </p:sp>
          <p:sp>
            <p:nvSpPr>
              <p:cNvPr id="5430" name="Freeform 5429">
                <a:extLst>
                  <a:ext uri="{FF2B5EF4-FFF2-40B4-BE49-F238E27FC236}">
                    <a16:creationId xmlns:a16="http://schemas.microsoft.com/office/drawing/2014/main" id="{AB9DBB6F-9119-0395-7D77-D53EF2A95592}"/>
                  </a:ext>
                </a:extLst>
              </p:cNvPr>
              <p:cNvSpPr/>
              <p:nvPr/>
            </p:nvSpPr>
            <p:spPr>
              <a:xfrm>
                <a:off x="8083022" y="2617356"/>
                <a:ext cx="40144" cy="25705"/>
              </a:xfrm>
              <a:custGeom>
                <a:avLst/>
                <a:gdLst>
                  <a:gd name="connsiteX0" fmla="*/ 742 w 40144"/>
                  <a:gd name="connsiteY0" fmla="*/ 3239 h 25705"/>
                  <a:gd name="connsiteX1" fmla="*/ 742 w 40144"/>
                  <a:gd name="connsiteY1" fmla="*/ 0 h 25705"/>
                  <a:gd name="connsiteX2" fmla="*/ 25998 w 40144"/>
                  <a:gd name="connsiteY2" fmla="*/ 0 h 25705"/>
                  <a:gd name="connsiteX3" fmla="*/ 31373 w 40144"/>
                  <a:gd name="connsiteY3" fmla="*/ 562 h 25705"/>
                  <a:gd name="connsiteX4" fmla="*/ 35871 w 40144"/>
                  <a:gd name="connsiteY4" fmla="*/ 2586 h 25705"/>
                  <a:gd name="connsiteX5" fmla="*/ 38975 w 40144"/>
                  <a:gd name="connsiteY5" fmla="*/ 6589 h 25705"/>
                  <a:gd name="connsiteX6" fmla="*/ 40144 w 40144"/>
                  <a:gd name="connsiteY6" fmla="*/ 13111 h 25705"/>
                  <a:gd name="connsiteX7" fmla="*/ 39357 w 40144"/>
                  <a:gd name="connsiteY7" fmla="*/ 18396 h 25705"/>
                  <a:gd name="connsiteX8" fmla="*/ 37378 w 40144"/>
                  <a:gd name="connsiteY8" fmla="*/ 22017 h 25705"/>
                  <a:gd name="connsiteX9" fmla="*/ 34769 w 40144"/>
                  <a:gd name="connsiteY9" fmla="*/ 24154 h 25705"/>
                  <a:gd name="connsiteX10" fmla="*/ 32093 w 40144"/>
                  <a:gd name="connsiteY10" fmla="*/ 24941 h 25705"/>
                  <a:gd name="connsiteX11" fmla="*/ 32093 w 40144"/>
                  <a:gd name="connsiteY11" fmla="*/ 21478 h 25705"/>
                  <a:gd name="connsiteX12" fmla="*/ 34656 w 40144"/>
                  <a:gd name="connsiteY12" fmla="*/ 20286 h 25705"/>
                  <a:gd name="connsiteX13" fmla="*/ 36231 w 40144"/>
                  <a:gd name="connsiteY13" fmla="*/ 18374 h 25705"/>
                  <a:gd name="connsiteX14" fmla="*/ 37018 w 40144"/>
                  <a:gd name="connsiteY14" fmla="*/ 15923 h 25705"/>
                  <a:gd name="connsiteX15" fmla="*/ 37243 w 40144"/>
                  <a:gd name="connsiteY15" fmla="*/ 13111 h 25705"/>
                  <a:gd name="connsiteX16" fmla="*/ 36118 w 40144"/>
                  <a:gd name="connsiteY16" fmla="*/ 7826 h 25705"/>
                  <a:gd name="connsiteX17" fmla="*/ 33150 w 40144"/>
                  <a:gd name="connsiteY17" fmla="*/ 4813 h 25705"/>
                  <a:gd name="connsiteX18" fmla="*/ 28989 w 40144"/>
                  <a:gd name="connsiteY18" fmla="*/ 3486 h 25705"/>
                  <a:gd name="connsiteX19" fmla="*/ 24244 w 40144"/>
                  <a:gd name="connsiteY19" fmla="*/ 3239 h 25705"/>
                  <a:gd name="connsiteX20" fmla="*/ 28157 w 40144"/>
                  <a:gd name="connsiteY20" fmla="*/ 7534 h 25705"/>
                  <a:gd name="connsiteX21" fmla="*/ 29484 w 40144"/>
                  <a:gd name="connsiteY21" fmla="*/ 13224 h 25705"/>
                  <a:gd name="connsiteX22" fmla="*/ 28270 w 40144"/>
                  <a:gd name="connsiteY22" fmla="*/ 18756 h 25705"/>
                  <a:gd name="connsiteX23" fmla="*/ 25031 w 40144"/>
                  <a:gd name="connsiteY23" fmla="*/ 22647 h 25705"/>
                  <a:gd name="connsiteX24" fmla="*/ 20308 w 40144"/>
                  <a:gd name="connsiteY24" fmla="*/ 24941 h 25705"/>
                  <a:gd name="connsiteX25" fmla="*/ 14686 w 40144"/>
                  <a:gd name="connsiteY25" fmla="*/ 25706 h 25705"/>
                  <a:gd name="connsiteX26" fmla="*/ 8906 w 40144"/>
                  <a:gd name="connsiteY26" fmla="*/ 25008 h 25705"/>
                  <a:gd name="connsiteX27" fmla="*/ 4228 w 40144"/>
                  <a:gd name="connsiteY27" fmla="*/ 22759 h 25705"/>
                  <a:gd name="connsiteX28" fmla="*/ 1124 w 40144"/>
                  <a:gd name="connsiteY28" fmla="*/ 18846 h 25705"/>
                  <a:gd name="connsiteX29" fmla="*/ 0 w 40144"/>
                  <a:gd name="connsiteY29" fmla="*/ 13066 h 25705"/>
                  <a:gd name="connsiteX30" fmla="*/ 382 w 40144"/>
                  <a:gd name="connsiteY30" fmla="*/ 10323 h 25705"/>
                  <a:gd name="connsiteX31" fmla="*/ 1462 w 40144"/>
                  <a:gd name="connsiteY31" fmla="*/ 7601 h 25705"/>
                  <a:gd name="connsiteX32" fmla="*/ 3238 w 40144"/>
                  <a:gd name="connsiteY32" fmla="*/ 5173 h 25705"/>
                  <a:gd name="connsiteX33" fmla="*/ 5667 w 40144"/>
                  <a:gd name="connsiteY33" fmla="*/ 3373 h 25705"/>
                  <a:gd name="connsiteX34" fmla="*/ 5667 w 40144"/>
                  <a:gd name="connsiteY34" fmla="*/ 3261 h 25705"/>
                  <a:gd name="connsiteX35" fmla="*/ 742 w 40144"/>
                  <a:gd name="connsiteY35" fmla="*/ 3261 h 25705"/>
                  <a:gd name="connsiteX36" fmla="*/ 14821 w 40144"/>
                  <a:gd name="connsiteY36" fmla="*/ 3239 h 25705"/>
                  <a:gd name="connsiteX37" fmla="*/ 10098 w 40144"/>
                  <a:gd name="connsiteY37" fmla="*/ 3868 h 25705"/>
                  <a:gd name="connsiteX38" fmla="*/ 6320 w 40144"/>
                  <a:gd name="connsiteY38" fmla="*/ 5667 h 25705"/>
                  <a:gd name="connsiteX39" fmla="*/ 3801 w 40144"/>
                  <a:gd name="connsiteY39" fmla="*/ 8636 h 25705"/>
                  <a:gd name="connsiteX40" fmla="*/ 2879 w 40144"/>
                  <a:gd name="connsiteY40" fmla="*/ 12684 h 25705"/>
                  <a:gd name="connsiteX41" fmla="*/ 3599 w 40144"/>
                  <a:gd name="connsiteY41" fmla="*/ 16462 h 25705"/>
                  <a:gd name="connsiteX42" fmla="*/ 5735 w 40144"/>
                  <a:gd name="connsiteY42" fmla="*/ 19476 h 25705"/>
                  <a:gd name="connsiteX43" fmla="*/ 9153 w 40144"/>
                  <a:gd name="connsiteY43" fmla="*/ 21500 h 25705"/>
                  <a:gd name="connsiteX44" fmla="*/ 13831 w 40144"/>
                  <a:gd name="connsiteY44" fmla="*/ 22220 h 25705"/>
                  <a:gd name="connsiteX45" fmla="*/ 18779 w 40144"/>
                  <a:gd name="connsiteY45" fmla="*/ 21792 h 25705"/>
                  <a:gd name="connsiteX46" fmla="*/ 22805 w 40144"/>
                  <a:gd name="connsiteY46" fmla="*/ 20061 h 25705"/>
                  <a:gd name="connsiteX47" fmla="*/ 25526 w 40144"/>
                  <a:gd name="connsiteY47" fmla="*/ 17047 h 25705"/>
                  <a:gd name="connsiteX48" fmla="*/ 26515 w 40144"/>
                  <a:gd name="connsiteY48" fmla="*/ 12684 h 25705"/>
                  <a:gd name="connsiteX49" fmla="*/ 25571 w 40144"/>
                  <a:gd name="connsiteY49" fmla="*/ 8726 h 25705"/>
                  <a:gd name="connsiteX50" fmla="*/ 23029 w 40144"/>
                  <a:gd name="connsiteY50" fmla="*/ 5757 h 25705"/>
                  <a:gd name="connsiteX51" fmla="*/ 19296 w 40144"/>
                  <a:gd name="connsiteY51" fmla="*/ 3891 h 25705"/>
                  <a:gd name="connsiteX52" fmla="*/ 14798 w 40144"/>
                  <a:gd name="connsiteY52" fmla="*/ 3239 h 25705"/>
                  <a:gd name="connsiteX53" fmla="*/ 14798 w 40144"/>
                  <a:gd name="connsiteY53" fmla="*/ 3239 h 257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40144" h="25705">
                    <a:moveTo>
                      <a:pt x="742" y="3239"/>
                    </a:moveTo>
                    <a:lnTo>
                      <a:pt x="742" y="0"/>
                    </a:lnTo>
                    <a:lnTo>
                      <a:pt x="25998" y="0"/>
                    </a:lnTo>
                    <a:cubicBezTo>
                      <a:pt x="27865" y="0"/>
                      <a:pt x="29664" y="180"/>
                      <a:pt x="31373" y="562"/>
                    </a:cubicBezTo>
                    <a:cubicBezTo>
                      <a:pt x="33082" y="945"/>
                      <a:pt x="34589" y="1619"/>
                      <a:pt x="35871" y="2586"/>
                    </a:cubicBezTo>
                    <a:cubicBezTo>
                      <a:pt x="37175" y="3553"/>
                      <a:pt x="38210" y="4880"/>
                      <a:pt x="38975" y="6589"/>
                    </a:cubicBezTo>
                    <a:cubicBezTo>
                      <a:pt x="39739" y="8276"/>
                      <a:pt x="40144" y="10458"/>
                      <a:pt x="40144" y="13111"/>
                    </a:cubicBezTo>
                    <a:cubicBezTo>
                      <a:pt x="40144" y="15158"/>
                      <a:pt x="39874" y="16935"/>
                      <a:pt x="39357" y="18396"/>
                    </a:cubicBezTo>
                    <a:cubicBezTo>
                      <a:pt x="38840" y="19881"/>
                      <a:pt x="38187" y="21073"/>
                      <a:pt x="37378" y="22017"/>
                    </a:cubicBezTo>
                    <a:cubicBezTo>
                      <a:pt x="36591" y="22962"/>
                      <a:pt x="35714" y="23659"/>
                      <a:pt x="34769" y="24154"/>
                    </a:cubicBezTo>
                    <a:cubicBezTo>
                      <a:pt x="33824" y="24649"/>
                      <a:pt x="32925" y="24896"/>
                      <a:pt x="32093" y="24941"/>
                    </a:cubicBezTo>
                    <a:lnTo>
                      <a:pt x="32093" y="21478"/>
                    </a:lnTo>
                    <a:cubicBezTo>
                      <a:pt x="33127" y="21230"/>
                      <a:pt x="33982" y="20825"/>
                      <a:pt x="34656" y="20286"/>
                    </a:cubicBezTo>
                    <a:cubicBezTo>
                      <a:pt x="35331" y="19746"/>
                      <a:pt x="35848" y="19116"/>
                      <a:pt x="36231" y="18374"/>
                    </a:cubicBezTo>
                    <a:cubicBezTo>
                      <a:pt x="36613" y="17632"/>
                      <a:pt x="36861" y="16822"/>
                      <a:pt x="37018" y="15923"/>
                    </a:cubicBezTo>
                    <a:cubicBezTo>
                      <a:pt x="37153" y="15023"/>
                      <a:pt x="37243" y="14078"/>
                      <a:pt x="37243" y="13111"/>
                    </a:cubicBezTo>
                    <a:cubicBezTo>
                      <a:pt x="37243" y="10907"/>
                      <a:pt x="36861" y="9153"/>
                      <a:pt x="36118" y="7826"/>
                    </a:cubicBezTo>
                    <a:cubicBezTo>
                      <a:pt x="35354" y="6499"/>
                      <a:pt x="34364" y="5487"/>
                      <a:pt x="33150" y="4813"/>
                    </a:cubicBezTo>
                    <a:cubicBezTo>
                      <a:pt x="31935" y="4138"/>
                      <a:pt x="30541" y="3688"/>
                      <a:pt x="28989" y="3486"/>
                    </a:cubicBezTo>
                    <a:cubicBezTo>
                      <a:pt x="27437" y="3283"/>
                      <a:pt x="25863" y="3216"/>
                      <a:pt x="24244" y="3239"/>
                    </a:cubicBezTo>
                    <a:cubicBezTo>
                      <a:pt x="25976" y="4273"/>
                      <a:pt x="27280" y="5712"/>
                      <a:pt x="28157" y="7534"/>
                    </a:cubicBezTo>
                    <a:cubicBezTo>
                      <a:pt x="29034" y="9356"/>
                      <a:pt x="29484" y="11245"/>
                      <a:pt x="29484" y="13224"/>
                    </a:cubicBezTo>
                    <a:cubicBezTo>
                      <a:pt x="29484" y="15338"/>
                      <a:pt x="29079" y="17182"/>
                      <a:pt x="28270" y="18756"/>
                    </a:cubicBezTo>
                    <a:cubicBezTo>
                      <a:pt x="27460" y="20331"/>
                      <a:pt x="26380" y="21612"/>
                      <a:pt x="25031" y="22647"/>
                    </a:cubicBezTo>
                    <a:cubicBezTo>
                      <a:pt x="23682" y="23682"/>
                      <a:pt x="22107" y="24446"/>
                      <a:pt x="20308" y="24941"/>
                    </a:cubicBezTo>
                    <a:cubicBezTo>
                      <a:pt x="18509" y="25436"/>
                      <a:pt x="16642" y="25706"/>
                      <a:pt x="14686" y="25706"/>
                    </a:cubicBezTo>
                    <a:cubicBezTo>
                      <a:pt x="12729" y="25706"/>
                      <a:pt x="10705" y="25481"/>
                      <a:pt x="8906" y="25008"/>
                    </a:cubicBezTo>
                    <a:cubicBezTo>
                      <a:pt x="7107" y="24536"/>
                      <a:pt x="5555" y="23794"/>
                      <a:pt x="4228" y="22759"/>
                    </a:cubicBezTo>
                    <a:cubicBezTo>
                      <a:pt x="2901" y="21725"/>
                      <a:pt x="1889" y="20421"/>
                      <a:pt x="1124" y="18846"/>
                    </a:cubicBezTo>
                    <a:cubicBezTo>
                      <a:pt x="360" y="17272"/>
                      <a:pt x="0" y="15338"/>
                      <a:pt x="0" y="13066"/>
                    </a:cubicBezTo>
                    <a:cubicBezTo>
                      <a:pt x="0" y="12167"/>
                      <a:pt x="135" y="11245"/>
                      <a:pt x="382" y="10323"/>
                    </a:cubicBezTo>
                    <a:cubicBezTo>
                      <a:pt x="630" y="9378"/>
                      <a:pt x="989" y="8479"/>
                      <a:pt x="1462" y="7601"/>
                    </a:cubicBezTo>
                    <a:cubicBezTo>
                      <a:pt x="1934" y="6724"/>
                      <a:pt x="2519" y="5915"/>
                      <a:pt x="3238" y="5173"/>
                    </a:cubicBezTo>
                    <a:cubicBezTo>
                      <a:pt x="3958" y="4430"/>
                      <a:pt x="4768" y="3823"/>
                      <a:pt x="5667" y="3373"/>
                    </a:cubicBezTo>
                    <a:lnTo>
                      <a:pt x="5667" y="3261"/>
                    </a:lnTo>
                    <a:lnTo>
                      <a:pt x="742" y="3261"/>
                    </a:lnTo>
                    <a:close/>
                    <a:moveTo>
                      <a:pt x="14821" y="3239"/>
                    </a:moveTo>
                    <a:cubicBezTo>
                      <a:pt x="13134" y="3239"/>
                      <a:pt x="11560" y="3441"/>
                      <a:pt x="10098" y="3868"/>
                    </a:cubicBezTo>
                    <a:cubicBezTo>
                      <a:pt x="8636" y="4273"/>
                      <a:pt x="7377" y="4880"/>
                      <a:pt x="6320" y="5667"/>
                    </a:cubicBezTo>
                    <a:cubicBezTo>
                      <a:pt x="5263" y="6455"/>
                      <a:pt x="4430" y="7444"/>
                      <a:pt x="3801" y="8636"/>
                    </a:cubicBezTo>
                    <a:cubicBezTo>
                      <a:pt x="3193" y="9828"/>
                      <a:pt x="2879" y="11177"/>
                      <a:pt x="2879" y="12684"/>
                    </a:cubicBezTo>
                    <a:cubicBezTo>
                      <a:pt x="2879" y="14056"/>
                      <a:pt x="3126" y="15315"/>
                      <a:pt x="3599" y="16462"/>
                    </a:cubicBezTo>
                    <a:cubicBezTo>
                      <a:pt x="4093" y="17609"/>
                      <a:pt x="4791" y="18621"/>
                      <a:pt x="5735" y="19476"/>
                    </a:cubicBezTo>
                    <a:cubicBezTo>
                      <a:pt x="6679" y="20331"/>
                      <a:pt x="7804" y="21005"/>
                      <a:pt x="9153" y="21500"/>
                    </a:cubicBezTo>
                    <a:cubicBezTo>
                      <a:pt x="10502" y="21995"/>
                      <a:pt x="12055" y="22220"/>
                      <a:pt x="13831" y="22220"/>
                    </a:cubicBezTo>
                    <a:cubicBezTo>
                      <a:pt x="15585" y="22287"/>
                      <a:pt x="17249" y="22152"/>
                      <a:pt x="18779" y="21792"/>
                    </a:cubicBezTo>
                    <a:cubicBezTo>
                      <a:pt x="20308" y="21433"/>
                      <a:pt x="21658" y="20848"/>
                      <a:pt x="22805" y="20061"/>
                    </a:cubicBezTo>
                    <a:cubicBezTo>
                      <a:pt x="23951" y="19274"/>
                      <a:pt x="24874" y="18262"/>
                      <a:pt x="25526" y="17047"/>
                    </a:cubicBezTo>
                    <a:cubicBezTo>
                      <a:pt x="26200" y="15833"/>
                      <a:pt x="26515" y="14371"/>
                      <a:pt x="26515" y="12684"/>
                    </a:cubicBezTo>
                    <a:cubicBezTo>
                      <a:pt x="26515" y="11200"/>
                      <a:pt x="26200" y="9895"/>
                      <a:pt x="25571" y="8726"/>
                    </a:cubicBezTo>
                    <a:cubicBezTo>
                      <a:pt x="24941" y="7557"/>
                      <a:pt x="24086" y="6567"/>
                      <a:pt x="23029" y="5757"/>
                    </a:cubicBezTo>
                    <a:cubicBezTo>
                      <a:pt x="21972" y="4948"/>
                      <a:pt x="20735" y="4318"/>
                      <a:pt x="19296" y="3891"/>
                    </a:cubicBezTo>
                    <a:cubicBezTo>
                      <a:pt x="17857" y="3463"/>
                      <a:pt x="16372" y="3239"/>
                      <a:pt x="14798" y="3239"/>
                    </a:cubicBezTo>
                    <a:lnTo>
                      <a:pt x="14798" y="3239"/>
                    </a:lnTo>
                    <a:close/>
                  </a:path>
                </a:pathLst>
              </a:custGeom>
              <a:solidFill>
                <a:srgbClr val="231F20"/>
              </a:solidFill>
              <a:ln w="2249" cap="flat">
                <a:noFill/>
                <a:prstDash val="solid"/>
                <a:miter/>
              </a:ln>
            </p:spPr>
            <p:txBody>
              <a:bodyPr rtlCol="0" anchor="ctr"/>
              <a:lstStyle/>
              <a:p>
                <a:endParaRPr lang="en-US"/>
              </a:p>
            </p:txBody>
          </p:sp>
          <p:sp>
            <p:nvSpPr>
              <p:cNvPr id="5431" name="Freeform 5430">
                <a:extLst>
                  <a:ext uri="{FF2B5EF4-FFF2-40B4-BE49-F238E27FC236}">
                    <a16:creationId xmlns:a16="http://schemas.microsoft.com/office/drawing/2014/main" id="{0676A320-25E1-D0C0-B5E8-1C06090719EC}"/>
                  </a:ext>
                </a:extLst>
              </p:cNvPr>
              <p:cNvSpPr/>
              <p:nvPr/>
            </p:nvSpPr>
            <p:spPr>
              <a:xfrm>
                <a:off x="8083022" y="2585555"/>
                <a:ext cx="29484" cy="25167"/>
              </a:xfrm>
              <a:custGeom>
                <a:avLst/>
                <a:gdLst>
                  <a:gd name="connsiteX0" fmla="*/ 15473 w 29484"/>
                  <a:gd name="connsiteY0" fmla="*/ 21659 h 25167"/>
                  <a:gd name="connsiteX1" fmla="*/ 19768 w 29484"/>
                  <a:gd name="connsiteY1" fmla="*/ 21074 h 25167"/>
                  <a:gd name="connsiteX2" fmla="*/ 23277 w 29484"/>
                  <a:gd name="connsiteY2" fmla="*/ 19320 h 25167"/>
                  <a:gd name="connsiteX3" fmla="*/ 25660 w 29484"/>
                  <a:gd name="connsiteY3" fmla="*/ 16374 h 25167"/>
                  <a:gd name="connsiteX4" fmla="*/ 26560 w 29484"/>
                  <a:gd name="connsiteY4" fmla="*/ 12281 h 25167"/>
                  <a:gd name="connsiteX5" fmla="*/ 24896 w 29484"/>
                  <a:gd name="connsiteY5" fmla="*/ 6838 h 25167"/>
                  <a:gd name="connsiteX6" fmla="*/ 20151 w 29484"/>
                  <a:gd name="connsiteY6" fmla="*/ 3825 h 25167"/>
                  <a:gd name="connsiteX7" fmla="*/ 20151 w 29484"/>
                  <a:gd name="connsiteY7" fmla="*/ 204 h 25167"/>
                  <a:gd name="connsiteX8" fmla="*/ 23839 w 29484"/>
                  <a:gd name="connsiteY8" fmla="*/ 1778 h 25167"/>
                  <a:gd name="connsiteX9" fmla="*/ 26807 w 29484"/>
                  <a:gd name="connsiteY9" fmla="*/ 4207 h 25167"/>
                  <a:gd name="connsiteX10" fmla="*/ 28787 w 29484"/>
                  <a:gd name="connsiteY10" fmla="*/ 7670 h 25167"/>
                  <a:gd name="connsiteX11" fmla="*/ 29484 w 29484"/>
                  <a:gd name="connsiteY11" fmla="*/ 12303 h 25167"/>
                  <a:gd name="connsiteX12" fmla="*/ 28360 w 29484"/>
                  <a:gd name="connsiteY12" fmla="*/ 18083 h 25167"/>
                  <a:gd name="connsiteX13" fmla="*/ 25256 w 29484"/>
                  <a:gd name="connsiteY13" fmla="*/ 22086 h 25167"/>
                  <a:gd name="connsiteX14" fmla="*/ 20623 w 29484"/>
                  <a:gd name="connsiteY14" fmla="*/ 24403 h 25167"/>
                  <a:gd name="connsiteX15" fmla="*/ 14866 w 29484"/>
                  <a:gd name="connsiteY15" fmla="*/ 25167 h 25167"/>
                  <a:gd name="connsiteX16" fmla="*/ 9086 w 29484"/>
                  <a:gd name="connsiteY16" fmla="*/ 24268 h 25167"/>
                  <a:gd name="connsiteX17" fmla="*/ 4363 w 29484"/>
                  <a:gd name="connsiteY17" fmla="*/ 21726 h 25167"/>
                  <a:gd name="connsiteX18" fmla="*/ 1170 w 29484"/>
                  <a:gd name="connsiteY18" fmla="*/ 17701 h 25167"/>
                  <a:gd name="connsiteX19" fmla="*/ 0 w 29484"/>
                  <a:gd name="connsiteY19" fmla="*/ 12303 h 25167"/>
                  <a:gd name="connsiteX20" fmla="*/ 3958 w 29484"/>
                  <a:gd name="connsiteY20" fmla="*/ 3240 h 25167"/>
                  <a:gd name="connsiteX21" fmla="*/ 15473 w 29484"/>
                  <a:gd name="connsiteY21" fmla="*/ 1 h 25167"/>
                  <a:gd name="connsiteX22" fmla="*/ 15473 w 29484"/>
                  <a:gd name="connsiteY22" fmla="*/ 21704 h 25167"/>
                  <a:gd name="connsiteX23" fmla="*/ 15473 w 29484"/>
                  <a:gd name="connsiteY23" fmla="*/ 21659 h 25167"/>
                  <a:gd name="connsiteX24" fmla="*/ 12774 w 29484"/>
                  <a:gd name="connsiteY24" fmla="*/ 3397 h 25167"/>
                  <a:gd name="connsiteX25" fmla="*/ 8906 w 29484"/>
                  <a:gd name="connsiteY25" fmla="*/ 3960 h 25167"/>
                  <a:gd name="connsiteX26" fmla="*/ 5780 w 29484"/>
                  <a:gd name="connsiteY26" fmla="*/ 5624 h 25167"/>
                  <a:gd name="connsiteX27" fmla="*/ 3666 w 29484"/>
                  <a:gd name="connsiteY27" fmla="*/ 8412 h 25167"/>
                  <a:gd name="connsiteX28" fmla="*/ 2879 w 29484"/>
                  <a:gd name="connsiteY28" fmla="*/ 12236 h 25167"/>
                  <a:gd name="connsiteX29" fmla="*/ 3689 w 29484"/>
                  <a:gd name="connsiteY29" fmla="*/ 16036 h 25167"/>
                  <a:gd name="connsiteX30" fmla="*/ 5848 w 29484"/>
                  <a:gd name="connsiteY30" fmla="*/ 18848 h 25167"/>
                  <a:gd name="connsiteX31" fmla="*/ 8973 w 29484"/>
                  <a:gd name="connsiteY31" fmla="*/ 20714 h 25167"/>
                  <a:gd name="connsiteX32" fmla="*/ 12751 w 29484"/>
                  <a:gd name="connsiteY32" fmla="*/ 21636 h 25167"/>
                  <a:gd name="connsiteX33" fmla="*/ 12751 w 29484"/>
                  <a:gd name="connsiteY33" fmla="*/ 3397 h 25167"/>
                  <a:gd name="connsiteX34" fmla="*/ 12774 w 29484"/>
                  <a:gd name="connsiteY34" fmla="*/ 3397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9484" h="25167">
                    <a:moveTo>
                      <a:pt x="15473" y="21659"/>
                    </a:moveTo>
                    <a:cubicBezTo>
                      <a:pt x="16980" y="21659"/>
                      <a:pt x="18419" y="21456"/>
                      <a:pt x="19768" y="21074"/>
                    </a:cubicBezTo>
                    <a:cubicBezTo>
                      <a:pt x="21118" y="20669"/>
                      <a:pt x="22287" y="20085"/>
                      <a:pt x="23277" y="19320"/>
                    </a:cubicBezTo>
                    <a:cubicBezTo>
                      <a:pt x="24266" y="18555"/>
                      <a:pt x="25054" y="17566"/>
                      <a:pt x="25660" y="16374"/>
                    </a:cubicBezTo>
                    <a:cubicBezTo>
                      <a:pt x="26245" y="15182"/>
                      <a:pt x="26560" y="13810"/>
                      <a:pt x="26560" y="12281"/>
                    </a:cubicBezTo>
                    <a:cubicBezTo>
                      <a:pt x="26560" y="10167"/>
                      <a:pt x="25998" y="8345"/>
                      <a:pt x="24896" y="6838"/>
                    </a:cubicBezTo>
                    <a:cubicBezTo>
                      <a:pt x="23772" y="5331"/>
                      <a:pt x="22197" y="4319"/>
                      <a:pt x="20151" y="3825"/>
                    </a:cubicBezTo>
                    <a:lnTo>
                      <a:pt x="20151" y="204"/>
                    </a:lnTo>
                    <a:cubicBezTo>
                      <a:pt x="21478" y="609"/>
                      <a:pt x="22715" y="1126"/>
                      <a:pt x="23839" y="1778"/>
                    </a:cubicBezTo>
                    <a:cubicBezTo>
                      <a:pt x="24964" y="2430"/>
                      <a:pt x="25953" y="3240"/>
                      <a:pt x="26807" y="4207"/>
                    </a:cubicBezTo>
                    <a:cubicBezTo>
                      <a:pt x="27662" y="5174"/>
                      <a:pt x="28315" y="6321"/>
                      <a:pt x="28787" y="7670"/>
                    </a:cubicBezTo>
                    <a:cubicBezTo>
                      <a:pt x="29259" y="8997"/>
                      <a:pt x="29484" y="10549"/>
                      <a:pt x="29484" y="12303"/>
                    </a:cubicBezTo>
                    <a:cubicBezTo>
                      <a:pt x="29484" y="14530"/>
                      <a:pt x="29101" y="16464"/>
                      <a:pt x="28360" y="18083"/>
                    </a:cubicBezTo>
                    <a:cubicBezTo>
                      <a:pt x="27595" y="19702"/>
                      <a:pt x="26560" y="21029"/>
                      <a:pt x="25256" y="22086"/>
                    </a:cubicBezTo>
                    <a:cubicBezTo>
                      <a:pt x="23951" y="23121"/>
                      <a:pt x="22400" y="23908"/>
                      <a:pt x="20623" y="24403"/>
                    </a:cubicBezTo>
                    <a:cubicBezTo>
                      <a:pt x="18847" y="24897"/>
                      <a:pt x="16935" y="25167"/>
                      <a:pt x="14866" y="25167"/>
                    </a:cubicBezTo>
                    <a:cubicBezTo>
                      <a:pt x="12796" y="25167"/>
                      <a:pt x="10885" y="24875"/>
                      <a:pt x="9086" y="24268"/>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lnTo>
                      <a:pt x="15473" y="21659"/>
                    </a:lnTo>
                    <a:close/>
                    <a:moveTo>
                      <a:pt x="12774" y="3397"/>
                    </a:moveTo>
                    <a:cubicBezTo>
                      <a:pt x="11402" y="3397"/>
                      <a:pt x="10120" y="3577"/>
                      <a:pt x="8906" y="3960"/>
                    </a:cubicBezTo>
                    <a:cubicBezTo>
                      <a:pt x="7691" y="4342"/>
                      <a:pt x="6657" y="4904"/>
                      <a:pt x="5780" y="5624"/>
                    </a:cubicBezTo>
                    <a:cubicBezTo>
                      <a:pt x="4903" y="6366"/>
                      <a:pt x="4206" y="7288"/>
                      <a:pt x="3666" y="8412"/>
                    </a:cubicBezTo>
                    <a:cubicBezTo>
                      <a:pt x="3148" y="9537"/>
                      <a:pt x="2879" y="10796"/>
                      <a:pt x="2879" y="12236"/>
                    </a:cubicBezTo>
                    <a:cubicBezTo>
                      <a:pt x="2879" y="13675"/>
                      <a:pt x="3148" y="14934"/>
                      <a:pt x="3689" y="16036"/>
                    </a:cubicBezTo>
                    <a:cubicBezTo>
                      <a:pt x="4228" y="17138"/>
                      <a:pt x="4948" y="18060"/>
                      <a:pt x="5848" y="18848"/>
                    </a:cubicBezTo>
                    <a:cubicBezTo>
                      <a:pt x="6747" y="19612"/>
                      <a:pt x="7781" y="20242"/>
                      <a:pt x="8973" y="20714"/>
                    </a:cubicBezTo>
                    <a:cubicBezTo>
                      <a:pt x="10165" y="21187"/>
                      <a:pt x="11425" y="21479"/>
                      <a:pt x="12751" y="21636"/>
                    </a:cubicBezTo>
                    <a:lnTo>
                      <a:pt x="12751" y="3397"/>
                    </a:lnTo>
                    <a:lnTo>
                      <a:pt x="12774" y="3397"/>
                    </a:lnTo>
                    <a:close/>
                  </a:path>
                </a:pathLst>
              </a:custGeom>
              <a:solidFill>
                <a:srgbClr val="231F20"/>
              </a:solidFill>
              <a:ln w="2249" cap="flat">
                <a:noFill/>
                <a:prstDash val="solid"/>
                <a:miter/>
              </a:ln>
            </p:spPr>
            <p:txBody>
              <a:bodyPr rtlCol="0" anchor="ctr"/>
              <a:lstStyle/>
              <a:p>
                <a:endParaRPr lang="en-US"/>
              </a:p>
            </p:txBody>
          </p:sp>
          <p:sp>
            <p:nvSpPr>
              <p:cNvPr id="5432" name="Freeform 5431">
                <a:extLst>
                  <a:ext uri="{FF2B5EF4-FFF2-40B4-BE49-F238E27FC236}">
                    <a16:creationId xmlns:a16="http://schemas.microsoft.com/office/drawing/2014/main" id="{205C2649-FFB5-02D8-BDC0-9050AC298AB7}"/>
                  </a:ext>
                </a:extLst>
              </p:cNvPr>
              <p:cNvSpPr/>
              <p:nvPr/>
            </p:nvSpPr>
            <p:spPr>
              <a:xfrm>
                <a:off x="8071823" y="2553193"/>
                <a:ext cx="50219" cy="11919"/>
              </a:xfrm>
              <a:custGeom>
                <a:avLst/>
                <a:gdLst>
                  <a:gd name="connsiteX0" fmla="*/ 23 w 50219"/>
                  <a:gd name="connsiteY0" fmla="*/ 0 h 11919"/>
                  <a:gd name="connsiteX1" fmla="*/ 12032 w 50219"/>
                  <a:gd name="connsiteY1" fmla="*/ 6072 h 11919"/>
                  <a:gd name="connsiteX2" fmla="*/ 25278 w 50219"/>
                  <a:gd name="connsiteY2" fmla="*/ 8254 h 11919"/>
                  <a:gd name="connsiteX3" fmla="*/ 38345 w 50219"/>
                  <a:gd name="connsiteY3" fmla="*/ 5982 h 11919"/>
                  <a:gd name="connsiteX4" fmla="*/ 50219 w 50219"/>
                  <a:gd name="connsiteY4" fmla="*/ 0 h 11919"/>
                  <a:gd name="connsiteX5" fmla="*/ 50219 w 50219"/>
                  <a:gd name="connsiteY5" fmla="*/ 2744 h 11919"/>
                  <a:gd name="connsiteX6" fmla="*/ 44259 w 50219"/>
                  <a:gd name="connsiteY6" fmla="*/ 6679 h 11919"/>
                  <a:gd name="connsiteX7" fmla="*/ 38367 w 50219"/>
                  <a:gd name="connsiteY7" fmla="*/ 9581 h 11919"/>
                  <a:gd name="connsiteX8" fmla="*/ 32115 w 50219"/>
                  <a:gd name="connsiteY8" fmla="*/ 11335 h 11919"/>
                  <a:gd name="connsiteX9" fmla="*/ 25009 w 50219"/>
                  <a:gd name="connsiteY9" fmla="*/ 11919 h 11919"/>
                  <a:gd name="connsiteX10" fmla="*/ 18014 w 50219"/>
                  <a:gd name="connsiteY10" fmla="*/ 11312 h 11919"/>
                  <a:gd name="connsiteX11" fmla="*/ 11717 w 50219"/>
                  <a:gd name="connsiteY11" fmla="*/ 9536 h 11919"/>
                  <a:gd name="connsiteX12" fmla="*/ 5802 w 50219"/>
                  <a:gd name="connsiteY12" fmla="*/ 6657 h 11919"/>
                  <a:gd name="connsiteX13" fmla="*/ 0 w 50219"/>
                  <a:gd name="connsiteY13" fmla="*/ 2744 h 11919"/>
                  <a:gd name="connsiteX14" fmla="*/ 0 w 50219"/>
                  <a:gd name="connsiteY14" fmla="*/ 0 h 11919"/>
                  <a:gd name="connsiteX15" fmla="*/ 23 w 50219"/>
                  <a:gd name="connsiteY15" fmla="*/ 0 h 11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0219" h="11919">
                    <a:moveTo>
                      <a:pt x="23" y="0"/>
                    </a:moveTo>
                    <a:cubicBezTo>
                      <a:pt x="3778" y="2586"/>
                      <a:pt x="7759" y="4610"/>
                      <a:pt x="12032" y="6072"/>
                    </a:cubicBezTo>
                    <a:cubicBezTo>
                      <a:pt x="16305" y="7534"/>
                      <a:pt x="20713" y="8254"/>
                      <a:pt x="25278" y="8254"/>
                    </a:cubicBezTo>
                    <a:cubicBezTo>
                      <a:pt x="29844" y="8254"/>
                      <a:pt x="34139" y="7489"/>
                      <a:pt x="38345" y="5982"/>
                    </a:cubicBezTo>
                    <a:cubicBezTo>
                      <a:pt x="42550" y="4475"/>
                      <a:pt x="46508" y="2474"/>
                      <a:pt x="50219" y="0"/>
                    </a:cubicBezTo>
                    <a:lnTo>
                      <a:pt x="50219" y="2744"/>
                    </a:lnTo>
                    <a:cubicBezTo>
                      <a:pt x="48173" y="4228"/>
                      <a:pt x="46171" y="5532"/>
                      <a:pt x="44259" y="6679"/>
                    </a:cubicBezTo>
                    <a:cubicBezTo>
                      <a:pt x="42326" y="7826"/>
                      <a:pt x="40369" y="8793"/>
                      <a:pt x="38367" y="9581"/>
                    </a:cubicBezTo>
                    <a:cubicBezTo>
                      <a:pt x="36365" y="10368"/>
                      <a:pt x="34274" y="10952"/>
                      <a:pt x="32115" y="11335"/>
                    </a:cubicBezTo>
                    <a:cubicBezTo>
                      <a:pt x="29956" y="11717"/>
                      <a:pt x="27572" y="11919"/>
                      <a:pt x="25009" y="11919"/>
                    </a:cubicBezTo>
                    <a:cubicBezTo>
                      <a:pt x="22445" y="11919"/>
                      <a:pt x="20196" y="11717"/>
                      <a:pt x="18014" y="11312"/>
                    </a:cubicBezTo>
                    <a:cubicBezTo>
                      <a:pt x="15833" y="10907"/>
                      <a:pt x="13741" y="10300"/>
                      <a:pt x="11717" y="9536"/>
                    </a:cubicBezTo>
                    <a:cubicBezTo>
                      <a:pt x="9693" y="8748"/>
                      <a:pt x="7736" y="7804"/>
                      <a:pt x="5802" y="6657"/>
                    </a:cubicBezTo>
                    <a:cubicBezTo>
                      <a:pt x="3868" y="5532"/>
                      <a:pt x="1934" y="4228"/>
                      <a:pt x="0" y="2744"/>
                    </a:cubicBezTo>
                    <a:lnTo>
                      <a:pt x="0" y="0"/>
                    </a:lnTo>
                    <a:lnTo>
                      <a:pt x="23" y="0"/>
                    </a:lnTo>
                    <a:close/>
                  </a:path>
                </a:pathLst>
              </a:custGeom>
              <a:solidFill>
                <a:srgbClr val="231F20"/>
              </a:solidFill>
              <a:ln w="2249" cap="flat">
                <a:noFill/>
                <a:prstDash val="solid"/>
                <a:miter/>
              </a:ln>
            </p:spPr>
            <p:txBody>
              <a:bodyPr rtlCol="0" anchor="ctr"/>
              <a:lstStyle/>
              <a:p>
                <a:endParaRPr lang="en-US"/>
              </a:p>
            </p:txBody>
          </p:sp>
          <p:sp>
            <p:nvSpPr>
              <p:cNvPr id="5433" name="Freeform 5432">
                <a:extLst>
                  <a:ext uri="{FF2B5EF4-FFF2-40B4-BE49-F238E27FC236}">
                    <a16:creationId xmlns:a16="http://schemas.microsoft.com/office/drawing/2014/main" id="{0C8054B3-AE62-1B4A-47F9-1FA5D4EC3EF6}"/>
                  </a:ext>
                </a:extLst>
              </p:cNvPr>
              <p:cNvSpPr/>
              <p:nvPr/>
            </p:nvSpPr>
            <p:spPr>
              <a:xfrm>
                <a:off x="8073667" y="2530389"/>
                <a:ext cx="38052" cy="13268"/>
              </a:xfrm>
              <a:custGeom>
                <a:avLst/>
                <a:gdLst>
                  <a:gd name="connsiteX0" fmla="*/ 9783 w 38052"/>
                  <a:gd name="connsiteY0" fmla="*/ 3441 h 13268"/>
                  <a:gd name="connsiteX1" fmla="*/ 9783 w 38052"/>
                  <a:gd name="connsiteY1" fmla="*/ 13269 h 13268"/>
                  <a:gd name="connsiteX2" fmla="*/ 7511 w 38052"/>
                  <a:gd name="connsiteY2" fmla="*/ 13269 h 13268"/>
                  <a:gd name="connsiteX3" fmla="*/ 7084 w 38052"/>
                  <a:gd name="connsiteY3" fmla="*/ 9356 h 13268"/>
                  <a:gd name="connsiteX4" fmla="*/ 6050 w 38052"/>
                  <a:gd name="connsiteY4" fmla="*/ 6275 h 13268"/>
                  <a:gd name="connsiteX5" fmla="*/ 3868 w 38052"/>
                  <a:gd name="connsiteY5" fmla="*/ 4071 h 13268"/>
                  <a:gd name="connsiteX6" fmla="*/ 0 w 38052"/>
                  <a:gd name="connsiteY6" fmla="*/ 2744 h 13268"/>
                  <a:gd name="connsiteX7" fmla="*/ 0 w 38052"/>
                  <a:gd name="connsiteY7" fmla="*/ 0 h 13268"/>
                  <a:gd name="connsiteX8" fmla="*/ 38052 w 38052"/>
                  <a:gd name="connsiteY8" fmla="*/ 0 h 13268"/>
                  <a:gd name="connsiteX9" fmla="*/ 38052 w 38052"/>
                  <a:gd name="connsiteY9" fmla="*/ 3463 h 13268"/>
                  <a:gd name="connsiteX10" fmla="*/ 9760 w 38052"/>
                  <a:gd name="connsiteY10" fmla="*/ 3463 h 13268"/>
                  <a:gd name="connsiteX11" fmla="*/ 9783 w 38052"/>
                  <a:gd name="connsiteY11" fmla="*/ 3463 h 132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052" h="13268">
                    <a:moveTo>
                      <a:pt x="9783" y="3441"/>
                    </a:moveTo>
                    <a:lnTo>
                      <a:pt x="9783" y="13269"/>
                    </a:lnTo>
                    <a:lnTo>
                      <a:pt x="7511" y="13269"/>
                    </a:lnTo>
                    <a:cubicBezTo>
                      <a:pt x="7399" y="11830"/>
                      <a:pt x="7264" y="10525"/>
                      <a:pt x="7084" y="9356"/>
                    </a:cubicBezTo>
                    <a:cubicBezTo>
                      <a:pt x="6904" y="8186"/>
                      <a:pt x="6567" y="7152"/>
                      <a:pt x="6050" y="6275"/>
                    </a:cubicBezTo>
                    <a:cubicBezTo>
                      <a:pt x="5555" y="5398"/>
                      <a:pt x="4813" y="4655"/>
                      <a:pt x="3868" y="4071"/>
                    </a:cubicBezTo>
                    <a:cubicBezTo>
                      <a:pt x="2924" y="3486"/>
                      <a:pt x="1619" y="3036"/>
                      <a:pt x="0" y="2744"/>
                    </a:cubicBezTo>
                    <a:lnTo>
                      <a:pt x="0" y="0"/>
                    </a:lnTo>
                    <a:lnTo>
                      <a:pt x="38052" y="0"/>
                    </a:lnTo>
                    <a:lnTo>
                      <a:pt x="38052" y="3463"/>
                    </a:lnTo>
                    <a:lnTo>
                      <a:pt x="9760" y="3463"/>
                    </a:lnTo>
                    <a:lnTo>
                      <a:pt x="9783" y="3463"/>
                    </a:lnTo>
                    <a:close/>
                  </a:path>
                </a:pathLst>
              </a:custGeom>
              <a:solidFill>
                <a:srgbClr val="231F20"/>
              </a:solidFill>
              <a:ln w="2249" cap="flat">
                <a:noFill/>
                <a:prstDash val="solid"/>
                <a:miter/>
              </a:ln>
            </p:spPr>
            <p:txBody>
              <a:bodyPr rtlCol="0" anchor="ctr"/>
              <a:lstStyle/>
              <a:p>
                <a:endParaRPr lang="en-US"/>
              </a:p>
            </p:txBody>
          </p:sp>
          <p:sp>
            <p:nvSpPr>
              <p:cNvPr id="5434" name="Freeform 5433">
                <a:extLst>
                  <a:ext uri="{FF2B5EF4-FFF2-40B4-BE49-F238E27FC236}">
                    <a16:creationId xmlns:a16="http://schemas.microsoft.com/office/drawing/2014/main" id="{ECE15797-DA1C-696B-4DD4-3C6CC48CDFCD}"/>
                  </a:ext>
                </a:extLst>
              </p:cNvPr>
              <p:cNvSpPr/>
              <p:nvPr/>
            </p:nvSpPr>
            <p:spPr>
              <a:xfrm>
                <a:off x="8096021" y="2504301"/>
                <a:ext cx="3350" cy="13651"/>
              </a:xfrm>
              <a:custGeom>
                <a:avLst/>
                <a:gdLst>
                  <a:gd name="connsiteX0" fmla="*/ 0 w 3350"/>
                  <a:gd name="connsiteY0" fmla="*/ 0 h 13651"/>
                  <a:gd name="connsiteX1" fmla="*/ 3351 w 3350"/>
                  <a:gd name="connsiteY1" fmla="*/ 0 h 13651"/>
                  <a:gd name="connsiteX2" fmla="*/ 3351 w 3350"/>
                  <a:gd name="connsiteY2" fmla="*/ 13651 h 13651"/>
                  <a:gd name="connsiteX3" fmla="*/ 0 w 3350"/>
                  <a:gd name="connsiteY3" fmla="*/ 13651 h 13651"/>
                  <a:gd name="connsiteX4" fmla="*/ 0 w 3350"/>
                  <a:gd name="connsiteY4" fmla="*/ 0 h 136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50" h="13651">
                    <a:moveTo>
                      <a:pt x="0" y="0"/>
                    </a:moveTo>
                    <a:lnTo>
                      <a:pt x="3351" y="0"/>
                    </a:lnTo>
                    <a:lnTo>
                      <a:pt x="3351" y="13651"/>
                    </a:lnTo>
                    <a:lnTo>
                      <a:pt x="0" y="13651"/>
                    </a:lnTo>
                    <a:lnTo>
                      <a:pt x="0" y="0"/>
                    </a:lnTo>
                    <a:close/>
                  </a:path>
                </a:pathLst>
              </a:custGeom>
              <a:solidFill>
                <a:srgbClr val="231F20"/>
              </a:solidFill>
              <a:ln w="2249" cap="flat">
                <a:noFill/>
                <a:prstDash val="solid"/>
                <a:miter/>
              </a:ln>
            </p:spPr>
            <p:txBody>
              <a:bodyPr rtlCol="0" anchor="ctr"/>
              <a:lstStyle/>
              <a:p>
                <a:endParaRPr lang="en-US"/>
              </a:p>
            </p:txBody>
          </p:sp>
          <p:sp>
            <p:nvSpPr>
              <p:cNvPr id="5435" name="Freeform 5434">
                <a:extLst>
                  <a:ext uri="{FF2B5EF4-FFF2-40B4-BE49-F238E27FC236}">
                    <a16:creationId xmlns:a16="http://schemas.microsoft.com/office/drawing/2014/main" id="{7705985C-2442-9E8C-1D66-7C5FFE23E419}"/>
                  </a:ext>
                </a:extLst>
              </p:cNvPr>
              <p:cNvSpPr/>
              <p:nvPr/>
            </p:nvSpPr>
            <p:spPr>
              <a:xfrm>
                <a:off x="8073667" y="2482396"/>
                <a:ext cx="38052" cy="13268"/>
              </a:xfrm>
              <a:custGeom>
                <a:avLst/>
                <a:gdLst>
                  <a:gd name="connsiteX0" fmla="*/ 9783 w 38052"/>
                  <a:gd name="connsiteY0" fmla="*/ 3441 h 13268"/>
                  <a:gd name="connsiteX1" fmla="*/ 9783 w 38052"/>
                  <a:gd name="connsiteY1" fmla="*/ 13269 h 13268"/>
                  <a:gd name="connsiteX2" fmla="*/ 7511 w 38052"/>
                  <a:gd name="connsiteY2" fmla="*/ 13269 h 13268"/>
                  <a:gd name="connsiteX3" fmla="*/ 7084 w 38052"/>
                  <a:gd name="connsiteY3" fmla="*/ 9356 h 13268"/>
                  <a:gd name="connsiteX4" fmla="*/ 6050 w 38052"/>
                  <a:gd name="connsiteY4" fmla="*/ 6275 h 13268"/>
                  <a:gd name="connsiteX5" fmla="*/ 3868 w 38052"/>
                  <a:gd name="connsiteY5" fmla="*/ 4071 h 13268"/>
                  <a:gd name="connsiteX6" fmla="*/ 0 w 38052"/>
                  <a:gd name="connsiteY6" fmla="*/ 2744 h 13268"/>
                  <a:gd name="connsiteX7" fmla="*/ 0 w 38052"/>
                  <a:gd name="connsiteY7" fmla="*/ 0 h 13268"/>
                  <a:gd name="connsiteX8" fmla="*/ 38052 w 38052"/>
                  <a:gd name="connsiteY8" fmla="*/ 0 h 13268"/>
                  <a:gd name="connsiteX9" fmla="*/ 38052 w 38052"/>
                  <a:gd name="connsiteY9" fmla="*/ 3463 h 13268"/>
                  <a:gd name="connsiteX10" fmla="*/ 9760 w 38052"/>
                  <a:gd name="connsiteY10" fmla="*/ 3463 h 13268"/>
                  <a:gd name="connsiteX11" fmla="*/ 9783 w 38052"/>
                  <a:gd name="connsiteY11" fmla="*/ 3463 h 132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052" h="13268">
                    <a:moveTo>
                      <a:pt x="9783" y="3441"/>
                    </a:moveTo>
                    <a:lnTo>
                      <a:pt x="9783" y="13269"/>
                    </a:lnTo>
                    <a:lnTo>
                      <a:pt x="7511" y="13269"/>
                    </a:lnTo>
                    <a:cubicBezTo>
                      <a:pt x="7399" y="11830"/>
                      <a:pt x="7264" y="10525"/>
                      <a:pt x="7084" y="9356"/>
                    </a:cubicBezTo>
                    <a:cubicBezTo>
                      <a:pt x="6904" y="8186"/>
                      <a:pt x="6567" y="7152"/>
                      <a:pt x="6050" y="6275"/>
                    </a:cubicBezTo>
                    <a:cubicBezTo>
                      <a:pt x="5555" y="5397"/>
                      <a:pt x="4813" y="4655"/>
                      <a:pt x="3868" y="4071"/>
                    </a:cubicBezTo>
                    <a:cubicBezTo>
                      <a:pt x="2924" y="3486"/>
                      <a:pt x="1619" y="3036"/>
                      <a:pt x="0" y="2744"/>
                    </a:cubicBezTo>
                    <a:lnTo>
                      <a:pt x="0" y="0"/>
                    </a:lnTo>
                    <a:lnTo>
                      <a:pt x="38052" y="0"/>
                    </a:lnTo>
                    <a:lnTo>
                      <a:pt x="38052" y="3463"/>
                    </a:lnTo>
                    <a:lnTo>
                      <a:pt x="9760" y="3463"/>
                    </a:lnTo>
                    <a:lnTo>
                      <a:pt x="9783" y="3463"/>
                    </a:lnTo>
                    <a:close/>
                  </a:path>
                </a:pathLst>
              </a:custGeom>
              <a:solidFill>
                <a:srgbClr val="231F20"/>
              </a:solidFill>
              <a:ln w="2249" cap="flat">
                <a:noFill/>
                <a:prstDash val="solid"/>
                <a:miter/>
              </a:ln>
            </p:spPr>
            <p:txBody>
              <a:bodyPr rtlCol="0" anchor="ctr"/>
              <a:lstStyle/>
              <a:p>
                <a:endParaRPr lang="en-US"/>
              </a:p>
            </p:txBody>
          </p:sp>
          <p:sp>
            <p:nvSpPr>
              <p:cNvPr id="5436" name="Freeform 5435">
                <a:extLst>
                  <a:ext uri="{FF2B5EF4-FFF2-40B4-BE49-F238E27FC236}">
                    <a16:creationId xmlns:a16="http://schemas.microsoft.com/office/drawing/2014/main" id="{1749FE4F-8F1E-4330-44F2-50032F7EEA61}"/>
                  </a:ext>
                </a:extLst>
              </p:cNvPr>
              <p:cNvSpPr/>
              <p:nvPr/>
            </p:nvSpPr>
            <p:spPr>
              <a:xfrm>
                <a:off x="8106974" y="2462695"/>
                <a:ext cx="4745" cy="3935"/>
              </a:xfrm>
              <a:custGeom>
                <a:avLst/>
                <a:gdLst>
                  <a:gd name="connsiteX0" fmla="*/ 4746 w 4745"/>
                  <a:gd name="connsiteY0" fmla="*/ 3936 h 3935"/>
                  <a:gd name="connsiteX1" fmla="*/ 0 w 4745"/>
                  <a:gd name="connsiteY1" fmla="*/ 3936 h 3935"/>
                  <a:gd name="connsiteX2" fmla="*/ 0 w 4745"/>
                  <a:gd name="connsiteY2" fmla="*/ 0 h 3935"/>
                  <a:gd name="connsiteX3" fmla="*/ 4746 w 4745"/>
                  <a:gd name="connsiteY3" fmla="*/ 0 h 3935"/>
                  <a:gd name="connsiteX4" fmla="*/ 4746 w 4745"/>
                  <a:gd name="connsiteY4" fmla="*/ 3936 h 39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45" h="3935">
                    <a:moveTo>
                      <a:pt x="4746" y="3936"/>
                    </a:moveTo>
                    <a:lnTo>
                      <a:pt x="0" y="3936"/>
                    </a:lnTo>
                    <a:lnTo>
                      <a:pt x="0" y="0"/>
                    </a:lnTo>
                    <a:lnTo>
                      <a:pt x="4746" y="0"/>
                    </a:lnTo>
                    <a:lnTo>
                      <a:pt x="4746" y="3936"/>
                    </a:lnTo>
                    <a:close/>
                  </a:path>
                </a:pathLst>
              </a:custGeom>
              <a:solidFill>
                <a:srgbClr val="231F20"/>
              </a:solidFill>
              <a:ln w="2249" cap="flat">
                <a:noFill/>
                <a:prstDash val="solid"/>
                <a:miter/>
              </a:ln>
            </p:spPr>
            <p:txBody>
              <a:bodyPr rtlCol="0" anchor="ctr"/>
              <a:lstStyle/>
              <a:p>
                <a:endParaRPr lang="en-US"/>
              </a:p>
            </p:txBody>
          </p:sp>
          <p:sp>
            <p:nvSpPr>
              <p:cNvPr id="5437" name="Freeform 5436">
                <a:extLst>
                  <a:ext uri="{FF2B5EF4-FFF2-40B4-BE49-F238E27FC236}">
                    <a16:creationId xmlns:a16="http://schemas.microsoft.com/office/drawing/2014/main" id="{0FF941B7-7E01-CED0-B108-4F824CC2530B}"/>
                  </a:ext>
                </a:extLst>
              </p:cNvPr>
              <p:cNvSpPr/>
              <p:nvPr/>
            </p:nvSpPr>
            <p:spPr>
              <a:xfrm>
                <a:off x="8074027" y="2429838"/>
                <a:ext cx="38389" cy="25413"/>
              </a:xfrm>
              <a:custGeom>
                <a:avLst/>
                <a:gdLst>
                  <a:gd name="connsiteX0" fmla="*/ 27820 w 38389"/>
                  <a:gd name="connsiteY0" fmla="*/ 21972 h 25413"/>
                  <a:gd name="connsiteX1" fmla="*/ 33622 w 38389"/>
                  <a:gd name="connsiteY1" fmla="*/ 18869 h 25413"/>
                  <a:gd name="connsiteX2" fmla="*/ 35534 w 38389"/>
                  <a:gd name="connsiteY2" fmla="*/ 12572 h 25413"/>
                  <a:gd name="connsiteX3" fmla="*/ 34769 w 38389"/>
                  <a:gd name="connsiteY3" fmla="*/ 8771 h 25413"/>
                  <a:gd name="connsiteX4" fmla="*/ 32700 w 38389"/>
                  <a:gd name="connsiteY4" fmla="*/ 5892 h 25413"/>
                  <a:gd name="connsiteX5" fmla="*/ 29619 w 38389"/>
                  <a:gd name="connsiteY5" fmla="*/ 4093 h 25413"/>
                  <a:gd name="connsiteX6" fmla="*/ 25818 w 38389"/>
                  <a:gd name="connsiteY6" fmla="*/ 3463 h 25413"/>
                  <a:gd name="connsiteX7" fmla="*/ 21927 w 38389"/>
                  <a:gd name="connsiteY7" fmla="*/ 4138 h 25413"/>
                  <a:gd name="connsiteX8" fmla="*/ 18847 w 38389"/>
                  <a:gd name="connsiteY8" fmla="*/ 6027 h 25413"/>
                  <a:gd name="connsiteX9" fmla="*/ 16845 w 38389"/>
                  <a:gd name="connsiteY9" fmla="*/ 8996 h 25413"/>
                  <a:gd name="connsiteX10" fmla="*/ 16147 w 38389"/>
                  <a:gd name="connsiteY10" fmla="*/ 12909 h 25413"/>
                  <a:gd name="connsiteX11" fmla="*/ 17092 w 38389"/>
                  <a:gd name="connsiteY11" fmla="*/ 17542 h 25413"/>
                  <a:gd name="connsiteX12" fmla="*/ 20083 w 38389"/>
                  <a:gd name="connsiteY12" fmla="*/ 21163 h 25413"/>
                  <a:gd name="connsiteX13" fmla="*/ 19701 w 38389"/>
                  <a:gd name="connsiteY13" fmla="*/ 24019 h 25413"/>
                  <a:gd name="connsiteX14" fmla="*/ 0 w 38389"/>
                  <a:gd name="connsiteY14" fmla="*/ 20938 h 25413"/>
                  <a:gd name="connsiteX15" fmla="*/ 0 w 38389"/>
                  <a:gd name="connsiteY15" fmla="*/ 2047 h 25413"/>
                  <a:gd name="connsiteX16" fmla="*/ 2924 w 38389"/>
                  <a:gd name="connsiteY16" fmla="*/ 2047 h 25413"/>
                  <a:gd name="connsiteX17" fmla="*/ 2924 w 38389"/>
                  <a:gd name="connsiteY17" fmla="*/ 18014 h 25413"/>
                  <a:gd name="connsiteX18" fmla="*/ 15720 w 38389"/>
                  <a:gd name="connsiteY18" fmla="*/ 20398 h 25413"/>
                  <a:gd name="connsiteX19" fmla="*/ 14528 w 38389"/>
                  <a:gd name="connsiteY19" fmla="*/ 18329 h 25413"/>
                  <a:gd name="connsiteX20" fmla="*/ 13741 w 38389"/>
                  <a:gd name="connsiteY20" fmla="*/ 16417 h 25413"/>
                  <a:gd name="connsiteX21" fmla="*/ 13336 w 38389"/>
                  <a:gd name="connsiteY21" fmla="*/ 14393 h 25413"/>
                  <a:gd name="connsiteX22" fmla="*/ 13224 w 38389"/>
                  <a:gd name="connsiteY22" fmla="*/ 12054 h 25413"/>
                  <a:gd name="connsiteX23" fmla="*/ 14079 w 38389"/>
                  <a:gd name="connsiteY23" fmla="*/ 7242 h 25413"/>
                  <a:gd name="connsiteX24" fmla="*/ 16553 w 38389"/>
                  <a:gd name="connsiteY24" fmla="*/ 3418 h 25413"/>
                  <a:gd name="connsiteX25" fmla="*/ 20511 w 38389"/>
                  <a:gd name="connsiteY25" fmla="*/ 900 h 25413"/>
                  <a:gd name="connsiteX26" fmla="*/ 25773 w 38389"/>
                  <a:gd name="connsiteY26" fmla="*/ 0 h 25413"/>
                  <a:gd name="connsiteX27" fmla="*/ 31148 w 38389"/>
                  <a:gd name="connsiteY27" fmla="*/ 990 h 25413"/>
                  <a:gd name="connsiteX28" fmla="*/ 35106 w 38389"/>
                  <a:gd name="connsiteY28" fmla="*/ 3666 h 25413"/>
                  <a:gd name="connsiteX29" fmla="*/ 37557 w 38389"/>
                  <a:gd name="connsiteY29" fmla="*/ 7534 h 25413"/>
                  <a:gd name="connsiteX30" fmla="*/ 38390 w 38389"/>
                  <a:gd name="connsiteY30" fmla="*/ 12032 h 25413"/>
                  <a:gd name="connsiteX31" fmla="*/ 37850 w 38389"/>
                  <a:gd name="connsiteY31" fmla="*/ 17070 h 25413"/>
                  <a:gd name="connsiteX32" fmla="*/ 36051 w 38389"/>
                  <a:gd name="connsiteY32" fmla="*/ 21208 h 25413"/>
                  <a:gd name="connsiteX33" fmla="*/ 32767 w 38389"/>
                  <a:gd name="connsiteY33" fmla="*/ 24086 h 25413"/>
                  <a:gd name="connsiteX34" fmla="*/ 27775 w 38389"/>
                  <a:gd name="connsiteY34" fmla="*/ 25413 h 25413"/>
                  <a:gd name="connsiteX35" fmla="*/ 27775 w 38389"/>
                  <a:gd name="connsiteY35" fmla="*/ 21950 h 25413"/>
                  <a:gd name="connsiteX36" fmla="*/ 27820 w 38389"/>
                  <a:gd name="connsiteY36" fmla="*/ 21950 h 254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8389" h="25413">
                    <a:moveTo>
                      <a:pt x="27820" y="21972"/>
                    </a:moveTo>
                    <a:cubicBezTo>
                      <a:pt x="30406" y="21612"/>
                      <a:pt x="32340" y="20578"/>
                      <a:pt x="33622" y="18869"/>
                    </a:cubicBezTo>
                    <a:cubicBezTo>
                      <a:pt x="34904" y="17160"/>
                      <a:pt x="35534" y="15068"/>
                      <a:pt x="35534" y="12572"/>
                    </a:cubicBezTo>
                    <a:cubicBezTo>
                      <a:pt x="35534" y="11177"/>
                      <a:pt x="35286" y="9895"/>
                      <a:pt x="34769" y="8771"/>
                    </a:cubicBezTo>
                    <a:cubicBezTo>
                      <a:pt x="34274" y="7646"/>
                      <a:pt x="33577" y="6679"/>
                      <a:pt x="32700" y="5892"/>
                    </a:cubicBezTo>
                    <a:cubicBezTo>
                      <a:pt x="31823" y="5105"/>
                      <a:pt x="30788" y="4498"/>
                      <a:pt x="29619" y="4093"/>
                    </a:cubicBezTo>
                    <a:cubicBezTo>
                      <a:pt x="28449" y="3688"/>
                      <a:pt x="27190" y="3463"/>
                      <a:pt x="25818" y="3463"/>
                    </a:cubicBezTo>
                    <a:cubicBezTo>
                      <a:pt x="24446" y="3463"/>
                      <a:pt x="23119" y="3688"/>
                      <a:pt x="21927" y="4138"/>
                    </a:cubicBezTo>
                    <a:cubicBezTo>
                      <a:pt x="20735" y="4588"/>
                      <a:pt x="19723" y="5218"/>
                      <a:pt x="18847" y="6027"/>
                    </a:cubicBezTo>
                    <a:cubicBezTo>
                      <a:pt x="17992" y="6837"/>
                      <a:pt x="17317" y="7826"/>
                      <a:pt x="16845" y="8996"/>
                    </a:cubicBezTo>
                    <a:cubicBezTo>
                      <a:pt x="16372" y="10165"/>
                      <a:pt x="16147" y="11470"/>
                      <a:pt x="16147" y="12909"/>
                    </a:cubicBezTo>
                    <a:cubicBezTo>
                      <a:pt x="16147" y="14641"/>
                      <a:pt x="16463" y="16193"/>
                      <a:pt x="17092" y="17542"/>
                    </a:cubicBezTo>
                    <a:cubicBezTo>
                      <a:pt x="17722" y="18914"/>
                      <a:pt x="18711" y="20106"/>
                      <a:pt x="20083" y="21163"/>
                    </a:cubicBezTo>
                    <a:lnTo>
                      <a:pt x="19701" y="24019"/>
                    </a:lnTo>
                    <a:lnTo>
                      <a:pt x="0" y="20938"/>
                    </a:lnTo>
                    <a:lnTo>
                      <a:pt x="0" y="2047"/>
                    </a:lnTo>
                    <a:lnTo>
                      <a:pt x="2924" y="2047"/>
                    </a:lnTo>
                    <a:lnTo>
                      <a:pt x="2924" y="18014"/>
                    </a:lnTo>
                    <a:lnTo>
                      <a:pt x="15720" y="20398"/>
                    </a:lnTo>
                    <a:cubicBezTo>
                      <a:pt x="15248" y="19633"/>
                      <a:pt x="14866" y="18959"/>
                      <a:pt x="14528" y="18329"/>
                    </a:cubicBezTo>
                    <a:cubicBezTo>
                      <a:pt x="14214" y="17699"/>
                      <a:pt x="13943" y="17070"/>
                      <a:pt x="13741" y="16417"/>
                    </a:cubicBezTo>
                    <a:cubicBezTo>
                      <a:pt x="13539" y="15765"/>
                      <a:pt x="13404" y="15091"/>
                      <a:pt x="13336" y="14393"/>
                    </a:cubicBezTo>
                    <a:cubicBezTo>
                      <a:pt x="13269" y="13696"/>
                      <a:pt x="13224" y="12909"/>
                      <a:pt x="13224" y="12054"/>
                    </a:cubicBezTo>
                    <a:cubicBezTo>
                      <a:pt x="13224" y="10323"/>
                      <a:pt x="13516" y="8726"/>
                      <a:pt x="14079" y="7242"/>
                    </a:cubicBezTo>
                    <a:cubicBezTo>
                      <a:pt x="14663" y="5757"/>
                      <a:pt x="15473" y="4498"/>
                      <a:pt x="16553" y="3418"/>
                    </a:cubicBezTo>
                    <a:cubicBezTo>
                      <a:pt x="17632" y="2339"/>
                      <a:pt x="18959" y="1507"/>
                      <a:pt x="20511" y="900"/>
                    </a:cubicBezTo>
                    <a:cubicBezTo>
                      <a:pt x="22062" y="292"/>
                      <a:pt x="23839" y="0"/>
                      <a:pt x="25773" y="0"/>
                    </a:cubicBezTo>
                    <a:cubicBezTo>
                      <a:pt x="27707" y="0"/>
                      <a:pt x="29574" y="337"/>
                      <a:pt x="31148" y="990"/>
                    </a:cubicBezTo>
                    <a:cubicBezTo>
                      <a:pt x="32722" y="1664"/>
                      <a:pt x="34027" y="2541"/>
                      <a:pt x="35106" y="3666"/>
                    </a:cubicBezTo>
                    <a:cubicBezTo>
                      <a:pt x="36186" y="4790"/>
                      <a:pt x="36995" y="6072"/>
                      <a:pt x="37557" y="7534"/>
                    </a:cubicBezTo>
                    <a:cubicBezTo>
                      <a:pt x="38120" y="8996"/>
                      <a:pt x="38390" y="10503"/>
                      <a:pt x="38390" y="12032"/>
                    </a:cubicBezTo>
                    <a:cubicBezTo>
                      <a:pt x="38390" y="13831"/>
                      <a:pt x="38210" y="15518"/>
                      <a:pt x="37850" y="17070"/>
                    </a:cubicBezTo>
                    <a:cubicBezTo>
                      <a:pt x="37490" y="18644"/>
                      <a:pt x="36883" y="20016"/>
                      <a:pt x="36051" y="21208"/>
                    </a:cubicBezTo>
                    <a:cubicBezTo>
                      <a:pt x="35196" y="22400"/>
                      <a:pt x="34117" y="23367"/>
                      <a:pt x="32767" y="24086"/>
                    </a:cubicBezTo>
                    <a:cubicBezTo>
                      <a:pt x="31418" y="24828"/>
                      <a:pt x="29754" y="25256"/>
                      <a:pt x="27775" y="25413"/>
                    </a:cubicBezTo>
                    <a:lnTo>
                      <a:pt x="27775" y="21950"/>
                    </a:lnTo>
                    <a:lnTo>
                      <a:pt x="27820" y="21950"/>
                    </a:lnTo>
                    <a:close/>
                  </a:path>
                </a:pathLst>
              </a:custGeom>
              <a:solidFill>
                <a:srgbClr val="231F20"/>
              </a:solidFill>
              <a:ln w="2249" cap="flat">
                <a:noFill/>
                <a:prstDash val="solid"/>
                <a:miter/>
              </a:ln>
            </p:spPr>
            <p:txBody>
              <a:bodyPr rtlCol="0" anchor="ctr"/>
              <a:lstStyle/>
              <a:p>
                <a:endParaRPr lang="en-US"/>
              </a:p>
            </p:txBody>
          </p:sp>
          <p:sp>
            <p:nvSpPr>
              <p:cNvPr id="5438" name="Freeform 5437">
                <a:extLst>
                  <a:ext uri="{FF2B5EF4-FFF2-40B4-BE49-F238E27FC236}">
                    <a16:creationId xmlns:a16="http://schemas.microsoft.com/office/drawing/2014/main" id="{1D727BC4-71FB-F302-4C6F-F468B6DFF7DD}"/>
                  </a:ext>
                </a:extLst>
              </p:cNvPr>
              <p:cNvSpPr/>
              <p:nvPr/>
            </p:nvSpPr>
            <p:spPr>
              <a:xfrm>
                <a:off x="8082977" y="2402626"/>
                <a:ext cx="29439" cy="22039"/>
              </a:xfrm>
              <a:custGeom>
                <a:avLst/>
                <a:gdLst>
                  <a:gd name="connsiteX0" fmla="*/ 19994 w 29439"/>
                  <a:gd name="connsiteY0" fmla="*/ 18734 h 22039"/>
                  <a:gd name="connsiteX1" fmla="*/ 25099 w 29439"/>
                  <a:gd name="connsiteY1" fmla="*/ 16013 h 22039"/>
                  <a:gd name="connsiteX2" fmla="*/ 26583 w 29439"/>
                  <a:gd name="connsiteY2" fmla="*/ 10368 h 22039"/>
                  <a:gd name="connsiteX3" fmla="*/ 26156 w 29439"/>
                  <a:gd name="connsiteY3" fmla="*/ 7287 h 22039"/>
                  <a:gd name="connsiteX4" fmla="*/ 24986 w 29439"/>
                  <a:gd name="connsiteY4" fmla="*/ 5150 h 22039"/>
                  <a:gd name="connsiteX5" fmla="*/ 23344 w 29439"/>
                  <a:gd name="connsiteY5" fmla="*/ 3891 h 22039"/>
                  <a:gd name="connsiteX6" fmla="*/ 21410 w 29439"/>
                  <a:gd name="connsiteY6" fmla="*/ 3463 h 22039"/>
                  <a:gd name="connsiteX7" fmla="*/ 18352 w 29439"/>
                  <a:gd name="connsiteY7" fmla="*/ 4790 h 22039"/>
                  <a:gd name="connsiteX8" fmla="*/ 16777 w 29439"/>
                  <a:gd name="connsiteY8" fmla="*/ 8119 h 22039"/>
                  <a:gd name="connsiteX9" fmla="*/ 15810 w 29439"/>
                  <a:gd name="connsiteY9" fmla="*/ 12437 h 22039"/>
                  <a:gd name="connsiteX10" fmla="*/ 14596 w 29439"/>
                  <a:gd name="connsiteY10" fmla="*/ 16755 h 22039"/>
                  <a:gd name="connsiteX11" fmla="*/ 12279 w 29439"/>
                  <a:gd name="connsiteY11" fmla="*/ 20083 h 22039"/>
                  <a:gd name="connsiteX12" fmla="*/ 8006 w 29439"/>
                  <a:gd name="connsiteY12" fmla="*/ 21410 h 22039"/>
                  <a:gd name="connsiteX13" fmla="*/ 2249 w 29439"/>
                  <a:gd name="connsiteY13" fmla="*/ 18846 h 22039"/>
                  <a:gd name="connsiteX14" fmla="*/ 0 w 29439"/>
                  <a:gd name="connsiteY14" fmla="*/ 11582 h 22039"/>
                  <a:gd name="connsiteX15" fmla="*/ 2024 w 29439"/>
                  <a:gd name="connsiteY15" fmla="*/ 4206 h 22039"/>
                  <a:gd name="connsiteX16" fmla="*/ 8794 w 29439"/>
                  <a:gd name="connsiteY16" fmla="*/ 787 h 22039"/>
                  <a:gd name="connsiteX17" fmla="*/ 8794 w 29439"/>
                  <a:gd name="connsiteY17" fmla="*/ 4071 h 22039"/>
                  <a:gd name="connsiteX18" fmla="*/ 4228 w 29439"/>
                  <a:gd name="connsiteY18" fmla="*/ 6522 h 22039"/>
                  <a:gd name="connsiteX19" fmla="*/ 2901 w 29439"/>
                  <a:gd name="connsiteY19" fmla="*/ 11627 h 22039"/>
                  <a:gd name="connsiteX20" fmla="*/ 4228 w 29439"/>
                  <a:gd name="connsiteY20" fmla="*/ 16327 h 22039"/>
                  <a:gd name="connsiteX21" fmla="*/ 7714 w 29439"/>
                  <a:gd name="connsiteY21" fmla="*/ 17947 h 22039"/>
                  <a:gd name="connsiteX22" fmla="*/ 10593 w 29439"/>
                  <a:gd name="connsiteY22" fmla="*/ 16620 h 22039"/>
                  <a:gd name="connsiteX23" fmla="*/ 12212 w 29439"/>
                  <a:gd name="connsiteY23" fmla="*/ 13291 h 22039"/>
                  <a:gd name="connsiteX24" fmla="*/ 13314 w 29439"/>
                  <a:gd name="connsiteY24" fmla="*/ 8973 h 22039"/>
                  <a:gd name="connsiteX25" fmla="*/ 14686 w 29439"/>
                  <a:gd name="connsiteY25" fmla="*/ 4655 h 22039"/>
                  <a:gd name="connsiteX26" fmla="*/ 17092 w 29439"/>
                  <a:gd name="connsiteY26" fmla="*/ 1327 h 22039"/>
                  <a:gd name="connsiteX27" fmla="*/ 21298 w 29439"/>
                  <a:gd name="connsiteY27" fmla="*/ 0 h 22039"/>
                  <a:gd name="connsiteX28" fmla="*/ 24829 w 29439"/>
                  <a:gd name="connsiteY28" fmla="*/ 855 h 22039"/>
                  <a:gd name="connsiteX29" fmla="*/ 27392 w 29439"/>
                  <a:gd name="connsiteY29" fmla="*/ 3239 h 22039"/>
                  <a:gd name="connsiteX30" fmla="*/ 28922 w 29439"/>
                  <a:gd name="connsiteY30" fmla="*/ 6837 h 22039"/>
                  <a:gd name="connsiteX31" fmla="*/ 29439 w 29439"/>
                  <a:gd name="connsiteY31" fmla="*/ 11402 h 22039"/>
                  <a:gd name="connsiteX32" fmla="*/ 28719 w 29439"/>
                  <a:gd name="connsiteY32" fmla="*/ 15810 h 22039"/>
                  <a:gd name="connsiteX33" fmla="*/ 26695 w 29439"/>
                  <a:gd name="connsiteY33" fmla="*/ 19071 h 22039"/>
                  <a:gd name="connsiteX34" fmla="*/ 23682 w 29439"/>
                  <a:gd name="connsiteY34" fmla="*/ 21185 h 22039"/>
                  <a:gd name="connsiteX35" fmla="*/ 19949 w 29439"/>
                  <a:gd name="connsiteY35" fmla="*/ 22040 h 22039"/>
                  <a:gd name="connsiteX36" fmla="*/ 19949 w 29439"/>
                  <a:gd name="connsiteY36" fmla="*/ 18756 h 22039"/>
                  <a:gd name="connsiteX37" fmla="*/ 19994 w 29439"/>
                  <a:gd name="connsiteY37" fmla="*/ 18756 h 22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9439" h="22039">
                    <a:moveTo>
                      <a:pt x="19994" y="18734"/>
                    </a:moveTo>
                    <a:cubicBezTo>
                      <a:pt x="22400" y="18239"/>
                      <a:pt x="24109" y="17317"/>
                      <a:pt x="25099" y="16013"/>
                    </a:cubicBezTo>
                    <a:cubicBezTo>
                      <a:pt x="26088" y="14708"/>
                      <a:pt x="26583" y="12819"/>
                      <a:pt x="26583" y="10368"/>
                    </a:cubicBezTo>
                    <a:cubicBezTo>
                      <a:pt x="26583" y="9176"/>
                      <a:pt x="26448" y="8164"/>
                      <a:pt x="26156" y="7287"/>
                    </a:cubicBezTo>
                    <a:cubicBezTo>
                      <a:pt x="25863" y="6432"/>
                      <a:pt x="25481" y="5712"/>
                      <a:pt x="24986" y="5150"/>
                    </a:cubicBezTo>
                    <a:cubicBezTo>
                      <a:pt x="24491" y="4588"/>
                      <a:pt x="23952" y="4161"/>
                      <a:pt x="23344" y="3891"/>
                    </a:cubicBezTo>
                    <a:cubicBezTo>
                      <a:pt x="22737" y="3598"/>
                      <a:pt x="22085" y="3463"/>
                      <a:pt x="21410" y="3463"/>
                    </a:cubicBezTo>
                    <a:cubicBezTo>
                      <a:pt x="20039" y="3463"/>
                      <a:pt x="19026" y="3913"/>
                      <a:pt x="18352" y="4790"/>
                    </a:cubicBezTo>
                    <a:cubicBezTo>
                      <a:pt x="17677" y="5667"/>
                      <a:pt x="17160" y="6769"/>
                      <a:pt x="16777" y="8119"/>
                    </a:cubicBezTo>
                    <a:cubicBezTo>
                      <a:pt x="16395" y="9468"/>
                      <a:pt x="16080" y="10885"/>
                      <a:pt x="15810" y="12437"/>
                    </a:cubicBezTo>
                    <a:cubicBezTo>
                      <a:pt x="15541" y="13989"/>
                      <a:pt x="15135" y="15428"/>
                      <a:pt x="14596" y="16755"/>
                    </a:cubicBezTo>
                    <a:cubicBezTo>
                      <a:pt x="14056" y="18082"/>
                      <a:pt x="13292" y="19184"/>
                      <a:pt x="12279" y="20083"/>
                    </a:cubicBezTo>
                    <a:cubicBezTo>
                      <a:pt x="11267" y="20960"/>
                      <a:pt x="9851" y="21410"/>
                      <a:pt x="8006" y="21410"/>
                    </a:cubicBezTo>
                    <a:cubicBezTo>
                      <a:pt x="5667" y="21410"/>
                      <a:pt x="3756" y="20555"/>
                      <a:pt x="2249" y="18846"/>
                    </a:cubicBezTo>
                    <a:cubicBezTo>
                      <a:pt x="765" y="17137"/>
                      <a:pt x="0" y="14708"/>
                      <a:pt x="0" y="11582"/>
                    </a:cubicBezTo>
                    <a:cubicBezTo>
                      <a:pt x="0" y="8456"/>
                      <a:pt x="675" y="6095"/>
                      <a:pt x="2024" y="4206"/>
                    </a:cubicBezTo>
                    <a:cubicBezTo>
                      <a:pt x="3373" y="2316"/>
                      <a:pt x="5622" y="1169"/>
                      <a:pt x="8794" y="787"/>
                    </a:cubicBezTo>
                    <a:lnTo>
                      <a:pt x="8794" y="4071"/>
                    </a:lnTo>
                    <a:cubicBezTo>
                      <a:pt x="6634" y="4363"/>
                      <a:pt x="5105" y="5173"/>
                      <a:pt x="4228" y="6522"/>
                    </a:cubicBezTo>
                    <a:cubicBezTo>
                      <a:pt x="3351" y="7871"/>
                      <a:pt x="2901" y="9581"/>
                      <a:pt x="2901" y="11627"/>
                    </a:cubicBezTo>
                    <a:cubicBezTo>
                      <a:pt x="2901" y="13674"/>
                      <a:pt x="3351" y="15248"/>
                      <a:pt x="4228" y="16327"/>
                    </a:cubicBezTo>
                    <a:cubicBezTo>
                      <a:pt x="5105" y="17407"/>
                      <a:pt x="6275" y="17947"/>
                      <a:pt x="7714" y="17947"/>
                    </a:cubicBezTo>
                    <a:cubicBezTo>
                      <a:pt x="8973" y="17947"/>
                      <a:pt x="9940" y="17497"/>
                      <a:pt x="10593" y="16620"/>
                    </a:cubicBezTo>
                    <a:cubicBezTo>
                      <a:pt x="11267" y="15743"/>
                      <a:pt x="11807" y="14641"/>
                      <a:pt x="12212" y="13291"/>
                    </a:cubicBezTo>
                    <a:cubicBezTo>
                      <a:pt x="12617" y="11964"/>
                      <a:pt x="12999" y="10525"/>
                      <a:pt x="13314" y="8973"/>
                    </a:cubicBezTo>
                    <a:cubicBezTo>
                      <a:pt x="13629" y="7422"/>
                      <a:pt x="14101" y="5982"/>
                      <a:pt x="14686" y="4655"/>
                    </a:cubicBezTo>
                    <a:cubicBezTo>
                      <a:pt x="15271" y="3328"/>
                      <a:pt x="16080" y="2226"/>
                      <a:pt x="17092" y="1327"/>
                    </a:cubicBezTo>
                    <a:cubicBezTo>
                      <a:pt x="18104" y="450"/>
                      <a:pt x="19498" y="0"/>
                      <a:pt x="21298" y="0"/>
                    </a:cubicBezTo>
                    <a:cubicBezTo>
                      <a:pt x="22625" y="0"/>
                      <a:pt x="23817" y="292"/>
                      <a:pt x="24829" y="855"/>
                    </a:cubicBezTo>
                    <a:cubicBezTo>
                      <a:pt x="25863" y="1439"/>
                      <a:pt x="26718" y="2226"/>
                      <a:pt x="27392" y="3239"/>
                    </a:cubicBezTo>
                    <a:cubicBezTo>
                      <a:pt x="28067" y="4251"/>
                      <a:pt x="28584" y="5442"/>
                      <a:pt x="28922" y="6837"/>
                    </a:cubicBezTo>
                    <a:cubicBezTo>
                      <a:pt x="29259" y="8231"/>
                      <a:pt x="29439" y="9738"/>
                      <a:pt x="29439" y="11402"/>
                    </a:cubicBezTo>
                    <a:cubicBezTo>
                      <a:pt x="29439" y="13066"/>
                      <a:pt x="29191" y="14528"/>
                      <a:pt x="28719" y="15810"/>
                    </a:cubicBezTo>
                    <a:cubicBezTo>
                      <a:pt x="28247" y="17092"/>
                      <a:pt x="27550" y="18172"/>
                      <a:pt x="26695" y="19071"/>
                    </a:cubicBezTo>
                    <a:cubicBezTo>
                      <a:pt x="25841" y="19971"/>
                      <a:pt x="24829" y="20668"/>
                      <a:pt x="23682" y="21185"/>
                    </a:cubicBezTo>
                    <a:cubicBezTo>
                      <a:pt x="22535" y="21680"/>
                      <a:pt x="21298" y="21972"/>
                      <a:pt x="19949" y="22040"/>
                    </a:cubicBezTo>
                    <a:lnTo>
                      <a:pt x="19949" y="18756"/>
                    </a:lnTo>
                    <a:lnTo>
                      <a:pt x="19994" y="18756"/>
                    </a:lnTo>
                    <a:close/>
                  </a:path>
                </a:pathLst>
              </a:custGeom>
              <a:solidFill>
                <a:srgbClr val="231F20"/>
              </a:solidFill>
              <a:ln w="2249" cap="flat">
                <a:noFill/>
                <a:prstDash val="solid"/>
                <a:miter/>
              </a:ln>
            </p:spPr>
            <p:txBody>
              <a:bodyPr rtlCol="0" anchor="ctr"/>
              <a:lstStyle/>
              <a:p>
                <a:endParaRPr lang="en-US"/>
              </a:p>
            </p:txBody>
          </p:sp>
          <p:sp>
            <p:nvSpPr>
              <p:cNvPr id="5439" name="Freeform 5438">
                <a:extLst>
                  <a:ext uri="{FF2B5EF4-FFF2-40B4-BE49-F238E27FC236}">
                    <a16:creationId xmlns:a16="http://schemas.microsoft.com/office/drawing/2014/main" id="{8BC5681C-63DC-BDEB-0867-AE489240ED2A}"/>
                  </a:ext>
                </a:extLst>
              </p:cNvPr>
              <p:cNvSpPr/>
              <p:nvPr/>
            </p:nvSpPr>
            <p:spPr>
              <a:xfrm>
                <a:off x="8071845" y="2385196"/>
                <a:ext cx="50219" cy="11919"/>
              </a:xfrm>
              <a:custGeom>
                <a:avLst/>
                <a:gdLst>
                  <a:gd name="connsiteX0" fmla="*/ 50197 w 50219"/>
                  <a:gd name="connsiteY0" fmla="*/ 11919 h 11919"/>
                  <a:gd name="connsiteX1" fmla="*/ 38187 w 50219"/>
                  <a:gd name="connsiteY1" fmla="*/ 5847 h 11919"/>
                  <a:gd name="connsiteX2" fmla="*/ 24941 w 50219"/>
                  <a:gd name="connsiteY2" fmla="*/ 3666 h 11919"/>
                  <a:gd name="connsiteX3" fmla="*/ 11875 w 50219"/>
                  <a:gd name="connsiteY3" fmla="*/ 5937 h 11919"/>
                  <a:gd name="connsiteX4" fmla="*/ 0 w 50219"/>
                  <a:gd name="connsiteY4" fmla="*/ 11919 h 11919"/>
                  <a:gd name="connsiteX5" fmla="*/ 0 w 50219"/>
                  <a:gd name="connsiteY5" fmla="*/ 9176 h 11919"/>
                  <a:gd name="connsiteX6" fmla="*/ 5960 w 50219"/>
                  <a:gd name="connsiteY6" fmla="*/ 5240 h 11919"/>
                  <a:gd name="connsiteX7" fmla="*/ 11852 w 50219"/>
                  <a:gd name="connsiteY7" fmla="*/ 2361 h 11919"/>
                  <a:gd name="connsiteX8" fmla="*/ 18104 w 50219"/>
                  <a:gd name="connsiteY8" fmla="*/ 607 h 11919"/>
                  <a:gd name="connsiteX9" fmla="*/ 25211 w 50219"/>
                  <a:gd name="connsiteY9" fmla="*/ 0 h 11919"/>
                  <a:gd name="connsiteX10" fmla="*/ 32205 w 50219"/>
                  <a:gd name="connsiteY10" fmla="*/ 607 h 11919"/>
                  <a:gd name="connsiteX11" fmla="*/ 38502 w 50219"/>
                  <a:gd name="connsiteY11" fmla="*/ 2384 h 11919"/>
                  <a:gd name="connsiteX12" fmla="*/ 44417 w 50219"/>
                  <a:gd name="connsiteY12" fmla="*/ 5285 h 11919"/>
                  <a:gd name="connsiteX13" fmla="*/ 50219 w 50219"/>
                  <a:gd name="connsiteY13" fmla="*/ 9176 h 11919"/>
                  <a:gd name="connsiteX14" fmla="*/ 50219 w 50219"/>
                  <a:gd name="connsiteY14" fmla="*/ 11919 h 11919"/>
                  <a:gd name="connsiteX15" fmla="*/ 50197 w 50219"/>
                  <a:gd name="connsiteY15" fmla="*/ 11919 h 11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0219" h="11919">
                    <a:moveTo>
                      <a:pt x="50197" y="11919"/>
                    </a:moveTo>
                    <a:cubicBezTo>
                      <a:pt x="46463" y="9333"/>
                      <a:pt x="42460" y="7309"/>
                      <a:pt x="38187" y="5847"/>
                    </a:cubicBezTo>
                    <a:cubicBezTo>
                      <a:pt x="33914" y="4385"/>
                      <a:pt x="29506" y="3666"/>
                      <a:pt x="24941" y="3666"/>
                    </a:cubicBezTo>
                    <a:cubicBezTo>
                      <a:pt x="20376" y="3666"/>
                      <a:pt x="16080" y="4430"/>
                      <a:pt x="11875" y="5937"/>
                    </a:cubicBezTo>
                    <a:cubicBezTo>
                      <a:pt x="7669" y="7444"/>
                      <a:pt x="3711" y="9446"/>
                      <a:pt x="0" y="11919"/>
                    </a:cubicBezTo>
                    <a:lnTo>
                      <a:pt x="0" y="9176"/>
                    </a:lnTo>
                    <a:cubicBezTo>
                      <a:pt x="2046" y="7691"/>
                      <a:pt x="4048" y="6387"/>
                      <a:pt x="5960" y="5240"/>
                    </a:cubicBezTo>
                    <a:cubicBezTo>
                      <a:pt x="7894" y="4093"/>
                      <a:pt x="9850" y="3126"/>
                      <a:pt x="11852" y="2361"/>
                    </a:cubicBezTo>
                    <a:cubicBezTo>
                      <a:pt x="13853" y="1597"/>
                      <a:pt x="15945" y="1012"/>
                      <a:pt x="18104" y="607"/>
                    </a:cubicBezTo>
                    <a:cubicBezTo>
                      <a:pt x="20286" y="202"/>
                      <a:pt x="22647" y="0"/>
                      <a:pt x="25211" y="0"/>
                    </a:cubicBezTo>
                    <a:cubicBezTo>
                      <a:pt x="27775" y="0"/>
                      <a:pt x="30024" y="202"/>
                      <a:pt x="32205" y="607"/>
                    </a:cubicBezTo>
                    <a:cubicBezTo>
                      <a:pt x="34387" y="1012"/>
                      <a:pt x="36478" y="1619"/>
                      <a:pt x="38502" y="2384"/>
                    </a:cubicBezTo>
                    <a:cubicBezTo>
                      <a:pt x="40526" y="3171"/>
                      <a:pt x="42483" y="4138"/>
                      <a:pt x="44417" y="5285"/>
                    </a:cubicBezTo>
                    <a:cubicBezTo>
                      <a:pt x="46351" y="6432"/>
                      <a:pt x="48285" y="7736"/>
                      <a:pt x="50219" y="9176"/>
                    </a:cubicBezTo>
                    <a:lnTo>
                      <a:pt x="50219" y="11919"/>
                    </a:lnTo>
                    <a:lnTo>
                      <a:pt x="50197" y="11919"/>
                    </a:lnTo>
                    <a:close/>
                  </a:path>
                </a:pathLst>
              </a:custGeom>
              <a:solidFill>
                <a:srgbClr val="231F20"/>
              </a:solidFill>
              <a:ln w="2249" cap="flat">
                <a:noFill/>
                <a:prstDash val="solid"/>
                <a:miter/>
              </a:ln>
            </p:spPr>
            <p:txBody>
              <a:bodyPr rtlCol="0" anchor="ctr"/>
              <a:lstStyle/>
              <a:p>
                <a:endParaRPr lang="en-US"/>
              </a:p>
            </p:txBody>
          </p:sp>
        </p:grpSp>
      </p:grpSp>
      <p:grpSp>
        <p:nvGrpSpPr>
          <p:cNvPr id="5461" name="Group 5460">
            <a:extLst>
              <a:ext uri="{FF2B5EF4-FFF2-40B4-BE49-F238E27FC236}">
                <a16:creationId xmlns:a16="http://schemas.microsoft.com/office/drawing/2014/main" id="{398D7632-5B58-4456-03E4-F125DFF26AE8}"/>
              </a:ext>
            </a:extLst>
          </p:cNvPr>
          <p:cNvGrpSpPr/>
          <p:nvPr/>
        </p:nvGrpSpPr>
        <p:grpSpPr>
          <a:xfrm>
            <a:off x="8954012" y="1756786"/>
            <a:ext cx="2449807" cy="3214504"/>
            <a:chOff x="8621098" y="3147623"/>
            <a:chExt cx="2449807" cy="3214504"/>
          </a:xfrm>
        </p:grpSpPr>
        <p:sp>
          <p:nvSpPr>
            <p:cNvPr id="5295" name="Freeform 5294">
              <a:extLst>
                <a:ext uri="{FF2B5EF4-FFF2-40B4-BE49-F238E27FC236}">
                  <a16:creationId xmlns:a16="http://schemas.microsoft.com/office/drawing/2014/main" id="{482DEEAC-CD2D-BC28-3B69-F46AFCA6ECE7}"/>
                </a:ext>
              </a:extLst>
            </p:cNvPr>
            <p:cNvSpPr/>
            <p:nvPr/>
          </p:nvSpPr>
          <p:spPr>
            <a:xfrm>
              <a:off x="8629682" y="6062353"/>
              <a:ext cx="2441223" cy="8581"/>
            </a:xfrm>
            <a:custGeom>
              <a:avLst/>
              <a:gdLst>
                <a:gd name="connsiteX0" fmla="*/ 0 w 639558"/>
                <a:gd name="connsiteY0" fmla="*/ 0 h 2248"/>
                <a:gd name="connsiteX1" fmla="*/ 639559 w 639558"/>
                <a:gd name="connsiteY1" fmla="*/ 0 h 2248"/>
              </a:gdLst>
              <a:ahLst/>
              <a:cxnLst>
                <a:cxn ang="0">
                  <a:pos x="connsiteX0" y="connsiteY0"/>
                </a:cxn>
                <a:cxn ang="0">
                  <a:pos x="connsiteX1" y="connsiteY1"/>
                </a:cxn>
              </a:cxnLst>
              <a:rect l="l" t="t" r="r" b="b"/>
              <a:pathLst>
                <a:path w="639558" h="2248">
                  <a:moveTo>
                    <a:pt x="0" y="0"/>
                  </a:moveTo>
                  <a:lnTo>
                    <a:pt x="639559" y="0"/>
                  </a:lnTo>
                </a:path>
              </a:pathLst>
            </a:custGeom>
            <a:ln w="4498" cap="sq">
              <a:solidFill>
                <a:srgbClr val="262626"/>
              </a:solidFill>
              <a:prstDash val="solid"/>
              <a:round/>
            </a:ln>
          </p:spPr>
          <p:txBody>
            <a:bodyPr rtlCol="0" anchor="ctr"/>
            <a:lstStyle/>
            <a:p>
              <a:endParaRPr lang="en-US"/>
            </a:p>
          </p:txBody>
        </p:sp>
        <p:grpSp>
          <p:nvGrpSpPr>
            <p:cNvPr id="10" name="Group 9">
              <a:extLst>
                <a:ext uri="{FF2B5EF4-FFF2-40B4-BE49-F238E27FC236}">
                  <a16:creationId xmlns:a16="http://schemas.microsoft.com/office/drawing/2014/main" id="{6DCD4800-2F12-CB6D-9A03-07BCD267595F}"/>
                </a:ext>
              </a:extLst>
            </p:cNvPr>
            <p:cNvGrpSpPr/>
            <p:nvPr/>
          </p:nvGrpSpPr>
          <p:grpSpPr>
            <a:xfrm>
              <a:off x="8621098" y="3147623"/>
              <a:ext cx="2402333" cy="3214504"/>
              <a:chOff x="9134627" y="1315449"/>
              <a:chExt cx="2733478" cy="3657600"/>
            </a:xfrm>
          </p:grpSpPr>
          <p:grpSp>
            <p:nvGrpSpPr>
              <p:cNvPr id="5296" name="Graphic 3">
                <a:extLst>
                  <a:ext uri="{FF2B5EF4-FFF2-40B4-BE49-F238E27FC236}">
                    <a16:creationId xmlns:a16="http://schemas.microsoft.com/office/drawing/2014/main" id="{6FDC824E-DB09-8893-A703-F88A09F4751C}"/>
                  </a:ext>
                </a:extLst>
              </p:cNvPr>
              <p:cNvGrpSpPr/>
              <p:nvPr/>
            </p:nvGrpSpPr>
            <p:grpSpPr>
              <a:xfrm>
                <a:off x="9707403" y="4814422"/>
                <a:ext cx="725931" cy="158627"/>
                <a:chOff x="9140730" y="3116332"/>
                <a:chExt cx="167142" cy="36523"/>
              </a:xfrm>
              <a:solidFill>
                <a:srgbClr val="231F20"/>
              </a:solidFill>
            </p:grpSpPr>
            <p:sp>
              <p:nvSpPr>
                <p:cNvPr id="5297" name="Freeform 5296">
                  <a:extLst>
                    <a:ext uri="{FF2B5EF4-FFF2-40B4-BE49-F238E27FC236}">
                      <a16:creationId xmlns:a16="http://schemas.microsoft.com/office/drawing/2014/main" id="{2A4C35C6-57CF-8131-931A-DBB6CF6D52BC}"/>
                    </a:ext>
                  </a:extLst>
                </p:cNvPr>
                <p:cNvSpPr/>
                <p:nvPr/>
              </p:nvSpPr>
              <p:spPr>
                <a:xfrm>
                  <a:off x="9140730" y="3123349"/>
                  <a:ext cx="24896" cy="29461"/>
                </a:xfrm>
                <a:custGeom>
                  <a:avLst/>
                  <a:gdLst>
                    <a:gd name="connsiteX0" fmla="*/ 21163 w 24896"/>
                    <a:gd name="connsiteY0" fmla="*/ 9558 h 29461"/>
                    <a:gd name="connsiteX1" fmla="*/ 18194 w 24896"/>
                    <a:gd name="connsiteY1" fmla="*/ 4678 h 29461"/>
                    <a:gd name="connsiteX2" fmla="*/ 12841 w 24896"/>
                    <a:gd name="connsiteY2" fmla="*/ 2924 h 29461"/>
                    <a:gd name="connsiteX3" fmla="*/ 8569 w 24896"/>
                    <a:gd name="connsiteY3" fmla="*/ 3958 h 29461"/>
                    <a:gd name="connsiteX4" fmla="*/ 5645 w 24896"/>
                    <a:gd name="connsiteY4" fmla="*/ 6679 h 29461"/>
                    <a:gd name="connsiteX5" fmla="*/ 3981 w 24896"/>
                    <a:gd name="connsiteY5" fmla="*/ 10503 h 29461"/>
                    <a:gd name="connsiteX6" fmla="*/ 3441 w 24896"/>
                    <a:gd name="connsiteY6" fmla="*/ 14798 h 29461"/>
                    <a:gd name="connsiteX7" fmla="*/ 3958 w 24896"/>
                    <a:gd name="connsiteY7" fmla="*/ 19116 h 29461"/>
                    <a:gd name="connsiteX8" fmla="*/ 5600 w 24896"/>
                    <a:gd name="connsiteY8" fmla="*/ 22894 h 29461"/>
                    <a:gd name="connsiteX9" fmla="*/ 8524 w 24896"/>
                    <a:gd name="connsiteY9" fmla="*/ 25571 h 29461"/>
                    <a:gd name="connsiteX10" fmla="*/ 12841 w 24896"/>
                    <a:gd name="connsiteY10" fmla="*/ 26560 h 29461"/>
                    <a:gd name="connsiteX11" fmla="*/ 18644 w 24896"/>
                    <a:gd name="connsiteY11" fmla="*/ 24559 h 29461"/>
                    <a:gd name="connsiteX12" fmla="*/ 21433 w 24896"/>
                    <a:gd name="connsiteY12" fmla="*/ 19049 h 29461"/>
                    <a:gd name="connsiteX13" fmla="*/ 24896 w 24896"/>
                    <a:gd name="connsiteY13" fmla="*/ 19049 h 29461"/>
                    <a:gd name="connsiteX14" fmla="*/ 23524 w 24896"/>
                    <a:gd name="connsiteY14" fmla="*/ 23277 h 29461"/>
                    <a:gd name="connsiteX15" fmla="*/ 21095 w 24896"/>
                    <a:gd name="connsiteY15" fmla="*/ 26560 h 29461"/>
                    <a:gd name="connsiteX16" fmla="*/ 17564 w 24896"/>
                    <a:gd name="connsiteY16" fmla="*/ 28697 h 29461"/>
                    <a:gd name="connsiteX17" fmla="*/ 12864 w 24896"/>
                    <a:gd name="connsiteY17" fmla="*/ 29461 h 29461"/>
                    <a:gd name="connsiteX18" fmla="*/ 7084 w 24896"/>
                    <a:gd name="connsiteY18" fmla="*/ 28337 h 29461"/>
                    <a:gd name="connsiteX19" fmla="*/ 3081 w 24896"/>
                    <a:gd name="connsiteY19" fmla="*/ 25233 h 29461"/>
                    <a:gd name="connsiteX20" fmla="*/ 764 w 24896"/>
                    <a:gd name="connsiteY20" fmla="*/ 20556 h 29461"/>
                    <a:gd name="connsiteX21" fmla="*/ 0 w 24896"/>
                    <a:gd name="connsiteY21" fmla="*/ 14776 h 29461"/>
                    <a:gd name="connsiteX22" fmla="*/ 832 w 24896"/>
                    <a:gd name="connsiteY22" fmla="*/ 9198 h 29461"/>
                    <a:gd name="connsiteX23" fmla="*/ 3283 w 24896"/>
                    <a:gd name="connsiteY23" fmla="*/ 4475 h 29461"/>
                    <a:gd name="connsiteX24" fmla="*/ 7309 w 24896"/>
                    <a:gd name="connsiteY24" fmla="*/ 1214 h 29461"/>
                    <a:gd name="connsiteX25" fmla="*/ 12841 w 24896"/>
                    <a:gd name="connsiteY25" fmla="*/ 0 h 29461"/>
                    <a:gd name="connsiteX26" fmla="*/ 20690 w 24896"/>
                    <a:gd name="connsiteY26" fmla="*/ 2316 h 29461"/>
                    <a:gd name="connsiteX27" fmla="*/ 24446 w 24896"/>
                    <a:gd name="connsiteY27" fmla="*/ 9558 h 29461"/>
                    <a:gd name="connsiteX28" fmla="*/ 21163 w 24896"/>
                    <a:gd name="connsiteY28" fmla="*/ 9558 h 29461"/>
                    <a:gd name="connsiteX29" fmla="*/ 21163 w 24896"/>
                    <a:gd name="connsiteY29"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4896" h="29461">
                      <a:moveTo>
                        <a:pt x="21163" y="9558"/>
                      </a:moveTo>
                      <a:cubicBezTo>
                        <a:pt x="20578" y="7467"/>
                        <a:pt x="19588" y="5847"/>
                        <a:pt x="18194" y="4678"/>
                      </a:cubicBezTo>
                      <a:cubicBezTo>
                        <a:pt x="16800" y="3508"/>
                        <a:pt x="15000" y="2924"/>
                        <a:pt x="12841" y="2924"/>
                      </a:cubicBezTo>
                      <a:cubicBezTo>
                        <a:pt x="11177" y="2924"/>
                        <a:pt x="9760" y="3261"/>
                        <a:pt x="8569" y="3958"/>
                      </a:cubicBezTo>
                      <a:cubicBezTo>
                        <a:pt x="7377" y="4633"/>
                        <a:pt x="6409" y="5555"/>
                        <a:pt x="5645" y="6679"/>
                      </a:cubicBezTo>
                      <a:cubicBezTo>
                        <a:pt x="4880" y="7804"/>
                        <a:pt x="4340" y="9086"/>
                        <a:pt x="3981" y="10503"/>
                      </a:cubicBezTo>
                      <a:cubicBezTo>
                        <a:pt x="3621" y="11920"/>
                        <a:pt x="3441" y="13359"/>
                        <a:pt x="3441" y="14798"/>
                      </a:cubicBezTo>
                      <a:cubicBezTo>
                        <a:pt x="3441" y="16237"/>
                        <a:pt x="3621" y="17722"/>
                        <a:pt x="3958" y="19116"/>
                      </a:cubicBezTo>
                      <a:cubicBezTo>
                        <a:pt x="4295" y="20511"/>
                        <a:pt x="4858" y="21770"/>
                        <a:pt x="5600" y="22894"/>
                      </a:cubicBezTo>
                      <a:cubicBezTo>
                        <a:pt x="6342" y="24019"/>
                        <a:pt x="7332" y="24896"/>
                        <a:pt x="8524" y="25571"/>
                      </a:cubicBezTo>
                      <a:cubicBezTo>
                        <a:pt x="9716" y="26245"/>
                        <a:pt x="11155" y="26560"/>
                        <a:pt x="12841" y="26560"/>
                      </a:cubicBezTo>
                      <a:cubicBezTo>
                        <a:pt x="15248" y="26560"/>
                        <a:pt x="17182" y="25886"/>
                        <a:pt x="18644" y="24559"/>
                      </a:cubicBezTo>
                      <a:cubicBezTo>
                        <a:pt x="20106" y="23232"/>
                        <a:pt x="21027" y="21388"/>
                        <a:pt x="21433" y="19049"/>
                      </a:cubicBezTo>
                      <a:lnTo>
                        <a:pt x="24896" y="19049"/>
                      </a:lnTo>
                      <a:cubicBezTo>
                        <a:pt x="24603" y="20600"/>
                        <a:pt x="24154" y="22017"/>
                        <a:pt x="23524" y="23277"/>
                      </a:cubicBezTo>
                      <a:cubicBezTo>
                        <a:pt x="22894" y="24559"/>
                        <a:pt x="22085" y="25661"/>
                        <a:pt x="21095" y="26560"/>
                      </a:cubicBezTo>
                      <a:cubicBezTo>
                        <a:pt x="20106" y="27482"/>
                        <a:pt x="18936" y="28180"/>
                        <a:pt x="17564" y="28697"/>
                      </a:cubicBezTo>
                      <a:cubicBezTo>
                        <a:pt x="16192" y="29214"/>
                        <a:pt x="14641" y="29461"/>
                        <a:pt x="12864" y="29461"/>
                      </a:cubicBezTo>
                      <a:cubicBezTo>
                        <a:pt x="10638" y="29461"/>
                        <a:pt x="8703" y="29079"/>
                        <a:pt x="7084" y="28337"/>
                      </a:cubicBezTo>
                      <a:cubicBezTo>
                        <a:pt x="5465" y="27572"/>
                        <a:pt x="4138" y="26538"/>
                        <a:pt x="3081" y="25233"/>
                      </a:cubicBezTo>
                      <a:cubicBezTo>
                        <a:pt x="2024" y="23929"/>
                        <a:pt x="1260" y="22355"/>
                        <a:pt x="764" y="20556"/>
                      </a:cubicBezTo>
                      <a:cubicBezTo>
                        <a:pt x="270" y="18756"/>
                        <a:pt x="0" y="16822"/>
                        <a:pt x="0" y="14776"/>
                      </a:cubicBezTo>
                      <a:cubicBezTo>
                        <a:pt x="0" y="12842"/>
                        <a:pt x="270" y="10975"/>
                        <a:pt x="832" y="9198"/>
                      </a:cubicBezTo>
                      <a:cubicBezTo>
                        <a:pt x="1394" y="7422"/>
                        <a:pt x="2204" y="5847"/>
                        <a:pt x="3283" y="4475"/>
                      </a:cubicBezTo>
                      <a:cubicBezTo>
                        <a:pt x="4363" y="3104"/>
                        <a:pt x="5712" y="2024"/>
                        <a:pt x="7309" y="1214"/>
                      </a:cubicBezTo>
                      <a:cubicBezTo>
                        <a:pt x="8906" y="405"/>
                        <a:pt x="10750" y="0"/>
                        <a:pt x="12841" y="0"/>
                      </a:cubicBezTo>
                      <a:cubicBezTo>
                        <a:pt x="16080" y="0"/>
                        <a:pt x="18689" y="765"/>
                        <a:pt x="20690" y="2316"/>
                      </a:cubicBezTo>
                      <a:cubicBezTo>
                        <a:pt x="22692" y="3868"/>
                        <a:pt x="23929" y="6275"/>
                        <a:pt x="24446" y="9558"/>
                      </a:cubicBezTo>
                      <a:lnTo>
                        <a:pt x="21163" y="9558"/>
                      </a:lnTo>
                      <a:lnTo>
                        <a:pt x="21163" y="9558"/>
                      </a:lnTo>
                      <a:close/>
                    </a:path>
                  </a:pathLst>
                </a:custGeom>
                <a:solidFill>
                  <a:srgbClr val="231F20"/>
                </a:solidFill>
                <a:ln w="2249" cap="flat">
                  <a:noFill/>
                  <a:prstDash val="solid"/>
                  <a:miter/>
                </a:ln>
              </p:spPr>
              <p:txBody>
                <a:bodyPr rtlCol="0" anchor="ctr"/>
                <a:lstStyle/>
                <a:p>
                  <a:endParaRPr lang="en-US"/>
                </a:p>
              </p:txBody>
            </p:sp>
            <p:sp>
              <p:nvSpPr>
                <p:cNvPr id="5298" name="Freeform 5297">
                  <a:extLst>
                    <a:ext uri="{FF2B5EF4-FFF2-40B4-BE49-F238E27FC236}">
                      <a16:creationId xmlns:a16="http://schemas.microsoft.com/office/drawing/2014/main" id="{F28E9C5C-60E1-D6E9-F29E-BA79307D2E62}"/>
                    </a:ext>
                  </a:extLst>
                </p:cNvPr>
                <p:cNvSpPr/>
                <p:nvPr/>
              </p:nvSpPr>
              <p:spPr>
                <a:xfrm>
                  <a:off x="9170259" y="3123349"/>
                  <a:ext cx="25908" cy="29483"/>
                </a:xfrm>
                <a:custGeom>
                  <a:avLst/>
                  <a:gdLst>
                    <a:gd name="connsiteX0" fmla="*/ 12954 w 25908"/>
                    <a:gd name="connsiteY0" fmla="*/ 29484 h 29483"/>
                    <a:gd name="connsiteX1" fmla="*/ 7916 w 25908"/>
                    <a:gd name="connsiteY1" fmla="*/ 28517 h 29483"/>
                    <a:gd name="connsiteX2" fmla="*/ 3824 w 25908"/>
                    <a:gd name="connsiteY2" fmla="*/ 25773 h 29483"/>
                    <a:gd name="connsiteX3" fmla="*/ 1034 w 25908"/>
                    <a:gd name="connsiteY3" fmla="*/ 21185 h 29483"/>
                    <a:gd name="connsiteX4" fmla="*/ 0 w 25908"/>
                    <a:gd name="connsiteY4" fmla="*/ 14753 h 29483"/>
                    <a:gd name="connsiteX5" fmla="*/ 810 w 25908"/>
                    <a:gd name="connsiteY5" fmla="*/ 8996 h 29483"/>
                    <a:gd name="connsiteX6" fmla="*/ 3239 w 25908"/>
                    <a:gd name="connsiteY6" fmla="*/ 4318 h 29483"/>
                    <a:gd name="connsiteX7" fmla="*/ 7287 w 25908"/>
                    <a:gd name="connsiteY7" fmla="*/ 1170 h 29483"/>
                    <a:gd name="connsiteX8" fmla="*/ 12954 w 25908"/>
                    <a:gd name="connsiteY8" fmla="*/ 0 h 29483"/>
                    <a:gd name="connsiteX9" fmla="*/ 18666 w 25908"/>
                    <a:gd name="connsiteY9" fmla="*/ 1170 h 29483"/>
                    <a:gd name="connsiteX10" fmla="*/ 22715 w 25908"/>
                    <a:gd name="connsiteY10" fmla="*/ 4296 h 29483"/>
                    <a:gd name="connsiteX11" fmla="*/ 25121 w 25908"/>
                    <a:gd name="connsiteY11" fmla="*/ 8973 h 29483"/>
                    <a:gd name="connsiteX12" fmla="*/ 25908 w 25908"/>
                    <a:gd name="connsiteY12" fmla="*/ 14753 h 29483"/>
                    <a:gd name="connsiteX13" fmla="*/ 24986 w 25908"/>
                    <a:gd name="connsiteY13" fmla="*/ 20803 h 29483"/>
                    <a:gd name="connsiteX14" fmla="*/ 22378 w 25908"/>
                    <a:gd name="connsiteY14" fmla="*/ 25436 h 29483"/>
                    <a:gd name="connsiteX15" fmla="*/ 18284 w 25908"/>
                    <a:gd name="connsiteY15" fmla="*/ 28427 h 29483"/>
                    <a:gd name="connsiteX16" fmla="*/ 12977 w 25908"/>
                    <a:gd name="connsiteY16" fmla="*/ 29484 h 29483"/>
                    <a:gd name="connsiteX17" fmla="*/ 12954 w 25908"/>
                    <a:gd name="connsiteY17" fmla="*/ 29484 h 29483"/>
                    <a:gd name="connsiteX18" fmla="*/ 22445 w 25908"/>
                    <a:gd name="connsiteY18" fmla="*/ 14753 h 29483"/>
                    <a:gd name="connsiteX19" fmla="*/ 21905 w 25908"/>
                    <a:gd name="connsiteY19" fmla="*/ 10120 h 29483"/>
                    <a:gd name="connsiteX20" fmla="*/ 20241 w 25908"/>
                    <a:gd name="connsiteY20" fmla="*/ 6365 h 29483"/>
                    <a:gd name="connsiteX21" fmla="*/ 17317 w 25908"/>
                    <a:gd name="connsiteY21" fmla="*/ 3846 h 29483"/>
                    <a:gd name="connsiteX22" fmla="*/ 12954 w 25908"/>
                    <a:gd name="connsiteY22" fmla="*/ 2924 h 29483"/>
                    <a:gd name="connsiteX23" fmla="*/ 8614 w 25908"/>
                    <a:gd name="connsiteY23" fmla="*/ 3913 h 29483"/>
                    <a:gd name="connsiteX24" fmla="*/ 5667 w 25908"/>
                    <a:gd name="connsiteY24" fmla="*/ 6567 h 29483"/>
                    <a:gd name="connsiteX25" fmla="*/ 4003 w 25908"/>
                    <a:gd name="connsiteY25" fmla="*/ 10345 h 29483"/>
                    <a:gd name="connsiteX26" fmla="*/ 3463 w 25908"/>
                    <a:gd name="connsiteY26" fmla="*/ 14753 h 29483"/>
                    <a:gd name="connsiteX27" fmla="*/ 4093 w 25908"/>
                    <a:gd name="connsiteY27" fmla="*/ 19521 h 29483"/>
                    <a:gd name="connsiteX28" fmla="*/ 5893 w 25908"/>
                    <a:gd name="connsiteY28" fmla="*/ 23277 h 29483"/>
                    <a:gd name="connsiteX29" fmla="*/ 8861 w 25908"/>
                    <a:gd name="connsiteY29" fmla="*/ 25706 h 29483"/>
                    <a:gd name="connsiteX30" fmla="*/ 12954 w 25908"/>
                    <a:gd name="connsiteY30" fmla="*/ 26560 h 29483"/>
                    <a:gd name="connsiteX31" fmla="*/ 17295 w 25908"/>
                    <a:gd name="connsiteY31" fmla="*/ 25571 h 29483"/>
                    <a:gd name="connsiteX32" fmla="*/ 20241 w 25908"/>
                    <a:gd name="connsiteY32" fmla="*/ 22894 h 29483"/>
                    <a:gd name="connsiteX33" fmla="*/ 21905 w 25908"/>
                    <a:gd name="connsiteY33" fmla="*/ 19116 h 29483"/>
                    <a:gd name="connsiteX34" fmla="*/ 22445 w 25908"/>
                    <a:gd name="connsiteY34" fmla="*/ 14753 h 29483"/>
                    <a:gd name="connsiteX35" fmla="*/ 22445 w 25908"/>
                    <a:gd name="connsiteY35"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908" h="29483">
                      <a:moveTo>
                        <a:pt x="12954" y="29484"/>
                      </a:moveTo>
                      <a:cubicBezTo>
                        <a:pt x="11155" y="29439"/>
                        <a:pt x="9468" y="29124"/>
                        <a:pt x="7916" y="28517"/>
                      </a:cubicBezTo>
                      <a:cubicBezTo>
                        <a:pt x="6342" y="27910"/>
                        <a:pt x="4993" y="26987"/>
                        <a:pt x="3824" y="25773"/>
                      </a:cubicBezTo>
                      <a:cubicBezTo>
                        <a:pt x="2654" y="24559"/>
                        <a:pt x="1732" y="23029"/>
                        <a:pt x="1034" y="21185"/>
                      </a:cubicBezTo>
                      <a:cubicBezTo>
                        <a:pt x="360" y="19341"/>
                        <a:pt x="0" y="17205"/>
                        <a:pt x="0" y="14753"/>
                      </a:cubicBezTo>
                      <a:cubicBezTo>
                        <a:pt x="0" y="12707"/>
                        <a:pt x="270" y="10795"/>
                        <a:pt x="810" y="8996"/>
                      </a:cubicBezTo>
                      <a:cubicBezTo>
                        <a:pt x="1350" y="7219"/>
                        <a:pt x="2159" y="5667"/>
                        <a:pt x="3239" y="4318"/>
                      </a:cubicBezTo>
                      <a:cubicBezTo>
                        <a:pt x="4318" y="2991"/>
                        <a:pt x="5667" y="1934"/>
                        <a:pt x="7287" y="1170"/>
                      </a:cubicBezTo>
                      <a:cubicBezTo>
                        <a:pt x="8906" y="405"/>
                        <a:pt x="10795" y="0"/>
                        <a:pt x="12954" y="0"/>
                      </a:cubicBezTo>
                      <a:cubicBezTo>
                        <a:pt x="15113" y="0"/>
                        <a:pt x="17047" y="382"/>
                        <a:pt x="18666" y="1170"/>
                      </a:cubicBezTo>
                      <a:cubicBezTo>
                        <a:pt x="20286" y="1934"/>
                        <a:pt x="21635" y="2991"/>
                        <a:pt x="22715" y="4296"/>
                      </a:cubicBezTo>
                      <a:cubicBezTo>
                        <a:pt x="23794" y="5600"/>
                        <a:pt x="24604" y="7174"/>
                        <a:pt x="25121" y="8973"/>
                      </a:cubicBezTo>
                      <a:cubicBezTo>
                        <a:pt x="25638" y="10773"/>
                        <a:pt x="25908" y="12707"/>
                        <a:pt x="25908" y="14753"/>
                      </a:cubicBezTo>
                      <a:cubicBezTo>
                        <a:pt x="25908" y="16980"/>
                        <a:pt x="25593" y="19004"/>
                        <a:pt x="24986" y="20803"/>
                      </a:cubicBezTo>
                      <a:cubicBezTo>
                        <a:pt x="24379" y="22602"/>
                        <a:pt x="23502" y="24154"/>
                        <a:pt x="22378" y="25436"/>
                      </a:cubicBezTo>
                      <a:cubicBezTo>
                        <a:pt x="21253" y="26740"/>
                        <a:pt x="19881" y="27730"/>
                        <a:pt x="18284" y="28427"/>
                      </a:cubicBezTo>
                      <a:cubicBezTo>
                        <a:pt x="16688" y="29124"/>
                        <a:pt x="14911" y="29484"/>
                        <a:pt x="12977" y="29484"/>
                      </a:cubicBezTo>
                      <a:lnTo>
                        <a:pt x="12954" y="29484"/>
                      </a:lnTo>
                      <a:close/>
                      <a:moveTo>
                        <a:pt x="22445" y="14753"/>
                      </a:moveTo>
                      <a:cubicBezTo>
                        <a:pt x="22445" y="13089"/>
                        <a:pt x="22265" y="11560"/>
                        <a:pt x="21905" y="10120"/>
                      </a:cubicBezTo>
                      <a:cubicBezTo>
                        <a:pt x="21545" y="8681"/>
                        <a:pt x="20983" y="7422"/>
                        <a:pt x="20241" y="6365"/>
                      </a:cubicBezTo>
                      <a:cubicBezTo>
                        <a:pt x="19476" y="5308"/>
                        <a:pt x="18509" y="4475"/>
                        <a:pt x="17317" y="3846"/>
                      </a:cubicBezTo>
                      <a:cubicBezTo>
                        <a:pt x="16125" y="3239"/>
                        <a:pt x="14663" y="2924"/>
                        <a:pt x="12954" y="2924"/>
                      </a:cubicBezTo>
                      <a:cubicBezTo>
                        <a:pt x="11245" y="2924"/>
                        <a:pt x="9806" y="3261"/>
                        <a:pt x="8614" y="3913"/>
                      </a:cubicBezTo>
                      <a:cubicBezTo>
                        <a:pt x="7399" y="4588"/>
                        <a:pt x="6432" y="5465"/>
                        <a:pt x="5667" y="6567"/>
                      </a:cubicBezTo>
                      <a:cubicBezTo>
                        <a:pt x="4903" y="7669"/>
                        <a:pt x="4363" y="8928"/>
                        <a:pt x="4003" y="10345"/>
                      </a:cubicBezTo>
                      <a:cubicBezTo>
                        <a:pt x="3644" y="11762"/>
                        <a:pt x="3463" y="13224"/>
                        <a:pt x="3463" y="14753"/>
                      </a:cubicBezTo>
                      <a:cubicBezTo>
                        <a:pt x="3463" y="16485"/>
                        <a:pt x="3666" y="18082"/>
                        <a:pt x="4093" y="19521"/>
                      </a:cubicBezTo>
                      <a:cubicBezTo>
                        <a:pt x="4498" y="20983"/>
                        <a:pt x="5105" y="22220"/>
                        <a:pt x="5893" y="23277"/>
                      </a:cubicBezTo>
                      <a:cubicBezTo>
                        <a:pt x="6679" y="24311"/>
                        <a:pt x="7669" y="25121"/>
                        <a:pt x="8861" y="25706"/>
                      </a:cubicBezTo>
                      <a:cubicBezTo>
                        <a:pt x="10053" y="26290"/>
                        <a:pt x="11425" y="26560"/>
                        <a:pt x="12954" y="26560"/>
                      </a:cubicBezTo>
                      <a:cubicBezTo>
                        <a:pt x="14641" y="26560"/>
                        <a:pt x="16103" y="26223"/>
                        <a:pt x="17295" y="25571"/>
                      </a:cubicBezTo>
                      <a:cubicBezTo>
                        <a:pt x="18486" y="24918"/>
                        <a:pt x="19476" y="24019"/>
                        <a:pt x="20241" y="22894"/>
                      </a:cubicBezTo>
                      <a:cubicBezTo>
                        <a:pt x="21005" y="21770"/>
                        <a:pt x="21545" y="20511"/>
                        <a:pt x="21905" y="19116"/>
                      </a:cubicBezTo>
                      <a:cubicBezTo>
                        <a:pt x="22265" y="17722"/>
                        <a:pt x="22445" y="16260"/>
                        <a:pt x="22445" y="14753"/>
                      </a:cubicBezTo>
                      <a:lnTo>
                        <a:pt x="22445" y="14753"/>
                      </a:lnTo>
                      <a:close/>
                    </a:path>
                  </a:pathLst>
                </a:custGeom>
                <a:solidFill>
                  <a:srgbClr val="231F20"/>
                </a:solidFill>
                <a:ln w="2249" cap="flat">
                  <a:noFill/>
                  <a:prstDash val="solid"/>
                  <a:miter/>
                </a:ln>
              </p:spPr>
              <p:txBody>
                <a:bodyPr rtlCol="0" anchor="ctr"/>
                <a:lstStyle/>
                <a:p>
                  <a:endParaRPr lang="en-US"/>
                </a:p>
              </p:txBody>
            </p:sp>
            <p:sp>
              <p:nvSpPr>
                <p:cNvPr id="5299" name="Freeform 5298">
                  <a:extLst>
                    <a:ext uri="{FF2B5EF4-FFF2-40B4-BE49-F238E27FC236}">
                      <a16:creationId xmlns:a16="http://schemas.microsoft.com/office/drawing/2014/main" id="{3D0F3579-CC5A-BC55-C96E-D9095B9818C4}"/>
                    </a:ext>
                  </a:extLst>
                </p:cNvPr>
                <p:cNvSpPr/>
                <p:nvPr/>
              </p:nvSpPr>
              <p:spPr>
                <a:xfrm>
                  <a:off x="9202261" y="3123349"/>
                  <a:ext cx="12481" cy="28719"/>
                </a:xfrm>
                <a:custGeom>
                  <a:avLst/>
                  <a:gdLst>
                    <a:gd name="connsiteX0" fmla="*/ 3239 w 12481"/>
                    <a:gd name="connsiteY0" fmla="*/ 28719 h 28719"/>
                    <a:gd name="connsiteX1" fmla="*/ 0 w 12481"/>
                    <a:gd name="connsiteY1" fmla="*/ 28719 h 28719"/>
                    <a:gd name="connsiteX2" fmla="*/ 0 w 12481"/>
                    <a:gd name="connsiteY2" fmla="*/ 765 h 28719"/>
                    <a:gd name="connsiteX3" fmla="*/ 3239 w 12481"/>
                    <a:gd name="connsiteY3" fmla="*/ 765 h 28719"/>
                    <a:gd name="connsiteX4" fmla="*/ 3239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8 h 28719"/>
                    <a:gd name="connsiteX9" fmla="*/ 7939 w 12481"/>
                    <a:gd name="connsiteY9" fmla="*/ 4363 h 28719"/>
                    <a:gd name="connsiteX10" fmla="*/ 5105 w 12481"/>
                    <a:gd name="connsiteY10" fmla="*/ 6837 h 28719"/>
                    <a:gd name="connsiteX11" fmla="*/ 3644 w 12481"/>
                    <a:gd name="connsiteY11" fmla="*/ 10525 h 28719"/>
                    <a:gd name="connsiteX12" fmla="*/ 3239 w 12481"/>
                    <a:gd name="connsiteY12" fmla="*/ 14978 h 28719"/>
                    <a:gd name="connsiteX13" fmla="*/ 3239 w 12481"/>
                    <a:gd name="connsiteY13" fmla="*/ 28697 h 28719"/>
                    <a:gd name="connsiteX14" fmla="*/ 3239 w 12481"/>
                    <a:gd name="connsiteY14"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481" h="28719">
                      <a:moveTo>
                        <a:pt x="3239" y="28719"/>
                      </a:moveTo>
                      <a:lnTo>
                        <a:pt x="0" y="28719"/>
                      </a:lnTo>
                      <a:lnTo>
                        <a:pt x="0" y="765"/>
                      </a:lnTo>
                      <a:lnTo>
                        <a:pt x="3239" y="765"/>
                      </a:lnTo>
                      <a:lnTo>
                        <a:pt x="3239" y="6005"/>
                      </a:lnTo>
                      <a:lnTo>
                        <a:pt x="3351" y="6005"/>
                      </a:lnTo>
                      <a:cubicBezTo>
                        <a:pt x="4251" y="3778"/>
                        <a:pt x="5420" y="2227"/>
                        <a:pt x="6837" y="1327"/>
                      </a:cubicBezTo>
                      <a:cubicBezTo>
                        <a:pt x="8254" y="450"/>
                        <a:pt x="10143" y="0"/>
                        <a:pt x="12482" y="0"/>
                      </a:cubicBezTo>
                      <a:lnTo>
                        <a:pt x="12482" y="3508"/>
                      </a:lnTo>
                      <a:cubicBezTo>
                        <a:pt x="10638" y="3463"/>
                        <a:pt x="9131" y="3756"/>
                        <a:pt x="7939" y="4363"/>
                      </a:cubicBezTo>
                      <a:cubicBezTo>
                        <a:pt x="6747" y="4970"/>
                        <a:pt x="5802" y="5802"/>
                        <a:pt x="5105" y="6837"/>
                      </a:cubicBezTo>
                      <a:cubicBezTo>
                        <a:pt x="4408" y="7871"/>
                        <a:pt x="3913" y="9108"/>
                        <a:pt x="3644" y="10525"/>
                      </a:cubicBezTo>
                      <a:cubicBezTo>
                        <a:pt x="3373" y="11942"/>
                        <a:pt x="3239" y="13426"/>
                        <a:pt x="3239" y="14978"/>
                      </a:cubicBezTo>
                      <a:lnTo>
                        <a:pt x="3239" y="28697"/>
                      </a:lnTo>
                      <a:lnTo>
                        <a:pt x="3239" y="28697"/>
                      </a:lnTo>
                      <a:close/>
                    </a:path>
                  </a:pathLst>
                </a:custGeom>
                <a:solidFill>
                  <a:srgbClr val="231F20"/>
                </a:solidFill>
                <a:ln w="2249" cap="flat">
                  <a:noFill/>
                  <a:prstDash val="solid"/>
                  <a:miter/>
                </a:ln>
              </p:spPr>
              <p:txBody>
                <a:bodyPr rtlCol="0" anchor="ctr"/>
                <a:lstStyle/>
                <a:p>
                  <a:endParaRPr lang="en-US"/>
                </a:p>
              </p:txBody>
            </p:sp>
            <p:sp>
              <p:nvSpPr>
                <p:cNvPr id="5300" name="Freeform 5299">
                  <a:extLst>
                    <a:ext uri="{FF2B5EF4-FFF2-40B4-BE49-F238E27FC236}">
                      <a16:creationId xmlns:a16="http://schemas.microsoft.com/office/drawing/2014/main" id="{F30E624B-24C2-D696-1F87-8FF90A0AC50F}"/>
                    </a:ext>
                  </a:extLst>
                </p:cNvPr>
                <p:cNvSpPr/>
                <p:nvPr/>
              </p:nvSpPr>
              <p:spPr>
                <a:xfrm>
                  <a:off x="9220230" y="3123349"/>
                  <a:ext cx="12481" cy="28719"/>
                </a:xfrm>
                <a:custGeom>
                  <a:avLst/>
                  <a:gdLst>
                    <a:gd name="connsiteX0" fmla="*/ 3239 w 12481"/>
                    <a:gd name="connsiteY0" fmla="*/ 28719 h 28719"/>
                    <a:gd name="connsiteX1" fmla="*/ 0 w 12481"/>
                    <a:gd name="connsiteY1" fmla="*/ 28719 h 28719"/>
                    <a:gd name="connsiteX2" fmla="*/ 0 w 12481"/>
                    <a:gd name="connsiteY2" fmla="*/ 765 h 28719"/>
                    <a:gd name="connsiteX3" fmla="*/ 3239 w 12481"/>
                    <a:gd name="connsiteY3" fmla="*/ 765 h 28719"/>
                    <a:gd name="connsiteX4" fmla="*/ 3239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8 h 28719"/>
                    <a:gd name="connsiteX9" fmla="*/ 7939 w 12481"/>
                    <a:gd name="connsiteY9" fmla="*/ 4363 h 28719"/>
                    <a:gd name="connsiteX10" fmla="*/ 5105 w 12481"/>
                    <a:gd name="connsiteY10" fmla="*/ 6837 h 28719"/>
                    <a:gd name="connsiteX11" fmla="*/ 3644 w 12481"/>
                    <a:gd name="connsiteY11" fmla="*/ 10525 h 28719"/>
                    <a:gd name="connsiteX12" fmla="*/ 3239 w 12481"/>
                    <a:gd name="connsiteY12" fmla="*/ 14978 h 28719"/>
                    <a:gd name="connsiteX13" fmla="*/ 3239 w 12481"/>
                    <a:gd name="connsiteY13" fmla="*/ 28697 h 28719"/>
                    <a:gd name="connsiteX14" fmla="*/ 3239 w 12481"/>
                    <a:gd name="connsiteY14"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481" h="28719">
                      <a:moveTo>
                        <a:pt x="3239" y="28719"/>
                      </a:moveTo>
                      <a:lnTo>
                        <a:pt x="0" y="28719"/>
                      </a:lnTo>
                      <a:lnTo>
                        <a:pt x="0" y="765"/>
                      </a:lnTo>
                      <a:lnTo>
                        <a:pt x="3239" y="765"/>
                      </a:lnTo>
                      <a:lnTo>
                        <a:pt x="3239" y="6005"/>
                      </a:lnTo>
                      <a:lnTo>
                        <a:pt x="3351" y="6005"/>
                      </a:lnTo>
                      <a:cubicBezTo>
                        <a:pt x="4251" y="3778"/>
                        <a:pt x="5420" y="2227"/>
                        <a:pt x="6837" y="1327"/>
                      </a:cubicBezTo>
                      <a:cubicBezTo>
                        <a:pt x="8254" y="450"/>
                        <a:pt x="10143" y="0"/>
                        <a:pt x="12482" y="0"/>
                      </a:cubicBezTo>
                      <a:lnTo>
                        <a:pt x="12482" y="3508"/>
                      </a:lnTo>
                      <a:cubicBezTo>
                        <a:pt x="10638" y="3463"/>
                        <a:pt x="9131" y="3756"/>
                        <a:pt x="7939" y="4363"/>
                      </a:cubicBezTo>
                      <a:cubicBezTo>
                        <a:pt x="6747" y="4970"/>
                        <a:pt x="5802" y="5802"/>
                        <a:pt x="5105" y="6837"/>
                      </a:cubicBezTo>
                      <a:cubicBezTo>
                        <a:pt x="4408" y="7871"/>
                        <a:pt x="3913" y="9108"/>
                        <a:pt x="3644" y="10525"/>
                      </a:cubicBezTo>
                      <a:cubicBezTo>
                        <a:pt x="3373" y="11942"/>
                        <a:pt x="3239" y="13426"/>
                        <a:pt x="3239" y="14978"/>
                      </a:cubicBezTo>
                      <a:lnTo>
                        <a:pt x="3239" y="28697"/>
                      </a:lnTo>
                      <a:lnTo>
                        <a:pt x="3239" y="28697"/>
                      </a:lnTo>
                      <a:close/>
                    </a:path>
                  </a:pathLst>
                </a:custGeom>
                <a:solidFill>
                  <a:srgbClr val="231F20"/>
                </a:solidFill>
                <a:ln w="2249" cap="flat">
                  <a:noFill/>
                  <a:prstDash val="solid"/>
                  <a:miter/>
                </a:ln>
              </p:spPr>
              <p:txBody>
                <a:bodyPr rtlCol="0" anchor="ctr"/>
                <a:lstStyle/>
                <a:p>
                  <a:endParaRPr lang="en-US"/>
                </a:p>
              </p:txBody>
            </p:sp>
            <p:sp>
              <p:nvSpPr>
                <p:cNvPr id="5301" name="Freeform 5300">
                  <a:extLst>
                    <a:ext uri="{FF2B5EF4-FFF2-40B4-BE49-F238E27FC236}">
                      <a16:creationId xmlns:a16="http://schemas.microsoft.com/office/drawing/2014/main" id="{EF04365A-2378-E1C0-6943-CD5DFC6F112F}"/>
                    </a:ext>
                  </a:extLst>
                </p:cNvPr>
                <p:cNvSpPr/>
                <p:nvPr/>
              </p:nvSpPr>
              <p:spPr>
                <a:xfrm>
                  <a:off x="9236513" y="3123372"/>
                  <a:ext cx="25167" cy="29483"/>
                </a:xfrm>
                <a:custGeom>
                  <a:avLst/>
                  <a:gdLst>
                    <a:gd name="connsiteX0" fmla="*/ 3509 w 25167"/>
                    <a:gd name="connsiteY0" fmla="*/ 15473 h 29483"/>
                    <a:gd name="connsiteX1" fmla="*/ 4093 w 25167"/>
                    <a:gd name="connsiteY1" fmla="*/ 19768 h 29483"/>
                    <a:gd name="connsiteX2" fmla="*/ 5848 w 25167"/>
                    <a:gd name="connsiteY2" fmla="*/ 23277 h 29483"/>
                    <a:gd name="connsiteX3" fmla="*/ 8794 w 25167"/>
                    <a:gd name="connsiteY3" fmla="*/ 25661 h 29483"/>
                    <a:gd name="connsiteX4" fmla="*/ 12887 w 25167"/>
                    <a:gd name="connsiteY4" fmla="*/ 26560 h 29483"/>
                    <a:gd name="connsiteX5" fmla="*/ 18329 w 25167"/>
                    <a:gd name="connsiteY5" fmla="*/ 24896 h 29483"/>
                    <a:gd name="connsiteX6" fmla="*/ 21343 w 25167"/>
                    <a:gd name="connsiteY6" fmla="*/ 20151 h 29483"/>
                    <a:gd name="connsiteX7" fmla="*/ 24964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5 w 25167"/>
                    <a:gd name="connsiteY11" fmla="*/ 29484 h 29483"/>
                    <a:gd name="connsiteX12" fmla="*/ 7085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7 w 25167"/>
                    <a:gd name="connsiteY18" fmla="*/ 1170 h 29483"/>
                    <a:gd name="connsiteX19" fmla="*/ 12865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3509 w 25167"/>
                    <a:gd name="connsiteY23" fmla="*/ 15473 h 29483"/>
                    <a:gd name="connsiteX24" fmla="*/ 21748 w 25167"/>
                    <a:gd name="connsiteY24" fmla="*/ 12774 h 29483"/>
                    <a:gd name="connsiteX25" fmla="*/ 21186 w 25167"/>
                    <a:gd name="connsiteY25" fmla="*/ 8906 h 29483"/>
                    <a:gd name="connsiteX26" fmla="*/ 19521 w 25167"/>
                    <a:gd name="connsiteY26" fmla="*/ 5780 h 29483"/>
                    <a:gd name="connsiteX27" fmla="*/ 16733 w 25167"/>
                    <a:gd name="connsiteY27" fmla="*/ 3666 h 29483"/>
                    <a:gd name="connsiteX28" fmla="*/ 12910 w 25167"/>
                    <a:gd name="connsiteY28" fmla="*/ 2879 h 29483"/>
                    <a:gd name="connsiteX29" fmla="*/ 9108 w 25167"/>
                    <a:gd name="connsiteY29" fmla="*/ 3688 h 29483"/>
                    <a:gd name="connsiteX30" fmla="*/ 6297 w 25167"/>
                    <a:gd name="connsiteY30" fmla="*/ 5847 h 29483"/>
                    <a:gd name="connsiteX31" fmla="*/ 4431 w 25167"/>
                    <a:gd name="connsiteY31" fmla="*/ 8973 h 29483"/>
                    <a:gd name="connsiteX32" fmla="*/ 3509 w 25167"/>
                    <a:gd name="connsiteY32" fmla="*/ 12752 h 29483"/>
                    <a:gd name="connsiteX33" fmla="*/ 21748 w 25167"/>
                    <a:gd name="connsiteY33" fmla="*/ 12752 h 29483"/>
                    <a:gd name="connsiteX34" fmla="*/ 21748 w 25167"/>
                    <a:gd name="connsiteY34"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5167" h="29483">
                      <a:moveTo>
                        <a:pt x="3509" y="15473"/>
                      </a:moveTo>
                      <a:cubicBezTo>
                        <a:pt x="3509" y="16980"/>
                        <a:pt x="3711" y="18419"/>
                        <a:pt x="4093" y="19768"/>
                      </a:cubicBezTo>
                      <a:cubicBezTo>
                        <a:pt x="4498" y="21118"/>
                        <a:pt x="5083" y="22287"/>
                        <a:pt x="5848" y="23277"/>
                      </a:cubicBezTo>
                      <a:cubicBezTo>
                        <a:pt x="6612" y="24266"/>
                        <a:pt x="7602" y="25053"/>
                        <a:pt x="8794" y="25661"/>
                      </a:cubicBezTo>
                      <a:cubicBezTo>
                        <a:pt x="9986" y="26245"/>
                        <a:pt x="11357" y="26560"/>
                        <a:pt x="12887" y="26560"/>
                      </a:cubicBezTo>
                      <a:cubicBezTo>
                        <a:pt x="15001" y="26560"/>
                        <a:pt x="16823" y="25998"/>
                        <a:pt x="18329" y="24896"/>
                      </a:cubicBezTo>
                      <a:cubicBezTo>
                        <a:pt x="19836" y="23772"/>
                        <a:pt x="20848" y="22197"/>
                        <a:pt x="21343" y="20151"/>
                      </a:cubicBezTo>
                      <a:lnTo>
                        <a:pt x="24964" y="20151"/>
                      </a:lnTo>
                      <a:cubicBezTo>
                        <a:pt x="24559" y="21478"/>
                        <a:pt x="24042" y="22714"/>
                        <a:pt x="23389" y="23839"/>
                      </a:cubicBezTo>
                      <a:cubicBezTo>
                        <a:pt x="22737" y="24963"/>
                        <a:pt x="21927" y="25953"/>
                        <a:pt x="20960" y="26808"/>
                      </a:cubicBezTo>
                      <a:cubicBezTo>
                        <a:pt x="19994" y="27662"/>
                        <a:pt x="18847" y="28314"/>
                        <a:pt x="17497" y="28787"/>
                      </a:cubicBezTo>
                      <a:cubicBezTo>
                        <a:pt x="16170" y="29259"/>
                        <a:pt x="14618" y="29484"/>
                        <a:pt x="12865" y="29484"/>
                      </a:cubicBezTo>
                      <a:cubicBezTo>
                        <a:pt x="10638" y="29484"/>
                        <a:pt x="8704" y="29102"/>
                        <a:pt x="7085" y="28359"/>
                      </a:cubicBezTo>
                      <a:cubicBezTo>
                        <a:pt x="5465" y="27595"/>
                        <a:pt x="4138" y="26560"/>
                        <a:pt x="3081" y="25256"/>
                      </a:cubicBezTo>
                      <a:cubicBezTo>
                        <a:pt x="2047" y="23951"/>
                        <a:pt x="1260" y="22400"/>
                        <a:pt x="765" y="20623"/>
                      </a:cubicBezTo>
                      <a:cubicBezTo>
                        <a:pt x="270" y="18846"/>
                        <a:pt x="0" y="16935"/>
                        <a:pt x="0" y="14866"/>
                      </a:cubicBezTo>
                      <a:cubicBezTo>
                        <a:pt x="0" y="12797"/>
                        <a:pt x="293" y="10885"/>
                        <a:pt x="900" y="9086"/>
                      </a:cubicBezTo>
                      <a:cubicBezTo>
                        <a:pt x="1485" y="7287"/>
                        <a:pt x="2339" y="5712"/>
                        <a:pt x="3441" y="4363"/>
                      </a:cubicBezTo>
                      <a:cubicBezTo>
                        <a:pt x="4543" y="3014"/>
                        <a:pt x="5870" y="1957"/>
                        <a:pt x="7467" y="1170"/>
                      </a:cubicBezTo>
                      <a:cubicBezTo>
                        <a:pt x="9041" y="405"/>
                        <a:pt x="10840" y="0"/>
                        <a:pt x="12865" y="0"/>
                      </a:cubicBezTo>
                      <a:cubicBezTo>
                        <a:pt x="16710" y="0"/>
                        <a:pt x="19746" y="1327"/>
                        <a:pt x="21927" y="3958"/>
                      </a:cubicBezTo>
                      <a:cubicBezTo>
                        <a:pt x="24132" y="6612"/>
                        <a:pt x="25211" y="10435"/>
                        <a:pt x="25166" y="15473"/>
                      </a:cubicBezTo>
                      <a:lnTo>
                        <a:pt x="3463" y="15473"/>
                      </a:lnTo>
                      <a:lnTo>
                        <a:pt x="3509" y="15473"/>
                      </a:lnTo>
                      <a:close/>
                      <a:moveTo>
                        <a:pt x="21748" y="12774"/>
                      </a:moveTo>
                      <a:cubicBezTo>
                        <a:pt x="21748" y="11402"/>
                        <a:pt x="21568" y="10120"/>
                        <a:pt x="21186" y="8906"/>
                      </a:cubicBezTo>
                      <a:cubicBezTo>
                        <a:pt x="20803" y="7691"/>
                        <a:pt x="20241" y="6657"/>
                        <a:pt x="19521" y="5780"/>
                      </a:cubicBezTo>
                      <a:cubicBezTo>
                        <a:pt x="18779" y="4903"/>
                        <a:pt x="17857" y="4206"/>
                        <a:pt x="16733" y="3666"/>
                      </a:cubicBezTo>
                      <a:cubicBezTo>
                        <a:pt x="15608" y="3126"/>
                        <a:pt x="14349" y="2879"/>
                        <a:pt x="12910" y="2879"/>
                      </a:cubicBezTo>
                      <a:cubicBezTo>
                        <a:pt x="11470" y="2879"/>
                        <a:pt x="10210" y="3149"/>
                        <a:pt x="9108" y="3688"/>
                      </a:cubicBezTo>
                      <a:cubicBezTo>
                        <a:pt x="8006" y="4228"/>
                        <a:pt x="7085" y="4948"/>
                        <a:pt x="6297" y="5847"/>
                      </a:cubicBezTo>
                      <a:cubicBezTo>
                        <a:pt x="5533" y="6747"/>
                        <a:pt x="4903" y="7781"/>
                        <a:pt x="4431" y="8973"/>
                      </a:cubicBezTo>
                      <a:cubicBezTo>
                        <a:pt x="3958" y="10165"/>
                        <a:pt x="3666" y="11425"/>
                        <a:pt x="3509" y="12752"/>
                      </a:cubicBezTo>
                      <a:lnTo>
                        <a:pt x="21748" y="12752"/>
                      </a:lnTo>
                      <a:lnTo>
                        <a:pt x="21748" y="12752"/>
                      </a:lnTo>
                      <a:close/>
                    </a:path>
                  </a:pathLst>
                </a:custGeom>
                <a:solidFill>
                  <a:srgbClr val="231F20"/>
                </a:solidFill>
                <a:ln w="2249" cap="flat">
                  <a:noFill/>
                  <a:prstDash val="solid"/>
                  <a:miter/>
                </a:ln>
              </p:spPr>
              <p:txBody>
                <a:bodyPr rtlCol="0" anchor="ctr"/>
                <a:lstStyle/>
                <a:p>
                  <a:endParaRPr lang="en-US"/>
                </a:p>
              </p:txBody>
            </p:sp>
            <p:sp>
              <p:nvSpPr>
                <p:cNvPr id="5302" name="Freeform 5301">
                  <a:extLst>
                    <a:ext uri="{FF2B5EF4-FFF2-40B4-BE49-F238E27FC236}">
                      <a16:creationId xmlns:a16="http://schemas.microsoft.com/office/drawing/2014/main" id="{D51B2839-95AD-DF17-E445-28DFE640CE6A}"/>
                    </a:ext>
                  </a:extLst>
                </p:cNvPr>
                <p:cNvSpPr/>
                <p:nvPr/>
              </p:nvSpPr>
              <p:spPr>
                <a:xfrm>
                  <a:off x="9266672" y="3123349"/>
                  <a:ext cx="24896" cy="29461"/>
                </a:xfrm>
                <a:custGeom>
                  <a:avLst/>
                  <a:gdLst>
                    <a:gd name="connsiteX0" fmla="*/ 21163 w 24896"/>
                    <a:gd name="connsiteY0" fmla="*/ 9558 h 29461"/>
                    <a:gd name="connsiteX1" fmla="*/ 18194 w 24896"/>
                    <a:gd name="connsiteY1" fmla="*/ 4678 h 29461"/>
                    <a:gd name="connsiteX2" fmla="*/ 12841 w 24896"/>
                    <a:gd name="connsiteY2" fmla="*/ 2924 h 29461"/>
                    <a:gd name="connsiteX3" fmla="*/ 8569 w 24896"/>
                    <a:gd name="connsiteY3" fmla="*/ 3958 h 29461"/>
                    <a:gd name="connsiteX4" fmla="*/ 5645 w 24896"/>
                    <a:gd name="connsiteY4" fmla="*/ 6679 h 29461"/>
                    <a:gd name="connsiteX5" fmla="*/ 3981 w 24896"/>
                    <a:gd name="connsiteY5" fmla="*/ 10503 h 29461"/>
                    <a:gd name="connsiteX6" fmla="*/ 3441 w 24896"/>
                    <a:gd name="connsiteY6" fmla="*/ 14798 h 29461"/>
                    <a:gd name="connsiteX7" fmla="*/ 3958 w 24896"/>
                    <a:gd name="connsiteY7" fmla="*/ 19116 h 29461"/>
                    <a:gd name="connsiteX8" fmla="*/ 5600 w 24896"/>
                    <a:gd name="connsiteY8" fmla="*/ 22894 h 29461"/>
                    <a:gd name="connsiteX9" fmla="*/ 8524 w 24896"/>
                    <a:gd name="connsiteY9" fmla="*/ 25571 h 29461"/>
                    <a:gd name="connsiteX10" fmla="*/ 12841 w 24896"/>
                    <a:gd name="connsiteY10" fmla="*/ 26560 h 29461"/>
                    <a:gd name="connsiteX11" fmla="*/ 18644 w 24896"/>
                    <a:gd name="connsiteY11" fmla="*/ 24559 h 29461"/>
                    <a:gd name="connsiteX12" fmla="*/ 21433 w 24896"/>
                    <a:gd name="connsiteY12" fmla="*/ 19049 h 29461"/>
                    <a:gd name="connsiteX13" fmla="*/ 24896 w 24896"/>
                    <a:gd name="connsiteY13" fmla="*/ 19049 h 29461"/>
                    <a:gd name="connsiteX14" fmla="*/ 23524 w 24896"/>
                    <a:gd name="connsiteY14" fmla="*/ 23277 h 29461"/>
                    <a:gd name="connsiteX15" fmla="*/ 21095 w 24896"/>
                    <a:gd name="connsiteY15" fmla="*/ 26560 h 29461"/>
                    <a:gd name="connsiteX16" fmla="*/ 17564 w 24896"/>
                    <a:gd name="connsiteY16" fmla="*/ 28697 h 29461"/>
                    <a:gd name="connsiteX17" fmla="*/ 12864 w 24896"/>
                    <a:gd name="connsiteY17" fmla="*/ 29461 h 29461"/>
                    <a:gd name="connsiteX18" fmla="*/ 7084 w 24896"/>
                    <a:gd name="connsiteY18" fmla="*/ 28337 h 29461"/>
                    <a:gd name="connsiteX19" fmla="*/ 3081 w 24896"/>
                    <a:gd name="connsiteY19" fmla="*/ 25233 h 29461"/>
                    <a:gd name="connsiteX20" fmla="*/ 764 w 24896"/>
                    <a:gd name="connsiteY20" fmla="*/ 20556 h 29461"/>
                    <a:gd name="connsiteX21" fmla="*/ 0 w 24896"/>
                    <a:gd name="connsiteY21" fmla="*/ 14776 h 29461"/>
                    <a:gd name="connsiteX22" fmla="*/ 832 w 24896"/>
                    <a:gd name="connsiteY22" fmla="*/ 9198 h 29461"/>
                    <a:gd name="connsiteX23" fmla="*/ 3283 w 24896"/>
                    <a:gd name="connsiteY23" fmla="*/ 4475 h 29461"/>
                    <a:gd name="connsiteX24" fmla="*/ 7309 w 24896"/>
                    <a:gd name="connsiteY24" fmla="*/ 1214 h 29461"/>
                    <a:gd name="connsiteX25" fmla="*/ 12841 w 24896"/>
                    <a:gd name="connsiteY25" fmla="*/ 0 h 29461"/>
                    <a:gd name="connsiteX26" fmla="*/ 20690 w 24896"/>
                    <a:gd name="connsiteY26" fmla="*/ 2316 h 29461"/>
                    <a:gd name="connsiteX27" fmla="*/ 24446 w 24896"/>
                    <a:gd name="connsiteY27" fmla="*/ 9558 h 29461"/>
                    <a:gd name="connsiteX28" fmla="*/ 21163 w 24896"/>
                    <a:gd name="connsiteY28" fmla="*/ 9558 h 29461"/>
                    <a:gd name="connsiteX29" fmla="*/ 21163 w 24896"/>
                    <a:gd name="connsiteY29"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4896" h="29461">
                      <a:moveTo>
                        <a:pt x="21163" y="9558"/>
                      </a:moveTo>
                      <a:cubicBezTo>
                        <a:pt x="20578" y="7467"/>
                        <a:pt x="19588" y="5847"/>
                        <a:pt x="18194" y="4678"/>
                      </a:cubicBezTo>
                      <a:cubicBezTo>
                        <a:pt x="16800" y="3508"/>
                        <a:pt x="15000" y="2924"/>
                        <a:pt x="12841" y="2924"/>
                      </a:cubicBezTo>
                      <a:cubicBezTo>
                        <a:pt x="11177" y="2924"/>
                        <a:pt x="9760" y="3261"/>
                        <a:pt x="8569" y="3958"/>
                      </a:cubicBezTo>
                      <a:cubicBezTo>
                        <a:pt x="7377" y="4633"/>
                        <a:pt x="6409" y="5555"/>
                        <a:pt x="5645" y="6679"/>
                      </a:cubicBezTo>
                      <a:cubicBezTo>
                        <a:pt x="4880" y="7804"/>
                        <a:pt x="4340" y="9086"/>
                        <a:pt x="3981" y="10503"/>
                      </a:cubicBezTo>
                      <a:cubicBezTo>
                        <a:pt x="3621" y="11920"/>
                        <a:pt x="3441" y="13359"/>
                        <a:pt x="3441" y="14798"/>
                      </a:cubicBezTo>
                      <a:cubicBezTo>
                        <a:pt x="3441" y="16237"/>
                        <a:pt x="3621" y="17722"/>
                        <a:pt x="3958" y="19116"/>
                      </a:cubicBezTo>
                      <a:cubicBezTo>
                        <a:pt x="4295" y="20511"/>
                        <a:pt x="4858" y="21770"/>
                        <a:pt x="5600" y="22894"/>
                      </a:cubicBezTo>
                      <a:cubicBezTo>
                        <a:pt x="6342" y="24019"/>
                        <a:pt x="7332" y="24896"/>
                        <a:pt x="8524" y="25571"/>
                      </a:cubicBezTo>
                      <a:cubicBezTo>
                        <a:pt x="9716" y="26245"/>
                        <a:pt x="11155" y="26560"/>
                        <a:pt x="12841" y="26560"/>
                      </a:cubicBezTo>
                      <a:cubicBezTo>
                        <a:pt x="15248" y="26560"/>
                        <a:pt x="17182" y="25886"/>
                        <a:pt x="18644" y="24559"/>
                      </a:cubicBezTo>
                      <a:cubicBezTo>
                        <a:pt x="20106" y="23232"/>
                        <a:pt x="21027" y="21388"/>
                        <a:pt x="21433" y="19049"/>
                      </a:cubicBezTo>
                      <a:lnTo>
                        <a:pt x="24896" y="19049"/>
                      </a:lnTo>
                      <a:cubicBezTo>
                        <a:pt x="24603" y="20600"/>
                        <a:pt x="24154" y="22017"/>
                        <a:pt x="23524" y="23277"/>
                      </a:cubicBezTo>
                      <a:cubicBezTo>
                        <a:pt x="22894" y="24559"/>
                        <a:pt x="22085" y="25661"/>
                        <a:pt x="21095" y="26560"/>
                      </a:cubicBezTo>
                      <a:cubicBezTo>
                        <a:pt x="20106" y="27482"/>
                        <a:pt x="18936" y="28180"/>
                        <a:pt x="17564" y="28697"/>
                      </a:cubicBezTo>
                      <a:cubicBezTo>
                        <a:pt x="16192" y="29214"/>
                        <a:pt x="14641" y="29461"/>
                        <a:pt x="12864" y="29461"/>
                      </a:cubicBezTo>
                      <a:cubicBezTo>
                        <a:pt x="10638" y="29461"/>
                        <a:pt x="8703" y="29079"/>
                        <a:pt x="7084" y="28337"/>
                      </a:cubicBezTo>
                      <a:cubicBezTo>
                        <a:pt x="5465" y="27572"/>
                        <a:pt x="4138" y="26538"/>
                        <a:pt x="3081" y="25233"/>
                      </a:cubicBezTo>
                      <a:cubicBezTo>
                        <a:pt x="2024" y="23929"/>
                        <a:pt x="1260" y="22355"/>
                        <a:pt x="764" y="20556"/>
                      </a:cubicBezTo>
                      <a:cubicBezTo>
                        <a:pt x="270" y="18756"/>
                        <a:pt x="0" y="16822"/>
                        <a:pt x="0" y="14776"/>
                      </a:cubicBezTo>
                      <a:cubicBezTo>
                        <a:pt x="0" y="12842"/>
                        <a:pt x="270" y="10975"/>
                        <a:pt x="832" y="9198"/>
                      </a:cubicBezTo>
                      <a:cubicBezTo>
                        <a:pt x="1394" y="7422"/>
                        <a:pt x="2204" y="5847"/>
                        <a:pt x="3283" y="4475"/>
                      </a:cubicBezTo>
                      <a:cubicBezTo>
                        <a:pt x="4363" y="3104"/>
                        <a:pt x="5712" y="2024"/>
                        <a:pt x="7309" y="1214"/>
                      </a:cubicBezTo>
                      <a:cubicBezTo>
                        <a:pt x="8906" y="405"/>
                        <a:pt x="10750" y="0"/>
                        <a:pt x="12841" y="0"/>
                      </a:cubicBezTo>
                      <a:cubicBezTo>
                        <a:pt x="16080" y="0"/>
                        <a:pt x="18689" y="765"/>
                        <a:pt x="20690" y="2316"/>
                      </a:cubicBezTo>
                      <a:cubicBezTo>
                        <a:pt x="22692" y="3868"/>
                        <a:pt x="23929" y="6275"/>
                        <a:pt x="24446" y="9558"/>
                      </a:cubicBezTo>
                      <a:lnTo>
                        <a:pt x="21163" y="9558"/>
                      </a:lnTo>
                      <a:lnTo>
                        <a:pt x="21163" y="9558"/>
                      </a:lnTo>
                      <a:close/>
                    </a:path>
                  </a:pathLst>
                </a:custGeom>
                <a:solidFill>
                  <a:srgbClr val="231F20"/>
                </a:solidFill>
                <a:ln w="2249" cap="flat">
                  <a:noFill/>
                  <a:prstDash val="solid"/>
                  <a:miter/>
                </a:ln>
              </p:spPr>
              <p:txBody>
                <a:bodyPr rtlCol="0" anchor="ctr"/>
                <a:lstStyle/>
                <a:p>
                  <a:endParaRPr lang="en-US"/>
                </a:p>
              </p:txBody>
            </p:sp>
            <p:sp>
              <p:nvSpPr>
                <p:cNvPr id="5303" name="Freeform 5302">
                  <a:extLst>
                    <a:ext uri="{FF2B5EF4-FFF2-40B4-BE49-F238E27FC236}">
                      <a16:creationId xmlns:a16="http://schemas.microsoft.com/office/drawing/2014/main" id="{C8190361-638E-2414-33B5-F84D3FA8D022}"/>
                    </a:ext>
                  </a:extLst>
                </p:cNvPr>
                <p:cNvSpPr/>
                <p:nvPr/>
              </p:nvSpPr>
              <p:spPr>
                <a:xfrm>
                  <a:off x="9295256" y="3116332"/>
                  <a:ext cx="12616" cy="36500"/>
                </a:xfrm>
                <a:custGeom>
                  <a:avLst/>
                  <a:gdLst>
                    <a:gd name="connsiteX0" fmla="*/ 12617 w 12616"/>
                    <a:gd name="connsiteY0" fmla="*/ 35848 h 36500"/>
                    <a:gd name="connsiteX1" fmla="*/ 11042 w 12616"/>
                    <a:gd name="connsiteY1" fmla="*/ 36231 h 36500"/>
                    <a:gd name="connsiteX2" fmla="*/ 8883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1 h 36500"/>
                    <a:gd name="connsiteX8" fmla="*/ 3936 w 12616"/>
                    <a:gd name="connsiteY8" fmla="*/ 7781 h 36500"/>
                    <a:gd name="connsiteX9" fmla="*/ 3936 w 12616"/>
                    <a:gd name="connsiteY9" fmla="*/ 0 h 36500"/>
                    <a:gd name="connsiteX10" fmla="*/ 7174 w 12616"/>
                    <a:gd name="connsiteY10" fmla="*/ 0 h 36500"/>
                    <a:gd name="connsiteX11" fmla="*/ 7174 w 12616"/>
                    <a:gd name="connsiteY11" fmla="*/ 7781 h 36500"/>
                    <a:gd name="connsiteX12" fmla="*/ 12414 w 12616"/>
                    <a:gd name="connsiteY12" fmla="*/ 7781 h 36500"/>
                    <a:gd name="connsiteX13" fmla="*/ 12414 w 12616"/>
                    <a:gd name="connsiteY13" fmla="*/ 10480 h 36500"/>
                    <a:gd name="connsiteX14" fmla="*/ 7174 w 12616"/>
                    <a:gd name="connsiteY14" fmla="*/ 10480 h 36500"/>
                    <a:gd name="connsiteX15" fmla="*/ 7174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5 h 36500"/>
                    <a:gd name="connsiteX21" fmla="*/ 12617 w 12616"/>
                    <a:gd name="connsiteY21" fmla="*/ 33195 h 36500"/>
                    <a:gd name="connsiteX22" fmla="*/ 12617 w 12616"/>
                    <a:gd name="connsiteY22" fmla="*/ 35848 h 36500"/>
                    <a:gd name="connsiteX23" fmla="*/ 12617 w 12616"/>
                    <a:gd name="connsiteY23" fmla="*/ 35848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616" h="36500">
                      <a:moveTo>
                        <a:pt x="12617" y="35848"/>
                      </a:moveTo>
                      <a:cubicBezTo>
                        <a:pt x="12212" y="35916"/>
                        <a:pt x="11694" y="36051"/>
                        <a:pt x="11042" y="36231"/>
                      </a:cubicBezTo>
                      <a:cubicBezTo>
                        <a:pt x="10390" y="36411"/>
                        <a:pt x="9671" y="36501"/>
                        <a:pt x="8883" y="36501"/>
                      </a:cubicBezTo>
                      <a:cubicBezTo>
                        <a:pt x="7264" y="36501"/>
                        <a:pt x="6027" y="36096"/>
                        <a:pt x="5195" y="35286"/>
                      </a:cubicBezTo>
                      <a:cubicBezTo>
                        <a:pt x="4363" y="34477"/>
                        <a:pt x="3936" y="33037"/>
                        <a:pt x="3936" y="30946"/>
                      </a:cubicBezTo>
                      <a:lnTo>
                        <a:pt x="3936" y="10480"/>
                      </a:lnTo>
                      <a:lnTo>
                        <a:pt x="0" y="10480"/>
                      </a:lnTo>
                      <a:lnTo>
                        <a:pt x="0" y="7781"/>
                      </a:lnTo>
                      <a:lnTo>
                        <a:pt x="3936" y="7781"/>
                      </a:lnTo>
                      <a:lnTo>
                        <a:pt x="3936" y="0"/>
                      </a:lnTo>
                      <a:lnTo>
                        <a:pt x="7174" y="0"/>
                      </a:lnTo>
                      <a:lnTo>
                        <a:pt x="7174" y="7781"/>
                      </a:lnTo>
                      <a:lnTo>
                        <a:pt x="12414" y="7781"/>
                      </a:lnTo>
                      <a:lnTo>
                        <a:pt x="12414" y="10480"/>
                      </a:lnTo>
                      <a:lnTo>
                        <a:pt x="7174" y="10480"/>
                      </a:lnTo>
                      <a:lnTo>
                        <a:pt x="7174" y="29641"/>
                      </a:lnTo>
                      <a:cubicBezTo>
                        <a:pt x="7174" y="30316"/>
                        <a:pt x="7174" y="30923"/>
                        <a:pt x="7219" y="31418"/>
                      </a:cubicBezTo>
                      <a:cubicBezTo>
                        <a:pt x="7264" y="31913"/>
                        <a:pt x="7354" y="32340"/>
                        <a:pt x="7534" y="32655"/>
                      </a:cubicBezTo>
                      <a:cubicBezTo>
                        <a:pt x="7714" y="32970"/>
                        <a:pt x="7984" y="33217"/>
                        <a:pt x="8366" y="33352"/>
                      </a:cubicBezTo>
                      <a:cubicBezTo>
                        <a:pt x="8748" y="33487"/>
                        <a:pt x="9266" y="33577"/>
                        <a:pt x="9963" y="33577"/>
                      </a:cubicBezTo>
                      <a:cubicBezTo>
                        <a:pt x="10390" y="33577"/>
                        <a:pt x="10840" y="33532"/>
                        <a:pt x="11290" y="33465"/>
                      </a:cubicBezTo>
                      <a:cubicBezTo>
                        <a:pt x="11739" y="33397"/>
                        <a:pt x="12189" y="33307"/>
                        <a:pt x="12617" y="33195"/>
                      </a:cubicBezTo>
                      <a:lnTo>
                        <a:pt x="12617" y="35848"/>
                      </a:lnTo>
                      <a:lnTo>
                        <a:pt x="12617" y="35848"/>
                      </a:lnTo>
                      <a:close/>
                    </a:path>
                  </a:pathLst>
                </a:custGeom>
                <a:solidFill>
                  <a:srgbClr val="231F20"/>
                </a:solidFill>
                <a:ln w="2249" cap="flat">
                  <a:noFill/>
                  <a:prstDash val="solid"/>
                  <a:miter/>
                </a:ln>
              </p:spPr>
              <p:txBody>
                <a:bodyPr rtlCol="0" anchor="ctr"/>
                <a:lstStyle/>
                <a:p>
                  <a:endParaRPr lang="en-US"/>
                </a:p>
              </p:txBody>
            </p:sp>
          </p:grpSp>
          <p:grpSp>
            <p:nvGrpSpPr>
              <p:cNvPr id="5304" name="Graphic 3">
                <a:extLst>
                  <a:ext uri="{FF2B5EF4-FFF2-40B4-BE49-F238E27FC236}">
                    <a16:creationId xmlns:a16="http://schemas.microsoft.com/office/drawing/2014/main" id="{20B615F1-EBF5-6E3B-5F1E-1F22A1E7AFE8}"/>
                  </a:ext>
                </a:extLst>
              </p:cNvPr>
              <p:cNvGrpSpPr/>
              <p:nvPr/>
            </p:nvGrpSpPr>
            <p:grpSpPr>
              <a:xfrm>
                <a:off x="10967139" y="4791567"/>
                <a:ext cx="900966" cy="172204"/>
                <a:chOff x="9430778" y="3111070"/>
                <a:chExt cx="207443" cy="39649"/>
              </a:xfrm>
              <a:solidFill>
                <a:srgbClr val="231F20"/>
              </a:solidFill>
            </p:grpSpPr>
            <p:sp>
              <p:nvSpPr>
                <p:cNvPr id="5305" name="Freeform 5304">
                  <a:extLst>
                    <a:ext uri="{FF2B5EF4-FFF2-40B4-BE49-F238E27FC236}">
                      <a16:creationId xmlns:a16="http://schemas.microsoft.com/office/drawing/2014/main" id="{BA8145F6-FDE1-F419-6C4B-75D03B7AA0E9}"/>
                    </a:ext>
                  </a:extLst>
                </p:cNvPr>
                <p:cNvSpPr/>
                <p:nvPr/>
              </p:nvSpPr>
              <p:spPr>
                <a:xfrm>
                  <a:off x="9430778" y="3111070"/>
                  <a:ext cx="3553" cy="38861"/>
                </a:xfrm>
                <a:custGeom>
                  <a:avLst/>
                  <a:gdLst>
                    <a:gd name="connsiteX0" fmla="*/ 0 w 3553"/>
                    <a:gd name="connsiteY0" fmla="*/ 4813 h 38861"/>
                    <a:gd name="connsiteX1" fmla="*/ 0 w 3553"/>
                    <a:gd name="connsiteY1" fmla="*/ 0 h 38861"/>
                    <a:gd name="connsiteX2" fmla="*/ 3554 w 3553"/>
                    <a:gd name="connsiteY2" fmla="*/ 0 h 38861"/>
                    <a:gd name="connsiteX3" fmla="*/ 3554 w 3553"/>
                    <a:gd name="connsiteY3" fmla="*/ 4813 h 38861"/>
                    <a:gd name="connsiteX4" fmla="*/ 0 w 3553"/>
                    <a:gd name="connsiteY4" fmla="*/ 4813 h 38861"/>
                    <a:gd name="connsiteX5" fmla="*/ 180 w 3553"/>
                    <a:gd name="connsiteY5" fmla="*/ 38862 h 38861"/>
                    <a:gd name="connsiteX6" fmla="*/ 180 w 3553"/>
                    <a:gd name="connsiteY6" fmla="*/ 10907 h 38861"/>
                    <a:gd name="connsiteX7" fmla="*/ 3418 w 3553"/>
                    <a:gd name="connsiteY7" fmla="*/ 10907 h 38861"/>
                    <a:gd name="connsiteX8" fmla="*/ 3418 w 3553"/>
                    <a:gd name="connsiteY8" fmla="*/ 38862 h 38861"/>
                    <a:gd name="connsiteX9" fmla="*/ 180 w 3553"/>
                    <a:gd name="connsiteY9" fmla="*/ 38862 h 38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53" h="38861">
                      <a:moveTo>
                        <a:pt x="0" y="4813"/>
                      </a:moveTo>
                      <a:lnTo>
                        <a:pt x="0" y="0"/>
                      </a:lnTo>
                      <a:lnTo>
                        <a:pt x="3554" y="0"/>
                      </a:lnTo>
                      <a:lnTo>
                        <a:pt x="3554" y="4813"/>
                      </a:lnTo>
                      <a:lnTo>
                        <a:pt x="0" y="4813"/>
                      </a:lnTo>
                      <a:close/>
                      <a:moveTo>
                        <a:pt x="180" y="38862"/>
                      </a:moveTo>
                      <a:lnTo>
                        <a:pt x="180" y="10907"/>
                      </a:lnTo>
                      <a:lnTo>
                        <a:pt x="3418" y="10907"/>
                      </a:lnTo>
                      <a:lnTo>
                        <a:pt x="3418" y="38862"/>
                      </a:lnTo>
                      <a:lnTo>
                        <a:pt x="180" y="38862"/>
                      </a:lnTo>
                      <a:close/>
                    </a:path>
                  </a:pathLst>
                </a:custGeom>
                <a:solidFill>
                  <a:srgbClr val="231F20"/>
                </a:solidFill>
                <a:ln w="2249" cap="flat">
                  <a:noFill/>
                  <a:prstDash val="solid"/>
                  <a:miter/>
                </a:ln>
              </p:spPr>
              <p:txBody>
                <a:bodyPr rtlCol="0" anchor="ctr"/>
                <a:lstStyle/>
                <a:p>
                  <a:endParaRPr lang="en-US"/>
                </a:p>
              </p:txBody>
            </p:sp>
            <p:sp>
              <p:nvSpPr>
                <p:cNvPr id="5306" name="Freeform 5305">
                  <a:extLst>
                    <a:ext uri="{FF2B5EF4-FFF2-40B4-BE49-F238E27FC236}">
                      <a16:creationId xmlns:a16="http://schemas.microsoft.com/office/drawing/2014/main" id="{E7E6ADA4-6B56-1285-D054-F63BCD958898}"/>
                    </a:ext>
                  </a:extLst>
                </p:cNvPr>
                <p:cNvSpPr/>
                <p:nvPr/>
              </p:nvSpPr>
              <p:spPr>
                <a:xfrm>
                  <a:off x="9442450" y="3121213"/>
                  <a:ext cx="22197" cy="28741"/>
                </a:xfrm>
                <a:custGeom>
                  <a:avLst/>
                  <a:gdLst>
                    <a:gd name="connsiteX0" fmla="*/ 3238 w 22197"/>
                    <a:gd name="connsiteY0" fmla="*/ 28719 h 28741"/>
                    <a:gd name="connsiteX1" fmla="*/ 0 w 22197"/>
                    <a:gd name="connsiteY1" fmla="*/ 28719 h 28741"/>
                    <a:gd name="connsiteX2" fmla="*/ 0 w 22197"/>
                    <a:gd name="connsiteY2" fmla="*/ 765 h 28741"/>
                    <a:gd name="connsiteX3" fmla="*/ 3238 w 22197"/>
                    <a:gd name="connsiteY3" fmla="*/ 765 h 28741"/>
                    <a:gd name="connsiteX4" fmla="*/ 3238 w 22197"/>
                    <a:gd name="connsiteY4" fmla="*/ 4655 h 28741"/>
                    <a:gd name="connsiteX5" fmla="*/ 7264 w 22197"/>
                    <a:gd name="connsiteY5" fmla="*/ 1304 h 28741"/>
                    <a:gd name="connsiteX6" fmla="*/ 12257 w 22197"/>
                    <a:gd name="connsiteY6" fmla="*/ 0 h 28741"/>
                    <a:gd name="connsiteX7" fmla="*/ 17070 w 22197"/>
                    <a:gd name="connsiteY7" fmla="*/ 900 h 28741"/>
                    <a:gd name="connsiteX8" fmla="*/ 20803 w 22197"/>
                    <a:gd name="connsiteY8" fmla="*/ 4003 h 28741"/>
                    <a:gd name="connsiteX9" fmla="*/ 22017 w 22197"/>
                    <a:gd name="connsiteY9" fmla="*/ 7107 h 28741"/>
                    <a:gd name="connsiteX10" fmla="*/ 22197 w 22197"/>
                    <a:gd name="connsiteY10" fmla="*/ 10435 h 28741"/>
                    <a:gd name="connsiteX11" fmla="*/ 22197 w 22197"/>
                    <a:gd name="connsiteY11" fmla="*/ 28742 h 28741"/>
                    <a:gd name="connsiteX12" fmla="*/ 18959 w 22197"/>
                    <a:gd name="connsiteY12" fmla="*/ 28742 h 28741"/>
                    <a:gd name="connsiteX13" fmla="*/ 18959 w 22197"/>
                    <a:gd name="connsiteY13" fmla="*/ 10503 h 28741"/>
                    <a:gd name="connsiteX14" fmla="*/ 17294 w 22197"/>
                    <a:gd name="connsiteY14" fmla="*/ 4835 h 28741"/>
                    <a:gd name="connsiteX15" fmla="*/ 11739 w 22197"/>
                    <a:gd name="connsiteY15" fmla="*/ 2946 h 28741"/>
                    <a:gd name="connsiteX16" fmla="*/ 8996 w 22197"/>
                    <a:gd name="connsiteY16" fmla="*/ 3396 h 28741"/>
                    <a:gd name="connsiteX17" fmla="*/ 6747 w 22197"/>
                    <a:gd name="connsiteY17" fmla="*/ 4610 h 28741"/>
                    <a:gd name="connsiteX18" fmla="*/ 5038 w 22197"/>
                    <a:gd name="connsiteY18" fmla="*/ 6342 h 28741"/>
                    <a:gd name="connsiteX19" fmla="*/ 3958 w 22197"/>
                    <a:gd name="connsiteY19" fmla="*/ 8389 h 28741"/>
                    <a:gd name="connsiteX20" fmla="*/ 3373 w 22197"/>
                    <a:gd name="connsiteY20" fmla="*/ 10975 h 28741"/>
                    <a:gd name="connsiteX21" fmla="*/ 3261 w 22197"/>
                    <a:gd name="connsiteY21" fmla="*/ 13674 h 28741"/>
                    <a:gd name="connsiteX22" fmla="*/ 3261 w 22197"/>
                    <a:gd name="connsiteY22" fmla="*/ 28742 h 28741"/>
                    <a:gd name="connsiteX23" fmla="*/ 3238 w 22197"/>
                    <a:gd name="connsiteY23" fmla="*/ 28742 h 28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2197" h="28741">
                      <a:moveTo>
                        <a:pt x="3238" y="28719"/>
                      </a:moveTo>
                      <a:lnTo>
                        <a:pt x="0" y="28719"/>
                      </a:lnTo>
                      <a:lnTo>
                        <a:pt x="0" y="765"/>
                      </a:lnTo>
                      <a:lnTo>
                        <a:pt x="3238" y="765"/>
                      </a:lnTo>
                      <a:lnTo>
                        <a:pt x="3238" y="4655"/>
                      </a:lnTo>
                      <a:cubicBezTo>
                        <a:pt x="4543" y="3283"/>
                        <a:pt x="5870" y="2181"/>
                        <a:pt x="7264" y="1304"/>
                      </a:cubicBezTo>
                      <a:cubicBezTo>
                        <a:pt x="8659" y="450"/>
                        <a:pt x="10323" y="0"/>
                        <a:pt x="12257" y="0"/>
                      </a:cubicBezTo>
                      <a:cubicBezTo>
                        <a:pt x="13988" y="0"/>
                        <a:pt x="15585" y="292"/>
                        <a:pt x="17070" y="900"/>
                      </a:cubicBezTo>
                      <a:cubicBezTo>
                        <a:pt x="18554" y="1507"/>
                        <a:pt x="19791" y="2519"/>
                        <a:pt x="20803" y="4003"/>
                      </a:cubicBezTo>
                      <a:cubicBezTo>
                        <a:pt x="21478" y="5015"/>
                        <a:pt x="21882" y="6050"/>
                        <a:pt x="22017" y="7107"/>
                      </a:cubicBezTo>
                      <a:cubicBezTo>
                        <a:pt x="22152" y="8164"/>
                        <a:pt x="22197" y="9266"/>
                        <a:pt x="22197" y="10435"/>
                      </a:cubicBezTo>
                      <a:lnTo>
                        <a:pt x="22197" y="28742"/>
                      </a:lnTo>
                      <a:lnTo>
                        <a:pt x="18959" y="28742"/>
                      </a:lnTo>
                      <a:lnTo>
                        <a:pt x="18959" y="10503"/>
                      </a:lnTo>
                      <a:cubicBezTo>
                        <a:pt x="18959" y="7984"/>
                        <a:pt x="18396" y="6095"/>
                        <a:pt x="17294" y="4835"/>
                      </a:cubicBezTo>
                      <a:cubicBezTo>
                        <a:pt x="16170" y="3576"/>
                        <a:pt x="14326" y="2946"/>
                        <a:pt x="11739" y="2946"/>
                      </a:cubicBezTo>
                      <a:cubicBezTo>
                        <a:pt x="10728" y="2946"/>
                        <a:pt x="9806" y="3104"/>
                        <a:pt x="8996" y="3396"/>
                      </a:cubicBezTo>
                      <a:cubicBezTo>
                        <a:pt x="8164" y="3711"/>
                        <a:pt x="7422" y="4116"/>
                        <a:pt x="6747" y="4610"/>
                      </a:cubicBezTo>
                      <a:cubicBezTo>
                        <a:pt x="6072" y="5105"/>
                        <a:pt x="5510" y="5690"/>
                        <a:pt x="5038" y="6342"/>
                      </a:cubicBezTo>
                      <a:cubicBezTo>
                        <a:pt x="4565" y="6994"/>
                        <a:pt x="4206" y="7669"/>
                        <a:pt x="3958" y="8389"/>
                      </a:cubicBezTo>
                      <a:cubicBezTo>
                        <a:pt x="3644" y="9288"/>
                        <a:pt x="3441" y="10143"/>
                        <a:pt x="3373" y="10975"/>
                      </a:cubicBezTo>
                      <a:cubicBezTo>
                        <a:pt x="3306" y="11807"/>
                        <a:pt x="3261" y="12707"/>
                        <a:pt x="3261" y="13674"/>
                      </a:cubicBezTo>
                      <a:lnTo>
                        <a:pt x="3261" y="28742"/>
                      </a:lnTo>
                      <a:lnTo>
                        <a:pt x="3238" y="28742"/>
                      </a:lnTo>
                      <a:close/>
                    </a:path>
                  </a:pathLst>
                </a:custGeom>
                <a:solidFill>
                  <a:srgbClr val="231F20"/>
                </a:solidFill>
                <a:ln w="2249" cap="flat">
                  <a:noFill/>
                  <a:prstDash val="solid"/>
                  <a:miter/>
                </a:ln>
              </p:spPr>
              <p:txBody>
                <a:bodyPr rtlCol="0" anchor="ctr"/>
                <a:lstStyle/>
                <a:p>
                  <a:endParaRPr lang="en-US"/>
                </a:p>
              </p:txBody>
            </p:sp>
            <p:sp>
              <p:nvSpPr>
                <p:cNvPr id="5307" name="Freeform 5306">
                  <a:extLst>
                    <a:ext uri="{FF2B5EF4-FFF2-40B4-BE49-F238E27FC236}">
                      <a16:creationId xmlns:a16="http://schemas.microsoft.com/office/drawing/2014/main" id="{5CC6B850-E4E7-B018-2282-E51F652E6BAC}"/>
                    </a:ext>
                  </a:extLst>
                </p:cNvPr>
                <p:cNvSpPr/>
                <p:nvPr/>
              </p:nvSpPr>
              <p:spPr>
                <a:xfrm>
                  <a:off x="9471102" y="3121213"/>
                  <a:ext cx="24896" cy="29461"/>
                </a:xfrm>
                <a:custGeom>
                  <a:avLst/>
                  <a:gdLst>
                    <a:gd name="connsiteX0" fmla="*/ 21163 w 24896"/>
                    <a:gd name="connsiteY0" fmla="*/ 9558 h 29461"/>
                    <a:gd name="connsiteX1" fmla="*/ 18194 w 24896"/>
                    <a:gd name="connsiteY1" fmla="*/ 4678 h 29461"/>
                    <a:gd name="connsiteX2" fmla="*/ 12841 w 24896"/>
                    <a:gd name="connsiteY2" fmla="*/ 2924 h 29461"/>
                    <a:gd name="connsiteX3" fmla="*/ 8569 w 24896"/>
                    <a:gd name="connsiteY3" fmla="*/ 3958 h 29461"/>
                    <a:gd name="connsiteX4" fmla="*/ 5645 w 24896"/>
                    <a:gd name="connsiteY4" fmla="*/ 6679 h 29461"/>
                    <a:gd name="connsiteX5" fmla="*/ 3981 w 24896"/>
                    <a:gd name="connsiteY5" fmla="*/ 10503 h 29461"/>
                    <a:gd name="connsiteX6" fmla="*/ 3441 w 24896"/>
                    <a:gd name="connsiteY6" fmla="*/ 14798 h 29461"/>
                    <a:gd name="connsiteX7" fmla="*/ 3958 w 24896"/>
                    <a:gd name="connsiteY7" fmla="*/ 19116 h 29461"/>
                    <a:gd name="connsiteX8" fmla="*/ 5600 w 24896"/>
                    <a:gd name="connsiteY8" fmla="*/ 22894 h 29461"/>
                    <a:gd name="connsiteX9" fmla="*/ 8524 w 24896"/>
                    <a:gd name="connsiteY9" fmla="*/ 25571 h 29461"/>
                    <a:gd name="connsiteX10" fmla="*/ 12841 w 24896"/>
                    <a:gd name="connsiteY10" fmla="*/ 26560 h 29461"/>
                    <a:gd name="connsiteX11" fmla="*/ 18644 w 24896"/>
                    <a:gd name="connsiteY11" fmla="*/ 24559 h 29461"/>
                    <a:gd name="connsiteX12" fmla="*/ 21433 w 24896"/>
                    <a:gd name="connsiteY12" fmla="*/ 19049 h 29461"/>
                    <a:gd name="connsiteX13" fmla="*/ 24896 w 24896"/>
                    <a:gd name="connsiteY13" fmla="*/ 19049 h 29461"/>
                    <a:gd name="connsiteX14" fmla="*/ 23524 w 24896"/>
                    <a:gd name="connsiteY14" fmla="*/ 23277 h 29461"/>
                    <a:gd name="connsiteX15" fmla="*/ 21096 w 24896"/>
                    <a:gd name="connsiteY15" fmla="*/ 26560 h 29461"/>
                    <a:gd name="connsiteX16" fmla="*/ 17564 w 24896"/>
                    <a:gd name="connsiteY16" fmla="*/ 28697 h 29461"/>
                    <a:gd name="connsiteX17" fmla="*/ 12864 w 24896"/>
                    <a:gd name="connsiteY17" fmla="*/ 29461 h 29461"/>
                    <a:gd name="connsiteX18" fmla="*/ 7085 w 24896"/>
                    <a:gd name="connsiteY18" fmla="*/ 28337 h 29461"/>
                    <a:gd name="connsiteX19" fmla="*/ 3081 w 24896"/>
                    <a:gd name="connsiteY19" fmla="*/ 25233 h 29461"/>
                    <a:gd name="connsiteX20" fmla="*/ 765 w 24896"/>
                    <a:gd name="connsiteY20" fmla="*/ 20555 h 29461"/>
                    <a:gd name="connsiteX21" fmla="*/ 0 w 24896"/>
                    <a:gd name="connsiteY21" fmla="*/ 14776 h 29461"/>
                    <a:gd name="connsiteX22" fmla="*/ 832 w 24896"/>
                    <a:gd name="connsiteY22" fmla="*/ 9198 h 29461"/>
                    <a:gd name="connsiteX23" fmla="*/ 3283 w 24896"/>
                    <a:gd name="connsiteY23" fmla="*/ 4475 h 29461"/>
                    <a:gd name="connsiteX24" fmla="*/ 7309 w 24896"/>
                    <a:gd name="connsiteY24" fmla="*/ 1214 h 29461"/>
                    <a:gd name="connsiteX25" fmla="*/ 12841 w 24896"/>
                    <a:gd name="connsiteY25" fmla="*/ 0 h 29461"/>
                    <a:gd name="connsiteX26" fmla="*/ 20690 w 24896"/>
                    <a:gd name="connsiteY26" fmla="*/ 2316 h 29461"/>
                    <a:gd name="connsiteX27" fmla="*/ 24446 w 24896"/>
                    <a:gd name="connsiteY27" fmla="*/ 9558 h 29461"/>
                    <a:gd name="connsiteX28" fmla="*/ 21163 w 24896"/>
                    <a:gd name="connsiteY28" fmla="*/ 9558 h 29461"/>
                    <a:gd name="connsiteX29" fmla="*/ 21163 w 24896"/>
                    <a:gd name="connsiteY29"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4896" h="29461">
                      <a:moveTo>
                        <a:pt x="21163" y="9558"/>
                      </a:moveTo>
                      <a:cubicBezTo>
                        <a:pt x="20578" y="7467"/>
                        <a:pt x="19588" y="5847"/>
                        <a:pt x="18194" y="4678"/>
                      </a:cubicBezTo>
                      <a:cubicBezTo>
                        <a:pt x="16800" y="3508"/>
                        <a:pt x="15001" y="2924"/>
                        <a:pt x="12841" y="2924"/>
                      </a:cubicBezTo>
                      <a:cubicBezTo>
                        <a:pt x="11177" y="2924"/>
                        <a:pt x="9761" y="3261"/>
                        <a:pt x="8569" y="3958"/>
                      </a:cubicBezTo>
                      <a:cubicBezTo>
                        <a:pt x="7377" y="4633"/>
                        <a:pt x="6410" y="5555"/>
                        <a:pt x="5645" y="6679"/>
                      </a:cubicBezTo>
                      <a:cubicBezTo>
                        <a:pt x="4881" y="7804"/>
                        <a:pt x="4341" y="9086"/>
                        <a:pt x="3981" y="10503"/>
                      </a:cubicBezTo>
                      <a:cubicBezTo>
                        <a:pt x="3621" y="11919"/>
                        <a:pt x="3441" y="13359"/>
                        <a:pt x="3441" y="14798"/>
                      </a:cubicBezTo>
                      <a:cubicBezTo>
                        <a:pt x="3441" y="16237"/>
                        <a:pt x="3621" y="17722"/>
                        <a:pt x="3958" y="19116"/>
                      </a:cubicBezTo>
                      <a:cubicBezTo>
                        <a:pt x="4296" y="20510"/>
                        <a:pt x="4858" y="21770"/>
                        <a:pt x="5600" y="22894"/>
                      </a:cubicBezTo>
                      <a:cubicBezTo>
                        <a:pt x="6342" y="24019"/>
                        <a:pt x="7332" y="24896"/>
                        <a:pt x="8524" y="25571"/>
                      </a:cubicBezTo>
                      <a:cubicBezTo>
                        <a:pt x="9716" y="26245"/>
                        <a:pt x="11155" y="26560"/>
                        <a:pt x="12841" y="26560"/>
                      </a:cubicBezTo>
                      <a:cubicBezTo>
                        <a:pt x="15248" y="26560"/>
                        <a:pt x="17182" y="25886"/>
                        <a:pt x="18644" y="24559"/>
                      </a:cubicBezTo>
                      <a:cubicBezTo>
                        <a:pt x="20106" y="23232"/>
                        <a:pt x="21028" y="21388"/>
                        <a:pt x="21433" y="19049"/>
                      </a:cubicBezTo>
                      <a:lnTo>
                        <a:pt x="24896" y="19049"/>
                      </a:lnTo>
                      <a:cubicBezTo>
                        <a:pt x="24603" y="20600"/>
                        <a:pt x="24154" y="22017"/>
                        <a:pt x="23524" y="23277"/>
                      </a:cubicBezTo>
                      <a:cubicBezTo>
                        <a:pt x="22895" y="24559"/>
                        <a:pt x="22085" y="25661"/>
                        <a:pt x="21096" y="26560"/>
                      </a:cubicBezTo>
                      <a:cubicBezTo>
                        <a:pt x="20106" y="27482"/>
                        <a:pt x="18937" y="28179"/>
                        <a:pt x="17564" y="28697"/>
                      </a:cubicBezTo>
                      <a:cubicBezTo>
                        <a:pt x="16192" y="29214"/>
                        <a:pt x="14641" y="29461"/>
                        <a:pt x="12864" y="29461"/>
                      </a:cubicBezTo>
                      <a:cubicBezTo>
                        <a:pt x="10638" y="29461"/>
                        <a:pt x="8704" y="29079"/>
                        <a:pt x="7085" y="28337"/>
                      </a:cubicBezTo>
                      <a:cubicBezTo>
                        <a:pt x="5465" y="27572"/>
                        <a:pt x="4138" y="26538"/>
                        <a:pt x="3081" y="25233"/>
                      </a:cubicBezTo>
                      <a:cubicBezTo>
                        <a:pt x="2024" y="23929"/>
                        <a:pt x="1260" y="22355"/>
                        <a:pt x="765" y="20555"/>
                      </a:cubicBezTo>
                      <a:cubicBezTo>
                        <a:pt x="270" y="18756"/>
                        <a:pt x="0" y="16822"/>
                        <a:pt x="0" y="14776"/>
                      </a:cubicBezTo>
                      <a:cubicBezTo>
                        <a:pt x="0" y="12842"/>
                        <a:pt x="270" y="10975"/>
                        <a:pt x="832" y="9198"/>
                      </a:cubicBezTo>
                      <a:cubicBezTo>
                        <a:pt x="1395" y="7422"/>
                        <a:pt x="2204" y="5847"/>
                        <a:pt x="3283" y="4475"/>
                      </a:cubicBezTo>
                      <a:cubicBezTo>
                        <a:pt x="4363" y="3104"/>
                        <a:pt x="5712" y="2024"/>
                        <a:pt x="7309" y="1214"/>
                      </a:cubicBezTo>
                      <a:cubicBezTo>
                        <a:pt x="8906" y="405"/>
                        <a:pt x="10750" y="0"/>
                        <a:pt x="12841" y="0"/>
                      </a:cubicBezTo>
                      <a:cubicBezTo>
                        <a:pt x="16080" y="0"/>
                        <a:pt x="18689" y="765"/>
                        <a:pt x="20690" y="2316"/>
                      </a:cubicBezTo>
                      <a:cubicBezTo>
                        <a:pt x="22692" y="3868"/>
                        <a:pt x="23929" y="6275"/>
                        <a:pt x="24446" y="9558"/>
                      </a:cubicBezTo>
                      <a:lnTo>
                        <a:pt x="21163" y="9558"/>
                      </a:lnTo>
                      <a:lnTo>
                        <a:pt x="21163" y="9558"/>
                      </a:lnTo>
                      <a:close/>
                    </a:path>
                  </a:pathLst>
                </a:custGeom>
                <a:solidFill>
                  <a:srgbClr val="231F20"/>
                </a:solidFill>
                <a:ln w="2249" cap="flat">
                  <a:noFill/>
                  <a:prstDash val="solid"/>
                  <a:miter/>
                </a:ln>
              </p:spPr>
              <p:txBody>
                <a:bodyPr rtlCol="0" anchor="ctr"/>
                <a:lstStyle/>
                <a:p>
                  <a:endParaRPr lang="en-US"/>
                </a:p>
              </p:txBody>
            </p:sp>
            <p:sp>
              <p:nvSpPr>
                <p:cNvPr id="5308" name="Freeform 5307">
                  <a:extLst>
                    <a:ext uri="{FF2B5EF4-FFF2-40B4-BE49-F238E27FC236}">
                      <a16:creationId xmlns:a16="http://schemas.microsoft.com/office/drawing/2014/main" id="{D4E74308-5041-8840-79BA-9D3C5684981B}"/>
                    </a:ext>
                  </a:extLst>
                </p:cNvPr>
                <p:cNvSpPr/>
                <p:nvPr/>
              </p:nvSpPr>
              <p:spPr>
                <a:xfrm>
                  <a:off x="9500631" y="3121213"/>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4 w 25908"/>
                    <a:gd name="connsiteY3" fmla="*/ 21185 h 29483"/>
                    <a:gd name="connsiteX4" fmla="*/ 0 w 25908"/>
                    <a:gd name="connsiteY4" fmla="*/ 14753 h 29483"/>
                    <a:gd name="connsiteX5" fmla="*/ 809 w 25908"/>
                    <a:gd name="connsiteY5" fmla="*/ 8996 h 29483"/>
                    <a:gd name="connsiteX6" fmla="*/ 3238 w 25908"/>
                    <a:gd name="connsiteY6" fmla="*/ 4318 h 29483"/>
                    <a:gd name="connsiteX7" fmla="*/ 7287 w 25908"/>
                    <a:gd name="connsiteY7" fmla="*/ 1169 h 29483"/>
                    <a:gd name="connsiteX8" fmla="*/ 12954 w 25908"/>
                    <a:gd name="connsiteY8" fmla="*/ 0 h 29483"/>
                    <a:gd name="connsiteX9" fmla="*/ 18666 w 25908"/>
                    <a:gd name="connsiteY9" fmla="*/ 1169 h 29483"/>
                    <a:gd name="connsiteX10" fmla="*/ 22714 w 25908"/>
                    <a:gd name="connsiteY10" fmla="*/ 4296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12954 w 25908"/>
                    <a:gd name="connsiteY17" fmla="*/ 29484 h 29483"/>
                    <a:gd name="connsiteX18" fmla="*/ 22422 w 25908"/>
                    <a:gd name="connsiteY18" fmla="*/ 14753 h 29483"/>
                    <a:gd name="connsiteX19" fmla="*/ 21882 w 25908"/>
                    <a:gd name="connsiteY19" fmla="*/ 10120 h 29483"/>
                    <a:gd name="connsiteX20" fmla="*/ 20218 w 25908"/>
                    <a:gd name="connsiteY20" fmla="*/ 6365 h 29483"/>
                    <a:gd name="connsiteX21" fmla="*/ 17294 w 25908"/>
                    <a:gd name="connsiteY21" fmla="*/ 3846 h 29483"/>
                    <a:gd name="connsiteX22" fmla="*/ 12932 w 25908"/>
                    <a:gd name="connsiteY22" fmla="*/ 2924 h 29483"/>
                    <a:gd name="connsiteX23" fmla="*/ 8591 w 25908"/>
                    <a:gd name="connsiteY23" fmla="*/ 3913 h 29483"/>
                    <a:gd name="connsiteX24" fmla="*/ 5645 w 25908"/>
                    <a:gd name="connsiteY24" fmla="*/ 6567 h 29483"/>
                    <a:gd name="connsiteX25" fmla="*/ 3981 w 25908"/>
                    <a:gd name="connsiteY25" fmla="*/ 10345 h 29483"/>
                    <a:gd name="connsiteX26" fmla="*/ 3441 w 25908"/>
                    <a:gd name="connsiteY26" fmla="*/ 14753 h 29483"/>
                    <a:gd name="connsiteX27" fmla="*/ 4070 w 25908"/>
                    <a:gd name="connsiteY27" fmla="*/ 19521 h 29483"/>
                    <a:gd name="connsiteX28" fmla="*/ 5869 w 25908"/>
                    <a:gd name="connsiteY28" fmla="*/ 23277 h 29483"/>
                    <a:gd name="connsiteX29" fmla="*/ 8838 w 25908"/>
                    <a:gd name="connsiteY29" fmla="*/ 25706 h 29483"/>
                    <a:gd name="connsiteX30" fmla="*/ 12932 w 25908"/>
                    <a:gd name="connsiteY30" fmla="*/ 26560 h 29483"/>
                    <a:gd name="connsiteX31" fmla="*/ 17272 w 25908"/>
                    <a:gd name="connsiteY31" fmla="*/ 25571 h 29483"/>
                    <a:gd name="connsiteX32" fmla="*/ 20218 w 25908"/>
                    <a:gd name="connsiteY32" fmla="*/ 22894 h 29483"/>
                    <a:gd name="connsiteX33" fmla="*/ 21882 w 25908"/>
                    <a:gd name="connsiteY33" fmla="*/ 19116 h 29483"/>
                    <a:gd name="connsiteX34" fmla="*/ 22422 w 25908"/>
                    <a:gd name="connsiteY34" fmla="*/ 14753 h 29483"/>
                    <a:gd name="connsiteX35" fmla="*/ 22422 w 25908"/>
                    <a:gd name="connsiteY35"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4" y="21185"/>
                      </a:cubicBezTo>
                      <a:cubicBezTo>
                        <a:pt x="360" y="19341"/>
                        <a:pt x="0" y="17205"/>
                        <a:pt x="0" y="14753"/>
                      </a:cubicBezTo>
                      <a:cubicBezTo>
                        <a:pt x="0" y="12707"/>
                        <a:pt x="270" y="10795"/>
                        <a:pt x="809" y="8996"/>
                      </a:cubicBezTo>
                      <a:cubicBezTo>
                        <a:pt x="1349" y="7219"/>
                        <a:pt x="2159" y="5667"/>
                        <a:pt x="3238" y="4318"/>
                      </a:cubicBezTo>
                      <a:cubicBezTo>
                        <a:pt x="4318" y="2991"/>
                        <a:pt x="5667" y="1934"/>
                        <a:pt x="7287" y="1169"/>
                      </a:cubicBezTo>
                      <a:cubicBezTo>
                        <a:pt x="8906" y="405"/>
                        <a:pt x="10795" y="0"/>
                        <a:pt x="12954" y="0"/>
                      </a:cubicBezTo>
                      <a:cubicBezTo>
                        <a:pt x="15113" y="0"/>
                        <a:pt x="17047" y="382"/>
                        <a:pt x="18666" y="1169"/>
                      </a:cubicBezTo>
                      <a:cubicBezTo>
                        <a:pt x="20286" y="1934"/>
                        <a:pt x="21635" y="2991"/>
                        <a:pt x="22714" y="4296"/>
                      </a:cubicBezTo>
                      <a:cubicBezTo>
                        <a:pt x="23794" y="5600"/>
                        <a:pt x="24603" y="7174"/>
                        <a:pt x="25121" y="8973"/>
                      </a:cubicBezTo>
                      <a:cubicBezTo>
                        <a:pt x="25638" y="10773"/>
                        <a:pt x="25908" y="12707"/>
                        <a:pt x="25908" y="14753"/>
                      </a:cubicBezTo>
                      <a:cubicBezTo>
                        <a:pt x="25908" y="16980"/>
                        <a:pt x="25593" y="19004"/>
                        <a:pt x="24986" y="20803"/>
                      </a:cubicBezTo>
                      <a:cubicBezTo>
                        <a:pt x="24378" y="22602"/>
                        <a:pt x="23502" y="24154"/>
                        <a:pt x="22377" y="25436"/>
                      </a:cubicBezTo>
                      <a:cubicBezTo>
                        <a:pt x="21253" y="26740"/>
                        <a:pt x="19880" y="27730"/>
                        <a:pt x="18284" y="28427"/>
                      </a:cubicBezTo>
                      <a:cubicBezTo>
                        <a:pt x="16687" y="29124"/>
                        <a:pt x="14910" y="29484"/>
                        <a:pt x="12977" y="29484"/>
                      </a:cubicBezTo>
                      <a:lnTo>
                        <a:pt x="12954" y="29484"/>
                      </a:lnTo>
                      <a:close/>
                      <a:moveTo>
                        <a:pt x="22422" y="14753"/>
                      </a:moveTo>
                      <a:cubicBezTo>
                        <a:pt x="22422" y="13089"/>
                        <a:pt x="22242" y="11560"/>
                        <a:pt x="21882" y="10120"/>
                      </a:cubicBezTo>
                      <a:cubicBezTo>
                        <a:pt x="21522" y="8681"/>
                        <a:pt x="20960" y="7422"/>
                        <a:pt x="20218" y="6365"/>
                      </a:cubicBezTo>
                      <a:cubicBezTo>
                        <a:pt x="19453" y="5308"/>
                        <a:pt x="18486" y="4475"/>
                        <a:pt x="17294" y="3846"/>
                      </a:cubicBezTo>
                      <a:cubicBezTo>
                        <a:pt x="16102" y="3239"/>
                        <a:pt x="14641" y="2924"/>
                        <a:pt x="12932" y="2924"/>
                      </a:cubicBezTo>
                      <a:cubicBezTo>
                        <a:pt x="11222" y="2924"/>
                        <a:pt x="9783" y="3261"/>
                        <a:pt x="8591" y="3913"/>
                      </a:cubicBezTo>
                      <a:cubicBezTo>
                        <a:pt x="7377" y="4588"/>
                        <a:pt x="6409" y="5465"/>
                        <a:pt x="5645" y="6567"/>
                      </a:cubicBezTo>
                      <a:cubicBezTo>
                        <a:pt x="4880" y="7669"/>
                        <a:pt x="4340" y="8928"/>
                        <a:pt x="3981" y="10345"/>
                      </a:cubicBezTo>
                      <a:cubicBezTo>
                        <a:pt x="3621" y="11762"/>
                        <a:pt x="3441" y="13224"/>
                        <a:pt x="3441" y="14753"/>
                      </a:cubicBezTo>
                      <a:cubicBezTo>
                        <a:pt x="3441" y="16485"/>
                        <a:pt x="3643" y="18082"/>
                        <a:pt x="4070" y="19521"/>
                      </a:cubicBezTo>
                      <a:cubicBezTo>
                        <a:pt x="4475" y="20983"/>
                        <a:pt x="5083" y="22220"/>
                        <a:pt x="5869" y="23277"/>
                      </a:cubicBezTo>
                      <a:cubicBezTo>
                        <a:pt x="6657" y="24311"/>
                        <a:pt x="7646" y="25121"/>
                        <a:pt x="8838" y="25706"/>
                      </a:cubicBezTo>
                      <a:cubicBezTo>
                        <a:pt x="10030" y="26290"/>
                        <a:pt x="11402" y="26560"/>
                        <a:pt x="12932" y="26560"/>
                      </a:cubicBezTo>
                      <a:cubicBezTo>
                        <a:pt x="14618" y="26560"/>
                        <a:pt x="16080" y="26223"/>
                        <a:pt x="17272" y="25571"/>
                      </a:cubicBezTo>
                      <a:cubicBezTo>
                        <a:pt x="18464" y="24918"/>
                        <a:pt x="19453" y="24019"/>
                        <a:pt x="20218" y="22894"/>
                      </a:cubicBezTo>
                      <a:cubicBezTo>
                        <a:pt x="20982" y="21770"/>
                        <a:pt x="21522" y="20510"/>
                        <a:pt x="21882" y="19116"/>
                      </a:cubicBezTo>
                      <a:cubicBezTo>
                        <a:pt x="22242" y="17722"/>
                        <a:pt x="22422" y="16260"/>
                        <a:pt x="22422" y="14753"/>
                      </a:cubicBezTo>
                      <a:lnTo>
                        <a:pt x="22422" y="14753"/>
                      </a:lnTo>
                      <a:close/>
                    </a:path>
                  </a:pathLst>
                </a:custGeom>
                <a:solidFill>
                  <a:srgbClr val="231F20"/>
                </a:solidFill>
                <a:ln w="2249" cap="flat">
                  <a:noFill/>
                  <a:prstDash val="solid"/>
                  <a:miter/>
                </a:ln>
              </p:spPr>
              <p:txBody>
                <a:bodyPr rtlCol="0" anchor="ctr"/>
                <a:lstStyle/>
                <a:p>
                  <a:endParaRPr lang="en-US"/>
                </a:p>
              </p:txBody>
            </p:sp>
            <p:sp>
              <p:nvSpPr>
                <p:cNvPr id="5309" name="Freeform 5308">
                  <a:extLst>
                    <a:ext uri="{FF2B5EF4-FFF2-40B4-BE49-F238E27FC236}">
                      <a16:creationId xmlns:a16="http://schemas.microsoft.com/office/drawing/2014/main" id="{66F0985A-0459-942A-BF8E-DCF438822FE0}"/>
                    </a:ext>
                  </a:extLst>
                </p:cNvPr>
                <p:cNvSpPr/>
                <p:nvPr/>
              </p:nvSpPr>
              <p:spPr>
                <a:xfrm>
                  <a:off x="9532611" y="3121213"/>
                  <a:ext cx="12481" cy="28719"/>
                </a:xfrm>
                <a:custGeom>
                  <a:avLst/>
                  <a:gdLst>
                    <a:gd name="connsiteX0" fmla="*/ 3238 w 12481"/>
                    <a:gd name="connsiteY0" fmla="*/ 28719 h 28719"/>
                    <a:gd name="connsiteX1" fmla="*/ 0 w 12481"/>
                    <a:gd name="connsiteY1" fmla="*/ 28719 h 28719"/>
                    <a:gd name="connsiteX2" fmla="*/ 0 w 12481"/>
                    <a:gd name="connsiteY2" fmla="*/ 765 h 28719"/>
                    <a:gd name="connsiteX3" fmla="*/ 3238 w 12481"/>
                    <a:gd name="connsiteY3" fmla="*/ 765 h 28719"/>
                    <a:gd name="connsiteX4" fmla="*/ 3238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8 h 28719"/>
                    <a:gd name="connsiteX9" fmla="*/ 7939 w 12481"/>
                    <a:gd name="connsiteY9" fmla="*/ 4363 h 28719"/>
                    <a:gd name="connsiteX10" fmla="*/ 5105 w 12481"/>
                    <a:gd name="connsiteY10" fmla="*/ 6837 h 28719"/>
                    <a:gd name="connsiteX11" fmla="*/ 3643 w 12481"/>
                    <a:gd name="connsiteY11" fmla="*/ 10525 h 28719"/>
                    <a:gd name="connsiteX12" fmla="*/ 3238 w 12481"/>
                    <a:gd name="connsiteY12" fmla="*/ 14978 h 28719"/>
                    <a:gd name="connsiteX13" fmla="*/ 3238 w 12481"/>
                    <a:gd name="connsiteY13" fmla="*/ 28697 h 28719"/>
                    <a:gd name="connsiteX14" fmla="*/ 3238 w 12481"/>
                    <a:gd name="connsiteY14"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481" h="28719">
                      <a:moveTo>
                        <a:pt x="3238" y="28719"/>
                      </a:moveTo>
                      <a:lnTo>
                        <a:pt x="0" y="28719"/>
                      </a:lnTo>
                      <a:lnTo>
                        <a:pt x="0" y="765"/>
                      </a:lnTo>
                      <a:lnTo>
                        <a:pt x="3238" y="765"/>
                      </a:lnTo>
                      <a:lnTo>
                        <a:pt x="3238" y="6005"/>
                      </a:lnTo>
                      <a:lnTo>
                        <a:pt x="3351" y="6005"/>
                      </a:lnTo>
                      <a:cubicBezTo>
                        <a:pt x="4250" y="3778"/>
                        <a:pt x="5420" y="2226"/>
                        <a:pt x="6837" y="1327"/>
                      </a:cubicBezTo>
                      <a:cubicBezTo>
                        <a:pt x="8254" y="450"/>
                        <a:pt x="10143" y="0"/>
                        <a:pt x="12482" y="0"/>
                      </a:cubicBezTo>
                      <a:lnTo>
                        <a:pt x="12482" y="3508"/>
                      </a:lnTo>
                      <a:cubicBezTo>
                        <a:pt x="10638" y="3463"/>
                        <a:pt x="9131" y="3756"/>
                        <a:pt x="7939" y="4363"/>
                      </a:cubicBezTo>
                      <a:cubicBezTo>
                        <a:pt x="6747" y="4970"/>
                        <a:pt x="5802" y="5802"/>
                        <a:pt x="5105" y="6837"/>
                      </a:cubicBezTo>
                      <a:cubicBezTo>
                        <a:pt x="4408" y="7871"/>
                        <a:pt x="3913" y="9108"/>
                        <a:pt x="3643" y="10525"/>
                      </a:cubicBezTo>
                      <a:cubicBezTo>
                        <a:pt x="3373" y="11942"/>
                        <a:pt x="3238" y="13426"/>
                        <a:pt x="3238" y="14978"/>
                      </a:cubicBezTo>
                      <a:lnTo>
                        <a:pt x="3238" y="28697"/>
                      </a:lnTo>
                      <a:lnTo>
                        <a:pt x="3238" y="28697"/>
                      </a:lnTo>
                      <a:close/>
                    </a:path>
                  </a:pathLst>
                </a:custGeom>
                <a:solidFill>
                  <a:srgbClr val="231F20"/>
                </a:solidFill>
                <a:ln w="2249" cap="flat">
                  <a:noFill/>
                  <a:prstDash val="solid"/>
                  <a:miter/>
                </a:ln>
              </p:spPr>
              <p:txBody>
                <a:bodyPr rtlCol="0" anchor="ctr"/>
                <a:lstStyle/>
                <a:p>
                  <a:endParaRPr lang="en-US"/>
                </a:p>
              </p:txBody>
            </p:sp>
            <p:sp>
              <p:nvSpPr>
                <p:cNvPr id="5310" name="Freeform 5309">
                  <a:extLst>
                    <a:ext uri="{FF2B5EF4-FFF2-40B4-BE49-F238E27FC236}">
                      <a16:creationId xmlns:a16="http://schemas.microsoft.com/office/drawing/2014/main" id="{4F8773DA-80AE-800F-E2CD-4A85913C4C0C}"/>
                    </a:ext>
                  </a:extLst>
                </p:cNvPr>
                <p:cNvSpPr/>
                <p:nvPr/>
              </p:nvSpPr>
              <p:spPr>
                <a:xfrm>
                  <a:off x="9550580" y="3121213"/>
                  <a:ext cx="12481" cy="28719"/>
                </a:xfrm>
                <a:custGeom>
                  <a:avLst/>
                  <a:gdLst>
                    <a:gd name="connsiteX0" fmla="*/ 3238 w 12481"/>
                    <a:gd name="connsiteY0" fmla="*/ 28719 h 28719"/>
                    <a:gd name="connsiteX1" fmla="*/ 0 w 12481"/>
                    <a:gd name="connsiteY1" fmla="*/ 28719 h 28719"/>
                    <a:gd name="connsiteX2" fmla="*/ 0 w 12481"/>
                    <a:gd name="connsiteY2" fmla="*/ 765 h 28719"/>
                    <a:gd name="connsiteX3" fmla="*/ 3238 w 12481"/>
                    <a:gd name="connsiteY3" fmla="*/ 765 h 28719"/>
                    <a:gd name="connsiteX4" fmla="*/ 3238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8 h 28719"/>
                    <a:gd name="connsiteX9" fmla="*/ 7939 w 12481"/>
                    <a:gd name="connsiteY9" fmla="*/ 4363 h 28719"/>
                    <a:gd name="connsiteX10" fmla="*/ 5105 w 12481"/>
                    <a:gd name="connsiteY10" fmla="*/ 6837 h 28719"/>
                    <a:gd name="connsiteX11" fmla="*/ 3643 w 12481"/>
                    <a:gd name="connsiteY11" fmla="*/ 10525 h 28719"/>
                    <a:gd name="connsiteX12" fmla="*/ 3238 w 12481"/>
                    <a:gd name="connsiteY12" fmla="*/ 14978 h 28719"/>
                    <a:gd name="connsiteX13" fmla="*/ 3238 w 12481"/>
                    <a:gd name="connsiteY13" fmla="*/ 28697 h 28719"/>
                    <a:gd name="connsiteX14" fmla="*/ 3238 w 12481"/>
                    <a:gd name="connsiteY14"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481" h="28719">
                      <a:moveTo>
                        <a:pt x="3238" y="28719"/>
                      </a:moveTo>
                      <a:lnTo>
                        <a:pt x="0" y="28719"/>
                      </a:lnTo>
                      <a:lnTo>
                        <a:pt x="0" y="765"/>
                      </a:lnTo>
                      <a:lnTo>
                        <a:pt x="3238" y="765"/>
                      </a:lnTo>
                      <a:lnTo>
                        <a:pt x="3238" y="6005"/>
                      </a:lnTo>
                      <a:lnTo>
                        <a:pt x="3351" y="6005"/>
                      </a:lnTo>
                      <a:cubicBezTo>
                        <a:pt x="4250" y="3778"/>
                        <a:pt x="5420" y="2226"/>
                        <a:pt x="6837" y="1327"/>
                      </a:cubicBezTo>
                      <a:cubicBezTo>
                        <a:pt x="8254" y="450"/>
                        <a:pt x="10143" y="0"/>
                        <a:pt x="12482" y="0"/>
                      </a:cubicBezTo>
                      <a:lnTo>
                        <a:pt x="12482" y="3508"/>
                      </a:lnTo>
                      <a:cubicBezTo>
                        <a:pt x="10638" y="3463"/>
                        <a:pt x="9131" y="3756"/>
                        <a:pt x="7939" y="4363"/>
                      </a:cubicBezTo>
                      <a:cubicBezTo>
                        <a:pt x="6747" y="4970"/>
                        <a:pt x="5802" y="5802"/>
                        <a:pt x="5105" y="6837"/>
                      </a:cubicBezTo>
                      <a:cubicBezTo>
                        <a:pt x="4408" y="7871"/>
                        <a:pt x="3913" y="9108"/>
                        <a:pt x="3643" y="10525"/>
                      </a:cubicBezTo>
                      <a:cubicBezTo>
                        <a:pt x="3373" y="11942"/>
                        <a:pt x="3238" y="13426"/>
                        <a:pt x="3238" y="14978"/>
                      </a:cubicBezTo>
                      <a:lnTo>
                        <a:pt x="3238" y="28697"/>
                      </a:lnTo>
                      <a:lnTo>
                        <a:pt x="3238" y="28697"/>
                      </a:lnTo>
                      <a:close/>
                    </a:path>
                  </a:pathLst>
                </a:custGeom>
                <a:solidFill>
                  <a:srgbClr val="231F20"/>
                </a:solidFill>
                <a:ln w="2249" cap="flat">
                  <a:noFill/>
                  <a:prstDash val="solid"/>
                  <a:miter/>
                </a:ln>
              </p:spPr>
              <p:txBody>
                <a:bodyPr rtlCol="0" anchor="ctr"/>
                <a:lstStyle/>
                <a:p>
                  <a:endParaRPr lang="en-US"/>
                </a:p>
              </p:txBody>
            </p:sp>
            <p:sp>
              <p:nvSpPr>
                <p:cNvPr id="5311" name="Freeform 5310">
                  <a:extLst>
                    <a:ext uri="{FF2B5EF4-FFF2-40B4-BE49-F238E27FC236}">
                      <a16:creationId xmlns:a16="http://schemas.microsoft.com/office/drawing/2014/main" id="{E654CE67-F3DF-DA88-1105-E0B296136B00}"/>
                    </a:ext>
                  </a:extLst>
                </p:cNvPr>
                <p:cNvSpPr/>
                <p:nvPr/>
              </p:nvSpPr>
              <p:spPr>
                <a:xfrm>
                  <a:off x="9566885" y="3121235"/>
                  <a:ext cx="25167" cy="29483"/>
                </a:xfrm>
                <a:custGeom>
                  <a:avLst/>
                  <a:gdLst>
                    <a:gd name="connsiteX0" fmla="*/ 3509 w 25167"/>
                    <a:gd name="connsiteY0" fmla="*/ 15473 h 29483"/>
                    <a:gd name="connsiteX1" fmla="*/ 4093 w 25167"/>
                    <a:gd name="connsiteY1" fmla="*/ 19768 h 29483"/>
                    <a:gd name="connsiteX2" fmla="*/ 5847 w 25167"/>
                    <a:gd name="connsiteY2" fmla="*/ 23277 h 29483"/>
                    <a:gd name="connsiteX3" fmla="*/ 8793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3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899 w 25167"/>
                    <a:gd name="connsiteY16" fmla="*/ 9086 h 29483"/>
                    <a:gd name="connsiteX17" fmla="*/ 3441 w 25167"/>
                    <a:gd name="connsiteY17" fmla="*/ 4363 h 29483"/>
                    <a:gd name="connsiteX18" fmla="*/ 7467 w 25167"/>
                    <a:gd name="connsiteY18" fmla="*/ 1169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3509 w 25167"/>
                    <a:gd name="connsiteY23" fmla="*/ 15473 h 29483"/>
                    <a:gd name="connsiteX24" fmla="*/ 21747 w 25167"/>
                    <a:gd name="connsiteY24" fmla="*/ 12774 h 29483"/>
                    <a:gd name="connsiteX25" fmla="*/ 21185 w 25167"/>
                    <a:gd name="connsiteY25" fmla="*/ 8906 h 29483"/>
                    <a:gd name="connsiteX26" fmla="*/ 19521 w 25167"/>
                    <a:gd name="connsiteY26" fmla="*/ 5780 h 29483"/>
                    <a:gd name="connsiteX27" fmla="*/ 16732 w 25167"/>
                    <a:gd name="connsiteY27" fmla="*/ 3666 h 29483"/>
                    <a:gd name="connsiteX28" fmla="*/ 12909 w 25167"/>
                    <a:gd name="connsiteY28" fmla="*/ 2879 h 29483"/>
                    <a:gd name="connsiteX29" fmla="*/ 9108 w 25167"/>
                    <a:gd name="connsiteY29" fmla="*/ 3688 h 29483"/>
                    <a:gd name="connsiteX30" fmla="*/ 6297 w 25167"/>
                    <a:gd name="connsiteY30" fmla="*/ 5847 h 29483"/>
                    <a:gd name="connsiteX31" fmla="*/ 4430 w 25167"/>
                    <a:gd name="connsiteY31" fmla="*/ 8973 h 29483"/>
                    <a:gd name="connsiteX32" fmla="*/ 3509 w 25167"/>
                    <a:gd name="connsiteY32" fmla="*/ 12752 h 29483"/>
                    <a:gd name="connsiteX33" fmla="*/ 21747 w 25167"/>
                    <a:gd name="connsiteY33" fmla="*/ 12752 h 29483"/>
                    <a:gd name="connsiteX34" fmla="*/ 21747 w 25167"/>
                    <a:gd name="connsiteY34"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5167" h="29483">
                      <a:moveTo>
                        <a:pt x="3509" y="15473"/>
                      </a:moveTo>
                      <a:cubicBezTo>
                        <a:pt x="3509" y="16980"/>
                        <a:pt x="3711" y="18419"/>
                        <a:pt x="4093" y="19768"/>
                      </a:cubicBezTo>
                      <a:cubicBezTo>
                        <a:pt x="4498" y="21118"/>
                        <a:pt x="5083" y="22287"/>
                        <a:pt x="5847" y="23277"/>
                      </a:cubicBezTo>
                      <a:cubicBezTo>
                        <a:pt x="6612" y="24266"/>
                        <a:pt x="7601" y="25053"/>
                        <a:pt x="8793" y="25661"/>
                      </a:cubicBezTo>
                      <a:cubicBezTo>
                        <a:pt x="9985" y="26245"/>
                        <a:pt x="11357" y="26560"/>
                        <a:pt x="12886" y="26560"/>
                      </a:cubicBezTo>
                      <a:cubicBezTo>
                        <a:pt x="15000" y="26560"/>
                        <a:pt x="16822" y="25998"/>
                        <a:pt x="18329" y="24896"/>
                      </a:cubicBezTo>
                      <a:cubicBezTo>
                        <a:pt x="19836" y="23771"/>
                        <a:pt x="20848" y="22197"/>
                        <a:pt x="21343" y="20151"/>
                      </a:cubicBezTo>
                      <a:lnTo>
                        <a:pt x="24963" y="20151"/>
                      </a:lnTo>
                      <a:cubicBezTo>
                        <a:pt x="24558" y="21478"/>
                        <a:pt x="24041"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1"/>
                        <a:pt x="7084" y="28359"/>
                      </a:cubicBezTo>
                      <a:cubicBezTo>
                        <a:pt x="5465" y="27595"/>
                        <a:pt x="4138" y="26560"/>
                        <a:pt x="3081" y="25256"/>
                      </a:cubicBezTo>
                      <a:cubicBezTo>
                        <a:pt x="2046" y="23951"/>
                        <a:pt x="1260" y="22400"/>
                        <a:pt x="765" y="20623"/>
                      </a:cubicBezTo>
                      <a:cubicBezTo>
                        <a:pt x="270" y="18846"/>
                        <a:pt x="0" y="16935"/>
                        <a:pt x="0" y="14866"/>
                      </a:cubicBezTo>
                      <a:cubicBezTo>
                        <a:pt x="0" y="12797"/>
                        <a:pt x="292" y="10885"/>
                        <a:pt x="899" y="9086"/>
                      </a:cubicBezTo>
                      <a:cubicBezTo>
                        <a:pt x="1484" y="7287"/>
                        <a:pt x="2339" y="5712"/>
                        <a:pt x="3441" y="4363"/>
                      </a:cubicBezTo>
                      <a:cubicBezTo>
                        <a:pt x="4543" y="3014"/>
                        <a:pt x="5869" y="1957"/>
                        <a:pt x="7467" y="1169"/>
                      </a:cubicBezTo>
                      <a:cubicBezTo>
                        <a:pt x="9041" y="405"/>
                        <a:pt x="10840" y="0"/>
                        <a:pt x="12864" y="0"/>
                      </a:cubicBezTo>
                      <a:cubicBezTo>
                        <a:pt x="16710" y="0"/>
                        <a:pt x="19746" y="1327"/>
                        <a:pt x="21927" y="3958"/>
                      </a:cubicBezTo>
                      <a:cubicBezTo>
                        <a:pt x="24131" y="6612"/>
                        <a:pt x="25211" y="10435"/>
                        <a:pt x="25166" y="15473"/>
                      </a:cubicBezTo>
                      <a:lnTo>
                        <a:pt x="3463" y="15473"/>
                      </a:lnTo>
                      <a:lnTo>
                        <a:pt x="3509" y="15473"/>
                      </a:lnTo>
                      <a:close/>
                      <a:moveTo>
                        <a:pt x="21747" y="12774"/>
                      </a:moveTo>
                      <a:cubicBezTo>
                        <a:pt x="21747" y="11402"/>
                        <a:pt x="21568" y="10120"/>
                        <a:pt x="21185" y="8906"/>
                      </a:cubicBezTo>
                      <a:cubicBezTo>
                        <a:pt x="20803" y="7691"/>
                        <a:pt x="20241" y="6657"/>
                        <a:pt x="19521" y="5780"/>
                      </a:cubicBezTo>
                      <a:cubicBezTo>
                        <a:pt x="18778" y="4903"/>
                        <a:pt x="17857" y="4206"/>
                        <a:pt x="16732" y="3666"/>
                      </a:cubicBezTo>
                      <a:cubicBezTo>
                        <a:pt x="15608" y="3126"/>
                        <a:pt x="14348" y="2879"/>
                        <a:pt x="12909" y="2879"/>
                      </a:cubicBezTo>
                      <a:cubicBezTo>
                        <a:pt x="11469" y="2879"/>
                        <a:pt x="10210" y="3149"/>
                        <a:pt x="9108" y="3688"/>
                      </a:cubicBezTo>
                      <a:cubicBezTo>
                        <a:pt x="8006" y="4228"/>
                        <a:pt x="7084" y="4948"/>
                        <a:pt x="6297" y="5847"/>
                      </a:cubicBezTo>
                      <a:cubicBezTo>
                        <a:pt x="5532" y="6747"/>
                        <a:pt x="4903" y="7781"/>
                        <a:pt x="4430" y="8973"/>
                      </a:cubicBezTo>
                      <a:cubicBezTo>
                        <a:pt x="3958" y="10165"/>
                        <a:pt x="3666" y="11425"/>
                        <a:pt x="3509" y="12752"/>
                      </a:cubicBezTo>
                      <a:lnTo>
                        <a:pt x="21747" y="12752"/>
                      </a:lnTo>
                      <a:lnTo>
                        <a:pt x="21747" y="12752"/>
                      </a:lnTo>
                      <a:close/>
                    </a:path>
                  </a:pathLst>
                </a:custGeom>
                <a:solidFill>
                  <a:srgbClr val="231F20"/>
                </a:solidFill>
                <a:ln w="2249" cap="flat">
                  <a:noFill/>
                  <a:prstDash val="solid"/>
                  <a:miter/>
                </a:ln>
              </p:spPr>
              <p:txBody>
                <a:bodyPr rtlCol="0" anchor="ctr"/>
                <a:lstStyle/>
                <a:p>
                  <a:endParaRPr lang="en-US"/>
                </a:p>
              </p:txBody>
            </p:sp>
            <p:sp>
              <p:nvSpPr>
                <p:cNvPr id="5312" name="Freeform 5311">
                  <a:extLst>
                    <a:ext uri="{FF2B5EF4-FFF2-40B4-BE49-F238E27FC236}">
                      <a16:creationId xmlns:a16="http://schemas.microsoft.com/office/drawing/2014/main" id="{6E06D6E0-0627-998A-BB69-AAD38612D342}"/>
                    </a:ext>
                  </a:extLst>
                </p:cNvPr>
                <p:cNvSpPr/>
                <p:nvPr/>
              </p:nvSpPr>
              <p:spPr>
                <a:xfrm>
                  <a:off x="9597066" y="3121213"/>
                  <a:ext cx="24896" cy="29461"/>
                </a:xfrm>
                <a:custGeom>
                  <a:avLst/>
                  <a:gdLst>
                    <a:gd name="connsiteX0" fmla="*/ 21163 w 24896"/>
                    <a:gd name="connsiteY0" fmla="*/ 9558 h 29461"/>
                    <a:gd name="connsiteX1" fmla="*/ 18194 w 24896"/>
                    <a:gd name="connsiteY1" fmla="*/ 4678 h 29461"/>
                    <a:gd name="connsiteX2" fmla="*/ 12841 w 24896"/>
                    <a:gd name="connsiteY2" fmla="*/ 2924 h 29461"/>
                    <a:gd name="connsiteX3" fmla="*/ 8569 w 24896"/>
                    <a:gd name="connsiteY3" fmla="*/ 3958 h 29461"/>
                    <a:gd name="connsiteX4" fmla="*/ 5645 w 24896"/>
                    <a:gd name="connsiteY4" fmla="*/ 6679 h 29461"/>
                    <a:gd name="connsiteX5" fmla="*/ 3981 w 24896"/>
                    <a:gd name="connsiteY5" fmla="*/ 10503 h 29461"/>
                    <a:gd name="connsiteX6" fmla="*/ 3441 w 24896"/>
                    <a:gd name="connsiteY6" fmla="*/ 14798 h 29461"/>
                    <a:gd name="connsiteX7" fmla="*/ 3958 w 24896"/>
                    <a:gd name="connsiteY7" fmla="*/ 19116 h 29461"/>
                    <a:gd name="connsiteX8" fmla="*/ 5600 w 24896"/>
                    <a:gd name="connsiteY8" fmla="*/ 22894 h 29461"/>
                    <a:gd name="connsiteX9" fmla="*/ 8524 w 24896"/>
                    <a:gd name="connsiteY9" fmla="*/ 25571 h 29461"/>
                    <a:gd name="connsiteX10" fmla="*/ 12841 w 24896"/>
                    <a:gd name="connsiteY10" fmla="*/ 26560 h 29461"/>
                    <a:gd name="connsiteX11" fmla="*/ 18644 w 24896"/>
                    <a:gd name="connsiteY11" fmla="*/ 24559 h 29461"/>
                    <a:gd name="connsiteX12" fmla="*/ 21433 w 24896"/>
                    <a:gd name="connsiteY12" fmla="*/ 19049 h 29461"/>
                    <a:gd name="connsiteX13" fmla="*/ 24896 w 24896"/>
                    <a:gd name="connsiteY13" fmla="*/ 19049 h 29461"/>
                    <a:gd name="connsiteX14" fmla="*/ 23524 w 24896"/>
                    <a:gd name="connsiteY14" fmla="*/ 23277 h 29461"/>
                    <a:gd name="connsiteX15" fmla="*/ 21096 w 24896"/>
                    <a:gd name="connsiteY15" fmla="*/ 26560 h 29461"/>
                    <a:gd name="connsiteX16" fmla="*/ 17564 w 24896"/>
                    <a:gd name="connsiteY16" fmla="*/ 28697 h 29461"/>
                    <a:gd name="connsiteX17" fmla="*/ 12864 w 24896"/>
                    <a:gd name="connsiteY17" fmla="*/ 29461 h 29461"/>
                    <a:gd name="connsiteX18" fmla="*/ 7085 w 24896"/>
                    <a:gd name="connsiteY18" fmla="*/ 28337 h 29461"/>
                    <a:gd name="connsiteX19" fmla="*/ 3081 w 24896"/>
                    <a:gd name="connsiteY19" fmla="*/ 25233 h 29461"/>
                    <a:gd name="connsiteX20" fmla="*/ 765 w 24896"/>
                    <a:gd name="connsiteY20" fmla="*/ 20555 h 29461"/>
                    <a:gd name="connsiteX21" fmla="*/ 0 w 24896"/>
                    <a:gd name="connsiteY21" fmla="*/ 14776 h 29461"/>
                    <a:gd name="connsiteX22" fmla="*/ 832 w 24896"/>
                    <a:gd name="connsiteY22" fmla="*/ 9198 h 29461"/>
                    <a:gd name="connsiteX23" fmla="*/ 3283 w 24896"/>
                    <a:gd name="connsiteY23" fmla="*/ 4475 h 29461"/>
                    <a:gd name="connsiteX24" fmla="*/ 7309 w 24896"/>
                    <a:gd name="connsiteY24" fmla="*/ 1214 h 29461"/>
                    <a:gd name="connsiteX25" fmla="*/ 12841 w 24896"/>
                    <a:gd name="connsiteY25" fmla="*/ 0 h 29461"/>
                    <a:gd name="connsiteX26" fmla="*/ 20690 w 24896"/>
                    <a:gd name="connsiteY26" fmla="*/ 2316 h 29461"/>
                    <a:gd name="connsiteX27" fmla="*/ 24446 w 24896"/>
                    <a:gd name="connsiteY27" fmla="*/ 9558 h 29461"/>
                    <a:gd name="connsiteX28" fmla="*/ 21163 w 24896"/>
                    <a:gd name="connsiteY28" fmla="*/ 9558 h 29461"/>
                    <a:gd name="connsiteX29" fmla="*/ 21163 w 24896"/>
                    <a:gd name="connsiteY29"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4896" h="29461">
                      <a:moveTo>
                        <a:pt x="21163" y="9558"/>
                      </a:moveTo>
                      <a:cubicBezTo>
                        <a:pt x="20578" y="7467"/>
                        <a:pt x="19588" y="5847"/>
                        <a:pt x="18194" y="4678"/>
                      </a:cubicBezTo>
                      <a:cubicBezTo>
                        <a:pt x="16800" y="3508"/>
                        <a:pt x="15001" y="2924"/>
                        <a:pt x="12841" y="2924"/>
                      </a:cubicBezTo>
                      <a:cubicBezTo>
                        <a:pt x="11177" y="2924"/>
                        <a:pt x="9761" y="3261"/>
                        <a:pt x="8569" y="3958"/>
                      </a:cubicBezTo>
                      <a:cubicBezTo>
                        <a:pt x="7377" y="4633"/>
                        <a:pt x="6410" y="5555"/>
                        <a:pt x="5645" y="6679"/>
                      </a:cubicBezTo>
                      <a:cubicBezTo>
                        <a:pt x="4881" y="7804"/>
                        <a:pt x="4340" y="9086"/>
                        <a:pt x="3981" y="10503"/>
                      </a:cubicBezTo>
                      <a:cubicBezTo>
                        <a:pt x="3621" y="11919"/>
                        <a:pt x="3441" y="13359"/>
                        <a:pt x="3441" y="14798"/>
                      </a:cubicBezTo>
                      <a:cubicBezTo>
                        <a:pt x="3441" y="16237"/>
                        <a:pt x="3621" y="17722"/>
                        <a:pt x="3958" y="19116"/>
                      </a:cubicBezTo>
                      <a:cubicBezTo>
                        <a:pt x="4296" y="20510"/>
                        <a:pt x="4858" y="21770"/>
                        <a:pt x="5600" y="22894"/>
                      </a:cubicBezTo>
                      <a:cubicBezTo>
                        <a:pt x="6342" y="24019"/>
                        <a:pt x="7332" y="24896"/>
                        <a:pt x="8524" y="25571"/>
                      </a:cubicBezTo>
                      <a:cubicBezTo>
                        <a:pt x="9716" y="26245"/>
                        <a:pt x="11155" y="26560"/>
                        <a:pt x="12841" y="26560"/>
                      </a:cubicBezTo>
                      <a:cubicBezTo>
                        <a:pt x="15248" y="26560"/>
                        <a:pt x="17182" y="25886"/>
                        <a:pt x="18644" y="24559"/>
                      </a:cubicBezTo>
                      <a:cubicBezTo>
                        <a:pt x="20106" y="23232"/>
                        <a:pt x="21028" y="21388"/>
                        <a:pt x="21433" y="19049"/>
                      </a:cubicBezTo>
                      <a:lnTo>
                        <a:pt x="24896" y="19049"/>
                      </a:lnTo>
                      <a:cubicBezTo>
                        <a:pt x="24603" y="20600"/>
                        <a:pt x="24154" y="22017"/>
                        <a:pt x="23524" y="23277"/>
                      </a:cubicBezTo>
                      <a:cubicBezTo>
                        <a:pt x="22894" y="24559"/>
                        <a:pt x="22085" y="25661"/>
                        <a:pt x="21096" y="26560"/>
                      </a:cubicBezTo>
                      <a:cubicBezTo>
                        <a:pt x="20106" y="27482"/>
                        <a:pt x="18937" y="28179"/>
                        <a:pt x="17564" y="28697"/>
                      </a:cubicBezTo>
                      <a:cubicBezTo>
                        <a:pt x="16192" y="29214"/>
                        <a:pt x="14641" y="29461"/>
                        <a:pt x="12864" y="29461"/>
                      </a:cubicBezTo>
                      <a:cubicBezTo>
                        <a:pt x="10638" y="29461"/>
                        <a:pt x="8704" y="29079"/>
                        <a:pt x="7085" y="28337"/>
                      </a:cubicBezTo>
                      <a:cubicBezTo>
                        <a:pt x="5465" y="27572"/>
                        <a:pt x="4138" y="26538"/>
                        <a:pt x="3081" y="25233"/>
                      </a:cubicBezTo>
                      <a:cubicBezTo>
                        <a:pt x="2024" y="23929"/>
                        <a:pt x="1260" y="22355"/>
                        <a:pt x="765" y="20555"/>
                      </a:cubicBezTo>
                      <a:cubicBezTo>
                        <a:pt x="270" y="18756"/>
                        <a:pt x="0" y="16822"/>
                        <a:pt x="0" y="14776"/>
                      </a:cubicBezTo>
                      <a:cubicBezTo>
                        <a:pt x="0" y="12842"/>
                        <a:pt x="270" y="10975"/>
                        <a:pt x="832" y="9198"/>
                      </a:cubicBezTo>
                      <a:cubicBezTo>
                        <a:pt x="1395" y="7422"/>
                        <a:pt x="2204" y="5847"/>
                        <a:pt x="3283" y="4475"/>
                      </a:cubicBezTo>
                      <a:cubicBezTo>
                        <a:pt x="4363" y="3104"/>
                        <a:pt x="5712" y="2024"/>
                        <a:pt x="7309" y="1214"/>
                      </a:cubicBezTo>
                      <a:cubicBezTo>
                        <a:pt x="8906" y="405"/>
                        <a:pt x="10750" y="0"/>
                        <a:pt x="12841" y="0"/>
                      </a:cubicBezTo>
                      <a:cubicBezTo>
                        <a:pt x="16080" y="0"/>
                        <a:pt x="18689" y="765"/>
                        <a:pt x="20690" y="2316"/>
                      </a:cubicBezTo>
                      <a:cubicBezTo>
                        <a:pt x="22692" y="3868"/>
                        <a:pt x="23929" y="6275"/>
                        <a:pt x="24446" y="9558"/>
                      </a:cubicBezTo>
                      <a:lnTo>
                        <a:pt x="21163" y="9558"/>
                      </a:lnTo>
                      <a:lnTo>
                        <a:pt x="21163" y="9558"/>
                      </a:lnTo>
                      <a:close/>
                    </a:path>
                  </a:pathLst>
                </a:custGeom>
                <a:solidFill>
                  <a:srgbClr val="231F20"/>
                </a:solidFill>
                <a:ln w="2249" cap="flat">
                  <a:noFill/>
                  <a:prstDash val="solid"/>
                  <a:miter/>
                </a:ln>
              </p:spPr>
              <p:txBody>
                <a:bodyPr rtlCol="0" anchor="ctr"/>
                <a:lstStyle/>
                <a:p>
                  <a:endParaRPr lang="en-US"/>
                </a:p>
              </p:txBody>
            </p:sp>
            <p:sp>
              <p:nvSpPr>
                <p:cNvPr id="5313" name="Freeform 5312">
                  <a:extLst>
                    <a:ext uri="{FF2B5EF4-FFF2-40B4-BE49-F238E27FC236}">
                      <a16:creationId xmlns:a16="http://schemas.microsoft.com/office/drawing/2014/main" id="{B27431A9-B35C-17C8-09A1-05D9E3690A92}"/>
                    </a:ext>
                  </a:extLst>
                </p:cNvPr>
                <p:cNvSpPr/>
                <p:nvPr/>
              </p:nvSpPr>
              <p:spPr>
                <a:xfrm>
                  <a:off x="9625605" y="3114196"/>
                  <a:ext cx="12616" cy="36500"/>
                </a:xfrm>
                <a:custGeom>
                  <a:avLst/>
                  <a:gdLst>
                    <a:gd name="connsiteX0" fmla="*/ 12617 w 12616"/>
                    <a:gd name="connsiteY0" fmla="*/ 35848 h 36500"/>
                    <a:gd name="connsiteX1" fmla="*/ 11043 w 12616"/>
                    <a:gd name="connsiteY1" fmla="*/ 36231 h 36500"/>
                    <a:gd name="connsiteX2" fmla="*/ 8884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1 h 36500"/>
                    <a:gd name="connsiteX8" fmla="*/ 3936 w 12616"/>
                    <a:gd name="connsiteY8" fmla="*/ 7781 h 36500"/>
                    <a:gd name="connsiteX9" fmla="*/ 3936 w 12616"/>
                    <a:gd name="connsiteY9" fmla="*/ 0 h 36500"/>
                    <a:gd name="connsiteX10" fmla="*/ 7175 w 12616"/>
                    <a:gd name="connsiteY10" fmla="*/ 0 h 36500"/>
                    <a:gd name="connsiteX11" fmla="*/ 7175 w 12616"/>
                    <a:gd name="connsiteY11" fmla="*/ 7781 h 36500"/>
                    <a:gd name="connsiteX12" fmla="*/ 12414 w 12616"/>
                    <a:gd name="connsiteY12" fmla="*/ 7781 h 36500"/>
                    <a:gd name="connsiteX13" fmla="*/ 12414 w 12616"/>
                    <a:gd name="connsiteY13" fmla="*/ 10480 h 36500"/>
                    <a:gd name="connsiteX14" fmla="*/ 7175 w 12616"/>
                    <a:gd name="connsiteY14" fmla="*/ 10480 h 36500"/>
                    <a:gd name="connsiteX15" fmla="*/ 7175 w 12616"/>
                    <a:gd name="connsiteY15" fmla="*/ 29641 h 36500"/>
                    <a:gd name="connsiteX16" fmla="*/ 7220 w 12616"/>
                    <a:gd name="connsiteY16" fmla="*/ 31418 h 36500"/>
                    <a:gd name="connsiteX17" fmla="*/ 7534 w 12616"/>
                    <a:gd name="connsiteY17" fmla="*/ 32655 h 36500"/>
                    <a:gd name="connsiteX18" fmla="*/ 8367 w 12616"/>
                    <a:gd name="connsiteY18" fmla="*/ 33352 h 36500"/>
                    <a:gd name="connsiteX19" fmla="*/ 9963 w 12616"/>
                    <a:gd name="connsiteY19" fmla="*/ 33577 h 36500"/>
                    <a:gd name="connsiteX20" fmla="*/ 11290 w 12616"/>
                    <a:gd name="connsiteY20" fmla="*/ 33465 h 36500"/>
                    <a:gd name="connsiteX21" fmla="*/ 12617 w 12616"/>
                    <a:gd name="connsiteY21" fmla="*/ 33195 h 36500"/>
                    <a:gd name="connsiteX22" fmla="*/ 12617 w 12616"/>
                    <a:gd name="connsiteY22" fmla="*/ 35848 h 36500"/>
                    <a:gd name="connsiteX23" fmla="*/ 12617 w 12616"/>
                    <a:gd name="connsiteY23" fmla="*/ 35848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616" h="36500">
                      <a:moveTo>
                        <a:pt x="12617" y="35848"/>
                      </a:moveTo>
                      <a:cubicBezTo>
                        <a:pt x="12212" y="35916"/>
                        <a:pt x="11695" y="36051"/>
                        <a:pt x="11043" y="36231"/>
                      </a:cubicBezTo>
                      <a:cubicBezTo>
                        <a:pt x="10390" y="36411"/>
                        <a:pt x="9671" y="36501"/>
                        <a:pt x="8884" y="36501"/>
                      </a:cubicBezTo>
                      <a:cubicBezTo>
                        <a:pt x="7265" y="36501"/>
                        <a:pt x="6028" y="36096"/>
                        <a:pt x="5195" y="35286"/>
                      </a:cubicBezTo>
                      <a:cubicBezTo>
                        <a:pt x="4363" y="34476"/>
                        <a:pt x="3936" y="33037"/>
                        <a:pt x="3936" y="30946"/>
                      </a:cubicBezTo>
                      <a:lnTo>
                        <a:pt x="3936" y="10480"/>
                      </a:lnTo>
                      <a:lnTo>
                        <a:pt x="0" y="10480"/>
                      </a:lnTo>
                      <a:lnTo>
                        <a:pt x="0" y="7781"/>
                      </a:lnTo>
                      <a:lnTo>
                        <a:pt x="3936" y="7781"/>
                      </a:lnTo>
                      <a:lnTo>
                        <a:pt x="3936" y="0"/>
                      </a:lnTo>
                      <a:lnTo>
                        <a:pt x="7175" y="0"/>
                      </a:lnTo>
                      <a:lnTo>
                        <a:pt x="7175" y="7781"/>
                      </a:lnTo>
                      <a:lnTo>
                        <a:pt x="12414" y="7781"/>
                      </a:lnTo>
                      <a:lnTo>
                        <a:pt x="12414" y="10480"/>
                      </a:lnTo>
                      <a:lnTo>
                        <a:pt x="7175" y="10480"/>
                      </a:lnTo>
                      <a:lnTo>
                        <a:pt x="7175" y="29641"/>
                      </a:lnTo>
                      <a:cubicBezTo>
                        <a:pt x="7175" y="30316"/>
                        <a:pt x="7175" y="30923"/>
                        <a:pt x="7220" y="31418"/>
                      </a:cubicBezTo>
                      <a:cubicBezTo>
                        <a:pt x="7265" y="31913"/>
                        <a:pt x="7354" y="32340"/>
                        <a:pt x="7534" y="32655"/>
                      </a:cubicBezTo>
                      <a:cubicBezTo>
                        <a:pt x="7714" y="32970"/>
                        <a:pt x="7984" y="33217"/>
                        <a:pt x="8367" y="33352"/>
                      </a:cubicBezTo>
                      <a:cubicBezTo>
                        <a:pt x="8749" y="33487"/>
                        <a:pt x="9266" y="33577"/>
                        <a:pt x="9963" y="33577"/>
                      </a:cubicBezTo>
                      <a:cubicBezTo>
                        <a:pt x="10390" y="33577"/>
                        <a:pt x="10840" y="33532"/>
                        <a:pt x="11290" y="33465"/>
                      </a:cubicBezTo>
                      <a:cubicBezTo>
                        <a:pt x="11740" y="33397"/>
                        <a:pt x="12190" y="33307"/>
                        <a:pt x="12617" y="33195"/>
                      </a:cubicBezTo>
                      <a:lnTo>
                        <a:pt x="12617" y="35848"/>
                      </a:lnTo>
                      <a:lnTo>
                        <a:pt x="12617" y="35848"/>
                      </a:lnTo>
                      <a:close/>
                    </a:path>
                  </a:pathLst>
                </a:custGeom>
                <a:solidFill>
                  <a:srgbClr val="231F20"/>
                </a:solidFill>
                <a:ln w="2249" cap="flat">
                  <a:noFill/>
                  <a:prstDash val="solid"/>
                  <a:miter/>
                </a:ln>
              </p:spPr>
              <p:txBody>
                <a:bodyPr rtlCol="0" anchor="ctr"/>
                <a:lstStyle/>
                <a:p>
                  <a:endParaRPr lang="en-US"/>
                </a:p>
              </p:txBody>
            </p:sp>
          </p:grpSp>
          <p:sp>
            <p:nvSpPr>
              <p:cNvPr id="5314" name="Freeform 5313">
                <a:extLst>
                  <a:ext uri="{FF2B5EF4-FFF2-40B4-BE49-F238E27FC236}">
                    <a16:creationId xmlns:a16="http://schemas.microsoft.com/office/drawing/2014/main" id="{D6E3B4FA-BB76-E3F9-15EF-63F7470F9B90}"/>
                  </a:ext>
                </a:extLst>
              </p:cNvPr>
              <p:cNvSpPr/>
              <p:nvPr/>
            </p:nvSpPr>
            <p:spPr>
              <a:xfrm>
                <a:off x="9134627" y="1385188"/>
                <a:ext cx="9764" cy="3251854"/>
              </a:xfrm>
              <a:custGeom>
                <a:avLst/>
                <a:gdLst>
                  <a:gd name="connsiteX0" fmla="*/ 0 w 2248"/>
                  <a:gd name="connsiteY0" fmla="*/ 748723 h 748723"/>
                  <a:gd name="connsiteX1" fmla="*/ 0 w 2248"/>
                  <a:gd name="connsiteY1" fmla="*/ 0 h 748723"/>
                </a:gdLst>
                <a:ahLst/>
                <a:cxnLst>
                  <a:cxn ang="0">
                    <a:pos x="connsiteX0" y="connsiteY0"/>
                  </a:cxn>
                  <a:cxn ang="0">
                    <a:pos x="connsiteX1" y="connsiteY1"/>
                  </a:cxn>
                </a:cxnLst>
                <a:rect l="l" t="t" r="r" b="b"/>
                <a:pathLst>
                  <a:path w="2248" h="748723">
                    <a:moveTo>
                      <a:pt x="0" y="748723"/>
                    </a:moveTo>
                    <a:lnTo>
                      <a:pt x="0" y="0"/>
                    </a:lnTo>
                  </a:path>
                </a:pathLst>
              </a:custGeom>
              <a:ln w="4498" cap="sq">
                <a:solidFill>
                  <a:srgbClr val="262626"/>
                </a:solidFill>
                <a:prstDash val="solid"/>
                <a:round/>
              </a:ln>
            </p:spPr>
            <p:txBody>
              <a:bodyPr rtlCol="0" anchor="ctr"/>
              <a:lstStyle/>
              <a:p>
                <a:endParaRPr lang="en-US"/>
              </a:p>
            </p:txBody>
          </p:sp>
          <p:sp>
            <p:nvSpPr>
              <p:cNvPr id="5315" name="Freeform 5314">
                <a:extLst>
                  <a:ext uri="{FF2B5EF4-FFF2-40B4-BE49-F238E27FC236}">
                    <a16:creationId xmlns:a16="http://schemas.microsoft.com/office/drawing/2014/main" id="{2E454115-7653-8175-C577-89AA7FFE22C4}"/>
                  </a:ext>
                </a:extLst>
              </p:cNvPr>
              <p:cNvSpPr/>
              <p:nvPr/>
            </p:nvSpPr>
            <p:spPr>
              <a:xfrm>
                <a:off x="9134627" y="4626882"/>
                <a:ext cx="31158" cy="9764"/>
              </a:xfrm>
              <a:custGeom>
                <a:avLst/>
                <a:gdLst>
                  <a:gd name="connsiteX0" fmla="*/ 0 w 7174"/>
                  <a:gd name="connsiteY0" fmla="*/ 0 h 2248"/>
                  <a:gd name="connsiteX1" fmla="*/ 7174 w 7174"/>
                  <a:gd name="connsiteY1" fmla="*/ 0 h 2248"/>
                </a:gdLst>
                <a:ahLst/>
                <a:cxnLst>
                  <a:cxn ang="0">
                    <a:pos x="connsiteX0" y="connsiteY0"/>
                  </a:cxn>
                  <a:cxn ang="0">
                    <a:pos x="connsiteX1" y="connsiteY1"/>
                  </a:cxn>
                </a:cxnLst>
                <a:rect l="l" t="t" r="r" b="b"/>
                <a:pathLst>
                  <a:path w="7174" h="2248">
                    <a:moveTo>
                      <a:pt x="0" y="0"/>
                    </a:moveTo>
                    <a:lnTo>
                      <a:pt x="7174" y="0"/>
                    </a:lnTo>
                  </a:path>
                </a:pathLst>
              </a:custGeom>
              <a:ln w="4498" cap="sq">
                <a:solidFill>
                  <a:srgbClr val="262626"/>
                </a:solidFill>
                <a:prstDash val="solid"/>
                <a:round/>
              </a:ln>
            </p:spPr>
            <p:txBody>
              <a:bodyPr rtlCol="0" anchor="ctr"/>
              <a:lstStyle/>
              <a:p>
                <a:endParaRPr lang="en-US"/>
              </a:p>
            </p:txBody>
          </p:sp>
          <p:sp>
            <p:nvSpPr>
              <p:cNvPr id="5316" name="Freeform 5315">
                <a:extLst>
                  <a:ext uri="{FF2B5EF4-FFF2-40B4-BE49-F238E27FC236}">
                    <a16:creationId xmlns:a16="http://schemas.microsoft.com/office/drawing/2014/main" id="{86D6C1C3-0A17-7A44-E886-B7AD4F9F0F4D}"/>
                  </a:ext>
                </a:extLst>
              </p:cNvPr>
              <p:cNvSpPr/>
              <p:nvPr/>
            </p:nvSpPr>
            <p:spPr>
              <a:xfrm>
                <a:off x="9134627" y="4047564"/>
                <a:ext cx="31158" cy="9764"/>
              </a:xfrm>
              <a:custGeom>
                <a:avLst/>
                <a:gdLst>
                  <a:gd name="connsiteX0" fmla="*/ 0 w 7174"/>
                  <a:gd name="connsiteY0" fmla="*/ 0 h 2248"/>
                  <a:gd name="connsiteX1" fmla="*/ 7174 w 7174"/>
                  <a:gd name="connsiteY1" fmla="*/ 0 h 2248"/>
                </a:gdLst>
                <a:ahLst/>
                <a:cxnLst>
                  <a:cxn ang="0">
                    <a:pos x="connsiteX0" y="connsiteY0"/>
                  </a:cxn>
                  <a:cxn ang="0">
                    <a:pos x="connsiteX1" y="connsiteY1"/>
                  </a:cxn>
                </a:cxnLst>
                <a:rect l="l" t="t" r="r" b="b"/>
                <a:pathLst>
                  <a:path w="7174" h="2248">
                    <a:moveTo>
                      <a:pt x="0" y="0"/>
                    </a:moveTo>
                    <a:lnTo>
                      <a:pt x="7174" y="0"/>
                    </a:lnTo>
                  </a:path>
                </a:pathLst>
              </a:custGeom>
              <a:ln w="4498" cap="sq">
                <a:solidFill>
                  <a:srgbClr val="262626"/>
                </a:solidFill>
                <a:prstDash val="solid"/>
                <a:round/>
              </a:ln>
            </p:spPr>
            <p:txBody>
              <a:bodyPr rtlCol="0" anchor="ctr"/>
              <a:lstStyle/>
              <a:p>
                <a:endParaRPr lang="en-US"/>
              </a:p>
            </p:txBody>
          </p:sp>
          <p:sp>
            <p:nvSpPr>
              <p:cNvPr id="5317" name="Freeform 5316">
                <a:extLst>
                  <a:ext uri="{FF2B5EF4-FFF2-40B4-BE49-F238E27FC236}">
                    <a16:creationId xmlns:a16="http://schemas.microsoft.com/office/drawing/2014/main" id="{CC28A423-3471-3DC7-81E0-BC1145AA3AA6}"/>
                  </a:ext>
                </a:extLst>
              </p:cNvPr>
              <p:cNvSpPr/>
              <p:nvPr/>
            </p:nvSpPr>
            <p:spPr>
              <a:xfrm>
                <a:off x="9134627" y="3468147"/>
                <a:ext cx="31158" cy="9764"/>
              </a:xfrm>
              <a:custGeom>
                <a:avLst/>
                <a:gdLst>
                  <a:gd name="connsiteX0" fmla="*/ 0 w 7174"/>
                  <a:gd name="connsiteY0" fmla="*/ 0 h 2248"/>
                  <a:gd name="connsiteX1" fmla="*/ 7174 w 7174"/>
                  <a:gd name="connsiteY1" fmla="*/ 0 h 2248"/>
                </a:gdLst>
                <a:ahLst/>
                <a:cxnLst>
                  <a:cxn ang="0">
                    <a:pos x="connsiteX0" y="connsiteY0"/>
                  </a:cxn>
                  <a:cxn ang="0">
                    <a:pos x="connsiteX1" y="connsiteY1"/>
                  </a:cxn>
                </a:cxnLst>
                <a:rect l="l" t="t" r="r" b="b"/>
                <a:pathLst>
                  <a:path w="7174" h="2248">
                    <a:moveTo>
                      <a:pt x="0" y="0"/>
                    </a:moveTo>
                    <a:lnTo>
                      <a:pt x="7174" y="0"/>
                    </a:lnTo>
                  </a:path>
                </a:pathLst>
              </a:custGeom>
              <a:ln w="4498" cap="sq">
                <a:solidFill>
                  <a:srgbClr val="262626"/>
                </a:solidFill>
                <a:prstDash val="solid"/>
                <a:round/>
              </a:ln>
            </p:spPr>
            <p:txBody>
              <a:bodyPr rtlCol="0" anchor="ctr"/>
              <a:lstStyle/>
              <a:p>
                <a:endParaRPr lang="en-US"/>
              </a:p>
            </p:txBody>
          </p:sp>
          <p:sp>
            <p:nvSpPr>
              <p:cNvPr id="5318" name="Freeform 5317">
                <a:extLst>
                  <a:ext uri="{FF2B5EF4-FFF2-40B4-BE49-F238E27FC236}">
                    <a16:creationId xmlns:a16="http://schemas.microsoft.com/office/drawing/2014/main" id="{63EDA679-27AB-9000-5826-751C54CADD9B}"/>
                  </a:ext>
                </a:extLst>
              </p:cNvPr>
              <p:cNvSpPr/>
              <p:nvPr/>
            </p:nvSpPr>
            <p:spPr>
              <a:xfrm>
                <a:off x="9134627" y="2888725"/>
                <a:ext cx="31158" cy="9764"/>
              </a:xfrm>
              <a:custGeom>
                <a:avLst/>
                <a:gdLst>
                  <a:gd name="connsiteX0" fmla="*/ 0 w 7174"/>
                  <a:gd name="connsiteY0" fmla="*/ 0 h 2248"/>
                  <a:gd name="connsiteX1" fmla="*/ 7174 w 7174"/>
                  <a:gd name="connsiteY1" fmla="*/ 0 h 2248"/>
                </a:gdLst>
                <a:ahLst/>
                <a:cxnLst>
                  <a:cxn ang="0">
                    <a:pos x="connsiteX0" y="connsiteY0"/>
                  </a:cxn>
                  <a:cxn ang="0">
                    <a:pos x="connsiteX1" y="connsiteY1"/>
                  </a:cxn>
                </a:cxnLst>
                <a:rect l="l" t="t" r="r" b="b"/>
                <a:pathLst>
                  <a:path w="7174" h="2248">
                    <a:moveTo>
                      <a:pt x="0" y="0"/>
                    </a:moveTo>
                    <a:lnTo>
                      <a:pt x="7174" y="0"/>
                    </a:lnTo>
                  </a:path>
                </a:pathLst>
              </a:custGeom>
              <a:ln w="4498" cap="sq">
                <a:solidFill>
                  <a:srgbClr val="262626"/>
                </a:solidFill>
                <a:prstDash val="solid"/>
                <a:round/>
              </a:ln>
            </p:spPr>
            <p:txBody>
              <a:bodyPr rtlCol="0" anchor="ctr"/>
              <a:lstStyle/>
              <a:p>
                <a:endParaRPr lang="en-US"/>
              </a:p>
            </p:txBody>
          </p:sp>
          <p:sp>
            <p:nvSpPr>
              <p:cNvPr id="5319" name="Freeform 5318">
                <a:extLst>
                  <a:ext uri="{FF2B5EF4-FFF2-40B4-BE49-F238E27FC236}">
                    <a16:creationId xmlns:a16="http://schemas.microsoft.com/office/drawing/2014/main" id="{59D4E5D9-95E9-C49E-32D1-6D8C69CD7D8D}"/>
                  </a:ext>
                </a:extLst>
              </p:cNvPr>
              <p:cNvSpPr/>
              <p:nvPr/>
            </p:nvSpPr>
            <p:spPr>
              <a:xfrm>
                <a:off x="9134627" y="2309308"/>
                <a:ext cx="31158" cy="9764"/>
              </a:xfrm>
              <a:custGeom>
                <a:avLst/>
                <a:gdLst>
                  <a:gd name="connsiteX0" fmla="*/ 0 w 7174"/>
                  <a:gd name="connsiteY0" fmla="*/ 0 h 2248"/>
                  <a:gd name="connsiteX1" fmla="*/ 7174 w 7174"/>
                  <a:gd name="connsiteY1" fmla="*/ 0 h 2248"/>
                </a:gdLst>
                <a:ahLst/>
                <a:cxnLst>
                  <a:cxn ang="0">
                    <a:pos x="connsiteX0" y="connsiteY0"/>
                  </a:cxn>
                  <a:cxn ang="0">
                    <a:pos x="connsiteX1" y="connsiteY1"/>
                  </a:cxn>
                </a:cxnLst>
                <a:rect l="l" t="t" r="r" b="b"/>
                <a:pathLst>
                  <a:path w="7174" h="2248">
                    <a:moveTo>
                      <a:pt x="0" y="0"/>
                    </a:moveTo>
                    <a:lnTo>
                      <a:pt x="7174" y="0"/>
                    </a:lnTo>
                  </a:path>
                </a:pathLst>
              </a:custGeom>
              <a:ln w="4498" cap="sq">
                <a:solidFill>
                  <a:srgbClr val="262626"/>
                </a:solidFill>
                <a:prstDash val="solid"/>
                <a:round/>
              </a:ln>
            </p:spPr>
            <p:txBody>
              <a:bodyPr rtlCol="0" anchor="ctr"/>
              <a:lstStyle/>
              <a:p>
                <a:endParaRPr lang="en-US"/>
              </a:p>
            </p:txBody>
          </p:sp>
          <p:sp>
            <p:nvSpPr>
              <p:cNvPr id="5320" name="Freeform 5319">
                <a:extLst>
                  <a:ext uri="{FF2B5EF4-FFF2-40B4-BE49-F238E27FC236}">
                    <a16:creationId xmlns:a16="http://schemas.microsoft.com/office/drawing/2014/main" id="{371B90C6-EA6F-772B-CE60-1353CADE50AD}"/>
                  </a:ext>
                </a:extLst>
              </p:cNvPr>
              <p:cNvSpPr/>
              <p:nvPr/>
            </p:nvSpPr>
            <p:spPr>
              <a:xfrm>
                <a:off x="9773529" y="2233805"/>
                <a:ext cx="1158444" cy="744589"/>
              </a:xfrm>
              <a:custGeom>
                <a:avLst/>
                <a:gdLst>
                  <a:gd name="connsiteX0" fmla="*/ 0 w 266726"/>
                  <a:gd name="connsiteY0" fmla="*/ 0 h 171438"/>
                  <a:gd name="connsiteX1" fmla="*/ 266726 w 266726"/>
                  <a:gd name="connsiteY1" fmla="*/ 171438 h 171438"/>
                </a:gdLst>
                <a:ahLst/>
                <a:cxnLst>
                  <a:cxn ang="0">
                    <a:pos x="connsiteX0" y="connsiteY0"/>
                  </a:cxn>
                  <a:cxn ang="0">
                    <a:pos x="connsiteX1" y="connsiteY1"/>
                  </a:cxn>
                </a:cxnLst>
                <a:rect l="l" t="t" r="r" b="b"/>
                <a:pathLst>
                  <a:path w="266726" h="171438">
                    <a:moveTo>
                      <a:pt x="0" y="0"/>
                    </a:moveTo>
                    <a:lnTo>
                      <a:pt x="266726" y="171438"/>
                    </a:lnTo>
                  </a:path>
                </a:pathLst>
              </a:custGeom>
              <a:ln w="4498" cap="flat">
                <a:solidFill>
                  <a:srgbClr val="B3B3B3">
                    <a:alpha val="40000"/>
                  </a:srgbClr>
                </a:solidFill>
                <a:prstDash val="solid"/>
                <a:round/>
              </a:ln>
            </p:spPr>
            <p:txBody>
              <a:bodyPr rtlCol="0" anchor="ctr"/>
              <a:lstStyle/>
              <a:p>
                <a:endParaRPr lang="en-US"/>
              </a:p>
            </p:txBody>
          </p:sp>
          <p:sp>
            <p:nvSpPr>
              <p:cNvPr id="5321" name="Freeform 5320">
                <a:extLst>
                  <a:ext uri="{FF2B5EF4-FFF2-40B4-BE49-F238E27FC236}">
                    <a16:creationId xmlns:a16="http://schemas.microsoft.com/office/drawing/2014/main" id="{751FA88A-BE92-460C-AC07-192D9FE3B48B}"/>
                  </a:ext>
                </a:extLst>
              </p:cNvPr>
              <p:cNvSpPr/>
              <p:nvPr/>
            </p:nvSpPr>
            <p:spPr>
              <a:xfrm>
                <a:off x="9860171" y="2931215"/>
                <a:ext cx="1161376" cy="285410"/>
              </a:xfrm>
              <a:custGeom>
                <a:avLst/>
                <a:gdLst>
                  <a:gd name="connsiteX0" fmla="*/ 0 w 267401"/>
                  <a:gd name="connsiteY0" fmla="*/ 65715 h 65714"/>
                  <a:gd name="connsiteX1" fmla="*/ 267401 w 267401"/>
                  <a:gd name="connsiteY1" fmla="*/ 0 h 65714"/>
                </a:gdLst>
                <a:ahLst/>
                <a:cxnLst>
                  <a:cxn ang="0">
                    <a:pos x="connsiteX0" y="connsiteY0"/>
                  </a:cxn>
                  <a:cxn ang="0">
                    <a:pos x="connsiteX1" y="connsiteY1"/>
                  </a:cxn>
                </a:cxnLst>
                <a:rect l="l" t="t" r="r" b="b"/>
                <a:pathLst>
                  <a:path w="267401" h="65714">
                    <a:moveTo>
                      <a:pt x="0" y="65715"/>
                    </a:moveTo>
                    <a:lnTo>
                      <a:pt x="267401" y="0"/>
                    </a:lnTo>
                  </a:path>
                </a:pathLst>
              </a:custGeom>
              <a:ln w="4498" cap="flat">
                <a:solidFill>
                  <a:srgbClr val="B3B3B3">
                    <a:alpha val="40000"/>
                  </a:srgbClr>
                </a:solidFill>
                <a:prstDash val="solid"/>
                <a:round/>
              </a:ln>
            </p:spPr>
            <p:txBody>
              <a:bodyPr rtlCol="0" anchor="ctr"/>
              <a:lstStyle/>
              <a:p>
                <a:endParaRPr lang="en-US"/>
              </a:p>
            </p:txBody>
          </p:sp>
          <p:sp>
            <p:nvSpPr>
              <p:cNvPr id="5322" name="Freeform 5321">
                <a:extLst>
                  <a:ext uri="{FF2B5EF4-FFF2-40B4-BE49-F238E27FC236}">
                    <a16:creationId xmlns:a16="http://schemas.microsoft.com/office/drawing/2014/main" id="{118A8A30-9BC2-FF8B-D5B6-495975E30F25}"/>
                  </a:ext>
                </a:extLst>
              </p:cNvPr>
              <p:cNvSpPr/>
              <p:nvPr/>
            </p:nvSpPr>
            <p:spPr>
              <a:xfrm>
                <a:off x="9733679" y="2668855"/>
                <a:ext cx="1242932" cy="513192"/>
              </a:xfrm>
              <a:custGeom>
                <a:avLst/>
                <a:gdLst>
                  <a:gd name="connsiteX0" fmla="*/ 0 w 286179"/>
                  <a:gd name="connsiteY0" fmla="*/ 118160 h 118160"/>
                  <a:gd name="connsiteX1" fmla="*/ 286180 w 286179"/>
                  <a:gd name="connsiteY1" fmla="*/ 0 h 118160"/>
                </a:gdLst>
                <a:ahLst/>
                <a:cxnLst>
                  <a:cxn ang="0">
                    <a:pos x="connsiteX0" y="connsiteY0"/>
                  </a:cxn>
                  <a:cxn ang="0">
                    <a:pos x="connsiteX1" y="connsiteY1"/>
                  </a:cxn>
                </a:cxnLst>
                <a:rect l="l" t="t" r="r" b="b"/>
                <a:pathLst>
                  <a:path w="286179" h="118160">
                    <a:moveTo>
                      <a:pt x="0" y="118160"/>
                    </a:moveTo>
                    <a:lnTo>
                      <a:pt x="286180" y="0"/>
                    </a:lnTo>
                  </a:path>
                </a:pathLst>
              </a:custGeom>
              <a:ln w="4498" cap="flat">
                <a:solidFill>
                  <a:srgbClr val="B3B3B3">
                    <a:alpha val="40000"/>
                  </a:srgbClr>
                </a:solidFill>
                <a:prstDash val="solid"/>
                <a:round/>
              </a:ln>
            </p:spPr>
            <p:txBody>
              <a:bodyPr rtlCol="0" anchor="ctr"/>
              <a:lstStyle/>
              <a:p>
                <a:endParaRPr lang="en-US"/>
              </a:p>
            </p:txBody>
          </p:sp>
          <p:sp>
            <p:nvSpPr>
              <p:cNvPr id="5323" name="Freeform 5322">
                <a:extLst>
                  <a:ext uri="{FF2B5EF4-FFF2-40B4-BE49-F238E27FC236}">
                    <a16:creationId xmlns:a16="http://schemas.microsoft.com/office/drawing/2014/main" id="{087DC805-BFA3-A02F-E4C3-B4802219CEB1}"/>
                  </a:ext>
                </a:extLst>
              </p:cNvPr>
              <p:cNvSpPr/>
              <p:nvPr/>
            </p:nvSpPr>
            <p:spPr>
              <a:xfrm>
                <a:off x="9852748" y="2832268"/>
                <a:ext cx="1241859" cy="162140"/>
              </a:xfrm>
              <a:custGeom>
                <a:avLst/>
                <a:gdLst>
                  <a:gd name="connsiteX0" fmla="*/ 0 w 285932"/>
                  <a:gd name="connsiteY0" fmla="*/ 37333 h 37332"/>
                  <a:gd name="connsiteX1" fmla="*/ 285933 w 285932"/>
                  <a:gd name="connsiteY1" fmla="*/ 0 h 37332"/>
                </a:gdLst>
                <a:ahLst/>
                <a:cxnLst>
                  <a:cxn ang="0">
                    <a:pos x="connsiteX0" y="connsiteY0"/>
                  </a:cxn>
                  <a:cxn ang="0">
                    <a:pos x="connsiteX1" y="connsiteY1"/>
                  </a:cxn>
                </a:cxnLst>
                <a:rect l="l" t="t" r="r" b="b"/>
                <a:pathLst>
                  <a:path w="285932" h="37332">
                    <a:moveTo>
                      <a:pt x="0" y="37333"/>
                    </a:moveTo>
                    <a:lnTo>
                      <a:pt x="285933" y="0"/>
                    </a:lnTo>
                  </a:path>
                </a:pathLst>
              </a:custGeom>
              <a:ln w="4498" cap="flat">
                <a:solidFill>
                  <a:srgbClr val="B3B3B3">
                    <a:alpha val="40000"/>
                  </a:srgbClr>
                </a:solidFill>
                <a:prstDash val="solid"/>
                <a:round/>
              </a:ln>
            </p:spPr>
            <p:txBody>
              <a:bodyPr rtlCol="0" anchor="ctr"/>
              <a:lstStyle/>
              <a:p>
                <a:endParaRPr lang="en-US"/>
              </a:p>
            </p:txBody>
          </p:sp>
          <p:sp>
            <p:nvSpPr>
              <p:cNvPr id="5324" name="Freeform 5323">
                <a:extLst>
                  <a:ext uri="{FF2B5EF4-FFF2-40B4-BE49-F238E27FC236}">
                    <a16:creationId xmlns:a16="http://schemas.microsoft.com/office/drawing/2014/main" id="{EC127F28-BCF3-B873-8872-226000C205EF}"/>
                  </a:ext>
                </a:extLst>
              </p:cNvPr>
              <p:cNvSpPr/>
              <p:nvPr/>
            </p:nvSpPr>
            <p:spPr>
              <a:xfrm>
                <a:off x="9792577" y="3229914"/>
                <a:ext cx="1307207" cy="255424"/>
              </a:xfrm>
              <a:custGeom>
                <a:avLst/>
                <a:gdLst>
                  <a:gd name="connsiteX0" fmla="*/ 0 w 300978"/>
                  <a:gd name="connsiteY0" fmla="*/ 58810 h 58810"/>
                  <a:gd name="connsiteX1" fmla="*/ 300978 w 300978"/>
                  <a:gd name="connsiteY1" fmla="*/ 0 h 58810"/>
                </a:gdLst>
                <a:ahLst/>
                <a:cxnLst>
                  <a:cxn ang="0">
                    <a:pos x="connsiteX0" y="connsiteY0"/>
                  </a:cxn>
                  <a:cxn ang="0">
                    <a:pos x="connsiteX1" y="connsiteY1"/>
                  </a:cxn>
                </a:cxnLst>
                <a:rect l="l" t="t" r="r" b="b"/>
                <a:pathLst>
                  <a:path w="300978" h="58810">
                    <a:moveTo>
                      <a:pt x="0" y="58810"/>
                    </a:moveTo>
                    <a:lnTo>
                      <a:pt x="300978" y="0"/>
                    </a:lnTo>
                  </a:path>
                </a:pathLst>
              </a:custGeom>
              <a:ln w="4498" cap="flat">
                <a:solidFill>
                  <a:srgbClr val="B3B3B3">
                    <a:alpha val="40000"/>
                  </a:srgbClr>
                </a:solidFill>
                <a:prstDash val="solid"/>
                <a:round/>
              </a:ln>
            </p:spPr>
            <p:txBody>
              <a:bodyPr rtlCol="0" anchor="ctr"/>
              <a:lstStyle/>
              <a:p>
                <a:endParaRPr lang="en-US"/>
              </a:p>
            </p:txBody>
          </p:sp>
          <p:sp>
            <p:nvSpPr>
              <p:cNvPr id="5325" name="Freeform 5324">
                <a:extLst>
                  <a:ext uri="{FF2B5EF4-FFF2-40B4-BE49-F238E27FC236}">
                    <a16:creationId xmlns:a16="http://schemas.microsoft.com/office/drawing/2014/main" id="{B23337F7-F898-DF41-0EC0-857B2F6F41C2}"/>
                  </a:ext>
                </a:extLst>
              </p:cNvPr>
              <p:cNvSpPr/>
              <p:nvPr/>
            </p:nvSpPr>
            <p:spPr>
              <a:xfrm>
                <a:off x="9746280" y="3121295"/>
                <a:ext cx="1239224" cy="142801"/>
              </a:xfrm>
              <a:custGeom>
                <a:avLst/>
                <a:gdLst>
                  <a:gd name="connsiteX0" fmla="*/ 0 w 285325"/>
                  <a:gd name="connsiteY0" fmla="*/ 32880 h 32879"/>
                  <a:gd name="connsiteX1" fmla="*/ 285325 w 285325"/>
                  <a:gd name="connsiteY1" fmla="*/ 0 h 32879"/>
                </a:gdLst>
                <a:ahLst/>
                <a:cxnLst>
                  <a:cxn ang="0">
                    <a:pos x="connsiteX0" y="connsiteY0"/>
                  </a:cxn>
                  <a:cxn ang="0">
                    <a:pos x="connsiteX1" y="connsiteY1"/>
                  </a:cxn>
                </a:cxnLst>
                <a:rect l="l" t="t" r="r" b="b"/>
                <a:pathLst>
                  <a:path w="285325" h="32879">
                    <a:moveTo>
                      <a:pt x="0" y="32880"/>
                    </a:moveTo>
                    <a:lnTo>
                      <a:pt x="285325" y="0"/>
                    </a:lnTo>
                  </a:path>
                </a:pathLst>
              </a:custGeom>
              <a:ln w="4498" cap="flat">
                <a:solidFill>
                  <a:srgbClr val="B3B3B3">
                    <a:alpha val="40000"/>
                  </a:srgbClr>
                </a:solidFill>
                <a:prstDash val="solid"/>
                <a:round/>
              </a:ln>
            </p:spPr>
            <p:txBody>
              <a:bodyPr rtlCol="0" anchor="ctr"/>
              <a:lstStyle/>
              <a:p>
                <a:endParaRPr lang="en-US"/>
              </a:p>
            </p:txBody>
          </p:sp>
          <p:sp>
            <p:nvSpPr>
              <p:cNvPr id="5326" name="Freeform 5325">
                <a:extLst>
                  <a:ext uri="{FF2B5EF4-FFF2-40B4-BE49-F238E27FC236}">
                    <a16:creationId xmlns:a16="http://schemas.microsoft.com/office/drawing/2014/main" id="{69B8F042-31F6-B3B2-C96C-5E9B1730EB79}"/>
                  </a:ext>
                </a:extLst>
              </p:cNvPr>
              <p:cNvSpPr/>
              <p:nvPr/>
            </p:nvSpPr>
            <p:spPr>
              <a:xfrm>
                <a:off x="9700272" y="3023130"/>
                <a:ext cx="1225647" cy="147686"/>
              </a:xfrm>
              <a:custGeom>
                <a:avLst/>
                <a:gdLst>
                  <a:gd name="connsiteX0" fmla="*/ 0 w 282199"/>
                  <a:gd name="connsiteY0" fmla="*/ 34004 h 34004"/>
                  <a:gd name="connsiteX1" fmla="*/ 282199 w 282199"/>
                  <a:gd name="connsiteY1" fmla="*/ 0 h 34004"/>
                </a:gdLst>
                <a:ahLst/>
                <a:cxnLst>
                  <a:cxn ang="0">
                    <a:pos x="connsiteX0" y="connsiteY0"/>
                  </a:cxn>
                  <a:cxn ang="0">
                    <a:pos x="connsiteX1" y="connsiteY1"/>
                  </a:cxn>
                </a:cxnLst>
                <a:rect l="l" t="t" r="r" b="b"/>
                <a:pathLst>
                  <a:path w="282199" h="34004">
                    <a:moveTo>
                      <a:pt x="0" y="34004"/>
                    </a:moveTo>
                    <a:lnTo>
                      <a:pt x="282199" y="0"/>
                    </a:lnTo>
                  </a:path>
                </a:pathLst>
              </a:custGeom>
              <a:ln w="4498" cap="flat">
                <a:solidFill>
                  <a:srgbClr val="B3B3B3">
                    <a:alpha val="40000"/>
                  </a:srgbClr>
                </a:solidFill>
                <a:prstDash val="solid"/>
                <a:round/>
              </a:ln>
            </p:spPr>
            <p:txBody>
              <a:bodyPr rtlCol="0" anchor="ctr"/>
              <a:lstStyle/>
              <a:p>
                <a:endParaRPr lang="en-US"/>
              </a:p>
            </p:txBody>
          </p:sp>
          <p:sp>
            <p:nvSpPr>
              <p:cNvPr id="5327" name="Freeform 5326">
                <a:extLst>
                  <a:ext uri="{FF2B5EF4-FFF2-40B4-BE49-F238E27FC236}">
                    <a16:creationId xmlns:a16="http://schemas.microsoft.com/office/drawing/2014/main" id="{C51A9980-03AA-0B48-121D-A4BC57B8835C}"/>
                  </a:ext>
                </a:extLst>
              </p:cNvPr>
              <p:cNvSpPr/>
              <p:nvPr/>
            </p:nvSpPr>
            <p:spPr>
              <a:xfrm>
                <a:off x="9683864" y="2537969"/>
                <a:ext cx="1204939" cy="1072097"/>
              </a:xfrm>
              <a:custGeom>
                <a:avLst/>
                <a:gdLst>
                  <a:gd name="connsiteX0" fmla="*/ 0 w 277431"/>
                  <a:gd name="connsiteY0" fmla="*/ 0 h 246845"/>
                  <a:gd name="connsiteX1" fmla="*/ 277431 w 277431"/>
                  <a:gd name="connsiteY1" fmla="*/ 246846 h 246845"/>
                </a:gdLst>
                <a:ahLst/>
                <a:cxnLst>
                  <a:cxn ang="0">
                    <a:pos x="connsiteX0" y="connsiteY0"/>
                  </a:cxn>
                  <a:cxn ang="0">
                    <a:pos x="connsiteX1" y="connsiteY1"/>
                  </a:cxn>
                </a:cxnLst>
                <a:rect l="l" t="t" r="r" b="b"/>
                <a:pathLst>
                  <a:path w="277431" h="246845">
                    <a:moveTo>
                      <a:pt x="0" y="0"/>
                    </a:moveTo>
                    <a:lnTo>
                      <a:pt x="277431" y="246846"/>
                    </a:lnTo>
                  </a:path>
                </a:pathLst>
              </a:custGeom>
              <a:ln w="4498" cap="flat">
                <a:solidFill>
                  <a:srgbClr val="B3B3B3">
                    <a:alpha val="40000"/>
                  </a:srgbClr>
                </a:solidFill>
                <a:prstDash val="solid"/>
                <a:round/>
              </a:ln>
            </p:spPr>
            <p:txBody>
              <a:bodyPr rtlCol="0" anchor="ctr"/>
              <a:lstStyle/>
              <a:p>
                <a:endParaRPr lang="en-US"/>
              </a:p>
            </p:txBody>
          </p:sp>
          <p:sp>
            <p:nvSpPr>
              <p:cNvPr id="5328" name="Freeform 5327">
                <a:extLst>
                  <a:ext uri="{FF2B5EF4-FFF2-40B4-BE49-F238E27FC236}">
                    <a16:creationId xmlns:a16="http://schemas.microsoft.com/office/drawing/2014/main" id="{248C46C8-2C02-D4FD-035D-6FDD48856753}"/>
                  </a:ext>
                </a:extLst>
              </p:cNvPr>
              <p:cNvSpPr/>
              <p:nvPr/>
            </p:nvSpPr>
            <p:spPr>
              <a:xfrm>
                <a:off x="9782615" y="3437671"/>
                <a:ext cx="1298999" cy="300059"/>
              </a:xfrm>
              <a:custGeom>
                <a:avLst/>
                <a:gdLst>
                  <a:gd name="connsiteX0" fmla="*/ 0 w 299088"/>
                  <a:gd name="connsiteY0" fmla="*/ 0 h 69087"/>
                  <a:gd name="connsiteX1" fmla="*/ 299089 w 299088"/>
                  <a:gd name="connsiteY1" fmla="*/ 69088 h 69087"/>
                </a:gdLst>
                <a:ahLst/>
                <a:cxnLst>
                  <a:cxn ang="0">
                    <a:pos x="connsiteX0" y="connsiteY0"/>
                  </a:cxn>
                  <a:cxn ang="0">
                    <a:pos x="connsiteX1" y="connsiteY1"/>
                  </a:cxn>
                </a:cxnLst>
                <a:rect l="l" t="t" r="r" b="b"/>
                <a:pathLst>
                  <a:path w="299088" h="69087">
                    <a:moveTo>
                      <a:pt x="0" y="0"/>
                    </a:moveTo>
                    <a:lnTo>
                      <a:pt x="299089" y="69088"/>
                    </a:lnTo>
                  </a:path>
                </a:pathLst>
              </a:custGeom>
              <a:ln w="4498" cap="flat">
                <a:solidFill>
                  <a:srgbClr val="B3B3B3">
                    <a:alpha val="40000"/>
                  </a:srgbClr>
                </a:solidFill>
                <a:prstDash val="solid"/>
                <a:round/>
              </a:ln>
            </p:spPr>
            <p:txBody>
              <a:bodyPr rtlCol="0" anchor="ctr"/>
              <a:lstStyle/>
              <a:p>
                <a:endParaRPr lang="en-US"/>
              </a:p>
            </p:txBody>
          </p:sp>
          <p:sp>
            <p:nvSpPr>
              <p:cNvPr id="5329" name="Freeform 5328">
                <a:extLst>
                  <a:ext uri="{FF2B5EF4-FFF2-40B4-BE49-F238E27FC236}">
                    <a16:creationId xmlns:a16="http://schemas.microsoft.com/office/drawing/2014/main" id="{1F89504A-5E23-8229-F83A-B4C7292E817C}"/>
                  </a:ext>
                </a:extLst>
              </p:cNvPr>
              <p:cNvSpPr/>
              <p:nvPr/>
            </p:nvSpPr>
            <p:spPr>
              <a:xfrm>
                <a:off x="9880684" y="3751701"/>
                <a:ext cx="1095637" cy="100606"/>
              </a:xfrm>
              <a:custGeom>
                <a:avLst/>
                <a:gdLst>
                  <a:gd name="connsiteX0" fmla="*/ 0 w 252265"/>
                  <a:gd name="connsiteY0" fmla="*/ 23164 h 23164"/>
                  <a:gd name="connsiteX1" fmla="*/ 252266 w 252265"/>
                  <a:gd name="connsiteY1" fmla="*/ 0 h 23164"/>
                </a:gdLst>
                <a:ahLst/>
                <a:cxnLst>
                  <a:cxn ang="0">
                    <a:pos x="connsiteX0" y="connsiteY0"/>
                  </a:cxn>
                  <a:cxn ang="0">
                    <a:pos x="connsiteX1" y="connsiteY1"/>
                  </a:cxn>
                </a:cxnLst>
                <a:rect l="l" t="t" r="r" b="b"/>
                <a:pathLst>
                  <a:path w="252265" h="23164">
                    <a:moveTo>
                      <a:pt x="0" y="23164"/>
                    </a:moveTo>
                    <a:lnTo>
                      <a:pt x="252266" y="0"/>
                    </a:lnTo>
                  </a:path>
                </a:pathLst>
              </a:custGeom>
              <a:ln w="4498" cap="flat">
                <a:solidFill>
                  <a:srgbClr val="B3B3B3">
                    <a:alpha val="40000"/>
                  </a:srgbClr>
                </a:solidFill>
                <a:prstDash val="solid"/>
                <a:round/>
              </a:ln>
            </p:spPr>
            <p:txBody>
              <a:bodyPr rtlCol="0" anchor="ctr"/>
              <a:lstStyle/>
              <a:p>
                <a:endParaRPr lang="en-US"/>
              </a:p>
            </p:txBody>
          </p:sp>
          <p:sp>
            <p:nvSpPr>
              <p:cNvPr id="5330" name="Freeform 5329">
                <a:extLst>
                  <a:ext uri="{FF2B5EF4-FFF2-40B4-BE49-F238E27FC236}">
                    <a16:creationId xmlns:a16="http://schemas.microsoft.com/office/drawing/2014/main" id="{D7218526-690A-033C-8587-28356D76B52A}"/>
                  </a:ext>
                </a:extLst>
              </p:cNvPr>
              <p:cNvSpPr/>
              <p:nvPr/>
            </p:nvSpPr>
            <p:spPr>
              <a:xfrm>
                <a:off x="9878043" y="3275040"/>
                <a:ext cx="1122109" cy="84098"/>
              </a:xfrm>
              <a:custGeom>
                <a:avLst/>
                <a:gdLst>
                  <a:gd name="connsiteX0" fmla="*/ 0 w 258360"/>
                  <a:gd name="connsiteY0" fmla="*/ 19364 h 19363"/>
                  <a:gd name="connsiteX1" fmla="*/ 258360 w 258360"/>
                  <a:gd name="connsiteY1" fmla="*/ 0 h 19363"/>
                </a:gdLst>
                <a:ahLst/>
                <a:cxnLst>
                  <a:cxn ang="0">
                    <a:pos x="connsiteX0" y="connsiteY0"/>
                  </a:cxn>
                  <a:cxn ang="0">
                    <a:pos x="connsiteX1" y="connsiteY1"/>
                  </a:cxn>
                </a:cxnLst>
                <a:rect l="l" t="t" r="r" b="b"/>
                <a:pathLst>
                  <a:path w="258360" h="19363">
                    <a:moveTo>
                      <a:pt x="0" y="19364"/>
                    </a:moveTo>
                    <a:lnTo>
                      <a:pt x="258360" y="0"/>
                    </a:lnTo>
                  </a:path>
                </a:pathLst>
              </a:custGeom>
              <a:ln w="4498" cap="flat">
                <a:solidFill>
                  <a:srgbClr val="B3B3B3">
                    <a:alpha val="40000"/>
                  </a:srgbClr>
                </a:solidFill>
                <a:prstDash val="solid"/>
                <a:round/>
              </a:ln>
            </p:spPr>
            <p:txBody>
              <a:bodyPr rtlCol="0" anchor="ctr"/>
              <a:lstStyle/>
              <a:p>
                <a:endParaRPr lang="en-US"/>
              </a:p>
            </p:txBody>
          </p:sp>
          <p:sp>
            <p:nvSpPr>
              <p:cNvPr id="5331" name="Freeform 5330">
                <a:extLst>
                  <a:ext uri="{FF2B5EF4-FFF2-40B4-BE49-F238E27FC236}">
                    <a16:creationId xmlns:a16="http://schemas.microsoft.com/office/drawing/2014/main" id="{86CBD787-C910-C8EB-953D-09D1E770BCA4}"/>
                  </a:ext>
                </a:extLst>
              </p:cNvPr>
              <p:cNvSpPr/>
              <p:nvPr/>
            </p:nvSpPr>
            <p:spPr>
              <a:xfrm>
                <a:off x="9852163" y="3791554"/>
                <a:ext cx="1257782" cy="188707"/>
              </a:xfrm>
              <a:custGeom>
                <a:avLst/>
                <a:gdLst>
                  <a:gd name="connsiteX0" fmla="*/ 0 w 289598"/>
                  <a:gd name="connsiteY0" fmla="*/ 0 h 43449"/>
                  <a:gd name="connsiteX1" fmla="*/ 289598 w 289598"/>
                  <a:gd name="connsiteY1" fmla="*/ 43450 h 43449"/>
                </a:gdLst>
                <a:ahLst/>
                <a:cxnLst>
                  <a:cxn ang="0">
                    <a:pos x="connsiteX0" y="connsiteY0"/>
                  </a:cxn>
                  <a:cxn ang="0">
                    <a:pos x="connsiteX1" y="connsiteY1"/>
                  </a:cxn>
                </a:cxnLst>
                <a:rect l="l" t="t" r="r" b="b"/>
                <a:pathLst>
                  <a:path w="289598" h="43449">
                    <a:moveTo>
                      <a:pt x="0" y="0"/>
                    </a:moveTo>
                    <a:lnTo>
                      <a:pt x="289598" y="43450"/>
                    </a:lnTo>
                  </a:path>
                </a:pathLst>
              </a:custGeom>
              <a:ln w="4498" cap="flat">
                <a:solidFill>
                  <a:srgbClr val="B3B3B3">
                    <a:alpha val="40000"/>
                  </a:srgbClr>
                </a:solidFill>
                <a:prstDash val="solid"/>
                <a:round/>
              </a:ln>
            </p:spPr>
            <p:txBody>
              <a:bodyPr rtlCol="0" anchor="ctr"/>
              <a:lstStyle/>
              <a:p>
                <a:endParaRPr lang="en-US"/>
              </a:p>
            </p:txBody>
          </p:sp>
          <p:sp>
            <p:nvSpPr>
              <p:cNvPr id="5332" name="Freeform 5331">
                <a:extLst>
                  <a:ext uri="{FF2B5EF4-FFF2-40B4-BE49-F238E27FC236}">
                    <a16:creationId xmlns:a16="http://schemas.microsoft.com/office/drawing/2014/main" id="{22BA40C3-FFBB-5C10-D2DA-4FFFF6224D38}"/>
                  </a:ext>
                </a:extLst>
              </p:cNvPr>
              <p:cNvSpPr/>
              <p:nvPr/>
            </p:nvSpPr>
            <p:spPr>
              <a:xfrm>
                <a:off x="9712286" y="3973231"/>
                <a:ext cx="1319612" cy="3809"/>
              </a:xfrm>
              <a:custGeom>
                <a:avLst/>
                <a:gdLst>
                  <a:gd name="connsiteX0" fmla="*/ 0 w 303834"/>
                  <a:gd name="connsiteY0" fmla="*/ 0 h 877"/>
                  <a:gd name="connsiteX1" fmla="*/ 303834 w 303834"/>
                  <a:gd name="connsiteY1" fmla="*/ 877 h 877"/>
                </a:gdLst>
                <a:ahLst/>
                <a:cxnLst>
                  <a:cxn ang="0">
                    <a:pos x="connsiteX0" y="connsiteY0"/>
                  </a:cxn>
                  <a:cxn ang="0">
                    <a:pos x="connsiteX1" y="connsiteY1"/>
                  </a:cxn>
                </a:cxnLst>
                <a:rect l="l" t="t" r="r" b="b"/>
                <a:pathLst>
                  <a:path w="303834" h="877">
                    <a:moveTo>
                      <a:pt x="0" y="0"/>
                    </a:moveTo>
                    <a:lnTo>
                      <a:pt x="303834" y="877"/>
                    </a:lnTo>
                  </a:path>
                </a:pathLst>
              </a:custGeom>
              <a:ln w="4498" cap="flat">
                <a:solidFill>
                  <a:srgbClr val="B3B3B3">
                    <a:alpha val="40000"/>
                  </a:srgbClr>
                </a:solidFill>
                <a:prstDash val="solid"/>
                <a:round/>
              </a:ln>
            </p:spPr>
            <p:txBody>
              <a:bodyPr rtlCol="0" anchor="ctr"/>
              <a:lstStyle/>
              <a:p>
                <a:endParaRPr lang="en-US"/>
              </a:p>
            </p:txBody>
          </p:sp>
          <p:sp>
            <p:nvSpPr>
              <p:cNvPr id="5333" name="Freeform 5332">
                <a:extLst>
                  <a:ext uri="{FF2B5EF4-FFF2-40B4-BE49-F238E27FC236}">
                    <a16:creationId xmlns:a16="http://schemas.microsoft.com/office/drawing/2014/main" id="{3FCEDA83-E539-3708-D5D7-670A311A3983}"/>
                  </a:ext>
                </a:extLst>
              </p:cNvPr>
              <p:cNvSpPr/>
              <p:nvPr/>
            </p:nvSpPr>
            <p:spPr>
              <a:xfrm>
                <a:off x="9852939" y="3251987"/>
                <a:ext cx="1220955" cy="231883"/>
              </a:xfrm>
              <a:custGeom>
                <a:avLst/>
                <a:gdLst>
                  <a:gd name="connsiteX0" fmla="*/ 0 w 281119"/>
                  <a:gd name="connsiteY0" fmla="*/ 53390 h 53390"/>
                  <a:gd name="connsiteX1" fmla="*/ 281120 w 281119"/>
                  <a:gd name="connsiteY1" fmla="*/ 0 h 53390"/>
                </a:gdLst>
                <a:ahLst/>
                <a:cxnLst>
                  <a:cxn ang="0">
                    <a:pos x="connsiteX0" y="connsiteY0"/>
                  </a:cxn>
                  <a:cxn ang="0">
                    <a:pos x="connsiteX1" y="connsiteY1"/>
                  </a:cxn>
                </a:cxnLst>
                <a:rect l="l" t="t" r="r" b="b"/>
                <a:pathLst>
                  <a:path w="281119" h="53390">
                    <a:moveTo>
                      <a:pt x="0" y="53390"/>
                    </a:moveTo>
                    <a:lnTo>
                      <a:pt x="281120" y="0"/>
                    </a:lnTo>
                  </a:path>
                </a:pathLst>
              </a:custGeom>
              <a:ln w="4498" cap="flat">
                <a:solidFill>
                  <a:srgbClr val="B3B3B3">
                    <a:alpha val="40000"/>
                  </a:srgbClr>
                </a:solidFill>
                <a:prstDash val="solid"/>
                <a:round/>
              </a:ln>
            </p:spPr>
            <p:txBody>
              <a:bodyPr rtlCol="0" anchor="ctr"/>
              <a:lstStyle/>
              <a:p>
                <a:endParaRPr lang="en-US"/>
              </a:p>
            </p:txBody>
          </p:sp>
          <p:sp>
            <p:nvSpPr>
              <p:cNvPr id="5334" name="Freeform 5333">
                <a:extLst>
                  <a:ext uri="{FF2B5EF4-FFF2-40B4-BE49-F238E27FC236}">
                    <a16:creationId xmlns:a16="http://schemas.microsoft.com/office/drawing/2014/main" id="{5560A8E8-4A31-CFCA-F913-89E385E17FBC}"/>
                  </a:ext>
                </a:extLst>
              </p:cNvPr>
              <p:cNvSpPr/>
              <p:nvPr/>
            </p:nvSpPr>
            <p:spPr>
              <a:xfrm>
                <a:off x="9718635" y="3654219"/>
                <a:ext cx="1203670" cy="73157"/>
              </a:xfrm>
              <a:custGeom>
                <a:avLst/>
                <a:gdLst>
                  <a:gd name="connsiteX0" fmla="*/ 0 w 277139"/>
                  <a:gd name="connsiteY0" fmla="*/ 0 h 16844"/>
                  <a:gd name="connsiteX1" fmla="*/ 277139 w 277139"/>
                  <a:gd name="connsiteY1" fmla="*/ 16845 h 16844"/>
                </a:gdLst>
                <a:ahLst/>
                <a:cxnLst>
                  <a:cxn ang="0">
                    <a:pos x="connsiteX0" y="connsiteY0"/>
                  </a:cxn>
                  <a:cxn ang="0">
                    <a:pos x="connsiteX1" y="connsiteY1"/>
                  </a:cxn>
                </a:cxnLst>
                <a:rect l="l" t="t" r="r" b="b"/>
                <a:pathLst>
                  <a:path w="277139" h="16844">
                    <a:moveTo>
                      <a:pt x="0" y="0"/>
                    </a:moveTo>
                    <a:lnTo>
                      <a:pt x="277139" y="16845"/>
                    </a:lnTo>
                  </a:path>
                </a:pathLst>
              </a:custGeom>
              <a:ln w="4498" cap="flat">
                <a:solidFill>
                  <a:srgbClr val="B3B3B3">
                    <a:alpha val="40000"/>
                  </a:srgbClr>
                </a:solidFill>
                <a:prstDash val="solid"/>
                <a:round/>
              </a:ln>
            </p:spPr>
            <p:txBody>
              <a:bodyPr rtlCol="0" anchor="ctr"/>
              <a:lstStyle/>
              <a:p>
                <a:endParaRPr lang="en-US"/>
              </a:p>
            </p:txBody>
          </p:sp>
          <p:sp>
            <p:nvSpPr>
              <p:cNvPr id="5335" name="Freeform 5334">
                <a:extLst>
                  <a:ext uri="{FF2B5EF4-FFF2-40B4-BE49-F238E27FC236}">
                    <a16:creationId xmlns:a16="http://schemas.microsoft.com/office/drawing/2014/main" id="{0F2102A3-2F14-AA16-F312-5183E5331045}"/>
                  </a:ext>
                </a:extLst>
              </p:cNvPr>
              <p:cNvSpPr/>
              <p:nvPr/>
            </p:nvSpPr>
            <p:spPr>
              <a:xfrm>
                <a:off x="9855480" y="3263709"/>
                <a:ext cx="1182666" cy="212348"/>
              </a:xfrm>
              <a:custGeom>
                <a:avLst/>
                <a:gdLst>
                  <a:gd name="connsiteX0" fmla="*/ 0 w 272303"/>
                  <a:gd name="connsiteY0" fmla="*/ 0 h 48892"/>
                  <a:gd name="connsiteX1" fmla="*/ 272304 w 272303"/>
                  <a:gd name="connsiteY1" fmla="*/ 48892 h 48892"/>
                </a:gdLst>
                <a:ahLst/>
                <a:cxnLst>
                  <a:cxn ang="0">
                    <a:pos x="connsiteX0" y="connsiteY0"/>
                  </a:cxn>
                  <a:cxn ang="0">
                    <a:pos x="connsiteX1" y="connsiteY1"/>
                  </a:cxn>
                </a:cxnLst>
                <a:rect l="l" t="t" r="r" b="b"/>
                <a:pathLst>
                  <a:path w="272303" h="48892">
                    <a:moveTo>
                      <a:pt x="0" y="0"/>
                    </a:moveTo>
                    <a:lnTo>
                      <a:pt x="272304" y="48892"/>
                    </a:lnTo>
                  </a:path>
                </a:pathLst>
              </a:custGeom>
              <a:ln w="4498" cap="flat">
                <a:solidFill>
                  <a:srgbClr val="B3B3B3">
                    <a:alpha val="40000"/>
                  </a:srgbClr>
                </a:solidFill>
                <a:prstDash val="solid"/>
                <a:round/>
              </a:ln>
            </p:spPr>
            <p:txBody>
              <a:bodyPr rtlCol="0" anchor="ctr"/>
              <a:lstStyle/>
              <a:p>
                <a:endParaRPr lang="en-US"/>
              </a:p>
            </p:txBody>
          </p:sp>
          <p:sp>
            <p:nvSpPr>
              <p:cNvPr id="5336" name="Freeform 5335">
                <a:extLst>
                  <a:ext uri="{FF2B5EF4-FFF2-40B4-BE49-F238E27FC236}">
                    <a16:creationId xmlns:a16="http://schemas.microsoft.com/office/drawing/2014/main" id="{0C6BCC8B-19AA-12A9-0647-E20F13A8EEAD}"/>
                  </a:ext>
                </a:extLst>
              </p:cNvPr>
              <p:cNvSpPr/>
              <p:nvPr/>
            </p:nvSpPr>
            <p:spPr>
              <a:xfrm>
                <a:off x="9690995" y="3730211"/>
                <a:ext cx="1294995" cy="705028"/>
              </a:xfrm>
              <a:custGeom>
                <a:avLst/>
                <a:gdLst>
                  <a:gd name="connsiteX0" fmla="*/ 0 w 298166"/>
                  <a:gd name="connsiteY0" fmla="*/ 162330 h 162329"/>
                  <a:gd name="connsiteX1" fmla="*/ 298167 w 298166"/>
                  <a:gd name="connsiteY1" fmla="*/ 0 h 162329"/>
                </a:gdLst>
                <a:ahLst/>
                <a:cxnLst>
                  <a:cxn ang="0">
                    <a:pos x="connsiteX0" y="connsiteY0"/>
                  </a:cxn>
                  <a:cxn ang="0">
                    <a:pos x="connsiteX1" y="connsiteY1"/>
                  </a:cxn>
                </a:cxnLst>
                <a:rect l="l" t="t" r="r" b="b"/>
                <a:pathLst>
                  <a:path w="298166" h="162329">
                    <a:moveTo>
                      <a:pt x="0" y="162330"/>
                    </a:moveTo>
                    <a:lnTo>
                      <a:pt x="298167" y="0"/>
                    </a:lnTo>
                  </a:path>
                </a:pathLst>
              </a:custGeom>
              <a:ln w="4498" cap="flat">
                <a:solidFill>
                  <a:srgbClr val="B3B3B3">
                    <a:alpha val="40000"/>
                  </a:srgbClr>
                </a:solidFill>
                <a:prstDash val="solid"/>
                <a:round/>
              </a:ln>
            </p:spPr>
            <p:txBody>
              <a:bodyPr rtlCol="0" anchor="ctr"/>
              <a:lstStyle/>
              <a:p>
                <a:endParaRPr lang="en-US"/>
              </a:p>
            </p:txBody>
          </p:sp>
          <p:sp>
            <p:nvSpPr>
              <p:cNvPr id="5337" name="Freeform 5336">
                <a:extLst>
                  <a:ext uri="{FF2B5EF4-FFF2-40B4-BE49-F238E27FC236}">
                    <a16:creationId xmlns:a16="http://schemas.microsoft.com/office/drawing/2014/main" id="{33DEAF4E-F0DE-DDA6-B31F-4C68B7C61788}"/>
                  </a:ext>
                </a:extLst>
              </p:cNvPr>
              <p:cNvSpPr/>
              <p:nvPr/>
            </p:nvSpPr>
            <p:spPr>
              <a:xfrm>
                <a:off x="9829985" y="2785774"/>
                <a:ext cx="1243032" cy="396565"/>
              </a:xfrm>
              <a:custGeom>
                <a:avLst/>
                <a:gdLst>
                  <a:gd name="connsiteX0" fmla="*/ 0 w 286202"/>
                  <a:gd name="connsiteY0" fmla="*/ 0 h 91307"/>
                  <a:gd name="connsiteX1" fmla="*/ 286203 w 286202"/>
                  <a:gd name="connsiteY1" fmla="*/ 91308 h 91307"/>
                </a:gdLst>
                <a:ahLst/>
                <a:cxnLst>
                  <a:cxn ang="0">
                    <a:pos x="connsiteX0" y="connsiteY0"/>
                  </a:cxn>
                  <a:cxn ang="0">
                    <a:pos x="connsiteX1" y="connsiteY1"/>
                  </a:cxn>
                </a:cxnLst>
                <a:rect l="l" t="t" r="r" b="b"/>
                <a:pathLst>
                  <a:path w="286202" h="91307">
                    <a:moveTo>
                      <a:pt x="0" y="0"/>
                    </a:moveTo>
                    <a:lnTo>
                      <a:pt x="286203" y="91308"/>
                    </a:lnTo>
                  </a:path>
                </a:pathLst>
              </a:custGeom>
              <a:ln w="4498" cap="flat">
                <a:solidFill>
                  <a:srgbClr val="B3B3B3">
                    <a:alpha val="40000"/>
                  </a:srgbClr>
                </a:solidFill>
                <a:prstDash val="solid"/>
                <a:round/>
              </a:ln>
            </p:spPr>
            <p:txBody>
              <a:bodyPr rtlCol="0" anchor="ctr"/>
              <a:lstStyle/>
              <a:p>
                <a:endParaRPr lang="en-US"/>
              </a:p>
            </p:txBody>
          </p:sp>
          <p:sp>
            <p:nvSpPr>
              <p:cNvPr id="5338" name="Freeform 5337">
                <a:extLst>
                  <a:ext uri="{FF2B5EF4-FFF2-40B4-BE49-F238E27FC236}">
                    <a16:creationId xmlns:a16="http://schemas.microsoft.com/office/drawing/2014/main" id="{49D8181C-04DF-2E0A-0DFE-A72480287CC5}"/>
                  </a:ext>
                </a:extLst>
              </p:cNvPr>
              <p:cNvSpPr/>
              <p:nvPr/>
            </p:nvSpPr>
            <p:spPr>
              <a:xfrm>
                <a:off x="9866716" y="2822891"/>
                <a:ext cx="1101695" cy="299572"/>
              </a:xfrm>
              <a:custGeom>
                <a:avLst/>
                <a:gdLst>
                  <a:gd name="connsiteX0" fmla="*/ 0 w 253660"/>
                  <a:gd name="connsiteY0" fmla="*/ 68976 h 68975"/>
                  <a:gd name="connsiteX1" fmla="*/ 253660 w 253660"/>
                  <a:gd name="connsiteY1" fmla="*/ 0 h 68975"/>
                </a:gdLst>
                <a:ahLst/>
                <a:cxnLst>
                  <a:cxn ang="0">
                    <a:pos x="connsiteX0" y="connsiteY0"/>
                  </a:cxn>
                  <a:cxn ang="0">
                    <a:pos x="connsiteX1" y="connsiteY1"/>
                  </a:cxn>
                </a:cxnLst>
                <a:rect l="l" t="t" r="r" b="b"/>
                <a:pathLst>
                  <a:path w="253660" h="68975">
                    <a:moveTo>
                      <a:pt x="0" y="68976"/>
                    </a:moveTo>
                    <a:lnTo>
                      <a:pt x="253660" y="0"/>
                    </a:lnTo>
                  </a:path>
                </a:pathLst>
              </a:custGeom>
              <a:ln w="4498" cap="flat">
                <a:solidFill>
                  <a:srgbClr val="B3B3B3">
                    <a:alpha val="40000"/>
                  </a:srgbClr>
                </a:solidFill>
                <a:prstDash val="solid"/>
                <a:round/>
              </a:ln>
            </p:spPr>
            <p:txBody>
              <a:bodyPr rtlCol="0" anchor="ctr"/>
              <a:lstStyle/>
              <a:p>
                <a:endParaRPr lang="en-US"/>
              </a:p>
            </p:txBody>
          </p:sp>
          <p:sp>
            <p:nvSpPr>
              <p:cNvPr id="5339" name="Freeform 5338">
                <a:extLst>
                  <a:ext uri="{FF2B5EF4-FFF2-40B4-BE49-F238E27FC236}">
                    <a16:creationId xmlns:a16="http://schemas.microsoft.com/office/drawing/2014/main" id="{7CBF8E40-5F3A-E3F9-326D-FA47BC7CF96B}"/>
                  </a:ext>
                </a:extLst>
              </p:cNvPr>
              <p:cNvSpPr/>
              <p:nvPr/>
            </p:nvSpPr>
            <p:spPr>
              <a:xfrm>
                <a:off x="9853626" y="3428976"/>
                <a:ext cx="1196048" cy="285604"/>
              </a:xfrm>
              <a:custGeom>
                <a:avLst/>
                <a:gdLst>
                  <a:gd name="connsiteX0" fmla="*/ 0 w 275384"/>
                  <a:gd name="connsiteY0" fmla="*/ 0 h 65759"/>
                  <a:gd name="connsiteX1" fmla="*/ 275385 w 275384"/>
                  <a:gd name="connsiteY1" fmla="*/ 65760 h 65759"/>
                </a:gdLst>
                <a:ahLst/>
                <a:cxnLst>
                  <a:cxn ang="0">
                    <a:pos x="connsiteX0" y="connsiteY0"/>
                  </a:cxn>
                  <a:cxn ang="0">
                    <a:pos x="connsiteX1" y="connsiteY1"/>
                  </a:cxn>
                </a:cxnLst>
                <a:rect l="l" t="t" r="r" b="b"/>
                <a:pathLst>
                  <a:path w="275384" h="65759">
                    <a:moveTo>
                      <a:pt x="0" y="0"/>
                    </a:moveTo>
                    <a:lnTo>
                      <a:pt x="275385" y="65760"/>
                    </a:lnTo>
                  </a:path>
                </a:pathLst>
              </a:custGeom>
              <a:ln w="4498" cap="flat">
                <a:solidFill>
                  <a:srgbClr val="B3B3B3">
                    <a:alpha val="40000"/>
                  </a:srgbClr>
                </a:solidFill>
                <a:prstDash val="solid"/>
                <a:round/>
              </a:ln>
            </p:spPr>
            <p:txBody>
              <a:bodyPr rtlCol="0" anchor="ctr"/>
              <a:lstStyle/>
              <a:p>
                <a:endParaRPr lang="en-US"/>
              </a:p>
            </p:txBody>
          </p:sp>
          <p:sp>
            <p:nvSpPr>
              <p:cNvPr id="5340" name="Freeform 5339">
                <a:extLst>
                  <a:ext uri="{FF2B5EF4-FFF2-40B4-BE49-F238E27FC236}">
                    <a16:creationId xmlns:a16="http://schemas.microsoft.com/office/drawing/2014/main" id="{1AF77745-5C22-776A-2350-ACF30BCAF4CF}"/>
                  </a:ext>
                </a:extLst>
              </p:cNvPr>
              <p:cNvSpPr/>
              <p:nvPr/>
            </p:nvSpPr>
            <p:spPr>
              <a:xfrm>
                <a:off x="9766105" y="3016975"/>
                <a:ext cx="1189798" cy="70911"/>
              </a:xfrm>
              <a:custGeom>
                <a:avLst/>
                <a:gdLst>
                  <a:gd name="connsiteX0" fmla="*/ 0 w 273945"/>
                  <a:gd name="connsiteY0" fmla="*/ 0 h 16327"/>
                  <a:gd name="connsiteX1" fmla="*/ 273946 w 273945"/>
                  <a:gd name="connsiteY1" fmla="*/ 16327 h 16327"/>
                </a:gdLst>
                <a:ahLst/>
                <a:cxnLst>
                  <a:cxn ang="0">
                    <a:pos x="connsiteX0" y="connsiteY0"/>
                  </a:cxn>
                  <a:cxn ang="0">
                    <a:pos x="connsiteX1" y="connsiteY1"/>
                  </a:cxn>
                </a:cxnLst>
                <a:rect l="l" t="t" r="r" b="b"/>
                <a:pathLst>
                  <a:path w="273945" h="16327">
                    <a:moveTo>
                      <a:pt x="0" y="0"/>
                    </a:moveTo>
                    <a:lnTo>
                      <a:pt x="273946" y="16327"/>
                    </a:lnTo>
                  </a:path>
                </a:pathLst>
              </a:custGeom>
              <a:ln w="4498" cap="flat">
                <a:solidFill>
                  <a:srgbClr val="B3B3B3">
                    <a:alpha val="40000"/>
                  </a:srgbClr>
                </a:solidFill>
                <a:prstDash val="solid"/>
                <a:round/>
              </a:ln>
            </p:spPr>
            <p:txBody>
              <a:bodyPr rtlCol="0" anchor="ctr"/>
              <a:lstStyle/>
              <a:p>
                <a:endParaRPr lang="en-US"/>
              </a:p>
            </p:txBody>
          </p:sp>
          <p:sp>
            <p:nvSpPr>
              <p:cNvPr id="5341" name="Freeform 5340">
                <a:extLst>
                  <a:ext uri="{FF2B5EF4-FFF2-40B4-BE49-F238E27FC236}">
                    <a16:creationId xmlns:a16="http://schemas.microsoft.com/office/drawing/2014/main" id="{ABB6FC9C-0DCB-948F-BBF4-B2A65A74AFF9}"/>
                  </a:ext>
                </a:extLst>
              </p:cNvPr>
              <p:cNvSpPr/>
              <p:nvPr/>
            </p:nvSpPr>
            <p:spPr>
              <a:xfrm>
                <a:off x="9800392" y="3091210"/>
                <a:ext cx="1147113" cy="187344"/>
              </a:xfrm>
              <a:custGeom>
                <a:avLst/>
                <a:gdLst>
                  <a:gd name="connsiteX0" fmla="*/ 0 w 264117"/>
                  <a:gd name="connsiteY0" fmla="*/ 43135 h 43135"/>
                  <a:gd name="connsiteX1" fmla="*/ 264118 w 264117"/>
                  <a:gd name="connsiteY1" fmla="*/ 0 h 43135"/>
                </a:gdLst>
                <a:ahLst/>
                <a:cxnLst>
                  <a:cxn ang="0">
                    <a:pos x="connsiteX0" y="connsiteY0"/>
                  </a:cxn>
                  <a:cxn ang="0">
                    <a:pos x="connsiteX1" y="connsiteY1"/>
                  </a:cxn>
                </a:cxnLst>
                <a:rect l="l" t="t" r="r" b="b"/>
                <a:pathLst>
                  <a:path w="264117" h="43135">
                    <a:moveTo>
                      <a:pt x="0" y="43135"/>
                    </a:moveTo>
                    <a:lnTo>
                      <a:pt x="264118" y="0"/>
                    </a:lnTo>
                  </a:path>
                </a:pathLst>
              </a:custGeom>
              <a:ln w="4498" cap="flat">
                <a:solidFill>
                  <a:srgbClr val="B3B3B3">
                    <a:alpha val="40000"/>
                  </a:srgbClr>
                </a:solidFill>
                <a:prstDash val="solid"/>
                <a:round/>
              </a:ln>
            </p:spPr>
            <p:txBody>
              <a:bodyPr rtlCol="0" anchor="ctr"/>
              <a:lstStyle/>
              <a:p>
                <a:endParaRPr lang="en-US"/>
              </a:p>
            </p:txBody>
          </p:sp>
          <p:sp>
            <p:nvSpPr>
              <p:cNvPr id="5342" name="Freeform 5341">
                <a:extLst>
                  <a:ext uri="{FF2B5EF4-FFF2-40B4-BE49-F238E27FC236}">
                    <a16:creationId xmlns:a16="http://schemas.microsoft.com/office/drawing/2014/main" id="{68F2723A-D3F7-F4CB-6A0E-C99ADF93A51C}"/>
                  </a:ext>
                </a:extLst>
              </p:cNvPr>
              <p:cNvSpPr/>
              <p:nvPr/>
            </p:nvSpPr>
            <p:spPr>
              <a:xfrm>
                <a:off x="9829594" y="3310689"/>
                <a:ext cx="1103746" cy="359643"/>
              </a:xfrm>
              <a:custGeom>
                <a:avLst/>
                <a:gdLst>
                  <a:gd name="connsiteX0" fmla="*/ 0 w 254132"/>
                  <a:gd name="connsiteY0" fmla="*/ 82807 h 82806"/>
                  <a:gd name="connsiteX1" fmla="*/ 254132 w 254132"/>
                  <a:gd name="connsiteY1" fmla="*/ 0 h 82806"/>
                </a:gdLst>
                <a:ahLst/>
                <a:cxnLst>
                  <a:cxn ang="0">
                    <a:pos x="connsiteX0" y="connsiteY0"/>
                  </a:cxn>
                  <a:cxn ang="0">
                    <a:pos x="connsiteX1" y="connsiteY1"/>
                  </a:cxn>
                </a:cxnLst>
                <a:rect l="l" t="t" r="r" b="b"/>
                <a:pathLst>
                  <a:path w="254132" h="82806">
                    <a:moveTo>
                      <a:pt x="0" y="82807"/>
                    </a:moveTo>
                    <a:lnTo>
                      <a:pt x="254132" y="0"/>
                    </a:lnTo>
                  </a:path>
                </a:pathLst>
              </a:custGeom>
              <a:ln w="4498" cap="flat">
                <a:solidFill>
                  <a:srgbClr val="B3B3B3">
                    <a:alpha val="40000"/>
                  </a:srgbClr>
                </a:solidFill>
                <a:prstDash val="solid"/>
                <a:round/>
              </a:ln>
            </p:spPr>
            <p:txBody>
              <a:bodyPr rtlCol="0" anchor="ctr"/>
              <a:lstStyle/>
              <a:p>
                <a:endParaRPr lang="en-US"/>
              </a:p>
            </p:txBody>
          </p:sp>
          <p:sp>
            <p:nvSpPr>
              <p:cNvPr id="5343" name="Freeform 5342">
                <a:extLst>
                  <a:ext uri="{FF2B5EF4-FFF2-40B4-BE49-F238E27FC236}">
                    <a16:creationId xmlns:a16="http://schemas.microsoft.com/office/drawing/2014/main" id="{B353859E-8643-475E-7944-64EB4636B0E7}"/>
                  </a:ext>
                </a:extLst>
              </p:cNvPr>
              <p:cNvSpPr/>
              <p:nvPr/>
            </p:nvSpPr>
            <p:spPr>
              <a:xfrm>
                <a:off x="9714630" y="3034752"/>
                <a:ext cx="1290112" cy="285313"/>
              </a:xfrm>
              <a:custGeom>
                <a:avLst/>
                <a:gdLst>
                  <a:gd name="connsiteX0" fmla="*/ 0 w 297042"/>
                  <a:gd name="connsiteY0" fmla="*/ 0 h 65692"/>
                  <a:gd name="connsiteX1" fmla="*/ 297043 w 297042"/>
                  <a:gd name="connsiteY1" fmla="*/ 65692 h 65692"/>
                </a:gdLst>
                <a:ahLst/>
                <a:cxnLst>
                  <a:cxn ang="0">
                    <a:pos x="connsiteX0" y="connsiteY0"/>
                  </a:cxn>
                  <a:cxn ang="0">
                    <a:pos x="connsiteX1" y="connsiteY1"/>
                  </a:cxn>
                </a:cxnLst>
                <a:rect l="l" t="t" r="r" b="b"/>
                <a:pathLst>
                  <a:path w="297042" h="65692">
                    <a:moveTo>
                      <a:pt x="0" y="0"/>
                    </a:moveTo>
                    <a:lnTo>
                      <a:pt x="297043" y="65692"/>
                    </a:lnTo>
                  </a:path>
                </a:pathLst>
              </a:custGeom>
              <a:ln w="4498" cap="flat">
                <a:solidFill>
                  <a:srgbClr val="B3B3B3">
                    <a:alpha val="40000"/>
                  </a:srgbClr>
                </a:solidFill>
                <a:prstDash val="solid"/>
                <a:round/>
              </a:ln>
            </p:spPr>
            <p:txBody>
              <a:bodyPr rtlCol="0" anchor="ctr"/>
              <a:lstStyle/>
              <a:p>
                <a:endParaRPr lang="en-US"/>
              </a:p>
            </p:txBody>
          </p:sp>
          <p:sp>
            <p:nvSpPr>
              <p:cNvPr id="5344" name="Freeform 5343">
                <a:extLst>
                  <a:ext uri="{FF2B5EF4-FFF2-40B4-BE49-F238E27FC236}">
                    <a16:creationId xmlns:a16="http://schemas.microsoft.com/office/drawing/2014/main" id="{3B1557BB-C6D4-41ED-A3A9-B96F89CC5550}"/>
                  </a:ext>
                </a:extLst>
              </p:cNvPr>
              <p:cNvSpPr/>
              <p:nvPr/>
            </p:nvSpPr>
            <p:spPr>
              <a:xfrm>
                <a:off x="9773529" y="2849658"/>
                <a:ext cx="1319120" cy="559687"/>
              </a:xfrm>
              <a:custGeom>
                <a:avLst/>
                <a:gdLst>
                  <a:gd name="connsiteX0" fmla="*/ 0 w 303721"/>
                  <a:gd name="connsiteY0" fmla="*/ 0 h 128865"/>
                  <a:gd name="connsiteX1" fmla="*/ 303722 w 303721"/>
                  <a:gd name="connsiteY1" fmla="*/ 128865 h 128865"/>
                </a:gdLst>
                <a:ahLst/>
                <a:cxnLst>
                  <a:cxn ang="0">
                    <a:pos x="connsiteX0" y="connsiteY0"/>
                  </a:cxn>
                  <a:cxn ang="0">
                    <a:pos x="connsiteX1" y="connsiteY1"/>
                  </a:cxn>
                </a:cxnLst>
                <a:rect l="l" t="t" r="r" b="b"/>
                <a:pathLst>
                  <a:path w="303721" h="128865">
                    <a:moveTo>
                      <a:pt x="0" y="0"/>
                    </a:moveTo>
                    <a:lnTo>
                      <a:pt x="303722" y="128865"/>
                    </a:lnTo>
                  </a:path>
                </a:pathLst>
              </a:custGeom>
              <a:ln w="4498" cap="flat">
                <a:solidFill>
                  <a:srgbClr val="B3B3B3">
                    <a:alpha val="40000"/>
                  </a:srgbClr>
                </a:solidFill>
                <a:prstDash val="solid"/>
                <a:round/>
              </a:ln>
            </p:spPr>
            <p:txBody>
              <a:bodyPr rtlCol="0" anchor="ctr"/>
              <a:lstStyle/>
              <a:p>
                <a:endParaRPr lang="en-US"/>
              </a:p>
            </p:txBody>
          </p:sp>
          <p:sp>
            <p:nvSpPr>
              <p:cNvPr id="5345" name="Freeform 5344">
                <a:extLst>
                  <a:ext uri="{FF2B5EF4-FFF2-40B4-BE49-F238E27FC236}">
                    <a16:creationId xmlns:a16="http://schemas.microsoft.com/office/drawing/2014/main" id="{F7BE6104-AE13-3A01-7494-3720F2CB608F}"/>
                  </a:ext>
                </a:extLst>
              </p:cNvPr>
              <p:cNvSpPr/>
              <p:nvPr/>
            </p:nvSpPr>
            <p:spPr>
              <a:xfrm>
                <a:off x="9782029" y="3230204"/>
                <a:ext cx="1275849" cy="81556"/>
              </a:xfrm>
              <a:custGeom>
                <a:avLst/>
                <a:gdLst>
                  <a:gd name="connsiteX0" fmla="*/ 0 w 293758"/>
                  <a:gd name="connsiteY0" fmla="*/ 0 h 18778"/>
                  <a:gd name="connsiteX1" fmla="*/ 293759 w 293758"/>
                  <a:gd name="connsiteY1" fmla="*/ 18779 h 18778"/>
                </a:gdLst>
                <a:ahLst/>
                <a:cxnLst>
                  <a:cxn ang="0">
                    <a:pos x="connsiteX0" y="connsiteY0"/>
                  </a:cxn>
                  <a:cxn ang="0">
                    <a:pos x="connsiteX1" y="connsiteY1"/>
                  </a:cxn>
                </a:cxnLst>
                <a:rect l="l" t="t" r="r" b="b"/>
                <a:pathLst>
                  <a:path w="293758" h="18778">
                    <a:moveTo>
                      <a:pt x="0" y="0"/>
                    </a:moveTo>
                    <a:lnTo>
                      <a:pt x="293759" y="18779"/>
                    </a:lnTo>
                  </a:path>
                </a:pathLst>
              </a:custGeom>
              <a:ln w="4498" cap="flat">
                <a:solidFill>
                  <a:srgbClr val="B3B3B3">
                    <a:alpha val="40000"/>
                  </a:srgbClr>
                </a:solidFill>
                <a:prstDash val="solid"/>
                <a:round/>
              </a:ln>
            </p:spPr>
            <p:txBody>
              <a:bodyPr rtlCol="0" anchor="ctr"/>
              <a:lstStyle/>
              <a:p>
                <a:endParaRPr lang="en-US"/>
              </a:p>
            </p:txBody>
          </p:sp>
          <p:sp>
            <p:nvSpPr>
              <p:cNvPr id="5346" name="Freeform 5345">
                <a:extLst>
                  <a:ext uri="{FF2B5EF4-FFF2-40B4-BE49-F238E27FC236}">
                    <a16:creationId xmlns:a16="http://schemas.microsoft.com/office/drawing/2014/main" id="{565D222F-A726-7CFF-3D4C-3C2BBA3F762B}"/>
                  </a:ext>
                </a:extLst>
              </p:cNvPr>
              <p:cNvSpPr/>
              <p:nvPr/>
            </p:nvSpPr>
            <p:spPr>
              <a:xfrm>
                <a:off x="9693922" y="2804628"/>
                <a:ext cx="1199761" cy="258060"/>
              </a:xfrm>
              <a:custGeom>
                <a:avLst/>
                <a:gdLst>
                  <a:gd name="connsiteX0" fmla="*/ 0 w 276239"/>
                  <a:gd name="connsiteY0" fmla="*/ 0 h 59417"/>
                  <a:gd name="connsiteX1" fmla="*/ 276240 w 276239"/>
                  <a:gd name="connsiteY1" fmla="*/ 59417 h 59417"/>
                </a:gdLst>
                <a:ahLst/>
                <a:cxnLst>
                  <a:cxn ang="0">
                    <a:pos x="connsiteX0" y="connsiteY0"/>
                  </a:cxn>
                  <a:cxn ang="0">
                    <a:pos x="connsiteX1" y="connsiteY1"/>
                  </a:cxn>
                </a:cxnLst>
                <a:rect l="l" t="t" r="r" b="b"/>
                <a:pathLst>
                  <a:path w="276239" h="59417">
                    <a:moveTo>
                      <a:pt x="0" y="0"/>
                    </a:moveTo>
                    <a:lnTo>
                      <a:pt x="276240" y="59417"/>
                    </a:lnTo>
                  </a:path>
                </a:pathLst>
              </a:custGeom>
              <a:ln w="4498" cap="flat">
                <a:solidFill>
                  <a:srgbClr val="B3B3B3">
                    <a:alpha val="40000"/>
                  </a:srgbClr>
                </a:solidFill>
                <a:prstDash val="solid"/>
                <a:round/>
              </a:ln>
            </p:spPr>
            <p:txBody>
              <a:bodyPr rtlCol="0" anchor="ctr"/>
              <a:lstStyle/>
              <a:p>
                <a:endParaRPr lang="en-US"/>
              </a:p>
            </p:txBody>
          </p:sp>
          <p:sp>
            <p:nvSpPr>
              <p:cNvPr id="5347" name="Freeform 5346">
                <a:extLst>
                  <a:ext uri="{FF2B5EF4-FFF2-40B4-BE49-F238E27FC236}">
                    <a16:creationId xmlns:a16="http://schemas.microsoft.com/office/drawing/2014/main" id="{B8957BD8-534C-44B6-6901-8FD8FDBF4BFE}"/>
                  </a:ext>
                </a:extLst>
              </p:cNvPr>
              <p:cNvSpPr/>
              <p:nvPr/>
            </p:nvSpPr>
            <p:spPr>
              <a:xfrm>
                <a:off x="9845322" y="2701772"/>
                <a:ext cx="1230919" cy="587522"/>
              </a:xfrm>
              <a:custGeom>
                <a:avLst/>
                <a:gdLst>
                  <a:gd name="connsiteX0" fmla="*/ 0 w 283413"/>
                  <a:gd name="connsiteY0" fmla="*/ 0 h 135274"/>
                  <a:gd name="connsiteX1" fmla="*/ 283414 w 283413"/>
                  <a:gd name="connsiteY1" fmla="*/ 135275 h 135274"/>
                </a:gdLst>
                <a:ahLst/>
                <a:cxnLst>
                  <a:cxn ang="0">
                    <a:pos x="connsiteX0" y="connsiteY0"/>
                  </a:cxn>
                  <a:cxn ang="0">
                    <a:pos x="connsiteX1" y="connsiteY1"/>
                  </a:cxn>
                </a:cxnLst>
                <a:rect l="l" t="t" r="r" b="b"/>
                <a:pathLst>
                  <a:path w="283413" h="135274">
                    <a:moveTo>
                      <a:pt x="0" y="0"/>
                    </a:moveTo>
                    <a:lnTo>
                      <a:pt x="283414" y="135275"/>
                    </a:lnTo>
                  </a:path>
                </a:pathLst>
              </a:custGeom>
              <a:ln w="4498" cap="flat">
                <a:solidFill>
                  <a:srgbClr val="B3B3B3">
                    <a:alpha val="40000"/>
                  </a:srgbClr>
                </a:solidFill>
                <a:prstDash val="solid"/>
                <a:round/>
              </a:ln>
            </p:spPr>
            <p:txBody>
              <a:bodyPr rtlCol="0" anchor="ctr"/>
              <a:lstStyle/>
              <a:p>
                <a:endParaRPr lang="en-US"/>
              </a:p>
            </p:txBody>
          </p:sp>
          <p:sp>
            <p:nvSpPr>
              <p:cNvPr id="5348" name="Freeform 5347">
                <a:extLst>
                  <a:ext uri="{FF2B5EF4-FFF2-40B4-BE49-F238E27FC236}">
                    <a16:creationId xmlns:a16="http://schemas.microsoft.com/office/drawing/2014/main" id="{C4DC38FC-206D-75B9-696C-3E33453C171E}"/>
                  </a:ext>
                </a:extLst>
              </p:cNvPr>
              <p:cNvSpPr/>
              <p:nvPr/>
            </p:nvSpPr>
            <p:spPr>
              <a:xfrm>
                <a:off x="9732312" y="2937369"/>
                <a:ext cx="1182376" cy="334344"/>
              </a:xfrm>
              <a:custGeom>
                <a:avLst/>
                <a:gdLst>
                  <a:gd name="connsiteX0" fmla="*/ 0 w 272236"/>
                  <a:gd name="connsiteY0" fmla="*/ 76982 h 76981"/>
                  <a:gd name="connsiteX1" fmla="*/ 272236 w 272236"/>
                  <a:gd name="connsiteY1" fmla="*/ 0 h 76981"/>
                </a:gdLst>
                <a:ahLst/>
                <a:cxnLst>
                  <a:cxn ang="0">
                    <a:pos x="connsiteX0" y="connsiteY0"/>
                  </a:cxn>
                  <a:cxn ang="0">
                    <a:pos x="connsiteX1" y="connsiteY1"/>
                  </a:cxn>
                </a:cxnLst>
                <a:rect l="l" t="t" r="r" b="b"/>
                <a:pathLst>
                  <a:path w="272236" h="76981">
                    <a:moveTo>
                      <a:pt x="0" y="76982"/>
                    </a:moveTo>
                    <a:lnTo>
                      <a:pt x="272236" y="0"/>
                    </a:lnTo>
                  </a:path>
                </a:pathLst>
              </a:custGeom>
              <a:ln w="4498" cap="flat">
                <a:solidFill>
                  <a:srgbClr val="B3B3B3">
                    <a:alpha val="40000"/>
                  </a:srgbClr>
                </a:solidFill>
                <a:prstDash val="solid"/>
                <a:round/>
              </a:ln>
            </p:spPr>
            <p:txBody>
              <a:bodyPr rtlCol="0" anchor="ctr"/>
              <a:lstStyle/>
              <a:p>
                <a:endParaRPr lang="en-US"/>
              </a:p>
            </p:txBody>
          </p:sp>
          <p:sp>
            <p:nvSpPr>
              <p:cNvPr id="5349" name="Freeform 5348">
                <a:extLst>
                  <a:ext uri="{FF2B5EF4-FFF2-40B4-BE49-F238E27FC236}">
                    <a16:creationId xmlns:a16="http://schemas.microsoft.com/office/drawing/2014/main" id="{6682F488-9F0B-F473-8536-BAA844D4DE38}"/>
                  </a:ext>
                </a:extLst>
              </p:cNvPr>
              <p:cNvSpPr/>
              <p:nvPr/>
            </p:nvSpPr>
            <p:spPr>
              <a:xfrm>
                <a:off x="10093717" y="1729599"/>
                <a:ext cx="479589" cy="2897578"/>
              </a:xfrm>
              <a:custGeom>
                <a:avLst/>
                <a:gdLst>
                  <a:gd name="connsiteX0" fmla="*/ 5083 w 110423"/>
                  <a:gd name="connsiteY0" fmla="*/ 665084 h 667153"/>
                  <a:gd name="connsiteX1" fmla="*/ 6005 w 110423"/>
                  <a:gd name="connsiteY1" fmla="*/ 657415 h 667153"/>
                  <a:gd name="connsiteX2" fmla="*/ 6881 w 110423"/>
                  <a:gd name="connsiteY2" fmla="*/ 649746 h 667153"/>
                  <a:gd name="connsiteX3" fmla="*/ 7646 w 110423"/>
                  <a:gd name="connsiteY3" fmla="*/ 642078 h 667153"/>
                  <a:gd name="connsiteX4" fmla="*/ 8231 w 110423"/>
                  <a:gd name="connsiteY4" fmla="*/ 634409 h 667153"/>
                  <a:gd name="connsiteX5" fmla="*/ 8636 w 110423"/>
                  <a:gd name="connsiteY5" fmla="*/ 626717 h 667153"/>
                  <a:gd name="connsiteX6" fmla="*/ 8838 w 110423"/>
                  <a:gd name="connsiteY6" fmla="*/ 619048 h 667153"/>
                  <a:gd name="connsiteX7" fmla="*/ 8883 w 110423"/>
                  <a:gd name="connsiteY7" fmla="*/ 611357 h 667153"/>
                  <a:gd name="connsiteX8" fmla="*/ 8793 w 110423"/>
                  <a:gd name="connsiteY8" fmla="*/ 603688 h 667153"/>
                  <a:gd name="connsiteX9" fmla="*/ 8703 w 110423"/>
                  <a:gd name="connsiteY9" fmla="*/ 595996 h 667153"/>
                  <a:gd name="connsiteX10" fmla="*/ 8726 w 110423"/>
                  <a:gd name="connsiteY10" fmla="*/ 588327 h 667153"/>
                  <a:gd name="connsiteX11" fmla="*/ 8928 w 110423"/>
                  <a:gd name="connsiteY11" fmla="*/ 580636 h 667153"/>
                  <a:gd name="connsiteX12" fmla="*/ 9423 w 110423"/>
                  <a:gd name="connsiteY12" fmla="*/ 572967 h 667153"/>
                  <a:gd name="connsiteX13" fmla="*/ 10322 w 110423"/>
                  <a:gd name="connsiteY13" fmla="*/ 565298 h 667153"/>
                  <a:gd name="connsiteX14" fmla="*/ 11649 w 110423"/>
                  <a:gd name="connsiteY14" fmla="*/ 557607 h 667153"/>
                  <a:gd name="connsiteX15" fmla="*/ 13426 w 110423"/>
                  <a:gd name="connsiteY15" fmla="*/ 549938 h 667153"/>
                  <a:gd name="connsiteX16" fmla="*/ 15630 w 110423"/>
                  <a:gd name="connsiteY16" fmla="*/ 542246 h 667153"/>
                  <a:gd name="connsiteX17" fmla="*/ 18216 w 110423"/>
                  <a:gd name="connsiteY17" fmla="*/ 534600 h 667153"/>
                  <a:gd name="connsiteX18" fmla="*/ 21072 w 110423"/>
                  <a:gd name="connsiteY18" fmla="*/ 526908 h 667153"/>
                  <a:gd name="connsiteX19" fmla="*/ 24154 w 110423"/>
                  <a:gd name="connsiteY19" fmla="*/ 519239 h 667153"/>
                  <a:gd name="connsiteX20" fmla="*/ 27347 w 110423"/>
                  <a:gd name="connsiteY20" fmla="*/ 511548 h 667153"/>
                  <a:gd name="connsiteX21" fmla="*/ 30563 w 110423"/>
                  <a:gd name="connsiteY21" fmla="*/ 503879 h 667153"/>
                  <a:gd name="connsiteX22" fmla="*/ 33734 w 110423"/>
                  <a:gd name="connsiteY22" fmla="*/ 496210 h 667153"/>
                  <a:gd name="connsiteX23" fmla="*/ 36860 w 110423"/>
                  <a:gd name="connsiteY23" fmla="*/ 488519 h 667153"/>
                  <a:gd name="connsiteX24" fmla="*/ 39897 w 110423"/>
                  <a:gd name="connsiteY24" fmla="*/ 480850 h 667153"/>
                  <a:gd name="connsiteX25" fmla="*/ 42932 w 110423"/>
                  <a:gd name="connsiteY25" fmla="*/ 473158 h 667153"/>
                  <a:gd name="connsiteX26" fmla="*/ 46014 w 110423"/>
                  <a:gd name="connsiteY26" fmla="*/ 465489 h 667153"/>
                  <a:gd name="connsiteX27" fmla="*/ 49252 w 110423"/>
                  <a:gd name="connsiteY27" fmla="*/ 457798 h 667153"/>
                  <a:gd name="connsiteX28" fmla="*/ 52760 w 110423"/>
                  <a:gd name="connsiteY28" fmla="*/ 450129 h 667153"/>
                  <a:gd name="connsiteX29" fmla="*/ 56606 w 110423"/>
                  <a:gd name="connsiteY29" fmla="*/ 442460 h 667153"/>
                  <a:gd name="connsiteX30" fmla="*/ 60879 w 110423"/>
                  <a:gd name="connsiteY30" fmla="*/ 434769 h 667153"/>
                  <a:gd name="connsiteX31" fmla="*/ 65624 w 110423"/>
                  <a:gd name="connsiteY31" fmla="*/ 427100 h 667153"/>
                  <a:gd name="connsiteX32" fmla="*/ 70865 w 110423"/>
                  <a:gd name="connsiteY32" fmla="*/ 419408 h 667153"/>
                  <a:gd name="connsiteX33" fmla="*/ 76487 w 110423"/>
                  <a:gd name="connsiteY33" fmla="*/ 411762 h 667153"/>
                  <a:gd name="connsiteX34" fmla="*/ 82357 w 110423"/>
                  <a:gd name="connsiteY34" fmla="*/ 404070 h 667153"/>
                  <a:gd name="connsiteX35" fmla="*/ 88294 w 110423"/>
                  <a:gd name="connsiteY35" fmla="*/ 396401 h 667153"/>
                  <a:gd name="connsiteX36" fmla="*/ 94029 w 110423"/>
                  <a:gd name="connsiteY36" fmla="*/ 388710 h 667153"/>
                  <a:gd name="connsiteX37" fmla="*/ 99314 w 110423"/>
                  <a:gd name="connsiteY37" fmla="*/ 381041 h 667153"/>
                  <a:gd name="connsiteX38" fmla="*/ 103834 w 110423"/>
                  <a:gd name="connsiteY38" fmla="*/ 373372 h 667153"/>
                  <a:gd name="connsiteX39" fmla="*/ 107320 w 110423"/>
                  <a:gd name="connsiteY39" fmla="*/ 365681 h 667153"/>
                  <a:gd name="connsiteX40" fmla="*/ 109569 w 110423"/>
                  <a:gd name="connsiteY40" fmla="*/ 358012 h 667153"/>
                  <a:gd name="connsiteX41" fmla="*/ 110424 w 110423"/>
                  <a:gd name="connsiteY41" fmla="*/ 350320 h 667153"/>
                  <a:gd name="connsiteX42" fmla="*/ 109816 w 110423"/>
                  <a:gd name="connsiteY42" fmla="*/ 342651 h 667153"/>
                  <a:gd name="connsiteX43" fmla="*/ 107815 w 110423"/>
                  <a:gd name="connsiteY43" fmla="*/ 334960 h 667153"/>
                  <a:gd name="connsiteX44" fmla="*/ 104599 w 110423"/>
                  <a:gd name="connsiteY44" fmla="*/ 327291 h 667153"/>
                  <a:gd name="connsiteX45" fmla="*/ 100371 w 110423"/>
                  <a:gd name="connsiteY45" fmla="*/ 319599 h 667153"/>
                  <a:gd name="connsiteX46" fmla="*/ 95423 w 110423"/>
                  <a:gd name="connsiteY46" fmla="*/ 311930 h 667153"/>
                  <a:gd name="connsiteX47" fmla="*/ 90070 w 110423"/>
                  <a:gd name="connsiteY47" fmla="*/ 304262 h 667153"/>
                  <a:gd name="connsiteX48" fmla="*/ 84561 w 110423"/>
                  <a:gd name="connsiteY48" fmla="*/ 296570 h 667153"/>
                  <a:gd name="connsiteX49" fmla="*/ 79118 w 110423"/>
                  <a:gd name="connsiteY49" fmla="*/ 288924 h 667153"/>
                  <a:gd name="connsiteX50" fmla="*/ 73923 w 110423"/>
                  <a:gd name="connsiteY50" fmla="*/ 281232 h 667153"/>
                  <a:gd name="connsiteX51" fmla="*/ 69020 w 110423"/>
                  <a:gd name="connsiteY51" fmla="*/ 273563 h 667153"/>
                  <a:gd name="connsiteX52" fmla="*/ 64455 w 110423"/>
                  <a:gd name="connsiteY52" fmla="*/ 265872 h 667153"/>
                  <a:gd name="connsiteX53" fmla="*/ 60182 w 110423"/>
                  <a:gd name="connsiteY53" fmla="*/ 258203 h 667153"/>
                  <a:gd name="connsiteX54" fmla="*/ 56089 w 110423"/>
                  <a:gd name="connsiteY54" fmla="*/ 250511 h 667153"/>
                  <a:gd name="connsiteX55" fmla="*/ 52153 w 110423"/>
                  <a:gd name="connsiteY55" fmla="*/ 242842 h 667153"/>
                  <a:gd name="connsiteX56" fmla="*/ 48263 w 110423"/>
                  <a:gd name="connsiteY56" fmla="*/ 235174 h 667153"/>
                  <a:gd name="connsiteX57" fmla="*/ 44417 w 110423"/>
                  <a:gd name="connsiteY57" fmla="*/ 227482 h 667153"/>
                  <a:gd name="connsiteX58" fmla="*/ 40571 w 110423"/>
                  <a:gd name="connsiteY58" fmla="*/ 219813 h 667153"/>
                  <a:gd name="connsiteX59" fmla="*/ 36793 w 110423"/>
                  <a:gd name="connsiteY59" fmla="*/ 212122 h 667153"/>
                  <a:gd name="connsiteX60" fmla="*/ 33127 w 110423"/>
                  <a:gd name="connsiteY60" fmla="*/ 204453 h 667153"/>
                  <a:gd name="connsiteX61" fmla="*/ 29664 w 110423"/>
                  <a:gd name="connsiteY61" fmla="*/ 196761 h 667153"/>
                  <a:gd name="connsiteX62" fmla="*/ 26425 w 110423"/>
                  <a:gd name="connsiteY62" fmla="*/ 189092 h 667153"/>
                  <a:gd name="connsiteX63" fmla="*/ 23502 w 110423"/>
                  <a:gd name="connsiteY63" fmla="*/ 181401 h 667153"/>
                  <a:gd name="connsiteX64" fmla="*/ 20937 w 110423"/>
                  <a:gd name="connsiteY64" fmla="*/ 173754 h 667153"/>
                  <a:gd name="connsiteX65" fmla="*/ 18756 w 110423"/>
                  <a:gd name="connsiteY65" fmla="*/ 166086 h 667153"/>
                  <a:gd name="connsiteX66" fmla="*/ 16935 w 110423"/>
                  <a:gd name="connsiteY66" fmla="*/ 158394 h 667153"/>
                  <a:gd name="connsiteX67" fmla="*/ 15450 w 110423"/>
                  <a:gd name="connsiteY67" fmla="*/ 150725 h 667153"/>
                  <a:gd name="connsiteX68" fmla="*/ 14236 w 110423"/>
                  <a:gd name="connsiteY68" fmla="*/ 143034 h 667153"/>
                  <a:gd name="connsiteX69" fmla="*/ 13201 w 110423"/>
                  <a:gd name="connsiteY69" fmla="*/ 135365 h 667153"/>
                  <a:gd name="connsiteX70" fmla="*/ 12279 w 110423"/>
                  <a:gd name="connsiteY70" fmla="*/ 127673 h 667153"/>
                  <a:gd name="connsiteX71" fmla="*/ 11402 w 110423"/>
                  <a:gd name="connsiteY71" fmla="*/ 120004 h 667153"/>
                  <a:gd name="connsiteX72" fmla="*/ 10502 w 110423"/>
                  <a:gd name="connsiteY72" fmla="*/ 112313 h 667153"/>
                  <a:gd name="connsiteX73" fmla="*/ 9558 w 110423"/>
                  <a:gd name="connsiteY73" fmla="*/ 104644 h 667153"/>
                  <a:gd name="connsiteX74" fmla="*/ 8546 w 110423"/>
                  <a:gd name="connsiteY74" fmla="*/ 96975 h 667153"/>
                  <a:gd name="connsiteX75" fmla="*/ 7489 w 110423"/>
                  <a:gd name="connsiteY75" fmla="*/ 89284 h 667153"/>
                  <a:gd name="connsiteX76" fmla="*/ 6409 w 110423"/>
                  <a:gd name="connsiteY76" fmla="*/ 81615 h 667153"/>
                  <a:gd name="connsiteX77" fmla="*/ 5330 w 110423"/>
                  <a:gd name="connsiteY77" fmla="*/ 73923 h 667153"/>
                  <a:gd name="connsiteX78" fmla="*/ 4318 w 110423"/>
                  <a:gd name="connsiteY78" fmla="*/ 66254 h 667153"/>
                  <a:gd name="connsiteX79" fmla="*/ 3396 w 110423"/>
                  <a:gd name="connsiteY79" fmla="*/ 58563 h 667153"/>
                  <a:gd name="connsiteX80" fmla="*/ 2586 w 110423"/>
                  <a:gd name="connsiteY80" fmla="*/ 50916 h 667153"/>
                  <a:gd name="connsiteX81" fmla="*/ 1911 w 110423"/>
                  <a:gd name="connsiteY81" fmla="*/ 43247 h 667153"/>
                  <a:gd name="connsiteX82" fmla="*/ 1372 w 110423"/>
                  <a:gd name="connsiteY82" fmla="*/ 35556 h 667153"/>
                  <a:gd name="connsiteX83" fmla="*/ 944 w 110423"/>
                  <a:gd name="connsiteY83" fmla="*/ 27887 h 667153"/>
                  <a:gd name="connsiteX84" fmla="*/ 652 w 110423"/>
                  <a:gd name="connsiteY84" fmla="*/ 20196 h 667153"/>
                  <a:gd name="connsiteX85" fmla="*/ 427 w 110423"/>
                  <a:gd name="connsiteY85" fmla="*/ 12527 h 667153"/>
                  <a:gd name="connsiteX86" fmla="*/ 270 w 110423"/>
                  <a:gd name="connsiteY86" fmla="*/ 4835 h 667153"/>
                  <a:gd name="connsiteX87" fmla="*/ 202 w 110423"/>
                  <a:gd name="connsiteY87" fmla="*/ 0 h 667153"/>
                  <a:gd name="connsiteX88" fmla="*/ 112 w 110423"/>
                  <a:gd name="connsiteY88" fmla="*/ 0 h 667153"/>
                  <a:gd name="connsiteX89" fmla="*/ 0 w 110423"/>
                  <a:gd name="connsiteY89" fmla="*/ 0 h 667153"/>
                  <a:gd name="connsiteX90" fmla="*/ 0 w 110423"/>
                  <a:gd name="connsiteY90" fmla="*/ 4835 h 667153"/>
                  <a:gd name="connsiteX91" fmla="*/ 0 w 110423"/>
                  <a:gd name="connsiteY91" fmla="*/ 12527 h 667153"/>
                  <a:gd name="connsiteX92" fmla="*/ 0 w 110423"/>
                  <a:gd name="connsiteY92" fmla="*/ 20196 h 667153"/>
                  <a:gd name="connsiteX93" fmla="*/ 0 w 110423"/>
                  <a:gd name="connsiteY93" fmla="*/ 27887 h 667153"/>
                  <a:gd name="connsiteX94" fmla="*/ 0 w 110423"/>
                  <a:gd name="connsiteY94" fmla="*/ 35556 h 667153"/>
                  <a:gd name="connsiteX95" fmla="*/ 0 w 110423"/>
                  <a:gd name="connsiteY95" fmla="*/ 43247 h 667153"/>
                  <a:gd name="connsiteX96" fmla="*/ 0 w 110423"/>
                  <a:gd name="connsiteY96" fmla="*/ 50916 h 667153"/>
                  <a:gd name="connsiteX97" fmla="*/ 0 w 110423"/>
                  <a:gd name="connsiteY97" fmla="*/ 58563 h 667153"/>
                  <a:gd name="connsiteX98" fmla="*/ 0 w 110423"/>
                  <a:gd name="connsiteY98" fmla="*/ 66254 h 667153"/>
                  <a:gd name="connsiteX99" fmla="*/ 0 w 110423"/>
                  <a:gd name="connsiteY99" fmla="*/ 73923 h 667153"/>
                  <a:gd name="connsiteX100" fmla="*/ 0 w 110423"/>
                  <a:gd name="connsiteY100" fmla="*/ 81615 h 667153"/>
                  <a:gd name="connsiteX101" fmla="*/ 0 w 110423"/>
                  <a:gd name="connsiteY101" fmla="*/ 89284 h 667153"/>
                  <a:gd name="connsiteX102" fmla="*/ 0 w 110423"/>
                  <a:gd name="connsiteY102" fmla="*/ 96975 h 667153"/>
                  <a:gd name="connsiteX103" fmla="*/ 0 w 110423"/>
                  <a:gd name="connsiteY103" fmla="*/ 104644 h 667153"/>
                  <a:gd name="connsiteX104" fmla="*/ 0 w 110423"/>
                  <a:gd name="connsiteY104" fmla="*/ 112313 h 667153"/>
                  <a:gd name="connsiteX105" fmla="*/ 0 w 110423"/>
                  <a:gd name="connsiteY105" fmla="*/ 120004 h 667153"/>
                  <a:gd name="connsiteX106" fmla="*/ 0 w 110423"/>
                  <a:gd name="connsiteY106" fmla="*/ 127673 h 667153"/>
                  <a:gd name="connsiteX107" fmla="*/ 0 w 110423"/>
                  <a:gd name="connsiteY107" fmla="*/ 135365 h 667153"/>
                  <a:gd name="connsiteX108" fmla="*/ 0 w 110423"/>
                  <a:gd name="connsiteY108" fmla="*/ 143034 h 667153"/>
                  <a:gd name="connsiteX109" fmla="*/ 0 w 110423"/>
                  <a:gd name="connsiteY109" fmla="*/ 150725 h 667153"/>
                  <a:gd name="connsiteX110" fmla="*/ 0 w 110423"/>
                  <a:gd name="connsiteY110" fmla="*/ 158394 h 667153"/>
                  <a:gd name="connsiteX111" fmla="*/ 0 w 110423"/>
                  <a:gd name="connsiteY111" fmla="*/ 166086 h 667153"/>
                  <a:gd name="connsiteX112" fmla="*/ 0 w 110423"/>
                  <a:gd name="connsiteY112" fmla="*/ 173754 h 667153"/>
                  <a:gd name="connsiteX113" fmla="*/ 0 w 110423"/>
                  <a:gd name="connsiteY113" fmla="*/ 181401 h 667153"/>
                  <a:gd name="connsiteX114" fmla="*/ 0 w 110423"/>
                  <a:gd name="connsiteY114" fmla="*/ 189092 h 667153"/>
                  <a:gd name="connsiteX115" fmla="*/ 0 w 110423"/>
                  <a:gd name="connsiteY115" fmla="*/ 196761 h 667153"/>
                  <a:gd name="connsiteX116" fmla="*/ 0 w 110423"/>
                  <a:gd name="connsiteY116" fmla="*/ 204453 h 667153"/>
                  <a:gd name="connsiteX117" fmla="*/ 0 w 110423"/>
                  <a:gd name="connsiteY117" fmla="*/ 212122 h 667153"/>
                  <a:gd name="connsiteX118" fmla="*/ 0 w 110423"/>
                  <a:gd name="connsiteY118" fmla="*/ 219813 h 667153"/>
                  <a:gd name="connsiteX119" fmla="*/ 0 w 110423"/>
                  <a:gd name="connsiteY119" fmla="*/ 227482 h 667153"/>
                  <a:gd name="connsiteX120" fmla="*/ 0 w 110423"/>
                  <a:gd name="connsiteY120" fmla="*/ 235174 h 667153"/>
                  <a:gd name="connsiteX121" fmla="*/ 0 w 110423"/>
                  <a:gd name="connsiteY121" fmla="*/ 242842 h 667153"/>
                  <a:gd name="connsiteX122" fmla="*/ 0 w 110423"/>
                  <a:gd name="connsiteY122" fmla="*/ 250511 h 667153"/>
                  <a:gd name="connsiteX123" fmla="*/ 0 w 110423"/>
                  <a:gd name="connsiteY123" fmla="*/ 258203 h 667153"/>
                  <a:gd name="connsiteX124" fmla="*/ 0 w 110423"/>
                  <a:gd name="connsiteY124" fmla="*/ 265872 h 667153"/>
                  <a:gd name="connsiteX125" fmla="*/ 0 w 110423"/>
                  <a:gd name="connsiteY125" fmla="*/ 273563 h 667153"/>
                  <a:gd name="connsiteX126" fmla="*/ 0 w 110423"/>
                  <a:gd name="connsiteY126" fmla="*/ 281232 h 667153"/>
                  <a:gd name="connsiteX127" fmla="*/ 0 w 110423"/>
                  <a:gd name="connsiteY127" fmla="*/ 288924 h 667153"/>
                  <a:gd name="connsiteX128" fmla="*/ 0 w 110423"/>
                  <a:gd name="connsiteY128" fmla="*/ 296570 h 667153"/>
                  <a:gd name="connsiteX129" fmla="*/ 0 w 110423"/>
                  <a:gd name="connsiteY129" fmla="*/ 304262 h 667153"/>
                  <a:gd name="connsiteX130" fmla="*/ 0 w 110423"/>
                  <a:gd name="connsiteY130" fmla="*/ 311930 h 667153"/>
                  <a:gd name="connsiteX131" fmla="*/ 0 w 110423"/>
                  <a:gd name="connsiteY131" fmla="*/ 319599 h 667153"/>
                  <a:gd name="connsiteX132" fmla="*/ 0 w 110423"/>
                  <a:gd name="connsiteY132" fmla="*/ 327291 h 667153"/>
                  <a:gd name="connsiteX133" fmla="*/ 0 w 110423"/>
                  <a:gd name="connsiteY133" fmla="*/ 334960 h 667153"/>
                  <a:gd name="connsiteX134" fmla="*/ 0 w 110423"/>
                  <a:gd name="connsiteY134" fmla="*/ 342651 h 667153"/>
                  <a:gd name="connsiteX135" fmla="*/ 0 w 110423"/>
                  <a:gd name="connsiteY135" fmla="*/ 350320 h 667153"/>
                  <a:gd name="connsiteX136" fmla="*/ 0 w 110423"/>
                  <a:gd name="connsiteY136" fmla="*/ 358012 h 667153"/>
                  <a:gd name="connsiteX137" fmla="*/ 0 w 110423"/>
                  <a:gd name="connsiteY137" fmla="*/ 365681 h 667153"/>
                  <a:gd name="connsiteX138" fmla="*/ 0 w 110423"/>
                  <a:gd name="connsiteY138" fmla="*/ 373372 h 667153"/>
                  <a:gd name="connsiteX139" fmla="*/ 0 w 110423"/>
                  <a:gd name="connsiteY139" fmla="*/ 381041 h 667153"/>
                  <a:gd name="connsiteX140" fmla="*/ 0 w 110423"/>
                  <a:gd name="connsiteY140" fmla="*/ 388710 h 667153"/>
                  <a:gd name="connsiteX141" fmla="*/ 0 w 110423"/>
                  <a:gd name="connsiteY141" fmla="*/ 396401 h 667153"/>
                  <a:gd name="connsiteX142" fmla="*/ 0 w 110423"/>
                  <a:gd name="connsiteY142" fmla="*/ 404070 h 667153"/>
                  <a:gd name="connsiteX143" fmla="*/ 0 w 110423"/>
                  <a:gd name="connsiteY143" fmla="*/ 411762 h 667153"/>
                  <a:gd name="connsiteX144" fmla="*/ 0 w 110423"/>
                  <a:gd name="connsiteY144" fmla="*/ 419408 h 667153"/>
                  <a:gd name="connsiteX145" fmla="*/ 0 w 110423"/>
                  <a:gd name="connsiteY145" fmla="*/ 427100 h 667153"/>
                  <a:gd name="connsiteX146" fmla="*/ 0 w 110423"/>
                  <a:gd name="connsiteY146" fmla="*/ 434769 h 667153"/>
                  <a:gd name="connsiteX147" fmla="*/ 0 w 110423"/>
                  <a:gd name="connsiteY147" fmla="*/ 442460 h 667153"/>
                  <a:gd name="connsiteX148" fmla="*/ 0 w 110423"/>
                  <a:gd name="connsiteY148" fmla="*/ 450129 h 667153"/>
                  <a:gd name="connsiteX149" fmla="*/ 0 w 110423"/>
                  <a:gd name="connsiteY149" fmla="*/ 457798 h 667153"/>
                  <a:gd name="connsiteX150" fmla="*/ 0 w 110423"/>
                  <a:gd name="connsiteY150" fmla="*/ 465489 h 667153"/>
                  <a:gd name="connsiteX151" fmla="*/ 0 w 110423"/>
                  <a:gd name="connsiteY151" fmla="*/ 473158 h 667153"/>
                  <a:gd name="connsiteX152" fmla="*/ 0 w 110423"/>
                  <a:gd name="connsiteY152" fmla="*/ 480850 h 667153"/>
                  <a:gd name="connsiteX153" fmla="*/ 0 w 110423"/>
                  <a:gd name="connsiteY153" fmla="*/ 488519 h 667153"/>
                  <a:gd name="connsiteX154" fmla="*/ 0 w 110423"/>
                  <a:gd name="connsiteY154" fmla="*/ 496210 h 667153"/>
                  <a:gd name="connsiteX155" fmla="*/ 0 w 110423"/>
                  <a:gd name="connsiteY155" fmla="*/ 503879 h 667153"/>
                  <a:gd name="connsiteX156" fmla="*/ 0 w 110423"/>
                  <a:gd name="connsiteY156" fmla="*/ 511548 h 667153"/>
                  <a:gd name="connsiteX157" fmla="*/ 0 w 110423"/>
                  <a:gd name="connsiteY157" fmla="*/ 519239 h 667153"/>
                  <a:gd name="connsiteX158" fmla="*/ 0 w 110423"/>
                  <a:gd name="connsiteY158" fmla="*/ 526908 h 667153"/>
                  <a:gd name="connsiteX159" fmla="*/ 0 w 110423"/>
                  <a:gd name="connsiteY159" fmla="*/ 534600 h 667153"/>
                  <a:gd name="connsiteX160" fmla="*/ 0 w 110423"/>
                  <a:gd name="connsiteY160" fmla="*/ 542246 h 667153"/>
                  <a:gd name="connsiteX161" fmla="*/ 0 w 110423"/>
                  <a:gd name="connsiteY161" fmla="*/ 549938 h 667153"/>
                  <a:gd name="connsiteX162" fmla="*/ 0 w 110423"/>
                  <a:gd name="connsiteY162" fmla="*/ 557607 h 667153"/>
                  <a:gd name="connsiteX163" fmla="*/ 0 w 110423"/>
                  <a:gd name="connsiteY163" fmla="*/ 565298 h 667153"/>
                  <a:gd name="connsiteX164" fmla="*/ 0 w 110423"/>
                  <a:gd name="connsiteY164" fmla="*/ 572967 h 667153"/>
                  <a:gd name="connsiteX165" fmla="*/ 0 w 110423"/>
                  <a:gd name="connsiteY165" fmla="*/ 580636 h 667153"/>
                  <a:gd name="connsiteX166" fmla="*/ 0 w 110423"/>
                  <a:gd name="connsiteY166" fmla="*/ 588327 h 667153"/>
                  <a:gd name="connsiteX167" fmla="*/ 0 w 110423"/>
                  <a:gd name="connsiteY167" fmla="*/ 595996 h 667153"/>
                  <a:gd name="connsiteX168" fmla="*/ 0 w 110423"/>
                  <a:gd name="connsiteY168" fmla="*/ 603688 h 667153"/>
                  <a:gd name="connsiteX169" fmla="*/ 0 w 110423"/>
                  <a:gd name="connsiteY169" fmla="*/ 611357 h 667153"/>
                  <a:gd name="connsiteX170" fmla="*/ 0 w 110423"/>
                  <a:gd name="connsiteY170" fmla="*/ 619048 h 667153"/>
                  <a:gd name="connsiteX171" fmla="*/ 0 w 110423"/>
                  <a:gd name="connsiteY171" fmla="*/ 626717 h 667153"/>
                  <a:gd name="connsiteX172" fmla="*/ 0 w 110423"/>
                  <a:gd name="connsiteY172" fmla="*/ 634409 h 667153"/>
                  <a:gd name="connsiteX173" fmla="*/ 0 w 110423"/>
                  <a:gd name="connsiteY173" fmla="*/ 642078 h 667153"/>
                  <a:gd name="connsiteX174" fmla="*/ 0 w 110423"/>
                  <a:gd name="connsiteY174" fmla="*/ 649746 h 667153"/>
                  <a:gd name="connsiteX175" fmla="*/ 0 w 110423"/>
                  <a:gd name="connsiteY175" fmla="*/ 657415 h 667153"/>
                  <a:gd name="connsiteX176" fmla="*/ 0 w 110423"/>
                  <a:gd name="connsiteY176" fmla="*/ 665084 h 667153"/>
                  <a:gd name="connsiteX177" fmla="*/ 0 w 110423"/>
                  <a:gd name="connsiteY177" fmla="*/ 667153 h 667153"/>
                  <a:gd name="connsiteX178" fmla="*/ 1124 w 110423"/>
                  <a:gd name="connsiteY178" fmla="*/ 667153 h 667153"/>
                  <a:gd name="connsiteX179" fmla="*/ 4858 w 110423"/>
                  <a:gd name="connsiteY179" fmla="*/ 667153 h 667153"/>
                  <a:gd name="connsiteX180" fmla="*/ 5083 w 110423"/>
                  <a:gd name="connsiteY180" fmla="*/ 665084 h 6671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10423" h="667153">
                    <a:moveTo>
                      <a:pt x="5083" y="665084"/>
                    </a:moveTo>
                    <a:lnTo>
                      <a:pt x="6005" y="657415"/>
                    </a:lnTo>
                    <a:lnTo>
                      <a:pt x="6881" y="649746"/>
                    </a:lnTo>
                    <a:lnTo>
                      <a:pt x="7646" y="642078"/>
                    </a:lnTo>
                    <a:lnTo>
                      <a:pt x="8231" y="634409"/>
                    </a:lnTo>
                    <a:lnTo>
                      <a:pt x="8636" y="626717"/>
                    </a:lnTo>
                    <a:lnTo>
                      <a:pt x="8838" y="619048"/>
                    </a:lnTo>
                    <a:lnTo>
                      <a:pt x="8883" y="611357"/>
                    </a:lnTo>
                    <a:lnTo>
                      <a:pt x="8793" y="603688"/>
                    </a:lnTo>
                    <a:lnTo>
                      <a:pt x="8703" y="595996"/>
                    </a:lnTo>
                    <a:lnTo>
                      <a:pt x="8726" y="588327"/>
                    </a:lnTo>
                    <a:lnTo>
                      <a:pt x="8928" y="580636"/>
                    </a:lnTo>
                    <a:lnTo>
                      <a:pt x="9423" y="572967"/>
                    </a:lnTo>
                    <a:lnTo>
                      <a:pt x="10322" y="565298"/>
                    </a:lnTo>
                    <a:lnTo>
                      <a:pt x="11649" y="557607"/>
                    </a:lnTo>
                    <a:lnTo>
                      <a:pt x="13426" y="549938"/>
                    </a:lnTo>
                    <a:lnTo>
                      <a:pt x="15630" y="542246"/>
                    </a:lnTo>
                    <a:lnTo>
                      <a:pt x="18216" y="534600"/>
                    </a:lnTo>
                    <a:lnTo>
                      <a:pt x="21072" y="526908"/>
                    </a:lnTo>
                    <a:lnTo>
                      <a:pt x="24154" y="519239"/>
                    </a:lnTo>
                    <a:lnTo>
                      <a:pt x="27347" y="511548"/>
                    </a:lnTo>
                    <a:lnTo>
                      <a:pt x="30563" y="503879"/>
                    </a:lnTo>
                    <a:lnTo>
                      <a:pt x="33734" y="496210"/>
                    </a:lnTo>
                    <a:lnTo>
                      <a:pt x="36860" y="488519"/>
                    </a:lnTo>
                    <a:lnTo>
                      <a:pt x="39897" y="480850"/>
                    </a:lnTo>
                    <a:lnTo>
                      <a:pt x="42932" y="473158"/>
                    </a:lnTo>
                    <a:lnTo>
                      <a:pt x="46014" y="465489"/>
                    </a:lnTo>
                    <a:lnTo>
                      <a:pt x="49252" y="457798"/>
                    </a:lnTo>
                    <a:lnTo>
                      <a:pt x="52760" y="450129"/>
                    </a:lnTo>
                    <a:lnTo>
                      <a:pt x="56606" y="442460"/>
                    </a:lnTo>
                    <a:lnTo>
                      <a:pt x="60879" y="434769"/>
                    </a:lnTo>
                    <a:lnTo>
                      <a:pt x="65624" y="427100"/>
                    </a:lnTo>
                    <a:lnTo>
                      <a:pt x="70865" y="419408"/>
                    </a:lnTo>
                    <a:lnTo>
                      <a:pt x="76487" y="411762"/>
                    </a:lnTo>
                    <a:lnTo>
                      <a:pt x="82357" y="404070"/>
                    </a:lnTo>
                    <a:lnTo>
                      <a:pt x="88294" y="396401"/>
                    </a:lnTo>
                    <a:lnTo>
                      <a:pt x="94029" y="388710"/>
                    </a:lnTo>
                    <a:lnTo>
                      <a:pt x="99314" y="381041"/>
                    </a:lnTo>
                    <a:lnTo>
                      <a:pt x="103834" y="373372"/>
                    </a:lnTo>
                    <a:lnTo>
                      <a:pt x="107320" y="365681"/>
                    </a:lnTo>
                    <a:lnTo>
                      <a:pt x="109569" y="358012"/>
                    </a:lnTo>
                    <a:lnTo>
                      <a:pt x="110424" y="350320"/>
                    </a:lnTo>
                    <a:lnTo>
                      <a:pt x="109816" y="342651"/>
                    </a:lnTo>
                    <a:lnTo>
                      <a:pt x="107815" y="334960"/>
                    </a:lnTo>
                    <a:lnTo>
                      <a:pt x="104599" y="327291"/>
                    </a:lnTo>
                    <a:lnTo>
                      <a:pt x="100371" y="319599"/>
                    </a:lnTo>
                    <a:lnTo>
                      <a:pt x="95423" y="311930"/>
                    </a:lnTo>
                    <a:lnTo>
                      <a:pt x="90070" y="304262"/>
                    </a:lnTo>
                    <a:lnTo>
                      <a:pt x="84561" y="296570"/>
                    </a:lnTo>
                    <a:lnTo>
                      <a:pt x="79118" y="288924"/>
                    </a:lnTo>
                    <a:lnTo>
                      <a:pt x="73923" y="281232"/>
                    </a:lnTo>
                    <a:lnTo>
                      <a:pt x="69020" y="273563"/>
                    </a:lnTo>
                    <a:lnTo>
                      <a:pt x="64455" y="265872"/>
                    </a:lnTo>
                    <a:lnTo>
                      <a:pt x="60182" y="258203"/>
                    </a:lnTo>
                    <a:lnTo>
                      <a:pt x="56089" y="250511"/>
                    </a:lnTo>
                    <a:lnTo>
                      <a:pt x="52153" y="242842"/>
                    </a:lnTo>
                    <a:lnTo>
                      <a:pt x="48263" y="235174"/>
                    </a:lnTo>
                    <a:lnTo>
                      <a:pt x="44417" y="227482"/>
                    </a:lnTo>
                    <a:lnTo>
                      <a:pt x="40571" y="219813"/>
                    </a:lnTo>
                    <a:lnTo>
                      <a:pt x="36793" y="212122"/>
                    </a:lnTo>
                    <a:lnTo>
                      <a:pt x="33127" y="204453"/>
                    </a:lnTo>
                    <a:lnTo>
                      <a:pt x="29664" y="196761"/>
                    </a:lnTo>
                    <a:lnTo>
                      <a:pt x="26425" y="189092"/>
                    </a:lnTo>
                    <a:lnTo>
                      <a:pt x="23502" y="181401"/>
                    </a:lnTo>
                    <a:lnTo>
                      <a:pt x="20937" y="173754"/>
                    </a:lnTo>
                    <a:lnTo>
                      <a:pt x="18756" y="166086"/>
                    </a:lnTo>
                    <a:lnTo>
                      <a:pt x="16935" y="158394"/>
                    </a:lnTo>
                    <a:lnTo>
                      <a:pt x="15450" y="150725"/>
                    </a:lnTo>
                    <a:lnTo>
                      <a:pt x="14236" y="143034"/>
                    </a:lnTo>
                    <a:lnTo>
                      <a:pt x="13201" y="135365"/>
                    </a:lnTo>
                    <a:lnTo>
                      <a:pt x="12279" y="127673"/>
                    </a:lnTo>
                    <a:lnTo>
                      <a:pt x="11402" y="120004"/>
                    </a:lnTo>
                    <a:lnTo>
                      <a:pt x="10502" y="112313"/>
                    </a:lnTo>
                    <a:lnTo>
                      <a:pt x="9558" y="104644"/>
                    </a:lnTo>
                    <a:lnTo>
                      <a:pt x="8546" y="96975"/>
                    </a:lnTo>
                    <a:lnTo>
                      <a:pt x="7489" y="89284"/>
                    </a:lnTo>
                    <a:lnTo>
                      <a:pt x="6409" y="81615"/>
                    </a:lnTo>
                    <a:lnTo>
                      <a:pt x="5330" y="73923"/>
                    </a:lnTo>
                    <a:lnTo>
                      <a:pt x="4318" y="66254"/>
                    </a:lnTo>
                    <a:lnTo>
                      <a:pt x="3396" y="58563"/>
                    </a:lnTo>
                    <a:lnTo>
                      <a:pt x="2586" y="50916"/>
                    </a:lnTo>
                    <a:lnTo>
                      <a:pt x="1911" y="43247"/>
                    </a:lnTo>
                    <a:lnTo>
                      <a:pt x="1372" y="35556"/>
                    </a:lnTo>
                    <a:lnTo>
                      <a:pt x="944" y="27887"/>
                    </a:lnTo>
                    <a:lnTo>
                      <a:pt x="652" y="20196"/>
                    </a:lnTo>
                    <a:lnTo>
                      <a:pt x="427" y="12527"/>
                    </a:lnTo>
                    <a:lnTo>
                      <a:pt x="270" y="4835"/>
                    </a:lnTo>
                    <a:lnTo>
                      <a:pt x="202" y="0"/>
                    </a:lnTo>
                    <a:lnTo>
                      <a:pt x="112" y="0"/>
                    </a:lnTo>
                    <a:lnTo>
                      <a:pt x="0" y="0"/>
                    </a:lnTo>
                    <a:lnTo>
                      <a:pt x="0" y="4835"/>
                    </a:lnTo>
                    <a:lnTo>
                      <a:pt x="0" y="12527"/>
                    </a:lnTo>
                    <a:lnTo>
                      <a:pt x="0" y="20196"/>
                    </a:lnTo>
                    <a:lnTo>
                      <a:pt x="0" y="27887"/>
                    </a:lnTo>
                    <a:lnTo>
                      <a:pt x="0" y="35556"/>
                    </a:lnTo>
                    <a:lnTo>
                      <a:pt x="0" y="43247"/>
                    </a:lnTo>
                    <a:lnTo>
                      <a:pt x="0" y="50916"/>
                    </a:lnTo>
                    <a:lnTo>
                      <a:pt x="0" y="58563"/>
                    </a:lnTo>
                    <a:lnTo>
                      <a:pt x="0" y="66254"/>
                    </a:lnTo>
                    <a:lnTo>
                      <a:pt x="0" y="73923"/>
                    </a:lnTo>
                    <a:lnTo>
                      <a:pt x="0" y="81615"/>
                    </a:lnTo>
                    <a:lnTo>
                      <a:pt x="0" y="89284"/>
                    </a:lnTo>
                    <a:lnTo>
                      <a:pt x="0" y="96975"/>
                    </a:lnTo>
                    <a:lnTo>
                      <a:pt x="0" y="104644"/>
                    </a:lnTo>
                    <a:lnTo>
                      <a:pt x="0" y="112313"/>
                    </a:lnTo>
                    <a:lnTo>
                      <a:pt x="0" y="120004"/>
                    </a:lnTo>
                    <a:lnTo>
                      <a:pt x="0" y="127673"/>
                    </a:lnTo>
                    <a:lnTo>
                      <a:pt x="0" y="135365"/>
                    </a:lnTo>
                    <a:lnTo>
                      <a:pt x="0" y="143034"/>
                    </a:lnTo>
                    <a:lnTo>
                      <a:pt x="0" y="150725"/>
                    </a:lnTo>
                    <a:lnTo>
                      <a:pt x="0" y="158394"/>
                    </a:lnTo>
                    <a:lnTo>
                      <a:pt x="0" y="166086"/>
                    </a:lnTo>
                    <a:lnTo>
                      <a:pt x="0" y="173754"/>
                    </a:lnTo>
                    <a:lnTo>
                      <a:pt x="0" y="181401"/>
                    </a:lnTo>
                    <a:lnTo>
                      <a:pt x="0" y="189092"/>
                    </a:lnTo>
                    <a:lnTo>
                      <a:pt x="0" y="196761"/>
                    </a:lnTo>
                    <a:lnTo>
                      <a:pt x="0" y="204453"/>
                    </a:lnTo>
                    <a:lnTo>
                      <a:pt x="0" y="212122"/>
                    </a:lnTo>
                    <a:lnTo>
                      <a:pt x="0" y="219813"/>
                    </a:lnTo>
                    <a:lnTo>
                      <a:pt x="0" y="227482"/>
                    </a:lnTo>
                    <a:lnTo>
                      <a:pt x="0" y="235174"/>
                    </a:lnTo>
                    <a:lnTo>
                      <a:pt x="0" y="242842"/>
                    </a:lnTo>
                    <a:lnTo>
                      <a:pt x="0" y="250511"/>
                    </a:lnTo>
                    <a:lnTo>
                      <a:pt x="0" y="258203"/>
                    </a:lnTo>
                    <a:lnTo>
                      <a:pt x="0" y="265872"/>
                    </a:lnTo>
                    <a:lnTo>
                      <a:pt x="0" y="273563"/>
                    </a:lnTo>
                    <a:lnTo>
                      <a:pt x="0" y="281232"/>
                    </a:lnTo>
                    <a:lnTo>
                      <a:pt x="0" y="288924"/>
                    </a:lnTo>
                    <a:lnTo>
                      <a:pt x="0" y="296570"/>
                    </a:lnTo>
                    <a:lnTo>
                      <a:pt x="0" y="304262"/>
                    </a:lnTo>
                    <a:lnTo>
                      <a:pt x="0" y="311930"/>
                    </a:lnTo>
                    <a:lnTo>
                      <a:pt x="0" y="319599"/>
                    </a:lnTo>
                    <a:lnTo>
                      <a:pt x="0" y="327291"/>
                    </a:lnTo>
                    <a:lnTo>
                      <a:pt x="0" y="334960"/>
                    </a:lnTo>
                    <a:lnTo>
                      <a:pt x="0" y="342651"/>
                    </a:lnTo>
                    <a:lnTo>
                      <a:pt x="0" y="350320"/>
                    </a:lnTo>
                    <a:lnTo>
                      <a:pt x="0" y="358012"/>
                    </a:lnTo>
                    <a:lnTo>
                      <a:pt x="0" y="365681"/>
                    </a:lnTo>
                    <a:lnTo>
                      <a:pt x="0" y="373372"/>
                    </a:lnTo>
                    <a:lnTo>
                      <a:pt x="0" y="381041"/>
                    </a:lnTo>
                    <a:lnTo>
                      <a:pt x="0" y="388710"/>
                    </a:lnTo>
                    <a:lnTo>
                      <a:pt x="0" y="396401"/>
                    </a:lnTo>
                    <a:lnTo>
                      <a:pt x="0" y="404070"/>
                    </a:lnTo>
                    <a:lnTo>
                      <a:pt x="0" y="411762"/>
                    </a:lnTo>
                    <a:lnTo>
                      <a:pt x="0" y="419408"/>
                    </a:lnTo>
                    <a:lnTo>
                      <a:pt x="0" y="427100"/>
                    </a:lnTo>
                    <a:lnTo>
                      <a:pt x="0" y="434769"/>
                    </a:lnTo>
                    <a:lnTo>
                      <a:pt x="0" y="442460"/>
                    </a:lnTo>
                    <a:lnTo>
                      <a:pt x="0" y="450129"/>
                    </a:lnTo>
                    <a:lnTo>
                      <a:pt x="0" y="457798"/>
                    </a:lnTo>
                    <a:lnTo>
                      <a:pt x="0" y="465489"/>
                    </a:lnTo>
                    <a:lnTo>
                      <a:pt x="0" y="473158"/>
                    </a:lnTo>
                    <a:lnTo>
                      <a:pt x="0" y="480850"/>
                    </a:lnTo>
                    <a:lnTo>
                      <a:pt x="0" y="488519"/>
                    </a:lnTo>
                    <a:lnTo>
                      <a:pt x="0" y="496210"/>
                    </a:lnTo>
                    <a:lnTo>
                      <a:pt x="0" y="503879"/>
                    </a:lnTo>
                    <a:lnTo>
                      <a:pt x="0" y="511548"/>
                    </a:lnTo>
                    <a:lnTo>
                      <a:pt x="0" y="519239"/>
                    </a:lnTo>
                    <a:lnTo>
                      <a:pt x="0" y="526908"/>
                    </a:lnTo>
                    <a:lnTo>
                      <a:pt x="0" y="534600"/>
                    </a:lnTo>
                    <a:lnTo>
                      <a:pt x="0" y="542246"/>
                    </a:lnTo>
                    <a:lnTo>
                      <a:pt x="0" y="549938"/>
                    </a:lnTo>
                    <a:lnTo>
                      <a:pt x="0" y="557607"/>
                    </a:lnTo>
                    <a:lnTo>
                      <a:pt x="0" y="565298"/>
                    </a:lnTo>
                    <a:lnTo>
                      <a:pt x="0" y="572967"/>
                    </a:lnTo>
                    <a:lnTo>
                      <a:pt x="0" y="580636"/>
                    </a:lnTo>
                    <a:lnTo>
                      <a:pt x="0" y="588327"/>
                    </a:lnTo>
                    <a:lnTo>
                      <a:pt x="0" y="595996"/>
                    </a:lnTo>
                    <a:lnTo>
                      <a:pt x="0" y="603688"/>
                    </a:lnTo>
                    <a:lnTo>
                      <a:pt x="0" y="611357"/>
                    </a:lnTo>
                    <a:lnTo>
                      <a:pt x="0" y="619048"/>
                    </a:lnTo>
                    <a:lnTo>
                      <a:pt x="0" y="626717"/>
                    </a:lnTo>
                    <a:lnTo>
                      <a:pt x="0" y="634409"/>
                    </a:lnTo>
                    <a:lnTo>
                      <a:pt x="0" y="642078"/>
                    </a:lnTo>
                    <a:lnTo>
                      <a:pt x="0" y="649746"/>
                    </a:lnTo>
                    <a:lnTo>
                      <a:pt x="0" y="657415"/>
                    </a:lnTo>
                    <a:lnTo>
                      <a:pt x="0" y="665084"/>
                    </a:lnTo>
                    <a:lnTo>
                      <a:pt x="0" y="667153"/>
                    </a:lnTo>
                    <a:lnTo>
                      <a:pt x="1124" y="667153"/>
                    </a:lnTo>
                    <a:lnTo>
                      <a:pt x="4858" y="667153"/>
                    </a:lnTo>
                    <a:lnTo>
                      <a:pt x="5083" y="665084"/>
                    </a:lnTo>
                    <a:close/>
                  </a:path>
                </a:pathLst>
              </a:custGeom>
              <a:solidFill>
                <a:srgbClr val="B4E4FA">
                  <a:alpha val="50000"/>
                </a:srgbClr>
              </a:solidFill>
              <a:ln w="2249" cap="flat">
                <a:noFill/>
                <a:prstDash val="solid"/>
                <a:miter/>
              </a:ln>
            </p:spPr>
            <p:txBody>
              <a:bodyPr rtlCol="0" anchor="ctr"/>
              <a:lstStyle/>
              <a:p>
                <a:endParaRPr lang="en-US"/>
              </a:p>
            </p:txBody>
          </p:sp>
          <p:sp>
            <p:nvSpPr>
              <p:cNvPr id="5350" name="Freeform 5349">
                <a:extLst>
                  <a:ext uri="{FF2B5EF4-FFF2-40B4-BE49-F238E27FC236}">
                    <a16:creationId xmlns:a16="http://schemas.microsoft.com/office/drawing/2014/main" id="{EA885055-6889-38EA-FA47-506064962D10}"/>
                  </a:ext>
                </a:extLst>
              </p:cNvPr>
              <p:cNvSpPr/>
              <p:nvPr/>
            </p:nvSpPr>
            <p:spPr>
              <a:xfrm rot="19696800">
                <a:off x="9745467" y="2205241"/>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51" name="Freeform 5350">
                <a:extLst>
                  <a:ext uri="{FF2B5EF4-FFF2-40B4-BE49-F238E27FC236}">
                    <a16:creationId xmlns:a16="http://schemas.microsoft.com/office/drawing/2014/main" id="{B714F4C2-3AF5-BB38-DD1C-B67981A2D7A0}"/>
                  </a:ext>
                </a:extLst>
              </p:cNvPr>
              <p:cNvSpPr/>
              <p:nvPr/>
            </p:nvSpPr>
            <p:spPr>
              <a:xfrm rot="20803200">
                <a:off x="9833000" y="3190617"/>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52" name="Freeform 5351">
                <a:extLst>
                  <a:ext uri="{FF2B5EF4-FFF2-40B4-BE49-F238E27FC236}">
                    <a16:creationId xmlns:a16="http://schemas.microsoft.com/office/drawing/2014/main" id="{1AAAF2C3-09A8-FCB1-31DA-9AE8635959BF}"/>
                  </a:ext>
                </a:extLst>
              </p:cNvPr>
              <p:cNvSpPr/>
              <p:nvPr/>
            </p:nvSpPr>
            <p:spPr>
              <a:xfrm rot="19696800">
                <a:off x="9705674" y="3153512"/>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53" name="Freeform 5352">
                <a:extLst>
                  <a:ext uri="{FF2B5EF4-FFF2-40B4-BE49-F238E27FC236}">
                    <a16:creationId xmlns:a16="http://schemas.microsoft.com/office/drawing/2014/main" id="{723A515A-7CD7-33B6-F8EE-571E9349E50E}"/>
                  </a:ext>
                </a:extLst>
              </p:cNvPr>
              <p:cNvSpPr/>
              <p:nvPr/>
            </p:nvSpPr>
            <p:spPr>
              <a:xfrm rot="20803200">
                <a:off x="9825621" y="2968428"/>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54" name="Freeform 5353">
                <a:extLst>
                  <a:ext uri="{FF2B5EF4-FFF2-40B4-BE49-F238E27FC236}">
                    <a16:creationId xmlns:a16="http://schemas.microsoft.com/office/drawing/2014/main" id="{146BE571-643B-D2D1-1B62-2E3F11C21045}"/>
                  </a:ext>
                </a:extLst>
              </p:cNvPr>
              <p:cNvSpPr/>
              <p:nvPr/>
            </p:nvSpPr>
            <p:spPr>
              <a:xfrm rot="19696800">
                <a:off x="9764598" y="3456594"/>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55" name="Freeform 5354">
                <a:extLst>
                  <a:ext uri="{FF2B5EF4-FFF2-40B4-BE49-F238E27FC236}">
                    <a16:creationId xmlns:a16="http://schemas.microsoft.com/office/drawing/2014/main" id="{9B66C38C-A7AA-BF62-9C64-F87DD75DC673}"/>
                  </a:ext>
                </a:extLst>
              </p:cNvPr>
              <p:cNvSpPr/>
              <p:nvPr/>
            </p:nvSpPr>
            <p:spPr>
              <a:xfrm rot="19696800">
                <a:off x="9718344" y="3235494"/>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56" name="Freeform 5355">
                <a:extLst>
                  <a:ext uri="{FF2B5EF4-FFF2-40B4-BE49-F238E27FC236}">
                    <a16:creationId xmlns:a16="http://schemas.microsoft.com/office/drawing/2014/main" id="{A48E6CE8-A12B-29AC-8ED1-9A82A5316583}"/>
                  </a:ext>
                </a:extLst>
              </p:cNvPr>
              <p:cNvSpPr/>
              <p:nvPr/>
            </p:nvSpPr>
            <p:spPr>
              <a:xfrm rot="19696800">
                <a:off x="9672319" y="3142325"/>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57" name="Freeform 5356">
                <a:extLst>
                  <a:ext uri="{FF2B5EF4-FFF2-40B4-BE49-F238E27FC236}">
                    <a16:creationId xmlns:a16="http://schemas.microsoft.com/office/drawing/2014/main" id="{7050D25E-3BB2-B368-6668-146CBD28917F}"/>
                  </a:ext>
                </a:extLst>
              </p:cNvPr>
              <p:cNvSpPr/>
              <p:nvPr/>
            </p:nvSpPr>
            <p:spPr>
              <a:xfrm rot="19696800">
                <a:off x="9655837" y="2509360"/>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58" name="Freeform 5357">
                <a:extLst>
                  <a:ext uri="{FF2B5EF4-FFF2-40B4-BE49-F238E27FC236}">
                    <a16:creationId xmlns:a16="http://schemas.microsoft.com/office/drawing/2014/main" id="{64505EE3-9E1F-61BC-C9E2-2267AF0B0392}"/>
                  </a:ext>
                </a:extLst>
              </p:cNvPr>
              <p:cNvSpPr/>
              <p:nvPr/>
            </p:nvSpPr>
            <p:spPr>
              <a:xfrm rot="19696800">
                <a:off x="9754571" y="3409115"/>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59" name="Freeform 5358">
                <a:extLst>
                  <a:ext uri="{FF2B5EF4-FFF2-40B4-BE49-F238E27FC236}">
                    <a16:creationId xmlns:a16="http://schemas.microsoft.com/office/drawing/2014/main" id="{A9A2321D-A61E-7AA1-F7D9-02754128EB06}"/>
                  </a:ext>
                </a:extLst>
              </p:cNvPr>
              <p:cNvSpPr/>
              <p:nvPr/>
            </p:nvSpPr>
            <p:spPr>
              <a:xfrm rot="20803200">
                <a:off x="9853548" y="3826270"/>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60" name="Freeform 5359">
                <a:extLst>
                  <a:ext uri="{FF2B5EF4-FFF2-40B4-BE49-F238E27FC236}">
                    <a16:creationId xmlns:a16="http://schemas.microsoft.com/office/drawing/2014/main" id="{EE9F334D-A24A-39B8-E8B6-8277DBE76AD0}"/>
                  </a:ext>
                </a:extLst>
              </p:cNvPr>
              <p:cNvSpPr/>
              <p:nvPr/>
            </p:nvSpPr>
            <p:spPr>
              <a:xfrm rot="20803200">
                <a:off x="9850899" y="3333122"/>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61" name="Freeform 5360">
                <a:extLst>
                  <a:ext uri="{FF2B5EF4-FFF2-40B4-BE49-F238E27FC236}">
                    <a16:creationId xmlns:a16="http://schemas.microsoft.com/office/drawing/2014/main" id="{F961A140-72D9-0CC0-BFAA-05582D1EECDF}"/>
                  </a:ext>
                </a:extLst>
              </p:cNvPr>
              <p:cNvSpPr/>
              <p:nvPr/>
            </p:nvSpPr>
            <p:spPr>
              <a:xfrm rot="20803200">
                <a:off x="9825039" y="3765678"/>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62" name="Freeform 5361">
                <a:extLst>
                  <a:ext uri="{FF2B5EF4-FFF2-40B4-BE49-F238E27FC236}">
                    <a16:creationId xmlns:a16="http://schemas.microsoft.com/office/drawing/2014/main" id="{C6B94355-6E19-7FCE-9DEF-7052128CD07A}"/>
                  </a:ext>
                </a:extLst>
              </p:cNvPr>
              <p:cNvSpPr/>
              <p:nvPr/>
            </p:nvSpPr>
            <p:spPr>
              <a:xfrm rot="19696800">
                <a:off x="9684223" y="3944548"/>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63" name="Freeform 5362">
                <a:extLst>
                  <a:ext uri="{FF2B5EF4-FFF2-40B4-BE49-F238E27FC236}">
                    <a16:creationId xmlns:a16="http://schemas.microsoft.com/office/drawing/2014/main" id="{AB6D8D31-8831-3E48-CEBA-E089F55F7453}"/>
                  </a:ext>
                </a:extLst>
              </p:cNvPr>
              <p:cNvSpPr/>
              <p:nvPr/>
            </p:nvSpPr>
            <p:spPr>
              <a:xfrm rot="20803200">
                <a:off x="9825817" y="3457840"/>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64" name="Freeform 5363">
                <a:extLst>
                  <a:ext uri="{FF2B5EF4-FFF2-40B4-BE49-F238E27FC236}">
                    <a16:creationId xmlns:a16="http://schemas.microsoft.com/office/drawing/2014/main" id="{31D834F5-7039-31F9-3B43-017873918D3C}"/>
                  </a:ext>
                </a:extLst>
              </p:cNvPr>
              <p:cNvSpPr/>
              <p:nvPr/>
            </p:nvSpPr>
            <p:spPr>
              <a:xfrm rot="19696800">
                <a:off x="9690626" y="3625536"/>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65" name="Freeform 5364">
                <a:extLst>
                  <a:ext uri="{FF2B5EF4-FFF2-40B4-BE49-F238E27FC236}">
                    <a16:creationId xmlns:a16="http://schemas.microsoft.com/office/drawing/2014/main" id="{CF8D9126-ECAC-282E-BF82-BB56D1517A47}"/>
                  </a:ext>
                </a:extLst>
              </p:cNvPr>
              <p:cNvSpPr/>
              <p:nvPr/>
            </p:nvSpPr>
            <p:spPr>
              <a:xfrm rot="20803200">
                <a:off x="9828314" y="3237710"/>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66" name="Freeform 5365">
                <a:extLst>
                  <a:ext uri="{FF2B5EF4-FFF2-40B4-BE49-F238E27FC236}">
                    <a16:creationId xmlns:a16="http://schemas.microsoft.com/office/drawing/2014/main" id="{2D3D015B-3334-0FDE-E2BC-70F1B3B24A6E}"/>
                  </a:ext>
                </a:extLst>
              </p:cNvPr>
              <p:cNvSpPr/>
              <p:nvPr/>
            </p:nvSpPr>
            <p:spPr>
              <a:xfrm rot="19696800">
                <a:off x="9663012" y="4406599"/>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67" name="Freeform 5366">
                <a:extLst>
                  <a:ext uri="{FF2B5EF4-FFF2-40B4-BE49-F238E27FC236}">
                    <a16:creationId xmlns:a16="http://schemas.microsoft.com/office/drawing/2014/main" id="{E2BD2100-4CA1-6190-2C69-AC87991114BD}"/>
                  </a:ext>
                </a:extLst>
              </p:cNvPr>
              <p:cNvSpPr/>
              <p:nvPr/>
            </p:nvSpPr>
            <p:spPr>
              <a:xfrm rot="19696800">
                <a:off x="9801998" y="2757213"/>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68" name="Freeform 5367">
                <a:extLst>
                  <a:ext uri="{FF2B5EF4-FFF2-40B4-BE49-F238E27FC236}">
                    <a16:creationId xmlns:a16="http://schemas.microsoft.com/office/drawing/2014/main" id="{1E59F637-8D9F-89B5-3FEA-80E32CA6A33A}"/>
                  </a:ext>
                </a:extLst>
              </p:cNvPr>
              <p:cNvSpPr/>
              <p:nvPr/>
            </p:nvSpPr>
            <p:spPr>
              <a:xfrm rot="20803200">
                <a:off x="9839546" y="3096587"/>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69" name="Freeform 5368">
                <a:extLst>
                  <a:ext uri="{FF2B5EF4-FFF2-40B4-BE49-F238E27FC236}">
                    <a16:creationId xmlns:a16="http://schemas.microsoft.com/office/drawing/2014/main" id="{CCFCE9F5-79D6-88A8-A88D-F730B6ADFFB3}"/>
                  </a:ext>
                </a:extLst>
              </p:cNvPr>
              <p:cNvSpPr/>
              <p:nvPr/>
            </p:nvSpPr>
            <p:spPr>
              <a:xfrm rot="20803200">
                <a:off x="9826473" y="3402990"/>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70" name="Freeform 5369">
                <a:extLst>
                  <a:ext uri="{FF2B5EF4-FFF2-40B4-BE49-F238E27FC236}">
                    <a16:creationId xmlns:a16="http://schemas.microsoft.com/office/drawing/2014/main" id="{0E4FC5E5-FC27-CC46-417F-94A60D4B4595}"/>
                  </a:ext>
                </a:extLst>
              </p:cNvPr>
              <p:cNvSpPr/>
              <p:nvPr/>
            </p:nvSpPr>
            <p:spPr>
              <a:xfrm rot="19696800">
                <a:off x="9738092" y="2988427"/>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71" name="Freeform 5370">
                <a:extLst>
                  <a:ext uri="{FF2B5EF4-FFF2-40B4-BE49-F238E27FC236}">
                    <a16:creationId xmlns:a16="http://schemas.microsoft.com/office/drawing/2014/main" id="{D5A40EE7-BAB8-F3EE-D0DF-1EF424F22C95}"/>
                  </a:ext>
                </a:extLst>
              </p:cNvPr>
              <p:cNvSpPr/>
              <p:nvPr/>
            </p:nvSpPr>
            <p:spPr>
              <a:xfrm rot="19696800">
                <a:off x="9772464" y="3249915"/>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72" name="Freeform 5371">
                <a:extLst>
                  <a:ext uri="{FF2B5EF4-FFF2-40B4-BE49-F238E27FC236}">
                    <a16:creationId xmlns:a16="http://schemas.microsoft.com/office/drawing/2014/main" id="{9C026576-94C6-C737-3FCB-255719599E92}"/>
                  </a:ext>
                </a:extLst>
              </p:cNvPr>
              <p:cNvSpPr/>
              <p:nvPr/>
            </p:nvSpPr>
            <p:spPr>
              <a:xfrm rot="19696800">
                <a:off x="9801508" y="3641715"/>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73" name="Freeform 5372">
                <a:extLst>
                  <a:ext uri="{FF2B5EF4-FFF2-40B4-BE49-F238E27FC236}">
                    <a16:creationId xmlns:a16="http://schemas.microsoft.com/office/drawing/2014/main" id="{1794FEB5-C10D-EF51-9D34-0B3CA2A39091}"/>
                  </a:ext>
                </a:extLst>
              </p:cNvPr>
              <p:cNvSpPr/>
              <p:nvPr/>
            </p:nvSpPr>
            <p:spPr>
              <a:xfrm rot="19696800">
                <a:off x="9686738" y="3006239"/>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74" name="Freeform 5373">
                <a:extLst>
                  <a:ext uri="{FF2B5EF4-FFF2-40B4-BE49-F238E27FC236}">
                    <a16:creationId xmlns:a16="http://schemas.microsoft.com/office/drawing/2014/main" id="{D8D57516-F217-7CF9-DAE0-E035273E53F5}"/>
                  </a:ext>
                </a:extLst>
              </p:cNvPr>
              <p:cNvSpPr/>
              <p:nvPr/>
            </p:nvSpPr>
            <p:spPr>
              <a:xfrm rot="19696800">
                <a:off x="9745545" y="2821062"/>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75" name="Freeform 5374">
                <a:extLst>
                  <a:ext uri="{FF2B5EF4-FFF2-40B4-BE49-F238E27FC236}">
                    <a16:creationId xmlns:a16="http://schemas.microsoft.com/office/drawing/2014/main" id="{6A78E3BD-D4AE-E233-7D43-F0559ABB2388}"/>
                  </a:ext>
                </a:extLst>
              </p:cNvPr>
              <p:cNvSpPr/>
              <p:nvPr/>
            </p:nvSpPr>
            <p:spPr>
              <a:xfrm rot="19696800">
                <a:off x="9754136" y="3201626"/>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76" name="Freeform 5375">
                <a:extLst>
                  <a:ext uri="{FF2B5EF4-FFF2-40B4-BE49-F238E27FC236}">
                    <a16:creationId xmlns:a16="http://schemas.microsoft.com/office/drawing/2014/main" id="{4BE2F721-F488-C4F8-2181-23BBC0BD7455}"/>
                  </a:ext>
                </a:extLst>
              </p:cNvPr>
              <p:cNvSpPr/>
              <p:nvPr/>
            </p:nvSpPr>
            <p:spPr>
              <a:xfrm rot="19696800">
                <a:off x="9665943" y="2776106"/>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4" y="12594"/>
                      <a:pt x="6297" y="12594"/>
                    </a:cubicBezTo>
                    <a:cubicBezTo>
                      <a:pt x="2819" y="12594"/>
                      <a:pt x="0" y="9775"/>
                      <a:pt x="0" y="6297"/>
                    </a:cubicBezTo>
                    <a:cubicBezTo>
                      <a:pt x="0" y="2819"/>
                      <a:pt x="2819" y="0"/>
                      <a:pt x="6297" y="0"/>
                    </a:cubicBezTo>
                    <a:cubicBezTo>
                      <a:pt x="9774"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77" name="Freeform 5376">
                <a:extLst>
                  <a:ext uri="{FF2B5EF4-FFF2-40B4-BE49-F238E27FC236}">
                    <a16:creationId xmlns:a16="http://schemas.microsoft.com/office/drawing/2014/main" id="{5E9DD84E-4AA5-0672-5416-9E64214D0070}"/>
                  </a:ext>
                </a:extLst>
              </p:cNvPr>
              <p:cNvSpPr/>
              <p:nvPr/>
            </p:nvSpPr>
            <p:spPr>
              <a:xfrm rot="19696800">
                <a:off x="9817278" y="2673103"/>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4" y="12594"/>
                      <a:pt x="6297" y="12594"/>
                    </a:cubicBezTo>
                    <a:cubicBezTo>
                      <a:pt x="2819" y="12594"/>
                      <a:pt x="0" y="9775"/>
                      <a:pt x="0" y="6297"/>
                    </a:cubicBezTo>
                    <a:cubicBezTo>
                      <a:pt x="0" y="2819"/>
                      <a:pt x="2819" y="0"/>
                      <a:pt x="6297" y="0"/>
                    </a:cubicBezTo>
                    <a:cubicBezTo>
                      <a:pt x="9774"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78" name="Freeform 5377">
                <a:extLst>
                  <a:ext uri="{FF2B5EF4-FFF2-40B4-BE49-F238E27FC236}">
                    <a16:creationId xmlns:a16="http://schemas.microsoft.com/office/drawing/2014/main" id="{66C565FF-9CE3-6645-3BE6-A4390043466B}"/>
                  </a:ext>
                </a:extLst>
              </p:cNvPr>
              <p:cNvSpPr/>
              <p:nvPr/>
            </p:nvSpPr>
            <p:spPr>
              <a:xfrm rot="19696800">
                <a:off x="9704416" y="3243066"/>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E4FA">
                  <a:alpha val="60000"/>
                </a:srgbClr>
              </a:solidFill>
              <a:ln w="2249" cap="flat">
                <a:noFill/>
                <a:prstDash val="solid"/>
                <a:miter/>
              </a:ln>
            </p:spPr>
            <p:txBody>
              <a:bodyPr rtlCol="0" anchor="ctr"/>
              <a:lstStyle/>
              <a:p>
                <a:endParaRPr lang="en-US"/>
              </a:p>
            </p:txBody>
          </p:sp>
          <p:sp>
            <p:nvSpPr>
              <p:cNvPr id="5379" name="Freeform 5378">
                <a:extLst>
                  <a:ext uri="{FF2B5EF4-FFF2-40B4-BE49-F238E27FC236}">
                    <a16:creationId xmlns:a16="http://schemas.microsoft.com/office/drawing/2014/main" id="{647D35D7-8420-F661-C881-97637E2026CC}"/>
                  </a:ext>
                </a:extLst>
              </p:cNvPr>
              <p:cNvSpPr/>
              <p:nvPr/>
            </p:nvSpPr>
            <p:spPr>
              <a:xfrm>
                <a:off x="10021825" y="3011408"/>
                <a:ext cx="143877" cy="472853"/>
              </a:xfrm>
              <a:custGeom>
                <a:avLst/>
                <a:gdLst>
                  <a:gd name="connsiteX0" fmla="*/ 0 w 33127"/>
                  <a:gd name="connsiteY0" fmla="*/ 0 h 108872"/>
                  <a:gd name="connsiteX1" fmla="*/ 33127 w 33127"/>
                  <a:gd name="connsiteY1" fmla="*/ 0 h 108872"/>
                  <a:gd name="connsiteX2" fmla="*/ 33127 w 33127"/>
                  <a:gd name="connsiteY2" fmla="*/ 108872 h 108872"/>
                  <a:gd name="connsiteX3" fmla="*/ 0 w 33127"/>
                  <a:gd name="connsiteY3" fmla="*/ 108872 h 108872"/>
                </a:gdLst>
                <a:ahLst/>
                <a:cxnLst>
                  <a:cxn ang="0">
                    <a:pos x="connsiteX0" y="connsiteY0"/>
                  </a:cxn>
                  <a:cxn ang="0">
                    <a:pos x="connsiteX1" y="connsiteY1"/>
                  </a:cxn>
                  <a:cxn ang="0">
                    <a:pos x="connsiteX2" y="connsiteY2"/>
                  </a:cxn>
                  <a:cxn ang="0">
                    <a:pos x="connsiteX3" y="connsiteY3"/>
                  </a:cxn>
                </a:cxnLst>
                <a:rect l="l" t="t" r="r" b="b"/>
                <a:pathLst>
                  <a:path w="33127" h="108872">
                    <a:moveTo>
                      <a:pt x="0" y="0"/>
                    </a:moveTo>
                    <a:lnTo>
                      <a:pt x="33127" y="0"/>
                    </a:lnTo>
                    <a:lnTo>
                      <a:pt x="33127" y="108872"/>
                    </a:lnTo>
                    <a:lnTo>
                      <a:pt x="0" y="108872"/>
                    </a:lnTo>
                    <a:close/>
                  </a:path>
                </a:pathLst>
              </a:custGeom>
              <a:solidFill>
                <a:srgbClr val="B4E4FA"/>
              </a:solidFill>
              <a:ln w="2249" cap="flat">
                <a:noFill/>
                <a:prstDash val="solid"/>
                <a:miter/>
              </a:ln>
            </p:spPr>
            <p:txBody>
              <a:bodyPr rtlCol="0" anchor="ctr"/>
              <a:lstStyle/>
              <a:p>
                <a:endParaRPr lang="en-US"/>
              </a:p>
            </p:txBody>
          </p:sp>
          <p:sp>
            <p:nvSpPr>
              <p:cNvPr id="5380" name="Freeform 5379">
                <a:extLst>
                  <a:ext uri="{FF2B5EF4-FFF2-40B4-BE49-F238E27FC236}">
                    <a16:creationId xmlns:a16="http://schemas.microsoft.com/office/drawing/2014/main" id="{BE5B4394-2BDA-F54F-D1EB-419850B26D03}"/>
                  </a:ext>
                </a:extLst>
              </p:cNvPr>
              <p:cNvSpPr/>
              <p:nvPr/>
            </p:nvSpPr>
            <p:spPr>
              <a:xfrm>
                <a:off x="10021825" y="3011408"/>
                <a:ext cx="143877" cy="472853"/>
              </a:xfrm>
              <a:custGeom>
                <a:avLst/>
                <a:gdLst>
                  <a:gd name="connsiteX0" fmla="*/ 0 w 33127"/>
                  <a:gd name="connsiteY0" fmla="*/ 0 h 108872"/>
                  <a:gd name="connsiteX1" fmla="*/ 33127 w 33127"/>
                  <a:gd name="connsiteY1" fmla="*/ 0 h 108872"/>
                  <a:gd name="connsiteX2" fmla="*/ 33127 w 33127"/>
                  <a:gd name="connsiteY2" fmla="*/ 108872 h 108872"/>
                  <a:gd name="connsiteX3" fmla="*/ 0 w 33127"/>
                  <a:gd name="connsiteY3" fmla="*/ 108872 h 108872"/>
                </a:gdLst>
                <a:ahLst/>
                <a:cxnLst>
                  <a:cxn ang="0">
                    <a:pos x="connsiteX0" y="connsiteY0"/>
                  </a:cxn>
                  <a:cxn ang="0">
                    <a:pos x="connsiteX1" y="connsiteY1"/>
                  </a:cxn>
                  <a:cxn ang="0">
                    <a:pos x="connsiteX2" y="connsiteY2"/>
                  </a:cxn>
                  <a:cxn ang="0">
                    <a:pos x="connsiteX3" y="connsiteY3"/>
                  </a:cxn>
                </a:cxnLst>
                <a:rect l="l" t="t" r="r" b="b"/>
                <a:pathLst>
                  <a:path w="33127" h="108872">
                    <a:moveTo>
                      <a:pt x="0" y="0"/>
                    </a:moveTo>
                    <a:lnTo>
                      <a:pt x="33127" y="0"/>
                    </a:lnTo>
                    <a:lnTo>
                      <a:pt x="33127" y="108872"/>
                    </a:lnTo>
                    <a:lnTo>
                      <a:pt x="0" y="108872"/>
                    </a:lnTo>
                    <a:close/>
                  </a:path>
                </a:pathLst>
              </a:custGeom>
              <a:noFill/>
              <a:ln w="4498" cap="flat">
                <a:solidFill>
                  <a:srgbClr val="000000"/>
                </a:solidFill>
                <a:prstDash val="solid"/>
                <a:miter/>
              </a:ln>
            </p:spPr>
            <p:txBody>
              <a:bodyPr rtlCol="0" anchor="ctr"/>
              <a:lstStyle/>
              <a:p>
                <a:endParaRPr lang="en-US"/>
              </a:p>
            </p:txBody>
          </p:sp>
          <p:sp>
            <p:nvSpPr>
              <p:cNvPr id="5381" name="Freeform 5380">
                <a:extLst>
                  <a:ext uri="{FF2B5EF4-FFF2-40B4-BE49-F238E27FC236}">
                    <a16:creationId xmlns:a16="http://schemas.microsoft.com/office/drawing/2014/main" id="{3D03B0E0-54B1-1A32-6AF7-41599EE8C9C4}"/>
                  </a:ext>
                </a:extLst>
              </p:cNvPr>
              <p:cNvSpPr/>
              <p:nvPr/>
            </p:nvSpPr>
            <p:spPr>
              <a:xfrm>
                <a:off x="10021825" y="3263709"/>
                <a:ext cx="143777" cy="9764"/>
              </a:xfrm>
              <a:custGeom>
                <a:avLst/>
                <a:gdLst>
                  <a:gd name="connsiteX0" fmla="*/ 0 w 33104"/>
                  <a:gd name="connsiteY0" fmla="*/ 0 h 2248"/>
                  <a:gd name="connsiteX1" fmla="*/ 33105 w 33104"/>
                  <a:gd name="connsiteY1" fmla="*/ 0 h 2248"/>
                </a:gdLst>
                <a:ahLst/>
                <a:cxnLst>
                  <a:cxn ang="0">
                    <a:pos x="connsiteX0" y="connsiteY0"/>
                  </a:cxn>
                  <a:cxn ang="0">
                    <a:pos x="connsiteX1" y="connsiteY1"/>
                  </a:cxn>
                </a:cxnLst>
                <a:rect l="l" t="t" r="r" b="b"/>
                <a:pathLst>
                  <a:path w="33104" h="2248">
                    <a:moveTo>
                      <a:pt x="0" y="0"/>
                    </a:moveTo>
                    <a:lnTo>
                      <a:pt x="33105" y="0"/>
                    </a:lnTo>
                  </a:path>
                </a:pathLst>
              </a:custGeom>
              <a:ln w="4498" cap="flat">
                <a:solidFill>
                  <a:srgbClr val="000000"/>
                </a:solidFill>
                <a:prstDash val="solid"/>
                <a:round/>
              </a:ln>
            </p:spPr>
            <p:txBody>
              <a:bodyPr rtlCol="0" anchor="ctr"/>
              <a:lstStyle/>
              <a:p>
                <a:endParaRPr lang="en-US"/>
              </a:p>
            </p:txBody>
          </p:sp>
          <p:sp>
            <p:nvSpPr>
              <p:cNvPr id="5382" name="Freeform 5381">
                <a:extLst>
                  <a:ext uri="{FF2B5EF4-FFF2-40B4-BE49-F238E27FC236}">
                    <a16:creationId xmlns:a16="http://schemas.microsoft.com/office/drawing/2014/main" id="{E8819A8E-6C17-02B4-7D3E-C99912D6E19F}"/>
                  </a:ext>
                </a:extLst>
              </p:cNvPr>
              <p:cNvSpPr/>
              <p:nvPr/>
            </p:nvSpPr>
            <p:spPr>
              <a:xfrm>
                <a:off x="11309009" y="1663961"/>
                <a:ext cx="479593" cy="2521814"/>
              </a:xfrm>
              <a:custGeom>
                <a:avLst/>
                <a:gdLst>
                  <a:gd name="connsiteX0" fmla="*/ 0 w 110424"/>
                  <a:gd name="connsiteY0" fmla="*/ 580636 h 580635"/>
                  <a:gd name="connsiteX1" fmla="*/ 180 w 110424"/>
                  <a:gd name="connsiteY1" fmla="*/ 580636 h 580635"/>
                  <a:gd name="connsiteX2" fmla="*/ 248 w 110424"/>
                  <a:gd name="connsiteY2" fmla="*/ 574766 h 580635"/>
                  <a:gd name="connsiteX3" fmla="*/ 360 w 110424"/>
                  <a:gd name="connsiteY3" fmla="*/ 568919 h 580635"/>
                  <a:gd name="connsiteX4" fmla="*/ 517 w 110424"/>
                  <a:gd name="connsiteY4" fmla="*/ 563049 h 580635"/>
                  <a:gd name="connsiteX5" fmla="*/ 697 w 110424"/>
                  <a:gd name="connsiteY5" fmla="*/ 557179 h 580635"/>
                  <a:gd name="connsiteX6" fmla="*/ 967 w 110424"/>
                  <a:gd name="connsiteY6" fmla="*/ 551310 h 580635"/>
                  <a:gd name="connsiteX7" fmla="*/ 1305 w 110424"/>
                  <a:gd name="connsiteY7" fmla="*/ 545440 h 580635"/>
                  <a:gd name="connsiteX8" fmla="*/ 1754 w 110424"/>
                  <a:gd name="connsiteY8" fmla="*/ 539593 h 580635"/>
                  <a:gd name="connsiteX9" fmla="*/ 2294 w 110424"/>
                  <a:gd name="connsiteY9" fmla="*/ 533745 h 580635"/>
                  <a:gd name="connsiteX10" fmla="*/ 2969 w 110424"/>
                  <a:gd name="connsiteY10" fmla="*/ 527875 h 580635"/>
                  <a:gd name="connsiteX11" fmla="*/ 3801 w 110424"/>
                  <a:gd name="connsiteY11" fmla="*/ 522006 h 580635"/>
                  <a:gd name="connsiteX12" fmla="*/ 4813 w 110424"/>
                  <a:gd name="connsiteY12" fmla="*/ 516136 h 580635"/>
                  <a:gd name="connsiteX13" fmla="*/ 5982 w 110424"/>
                  <a:gd name="connsiteY13" fmla="*/ 510266 h 580635"/>
                  <a:gd name="connsiteX14" fmla="*/ 7377 w 110424"/>
                  <a:gd name="connsiteY14" fmla="*/ 504396 h 580635"/>
                  <a:gd name="connsiteX15" fmla="*/ 8973 w 110424"/>
                  <a:gd name="connsiteY15" fmla="*/ 498549 h 580635"/>
                  <a:gd name="connsiteX16" fmla="*/ 10795 w 110424"/>
                  <a:gd name="connsiteY16" fmla="*/ 492679 h 580635"/>
                  <a:gd name="connsiteX17" fmla="*/ 12841 w 110424"/>
                  <a:gd name="connsiteY17" fmla="*/ 486809 h 580635"/>
                  <a:gd name="connsiteX18" fmla="*/ 15090 w 110424"/>
                  <a:gd name="connsiteY18" fmla="*/ 480940 h 580635"/>
                  <a:gd name="connsiteX19" fmla="*/ 17587 w 110424"/>
                  <a:gd name="connsiteY19" fmla="*/ 475070 h 580635"/>
                  <a:gd name="connsiteX20" fmla="*/ 20263 w 110424"/>
                  <a:gd name="connsiteY20" fmla="*/ 469200 h 580635"/>
                  <a:gd name="connsiteX21" fmla="*/ 23119 w 110424"/>
                  <a:gd name="connsiteY21" fmla="*/ 463353 h 580635"/>
                  <a:gd name="connsiteX22" fmla="*/ 26155 w 110424"/>
                  <a:gd name="connsiteY22" fmla="*/ 457483 h 580635"/>
                  <a:gd name="connsiteX23" fmla="*/ 29327 w 110424"/>
                  <a:gd name="connsiteY23" fmla="*/ 451613 h 580635"/>
                  <a:gd name="connsiteX24" fmla="*/ 32587 w 110424"/>
                  <a:gd name="connsiteY24" fmla="*/ 445743 h 580635"/>
                  <a:gd name="connsiteX25" fmla="*/ 35893 w 110424"/>
                  <a:gd name="connsiteY25" fmla="*/ 439874 h 580635"/>
                  <a:gd name="connsiteX26" fmla="*/ 39222 w 110424"/>
                  <a:gd name="connsiteY26" fmla="*/ 434004 h 580635"/>
                  <a:gd name="connsiteX27" fmla="*/ 42528 w 110424"/>
                  <a:gd name="connsiteY27" fmla="*/ 428134 h 580635"/>
                  <a:gd name="connsiteX28" fmla="*/ 45744 w 110424"/>
                  <a:gd name="connsiteY28" fmla="*/ 422309 h 580635"/>
                  <a:gd name="connsiteX29" fmla="*/ 48825 w 110424"/>
                  <a:gd name="connsiteY29" fmla="*/ 416440 h 580635"/>
                  <a:gd name="connsiteX30" fmla="*/ 51749 w 110424"/>
                  <a:gd name="connsiteY30" fmla="*/ 410570 h 580635"/>
                  <a:gd name="connsiteX31" fmla="*/ 54447 w 110424"/>
                  <a:gd name="connsiteY31" fmla="*/ 404700 h 580635"/>
                  <a:gd name="connsiteX32" fmla="*/ 56921 w 110424"/>
                  <a:gd name="connsiteY32" fmla="*/ 398830 h 580635"/>
                  <a:gd name="connsiteX33" fmla="*/ 59148 w 110424"/>
                  <a:gd name="connsiteY33" fmla="*/ 392960 h 580635"/>
                  <a:gd name="connsiteX34" fmla="*/ 61149 w 110424"/>
                  <a:gd name="connsiteY34" fmla="*/ 387113 h 580635"/>
                  <a:gd name="connsiteX35" fmla="*/ 62948 w 110424"/>
                  <a:gd name="connsiteY35" fmla="*/ 381243 h 580635"/>
                  <a:gd name="connsiteX36" fmla="*/ 64590 w 110424"/>
                  <a:gd name="connsiteY36" fmla="*/ 375374 h 580635"/>
                  <a:gd name="connsiteX37" fmla="*/ 66074 w 110424"/>
                  <a:gd name="connsiteY37" fmla="*/ 369504 h 580635"/>
                  <a:gd name="connsiteX38" fmla="*/ 67581 w 110424"/>
                  <a:gd name="connsiteY38" fmla="*/ 363634 h 580635"/>
                  <a:gd name="connsiteX39" fmla="*/ 69110 w 110424"/>
                  <a:gd name="connsiteY39" fmla="*/ 357764 h 580635"/>
                  <a:gd name="connsiteX40" fmla="*/ 70775 w 110424"/>
                  <a:gd name="connsiteY40" fmla="*/ 351917 h 580635"/>
                  <a:gd name="connsiteX41" fmla="*/ 72641 w 110424"/>
                  <a:gd name="connsiteY41" fmla="*/ 346047 h 580635"/>
                  <a:gd name="connsiteX42" fmla="*/ 74733 w 110424"/>
                  <a:gd name="connsiteY42" fmla="*/ 340177 h 580635"/>
                  <a:gd name="connsiteX43" fmla="*/ 77117 w 110424"/>
                  <a:gd name="connsiteY43" fmla="*/ 334308 h 580635"/>
                  <a:gd name="connsiteX44" fmla="*/ 79770 w 110424"/>
                  <a:gd name="connsiteY44" fmla="*/ 328438 h 580635"/>
                  <a:gd name="connsiteX45" fmla="*/ 82717 w 110424"/>
                  <a:gd name="connsiteY45" fmla="*/ 322568 h 580635"/>
                  <a:gd name="connsiteX46" fmla="*/ 85888 w 110424"/>
                  <a:gd name="connsiteY46" fmla="*/ 316721 h 580635"/>
                  <a:gd name="connsiteX47" fmla="*/ 89239 w 110424"/>
                  <a:gd name="connsiteY47" fmla="*/ 310851 h 580635"/>
                  <a:gd name="connsiteX48" fmla="*/ 92634 w 110424"/>
                  <a:gd name="connsiteY48" fmla="*/ 304981 h 580635"/>
                  <a:gd name="connsiteX49" fmla="*/ 96030 w 110424"/>
                  <a:gd name="connsiteY49" fmla="*/ 299134 h 580635"/>
                  <a:gd name="connsiteX50" fmla="*/ 99269 w 110424"/>
                  <a:gd name="connsiteY50" fmla="*/ 293264 h 580635"/>
                  <a:gd name="connsiteX51" fmla="*/ 102283 w 110424"/>
                  <a:gd name="connsiteY51" fmla="*/ 287394 h 580635"/>
                  <a:gd name="connsiteX52" fmla="*/ 104914 w 110424"/>
                  <a:gd name="connsiteY52" fmla="*/ 281547 h 580635"/>
                  <a:gd name="connsiteX53" fmla="*/ 107140 w 110424"/>
                  <a:gd name="connsiteY53" fmla="*/ 275677 h 580635"/>
                  <a:gd name="connsiteX54" fmla="*/ 108804 w 110424"/>
                  <a:gd name="connsiteY54" fmla="*/ 269808 h 580635"/>
                  <a:gd name="connsiteX55" fmla="*/ 109929 w 110424"/>
                  <a:gd name="connsiteY55" fmla="*/ 263938 h 580635"/>
                  <a:gd name="connsiteX56" fmla="*/ 110424 w 110424"/>
                  <a:gd name="connsiteY56" fmla="*/ 258068 h 580635"/>
                  <a:gd name="connsiteX57" fmla="*/ 110266 w 110424"/>
                  <a:gd name="connsiteY57" fmla="*/ 252198 h 580635"/>
                  <a:gd name="connsiteX58" fmla="*/ 109479 w 110424"/>
                  <a:gd name="connsiteY58" fmla="*/ 246351 h 580635"/>
                  <a:gd name="connsiteX59" fmla="*/ 108063 w 110424"/>
                  <a:gd name="connsiteY59" fmla="*/ 240481 h 580635"/>
                  <a:gd name="connsiteX60" fmla="*/ 106061 w 110424"/>
                  <a:gd name="connsiteY60" fmla="*/ 234611 h 580635"/>
                  <a:gd name="connsiteX61" fmla="*/ 103475 w 110424"/>
                  <a:gd name="connsiteY61" fmla="*/ 228742 h 580635"/>
                  <a:gd name="connsiteX62" fmla="*/ 100371 w 110424"/>
                  <a:gd name="connsiteY62" fmla="*/ 222872 h 580635"/>
                  <a:gd name="connsiteX63" fmla="*/ 96818 w 110424"/>
                  <a:gd name="connsiteY63" fmla="*/ 217002 h 580635"/>
                  <a:gd name="connsiteX64" fmla="*/ 92815 w 110424"/>
                  <a:gd name="connsiteY64" fmla="*/ 211155 h 580635"/>
                  <a:gd name="connsiteX65" fmla="*/ 88474 w 110424"/>
                  <a:gd name="connsiteY65" fmla="*/ 205285 h 580635"/>
                  <a:gd name="connsiteX66" fmla="*/ 83841 w 110424"/>
                  <a:gd name="connsiteY66" fmla="*/ 199415 h 580635"/>
                  <a:gd name="connsiteX67" fmla="*/ 78983 w 110424"/>
                  <a:gd name="connsiteY67" fmla="*/ 193545 h 580635"/>
                  <a:gd name="connsiteX68" fmla="*/ 73945 w 110424"/>
                  <a:gd name="connsiteY68" fmla="*/ 187676 h 580635"/>
                  <a:gd name="connsiteX69" fmla="*/ 68796 w 110424"/>
                  <a:gd name="connsiteY69" fmla="*/ 181828 h 580635"/>
                  <a:gd name="connsiteX70" fmla="*/ 63623 w 110424"/>
                  <a:gd name="connsiteY70" fmla="*/ 175958 h 580635"/>
                  <a:gd name="connsiteX71" fmla="*/ 58450 w 110424"/>
                  <a:gd name="connsiteY71" fmla="*/ 170111 h 580635"/>
                  <a:gd name="connsiteX72" fmla="*/ 53323 w 110424"/>
                  <a:gd name="connsiteY72" fmla="*/ 164241 h 580635"/>
                  <a:gd name="connsiteX73" fmla="*/ 48330 w 110424"/>
                  <a:gd name="connsiteY73" fmla="*/ 158372 h 580635"/>
                  <a:gd name="connsiteX74" fmla="*/ 43495 w 110424"/>
                  <a:gd name="connsiteY74" fmla="*/ 152502 h 580635"/>
                  <a:gd name="connsiteX75" fmla="*/ 38862 w 110424"/>
                  <a:gd name="connsiteY75" fmla="*/ 146632 h 580635"/>
                  <a:gd name="connsiteX76" fmla="*/ 34454 w 110424"/>
                  <a:gd name="connsiteY76" fmla="*/ 140762 h 580635"/>
                  <a:gd name="connsiteX77" fmla="*/ 30338 w 110424"/>
                  <a:gd name="connsiteY77" fmla="*/ 134915 h 580635"/>
                  <a:gd name="connsiteX78" fmla="*/ 26493 w 110424"/>
                  <a:gd name="connsiteY78" fmla="*/ 129045 h 580635"/>
                  <a:gd name="connsiteX79" fmla="*/ 22939 w 110424"/>
                  <a:gd name="connsiteY79" fmla="*/ 123175 h 580635"/>
                  <a:gd name="connsiteX80" fmla="*/ 19723 w 110424"/>
                  <a:gd name="connsiteY80" fmla="*/ 117306 h 580635"/>
                  <a:gd name="connsiteX81" fmla="*/ 16777 w 110424"/>
                  <a:gd name="connsiteY81" fmla="*/ 111436 h 580635"/>
                  <a:gd name="connsiteX82" fmla="*/ 14169 w 110424"/>
                  <a:gd name="connsiteY82" fmla="*/ 105566 h 580635"/>
                  <a:gd name="connsiteX83" fmla="*/ 11852 w 110424"/>
                  <a:gd name="connsiteY83" fmla="*/ 99719 h 580635"/>
                  <a:gd name="connsiteX84" fmla="*/ 9806 w 110424"/>
                  <a:gd name="connsiteY84" fmla="*/ 93849 h 580635"/>
                  <a:gd name="connsiteX85" fmla="*/ 8051 w 110424"/>
                  <a:gd name="connsiteY85" fmla="*/ 87979 h 580635"/>
                  <a:gd name="connsiteX86" fmla="*/ 6522 w 110424"/>
                  <a:gd name="connsiteY86" fmla="*/ 82109 h 580635"/>
                  <a:gd name="connsiteX87" fmla="*/ 5240 w 110424"/>
                  <a:gd name="connsiteY87" fmla="*/ 76240 h 580635"/>
                  <a:gd name="connsiteX88" fmla="*/ 4161 w 110424"/>
                  <a:gd name="connsiteY88" fmla="*/ 70370 h 580635"/>
                  <a:gd name="connsiteX89" fmla="*/ 3261 w 110424"/>
                  <a:gd name="connsiteY89" fmla="*/ 64523 h 580635"/>
                  <a:gd name="connsiteX90" fmla="*/ 2541 w 110424"/>
                  <a:gd name="connsiteY90" fmla="*/ 58675 h 580635"/>
                  <a:gd name="connsiteX91" fmla="*/ 1934 w 110424"/>
                  <a:gd name="connsiteY91" fmla="*/ 52806 h 580635"/>
                  <a:gd name="connsiteX92" fmla="*/ 1462 w 110424"/>
                  <a:gd name="connsiteY92" fmla="*/ 46936 h 580635"/>
                  <a:gd name="connsiteX93" fmla="*/ 1102 w 110424"/>
                  <a:gd name="connsiteY93" fmla="*/ 41066 h 580635"/>
                  <a:gd name="connsiteX94" fmla="*/ 810 w 110424"/>
                  <a:gd name="connsiteY94" fmla="*/ 35196 h 580635"/>
                  <a:gd name="connsiteX95" fmla="*/ 585 w 110424"/>
                  <a:gd name="connsiteY95" fmla="*/ 29349 h 580635"/>
                  <a:gd name="connsiteX96" fmla="*/ 427 w 110424"/>
                  <a:gd name="connsiteY96" fmla="*/ 23479 h 580635"/>
                  <a:gd name="connsiteX97" fmla="*/ 315 w 110424"/>
                  <a:gd name="connsiteY97" fmla="*/ 17609 h 580635"/>
                  <a:gd name="connsiteX98" fmla="*/ 225 w 110424"/>
                  <a:gd name="connsiteY98" fmla="*/ 11740 h 580635"/>
                  <a:gd name="connsiteX99" fmla="*/ 158 w 110424"/>
                  <a:gd name="connsiteY99" fmla="*/ 5870 h 580635"/>
                  <a:gd name="connsiteX100" fmla="*/ 113 w 110424"/>
                  <a:gd name="connsiteY100" fmla="*/ 0 h 580635"/>
                  <a:gd name="connsiteX101" fmla="*/ 0 w 110424"/>
                  <a:gd name="connsiteY101" fmla="*/ 0 h 580635"/>
                  <a:gd name="connsiteX102" fmla="*/ 0 w 110424"/>
                  <a:gd name="connsiteY102" fmla="*/ 5870 h 580635"/>
                  <a:gd name="connsiteX103" fmla="*/ 0 w 110424"/>
                  <a:gd name="connsiteY103" fmla="*/ 11740 h 580635"/>
                  <a:gd name="connsiteX104" fmla="*/ 0 w 110424"/>
                  <a:gd name="connsiteY104" fmla="*/ 17609 h 580635"/>
                  <a:gd name="connsiteX105" fmla="*/ 0 w 110424"/>
                  <a:gd name="connsiteY105" fmla="*/ 23479 h 580635"/>
                  <a:gd name="connsiteX106" fmla="*/ 0 w 110424"/>
                  <a:gd name="connsiteY106" fmla="*/ 29349 h 580635"/>
                  <a:gd name="connsiteX107" fmla="*/ 0 w 110424"/>
                  <a:gd name="connsiteY107" fmla="*/ 35196 h 580635"/>
                  <a:gd name="connsiteX108" fmla="*/ 0 w 110424"/>
                  <a:gd name="connsiteY108" fmla="*/ 41066 h 580635"/>
                  <a:gd name="connsiteX109" fmla="*/ 0 w 110424"/>
                  <a:gd name="connsiteY109" fmla="*/ 46936 h 580635"/>
                  <a:gd name="connsiteX110" fmla="*/ 0 w 110424"/>
                  <a:gd name="connsiteY110" fmla="*/ 52806 h 580635"/>
                  <a:gd name="connsiteX111" fmla="*/ 0 w 110424"/>
                  <a:gd name="connsiteY111" fmla="*/ 58675 h 580635"/>
                  <a:gd name="connsiteX112" fmla="*/ 0 w 110424"/>
                  <a:gd name="connsiteY112" fmla="*/ 64523 h 580635"/>
                  <a:gd name="connsiteX113" fmla="*/ 0 w 110424"/>
                  <a:gd name="connsiteY113" fmla="*/ 70370 h 580635"/>
                  <a:gd name="connsiteX114" fmla="*/ 0 w 110424"/>
                  <a:gd name="connsiteY114" fmla="*/ 76240 h 580635"/>
                  <a:gd name="connsiteX115" fmla="*/ 0 w 110424"/>
                  <a:gd name="connsiteY115" fmla="*/ 82109 h 580635"/>
                  <a:gd name="connsiteX116" fmla="*/ 0 w 110424"/>
                  <a:gd name="connsiteY116" fmla="*/ 87979 h 580635"/>
                  <a:gd name="connsiteX117" fmla="*/ 0 w 110424"/>
                  <a:gd name="connsiteY117" fmla="*/ 93849 h 580635"/>
                  <a:gd name="connsiteX118" fmla="*/ 0 w 110424"/>
                  <a:gd name="connsiteY118" fmla="*/ 99719 h 580635"/>
                  <a:gd name="connsiteX119" fmla="*/ 0 w 110424"/>
                  <a:gd name="connsiteY119" fmla="*/ 105566 h 580635"/>
                  <a:gd name="connsiteX120" fmla="*/ 0 w 110424"/>
                  <a:gd name="connsiteY120" fmla="*/ 111436 h 580635"/>
                  <a:gd name="connsiteX121" fmla="*/ 0 w 110424"/>
                  <a:gd name="connsiteY121" fmla="*/ 117306 h 580635"/>
                  <a:gd name="connsiteX122" fmla="*/ 0 w 110424"/>
                  <a:gd name="connsiteY122" fmla="*/ 123175 h 580635"/>
                  <a:gd name="connsiteX123" fmla="*/ 0 w 110424"/>
                  <a:gd name="connsiteY123" fmla="*/ 129045 h 580635"/>
                  <a:gd name="connsiteX124" fmla="*/ 0 w 110424"/>
                  <a:gd name="connsiteY124" fmla="*/ 134915 h 580635"/>
                  <a:gd name="connsiteX125" fmla="*/ 0 w 110424"/>
                  <a:gd name="connsiteY125" fmla="*/ 140762 h 580635"/>
                  <a:gd name="connsiteX126" fmla="*/ 0 w 110424"/>
                  <a:gd name="connsiteY126" fmla="*/ 146632 h 580635"/>
                  <a:gd name="connsiteX127" fmla="*/ 0 w 110424"/>
                  <a:gd name="connsiteY127" fmla="*/ 152502 h 580635"/>
                  <a:gd name="connsiteX128" fmla="*/ 0 w 110424"/>
                  <a:gd name="connsiteY128" fmla="*/ 158372 h 580635"/>
                  <a:gd name="connsiteX129" fmla="*/ 0 w 110424"/>
                  <a:gd name="connsiteY129" fmla="*/ 164241 h 580635"/>
                  <a:gd name="connsiteX130" fmla="*/ 0 w 110424"/>
                  <a:gd name="connsiteY130" fmla="*/ 170111 h 580635"/>
                  <a:gd name="connsiteX131" fmla="*/ 0 w 110424"/>
                  <a:gd name="connsiteY131" fmla="*/ 175958 h 580635"/>
                  <a:gd name="connsiteX132" fmla="*/ 0 w 110424"/>
                  <a:gd name="connsiteY132" fmla="*/ 181828 h 580635"/>
                  <a:gd name="connsiteX133" fmla="*/ 0 w 110424"/>
                  <a:gd name="connsiteY133" fmla="*/ 187676 h 580635"/>
                  <a:gd name="connsiteX134" fmla="*/ 0 w 110424"/>
                  <a:gd name="connsiteY134" fmla="*/ 193545 h 580635"/>
                  <a:gd name="connsiteX135" fmla="*/ 0 w 110424"/>
                  <a:gd name="connsiteY135" fmla="*/ 199415 h 580635"/>
                  <a:gd name="connsiteX136" fmla="*/ 0 w 110424"/>
                  <a:gd name="connsiteY136" fmla="*/ 205285 h 580635"/>
                  <a:gd name="connsiteX137" fmla="*/ 0 w 110424"/>
                  <a:gd name="connsiteY137" fmla="*/ 211155 h 580635"/>
                  <a:gd name="connsiteX138" fmla="*/ 0 w 110424"/>
                  <a:gd name="connsiteY138" fmla="*/ 217002 h 580635"/>
                  <a:gd name="connsiteX139" fmla="*/ 0 w 110424"/>
                  <a:gd name="connsiteY139" fmla="*/ 222872 h 580635"/>
                  <a:gd name="connsiteX140" fmla="*/ 0 w 110424"/>
                  <a:gd name="connsiteY140" fmla="*/ 228742 h 580635"/>
                  <a:gd name="connsiteX141" fmla="*/ 0 w 110424"/>
                  <a:gd name="connsiteY141" fmla="*/ 234611 h 580635"/>
                  <a:gd name="connsiteX142" fmla="*/ 0 w 110424"/>
                  <a:gd name="connsiteY142" fmla="*/ 240481 h 580635"/>
                  <a:gd name="connsiteX143" fmla="*/ 0 w 110424"/>
                  <a:gd name="connsiteY143" fmla="*/ 246351 h 580635"/>
                  <a:gd name="connsiteX144" fmla="*/ 0 w 110424"/>
                  <a:gd name="connsiteY144" fmla="*/ 252198 h 580635"/>
                  <a:gd name="connsiteX145" fmla="*/ 0 w 110424"/>
                  <a:gd name="connsiteY145" fmla="*/ 258068 h 580635"/>
                  <a:gd name="connsiteX146" fmla="*/ 0 w 110424"/>
                  <a:gd name="connsiteY146" fmla="*/ 263938 h 580635"/>
                  <a:gd name="connsiteX147" fmla="*/ 0 w 110424"/>
                  <a:gd name="connsiteY147" fmla="*/ 269808 h 580635"/>
                  <a:gd name="connsiteX148" fmla="*/ 0 w 110424"/>
                  <a:gd name="connsiteY148" fmla="*/ 275677 h 580635"/>
                  <a:gd name="connsiteX149" fmla="*/ 0 w 110424"/>
                  <a:gd name="connsiteY149" fmla="*/ 281547 h 580635"/>
                  <a:gd name="connsiteX150" fmla="*/ 0 w 110424"/>
                  <a:gd name="connsiteY150" fmla="*/ 287394 h 580635"/>
                  <a:gd name="connsiteX151" fmla="*/ 0 w 110424"/>
                  <a:gd name="connsiteY151" fmla="*/ 293264 h 580635"/>
                  <a:gd name="connsiteX152" fmla="*/ 0 w 110424"/>
                  <a:gd name="connsiteY152" fmla="*/ 299134 h 580635"/>
                  <a:gd name="connsiteX153" fmla="*/ 0 w 110424"/>
                  <a:gd name="connsiteY153" fmla="*/ 304981 h 580635"/>
                  <a:gd name="connsiteX154" fmla="*/ 0 w 110424"/>
                  <a:gd name="connsiteY154" fmla="*/ 310851 h 580635"/>
                  <a:gd name="connsiteX155" fmla="*/ 0 w 110424"/>
                  <a:gd name="connsiteY155" fmla="*/ 316721 h 580635"/>
                  <a:gd name="connsiteX156" fmla="*/ 0 w 110424"/>
                  <a:gd name="connsiteY156" fmla="*/ 322568 h 580635"/>
                  <a:gd name="connsiteX157" fmla="*/ 0 w 110424"/>
                  <a:gd name="connsiteY157" fmla="*/ 328438 h 580635"/>
                  <a:gd name="connsiteX158" fmla="*/ 0 w 110424"/>
                  <a:gd name="connsiteY158" fmla="*/ 334308 h 580635"/>
                  <a:gd name="connsiteX159" fmla="*/ 0 w 110424"/>
                  <a:gd name="connsiteY159" fmla="*/ 340177 h 580635"/>
                  <a:gd name="connsiteX160" fmla="*/ 0 w 110424"/>
                  <a:gd name="connsiteY160" fmla="*/ 346047 h 580635"/>
                  <a:gd name="connsiteX161" fmla="*/ 0 w 110424"/>
                  <a:gd name="connsiteY161" fmla="*/ 351917 h 580635"/>
                  <a:gd name="connsiteX162" fmla="*/ 0 w 110424"/>
                  <a:gd name="connsiteY162" fmla="*/ 357764 h 580635"/>
                  <a:gd name="connsiteX163" fmla="*/ 0 w 110424"/>
                  <a:gd name="connsiteY163" fmla="*/ 363634 h 580635"/>
                  <a:gd name="connsiteX164" fmla="*/ 0 w 110424"/>
                  <a:gd name="connsiteY164" fmla="*/ 369504 h 580635"/>
                  <a:gd name="connsiteX165" fmla="*/ 0 w 110424"/>
                  <a:gd name="connsiteY165" fmla="*/ 375374 h 580635"/>
                  <a:gd name="connsiteX166" fmla="*/ 0 w 110424"/>
                  <a:gd name="connsiteY166" fmla="*/ 381243 h 580635"/>
                  <a:gd name="connsiteX167" fmla="*/ 0 w 110424"/>
                  <a:gd name="connsiteY167" fmla="*/ 387113 h 580635"/>
                  <a:gd name="connsiteX168" fmla="*/ 0 w 110424"/>
                  <a:gd name="connsiteY168" fmla="*/ 392960 h 580635"/>
                  <a:gd name="connsiteX169" fmla="*/ 0 w 110424"/>
                  <a:gd name="connsiteY169" fmla="*/ 398830 h 580635"/>
                  <a:gd name="connsiteX170" fmla="*/ 0 w 110424"/>
                  <a:gd name="connsiteY170" fmla="*/ 404700 h 580635"/>
                  <a:gd name="connsiteX171" fmla="*/ 0 w 110424"/>
                  <a:gd name="connsiteY171" fmla="*/ 410570 h 580635"/>
                  <a:gd name="connsiteX172" fmla="*/ 0 w 110424"/>
                  <a:gd name="connsiteY172" fmla="*/ 416440 h 580635"/>
                  <a:gd name="connsiteX173" fmla="*/ 0 w 110424"/>
                  <a:gd name="connsiteY173" fmla="*/ 422309 h 580635"/>
                  <a:gd name="connsiteX174" fmla="*/ 0 w 110424"/>
                  <a:gd name="connsiteY174" fmla="*/ 428134 h 580635"/>
                  <a:gd name="connsiteX175" fmla="*/ 0 w 110424"/>
                  <a:gd name="connsiteY175" fmla="*/ 434004 h 580635"/>
                  <a:gd name="connsiteX176" fmla="*/ 0 w 110424"/>
                  <a:gd name="connsiteY176" fmla="*/ 439874 h 580635"/>
                  <a:gd name="connsiteX177" fmla="*/ 0 w 110424"/>
                  <a:gd name="connsiteY177" fmla="*/ 445743 h 580635"/>
                  <a:gd name="connsiteX178" fmla="*/ 0 w 110424"/>
                  <a:gd name="connsiteY178" fmla="*/ 451613 h 580635"/>
                  <a:gd name="connsiteX179" fmla="*/ 0 w 110424"/>
                  <a:gd name="connsiteY179" fmla="*/ 457483 h 580635"/>
                  <a:gd name="connsiteX180" fmla="*/ 0 w 110424"/>
                  <a:gd name="connsiteY180" fmla="*/ 463353 h 580635"/>
                  <a:gd name="connsiteX181" fmla="*/ 0 w 110424"/>
                  <a:gd name="connsiteY181" fmla="*/ 469200 h 580635"/>
                  <a:gd name="connsiteX182" fmla="*/ 0 w 110424"/>
                  <a:gd name="connsiteY182" fmla="*/ 475070 h 580635"/>
                  <a:gd name="connsiteX183" fmla="*/ 0 w 110424"/>
                  <a:gd name="connsiteY183" fmla="*/ 480940 h 580635"/>
                  <a:gd name="connsiteX184" fmla="*/ 0 w 110424"/>
                  <a:gd name="connsiteY184" fmla="*/ 486809 h 580635"/>
                  <a:gd name="connsiteX185" fmla="*/ 0 w 110424"/>
                  <a:gd name="connsiteY185" fmla="*/ 492679 h 580635"/>
                  <a:gd name="connsiteX186" fmla="*/ 0 w 110424"/>
                  <a:gd name="connsiteY186" fmla="*/ 498549 h 580635"/>
                  <a:gd name="connsiteX187" fmla="*/ 0 w 110424"/>
                  <a:gd name="connsiteY187" fmla="*/ 504396 h 580635"/>
                  <a:gd name="connsiteX188" fmla="*/ 0 w 110424"/>
                  <a:gd name="connsiteY188" fmla="*/ 510266 h 580635"/>
                  <a:gd name="connsiteX189" fmla="*/ 0 w 110424"/>
                  <a:gd name="connsiteY189" fmla="*/ 516136 h 580635"/>
                  <a:gd name="connsiteX190" fmla="*/ 0 w 110424"/>
                  <a:gd name="connsiteY190" fmla="*/ 522006 h 580635"/>
                  <a:gd name="connsiteX191" fmla="*/ 0 w 110424"/>
                  <a:gd name="connsiteY191" fmla="*/ 527875 h 580635"/>
                  <a:gd name="connsiteX192" fmla="*/ 0 w 110424"/>
                  <a:gd name="connsiteY192" fmla="*/ 533745 h 580635"/>
                  <a:gd name="connsiteX193" fmla="*/ 0 w 110424"/>
                  <a:gd name="connsiteY193" fmla="*/ 539593 h 580635"/>
                  <a:gd name="connsiteX194" fmla="*/ 0 w 110424"/>
                  <a:gd name="connsiteY194" fmla="*/ 545440 h 580635"/>
                  <a:gd name="connsiteX195" fmla="*/ 0 w 110424"/>
                  <a:gd name="connsiteY195" fmla="*/ 551310 h 580635"/>
                  <a:gd name="connsiteX196" fmla="*/ 0 w 110424"/>
                  <a:gd name="connsiteY196" fmla="*/ 557179 h 580635"/>
                  <a:gd name="connsiteX197" fmla="*/ 0 w 110424"/>
                  <a:gd name="connsiteY197" fmla="*/ 563049 h 580635"/>
                  <a:gd name="connsiteX198" fmla="*/ 0 w 110424"/>
                  <a:gd name="connsiteY198" fmla="*/ 568919 h 580635"/>
                  <a:gd name="connsiteX199" fmla="*/ 0 w 110424"/>
                  <a:gd name="connsiteY199" fmla="*/ 574766 h 580635"/>
                  <a:gd name="connsiteX200" fmla="*/ 0 w 110424"/>
                  <a:gd name="connsiteY200" fmla="*/ 580636 h 5806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110424" h="580635">
                    <a:moveTo>
                      <a:pt x="0" y="580636"/>
                    </a:moveTo>
                    <a:lnTo>
                      <a:pt x="180" y="580636"/>
                    </a:lnTo>
                    <a:lnTo>
                      <a:pt x="248" y="574766"/>
                    </a:lnTo>
                    <a:lnTo>
                      <a:pt x="360" y="568919"/>
                    </a:lnTo>
                    <a:lnTo>
                      <a:pt x="517" y="563049"/>
                    </a:lnTo>
                    <a:lnTo>
                      <a:pt x="697" y="557179"/>
                    </a:lnTo>
                    <a:lnTo>
                      <a:pt x="967" y="551310"/>
                    </a:lnTo>
                    <a:lnTo>
                      <a:pt x="1305" y="545440"/>
                    </a:lnTo>
                    <a:lnTo>
                      <a:pt x="1754" y="539593"/>
                    </a:lnTo>
                    <a:lnTo>
                      <a:pt x="2294" y="533745"/>
                    </a:lnTo>
                    <a:lnTo>
                      <a:pt x="2969" y="527875"/>
                    </a:lnTo>
                    <a:lnTo>
                      <a:pt x="3801" y="522006"/>
                    </a:lnTo>
                    <a:lnTo>
                      <a:pt x="4813" y="516136"/>
                    </a:lnTo>
                    <a:lnTo>
                      <a:pt x="5982" y="510266"/>
                    </a:lnTo>
                    <a:lnTo>
                      <a:pt x="7377" y="504396"/>
                    </a:lnTo>
                    <a:lnTo>
                      <a:pt x="8973" y="498549"/>
                    </a:lnTo>
                    <a:lnTo>
                      <a:pt x="10795" y="492679"/>
                    </a:lnTo>
                    <a:lnTo>
                      <a:pt x="12841" y="486809"/>
                    </a:lnTo>
                    <a:lnTo>
                      <a:pt x="15090" y="480940"/>
                    </a:lnTo>
                    <a:lnTo>
                      <a:pt x="17587" y="475070"/>
                    </a:lnTo>
                    <a:lnTo>
                      <a:pt x="20263" y="469200"/>
                    </a:lnTo>
                    <a:lnTo>
                      <a:pt x="23119" y="463353"/>
                    </a:lnTo>
                    <a:lnTo>
                      <a:pt x="26155" y="457483"/>
                    </a:lnTo>
                    <a:lnTo>
                      <a:pt x="29327" y="451613"/>
                    </a:lnTo>
                    <a:lnTo>
                      <a:pt x="32587" y="445743"/>
                    </a:lnTo>
                    <a:lnTo>
                      <a:pt x="35893" y="439874"/>
                    </a:lnTo>
                    <a:lnTo>
                      <a:pt x="39222" y="434004"/>
                    </a:lnTo>
                    <a:lnTo>
                      <a:pt x="42528" y="428134"/>
                    </a:lnTo>
                    <a:lnTo>
                      <a:pt x="45744" y="422309"/>
                    </a:lnTo>
                    <a:lnTo>
                      <a:pt x="48825" y="416440"/>
                    </a:lnTo>
                    <a:lnTo>
                      <a:pt x="51749" y="410570"/>
                    </a:lnTo>
                    <a:lnTo>
                      <a:pt x="54447" y="404700"/>
                    </a:lnTo>
                    <a:lnTo>
                      <a:pt x="56921" y="398830"/>
                    </a:lnTo>
                    <a:lnTo>
                      <a:pt x="59148" y="392960"/>
                    </a:lnTo>
                    <a:lnTo>
                      <a:pt x="61149" y="387113"/>
                    </a:lnTo>
                    <a:lnTo>
                      <a:pt x="62948" y="381243"/>
                    </a:lnTo>
                    <a:lnTo>
                      <a:pt x="64590" y="375374"/>
                    </a:lnTo>
                    <a:lnTo>
                      <a:pt x="66074" y="369504"/>
                    </a:lnTo>
                    <a:lnTo>
                      <a:pt x="67581" y="363634"/>
                    </a:lnTo>
                    <a:lnTo>
                      <a:pt x="69110" y="357764"/>
                    </a:lnTo>
                    <a:lnTo>
                      <a:pt x="70775" y="351917"/>
                    </a:lnTo>
                    <a:lnTo>
                      <a:pt x="72641" y="346047"/>
                    </a:lnTo>
                    <a:lnTo>
                      <a:pt x="74733" y="340177"/>
                    </a:lnTo>
                    <a:lnTo>
                      <a:pt x="77117" y="334308"/>
                    </a:lnTo>
                    <a:lnTo>
                      <a:pt x="79770" y="328438"/>
                    </a:lnTo>
                    <a:lnTo>
                      <a:pt x="82717" y="322568"/>
                    </a:lnTo>
                    <a:lnTo>
                      <a:pt x="85888" y="316721"/>
                    </a:lnTo>
                    <a:lnTo>
                      <a:pt x="89239" y="310851"/>
                    </a:lnTo>
                    <a:lnTo>
                      <a:pt x="92634" y="304981"/>
                    </a:lnTo>
                    <a:lnTo>
                      <a:pt x="96030" y="299134"/>
                    </a:lnTo>
                    <a:lnTo>
                      <a:pt x="99269" y="293264"/>
                    </a:lnTo>
                    <a:lnTo>
                      <a:pt x="102283" y="287394"/>
                    </a:lnTo>
                    <a:lnTo>
                      <a:pt x="104914" y="281547"/>
                    </a:lnTo>
                    <a:lnTo>
                      <a:pt x="107140" y="275677"/>
                    </a:lnTo>
                    <a:lnTo>
                      <a:pt x="108804" y="269808"/>
                    </a:lnTo>
                    <a:lnTo>
                      <a:pt x="109929" y="263938"/>
                    </a:lnTo>
                    <a:lnTo>
                      <a:pt x="110424" y="258068"/>
                    </a:lnTo>
                    <a:lnTo>
                      <a:pt x="110266" y="252198"/>
                    </a:lnTo>
                    <a:lnTo>
                      <a:pt x="109479" y="246351"/>
                    </a:lnTo>
                    <a:lnTo>
                      <a:pt x="108063" y="240481"/>
                    </a:lnTo>
                    <a:lnTo>
                      <a:pt x="106061" y="234611"/>
                    </a:lnTo>
                    <a:lnTo>
                      <a:pt x="103475" y="228742"/>
                    </a:lnTo>
                    <a:lnTo>
                      <a:pt x="100371" y="222872"/>
                    </a:lnTo>
                    <a:lnTo>
                      <a:pt x="96818" y="217002"/>
                    </a:lnTo>
                    <a:lnTo>
                      <a:pt x="92815" y="211155"/>
                    </a:lnTo>
                    <a:lnTo>
                      <a:pt x="88474" y="205285"/>
                    </a:lnTo>
                    <a:lnTo>
                      <a:pt x="83841" y="199415"/>
                    </a:lnTo>
                    <a:lnTo>
                      <a:pt x="78983" y="193545"/>
                    </a:lnTo>
                    <a:lnTo>
                      <a:pt x="73945" y="187676"/>
                    </a:lnTo>
                    <a:lnTo>
                      <a:pt x="68796" y="181828"/>
                    </a:lnTo>
                    <a:lnTo>
                      <a:pt x="63623" y="175958"/>
                    </a:lnTo>
                    <a:lnTo>
                      <a:pt x="58450" y="170111"/>
                    </a:lnTo>
                    <a:lnTo>
                      <a:pt x="53323" y="164241"/>
                    </a:lnTo>
                    <a:lnTo>
                      <a:pt x="48330" y="158372"/>
                    </a:lnTo>
                    <a:lnTo>
                      <a:pt x="43495" y="152502"/>
                    </a:lnTo>
                    <a:lnTo>
                      <a:pt x="38862" y="146632"/>
                    </a:lnTo>
                    <a:lnTo>
                      <a:pt x="34454" y="140762"/>
                    </a:lnTo>
                    <a:lnTo>
                      <a:pt x="30338" y="134915"/>
                    </a:lnTo>
                    <a:lnTo>
                      <a:pt x="26493" y="129045"/>
                    </a:lnTo>
                    <a:lnTo>
                      <a:pt x="22939" y="123175"/>
                    </a:lnTo>
                    <a:lnTo>
                      <a:pt x="19723" y="117306"/>
                    </a:lnTo>
                    <a:lnTo>
                      <a:pt x="16777" y="111436"/>
                    </a:lnTo>
                    <a:lnTo>
                      <a:pt x="14169" y="105566"/>
                    </a:lnTo>
                    <a:lnTo>
                      <a:pt x="11852" y="99719"/>
                    </a:lnTo>
                    <a:lnTo>
                      <a:pt x="9806" y="93849"/>
                    </a:lnTo>
                    <a:lnTo>
                      <a:pt x="8051" y="87979"/>
                    </a:lnTo>
                    <a:lnTo>
                      <a:pt x="6522" y="82109"/>
                    </a:lnTo>
                    <a:lnTo>
                      <a:pt x="5240" y="76240"/>
                    </a:lnTo>
                    <a:lnTo>
                      <a:pt x="4161" y="70370"/>
                    </a:lnTo>
                    <a:lnTo>
                      <a:pt x="3261" y="64523"/>
                    </a:lnTo>
                    <a:lnTo>
                      <a:pt x="2541" y="58675"/>
                    </a:lnTo>
                    <a:lnTo>
                      <a:pt x="1934" y="52806"/>
                    </a:lnTo>
                    <a:lnTo>
                      <a:pt x="1462" y="46936"/>
                    </a:lnTo>
                    <a:lnTo>
                      <a:pt x="1102" y="41066"/>
                    </a:lnTo>
                    <a:lnTo>
                      <a:pt x="810" y="35196"/>
                    </a:lnTo>
                    <a:lnTo>
                      <a:pt x="585" y="29349"/>
                    </a:lnTo>
                    <a:lnTo>
                      <a:pt x="427" y="23479"/>
                    </a:lnTo>
                    <a:lnTo>
                      <a:pt x="315" y="17609"/>
                    </a:lnTo>
                    <a:lnTo>
                      <a:pt x="225" y="11740"/>
                    </a:lnTo>
                    <a:lnTo>
                      <a:pt x="158" y="5870"/>
                    </a:lnTo>
                    <a:lnTo>
                      <a:pt x="113" y="0"/>
                    </a:lnTo>
                    <a:lnTo>
                      <a:pt x="0" y="0"/>
                    </a:lnTo>
                    <a:lnTo>
                      <a:pt x="0" y="5870"/>
                    </a:lnTo>
                    <a:lnTo>
                      <a:pt x="0" y="11740"/>
                    </a:lnTo>
                    <a:lnTo>
                      <a:pt x="0" y="17609"/>
                    </a:lnTo>
                    <a:lnTo>
                      <a:pt x="0" y="23479"/>
                    </a:lnTo>
                    <a:lnTo>
                      <a:pt x="0" y="29349"/>
                    </a:lnTo>
                    <a:lnTo>
                      <a:pt x="0" y="35196"/>
                    </a:lnTo>
                    <a:lnTo>
                      <a:pt x="0" y="41066"/>
                    </a:lnTo>
                    <a:lnTo>
                      <a:pt x="0" y="46936"/>
                    </a:lnTo>
                    <a:lnTo>
                      <a:pt x="0" y="52806"/>
                    </a:lnTo>
                    <a:lnTo>
                      <a:pt x="0" y="58675"/>
                    </a:lnTo>
                    <a:lnTo>
                      <a:pt x="0" y="64523"/>
                    </a:lnTo>
                    <a:lnTo>
                      <a:pt x="0" y="70370"/>
                    </a:lnTo>
                    <a:lnTo>
                      <a:pt x="0" y="76240"/>
                    </a:lnTo>
                    <a:lnTo>
                      <a:pt x="0" y="82109"/>
                    </a:lnTo>
                    <a:lnTo>
                      <a:pt x="0" y="87979"/>
                    </a:lnTo>
                    <a:lnTo>
                      <a:pt x="0" y="93849"/>
                    </a:lnTo>
                    <a:lnTo>
                      <a:pt x="0" y="99719"/>
                    </a:lnTo>
                    <a:lnTo>
                      <a:pt x="0" y="105566"/>
                    </a:lnTo>
                    <a:lnTo>
                      <a:pt x="0" y="111436"/>
                    </a:lnTo>
                    <a:lnTo>
                      <a:pt x="0" y="117306"/>
                    </a:lnTo>
                    <a:lnTo>
                      <a:pt x="0" y="123175"/>
                    </a:lnTo>
                    <a:lnTo>
                      <a:pt x="0" y="129045"/>
                    </a:lnTo>
                    <a:lnTo>
                      <a:pt x="0" y="134915"/>
                    </a:lnTo>
                    <a:lnTo>
                      <a:pt x="0" y="140762"/>
                    </a:lnTo>
                    <a:lnTo>
                      <a:pt x="0" y="146632"/>
                    </a:lnTo>
                    <a:lnTo>
                      <a:pt x="0" y="152502"/>
                    </a:lnTo>
                    <a:lnTo>
                      <a:pt x="0" y="158372"/>
                    </a:lnTo>
                    <a:lnTo>
                      <a:pt x="0" y="164241"/>
                    </a:lnTo>
                    <a:lnTo>
                      <a:pt x="0" y="170111"/>
                    </a:lnTo>
                    <a:lnTo>
                      <a:pt x="0" y="175958"/>
                    </a:lnTo>
                    <a:lnTo>
                      <a:pt x="0" y="181828"/>
                    </a:lnTo>
                    <a:lnTo>
                      <a:pt x="0" y="187676"/>
                    </a:lnTo>
                    <a:lnTo>
                      <a:pt x="0" y="193545"/>
                    </a:lnTo>
                    <a:lnTo>
                      <a:pt x="0" y="199415"/>
                    </a:lnTo>
                    <a:lnTo>
                      <a:pt x="0" y="205285"/>
                    </a:lnTo>
                    <a:lnTo>
                      <a:pt x="0" y="211155"/>
                    </a:lnTo>
                    <a:lnTo>
                      <a:pt x="0" y="217002"/>
                    </a:lnTo>
                    <a:lnTo>
                      <a:pt x="0" y="222872"/>
                    </a:lnTo>
                    <a:lnTo>
                      <a:pt x="0" y="228742"/>
                    </a:lnTo>
                    <a:lnTo>
                      <a:pt x="0" y="234611"/>
                    </a:lnTo>
                    <a:lnTo>
                      <a:pt x="0" y="240481"/>
                    </a:lnTo>
                    <a:lnTo>
                      <a:pt x="0" y="246351"/>
                    </a:lnTo>
                    <a:lnTo>
                      <a:pt x="0" y="252198"/>
                    </a:lnTo>
                    <a:lnTo>
                      <a:pt x="0" y="258068"/>
                    </a:lnTo>
                    <a:lnTo>
                      <a:pt x="0" y="263938"/>
                    </a:lnTo>
                    <a:lnTo>
                      <a:pt x="0" y="269808"/>
                    </a:lnTo>
                    <a:lnTo>
                      <a:pt x="0" y="275677"/>
                    </a:lnTo>
                    <a:lnTo>
                      <a:pt x="0" y="281547"/>
                    </a:lnTo>
                    <a:lnTo>
                      <a:pt x="0" y="287394"/>
                    </a:lnTo>
                    <a:lnTo>
                      <a:pt x="0" y="293264"/>
                    </a:lnTo>
                    <a:lnTo>
                      <a:pt x="0" y="299134"/>
                    </a:lnTo>
                    <a:lnTo>
                      <a:pt x="0" y="304981"/>
                    </a:lnTo>
                    <a:lnTo>
                      <a:pt x="0" y="310851"/>
                    </a:lnTo>
                    <a:lnTo>
                      <a:pt x="0" y="316721"/>
                    </a:lnTo>
                    <a:lnTo>
                      <a:pt x="0" y="322568"/>
                    </a:lnTo>
                    <a:lnTo>
                      <a:pt x="0" y="328438"/>
                    </a:lnTo>
                    <a:lnTo>
                      <a:pt x="0" y="334308"/>
                    </a:lnTo>
                    <a:lnTo>
                      <a:pt x="0" y="340177"/>
                    </a:lnTo>
                    <a:lnTo>
                      <a:pt x="0" y="346047"/>
                    </a:lnTo>
                    <a:lnTo>
                      <a:pt x="0" y="351917"/>
                    </a:lnTo>
                    <a:lnTo>
                      <a:pt x="0" y="357764"/>
                    </a:lnTo>
                    <a:lnTo>
                      <a:pt x="0" y="363634"/>
                    </a:lnTo>
                    <a:lnTo>
                      <a:pt x="0" y="369504"/>
                    </a:lnTo>
                    <a:lnTo>
                      <a:pt x="0" y="375374"/>
                    </a:lnTo>
                    <a:lnTo>
                      <a:pt x="0" y="381243"/>
                    </a:lnTo>
                    <a:lnTo>
                      <a:pt x="0" y="387113"/>
                    </a:lnTo>
                    <a:lnTo>
                      <a:pt x="0" y="392960"/>
                    </a:lnTo>
                    <a:lnTo>
                      <a:pt x="0" y="398830"/>
                    </a:lnTo>
                    <a:lnTo>
                      <a:pt x="0" y="404700"/>
                    </a:lnTo>
                    <a:lnTo>
                      <a:pt x="0" y="410570"/>
                    </a:lnTo>
                    <a:lnTo>
                      <a:pt x="0" y="416440"/>
                    </a:lnTo>
                    <a:lnTo>
                      <a:pt x="0" y="422309"/>
                    </a:lnTo>
                    <a:lnTo>
                      <a:pt x="0" y="428134"/>
                    </a:lnTo>
                    <a:lnTo>
                      <a:pt x="0" y="434004"/>
                    </a:lnTo>
                    <a:lnTo>
                      <a:pt x="0" y="439874"/>
                    </a:lnTo>
                    <a:lnTo>
                      <a:pt x="0" y="445743"/>
                    </a:lnTo>
                    <a:lnTo>
                      <a:pt x="0" y="451613"/>
                    </a:lnTo>
                    <a:lnTo>
                      <a:pt x="0" y="457483"/>
                    </a:lnTo>
                    <a:lnTo>
                      <a:pt x="0" y="463353"/>
                    </a:lnTo>
                    <a:lnTo>
                      <a:pt x="0" y="469200"/>
                    </a:lnTo>
                    <a:lnTo>
                      <a:pt x="0" y="475070"/>
                    </a:lnTo>
                    <a:lnTo>
                      <a:pt x="0" y="480940"/>
                    </a:lnTo>
                    <a:lnTo>
                      <a:pt x="0" y="486809"/>
                    </a:lnTo>
                    <a:lnTo>
                      <a:pt x="0" y="492679"/>
                    </a:lnTo>
                    <a:lnTo>
                      <a:pt x="0" y="498549"/>
                    </a:lnTo>
                    <a:lnTo>
                      <a:pt x="0" y="504396"/>
                    </a:lnTo>
                    <a:lnTo>
                      <a:pt x="0" y="510266"/>
                    </a:lnTo>
                    <a:lnTo>
                      <a:pt x="0" y="516136"/>
                    </a:lnTo>
                    <a:lnTo>
                      <a:pt x="0" y="522006"/>
                    </a:lnTo>
                    <a:lnTo>
                      <a:pt x="0" y="527875"/>
                    </a:lnTo>
                    <a:lnTo>
                      <a:pt x="0" y="533745"/>
                    </a:lnTo>
                    <a:lnTo>
                      <a:pt x="0" y="539593"/>
                    </a:lnTo>
                    <a:lnTo>
                      <a:pt x="0" y="545440"/>
                    </a:lnTo>
                    <a:lnTo>
                      <a:pt x="0" y="551310"/>
                    </a:lnTo>
                    <a:lnTo>
                      <a:pt x="0" y="557179"/>
                    </a:lnTo>
                    <a:lnTo>
                      <a:pt x="0" y="563049"/>
                    </a:lnTo>
                    <a:lnTo>
                      <a:pt x="0" y="568919"/>
                    </a:lnTo>
                    <a:lnTo>
                      <a:pt x="0" y="574766"/>
                    </a:lnTo>
                    <a:lnTo>
                      <a:pt x="0" y="580636"/>
                    </a:lnTo>
                    <a:close/>
                  </a:path>
                </a:pathLst>
              </a:custGeom>
              <a:solidFill>
                <a:srgbClr val="DAF1FD">
                  <a:alpha val="50000"/>
                </a:srgbClr>
              </a:solidFill>
              <a:ln w="2249" cap="flat">
                <a:noFill/>
                <a:prstDash val="solid"/>
                <a:miter/>
              </a:ln>
            </p:spPr>
            <p:txBody>
              <a:bodyPr rtlCol="0" anchor="ctr"/>
              <a:lstStyle/>
              <a:p>
                <a:endParaRPr lang="en-US"/>
              </a:p>
            </p:txBody>
          </p:sp>
          <p:sp>
            <p:nvSpPr>
              <p:cNvPr id="5383" name="Freeform 5382">
                <a:extLst>
                  <a:ext uri="{FF2B5EF4-FFF2-40B4-BE49-F238E27FC236}">
                    <a16:creationId xmlns:a16="http://schemas.microsoft.com/office/drawing/2014/main" id="{4723FC7B-D3DC-B673-3799-87EF974AF351}"/>
                  </a:ext>
                </a:extLst>
              </p:cNvPr>
              <p:cNvSpPr/>
              <p:nvPr/>
            </p:nvSpPr>
            <p:spPr>
              <a:xfrm rot="20803200">
                <a:off x="10921379" y="2943419"/>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384" name="Freeform 5383">
                <a:extLst>
                  <a:ext uri="{FF2B5EF4-FFF2-40B4-BE49-F238E27FC236}">
                    <a16:creationId xmlns:a16="http://schemas.microsoft.com/office/drawing/2014/main" id="{C11E3AA5-B126-0AFC-91E5-BE020EAB6A57}"/>
                  </a:ext>
                </a:extLst>
              </p:cNvPr>
              <p:cNvSpPr/>
              <p:nvPr/>
            </p:nvSpPr>
            <p:spPr>
              <a:xfrm rot="20803200">
                <a:off x="11010997" y="2896247"/>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385" name="Freeform 5384">
                <a:extLst>
                  <a:ext uri="{FF2B5EF4-FFF2-40B4-BE49-F238E27FC236}">
                    <a16:creationId xmlns:a16="http://schemas.microsoft.com/office/drawing/2014/main" id="{C9A305C8-2A8F-CDEB-98CC-A950C27C2B69}"/>
                  </a:ext>
                </a:extLst>
              </p:cNvPr>
              <p:cNvSpPr/>
              <p:nvPr/>
            </p:nvSpPr>
            <p:spPr>
              <a:xfrm rot="20803200">
                <a:off x="10966098" y="2633936"/>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386" name="Freeform 5385">
                <a:extLst>
                  <a:ext uri="{FF2B5EF4-FFF2-40B4-BE49-F238E27FC236}">
                    <a16:creationId xmlns:a16="http://schemas.microsoft.com/office/drawing/2014/main" id="{5CD7B216-D4B0-74C6-9654-B997FBCC0B6C}"/>
                  </a:ext>
                </a:extLst>
              </p:cNvPr>
              <p:cNvSpPr/>
              <p:nvPr/>
            </p:nvSpPr>
            <p:spPr>
              <a:xfrm rot="20803200">
                <a:off x="11083902" y="2699552"/>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387" name="Freeform 5386">
                <a:extLst>
                  <a:ext uri="{FF2B5EF4-FFF2-40B4-BE49-F238E27FC236}">
                    <a16:creationId xmlns:a16="http://schemas.microsoft.com/office/drawing/2014/main" id="{769481B6-CAF4-0047-C696-6E6753D84CAD}"/>
                  </a:ext>
                </a:extLst>
              </p:cNvPr>
              <p:cNvSpPr/>
              <p:nvPr/>
            </p:nvSpPr>
            <p:spPr>
              <a:xfrm rot="20803200">
                <a:off x="11089196" y="3097381"/>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388" name="Freeform 5387">
                <a:extLst>
                  <a:ext uri="{FF2B5EF4-FFF2-40B4-BE49-F238E27FC236}">
                    <a16:creationId xmlns:a16="http://schemas.microsoft.com/office/drawing/2014/main" id="{C704B596-15B2-CA1E-B8C2-03770B101C0C}"/>
                  </a:ext>
                </a:extLst>
              </p:cNvPr>
              <p:cNvSpPr/>
              <p:nvPr/>
            </p:nvSpPr>
            <p:spPr>
              <a:xfrm rot="20803200">
                <a:off x="10974944" y="3086297"/>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389" name="Freeform 5388">
                <a:extLst>
                  <a:ext uri="{FF2B5EF4-FFF2-40B4-BE49-F238E27FC236}">
                    <a16:creationId xmlns:a16="http://schemas.microsoft.com/office/drawing/2014/main" id="{6C74B600-AA27-16E0-327F-BDD4C79E469F}"/>
                  </a:ext>
                </a:extLst>
              </p:cNvPr>
              <p:cNvSpPr/>
              <p:nvPr/>
            </p:nvSpPr>
            <p:spPr>
              <a:xfrm rot="20803200">
                <a:off x="10915429" y="2988227"/>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390" name="Freeform 5389">
                <a:extLst>
                  <a:ext uri="{FF2B5EF4-FFF2-40B4-BE49-F238E27FC236}">
                    <a16:creationId xmlns:a16="http://schemas.microsoft.com/office/drawing/2014/main" id="{35E98BB6-6013-AFC6-2891-006074CEC09B}"/>
                  </a:ext>
                </a:extLst>
              </p:cNvPr>
              <p:cNvSpPr/>
              <p:nvPr/>
            </p:nvSpPr>
            <p:spPr>
              <a:xfrm rot="20803200">
                <a:off x="10878165" y="3575251"/>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391" name="Freeform 5390">
                <a:extLst>
                  <a:ext uri="{FF2B5EF4-FFF2-40B4-BE49-F238E27FC236}">
                    <a16:creationId xmlns:a16="http://schemas.microsoft.com/office/drawing/2014/main" id="{63D3A73C-A58B-79A8-E0E9-47894BF3F313}"/>
                  </a:ext>
                </a:extLst>
              </p:cNvPr>
              <p:cNvSpPr/>
              <p:nvPr/>
            </p:nvSpPr>
            <p:spPr>
              <a:xfrm rot="20803200">
                <a:off x="11070999" y="3702780"/>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392" name="Freeform 5391">
                <a:extLst>
                  <a:ext uri="{FF2B5EF4-FFF2-40B4-BE49-F238E27FC236}">
                    <a16:creationId xmlns:a16="http://schemas.microsoft.com/office/drawing/2014/main" id="{4A191DE1-8D21-E10B-D537-571007BBB29B}"/>
                  </a:ext>
                </a:extLst>
              </p:cNvPr>
              <p:cNvSpPr/>
              <p:nvPr/>
            </p:nvSpPr>
            <p:spPr>
              <a:xfrm rot="20803200">
                <a:off x="10965693" y="3716821"/>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393" name="Freeform 5392">
                <a:extLst>
                  <a:ext uri="{FF2B5EF4-FFF2-40B4-BE49-F238E27FC236}">
                    <a16:creationId xmlns:a16="http://schemas.microsoft.com/office/drawing/2014/main" id="{22E8A6EE-F12D-24D7-66AB-D5694C8B2252}"/>
                  </a:ext>
                </a:extLst>
              </p:cNvPr>
              <p:cNvSpPr/>
              <p:nvPr/>
            </p:nvSpPr>
            <p:spPr>
              <a:xfrm rot="20803200">
                <a:off x="10989572" y="3240182"/>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394" name="Freeform 5393">
                <a:extLst>
                  <a:ext uri="{FF2B5EF4-FFF2-40B4-BE49-F238E27FC236}">
                    <a16:creationId xmlns:a16="http://schemas.microsoft.com/office/drawing/2014/main" id="{FB2CA069-8B93-D627-AF17-E10CE1E460EC}"/>
                  </a:ext>
                </a:extLst>
              </p:cNvPr>
              <p:cNvSpPr/>
              <p:nvPr/>
            </p:nvSpPr>
            <p:spPr>
              <a:xfrm rot="20803200">
                <a:off x="11099338" y="3847699"/>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4" y="12594"/>
                      <a:pt x="6297" y="12594"/>
                    </a:cubicBezTo>
                    <a:cubicBezTo>
                      <a:pt x="2819" y="12594"/>
                      <a:pt x="0" y="9775"/>
                      <a:pt x="0" y="6297"/>
                    </a:cubicBezTo>
                    <a:cubicBezTo>
                      <a:pt x="0" y="2819"/>
                      <a:pt x="2819" y="0"/>
                      <a:pt x="6297" y="0"/>
                    </a:cubicBezTo>
                    <a:cubicBezTo>
                      <a:pt x="9774"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395" name="Freeform 5394">
                <a:extLst>
                  <a:ext uri="{FF2B5EF4-FFF2-40B4-BE49-F238E27FC236}">
                    <a16:creationId xmlns:a16="http://schemas.microsoft.com/office/drawing/2014/main" id="{5A24463C-CF69-32D9-1780-D94F097162CB}"/>
                  </a:ext>
                </a:extLst>
              </p:cNvPr>
              <p:cNvSpPr/>
              <p:nvPr/>
            </p:nvSpPr>
            <p:spPr>
              <a:xfrm rot="20803200">
                <a:off x="11021203" y="3941934"/>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396" name="Freeform 5395">
                <a:extLst>
                  <a:ext uri="{FF2B5EF4-FFF2-40B4-BE49-F238E27FC236}">
                    <a16:creationId xmlns:a16="http://schemas.microsoft.com/office/drawing/2014/main" id="{FFB42C91-83E4-5271-07E0-90152C1D1D2D}"/>
                  </a:ext>
                </a:extLst>
              </p:cNvPr>
              <p:cNvSpPr/>
              <p:nvPr/>
            </p:nvSpPr>
            <p:spPr>
              <a:xfrm rot="20803200">
                <a:off x="11063259" y="3217044"/>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397" name="Freeform 5396">
                <a:extLst>
                  <a:ext uri="{FF2B5EF4-FFF2-40B4-BE49-F238E27FC236}">
                    <a16:creationId xmlns:a16="http://schemas.microsoft.com/office/drawing/2014/main" id="{73264E0F-FAC9-6DA6-238B-5F8DC2A018D7}"/>
                  </a:ext>
                </a:extLst>
              </p:cNvPr>
              <p:cNvSpPr/>
              <p:nvPr/>
            </p:nvSpPr>
            <p:spPr>
              <a:xfrm rot="20803200">
                <a:off x="10911733" y="3692548"/>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398" name="Freeform 5397">
                <a:extLst>
                  <a:ext uri="{FF2B5EF4-FFF2-40B4-BE49-F238E27FC236}">
                    <a16:creationId xmlns:a16="http://schemas.microsoft.com/office/drawing/2014/main" id="{580AF77F-D72F-A157-1D99-7A594F7644CB}"/>
                  </a:ext>
                </a:extLst>
              </p:cNvPr>
              <p:cNvSpPr/>
              <p:nvPr/>
            </p:nvSpPr>
            <p:spPr>
              <a:xfrm rot="20803200">
                <a:off x="11027580" y="3441067"/>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399" name="Freeform 5398">
                <a:extLst>
                  <a:ext uri="{FF2B5EF4-FFF2-40B4-BE49-F238E27FC236}">
                    <a16:creationId xmlns:a16="http://schemas.microsoft.com/office/drawing/2014/main" id="{45544441-C86B-BC76-E15B-2A3E38594825}"/>
                  </a:ext>
                </a:extLst>
              </p:cNvPr>
              <p:cNvSpPr/>
              <p:nvPr/>
            </p:nvSpPr>
            <p:spPr>
              <a:xfrm rot="20803200">
                <a:off x="10975327" y="3695252"/>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400" name="Freeform 5399">
                <a:extLst>
                  <a:ext uri="{FF2B5EF4-FFF2-40B4-BE49-F238E27FC236}">
                    <a16:creationId xmlns:a16="http://schemas.microsoft.com/office/drawing/2014/main" id="{A0981EA6-777C-AB77-5CFF-4445FF96C866}"/>
                  </a:ext>
                </a:extLst>
              </p:cNvPr>
              <p:cNvSpPr/>
              <p:nvPr/>
            </p:nvSpPr>
            <p:spPr>
              <a:xfrm rot="20803200">
                <a:off x="11062351" y="3147510"/>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401" name="Freeform 5400">
                <a:extLst>
                  <a:ext uri="{FF2B5EF4-FFF2-40B4-BE49-F238E27FC236}">
                    <a16:creationId xmlns:a16="http://schemas.microsoft.com/office/drawing/2014/main" id="{2396EDAD-21D6-6325-6A94-330844C5EDA4}"/>
                  </a:ext>
                </a:extLst>
              </p:cNvPr>
              <p:cNvSpPr/>
              <p:nvPr/>
            </p:nvSpPr>
            <p:spPr>
              <a:xfrm rot="20803200">
                <a:off x="10957841" y="2787885"/>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402" name="Freeform 5401">
                <a:extLst>
                  <a:ext uri="{FF2B5EF4-FFF2-40B4-BE49-F238E27FC236}">
                    <a16:creationId xmlns:a16="http://schemas.microsoft.com/office/drawing/2014/main" id="{41A886B8-8012-956B-5E27-902DCF8C2774}"/>
                  </a:ext>
                </a:extLst>
              </p:cNvPr>
              <p:cNvSpPr/>
              <p:nvPr/>
            </p:nvSpPr>
            <p:spPr>
              <a:xfrm rot="20803200">
                <a:off x="11039110" y="3679747"/>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403" name="Freeform 5402">
                <a:extLst>
                  <a:ext uri="{FF2B5EF4-FFF2-40B4-BE49-F238E27FC236}">
                    <a16:creationId xmlns:a16="http://schemas.microsoft.com/office/drawing/2014/main" id="{A1BDA676-E99D-733D-54DF-C6401E8CFF51}"/>
                  </a:ext>
                </a:extLst>
              </p:cNvPr>
              <p:cNvSpPr/>
              <p:nvPr/>
            </p:nvSpPr>
            <p:spPr>
              <a:xfrm rot="20803200">
                <a:off x="10945324" y="3052963"/>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4" y="12594"/>
                      <a:pt x="6297" y="12594"/>
                    </a:cubicBezTo>
                    <a:cubicBezTo>
                      <a:pt x="2819" y="12594"/>
                      <a:pt x="0" y="9775"/>
                      <a:pt x="0" y="6297"/>
                    </a:cubicBezTo>
                    <a:cubicBezTo>
                      <a:pt x="0" y="2819"/>
                      <a:pt x="2819" y="0"/>
                      <a:pt x="6297" y="0"/>
                    </a:cubicBezTo>
                    <a:cubicBezTo>
                      <a:pt x="9774"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404" name="Freeform 5403">
                <a:extLst>
                  <a:ext uri="{FF2B5EF4-FFF2-40B4-BE49-F238E27FC236}">
                    <a16:creationId xmlns:a16="http://schemas.microsoft.com/office/drawing/2014/main" id="{3A566049-FC50-EE3E-82F5-38B13C966326}"/>
                  </a:ext>
                </a:extLst>
              </p:cNvPr>
              <p:cNvSpPr/>
              <p:nvPr/>
            </p:nvSpPr>
            <p:spPr>
              <a:xfrm rot="20803200">
                <a:off x="10936937" y="3056368"/>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405" name="Freeform 5404">
                <a:extLst>
                  <a:ext uri="{FF2B5EF4-FFF2-40B4-BE49-F238E27FC236}">
                    <a16:creationId xmlns:a16="http://schemas.microsoft.com/office/drawing/2014/main" id="{34827364-BCBF-5C84-44CE-E2B3170BC525}"/>
                  </a:ext>
                </a:extLst>
              </p:cNvPr>
              <p:cNvSpPr/>
              <p:nvPr/>
            </p:nvSpPr>
            <p:spPr>
              <a:xfrm rot="20803200">
                <a:off x="10922778" y="3275769"/>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406" name="Freeform 5405">
                <a:extLst>
                  <a:ext uri="{FF2B5EF4-FFF2-40B4-BE49-F238E27FC236}">
                    <a16:creationId xmlns:a16="http://schemas.microsoft.com/office/drawing/2014/main" id="{3C158919-094E-BC68-D6EC-8436E195247D}"/>
                  </a:ext>
                </a:extLst>
              </p:cNvPr>
              <p:cNvSpPr/>
              <p:nvPr/>
            </p:nvSpPr>
            <p:spPr>
              <a:xfrm rot="20803200">
                <a:off x="10994111" y="3285124"/>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407" name="Freeform 5406">
                <a:extLst>
                  <a:ext uri="{FF2B5EF4-FFF2-40B4-BE49-F238E27FC236}">
                    <a16:creationId xmlns:a16="http://schemas.microsoft.com/office/drawing/2014/main" id="{DEFC83EF-9FF9-BDC1-C16F-345DE3CE9441}"/>
                  </a:ext>
                </a:extLst>
              </p:cNvPr>
              <p:cNvSpPr/>
              <p:nvPr/>
            </p:nvSpPr>
            <p:spPr>
              <a:xfrm rot="20803200">
                <a:off x="11082061" y="3276776"/>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408" name="Freeform 5407">
                <a:extLst>
                  <a:ext uri="{FF2B5EF4-FFF2-40B4-BE49-F238E27FC236}">
                    <a16:creationId xmlns:a16="http://schemas.microsoft.com/office/drawing/2014/main" id="{BE3411D8-2085-0CB2-F06F-68B42426C29F}"/>
                  </a:ext>
                </a:extLst>
              </p:cNvPr>
              <p:cNvSpPr/>
              <p:nvPr/>
            </p:nvSpPr>
            <p:spPr>
              <a:xfrm rot="20803200">
                <a:off x="11047263" y="3276851"/>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409" name="Freeform 5408">
                <a:extLst>
                  <a:ext uri="{FF2B5EF4-FFF2-40B4-BE49-F238E27FC236}">
                    <a16:creationId xmlns:a16="http://schemas.microsoft.com/office/drawing/2014/main" id="{A8351D90-F15B-7B7D-8CDD-77538896A863}"/>
                  </a:ext>
                </a:extLst>
              </p:cNvPr>
              <p:cNvSpPr/>
              <p:nvPr/>
            </p:nvSpPr>
            <p:spPr>
              <a:xfrm rot="20803200">
                <a:off x="10882985" y="3027808"/>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410" name="Freeform 5409">
                <a:extLst>
                  <a:ext uri="{FF2B5EF4-FFF2-40B4-BE49-F238E27FC236}">
                    <a16:creationId xmlns:a16="http://schemas.microsoft.com/office/drawing/2014/main" id="{FA58F8E5-3730-4BD6-B270-E51EE8EC87A3}"/>
                  </a:ext>
                </a:extLst>
              </p:cNvPr>
              <p:cNvSpPr/>
              <p:nvPr/>
            </p:nvSpPr>
            <p:spPr>
              <a:xfrm rot="20803200">
                <a:off x="11065639" y="3254379"/>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411" name="Freeform 5410">
                <a:extLst>
                  <a:ext uri="{FF2B5EF4-FFF2-40B4-BE49-F238E27FC236}">
                    <a16:creationId xmlns:a16="http://schemas.microsoft.com/office/drawing/2014/main" id="{CC6954E4-2258-83FF-23D6-4D0D7C6C1F57}"/>
                  </a:ext>
                </a:extLst>
              </p:cNvPr>
              <p:cNvSpPr/>
              <p:nvPr/>
            </p:nvSpPr>
            <p:spPr>
              <a:xfrm rot="20803200">
                <a:off x="10904137" y="2902458"/>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F1FD">
                  <a:alpha val="60000"/>
                </a:srgbClr>
              </a:solidFill>
              <a:ln w="2249" cap="flat">
                <a:noFill/>
                <a:prstDash val="solid"/>
                <a:miter/>
              </a:ln>
            </p:spPr>
            <p:txBody>
              <a:bodyPr rtlCol="0" anchor="ctr"/>
              <a:lstStyle/>
              <a:p>
                <a:endParaRPr lang="en-US"/>
              </a:p>
            </p:txBody>
          </p:sp>
          <p:sp>
            <p:nvSpPr>
              <p:cNvPr id="5412" name="Freeform 5411">
                <a:extLst>
                  <a:ext uri="{FF2B5EF4-FFF2-40B4-BE49-F238E27FC236}">
                    <a16:creationId xmlns:a16="http://schemas.microsoft.com/office/drawing/2014/main" id="{80AD7930-DDCF-871F-C47F-32BD7EB2D9A6}"/>
                  </a:ext>
                </a:extLst>
              </p:cNvPr>
              <p:cNvSpPr/>
              <p:nvPr/>
            </p:nvSpPr>
            <p:spPr>
              <a:xfrm>
                <a:off x="11237117" y="2653132"/>
                <a:ext cx="143877" cy="583423"/>
              </a:xfrm>
              <a:custGeom>
                <a:avLst/>
                <a:gdLst>
                  <a:gd name="connsiteX0" fmla="*/ 0 w 33127"/>
                  <a:gd name="connsiteY0" fmla="*/ 0 h 134330"/>
                  <a:gd name="connsiteX1" fmla="*/ 33127 w 33127"/>
                  <a:gd name="connsiteY1" fmla="*/ 0 h 134330"/>
                  <a:gd name="connsiteX2" fmla="*/ 33127 w 33127"/>
                  <a:gd name="connsiteY2" fmla="*/ 134330 h 134330"/>
                  <a:gd name="connsiteX3" fmla="*/ 0 w 33127"/>
                  <a:gd name="connsiteY3" fmla="*/ 134330 h 134330"/>
                </a:gdLst>
                <a:ahLst/>
                <a:cxnLst>
                  <a:cxn ang="0">
                    <a:pos x="connsiteX0" y="connsiteY0"/>
                  </a:cxn>
                  <a:cxn ang="0">
                    <a:pos x="connsiteX1" y="connsiteY1"/>
                  </a:cxn>
                  <a:cxn ang="0">
                    <a:pos x="connsiteX2" y="connsiteY2"/>
                  </a:cxn>
                  <a:cxn ang="0">
                    <a:pos x="connsiteX3" y="connsiteY3"/>
                  </a:cxn>
                </a:cxnLst>
                <a:rect l="l" t="t" r="r" b="b"/>
                <a:pathLst>
                  <a:path w="33127" h="134330">
                    <a:moveTo>
                      <a:pt x="0" y="0"/>
                    </a:moveTo>
                    <a:lnTo>
                      <a:pt x="33127" y="0"/>
                    </a:lnTo>
                    <a:lnTo>
                      <a:pt x="33127" y="134330"/>
                    </a:lnTo>
                    <a:lnTo>
                      <a:pt x="0" y="134330"/>
                    </a:lnTo>
                    <a:close/>
                  </a:path>
                </a:pathLst>
              </a:custGeom>
              <a:solidFill>
                <a:srgbClr val="DAF1FD"/>
              </a:solidFill>
              <a:ln w="2249" cap="flat">
                <a:noFill/>
                <a:prstDash val="solid"/>
                <a:miter/>
              </a:ln>
            </p:spPr>
            <p:txBody>
              <a:bodyPr rtlCol="0" anchor="ctr"/>
              <a:lstStyle/>
              <a:p>
                <a:endParaRPr lang="en-US"/>
              </a:p>
            </p:txBody>
          </p:sp>
          <p:sp>
            <p:nvSpPr>
              <p:cNvPr id="5413" name="Freeform 5412">
                <a:extLst>
                  <a:ext uri="{FF2B5EF4-FFF2-40B4-BE49-F238E27FC236}">
                    <a16:creationId xmlns:a16="http://schemas.microsoft.com/office/drawing/2014/main" id="{3EDCF201-0E4A-D9DD-0630-05624BD19571}"/>
                  </a:ext>
                </a:extLst>
              </p:cNvPr>
              <p:cNvSpPr/>
              <p:nvPr/>
            </p:nvSpPr>
            <p:spPr>
              <a:xfrm>
                <a:off x="11237117" y="2653132"/>
                <a:ext cx="143877" cy="583423"/>
              </a:xfrm>
              <a:custGeom>
                <a:avLst/>
                <a:gdLst>
                  <a:gd name="connsiteX0" fmla="*/ 0 w 33127"/>
                  <a:gd name="connsiteY0" fmla="*/ 0 h 134330"/>
                  <a:gd name="connsiteX1" fmla="*/ 33127 w 33127"/>
                  <a:gd name="connsiteY1" fmla="*/ 0 h 134330"/>
                  <a:gd name="connsiteX2" fmla="*/ 33127 w 33127"/>
                  <a:gd name="connsiteY2" fmla="*/ 134330 h 134330"/>
                  <a:gd name="connsiteX3" fmla="*/ 0 w 33127"/>
                  <a:gd name="connsiteY3" fmla="*/ 134330 h 134330"/>
                </a:gdLst>
                <a:ahLst/>
                <a:cxnLst>
                  <a:cxn ang="0">
                    <a:pos x="connsiteX0" y="connsiteY0"/>
                  </a:cxn>
                  <a:cxn ang="0">
                    <a:pos x="connsiteX1" y="connsiteY1"/>
                  </a:cxn>
                  <a:cxn ang="0">
                    <a:pos x="connsiteX2" y="connsiteY2"/>
                  </a:cxn>
                  <a:cxn ang="0">
                    <a:pos x="connsiteX3" y="connsiteY3"/>
                  </a:cxn>
                </a:cxnLst>
                <a:rect l="l" t="t" r="r" b="b"/>
                <a:pathLst>
                  <a:path w="33127" h="134330">
                    <a:moveTo>
                      <a:pt x="0" y="0"/>
                    </a:moveTo>
                    <a:lnTo>
                      <a:pt x="33127" y="0"/>
                    </a:lnTo>
                    <a:lnTo>
                      <a:pt x="33127" y="134330"/>
                    </a:lnTo>
                    <a:lnTo>
                      <a:pt x="0" y="134330"/>
                    </a:lnTo>
                    <a:close/>
                  </a:path>
                </a:pathLst>
              </a:custGeom>
              <a:noFill/>
              <a:ln w="4498" cap="flat">
                <a:solidFill>
                  <a:srgbClr val="000000"/>
                </a:solidFill>
                <a:prstDash val="solid"/>
                <a:miter/>
              </a:ln>
            </p:spPr>
            <p:txBody>
              <a:bodyPr rtlCol="0" anchor="ctr"/>
              <a:lstStyle/>
              <a:p>
                <a:endParaRPr lang="en-US"/>
              </a:p>
            </p:txBody>
          </p:sp>
          <p:sp>
            <p:nvSpPr>
              <p:cNvPr id="5414" name="Freeform 5413">
                <a:extLst>
                  <a:ext uri="{FF2B5EF4-FFF2-40B4-BE49-F238E27FC236}">
                    <a16:creationId xmlns:a16="http://schemas.microsoft.com/office/drawing/2014/main" id="{B83EE89E-9B6D-A9F3-7AD9-1E401CE2A13A}"/>
                  </a:ext>
                </a:extLst>
              </p:cNvPr>
              <p:cNvSpPr/>
              <p:nvPr/>
            </p:nvSpPr>
            <p:spPr>
              <a:xfrm>
                <a:off x="11237117" y="2875444"/>
                <a:ext cx="143877" cy="9764"/>
              </a:xfrm>
              <a:custGeom>
                <a:avLst/>
                <a:gdLst>
                  <a:gd name="connsiteX0" fmla="*/ 0 w 33127"/>
                  <a:gd name="connsiteY0" fmla="*/ 0 h 2248"/>
                  <a:gd name="connsiteX1" fmla="*/ 33127 w 33127"/>
                  <a:gd name="connsiteY1" fmla="*/ 0 h 2248"/>
                </a:gdLst>
                <a:ahLst/>
                <a:cxnLst>
                  <a:cxn ang="0">
                    <a:pos x="connsiteX0" y="connsiteY0"/>
                  </a:cxn>
                  <a:cxn ang="0">
                    <a:pos x="connsiteX1" y="connsiteY1"/>
                  </a:cxn>
                </a:cxnLst>
                <a:rect l="l" t="t" r="r" b="b"/>
                <a:pathLst>
                  <a:path w="33127" h="2248">
                    <a:moveTo>
                      <a:pt x="0" y="0"/>
                    </a:moveTo>
                    <a:lnTo>
                      <a:pt x="33127" y="0"/>
                    </a:lnTo>
                  </a:path>
                </a:pathLst>
              </a:custGeom>
              <a:ln w="4498" cap="flat">
                <a:solidFill>
                  <a:srgbClr val="000000"/>
                </a:solidFill>
                <a:prstDash val="solid"/>
                <a:round/>
              </a:ln>
            </p:spPr>
            <p:txBody>
              <a:bodyPr rtlCol="0" anchor="ctr"/>
              <a:lstStyle/>
              <a:p>
                <a:endParaRPr lang="en-US"/>
              </a:p>
            </p:txBody>
          </p:sp>
          <p:sp>
            <p:nvSpPr>
              <p:cNvPr id="5440" name="Freeform 5439">
                <a:extLst>
                  <a:ext uri="{FF2B5EF4-FFF2-40B4-BE49-F238E27FC236}">
                    <a16:creationId xmlns:a16="http://schemas.microsoft.com/office/drawing/2014/main" id="{B55B327A-FCF6-B4B2-AE9C-B6EF82D6D5B0}"/>
                  </a:ext>
                </a:extLst>
              </p:cNvPr>
              <p:cNvSpPr/>
              <p:nvPr/>
            </p:nvSpPr>
            <p:spPr>
              <a:xfrm>
                <a:off x="10107095" y="1790061"/>
                <a:ext cx="1198884" cy="62511"/>
              </a:xfrm>
              <a:custGeom>
                <a:avLst/>
                <a:gdLst>
                  <a:gd name="connsiteX0" fmla="*/ 0 w 276037"/>
                  <a:gd name="connsiteY0" fmla="*/ 14393 h 14393"/>
                  <a:gd name="connsiteX1" fmla="*/ 0 w 276037"/>
                  <a:gd name="connsiteY1" fmla="*/ 0 h 14393"/>
                  <a:gd name="connsiteX2" fmla="*/ 276037 w 276037"/>
                  <a:gd name="connsiteY2" fmla="*/ 0 h 14393"/>
                  <a:gd name="connsiteX3" fmla="*/ 276037 w 276037"/>
                  <a:gd name="connsiteY3" fmla="*/ 14393 h 14393"/>
                </a:gdLst>
                <a:ahLst/>
                <a:cxnLst>
                  <a:cxn ang="0">
                    <a:pos x="connsiteX0" y="connsiteY0"/>
                  </a:cxn>
                  <a:cxn ang="0">
                    <a:pos x="connsiteX1" y="connsiteY1"/>
                  </a:cxn>
                  <a:cxn ang="0">
                    <a:pos x="connsiteX2" y="connsiteY2"/>
                  </a:cxn>
                  <a:cxn ang="0">
                    <a:pos x="connsiteX3" y="connsiteY3"/>
                  </a:cxn>
                </a:cxnLst>
                <a:rect l="l" t="t" r="r" b="b"/>
                <a:pathLst>
                  <a:path w="276037" h="14393">
                    <a:moveTo>
                      <a:pt x="0" y="14393"/>
                    </a:moveTo>
                    <a:lnTo>
                      <a:pt x="0" y="0"/>
                    </a:lnTo>
                    <a:lnTo>
                      <a:pt x="276037" y="0"/>
                    </a:lnTo>
                    <a:lnTo>
                      <a:pt x="276037" y="14393"/>
                    </a:lnTo>
                  </a:path>
                </a:pathLst>
              </a:custGeom>
              <a:noFill/>
              <a:ln w="4498" cap="flat">
                <a:solidFill>
                  <a:srgbClr val="000000"/>
                </a:solidFill>
                <a:prstDash val="solid"/>
                <a:round/>
              </a:ln>
            </p:spPr>
            <p:txBody>
              <a:bodyPr rtlCol="0" anchor="ctr"/>
              <a:lstStyle/>
              <a:p>
                <a:endParaRPr lang="en-US"/>
              </a:p>
            </p:txBody>
          </p:sp>
          <p:grpSp>
            <p:nvGrpSpPr>
              <p:cNvPr id="5441" name="Graphic 3">
                <a:extLst>
                  <a:ext uri="{FF2B5EF4-FFF2-40B4-BE49-F238E27FC236}">
                    <a16:creationId xmlns:a16="http://schemas.microsoft.com/office/drawing/2014/main" id="{A77EDBEC-8CD5-1969-D0E5-1DADC8D56779}"/>
                  </a:ext>
                </a:extLst>
              </p:cNvPr>
              <p:cNvGrpSpPr/>
              <p:nvPr/>
            </p:nvGrpSpPr>
            <p:grpSpPr>
              <a:xfrm>
                <a:off x="10323255" y="1315449"/>
                <a:ext cx="783757" cy="172398"/>
                <a:chOff x="9282527" y="2310711"/>
                <a:chExt cx="180456" cy="39694"/>
              </a:xfrm>
              <a:solidFill>
                <a:srgbClr val="010101"/>
              </a:solidFill>
            </p:grpSpPr>
            <p:sp>
              <p:nvSpPr>
                <p:cNvPr id="5442" name="Freeform 5441">
                  <a:extLst>
                    <a:ext uri="{FF2B5EF4-FFF2-40B4-BE49-F238E27FC236}">
                      <a16:creationId xmlns:a16="http://schemas.microsoft.com/office/drawing/2014/main" id="{76433E7D-4A34-E900-2160-27EF183C3A6C}"/>
                    </a:ext>
                  </a:extLst>
                </p:cNvPr>
                <p:cNvSpPr/>
                <p:nvPr/>
              </p:nvSpPr>
              <p:spPr>
                <a:xfrm>
                  <a:off x="9282527" y="2310711"/>
                  <a:ext cx="3552" cy="38862"/>
                </a:xfrm>
                <a:custGeom>
                  <a:avLst/>
                  <a:gdLst>
                    <a:gd name="connsiteX0" fmla="*/ 0 w 3552"/>
                    <a:gd name="connsiteY0" fmla="*/ 4813 h 38862"/>
                    <a:gd name="connsiteX1" fmla="*/ 0 w 3552"/>
                    <a:gd name="connsiteY1" fmla="*/ 0 h 38862"/>
                    <a:gd name="connsiteX2" fmla="*/ 3553 w 3552"/>
                    <a:gd name="connsiteY2" fmla="*/ 0 h 38862"/>
                    <a:gd name="connsiteX3" fmla="*/ 3553 w 3552"/>
                    <a:gd name="connsiteY3" fmla="*/ 4813 h 38862"/>
                    <a:gd name="connsiteX4" fmla="*/ 0 w 3552"/>
                    <a:gd name="connsiteY4" fmla="*/ 4813 h 38862"/>
                    <a:gd name="connsiteX5" fmla="*/ 157 w 3552"/>
                    <a:gd name="connsiteY5" fmla="*/ 38862 h 38862"/>
                    <a:gd name="connsiteX6" fmla="*/ 157 w 3552"/>
                    <a:gd name="connsiteY6" fmla="*/ 10907 h 38862"/>
                    <a:gd name="connsiteX7" fmla="*/ 3396 w 3552"/>
                    <a:gd name="connsiteY7" fmla="*/ 10907 h 38862"/>
                    <a:gd name="connsiteX8" fmla="*/ 3396 w 3552"/>
                    <a:gd name="connsiteY8" fmla="*/ 38862 h 38862"/>
                    <a:gd name="connsiteX9" fmla="*/ 157 w 3552"/>
                    <a:gd name="connsiteY9" fmla="*/ 38862 h 388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52" h="38862">
                      <a:moveTo>
                        <a:pt x="0" y="4813"/>
                      </a:moveTo>
                      <a:lnTo>
                        <a:pt x="0" y="0"/>
                      </a:lnTo>
                      <a:lnTo>
                        <a:pt x="3553" y="0"/>
                      </a:lnTo>
                      <a:lnTo>
                        <a:pt x="3553" y="4813"/>
                      </a:lnTo>
                      <a:lnTo>
                        <a:pt x="0" y="4813"/>
                      </a:lnTo>
                      <a:close/>
                      <a:moveTo>
                        <a:pt x="157" y="38862"/>
                      </a:moveTo>
                      <a:lnTo>
                        <a:pt x="157" y="10907"/>
                      </a:lnTo>
                      <a:lnTo>
                        <a:pt x="3396" y="10907"/>
                      </a:lnTo>
                      <a:lnTo>
                        <a:pt x="3396" y="38862"/>
                      </a:lnTo>
                      <a:lnTo>
                        <a:pt x="157" y="38862"/>
                      </a:lnTo>
                      <a:close/>
                    </a:path>
                  </a:pathLst>
                </a:custGeom>
                <a:solidFill>
                  <a:srgbClr val="010101"/>
                </a:solidFill>
                <a:ln w="2249" cap="flat">
                  <a:noFill/>
                  <a:prstDash val="solid"/>
                  <a:miter/>
                </a:ln>
              </p:spPr>
              <p:txBody>
                <a:bodyPr rtlCol="0" anchor="ctr"/>
                <a:lstStyle/>
                <a:p>
                  <a:endParaRPr lang="en-US"/>
                </a:p>
              </p:txBody>
            </p:sp>
            <p:sp>
              <p:nvSpPr>
                <p:cNvPr id="5443" name="Freeform 5442">
                  <a:extLst>
                    <a:ext uri="{FF2B5EF4-FFF2-40B4-BE49-F238E27FC236}">
                      <a16:creationId xmlns:a16="http://schemas.microsoft.com/office/drawing/2014/main" id="{08A58136-D239-5AE7-3BB8-D1F542D3E436}"/>
                    </a:ext>
                  </a:extLst>
                </p:cNvPr>
                <p:cNvSpPr/>
                <p:nvPr/>
              </p:nvSpPr>
              <p:spPr>
                <a:xfrm>
                  <a:off x="9292759" y="2320831"/>
                  <a:ext cx="22039" cy="29438"/>
                </a:xfrm>
                <a:custGeom>
                  <a:avLst/>
                  <a:gdLst>
                    <a:gd name="connsiteX0" fmla="*/ 3306 w 22039"/>
                    <a:gd name="connsiteY0" fmla="*/ 19993 h 29438"/>
                    <a:gd name="connsiteX1" fmla="*/ 6028 w 22039"/>
                    <a:gd name="connsiteY1" fmla="*/ 25098 h 29438"/>
                    <a:gd name="connsiteX2" fmla="*/ 11673 w 22039"/>
                    <a:gd name="connsiteY2" fmla="*/ 26583 h 29438"/>
                    <a:gd name="connsiteX3" fmla="*/ 14753 w 22039"/>
                    <a:gd name="connsiteY3" fmla="*/ 26155 h 29438"/>
                    <a:gd name="connsiteX4" fmla="*/ 16890 w 22039"/>
                    <a:gd name="connsiteY4" fmla="*/ 24986 h 29438"/>
                    <a:gd name="connsiteX5" fmla="*/ 18149 w 22039"/>
                    <a:gd name="connsiteY5" fmla="*/ 23344 h 29438"/>
                    <a:gd name="connsiteX6" fmla="*/ 18576 w 22039"/>
                    <a:gd name="connsiteY6" fmla="*/ 21410 h 29438"/>
                    <a:gd name="connsiteX7" fmla="*/ 17250 w 22039"/>
                    <a:gd name="connsiteY7" fmla="*/ 18352 h 29438"/>
                    <a:gd name="connsiteX8" fmla="*/ 13921 w 22039"/>
                    <a:gd name="connsiteY8" fmla="*/ 16777 h 29438"/>
                    <a:gd name="connsiteX9" fmla="*/ 9603 w 22039"/>
                    <a:gd name="connsiteY9" fmla="*/ 15810 h 29438"/>
                    <a:gd name="connsiteX10" fmla="*/ 5285 w 22039"/>
                    <a:gd name="connsiteY10" fmla="*/ 14596 h 29438"/>
                    <a:gd name="connsiteX11" fmla="*/ 1957 w 22039"/>
                    <a:gd name="connsiteY11" fmla="*/ 12279 h 29438"/>
                    <a:gd name="connsiteX12" fmla="*/ 630 w 22039"/>
                    <a:gd name="connsiteY12" fmla="*/ 8006 h 29438"/>
                    <a:gd name="connsiteX13" fmla="*/ 3194 w 22039"/>
                    <a:gd name="connsiteY13" fmla="*/ 2249 h 29438"/>
                    <a:gd name="connsiteX14" fmla="*/ 10458 w 22039"/>
                    <a:gd name="connsiteY14" fmla="*/ 0 h 29438"/>
                    <a:gd name="connsiteX15" fmla="*/ 17835 w 22039"/>
                    <a:gd name="connsiteY15" fmla="*/ 2024 h 29438"/>
                    <a:gd name="connsiteX16" fmla="*/ 21253 w 22039"/>
                    <a:gd name="connsiteY16" fmla="*/ 8793 h 29438"/>
                    <a:gd name="connsiteX17" fmla="*/ 17969 w 22039"/>
                    <a:gd name="connsiteY17" fmla="*/ 8793 h 29438"/>
                    <a:gd name="connsiteX18" fmla="*/ 15518 w 22039"/>
                    <a:gd name="connsiteY18" fmla="*/ 4228 h 29438"/>
                    <a:gd name="connsiteX19" fmla="*/ 10413 w 22039"/>
                    <a:gd name="connsiteY19" fmla="*/ 2901 h 29438"/>
                    <a:gd name="connsiteX20" fmla="*/ 5712 w 22039"/>
                    <a:gd name="connsiteY20" fmla="*/ 4228 h 29438"/>
                    <a:gd name="connsiteX21" fmla="*/ 4093 w 22039"/>
                    <a:gd name="connsiteY21" fmla="*/ 7714 h 29438"/>
                    <a:gd name="connsiteX22" fmla="*/ 5420 w 22039"/>
                    <a:gd name="connsiteY22" fmla="*/ 10593 h 29438"/>
                    <a:gd name="connsiteX23" fmla="*/ 8749 w 22039"/>
                    <a:gd name="connsiteY23" fmla="*/ 12212 h 29438"/>
                    <a:gd name="connsiteX24" fmla="*/ 13067 w 22039"/>
                    <a:gd name="connsiteY24" fmla="*/ 13314 h 29438"/>
                    <a:gd name="connsiteX25" fmla="*/ 17385 w 22039"/>
                    <a:gd name="connsiteY25" fmla="*/ 14686 h 29438"/>
                    <a:gd name="connsiteX26" fmla="*/ 20713 w 22039"/>
                    <a:gd name="connsiteY26" fmla="*/ 17092 h 29438"/>
                    <a:gd name="connsiteX27" fmla="*/ 22040 w 22039"/>
                    <a:gd name="connsiteY27" fmla="*/ 21298 h 29438"/>
                    <a:gd name="connsiteX28" fmla="*/ 21186 w 22039"/>
                    <a:gd name="connsiteY28" fmla="*/ 24828 h 29438"/>
                    <a:gd name="connsiteX29" fmla="*/ 18802 w 22039"/>
                    <a:gd name="connsiteY29" fmla="*/ 27392 h 29438"/>
                    <a:gd name="connsiteX30" fmla="*/ 15203 w 22039"/>
                    <a:gd name="connsiteY30" fmla="*/ 28922 h 29438"/>
                    <a:gd name="connsiteX31" fmla="*/ 10638 w 22039"/>
                    <a:gd name="connsiteY31" fmla="*/ 29439 h 29438"/>
                    <a:gd name="connsiteX32" fmla="*/ 6230 w 22039"/>
                    <a:gd name="connsiteY32" fmla="*/ 28719 h 29438"/>
                    <a:gd name="connsiteX33" fmla="*/ 2969 w 22039"/>
                    <a:gd name="connsiteY33" fmla="*/ 26695 h 29438"/>
                    <a:gd name="connsiteX34" fmla="*/ 855 w 22039"/>
                    <a:gd name="connsiteY34" fmla="*/ 23682 h 29438"/>
                    <a:gd name="connsiteX35" fmla="*/ 0 w 22039"/>
                    <a:gd name="connsiteY35" fmla="*/ 19948 h 29438"/>
                    <a:gd name="connsiteX36" fmla="*/ 3284 w 22039"/>
                    <a:gd name="connsiteY36" fmla="*/ 19948 h 29438"/>
                    <a:gd name="connsiteX37" fmla="*/ 3284 w 22039"/>
                    <a:gd name="connsiteY37" fmla="*/ 19993 h 29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2039" h="29438">
                      <a:moveTo>
                        <a:pt x="3306" y="19993"/>
                      </a:moveTo>
                      <a:cubicBezTo>
                        <a:pt x="3801" y="22400"/>
                        <a:pt x="4723" y="24109"/>
                        <a:pt x="6028" y="25098"/>
                      </a:cubicBezTo>
                      <a:cubicBezTo>
                        <a:pt x="7332" y="26088"/>
                        <a:pt x="9221" y="26583"/>
                        <a:pt x="11673" y="26583"/>
                      </a:cubicBezTo>
                      <a:cubicBezTo>
                        <a:pt x="12865" y="26583"/>
                        <a:pt x="13876" y="26448"/>
                        <a:pt x="14753" y="26155"/>
                      </a:cubicBezTo>
                      <a:cubicBezTo>
                        <a:pt x="15631" y="25863"/>
                        <a:pt x="16327" y="25481"/>
                        <a:pt x="16890" y="24986"/>
                      </a:cubicBezTo>
                      <a:cubicBezTo>
                        <a:pt x="17452" y="24491"/>
                        <a:pt x="17880" y="23951"/>
                        <a:pt x="18149" y="23344"/>
                      </a:cubicBezTo>
                      <a:cubicBezTo>
                        <a:pt x="18419" y="22737"/>
                        <a:pt x="18576" y="22085"/>
                        <a:pt x="18576" y="21410"/>
                      </a:cubicBezTo>
                      <a:cubicBezTo>
                        <a:pt x="18576" y="20038"/>
                        <a:pt x="18127" y="19026"/>
                        <a:pt x="17250" y="18352"/>
                      </a:cubicBezTo>
                      <a:cubicBezTo>
                        <a:pt x="16372" y="17677"/>
                        <a:pt x="15271" y="17160"/>
                        <a:pt x="13921" y="16777"/>
                      </a:cubicBezTo>
                      <a:cubicBezTo>
                        <a:pt x="12572" y="16395"/>
                        <a:pt x="11155" y="16080"/>
                        <a:pt x="9603" y="15810"/>
                      </a:cubicBezTo>
                      <a:cubicBezTo>
                        <a:pt x="8051" y="15540"/>
                        <a:pt x="6612" y="15135"/>
                        <a:pt x="5285" y="14596"/>
                      </a:cubicBezTo>
                      <a:cubicBezTo>
                        <a:pt x="3958" y="14056"/>
                        <a:pt x="2856" y="13291"/>
                        <a:pt x="1957" y="12279"/>
                      </a:cubicBezTo>
                      <a:cubicBezTo>
                        <a:pt x="1080" y="11267"/>
                        <a:pt x="630" y="9850"/>
                        <a:pt x="630" y="8006"/>
                      </a:cubicBezTo>
                      <a:cubicBezTo>
                        <a:pt x="630" y="5667"/>
                        <a:pt x="1485" y="3756"/>
                        <a:pt x="3194" y="2249"/>
                      </a:cubicBezTo>
                      <a:cubicBezTo>
                        <a:pt x="4903" y="765"/>
                        <a:pt x="7332" y="0"/>
                        <a:pt x="10458" y="0"/>
                      </a:cubicBezTo>
                      <a:cubicBezTo>
                        <a:pt x="13584" y="0"/>
                        <a:pt x="15945" y="675"/>
                        <a:pt x="17835" y="2024"/>
                      </a:cubicBezTo>
                      <a:cubicBezTo>
                        <a:pt x="19723" y="3373"/>
                        <a:pt x="20870" y="5622"/>
                        <a:pt x="21253" y="8793"/>
                      </a:cubicBezTo>
                      <a:lnTo>
                        <a:pt x="17969" y="8793"/>
                      </a:lnTo>
                      <a:cubicBezTo>
                        <a:pt x="17677" y="6634"/>
                        <a:pt x="16867" y="5105"/>
                        <a:pt x="15518" y="4228"/>
                      </a:cubicBezTo>
                      <a:cubicBezTo>
                        <a:pt x="14169" y="3351"/>
                        <a:pt x="12459" y="2901"/>
                        <a:pt x="10413" y="2901"/>
                      </a:cubicBezTo>
                      <a:cubicBezTo>
                        <a:pt x="8367" y="2901"/>
                        <a:pt x="6792" y="3351"/>
                        <a:pt x="5712" y="4228"/>
                      </a:cubicBezTo>
                      <a:cubicBezTo>
                        <a:pt x="4633" y="5105"/>
                        <a:pt x="4093" y="6275"/>
                        <a:pt x="4093" y="7714"/>
                      </a:cubicBezTo>
                      <a:cubicBezTo>
                        <a:pt x="4093" y="8973"/>
                        <a:pt x="4543" y="9940"/>
                        <a:pt x="5420" y="10593"/>
                      </a:cubicBezTo>
                      <a:cubicBezTo>
                        <a:pt x="6297" y="11267"/>
                        <a:pt x="7399" y="11807"/>
                        <a:pt x="8749" y="12212"/>
                      </a:cubicBezTo>
                      <a:cubicBezTo>
                        <a:pt x="10076" y="12617"/>
                        <a:pt x="11515" y="12999"/>
                        <a:pt x="13067" y="13314"/>
                      </a:cubicBezTo>
                      <a:cubicBezTo>
                        <a:pt x="14618" y="13629"/>
                        <a:pt x="16058" y="14101"/>
                        <a:pt x="17385" y="14686"/>
                      </a:cubicBezTo>
                      <a:cubicBezTo>
                        <a:pt x="18711" y="15270"/>
                        <a:pt x="19813" y="16080"/>
                        <a:pt x="20713" y="17092"/>
                      </a:cubicBezTo>
                      <a:cubicBezTo>
                        <a:pt x="21590" y="18104"/>
                        <a:pt x="22040" y="19498"/>
                        <a:pt x="22040" y="21298"/>
                      </a:cubicBezTo>
                      <a:cubicBezTo>
                        <a:pt x="22040" y="22625"/>
                        <a:pt x="21748" y="23816"/>
                        <a:pt x="21186" y="24828"/>
                      </a:cubicBezTo>
                      <a:cubicBezTo>
                        <a:pt x="20623" y="25841"/>
                        <a:pt x="19813" y="26718"/>
                        <a:pt x="18802" y="27392"/>
                      </a:cubicBezTo>
                      <a:cubicBezTo>
                        <a:pt x="17790" y="28067"/>
                        <a:pt x="16598" y="28584"/>
                        <a:pt x="15203" y="28922"/>
                      </a:cubicBezTo>
                      <a:cubicBezTo>
                        <a:pt x="13809" y="29259"/>
                        <a:pt x="12302" y="29439"/>
                        <a:pt x="10638" y="29439"/>
                      </a:cubicBezTo>
                      <a:cubicBezTo>
                        <a:pt x="8973" y="29439"/>
                        <a:pt x="7512" y="29191"/>
                        <a:pt x="6230" y="28719"/>
                      </a:cubicBezTo>
                      <a:cubicBezTo>
                        <a:pt x="4948" y="28224"/>
                        <a:pt x="3869" y="27550"/>
                        <a:pt x="2969" y="26695"/>
                      </a:cubicBezTo>
                      <a:cubicBezTo>
                        <a:pt x="2069" y="25841"/>
                        <a:pt x="1372" y="24828"/>
                        <a:pt x="855" y="23682"/>
                      </a:cubicBezTo>
                      <a:cubicBezTo>
                        <a:pt x="360" y="22535"/>
                        <a:pt x="68" y="21298"/>
                        <a:pt x="0" y="19948"/>
                      </a:cubicBezTo>
                      <a:lnTo>
                        <a:pt x="3284" y="19948"/>
                      </a:lnTo>
                      <a:lnTo>
                        <a:pt x="3284" y="19993"/>
                      </a:lnTo>
                      <a:close/>
                    </a:path>
                  </a:pathLst>
                </a:custGeom>
                <a:solidFill>
                  <a:srgbClr val="010101"/>
                </a:solidFill>
                <a:ln w="2249" cap="flat">
                  <a:noFill/>
                  <a:prstDash val="solid"/>
                  <a:miter/>
                </a:ln>
              </p:spPr>
              <p:txBody>
                <a:bodyPr rtlCol="0" anchor="ctr"/>
                <a:lstStyle/>
                <a:p>
                  <a:endParaRPr lang="en-US"/>
                </a:p>
              </p:txBody>
            </p:sp>
            <p:sp>
              <p:nvSpPr>
                <p:cNvPr id="5444" name="Freeform 5443">
                  <a:extLst>
                    <a:ext uri="{FF2B5EF4-FFF2-40B4-BE49-F238E27FC236}">
                      <a16:creationId xmlns:a16="http://schemas.microsoft.com/office/drawing/2014/main" id="{25EFA61C-F40A-88C4-FD4D-4D034B55E442}"/>
                    </a:ext>
                  </a:extLst>
                </p:cNvPr>
                <p:cNvSpPr/>
                <p:nvPr/>
              </p:nvSpPr>
              <p:spPr>
                <a:xfrm>
                  <a:off x="9319320" y="2320854"/>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4 w 25908"/>
                    <a:gd name="connsiteY3" fmla="*/ 21185 h 29483"/>
                    <a:gd name="connsiteX4" fmla="*/ 0 w 25908"/>
                    <a:gd name="connsiteY4" fmla="*/ 14753 h 29483"/>
                    <a:gd name="connsiteX5" fmla="*/ 810 w 25908"/>
                    <a:gd name="connsiteY5" fmla="*/ 8996 h 29483"/>
                    <a:gd name="connsiteX6" fmla="*/ 3238 w 25908"/>
                    <a:gd name="connsiteY6" fmla="*/ 4318 h 29483"/>
                    <a:gd name="connsiteX7" fmla="*/ 7287 w 25908"/>
                    <a:gd name="connsiteY7" fmla="*/ 1169 h 29483"/>
                    <a:gd name="connsiteX8" fmla="*/ 12954 w 25908"/>
                    <a:gd name="connsiteY8" fmla="*/ 0 h 29483"/>
                    <a:gd name="connsiteX9" fmla="*/ 18666 w 25908"/>
                    <a:gd name="connsiteY9" fmla="*/ 1169 h 29483"/>
                    <a:gd name="connsiteX10" fmla="*/ 22715 w 25908"/>
                    <a:gd name="connsiteY10" fmla="*/ 4296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12954 w 25908"/>
                    <a:gd name="connsiteY17" fmla="*/ 29484 h 29483"/>
                    <a:gd name="connsiteX18" fmla="*/ 22467 w 25908"/>
                    <a:gd name="connsiteY18" fmla="*/ 14753 h 29483"/>
                    <a:gd name="connsiteX19" fmla="*/ 21927 w 25908"/>
                    <a:gd name="connsiteY19" fmla="*/ 10120 h 29483"/>
                    <a:gd name="connsiteX20" fmla="*/ 20263 w 25908"/>
                    <a:gd name="connsiteY20" fmla="*/ 6365 h 29483"/>
                    <a:gd name="connsiteX21" fmla="*/ 17339 w 25908"/>
                    <a:gd name="connsiteY21" fmla="*/ 3846 h 29483"/>
                    <a:gd name="connsiteX22" fmla="*/ 12977 w 25908"/>
                    <a:gd name="connsiteY22" fmla="*/ 2924 h 29483"/>
                    <a:gd name="connsiteX23" fmla="*/ 8636 w 25908"/>
                    <a:gd name="connsiteY23" fmla="*/ 3913 h 29483"/>
                    <a:gd name="connsiteX24" fmla="*/ 5690 w 25908"/>
                    <a:gd name="connsiteY24" fmla="*/ 6567 h 29483"/>
                    <a:gd name="connsiteX25" fmla="*/ 4026 w 25908"/>
                    <a:gd name="connsiteY25" fmla="*/ 10345 h 29483"/>
                    <a:gd name="connsiteX26" fmla="*/ 3486 w 25908"/>
                    <a:gd name="connsiteY26" fmla="*/ 14753 h 29483"/>
                    <a:gd name="connsiteX27" fmla="*/ 4116 w 25908"/>
                    <a:gd name="connsiteY27" fmla="*/ 19521 h 29483"/>
                    <a:gd name="connsiteX28" fmla="*/ 5915 w 25908"/>
                    <a:gd name="connsiteY28" fmla="*/ 23277 h 29483"/>
                    <a:gd name="connsiteX29" fmla="*/ 8883 w 25908"/>
                    <a:gd name="connsiteY29" fmla="*/ 25706 h 29483"/>
                    <a:gd name="connsiteX30" fmla="*/ 12977 w 25908"/>
                    <a:gd name="connsiteY30" fmla="*/ 26560 h 29483"/>
                    <a:gd name="connsiteX31" fmla="*/ 17317 w 25908"/>
                    <a:gd name="connsiteY31" fmla="*/ 25571 h 29483"/>
                    <a:gd name="connsiteX32" fmla="*/ 20263 w 25908"/>
                    <a:gd name="connsiteY32" fmla="*/ 22894 h 29483"/>
                    <a:gd name="connsiteX33" fmla="*/ 21927 w 25908"/>
                    <a:gd name="connsiteY33" fmla="*/ 19116 h 29483"/>
                    <a:gd name="connsiteX34" fmla="*/ 22467 w 25908"/>
                    <a:gd name="connsiteY34" fmla="*/ 14753 h 29483"/>
                    <a:gd name="connsiteX35" fmla="*/ 22467 w 25908"/>
                    <a:gd name="connsiteY35"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4" y="21185"/>
                      </a:cubicBezTo>
                      <a:cubicBezTo>
                        <a:pt x="360" y="19341"/>
                        <a:pt x="0" y="17205"/>
                        <a:pt x="0" y="14753"/>
                      </a:cubicBezTo>
                      <a:cubicBezTo>
                        <a:pt x="0" y="12707"/>
                        <a:pt x="270" y="10795"/>
                        <a:pt x="810" y="8996"/>
                      </a:cubicBezTo>
                      <a:cubicBezTo>
                        <a:pt x="1350" y="7219"/>
                        <a:pt x="2159" y="5667"/>
                        <a:pt x="3238" y="4318"/>
                      </a:cubicBezTo>
                      <a:cubicBezTo>
                        <a:pt x="4318" y="2991"/>
                        <a:pt x="5667" y="1934"/>
                        <a:pt x="7287" y="1169"/>
                      </a:cubicBezTo>
                      <a:cubicBezTo>
                        <a:pt x="8906" y="405"/>
                        <a:pt x="10795" y="0"/>
                        <a:pt x="12954" y="0"/>
                      </a:cubicBezTo>
                      <a:cubicBezTo>
                        <a:pt x="15113" y="0"/>
                        <a:pt x="17047" y="382"/>
                        <a:pt x="18666" y="1169"/>
                      </a:cubicBezTo>
                      <a:cubicBezTo>
                        <a:pt x="20286" y="1934"/>
                        <a:pt x="21635" y="2991"/>
                        <a:pt x="22715" y="4296"/>
                      </a:cubicBezTo>
                      <a:cubicBezTo>
                        <a:pt x="23794" y="5600"/>
                        <a:pt x="24603" y="7174"/>
                        <a:pt x="25121" y="8973"/>
                      </a:cubicBezTo>
                      <a:cubicBezTo>
                        <a:pt x="25638" y="10773"/>
                        <a:pt x="25908" y="12707"/>
                        <a:pt x="25908" y="14753"/>
                      </a:cubicBezTo>
                      <a:cubicBezTo>
                        <a:pt x="25908" y="16980"/>
                        <a:pt x="25593" y="19004"/>
                        <a:pt x="24986" y="20803"/>
                      </a:cubicBezTo>
                      <a:cubicBezTo>
                        <a:pt x="24379" y="22602"/>
                        <a:pt x="23502" y="24154"/>
                        <a:pt x="22377" y="25436"/>
                      </a:cubicBezTo>
                      <a:cubicBezTo>
                        <a:pt x="21253" y="26740"/>
                        <a:pt x="19881" y="27730"/>
                        <a:pt x="18284" y="28427"/>
                      </a:cubicBezTo>
                      <a:cubicBezTo>
                        <a:pt x="16688" y="29124"/>
                        <a:pt x="14911" y="29484"/>
                        <a:pt x="12977" y="29484"/>
                      </a:cubicBezTo>
                      <a:lnTo>
                        <a:pt x="12954" y="29484"/>
                      </a:lnTo>
                      <a:close/>
                      <a:moveTo>
                        <a:pt x="22467" y="14753"/>
                      </a:moveTo>
                      <a:cubicBezTo>
                        <a:pt x="22467" y="13089"/>
                        <a:pt x="22288" y="11560"/>
                        <a:pt x="21927" y="10120"/>
                      </a:cubicBezTo>
                      <a:cubicBezTo>
                        <a:pt x="21568" y="8681"/>
                        <a:pt x="21005" y="7422"/>
                        <a:pt x="20263" y="6365"/>
                      </a:cubicBezTo>
                      <a:cubicBezTo>
                        <a:pt x="19499" y="5308"/>
                        <a:pt x="18531" y="4475"/>
                        <a:pt x="17339" y="3846"/>
                      </a:cubicBezTo>
                      <a:cubicBezTo>
                        <a:pt x="16147" y="3239"/>
                        <a:pt x="14686" y="2924"/>
                        <a:pt x="12977" y="2924"/>
                      </a:cubicBezTo>
                      <a:cubicBezTo>
                        <a:pt x="11267" y="2924"/>
                        <a:pt x="9828" y="3261"/>
                        <a:pt x="8636" y="3913"/>
                      </a:cubicBezTo>
                      <a:cubicBezTo>
                        <a:pt x="7422" y="4588"/>
                        <a:pt x="6455" y="5465"/>
                        <a:pt x="5690" y="6567"/>
                      </a:cubicBezTo>
                      <a:cubicBezTo>
                        <a:pt x="4925" y="7669"/>
                        <a:pt x="4385" y="8928"/>
                        <a:pt x="4026" y="10345"/>
                      </a:cubicBezTo>
                      <a:cubicBezTo>
                        <a:pt x="3666" y="11762"/>
                        <a:pt x="3486" y="13224"/>
                        <a:pt x="3486" y="14753"/>
                      </a:cubicBezTo>
                      <a:cubicBezTo>
                        <a:pt x="3486" y="16485"/>
                        <a:pt x="3689" y="18082"/>
                        <a:pt x="4116" y="19521"/>
                      </a:cubicBezTo>
                      <a:cubicBezTo>
                        <a:pt x="4520" y="20983"/>
                        <a:pt x="5128" y="22220"/>
                        <a:pt x="5915" y="23277"/>
                      </a:cubicBezTo>
                      <a:cubicBezTo>
                        <a:pt x="6702" y="24311"/>
                        <a:pt x="7692" y="25121"/>
                        <a:pt x="8883" y="25706"/>
                      </a:cubicBezTo>
                      <a:cubicBezTo>
                        <a:pt x="10075" y="26290"/>
                        <a:pt x="11447" y="26560"/>
                        <a:pt x="12977" y="26560"/>
                      </a:cubicBezTo>
                      <a:cubicBezTo>
                        <a:pt x="14663" y="26560"/>
                        <a:pt x="16125" y="26223"/>
                        <a:pt x="17317" y="25571"/>
                      </a:cubicBezTo>
                      <a:cubicBezTo>
                        <a:pt x="18509" y="24918"/>
                        <a:pt x="19499" y="24019"/>
                        <a:pt x="20263" y="22894"/>
                      </a:cubicBezTo>
                      <a:cubicBezTo>
                        <a:pt x="21028" y="21770"/>
                        <a:pt x="21568" y="20511"/>
                        <a:pt x="21927" y="19116"/>
                      </a:cubicBezTo>
                      <a:cubicBezTo>
                        <a:pt x="22288" y="17722"/>
                        <a:pt x="22467" y="16260"/>
                        <a:pt x="22467" y="14753"/>
                      </a:cubicBezTo>
                      <a:lnTo>
                        <a:pt x="22467" y="14753"/>
                      </a:lnTo>
                      <a:close/>
                    </a:path>
                  </a:pathLst>
                </a:custGeom>
                <a:solidFill>
                  <a:srgbClr val="010101"/>
                </a:solidFill>
                <a:ln w="2249" cap="flat">
                  <a:noFill/>
                  <a:prstDash val="solid"/>
                  <a:miter/>
                </a:ln>
              </p:spPr>
              <p:txBody>
                <a:bodyPr rtlCol="0" anchor="ctr"/>
                <a:lstStyle/>
                <a:p>
                  <a:endParaRPr lang="en-US"/>
                </a:p>
              </p:txBody>
            </p:sp>
            <p:sp>
              <p:nvSpPr>
                <p:cNvPr id="5445" name="Freeform 5444">
                  <a:extLst>
                    <a:ext uri="{FF2B5EF4-FFF2-40B4-BE49-F238E27FC236}">
                      <a16:creationId xmlns:a16="http://schemas.microsoft.com/office/drawing/2014/main" id="{C6FACF82-8308-3E18-8487-99FA04B9F6C4}"/>
                    </a:ext>
                  </a:extLst>
                </p:cNvPr>
                <p:cNvSpPr/>
                <p:nvPr/>
              </p:nvSpPr>
              <p:spPr>
                <a:xfrm>
                  <a:off x="9351637" y="2310711"/>
                  <a:ext cx="3238" cy="38862"/>
                </a:xfrm>
                <a:custGeom>
                  <a:avLst/>
                  <a:gdLst>
                    <a:gd name="connsiteX0" fmla="*/ 0 w 3238"/>
                    <a:gd name="connsiteY0" fmla="*/ 38862 h 38862"/>
                    <a:gd name="connsiteX1" fmla="*/ 0 w 3238"/>
                    <a:gd name="connsiteY1" fmla="*/ 0 h 38862"/>
                    <a:gd name="connsiteX2" fmla="*/ 3238 w 3238"/>
                    <a:gd name="connsiteY2" fmla="*/ 0 h 38862"/>
                    <a:gd name="connsiteX3" fmla="*/ 3238 w 3238"/>
                    <a:gd name="connsiteY3" fmla="*/ 38862 h 38862"/>
                    <a:gd name="connsiteX4" fmla="*/ 0 w 3238"/>
                    <a:gd name="connsiteY4" fmla="*/ 38862 h 388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8" h="38862">
                      <a:moveTo>
                        <a:pt x="0" y="38862"/>
                      </a:moveTo>
                      <a:lnTo>
                        <a:pt x="0" y="0"/>
                      </a:lnTo>
                      <a:lnTo>
                        <a:pt x="3238" y="0"/>
                      </a:lnTo>
                      <a:lnTo>
                        <a:pt x="3238" y="38862"/>
                      </a:lnTo>
                      <a:lnTo>
                        <a:pt x="0" y="38862"/>
                      </a:lnTo>
                      <a:close/>
                    </a:path>
                  </a:pathLst>
                </a:custGeom>
                <a:solidFill>
                  <a:srgbClr val="010101"/>
                </a:solidFill>
                <a:ln w="2249" cap="flat">
                  <a:noFill/>
                  <a:prstDash val="solid"/>
                  <a:miter/>
                </a:ln>
              </p:spPr>
              <p:txBody>
                <a:bodyPr rtlCol="0" anchor="ctr"/>
                <a:lstStyle/>
                <a:p>
                  <a:endParaRPr lang="en-US"/>
                </a:p>
              </p:txBody>
            </p:sp>
            <p:sp>
              <p:nvSpPr>
                <p:cNvPr id="5446" name="Freeform 5445">
                  <a:extLst>
                    <a:ext uri="{FF2B5EF4-FFF2-40B4-BE49-F238E27FC236}">
                      <a16:creationId xmlns:a16="http://schemas.microsoft.com/office/drawing/2014/main" id="{3D04A09C-06E5-7F4E-7170-53EAB5B7D25C}"/>
                    </a:ext>
                  </a:extLst>
                </p:cNvPr>
                <p:cNvSpPr/>
                <p:nvPr/>
              </p:nvSpPr>
              <p:spPr>
                <a:xfrm>
                  <a:off x="9361645" y="2320921"/>
                  <a:ext cx="26357" cy="29483"/>
                </a:xfrm>
                <a:custGeom>
                  <a:avLst/>
                  <a:gdLst>
                    <a:gd name="connsiteX0" fmla="*/ 14326 w 26357"/>
                    <a:gd name="connsiteY0" fmla="*/ 12369 h 29483"/>
                    <a:gd name="connsiteX1" fmla="*/ 16508 w 26357"/>
                    <a:gd name="connsiteY1" fmla="*/ 12054 h 29483"/>
                    <a:gd name="connsiteX2" fmla="*/ 18576 w 26357"/>
                    <a:gd name="connsiteY2" fmla="*/ 11470 h 29483"/>
                    <a:gd name="connsiteX3" fmla="*/ 19566 w 26357"/>
                    <a:gd name="connsiteY3" fmla="*/ 10210 h 29483"/>
                    <a:gd name="connsiteX4" fmla="*/ 19746 w 26357"/>
                    <a:gd name="connsiteY4" fmla="*/ 8569 h 29483"/>
                    <a:gd name="connsiteX5" fmla="*/ 18149 w 26357"/>
                    <a:gd name="connsiteY5" fmla="*/ 4498 h 29483"/>
                    <a:gd name="connsiteX6" fmla="*/ 12774 w 26357"/>
                    <a:gd name="connsiteY6" fmla="*/ 2901 h 29483"/>
                    <a:gd name="connsiteX7" fmla="*/ 9693 w 26357"/>
                    <a:gd name="connsiteY7" fmla="*/ 3194 h 29483"/>
                    <a:gd name="connsiteX8" fmla="*/ 7242 w 26357"/>
                    <a:gd name="connsiteY8" fmla="*/ 4228 h 29483"/>
                    <a:gd name="connsiteX9" fmla="*/ 5510 w 26357"/>
                    <a:gd name="connsiteY9" fmla="*/ 6162 h 29483"/>
                    <a:gd name="connsiteX10" fmla="*/ 4610 w 26357"/>
                    <a:gd name="connsiteY10" fmla="*/ 9221 h 29483"/>
                    <a:gd name="connsiteX11" fmla="*/ 1327 w 26357"/>
                    <a:gd name="connsiteY11" fmla="*/ 9221 h 29483"/>
                    <a:gd name="connsiteX12" fmla="*/ 2452 w 26357"/>
                    <a:gd name="connsiteY12" fmla="*/ 4993 h 29483"/>
                    <a:gd name="connsiteX13" fmla="*/ 4970 w 26357"/>
                    <a:gd name="connsiteY13" fmla="*/ 2137 h 29483"/>
                    <a:gd name="connsiteX14" fmla="*/ 8524 w 26357"/>
                    <a:gd name="connsiteY14" fmla="*/ 517 h 29483"/>
                    <a:gd name="connsiteX15" fmla="*/ 12819 w 26357"/>
                    <a:gd name="connsiteY15" fmla="*/ 0 h 29483"/>
                    <a:gd name="connsiteX16" fmla="*/ 16777 w 26357"/>
                    <a:gd name="connsiteY16" fmla="*/ 450 h 29483"/>
                    <a:gd name="connsiteX17" fmla="*/ 20016 w 26357"/>
                    <a:gd name="connsiteY17" fmla="*/ 1912 h 29483"/>
                    <a:gd name="connsiteX18" fmla="*/ 22174 w 26357"/>
                    <a:gd name="connsiteY18" fmla="*/ 4588 h 29483"/>
                    <a:gd name="connsiteX19" fmla="*/ 22962 w 26357"/>
                    <a:gd name="connsiteY19" fmla="*/ 8681 h 29483"/>
                    <a:gd name="connsiteX20" fmla="*/ 22962 w 26357"/>
                    <a:gd name="connsiteY20" fmla="*/ 23906 h 29483"/>
                    <a:gd name="connsiteX21" fmla="*/ 23637 w 26357"/>
                    <a:gd name="connsiteY21" fmla="*/ 26313 h 29483"/>
                    <a:gd name="connsiteX22" fmla="*/ 26358 w 26357"/>
                    <a:gd name="connsiteY22" fmla="*/ 26065 h 29483"/>
                    <a:gd name="connsiteX23" fmla="*/ 26358 w 26357"/>
                    <a:gd name="connsiteY23" fmla="*/ 28607 h 29483"/>
                    <a:gd name="connsiteX24" fmla="*/ 25256 w 26357"/>
                    <a:gd name="connsiteY24" fmla="*/ 28922 h 29483"/>
                    <a:gd name="connsiteX25" fmla="*/ 23817 w 26357"/>
                    <a:gd name="connsiteY25" fmla="*/ 29146 h 29483"/>
                    <a:gd name="connsiteX26" fmla="*/ 22355 w 26357"/>
                    <a:gd name="connsiteY26" fmla="*/ 28989 h 29483"/>
                    <a:gd name="connsiteX27" fmla="*/ 21050 w 26357"/>
                    <a:gd name="connsiteY27" fmla="*/ 28472 h 29483"/>
                    <a:gd name="connsiteX28" fmla="*/ 20263 w 26357"/>
                    <a:gd name="connsiteY28" fmla="*/ 27505 h 29483"/>
                    <a:gd name="connsiteX29" fmla="*/ 19858 w 26357"/>
                    <a:gd name="connsiteY29" fmla="*/ 26268 h 29483"/>
                    <a:gd name="connsiteX30" fmla="*/ 19746 w 26357"/>
                    <a:gd name="connsiteY30" fmla="*/ 24828 h 29483"/>
                    <a:gd name="connsiteX31" fmla="*/ 15045 w 26357"/>
                    <a:gd name="connsiteY31" fmla="*/ 28292 h 29483"/>
                    <a:gd name="connsiteX32" fmla="*/ 9333 w 26357"/>
                    <a:gd name="connsiteY32" fmla="*/ 29484 h 29483"/>
                    <a:gd name="connsiteX33" fmla="*/ 5802 w 26357"/>
                    <a:gd name="connsiteY33" fmla="*/ 28989 h 29483"/>
                    <a:gd name="connsiteX34" fmla="*/ 2811 w 26357"/>
                    <a:gd name="connsiteY34" fmla="*/ 27482 h 29483"/>
                    <a:gd name="connsiteX35" fmla="*/ 765 w 26357"/>
                    <a:gd name="connsiteY35" fmla="*/ 24963 h 29483"/>
                    <a:gd name="connsiteX36" fmla="*/ 0 w 26357"/>
                    <a:gd name="connsiteY36" fmla="*/ 21433 h 29483"/>
                    <a:gd name="connsiteX37" fmla="*/ 9761 w 26357"/>
                    <a:gd name="connsiteY37" fmla="*/ 13021 h 29483"/>
                    <a:gd name="connsiteX38" fmla="*/ 14236 w 26357"/>
                    <a:gd name="connsiteY38" fmla="*/ 12437 h 29483"/>
                    <a:gd name="connsiteX39" fmla="*/ 14326 w 26357"/>
                    <a:gd name="connsiteY39" fmla="*/ 12369 h 29483"/>
                    <a:gd name="connsiteX40" fmla="*/ 19791 w 26357"/>
                    <a:gd name="connsiteY40" fmla="*/ 13989 h 29483"/>
                    <a:gd name="connsiteX41" fmla="*/ 15630 w 26357"/>
                    <a:gd name="connsiteY41" fmla="*/ 15113 h 29483"/>
                    <a:gd name="connsiteX42" fmla="*/ 11425 w 26357"/>
                    <a:gd name="connsiteY42" fmla="*/ 15540 h 29483"/>
                    <a:gd name="connsiteX43" fmla="*/ 5622 w 26357"/>
                    <a:gd name="connsiteY43" fmla="*/ 17205 h 29483"/>
                    <a:gd name="connsiteX44" fmla="*/ 3554 w 26357"/>
                    <a:gd name="connsiteY44" fmla="*/ 21478 h 29483"/>
                    <a:gd name="connsiteX45" fmla="*/ 4071 w 26357"/>
                    <a:gd name="connsiteY45" fmla="*/ 23727 h 29483"/>
                    <a:gd name="connsiteX46" fmla="*/ 5420 w 26357"/>
                    <a:gd name="connsiteY46" fmla="*/ 25301 h 29483"/>
                    <a:gd name="connsiteX47" fmla="*/ 7354 w 26357"/>
                    <a:gd name="connsiteY47" fmla="*/ 26223 h 29483"/>
                    <a:gd name="connsiteX48" fmla="*/ 9603 w 26357"/>
                    <a:gd name="connsiteY48" fmla="*/ 26515 h 29483"/>
                    <a:gd name="connsiteX49" fmla="*/ 13381 w 26357"/>
                    <a:gd name="connsiteY49" fmla="*/ 26020 h 29483"/>
                    <a:gd name="connsiteX50" fmla="*/ 16642 w 26357"/>
                    <a:gd name="connsiteY50" fmla="*/ 24536 h 29483"/>
                    <a:gd name="connsiteX51" fmla="*/ 18936 w 26357"/>
                    <a:gd name="connsiteY51" fmla="*/ 21995 h 29483"/>
                    <a:gd name="connsiteX52" fmla="*/ 19791 w 26357"/>
                    <a:gd name="connsiteY52" fmla="*/ 18352 h 29483"/>
                    <a:gd name="connsiteX53" fmla="*/ 19791 w 26357"/>
                    <a:gd name="connsiteY53" fmla="*/ 13989 h 29483"/>
                    <a:gd name="connsiteX54" fmla="*/ 19791 w 26357"/>
                    <a:gd name="connsiteY54" fmla="*/ 13989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26357" h="29483">
                      <a:moveTo>
                        <a:pt x="14326" y="12369"/>
                      </a:moveTo>
                      <a:cubicBezTo>
                        <a:pt x="14933" y="12302"/>
                        <a:pt x="15675" y="12189"/>
                        <a:pt x="16508" y="12054"/>
                      </a:cubicBezTo>
                      <a:cubicBezTo>
                        <a:pt x="17362" y="11919"/>
                        <a:pt x="18037" y="11717"/>
                        <a:pt x="18576" y="11470"/>
                      </a:cubicBezTo>
                      <a:cubicBezTo>
                        <a:pt x="19116" y="11222"/>
                        <a:pt x="19453" y="10795"/>
                        <a:pt x="19566" y="10210"/>
                      </a:cubicBezTo>
                      <a:cubicBezTo>
                        <a:pt x="19701" y="9626"/>
                        <a:pt x="19746" y="9063"/>
                        <a:pt x="19746" y="8569"/>
                      </a:cubicBezTo>
                      <a:cubicBezTo>
                        <a:pt x="19746" y="6904"/>
                        <a:pt x="19206" y="5555"/>
                        <a:pt x="18149" y="4498"/>
                      </a:cubicBezTo>
                      <a:cubicBezTo>
                        <a:pt x="17092" y="3441"/>
                        <a:pt x="15293" y="2901"/>
                        <a:pt x="12774" y="2901"/>
                      </a:cubicBezTo>
                      <a:cubicBezTo>
                        <a:pt x="11649" y="2901"/>
                        <a:pt x="10638" y="2991"/>
                        <a:pt x="9693" y="3194"/>
                      </a:cubicBezTo>
                      <a:cubicBezTo>
                        <a:pt x="8748" y="3396"/>
                        <a:pt x="7939" y="3733"/>
                        <a:pt x="7242" y="4228"/>
                      </a:cubicBezTo>
                      <a:cubicBezTo>
                        <a:pt x="6544" y="4723"/>
                        <a:pt x="5960" y="5353"/>
                        <a:pt x="5510" y="6162"/>
                      </a:cubicBezTo>
                      <a:cubicBezTo>
                        <a:pt x="5060" y="6972"/>
                        <a:pt x="4768" y="7984"/>
                        <a:pt x="4610" y="9221"/>
                      </a:cubicBezTo>
                      <a:lnTo>
                        <a:pt x="1327" y="9221"/>
                      </a:lnTo>
                      <a:cubicBezTo>
                        <a:pt x="1439" y="7557"/>
                        <a:pt x="1822" y="6162"/>
                        <a:pt x="2452" y="4993"/>
                      </a:cubicBezTo>
                      <a:cubicBezTo>
                        <a:pt x="3103" y="3823"/>
                        <a:pt x="3936" y="2879"/>
                        <a:pt x="4970" y="2137"/>
                      </a:cubicBezTo>
                      <a:cubicBezTo>
                        <a:pt x="6005" y="1394"/>
                        <a:pt x="7174" y="855"/>
                        <a:pt x="8524" y="517"/>
                      </a:cubicBezTo>
                      <a:cubicBezTo>
                        <a:pt x="9873" y="180"/>
                        <a:pt x="11312" y="0"/>
                        <a:pt x="12819" y="0"/>
                      </a:cubicBezTo>
                      <a:cubicBezTo>
                        <a:pt x="14214" y="0"/>
                        <a:pt x="15540" y="157"/>
                        <a:pt x="16777" y="450"/>
                      </a:cubicBezTo>
                      <a:cubicBezTo>
                        <a:pt x="18014" y="765"/>
                        <a:pt x="19094" y="1237"/>
                        <a:pt x="20016" y="1912"/>
                      </a:cubicBezTo>
                      <a:cubicBezTo>
                        <a:pt x="20938" y="2586"/>
                        <a:pt x="21657" y="3463"/>
                        <a:pt x="22174" y="4588"/>
                      </a:cubicBezTo>
                      <a:cubicBezTo>
                        <a:pt x="22692" y="5712"/>
                        <a:pt x="22962" y="7062"/>
                        <a:pt x="22962" y="8681"/>
                      </a:cubicBezTo>
                      <a:lnTo>
                        <a:pt x="22962" y="23906"/>
                      </a:lnTo>
                      <a:cubicBezTo>
                        <a:pt x="22962" y="25166"/>
                        <a:pt x="23187" y="25975"/>
                        <a:pt x="23637" y="26313"/>
                      </a:cubicBezTo>
                      <a:cubicBezTo>
                        <a:pt x="24086" y="26650"/>
                        <a:pt x="24986" y="26583"/>
                        <a:pt x="26358" y="26065"/>
                      </a:cubicBezTo>
                      <a:lnTo>
                        <a:pt x="26358" y="28607"/>
                      </a:lnTo>
                      <a:cubicBezTo>
                        <a:pt x="26110" y="28674"/>
                        <a:pt x="25728" y="28787"/>
                        <a:pt x="25256" y="28922"/>
                      </a:cubicBezTo>
                      <a:cubicBezTo>
                        <a:pt x="24761" y="29057"/>
                        <a:pt x="24289" y="29146"/>
                        <a:pt x="23817" y="29146"/>
                      </a:cubicBezTo>
                      <a:cubicBezTo>
                        <a:pt x="23344" y="29146"/>
                        <a:pt x="22827" y="29102"/>
                        <a:pt x="22355" y="28989"/>
                      </a:cubicBezTo>
                      <a:cubicBezTo>
                        <a:pt x="21815" y="28922"/>
                        <a:pt x="21388" y="28742"/>
                        <a:pt x="21050" y="28472"/>
                      </a:cubicBezTo>
                      <a:cubicBezTo>
                        <a:pt x="20735" y="28202"/>
                        <a:pt x="20466" y="27887"/>
                        <a:pt x="20263" y="27505"/>
                      </a:cubicBezTo>
                      <a:cubicBezTo>
                        <a:pt x="20061" y="27122"/>
                        <a:pt x="19925" y="26718"/>
                        <a:pt x="19858" y="26268"/>
                      </a:cubicBezTo>
                      <a:cubicBezTo>
                        <a:pt x="19791" y="25818"/>
                        <a:pt x="19746" y="25346"/>
                        <a:pt x="19746" y="24828"/>
                      </a:cubicBezTo>
                      <a:cubicBezTo>
                        <a:pt x="18374" y="26335"/>
                        <a:pt x="16822" y="27482"/>
                        <a:pt x="15045" y="28292"/>
                      </a:cubicBezTo>
                      <a:cubicBezTo>
                        <a:pt x="13291" y="29079"/>
                        <a:pt x="11380" y="29484"/>
                        <a:pt x="9333" y="29484"/>
                      </a:cubicBezTo>
                      <a:cubicBezTo>
                        <a:pt x="8118" y="29484"/>
                        <a:pt x="6927" y="29326"/>
                        <a:pt x="5802" y="28989"/>
                      </a:cubicBezTo>
                      <a:cubicBezTo>
                        <a:pt x="4678" y="28674"/>
                        <a:pt x="3666" y="28157"/>
                        <a:pt x="2811" y="27482"/>
                      </a:cubicBezTo>
                      <a:cubicBezTo>
                        <a:pt x="1956" y="26808"/>
                        <a:pt x="1260" y="25953"/>
                        <a:pt x="765" y="24963"/>
                      </a:cubicBezTo>
                      <a:cubicBezTo>
                        <a:pt x="270" y="23974"/>
                        <a:pt x="0" y="22804"/>
                        <a:pt x="0" y="21433"/>
                      </a:cubicBezTo>
                      <a:cubicBezTo>
                        <a:pt x="0" y="16687"/>
                        <a:pt x="3261" y="13876"/>
                        <a:pt x="9761" y="13021"/>
                      </a:cubicBezTo>
                      <a:lnTo>
                        <a:pt x="14236" y="12437"/>
                      </a:lnTo>
                      <a:lnTo>
                        <a:pt x="14326" y="12369"/>
                      </a:lnTo>
                      <a:close/>
                      <a:moveTo>
                        <a:pt x="19791" y="13989"/>
                      </a:moveTo>
                      <a:cubicBezTo>
                        <a:pt x="18419" y="14573"/>
                        <a:pt x="17047" y="14933"/>
                        <a:pt x="15630" y="15113"/>
                      </a:cubicBezTo>
                      <a:cubicBezTo>
                        <a:pt x="14214" y="15293"/>
                        <a:pt x="12819" y="15428"/>
                        <a:pt x="11425" y="15540"/>
                      </a:cubicBezTo>
                      <a:cubicBezTo>
                        <a:pt x="8951" y="15720"/>
                        <a:pt x="7016" y="16282"/>
                        <a:pt x="5622" y="17205"/>
                      </a:cubicBezTo>
                      <a:cubicBezTo>
                        <a:pt x="4228" y="18149"/>
                        <a:pt x="3554" y="19566"/>
                        <a:pt x="3554" y="21478"/>
                      </a:cubicBezTo>
                      <a:cubicBezTo>
                        <a:pt x="3554" y="22332"/>
                        <a:pt x="3733" y="23097"/>
                        <a:pt x="4071" y="23727"/>
                      </a:cubicBezTo>
                      <a:cubicBezTo>
                        <a:pt x="4408" y="24356"/>
                        <a:pt x="4858" y="24873"/>
                        <a:pt x="5420" y="25301"/>
                      </a:cubicBezTo>
                      <a:cubicBezTo>
                        <a:pt x="5982" y="25706"/>
                        <a:pt x="6634" y="26020"/>
                        <a:pt x="7354" y="26223"/>
                      </a:cubicBezTo>
                      <a:cubicBezTo>
                        <a:pt x="8074" y="26425"/>
                        <a:pt x="8838" y="26515"/>
                        <a:pt x="9603" y="26515"/>
                      </a:cubicBezTo>
                      <a:cubicBezTo>
                        <a:pt x="10908" y="26515"/>
                        <a:pt x="12167" y="26358"/>
                        <a:pt x="13381" y="26020"/>
                      </a:cubicBezTo>
                      <a:cubicBezTo>
                        <a:pt x="14596" y="25706"/>
                        <a:pt x="15698" y="25211"/>
                        <a:pt x="16642" y="24536"/>
                      </a:cubicBezTo>
                      <a:cubicBezTo>
                        <a:pt x="17587" y="23861"/>
                        <a:pt x="18351" y="23029"/>
                        <a:pt x="18936" y="21995"/>
                      </a:cubicBezTo>
                      <a:cubicBezTo>
                        <a:pt x="19498" y="20960"/>
                        <a:pt x="19791" y="19746"/>
                        <a:pt x="19791" y="18352"/>
                      </a:cubicBezTo>
                      <a:lnTo>
                        <a:pt x="19791" y="13989"/>
                      </a:lnTo>
                      <a:lnTo>
                        <a:pt x="19791" y="13989"/>
                      </a:lnTo>
                      <a:close/>
                    </a:path>
                  </a:pathLst>
                </a:custGeom>
                <a:solidFill>
                  <a:srgbClr val="010101"/>
                </a:solidFill>
                <a:ln w="2249" cap="flat">
                  <a:noFill/>
                  <a:prstDash val="solid"/>
                  <a:miter/>
                </a:ln>
              </p:spPr>
              <p:txBody>
                <a:bodyPr rtlCol="0" anchor="ctr"/>
                <a:lstStyle/>
                <a:p>
                  <a:endParaRPr lang="en-US"/>
                </a:p>
              </p:txBody>
            </p:sp>
            <p:sp>
              <p:nvSpPr>
                <p:cNvPr id="5447" name="Freeform 5446">
                  <a:extLst>
                    <a:ext uri="{FF2B5EF4-FFF2-40B4-BE49-F238E27FC236}">
                      <a16:creationId xmlns:a16="http://schemas.microsoft.com/office/drawing/2014/main" id="{FFB50D50-A74F-3556-C1F1-93F0EDD65F84}"/>
                    </a:ext>
                  </a:extLst>
                </p:cNvPr>
                <p:cNvSpPr/>
                <p:nvPr/>
              </p:nvSpPr>
              <p:spPr>
                <a:xfrm>
                  <a:off x="9390342" y="2313837"/>
                  <a:ext cx="12616" cy="36500"/>
                </a:xfrm>
                <a:custGeom>
                  <a:avLst/>
                  <a:gdLst>
                    <a:gd name="connsiteX0" fmla="*/ 12616 w 12616"/>
                    <a:gd name="connsiteY0" fmla="*/ 35848 h 36500"/>
                    <a:gd name="connsiteX1" fmla="*/ 11042 w 12616"/>
                    <a:gd name="connsiteY1" fmla="*/ 36231 h 36500"/>
                    <a:gd name="connsiteX2" fmla="*/ 8883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1 h 36500"/>
                    <a:gd name="connsiteX8" fmla="*/ 3936 w 12616"/>
                    <a:gd name="connsiteY8" fmla="*/ 7781 h 36500"/>
                    <a:gd name="connsiteX9" fmla="*/ 3936 w 12616"/>
                    <a:gd name="connsiteY9" fmla="*/ 0 h 36500"/>
                    <a:gd name="connsiteX10" fmla="*/ 7174 w 12616"/>
                    <a:gd name="connsiteY10" fmla="*/ 0 h 36500"/>
                    <a:gd name="connsiteX11" fmla="*/ 7174 w 12616"/>
                    <a:gd name="connsiteY11" fmla="*/ 7781 h 36500"/>
                    <a:gd name="connsiteX12" fmla="*/ 12414 w 12616"/>
                    <a:gd name="connsiteY12" fmla="*/ 7781 h 36500"/>
                    <a:gd name="connsiteX13" fmla="*/ 12414 w 12616"/>
                    <a:gd name="connsiteY13" fmla="*/ 10480 h 36500"/>
                    <a:gd name="connsiteX14" fmla="*/ 7174 w 12616"/>
                    <a:gd name="connsiteY14" fmla="*/ 10480 h 36500"/>
                    <a:gd name="connsiteX15" fmla="*/ 7174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4 h 36500"/>
                    <a:gd name="connsiteX21" fmla="*/ 12616 w 12616"/>
                    <a:gd name="connsiteY21" fmla="*/ 33195 h 36500"/>
                    <a:gd name="connsiteX22" fmla="*/ 12616 w 12616"/>
                    <a:gd name="connsiteY22" fmla="*/ 35848 h 36500"/>
                    <a:gd name="connsiteX23" fmla="*/ 12616 w 12616"/>
                    <a:gd name="connsiteY23" fmla="*/ 35848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616" h="36500">
                      <a:moveTo>
                        <a:pt x="12616" y="35848"/>
                      </a:moveTo>
                      <a:cubicBezTo>
                        <a:pt x="12212" y="35916"/>
                        <a:pt x="11694" y="36051"/>
                        <a:pt x="11042" y="36231"/>
                      </a:cubicBezTo>
                      <a:cubicBezTo>
                        <a:pt x="10390" y="36411"/>
                        <a:pt x="9671" y="36501"/>
                        <a:pt x="8883" y="36501"/>
                      </a:cubicBezTo>
                      <a:cubicBezTo>
                        <a:pt x="7264" y="36501"/>
                        <a:pt x="6027" y="36096"/>
                        <a:pt x="5195" y="35286"/>
                      </a:cubicBezTo>
                      <a:cubicBezTo>
                        <a:pt x="4363" y="34477"/>
                        <a:pt x="3936" y="33037"/>
                        <a:pt x="3936" y="30946"/>
                      </a:cubicBezTo>
                      <a:lnTo>
                        <a:pt x="3936" y="10480"/>
                      </a:lnTo>
                      <a:lnTo>
                        <a:pt x="0" y="10480"/>
                      </a:lnTo>
                      <a:lnTo>
                        <a:pt x="0" y="7781"/>
                      </a:lnTo>
                      <a:lnTo>
                        <a:pt x="3936" y="7781"/>
                      </a:lnTo>
                      <a:lnTo>
                        <a:pt x="3936" y="0"/>
                      </a:lnTo>
                      <a:lnTo>
                        <a:pt x="7174" y="0"/>
                      </a:lnTo>
                      <a:lnTo>
                        <a:pt x="7174" y="7781"/>
                      </a:lnTo>
                      <a:lnTo>
                        <a:pt x="12414" y="7781"/>
                      </a:lnTo>
                      <a:lnTo>
                        <a:pt x="12414" y="10480"/>
                      </a:lnTo>
                      <a:lnTo>
                        <a:pt x="7174" y="10480"/>
                      </a:lnTo>
                      <a:lnTo>
                        <a:pt x="7174" y="29641"/>
                      </a:lnTo>
                      <a:cubicBezTo>
                        <a:pt x="7174" y="30316"/>
                        <a:pt x="7174" y="30923"/>
                        <a:pt x="7219" y="31418"/>
                      </a:cubicBezTo>
                      <a:cubicBezTo>
                        <a:pt x="7264" y="31913"/>
                        <a:pt x="7354" y="32340"/>
                        <a:pt x="7534" y="32655"/>
                      </a:cubicBezTo>
                      <a:cubicBezTo>
                        <a:pt x="7714" y="32970"/>
                        <a:pt x="7984" y="33217"/>
                        <a:pt x="8366" y="33352"/>
                      </a:cubicBezTo>
                      <a:cubicBezTo>
                        <a:pt x="8748" y="33487"/>
                        <a:pt x="9265" y="33577"/>
                        <a:pt x="9963" y="33577"/>
                      </a:cubicBezTo>
                      <a:cubicBezTo>
                        <a:pt x="10390" y="33577"/>
                        <a:pt x="10840" y="33532"/>
                        <a:pt x="11290" y="33464"/>
                      </a:cubicBezTo>
                      <a:cubicBezTo>
                        <a:pt x="11739" y="33397"/>
                        <a:pt x="12189" y="33307"/>
                        <a:pt x="12616" y="33195"/>
                      </a:cubicBezTo>
                      <a:lnTo>
                        <a:pt x="12616" y="35848"/>
                      </a:lnTo>
                      <a:lnTo>
                        <a:pt x="12616" y="35848"/>
                      </a:lnTo>
                      <a:close/>
                    </a:path>
                  </a:pathLst>
                </a:custGeom>
                <a:solidFill>
                  <a:srgbClr val="010101"/>
                </a:solidFill>
                <a:ln w="2249" cap="flat">
                  <a:noFill/>
                  <a:prstDash val="solid"/>
                  <a:miter/>
                </a:ln>
              </p:spPr>
              <p:txBody>
                <a:bodyPr rtlCol="0" anchor="ctr"/>
                <a:lstStyle/>
                <a:p>
                  <a:endParaRPr lang="en-US"/>
                </a:p>
              </p:txBody>
            </p:sp>
            <p:sp>
              <p:nvSpPr>
                <p:cNvPr id="5448" name="Freeform 5447">
                  <a:extLst>
                    <a:ext uri="{FF2B5EF4-FFF2-40B4-BE49-F238E27FC236}">
                      <a16:creationId xmlns:a16="http://schemas.microsoft.com/office/drawing/2014/main" id="{AB2A4EB5-D22E-D857-C554-86ED95B55F65}"/>
                    </a:ext>
                  </a:extLst>
                </p:cNvPr>
                <p:cNvSpPr/>
                <p:nvPr/>
              </p:nvSpPr>
              <p:spPr>
                <a:xfrm>
                  <a:off x="9406647" y="2320876"/>
                  <a:ext cx="25167" cy="29483"/>
                </a:xfrm>
                <a:custGeom>
                  <a:avLst/>
                  <a:gdLst>
                    <a:gd name="connsiteX0" fmla="*/ 3509 w 25167"/>
                    <a:gd name="connsiteY0" fmla="*/ 15473 h 29483"/>
                    <a:gd name="connsiteX1" fmla="*/ 4093 w 25167"/>
                    <a:gd name="connsiteY1" fmla="*/ 19768 h 29483"/>
                    <a:gd name="connsiteX2" fmla="*/ 5847 w 25167"/>
                    <a:gd name="connsiteY2" fmla="*/ 23277 h 29483"/>
                    <a:gd name="connsiteX3" fmla="*/ 8793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3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899 w 25167"/>
                    <a:gd name="connsiteY16" fmla="*/ 9086 h 29483"/>
                    <a:gd name="connsiteX17" fmla="*/ 3441 w 25167"/>
                    <a:gd name="connsiteY17" fmla="*/ 4363 h 29483"/>
                    <a:gd name="connsiteX18" fmla="*/ 7467 w 25167"/>
                    <a:gd name="connsiteY18" fmla="*/ 1169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3509 w 25167"/>
                    <a:gd name="connsiteY23" fmla="*/ 15473 h 29483"/>
                    <a:gd name="connsiteX24" fmla="*/ 21747 w 25167"/>
                    <a:gd name="connsiteY24" fmla="*/ 12774 h 29483"/>
                    <a:gd name="connsiteX25" fmla="*/ 21185 w 25167"/>
                    <a:gd name="connsiteY25" fmla="*/ 8906 h 29483"/>
                    <a:gd name="connsiteX26" fmla="*/ 19521 w 25167"/>
                    <a:gd name="connsiteY26" fmla="*/ 5780 h 29483"/>
                    <a:gd name="connsiteX27" fmla="*/ 16732 w 25167"/>
                    <a:gd name="connsiteY27" fmla="*/ 3666 h 29483"/>
                    <a:gd name="connsiteX28" fmla="*/ 12909 w 25167"/>
                    <a:gd name="connsiteY28" fmla="*/ 2879 h 29483"/>
                    <a:gd name="connsiteX29" fmla="*/ 9108 w 25167"/>
                    <a:gd name="connsiteY29" fmla="*/ 3688 h 29483"/>
                    <a:gd name="connsiteX30" fmla="*/ 6297 w 25167"/>
                    <a:gd name="connsiteY30" fmla="*/ 5847 h 29483"/>
                    <a:gd name="connsiteX31" fmla="*/ 4430 w 25167"/>
                    <a:gd name="connsiteY31" fmla="*/ 8973 h 29483"/>
                    <a:gd name="connsiteX32" fmla="*/ 3509 w 25167"/>
                    <a:gd name="connsiteY32" fmla="*/ 12752 h 29483"/>
                    <a:gd name="connsiteX33" fmla="*/ 21747 w 25167"/>
                    <a:gd name="connsiteY33" fmla="*/ 12752 h 29483"/>
                    <a:gd name="connsiteX34" fmla="*/ 21747 w 25167"/>
                    <a:gd name="connsiteY34"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5167" h="29483">
                      <a:moveTo>
                        <a:pt x="3509" y="15473"/>
                      </a:moveTo>
                      <a:cubicBezTo>
                        <a:pt x="3509" y="16980"/>
                        <a:pt x="3711" y="18419"/>
                        <a:pt x="4093" y="19768"/>
                      </a:cubicBezTo>
                      <a:cubicBezTo>
                        <a:pt x="4498" y="21118"/>
                        <a:pt x="5083" y="22287"/>
                        <a:pt x="5847" y="23277"/>
                      </a:cubicBezTo>
                      <a:cubicBezTo>
                        <a:pt x="6612" y="24266"/>
                        <a:pt x="7601" y="25053"/>
                        <a:pt x="8793" y="25661"/>
                      </a:cubicBezTo>
                      <a:cubicBezTo>
                        <a:pt x="9985" y="26245"/>
                        <a:pt x="11357" y="26560"/>
                        <a:pt x="12886" y="26560"/>
                      </a:cubicBezTo>
                      <a:cubicBezTo>
                        <a:pt x="15000" y="26560"/>
                        <a:pt x="16822" y="25998"/>
                        <a:pt x="18329" y="24896"/>
                      </a:cubicBezTo>
                      <a:cubicBezTo>
                        <a:pt x="19836" y="23771"/>
                        <a:pt x="20848" y="22197"/>
                        <a:pt x="21343" y="20151"/>
                      </a:cubicBezTo>
                      <a:lnTo>
                        <a:pt x="24963" y="20151"/>
                      </a:lnTo>
                      <a:cubicBezTo>
                        <a:pt x="24558" y="21478"/>
                        <a:pt x="24041"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6" y="23951"/>
                        <a:pt x="1260" y="22400"/>
                        <a:pt x="765" y="20623"/>
                      </a:cubicBezTo>
                      <a:cubicBezTo>
                        <a:pt x="270" y="18846"/>
                        <a:pt x="0" y="16935"/>
                        <a:pt x="0" y="14866"/>
                      </a:cubicBezTo>
                      <a:cubicBezTo>
                        <a:pt x="0" y="12797"/>
                        <a:pt x="292" y="10885"/>
                        <a:pt x="899" y="9086"/>
                      </a:cubicBezTo>
                      <a:cubicBezTo>
                        <a:pt x="1484" y="7287"/>
                        <a:pt x="2339" y="5712"/>
                        <a:pt x="3441" y="4363"/>
                      </a:cubicBezTo>
                      <a:cubicBezTo>
                        <a:pt x="4543" y="3014"/>
                        <a:pt x="5869" y="1957"/>
                        <a:pt x="7467" y="1169"/>
                      </a:cubicBezTo>
                      <a:cubicBezTo>
                        <a:pt x="9041" y="405"/>
                        <a:pt x="10840" y="0"/>
                        <a:pt x="12864" y="0"/>
                      </a:cubicBezTo>
                      <a:cubicBezTo>
                        <a:pt x="16710" y="0"/>
                        <a:pt x="19746" y="1327"/>
                        <a:pt x="21927" y="3958"/>
                      </a:cubicBezTo>
                      <a:cubicBezTo>
                        <a:pt x="24131" y="6612"/>
                        <a:pt x="25211" y="10435"/>
                        <a:pt x="25166" y="15473"/>
                      </a:cubicBezTo>
                      <a:lnTo>
                        <a:pt x="3463" y="15473"/>
                      </a:lnTo>
                      <a:lnTo>
                        <a:pt x="3509" y="15473"/>
                      </a:lnTo>
                      <a:close/>
                      <a:moveTo>
                        <a:pt x="21747" y="12774"/>
                      </a:moveTo>
                      <a:cubicBezTo>
                        <a:pt x="21747" y="11402"/>
                        <a:pt x="21568" y="10120"/>
                        <a:pt x="21185" y="8906"/>
                      </a:cubicBezTo>
                      <a:cubicBezTo>
                        <a:pt x="20803" y="7691"/>
                        <a:pt x="20241" y="6657"/>
                        <a:pt x="19521" y="5780"/>
                      </a:cubicBezTo>
                      <a:cubicBezTo>
                        <a:pt x="18778" y="4903"/>
                        <a:pt x="17857" y="4206"/>
                        <a:pt x="16732" y="3666"/>
                      </a:cubicBezTo>
                      <a:cubicBezTo>
                        <a:pt x="15608" y="3126"/>
                        <a:pt x="14348" y="2879"/>
                        <a:pt x="12909" y="2879"/>
                      </a:cubicBezTo>
                      <a:cubicBezTo>
                        <a:pt x="11469" y="2879"/>
                        <a:pt x="10210" y="3149"/>
                        <a:pt x="9108" y="3688"/>
                      </a:cubicBezTo>
                      <a:cubicBezTo>
                        <a:pt x="8006" y="4228"/>
                        <a:pt x="7084" y="4948"/>
                        <a:pt x="6297" y="5847"/>
                      </a:cubicBezTo>
                      <a:cubicBezTo>
                        <a:pt x="5532" y="6747"/>
                        <a:pt x="4903" y="7781"/>
                        <a:pt x="4430" y="8973"/>
                      </a:cubicBezTo>
                      <a:cubicBezTo>
                        <a:pt x="3958" y="10165"/>
                        <a:pt x="3666" y="11425"/>
                        <a:pt x="3509" y="12752"/>
                      </a:cubicBezTo>
                      <a:lnTo>
                        <a:pt x="21747" y="12752"/>
                      </a:lnTo>
                      <a:lnTo>
                        <a:pt x="21747" y="12752"/>
                      </a:lnTo>
                      <a:close/>
                    </a:path>
                  </a:pathLst>
                </a:custGeom>
                <a:solidFill>
                  <a:srgbClr val="010101"/>
                </a:solidFill>
                <a:ln w="2249" cap="flat">
                  <a:noFill/>
                  <a:prstDash val="solid"/>
                  <a:miter/>
                </a:ln>
              </p:spPr>
              <p:txBody>
                <a:bodyPr rtlCol="0" anchor="ctr"/>
                <a:lstStyle/>
                <a:p>
                  <a:endParaRPr lang="en-US"/>
                </a:p>
              </p:txBody>
            </p:sp>
            <p:sp>
              <p:nvSpPr>
                <p:cNvPr id="5449" name="Freeform 5448">
                  <a:extLst>
                    <a:ext uri="{FF2B5EF4-FFF2-40B4-BE49-F238E27FC236}">
                      <a16:creationId xmlns:a16="http://schemas.microsoft.com/office/drawing/2014/main" id="{35CF6612-C6E6-6101-784F-3B78975262B3}"/>
                    </a:ext>
                  </a:extLst>
                </p:cNvPr>
                <p:cNvSpPr/>
                <p:nvPr/>
              </p:nvSpPr>
              <p:spPr>
                <a:xfrm>
                  <a:off x="9437300" y="2310711"/>
                  <a:ext cx="25683" cy="39626"/>
                </a:xfrm>
                <a:custGeom>
                  <a:avLst/>
                  <a:gdLst>
                    <a:gd name="connsiteX0" fmla="*/ 22445 w 25683"/>
                    <a:gd name="connsiteY0" fmla="*/ 0 h 39626"/>
                    <a:gd name="connsiteX1" fmla="*/ 25683 w 25683"/>
                    <a:gd name="connsiteY1" fmla="*/ 0 h 39626"/>
                    <a:gd name="connsiteX2" fmla="*/ 25683 w 25683"/>
                    <a:gd name="connsiteY2" fmla="*/ 38862 h 39626"/>
                    <a:gd name="connsiteX3" fmla="*/ 22445 w 25683"/>
                    <a:gd name="connsiteY3" fmla="*/ 38862 h 39626"/>
                    <a:gd name="connsiteX4" fmla="*/ 22445 w 25683"/>
                    <a:gd name="connsiteY4" fmla="*/ 33959 h 39626"/>
                    <a:gd name="connsiteX5" fmla="*/ 22333 w 25683"/>
                    <a:gd name="connsiteY5" fmla="*/ 33959 h 39626"/>
                    <a:gd name="connsiteX6" fmla="*/ 20533 w 25683"/>
                    <a:gd name="connsiteY6" fmla="*/ 36411 h 39626"/>
                    <a:gd name="connsiteX7" fmla="*/ 18104 w 25683"/>
                    <a:gd name="connsiteY7" fmla="*/ 38165 h 39626"/>
                    <a:gd name="connsiteX8" fmla="*/ 15383 w 25683"/>
                    <a:gd name="connsiteY8" fmla="*/ 39244 h 39626"/>
                    <a:gd name="connsiteX9" fmla="*/ 12639 w 25683"/>
                    <a:gd name="connsiteY9" fmla="*/ 39627 h 39626"/>
                    <a:gd name="connsiteX10" fmla="*/ 6859 w 25683"/>
                    <a:gd name="connsiteY10" fmla="*/ 38502 h 39626"/>
                    <a:gd name="connsiteX11" fmla="*/ 2946 w 25683"/>
                    <a:gd name="connsiteY11" fmla="*/ 35399 h 39626"/>
                    <a:gd name="connsiteX12" fmla="*/ 697 w 25683"/>
                    <a:gd name="connsiteY12" fmla="*/ 30721 h 39626"/>
                    <a:gd name="connsiteX13" fmla="*/ 0 w 25683"/>
                    <a:gd name="connsiteY13" fmla="*/ 24941 h 39626"/>
                    <a:gd name="connsiteX14" fmla="*/ 765 w 25683"/>
                    <a:gd name="connsiteY14" fmla="*/ 19319 h 39626"/>
                    <a:gd name="connsiteX15" fmla="*/ 3059 w 25683"/>
                    <a:gd name="connsiteY15" fmla="*/ 14596 h 39626"/>
                    <a:gd name="connsiteX16" fmla="*/ 6949 w 25683"/>
                    <a:gd name="connsiteY16" fmla="*/ 11357 h 39626"/>
                    <a:gd name="connsiteX17" fmla="*/ 12482 w 25683"/>
                    <a:gd name="connsiteY17" fmla="*/ 10143 h 39626"/>
                    <a:gd name="connsiteX18" fmla="*/ 18172 w 25683"/>
                    <a:gd name="connsiteY18" fmla="*/ 11470 h 39626"/>
                    <a:gd name="connsiteX19" fmla="*/ 22467 w 25683"/>
                    <a:gd name="connsiteY19" fmla="*/ 15383 h 39626"/>
                    <a:gd name="connsiteX20" fmla="*/ 22467 w 25683"/>
                    <a:gd name="connsiteY20" fmla="*/ 0 h 39626"/>
                    <a:gd name="connsiteX21" fmla="*/ 22467 w 25683"/>
                    <a:gd name="connsiteY21" fmla="*/ 0 h 39626"/>
                    <a:gd name="connsiteX22" fmla="*/ 22445 w 25683"/>
                    <a:gd name="connsiteY22" fmla="*/ 24784 h 39626"/>
                    <a:gd name="connsiteX23" fmla="*/ 21793 w 25683"/>
                    <a:gd name="connsiteY23" fmla="*/ 20286 h 39626"/>
                    <a:gd name="connsiteX24" fmla="*/ 19926 w 25683"/>
                    <a:gd name="connsiteY24" fmla="*/ 16552 h 39626"/>
                    <a:gd name="connsiteX25" fmla="*/ 16957 w 25683"/>
                    <a:gd name="connsiteY25" fmla="*/ 14011 h 39626"/>
                    <a:gd name="connsiteX26" fmla="*/ 12999 w 25683"/>
                    <a:gd name="connsiteY26" fmla="*/ 13066 h 39626"/>
                    <a:gd name="connsiteX27" fmla="*/ 8636 w 25683"/>
                    <a:gd name="connsiteY27" fmla="*/ 14056 h 39626"/>
                    <a:gd name="connsiteX28" fmla="*/ 5622 w 25683"/>
                    <a:gd name="connsiteY28" fmla="*/ 16777 h 39626"/>
                    <a:gd name="connsiteX29" fmla="*/ 3891 w 25683"/>
                    <a:gd name="connsiteY29" fmla="*/ 20803 h 39626"/>
                    <a:gd name="connsiteX30" fmla="*/ 3463 w 25683"/>
                    <a:gd name="connsiteY30" fmla="*/ 25751 h 39626"/>
                    <a:gd name="connsiteX31" fmla="*/ 4183 w 25683"/>
                    <a:gd name="connsiteY31" fmla="*/ 30428 h 39626"/>
                    <a:gd name="connsiteX32" fmla="*/ 6207 w 25683"/>
                    <a:gd name="connsiteY32" fmla="*/ 33847 h 39626"/>
                    <a:gd name="connsiteX33" fmla="*/ 9221 w 25683"/>
                    <a:gd name="connsiteY33" fmla="*/ 35983 h 39626"/>
                    <a:gd name="connsiteX34" fmla="*/ 12999 w 25683"/>
                    <a:gd name="connsiteY34" fmla="*/ 36703 h 39626"/>
                    <a:gd name="connsiteX35" fmla="*/ 17047 w 25683"/>
                    <a:gd name="connsiteY35" fmla="*/ 35781 h 39626"/>
                    <a:gd name="connsiteX36" fmla="*/ 20016 w 25683"/>
                    <a:gd name="connsiteY36" fmla="*/ 33262 h 39626"/>
                    <a:gd name="connsiteX37" fmla="*/ 21815 w 25683"/>
                    <a:gd name="connsiteY37" fmla="*/ 29484 h 39626"/>
                    <a:gd name="connsiteX38" fmla="*/ 22445 w 25683"/>
                    <a:gd name="connsiteY38" fmla="*/ 24761 h 39626"/>
                    <a:gd name="connsiteX39" fmla="*/ 22445 w 25683"/>
                    <a:gd name="connsiteY39" fmla="*/ 24761 h 3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25683" h="39626">
                      <a:moveTo>
                        <a:pt x="22445" y="0"/>
                      </a:moveTo>
                      <a:lnTo>
                        <a:pt x="25683" y="0"/>
                      </a:lnTo>
                      <a:lnTo>
                        <a:pt x="25683" y="38862"/>
                      </a:lnTo>
                      <a:lnTo>
                        <a:pt x="22445" y="38862"/>
                      </a:lnTo>
                      <a:lnTo>
                        <a:pt x="22445" y="33959"/>
                      </a:lnTo>
                      <a:lnTo>
                        <a:pt x="22333" y="33959"/>
                      </a:lnTo>
                      <a:cubicBezTo>
                        <a:pt x="21860" y="34904"/>
                        <a:pt x="21253" y="35713"/>
                        <a:pt x="20533" y="36411"/>
                      </a:cubicBezTo>
                      <a:cubicBezTo>
                        <a:pt x="19813" y="37108"/>
                        <a:pt x="18982" y="37693"/>
                        <a:pt x="18104" y="38165"/>
                      </a:cubicBezTo>
                      <a:cubicBezTo>
                        <a:pt x="17227" y="38637"/>
                        <a:pt x="16305" y="38997"/>
                        <a:pt x="15383" y="39244"/>
                      </a:cubicBezTo>
                      <a:cubicBezTo>
                        <a:pt x="14439" y="39492"/>
                        <a:pt x="13539" y="39627"/>
                        <a:pt x="12639" y="39627"/>
                      </a:cubicBezTo>
                      <a:cubicBezTo>
                        <a:pt x="10368" y="39627"/>
                        <a:pt x="8456" y="39244"/>
                        <a:pt x="6859" y="38502"/>
                      </a:cubicBezTo>
                      <a:cubicBezTo>
                        <a:pt x="5263" y="37760"/>
                        <a:pt x="3981" y="36703"/>
                        <a:pt x="2946" y="35399"/>
                      </a:cubicBezTo>
                      <a:cubicBezTo>
                        <a:pt x="1912" y="34094"/>
                        <a:pt x="1170" y="32520"/>
                        <a:pt x="697" y="30721"/>
                      </a:cubicBezTo>
                      <a:cubicBezTo>
                        <a:pt x="225" y="28922"/>
                        <a:pt x="0" y="26987"/>
                        <a:pt x="0" y="24941"/>
                      </a:cubicBezTo>
                      <a:cubicBezTo>
                        <a:pt x="0" y="23007"/>
                        <a:pt x="248" y="21118"/>
                        <a:pt x="765" y="19319"/>
                      </a:cubicBezTo>
                      <a:cubicBezTo>
                        <a:pt x="1260" y="17519"/>
                        <a:pt x="2024" y="15945"/>
                        <a:pt x="3059" y="14596"/>
                      </a:cubicBezTo>
                      <a:cubicBezTo>
                        <a:pt x="4093" y="13246"/>
                        <a:pt x="5375" y="12167"/>
                        <a:pt x="6949" y="11357"/>
                      </a:cubicBezTo>
                      <a:cubicBezTo>
                        <a:pt x="8524" y="10548"/>
                        <a:pt x="10368" y="10143"/>
                        <a:pt x="12482" y="10143"/>
                      </a:cubicBezTo>
                      <a:cubicBezTo>
                        <a:pt x="14461" y="10143"/>
                        <a:pt x="16350" y="10593"/>
                        <a:pt x="18172" y="11470"/>
                      </a:cubicBezTo>
                      <a:cubicBezTo>
                        <a:pt x="19994" y="12347"/>
                        <a:pt x="21410" y="13651"/>
                        <a:pt x="22467" y="15383"/>
                      </a:cubicBezTo>
                      <a:lnTo>
                        <a:pt x="22467" y="0"/>
                      </a:lnTo>
                      <a:lnTo>
                        <a:pt x="22467" y="0"/>
                      </a:lnTo>
                      <a:close/>
                      <a:moveTo>
                        <a:pt x="22445" y="24784"/>
                      </a:moveTo>
                      <a:cubicBezTo>
                        <a:pt x="22445" y="23209"/>
                        <a:pt x="22220" y="21702"/>
                        <a:pt x="21793" y="20286"/>
                      </a:cubicBezTo>
                      <a:cubicBezTo>
                        <a:pt x="21365" y="18869"/>
                        <a:pt x="20735" y="17632"/>
                        <a:pt x="19926" y="16552"/>
                      </a:cubicBezTo>
                      <a:cubicBezTo>
                        <a:pt x="19116" y="15495"/>
                        <a:pt x="18127" y="14641"/>
                        <a:pt x="16957" y="14011"/>
                      </a:cubicBezTo>
                      <a:cubicBezTo>
                        <a:pt x="15788" y="13381"/>
                        <a:pt x="14461" y="13066"/>
                        <a:pt x="12999" y="13066"/>
                      </a:cubicBezTo>
                      <a:cubicBezTo>
                        <a:pt x="11312" y="13066"/>
                        <a:pt x="9851" y="13404"/>
                        <a:pt x="8636" y="14056"/>
                      </a:cubicBezTo>
                      <a:cubicBezTo>
                        <a:pt x="7422" y="14708"/>
                        <a:pt x="6410" y="15630"/>
                        <a:pt x="5622" y="16777"/>
                      </a:cubicBezTo>
                      <a:cubicBezTo>
                        <a:pt x="4836" y="17924"/>
                        <a:pt x="4251" y="19274"/>
                        <a:pt x="3891" y="20803"/>
                      </a:cubicBezTo>
                      <a:cubicBezTo>
                        <a:pt x="3531" y="22332"/>
                        <a:pt x="3396" y="23974"/>
                        <a:pt x="3463" y="25751"/>
                      </a:cubicBezTo>
                      <a:cubicBezTo>
                        <a:pt x="3463" y="27505"/>
                        <a:pt x="3711" y="29079"/>
                        <a:pt x="4183" y="30428"/>
                      </a:cubicBezTo>
                      <a:cubicBezTo>
                        <a:pt x="4655" y="31778"/>
                        <a:pt x="5353" y="32925"/>
                        <a:pt x="6207" y="33847"/>
                      </a:cubicBezTo>
                      <a:cubicBezTo>
                        <a:pt x="7062" y="34791"/>
                        <a:pt x="8074" y="35489"/>
                        <a:pt x="9221" y="35983"/>
                      </a:cubicBezTo>
                      <a:cubicBezTo>
                        <a:pt x="10368" y="36478"/>
                        <a:pt x="11627" y="36703"/>
                        <a:pt x="12999" y="36703"/>
                      </a:cubicBezTo>
                      <a:cubicBezTo>
                        <a:pt x="14506" y="36703"/>
                        <a:pt x="15855" y="36388"/>
                        <a:pt x="17047" y="35781"/>
                      </a:cubicBezTo>
                      <a:cubicBezTo>
                        <a:pt x="18239" y="35174"/>
                        <a:pt x="19229" y="34342"/>
                        <a:pt x="20016" y="33262"/>
                      </a:cubicBezTo>
                      <a:cubicBezTo>
                        <a:pt x="20803" y="32205"/>
                        <a:pt x="21410" y="30946"/>
                        <a:pt x="21815" y="29484"/>
                      </a:cubicBezTo>
                      <a:cubicBezTo>
                        <a:pt x="22220" y="28022"/>
                        <a:pt x="22445" y="26448"/>
                        <a:pt x="22445" y="24761"/>
                      </a:cubicBezTo>
                      <a:lnTo>
                        <a:pt x="22445" y="24761"/>
                      </a:lnTo>
                      <a:close/>
                    </a:path>
                  </a:pathLst>
                </a:custGeom>
                <a:solidFill>
                  <a:srgbClr val="010101"/>
                </a:solidFill>
                <a:ln w="2249" cap="flat">
                  <a:noFill/>
                  <a:prstDash val="solid"/>
                  <a:miter/>
                </a:ln>
              </p:spPr>
              <p:txBody>
                <a:bodyPr rtlCol="0" anchor="ctr"/>
                <a:lstStyle/>
                <a:p>
                  <a:endParaRPr lang="en-US"/>
                </a:p>
              </p:txBody>
            </p:sp>
          </p:grpSp>
          <p:grpSp>
            <p:nvGrpSpPr>
              <p:cNvPr id="5450" name="Graphic 3">
                <a:extLst>
                  <a:ext uri="{FF2B5EF4-FFF2-40B4-BE49-F238E27FC236}">
                    <a16:creationId xmlns:a16="http://schemas.microsoft.com/office/drawing/2014/main" id="{5C5386F3-321E-A315-B749-A732B4ADCEA8}"/>
                  </a:ext>
                </a:extLst>
              </p:cNvPr>
              <p:cNvGrpSpPr/>
              <p:nvPr/>
            </p:nvGrpSpPr>
            <p:grpSpPr>
              <a:xfrm>
                <a:off x="10572429" y="1622934"/>
                <a:ext cx="336789" cy="127855"/>
                <a:chOff x="9339898" y="2381508"/>
                <a:chExt cx="77544" cy="29438"/>
              </a:xfrm>
              <a:solidFill>
                <a:srgbClr val="000000"/>
              </a:solidFill>
            </p:grpSpPr>
            <p:sp>
              <p:nvSpPr>
                <p:cNvPr id="5451" name="Freeform 5450">
                  <a:extLst>
                    <a:ext uri="{FF2B5EF4-FFF2-40B4-BE49-F238E27FC236}">
                      <a16:creationId xmlns:a16="http://schemas.microsoft.com/office/drawing/2014/main" id="{309B9F6F-DD44-2E1D-04AE-7019305645D6}"/>
                    </a:ext>
                  </a:extLst>
                </p:cNvPr>
                <p:cNvSpPr/>
                <p:nvPr/>
              </p:nvSpPr>
              <p:spPr>
                <a:xfrm>
                  <a:off x="9339898" y="2381530"/>
                  <a:ext cx="22196" cy="28741"/>
                </a:xfrm>
                <a:custGeom>
                  <a:avLst/>
                  <a:gdLst>
                    <a:gd name="connsiteX0" fmla="*/ 3238 w 22196"/>
                    <a:gd name="connsiteY0" fmla="*/ 28719 h 28741"/>
                    <a:gd name="connsiteX1" fmla="*/ 0 w 22196"/>
                    <a:gd name="connsiteY1" fmla="*/ 28719 h 28741"/>
                    <a:gd name="connsiteX2" fmla="*/ 0 w 22196"/>
                    <a:gd name="connsiteY2" fmla="*/ 765 h 28741"/>
                    <a:gd name="connsiteX3" fmla="*/ 3238 w 22196"/>
                    <a:gd name="connsiteY3" fmla="*/ 765 h 28741"/>
                    <a:gd name="connsiteX4" fmla="*/ 3238 w 22196"/>
                    <a:gd name="connsiteY4" fmla="*/ 4655 h 28741"/>
                    <a:gd name="connsiteX5" fmla="*/ 7264 w 22196"/>
                    <a:gd name="connsiteY5" fmla="*/ 1304 h 28741"/>
                    <a:gd name="connsiteX6" fmla="*/ 12257 w 22196"/>
                    <a:gd name="connsiteY6" fmla="*/ 0 h 28741"/>
                    <a:gd name="connsiteX7" fmla="*/ 17069 w 22196"/>
                    <a:gd name="connsiteY7" fmla="*/ 900 h 28741"/>
                    <a:gd name="connsiteX8" fmla="*/ 20803 w 22196"/>
                    <a:gd name="connsiteY8" fmla="*/ 4003 h 28741"/>
                    <a:gd name="connsiteX9" fmla="*/ 22017 w 22196"/>
                    <a:gd name="connsiteY9" fmla="*/ 7107 h 28741"/>
                    <a:gd name="connsiteX10" fmla="*/ 22197 w 22196"/>
                    <a:gd name="connsiteY10" fmla="*/ 10435 h 28741"/>
                    <a:gd name="connsiteX11" fmla="*/ 22197 w 22196"/>
                    <a:gd name="connsiteY11" fmla="*/ 28742 h 28741"/>
                    <a:gd name="connsiteX12" fmla="*/ 18959 w 22196"/>
                    <a:gd name="connsiteY12" fmla="*/ 28742 h 28741"/>
                    <a:gd name="connsiteX13" fmla="*/ 18959 w 22196"/>
                    <a:gd name="connsiteY13" fmla="*/ 10503 h 28741"/>
                    <a:gd name="connsiteX14" fmla="*/ 17294 w 22196"/>
                    <a:gd name="connsiteY14" fmla="*/ 4835 h 28741"/>
                    <a:gd name="connsiteX15" fmla="*/ 11739 w 22196"/>
                    <a:gd name="connsiteY15" fmla="*/ 2946 h 28741"/>
                    <a:gd name="connsiteX16" fmla="*/ 8996 w 22196"/>
                    <a:gd name="connsiteY16" fmla="*/ 3396 h 28741"/>
                    <a:gd name="connsiteX17" fmla="*/ 6747 w 22196"/>
                    <a:gd name="connsiteY17" fmla="*/ 4610 h 28741"/>
                    <a:gd name="connsiteX18" fmla="*/ 5038 w 22196"/>
                    <a:gd name="connsiteY18" fmla="*/ 6342 h 28741"/>
                    <a:gd name="connsiteX19" fmla="*/ 3958 w 22196"/>
                    <a:gd name="connsiteY19" fmla="*/ 8389 h 28741"/>
                    <a:gd name="connsiteX20" fmla="*/ 3373 w 22196"/>
                    <a:gd name="connsiteY20" fmla="*/ 10975 h 28741"/>
                    <a:gd name="connsiteX21" fmla="*/ 3261 w 22196"/>
                    <a:gd name="connsiteY21" fmla="*/ 13674 h 28741"/>
                    <a:gd name="connsiteX22" fmla="*/ 3261 w 22196"/>
                    <a:gd name="connsiteY22" fmla="*/ 28742 h 28741"/>
                    <a:gd name="connsiteX23" fmla="*/ 3238 w 22196"/>
                    <a:gd name="connsiteY23" fmla="*/ 28742 h 28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2196" h="28741">
                      <a:moveTo>
                        <a:pt x="3238" y="28719"/>
                      </a:moveTo>
                      <a:lnTo>
                        <a:pt x="0" y="28719"/>
                      </a:lnTo>
                      <a:lnTo>
                        <a:pt x="0" y="765"/>
                      </a:lnTo>
                      <a:lnTo>
                        <a:pt x="3238" y="765"/>
                      </a:lnTo>
                      <a:lnTo>
                        <a:pt x="3238" y="4655"/>
                      </a:lnTo>
                      <a:cubicBezTo>
                        <a:pt x="4543" y="3283"/>
                        <a:pt x="5869" y="2181"/>
                        <a:pt x="7264" y="1304"/>
                      </a:cubicBezTo>
                      <a:cubicBezTo>
                        <a:pt x="8658" y="450"/>
                        <a:pt x="10322" y="0"/>
                        <a:pt x="12257" y="0"/>
                      </a:cubicBezTo>
                      <a:cubicBezTo>
                        <a:pt x="13988" y="0"/>
                        <a:pt x="15585" y="292"/>
                        <a:pt x="17069" y="900"/>
                      </a:cubicBezTo>
                      <a:cubicBezTo>
                        <a:pt x="18554" y="1484"/>
                        <a:pt x="19790" y="2519"/>
                        <a:pt x="20803" y="4003"/>
                      </a:cubicBezTo>
                      <a:cubicBezTo>
                        <a:pt x="21477" y="5015"/>
                        <a:pt x="21882" y="6050"/>
                        <a:pt x="22017" y="7107"/>
                      </a:cubicBezTo>
                      <a:cubicBezTo>
                        <a:pt x="22152" y="8164"/>
                        <a:pt x="22197" y="9266"/>
                        <a:pt x="22197" y="10435"/>
                      </a:cubicBezTo>
                      <a:lnTo>
                        <a:pt x="22197" y="28742"/>
                      </a:lnTo>
                      <a:lnTo>
                        <a:pt x="18959" y="28742"/>
                      </a:lnTo>
                      <a:lnTo>
                        <a:pt x="18959" y="10503"/>
                      </a:lnTo>
                      <a:cubicBezTo>
                        <a:pt x="18959" y="7984"/>
                        <a:pt x="18396" y="6095"/>
                        <a:pt x="17294" y="4835"/>
                      </a:cubicBezTo>
                      <a:cubicBezTo>
                        <a:pt x="16170" y="3576"/>
                        <a:pt x="14326" y="2946"/>
                        <a:pt x="11739" y="2946"/>
                      </a:cubicBezTo>
                      <a:cubicBezTo>
                        <a:pt x="10728" y="2946"/>
                        <a:pt x="9805" y="3104"/>
                        <a:pt x="8996" y="3396"/>
                      </a:cubicBezTo>
                      <a:cubicBezTo>
                        <a:pt x="8186" y="3688"/>
                        <a:pt x="7421" y="4116"/>
                        <a:pt x="6747" y="4610"/>
                      </a:cubicBezTo>
                      <a:cubicBezTo>
                        <a:pt x="6072" y="5105"/>
                        <a:pt x="5510" y="5690"/>
                        <a:pt x="5038" y="6342"/>
                      </a:cubicBezTo>
                      <a:cubicBezTo>
                        <a:pt x="4565" y="6994"/>
                        <a:pt x="4205" y="7669"/>
                        <a:pt x="3958" y="8389"/>
                      </a:cubicBezTo>
                      <a:cubicBezTo>
                        <a:pt x="3643" y="9288"/>
                        <a:pt x="3440" y="10143"/>
                        <a:pt x="3373" y="10975"/>
                      </a:cubicBezTo>
                      <a:cubicBezTo>
                        <a:pt x="3306" y="11807"/>
                        <a:pt x="3261" y="12707"/>
                        <a:pt x="3261" y="13674"/>
                      </a:cubicBezTo>
                      <a:lnTo>
                        <a:pt x="3261" y="28742"/>
                      </a:lnTo>
                      <a:lnTo>
                        <a:pt x="3238" y="28742"/>
                      </a:lnTo>
                      <a:close/>
                    </a:path>
                  </a:pathLst>
                </a:custGeom>
                <a:solidFill>
                  <a:srgbClr val="000000"/>
                </a:solidFill>
                <a:ln w="2249" cap="flat">
                  <a:noFill/>
                  <a:prstDash val="solid"/>
                  <a:miter/>
                </a:ln>
              </p:spPr>
              <p:txBody>
                <a:bodyPr rtlCol="0" anchor="ctr"/>
                <a:lstStyle/>
                <a:p>
                  <a:endParaRPr lang="en-US"/>
                </a:p>
              </p:txBody>
            </p:sp>
            <p:sp>
              <p:nvSpPr>
                <p:cNvPr id="5452" name="Freeform 5451">
                  <a:extLst>
                    <a:ext uri="{FF2B5EF4-FFF2-40B4-BE49-F238E27FC236}">
                      <a16:creationId xmlns:a16="http://schemas.microsoft.com/office/drawing/2014/main" id="{44B537C9-CFCE-649B-83D5-29B93E6F2F0A}"/>
                    </a:ext>
                  </a:extLst>
                </p:cNvPr>
                <p:cNvSpPr/>
                <p:nvPr/>
              </p:nvSpPr>
              <p:spPr>
                <a:xfrm>
                  <a:off x="9371518" y="2405504"/>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000000"/>
                </a:solidFill>
                <a:ln w="2249" cap="flat">
                  <a:noFill/>
                  <a:prstDash val="solid"/>
                  <a:miter/>
                </a:ln>
              </p:spPr>
              <p:txBody>
                <a:bodyPr rtlCol="0" anchor="ctr"/>
                <a:lstStyle/>
                <a:p>
                  <a:endParaRPr lang="en-US"/>
                </a:p>
              </p:txBody>
            </p:sp>
            <p:sp>
              <p:nvSpPr>
                <p:cNvPr id="5453" name="Freeform 5452">
                  <a:extLst>
                    <a:ext uri="{FF2B5EF4-FFF2-40B4-BE49-F238E27FC236}">
                      <a16:creationId xmlns:a16="http://schemas.microsoft.com/office/drawing/2014/main" id="{FBA60776-4354-4744-5F7A-B22C863477A9}"/>
                    </a:ext>
                  </a:extLst>
                </p:cNvPr>
                <p:cNvSpPr/>
                <p:nvPr/>
              </p:nvSpPr>
              <p:spPr>
                <a:xfrm>
                  <a:off x="9383483" y="2381508"/>
                  <a:ext cx="22039" cy="29438"/>
                </a:xfrm>
                <a:custGeom>
                  <a:avLst/>
                  <a:gdLst>
                    <a:gd name="connsiteX0" fmla="*/ 3306 w 22039"/>
                    <a:gd name="connsiteY0" fmla="*/ 19993 h 29438"/>
                    <a:gd name="connsiteX1" fmla="*/ 6027 w 22039"/>
                    <a:gd name="connsiteY1" fmla="*/ 25098 h 29438"/>
                    <a:gd name="connsiteX2" fmla="*/ 11672 w 22039"/>
                    <a:gd name="connsiteY2" fmla="*/ 26583 h 29438"/>
                    <a:gd name="connsiteX3" fmla="*/ 14753 w 22039"/>
                    <a:gd name="connsiteY3" fmla="*/ 26155 h 29438"/>
                    <a:gd name="connsiteX4" fmla="*/ 16890 w 22039"/>
                    <a:gd name="connsiteY4" fmla="*/ 24986 h 29438"/>
                    <a:gd name="connsiteX5" fmla="*/ 18149 w 22039"/>
                    <a:gd name="connsiteY5" fmla="*/ 23344 h 29438"/>
                    <a:gd name="connsiteX6" fmla="*/ 18576 w 22039"/>
                    <a:gd name="connsiteY6" fmla="*/ 21410 h 29438"/>
                    <a:gd name="connsiteX7" fmla="*/ 17249 w 22039"/>
                    <a:gd name="connsiteY7" fmla="*/ 18352 h 29438"/>
                    <a:gd name="connsiteX8" fmla="*/ 13921 w 22039"/>
                    <a:gd name="connsiteY8" fmla="*/ 16777 h 29438"/>
                    <a:gd name="connsiteX9" fmla="*/ 9603 w 22039"/>
                    <a:gd name="connsiteY9" fmla="*/ 15810 h 29438"/>
                    <a:gd name="connsiteX10" fmla="*/ 5285 w 22039"/>
                    <a:gd name="connsiteY10" fmla="*/ 14596 h 29438"/>
                    <a:gd name="connsiteX11" fmla="*/ 1957 w 22039"/>
                    <a:gd name="connsiteY11" fmla="*/ 12279 h 29438"/>
                    <a:gd name="connsiteX12" fmla="*/ 630 w 22039"/>
                    <a:gd name="connsiteY12" fmla="*/ 8006 h 29438"/>
                    <a:gd name="connsiteX13" fmla="*/ 3193 w 22039"/>
                    <a:gd name="connsiteY13" fmla="*/ 2249 h 29438"/>
                    <a:gd name="connsiteX14" fmla="*/ 10457 w 22039"/>
                    <a:gd name="connsiteY14" fmla="*/ 0 h 29438"/>
                    <a:gd name="connsiteX15" fmla="*/ 17834 w 22039"/>
                    <a:gd name="connsiteY15" fmla="*/ 2024 h 29438"/>
                    <a:gd name="connsiteX16" fmla="*/ 21253 w 22039"/>
                    <a:gd name="connsiteY16" fmla="*/ 8793 h 29438"/>
                    <a:gd name="connsiteX17" fmla="*/ 17969 w 22039"/>
                    <a:gd name="connsiteY17" fmla="*/ 8793 h 29438"/>
                    <a:gd name="connsiteX18" fmla="*/ 15518 w 22039"/>
                    <a:gd name="connsiteY18" fmla="*/ 4228 h 29438"/>
                    <a:gd name="connsiteX19" fmla="*/ 10413 w 22039"/>
                    <a:gd name="connsiteY19" fmla="*/ 2901 h 29438"/>
                    <a:gd name="connsiteX20" fmla="*/ 5712 w 22039"/>
                    <a:gd name="connsiteY20" fmla="*/ 4228 h 29438"/>
                    <a:gd name="connsiteX21" fmla="*/ 4093 w 22039"/>
                    <a:gd name="connsiteY21" fmla="*/ 7714 h 29438"/>
                    <a:gd name="connsiteX22" fmla="*/ 5420 w 22039"/>
                    <a:gd name="connsiteY22" fmla="*/ 10593 h 29438"/>
                    <a:gd name="connsiteX23" fmla="*/ 8749 w 22039"/>
                    <a:gd name="connsiteY23" fmla="*/ 12212 h 29438"/>
                    <a:gd name="connsiteX24" fmla="*/ 13067 w 22039"/>
                    <a:gd name="connsiteY24" fmla="*/ 13314 h 29438"/>
                    <a:gd name="connsiteX25" fmla="*/ 17384 w 22039"/>
                    <a:gd name="connsiteY25" fmla="*/ 14686 h 29438"/>
                    <a:gd name="connsiteX26" fmla="*/ 20713 w 22039"/>
                    <a:gd name="connsiteY26" fmla="*/ 17092 h 29438"/>
                    <a:gd name="connsiteX27" fmla="*/ 22040 w 22039"/>
                    <a:gd name="connsiteY27" fmla="*/ 21298 h 29438"/>
                    <a:gd name="connsiteX28" fmla="*/ 21185 w 22039"/>
                    <a:gd name="connsiteY28" fmla="*/ 24828 h 29438"/>
                    <a:gd name="connsiteX29" fmla="*/ 18802 w 22039"/>
                    <a:gd name="connsiteY29" fmla="*/ 27392 h 29438"/>
                    <a:gd name="connsiteX30" fmla="*/ 15203 w 22039"/>
                    <a:gd name="connsiteY30" fmla="*/ 28922 h 29438"/>
                    <a:gd name="connsiteX31" fmla="*/ 10638 w 22039"/>
                    <a:gd name="connsiteY31" fmla="*/ 29439 h 29438"/>
                    <a:gd name="connsiteX32" fmla="*/ 6230 w 22039"/>
                    <a:gd name="connsiteY32" fmla="*/ 28719 h 29438"/>
                    <a:gd name="connsiteX33" fmla="*/ 2969 w 22039"/>
                    <a:gd name="connsiteY33" fmla="*/ 26695 h 29438"/>
                    <a:gd name="connsiteX34" fmla="*/ 855 w 22039"/>
                    <a:gd name="connsiteY34" fmla="*/ 23682 h 29438"/>
                    <a:gd name="connsiteX35" fmla="*/ 0 w 22039"/>
                    <a:gd name="connsiteY35" fmla="*/ 19948 h 29438"/>
                    <a:gd name="connsiteX36" fmla="*/ 3283 w 22039"/>
                    <a:gd name="connsiteY36" fmla="*/ 19948 h 29438"/>
                    <a:gd name="connsiteX37" fmla="*/ 3283 w 22039"/>
                    <a:gd name="connsiteY37" fmla="*/ 19993 h 29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2039" h="29438">
                      <a:moveTo>
                        <a:pt x="3306" y="19993"/>
                      </a:moveTo>
                      <a:cubicBezTo>
                        <a:pt x="3801" y="22400"/>
                        <a:pt x="4723" y="24109"/>
                        <a:pt x="6027" y="25098"/>
                      </a:cubicBezTo>
                      <a:cubicBezTo>
                        <a:pt x="7332" y="26088"/>
                        <a:pt x="9221" y="26583"/>
                        <a:pt x="11672" y="26583"/>
                      </a:cubicBezTo>
                      <a:cubicBezTo>
                        <a:pt x="12864" y="26583"/>
                        <a:pt x="13876" y="26448"/>
                        <a:pt x="14753" y="26155"/>
                      </a:cubicBezTo>
                      <a:cubicBezTo>
                        <a:pt x="15608" y="25863"/>
                        <a:pt x="16327" y="25481"/>
                        <a:pt x="16890" y="24986"/>
                      </a:cubicBezTo>
                      <a:cubicBezTo>
                        <a:pt x="17452" y="24491"/>
                        <a:pt x="17879" y="23951"/>
                        <a:pt x="18149" y="23344"/>
                      </a:cubicBezTo>
                      <a:cubicBezTo>
                        <a:pt x="18441" y="22737"/>
                        <a:pt x="18576" y="22085"/>
                        <a:pt x="18576" y="21410"/>
                      </a:cubicBezTo>
                      <a:cubicBezTo>
                        <a:pt x="18576" y="20038"/>
                        <a:pt x="18127" y="19026"/>
                        <a:pt x="17249" y="18352"/>
                      </a:cubicBezTo>
                      <a:cubicBezTo>
                        <a:pt x="16372" y="17677"/>
                        <a:pt x="15271" y="17160"/>
                        <a:pt x="13921" y="16777"/>
                      </a:cubicBezTo>
                      <a:cubicBezTo>
                        <a:pt x="12572" y="16395"/>
                        <a:pt x="11155" y="16080"/>
                        <a:pt x="9603" y="15810"/>
                      </a:cubicBezTo>
                      <a:cubicBezTo>
                        <a:pt x="8051" y="15540"/>
                        <a:pt x="6612" y="15135"/>
                        <a:pt x="5285" y="14596"/>
                      </a:cubicBezTo>
                      <a:cubicBezTo>
                        <a:pt x="3958" y="14056"/>
                        <a:pt x="2856" y="13291"/>
                        <a:pt x="1957" y="12279"/>
                      </a:cubicBezTo>
                      <a:cubicBezTo>
                        <a:pt x="1079" y="11267"/>
                        <a:pt x="630" y="9850"/>
                        <a:pt x="630" y="8006"/>
                      </a:cubicBezTo>
                      <a:cubicBezTo>
                        <a:pt x="630" y="5667"/>
                        <a:pt x="1484" y="3756"/>
                        <a:pt x="3193" y="2249"/>
                      </a:cubicBezTo>
                      <a:cubicBezTo>
                        <a:pt x="4903" y="765"/>
                        <a:pt x="7332" y="0"/>
                        <a:pt x="10457" y="0"/>
                      </a:cubicBezTo>
                      <a:cubicBezTo>
                        <a:pt x="13584" y="0"/>
                        <a:pt x="15945" y="675"/>
                        <a:pt x="17834" y="2024"/>
                      </a:cubicBezTo>
                      <a:cubicBezTo>
                        <a:pt x="19723" y="3373"/>
                        <a:pt x="20870" y="5622"/>
                        <a:pt x="21253" y="8793"/>
                      </a:cubicBezTo>
                      <a:lnTo>
                        <a:pt x="17969" y="8793"/>
                      </a:lnTo>
                      <a:cubicBezTo>
                        <a:pt x="17677" y="6634"/>
                        <a:pt x="16867" y="5105"/>
                        <a:pt x="15518" y="4228"/>
                      </a:cubicBezTo>
                      <a:cubicBezTo>
                        <a:pt x="14169" y="3351"/>
                        <a:pt x="12459" y="2901"/>
                        <a:pt x="10413" y="2901"/>
                      </a:cubicBezTo>
                      <a:cubicBezTo>
                        <a:pt x="8366" y="2901"/>
                        <a:pt x="6792" y="3351"/>
                        <a:pt x="5712" y="4228"/>
                      </a:cubicBezTo>
                      <a:cubicBezTo>
                        <a:pt x="4633" y="5105"/>
                        <a:pt x="4093" y="6275"/>
                        <a:pt x="4093" y="7714"/>
                      </a:cubicBezTo>
                      <a:cubicBezTo>
                        <a:pt x="4093" y="8973"/>
                        <a:pt x="4543" y="9940"/>
                        <a:pt x="5420" y="10593"/>
                      </a:cubicBezTo>
                      <a:cubicBezTo>
                        <a:pt x="6297" y="11267"/>
                        <a:pt x="7399" y="11807"/>
                        <a:pt x="8749" y="12212"/>
                      </a:cubicBezTo>
                      <a:cubicBezTo>
                        <a:pt x="10075" y="12617"/>
                        <a:pt x="11515" y="12999"/>
                        <a:pt x="13067" y="13314"/>
                      </a:cubicBezTo>
                      <a:cubicBezTo>
                        <a:pt x="14618" y="13629"/>
                        <a:pt x="16058" y="14101"/>
                        <a:pt x="17384" y="14686"/>
                      </a:cubicBezTo>
                      <a:cubicBezTo>
                        <a:pt x="18711" y="15270"/>
                        <a:pt x="19813" y="16080"/>
                        <a:pt x="20713" y="17092"/>
                      </a:cubicBezTo>
                      <a:cubicBezTo>
                        <a:pt x="21590" y="18104"/>
                        <a:pt x="22040" y="19498"/>
                        <a:pt x="22040" y="21298"/>
                      </a:cubicBezTo>
                      <a:cubicBezTo>
                        <a:pt x="22040" y="22625"/>
                        <a:pt x="21747" y="23816"/>
                        <a:pt x="21185" y="24828"/>
                      </a:cubicBezTo>
                      <a:cubicBezTo>
                        <a:pt x="20600" y="25863"/>
                        <a:pt x="19813" y="26718"/>
                        <a:pt x="18802" y="27392"/>
                      </a:cubicBezTo>
                      <a:cubicBezTo>
                        <a:pt x="17789" y="28067"/>
                        <a:pt x="16598" y="28584"/>
                        <a:pt x="15203" y="28922"/>
                      </a:cubicBezTo>
                      <a:cubicBezTo>
                        <a:pt x="13809" y="29259"/>
                        <a:pt x="12302" y="29439"/>
                        <a:pt x="10638" y="29439"/>
                      </a:cubicBezTo>
                      <a:cubicBezTo>
                        <a:pt x="8973" y="29439"/>
                        <a:pt x="7512" y="29191"/>
                        <a:pt x="6230" y="28719"/>
                      </a:cubicBezTo>
                      <a:cubicBezTo>
                        <a:pt x="4948" y="28247"/>
                        <a:pt x="3868" y="27550"/>
                        <a:pt x="2969" y="26695"/>
                      </a:cubicBezTo>
                      <a:cubicBezTo>
                        <a:pt x="2069" y="25841"/>
                        <a:pt x="1372" y="24828"/>
                        <a:pt x="855" y="23682"/>
                      </a:cubicBezTo>
                      <a:cubicBezTo>
                        <a:pt x="360" y="22535"/>
                        <a:pt x="68" y="21298"/>
                        <a:pt x="0" y="19948"/>
                      </a:cubicBezTo>
                      <a:lnTo>
                        <a:pt x="3283" y="19948"/>
                      </a:lnTo>
                      <a:lnTo>
                        <a:pt x="3283" y="19993"/>
                      </a:lnTo>
                      <a:close/>
                    </a:path>
                  </a:pathLst>
                </a:custGeom>
                <a:solidFill>
                  <a:srgbClr val="000000"/>
                </a:solidFill>
                <a:ln w="2249" cap="flat">
                  <a:noFill/>
                  <a:prstDash val="solid"/>
                  <a:miter/>
                </a:ln>
              </p:spPr>
              <p:txBody>
                <a:bodyPr rtlCol="0" anchor="ctr"/>
                <a:lstStyle/>
                <a:p>
                  <a:endParaRPr lang="en-US"/>
                </a:p>
              </p:txBody>
            </p:sp>
            <p:sp>
              <p:nvSpPr>
                <p:cNvPr id="5454" name="Freeform 5453">
                  <a:extLst>
                    <a:ext uri="{FF2B5EF4-FFF2-40B4-BE49-F238E27FC236}">
                      <a16:creationId xmlns:a16="http://schemas.microsoft.com/office/drawing/2014/main" id="{76BAF18B-59C9-C1FF-2027-22EAB7FDD01C}"/>
                    </a:ext>
                  </a:extLst>
                </p:cNvPr>
                <p:cNvSpPr/>
                <p:nvPr/>
              </p:nvSpPr>
              <p:spPr>
                <a:xfrm>
                  <a:off x="9413506" y="2405504"/>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000000"/>
                </a:solidFill>
                <a:ln w="2249" cap="flat">
                  <a:noFill/>
                  <a:prstDash val="solid"/>
                  <a:miter/>
                </a:ln>
              </p:spPr>
              <p:txBody>
                <a:bodyPr rtlCol="0" anchor="ctr"/>
                <a:lstStyle/>
                <a:p>
                  <a:endParaRPr lang="en-US"/>
                </a:p>
              </p:txBody>
            </p:sp>
          </p:grpSp>
        </p:grpSp>
      </p:grpSp>
      <p:sp>
        <p:nvSpPr>
          <p:cNvPr id="4" name="Text 2">
            <a:extLst>
              <a:ext uri="{FF2B5EF4-FFF2-40B4-BE49-F238E27FC236}">
                <a16:creationId xmlns:a16="http://schemas.microsoft.com/office/drawing/2014/main" id="{B3236094-91C8-5B7B-EC28-1942658F499E}"/>
              </a:ext>
            </a:extLst>
          </p:cNvPr>
          <p:cNvSpPr/>
          <p:nvPr/>
        </p:nvSpPr>
        <p:spPr>
          <a:xfrm>
            <a:off x="343508" y="164865"/>
            <a:ext cx="9031614" cy="457245"/>
          </a:xfrm>
          <a:prstGeom prst="rect">
            <a:avLst/>
          </a:prstGeom>
          <a:noFill/>
          <a:ln/>
        </p:spPr>
        <p:txBody>
          <a:bodyPr wrap="square" lIns="0" tIns="0" rIns="0" bIns="0" rtlCol="0" anchor="ctr">
            <a:normAutofit/>
          </a:bodyPr>
          <a:lstStyle/>
          <a:p>
            <a:pPr marL="0" indent="0">
              <a:buNone/>
            </a:pPr>
            <a:r>
              <a:rPr lang="en-US" sz="2600" dirty="0">
                <a:latin typeface="Helvetica" pitchFamily="2" charset="0"/>
              </a:rPr>
              <a:t>Pupil dilation supports successful similar discrimination </a:t>
            </a:r>
          </a:p>
        </p:txBody>
      </p:sp>
      <p:pic>
        <p:nvPicPr>
          <p:cNvPr id="7" name="Picture 6" descr="Dilation Icons - Free SVG &amp; PNG Dilation Images - Noun Project">
            <a:extLst>
              <a:ext uri="{FF2B5EF4-FFF2-40B4-BE49-F238E27FC236}">
                <a16:creationId xmlns:a16="http://schemas.microsoft.com/office/drawing/2014/main" id="{EDFF68FF-AF63-252D-7E77-146F7F0D1FDC}"/>
              </a:ext>
            </a:extLst>
          </p:cNvPr>
          <p:cNvPicPr>
            <a:picLocks noChangeAspect="1"/>
          </p:cNvPicPr>
          <p:nvPr/>
        </p:nvPicPr>
        <p:blipFill>
          <a:blip r:embed="rId3"/>
          <a:stretch>
            <a:fillRect/>
          </a:stretch>
        </p:blipFill>
        <p:spPr>
          <a:xfrm>
            <a:off x="190939" y="393487"/>
            <a:ext cx="959944" cy="959944"/>
          </a:xfrm>
          <a:prstGeom prst="rect">
            <a:avLst/>
          </a:prstGeom>
        </p:spPr>
      </p:pic>
    </p:spTree>
    <p:extLst>
      <p:ext uri="{BB962C8B-B14F-4D97-AF65-F5344CB8AC3E}">
        <p14:creationId xmlns:p14="http://schemas.microsoft.com/office/powerpoint/2010/main" val="3315555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par>
                          <p:cTn id="11" fill="hold">
                            <p:stCondLst>
                              <p:cond delay="0"/>
                            </p:stCondLst>
                            <p:childTnLst>
                              <p:par>
                                <p:cTn id="12" presetID="1" presetClass="entr" presetSubtype="0" fill="hold" nodeType="afterEffect">
                                  <p:stCondLst>
                                    <p:cond delay="1500"/>
                                  </p:stCondLst>
                                  <p:childTnLst>
                                    <p:set>
                                      <p:cBhvr>
                                        <p:cTn id="13" dur="1" fill="hold">
                                          <p:stCondLst>
                                            <p:cond delay="0"/>
                                          </p:stCondLst>
                                        </p:cTn>
                                        <p:tgtEl>
                                          <p:spTgt spid="11"/>
                                        </p:tgtEl>
                                        <p:attrNameLst>
                                          <p:attrName>style.visibility</p:attrName>
                                        </p:attrNameLst>
                                      </p:cBhvr>
                                      <p:to>
                                        <p:strVal val="visible"/>
                                      </p:to>
                                    </p:set>
                                  </p:childTnLst>
                                </p:cTn>
                              </p:par>
                            </p:childTnLst>
                          </p:cTn>
                        </p:par>
                        <p:par>
                          <p:cTn id="14" fill="hold">
                            <p:stCondLst>
                              <p:cond delay="1500"/>
                            </p:stCondLst>
                            <p:childTnLst>
                              <p:par>
                                <p:cTn id="15" presetID="1" presetClass="entr" presetSubtype="0" fill="hold" nodeType="afterEffect">
                                  <p:stCondLst>
                                    <p:cond delay="150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12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54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a:extLst>
              <a:ext uri="{FF2B5EF4-FFF2-40B4-BE49-F238E27FC236}">
                <a16:creationId xmlns:a16="http://schemas.microsoft.com/office/drawing/2014/main" id="{C2C95588-52A1-2716-CAF0-E9360FC42D00}"/>
              </a:ext>
            </a:extLst>
          </p:cNvPr>
          <p:cNvGrpSpPr/>
          <p:nvPr/>
        </p:nvGrpSpPr>
        <p:grpSpPr>
          <a:xfrm>
            <a:off x="1967686" y="860615"/>
            <a:ext cx="3054428" cy="1163164"/>
            <a:chOff x="1967686" y="1098118"/>
            <a:chExt cx="3054428" cy="1163164"/>
          </a:xfrm>
        </p:grpSpPr>
        <p:sp>
          <p:nvSpPr>
            <p:cNvPr id="15" name="TextBox 14">
              <a:extLst>
                <a:ext uri="{FF2B5EF4-FFF2-40B4-BE49-F238E27FC236}">
                  <a16:creationId xmlns:a16="http://schemas.microsoft.com/office/drawing/2014/main" id="{B8C5D77C-3BD8-1918-04EB-A769F545C3E6}"/>
                </a:ext>
              </a:extLst>
            </p:cNvPr>
            <p:cNvSpPr txBox="1"/>
            <p:nvPr/>
          </p:nvSpPr>
          <p:spPr>
            <a:xfrm>
              <a:off x="1967686" y="1098118"/>
              <a:ext cx="2739671" cy="369332"/>
            </a:xfrm>
            <a:prstGeom prst="rect">
              <a:avLst/>
            </a:prstGeom>
            <a:noFill/>
          </p:spPr>
          <p:txBody>
            <a:bodyPr wrap="square" rtlCol="0">
              <a:spAutoFit/>
            </a:bodyPr>
            <a:lstStyle/>
            <a:p>
              <a:pPr algn="ctr"/>
              <a:r>
                <a:rPr lang="en-US" dirty="0">
                  <a:latin typeface="Helvetica Light" panose="020B0403020202020204" pitchFamily="34" charset="0"/>
                </a:rPr>
                <a:t>Gaze similarity</a:t>
              </a:r>
              <a:endParaRPr lang="en-US" u="sng" dirty="0">
                <a:latin typeface="Helvetica Light" panose="020B0403020202020204" pitchFamily="34" charset="0"/>
              </a:endParaRPr>
            </a:p>
          </p:txBody>
        </p:sp>
        <p:grpSp>
          <p:nvGrpSpPr>
            <p:cNvPr id="17644" name="Group 17643">
              <a:extLst>
                <a:ext uri="{FF2B5EF4-FFF2-40B4-BE49-F238E27FC236}">
                  <a16:creationId xmlns:a16="http://schemas.microsoft.com/office/drawing/2014/main" id="{543AC245-4692-171C-C213-C2DD4CFF3BD1}"/>
                </a:ext>
              </a:extLst>
            </p:cNvPr>
            <p:cNvGrpSpPr/>
            <p:nvPr/>
          </p:nvGrpSpPr>
          <p:grpSpPr>
            <a:xfrm>
              <a:off x="2343744" y="1394024"/>
              <a:ext cx="1893388" cy="540877"/>
              <a:chOff x="1968190" y="966159"/>
              <a:chExt cx="1706308" cy="802823"/>
            </a:xfrm>
          </p:grpSpPr>
          <p:grpSp>
            <p:nvGrpSpPr>
              <p:cNvPr id="17595" name="Graphic 17589">
                <a:extLst>
                  <a:ext uri="{FF2B5EF4-FFF2-40B4-BE49-F238E27FC236}">
                    <a16:creationId xmlns:a16="http://schemas.microsoft.com/office/drawing/2014/main" id="{313523DA-AA8A-3E3C-D1EA-4C0E68A965D5}"/>
                  </a:ext>
                </a:extLst>
              </p:cNvPr>
              <p:cNvGrpSpPr/>
              <p:nvPr/>
            </p:nvGrpSpPr>
            <p:grpSpPr>
              <a:xfrm>
                <a:off x="1968190" y="1444509"/>
                <a:ext cx="1706308" cy="324473"/>
                <a:chOff x="1968190" y="1444509"/>
                <a:chExt cx="1706308" cy="324473"/>
              </a:xfrm>
            </p:grpSpPr>
            <p:sp>
              <p:nvSpPr>
                <p:cNvPr id="17596" name="Freeform 17595">
                  <a:extLst>
                    <a:ext uri="{FF2B5EF4-FFF2-40B4-BE49-F238E27FC236}">
                      <a16:creationId xmlns:a16="http://schemas.microsoft.com/office/drawing/2014/main" id="{9AA3B7BA-401E-858C-DB99-BFFAB4768560}"/>
                    </a:ext>
                  </a:extLst>
                </p:cNvPr>
                <p:cNvSpPr/>
                <p:nvPr/>
              </p:nvSpPr>
              <p:spPr>
                <a:xfrm>
                  <a:off x="2077823" y="1444509"/>
                  <a:ext cx="1486185" cy="246559"/>
                </a:xfrm>
                <a:custGeom>
                  <a:avLst/>
                  <a:gdLst>
                    <a:gd name="connsiteX0" fmla="*/ 0 w 1486185"/>
                    <a:gd name="connsiteY0" fmla="*/ 246560 h 246560"/>
                    <a:gd name="connsiteX1" fmla="*/ 1486186 w 1486185"/>
                    <a:gd name="connsiteY1" fmla="*/ 236083 h 246560"/>
                  </a:gdLst>
                  <a:ahLst/>
                  <a:cxnLst>
                    <a:cxn ang="0">
                      <a:pos x="connsiteX0" y="connsiteY0"/>
                    </a:cxn>
                    <a:cxn ang="0">
                      <a:pos x="connsiteX1" y="connsiteY1"/>
                    </a:cxn>
                  </a:cxnLst>
                  <a:rect l="l" t="t" r="r" b="b"/>
                  <a:pathLst>
                    <a:path w="1486185" h="246560">
                      <a:moveTo>
                        <a:pt x="0" y="246560"/>
                      </a:moveTo>
                      <a:cubicBezTo>
                        <a:pt x="497491" y="-82528"/>
                        <a:pt x="997268" y="-78337"/>
                        <a:pt x="1486186" y="236083"/>
                      </a:cubicBezTo>
                    </a:path>
                  </a:pathLst>
                </a:custGeom>
                <a:noFill/>
                <a:ln w="19050" cap="flat">
                  <a:solidFill>
                    <a:srgbClr val="000000"/>
                  </a:solidFill>
                  <a:prstDash val="solid"/>
                  <a:miter/>
                </a:ln>
              </p:spPr>
              <p:txBody>
                <a:bodyPr rtlCol="0" anchor="ctr"/>
                <a:lstStyle/>
                <a:p>
                  <a:endParaRPr lang="en-US">
                    <a:latin typeface="Helvetica Light" panose="020B0403020202020204" pitchFamily="34" charset="0"/>
                  </a:endParaRPr>
                </a:p>
              </p:txBody>
            </p:sp>
            <p:sp>
              <p:nvSpPr>
                <p:cNvPr id="17597" name="Freeform 17596">
                  <a:extLst>
                    <a:ext uri="{FF2B5EF4-FFF2-40B4-BE49-F238E27FC236}">
                      <a16:creationId xmlns:a16="http://schemas.microsoft.com/office/drawing/2014/main" id="{D9538734-8D98-79A0-E13C-0609CE56FAE5}"/>
                    </a:ext>
                  </a:extLst>
                </p:cNvPr>
                <p:cNvSpPr/>
                <p:nvPr/>
              </p:nvSpPr>
              <p:spPr>
                <a:xfrm>
                  <a:off x="1968190" y="1596675"/>
                  <a:ext cx="199643" cy="172307"/>
                </a:xfrm>
                <a:custGeom>
                  <a:avLst/>
                  <a:gdLst>
                    <a:gd name="connsiteX0" fmla="*/ 0 w 199643"/>
                    <a:gd name="connsiteY0" fmla="*/ 172307 h 172307"/>
                    <a:gd name="connsiteX1" fmla="*/ 199644 w 199643"/>
                    <a:gd name="connsiteY1" fmla="*/ 126682 h 172307"/>
                    <a:gd name="connsiteX2" fmla="*/ 118300 w 199643"/>
                    <a:gd name="connsiteY2" fmla="*/ 89249 h 172307"/>
                    <a:gd name="connsiteX3" fmla="*/ 110585 w 199643"/>
                    <a:gd name="connsiteY3" fmla="*/ 0 h 172307"/>
                    <a:gd name="connsiteX4" fmla="*/ 0 w 199643"/>
                    <a:gd name="connsiteY4" fmla="*/ 172307 h 1723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9643" h="172307">
                      <a:moveTo>
                        <a:pt x="0" y="172307"/>
                      </a:moveTo>
                      <a:lnTo>
                        <a:pt x="199644" y="126682"/>
                      </a:lnTo>
                      <a:lnTo>
                        <a:pt x="118300" y="89249"/>
                      </a:lnTo>
                      <a:lnTo>
                        <a:pt x="110585" y="0"/>
                      </a:lnTo>
                      <a:lnTo>
                        <a:pt x="0" y="172307"/>
                      </a:lnTo>
                      <a:close/>
                    </a:path>
                  </a:pathLst>
                </a:custGeom>
                <a:solidFill>
                  <a:srgbClr val="000000"/>
                </a:solidFill>
                <a:ln w="9525" cap="flat">
                  <a:noFill/>
                  <a:prstDash val="solid"/>
                  <a:miter/>
                </a:ln>
              </p:spPr>
              <p:txBody>
                <a:bodyPr rtlCol="0" anchor="ctr"/>
                <a:lstStyle/>
                <a:p>
                  <a:endParaRPr lang="en-US">
                    <a:latin typeface="Helvetica Light" panose="020B0403020202020204" pitchFamily="34" charset="0"/>
                  </a:endParaRPr>
                </a:p>
              </p:txBody>
            </p:sp>
            <p:sp>
              <p:nvSpPr>
                <p:cNvPr id="17598" name="Freeform 17597">
                  <a:extLst>
                    <a:ext uri="{FF2B5EF4-FFF2-40B4-BE49-F238E27FC236}">
                      <a16:creationId xmlns:a16="http://schemas.microsoft.com/office/drawing/2014/main" id="{A7C912DE-3690-F8FA-ACEA-479203C5277B}"/>
                    </a:ext>
                  </a:extLst>
                </p:cNvPr>
                <p:cNvSpPr/>
                <p:nvPr/>
              </p:nvSpPr>
              <p:spPr>
                <a:xfrm>
                  <a:off x="3474378" y="1586198"/>
                  <a:ext cx="200120" cy="170878"/>
                </a:xfrm>
                <a:custGeom>
                  <a:avLst/>
                  <a:gdLst>
                    <a:gd name="connsiteX0" fmla="*/ 200120 w 200120"/>
                    <a:gd name="connsiteY0" fmla="*/ 170879 h 170878"/>
                    <a:gd name="connsiteX1" fmla="*/ 0 w 200120"/>
                    <a:gd name="connsiteY1" fmla="*/ 127826 h 170878"/>
                    <a:gd name="connsiteX2" fmla="*/ 80772 w 200120"/>
                    <a:gd name="connsiteY2" fmla="*/ 89249 h 170878"/>
                    <a:gd name="connsiteX3" fmla="*/ 87344 w 200120"/>
                    <a:gd name="connsiteY3" fmla="*/ 0 h 170878"/>
                    <a:gd name="connsiteX4" fmla="*/ 200120 w 200120"/>
                    <a:gd name="connsiteY4" fmla="*/ 170879 h 1708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0120" h="170878">
                      <a:moveTo>
                        <a:pt x="200120" y="170879"/>
                      </a:moveTo>
                      <a:lnTo>
                        <a:pt x="0" y="127826"/>
                      </a:lnTo>
                      <a:lnTo>
                        <a:pt x="80772" y="89249"/>
                      </a:lnTo>
                      <a:lnTo>
                        <a:pt x="87344" y="0"/>
                      </a:lnTo>
                      <a:lnTo>
                        <a:pt x="200120" y="170879"/>
                      </a:lnTo>
                      <a:close/>
                    </a:path>
                  </a:pathLst>
                </a:custGeom>
                <a:solidFill>
                  <a:srgbClr val="000000"/>
                </a:solidFill>
                <a:ln w="9525" cap="flat">
                  <a:noFill/>
                  <a:prstDash val="solid"/>
                  <a:miter/>
                </a:ln>
              </p:spPr>
              <p:txBody>
                <a:bodyPr rtlCol="0" anchor="ctr"/>
                <a:lstStyle/>
                <a:p>
                  <a:endParaRPr lang="en-US">
                    <a:latin typeface="Helvetica Light" panose="020B0403020202020204" pitchFamily="34" charset="0"/>
                  </a:endParaRPr>
                </a:p>
              </p:txBody>
            </p:sp>
          </p:grpSp>
          <p:sp>
            <p:nvSpPr>
              <p:cNvPr id="17599" name="TextBox 17598">
                <a:extLst>
                  <a:ext uri="{FF2B5EF4-FFF2-40B4-BE49-F238E27FC236}">
                    <a16:creationId xmlns:a16="http://schemas.microsoft.com/office/drawing/2014/main" id="{A90F1E4A-C7DD-2ABB-D9B1-F418621A7112}"/>
                  </a:ext>
                </a:extLst>
              </p:cNvPr>
              <p:cNvSpPr txBox="1"/>
              <p:nvPr/>
            </p:nvSpPr>
            <p:spPr>
              <a:xfrm>
                <a:off x="2728693" y="966159"/>
                <a:ext cx="235762" cy="548199"/>
              </a:xfrm>
              <a:prstGeom prst="rect">
                <a:avLst/>
              </a:prstGeom>
              <a:noFill/>
            </p:spPr>
            <p:txBody>
              <a:bodyPr wrap="none" rtlCol="0">
                <a:spAutoFit/>
              </a:bodyPr>
              <a:lstStyle/>
              <a:p>
                <a:pPr algn="ctr"/>
                <a:r>
                  <a:rPr lang="en-US" i="1" spc="0" baseline="0" dirty="0">
                    <a:ln/>
                    <a:latin typeface="HELVETICA LIGHT" panose="020B0403020202020204" pitchFamily="34" charset="0"/>
                    <a:sym typeface="Helvetica-Light"/>
                    <a:rtl val="0"/>
                  </a:rPr>
                  <a:t>r</a:t>
                </a:r>
              </a:p>
            </p:txBody>
          </p:sp>
        </p:grpSp>
        <p:sp>
          <p:nvSpPr>
            <p:cNvPr id="17628" name="Freeform 17627">
              <a:extLst>
                <a:ext uri="{FF2B5EF4-FFF2-40B4-BE49-F238E27FC236}">
                  <a16:creationId xmlns:a16="http://schemas.microsoft.com/office/drawing/2014/main" id="{E97BA077-33CC-DCD1-9466-AF7FE5207573}"/>
                </a:ext>
              </a:extLst>
            </p:cNvPr>
            <p:cNvSpPr/>
            <p:nvPr/>
          </p:nvSpPr>
          <p:spPr>
            <a:xfrm>
              <a:off x="3363299" y="2004094"/>
              <a:ext cx="107935" cy="107935"/>
            </a:xfrm>
            <a:custGeom>
              <a:avLst/>
              <a:gdLst>
                <a:gd name="connsiteX0" fmla="*/ 123825 w 123825"/>
                <a:gd name="connsiteY0" fmla="*/ 61912 h 123825"/>
                <a:gd name="connsiteX1" fmla="*/ 61912 w 123825"/>
                <a:gd name="connsiteY1" fmla="*/ 123825 h 123825"/>
                <a:gd name="connsiteX2" fmla="*/ 0 w 123825"/>
                <a:gd name="connsiteY2" fmla="*/ 61912 h 123825"/>
                <a:gd name="connsiteX3" fmla="*/ 61912 w 123825"/>
                <a:gd name="connsiteY3" fmla="*/ 0 h 123825"/>
                <a:gd name="connsiteX4" fmla="*/ 123825 w 123825"/>
                <a:gd name="connsiteY4" fmla="*/ 61912 h 1238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3825" h="123825">
                  <a:moveTo>
                    <a:pt x="123825" y="61912"/>
                  </a:moveTo>
                  <a:cubicBezTo>
                    <a:pt x="123825" y="96106"/>
                    <a:pt x="96106" y="123825"/>
                    <a:pt x="61912" y="123825"/>
                  </a:cubicBezTo>
                  <a:cubicBezTo>
                    <a:pt x="27719" y="123825"/>
                    <a:pt x="0" y="96106"/>
                    <a:pt x="0" y="61912"/>
                  </a:cubicBezTo>
                  <a:cubicBezTo>
                    <a:pt x="0" y="27719"/>
                    <a:pt x="27719" y="0"/>
                    <a:pt x="61912" y="0"/>
                  </a:cubicBezTo>
                  <a:cubicBezTo>
                    <a:pt x="96106" y="0"/>
                    <a:pt x="123825" y="27719"/>
                    <a:pt x="123825" y="61912"/>
                  </a:cubicBezTo>
                  <a:close/>
                </a:path>
              </a:pathLst>
            </a:custGeom>
            <a:solidFill>
              <a:srgbClr val="E94800"/>
            </a:solidFill>
            <a:ln w="23527" cap="flat">
              <a:solidFill>
                <a:srgbClr val="FFFFFF"/>
              </a:solidFill>
              <a:prstDash val="solid"/>
              <a:miter/>
            </a:ln>
          </p:spPr>
          <p:txBody>
            <a:bodyPr rtlCol="0" anchor="ctr"/>
            <a:lstStyle/>
            <a:p>
              <a:endParaRPr lang="en-US">
                <a:latin typeface="Helvetica Light" panose="020B0403020202020204" pitchFamily="34" charset="0"/>
              </a:endParaRPr>
            </a:p>
          </p:txBody>
        </p:sp>
        <p:sp>
          <p:nvSpPr>
            <p:cNvPr id="17629" name="TextBox 17628">
              <a:extLst>
                <a:ext uri="{FF2B5EF4-FFF2-40B4-BE49-F238E27FC236}">
                  <a16:creationId xmlns:a16="http://schemas.microsoft.com/office/drawing/2014/main" id="{53A6C7BD-673F-31B4-574E-FD352EDF0E9F}"/>
                </a:ext>
              </a:extLst>
            </p:cNvPr>
            <p:cNvSpPr txBox="1"/>
            <p:nvPr/>
          </p:nvSpPr>
          <p:spPr>
            <a:xfrm>
              <a:off x="3413981" y="1891950"/>
              <a:ext cx="1608133" cy="369332"/>
            </a:xfrm>
            <a:prstGeom prst="rect">
              <a:avLst/>
            </a:prstGeom>
            <a:noFill/>
          </p:spPr>
          <p:txBody>
            <a:bodyPr wrap="none" rtlCol="0">
              <a:spAutoFit/>
            </a:bodyPr>
            <a:lstStyle/>
            <a:p>
              <a:pPr algn="l"/>
              <a:r>
                <a:rPr lang="en-US" spc="0" baseline="0" dirty="0">
                  <a:ln/>
                  <a:solidFill>
                    <a:srgbClr val="231F20"/>
                  </a:solidFill>
                  <a:latin typeface="Helvetica Light" panose="020B0403020202020204" pitchFamily="34" charset="0"/>
                  <a:sym typeface="Helvetica-Light"/>
                  <a:rtl val="0"/>
                </a:rPr>
                <a:t>actual fixation</a:t>
              </a:r>
            </a:p>
          </p:txBody>
        </p:sp>
      </p:grpSp>
      <p:grpSp>
        <p:nvGrpSpPr>
          <p:cNvPr id="31" name="Group 30">
            <a:extLst>
              <a:ext uri="{FF2B5EF4-FFF2-40B4-BE49-F238E27FC236}">
                <a16:creationId xmlns:a16="http://schemas.microsoft.com/office/drawing/2014/main" id="{F5C506E7-2F87-6FDF-A66F-1CFE847BDAED}"/>
              </a:ext>
            </a:extLst>
          </p:cNvPr>
          <p:cNvGrpSpPr/>
          <p:nvPr/>
        </p:nvGrpSpPr>
        <p:grpSpPr>
          <a:xfrm>
            <a:off x="6583524" y="872491"/>
            <a:ext cx="5115013" cy="5361037"/>
            <a:chOff x="6583524" y="872491"/>
            <a:chExt cx="5115013" cy="5361037"/>
          </a:xfrm>
        </p:grpSpPr>
        <p:sp>
          <p:nvSpPr>
            <p:cNvPr id="17526" name="TextBox 17525">
              <a:extLst>
                <a:ext uri="{FF2B5EF4-FFF2-40B4-BE49-F238E27FC236}">
                  <a16:creationId xmlns:a16="http://schemas.microsoft.com/office/drawing/2014/main" id="{0CC4146F-6364-45A2-56EC-6D4172A92AEE}"/>
                </a:ext>
              </a:extLst>
            </p:cNvPr>
            <p:cNvSpPr txBox="1"/>
            <p:nvPr/>
          </p:nvSpPr>
          <p:spPr>
            <a:xfrm>
              <a:off x="7034200" y="872491"/>
              <a:ext cx="4664337" cy="369332"/>
            </a:xfrm>
            <a:prstGeom prst="rect">
              <a:avLst/>
            </a:prstGeom>
            <a:noFill/>
          </p:spPr>
          <p:txBody>
            <a:bodyPr wrap="square" rtlCol="0">
              <a:spAutoFit/>
            </a:bodyPr>
            <a:lstStyle/>
            <a:p>
              <a:pPr algn="ctr"/>
              <a:r>
                <a:rPr lang="en-US" dirty="0">
                  <a:latin typeface="Helvetica Light" panose="020B0403020202020204" pitchFamily="34" charset="0"/>
                </a:rPr>
                <a:t>Gaze similarity tracks image similarity</a:t>
              </a:r>
              <a:endParaRPr lang="en-US" u="sng" dirty="0">
                <a:latin typeface="Helvetica Light" panose="020B0403020202020204" pitchFamily="34" charset="0"/>
              </a:endParaRPr>
            </a:p>
          </p:txBody>
        </p:sp>
        <p:grpSp>
          <p:nvGrpSpPr>
            <p:cNvPr id="30" name="Group 29">
              <a:extLst>
                <a:ext uri="{FF2B5EF4-FFF2-40B4-BE49-F238E27FC236}">
                  <a16:creationId xmlns:a16="http://schemas.microsoft.com/office/drawing/2014/main" id="{4FB7A84D-B89A-77CF-93E3-F64505A91722}"/>
                </a:ext>
              </a:extLst>
            </p:cNvPr>
            <p:cNvGrpSpPr/>
            <p:nvPr/>
          </p:nvGrpSpPr>
          <p:grpSpPr>
            <a:xfrm>
              <a:off x="6583524" y="1688749"/>
              <a:ext cx="4312802" cy="4544779"/>
              <a:chOff x="6583524" y="1688749"/>
              <a:chExt cx="4312802" cy="4544779"/>
            </a:xfrm>
          </p:grpSpPr>
          <p:grpSp>
            <p:nvGrpSpPr>
              <p:cNvPr id="17743" name="Group 17742">
                <a:extLst>
                  <a:ext uri="{FF2B5EF4-FFF2-40B4-BE49-F238E27FC236}">
                    <a16:creationId xmlns:a16="http://schemas.microsoft.com/office/drawing/2014/main" id="{4DCD8D28-CD97-567D-3C85-6A0B58D7CF18}"/>
                  </a:ext>
                </a:extLst>
              </p:cNvPr>
              <p:cNvGrpSpPr/>
              <p:nvPr/>
            </p:nvGrpSpPr>
            <p:grpSpPr>
              <a:xfrm>
                <a:off x="7189431" y="1991776"/>
                <a:ext cx="1309076" cy="4187996"/>
                <a:chOff x="7189431" y="1991776"/>
                <a:chExt cx="1309076" cy="4187996"/>
              </a:xfrm>
            </p:grpSpPr>
            <p:sp>
              <p:nvSpPr>
                <p:cNvPr id="17668" name="Freeform 17667">
                  <a:extLst>
                    <a:ext uri="{FF2B5EF4-FFF2-40B4-BE49-F238E27FC236}">
                      <a16:creationId xmlns:a16="http://schemas.microsoft.com/office/drawing/2014/main" id="{E2D9DC58-02A2-6D73-A97D-7CCF574CA820}"/>
                    </a:ext>
                  </a:extLst>
                </p:cNvPr>
                <p:cNvSpPr/>
                <p:nvPr/>
              </p:nvSpPr>
              <p:spPr>
                <a:xfrm>
                  <a:off x="8118750" y="3200560"/>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669" name="Freeform 17668">
                  <a:extLst>
                    <a:ext uri="{FF2B5EF4-FFF2-40B4-BE49-F238E27FC236}">
                      <a16:creationId xmlns:a16="http://schemas.microsoft.com/office/drawing/2014/main" id="{29EA7084-5B0E-D075-9B5F-B46EB5728ACA}"/>
                    </a:ext>
                  </a:extLst>
                </p:cNvPr>
                <p:cNvSpPr/>
                <p:nvPr/>
              </p:nvSpPr>
              <p:spPr>
                <a:xfrm>
                  <a:off x="8176737" y="3206991"/>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670" name="Freeform 17669">
                  <a:extLst>
                    <a:ext uri="{FF2B5EF4-FFF2-40B4-BE49-F238E27FC236}">
                      <a16:creationId xmlns:a16="http://schemas.microsoft.com/office/drawing/2014/main" id="{843AD71C-9B92-871C-E05D-DAD64FA44FCC}"/>
                    </a:ext>
                  </a:extLst>
                </p:cNvPr>
                <p:cNvSpPr/>
                <p:nvPr/>
              </p:nvSpPr>
              <p:spPr>
                <a:xfrm>
                  <a:off x="8110337" y="2805314"/>
                  <a:ext cx="40087" cy="48148"/>
                </a:xfrm>
                <a:custGeom>
                  <a:avLst/>
                  <a:gdLst>
                    <a:gd name="connsiteX0" fmla="*/ 40087 w 40087"/>
                    <a:gd name="connsiteY0" fmla="*/ 24074 h 48148"/>
                    <a:gd name="connsiteX1" fmla="*/ 20044 w 40087"/>
                    <a:gd name="connsiteY1" fmla="*/ 0 h 48148"/>
                    <a:gd name="connsiteX2" fmla="*/ 0 w 40087"/>
                    <a:gd name="connsiteY2" fmla="*/ 24074 h 48148"/>
                    <a:gd name="connsiteX3" fmla="*/ 20044 w 40087"/>
                    <a:gd name="connsiteY3" fmla="*/ 48149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10801"/>
                        <a:pt x="31097" y="0"/>
                        <a:pt x="20044" y="0"/>
                      </a:cubicBezTo>
                      <a:cubicBezTo>
                        <a:pt x="8991" y="0"/>
                        <a:pt x="0" y="10801"/>
                        <a:pt x="0" y="24074"/>
                      </a:cubicBezTo>
                      <a:cubicBezTo>
                        <a:pt x="0" y="37348"/>
                        <a:pt x="8991" y="48149"/>
                        <a:pt x="20044" y="48149"/>
                      </a:cubicBezTo>
                      <a:cubicBezTo>
                        <a:pt x="31097" y="48149"/>
                        <a:pt x="40087" y="3734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671" name="Freeform 17670">
                  <a:extLst>
                    <a:ext uri="{FF2B5EF4-FFF2-40B4-BE49-F238E27FC236}">
                      <a16:creationId xmlns:a16="http://schemas.microsoft.com/office/drawing/2014/main" id="{358D0C7B-DEEE-4ABF-52A3-162BDD07F0BD}"/>
                    </a:ext>
                  </a:extLst>
                </p:cNvPr>
                <p:cNvSpPr/>
                <p:nvPr/>
              </p:nvSpPr>
              <p:spPr>
                <a:xfrm>
                  <a:off x="8179376" y="3078458"/>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4"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672" name="Freeform 17671">
                  <a:extLst>
                    <a:ext uri="{FF2B5EF4-FFF2-40B4-BE49-F238E27FC236}">
                      <a16:creationId xmlns:a16="http://schemas.microsoft.com/office/drawing/2014/main" id="{EF17FDDD-F98C-5C33-E52D-22EC2C1F85EA}"/>
                    </a:ext>
                  </a:extLst>
                </p:cNvPr>
                <p:cNvSpPr/>
                <p:nvPr/>
              </p:nvSpPr>
              <p:spPr>
                <a:xfrm>
                  <a:off x="8147537" y="3379797"/>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4"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673" name="Freeform 17672">
                  <a:extLst>
                    <a:ext uri="{FF2B5EF4-FFF2-40B4-BE49-F238E27FC236}">
                      <a16:creationId xmlns:a16="http://schemas.microsoft.com/office/drawing/2014/main" id="{F4B33C0E-7013-1EE1-0370-36C6288834EB}"/>
                    </a:ext>
                  </a:extLst>
                </p:cNvPr>
                <p:cNvSpPr/>
                <p:nvPr/>
              </p:nvSpPr>
              <p:spPr>
                <a:xfrm>
                  <a:off x="8189852" y="3493160"/>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674" name="Freeform 17673">
                  <a:extLst>
                    <a:ext uri="{FF2B5EF4-FFF2-40B4-BE49-F238E27FC236}">
                      <a16:creationId xmlns:a16="http://schemas.microsoft.com/office/drawing/2014/main" id="{40931360-10B7-81C5-1662-42D1F4D3D73F}"/>
                    </a:ext>
                  </a:extLst>
                </p:cNvPr>
                <p:cNvSpPr/>
                <p:nvPr/>
              </p:nvSpPr>
              <p:spPr>
                <a:xfrm>
                  <a:off x="8204369" y="3282264"/>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675" name="Freeform 17674">
                  <a:extLst>
                    <a:ext uri="{FF2B5EF4-FFF2-40B4-BE49-F238E27FC236}">
                      <a16:creationId xmlns:a16="http://schemas.microsoft.com/office/drawing/2014/main" id="{606B45F8-B8FD-6D5A-6FA7-5E75563A1779}"/>
                    </a:ext>
                  </a:extLst>
                </p:cNvPr>
                <p:cNvSpPr/>
                <p:nvPr/>
              </p:nvSpPr>
              <p:spPr>
                <a:xfrm>
                  <a:off x="8205606" y="3509402"/>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676" name="Freeform 17675">
                  <a:extLst>
                    <a:ext uri="{FF2B5EF4-FFF2-40B4-BE49-F238E27FC236}">
                      <a16:creationId xmlns:a16="http://schemas.microsoft.com/office/drawing/2014/main" id="{D1A8E7F7-78B1-B863-A3C0-AC0065314724}"/>
                    </a:ext>
                  </a:extLst>
                </p:cNvPr>
                <p:cNvSpPr/>
                <p:nvPr/>
              </p:nvSpPr>
              <p:spPr>
                <a:xfrm>
                  <a:off x="8108110" y="3189595"/>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4"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677" name="Freeform 17676">
                  <a:extLst>
                    <a:ext uri="{FF2B5EF4-FFF2-40B4-BE49-F238E27FC236}">
                      <a16:creationId xmlns:a16="http://schemas.microsoft.com/office/drawing/2014/main" id="{50C0F589-8DC4-9F9F-1A02-D6DF04E52A33}"/>
                    </a:ext>
                  </a:extLst>
                </p:cNvPr>
                <p:cNvSpPr/>
                <p:nvPr/>
              </p:nvSpPr>
              <p:spPr>
                <a:xfrm>
                  <a:off x="8225732" y="3285727"/>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678" name="Freeform 17677">
                  <a:extLst>
                    <a:ext uri="{FF2B5EF4-FFF2-40B4-BE49-F238E27FC236}">
                      <a16:creationId xmlns:a16="http://schemas.microsoft.com/office/drawing/2014/main" id="{41D2736B-8F31-2646-EDEF-E886057B710D}"/>
                    </a:ext>
                  </a:extLst>
                </p:cNvPr>
                <p:cNvSpPr/>
                <p:nvPr/>
              </p:nvSpPr>
              <p:spPr>
                <a:xfrm>
                  <a:off x="8179129" y="3283418"/>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4"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679" name="Freeform 17678">
                  <a:extLst>
                    <a:ext uri="{FF2B5EF4-FFF2-40B4-BE49-F238E27FC236}">
                      <a16:creationId xmlns:a16="http://schemas.microsoft.com/office/drawing/2014/main" id="{2785C6DE-F57E-531A-EAB8-F086DB8FF6D5}"/>
                    </a:ext>
                  </a:extLst>
                </p:cNvPr>
                <p:cNvSpPr/>
                <p:nvPr/>
              </p:nvSpPr>
              <p:spPr>
                <a:xfrm>
                  <a:off x="8219133" y="3719887"/>
                  <a:ext cx="40087" cy="48148"/>
                </a:xfrm>
                <a:custGeom>
                  <a:avLst/>
                  <a:gdLst>
                    <a:gd name="connsiteX0" fmla="*/ 40087 w 40087"/>
                    <a:gd name="connsiteY0" fmla="*/ 24074 h 48148"/>
                    <a:gd name="connsiteX1" fmla="*/ 20044 w 40087"/>
                    <a:gd name="connsiteY1" fmla="*/ 48149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9"/>
                        <a:pt x="20044" y="48149"/>
                      </a:cubicBezTo>
                      <a:cubicBezTo>
                        <a:pt x="8974" y="48149"/>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680" name="Freeform 17679">
                  <a:extLst>
                    <a:ext uri="{FF2B5EF4-FFF2-40B4-BE49-F238E27FC236}">
                      <a16:creationId xmlns:a16="http://schemas.microsoft.com/office/drawing/2014/main" id="{B1217EB1-D879-FA63-05D9-07E755A006ED}"/>
                    </a:ext>
                  </a:extLst>
                </p:cNvPr>
                <p:cNvSpPr/>
                <p:nvPr/>
              </p:nvSpPr>
              <p:spPr>
                <a:xfrm>
                  <a:off x="8182758" y="3101048"/>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4"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681" name="Freeform 17680">
                  <a:extLst>
                    <a:ext uri="{FF2B5EF4-FFF2-40B4-BE49-F238E27FC236}">
                      <a16:creationId xmlns:a16="http://schemas.microsoft.com/office/drawing/2014/main" id="{3B92620F-B6A2-C6F1-BEC3-3AF296972895}"/>
                    </a:ext>
                  </a:extLst>
                </p:cNvPr>
                <p:cNvSpPr/>
                <p:nvPr/>
              </p:nvSpPr>
              <p:spPr>
                <a:xfrm>
                  <a:off x="8165849" y="3344511"/>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4"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682" name="Freeform 17681">
                  <a:extLst>
                    <a:ext uri="{FF2B5EF4-FFF2-40B4-BE49-F238E27FC236}">
                      <a16:creationId xmlns:a16="http://schemas.microsoft.com/office/drawing/2014/main" id="{81ED8175-0633-483F-B08D-A930FDE39658}"/>
                    </a:ext>
                  </a:extLst>
                </p:cNvPr>
                <p:cNvSpPr/>
                <p:nvPr/>
              </p:nvSpPr>
              <p:spPr>
                <a:xfrm>
                  <a:off x="8197605" y="3845782"/>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683" name="Freeform 17682">
                  <a:extLst>
                    <a:ext uri="{FF2B5EF4-FFF2-40B4-BE49-F238E27FC236}">
                      <a16:creationId xmlns:a16="http://schemas.microsoft.com/office/drawing/2014/main" id="{7B3A78FE-E515-D3DA-670D-9BE3B65B245E}"/>
                    </a:ext>
                  </a:extLst>
                </p:cNvPr>
                <p:cNvSpPr/>
                <p:nvPr/>
              </p:nvSpPr>
              <p:spPr>
                <a:xfrm>
                  <a:off x="8131618" y="3727966"/>
                  <a:ext cx="40087" cy="48148"/>
                </a:xfrm>
                <a:custGeom>
                  <a:avLst/>
                  <a:gdLst>
                    <a:gd name="connsiteX0" fmla="*/ 40087 w 40087"/>
                    <a:gd name="connsiteY0" fmla="*/ 24074 h 48148"/>
                    <a:gd name="connsiteX1" fmla="*/ 20044 w 40087"/>
                    <a:gd name="connsiteY1" fmla="*/ 48149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9"/>
                        <a:pt x="20044" y="48149"/>
                      </a:cubicBezTo>
                      <a:cubicBezTo>
                        <a:pt x="8974" y="48149"/>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684" name="Freeform 17683">
                  <a:extLst>
                    <a:ext uri="{FF2B5EF4-FFF2-40B4-BE49-F238E27FC236}">
                      <a16:creationId xmlns:a16="http://schemas.microsoft.com/office/drawing/2014/main" id="{46D9010A-FB3E-AF89-014B-212DFE427AF8}"/>
                    </a:ext>
                  </a:extLst>
                </p:cNvPr>
                <p:cNvSpPr/>
                <p:nvPr/>
              </p:nvSpPr>
              <p:spPr>
                <a:xfrm>
                  <a:off x="8116523" y="3356960"/>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685" name="Freeform 17684">
                  <a:extLst>
                    <a:ext uri="{FF2B5EF4-FFF2-40B4-BE49-F238E27FC236}">
                      <a16:creationId xmlns:a16="http://schemas.microsoft.com/office/drawing/2014/main" id="{36FCD917-A721-B168-3A33-3AC48B977C85}"/>
                    </a:ext>
                  </a:extLst>
                </p:cNvPr>
                <p:cNvSpPr/>
                <p:nvPr/>
              </p:nvSpPr>
              <p:spPr>
                <a:xfrm>
                  <a:off x="8114873" y="3459193"/>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686" name="Freeform 17685">
                  <a:extLst>
                    <a:ext uri="{FF2B5EF4-FFF2-40B4-BE49-F238E27FC236}">
                      <a16:creationId xmlns:a16="http://schemas.microsoft.com/office/drawing/2014/main" id="{30957BD7-BAC4-6118-4413-CC0B120EB2D1}"/>
                    </a:ext>
                  </a:extLst>
                </p:cNvPr>
                <p:cNvSpPr/>
                <p:nvPr/>
              </p:nvSpPr>
              <p:spPr>
                <a:xfrm>
                  <a:off x="8213030" y="2991395"/>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4"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687" name="Freeform 17686">
                  <a:extLst>
                    <a:ext uri="{FF2B5EF4-FFF2-40B4-BE49-F238E27FC236}">
                      <a16:creationId xmlns:a16="http://schemas.microsoft.com/office/drawing/2014/main" id="{4DED2CAB-DE6E-5943-594D-4B54CA353A0B}"/>
                    </a:ext>
                  </a:extLst>
                </p:cNvPr>
                <p:cNvSpPr/>
                <p:nvPr/>
              </p:nvSpPr>
              <p:spPr>
                <a:xfrm>
                  <a:off x="8221278" y="3717496"/>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4"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688" name="Freeform 17687">
                  <a:extLst>
                    <a:ext uri="{FF2B5EF4-FFF2-40B4-BE49-F238E27FC236}">
                      <a16:creationId xmlns:a16="http://schemas.microsoft.com/office/drawing/2014/main" id="{3ABF3B4D-485E-243E-0169-B746745D78B7}"/>
                    </a:ext>
                  </a:extLst>
                </p:cNvPr>
                <p:cNvSpPr/>
                <p:nvPr/>
              </p:nvSpPr>
              <p:spPr>
                <a:xfrm>
                  <a:off x="8208575" y="3291663"/>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689" name="Freeform 17688">
                  <a:extLst>
                    <a:ext uri="{FF2B5EF4-FFF2-40B4-BE49-F238E27FC236}">
                      <a16:creationId xmlns:a16="http://schemas.microsoft.com/office/drawing/2014/main" id="{04C5E0C7-22E2-E6E8-9405-8470BAD49436}"/>
                    </a:ext>
                  </a:extLst>
                </p:cNvPr>
                <p:cNvSpPr/>
                <p:nvPr/>
              </p:nvSpPr>
              <p:spPr>
                <a:xfrm>
                  <a:off x="8220206" y="3564888"/>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690" name="Freeform 17689">
                  <a:extLst>
                    <a:ext uri="{FF2B5EF4-FFF2-40B4-BE49-F238E27FC236}">
                      <a16:creationId xmlns:a16="http://schemas.microsoft.com/office/drawing/2014/main" id="{14E8CAF0-CCA4-5B9F-9AFF-5A257AE42EBC}"/>
                    </a:ext>
                  </a:extLst>
                </p:cNvPr>
                <p:cNvSpPr/>
                <p:nvPr/>
              </p:nvSpPr>
              <p:spPr>
                <a:xfrm>
                  <a:off x="8230599" y="3172611"/>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691" name="Freeform 17690">
                  <a:extLst>
                    <a:ext uri="{FF2B5EF4-FFF2-40B4-BE49-F238E27FC236}">
                      <a16:creationId xmlns:a16="http://schemas.microsoft.com/office/drawing/2014/main" id="{9DC5E1BB-CF97-2CFE-9A03-E0FB56DEF0AC}"/>
                    </a:ext>
                  </a:extLst>
                </p:cNvPr>
                <p:cNvSpPr/>
                <p:nvPr/>
              </p:nvSpPr>
              <p:spPr>
                <a:xfrm>
                  <a:off x="8171293" y="3015716"/>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692" name="Freeform 17691">
                  <a:extLst>
                    <a:ext uri="{FF2B5EF4-FFF2-40B4-BE49-F238E27FC236}">
                      <a16:creationId xmlns:a16="http://schemas.microsoft.com/office/drawing/2014/main" id="{8758EB74-EDD8-E39B-7D75-EF78651B8A81}"/>
                    </a:ext>
                  </a:extLst>
                </p:cNvPr>
                <p:cNvSpPr/>
                <p:nvPr/>
              </p:nvSpPr>
              <p:spPr>
                <a:xfrm>
                  <a:off x="8123122" y="3214164"/>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693" name="Freeform 17692">
                  <a:extLst>
                    <a:ext uri="{FF2B5EF4-FFF2-40B4-BE49-F238E27FC236}">
                      <a16:creationId xmlns:a16="http://schemas.microsoft.com/office/drawing/2014/main" id="{C116B4D2-F258-44D0-D908-AC732539AB37}"/>
                    </a:ext>
                  </a:extLst>
                </p:cNvPr>
                <p:cNvSpPr/>
                <p:nvPr/>
              </p:nvSpPr>
              <p:spPr>
                <a:xfrm>
                  <a:off x="8181851" y="3034349"/>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4"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694" name="Freeform 17693">
                  <a:extLst>
                    <a:ext uri="{FF2B5EF4-FFF2-40B4-BE49-F238E27FC236}">
                      <a16:creationId xmlns:a16="http://schemas.microsoft.com/office/drawing/2014/main" id="{9DFC736F-CB4B-AC5A-111F-C9645667F327}"/>
                    </a:ext>
                  </a:extLst>
                </p:cNvPr>
                <p:cNvSpPr/>
                <p:nvPr/>
              </p:nvSpPr>
              <p:spPr>
                <a:xfrm>
                  <a:off x="8116770" y="3196685"/>
                  <a:ext cx="142285" cy="320467"/>
                </a:xfrm>
                <a:custGeom>
                  <a:avLst/>
                  <a:gdLst>
                    <a:gd name="connsiteX0" fmla="*/ 0 w 142285"/>
                    <a:gd name="connsiteY0" fmla="*/ 0 h 320467"/>
                    <a:gd name="connsiteX1" fmla="*/ 142285 w 142285"/>
                    <a:gd name="connsiteY1" fmla="*/ 0 h 320467"/>
                    <a:gd name="connsiteX2" fmla="*/ 142285 w 142285"/>
                    <a:gd name="connsiteY2" fmla="*/ 320467 h 320467"/>
                    <a:gd name="connsiteX3" fmla="*/ 0 w 142285"/>
                    <a:gd name="connsiteY3" fmla="*/ 320467 h 320467"/>
                  </a:gdLst>
                  <a:ahLst/>
                  <a:cxnLst>
                    <a:cxn ang="0">
                      <a:pos x="connsiteX0" y="connsiteY0"/>
                    </a:cxn>
                    <a:cxn ang="0">
                      <a:pos x="connsiteX1" y="connsiteY1"/>
                    </a:cxn>
                    <a:cxn ang="0">
                      <a:pos x="connsiteX2" y="connsiteY2"/>
                    </a:cxn>
                    <a:cxn ang="0">
                      <a:pos x="connsiteX3" y="connsiteY3"/>
                    </a:cxn>
                  </a:cxnLst>
                  <a:rect l="l" t="t" r="r" b="b"/>
                  <a:pathLst>
                    <a:path w="142285" h="320467">
                      <a:moveTo>
                        <a:pt x="0" y="0"/>
                      </a:moveTo>
                      <a:lnTo>
                        <a:pt x="142285" y="0"/>
                      </a:lnTo>
                      <a:lnTo>
                        <a:pt x="142285" y="320467"/>
                      </a:lnTo>
                      <a:lnTo>
                        <a:pt x="0" y="320467"/>
                      </a:lnTo>
                      <a:close/>
                    </a:path>
                  </a:pathLst>
                </a:custGeom>
                <a:solidFill>
                  <a:srgbClr val="54A4DB"/>
                </a:solidFill>
                <a:ln w="8233" cap="flat">
                  <a:noFill/>
                  <a:prstDash val="solid"/>
                  <a:miter/>
                </a:ln>
              </p:spPr>
              <p:txBody>
                <a:bodyPr rtlCol="0" anchor="ctr"/>
                <a:lstStyle/>
                <a:p>
                  <a:endParaRPr lang="en-US">
                    <a:latin typeface="Helvetica Light" panose="020B0403020202020204" pitchFamily="34" charset="0"/>
                  </a:endParaRPr>
                </a:p>
              </p:txBody>
            </p:sp>
            <p:sp>
              <p:nvSpPr>
                <p:cNvPr id="17695" name="Freeform 17694">
                  <a:extLst>
                    <a:ext uri="{FF2B5EF4-FFF2-40B4-BE49-F238E27FC236}">
                      <a16:creationId xmlns:a16="http://schemas.microsoft.com/office/drawing/2014/main" id="{EEC8F3AE-FD9E-31AB-1E15-6E14AFCAE6CF}"/>
                    </a:ext>
                  </a:extLst>
                </p:cNvPr>
                <p:cNvSpPr/>
                <p:nvPr/>
              </p:nvSpPr>
              <p:spPr>
                <a:xfrm>
                  <a:off x="8116770" y="3196685"/>
                  <a:ext cx="142285" cy="320467"/>
                </a:xfrm>
                <a:custGeom>
                  <a:avLst/>
                  <a:gdLst>
                    <a:gd name="connsiteX0" fmla="*/ 0 w 142285"/>
                    <a:gd name="connsiteY0" fmla="*/ 0 h 320467"/>
                    <a:gd name="connsiteX1" fmla="*/ 142285 w 142285"/>
                    <a:gd name="connsiteY1" fmla="*/ 0 h 320467"/>
                    <a:gd name="connsiteX2" fmla="*/ 142285 w 142285"/>
                    <a:gd name="connsiteY2" fmla="*/ 320467 h 320467"/>
                    <a:gd name="connsiteX3" fmla="*/ 0 w 142285"/>
                    <a:gd name="connsiteY3" fmla="*/ 320467 h 320467"/>
                  </a:gdLst>
                  <a:ahLst/>
                  <a:cxnLst>
                    <a:cxn ang="0">
                      <a:pos x="connsiteX0" y="connsiteY0"/>
                    </a:cxn>
                    <a:cxn ang="0">
                      <a:pos x="connsiteX1" y="connsiteY1"/>
                    </a:cxn>
                    <a:cxn ang="0">
                      <a:pos x="connsiteX2" y="connsiteY2"/>
                    </a:cxn>
                    <a:cxn ang="0">
                      <a:pos x="connsiteX3" y="connsiteY3"/>
                    </a:cxn>
                  </a:cxnLst>
                  <a:rect l="l" t="t" r="r" b="b"/>
                  <a:pathLst>
                    <a:path w="142285" h="320467">
                      <a:moveTo>
                        <a:pt x="0" y="0"/>
                      </a:moveTo>
                      <a:lnTo>
                        <a:pt x="142285" y="0"/>
                      </a:lnTo>
                      <a:lnTo>
                        <a:pt x="142285" y="320467"/>
                      </a:lnTo>
                      <a:lnTo>
                        <a:pt x="0" y="320467"/>
                      </a:lnTo>
                      <a:close/>
                    </a:path>
                  </a:pathLst>
                </a:custGeom>
                <a:solidFill>
                  <a:srgbClr val="54A4DB"/>
                </a:solidFill>
                <a:ln w="22560" cap="flat">
                  <a:solidFill>
                    <a:srgbClr val="000000"/>
                  </a:solidFill>
                  <a:prstDash val="solid"/>
                  <a:miter/>
                </a:ln>
              </p:spPr>
              <p:txBody>
                <a:bodyPr rtlCol="0" anchor="ctr"/>
                <a:lstStyle/>
                <a:p>
                  <a:endParaRPr lang="en-US">
                    <a:latin typeface="Helvetica Light" panose="020B0403020202020204" pitchFamily="34" charset="0"/>
                  </a:endParaRPr>
                </a:p>
              </p:txBody>
            </p:sp>
            <p:sp>
              <p:nvSpPr>
                <p:cNvPr id="17696" name="Freeform 17695">
                  <a:extLst>
                    <a:ext uri="{FF2B5EF4-FFF2-40B4-BE49-F238E27FC236}">
                      <a16:creationId xmlns:a16="http://schemas.microsoft.com/office/drawing/2014/main" id="{57FD8DD1-F883-B794-8559-DD5059282F2D}"/>
                    </a:ext>
                  </a:extLst>
                </p:cNvPr>
                <p:cNvSpPr/>
                <p:nvPr/>
              </p:nvSpPr>
              <p:spPr>
                <a:xfrm>
                  <a:off x="8116770" y="3308647"/>
                  <a:ext cx="142367" cy="8244"/>
                </a:xfrm>
                <a:custGeom>
                  <a:avLst/>
                  <a:gdLst>
                    <a:gd name="connsiteX0" fmla="*/ 0 w 142367"/>
                    <a:gd name="connsiteY0" fmla="*/ 0 h 8244"/>
                    <a:gd name="connsiteX1" fmla="*/ 142368 w 142367"/>
                    <a:gd name="connsiteY1" fmla="*/ 0 h 8244"/>
                  </a:gdLst>
                  <a:ahLst/>
                  <a:cxnLst>
                    <a:cxn ang="0">
                      <a:pos x="connsiteX0" y="connsiteY0"/>
                    </a:cxn>
                    <a:cxn ang="0">
                      <a:pos x="connsiteX1" y="connsiteY1"/>
                    </a:cxn>
                  </a:cxnLst>
                  <a:rect l="l" t="t" r="r" b="b"/>
                  <a:pathLst>
                    <a:path w="142367" h="8244">
                      <a:moveTo>
                        <a:pt x="0" y="0"/>
                      </a:moveTo>
                      <a:lnTo>
                        <a:pt x="142368" y="0"/>
                      </a:lnTo>
                    </a:path>
                  </a:pathLst>
                </a:custGeom>
                <a:ln w="22560" cap="flat">
                  <a:solidFill>
                    <a:srgbClr val="FFFFFF"/>
                  </a:solidFill>
                  <a:prstDash val="solid"/>
                  <a:round/>
                </a:ln>
              </p:spPr>
              <p:txBody>
                <a:bodyPr rtlCol="0" anchor="ctr"/>
                <a:lstStyle/>
                <a:p>
                  <a:endParaRPr lang="en-US">
                    <a:latin typeface="Helvetica Light" panose="020B0403020202020204" pitchFamily="34" charset="0"/>
                  </a:endParaRPr>
                </a:p>
              </p:txBody>
            </p:sp>
            <p:grpSp>
              <p:nvGrpSpPr>
                <p:cNvPr id="17739" name="Group 17738">
                  <a:extLst>
                    <a:ext uri="{FF2B5EF4-FFF2-40B4-BE49-F238E27FC236}">
                      <a16:creationId xmlns:a16="http://schemas.microsoft.com/office/drawing/2014/main" id="{52DBC376-5B8D-7801-2CF7-397ACC0C54D0}"/>
                    </a:ext>
                  </a:extLst>
                </p:cNvPr>
                <p:cNvGrpSpPr/>
                <p:nvPr/>
              </p:nvGrpSpPr>
              <p:grpSpPr>
                <a:xfrm>
                  <a:off x="7189431" y="1991776"/>
                  <a:ext cx="1309076" cy="4187996"/>
                  <a:chOff x="7189431" y="1991776"/>
                  <a:chExt cx="1309076" cy="4187996"/>
                </a:xfrm>
              </p:grpSpPr>
              <p:sp>
                <p:nvSpPr>
                  <p:cNvPr id="17656" name="TextBox 17655">
                    <a:extLst>
                      <a:ext uri="{FF2B5EF4-FFF2-40B4-BE49-F238E27FC236}">
                        <a16:creationId xmlns:a16="http://schemas.microsoft.com/office/drawing/2014/main" id="{69CCB112-6676-CD45-E0B9-89E3ABC32E18}"/>
                      </a:ext>
                    </a:extLst>
                  </p:cNvPr>
                  <p:cNvSpPr txBox="1"/>
                  <p:nvPr/>
                </p:nvSpPr>
                <p:spPr>
                  <a:xfrm rot="18900000">
                    <a:off x="7189431" y="5810440"/>
                    <a:ext cx="1287532" cy="369332"/>
                  </a:xfrm>
                  <a:prstGeom prst="rect">
                    <a:avLst/>
                  </a:prstGeom>
                  <a:noFill/>
                </p:spPr>
                <p:txBody>
                  <a:bodyPr wrap="none" rtlCol="0">
                    <a:spAutoFit/>
                  </a:bodyPr>
                  <a:lstStyle/>
                  <a:p>
                    <a:pPr algn="l"/>
                    <a:r>
                      <a:rPr lang="en-US" spc="0" baseline="0">
                        <a:ln/>
                        <a:solidFill>
                          <a:srgbClr val="231F20"/>
                        </a:solidFill>
                        <a:latin typeface="Helvetica Light" panose="020B0403020202020204" pitchFamily="34" charset="0"/>
                        <a:sym typeface="Helvetica-Light"/>
                        <a:rtl val="0"/>
                      </a:rPr>
                      <a:t>Same-item</a:t>
                    </a:r>
                  </a:p>
                </p:txBody>
              </p:sp>
              <p:sp>
                <p:nvSpPr>
                  <p:cNvPr id="17667" name="Freeform 17666">
                    <a:extLst>
                      <a:ext uri="{FF2B5EF4-FFF2-40B4-BE49-F238E27FC236}">
                        <a16:creationId xmlns:a16="http://schemas.microsoft.com/office/drawing/2014/main" id="{FFB19E24-EA1D-DBE4-BE9B-02FBDFC98EF3}"/>
                      </a:ext>
                    </a:extLst>
                  </p:cNvPr>
                  <p:cNvSpPr/>
                  <p:nvPr/>
                </p:nvSpPr>
                <p:spPr>
                  <a:xfrm>
                    <a:off x="7877401" y="2389622"/>
                    <a:ext cx="621106" cy="1920000"/>
                  </a:xfrm>
                  <a:custGeom>
                    <a:avLst/>
                    <a:gdLst>
                      <a:gd name="connsiteX0" fmla="*/ 311626 w 621106"/>
                      <a:gd name="connsiteY0" fmla="*/ 77582 h 1920000"/>
                      <a:gd name="connsiteX1" fmla="*/ 311296 w 621106"/>
                      <a:gd name="connsiteY1" fmla="*/ 58207 h 1920000"/>
                      <a:gd name="connsiteX2" fmla="*/ 311131 w 621106"/>
                      <a:gd name="connsiteY2" fmla="*/ 38750 h 1920000"/>
                      <a:gd name="connsiteX3" fmla="*/ 310883 w 621106"/>
                      <a:gd name="connsiteY3" fmla="*/ 19375 h 1920000"/>
                      <a:gd name="connsiteX4" fmla="*/ 310801 w 621106"/>
                      <a:gd name="connsiteY4" fmla="*/ 0 h 1920000"/>
                      <a:gd name="connsiteX5" fmla="*/ 310306 w 621106"/>
                      <a:gd name="connsiteY5" fmla="*/ 0 h 1920000"/>
                      <a:gd name="connsiteX6" fmla="*/ 310141 w 621106"/>
                      <a:gd name="connsiteY6" fmla="*/ 19375 h 1920000"/>
                      <a:gd name="connsiteX7" fmla="*/ 309976 w 621106"/>
                      <a:gd name="connsiteY7" fmla="*/ 38750 h 1920000"/>
                      <a:gd name="connsiteX8" fmla="*/ 309729 w 621106"/>
                      <a:gd name="connsiteY8" fmla="*/ 58207 h 1920000"/>
                      <a:gd name="connsiteX9" fmla="*/ 309399 w 621106"/>
                      <a:gd name="connsiteY9" fmla="*/ 77582 h 1920000"/>
                      <a:gd name="connsiteX10" fmla="*/ 308986 w 621106"/>
                      <a:gd name="connsiteY10" fmla="*/ 96956 h 1920000"/>
                      <a:gd name="connsiteX11" fmla="*/ 308409 w 621106"/>
                      <a:gd name="connsiteY11" fmla="*/ 116331 h 1920000"/>
                      <a:gd name="connsiteX12" fmla="*/ 307749 w 621106"/>
                      <a:gd name="connsiteY12" fmla="*/ 135788 h 1920000"/>
                      <a:gd name="connsiteX13" fmla="*/ 306842 w 621106"/>
                      <a:gd name="connsiteY13" fmla="*/ 155163 h 1920000"/>
                      <a:gd name="connsiteX14" fmla="*/ 305687 w 621106"/>
                      <a:gd name="connsiteY14" fmla="*/ 174538 h 1920000"/>
                      <a:gd name="connsiteX15" fmla="*/ 304285 w 621106"/>
                      <a:gd name="connsiteY15" fmla="*/ 193913 h 1920000"/>
                      <a:gd name="connsiteX16" fmla="*/ 302635 w 621106"/>
                      <a:gd name="connsiteY16" fmla="*/ 213288 h 1920000"/>
                      <a:gd name="connsiteX17" fmla="*/ 300655 w 621106"/>
                      <a:gd name="connsiteY17" fmla="*/ 232745 h 1920000"/>
                      <a:gd name="connsiteX18" fmla="*/ 298346 w 621106"/>
                      <a:gd name="connsiteY18" fmla="*/ 252120 h 1920000"/>
                      <a:gd name="connsiteX19" fmla="*/ 295706 w 621106"/>
                      <a:gd name="connsiteY19" fmla="*/ 271494 h 1920000"/>
                      <a:gd name="connsiteX20" fmla="*/ 292654 w 621106"/>
                      <a:gd name="connsiteY20" fmla="*/ 290869 h 1920000"/>
                      <a:gd name="connsiteX21" fmla="*/ 289107 w 621106"/>
                      <a:gd name="connsiteY21" fmla="*/ 310326 h 1920000"/>
                      <a:gd name="connsiteX22" fmla="*/ 285231 w 621106"/>
                      <a:gd name="connsiteY22" fmla="*/ 329701 h 1920000"/>
                      <a:gd name="connsiteX23" fmla="*/ 280776 w 621106"/>
                      <a:gd name="connsiteY23" fmla="*/ 349076 h 1920000"/>
                      <a:gd name="connsiteX24" fmla="*/ 275828 w 621106"/>
                      <a:gd name="connsiteY24" fmla="*/ 368451 h 1920000"/>
                      <a:gd name="connsiteX25" fmla="*/ 270219 w 621106"/>
                      <a:gd name="connsiteY25" fmla="*/ 387908 h 1920000"/>
                      <a:gd name="connsiteX26" fmla="*/ 264032 w 621106"/>
                      <a:gd name="connsiteY26" fmla="*/ 407283 h 1920000"/>
                      <a:gd name="connsiteX27" fmla="*/ 257186 w 621106"/>
                      <a:gd name="connsiteY27" fmla="*/ 426657 h 1920000"/>
                      <a:gd name="connsiteX28" fmla="*/ 249515 w 621106"/>
                      <a:gd name="connsiteY28" fmla="*/ 446032 h 1920000"/>
                      <a:gd name="connsiteX29" fmla="*/ 241102 w 621106"/>
                      <a:gd name="connsiteY29" fmla="*/ 465490 h 1920000"/>
                      <a:gd name="connsiteX30" fmla="*/ 231781 w 621106"/>
                      <a:gd name="connsiteY30" fmla="*/ 484864 h 1920000"/>
                      <a:gd name="connsiteX31" fmla="*/ 221553 w 621106"/>
                      <a:gd name="connsiteY31" fmla="*/ 504239 h 1920000"/>
                      <a:gd name="connsiteX32" fmla="*/ 210500 w 621106"/>
                      <a:gd name="connsiteY32" fmla="*/ 523614 h 1920000"/>
                      <a:gd name="connsiteX33" fmla="*/ 198540 w 621106"/>
                      <a:gd name="connsiteY33" fmla="*/ 542989 h 1920000"/>
                      <a:gd name="connsiteX34" fmla="*/ 185672 w 621106"/>
                      <a:gd name="connsiteY34" fmla="*/ 562446 h 1920000"/>
                      <a:gd name="connsiteX35" fmla="*/ 172145 w 621106"/>
                      <a:gd name="connsiteY35" fmla="*/ 581821 h 1920000"/>
                      <a:gd name="connsiteX36" fmla="*/ 157957 w 621106"/>
                      <a:gd name="connsiteY36" fmla="*/ 601195 h 1920000"/>
                      <a:gd name="connsiteX37" fmla="*/ 143275 w 621106"/>
                      <a:gd name="connsiteY37" fmla="*/ 620570 h 1920000"/>
                      <a:gd name="connsiteX38" fmla="*/ 128263 w 621106"/>
                      <a:gd name="connsiteY38" fmla="*/ 640028 h 1920000"/>
                      <a:gd name="connsiteX39" fmla="*/ 113086 w 621106"/>
                      <a:gd name="connsiteY39" fmla="*/ 659402 h 1920000"/>
                      <a:gd name="connsiteX40" fmla="*/ 97909 w 621106"/>
                      <a:gd name="connsiteY40" fmla="*/ 678777 h 1920000"/>
                      <a:gd name="connsiteX41" fmla="*/ 83062 w 621106"/>
                      <a:gd name="connsiteY41" fmla="*/ 698152 h 1920000"/>
                      <a:gd name="connsiteX42" fmla="*/ 68792 w 621106"/>
                      <a:gd name="connsiteY42" fmla="*/ 717609 h 1920000"/>
                      <a:gd name="connsiteX43" fmla="*/ 55182 w 621106"/>
                      <a:gd name="connsiteY43" fmla="*/ 736984 h 1920000"/>
                      <a:gd name="connsiteX44" fmla="*/ 42644 w 621106"/>
                      <a:gd name="connsiteY44" fmla="*/ 756359 h 1920000"/>
                      <a:gd name="connsiteX45" fmla="*/ 31261 w 621106"/>
                      <a:gd name="connsiteY45" fmla="*/ 775734 h 1920000"/>
                      <a:gd name="connsiteX46" fmla="*/ 21363 w 621106"/>
                      <a:gd name="connsiteY46" fmla="*/ 795108 h 1920000"/>
                      <a:gd name="connsiteX47" fmla="*/ 13197 w 621106"/>
                      <a:gd name="connsiteY47" fmla="*/ 814566 h 1920000"/>
                      <a:gd name="connsiteX48" fmla="*/ 6846 w 621106"/>
                      <a:gd name="connsiteY48" fmla="*/ 833940 h 1920000"/>
                      <a:gd name="connsiteX49" fmla="*/ 2475 w 621106"/>
                      <a:gd name="connsiteY49" fmla="*/ 853315 h 1920000"/>
                      <a:gd name="connsiteX50" fmla="*/ 165 w 621106"/>
                      <a:gd name="connsiteY50" fmla="*/ 872690 h 1920000"/>
                      <a:gd name="connsiteX51" fmla="*/ 0 w 621106"/>
                      <a:gd name="connsiteY51" fmla="*/ 892147 h 1920000"/>
                      <a:gd name="connsiteX52" fmla="*/ 1897 w 621106"/>
                      <a:gd name="connsiteY52" fmla="*/ 911522 h 1920000"/>
                      <a:gd name="connsiteX53" fmla="*/ 5856 w 621106"/>
                      <a:gd name="connsiteY53" fmla="*/ 930897 h 1920000"/>
                      <a:gd name="connsiteX54" fmla="*/ 11548 w 621106"/>
                      <a:gd name="connsiteY54" fmla="*/ 950272 h 1920000"/>
                      <a:gd name="connsiteX55" fmla="*/ 18971 w 621106"/>
                      <a:gd name="connsiteY55" fmla="*/ 969729 h 1920000"/>
                      <a:gd name="connsiteX56" fmla="*/ 27715 w 621106"/>
                      <a:gd name="connsiteY56" fmla="*/ 989103 h 1920000"/>
                      <a:gd name="connsiteX57" fmla="*/ 37613 w 621106"/>
                      <a:gd name="connsiteY57" fmla="*/ 1008478 h 1920000"/>
                      <a:gd name="connsiteX58" fmla="*/ 48418 w 621106"/>
                      <a:gd name="connsiteY58" fmla="*/ 1027853 h 1920000"/>
                      <a:gd name="connsiteX59" fmla="*/ 59719 w 621106"/>
                      <a:gd name="connsiteY59" fmla="*/ 1047228 h 1920000"/>
                      <a:gd name="connsiteX60" fmla="*/ 71266 w 621106"/>
                      <a:gd name="connsiteY60" fmla="*/ 1066685 h 1920000"/>
                      <a:gd name="connsiteX61" fmla="*/ 82814 w 621106"/>
                      <a:gd name="connsiteY61" fmla="*/ 1086060 h 1920000"/>
                      <a:gd name="connsiteX62" fmla="*/ 94115 w 621106"/>
                      <a:gd name="connsiteY62" fmla="*/ 1105435 h 1920000"/>
                      <a:gd name="connsiteX63" fmla="*/ 105085 w 621106"/>
                      <a:gd name="connsiteY63" fmla="*/ 1124810 h 1920000"/>
                      <a:gd name="connsiteX64" fmla="*/ 115395 w 621106"/>
                      <a:gd name="connsiteY64" fmla="*/ 1144267 h 1920000"/>
                      <a:gd name="connsiteX65" fmla="*/ 125129 w 621106"/>
                      <a:gd name="connsiteY65" fmla="*/ 1163641 h 1920000"/>
                      <a:gd name="connsiteX66" fmla="*/ 134037 w 621106"/>
                      <a:gd name="connsiteY66" fmla="*/ 1183016 h 1920000"/>
                      <a:gd name="connsiteX67" fmla="*/ 142203 w 621106"/>
                      <a:gd name="connsiteY67" fmla="*/ 1202391 h 1920000"/>
                      <a:gd name="connsiteX68" fmla="*/ 149627 w 621106"/>
                      <a:gd name="connsiteY68" fmla="*/ 1221848 h 1920000"/>
                      <a:gd name="connsiteX69" fmla="*/ 156390 w 621106"/>
                      <a:gd name="connsiteY69" fmla="*/ 1241223 h 1920000"/>
                      <a:gd name="connsiteX70" fmla="*/ 162659 w 621106"/>
                      <a:gd name="connsiteY70" fmla="*/ 1260598 h 1920000"/>
                      <a:gd name="connsiteX71" fmla="*/ 168433 w 621106"/>
                      <a:gd name="connsiteY71" fmla="*/ 1279973 h 1920000"/>
                      <a:gd name="connsiteX72" fmla="*/ 173959 w 621106"/>
                      <a:gd name="connsiteY72" fmla="*/ 1299430 h 1920000"/>
                      <a:gd name="connsiteX73" fmla="*/ 179321 w 621106"/>
                      <a:gd name="connsiteY73" fmla="*/ 1318805 h 1920000"/>
                      <a:gd name="connsiteX74" fmla="*/ 184682 w 621106"/>
                      <a:gd name="connsiteY74" fmla="*/ 1338180 h 1920000"/>
                      <a:gd name="connsiteX75" fmla="*/ 190209 w 621106"/>
                      <a:gd name="connsiteY75" fmla="*/ 1357554 h 1920000"/>
                      <a:gd name="connsiteX76" fmla="*/ 195983 w 621106"/>
                      <a:gd name="connsiteY76" fmla="*/ 1376929 h 1920000"/>
                      <a:gd name="connsiteX77" fmla="*/ 202169 w 621106"/>
                      <a:gd name="connsiteY77" fmla="*/ 1396386 h 1920000"/>
                      <a:gd name="connsiteX78" fmla="*/ 208685 w 621106"/>
                      <a:gd name="connsiteY78" fmla="*/ 1415761 h 1920000"/>
                      <a:gd name="connsiteX79" fmla="*/ 215532 w 621106"/>
                      <a:gd name="connsiteY79" fmla="*/ 1435136 h 1920000"/>
                      <a:gd name="connsiteX80" fmla="*/ 222708 w 621106"/>
                      <a:gd name="connsiteY80" fmla="*/ 1454511 h 1920000"/>
                      <a:gd name="connsiteX81" fmla="*/ 230131 w 621106"/>
                      <a:gd name="connsiteY81" fmla="*/ 1473968 h 1920000"/>
                      <a:gd name="connsiteX82" fmla="*/ 237720 w 621106"/>
                      <a:gd name="connsiteY82" fmla="*/ 1493343 h 1920000"/>
                      <a:gd name="connsiteX83" fmla="*/ 245308 w 621106"/>
                      <a:gd name="connsiteY83" fmla="*/ 1512717 h 1920000"/>
                      <a:gd name="connsiteX84" fmla="*/ 252732 w 621106"/>
                      <a:gd name="connsiteY84" fmla="*/ 1532092 h 1920000"/>
                      <a:gd name="connsiteX85" fmla="*/ 259991 w 621106"/>
                      <a:gd name="connsiteY85" fmla="*/ 1551550 h 1920000"/>
                      <a:gd name="connsiteX86" fmla="*/ 266837 w 621106"/>
                      <a:gd name="connsiteY86" fmla="*/ 1570924 h 1920000"/>
                      <a:gd name="connsiteX87" fmla="*/ 273188 w 621106"/>
                      <a:gd name="connsiteY87" fmla="*/ 1590299 h 1920000"/>
                      <a:gd name="connsiteX88" fmla="*/ 279127 w 621106"/>
                      <a:gd name="connsiteY88" fmla="*/ 1609674 h 1920000"/>
                      <a:gd name="connsiteX89" fmla="*/ 284406 w 621106"/>
                      <a:gd name="connsiteY89" fmla="*/ 1629049 h 1920000"/>
                      <a:gd name="connsiteX90" fmla="*/ 289107 w 621106"/>
                      <a:gd name="connsiteY90" fmla="*/ 1648506 h 1920000"/>
                      <a:gd name="connsiteX91" fmla="*/ 293149 w 621106"/>
                      <a:gd name="connsiteY91" fmla="*/ 1667881 h 1920000"/>
                      <a:gd name="connsiteX92" fmla="*/ 296696 w 621106"/>
                      <a:gd name="connsiteY92" fmla="*/ 1687255 h 1920000"/>
                      <a:gd name="connsiteX93" fmla="*/ 299665 w 621106"/>
                      <a:gd name="connsiteY93" fmla="*/ 1706630 h 1920000"/>
                      <a:gd name="connsiteX94" fmla="*/ 302057 w 621106"/>
                      <a:gd name="connsiteY94" fmla="*/ 1726087 h 1920000"/>
                      <a:gd name="connsiteX95" fmla="*/ 304037 w 621106"/>
                      <a:gd name="connsiteY95" fmla="*/ 1745462 h 1920000"/>
                      <a:gd name="connsiteX96" fmla="*/ 305687 w 621106"/>
                      <a:gd name="connsiteY96" fmla="*/ 1764837 h 1920000"/>
                      <a:gd name="connsiteX97" fmla="*/ 306924 w 621106"/>
                      <a:gd name="connsiteY97" fmla="*/ 1784212 h 1920000"/>
                      <a:gd name="connsiteX98" fmla="*/ 307914 w 621106"/>
                      <a:gd name="connsiteY98" fmla="*/ 1803669 h 1920000"/>
                      <a:gd name="connsiteX99" fmla="*/ 308656 w 621106"/>
                      <a:gd name="connsiteY99" fmla="*/ 1823044 h 1920000"/>
                      <a:gd name="connsiteX100" fmla="*/ 309151 w 621106"/>
                      <a:gd name="connsiteY100" fmla="*/ 1842419 h 1920000"/>
                      <a:gd name="connsiteX101" fmla="*/ 309564 w 621106"/>
                      <a:gd name="connsiteY101" fmla="*/ 1861793 h 1920000"/>
                      <a:gd name="connsiteX102" fmla="*/ 309893 w 621106"/>
                      <a:gd name="connsiteY102" fmla="*/ 1881168 h 1920000"/>
                      <a:gd name="connsiteX103" fmla="*/ 310058 w 621106"/>
                      <a:gd name="connsiteY103" fmla="*/ 1900625 h 1920000"/>
                      <a:gd name="connsiteX104" fmla="*/ 310223 w 621106"/>
                      <a:gd name="connsiteY104" fmla="*/ 1920000 h 1920000"/>
                      <a:gd name="connsiteX105" fmla="*/ 310801 w 621106"/>
                      <a:gd name="connsiteY105" fmla="*/ 1920000 h 1920000"/>
                      <a:gd name="connsiteX106" fmla="*/ 310966 w 621106"/>
                      <a:gd name="connsiteY106" fmla="*/ 1900625 h 1920000"/>
                      <a:gd name="connsiteX107" fmla="*/ 311213 w 621106"/>
                      <a:gd name="connsiteY107" fmla="*/ 1881168 h 1920000"/>
                      <a:gd name="connsiteX108" fmla="*/ 311461 w 621106"/>
                      <a:gd name="connsiteY108" fmla="*/ 1861793 h 1920000"/>
                      <a:gd name="connsiteX109" fmla="*/ 311873 w 621106"/>
                      <a:gd name="connsiteY109" fmla="*/ 1842419 h 1920000"/>
                      <a:gd name="connsiteX110" fmla="*/ 312451 w 621106"/>
                      <a:gd name="connsiteY110" fmla="*/ 1823044 h 1920000"/>
                      <a:gd name="connsiteX111" fmla="*/ 313193 w 621106"/>
                      <a:gd name="connsiteY111" fmla="*/ 1803669 h 1920000"/>
                      <a:gd name="connsiteX112" fmla="*/ 314183 w 621106"/>
                      <a:gd name="connsiteY112" fmla="*/ 1784212 h 1920000"/>
                      <a:gd name="connsiteX113" fmla="*/ 315420 w 621106"/>
                      <a:gd name="connsiteY113" fmla="*/ 1764837 h 1920000"/>
                      <a:gd name="connsiteX114" fmla="*/ 316987 w 621106"/>
                      <a:gd name="connsiteY114" fmla="*/ 1745462 h 1920000"/>
                      <a:gd name="connsiteX115" fmla="*/ 318967 w 621106"/>
                      <a:gd name="connsiteY115" fmla="*/ 1726087 h 1920000"/>
                      <a:gd name="connsiteX116" fmla="*/ 321441 w 621106"/>
                      <a:gd name="connsiteY116" fmla="*/ 1706630 h 1920000"/>
                      <a:gd name="connsiteX117" fmla="*/ 324411 w 621106"/>
                      <a:gd name="connsiteY117" fmla="*/ 1687255 h 1920000"/>
                      <a:gd name="connsiteX118" fmla="*/ 327875 w 621106"/>
                      <a:gd name="connsiteY118" fmla="*/ 1667881 h 1920000"/>
                      <a:gd name="connsiteX119" fmla="*/ 331999 w 621106"/>
                      <a:gd name="connsiteY119" fmla="*/ 1648506 h 1920000"/>
                      <a:gd name="connsiteX120" fmla="*/ 336701 w 621106"/>
                      <a:gd name="connsiteY120" fmla="*/ 1629049 h 1920000"/>
                      <a:gd name="connsiteX121" fmla="*/ 341980 w 621106"/>
                      <a:gd name="connsiteY121" fmla="*/ 1609674 h 1920000"/>
                      <a:gd name="connsiteX122" fmla="*/ 347836 w 621106"/>
                      <a:gd name="connsiteY122" fmla="*/ 1590299 h 1920000"/>
                      <a:gd name="connsiteX123" fmla="*/ 354270 w 621106"/>
                      <a:gd name="connsiteY123" fmla="*/ 1570924 h 1920000"/>
                      <a:gd name="connsiteX124" fmla="*/ 361116 w 621106"/>
                      <a:gd name="connsiteY124" fmla="*/ 1551550 h 1920000"/>
                      <a:gd name="connsiteX125" fmla="*/ 368375 w 621106"/>
                      <a:gd name="connsiteY125" fmla="*/ 1532092 h 1920000"/>
                      <a:gd name="connsiteX126" fmla="*/ 375798 w 621106"/>
                      <a:gd name="connsiteY126" fmla="*/ 1512717 h 1920000"/>
                      <a:gd name="connsiteX127" fmla="*/ 383387 w 621106"/>
                      <a:gd name="connsiteY127" fmla="*/ 1493343 h 1920000"/>
                      <a:gd name="connsiteX128" fmla="*/ 390976 w 621106"/>
                      <a:gd name="connsiteY128" fmla="*/ 1473968 h 1920000"/>
                      <a:gd name="connsiteX129" fmla="*/ 398399 w 621106"/>
                      <a:gd name="connsiteY129" fmla="*/ 1454511 h 1920000"/>
                      <a:gd name="connsiteX130" fmla="*/ 405575 w 621106"/>
                      <a:gd name="connsiteY130" fmla="*/ 1435136 h 1920000"/>
                      <a:gd name="connsiteX131" fmla="*/ 412421 w 621106"/>
                      <a:gd name="connsiteY131" fmla="*/ 1415761 h 1920000"/>
                      <a:gd name="connsiteX132" fmla="*/ 418938 w 621106"/>
                      <a:gd name="connsiteY132" fmla="*/ 1396386 h 1920000"/>
                      <a:gd name="connsiteX133" fmla="*/ 425042 w 621106"/>
                      <a:gd name="connsiteY133" fmla="*/ 1376929 h 1920000"/>
                      <a:gd name="connsiteX134" fmla="*/ 430815 w 621106"/>
                      <a:gd name="connsiteY134" fmla="*/ 1357554 h 1920000"/>
                      <a:gd name="connsiteX135" fmla="*/ 436424 w 621106"/>
                      <a:gd name="connsiteY135" fmla="*/ 1338180 h 1920000"/>
                      <a:gd name="connsiteX136" fmla="*/ 441786 w 621106"/>
                      <a:gd name="connsiteY136" fmla="*/ 1318805 h 1920000"/>
                      <a:gd name="connsiteX137" fmla="*/ 447147 w 621106"/>
                      <a:gd name="connsiteY137" fmla="*/ 1299430 h 1920000"/>
                      <a:gd name="connsiteX138" fmla="*/ 452674 w 621106"/>
                      <a:gd name="connsiteY138" fmla="*/ 1279973 h 1920000"/>
                      <a:gd name="connsiteX139" fmla="*/ 458448 w 621106"/>
                      <a:gd name="connsiteY139" fmla="*/ 1260598 h 1920000"/>
                      <a:gd name="connsiteX140" fmla="*/ 464634 w 621106"/>
                      <a:gd name="connsiteY140" fmla="*/ 1241223 h 1920000"/>
                      <a:gd name="connsiteX141" fmla="*/ 471398 w 621106"/>
                      <a:gd name="connsiteY141" fmla="*/ 1221848 h 1920000"/>
                      <a:gd name="connsiteX142" fmla="*/ 478904 w 621106"/>
                      <a:gd name="connsiteY142" fmla="*/ 1202391 h 1920000"/>
                      <a:gd name="connsiteX143" fmla="*/ 487070 w 621106"/>
                      <a:gd name="connsiteY143" fmla="*/ 1183016 h 1920000"/>
                      <a:gd name="connsiteX144" fmla="*/ 495978 w 621106"/>
                      <a:gd name="connsiteY144" fmla="*/ 1163641 h 1920000"/>
                      <a:gd name="connsiteX145" fmla="*/ 505629 w 621106"/>
                      <a:gd name="connsiteY145" fmla="*/ 1144267 h 1920000"/>
                      <a:gd name="connsiteX146" fmla="*/ 516022 w 621106"/>
                      <a:gd name="connsiteY146" fmla="*/ 1124810 h 1920000"/>
                      <a:gd name="connsiteX147" fmla="*/ 526910 w 621106"/>
                      <a:gd name="connsiteY147" fmla="*/ 1105435 h 1920000"/>
                      <a:gd name="connsiteX148" fmla="*/ 538292 w 621106"/>
                      <a:gd name="connsiteY148" fmla="*/ 1086060 h 1920000"/>
                      <a:gd name="connsiteX149" fmla="*/ 549840 w 621106"/>
                      <a:gd name="connsiteY149" fmla="*/ 1066685 h 1920000"/>
                      <a:gd name="connsiteX150" fmla="*/ 561388 w 621106"/>
                      <a:gd name="connsiteY150" fmla="*/ 1047228 h 1920000"/>
                      <a:gd name="connsiteX151" fmla="*/ 572688 w 621106"/>
                      <a:gd name="connsiteY151" fmla="*/ 1027853 h 1920000"/>
                      <a:gd name="connsiteX152" fmla="*/ 583411 w 621106"/>
                      <a:gd name="connsiteY152" fmla="*/ 1008478 h 1920000"/>
                      <a:gd name="connsiteX153" fmla="*/ 593309 w 621106"/>
                      <a:gd name="connsiteY153" fmla="*/ 989103 h 1920000"/>
                      <a:gd name="connsiteX154" fmla="*/ 602135 w 621106"/>
                      <a:gd name="connsiteY154" fmla="*/ 969729 h 1920000"/>
                      <a:gd name="connsiteX155" fmla="*/ 609476 w 621106"/>
                      <a:gd name="connsiteY155" fmla="*/ 950272 h 1920000"/>
                      <a:gd name="connsiteX156" fmla="*/ 615250 w 621106"/>
                      <a:gd name="connsiteY156" fmla="*/ 930897 h 1920000"/>
                      <a:gd name="connsiteX157" fmla="*/ 619127 w 621106"/>
                      <a:gd name="connsiteY157" fmla="*/ 911522 h 1920000"/>
                      <a:gd name="connsiteX158" fmla="*/ 621107 w 621106"/>
                      <a:gd name="connsiteY158" fmla="*/ 892147 h 1920000"/>
                      <a:gd name="connsiteX159" fmla="*/ 620859 w 621106"/>
                      <a:gd name="connsiteY159" fmla="*/ 872690 h 1920000"/>
                      <a:gd name="connsiteX160" fmla="*/ 618632 w 621106"/>
                      <a:gd name="connsiteY160" fmla="*/ 853315 h 1920000"/>
                      <a:gd name="connsiteX161" fmla="*/ 614261 w 621106"/>
                      <a:gd name="connsiteY161" fmla="*/ 833940 h 1920000"/>
                      <a:gd name="connsiteX162" fmla="*/ 607909 w 621106"/>
                      <a:gd name="connsiteY162" fmla="*/ 814566 h 1920000"/>
                      <a:gd name="connsiteX163" fmla="*/ 599661 w 621106"/>
                      <a:gd name="connsiteY163" fmla="*/ 795108 h 1920000"/>
                      <a:gd name="connsiteX164" fmla="*/ 589845 w 621106"/>
                      <a:gd name="connsiteY164" fmla="*/ 775734 h 1920000"/>
                      <a:gd name="connsiteX165" fmla="*/ 578462 w 621106"/>
                      <a:gd name="connsiteY165" fmla="*/ 756359 h 1920000"/>
                      <a:gd name="connsiteX166" fmla="*/ 565842 w 621106"/>
                      <a:gd name="connsiteY166" fmla="*/ 736984 h 1920000"/>
                      <a:gd name="connsiteX167" fmla="*/ 552315 w 621106"/>
                      <a:gd name="connsiteY167" fmla="*/ 717609 h 1920000"/>
                      <a:gd name="connsiteX168" fmla="*/ 537963 w 621106"/>
                      <a:gd name="connsiteY168" fmla="*/ 698152 h 1920000"/>
                      <a:gd name="connsiteX169" fmla="*/ 523115 w 621106"/>
                      <a:gd name="connsiteY169" fmla="*/ 678777 h 1920000"/>
                      <a:gd name="connsiteX170" fmla="*/ 508021 w 621106"/>
                      <a:gd name="connsiteY170" fmla="*/ 659402 h 1920000"/>
                      <a:gd name="connsiteX171" fmla="*/ 492844 w 621106"/>
                      <a:gd name="connsiteY171" fmla="*/ 640028 h 1920000"/>
                      <a:gd name="connsiteX172" fmla="*/ 477831 w 621106"/>
                      <a:gd name="connsiteY172" fmla="*/ 620570 h 1920000"/>
                      <a:gd name="connsiteX173" fmla="*/ 463149 w 621106"/>
                      <a:gd name="connsiteY173" fmla="*/ 601195 h 1920000"/>
                      <a:gd name="connsiteX174" fmla="*/ 448962 w 621106"/>
                      <a:gd name="connsiteY174" fmla="*/ 581821 h 1920000"/>
                      <a:gd name="connsiteX175" fmla="*/ 435352 w 621106"/>
                      <a:gd name="connsiteY175" fmla="*/ 562446 h 1920000"/>
                      <a:gd name="connsiteX176" fmla="*/ 422567 w 621106"/>
                      <a:gd name="connsiteY176" fmla="*/ 542989 h 1920000"/>
                      <a:gd name="connsiteX177" fmla="*/ 410607 w 621106"/>
                      <a:gd name="connsiteY177" fmla="*/ 523614 h 1920000"/>
                      <a:gd name="connsiteX178" fmla="*/ 399471 w 621106"/>
                      <a:gd name="connsiteY178" fmla="*/ 504239 h 1920000"/>
                      <a:gd name="connsiteX179" fmla="*/ 389326 w 621106"/>
                      <a:gd name="connsiteY179" fmla="*/ 484864 h 1920000"/>
                      <a:gd name="connsiteX180" fmla="*/ 380005 w 621106"/>
                      <a:gd name="connsiteY180" fmla="*/ 465490 h 1920000"/>
                      <a:gd name="connsiteX181" fmla="*/ 371509 w 621106"/>
                      <a:gd name="connsiteY181" fmla="*/ 446032 h 1920000"/>
                      <a:gd name="connsiteX182" fmla="*/ 363921 w 621106"/>
                      <a:gd name="connsiteY182" fmla="*/ 426657 h 1920000"/>
                      <a:gd name="connsiteX183" fmla="*/ 356992 w 621106"/>
                      <a:gd name="connsiteY183" fmla="*/ 407283 h 1920000"/>
                      <a:gd name="connsiteX184" fmla="*/ 350806 w 621106"/>
                      <a:gd name="connsiteY184" fmla="*/ 387908 h 1920000"/>
                      <a:gd name="connsiteX185" fmla="*/ 345279 w 621106"/>
                      <a:gd name="connsiteY185" fmla="*/ 368451 h 1920000"/>
                      <a:gd name="connsiteX186" fmla="*/ 340330 w 621106"/>
                      <a:gd name="connsiteY186" fmla="*/ 349076 h 1920000"/>
                      <a:gd name="connsiteX187" fmla="*/ 335876 w 621106"/>
                      <a:gd name="connsiteY187" fmla="*/ 329701 h 1920000"/>
                      <a:gd name="connsiteX188" fmla="*/ 331917 w 621106"/>
                      <a:gd name="connsiteY188" fmla="*/ 310326 h 1920000"/>
                      <a:gd name="connsiteX189" fmla="*/ 328452 w 621106"/>
                      <a:gd name="connsiteY189" fmla="*/ 290869 h 1920000"/>
                      <a:gd name="connsiteX190" fmla="*/ 325401 w 621106"/>
                      <a:gd name="connsiteY190" fmla="*/ 271494 h 1920000"/>
                      <a:gd name="connsiteX191" fmla="*/ 322679 w 621106"/>
                      <a:gd name="connsiteY191" fmla="*/ 252120 h 1920000"/>
                      <a:gd name="connsiteX192" fmla="*/ 320369 w 621106"/>
                      <a:gd name="connsiteY192" fmla="*/ 232745 h 1920000"/>
                      <a:gd name="connsiteX193" fmla="*/ 318472 w 621106"/>
                      <a:gd name="connsiteY193" fmla="*/ 213288 h 1920000"/>
                      <a:gd name="connsiteX194" fmla="*/ 316740 w 621106"/>
                      <a:gd name="connsiteY194" fmla="*/ 193913 h 1920000"/>
                      <a:gd name="connsiteX195" fmla="*/ 315420 w 621106"/>
                      <a:gd name="connsiteY195" fmla="*/ 174538 h 1920000"/>
                      <a:gd name="connsiteX196" fmla="*/ 314265 w 621106"/>
                      <a:gd name="connsiteY196" fmla="*/ 155163 h 1920000"/>
                      <a:gd name="connsiteX197" fmla="*/ 313358 w 621106"/>
                      <a:gd name="connsiteY197" fmla="*/ 135788 h 1920000"/>
                      <a:gd name="connsiteX198" fmla="*/ 312615 w 621106"/>
                      <a:gd name="connsiteY198" fmla="*/ 116331 h 1920000"/>
                      <a:gd name="connsiteX199" fmla="*/ 312121 w 621106"/>
                      <a:gd name="connsiteY199" fmla="*/ 96956 h 1920000"/>
                      <a:gd name="connsiteX200" fmla="*/ 311626 w 621106"/>
                      <a:gd name="connsiteY200" fmla="*/ 77582 h 19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621106" h="1920000">
                        <a:moveTo>
                          <a:pt x="311626" y="77582"/>
                        </a:moveTo>
                        <a:lnTo>
                          <a:pt x="311296" y="58207"/>
                        </a:lnTo>
                        <a:lnTo>
                          <a:pt x="311131" y="38750"/>
                        </a:lnTo>
                        <a:lnTo>
                          <a:pt x="310883" y="19375"/>
                        </a:lnTo>
                        <a:lnTo>
                          <a:pt x="310801" y="0"/>
                        </a:lnTo>
                        <a:lnTo>
                          <a:pt x="310306" y="0"/>
                        </a:lnTo>
                        <a:lnTo>
                          <a:pt x="310141" y="19375"/>
                        </a:lnTo>
                        <a:lnTo>
                          <a:pt x="309976" y="38750"/>
                        </a:lnTo>
                        <a:lnTo>
                          <a:pt x="309729" y="58207"/>
                        </a:lnTo>
                        <a:lnTo>
                          <a:pt x="309399" y="77582"/>
                        </a:lnTo>
                        <a:lnTo>
                          <a:pt x="308986" y="96956"/>
                        </a:lnTo>
                        <a:lnTo>
                          <a:pt x="308409" y="116331"/>
                        </a:lnTo>
                        <a:lnTo>
                          <a:pt x="307749" y="135788"/>
                        </a:lnTo>
                        <a:lnTo>
                          <a:pt x="306842" y="155163"/>
                        </a:lnTo>
                        <a:lnTo>
                          <a:pt x="305687" y="174538"/>
                        </a:lnTo>
                        <a:lnTo>
                          <a:pt x="304285" y="193913"/>
                        </a:lnTo>
                        <a:lnTo>
                          <a:pt x="302635" y="213288"/>
                        </a:lnTo>
                        <a:lnTo>
                          <a:pt x="300655" y="232745"/>
                        </a:lnTo>
                        <a:lnTo>
                          <a:pt x="298346" y="252120"/>
                        </a:lnTo>
                        <a:lnTo>
                          <a:pt x="295706" y="271494"/>
                        </a:lnTo>
                        <a:lnTo>
                          <a:pt x="292654" y="290869"/>
                        </a:lnTo>
                        <a:lnTo>
                          <a:pt x="289107" y="310326"/>
                        </a:lnTo>
                        <a:lnTo>
                          <a:pt x="285231" y="329701"/>
                        </a:lnTo>
                        <a:lnTo>
                          <a:pt x="280776" y="349076"/>
                        </a:lnTo>
                        <a:lnTo>
                          <a:pt x="275828" y="368451"/>
                        </a:lnTo>
                        <a:lnTo>
                          <a:pt x="270219" y="387908"/>
                        </a:lnTo>
                        <a:lnTo>
                          <a:pt x="264032" y="407283"/>
                        </a:lnTo>
                        <a:lnTo>
                          <a:pt x="257186" y="426657"/>
                        </a:lnTo>
                        <a:lnTo>
                          <a:pt x="249515" y="446032"/>
                        </a:lnTo>
                        <a:lnTo>
                          <a:pt x="241102" y="465490"/>
                        </a:lnTo>
                        <a:lnTo>
                          <a:pt x="231781" y="484864"/>
                        </a:lnTo>
                        <a:lnTo>
                          <a:pt x="221553" y="504239"/>
                        </a:lnTo>
                        <a:lnTo>
                          <a:pt x="210500" y="523614"/>
                        </a:lnTo>
                        <a:lnTo>
                          <a:pt x="198540" y="542989"/>
                        </a:lnTo>
                        <a:lnTo>
                          <a:pt x="185672" y="562446"/>
                        </a:lnTo>
                        <a:lnTo>
                          <a:pt x="172145" y="581821"/>
                        </a:lnTo>
                        <a:lnTo>
                          <a:pt x="157957" y="601195"/>
                        </a:lnTo>
                        <a:lnTo>
                          <a:pt x="143275" y="620570"/>
                        </a:lnTo>
                        <a:lnTo>
                          <a:pt x="128263" y="640028"/>
                        </a:lnTo>
                        <a:lnTo>
                          <a:pt x="113086" y="659402"/>
                        </a:lnTo>
                        <a:lnTo>
                          <a:pt x="97909" y="678777"/>
                        </a:lnTo>
                        <a:lnTo>
                          <a:pt x="83062" y="698152"/>
                        </a:lnTo>
                        <a:lnTo>
                          <a:pt x="68792" y="717609"/>
                        </a:lnTo>
                        <a:lnTo>
                          <a:pt x="55182" y="736984"/>
                        </a:lnTo>
                        <a:lnTo>
                          <a:pt x="42644" y="756359"/>
                        </a:lnTo>
                        <a:lnTo>
                          <a:pt x="31261" y="775734"/>
                        </a:lnTo>
                        <a:lnTo>
                          <a:pt x="21363" y="795108"/>
                        </a:lnTo>
                        <a:lnTo>
                          <a:pt x="13197" y="814566"/>
                        </a:lnTo>
                        <a:lnTo>
                          <a:pt x="6846" y="833940"/>
                        </a:lnTo>
                        <a:lnTo>
                          <a:pt x="2475" y="853315"/>
                        </a:lnTo>
                        <a:lnTo>
                          <a:pt x="165" y="872690"/>
                        </a:lnTo>
                        <a:lnTo>
                          <a:pt x="0" y="892147"/>
                        </a:lnTo>
                        <a:lnTo>
                          <a:pt x="1897" y="911522"/>
                        </a:lnTo>
                        <a:lnTo>
                          <a:pt x="5856" y="930897"/>
                        </a:lnTo>
                        <a:lnTo>
                          <a:pt x="11548" y="950272"/>
                        </a:lnTo>
                        <a:lnTo>
                          <a:pt x="18971" y="969729"/>
                        </a:lnTo>
                        <a:lnTo>
                          <a:pt x="27715" y="989103"/>
                        </a:lnTo>
                        <a:lnTo>
                          <a:pt x="37613" y="1008478"/>
                        </a:lnTo>
                        <a:lnTo>
                          <a:pt x="48418" y="1027853"/>
                        </a:lnTo>
                        <a:lnTo>
                          <a:pt x="59719" y="1047228"/>
                        </a:lnTo>
                        <a:lnTo>
                          <a:pt x="71266" y="1066685"/>
                        </a:lnTo>
                        <a:lnTo>
                          <a:pt x="82814" y="1086060"/>
                        </a:lnTo>
                        <a:lnTo>
                          <a:pt x="94115" y="1105435"/>
                        </a:lnTo>
                        <a:lnTo>
                          <a:pt x="105085" y="1124810"/>
                        </a:lnTo>
                        <a:lnTo>
                          <a:pt x="115395" y="1144267"/>
                        </a:lnTo>
                        <a:lnTo>
                          <a:pt x="125129" y="1163641"/>
                        </a:lnTo>
                        <a:lnTo>
                          <a:pt x="134037" y="1183016"/>
                        </a:lnTo>
                        <a:lnTo>
                          <a:pt x="142203" y="1202391"/>
                        </a:lnTo>
                        <a:lnTo>
                          <a:pt x="149627" y="1221848"/>
                        </a:lnTo>
                        <a:lnTo>
                          <a:pt x="156390" y="1241223"/>
                        </a:lnTo>
                        <a:lnTo>
                          <a:pt x="162659" y="1260598"/>
                        </a:lnTo>
                        <a:lnTo>
                          <a:pt x="168433" y="1279973"/>
                        </a:lnTo>
                        <a:lnTo>
                          <a:pt x="173959" y="1299430"/>
                        </a:lnTo>
                        <a:lnTo>
                          <a:pt x="179321" y="1318805"/>
                        </a:lnTo>
                        <a:lnTo>
                          <a:pt x="184682" y="1338180"/>
                        </a:lnTo>
                        <a:lnTo>
                          <a:pt x="190209" y="1357554"/>
                        </a:lnTo>
                        <a:lnTo>
                          <a:pt x="195983" y="1376929"/>
                        </a:lnTo>
                        <a:lnTo>
                          <a:pt x="202169" y="1396386"/>
                        </a:lnTo>
                        <a:lnTo>
                          <a:pt x="208685" y="1415761"/>
                        </a:lnTo>
                        <a:lnTo>
                          <a:pt x="215532" y="1435136"/>
                        </a:lnTo>
                        <a:lnTo>
                          <a:pt x="222708" y="1454511"/>
                        </a:lnTo>
                        <a:lnTo>
                          <a:pt x="230131" y="1473968"/>
                        </a:lnTo>
                        <a:lnTo>
                          <a:pt x="237720" y="1493343"/>
                        </a:lnTo>
                        <a:lnTo>
                          <a:pt x="245308" y="1512717"/>
                        </a:lnTo>
                        <a:lnTo>
                          <a:pt x="252732" y="1532092"/>
                        </a:lnTo>
                        <a:lnTo>
                          <a:pt x="259991" y="1551550"/>
                        </a:lnTo>
                        <a:lnTo>
                          <a:pt x="266837" y="1570924"/>
                        </a:lnTo>
                        <a:lnTo>
                          <a:pt x="273188" y="1590299"/>
                        </a:lnTo>
                        <a:lnTo>
                          <a:pt x="279127" y="1609674"/>
                        </a:lnTo>
                        <a:lnTo>
                          <a:pt x="284406" y="1629049"/>
                        </a:lnTo>
                        <a:lnTo>
                          <a:pt x="289107" y="1648506"/>
                        </a:lnTo>
                        <a:lnTo>
                          <a:pt x="293149" y="1667881"/>
                        </a:lnTo>
                        <a:lnTo>
                          <a:pt x="296696" y="1687255"/>
                        </a:lnTo>
                        <a:lnTo>
                          <a:pt x="299665" y="1706630"/>
                        </a:lnTo>
                        <a:lnTo>
                          <a:pt x="302057" y="1726087"/>
                        </a:lnTo>
                        <a:lnTo>
                          <a:pt x="304037" y="1745462"/>
                        </a:lnTo>
                        <a:lnTo>
                          <a:pt x="305687" y="1764837"/>
                        </a:lnTo>
                        <a:lnTo>
                          <a:pt x="306924" y="1784212"/>
                        </a:lnTo>
                        <a:lnTo>
                          <a:pt x="307914" y="1803669"/>
                        </a:lnTo>
                        <a:lnTo>
                          <a:pt x="308656" y="1823044"/>
                        </a:lnTo>
                        <a:lnTo>
                          <a:pt x="309151" y="1842419"/>
                        </a:lnTo>
                        <a:lnTo>
                          <a:pt x="309564" y="1861793"/>
                        </a:lnTo>
                        <a:lnTo>
                          <a:pt x="309893" y="1881168"/>
                        </a:lnTo>
                        <a:lnTo>
                          <a:pt x="310058" y="1900625"/>
                        </a:lnTo>
                        <a:lnTo>
                          <a:pt x="310223" y="1920000"/>
                        </a:lnTo>
                        <a:lnTo>
                          <a:pt x="310801" y="1920000"/>
                        </a:lnTo>
                        <a:lnTo>
                          <a:pt x="310966" y="1900625"/>
                        </a:lnTo>
                        <a:lnTo>
                          <a:pt x="311213" y="1881168"/>
                        </a:lnTo>
                        <a:lnTo>
                          <a:pt x="311461" y="1861793"/>
                        </a:lnTo>
                        <a:lnTo>
                          <a:pt x="311873" y="1842419"/>
                        </a:lnTo>
                        <a:lnTo>
                          <a:pt x="312451" y="1823044"/>
                        </a:lnTo>
                        <a:lnTo>
                          <a:pt x="313193" y="1803669"/>
                        </a:lnTo>
                        <a:lnTo>
                          <a:pt x="314183" y="1784212"/>
                        </a:lnTo>
                        <a:lnTo>
                          <a:pt x="315420" y="1764837"/>
                        </a:lnTo>
                        <a:lnTo>
                          <a:pt x="316987" y="1745462"/>
                        </a:lnTo>
                        <a:lnTo>
                          <a:pt x="318967" y="1726087"/>
                        </a:lnTo>
                        <a:lnTo>
                          <a:pt x="321441" y="1706630"/>
                        </a:lnTo>
                        <a:lnTo>
                          <a:pt x="324411" y="1687255"/>
                        </a:lnTo>
                        <a:lnTo>
                          <a:pt x="327875" y="1667881"/>
                        </a:lnTo>
                        <a:lnTo>
                          <a:pt x="331999" y="1648506"/>
                        </a:lnTo>
                        <a:lnTo>
                          <a:pt x="336701" y="1629049"/>
                        </a:lnTo>
                        <a:lnTo>
                          <a:pt x="341980" y="1609674"/>
                        </a:lnTo>
                        <a:lnTo>
                          <a:pt x="347836" y="1590299"/>
                        </a:lnTo>
                        <a:lnTo>
                          <a:pt x="354270" y="1570924"/>
                        </a:lnTo>
                        <a:lnTo>
                          <a:pt x="361116" y="1551550"/>
                        </a:lnTo>
                        <a:lnTo>
                          <a:pt x="368375" y="1532092"/>
                        </a:lnTo>
                        <a:lnTo>
                          <a:pt x="375798" y="1512717"/>
                        </a:lnTo>
                        <a:lnTo>
                          <a:pt x="383387" y="1493343"/>
                        </a:lnTo>
                        <a:lnTo>
                          <a:pt x="390976" y="1473968"/>
                        </a:lnTo>
                        <a:lnTo>
                          <a:pt x="398399" y="1454511"/>
                        </a:lnTo>
                        <a:lnTo>
                          <a:pt x="405575" y="1435136"/>
                        </a:lnTo>
                        <a:lnTo>
                          <a:pt x="412421" y="1415761"/>
                        </a:lnTo>
                        <a:lnTo>
                          <a:pt x="418938" y="1396386"/>
                        </a:lnTo>
                        <a:lnTo>
                          <a:pt x="425042" y="1376929"/>
                        </a:lnTo>
                        <a:lnTo>
                          <a:pt x="430815" y="1357554"/>
                        </a:lnTo>
                        <a:lnTo>
                          <a:pt x="436424" y="1338180"/>
                        </a:lnTo>
                        <a:lnTo>
                          <a:pt x="441786" y="1318805"/>
                        </a:lnTo>
                        <a:lnTo>
                          <a:pt x="447147" y="1299430"/>
                        </a:lnTo>
                        <a:lnTo>
                          <a:pt x="452674" y="1279973"/>
                        </a:lnTo>
                        <a:lnTo>
                          <a:pt x="458448" y="1260598"/>
                        </a:lnTo>
                        <a:lnTo>
                          <a:pt x="464634" y="1241223"/>
                        </a:lnTo>
                        <a:lnTo>
                          <a:pt x="471398" y="1221848"/>
                        </a:lnTo>
                        <a:lnTo>
                          <a:pt x="478904" y="1202391"/>
                        </a:lnTo>
                        <a:lnTo>
                          <a:pt x="487070" y="1183016"/>
                        </a:lnTo>
                        <a:lnTo>
                          <a:pt x="495978" y="1163641"/>
                        </a:lnTo>
                        <a:lnTo>
                          <a:pt x="505629" y="1144267"/>
                        </a:lnTo>
                        <a:lnTo>
                          <a:pt x="516022" y="1124810"/>
                        </a:lnTo>
                        <a:lnTo>
                          <a:pt x="526910" y="1105435"/>
                        </a:lnTo>
                        <a:lnTo>
                          <a:pt x="538292" y="1086060"/>
                        </a:lnTo>
                        <a:lnTo>
                          <a:pt x="549840" y="1066685"/>
                        </a:lnTo>
                        <a:lnTo>
                          <a:pt x="561388" y="1047228"/>
                        </a:lnTo>
                        <a:lnTo>
                          <a:pt x="572688" y="1027853"/>
                        </a:lnTo>
                        <a:lnTo>
                          <a:pt x="583411" y="1008478"/>
                        </a:lnTo>
                        <a:lnTo>
                          <a:pt x="593309" y="989103"/>
                        </a:lnTo>
                        <a:lnTo>
                          <a:pt x="602135" y="969729"/>
                        </a:lnTo>
                        <a:lnTo>
                          <a:pt x="609476" y="950272"/>
                        </a:lnTo>
                        <a:lnTo>
                          <a:pt x="615250" y="930897"/>
                        </a:lnTo>
                        <a:lnTo>
                          <a:pt x="619127" y="911522"/>
                        </a:lnTo>
                        <a:lnTo>
                          <a:pt x="621107" y="892147"/>
                        </a:lnTo>
                        <a:lnTo>
                          <a:pt x="620859" y="872690"/>
                        </a:lnTo>
                        <a:lnTo>
                          <a:pt x="618632" y="853315"/>
                        </a:lnTo>
                        <a:lnTo>
                          <a:pt x="614261" y="833940"/>
                        </a:lnTo>
                        <a:lnTo>
                          <a:pt x="607909" y="814566"/>
                        </a:lnTo>
                        <a:lnTo>
                          <a:pt x="599661" y="795108"/>
                        </a:lnTo>
                        <a:lnTo>
                          <a:pt x="589845" y="775734"/>
                        </a:lnTo>
                        <a:lnTo>
                          <a:pt x="578462" y="756359"/>
                        </a:lnTo>
                        <a:lnTo>
                          <a:pt x="565842" y="736984"/>
                        </a:lnTo>
                        <a:lnTo>
                          <a:pt x="552315" y="717609"/>
                        </a:lnTo>
                        <a:lnTo>
                          <a:pt x="537963" y="698152"/>
                        </a:lnTo>
                        <a:lnTo>
                          <a:pt x="523115" y="678777"/>
                        </a:lnTo>
                        <a:lnTo>
                          <a:pt x="508021" y="659402"/>
                        </a:lnTo>
                        <a:lnTo>
                          <a:pt x="492844" y="640028"/>
                        </a:lnTo>
                        <a:lnTo>
                          <a:pt x="477831" y="620570"/>
                        </a:lnTo>
                        <a:lnTo>
                          <a:pt x="463149" y="601195"/>
                        </a:lnTo>
                        <a:lnTo>
                          <a:pt x="448962" y="581821"/>
                        </a:lnTo>
                        <a:lnTo>
                          <a:pt x="435352" y="562446"/>
                        </a:lnTo>
                        <a:lnTo>
                          <a:pt x="422567" y="542989"/>
                        </a:lnTo>
                        <a:lnTo>
                          <a:pt x="410607" y="523614"/>
                        </a:lnTo>
                        <a:lnTo>
                          <a:pt x="399471" y="504239"/>
                        </a:lnTo>
                        <a:lnTo>
                          <a:pt x="389326" y="484864"/>
                        </a:lnTo>
                        <a:lnTo>
                          <a:pt x="380005" y="465490"/>
                        </a:lnTo>
                        <a:lnTo>
                          <a:pt x="371509" y="446032"/>
                        </a:lnTo>
                        <a:lnTo>
                          <a:pt x="363921" y="426657"/>
                        </a:lnTo>
                        <a:lnTo>
                          <a:pt x="356992" y="407283"/>
                        </a:lnTo>
                        <a:lnTo>
                          <a:pt x="350806" y="387908"/>
                        </a:lnTo>
                        <a:lnTo>
                          <a:pt x="345279" y="368451"/>
                        </a:lnTo>
                        <a:lnTo>
                          <a:pt x="340330" y="349076"/>
                        </a:lnTo>
                        <a:lnTo>
                          <a:pt x="335876" y="329701"/>
                        </a:lnTo>
                        <a:lnTo>
                          <a:pt x="331917" y="310326"/>
                        </a:lnTo>
                        <a:lnTo>
                          <a:pt x="328452" y="290869"/>
                        </a:lnTo>
                        <a:lnTo>
                          <a:pt x="325401" y="271494"/>
                        </a:lnTo>
                        <a:lnTo>
                          <a:pt x="322679" y="252120"/>
                        </a:lnTo>
                        <a:lnTo>
                          <a:pt x="320369" y="232745"/>
                        </a:lnTo>
                        <a:lnTo>
                          <a:pt x="318472" y="213288"/>
                        </a:lnTo>
                        <a:lnTo>
                          <a:pt x="316740" y="193913"/>
                        </a:lnTo>
                        <a:lnTo>
                          <a:pt x="315420" y="174538"/>
                        </a:lnTo>
                        <a:lnTo>
                          <a:pt x="314265" y="155163"/>
                        </a:lnTo>
                        <a:lnTo>
                          <a:pt x="313358" y="135788"/>
                        </a:lnTo>
                        <a:lnTo>
                          <a:pt x="312615" y="116331"/>
                        </a:lnTo>
                        <a:lnTo>
                          <a:pt x="312121" y="96956"/>
                        </a:lnTo>
                        <a:lnTo>
                          <a:pt x="311626" y="77582"/>
                        </a:lnTo>
                        <a:close/>
                      </a:path>
                    </a:pathLst>
                  </a:custGeom>
                  <a:solidFill>
                    <a:srgbClr val="54A4DB">
                      <a:alpha val="68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697" name="TextBox 17696">
                    <a:extLst>
                      <a:ext uri="{FF2B5EF4-FFF2-40B4-BE49-F238E27FC236}">
                        <a16:creationId xmlns:a16="http://schemas.microsoft.com/office/drawing/2014/main" id="{FCA0F4AC-69E7-FD7C-BD96-8DC76583841C}"/>
                      </a:ext>
                    </a:extLst>
                  </p:cNvPr>
                  <p:cNvSpPr txBox="1"/>
                  <p:nvPr/>
                </p:nvSpPr>
                <p:spPr>
                  <a:xfrm>
                    <a:off x="7886262" y="1991776"/>
                    <a:ext cx="453970" cy="369332"/>
                  </a:xfrm>
                  <a:prstGeom prst="rect">
                    <a:avLst/>
                  </a:prstGeom>
                  <a:noFill/>
                </p:spPr>
                <p:txBody>
                  <a:bodyPr wrap="none" rtlCol="0">
                    <a:spAutoFit/>
                  </a:bodyPr>
                  <a:lstStyle/>
                  <a:p>
                    <a:pPr algn="l"/>
                    <a:r>
                      <a:rPr lang="en-US" spc="0" baseline="0">
                        <a:ln/>
                        <a:solidFill>
                          <a:srgbClr val="231F20"/>
                        </a:solidFill>
                        <a:latin typeface="Helvetica Light" panose="020B0403020202020204" pitchFamily="34" charset="0"/>
                        <a:sym typeface="Helvetica-Light"/>
                        <a:rtl val="0"/>
                      </a:rPr>
                      <a:t>***</a:t>
                    </a:r>
                  </a:p>
                </p:txBody>
              </p:sp>
            </p:grpSp>
          </p:grpSp>
          <p:grpSp>
            <p:nvGrpSpPr>
              <p:cNvPr id="17746" name="Group 17745">
                <a:extLst>
                  <a:ext uri="{FF2B5EF4-FFF2-40B4-BE49-F238E27FC236}">
                    <a16:creationId xmlns:a16="http://schemas.microsoft.com/office/drawing/2014/main" id="{EA5723BF-CC21-1B4E-E54A-4100F968092F}"/>
                  </a:ext>
                </a:extLst>
              </p:cNvPr>
              <p:cNvGrpSpPr/>
              <p:nvPr/>
            </p:nvGrpSpPr>
            <p:grpSpPr>
              <a:xfrm>
                <a:off x="8266206" y="1991776"/>
                <a:ext cx="1390124" cy="4241752"/>
                <a:chOff x="8266206" y="1991776"/>
                <a:chExt cx="1390124" cy="4241752"/>
              </a:xfrm>
            </p:grpSpPr>
            <p:sp>
              <p:nvSpPr>
                <p:cNvPr id="17714" name="Freeform 17713">
                  <a:extLst>
                    <a:ext uri="{FF2B5EF4-FFF2-40B4-BE49-F238E27FC236}">
                      <a16:creationId xmlns:a16="http://schemas.microsoft.com/office/drawing/2014/main" id="{9959FDD3-868A-A214-074A-CE364F41D0F3}"/>
                    </a:ext>
                  </a:extLst>
                </p:cNvPr>
                <p:cNvSpPr/>
                <p:nvPr/>
              </p:nvSpPr>
              <p:spPr>
                <a:xfrm>
                  <a:off x="9285408" y="3829705"/>
                  <a:ext cx="40087" cy="48148"/>
                </a:xfrm>
                <a:custGeom>
                  <a:avLst/>
                  <a:gdLst>
                    <a:gd name="connsiteX0" fmla="*/ 40087 w 40087"/>
                    <a:gd name="connsiteY0" fmla="*/ 24074 h 48148"/>
                    <a:gd name="connsiteX1" fmla="*/ 20044 w 40087"/>
                    <a:gd name="connsiteY1" fmla="*/ 48149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9"/>
                        <a:pt x="20044" y="48149"/>
                      </a:cubicBezTo>
                      <a:cubicBezTo>
                        <a:pt x="8974" y="48149"/>
                        <a:pt x="0" y="37370"/>
                        <a:pt x="0" y="24074"/>
                      </a:cubicBezTo>
                      <a:cubicBezTo>
                        <a:pt x="0" y="10778"/>
                        <a:pt x="8974" y="0"/>
                        <a:pt x="20044" y="0"/>
                      </a:cubicBezTo>
                      <a:cubicBezTo>
                        <a:pt x="31113"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722" name="Freeform 17721">
                  <a:extLst>
                    <a:ext uri="{FF2B5EF4-FFF2-40B4-BE49-F238E27FC236}">
                      <a16:creationId xmlns:a16="http://schemas.microsoft.com/office/drawing/2014/main" id="{45A5A41A-A2D1-FD2F-3994-47A66DAE6B34}"/>
                    </a:ext>
                  </a:extLst>
                </p:cNvPr>
                <p:cNvSpPr/>
                <p:nvPr/>
              </p:nvSpPr>
              <p:spPr>
                <a:xfrm>
                  <a:off x="9255301" y="2591532"/>
                  <a:ext cx="40087" cy="48148"/>
                </a:xfrm>
                <a:custGeom>
                  <a:avLst/>
                  <a:gdLst>
                    <a:gd name="connsiteX0" fmla="*/ 40087 w 40087"/>
                    <a:gd name="connsiteY0" fmla="*/ 24074 h 48148"/>
                    <a:gd name="connsiteX1" fmla="*/ 20044 w 40087"/>
                    <a:gd name="connsiteY1" fmla="*/ 0 h 48148"/>
                    <a:gd name="connsiteX2" fmla="*/ 0 w 40087"/>
                    <a:gd name="connsiteY2" fmla="*/ 24074 h 48148"/>
                    <a:gd name="connsiteX3" fmla="*/ 20044 w 40087"/>
                    <a:gd name="connsiteY3" fmla="*/ 48148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10800"/>
                        <a:pt x="31097" y="0"/>
                        <a:pt x="20044" y="0"/>
                      </a:cubicBezTo>
                      <a:cubicBezTo>
                        <a:pt x="8991" y="0"/>
                        <a:pt x="0" y="10800"/>
                        <a:pt x="0" y="24074"/>
                      </a:cubicBezTo>
                      <a:cubicBezTo>
                        <a:pt x="0" y="37348"/>
                        <a:pt x="8991" y="48148"/>
                        <a:pt x="20044" y="48148"/>
                      </a:cubicBezTo>
                      <a:cubicBezTo>
                        <a:pt x="31097" y="48148"/>
                        <a:pt x="40087" y="3734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grpSp>
              <p:nvGrpSpPr>
                <p:cNvPr id="17744" name="Group 17743">
                  <a:extLst>
                    <a:ext uri="{FF2B5EF4-FFF2-40B4-BE49-F238E27FC236}">
                      <a16:creationId xmlns:a16="http://schemas.microsoft.com/office/drawing/2014/main" id="{C48A28EF-E2B7-072A-7C82-2FEF904AEB96}"/>
                    </a:ext>
                  </a:extLst>
                </p:cNvPr>
                <p:cNvGrpSpPr/>
                <p:nvPr/>
              </p:nvGrpSpPr>
              <p:grpSpPr>
                <a:xfrm>
                  <a:off x="8266206" y="1991776"/>
                  <a:ext cx="1390124" cy="4241752"/>
                  <a:chOff x="8266206" y="1991776"/>
                  <a:chExt cx="1390124" cy="4241752"/>
                </a:xfrm>
              </p:grpSpPr>
              <p:sp>
                <p:nvSpPr>
                  <p:cNvPr id="17699" name="Freeform 17698">
                    <a:extLst>
                      <a:ext uri="{FF2B5EF4-FFF2-40B4-BE49-F238E27FC236}">
                        <a16:creationId xmlns:a16="http://schemas.microsoft.com/office/drawing/2014/main" id="{AA9DB605-F161-B0A7-80EE-75769F4E086E}"/>
                      </a:ext>
                    </a:extLst>
                  </p:cNvPr>
                  <p:cNvSpPr/>
                  <p:nvPr/>
                </p:nvSpPr>
                <p:spPr>
                  <a:xfrm>
                    <a:off x="9209935" y="3209876"/>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4"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700" name="Freeform 17699">
                    <a:extLst>
                      <a:ext uri="{FF2B5EF4-FFF2-40B4-BE49-F238E27FC236}">
                        <a16:creationId xmlns:a16="http://schemas.microsoft.com/office/drawing/2014/main" id="{09DED63A-89BF-BD0F-C60D-7944D8D05099}"/>
                      </a:ext>
                    </a:extLst>
                  </p:cNvPr>
                  <p:cNvSpPr/>
                  <p:nvPr/>
                </p:nvSpPr>
                <p:spPr>
                  <a:xfrm>
                    <a:off x="9209027" y="3577173"/>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8"/>
                          <a:pt x="20044" y="48148"/>
                        </a:cubicBezTo>
                        <a:cubicBezTo>
                          <a:pt x="8974" y="48148"/>
                          <a:pt x="0" y="37370"/>
                          <a:pt x="0" y="24074"/>
                        </a:cubicBezTo>
                        <a:cubicBezTo>
                          <a:pt x="0" y="10778"/>
                          <a:pt x="8974" y="0"/>
                          <a:pt x="20044" y="0"/>
                        </a:cubicBezTo>
                        <a:cubicBezTo>
                          <a:pt x="31113"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701" name="Freeform 17700">
                    <a:extLst>
                      <a:ext uri="{FF2B5EF4-FFF2-40B4-BE49-F238E27FC236}">
                        <a16:creationId xmlns:a16="http://schemas.microsoft.com/office/drawing/2014/main" id="{983F24E4-410B-365F-B152-185451323FC1}"/>
                      </a:ext>
                    </a:extLst>
                  </p:cNvPr>
                  <p:cNvSpPr/>
                  <p:nvPr/>
                </p:nvSpPr>
                <p:spPr>
                  <a:xfrm>
                    <a:off x="9258353" y="2968392"/>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8"/>
                          <a:pt x="20044" y="48148"/>
                        </a:cubicBezTo>
                        <a:cubicBezTo>
                          <a:pt x="8974" y="48148"/>
                          <a:pt x="0" y="37370"/>
                          <a:pt x="0" y="24074"/>
                        </a:cubicBezTo>
                        <a:cubicBezTo>
                          <a:pt x="0" y="10778"/>
                          <a:pt x="8974" y="0"/>
                          <a:pt x="20044" y="0"/>
                        </a:cubicBezTo>
                        <a:cubicBezTo>
                          <a:pt x="31113"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702" name="Freeform 17701">
                    <a:extLst>
                      <a:ext uri="{FF2B5EF4-FFF2-40B4-BE49-F238E27FC236}">
                        <a16:creationId xmlns:a16="http://schemas.microsoft.com/office/drawing/2014/main" id="{1B51C6C6-9915-BEEF-1CCB-D770213062A2}"/>
                      </a:ext>
                    </a:extLst>
                  </p:cNvPr>
                  <p:cNvSpPr/>
                  <p:nvPr/>
                </p:nvSpPr>
                <p:spPr>
                  <a:xfrm>
                    <a:off x="9175869" y="3186132"/>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8"/>
                          <a:pt x="20044" y="48148"/>
                        </a:cubicBezTo>
                        <a:cubicBezTo>
                          <a:pt x="8974" y="48148"/>
                          <a:pt x="0" y="37370"/>
                          <a:pt x="0" y="24074"/>
                        </a:cubicBezTo>
                        <a:cubicBezTo>
                          <a:pt x="0" y="10778"/>
                          <a:pt x="8974" y="0"/>
                          <a:pt x="20044" y="0"/>
                        </a:cubicBezTo>
                        <a:cubicBezTo>
                          <a:pt x="31113"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703" name="Freeform 17702">
                    <a:extLst>
                      <a:ext uri="{FF2B5EF4-FFF2-40B4-BE49-F238E27FC236}">
                        <a16:creationId xmlns:a16="http://schemas.microsoft.com/office/drawing/2014/main" id="{6F483969-F9CD-76AF-E19E-900C50978E88}"/>
                      </a:ext>
                    </a:extLst>
                  </p:cNvPr>
                  <p:cNvSpPr/>
                  <p:nvPr/>
                </p:nvSpPr>
                <p:spPr>
                  <a:xfrm>
                    <a:off x="9169023" y="3180031"/>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4"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704" name="Freeform 17703">
                    <a:extLst>
                      <a:ext uri="{FF2B5EF4-FFF2-40B4-BE49-F238E27FC236}">
                        <a16:creationId xmlns:a16="http://schemas.microsoft.com/office/drawing/2014/main" id="{2EE06447-C0A0-33CA-4A79-6229C77055CB}"/>
                      </a:ext>
                    </a:extLst>
                  </p:cNvPr>
                  <p:cNvSpPr/>
                  <p:nvPr/>
                </p:nvSpPr>
                <p:spPr>
                  <a:xfrm>
                    <a:off x="9254146" y="3335359"/>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8"/>
                          <a:pt x="20044" y="48148"/>
                        </a:cubicBezTo>
                        <a:cubicBezTo>
                          <a:pt x="8974" y="48148"/>
                          <a:pt x="0" y="37370"/>
                          <a:pt x="0" y="24074"/>
                        </a:cubicBezTo>
                        <a:cubicBezTo>
                          <a:pt x="0" y="10778"/>
                          <a:pt x="8974" y="0"/>
                          <a:pt x="20044" y="0"/>
                        </a:cubicBezTo>
                        <a:cubicBezTo>
                          <a:pt x="31113"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705" name="Freeform 17704">
                    <a:extLst>
                      <a:ext uri="{FF2B5EF4-FFF2-40B4-BE49-F238E27FC236}">
                        <a16:creationId xmlns:a16="http://schemas.microsoft.com/office/drawing/2014/main" id="{8BEA7E48-4BEC-1704-6C65-795A31DBF3FA}"/>
                      </a:ext>
                    </a:extLst>
                  </p:cNvPr>
                  <p:cNvSpPr/>
                  <p:nvPr/>
                </p:nvSpPr>
                <p:spPr>
                  <a:xfrm>
                    <a:off x="9197892" y="3601989"/>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4"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706" name="Freeform 17705">
                    <a:extLst>
                      <a:ext uri="{FF2B5EF4-FFF2-40B4-BE49-F238E27FC236}">
                        <a16:creationId xmlns:a16="http://schemas.microsoft.com/office/drawing/2014/main" id="{4FB85B7C-0716-606E-4478-5A1D5464FA00}"/>
                      </a:ext>
                    </a:extLst>
                  </p:cNvPr>
                  <p:cNvSpPr/>
                  <p:nvPr/>
                </p:nvSpPr>
                <p:spPr>
                  <a:xfrm>
                    <a:off x="9214059" y="3624497"/>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4"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707" name="Freeform 17706">
                    <a:extLst>
                      <a:ext uri="{FF2B5EF4-FFF2-40B4-BE49-F238E27FC236}">
                        <a16:creationId xmlns:a16="http://schemas.microsoft.com/office/drawing/2014/main" id="{CFF66057-5D5F-6BDE-8C29-58C23774C651}"/>
                      </a:ext>
                    </a:extLst>
                  </p:cNvPr>
                  <p:cNvSpPr/>
                  <p:nvPr/>
                </p:nvSpPr>
                <p:spPr>
                  <a:xfrm>
                    <a:off x="9203996" y="3186544"/>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4"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708" name="Freeform 17707">
                    <a:extLst>
                      <a:ext uri="{FF2B5EF4-FFF2-40B4-BE49-F238E27FC236}">
                        <a16:creationId xmlns:a16="http://schemas.microsoft.com/office/drawing/2014/main" id="{DA5FEF1D-96A4-7DDA-BFA4-6AB3C86501F4}"/>
                      </a:ext>
                    </a:extLst>
                  </p:cNvPr>
                  <p:cNvSpPr/>
                  <p:nvPr/>
                </p:nvSpPr>
                <p:spPr>
                  <a:xfrm>
                    <a:off x="9243753" y="2908619"/>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4"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709" name="Freeform 17708">
                    <a:extLst>
                      <a:ext uri="{FF2B5EF4-FFF2-40B4-BE49-F238E27FC236}">
                        <a16:creationId xmlns:a16="http://schemas.microsoft.com/office/drawing/2014/main" id="{00ED4E65-B4B7-2F73-F36E-09C725DC14F0}"/>
                      </a:ext>
                    </a:extLst>
                  </p:cNvPr>
                  <p:cNvSpPr/>
                  <p:nvPr/>
                </p:nvSpPr>
                <p:spPr>
                  <a:xfrm>
                    <a:off x="9184200" y="3247472"/>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4"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710" name="Freeform 17709">
                    <a:extLst>
                      <a:ext uri="{FF2B5EF4-FFF2-40B4-BE49-F238E27FC236}">
                        <a16:creationId xmlns:a16="http://schemas.microsoft.com/office/drawing/2014/main" id="{1B42C922-32B2-370B-FF04-1DDB846CCC37}"/>
                      </a:ext>
                    </a:extLst>
                  </p:cNvPr>
                  <p:cNvSpPr/>
                  <p:nvPr/>
                </p:nvSpPr>
                <p:spPr>
                  <a:xfrm>
                    <a:off x="9257446" y="3706530"/>
                    <a:ext cx="40087" cy="48148"/>
                  </a:xfrm>
                  <a:custGeom>
                    <a:avLst/>
                    <a:gdLst>
                      <a:gd name="connsiteX0" fmla="*/ 40087 w 40087"/>
                      <a:gd name="connsiteY0" fmla="*/ 24074 h 48148"/>
                      <a:gd name="connsiteX1" fmla="*/ 20044 w 40087"/>
                      <a:gd name="connsiteY1" fmla="*/ 48149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9"/>
                          <a:pt x="20044" y="48149"/>
                        </a:cubicBezTo>
                        <a:cubicBezTo>
                          <a:pt x="8974" y="48149"/>
                          <a:pt x="0" y="37370"/>
                          <a:pt x="0" y="24074"/>
                        </a:cubicBezTo>
                        <a:cubicBezTo>
                          <a:pt x="0" y="10778"/>
                          <a:pt x="8974" y="0"/>
                          <a:pt x="20044" y="0"/>
                        </a:cubicBezTo>
                        <a:cubicBezTo>
                          <a:pt x="31113"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711" name="Freeform 17710">
                    <a:extLst>
                      <a:ext uri="{FF2B5EF4-FFF2-40B4-BE49-F238E27FC236}">
                        <a16:creationId xmlns:a16="http://schemas.microsoft.com/office/drawing/2014/main" id="{FE1C4757-106E-821B-8244-6192DFD6ABD6}"/>
                      </a:ext>
                    </a:extLst>
                  </p:cNvPr>
                  <p:cNvSpPr/>
                  <p:nvPr/>
                </p:nvSpPr>
                <p:spPr>
                  <a:xfrm>
                    <a:off x="9283841" y="3341130"/>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8"/>
                          <a:pt x="20044" y="48148"/>
                        </a:cubicBezTo>
                        <a:cubicBezTo>
                          <a:pt x="8974" y="48148"/>
                          <a:pt x="0" y="37370"/>
                          <a:pt x="0" y="24074"/>
                        </a:cubicBezTo>
                        <a:cubicBezTo>
                          <a:pt x="0" y="10778"/>
                          <a:pt x="8974" y="0"/>
                          <a:pt x="20044" y="0"/>
                        </a:cubicBezTo>
                        <a:cubicBezTo>
                          <a:pt x="31113"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712" name="Freeform 17711">
                    <a:extLst>
                      <a:ext uri="{FF2B5EF4-FFF2-40B4-BE49-F238E27FC236}">
                        <a16:creationId xmlns:a16="http://schemas.microsoft.com/office/drawing/2014/main" id="{B7FAC4F7-97AC-73D3-7BB6-2BE7349BAA58}"/>
                      </a:ext>
                    </a:extLst>
                  </p:cNvPr>
                  <p:cNvSpPr/>
                  <p:nvPr/>
                </p:nvSpPr>
                <p:spPr>
                  <a:xfrm>
                    <a:off x="9272375" y="3597784"/>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4"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713" name="Freeform 17712">
                    <a:extLst>
                      <a:ext uri="{FF2B5EF4-FFF2-40B4-BE49-F238E27FC236}">
                        <a16:creationId xmlns:a16="http://schemas.microsoft.com/office/drawing/2014/main" id="{AB9DCD1F-C577-7CAE-0689-4781999FC475}"/>
                      </a:ext>
                    </a:extLst>
                  </p:cNvPr>
                  <p:cNvSpPr/>
                  <p:nvPr/>
                </p:nvSpPr>
                <p:spPr>
                  <a:xfrm>
                    <a:off x="9281531" y="3558705"/>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8"/>
                          <a:pt x="20044" y="48148"/>
                        </a:cubicBezTo>
                        <a:cubicBezTo>
                          <a:pt x="8974" y="48148"/>
                          <a:pt x="0" y="37370"/>
                          <a:pt x="0" y="24074"/>
                        </a:cubicBezTo>
                        <a:cubicBezTo>
                          <a:pt x="0" y="10778"/>
                          <a:pt x="8974" y="0"/>
                          <a:pt x="20044" y="0"/>
                        </a:cubicBezTo>
                        <a:cubicBezTo>
                          <a:pt x="31113"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715" name="Freeform 17714">
                    <a:extLst>
                      <a:ext uri="{FF2B5EF4-FFF2-40B4-BE49-F238E27FC236}">
                        <a16:creationId xmlns:a16="http://schemas.microsoft.com/office/drawing/2014/main" id="{65A6EB05-0569-505F-A475-82F066F3E160}"/>
                      </a:ext>
                    </a:extLst>
                  </p:cNvPr>
                  <p:cNvSpPr/>
                  <p:nvPr/>
                </p:nvSpPr>
                <p:spPr>
                  <a:xfrm>
                    <a:off x="9212327" y="3297434"/>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4"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716" name="Freeform 17715">
                    <a:extLst>
                      <a:ext uri="{FF2B5EF4-FFF2-40B4-BE49-F238E27FC236}">
                        <a16:creationId xmlns:a16="http://schemas.microsoft.com/office/drawing/2014/main" id="{E9DC874D-BA6E-DA0A-2BC3-0742E6E97BC5}"/>
                      </a:ext>
                    </a:extLst>
                  </p:cNvPr>
                  <p:cNvSpPr/>
                  <p:nvPr/>
                </p:nvSpPr>
                <p:spPr>
                  <a:xfrm>
                    <a:off x="9267096" y="3413600"/>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8"/>
                          <a:pt x="20044" y="48148"/>
                        </a:cubicBezTo>
                        <a:cubicBezTo>
                          <a:pt x="8974" y="48148"/>
                          <a:pt x="0" y="37370"/>
                          <a:pt x="0" y="24074"/>
                        </a:cubicBezTo>
                        <a:cubicBezTo>
                          <a:pt x="0" y="10778"/>
                          <a:pt x="8974" y="0"/>
                          <a:pt x="20044" y="0"/>
                        </a:cubicBezTo>
                        <a:cubicBezTo>
                          <a:pt x="31113"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717" name="Freeform 17716">
                    <a:extLst>
                      <a:ext uri="{FF2B5EF4-FFF2-40B4-BE49-F238E27FC236}">
                        <a16:creationId xmlns:a16="http://schemas.microsoft.com/office/drawing/2014/main" id="{5707EA4D-07E2-9CCE-5719-E7F775A2132D}"/>
                      </a:ext>
                    </a:extLst>
                  </p:cNvPr>
                  <p:cNvSpPr/>
                  <p:nvPr/>
                </p:nvSpPr>
                <p:spPr>
                  <a:xfrm>
                    <a:off x="9228164" y="2794761"/>
                    <a:ext cx="40087" cy="48148"/>
                  </a:xfrm>
                  <a:custGeom>
                    <a:avLst/>
                    <a:gdLst>
                      <a:gd name="connsiteX0" fmla="*/ 40087 w 40087"/>
                      <a:gd name="connsiteY0" fmla="*/ 24074 h 48148"/>
                      <a:gd name="connsiteX1" fmla="*/ 20044 w 40087"/>
                      <a:gd name="connsiteY1" fmla="*/ 0 h 48148"/>
                      <a:gd name="connsiteX2" fmla="*/ 0 w 40087"/>
                      <a:gd name="connsiteY2" fmla="*/ 24074 h 48148"/>
                      <a:gd name="connsiteX3" fmla="*/ 20044 w 40087"/>
                      <a:gd name="connsiteY3" fmla="*/ 48149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10800"/>
                          <a:pt x="31096" y="0"/>
                          <a:pt x="20044" y="0"/>
                        </a:cubicBezTo>
                        <a:cubicBezTo>
                          <a:pt x="8991" y="0"/>
                          <a:pt x="0" y="10800"/>
                          <a:pt x="0" y="24074"/>
                        </a:cubicBezTo>
                        <a:cubicBezTo>
                          <a:pt x="0" y="37348"/>
                          <a:pt x="8991" y="48149"/>
                          <a:pt x="20044" y="48149"/>
                        </a:cubicBezTo>
                        <a:cubicBezTo>
                          <a:pt x="31096" y="48149"/>
                          <a:pt x="40087" y="3734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718" name="Freeform 17717">
                    <a:extLst>
                      <a:ext uri="{FF2B5EF4-FFF2-40B4-BE49-F238E27FC236}">
                        <a16:creationId xmlns:a16="http://schemas.microsoft.com/office/drawing/2014/main" id="{8339C1CC-3A7E-ACF7-BA0C-F0CC57591CA8}"/>
                      </a:ext>
                    </a:extLst>
                  </p:cNvPr>
                  <p:cNvSpPr/>
                  <p:nvPr/>
                </p:nvSpPr>
                <p:spPr>
                  <a:xfrm>
                    <a:off x="9199047" y="3591601"/>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8"/>
                          <a:pt x="20044" y="48148"/>
                        </a:cubicBezTo>
                        <a:cubicBezTo>
                          <a:pt x="8974" y="48148"/>
                          <a:pt x="0" y="37370"/>
                          <a:pt x="0" y="24074"/>
                        </a:cubicBezTo>
                        <a:cubicBezTo>
                          <a:pt x="0" y="10778"/>
                          <a:pt x="8974" y="0"/>
                          <a:pt x="20044" y="0"/>
                        </a:cubicBezTo>
                        <a:cubicBezTo>
                          <a:pt x="31113"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719" name="Freeform 17718">
                    <a:extLst>
                      <a:ext uri="{FF2B5EF4-FFF2-40B4-BE49-F238E27FC236}">
                        <a16:creationId xmlns:a16="http://schemas.microsoft.com/office/drawing/2014/main" id="{6943DF32-948E-E773-4C8C-6CCADA816F24}"/>
                      </a:ext>
                    </a:extLst>
                  </p:cNvPr>
                  <p:cNvSpPr/>
                  <p:nvPr/>
                </p:nvSpPr>
                <p:spPr>
                  <a:xfrm>
                    <a:off x="9260828" y="2891965"/>
                    <a:ext cx="40087" cy="48148"/>
                  </a:xfrm>
                  <a:custGeom>
                    <a:avLst/>
                    <a:gdLst>
                      <a:gd name="connsiteX0" fmla="*/ 40087 w 40087"/>
                      <a:gd name="connsiteY0" fmla="*/ 24074 h 48148"/>
                      <a:gd name="connsiteX1" fmla="*/ 20044 w 40087"/>
                      <a:gd name="connsiteY1" fmla="*/ 0 h 48148"/>
                      <a:gd name="connsiteX2" fmla="*/ 0 w 40087"/>
                      <a:gd name="connsiteY2" fmla="*/ 24074 h 48148"/>
                      <a:gd name="connsiteX3" fmla="*/ 20044 w 40087"/>
                      <a:gd name="connsiteY3" fmla="*/ 48148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10800"/>
                          <a:pt x="31096" y="0"/>
                          <a:pt x="20044" y="0"/>
                        </a:cubicBezTo>
                        <a:cubicBezTo>
                          <a:pt x="8991" y="0"/>
                          <a:pt x="0" y="10800"/>
                          <a:pt x="0" y="24074"/>
                        </a:cubicBezTo>
                        <a:cubicBezTo>
                          <a:pt x="0" y="37348"/>
                          <a:pt x="8991" y="48148"/>
                          <a:pt x="20044" y="48148"/>
                        </a:cubicBezTo>
                        <a:cubicBezTo>
                          <a:pt x="31096" y="48148"/>
                          <a:pt x="40087" y="3734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720" name="Freeform 17719">
                    <a:extLst>
                      <a:ext uri="{FF2B5EF4-FFF2-40B4-BE49-F238E27FC236}">
                        <a16:creationId xmlns:a16="http://schemas.microsoft.com/office/drawing/2014/main" id="{FAD68C58-99D1-B1E7-A010-78A17EDC961E}"/>
                      </a:ext>
                    </a:extLst>
                  </p:cNvPr>
                  <p:cNvSpPr/>
                  <p:nvPr/>
                </p:nvSpPr>
                <p:spPr>
                  <a:xfrm>
                    <a:off x="9195747" y="3511876"/>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4"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721" name="Freeform 17720">
                    <a:extLst>
                      <a:ext uri="{FF2B5EF4-FFF2-40B4-BE49-F238E27FC236}">
                        <a16:creationId xmlns:a16="http://schemas.microsoft.com/office/drawing/2014/main" id="{1CC4E592-7C1B-CE36-D859-6923FA84E048}"/>
                      </a:ext>
                    </a:extLst>
                  </p:cNvPr>
                  <p:cNvSpPr/>
                  <p:nvPr/>
                </p:nvSpPr>
                <p:spPr>
                  <a:xfrm>
                    <a:off x="9178343" y="3369409"/>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8"/>
                          <a:pt x="20044" y="48148"/>
                        </a:cubicBezTo>
                        <a:cubicBezTo>
                          <a:pt x="8974" y="48148"/>
                          <a:pt x="0" y="37370"/>
                          <a:pt x="0" y="24074"/>
                        </a:cubicBezTo>
                        <a:cubicBezTo>
                          <a:pt x="0" y="10778"/>
                          <a:pt x="8974" y="0"/>
                          <a:pt x="20044" y="0"/>
                        </a:cubicBezTo>
                        <a:cubicBezTo>
                          <a:pt x="31113"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723" name="Freeform 17722">
                    <a:extLst>
                      <a:ext uri="{FF2B5EF4-FFF2-40B4-BE49-F238E27FC236}">
                        <a16:creationId xmlns:a16="http://schemas.microsoft.com/office/drawing/2014/main" id="{42C74FCA-31A6-8257-CCAA-718C7CED7403}"/>
                      </a:ext>
                    </a:extLst>
                  </p:cNvPr>
                  <p:cNvSpPr/>
                  <p:nvPr/>
                </p:nvSpPr>
                <p:spPr>
                  <a:xfrm>
                    <a:off x="9201356" y="3229993"/>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3" y="48148"/>
                          <a:pt x="20044" y="48148"/>
                        </a:cubicBezTo>
                        <a:cubicBezTo>
                          <a:pt x="8974" y="48148"/>
                          <a:pt x="0" y="37370"/>
                          <a:pt x="0" y="24074"/>
                        </a:cubicBezTo>
                        <a:cubicBezTo>
                          <a:pt x="0" y="10778"/>
                          <a:pt x="8974" y="0"/>
                          <a:pt x="20044" y="0"/>
                        </a:cubicBezTo>
                        <a:cubicBezTo>
                          <a:pt x="31113"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724" name="Freeform 17723">
                    <a:extLst>
                      <a:ext uri="{FF2B5EF4-FFF2-40B4-BE49-F238E27FC236}">
                        <a16:creationId xmlns:a16="http://schemas.microsoft.com/office/drawing/2014/main" id="{F9A721AB-A796-660D-0BC1-7839518F2B7F}"/>
                      </a:ext>
                    </a:extLst>
                  </p:cNvPr>
                  <p:cNvSpPr/>
                  <p:nvPr/>
                </p:nvSpPr>
                <p:spPr>
                  <a:xfrm>
                    <a:off x="9203748" y="3179124"/>
                    <a:ext cx="40087" cy="48148"/>
                  </a:xfrm>
                  <a:custGeom>
                    <a:avLst/>
                    <a:gdLst>
                      <a:gd name="connsiteX0" fmla="*/ 40087 w 40087"/>
                      <a:gd name="connsiteY0" fmla="*/ 24074 h 48148"/>
                      <a:gd name="connsiteX1" fmla="*/ 20044 w 40087"/>
                      <a:gd name="connsiteY1" fmla="*/ 48148 h 48148"/>
                      <a:gd name="connsiteX2" fmla="*/ 0 w 40087"/>
                      <a:gd name="connsiteY2" fmla="*/ 24074 h 48148"/>
                      <a:gd name="connsiteX3" fmla="*/ 20044 w 40087"/>
                      <a:gd name="connsiteY3" fmla="*/ 0 h 48148"/>
                      <a:gd name="connsiteX4" fmla="*/ 40087 w 40087"/>
                      <a:gd name="connsiteY4" fmla="*/ 24074 h 48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87" h="48148">
                        <a:moveTo>
                          <a:pt x="40087" y="24074"/>
                        </a:moveTo>
                        <a:cubicBezTo>
                          <a:pt x="40087" y="37370"/>
                          <a:pt x="31114" y="48148"/>
                          <a:pt x="20044" y="48148"/>
                        </a:cubicBezTo>
                        <a:cubicBezTo>
                          <a:pt x="8974" y="48148"/>
                          <a:pt x="0" y="37370"/>
                          <a:pt x="0" y="24074"/>
                        </a:cubicBezTo>
                        <a:cubicBezTo>
                          <a:pt x="0" y="10778"/>
                          <a:pt x="8974" y="0"/>
                          <a:pt x="20044" y="0"/>
                        </a:cubicBezTo>
                        <a:cubicBezTo>
                          <a:pt x="31114" y="0"/>
                          <a:pt x="40087" y="10778"/>
                          <a:pt x="40087" y="24074"/>
                        </a:cubicBezTo>
                        <a:close/>
                      </a:path>
                    </a:pathLst>
                  </a:custGeom>
                  <a:solidFill>
                    <a:srgbClr val="54A4DB">
                      <a:alpha val="82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725" name="Freeform 17724">
                    <a:extLst>
                      <a:ext uri="{FF2B5EF4-FFF2-40B4-BE49-F238E27FC236}">
                        <a16:creationId xmlns:a16="http://schemas.microsoft.com/office/drawing/2014/main" id="{56497197-539C-91A9-1877-7D9C798D99F9}"/>
                      </a:ext>
                    </a:extLst>
                  </p:cNvPr>
                  <p:cNvSpPr/>
                  <p:nvPr/>
                </p:nvSpPr>
                <p:spPr>
                  <a:xfrm>
                    <a:off x="9177766" y="3204105"/>
                    <a:ext cx="142285" cy="397141"/>
                  </a:xfrm>
                  <a:custGeom>
                    <a:avLst/>
                    <a:gdLst>
                      <a:gd name="connsiteX0" fmla="*/ 0 w 142285"/>
                      <a:gd name="connsiteY0" fmla="*/ 0 h 397141"/>
                      <a:gd name="connsiteX1" fmla="*/ 142285 w 142285"/>
                      <a:gd name="connsiteY1" fmla="*/ 0 h 397141"/>
                      <a:gd name="connsiteX2" fmla="*/ 142285 w 142285"/>
                      <a:gd name="connsiteY2" fmla="*/ 397142 h 397141"/>
                      <a:gd name="connsiteX3" fmla="*/ 0 w 142285"/>
                      <a:gd name="connsiteY3" fmla="*/ 397142 h 397141"/>
                    </a:gdLst>
                    <a:ahLst/>
                    <a:cxnLst>
                      <a:cxn ang="0">
                        <a:pos x="connsiteX0" y="connsiteY0"/>
                      </a:cxn>
                      <a:cxn ang="0">
                        <a:pos x="connsiteX1" y="connsiteY1"/>
                      </a:cxn>
                      <a:cxn ang="0">
                        <a:pos x="connsiteX2" y="connsiteY2"/>
                      </a:cxn>
                      <a:cxn ang="0">
                        <a:pos x="connsiteX3" y="connsiteY3"/>
                      </a:cxn>
                    </a:cxnLst>
                    <a:rect l="l" t="t" r="r" b="b"/>
                    <a:pathLst>
                      <a:path w="142285" h="397141">
                        <a:moveTo>
                          <a:pt x="0" y="0"/>
                        </a:moveTo>
                        <a:lnTo>
                          <a:pt x="142285" y="0"/>
                        </a:lnTo>
                        <a:lnTo>
                          <a:pt x="142285" y="397142"/>
                        </a:lnTo>
                        <a:lnTo>
                          <a:pt x="0" y="397142"/>
                        </a:lnTo>
                        <a:close/>
                      </a:path>
                    </a:pathLst>
                  </a:custGeom>
                  <a:solidFill>
                    <a:srgbClr val="54A4DB"/>
                  </a:solidFill>
                  <a:ln w="8233" cap="flat">
                    <a:noFill/>
                    <a:prstDash val="solid"/>
                    <a:miter/>
                  </a:ln>
                </p:spPr>
                <p:txBody>
                  <a:bodyPr rtlCol="0" anchor="ctr"/>
                  <a:lstStyle/>
                  <a:p>
                    <a:endParaRPr lang="en-US">
                      <a:latin typeface="Helvetica Light" panose="020B0403020202020204" pitchFamily="34" charset="0"/>
                    </a:endParaRPr>
                  </a:p>
                </p:txBody>
              </p:sp>
              <p:sp>
                <p:nvSpPr>
                  <p:cNvPr id="17726" name="Freeform 17725">
                    <a:extLst>
                      <a:ext uri="{FF2B5EF4-FFF2-40B4-BE49-F238E27FC236}">
                        <a16:creationId xmlns:a16="http://schemas.microsoft.com/office/drawing/2014/main" id="{6E00211F-1179-3723-16A1-9CF3A0564BC7}"/>
                      </a:ext>
                    </a:extLst>
                  </p:cNvPr>
                  <p:cNvSpPr/>
                  <p:nvPr/>
                </p:nvSpPr>
                <p:spPr>
                  <a:xfrm>
                    <a:off x="9177766" y="3204105"/>
                    <a:ext cx="142285" cy="397141"/>
                  </a:xfrm>
                  <a:custGeom>
                    <a:avLst/>
                    <a:gdLst>
                      <a:gd name="connsiteX0" fmla="*/ 0 w 142285"/>
                      <a:gd name="connsiteY0" fmla="*/ 0 h 397141"/>
                      <a:gd name="connsiteX1" fmla="*/ 142285 w 142285"/>
                      <a:gd name="connsiteY1" fmla="*/ 0 h 397141"/>
                      <a:gd name="connsiteX2" fmla="*/ 142285 w 142285"/>
                      <a:gd name="connsiteY2" fmla="*/ 397142 h 397141"/>
                      <a:gd name="connsiteX3" fmla="*/ 0 w 142285"/>
                      <a:gd name="connsiteY3" fmla="*/ 397142 h 397141"/>
                    </a:gdLst>
                    <a:ahLst/>
                    <a:cxnLst>
                      <a:cxn ang="0">
                        <a:pos x="connsiteX0" y="connsiteY0"/>
                      </a:cxn>
                      <a:cxn ang="0">
                        <a:pos x="connsiteX1" y="connsiteY1"/>
                      </a:cxn>
                      <a:cxn ang="0">
                        <a:pos x="connsiteX2" y="connsiteY2"/>
                      </a:cxn>
                      <a:cxn ang="0">
                        <a:pos x="connsiteX3" y="connsiteY3"/>
                      </a:cxn>
                    </a:cxnLst>
                    <a:rect l="l" t="t" r="r" b="b"/>
                    <a:pathLst>
                      <a:path w="142285" h="397141">
                        <a:moveTo>
                          <a:pt x="0" y="0"/>
                        </a:moveTo>
                        <a:lnTo>
                          <a:pt x="142285" y="0"/>
                        </a:lnTo>
                        <a:lnTo>
                          <a:pt x="142285" y="397142"/>
                        </a:lnTo>
                        <a:lnTo>
                          <a:pt x="0" y="397142"/>
                        </a:lnTo>
                        <a:close/>
                      </a:path>
                    </a:pathLst>
                  </a:custGeom>
                  <a:solidFill>
                    <a:srgbClr val="54A4DB"/>
                  </a:solidFill>
                  <a:ln w="22560" cap="flat">
                    <a:solidFill>
                      <a:srgbClr val="000000"/>
                    </a:solidFill>
                    <a:prstDash val="solid"/>
                    <a:miter/>
                  </a:ln>
                </p:spPr>
                <p:txBody>
                  <a:bodyPr rtlCol="0" anchor="ctr"/>
                  <a:lstStyle/>
                  <a:p>
                    <a:endParaRPr lang="en-US">
                      <a:latin typeface="Helvetica Light" panose="020B0403020202020204" pitchFamily="34" charset="0"/>
                    </a:endParaRPr>
                  </a:p>
                </p:txBody>
              </p:sp>
              <p:sp>
                <p:nvSpPr>
                  <p:cNvPr id="17727" name="Freeform 17726">
                    <a:extLst>
                      <a:ext uri="{FF2B5EF4-FFF2-40B4-BE49-F238E27FC236}">
                        <a16:creationId xmlns:a16="http://schemas.microsoft.com/office/drawing/2014/main" id="{D76BF532-5235-03D1-ADD1-C0670C76FA44}"/>
                      </a:ext>
                    </a:extLst>
                  </p:cNvPr>
                  <p:cNvSpPr/>
                  <p:nvPr/>
                </p:nvSpPr>
                <p:spPr>
                  <a:xfrm>
                    <a:off x="9177766" y="3340471"/>
                    <a:ext cx="142285" cy="8244"/>
                  </a:xfrm>
                  <a:custGeom>
                    <a:avLst/>
                    <a:gdLst>
                      <a:gd name="connsiteX0" fmla="*/ 0 w 142285"/>
                      <a:gd name="connsiteY0" fmla="*/ 0 h 8244"/>
                      <a:gd name="connsiteX1" fmla="*/ 142285 w 142285"/>
                      <a:gd name="connsiteY1" fmla="*/ 0 h 8244"/>
                    </a:gdLst>
                    <a:ahLst/>
                    <a:cxnLst>
                      <a:cxn ang="0">
                        <a:pos x="connsiteX0" y="connsiteY0"/>
                      </a:cxn>
                      <a:cxn ang="0">
                        <a:pos x="connsiteX1" y="connsiteY1"/>
                      </a:cxn>
                    </a:cxnLst>
                    <a:rect l="l" t="t" r="r" b="b"/>
                    <a:pathLst>
                      <a:path w="142285" h="8244">
                        <a:moveTo>
                          <a:pt x="0" y="0"/>
                        </a:moveTo>
                        <a:lnTo>
                          <a:pt x="142285" y="0"/>
                        </a:lnTo>
                      </a:path>
                    </a:pathLst>
                  </a:custGeom>
                  <a:ln w="22560" cap="flat">
                    <a:solidFill>
                      <a:srgbClr val="FFFFFF"/>
                    </a:solidFill>
                    <a:prstDash val="solid"/>
                    <a:round/>
                  </a:ln>
                </p:spPr>
                <p:txBody>
                  <a:bodyPr rtlCol="0" anchor="ctr"/>
                  <a:lstStyle/>
                  <a:p>
                    <a:endParaRPr lang="en-US">
                      <a:latin typeface="Helvetica Light" panose="020B0403020202020204" pitchFamily="34" charset="0"/>
                    </a:endParaRPr>
                  </a:p>
                </p:txBody>
              </p:sp>
              <p:grpSp>
                <p:nvGrpSpPr>
                  <p:cNvPr id="17740" name="Group 17739">
                    <a:extLst>
                      <a:ext uri="{FF2B5EF4-FFF2-40B4-BE49-F238E27FC236}">
                        <a16:creationId xmlns:a16="http://schemas.microsoft.com/office/drawing/2014/main" id="{80D67F40-3D54-F256-863C-41E56A9800E3}"/>
                      </a:ext>
                    </a:extLst>
                  </p:cNvPr>
                  <p:cNvGrpSpPr/>
                  <p:nvPr/>
                </p:nvGrpSpPr>
                <p:grpSpPr>
                  <a:xfrm>
                    <a:off x="8266206" y="1991776"/>
                    <a:ext cx="1390124" cy="4241752"/>
                    <a:chOff x="8266206" y="1991776"/>
                    <a:chExt cx="1390124" cy="4241752"/>
                  </a:xfrm>
                </p:grpSpPr>
                <p:sp>
                  <p:nvSpPr>
                    <p:cNvPr id="17657" name="TextBox 17656">
                      <a:extLst>
                        <a:ext uri="{FF2B5EF4-FFF2-40B4-BE49-F238E27FC236}">
                          <a16:creationId xmlns:a16="http://schemas.microsoft.com/office/drawing/2014/main" id="{D08AF0C2-C7C4-D6D4-1E28-5DC5728E2635}"/>
                        </a:ext>
                      </a:extLst>
                    </p:cNvPr>
                    <p:cNvSpPr txBox="1"/>
                    <p:nvPr/>
                  </p:nvSpPr>
                  <p:spPr>
                    <a:xfrm rot="18900000">
                      <a:off x="8266206" y="5864196"/>
                      <a:ext cx="1390124" cy="369332"/>
                    </a:xfrm>
                    <a:prstGeom prst="rect">
                      <a:avLst/>
                    </a:prstGeom>
                    <a:noFill/>
                  </p:spPr>
                  <p:txBody>
                    <a:bodyPr wrap="none" rtlCol="0">
                      <a:spAutoFit/>
                    </a:bodyPr>
                    <a:lstStyle/>
                    <a:p>
                      <a:pPr algn="l"/>
                      <a:r>
                        <a:rPr lang="en-US" spc="0" baseline="0">
                          <a:ln/>
                          <a:solidFill>
                            <a:srgbClr val="231F20"/>
                          </a:solidFill>
                          <a:latin typeface="Helvetica Light" panose="020B0403020202020204" pitchFamily="34" charset="0"/>
                          <a:sym typeface="Helvetica-Light"/>
                          <a:rtl val="0"/>
                        </a:rPr>
                        <a:t>Similar-item</a:t>
                      </a:r>
                    </a:p>
                  </p:txBody>
                </p:sp>
                <p:sp>
                  <p:nvSpPr>
                    <p:cNvPr id="17698" name="Freeform 17697">
                      <a:extLst>
                        <a:ext uri="{FF2B5EF4-FFF2-40B4-BE49-F238E27FC236}">
                          <a16:creationId xmlns:a16="http://schemas.microsoft.com/office/drawing/2014/main" id="{28F129AC-E47A-F566-A2C0-246D506C7A10}"/>
                        </a:ext>
                      </a:extLst>
                    </p:cNvPr>
                    <p:cNvSpPr/>
                    <p:nvPr/>
                  </p:nvSpPr>
                  <p:spPr>
                    <a:xfrm>
                      <a:off x="8938397" y="2078141"/>
                      <a:ext cx="621024" cy="2313102"/>
                    </a:xfrm>
                    <a:custGeom>
                      <a:avLst/>
                      <a:gdLst>
                        <a:gd name="connsiteX0" fmla="*/ 311626 w 621024"/>
                        <a:gd name="connsiteY0" fmla="*/ 93411 h 2313102"/>
                        <a:gd name="connsiteX1" fmla="*/ 311296 w 621024"/>
                        <a:gd name="connsiteY1" fmla="*/ 70079 h 2313102"/>
                        <a:gd name="connsiteX2" fmla="*/ 311048 w 621024"/>
                        <a:gd name="connsiteY2" fmla="*/ 46747 h 2313102"/>
                        <a:gd name="connsiteX3" fmla="*/ 310883 w 621024"/>
                        <a:gd name="connsiteY3" fmla="*/ 23332 h 2313102"/>
                        <a:gd name="connsiteX4" fmla="*/ 310801 w 621024"/>
                        <a:gd name="connsiteY4" fmla="*/ 0 h 2313102"/>
                        <a:gd name="connsiteX5" fmla="*/ 310223 w 621024"/>
                        <a:gd name="connsiteY5" fmla="*/ 0 h 2313102"/>
                        <a:gd name="connsiteX6" fmla="*/ 310141 w 621024"/>
                        <a:gd name="connsiteY6" fmla="*/ 23332 h 2313102"/>
                        <a:gd name="connsiteX7" fmla="*/ 309976 w 621024"/>
                        <a:gd name="connsiteY7" fmla="*/ 46747 h 2313102"/>
                        <a:gd name="connsiteX8" fmla="*/ 309728 w 621024"/>
                        <a:gd name="connsiteY8" fmla="*/ 70079 h 2313102"/>
                        <a:gd name="connsiteX9" fmla="*/ 309398 w 621024"/>
                        <a:gd name="connsiteY9" fmla="*/ 93411 h 2313102"/>
                        <a:gd name="connsiteX10" fmla="*/ 308986 w 621024"/>
                        <a:gd name="connsiteY10" fmla="*/ 116826 h 2313102"/>
                        <a:gd name="connsiteX11" fmla="*/ 308409 w 621024"/>
                        <a:gd name="connsiteY11" fmla="*/ 140158 h 2313102"/>
                        <a:gd name="connsiteX12" fmla="*/ 307749 w 621024"/>
                        <a:gd name="connsiteY12" fmla="*/ 163573 h 2313102"/>
                        <a:gd name="connsiteX13" fmla="*/ 306841 w 621024"/>
                        <a:gd name="connsiteY13" fmla="*/ 186905 h 2313102"/>
                        <a:gd name="connsiteX14" fmla="*/ 305769 w 621024"/>
                        <a:gd name="connsiteY14" fmla="*/ 210237 h 2313102"/>
                        <a:gd name="connsiteX15" fmla="*/ 304367 w 621024"/>
                        <a:gd name="connsiteY15" fmla="*/ 233652 h 2313102"/>
                        <a:gd name="connsiteX16" fmla="*/ 302800 w 621024"/>
                        <a:gd name="connsiteY16" fmla="*/ 256984 h 2313102"/>
                        <a:gd name="connsiteX17" fmla="*/ 300985 w 621024"/>
                        <a:gd name="connsiteY17" fmla="*/ 280399 h 2313102"/>
                        <a:gd name="connsiteX18" fmla="*/ 298840 w 621024"/>
                        <a:gd name="connsiteY18" fmla="*/ 303731 h 2313102"/>
                        <a:gd name="connsiteX19" fmla="*/ 296366 w 621024"/>
                        <a:gd name="connsiteY19" fmla="*/ 327063 h 2313102"/>
                        <a:gd name="connsiteX20" fmla="*/ 293644 w 621024"/>
                        <a:gd name="connsiteY20" fmla="*/ 350478 h 2313102"/>
                        <a:gd name="connsiteX21" fmla="*/ 290592 w 621024"/>
                        <a:gd name="connsiteY21" fmla="*/ 373810 h 2313102"/>
                        <a:gd name="connsiteX22" fmla="*/ 287210 w 621024"/>
                        <a:gd name="connsiteY22" fmla="*/ 397224 h 2313102"/>
                        <a:gd name="connsiteX23" fmla="*/ 283581 w 621024"/>
                        <a:gd name="connsiteY23" fmla="*/ 420557 h 2313102"/>
                        <a:gd name="connsiteX24" fmla="*/ 279704 w 621024"/>
                        <a:gd name="connsiteY24" fmla="*/ 443889 h 2313102"/>
                        <a:gd name="connsiteX25" fmla="*/ 275498 w 621024"/>
                        <a:gd name="connsiteY25" fmla="*/ 467303 h 2313102"/>
                        <a:gd name="connsiteX26" fmla="*/ 271043 w 621024"/>
                        <a:gd name="connsiteY26" fmla="*/ 490636 h 2313102"/>
                        <a:gd name="connsiteX27" fmla="*/ 266259 w 621024"/>
                        <a:gd name="connsiteY27" fmla="*/ 514050 h 2313102"/>
                        <a:gd name="connsiteX28" fmla="*/ 261310 w 621024"/>
                        <a:gd name="connsiteY28" fmla="*/ 537382 h 2313102"/>
                        <a:gd name="connsiteX29" fmla="*/ 256031 w 621024"/>
                        <a:gd name="connsiteY29" fmla="*/ 560715 h 2313102"/>
                        <a:gd name="connsiteX30" fmla="*/ 250505 w 621024"/>
                        <a:gd name="connsiteY30" fmla="*/ 584129 h 2313102"/>
                        <a:gd name="connsiteX31" fmla="*/ 244731 w 621024"/>
                        <a:gd name="connsiteY31" fmla="*/ 607461 h 2313102"/>
                        <a:gd name="connsiteX32" fmla="*/ 238710 w 621024"/>
                        <a:gd name="connsiteY32" fmla="*/ 630876 h 2313102"/>
                        <a:gd name="connsiteX33" fmla="*/ 232441 w 621024"/>
                        <a:gd name="connsiteY33" fmla="*/ 654208 h 2313102"/>
                        <a:gd name="connsiteX34" fmla="*/ 226007 w 621024"/>
                        <a:gd name="connsiteY34" fmla="*/ 677540 h 2313102"/>
                        <a:gd name="connsiteX35" fmla="*/ 219326 w 621024"/>
                        <a:gd name="connsiteY35" fmla="*/ 700955 h 2313102"/>
                        <a:gd name="connsiteX36" fmla="*/ 212397 w 621024"/>
                        <a:gd name="connsiteY36" fmla="*/ 724287 h 2313102"/>
                        <a:gd name="connsiteX37" fmla="*/ 205221 w 621024"/>
                        <a:gd name="connsiteY37" fmla="*/ 747702 h 2313102"/>
                        <a:gd name="connsiteX38" fmla="*/ 197880 w 621024"/>
                        <a:gd name="connsiteY38" fmla="*/ 771034 h 2313102"/>
                        <a:gd name="connsiteX39" fmla="*/ 190209 w 621024"/>
                        <a:gd name="connsiteY39" fmla="*/ 794366 h 2313102"/>
                        <a:gd name="connsiteX40" fmla="*/ 182208 w 621024"/>
                        <a:gd name="connsiteY40" fmla="*/ 817781 h 2313102"/>
                        <a:gd name="connsiteX41" fmla="*/ 173712 w 621024"/>
                        <a:gd name="connsiteY41" fmla="*/ 841113 h 2313102"/>
                        <a:gd name="connsiteX42" fmla="*/ 164721 w 621024"/>
                        <a:gd name="connsiteY42" fmla="*/ 864528 h 2313102"/>
                        <a:gd name="connsiteX43" fmla="*/ 155153 w 621024"/>
                        <a:gd name="connsiteY43" fmla="*/ 887860 h 2313102"/>
                        <a:gd name="connsiteX44" fmla="*/ 144925 w 621024"/>
                        <a:gd name="connsiteY44" fmla="*/ 911192 h 2313102"/>
                        <a:gd name="connsiteX45" fmla="*/ 133954 w 621024"/>
                        <a:gd name="connsiteY45" fmla="*/ 934607 h 2313102"/>
                        <a:gd name="connsiteX46" fmla="*/ 122324 w 621024"/>
                        <a:gd name="connsiteY46" fmla="*/ 957939 h 2313102"/>
                        <a:gd name="connsiteX47" fmla="*/ 110117 w 621024"/>
                        <a:gd name="connsiteY47" fmla="*/ 981354 h 2313102"/>
                        <a:gd name="connsiteX48" fmla="*/ 97414 w 621024"/>
                        <a:gd name="connsiteY48" fmla="*/ 1004686 h 2313102"/>
                        <a:gd name="connsiteX49" fmla="*/ 84464 w 621024"/>
                        <a:gd name="connsiteY49" fmla="*/ 1028018 h 2313102"/>
                        <a:gd name="connsiteX50" fmla="*/ 71596 w 621024"/>
                        <a:gd name="connsiteY50" fmla="*/ 1051433 h 2313102"/>
                        <a:gd name="connsiteX51" fmla="*/ 58976 w 621024"/>
                        <a:gd name="connsiteY51" fmla="*/ 1074765 h 2313102"/>
                        <a:gd name="connsiteX52" fmla="*/ 47016 w 621024"/>
                        <a:gd name="connsiteY52" fmla="*/ 1098179 h 2313102"/>
                        <a:gd name="connsiteX53" fmla="*/ 35963 w 621024"/>
                        <a:gd name="connsiteY53" fmla="*/ 1121512 h 2313102"/>
                        <a:gd name="connsiteX54" fmla="*/ 26065 w 621024"/>
                        <a:gd name="connsiteY54" fmla="*/ 1144844 h 2313102"/>
                        <a:gd name="connsiteX55" fmla="*/ 17734 w 621024"/>
                        <a:gd name="connsiteY55" fmla="*/ 1168258 h 2313102"/>
                        <a:gd name="connsiteX56" fmla="*/ 10888 w 621024"/>
                        <a:gd name="connsiteY56" fmla="*/ 1191591 h 2313102"/>
                        <a:gd name="connsiteX57" fmla="*/ 5774 w 621024"/>
                        <a:gd name="connsiteY57" fmla="*/ 1215005 h 2313102"/>
                        <a:gd name="connsiteX58" fmla="*/ 2310 w 621024"/>
                        <a:gd name="connsiteY58" fmla="*/ 1238337 h 2313102"/>
                        <a:gd name="connsiteX59" fmla="*/ 412 w 621024"/>
                        <a:gd name="connsiteY59" fmla="*/ 1261670 h 2313102"/>
                        <a:gd name="connsiteX60" fmla="*/ 0 w 621024"/>
                        <a:gd name="connsiteY60" fmla="*/ 1285084 h 2313102"/>
                        <a:gd name="connsiteX61" fmla="*/ 825 w 621024"/>
                        <a:gd name="connsiteY61" fmla="*/ 1308416 h 2313102"/>
                        <a:gd name="connsiteX62" fmla="*/ 2804 w 621024"/>
                        <a:gd name="connsiteY62" fmla="*/ 1331831 h 2313102"/>
                        <a:gd name="connsiteX63" fmla="*/ 5691 w 621024"/>
                        <a:gd name="connsiteY63" fmla="*/ 1355163 h 2313102"/>
                        <a:gd name="connsiteX64" fmla="*/ 9486 w 621024"/>
                        <a:gd name="connsiteY64" fmla="*/ 1378495 h 2313102"/>
                        <a:gd name="connsiteX65" fmla="*/ 14022 w 621024"/>
                        <a:gd name="connsiteY65" fmla="*/ 1401910 h 2313102"/>
                        <a:gd name="connsiteX66" fmla="*/ 19301 w 621024"/>
                        <a:gd name="connsiteY66" fmla="*/ 1425242 h 2313102"/>
                        <a:gd name="connsiteX67" fmla="*/ 25405 w 621024"/>
                        <a:gd name="connsiteY67" fmla="*/ 1448657 h 2313102"/>
                        <a:gd name="connsiteX68" fmla="*/ 32416 w 621024"/>
                        <a:gd name="connsiteY68" fmla="*/ 1471989 h 2313102"/>
                        <a:gd name="connsiteX69" fmla="*/ 40417 w 621024"/>
                        <a:gd name="connsiteY69" fmla="*/ 1495321 h 2313102"/>
                        <a:gd name="connsiteX70" fmla="*/ 49408 w 621024"/>
                        <a:gd name="connsiteY70" fmla="*/ 1518736 h 2313102"/>
                        <a:gd name="connsiteX71" fmla="*/ 59554 w 621024"/>
                        <a:gd name="connsiteY71" fmla="*/ 1542068 h 2313102"/>
                        <a:gd name="connsiteX72" fmla="*/ 70771 w 621024"/>
                        <a:gd name="connsiteY72" fmla="*/ 1565483 h 2313102"/>
                        <a:gd name="connsiteX73" fmla="*/ 83144 w 621024"/>
                        <a:gd name="connsiteY73" fmla="*/ 1588815 h 2313102"/>
                        <a:gd name="connsiteX74" fmla="*/ 96506 w 621024"/>
                        <a:gd name="connsiteY74" fmla="*/ 1612147 h 2313102"/>
                        <a:gd name="connsiteX75" fmla="*/ 110776 w 621024"/>
                        <a:gd name="connsiteY75" fmla="*/ 1635562 h 2313102"/>
                        <a:gd name="connsiteX76" fmla="*/ 125706 w 621024"/>
                        <a:gd name="connsiteY76" fmla="*/ 1658894 h 2313102"/>
                        <a:gd name="connsiteX77" fmla="*/ 141048 w 621024"/>
                        <a:gd name="connsiteY77" fmla="*/ 1682309 h 2313102"/>
                        <a:gd name="connsiteX78" fmla="*/ 156555 w 621024"/>
                        <a:gd name="connsiteY78" fmla="*/ 1705641 h 2313102"/>
                        <a:gd name="connsiteX79" fmla="*/ 171980 w 621024"/>
                        <a:gd name="connsiteY79" fmla="*/ 1728973 h 2313102"/>
                        <a:gd name="connsiteX80" fmla="*/ 187074 w 621024"/>
                        <a:gd name="connsiteY80" fmla="*/ 1752388 h 2313102"/>
                        <a:gd name="connsiteX81" fmla="*/ 201592 w 621024"/>
                        <a:gd name="connsiteY81" fmla="*/ 1775720 h 2313102"/>
                        <a:gd name="connsiteX82" fmla="*/ 215284 w 621024"/>
                        <a:gd name="connsiteY82" fmla="*/ 1799135 h 2313102"/>
                        <a:gd name="connsiteX83" fmla="*/ 228152 w 621024"/>
                        <a:gd name="connsiteY83" fmla="*/ 1822467 h 2313102"/>
                        <a:gd name="connsiteX84" fmla="*/ 239947 w 621024"/>
                        <a:gd name="connsiteY84" fmla="*/ 1845799 h 2313102"/>
                        <a:gd name="connsiteX85" fmla="*/ 250670 w 621024"/>
                        <a:gd name="connsiteY85" fmla="*/ 1869214 h 2313102"/>
                        <a:gd name="connsiteX86" fmla="*/ 260238 w 621024"/>
                        <a:gd name="connsiteY86" fmla="*/ 1892546 h 2313102"/>
                        <a:gd name="connsiteX87" fmla="*/ 268734 w 621024"/>
                        <a:gd name="connsiteY87" fmla="*/ 1915960 h 2313102"/>
                        <a:gd name="connsiteX88" fmla="*/ 276157 w 621024"/>
                        <a:gd name="connsiteY88" fmla="*/ 1939293 h 2313102"/>
                        <a:gd name="connsiteX89" fmla="*/ 282509 w 621024"/>
                        <a:gd name="connsiteY89" fmla="*/ 1962625 h 2313102"/>
                        <a:gd name="connsiteX90" fmla="*/ 287953 w 621024"/>
                        <a:gd name="connsiteY90" fmla="*/ 1986039 h 2313102"/>
                        <a:gd name="connsiteX91" fmla="*/ 292572 w 621024"/>
                        <a:gd name="connsiteY91" fmla="*/ 2009372 h 2313102"/>
                        <a:gd name="connsiteX92" fmla="*/ 296366 w 621024"/>
                        <a:gd name="connsiteY92" fmla="*/ 2032786 h 2313102"/>
                        <a:gd name="connsiteX93" fmla="*/ 299500 w 621024"/>
                        <a:gd name="connsiteY93" fmla="*/ 2056118 h 2313102"/>
                        <a:gd name="connsiteX94" fmla="*/ 302057 w 621024"/>
                        <a:gd name="connsiteY94" fmla="*/ 2079451 h 2313102"/>
                        <a:gd name="connsiteX95" fmla="*/ 304037 w 621024"/>
                        <a:gd name="connsiteY95" fmla="*/ 2102865 h 2313102"/>
                        <a:gd name="connsiteX96" fmla="*/ 305687 w 621024"/>
                        <a:gd name="connsiteY96" fmla="*/ 2126197 h 2313102"/>
                        <a:gd name="connsiteX97" fmla="*/ 306924 w 621024"/>
                        <a:gd name="connsiteY97" fmla="*/ 2149612 h 2313102"/>
                        <a:gd name="connsiteX98" fmla="*/ 307914 w 621024"/>
                        <a:gd name="connsiteY98" fmla="*/ 2172944 h 2313102"/>
                        <a:gd name="connsiteX99" fmla="*/ 308656 w 621024"/>
                        <a:gd name="connsiteY99" fmla="*/ 2196276 h 2313102"/>
                        <a:gd name="connsiteX100" fmla="*/ 309151 w 621024"/>
                        <a:gd name="connsiteY100" fmla="*/ 2219691 h 2313102"/>
                        <a:gd name="connsiteX101" fmla="*/ 309564 w 621024"/>
                        <a:gd name="connsiteY101" fmla="*/ 2243023 h 2313102"/>
                        <a:gd name="connsiteX102" fmla="*/ 309894 w 621024"/>
                        <a:gd name="connsiteY102" fmla="*/ 2266438 h 2313102"/>
                        <a:gd name="connsiteX103" fmla="*/ 310058 w 621024"/>
                        <a:gd name="connsiteY103" fmla="*/ 2289770 h 2313102"/>
                        <a:gd name="connsiteX104" fmla="*/ 310223 w 621024"/>
                        <a:gd name="connsiteY104" fmla="*/ 2313102 h 2313102"/>
                        <a:gd name="connsiteX105" fmla="*/ 310801 w 621024"/>
                        <a:gd name="connsiteY105" fmla="*/ 2313102 h 2313102"/>
                        <a:gd name="connsiteX106" fmla="*/ 310966 w 621024"/>
                        <a:gd name="connsiteY106" fmla="*/ 2289770 h 2313102"/>
                        <a:gd name="connsiteX107" fmla="*/ 311131 w 621024"/>
                        <a:gd name="connsiteY107" fmla="*/ 2266438 h 2313102"/>
                        <a:gd name="connsiteX108" fmla="*/ 311461 w 621024"/>
                        <a:gd name="connsiteY108" fmla="*/ 2243023 h 2313102"/>
                        <a:gd name="connsiteX109" fmla="*/ 311873 w 621024"/>
                        <a:gd name="connsiteY109" fmla="*/ 2219691 h 2313102"/>
                        <a:gd name="connsiteX110" fmla="*/ 312451 w 621024"/>
                        <a:gd name="connsiteY110" fmla="*/ 2196276 h 2313102"/>
                        <a:gd name="connsiteX111" fmla="*/ 313110 w 621024"/>
                        <a:gd name="connsiteY111" fmla="*/ 2172944 h 2313102"/>
                        <a:gd name="connsiteX112" fmla="*/ 314100 w 621024"/>
                        <a:gd name="connsiteY112" fmla="*/ 2149612 h 2313102"/>
                        <a:gd name="connsiteX113" fmla="*/ 315337 w 621024"/>
                        <a:gd name="connsiteY113" fmla="*/ 2126197 h 2313102"/>
                        <a:gd name="connsiteX114" fmla="*/ 316987 w 621024"/>
                        <a:gd name="connsiteY114" fmla="*/ 2102865 h 2313102"/>
                        <a:gd name="connsiteX115" fmla="*/ 319049 w 621024"/>
                        <a:gd name="connsiteY115" fmla="*/ 2079451 h 2313102"/>
                        <a:gd name="connsiteX116" fmla="*/ 321524 w 621024"/>
                        <a:gd name="connsiteY116" fmla="*/ 2056118 h 2313102"/>
                        <a:gd name="connsiteX117" fmla="*/ 324658 w 621024"/>
                        <a:gd name="connsiteY117" fmla="*/ 2032786 h 2313102"/>
                        <a:gd name="connsiteX118" fmla="*/ 328453 w 621024"/>
                        <a:gd name="connsiteY118" fmla="*/ 2009372 h 2313102"/>
                        <a:gd name="connsiteX119" fmla="*/ 333072 w 621024"/>
                        <a:gd name="connsiteY119" fmla="*/ 1986039 h 2313102"/>
                        <a:gd name="connsiteX120" fmla="*/ 338515 w 621024"/>
                        <a:gd name="connsiteY120" fmla="*/ 1962625 h 2313102"/>
                        <a:gd name="connsiteX121" fmla="*/ 344867 w 621024"/>
                        <a:gd name="connsiteY121" fmla="*/ 1939293 h 2313102"/>
                        <a:gd name="connsiteX122" fmla="*/ 352290 w 621024"/>
                        <a:gd name="connsiteY122" fmla="*/ 1915960 h 2313102"/>
                        <a:gd name="connsiteX123" fmla="*/ 360786 w 621024"/>
                        <a:gd name="connsiteY123" fmla="*/ 1892546 h 2313102"/>
                        <a:gd name="connsiteX124" fmla="*/ 370354 w 621024"/>
                        <a:gd name="connsiteY124" fmla="*/ 1869214 h 2313102"/>
                        <a:gd name="connsiteX125" fmla="*/ 381077 w 621024"/>
                        <a:gd name="connsiteY125" fmla="*/ 1845799 h 2313102"/>
                        <a:gd name="connsiteX126" fmla="*/ 392873 w 621024"/>
                        <a:gd name="connsiteY126" fmla="*/ 1822467 h 2313102"/>
                        <a:gd name="connsiteX127" fmla="*/ 405740 w 621024"/>
                        <a:gd name="connsiteY127" fmla="*/ 1799135 h 2313102"/>
                        <a:gd name="connsiteX128" fmla="*/ 419433 w 621024"/>
                        <a:gd name="connsiteY128" fmla="*/ 1775720 h 2313102"/>
                        <a:gd name="connsiteX129" fmla="*/ 433950 w 621024"/>
                        <a:gd name="connsiteY129" fmla="*/ 1752388 h 2313102"/>
                        <a:gd name="connsiteX130" fmla="*/ 449045 w 621024"/>
                        <a:gd name="connsiteY130" fmla="*/ 1728973 h 2313102"/>
                        <a:gd name="connsiteX131" fmla="*/ 464469 w 621024"/>
                        <a:gd name="connsiteY131" fmla="*/ 1705641 h 2313102"/>
                        <a:gd name="connsiteX132" fmla="*/ 479976 w 621024"/>
                        <a:gd name="connsiteY132" fmla="*/ 1682309 h 2313102"/>
                        <a:gd name="connsiteX133" fmla="*/ 495318 w 621024"/>
                        <a:gd name="connsiteY133" fmla="*/ 1658894 h 2313102"/>
                        <a:gd name="connsiteX134" fmla="*/ 510248 w 621024"/>
                        <a:gd name="connsiteY134" fmla="*/ 1635562 h 2313102"/>
                        <a:gd name="connsiteX135" fmla="*/ 524518 w 621024"/>
                        <a:gd name="connsiteY135" fmla="*/ 1612147 h 2313102"/>
                        <a:gd name="connsiteX136" fmla="*/ 537880 w 621024"/>
                        <a:gd name="connsiteY136" fmla="*/ 1588815 h 2313102"/>
                        <a:gd name="connsiteX137" fmla="*/ 550253 w 621024"/>
                        <a:gd name="connsiteY137" fmla="*/ 1565483 h 2313102"/>
                        <a:gd name="connsiteX138" fmla="*/ 561471 w 621024"/>
                        <a:gd name="connsiteY138" fmla="*/ 1542068 h 2313102"/>
                        <a:gd name="connsiteX139" fmla="*/ 571616 w 621024"/>
                        <a:gd name="connsiteY139" fmla="*/ 1518736 h 2313102"/>
                        <a:gd name="connsiteX140" fmla="*/ 580607 w 621024"/>
                        <a:gd name="connsiteY140" fmla="*/ 1495321 h 2313102"/>
                        <a:gd name="connsiteX141" fmla="*/ 588608 w 621024"/>
                        <a:gd name="connsiteY141" fmla="*/ 1471989 h 2313102"/>
                        <a:gd name="connsiteX142" fmla="*/ 595619 w 621024"/>
                        <a:gd name="connsiteY142" fmla="*/ 1448657 h 2313102"/>
                        <a:gd name="connsiteX143" fmla="*/ 601723 w 621024"/>
                        <a:gd name="connsiteY143" fmla="*/ 1425242 h 2313102"/>
                        <a:gd name="connsiteX144" fmla="*/ 607002 w 621024"/>
                        <a:gd name="connsiteY144" fmla="*/ 1401910 h 2313102"/>
                        <a:gd name="connsiteX145" fmla="*/ 611538 w 621024"/>
                        <a:gd name="connsiteY145" fmla="*/ 1378495 h 2313102"/>
                        <a:gd name="connsiteX146" fmla="*/ 615333 w 621024"/>
                        <a:gd name="connsiteY146" fmla="*/ 1355163 h 2313102"/>
                        <a:gd name="connsiteX147" fmla="*/ 618220 w 621024"/>
                        <a:gd name="connsiteY147" fmla="*/ 1331831 h 2313102"/>
                        <a:gd name="connsiteX148" fmla="*/ 620199 w 621024"/>
                        <a:gd name="connsiteY148" fmla="*/ 1308416 h 2313102"/>
                        <a:gd name="connsiteX149" fmla="*/ 621024 w 621024"/>
                        <a:gd name="connsiteY149" fmla="*/ 1285084 h 2313102"/>
                        <a:gd name="connsiteX150" fmla="*/ 620612 w 621024"/>
                        <a:gd name="connsiteY150" fmla="*/ 1261670 h 2313102"/>
                        <a:gd name="connsiteX151" fmla="*/ 618715 w 621024"/>
                        <a:gd name="connsiteY151" fmla="*/ 1238337 h 2313102"/>
                        <a:gd name="connsiteX152" fmla="*/ 615250 w 621024"/>
                        <a:gd name="connsiteY152" fmla="*/ 1215005 h 2313102"/>
                        <a:gd name="connsiteX153" fmla="*/ 610136 w 621024"/>
                        <a:gd name="connsiteY153" fmla="*/ 1191591 h 2313102"/>
                        <a:gd name="connsiteX154" fmla="*/ 603290 w 621024"/>
                        <a:gd name="connsiteY154" fmla="*/ 1168258 h 2313102"/>
                        <a:gd name="connsiteX155" fmla="*/ 594959 w 621024"/>
                        <a:gd name="connsiteY155" fmla="*/ 1144844 h 2313102"/>
                        <a:gd name="connsiteX156" fmla="*/ 585144 w 621024"/>
                        <a:gd name="connsiteY156" fmla="*/ 1121512 h 2313102"/>
                        <a:gd name="connsiteX157" fmla="*/ 574091 w 621024"/>
                        <a:gd name="connsiteY157" fmla="*/ 1098179 h 2313102"/>
                        <a:gd name="connsiteX158" fmla="*/ 562048 w 621024"/>
                        <a:gd name="connsiteY158" fmla="*/ 1074765 h 2313102"/>
                        <a:gd name="connsiteX159" fmla="*/ 549428 w 621024"/>
                        <a:gd name="connsiteY159" fmla="*/ 1051433 h 2313102"/>
                        <a:gd name="connsiteX160" fmla="*/ 536560 w 621024"/>
                        <a:gd name="connsiteY160" fmla="*/ 1028018 h 2313102"/>
                        <a:gd name="connsiteX161" fmla="*/ 523610 w 621024"/>
                        <a:gd name="connsiteY161" fmla="*/ 1004686 h 2313102"/>
                        <a:gd name="connsiteX162" fmla="*/ 510908 w 621024"/>
                        <a:gd name="connsiteY162" fmla="*/ 981354 h 2313102"/>
                        <a:gd name="connsiteX163" fmla="*/ 498700 w 621024"/>
                        <a:gd name="connsiteY163" fmla="*/ 957939 h 2313102"/>
                        <a:gd name="connsiteX164" fmla="*/ 487070 w 621024"/>
                        <a:gd name="connsiteY164" fmla="*/ 934607 h 2313102"/>
                        <a:gd name="connsiteX165" fmla="*/ 476099 w 621024"/>
                        <a:gd name="connsiteY165" fmla="*/ 911192 h 2313102"/>
                        <a:gd name="connsiteX166" fmla="*/ 465871 w 621024"/>
                        <a:gd name="connsiteY166" fmla="*/ 887860 h 2313102"/>
                        <a:gd name="connsiteX167" fmla="*/ 456303 w 621024"/>
                        <a:gd name="connsiteY167" fmla="*/ 864528 h 2313102"/>
                        <a:gd name="connsiteX168" fmla="*/ 447312 w 621024"/>
                        <a:gd name="connsiteY168" fmla="*/ 841113 h 2313102"/>
                        <a:gd name="connsiteX169" fmla="*/ 438899 w 621024"/>
                        <a:gd name="connsiteY169" fmla="*/ 817781 h 2313102"/>
                        <a:gd name="connsiteX170" fmla="*/ 430815 w 621024"/>
                        <a:gd name="connsiteY170" fmla="*/ 794366 h 2313102"/>
                        <a:gd name="connsiteX171" fmla="*/ 423144 w 621024"/>
                        <a:gd name="connsiteY171" fmla="*/ 771034 h 2313102"/>
                        <a:gd name="connsiteX172" fmla="*/ 415803 w 621024"/>
                        <a:gd name="connsiteY172" fmla="*/ 747702 h 2313102"/>
                        <a:gd name="connsiteX173" fmla="*/ 408627 w 621024"/>
                        <a:gd name="connsiteY173" fmla="*/ 724287 h 2313102"/>
                        <a:gd name="connsiteX174" fmla="*/ 401781 w 621024"/>
                        <a:gd name="connsiteY174" fmla="*/ 700955 h 2313102"/>
                        <a:gd name="connsiteX175" fmla="*/ 395017 w 621024"/>
                        <a:gd name="connsiteY175" fmla="*/ 677540 h 2313102"/>
                        <a:gd name="connsiteX176" fmla="*/ 388583 w 621024"/>
                        <a:gd name="connsiteY176" fmla="*/ 654208 h 2313102"/>
                        <a:gd name="connsiteX177" fmla="*/ 382315 w 621024"/>
                        <a:gd name="connsiteY177" fmla="*/ 630876 h 2313102"/>
                        <a:gd name="connsiteX178" fmla="*/ 376293 w 621024"/>
                        <a:gd name="connsiteY178" fmla="*/ 607461 h 2313102"/>
                        <a:gd name="connsiteX179" fmla="*/ 370519 w 621024"/>
                        <a:gd name="connsiteY179" fmla="*/ 584129 h 2313102"/>
                        <a:gd name="connsiteX180" fmla="*/ 364993 w 621024"/>
                        <a:gd name="connsiteY180" fmla="*/ 560715 h 2313102"/>
                        <a:gd name="connsiteX181" fmla="*/ 359714 w 621024"/>
                        <a:gd name="connsiteY181" fmla="*/ 537382 h 2313102"/>
                        <a:gd name="connsiteX182" fmla="*/ 354765 w 621024"/>
                        <a:gd name="connsiteY182" fmla="*/ 514050 h 2313102"/>
                        <a:gd name="connsiteX183" fmla="*/ 349981 w 621024"/>
                        <a:gd name="connsiteY183" fmla="*/ 490636 h 2313102"/>
                        <a:gd name="connsiteX184" fmla="*/ 345527 w 621024"/>
                        <a:gd name="connsiteY184" fmla="*/ 467303 h 2313102"/>
                        <a:gd name="connsiteX185" fmla="*/ 341320 w 621024"/>
                        <a:gd name="connsiteY185" fmla="*/ 443889 h 2313102"/>
                        <a:gd name="connsiteX186" fmla="*/ 337443 w 621024"/>
                        <a:gd name="connsiteY186" fmla="*/ 420557 h 2313102"/>
                        <a:gd name="connsiteX187" fmla="*/ 333814 w 621024"/>
                        <a:gd name="connsiteY187" fmla="*/ 397224 h 2313102"/>
                        <a:gd name="connsiteX188" fmla="*/ 330432 w 621024"/>
                        <a:gd name="connsiteY188" fmla="*/ 373810 h 2313102"/>
                        <a:gd name="connsiteX189" fmla="*/ 327380 w 621024"/>
                        <a:gd name="connsiteY189" fmla="*/ 350478 h 2313102"/>
                        <a:gd name="connsiteX190" fmla="*/ 324658 w 621024"/>
                        <a:gd name="connsiteY190" fmla="*/ 327063 h 2313102"/>
                        <a:gd name="connsiteX191" fmla="*/ 322184 w 621024"/>
                        <a:gd name="connsiteY191" fmla="*/ 303731 h 2313102"/>
                        <a:gd name="connsiteX192" fmla="*/ 320039 w 621024"/>
                        <a:gd name="connsiteY192" fmla="*/ 280399 h 2313102"/>
                        <a:gd name="connsiteX193" fmla="*/ 318224 w 621024"/>
                        <a:gd name="connsiteY193" fmla="*/ 256984 h 2313102"/>
                        <a:gd name="connsiteX194" fmla="*/ 316657 w 621024"/>
                        <a:gd name="connsiteY194" fmla="*/ 233652 h 2313102"/>
                        <a:gd name="connsiteX195" fmla="*/ 315337 w 621024"/>
                        <a:gd name="connsiteY195" fmla="*/ 210237 h 2313102"/>
                        <a:gd name="connsiteX196" fmla="*/ 314183 w 621024"/>
                        <a:gd name="connsiteY196" fmla="*/ 186905 h 2313102"/>
                        <a:gd name="connsiteX197" fmla="*/ 313358 w 621024"/>
                        <a:gd name="connsiteY197" fmla="*/ 163573 h 2313102"/>
                        <a:gd name="connsiteX198" fmla="*/ 312615 w 621024"/>
                        <a:gd name="connsiteY198" fmla="*/ 140158 h 2313102"/>
                        <a:gd name="connsiteX199" fmla="*/ 312038 w 621024"/>
                        <a:gd name="connsiteY199" fmla="*/ 116826 h 2313102"/>
                        <a:gd name="connsiteX200" fmla="*/ 311626 w 621024"/>
                        <a:gd name="connsiteY200" fmla="*/ 93411 h 23131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621024" h="2313102">
                          <a:moveTo>
                            <a:pt x="311626" y="93411"/>
                          </a:moveTo>
                          <a:lnTo>
                            <a:pt x="311296" y="70079"/>
                          </a:lnTo>
                          <a:lnTo>
                            <a:pt x="311048" y="46747"/>
                          </a:lnTo>
                          <a:lnTo>
                            <a:pt x="310883" y="23332"/>
                          </a:lnTo>
                          <a:lnTo>
                            <a:pt x="310801" y="0"/>
                          </a:lnTo>
                          <a:lnTo>
                            <a:pt x="310223" y="0"/>
                          </a:lnTo>
                          <a:lnTo>
                            <a:pt x="310141" y="23332"/>
                          </a:lnTo>
                          <a:lnTo>
                            <a:pt x="309976" y="46747"/>
                          </a:lnTo>
                          <a:lnTo>
                            <a:pt x="309728" y="70079"/>
                          </a:lnTo>
                          <a:lnTo>
                            <a:pt x="309398" y="93411"/>
                          </a:lnTo>
                          <a:lnTo>
                            <a:pt x="308986" y="116826"/>
                          </a:lnTo>
                          <a:lnTo>
                            <a:pt x="308409" y="140158"/>
                          </a:lnTo>
                          <a:lnTo>
                            <a:pt x="307749" y="163573"/>
                          </a:lnTo>
                          <a:lnTo>
                            <a:pt x="306841" y="186905"/>
                          </a:lnTo>
                          <a:lnTo>
                            <a:pt x="305769" y="210237"/>
                          </a:lnTo>
                          <a:lnTo>
                            <a:pt x="304367" y="233652"/>
                          </a:lnTo>
                          <a:lnTo>
                            <a:pt x="302800" y="256984"/>
                          </a:lnTo>
                          <a:lnTo>
                            <a:pt x="300985" y="280399"/>
                          </a:lnTo>
                          <a:lnTo>
                            <a:pt x="298840" y="303731"/>
                          </a:lnTo>
                          <a:lnTo>
                            <a:pt x="296366" y="327063"/>
                          </a:lnTo>
                          <a:lnTo>
                            <a:pt x="293644" y="350478"/>
                          </a:lnTo>
                          <a:lnTo>
                            <a:pt x="290592" y="373810"/>
                          </a:lnTo>
                          <a:lnTo>
                            <a:pt x="287210" y="397224"/>
                          </a:lnTo>
                          <a:lnTo>
                            <a:pt x="283581" y="420557"/>
                          </a:lnTo>
                          <a:lnTo>
                            <a:pt x="279704" y="443889"/>
                          </a:lnTo>
                          <a:lnTo>
                            <a:pt x="275498" y="467303"/>
                          </a:lnTo>
                          <a:lnTo>
                            <a:pt x="271043" y="490636"/>
                          </a:lnTo>
                          <a:lnTo>
                            <a:pt x="266259" y="514050"/>
                          </a:lnTo>
                          <a:lnTo>
                            <a:pt x="261310" y="537382"/>
                          </a:lnTo>
                          <a:lnTo>
                            <a:pt x="256031" y="560715"/>
                          </a:lnTo>
                          <a:lnTo>
                            <a:pt x="250505" y="584129"/>
                          </a:lnTo>
                          <a:lnTo>
                            <a:pt x="244731" y="607461"/>
                          </a:lnTo>
                          <a:lnTo>
                            <a:pt x="238710" y="630876"/>
                          </a:lnTo>
                          <a:lnTo>
                            <a:pt x="232441" y="654208"/>
                          </a:lnTo>
                          <a:lnTo>
                            <a:pt x="226007" y="677540"/>
                          </a:lnTo>
                          <a:lnTo>
                            <a:pt x="219326" y="700955"/>
                          </a:lnTo>
                          <a:lnTo>
                            <a:pt x="212397" y="724287"/>
                          </a:lnTo>
                          <a:lnTo>
                            <a:pt x="205221" y="747702"/>
                          </a:lnTo>
                          <a:lnTo>
                            <a:pt x="197880" y="771034"/>
                          </a:lnTo>
                          <a:lnTo>
                            <a:pt x="190209" y="794366"/>
                          </a:lnTo>
                          <a:lnTo>
                            <a:pt x="182208" y="817781"/>
                          </a:lnTo>
                          <a:lnTo>
                            <a:pt x="173712" y="841113"/>
                          </a:lnTo>
                          <a:lnTo>
                            <a:pt x="164721" y="864528"/>
                          </a:lnTo>
                          <a:lnTo>
                            <a:pt x="155153" y="887860"/>
                          </a:lnTo>
                          <a:lnTo>
                            <a:pt x="144925" y="911192"/>
                          </a:lnTo>
                          <a:lnTo>
                            <a:pt x="133954" y="934607"/>
                          </a:lnTo>
                          <a:lnTo>
                            <a:pt x="122324" y="957939"/>
                          </a:lnTo>
                          <a:lnTo>
                            <a:pt x="110117" y="981354"/>
                          </a:lnTo>
                          <a:lnTo>
                            <a:pt x="97414" y="1004686"/>
                          </a:lnTo>
                          <a:lnTo>
                            <a:pt x="84464" y="1028018"/>
                          </a:lnTo>
                          <a:lnTo>
                            <a:pt x="71596" y="1051433"/>
                          </a:lnTo>
                          <a:lnTo>
                            <a:pt x="58976" y="1074765"/>
                          </a:lnTo>
                          <a:lnTo>
                            <a:pt x="47016" y="1098179"/>
                          </a:lnTo>
                          <a:lnTo>
                            <a:pt x="35963" y="1121512"/>
                          </a:lnTo>
                          <a:lnTo>
                            <a:pt x="26065" y="1144844"/>
                          </a:lnTo>
                          <a:lnTo>
                            <a:pt x="17734" y="1168258"/>
                          </a:lnTo>
                          <a:lnTo>
                            <a:pt x="10888" y="1191591"/>
                          </a:lnTo>
                          <a:lnTo>
                            <a:pt x="5774" y="1215005"/>
                          </a:lnTo>
                          <a:lnTo>
                            <a:pt x="2310" y="1238337"/>
                          </a:lnTo>
                          <a:lnTo>
                            <a:pt x="412" y="1261670"/>
                          </a:lnTo>
                          <a:lnTo>
                            <a:pt x="0" y="1285084"/>
                          </a:lnTo>
                          <a:lnTo>
                            <a:pt x="825" y="1308416"/>
                          </a:lnTo>
                          <a:lnTo>
                            <a:pt x="2804" y="1331831"/>
                          </a:lnTo>
                          <a:lnTo>
                            <a:pt x="5691" y="1355163"/>
                          </a:lnTo>
                          <a:lnTo>
                            <a:pt x="9486" y="1378495"/>
                          </a:lnTo>
                          <a:lnTo>
                            <a:pt x="14022" y="1401910"/>
                          </a:lnTo>
                          <a:lnTo>
                            <a:pt x="19301" y="1425242"/>
                          </a:lnTo>
                          <a:lnTo>
                            <a:pt x="25405" y="1448657"/>
                          </a:lnTo>
                          <a:lnTo>
                            <a:pt x="32416" y="1471989"/>
                          </a:lnTo>
                          <a:lnTo>
                            <a:pt x="40417" y="1495321"/>
                          </a:lnTo>
                          <a:lnTo>
                            <a:pt x="49408" y="1518736"/>
                          </a:lnTo>
                          <a:lnTo>
                            <a:pt x="59554" y="1542068"/>
                          </a:lnTo>
                          <a:lnTo>
                            <a:pt x="70771" y="1565483"/>
                          </a:lnTo>
                          <a:lnTo>
                            <a:pt x="83144" y="1588815"/>
                          </a:lnTo>
                          <a:lnTo>
                            <a:pt x="96506" y="1612147"/>
                          </a:lnTo>
                          <a:lnTo>
                            <a:pt x="110776" y="1635562"/>
                          </a:lnTo>
                          <a:lnTo>
                            <a:pt x="125706" y="1658894"/>
                          </a:lnTo>
                          <a:lnTo>
                            <a:pt x="141048" y="1682309"/>
                          </a:lnTo>
                          <a:lnTo>
                            <a:pt x="156555" y="1705641"/>
                          </a:lnTo>
                          <a:lnTo>
                            <a:pt x="171980" y="1728973"/>
                          </a:lnTo>
                          <a:lnTo>
                            <a:pt x="187074" y="1752388"/>
                          </a:lnTo>
                          <a:lnTo>
                            <a:pt x="201592" y="1775720"/>
                          </a:lnTo>
                          <a:lnTo>
                            <a:pt x="215284" y="1799135"/>
                          </a:lnTo>
                          <a:lnTo>
                            <a:pt x="228152" y="1822467"/>
                          </a:lnTo>
                          <a:lnTo>
                            <a:pt x="239947" y="1845799"/>
                          </a:lnTo>
                          <a:lnTo>
                            <a:pt x="250670" y="1869214"/>
                          </a:lnTo>
                          <a:lnTo>
                            <a:pt x="260238" y="1892546"/>
                          </a:lnTo>
                          <a:lnTo>
                            <a:pt x="268734" y="1915960"/>
                          </a:lnTo>
                          <a:lnTo>
                            <a:pt x="276157" y="1939293"/>
                          </a:lnTo>
                          <a:lnTo>
                            <a:pt x="282509" y="1962625"/>
                          </a:lnTo>
                          <a:lnTo>
                            <a:pt x="287953" y="1986039"/>
                          </a:lnTo>
                          <a:lnTo>
                            <a:pt x="292572" y="2009372"/>
                          </a:lnTo>
                          <a:lnTo>
                            <a:pt x="296366" y="2032786"/>
                          </a:lnTo>
                          <a:lnTo>
                            <a:pt x="299500" y="2056118"/>
                          </a:lnTo>
                          <a:lnTo>
                            <a:pt x="302057" y="2079451"/>
                          </a:lnTo>
                          <a:lnTo>
                            <a:pt x="304037" y="2102865"/>
                          </a:lnTo>
                          <a:lnTo>
                            <a:pt x="305687" y="2126197"/>
                          </a:lnTo>
                          <a:lnTo>
                            <a:pt x="306924" y="2149612"/>
                          </a:lnTo>
                          <a:lnTo>
                            <a:pt x="307914" y="2172944"/>
                          </a:lnTo>
                          <a:lnTo>
                            <a:pt x="308656" y="2196276"/>
                          </a:lnTo>
                          <a:lnTo>
                            <a:pt x="309151" y="2219691"/>
                          </a:lnTo>
                          <a:lnTo>
                            <a:pt x="309564" y="2243023"/>
                          </a:lnTo>
                          <a:lnTo>
                            <a:pt x="309894" y="2266438"/>
                          </a:lnTo>
                          <a:lnTo>
                            <a:pt x="310058" y="2289770"/>
                          </a:lnTo>
                          <a:lnTo>
                            <a:pt x="310223" y="2313102"/>
                          </a:lnTo>
                          <a:lnTo>
                            <a:pt x="310801" y="2313102"/>
                          </a:lnTo>
                          <a:lnTo>
                            <a:pt x="310966" y="2289770"/>
                          </a:lnTo>
                          <a:lnTo>
                            <a:pt x="311131" y="2266438"/>
                          </a:lnTo>
                          <a:lnTo>
                            <a:pt x="311461" y="2243023"/>
                          </a:lnTo>
                          <a:lnTo>
                            <a:pt x="311873" y="2219691"/>
                          </a:lnTo>
                          <a:lnTo>
                            <a:pt x="312451" y="2196276"/>
                          </a:lnTo>
                          <a:lnTo>
                            <a:pt x="313110" y="2172944"/>
                          </a:lnTo>
                          <a:lnTo>
                            <a:pt x="314100" y="2149612"/>
                          </a:lnTo>
                          <a:lnTo>
                            <a:pt x="315337" y="2126197"/>
                          </a:lnTo>
                          <a:lnTo>
                            <a:pt x="316987" y="2102865"/>
                          </a:lnTo>
                          <a:lnTo>
                            <a:pt x="319049" y="2079451"/>
                          </a:lnTo>
                          <a:lnTo>
                            <a:pt x="321524" y="2056118"/>
                          </a:lnTo>
                          <a:lnTo>
                            <a:pt x="324658" y="2032786"/>
                          </a:lnTo>
                          <a:lnTo>
                            <a:pt x="328453" y="2009372"/>
                          </a:lnTo>
                          <a:lnTo>
                            <a:pt x="333072" y="1986039"/>
                          </a:lnTo>
                          <a:lnTo>
                            <a:pt x="338515" y="1962625"/>
                          </a:lnTo>
                          <a:lnTo>
                            <a:pt x="344867" y="1939293"/>
                          </a:lnTo>
                          <a:lnTo>
                            <a:pt x="352290" y="1915960"/>
                          </a:lnTo>
                          <a:lnTo>
                            <a:pt x="360786" y="1892546"/>
                          </a:lnTo>
                          <a:lnTo>
                            <a:pt x="370354" y="1869214"/>
                          </a:lnTo>
                          <a:lnTo>
                            <a:pt x="381077" y="1845799"/>
                          </a:lnTo>
                          <a:lnTo>
                            <a:pt x="392873" y="1822467"/>
                          </a:lnTo>
                          <a:lnTo>
                            <a:pt x="405740" y="1799135"/>
                          </a:lnTo>
                          <a:lnTo>
                            <a:pt x="419433" y="1775720"/>
                          </a:lnTo>
                          <a:lnTo>
                            <a:pt x="433950" y="1752388"/>
                          </a:lnTo>
                          <a:lnTo>
                            <a:pt x="449045" y="1728973"/>
                          </a:lnTo>
                          <a:lnTo>
                            <a:pt x="464469" y="1705641"/>
                          </a:lnTo>
                          <a:lnTo>
                            <a:pt x="479976" y="1682309"/>
                          </a:lnTo>
                          <a:lnTo>
                            <a:pt x="495318" y="1658894"/>
                          </a:lnTo>
                          <a:lnTo>
                            <a:pt x="510248" y="1635562"/>
                          </a:lnTo>
                          <a:lnTo>
                            <a:pt x="524518" y="1612147"/>
                          </a:lnTo>
                          <a:lnTo>
                            <a:pt x="537880" y="1588815"/>
                          </a:lnTo>
                          <a:lnTo>
                            <a:pt x="550253" y="1565483"/>
                          </a:lnTo>
                          <a:lnTo>
                            <a:pt x="561471" y="1542068"/>
                          </a:lnTo>
                          <a:lnTo>
                            <a:pt x="571616" y="1518736"/>
                          </a:lnTo>
                          <a:lnTo>
                            <a:pt x="580607" y="1495321"/>
                          </a:lnTo>
                          <a:lnTo>
                            <a:pt x="588608" y="1471989"/>
                          </a:lnTo>
                          <a:lnTo>
                            <a:pt x="595619" y="1448657"/>
                          </a:lnTo>
                          <a:lnTo>
                            <a:pt x="601723" y="1425242"/>
                          </a:lnTo>
                          <a:lnTo>
                            <a:pt x="607002" y="1401910"/>
                          </a:lnTo>
                          <a:lnTo>
                            <a:pt x="611538" y="1378495"/>
                          </a:lnTo>
                          <a:lnTo>
                            <a:pt x="615333" y="1355163"/>
                          </a:lnTo>
                          <a:lnTo>
                            <a:pt x="618220" y="1331831"/>
                          </a:lnTo>
                          <a:lnTo>
                            <a:pt x="620199" y="1308416"/>
                          </a:lnTo>
                          <a:lnTo>
                            <a:pt x="621024" y="1285084"/>
                          </a:lnTo>
                          <a:lnTo>
                            <a:pt x="620612" y="1261670"/>
                          </a:lnTo>
                          <a:lnTo>
                            <a:pt x="618715" y="1238337"/>
                          </a:lnTo>
                          <a:lnTo>
                            <a:pt x="615250" y="1215005"/>
                          </a:lnTo>
                          <a:lnTo>
                            <a:pt x="610136" y="1191591"/>
                          </a:lnTo>
                          <a:lnTo>
                            <a:pt x="603290" y="1168258"/>
                          </a:lnTo>
                          <a:lnTo>
                            <a:pt x="594959" y="1144844"/>
                          </a:lnTo>
                          <a:lnTo>
                            <a:pt x="585144" y="1121512"/>
                          </a:lnTo>
                          <a:lnTo>
                            <a:pt x="574091" y="1098179"/>
                          </a:lnTo>
                          <a:lnTo>
                            <a:pt x="562048" y="1074765"/>
                          </a:lnTo>
                          <a:lnTo>
                            <a:pt x="549428" y="1051433"/>
                          </a:lnTo>
                          <a:lnTo>
                            <a:pt x="536560" y="1028018"/>
                          </a:lnTo>
                          <a:lnTo>
                            <a:pt x="523610" y="1004686"/>
                          </a:lnTo>
                          <a:lnTo>
                            <a:pt x="510908" y="981354"/>
                          </a:lnTo>
                          <a:lnTo>
                            <a:pt x="498700" y="957939"/>
                          </a:lnTo>
                          <a:lnTo>
                            <a:pt x="487070" y="934607"/>
                          </a:lnTo>
                          <a:lnTo>
                            <a:pt x="476099" y="911192"/>
                          </a:lnTo>
                          <a:lnTo>
                            <a:pt x="465871" y="887860"/>
                          </a:lnTo>
                          <a:lnTo>
                            <a:pt x="456303" y="864528"/>
                          </a:lnTo>
                          <a:lnTo>
                            <a:pt x="447312" y="841113"/>
                          </a:lnTo>
                          <a:lnTo>
                            <a:pt x="438899" y="817781"/>
                          </a:lnTo>
                          <a:lnTo>
                            <a:pt x="430815" y="794366"/>
                          </a:lnTo>
                          <a:lnTo>
                            <a:pt x="423144" y="771034"/>
                          </a:lnTo>
                          <a:lnTo>
                            <a:pt x="415803" y="747702"/>
                          </a:lnTo>
                          <a:lnTo>
                            <a:pt x="408627" y="724287"/>
                          </a:lnTo>
                          <a:lnTo>
                            <a:pt x="401781" y="700955"/>
                          </a:lnTo>
                          <a:lnTo>
                            <a:pt x="395017" y="677540"/>
                          </a:lnTo>
                          <a:lnTo>
                            <a:pt x="388583" y="654208"/>
                          </a:lnTo>
                          <a:lnTo>
                            <a:pt x="382315" y="630876"/>
                          </a:lnTo>
                          <a:lnTo>
                            <a:pt x="376293" y="607461"/>
                          </a:lnTo>
                          <a:lnTo>
                            <a:pt x="370519" y="584129"/>
                          </a:lnTo>
                          <a:lnTo>
                            <a:pt x="364993" y="560715"/>
                          </a:lnTo>
                          <a:lnTo>
                            <a:pt x="359714" y="537382"/>
                          </a:lnTo>
                          <a:lnTo>
                            <a:pt x="354765" y="514050"/>
                          </a:lnTo>
                          <a:lnTo>
                            <a:pt x="349981" y="490636"/>
                          </a:lnTo>
                          <a:lnTo>
                            <a:pt x="345527" y="467303"/>
                          </a:lnTo>
                          <a:lnTo>
                            <a:pt x="341320" y="443889"/>
                          </a:lnTo>
                          <a:lnTo>
                            <a:pt x="337443" y="420557"/>
                          </a:lnTo>
                          <a:lnTo>
                            <a:pt x="333814" y="397224"/>
                          </a:lnTo>
                          <a:lnTo>
                            <a:pt x="330432" y="373810"/>
                          </a:lnTo>
                          <a:lnTo>
                            <a:pt x="327380" y="350478"/>
                          </a:lnTo>
                          <a:lnTo>
                            <a:pt x="324658" y="327063"/>
                          </a:lnTo>
                          <a:lnTo>
                            <a:pt x="322184" y="303731"/>
                          </a:lnTo>
                          <a:lnTo>
                            <a:pt x="320039" y="280399"/>
                          </a:lnTo>
                          <a:lnTo>
                            <a:pt x="318224" y="256984"/>
                          </a:lnTo>
                          <a:lnTo>
                            <a:pt x="316657" y="233652"/>
                          </a:lnTo>
                          <a:lnTo>
                            <a:pt x="315337" y="210237"/>
                          </a:lnTo>
                          <a:lnTo>
                            <a:pt x="314183" y="186905"/>
                          </a:lnTo>
                          <a:lnTo>
                            <a:pt x="313358" y="163573"/>
                          </a:lnTo>
                          <a:lnTo>
                            <a:pt x="312615" y="140158"/>
                          </a:lnTo>
                          <a:lnTo>
                            <a:pt x="312038" y="116826"/>
                          </a:lnTo>
                          <a:lnTo>
                            <a:pt x="311626" y="93411"/>
                          </a:lnTo>
                          <a:close/>
                        </a:path>
                      </a:pathLst>
                    </a:custGeom>
                    <a:solidFill>
                      <a:srgbClr val="54A4DB">
                        <a:alpha val="68000"/>
                      </a:srgbClr>
                    </a:solidFill>
                    <a:ln w="8233" cap="flat">
                      <a:noFill/>
                      <a:prstDash val="solid"/>
                      <a:miter/>
                    </a:ln>
                  </p:spPr>
                  <p:txBody>
                    <a:bodyPr rtlCol="0" anchor="ctr"/>
                    <a:lstStyle/>
                    <a:p>
                      <a:endParaRPr lang="en-US">
                        <a:latin typeface="Helvetica Light" panose="020B0403020202020204" pitchFamily="34" charset="0"/>
                      </a:endParaRPr>
                    </a:p>
                  </p:txBody>
                </p:sp>
                <p:sp>
                  <p:nvSpPr>
                    <p:cNvPr id="17728" name="TextBox 17727">
                      <a:extLst>
                        <a:ext uri="{FF2B5EF4-FFF2-40B4-BE49-F238E27FC236}">
                          <a16:creationId xmlns:a16="http://schemas.microsoft.com/office/drawing/2014/main" id="{13564C4D-906D-118E-5C52-8E04577C03D1}"/>
                        </a:ext>
                      </a:extLst>
                    </p:cNvPr>
                    <p:cNvSpPr txBox="1"/>
                    <p:nvPr/>
                  </p:nvSpPr>
                  <p:spPr>
                    <a:xfrm>
                      <a:off x="8963589" y="1991776"/>
                      <a:ext cx="453970" cy="369332"/>
                    </a:xfrm>
                    <a:prstGeom prst="rect">
                      <a:avLst/>
                    </a:prstGeom>
                    <a:noFill/>
                  </p:spPr>
                  <p:txBody>
                    <a:bodyPr wrap="none" rtlCol="0">
                      <a:spAutoFit/>
                    </a:bodyPr>
                    <a:lstStyle/>
                    <a:p>
                      <a:pPr algn="l"/>
                      <a:r>
                        <a:rPr lang="en-US" spc="0" baseline="0">
                          <a:ln/>
                          <a:solidFill>
                            <a:srgbClr val="231F20"/>
                          </a:solidFill>
                          <a:latin typeface="Helvetica Light" panose="020B0403020202020204" pitchFamily="34" charset="0"/>
                          <a:sym typeface="Helvetica-Light"/>
                          <a:rtl val="0"/>
                        </a:rPr>
                        <a:t>***</a:t>
                      </a:r>
                    </a:p>
                  </p:txBody>
                </p:sp>
              </p:grpSp>
            </p:grpSp>
          </p:grpSp>
          <p:grpSp>
            <p:nvGrpSpPr>
              <p:cNvPr id="17747" name="Group 17746">
                <a:extLst>
                  <a:ext uri="{FF2B5EF4-FFF2-40B4-BE49-F238E27FC236}">
                    <a16:creationId xmlns:a16="http://schemas.microsoft.com/office/drawing/2014/main" id="{02F47F93-C5C7-B0B8-1ECB-D415DD10E545}"/>
                  </a:ext>
                </a:extLst>
              </p:cNvPr>
              <p:cNvGrpSpPr/>
              <p:nvPr/>
            </p:nvGrpSpPr>
            <p:grpSpPr>
              <a:xfrm>
                <a:off x="9947548" y="3471312"/>
                <a:ext cx="646967" cy="2560290"/>
                <a:chOff x="9947548" y="3471312"/>
                <a:chExt cx="646967" cy="2560290"/>
              </a:xfrm>
            </p:grpSpPr>
            <p:sp>
              <p:nvSpPr>
                <p:cNvPr id="17730" name="Freeform 17729">
                  <a:extLst>
                    <a:ext uri="{FF2B5EF4-FFF2-40B4-BE49-F238E27FC236}">
                      <a16:creationId xmlns:a16="http://schemas.microsoft.com/office/drawing/2014/main" id="{2D328053-E836-1AB2-8D48-3D28D9F29AFC}"/>
                    </a:ext>
                  </a:extLst>
                </p:cNvPr>
                <p:cNvSpPr/>
                <p:nvPr/>
              </p:nvSpPr>
              <p:spPr>
                <a:xfrm>
                  <a:off x="10245195" y="4295112"/>
                  <a:ext cx="129417" cy="292682"/>
                </a:xfrm>
                <a:custGeom>
                  <a:avLst/>
                  <a:gdLst>
                    <a:gd name="connsiteX0" fmla="*/ 0 w 129417"/>
                    <a:gd name="connsiteY0" fmla="*/ 0 h 292682"/>
                    <a:gd name="connsiteX1" fmla="*/ 129418 w 129417"/>
                    <a:gd name="connsiteY1" fmla="*/ 0 h 292682"/>
                    <a:gd name="connsiteX2" fmla="*/ 129418 w 129417"/>
                    <a:gd name="connsiteY2" fmla="*/ 292683 h 292682"/>
                    <a:gd name="connsiteX3" fmla="*/ 0 w 129417"/>
                    <a:gd name="connsiteY3" fmla="*/ 292683 h 292682"/>
                  </a:gdLst>
                  <a:ahLst/>
                  <a:cxnLst>
                    <a:cxn ang="0">
                      <a:pos x="connsiteX0" y="connsiteY0"/>
                    </a:cxn>
                    <a:cxn ang="0">
                      <a:pos x="connsiteX1" y="connsiteY1"/>
                    </a:cxn>
                    <a:cxn ang="0">
                      <a:pos x="connsiteX2" y="connsiteY2"/>
                    </a:cxn>
                    <a:cxn ang="0">
                      <a:pos x="connsiteX3" y="connsiteY3"/>
                    </a:cxn>
                  </a:cxnLst>
                  <a:rect l="l" t="t" r="r" b="b"/>
                  <a:pathLst>
                    <a:path w="129417" h="292682">
                      <a:moveTo>
                        <a:pt x="0" y="0"/>
                      </a:moveTo>
                      <a:lnTo>
                        <a:pt x="129418" y="0"/>
                      </a:lnTo>
                      <a:lnTo>
                        <a:pt x="129418" y="292683"/>
                      </a:lnTo>
                      <a:lnTo>
                        <a:pt x="0" y="292683"/>
                      </a:lnTo>
                      <a:close/>
                    </a:path>
                  </a:pathLst>
                </a:custGeom>
                <a:solidFill>
                  <a:srgbClr val="D1D1D1"/>
                </a:solidFill>
                <a:ln w="8233" cap="flat">
                  <a:noFill/>
                  <a:prstDash val="solid"/>
                  <a:miter/>
                </a:ln>
              </p:spPr>
              <p:txBody>
                <a:bodyPr rtlCol="0" anchor="ctr"/>
                <a:lstStyle/>
                <a:p>
                  <a:endParaRPr lang="en-US">
                    <a:latin typeface="Helvetica Light" panose="020B0403020202020204" pitchFamily="34" charset="0"/>
                  </a:endParaRPr>
                </a:p>
              </p:txBody>
            </p:sp>
            <p:grpSp>
              <p:nvGrpSpPr>
                <p:cNvPr id="17745" name="Group 17744">
                  <a:extLst>
                    <a:ext uri="{FF2B5EF4-FFF2-40B4-BE49-F238E27FC236}">
                      <a16:creationId xmlns:a16="http://schemas.microsoft.com/office/drawing/2014/main" id="{BBE26140-650C-D2BA-2B54-E3759C78FA41}"/>
                    </a:ext>
                  </a:extLst>
                </p:cNvPr>
                <p:cNvGrpSpPr/>
                <p:nvPr/>
              </p:nvGrpSpPr>
              <p:grpSpPr>
                <a:xfrm>
                  <a:off x="9947548" y="3471312"/>
                  <a:ext cx="646967" cy="2560290"/>
                  <a:chOff x="9947548" y="3471312"/>
                  <a:chExt cx="646967" cy="2560290"/>
                </a:xfrm>
              </p:grpSpPr>
              <p:grpSp>
                <p:nvGrpSpPr>
                  <p:cNvPr id="17741" name="Group 17740">
                    <a:extLst>
                      <a:ext uri="{FF2B5EF4-FFF2-40B4-BE49-F238E27FC236}">
                        <a16:creationId xmlns:a16="http://schemas.microsoft.com/office/drawing/2014/main" id="{5262C2D5-2630-F806-8AA2-3AAF461EA2CD}"/>
                      </a:ext>
                    </a:extLst>
                  </p:cNvPr>
                  <p:cNvGrpSpPr/>
                  <p:nvPr/>
                </p:nvGrpSpPr>
                <p:grpSpPr>
                  <a:xfrm>
                    <a:off x="9947548" y="3471312"/>
                    <a:ext cx="646967" cy="2560290"/>
                    <a:chOff x="9947548" y="3471312"/>
                    <a:chExt cx="646967" cy="2560290"/>
                  </a:xfrm>
                </p:grpSpPr>
                <p:sp>
                  <p:nvSpPr>
                    <p:cNvPr id="17658" name="TextBox 17657">
                      <a:extLst>
                        <a:ext uri="{FF2B5EF4-FFF2-40B4-BE49-F238E27FC236}">
                          <a16:creationId xmlns:a16="http://schemas.microsoft.com/office/drawing/2014/main" id="{DF9CD2DE-7E79-FB4A-5FAE-0BFF4902A7B7}"/>
                        </a:ext>
                      </a:extLst>
                    </p:cNvPr>
                    <p:cNvSpPr txBox="1"/>
                    <p:nvPr/>
                  </p:nvSpPr>
                  <p:spPr>
                    <a:xfrm rot="18900000">
                      <a:off x="9947548" y="5662270"/>
                      <a:ext cx="582211" cy="369332"/>
                    </a:xfrm>
                    <a:prstGeom prst="rect">
                      <a:avLst/>
                    </a:prstGeom>
                    <a:noFill/>
                  </p:spPr>
                  <p:txBody>
                    <a:bodyPr wrap="none" rtlCol="0">
                      <a:spAutoFit/>
                    </a:bodyPr>
                    <a:lstStyle/>
                    <a:p>
                      <a:pPr algn="l"/>
                      <a:r>
                        <a:rPr lang="en-US" spc="0" baseline="0">
                          <a:ln/>
                          <a:solidFill>
                            <a:srgbClr val="231F20"/>
                          </a:solidFill>
                          <a:latin typeface="Helvetica Light" panose="020B0403020202020204" pitchFamily="34" charset="0"/>
                          <a:sym typeface="Helvetica-Light"/>
                          <a:rtl val="0"/>
                        </a:rPr>
                        <a:t>Null</a:t>
                      </a:r>
                    </a:p>
                  </p:txBody>
                </p:sp>
                <p:sp>
                  <p:nvSpPr>
                    <p:cNvPr id="17729" name="Freeform 17728">
                      <a:extLst>
                        <a:ext uri="{FF2B5EF4-FFF2-40B4-BE49-F238E27FC236}">
                          <a16:creationId xmlns:a16="http://schemas.microsoft.com/office/drawing/2014/main" id="{84332336-A6FF-C159-D874-804FB17403D6}"/>
                        </a:ext>
                      </a:extLst>
                    </p:cNvPr>
                    <p:cNvSpPr/>
                    <p:nvPr/>
                  </p:nvSpPr>
                  <p:spPr>
                    <a:xfrm>
                      <a:off x="10025209" y="3471312"/>
                      <a:ext cx="569306" cy="1813727"/>
                    </a:xfrm>
                    <a:custGeom>
                      <a:avLst/>
                      <a:gdLst>
                        <a:gd name="connsiteX0" fmla="*/ 284818 w 569306"/>
                        <a:gd name="connsiteY0" fmla="*/ 54909 h 1813727"/>
                        <a:gd name="connsiteX1" fmla="*/ 284736 w 569306"/>
                        <a:gd name="connsiteY1" fmla="*/ 36606 h 1813727"/>
                        <a:gd name="connsiteX2" fmla="*/ 284736 w 569306"/>
                        <a:gd name="connsiteY2" fmla="*/ 18303 h 1813727"/>
                        <a:gd name="connsiteX3" fmla="*/ 284653 w 569306"/>
                        <a:gd name="connsiteY3" fmla="*/ 0 h 1813727"/>
                        <a:gd name="connsiteX4" fmla="*/ 284653 w 569306"/>
                        <a:gd name="connsiteY4" fmla="*/ 0 h 1813727"/>
                        <a:gd name="connsiteX5" fmla="*/ 284653 w 569306"/>
                        <a:gd name="connsiteY5" fmla="*/ 18303 h 1813727"/>
                        <a:gd name="connsiteX6" fmla="*/ 284653 w 569306"/>
                        <a:gd name="connsiteY6" fmla="*/ 36606 h 1813727"/>
                        <a:gd name="connsiteX7" fmla="*/ 284571 w 569306"/>
                        <a:gd name="connsiteY7" fmla="*/ 54909 h 1813727"/>
                        <a:gd name="connsiteX8" fmla="*/ 284406 w 569306"/>
                        <a:gd name="connsiteY8" fmla="*/ 73212 h 1813727"/>
                        <a:gd name="connsiteX9" fmla="*/ 284323 w 569306"/>
                        <a:gd name="connsiteY9" fmla="*/ 91597 h 1813727"/>
                        <a:gd name="connsiteX10" fmla="*/ 284076 w 569306"/>
                        <a:gd name="connsiteY10" fmla="*/ 109900 h 1813727"/>
                        <a:gd name="connsiteX11" fmla="*/ 283829 w 569306"/>
                        <a:gd name="connsiteY11" fmla="*/ 128203 h 1813727"/>
                        <a:gd name="connsiteX12" fmla="*/ 283664 w 569306"/>
                        <a:gd name="connsiteY12" fmla="*/ 146506 h 1813727"/>
                        <a:gd name="connsiteX13" fmla="*/ 283499 w 569306"/>
                        <a:gd name="connsiteY13" fmla="*/ 164809 h 1813727"/>
                        <a:gd name="connsiteX14" fmla="*/ 283416 w 569306"/>
                        <a:gd name="connsiteY14" fmla="*/ 183195 h 1813727"/>
                        <a:gd name="connsiteX15" fmla="*/ 283334 w 569306"/>
                        <a:gd name="connsiteY15" fmla="*/ 201498 h 1813727"/>
                        <a:gd name="connsiteX16" fmla="*/ 283251 w 569306"/>
                        <a:gd name="connsiteY16" fmla="*/ 219801 h 1813727"/>
                        <a:gd name="connsiteX17" fmla="*/ 283086 w 569306"/>
                        <a:gd name="connsiteY17" fmla="*/ 238104 h 1813727"/>
                        <a:gd name="connsiteX18" fmla="*/ 282839 w 569306"/>
                        <a:gd name="connsiteY18" fmla="*/ 256489 h 1813727"/>
                        <a:gd name="connsiteX19" fmla="*/ 282509 w 569306"/>
                        <a:gd name="connsiteY19" fmla="*/ 274792 h 1813727"/>
                        <a:gd name="connsiteX20" fmla="*/ 282096 w 569306"/>
                        <a:gd name="connsiteY20" fmla="*/ 293095 h 1813727"/>
                        <a:gd name="connsiteX21" fmla="*/ 281519 w 569306"/>
                        <a:gd name="connsiteY21" fmla="*/ 311398 h 1813727"/>
                        <a:gd name="connsiteX22" fmla="*/ 280859 w 569306"/>
                        <a:gd name="connsiteY22" fmla="*/ 329701 h 1813727"/>
                        <a:gd name="connsiteX23" fmla="*/ 279952 w 569306"/>
                        <a:gd name="connsiteY23" fmla="*/ 348087 h 1813727"/>
                        <a:gd name="connsiteX24" fmla="*/ 278880 w 569306"/>
                        <a:gd name="connsiteY24" fmla="*/ 366390 h 1813727"/>
                        <a:gd name="connsiteX25" fmla="*/ 277560 w 569306"/>
                        <a:gd name="connsiteY25" fmla="*/ 384693 h 1813727"/>
                        <a:gd name="connsiteX26" fmla="*/ 275993 w 569306"/>
                        <a:gd name="connsiteY26" fmla="*/ 402996 h 1813727"/>
                        <a:gd name="connsiteX27" fmla="*/ 274013 w 569306"/>
                        <a:gd name="connsiteY27" fmla="*/ 421299 h 1813727"/>
                        <a:gd name="connsiteX28" fmla="*/ 271621 w 569306"/>
                        <a:gd name="connsiteY28" fmla="*/ 439684 h 1813727"/>
                        <a:gd name="connsiteX29" fmla="*/ 268569 w 569306"/>
                        <a:gd name="connsiteY29" fmla="*/ 457987 h 1813727"/>
                        <a:gd name="connsiteX30" fmla="*/ 264527 w 569306"/>
                        <a:gd name="connsiteY30" fmla="*/ 476290 h 1813727"/>
                        <a:gd name="connsiteX31" fmla="*/ 259248 w 569306"/>
                        <a:gd name="connsiteY31" fmla="*/ 494593 h 1813727"/>
                        <a:gd name="connsiteX32" fmla="*/ 252402 w 569306"/>
                        <a:gd name="connsiteY32" fmla="*/ 512896 h 1813727"/>
                        <a:gd name="connsiteX33" fmla="*/ 243989 w 569306"/>
                        <a:gd name="connsiteY33" fmla="*/ 531281 h 1813727"/>
                        <a:gd name="connsiteX34" fmla="*/ 234173 w 569306"/>
                        <a:gd name="connsiteY34" fmla="*/ 549584 h 1813727"/>
                        <a:gd name="connsiteX35" fmla="*/ 223285 w 569306"/>
                        <a:gd name="connsiteY35" fmla="*/ 567887 h 1813727"/>
                        <a:gd name="connsiteX36" fmla="*/ 211737 w 569306"/>
                        <a:gd name="connsiteY36" fmla="*/ 586190 h 1813727"/>
                        <a:gd name="connsiteX37" fmla="*/ 200024 w 569306"/>
                        <a:gd name="connsiteY37" fmla="*/ 604576 h 1813727"/>
                        <a:gd name="connsiteX38" fmla="*/ 188559 w 569306"/>
                        <a:gd name="connsiteY38" fmla="*/ 622879 h 1813727"/>
                        <a:gd name="connsiteX39" fmla="*/ 177754 w 569306"/>
                        <a:gd name="connsiteY39" fmla="*/ 641182 h 1813727"/>
                        <a:gd name="connsiteX40" fmla="*/ 167773 w 569306"/>
                        <a:gd name="connsiteY40" fmla="*/ 659485 h 1813727"/>
                        <a:gd name="connsiteX41" fmla="*/ 158535 w 569306"/>
                        <a:gd name="connsiteY41" fmla="*/ 677788 h 1813727"/>
                        <a:gd name="connsiteX42" fmla="*/ 149792 w 569306"/>
                        <a:gd name="connsiteY42" fmla="*/ 696173 h 1813727"/>
                        <a:gd name="connsiteX43" fmla="*/ 141131 w 569306"/>
                        <a:gd name="connsiteY43" fmla="*/ 714476 h 1813727"/>
                        <a:gd name="connsiteX44" fmla="*/ 131975 w 569306"/>
                        <a:gd name="connsiteY44" fmla="*/ 732779 h 1813727"/>
                        <a:gd name="connsiteX45" fmla="*/ 121912 w 569306"/>
                        <a:gd name="connsiteY45" fmla="*/ 751082 h 1813727"/>
                        <a:gd name="connsiteX46" fmla="*/ 110859 w 569306"/>
                        <a:gd name="connsiteY46" fmla="*/ 769385 h 1813727"/>
                        <a:gd name="connsiteX47" fmla="*/ 98899 w 569306"/>
                        <a:gd name="connsiteY47" fmla="*/ 787771 h 1813727"/>
                        <a:gd name="connsiteX48" fmla="*/ 86526 w 569306"/>
                        <a:gd name="connsiteY48" fmla="*/ 806074 h 1813727"/>
                        <a:gd name="connsiteX49" fmla="*/ 73988 w 569306"/>
                        <a:gd name="connsiteY49" fmla="*/ 824377 h 1813727"/>
                        <a:gd name="connsiteX50" fmla="*/ 61863 w 569306"/>
                        <a:gd name="connsiteY50" fmla="*/ 842680 h 1813727"/>
                        <a:gd name="connsiteX51" fmla="*/ 50151 w 569306"/>
                        <a:gd name="connsiteY51" fmla="*/ 861065 h 1813727"/>
                        <a:gd name="connsiteX52" fmla="*/ 39180 w 569306"/>
                        <a:gd name="connsiteY52" fmla="*/ 879368 h 1813727"/>
                        <a:gd name="connsiteX53" fmla="*/ 28787 w 569306"/>
                        <a:gd name="connsiteY53" fmla="*/ 897671 h 1813727"/>
                        <a:gd name="connsiteX54" fmla="*/ 19302 w 569306"/>
                        <a:gd name="connsiteY54" fmla="*/ 915974 h 1813727"/>
                        <a:gd name="connsiteX55" fmla="*/ 10888 w 569306"/>
                        <a:gd name="connsiteY55" fmla="*/ 934277 h 1813727"/>
                        <a:gd name="connsiteX56" fmla="*/ 4289 w 569306"/>
                        <a:gd name="connsiteY56" fmla="*/ 952663 h 1813727"/>
                        <a:gd name="connsiteX57" fmla="*/ 413 w 569306"/>
                        <a:gd name="connsiteY57" fmla="*/ 970966 h 1813727"/>
                        <a:gd name="connsiteX58" fmla="*/ 0 w 569306"/>
                        <a:gd name="connsiteY58" fmla="*/ 989269 h 1813727"/>
                        <a:gd name="connsiteX59" fmla="*/ 3547 w 569306"/>
                        <a:gd name="connsiteY59" fmla="*/ 1007572 h 1813727"/>
                        <a:gd name="connsiteX60" fmla="*/ 10971 w 569306"/>
                        <a:gd name="connsiteY60" fmla="*/ 1025874 h 1813727"/>
                        <a:gd name="connsiteX61" fmla="*/ 21693 w 569306"/>
                        <a:gd name="connsiteY61" fmla="*/ 1044260 h 1813727"/>
                        <a:gd name="connsiteX62" fmla="*/ 34561 w 569306"/>
                        <a:gd name="connsiteY62" fmla="*/ 1062563 h 1813727"/>
                        <a:gd name="connsiteX63" fmla="*/ 48171 w 569306"/>
                        <a:gd name="connsiteY63" fmla="*/ 1080866 h 1813727"/>
                        <a:gd name="connsiteX64" fmla="*/ 61286 w 569306"/>
                        <a:gd name="connsiteY64" fmla="*/ 1099169 h 1813727"/>
                        <a:gd name="connsiteX65" fmla="*/ 72999 w 569306"/>
                        <a:gd name="connsiteY65" fmla="*/ 1117554 h 1813727"/>
                        <a:gd name="connsiteX66" fmla="*/ 83062 w 569306"/>
                        <a:gd name="connsiteY66" fmla="*/ 1135857 h 1813727"/>
                        <a:gd name="connsiteX67" fmla="*/ 91888 w 569306"/>
                        <a:gd name="connsiteY67" fmla="*/ 1154160 h 1813727"/>
                        <a:gd name="connsiteX68" fmla="*/ 100466 w 569306"/>
                        <a:gd name="connsiteY68" fmla="*/ 1172463 h 1813727"/>
                        <a:gd name="connsiteX69" fmla="*/ 109539 w 569306"/>
                        <a:gd name="connsiteY69" fmla="*/ 1190766 h 1813727"/>
                        <a:gd name="connsiteX70" fmla="*/ 119932 w 569306"/>
                        <a:gd name="connsiteY70" fmla="*/ 1209152 h 1813727"/>
                        <a:gd name="connsiteX71" fmla="*/ 131975 w 569306"/>
                        <a:gd name="connsiteY71" fmla="*/ 1227455 h 1813727"/>
                        <a:gd name="connsiteX72" fmla="*/ 145502 w 569306"/>
                        <a:gd name="connsiteY72" fmla="*/ 1245758 h 1813727"/>
                        <a:gd name="connsiteX73" fmla="*/ 159855 w 569306"/>
                        <a:gd name="connsiteY73" fmla="*/ 1264061 h 1813727"/>
                        <a:gd name="connsiteX74" fmla="*/ 174454 w 569306"/>
                        <a:gd name="connsiteY74" fmla="*/ 1282364 h 1813727"/>
                        <a:gd name="connsiteX75" fmla="*/ 188559 w 569306"/>
                        <a:gd name="connsiteY75" fmla="*/ 1300749 h 1813727"/>
                        <a:gd name="connsiteX76" fmla="*/ 201674 w 569306"/>
                        <a:gd name="connsiteY76" fmla="*/ 1319052 h 1813727"/>
                        <a:gd name="connsiteX77" fmla="*/ 213552 w 569306"/>
                        <a:gd name="connsiteY77" fmla="*/ 1337355 h 1813727"/>
                        <a:gd name="connsiteX78" fmla="*/ 224193 w 569306"/>
                        <a:gd name="connsiteY78" fmla="*/ 1355658 h 1813727"/>
                        <a:gd name="connsiteX79" fmla="*/ 233678 w 569306"/>
                        <a:gd name="connsiteY79" fmla="*/ 1373961 h 1813727"/>
                        <a:gd name="connsiteX80" fmla="*/ 242091 w 569306"/>
                        <a:gd name="connsiteY80" fmla="*/ 1392346 h 1813727"/>
                        <a:gd name="connsiteX81" fmla="*/ 249433 w 569306"/>
                        <a:gd name="connsiteY81" fmla="*/ 1410649 h 1813727"/>
                        <a:gd name="connsiteX82" fmla="*/ 255784 w 569306"/>
                        <a:gd name="connsiteY82" fmla="*/ 1428952 h 1813727"/>
                        <a:gd name="connsiteX83" fmla="*/ 261310 w 569306"/>
                        <a:gd name="connsiteY83" fmla="*/ 1447255 h 1813727"/>
                        <a:gd name="connsiteX84" fmla="*/ 266012 w 569306"/>
                        <a:gd name="connsiteY84" fmla="*/ 1465641 h 1813727"/>
                        <a:gd name="connsiteX85" fmla="*/ 270136 w 569306"/>
                        <a:gd name="connsiteY85" fmla="*/ 1483944 h 1813727"/>
                        <a:gd name="connsiteX86" fmla="*/ 273683 w 569306"/>
                        <a:gd name="connsiteY86" fmla="*/ 1502247 h 1813727"/>
                        <a:gd name="connsiteX87" fmla="*/ 276570 w 569306"/>
                        <a:gd name="connsiteY87" fmla="*/ 1520550 h 1813727"/>
                        <a:gd name="connsiteX88" fmla="*/ 278797 w 569306"/>
                        <a:gd name="connsiteY88" fmla="*/ 1538853 h 1813727"/>
                        <a:gd name="connsiteX89" fmla="*/ 280364 w 569306"/>
                        <a:gd name="connsiteY89" fmla="*/ 1557238 h 1813727"/>
                        <a:gd name="connsiteX90" fmla="*/ 281354 w 569306"/>
                        <a:gd name="connsiteY90" fmla="*/ 1575541 h 1813727"/>
                        <a:gd name="connsiteX91" fmla="*/ 281932 w 569306"/>
                        <a:gd name="connsiteY91" fmla="*/ 1593844 h 1813727"/>
                        <a:gd name="connsiteX92" fmla="*/ 282261 w 569306"/>
                        <a:gd name="connsiteY92" fmla="*/ 1612147 h 1813727"/>
                        <a:gd name="connsiteX93" fmla="*/ 282509 w 569306"/>
                        <a:gd name="connsiteY93" fmla="*/ 1630450 h 1813727"/>
                        <a:gd name="connsiteX94" fmla="*/ 282756 w 569306"/>
                        <a:gd name="connsiteY94" fmla="*/ 1648836 h 1813727"/>
                        <a:gd name="connsiteX95" fmla="*/ 283169 w 569306"/>
                        <a:gd name="connsiteY95" fmla="*/ 1667139 h 1813727"/>
                        <a:gd name="connsiteX96" fmla="*/ 283499 w 569306"/>
                        <a:gd name="connsiteY96" fmla="*/ 1685442 h 1813727"/>
                        <a:gd name="connsiteX97" fmla="*/ 283829 w 569306"/>
                        <a:gd name="connsiteY97" fmla="*/ 1703745 h 1813727"/>
                        <a:gd name="connsiteX98" fmla="*/ 284159 w 569306"/>
                        <a:gd name="connsiteY98" fmla="*/ 1722130 h 1813727"/>
                        <a:gd name="connsiteX99" fmla="*/ 284406 w 569306"/>
                        <a:gd name="connsiteY99" fmla="*/ 1740433 h 1813727"/>
                        <a:gd name="connsiteX100" fmla="*/ 284489 w 569306"/>
                        <a:gd name="connsiteY100" fmla="*/ 1758736 h 1813727"/>
                        <a:gd name="connsiteX101" fmla="*/ 284571 w 569306"/>
                        <a:gd name="connsiteY101" fmla="*/ 1777039 h 1813727"/>
                        <a:gd name="connsiteX102" fmla="*/ 284653 w 569306"/>
                        <a:gd name="connsiteY102" fmla="*/ 1795342 h 1813727"/>
                        <a:gd name="connsiteX103" fmla="*/ 284653 w 569306"/>
                        <a:gd name="connsiteY103" fmla="*/ 1813728 h 1813727"/>
                        <a:gd name="connsiteX104" fmla="*/ 284653 w 569306"/>
                        <a:gd name="connsiteY104" fmla="*/ 1813728 h 1813727"/>
                        <a:gd name="connsiteX105" fmla="*/ 284736 w 569306"/>
                        <a:gd name="connsiteY105" fmla="*/ 1795342 h 1813727"/>
                        <a:gd name="connsiteX106" fmla="*/ 284736 w 569306"/>
                        <a:gd name="connsiteY106" fmla="*/ 1777039 h 1813727"/>
                        <a:gd name="connsiteX107" fmla="*/ 284818 w 569306"/>
                        <a:gd name="connsiteY107" fmla="*/ 1758736 h 1813727"/>
                        <a:gd name="connsiteX108" fmla="*/ 284983 w 569306"/>
                        <a:gd name="connsiteY108" fmla="*/ 1740433 h 1813727"/>
                        <a:gd name="connsiteX109" fmla="*/ 285231 w 569306"/>
                        <a:gd name="connsiteY109" fmla="*/ 1722130 h 1813727"/>
                        <a:gd name="connsiteX110" fmla="*/ 285478 w 569306"/>
                        <a:gd name="connsiteY110" fmla="*/ 1703745 h 1813727"/>
                        <a:gd name="connsiteX111" fmla="*/ 285891 w 569306"/>
                        <a:gd name="connsiteY111" fmla="*/ 1685442 h 1813727"/>
                        <a:gd name="connsiteX112" fmla="*/ 286221 w 569306"/>
                        <a:gd name="connsiteY112" fmla="*/ 1667139 h 1813727"/>
                        <a:gd name="connsiteX113" fmla="*/ 286551 w 569306"/>
                        <a:gd name="connsiteY113" fmla="*/ 1648836 h 1813727"/>
                        <a:gd name="connsiteX114" fmla="*/ 286880 w 569306"/>
                        <a:gd name="connsiteY114" fmla="*/ 1630450 h 1813727"/>
                        <a:gd name="connsiteX115" fmla="*/ 287128 w 569306"/>
                        <a:gd name="connsiteY115" fmla="*/ 1612147 h 1813727"/>
                        <a:gd name="connsiteX116" fmla="*/ 287458 w 569306"/>
                        <a:gd name="connsiteY116" fmla="*/ 1593844 h 1813727"/>
                        <a:gd name="connsiteX117" fmla="*/ 287953 w 569306"/>
                        <a:gd name="connsiteY117" fmla="*/ 1575541 h 1813727"/>
                        <a:gd name="connsiteX118" fmla="*/ 288942 w 569306"/>
                        <a:gd name="connsiteY118" fmla="*/ 1557238 h 1813727"/>
                        <a:gd name="connsiteX119" fmla="*/ 290510 w 569306"/>
                        <a:gd name="connsiteY119" fmla="*/ 1538853 h 1813727"/>
                        <a:gd name="connsiteX120" fmla="*/ 292819 w 569306"/>
                        <a:gd name="connsiteY120" fmla="*/ 1520550 h 1813727"/>
                        <a:gd name="connsiteX121" fmla="*/ 295706 w 569306"/>
                        <a:gd name="connsiteY121" fmla="*/ 1502247 h 1813727"/>
                        <a:gd name="connsiteX122" fmla="*/ 299253 w 569306"/>
                        <a:gd name="connsiteY122" fmla="*/ 1483944 h 1813727"/>
                        <a:gd name="connsiteX123" fmla="*/ 303295 w 569306"/>
                        <a:gd name="connsiteY123" fmla="*/ 1465641 h 1813727"/>
                        <a:gd name="connsiteX124" fmla="*/ 308079 w 569306"/>
                        <a:gd name="connsiteY124" fmla="*/ 1447255 h 1813727"/>
                        <a:gd name="connsiteX125" fmla="*/ 313523 w 569306"/>
                        <a:gd name="connsiteY125" fmla="*/ 1428952 h 1813727"/>
                        <a:gd name="connsiteX126" fmla="*/ 319957 w 569306"/>
                        <a:gd name="connsiteY126" fmla="*/ 1410649 h 1813727"/>
                        <a:gd name="connsiteX127" fmla="*/ 327298 w 569306"/>
                        <a:gd name="connsiteY127" fmla="*/ 1392346 h 1813727"/>
                        <a:gd name="connsiteX128" fmla="*/ 335711 w 569306"/>
                        <a:gd name="connsiteY128" fmla="*/ 1373961 h 1813727"/>
                        <a:gd name="connsiteX129" fmla="*/ 345115 w 569306"/>
                        <a:gd name="connsiteY129" fmla="*/ 1355658 h 1813727"/>
                        <a:gd name="connsiteX130" fmla="*/ 355755 w 569306"/>
                        <a:gd name="connsiteY130" fmla="*/ 1337355 h 1813727"/>
                        <a:gd name="connsiteX131" fmla="*/ 367633 w 569306"/>
                        <a:gd name="connsiteY131" fmla="*/ 1319052 h 1813727"/>
                        <a:gd name="connsiteX132" fmla="*/ 380748 w 569306"/>
                        <a:gd name="connsiteY132" fmla="*/ 1300749 h 1813727"/>
                        <a:gd name="connsiteX133" fmla="*/ 394935 w 569306"/>
                        <a:gd name="connsiteY133" fmla="*/ 1282364 h 1813727"/>
                        <a:gd name="connsiteX134" fmla="*/ 409452 w 569306"/>
                        <a:gd name="connsiteY134" fmla="*/ 1264061 h 1813727"/>
                        <a:gd name="connsiteX135" fmla="*/ 423887 w 569306"/>
                        <a:gd name="connsiteY135" fmla="*/ 1245758 h 1813727"/>
                        <a:gd name="connsiteX136" fmla="*/ 437332 w 569306"/>
                        <a:gd name="connsiteY136" fmla="*/ 1227455 h 1813727"/>
                        <a:gd name="connsiteX137" fmla="*/ 449375 w 569306"/>
                        <a:gd name="connsiteY137" fmla="*/ 1209152 h 1813727"/>
                        <a:gd name="connsiteX138" fmla="*/ 459850 w 569306"/>
                        <a:gd name="connsiteY138" fmla="*/ 1190766 h 1813727"/>
                        <a:gd name="connsiteX139" fmla="*/ 468923 w 569306"/>
                        <a:gd name="connsiteY139" fmla="*/ 1172463 h 1813727"/>
                        <a:gd name="connsiteX140" fmla="*/ 477419 w 569306"/>
                        <a:gd name="connsiteY140" fmla="*/ 1154160 h 1813727"/>
                        <a:gd name="connsiteX141" fmla="*/ 486328 w 569306"/>
                        <a:gd name="connsiteY141" fmla="*/ 1135857 h 1813727"/>
                        <a:gd name="connsiteX142" fmla="*/ 496391 w 569306"/>
                        <a:gd name="connsiteY142" fmla="*/ 1117554 h 1813727"/>
                        <a:gd name="connsiteX143" fmla="*/ 508103 w 569306"/>
                        <a:gd name="connsiteY143" fmla="*/ 1099169 h 1813727"/>
                        <a:gd name="connsiteX144" fmla="*/ 521136 w 569306"/>
                        <a:gd name="connsiteY144" fmla="*/ 1080866 h 1813727"/>
                        <a:gd name="connsiteX145" fmla="*/ 534828 w 569306"/>
                        <a:gd name="connsiteY145" fmla="*/ 1062563 h 1813727"/>
                        <a:gd name="connsiteX146" fmla="*/ 547696 w 569306"/>
                        <a:gd name="connsiteY146" fmla="*/ 1044260 h 1813727"/>
                        <a:gd name="connsiteX147" fmla="*/ 558336 w 569306"/>
                        <a:gd name="connsiteY147" fmla="*/ 1025874 h 1813727"/>
                        <a:gd name="connsiteX148" fmla="*/ 565760 w 569306"/>
                        <a:gd name="connsiteY148" fmla="*/ 1007572 h 1813727"/>
                        <a:gd name="connsiteX149" fmla="*/ 569307 w 569306"/>
                        <a:gd name="connsiteY149" fmla="*/ 989269 h 1813727"/>
                        <a:gd name="connsiteX150" fmla="*/ 568894 w 569306"/>
                        <a:gd name="connsiteY150" fmla="*/ 970966 h 1813727"/>
                        <a:gd name="connsiteX151" fmla="*/ 565017 w 569306"/>
                        <a:gd name="connsiteY151" fmla="*/ 952663 h 1813727"/>
                        <a:gd name="connsiteX152" fmla="*/ 558501 w 569306"/>
                        <a:gd name="connsiteY152" fmla="*/ 934277 h 1813727"/>
                        <a:gd name="connsiteX153" fmla="*/ 550088 w 569306"/>
                        <a:gd name="connsiteY153" fmla="*/ 915974 h 1813727"/>
                        <a:gd name="connsiteX154" fmla="*/ 540520 w 569306"/>
                        <a:gd name="connsiteY154" fmla="*/ 897671 h 1813727"/>
                        <a:gd name="connsiteX155" fmla="*/ 530209 w 569306"/>
                        <a:gd name="connsiteY155" fmla="*/ 879368 h 1813727"/>
                        <a:gd name="connsiteX156" fmla="*/ 519156 w 569306"/>
                        <a:gd name="connsiteY156" fmla="*/ 861065 h 1813727"/>
                        <a:gd name="connsiteX157" fmla="*/ 507526 w 569306"/>
                        <a:gd name="connsiteY157" fmla="*/ 842680 h 1813727"/>
                        <a:gd name="connsiteX158" fmla="*/ 495318 w 569306"/>
                        <a:gd name="connsiteY158" fmla="*/ 824377 h 1813727"/>
                        <a:gd name="connsiteX159" fmla="*/ 482863 w 569306"/>
                        <a:gd name="connsiteY159" fmla="*/ 806074 h 1813727"/>
                        <a:gd name="connsiteX160" fmla="*/ 470408 w 569306"/>
                        <a:gd name="connsiteY160" fmla="*/ 787771 h 1813727"/>
                        <a:gd name="connsiteX161" fmla="*/ 458530 w 569306"/>
                        <a:gd name="connsiteY161" fmla="*/ 769385 h 1813727"/>
                        <a:gd name="connsiteX162" fmla="*/ 447477 w 569306"/>
                        <a:gd name="connsiteY162" fmla="*/ 751082 h 1813727"/>
                        <a:gd name="connsiteX163" fmla="*/ 437414 w 569306"/>
                        <a:gd name="connsiteY163" fmla="*/ 732779 h 1813727"/>
                        <a:gd name="connsiteX164" fmla="*/ 428259 w 569306"/>
                        <a:gd name="connsiteY164" fmla="*/ 714476 h 1813727"/>
                        <a:gd name="connsiteX165" fmla="*/ 419515 w 569306"/>
                        <a:gd name="connsiteY165" fmla="*/ 696173 h 1813727"/>
                        <a:gd name="connsiteX166" fmla="*/ 410855 w 569306"/>
                        <a:gd name="connsiteY166" fmla="*/ 677788 h 1813727"/>
                        <a:gd name="connsiteX167" fmla="*/ 401616 w 569306"/>
                        <a:gd name="connsiteY167" fmla="*/ 659485 h 1813727"/>
                        <a:gd name="connsiteX168" fmla="*/ 391636 w 569306"/>
                        <a:gd name="connsiteY168" fmla="*/ 641182 h 1813727"/>
                        <a:gd name="connsiteX169" fmla="*/ 380830 w 569306"/>
                        <a:gd name="connsiteY169" fmla="*/ 622879 h 1813727"/>
                        <a:gd name="connsiteX170" fmla="*/ 369365 w 569306"/>
                        <a:gd name="connsiteY170" fmla="*/ 604576 h 1813727"/>
                        <a:gd name="connsiteX171" fmla="*/ 357652 w 569306"/>
                        <a:gd name="connsiteY171" fmla="*/ 586190 h 1813727"/>
                        <a:gd name="connsiteX172" fmla="*/ 346104 w 569306"/>
                        <a:gd name="connsiteY172" fmla="*/ 567887 h 1813727"/>
                        <a:gd name="connsiteX173" fmla="*/ 335134 w 569306"/>
                        <a:gd name="connsiteY173" fmla="*/ 549584 h 1813727"/>
                        <a:gd name="connsiteX174" fmla="*/ 325318 w 569306"/>
                        <a:gd name="connsiteY174" fmla="*/ 531281 h 1813727"/>
                        <a:gd name="connsiteX175" fmla="*/ 316987 w 569306"/>
                        <a:gd name="connsiteY175" fmla="*/ 512896 h 1813727"/>
                        <a:gd name="connsiteX176" fmla="*/ 310141 w 569306"/>
                        <a:gd name="connsiteY176" fmla="*/ 494593 h 1813727"/>
                        <a:gd name="connsiteX177" fmla="*/ 304862 w 569306"/>
                        <a:gd name="connsiteY177" fmla="*/ 476290 h 1813727"/>
                        <a:gd name="connsiteX178" fmla="*/ 300820 w 569306"/>
                        <a:gd name="connsiteY178" fmla="*/ 457987 h 1813727"/>
                        <a:gd name="connsiteX179" fmla="*/ 297686 w 569306"/>
                        <a:gd name="connsiteY179" fmla="*/ 439684 h 1813727"/>
                        <a:gd name="connsiteX180" fmla="*/ 295294 w 569306"/>
                        <a:gd name="connsiteY180" fmla="*/ 421299 h 1813727"/>
                        <a:gd name="connsiteX181" fmla="*/ 293397 w 569306"/>
                        <a:gd name="connsiteY181" fmla="*/ 402996 h 1813727"/>
                        <a:gd name="connsiteX182" fmla="*/ 291747 w 569306"/>
                        <a:gd name="connsiteY182" fmla="*/ 384693 h 1813727"/>
                        <a:gd name="connsiteX183" fmla="*/ 290427 w 569306"/>
                        <a:gd name="connsiteY183" fmla="*/ 366390 h 1813727"/>
                        <a:gd name="connsiteX184" fmla="*/ 289355 w 569306"/>
                        <a:gd name="connsiteY184" fmla="*/ 348087 h 1813727"/>
                        <a:gd name="connsiteX185" fmla="*/ 288530 w 569306"/>
                        <a:gd name="connsiteY185" fmla="*/ 329701 h 1813727"/>
                        <a:gd name="connsiteX186" fmla="*/ 287788 w 569306"/>
                        <a:gd name="connsiteY186" fmla="*/ 311398 h 1813727"/>
                        <a:gd name="connsiteX187" fmla="*/ 287293 w 569306"/>
                        <a:gd name="connsiteY187" fmla="*/ 293095 h 1813727"/>
                        <a:gd name="connsiteX188" fmla="*/ 286798 w 569306"/>
                        <a:gd name="connsiteY188" fmla="*/ 274792 h 1813727"/>
                        <a:gd name="connsiteX189" fmla="*/ 286468 w 569306"/>
                        <a:gd name="connsiteY189" fmla="*/ 256489 h 1813727"/>
                        <a:gd name="connsiteX190" fmla="*/ 286221 w 569306"/>
                        <a:gd name="connsiteY190" fmla="*/ 238104 h 1813727"/>
                        <a:gd name="connsiteX191" fmla="*/ 286138 w 569306"/>
                        <a:gd name="connsiteY191" fmla="*/ 219801 h 1813727"/>
                        <a:gd name="connsiteX192" fmla="*/ 286056 w 569306"/>
                        <a:gd name="connsiteY192" fmla="*/ 201498 h 1813727"/>
                        <a:gd name="connsiteX193" fmla="*/ 285973 w 569306"/>
                        <a:gd name="connsiteY193" fmla="*/ 183195 h 1813727"/>
                        <a:gd name="connsiteX194" fmla="*/ 285891 w 569306"/>
                        <a:gd name="connsiteY194" fmla="*/ 164809 h 1813727"/>
                        <a:gd name="connsiteX195" fmla="*/ 285726 w 569306"/>
                        <a:gd name="connsiteY195" fmla="*/ 146506 h 1813727"/>
                        <a:gd name="connsiteX196" fmla="*/ 285478 w 569306"/>
                        <a:gd name="connsiteY196" fmla="*/ 128203 h 1813727"/>
                        <a:gd name="connsiteX197" fmla="*/ 285231 w 569306"/>
                        <a:gd name="connsiteY197" fmla="*/ 109900 h 1813727"/>
                        <a:gd name="connsiteX198" fmla="*/ 285066 w 569306"/>
                        <a:gd name="connsiteY198" fmla="*/ 91597 h 1813727"/>
                        <a:gd name="connsiteX199" fmla="*/ 284901 w 569306"/>
                        <a:gd name="connsiteY199" fmla="*/ 73212 h 1813727"/>
                        <a:gd name="connsiteX200" fmla="*/ 284818 w 569306"/>
                        <a:gd name="connsiteY200" fmla="*/ 54909 h 18137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569306" h="1813727">
                          <a:moveTo>
                            <a:pt x="284818" y="54909"/>
                          </a:moveTo>
                          <a:lnTo>
                            <a:pt x="284736" y="36606"/>
                          </a:lnTo>
                          <a:lnTo>
                            <a:pt x="284736" y="18303"/>
                          </a:lnTo>
                          <a:lnTo>
                            <a:pt x="284653" y="0"/>
                          </a:lnTo>
                          <a:lnTo>
                            <a:pt x="284653" y="0"/>
                          </a:lnTo>
                          <a:lnTo>
                            <a:pt x="284653" y="18303"/>
                          </a:lnTo>
                          <a:lnTo>
                            <a:pt x="284653" y="36606"/>
                          </a:lnTo>
                          <a:lnTo>
                            <a:pt x="284571" y="54909"/>
                          </a:lnTo>
                          <a:lnTo>
                            <a:pt x="284406" y="73212"/>
                          </a:lnTo>
                          <a:lnTo>
                            <a:pt x="284323" y="91597"/>
                          </a:lnTo>
                          <a:lnTo>
                            <a:pt x="284076" y="109900"/>
                          </a:lnTo>
                          <a:lnTo>
                            <a:pt x="283829" y="128203"/>
                          </a:lnTo>
                          <a:lnTo>
                            <a:pt x="283664" y="146506"/>
                          </a:lnTo>
                          <a:lnTo>
                            <a:pt x="283499" y="164809"/>
                          </a:lnTo>
                          <a:lnTo>
                            <a:pt x="283416" y="183195"/>
                          </a:lnTo>
                          <a:lnTo>
                            <a:pt x="283334" y="201498"/>
                          </a:lnTo>
                          <a:lnTo>
                            <a:pt x="283251" y="219801"/>
                          </a:lnTo>
                          <a:lnTo>
                            <a:pt x="283086" y="238104"/>
                          </a:lnTo>
                          <a:lnTo>
                            <a:pt x="282839" y="256489"/>
                          </a:lnTo>
                          <a:lnTo>
                            <a:pt x="282509" y="274792"/>
                          </a:lnTo>
                          <a:lnTo>
                            <a:pt x="282096" y="293095"/>
                          </a:lnTo>
                          <a:lnTo>
                            <a:pt x="281519" y="311398"/>
                          </a:lnTo>
                          <a:lnTo>
                            <a:pt x="280859" y="329701"/>
                          </a:lnTo>
                          <a:lnTo>
                            <a:pt x="279952" y="348087"/>
                          </a:lnTo>
                          <a:lnTo>
                            <a:pt x="278880" y="366390"/>
                          </a:lnTo>
                          <a:lnTo>
                            <a:pt x="277560" y="384693"/>
                          </a:lnTo>
                          <a:lnTo>
                            <a:pt x="275993" y="402996"/>
                          </a:lnTo>
                          <a:lnTo>
                            <a:pt x="274013" y="421299"/>
                          </a:lnTo>
                          <a:lnTo>
                            <a:pt x="271621" y="439684"/>
                          </a:lnTo>
                          <a:lnTo>
                            <a:pt x="268569" y="457987"/>
                          </a:lnTo>
                          <a:lnTo>
                            <a:pt x="264527" y="476290"/>
                          </a:lnTo>
                          <a:lnTo>
                            <a:pt x="259248" y="494593"/>
                          </a:lnTo>
                          <a:lnTo>
                            <a:pt x="252402" y="512896"/>
                          </a:lnTo>
                          <a:lnTo>
                            <a:pt x="243989" y="531281"/>
                          </a:lnTo>
                          <a:lnTo>
                            <a:pt x="234173" y="549584"/>
                          </a:lnTo>
                          <a:lnTo>
                            <a:pt x="223285" y="567887"/>
                          </a:lnTo>
                          <a:lnTo>
                            <a:pt x="211737" y="586190"/>
                          </a:lnTo>
                          <a:lnTo>
                            <a:pt x="200024" y="604576"/>
                          </a:lnTo>
                          <a:lnTo>
                            <a:pt x="188559" y="622879"/>
                          </a:lnTo>
                          <a:lnTo>
                            <a:pt x="177754" y="641182"/>
                          </a:lnTo>
                          <a:lnTo>
                            <a:pt x="167773" y="659485"/>
                          </a:lnTo>
                          <a:lnTo>
                            <a:pt x="158535" y="677788"/>
                          </a:lnTo>
                          <a:lnTo>
                            <a:pt x="149792" y="696173"/>
                          </a:lnTo>
                          <a:lnTo>
                            <a:pt x="141131" y="714476"/>
                          </a:lnTo>
                          <a:lnTo>
                            <a:pt x="131975" y="732779"/>
                          </a:lnTo>
                          <a:lnTo>
                            <a:pt x="121912" y="751082"/>
                          </a:lnTo>
                          <a:lnTo>
                            <a:pt x="110859" y="769385"/>
                          </a:lnTo>
                          <a:lnTo>
                            <a:pt x="98899" y="787771"/>
                          </a:lnTo>
                          <a:lnTo>
                            <a:pt x="86526" y="806074"/>
                          </a:lnTo>
                          <a:lnTo>
                            <a:pt x="73988" y="824377"/>
                          </a:lnTo>
                          <a:lnTo>
                            <a:pt x="61863" y="842680"/>
                          </a:lnTo>
                          <a:lnTo>
                            <a:pt x="50151" y="861065"/>
                          </a:lnTo>
                          <a:lnTo>
                            <a:pt x="39180" y="879368"/>
                          </a:lnTo>
                          <a:lnTo>
                            <a:pt x="28787" y="897671"/>
                          </a:lnTo>
                          <a:lnTo>
                            <a:pt x="19302" y="915974"/>
                          </a:lnTo>
                          <a:lnTo>
                            <a:pt x="10888" y="934277"/>
                          </a:lnTo>
                          <a:lnTo>
                            <a:pt x="4289" y="952663"/>
                          </a:lnTo>
                          <a:lnTo>
                            <a:pt x="413" y="970966"/>
                          </a:lnTo>
                          <a:lnTo>
                            <a:pt x="0" y="989269"/>
                          </a:lnTo>
                          <a:lnTo>
                            <a:pt x="3547" y="1007572"/>
                          </a:lnTo>
                          <a:lnTo>
                            <a:pt x="10971" y="1025874"/>
                          </a:lnTo>
                          <a:lnTo>
                            <a:pt x="21693" y="1044260"/>
                          </a:lnTo>
                          <a:lnTo>
                            <a:pt x="34561" y="1062563"/>
                          </a:lnTo>
                          <a:lnTo>
                            <a:pt x="48171" y="1080866"/>
                          </a:lnTo>
                          <a:lnTo>
                            <a:pt x="61286" y="1099169"/>
                          </a:lnTo>
                          <a:lnTo>
                            <a:pt x="72999" y="1117554"/>
                          </a:lnTo>
                          <a:lnTo>
                            <a:pt x="83062" y="1135857"/>
                          </a:lnTo>
                          <a:lnTo>
                            <a:pt x="91888" y="1154160"/>
                          </a:lnTo>
                          <a:lnTo>
                            <a:pt x="100466" y="1172463"/>
                          </a:lnTo>
                          <a:lnTo>
                            <a:pt x="109539" y="1190766"/>
                          </a:lnTo>
                          <a:lnTo>
                            <a:pt x="119932" y="1209152"/>
                          </a:lnTo>
                          <a:lnTo>
                            <a:pt x="131975" y="1227455"/>
                          </a:lnTo>
                          <a:lnTo>
                            <a:pt x="145502" y="1245758"/>
                          </a:lnTo>
                          <a:lnTo>
                            <a:pt x="159855" y="1264061"/>
                          </a:lnTo>
                          <a:lnTo>
                            <a:pt x="174454" y="1282364"/>
                          </a:lnTo>
                          <a:lnTo>
                            <a:pt x="188559" y="1300749"/>
                          </a:lnTo>
                          <a:lnTo>
                            <a:pt x="201674" y="1319052"/>
                          </a:lnTo>
                          <a:lnTo>
                            <a:pt x="213552" y="1337355"/>
                          </a:lnTo>
                          <a:lnTo>
                            <a:pt x="224193" y="1355658"/>
                          </a:lnTo>
                          <a:lnTo>
                            <a:pt x="233678" y="1373961"/>
                          </a:lnTo>
                          <a:lnTo>
                            <a:pt x="242091" y="1392346"/>
                          </a:lnTo>
                          <a:lnTo>
                            <a:pt x="249433" y="1410649"/>
                          </a:lnTo>
                          <a:lnTo>
                            <a:pt x="255784" y="1428952"/>
                          </a:lnTo>
                          <a:lnTo>
                            <a:pt x="261310" y="1447255"/>
                          </a:lnTo>
                          <a:lnTo>
                            <a:pt x="266012" y="1465641"/>
                          </a:lnTo>
                          <a:lnTo>
                            <a:pt x="270136" y="1483944"/>
                          </a:lnTo>
                          <a:lnTo>
                            <a:pt x="273683" y="1502247"/>
                          </a:lnTo>
                          <a:lnTo>
                            <a:pt x="276570" y="1520550"/>
                          </a:lnTo>
                          <a:lnTo>
                            <a:pt x="278797" y="1538853"/>
                          </a:lnTo>
                          <a:lnTo>
                            <a:pt x="280364" y="1557238"/>
                          </a:lnTo>
                          <a:lnTo>
                            <a:pt x="281354" y="1575541"/>
                          </a:lnTo>
                          <a:lnTo>
                            <a:pt x="281932" y="1593844"/>
                          </a:lnTo>
                          <a:lnTo>
                            <a:pt x="282261" y="1612147"/>
                          </a:lnTo>
                          <a:lnTo>
                            <a:pt x="282509" y="1630450"/>
                          </a:lnTo>
                          <a:lnTo>
                            <a:pt x="282756" y="1648836"/>
                          </a:lnTo>
                          <a:lnTo>
                            <a:pt x="283169" y="1667139"/>
                          </a:lnTo>
                          <a:lnTo>
                            <a:pt x="283499" y="1685442"/>
                          </a:lnTo>
                          <a:lnTo>
                            <a:pt x="283829" y="1703745"/>
                          </a:lnTo>
                          <a:lnTo>
                            <a:pt x="284159" y="1722130"/>
                          </a:lnTo>
                          <a:lnTo>
                            <a:pt x="284406" y="1740433"/>
                          </a:lnTo>
                          <a:lnTo>
                            <a:pt x="284489" y="1758736"/>
                          </a:lnTo>
                          <a:lnTo>
                            <a:pt x="284571" y="1777039"/>
                          </a:lnTo>
                          <a:lnTo>
                            <a:pt x="284653" y="1795342"/>
                          </a:lnTo>
                          <a:lnTo>
                            <a:pt x="284653" y="1813728"/>
                          </a:lnTo>
                          <a:lnTo>
                            <a:pt x="284653" y="1813728"/>
                          </a:lnTo>
                          <a:lnTo>
                            <a:pt x="284736" y="1795342"/>
                          </a:lnTo>
                          <a:lnTo>
                            <a:pt x="284736" y="1777039"/>
                          </a:lnTo>
                          <a:lnTo>
                            <a:pt x="284818" y="1758736"/>
                          </a:lnTo>
                          <a:lnTo>
                            <a:pt x="284983" y="1740433"/>
                          </a:lnTo>
                          <a:lnTo>
                            <a:pt x="285231" y="1722130"/>
                          </a:lnTo>
                          <a:lnTo>
                            <a:pt x="285478" y="1703745"/>
                          </a:lnTo>
                          <a:lnTo>
                            <a:pt x="285891" y="1685442"/>
                          </a:lnTo>
                          <a:lnTo>
                            <a:pt x="286221" y="1667139"/>
                          </a:lnTo>
                          <a:lnTo>
                            <a:pt x="286551" y="1648836"/>
                          </a:lnTo>
                          <a:lnTo>
                            <a:pt x="286880" y="1630450"/>
                          </a:lnTo>
                          <a:lnTo>
                            <a:pt x="287128" y="1612147"/>
                          </a:lnTo>
                          <a:lnTo>
                            <a:pt x="287458" y="1593844"/>
                          </a:lnTo>
                          <a:lnTo>
                            <a:pt x="287953" y="1575541"/>
                          </a:lnTo>
                          <a:lnTo>
                            <a:pt x="288942" y="1557238"/>
                          </a:lnTo>
                          <a:lnTo>
                            <a:pt x="290510" y="1538853"/>
                          </a:lnTo>
                          <a:lnTo>
                            <a:pt x="292819" y="1520550"/>
                          </a:lnTo>
                          <a:lnTo>
                            <a:pt x="295706" y="1502247"/>
                          </a:lnTo>
                          <a:lnTo>
                            <a:pt x="299253" y="1483944"/>
                          </a:lnTo>
                          <a:lnTo>
                            <a:pt x="303295" y="1465641"/>
                          </a:lnTo>
                          <a:lnTo>
                            <a:pt x="308079" y="1447255"/>
                          </a:lnTo>
                          <a:lnTo>
                            <a:pt x="313523" y="1428952"/>
                          </a:lnTo>
                          <a:lnTo>
                            <a:pt x="319957" y="1410649"/>
                          </a:lnTo>
                          <a:lnTo>
                            <a:pt x="327298" y="1392346"/>
                          </a:lnTo>
                          <a:lnTo>
                            <a:pt x="335711" y="1373961"/>
                          </a:lnTo>
                          <a:lnTo>
                            <a:pt x="345115" y="1355658"/>
                          </a:lnTo>
                          <a:lnTo>
                            <a:pt x="355755" y="1337355"/>
                          </a:lnTo>
                          <a:lnTo>
                            <a:pt x="367633" y="1319052"/>
                          </a:lnTo>
                          <a:lnTo>
                            <a:pt x="380748" y="1300749"/>
                          </a:lnTo>
                          <a:lnTo>
                            <a:pt x="394935" y="1282364"/>
                          </a:lnTo>
                          <a:lnTo>
                            <a:pt x="409452" y="1264061"/>
                          </a:lnTo>
                          <a:lnTo>
                            <a:pt x="423887" y="1245758"/>
                          </a:lnTo>
                          <a:lnTo>
                            <a:pt x="437332" y="1227455"/>
                          </a:lnTo>
                          <a:lnTo>
                            <a:pt x="449375" y="1209152"/>
                          </a:lnTo>
                          <a:lnTo>
                            <a:pt x="459850" y="1190766"/>
                          </a:lnTo>
                          <a:lnTo>
                            <a:pt x="468923" y="1172463"/>
                          </a:lnTo>
                          <a:lnTo>
                            <a:pt x="477419" y="1154160"/>
                          </a:lnTo>
                          <a:lnTo>
                            <a:pt x="486328" y="1135857"/>
                          </a:lnTo>
                          <a:lnTo>
                            <a:pt x="496391" y="1117554"/>
                          </a:lnTo>
                          <a:lnTo>
                            <a:pt x="508103" y="1099169"/>
                          </a:lnTo>
                          <a:lnTo>
                            <a:pt x="521136" y="1080866"/>
                          </a:lnTo>
                          <a:lnTo>
                            <a:pt x="534828" y="1062563"/>
                          </a:lnTo>
                          <a:lnTo>
                            <a:pt x="547696" y="1044260"/>
                          </a:lnTo>
                          <a:lnTo>
                            <a:pt x="558336" y="1025874"/>
                          </a:lnTo>
                          <a:lnTo>
                            <a:pt x="565760" y="1007572"/>
                          </a:lnTo>
                          <a:lnTo>
                            <a:pt x="569307" y="989269"/>
                          </a:lnTo>
                          <a:lnTo>
                            <a:pt x="568894" y="970966"/>
                          </a:lnTo>
                          <a:lnTo>
                            <a:pt x="565017" y="952663"/>
                          </a:lnTo>
                          <a:lnTo>
                            <a:pt x="558501" y="934277"/>
                          </a:lnTo>
                          <a:lnTo>
                            <a:pt x="550088" y="915974"/>
                          </a:lnTo>
                          <a:lnTo>
                            <a:pt x="540520" y="897671"/>
                          </a:lnTo>
                          <a:lnTo>
                            <a:pt x="530209" y="879368"/>
                          </a:lnTo>
                          <a:lnTo>
                            <a:pt x="519156" y="861065"/>
                          </a:lnTo>
                          <a:lnTo>
                            <a:pt x="507526" y="842680"/>
                          </a:lnTo>
                          <a:lnTo>
                            <a:pt x="495318" y="824377"/>
                          </a:lnTo>
                          <a:lnTo>
                            <a:pt x="482863" y="806074"/>
                          </a:lnTo>
                          <a:lnTo>
                            <a:pt x="470408" y="787771"/>
                          </a:lnTo>
                          <a:lnTo>
                            <a:pt x="458530" y="769385"/>
                          </a:lnTo>
                          <a:lnTo>
                            <a:pt x="447477" y="751082"/>
                          </a:lnTo>
                          <a:lnTo>
                            <a:pt x="437414" y="732779"/>
                          </a:lnTo>
                          <a:lnTo>
                            <a:pt x="428259" y="714476"/>
                          </a:lnTo>
                          <a:lnTo>
                            <a:pt x="419515" y="696173"/>
                          </a:lnTo>
                          <a:lnTo>
                            <a:pt x="410855" y="677788"/>
                          </a:lnTo>
                          <a:lnTo>
                            <a:pt x="401616" y="659485"/>
                          </a:lnTo>
                          <a:lnTo>
                            <a:pt x="391636" y="641182"/>
                          </a:lnTo>
                          <a:lnTo>
                            <a:pt x="380830" y="622879"/>
                          </a:lnTo>
                          <a:lnTo>
                            <a:pt x="369365" y="604576"/>
                          </a:lnTo>
                          <a:lnTo>
                            <a:pt x="357652" y="586190"/>
                          </a:lnTo>
                          <a:lnTo>
                            <a:pt x="346104" y="567887"/>
                          </a:lnTo>
                          <a:lnTo>
                            <a:pt x="335134" y="549584"/>
                          </a:lnTo>
                          <a:lnTo>
                            <a:pt x="325318" y="531281"/>
                          </a:lnTo>
                          <a:lnTo>
                            <a:pt x="316987" y="512896"/>
                          </a:lnTo>
                          <a:lnTo>
                            <a:pt x="310141" y="494593"/>
                          </a:lnTo>
                          <a:lnTo>
                            <a:pt x="304862" y="476290"/>
                          </a:lnTo>
                          <a:lnTo>
                            <a:pt x="300820" y="457987"/>
                          </a:lnTo>
                          <a:lnTo>
                            <a:pt x="297686" y="439684"/>
                          </a:lnTo>
                          <a:lnTo>
                            <a:pt x="295294" y="421299"/>
                          </a:lnTo>
                          <a:lnTo>
                            <a:pt x="293397" y="402996"/>
                          </a:lnTo>
                          <a:lnTo>
                            <a:pt x="291747" y="384693"/>
                          </a:lnTo>
                          <a:lnTo>
                            <a:pt x="290427" y="366390"/>
                          </a:lnTo>
                          <a:lnTo>
                            <a:pt x="289355" y="348087"/>
                          </a:lnTo>
                          <a:lnTo>
                            <a:pt x="288530" y="329701"/>
                          </a:lnTo>
                          <a:lnTo>
                            <a:pt x="287788" y="311398"/>
                          </a:lnTo>
                          <a:lnTo>
                            <a:pt x="287293" y="293095"/>
                          </a:lnTo>
                          <a:lnTo>
                            <a:pt x="286798" y="274792"/>
                          </a:lnTo>
                          <a:lnTo>
                            <a:pt x="286468" y="256489"/>
                          </a:lnTo>
                          <a:lnTo>
                            <a:pt x="286221" y="238104"/>
                          </a:lnTo>
                          <a:lnTo>
                            <a:pt x="286138" y="219801"/>
                          </a:lnTo>
                          <a:lnTo>
                            <a:pt x="286056" y="201498"/>
                          </a:lnTo>
                          <a:lnTo>
                            <a:pt x="285973" y="183195"/>
                          </a:lnTo>
                          <a:lnTo>
                            <a:pt x="285891" y="164809"/>
                          </a:lnTo>
                          <a:lnTo>
                            <a:pt x="285726" y="146506"/>
                          </a:lnTo>
                          <a:lnTo>
                            <a:pt x="285478" y="128203"/>
                          </a:lnTo>
                          <a:lnTo>
                            <a:pt x="285231" y="109900"/>
                          </a:lnTo>
                          <a:lnTo>
                            <a:pt x="285066" y="91597"/>
                          </a:lnTo>
                          <a:lnTo>
                            <a:pt x="284901" y="73212"/>
                          </a:lnTo>
                          <a:lnTo>
                            <a:pt x="284818" y="54909"/>
                          </a:lnTo>
                          <a:close/>
                        </a:path>
                      </a:pathLst>
                    </a:custGeom>
                    <a:solidFill>
                      <a:srgbClr val="D1D1D1">
                        <a:alpha val="60000"/>
                      </a:srgbClr>
                    </a:solidFill>
                    <a:ln w="8233" cap="flat">
                      <a:noFill/>
                      <a:prstDash val="solid"/>
                      <a:miter/>
                    </a:ln>
                  </p:spPr>
                  <p:txBody>
                    <a:bodyPr rtlCol="0" anchor="ctr"/>
                    <a:lstStyle/>
                    <a:p>
                      <a:endParaRPr lang="en-US">
                        <a:latin typeface="Helvetica Light" panose="020B0403020202020204" pitchFamily="34" charset="0"/>
                      </a:endParaRPr>
                    </a:p>
                  </p:txBody>
                </p:sp>
              </p:grpSp>
              <p:sp>
                <p:nvSpPr>
                  <p:cNvPr id="17731" name="Freeform 17730">
                    <a:extLst>
                      <a:ext uri="{FF2B5EF4-FFF2-40B4-BE49-F238E27FC236}">
                        <a16:creationId xmlns:a16="http://schemas.microsoft.com/office/drawing/2014/main" id="{325B1076-9EBA-CAD0-7815-07985A4B5DC1}"/>
                      </a:ext>
                    </a:extLst>
                  </p:cNvPr>
                  <p:cNvSpPr/>
                  <p:nvPr/>
                </p:nvSpPr>
                <p:spPr>
                  <a:xfrm>
                    <a:off x="10245195" y="4295112"/>
                    <a:ext cx="129417" cy="292682"/>
                  </a:xfrm>
                  <a:custGeom>
                    <a:avLst/>
                    <a:gdLst>
                      <a:gd name="connsiteX0" fmla="*/ 0 w 129417"/>
                      <a:gd name="connsiteY0" fmla="*/ 0 h 292682"/>
                      <a:gd name="connsiteX1" fmla="*/ 129418 w 129417"/>
                      <a:gd name="connsiteY1" fmla="*/ 0 h 292682"/>
                      <a:gd name="connsiteX2" fmla="*/ 129418 w 129417"/>
                      <a:gd name="connsiteY2" fmla="*/ 292683 h 292682"/>
                      <a:gd name="connsiteX3" fmla="*/ 0 w 129417"/>
                      <a:gd name="connsiteY3" fmla="*/ 292683 h 292682"/>
                    </a:gdLst>
                    <a:ahLst/>
                    <a:cxnLst>
                      <a:cxn ang="0">
                        <a:pos x="connsiteX0" y="connsiteY0"/>
                      </a:cxn>
                      <a:cxn ang="0">
                        <a:pos x="connsiteX1" y="connsiteY1"/>
                      </a:cxn>
                      <a:cxn ang="0">
                        <a:pos x="connsiteX2" y="connsiteY2"/>
                      </a:cxn>
                      <a:cxn ang="0">
                        <a:pos x="connsiteX3" y="connsiteY3"/>
                      </a:cxn>
                    </a:cxnLst>
                    <a:rect l="l" t="t" r="r" b="b"/>
                    <a:pathLst>
                      <a:path w="129417" h="292682">
                        <a:moveTo>
                          <a:pt x="0" y="0"/>
                        </a:moveTo>
                        <a:lnTo>
                          <a:pt x="129418" y="0"/>
                        </a:lnTo>
                        <a:lnTo>
                          <a:pt x="129418" y="292683"/>
                        </a:lnTo>
                        <a:lnTo>
                          <a:pt x="0" y="292683"/>
                        </a:lnTo>
                        <a:close/>
                      </a:path>
                    </a:pathLst>
                  </a:custGeom>
                  <a:noFill/>
                  <a:ln w="22560" cap="flat">
                    <a:solidFill>
                      <a:srgbClr val="000000"/>
                    </a:solidFill>
                    <a:prstDash val="solid"/>
                    <a:miter/>
                  </a:ln>
                </p:spPr>
                <p:txBody>
                  <a:bodyPr rtlCol="0" anchor="ctr"/>
                  <a:lstStyle/>
                  <a:p>
                    <a:endParaRPr lang="en-US">
                      <a:latin typeface="Helvetica Light" panose="020B0403020202020204" pitchFamily="34" charset="0"/>
                    </a:endParaRPr>
                  </a:p>
                </p:txBody>
              </p:sp>
              <p:sp>
                <p:nvSpPr>
                  <p:cNvPr id="17732" name="Freeform 17731">
                    <a:extLst>
                      <a:ext uri="{FF2B5EF4-FFF2-40B4-BE49-F238E27FC236}">
                        <a16:creationId xmlns:a16="http://schemas.microsoft.com/office/drawing/2014/main" id="{91AC3631-439E-AEDC-76C3-E1FD5CF776A1}"/>
                      </a:ext>
                    </a:extLst>
                  </p:cNvPr>
                  <p:cNvSpPr/>
                  <p:nvPr/>
                </p:nvSpPr>
                <p:spPr>
                  <a:xfrm>
                    <a:off x="10245195" y="4441453"/>
                    <a:ext cx="129417" cy="8244"/>
                  </a:xfrm>
                  <a:custGeom>
                    <a:avLst/>
                    <a:gdLst>
                      <a:gd name="connsiteX0" fmla="*/ 0 w 129417"/>
                      <a:gd name="connsiteY0" fmla="*/ 0 h 8244"/>
                      <a:gd name="connsiteX1" fmla="*/ 129418 w 129417"/>
                      <a:gd name="connsiteY1" fmla="*/ 0 h 8244"/>
                    </a:gdLst>
                    <a:ahLst/>
                    <a:cxnLst>
                      <a:cxn ang="0">
                        <a:pos x="connsiteX0" y="connsiteY0"/>
                      </a:cxn>
                      <a:cxn ang="0">
                        <a:pos x="connsiteX1" y="connsiteY1"/>
                      </a:cxn>
                    </a:cxnLst>
                    <a:rect l="l" t="t" r="r" b="b"/>
                    <a:pathLst>
                      <a:path w="129417" h="8244">
                        <a:moveTo>
                          <a:pt x="0" y="0"/>
                        </a:moveTo>
                        <a:lnTo>
                          <a:pt x="129418" y="0"/>
                        </a:lnTo>
                      </a:path>
                    </a:pathLst>
                  </a:custGeom>
                  <a:ln w="22560" cap="flat">
                    <a:solidFill>
                      <a:srgbClr val="000000"/>
                    </a:solidFill>
                    <a:prstDash val="solid"/>
                    <a:round/>
                  </a:ln>
                </p:spPr>
                <p:txBody>
                  <a:bodyPr rtlCol="0" anchor="ctr"/>
                  <a:lstStyle/>
                  <a:p>
                    <a:endParaRPr lang="en-US">
                      <a:latin typeface="Helvetica Light" panose="020B0403020202020204" pitchFamily="34" charset="0"/>
                    </a:endParaRPr>
                  </a:p>
                </p:txBody>
              </p:sp>
            </p:grpSp>
          </p:grpSp>
          <p:grpSp>
            <p:nvGrpSpPr>
              <p:cNvPr id="17742" name="Group 17741">
                <a:extLst>
                  <a:ext uri="{FF2B5EF4-FFF2-40B4-BE49-F238E27FC236}">
                    <a16:creationId xmlns:a16="http://schemas.microsoft.com/office/drawing/2014/main" id="{332D45E4-F714-650C-6C68-BB81883B5F28}"/>
                  </a:ext>
                </a:extLst>
              </p:cNvPr>
              <p:cNvGrpSpPr/>
              <p:nvPr/>
            </p:nvGrpSpPr>
            <p:grpSpPr>
              <a:xfrm>
                <a:off x="6583524" y="1688749"/>
                <a:ext cx="4312802" cy="3767778"/>
                <a:chOff x="6583524" y="1688749"/>
                <a:chExt cx="4312802" cy="3767778"/>
              </a:xfrm>
            </p:grpSpPr>
            <p:sp>
              <p:nvSpPr>
                <p:cNvPr id="17666" name="TextBox 17665">
                  <a:extLst>
                    <a:ext uri="{FF2B5EF4-FFF2-40B4-BE49-F238E27FC236}">
                      <a16:creationId xmlns:a16="http://schemas.microsoft.com/office/drawing/2014/main" id="{BF6CB706-DF6A-8CCD-BB83-3B46A4D1C4DA}"/>
                    </a:ext>
                  </a:extLst>
                </p:cNvPr>
                <p:cNvSpPr txBox="1"/>
                <p:nvPr/>
              </p:nvSpPr>
              <p:spPr>
                <a:xfrm rot="16200000">
                  <a:off x="5906415" y="3252769"/>
                  <a:ext cx="1723549" cy="369332"/>
                </a:xfrm>
                <a:prstGeom prst="rect">
                  <a:avLst/>
                </a:prstGeom>
                <a:noFill/>
              </p:spPr>
              <p:txBody>
                <a:bodyPr wrap="none" rtlCol="0">
                  <a:spAutoFit/>
                </a:bodyPr>
                <a:lstStyle/>
                <a:p>
                  <a:pPr algn="l"/>
                  <a:r>
                    <a:rPr lang="en-US" spc="0" baseline="0">
                      <a:ln/>
                      <a:solidFill>
                        <a:srgbClr val="231F20"/>
                      </a:solidFill>
                      <a:latin typeface="Helvetica Light" panose="020B0403020202020204" pitchFamily="34" charset="0"/>
                      <a:sym typeface="Helvetica-Light"/>
                      <a:rtl val="0"/>
                    </a:rPr>
                    <a:t>Gaze Similarity</a:t>
                  </a:r>
                </a:p>
              </p:txBody>
            </p:sp>
            <p:grpSp>
              <p:nvGrpSpPr>
                <p:cNvPr id="17738" name="Group 17737">
                  <a:extLst>
                    <a:ext uri="{FF2B5EF4-FFF2-40B4-BE49-F238E27FC236}">
                      <a16:creationId xmlns:a16="http://schemas.microsoft.com/office/drawing/2014/main" id="{4B3F9C13-90BD-4405-2E4D-125EFBBF7553}"/>
                    </a:ext>
                  </a:extLst>
                </p:cNvPr>
                <p:cNvGrpSpPr/>
                <p:nvPr/>
              </p:nvGrpSpPr>
              <p:grpSpPr>
                <a:xfrm>
                  <a:off x="6902812" y="1688749"/>
                  <a:ext cx="3993514" cy="3767778"/>
                  <a:chOff x="6902812" y="1688749"/>
                  <a:chExt cx="3993514" cy="3767778"/>
                </a:xfrm>
              </p:grpSpPr>
              <p:sp>
                <p:nvSpPr>
                  <p:cNvPr id="17652" name="Freeform 17651">
                    <a:extLst>
                      <a:ext uri="{FF2B5EF4-FFF2-40B4-BE49-F238E27FC236}">
                        <a16:creationId xmlns:a16="http://schemas.microsoft.com/office/drawing/2014/main" id="{3BBDEA36-3F6C-297D-BD2E-9EE8D048FFA1}"/>
                      </a:ext>
                    </a:extLst>
                  </p:cNvPr>
                  <p:cNvSpPr/>
                  <p:nvPr/>
                </p:nvSpPr>
                <p:spPr>
                  <a:xfrm>
                    <a:off x="7605698" y="5448283"/>
                    <a:ext cx="3290628" cy="8244"/>
                  </a:xfrm>
                  <a:custGeom>
                    <a:avLst/>
                    <a:gdLst>
                      <a:gd name="connsiteX0" fmla="*/ 0 w 3290628"/>
                      <a:gd name="connsiteY0" fmla="*/ 0 h 8244"/>
                      <a:gd name="connsiteX1" fmla="*/ 3290629 w 3290628"/>
                      <a:gd name="connsiteY1" fmla="*/ 0 h 8244"/>
                    </a:gdLst>
                    <a:ahLst/>
                    <a:cxnLst>
                      <a:cxn ang="0">
                        <a:pos x="connsiteX0" y="connsiteY0"/>
                      </a:cxn>
                      <a:cxn ang="0">
                        <a:pos x="connsiteX1" y="connsiteY1"/>
                      </a:cxn>
                    </a:cxnLst>
                    <a:rect l="l" t="t" r="r" b="b"/>
                    <a:pathLst>
                      <a:path w="3290628" h="8244">
                        <a:moveTo>
                          <a:pt x="0" y="0"/>
                        </a:moveTo>
                        <a:lnTo>
                          <a:pt x="3290629" y="0"/>
                        </a:lnTo>
                      </a:path>
                    </a:pathLst>
                  </a:custGeom>
                  <a:ln w="20831" cap="sq">
                    <a:solidFill>
                      <a:srgbClr val="262626"/>
                    </a:solidFill>
                    <a:prstDash val="solid"/>
                    <a:round/>
                  </a:ln>
                </p:spPr>
                <p:txBody>
                  <a:bodyPr rtlCol="0" anchor="ctr"/>
                  <a:lstStyle/>
                  <a:p>
                    <a:endParaRPr lang="en-US">
                      <a:latin typeface="Helvetica Light" panose="020B0403020202020204" pitchFamily="34" charset="0"/>
                    </a:endParaRPr>
                  </a:p>
                </p:txBody>
              </p:sp>
              <p:sp>
                <p:nvSpPr>
                  <p:cNvPr id="17653" name="Freeform 17652">
                    <a:extLst>
                      <a:ext uri="{FF2B5EF4-FFF2-40B4-BE49-F238E27FC236}">
                        <a16:creationId xmlns:a16="http://schemas.microsoft.com/office/drawing/2014/main" id="{9232F2CD-ACC4-36AE-DD3D-62F6C8C5AE64}"/>
                      </a:ext>
                    </a:extLst>
                  </p:cNvPr>
                  <p:cNvSpPr/>
                  <p:nvPr/>
                </p:nvSpPr>
                <p:spPr>
                  <a:xfrm>
                    <a:off x="8056969" y="5408709"/>
                    <a:ext cx="8248" cy="39574"/>
                  </a:xfrm>
                  <a:custGeom>
                    <a:avLst/>
                    <a:gdLst>
                      <a:gd name="connsiteX0" fmla="*/ 0 w 8248"/>
                      <a:gd name="connsiteY0" fmla="*/ 39574 h 39574"/>
                      <a:gd name="connsiteX1" fmla="*/ 0 w 8248"/>
                      <a:gd name="connsiteY1" fmla="*/ 0 h 39574"/>
                    </a:gdLst>
                    <a:ahLst/>
                    <a:cxnLst>
                      <a:cxn ang="0">
                        <a:pos x="connsiteX0" y="connsiteY0"/>
                      </a:cxn>
                      <a:cxn ang="0">
                        <a:pos x="connsiteX1" y="connsiteY1"/>
                      </a:cxn>
                    </a:cxnLst>
                    <a:rect l="l" t="t" r="r" b="b"/>
                    <a:pathLst>
                      <a:path w="8248" h="39574">
                        <a:moveTo>
                          <a:pt x="0" y="39574"/>
                        </a:moveTo>
                        <a:lnTo>
                          <a:pt x="0" y="0"/>
                        </a:lnTo>
                      </a:path>
                    </a:pathLst>
                  </a:custGeom>
                  <a:ln w="24700" cap="sq">
                    <a:solidFill>
                      <a:srgbClr val="231F20"/>
                    </a:solidFill>
                    <a:prstDash val="solid"/>
                    <a:round/>
                  </a:ln>
                </p:spPr>
                <p:txBody>
                  <a:bodyPr rtlCol="0" anchor="ctr"/>
                  <a:lstStyle/>
                  <a:p>
                    <a:endParaRPr lang="en-US">
                      <a:latin typeface="Helvetica Light" panose="020B0403020202020204" pitchFamily="34" charset="0"/>
                    </a:endParaRPr>
                  </a:p>
                </p:txBody>
              </p:sp>
              <p:sp>
                <p:nvSpPr>
                  <p:cNvPr id="17654" name="Freeform 17653">
                    <a:extLst>
                      <a:ext uri="{FF2B5EF4-FFF2-40B4-BE49-F238E27FC236}">
                        <a16:creationId xmlns:a16="http://schemas.microsoft.com/office/drawing/2014/main" id="{082A337E-B350-ED35-5149-1F8522B9095F}"/>
                      </a:ext>
                    </a:extLst>
                  </p:cNvPr>
                  <p:cNvSpPr/>
                  <p:nvPr/>
                </p:nvSpPr>
                <p:spPr>
                  <a:xfrm>
                    <a:off x="9247630" y="5408709"/>
                    <a:ext cx="8248" cy="39574"/>
                  </a:xfrm>
                  <a:custGeom>
                    <a:avLst/>
                    <a:gdLst>
                      <a:gd name="connsiteX0" fmla="*/ 0 w 8248"/>
                      <a:gd name="connsiteY0" fmla="*/ 39574 h 39574"/>
                      <a:gd name="connsiteX1" fmla="*/ 0 w 8248"/>
                      <a:gd name="connsiteY1" fmla="*/ 0 h 39574"/>
                    </a:gdLst>
                    <a:ahLst/>
                    <a:cxnLst>
                      <a:cxn ang="0">
                        <a:pos x="connsiteX0" y="connsiteY0"/>
                      </a:cxn>
                      <a:cxn ang="0">
                        <a:pos x="connsiteX1" y="connsiteY1"/>
                      </a:cxn>
                    </a:cxnLst>
                    <a:rect l="l" t="t" r="r" b="b"/>
                    <a:pathLst>
                      <a:path w="8248" h="39574">
                        <a:moveTo>
                          <a:pt x="0" y="39574"/>
                        </a:moveTo>
                        <a:lnTo>
                          <a:pt x="0" y="0"/>
                        </a:lnTo>
                      </a:path>
                    </a:pathLst>
                  </a:custGeom>
                  <a:ln w="24700" cap="sq">
                    <a:solidFill>
                      <a:srgbClr val="231F20"/>
                    </a:solidFill>
                    <a:prstDash val="solid"/>
                    <a:round/>
                  </a:ln>
                </p:spPr>
                <p:txBody>
                  <a:bodyPr rtlCol="0" anchor="ctr"/>
                  <a:lstStyle/>
                  <a:p>
                    <a:endParaRPr lang="en-US">
                      <a:latin typeface="Helvetica Light" panose="020B0403020202020204" pitchFamily="34" charset="0"/>
                    </a:endParaRPr>
                  </a:p>
                </p:txBody>
              </p:sp>
              <p:sp>
                <p:nvSpPr>
                  <p:cNvPr id="17655" name="Freeform 17654">
                    <a:extLst>
                      <a:ext uri="{FF2B5EF4-FFF2-40B4-BE49-F238E27FC236}">
                        <a16:creationId xmlns:a16="http://schemas.microsoft.com/office/drawing/2014/main" id="{57C73D5F-2A7E-FA82-5BA8-63EC720A9B38}"/>
                      </a:ext>
                    </a:extLst>
                  </p:cNvPr>
                  <p:cNvSpPr/>
                  <p:nvPr/>
                </p:nvSpPr>
                <p:spPr>
                  <a:xfrm>
                    <a:off x="10322813" y="5408709"/>
                    <a:ext cx="8248" cy="39574"/>
                  </a:xfrm>
                  <a:custGeom>
                    <a:avLst/>
                    <a:gdLst>
                      <a:gd name="connsiteX0" fmla="*/ 0 w 8248"/>
                      <a:gd name="connsiteY0" fmla="*/ 39574 h 39574"/>
                      <a:gd name="connsiteX1" fmla="*/ 0 w 8248"/>
                      <a:gd name="connsiteY1" fmla="*/ 0 h 39574"/>
                    </a:gdLst>
                    <a:ahLst/>
                    <a:cxnLst>
                      <a:cxn ang="0">
                        <a:pos x="connsiteX0" y="connsiteY0"/>
                      </a:cxn>
                      <a:cxn ang="0">
                        <a:pos x="connsiteX1" y="connsiteY1"/>
                      </a:cxn>
                    </a:cxnLst>
                    <a:rect l="l" t="t" r="r" b="b"/>
                    <a:pathLst>
                      <a:path w="8248" h="39574">
                        <a:moveTo>
                          <a:pt x="0" y="39574"/>
                        </a:moveTo>
                        <a:lnTo>
                          <a:pt x="0" y="0"/>
                        </a:lnTo>
                      </a:path>
                    </a:pathLst>
                  </a:custGeom>
                  <a:ln w="24700" cap="sq">
                    <a:solidFill>
                      <a:srgbClr val="231F20"/>
                    </a:solidFill>
                    <a:prstDash val="solid"/>
                    <a:round/>
                  </a:ln>
                </p:spPr>
                <p:txBody>
                  <a:bodyPr rtlCol="0" anchor="ctr"/>
                  <a:lstStyle/>
                  <a:p>
                    <a:endParaRPr lang="en-US">
                      <a:latin typeface="Helvetica Light" panose="020B0403020202020204" pitchFamily="34" charset="0"/>
                    </a:endParaRPr>
                  </a:p>
                </p:txBody>
              </p:sp>
              <p:sp>
                <p:nvSpPr>
                  <p:cNvPr id="17659" name="Freeform 17658">
                    <a:extLst>
                      <a:ext uri="{FF2B5EF4-FFF2-40B4-BE49-F238E27FC236}">
                        <a16:creationId xmlns:a16="http://schemas.microsoft.com/office/drawing/2014/main" id="{B37C1C23-888A-8ECD-394C-244D706B90BF}"/>
                      </a:ext>
                    </a:extLst>
                  </p:cNvPr>
                  <p:cNvSpPr/>
                  <p:nvPr/>
                </p:nvSpPr>
                <p:spPr>
                  <a:xfrm>
                    <a:off x="7605698" y="1688749"/>
                    <a:ext cx="8248" cy="3759533"/>
                  </a:xfrm>
                  <a:custGeom>
                    <a:avLst/>
                    <a:gdLst>
                      <a:gd name="connsiteX0" fmla="*/ 0 w 8248"/>
                      <a:gd name="connsiteY0" fmla="*/ 3759533 h 3759533"/>
                      <a:gd name="connsiteX1" fmla="*/ 0 w 8248"/>
                      <a:gd name="connsiteY1" fmla="*/ 0 h 3759533"/>
                    </a:gdLst>
                    <a:ahLst/>
                    <a:cxnLst>
                      <a:cxn ang="0">
                        <a:pos x="connsiteX0" y="connsiteY0"/>
                      </a:cxn>
                      <a:cxn ang="0">
                        <a:pos x="connsiteX1" y="connsiteY1"/>
                      </a:cxn>
                    </a:cxnLst>
                    <a:rect l="l" t="t" r="r" b="b"/>
                    <a:pathLst>
                      <a:path w="8248" h="3759533">
                        <a:moveTo>
                          <a:pt x="0" y="3759533"/>
                        </a:moveTo>
                        <a:lnTo>
                          <a:pt x="0" y="0"/>
                        </a:lnTo>
                      </a:path>
                    </a:pathLst>
                  </a:custGeom>
                  <a:ln w="24700" cap="sq">
                    <a:solidFill>
                      <a:srgbClr val="231F20"/>
                    </a:solidFill>
                    <a:prstDash val="solid"/>
                    <a:round/>
                  </a:ln>
                </p:spPr>
                <p:txBody>
                  <a:bodyPr rtlCol="0" anchor="ctr"/>
                  <a:lstStyle/>
                  <a:p>
                    <a:endParaRPr lang="en-US">
                      <a:latin typeface="Helvetica Light" panose="020B0403020202020204" pitchFamily="34" charset="0"/>
                    </a:endParaRPr>
                  </a:p>
                </p:txBody>
              </p:sp>
              <p:sp>
                <p:nvSpPr>
                  <p:cNvPr id="17660" name="Freeform 17659">
                    <a:extLst>
                      <a:ext uri="{FF2B5EF4-FFF2-40B4-BE49-F238E27FC236}">
                        <a16:creationId xmlns:a16="http://schemas.microsoft.com/office/drawing/2014/main" id="{2CD83640-E4FE-7562-82B4-AEC2446598B0}"/>
                      </a:ext>
                    </a:extLst>
                  </p:cNvPr>
                  <p:cNvSpPr/>
                  <p:nvPr/>
                </p:nvSpPr>
                <p:spPr>
                  <a:xfrm>
                    <a:off x="7605698" y="4442443"/>
                    <a:ext cx="39592" cy="8244"/>
                  </a:xfrm>
                  <a:custGeom>
                    <a:avLst/>
                    <a:gdLst>
                      <a:gd name="connsiteX0" fmla="*/ 0 w 39592"/>
                      <a:gd name="connsiteY0" fmla="*/ 0 h 8244"/>
                      <a:gd name="connsiteX1" fmla="*/ 39592 w 39592"/>
                      <a:gd name="connsiteY1" fmla="*/ 0 h 8244"/>
                    </a:gdLst>
                    <a:ahLst/>
                    <a:cxnLst>
                      <a:cxn ang="0">
                        <a:pos x="connsiteX0" y="connsiteY0"/>
                      </a:cxn>
                      <a:cxn ang="0">
                        <a:pos x="connsiteX1" y="connsiteY1"/>
                      </a:cxn>
                    </a:cxnLst>
                    <a:rect l="l" t="t" r="r" b="b"/>
                    <a:pathLst>
                      <a:path w="39592" h="8244">
                        <a:moveTo>
                          <a:pt x="0" y="0"/>
                        </a:moveTo>
                        <a:lnTo>
                          <a:pt x="39592" y="0"/>
                        </a:lnTo>
                      </a:path>
                    </a:pathLst>
                  </a:custGeom>
                  <a:ln w="24700" cap="sq">
                    <a:solidFill>
                      <a:srgbClr val="231F20"/>
                    </a:solidFill>
                    <a:prstDash val="solid"/>
                    <a:round/>
                  </a:ln>
                </p:spPr>
                <p:txBody>
                  <a:bodyPr rtlCol="0" anchor="ctr"/>
                  <a:lstStyle/>
                  <a:p>
                    <a:endParaRPr lang="en-US">
                      <a:latin typeface="Helvetica Light" panose="020B0403020202020204" pitchFamily="34" charset="0"/>
                    </a:endParaRPr>
                  </a:p>
                </p:txBody>
              </p:sp>
              <p:sp>
                <p:nvSpPr>
                  <p:cNvPr id="17661" name="Freeform 17660">
                    <a:extLst>
                      <a:ext uri="{FF2B5EF4-FFF2-40B4-BE49-F238E27FC236}">
                        <a16:creationId xmlns:a16="http://schemas.microsoft.com/office/drawing/2014/main" id="{127835CA-4D6F-55EE-B30E-E367081E5D19}"/>
                      </a:ext>
                    </a:extLst>
                  </p:cNvPr>
                  <p:cNvSpPr/>
                  <p:nvPr/>
                </p:nvSpPr>
                <p:spPr>
                  <a:xfrm>
                    <a:off x="7605698" y="3189265"/>
                    <a:ext cx="39592" cy="8244"/>
                  </a:xfrm>
                  <a:custGeom>
                    <a:avLst/>
                    <a:gdLst>
                      <a:gd name="connsiteX0" fmla="*/ 0 w 39592"/>
                      <a:gd name="connsiteY0" fmla="*/ 0 h 8244"/>
                      <a:gd name="connsiteX1" fmla="*/ 39592 w 39592"/>
                      <a:gd name="connsiteY1" fmla="*/ 0 h 8244"/>
                    </a:gdLst>
                    <a:ahLst/>
                    <a:cxnLst>
                      <a:cxn ang="0">
                        <a:pos x="connsiteX0" y="connsiteY0"/>
                      </a:cxn>
                      <a:cxn ang="0">
                        <a:pos x="connsiteX1" y="connsiteY1"/>
                      </a:cxn>
                    </a:cxnLst>
                    <a:rect l="l" t="t" r="r" b="b"/>
                    <a:pathLst>
                      <a:path w="39592" h="8244">
                        <a:moveTo>
                          <a:pt x="0" y="0"/>
                        </a:moveTo>
                        <a:lnTo>
                          <a:pt x="39592" y="0"/>
                        </a:lnTo>
                      </a:path>
                    </a:pathLst>
                  </a:custGeom>
                  <a:ln w="24700" cap="sq">
                    <a:solidFill>
                      <a:srgbClr val="231F20"/>
                    </a:solidFill>
                    <a:prstDash val="solid"/>
                    <a:round/>
                  </a:ln>
                </p:spPr>
                <p:txBody>
                  <a:bodyPr rtlCol="0" anchor="ctr"/>
                  <a:lstStyle/>
                  <a:p>
                    <a:endParaRPr lang="en-US">
                      <a:latin typeface="Helvetica Light" panose="020B0403020202020204" pitchFamily="34" charset="0"/>
                    </a:endParaRPr>
                  </a:p>
                </p:txBody>
              </p:sp>
              <p:sp>
                <p:nvSpPr>
                  <p:cNvPr id="17662" name="Freeform 17661">
                    <a:extLst>
                      <a:ext uri="{FF2B5EF4-FFF2-40B4-BE49-F238E27FC236}">
                        <a16:creationId xmlns:a16="http://schemas.microsoft.com/office/drawing/2014/main" id="{86D9F134-B7FB-90AE-E0A6-F489231B23D0}"/>
                      </a:ext>
                    </a:extLst>
                  </p:cNvPr>
                  <p:cNvSpPr/>
                  <p:nvPr/>
                </p:nvSpPr>
                <p:spPr>
                  <a:xfrm>
                    <a:off x="7605698" y="1936087"/>
                    <a:ext cx="39592" cy="8244"/>
                  </a:xfrm>
                  <a:custGeom>
                    <a:avLst/>
                    <a:gdLst>
                      <a:gd name="connsiteX0" fmla="*/ 0 w 39592"/>
                      <a:gd name="connsiteY0" fmla="*/ 0 h 8244"/>
                      <a:gd name="connsiteX1" fmla="*/ 39592 w 39592"/>
                      <a:gd name="connsiteY1" fmla="*/ 0 h 8244"/>
                    </a:gdLst>
                    <a:ahLst/>
                    <a:cxnLst>
                      <a:cxn ang="0">
                        <a:pos x="connsiteX0" y="connsiteY0"/>
                      </a:cxn>
                      <a:cxn ang="0">
                        <a:pos x="connsiteX1" y="connsiteY1"/>
                      </a:cxn>
                    </a:cxnLst>
                    <a:rect l="l" t="t" r="r" b="b"/>
                    <a:pathLst>
                      <a:path w="39592" h="8244">
                        <a:moveTo>
                          <a:pt x="0" y="0"/>
                        </a:moveTo>
                        <a:lnTo>
                          <a:pt x="39592" y="0"/>
                        </a:lnTo>
                      </a:path>
                    </a:pathLst>
                  </a:custGeom>
                  <a:ln w="24700" cap="sq">
                    <a:solidFill>
                      <a:srgbClr val="231F20"/>
                    </a:solidFill>
                    <a:prstDash val="solid"/>
                    <a:round/>
                  </a:ln>
                </p:spPr>
                <p:txBody>
                  <a:bodyPr rtlCol="0" anchor="ctr"/>
                  <a:lstStyle/>
                  <a:p>
                    <a:endParaRPr lang="en-US">
                      <a:latin typeface="Helvetica Light" panose="020B0403020202020204" pitchFamily="34" charset="0"/>
                    </a:endParaRPr>
                  </a:p>
                </p:txBody>
              </p:sp>
              <p:sp>
                <p:nvSpPr>
                  <p:cNvPr id="17663" name="TextBox 17662">
                    <a:extLst>
                      <a:ext uri="{FF2B5EF4-FFF2-40B4-BE49-F238E27FC236}">
                        <a16:creationId xmlns:a16="http://schemas.microsoft.com/office/drawing/2014/main" id="{1DD564E3-B55F-BE9B-4664-2CF7A5D816EB}"/>
                      </a:ext>
                    </a:extLst>
                  </p:cNvPr>
                  <p:cNvSpPr txBox="1"/>
                  <p:nvPr/>
                </p:nvSpPr>
                <p:spPr>
                  <a:xfrm>
                    <a:off x="7149678" y="4240075"/>
                    <a:ext cx="312906" cy="369332"/>
                  </a:xfrm>
                  <a:prstGeom prst="rect">
                    <a:avLst/>
                  </a:prstGeom>
                  <a:noFill/>
                </p:spPr>
                <p:txBody>
                  <a:bodyPr wrap="none" rtlCol="0">
                    <a:spAutoFit/>
                  </a:bodyPr>
                  <a:lstStyle/>
                  <a:p>
                    <a:pPr algn="l"/>
                    <a:r>
                      <a:rPr lang="en-US" spc="0" baseline="0">
                        <a:ln/>
                        <a:solidFill>
                          <a:srgbClr val="231F20"/>
                        </a:solidFill>
                        <a:latin typeface="Helvetica Light" panose="020B0403020202020204" pitchFamily="34" charset="0"/>
                        <a:sym typeface="Helvetica-Light"/>
                        <a:rtl val="0"/>
                      </a:rPr>
                      <a:t>0</a:t>
                    </a:r>
                  </a:p>
                </p:txBody>
              </p:sp>
              <p:sp>
                <p:nvSpPr>
                  <p:cNvPr id="17664" name="TextBox 17663">
                    <a:extLst>
                      <a:ext uri="{FF2B5EF4-FFF2-40B4-BE49-F238E27FC236}">
                        <a16:creationId xmlns:a16="http://schemas.microsoft.com/office/drawing/2014/main" id="{D9EB3FBE-BFBF-C066-E0CA-5CA904D98B69}"/>
                      </a:ext>
                    </a:extLst>
                  </p:cNvPr>
                  <p:cNvSpPr txBox="1"/>
                  <p:nvPr/>
                </p:nvSpPr>
                <p:spPr>
                  <a:xfrm>
                    <a:off x="6902812" y="2986898"/>
                    <a:ext cx="633507" cy="369332"/>
                  </a:xfrm>
                  <a:prstGeom prst="rect">
                    <a:avLst/>
                  </a:prstGeom>
                  <a:noFill/>
                </p:spPr>
                <p:txBody>
                  <a:bodyPr wrap="none" rtlCol="0">
                    <a:spAutoFit/>
                  </a:bodyPr>
                  <a:lstStyle/>
                  <a:p>
                    <a:pPr algn="l"/>
                    <a:r>
                      <a:rPr lang="en-US" spc="0" baseline="0">
                        <a:ln/>
                        <a:solidFill>
                          <a:srgbClr val="231F20"/>
                        </a:solidFill>
                        <a:latin typeface="Helvetica Light" panose="020B0403020202020204" pitchFamily="34" charset="0"/>
                        <a:sym typeface="Helvetica-Light"/>
                        <a:rtl val="0"/>
                      </a:rPr>
                      <a:t>0.15</a:t>
                    </a:r>
                  </a:p>
                </p:txBody>
              </p:sp>
              <p:sp>
                <p:nvSpPr>
                  <p:cNvPr id="17665" name="TextBox 17664">
                    <a:extLst>
                      <a:ext uri="{FF2B5EF4-FFF2-40B4-BE49-F238E27FC236}">
                        <a16:creationId xmlns:a16="http://schemas.microsoft.com/office/drawing/2014/main" id="{59087412-4BFB-42AB-FA66-F607425B9777}"/>
                      </a:ext>
                    </a:extLst>
                  </p:cNvPr>
                  <p:cNvSpPr txBox="1"/>
                  <p:nvPr/>
                </p:nvSpPr>
                <p:spPr>
                  <a:xfrm>
                    <a:off x="7034200" y="1816166"/>
                    <a:ext cx="505267" cy="369332"/>
                  </a:xfrm>
                  <a:prstGeom prst="rect">
                    <a:avLst/>
                  </a:prstGeom>
                  <a:noFill/>
                </p:spPr>
                <p:txBody>
                  <a:bodyPr wrap="none" rtlCol="0">
                    <a:spAutoFit/>
                  </a:bodyPr>
                  <a:lstStyle/>
                  <a:p>
                    <a:pPr algn="l"/>
                    <a:r>
                      <a:rPr lang="en-US" spc="0" baseline="0">
                        <a:ln/>
                        <a:solidFill>
                          <a:srgbClr val="231F20"/>
                        </a:solidFill>
                        <a:latin typeface="Helvetica Light" panose="020B0403020202020204" pitchFamily="34" charset="0"/>
                        <a:sym typeface="Helvetica-Light"/>
                        <a:rtl val="0"/>
                      </a:rPr>
                      <a:t>0.3</a:t>
                    </a:r>
                  </a:p>
                </p:txBody>
              </p:sp>
              <p:sp>
                <p:nvSpPr>
                  <p:cNvPr id="17733" name="Freeform 17732">
                    <a:extLst>
                      <a:ext uri="{FF2B5EF4-FFF2-40B4-BE49-F238E27FC236}">
                        <a16:creationId xmlns:a16="http://schemas.microsoft.com/office/drawing/2014/main" id="{567741D8-39D9-D65B-A03A-2528129BDFB7}"/>
                      </a:ext>
                    </a:extLst>
                  </p:cNvPr>
                  <p:cNvSpPr/>
                  <p:nvPr/>
                </p:nvSpPr>
                <p:spPr>
                  <a:xfrm>
                    <a:off x="7605698" y="4442443"/>
                    <a:ext cx="3271986" cy="8244"/>
                  </a:xfrm>
                  <a:custGeom>
                    <a:avLst/>
                    <a:gdLst>
                      <a:gd name="connsiteX0" fmla="*/ 0 w 3271986"/>
                      <a:gd name="connsiteY0" fmla="*/ 0 h 8244"/>
                      <a:gd name="connsiteX1" fmla="*/ 3271987 w 3271986"/>
                      <a:gd name="connsiteY1" fmla="*/ 0 h 8244"/>
                    </a:gdLst>
                    <a:ahLst/>
                    <a:cxnLst>
                      <a:cxn ang="0">
                        <a:pos x="connsiteX0" y="connsiteY0"/>
                      </a:cxn>
                      <a:cxn ang="0">
                        <a:pos x="connsiteX1" y="connsiteY1"/>
                      </a:cxn>
                    </a:cxnLst>
                    <a:rect l="l" t="t" r="r" b="b"/>
                    <a:pathLst>
                      <a:path w="3271986" h="8244">
                        <a:moveTo>
                          <a:pt x="0" y="0"/>
                        </a:moveTo>
                        <a:lnTo>
                          <a:pt x="3271987" y="0"/>
                        </a:lnTo>
                      </a:path>
                    </a:pathLst>
                  </a:custGeom>
                  <a:ln w="24289" cap="flat">
                    <a:solidFill>
                      <a:srgbClr val="231F20">
                        <a:alpha val="70000"/>
                      </a:srgbClr>
                    </a:solidFill>
                    <a:custDash>
                      <a:ds d="737250" sp="442500"/>
                    </a:custDash>
                    <a:bevel/>
                  </a:ln>
                </p:spPr>
                <p:txBody>
                  <a:bodyPr rtlCol="0" anchor="ctr"/>
                  <a:lstStyle/>
                  <a:p>
                    <a:endParaRPr lang="en-US">
                      <a:latin typeface="Helvetica Light" panose="020B0403020202020204" pitchFamily="34" charset="0"/>
                    </a:endParaRPr>
                  </a:p>
                </p:txBody>
              </p:sp>
            </p:grpSp>
          </p:grpSp>
        </p:grpSp>
      </p:grpSp>
      <p:grpSp>
        <p:nvGrpSpPr>
          <p:cNvPr id="26" name="Group 25">
            <a:extLst>
              <a:ext uri="{FF2B5EF4-FFF2-40B4-BE49-F238E27FC236}">
                <a16:creationId xmlns:a16="http://schemas.microsoft.com/office/drawing/2014/main" id="{FDE88F4F-A947-28E5-1E6F-C35DA6CDEE42}"/>
              </a:ext>
            </a:extLst>
          </p:cNvPr>
          <p:cNvGrpSpPr>
            <a:grpSpLocks noChangeAspect="1"/>
          </p:cNvGrpSpPr>
          <p:nvPr/>
        </p:nvGrpSpPr>
        <p:grpSpPr>
          <a:xfrm>
            <a:off x="900218" y="1889223"/>
            <a:ext cx="3538640" cy="1495182"/>
            <a:chOff x="64943" y="2126726"/>
            <a:chExt cx="3875955" cy="1637708"/>
          </a:xfrm>
        </p:grpSpPr>
        <p:grpSp>
          <p:nvGrpSpPr>
            <p:cNvPr id="21" name="Group 20">
              <a:extLst>
                <a:ext uri="{FF2B5EF4-FFF2-40B4-BE49-F238E27FC236}">
                  <a16:creationId xmlns:a16="http://schemas.microsoft.com/office/drawing/2014/main" id="{A7DFECAA-65E6-E603-EC61-9971ACBB7C90}"/>
                </a:ext>
              </a:extLst>
            </p:cNvPr>
            <p:cNvGrpSpPr/>
            <p:nvPr/>
          </p:nvGrpSpPr>
          <p:grpSpPr>
            <a:xfrm>
              <a:off x="1188537" y="2126726"/>
              <a:ext cx="2752361" cy="1637708"/>
              <a:chOff x="1188537" y="2126726"/>
              <a:chExt cx="2752361" cy="1637708"/>
            </a:xfrm>
          </p:grpSpPr>
          <p:grpSp>
            <p:nvGrpSpPr>
              <p:cNvPr id="12" name="Group 11">
                <a:extLst>
                  <a:ext uri="{FF2B5EF4-FFF2-40B4-BE49-F238E27FC236}">
                    <a16:creationId xmlns:a16="http://schemas.microsoft.com/office/drawing/2014/main" id="{0495688F-11C2-7392-643F-8601775689FE}"/>
                  </a:ext>
                </a:extLst>
              </p:cNvPr>
              <p:cNvGrpSpPr/>
              <p:nvPr/>
            </p:nvGrpSpPr>
            <p:grpSpPr>
              <a:xfrm>
                <a:off x="1188537" y="2126726"/>
                <a:ext cx="1348958" cy="1637708"/>
                <a:chOff x="1139564" y="3822924"/>
                <a:chExt cx="1348958" cy="1637708"/>
              </a:xfrm>
            </p:grpSpPr>
            <p:pic>
              <p:nvPicPr>
                <p:cNvPr id="17637" name="Picture 17636">
                  <a:extLst>
                    <a:ext uri="{FF2B5EF4-FFF2-40B4-BE49-F238E27FC236}">
                      <a16:creationId xmlns:a16="http://schemas.microsoft.com/office/drawing/2014/main" id="{911BF204-E058-3B22-8018-BF9010515D68}"/>
                    </a:ext>
                  </a:extLst>
                </p:cNvPr>
                <p:cNvPicPr>
                  <a:picLocks noChangeAspect="1"/>
                </p:cNvPicPr>
                <p:nvPr/>
              </p:nvPicPr>
              <p:blipFill>
                <a:blip r:embed="rId3"/>
                <a:stretch>
                  <a:fillRect/>
                </a:stretch>
              </p:blipFill>
              <p:spPr>
                <a:xfrm>
                  <a:off x="1139564" y="3822924"/>
                  <a:ext cx="1220740" cy="1223792"/>
                </a:xfrm>
                <a:custGeom>
                  <a:avLst/>
                  <a:gdLst>
                    <a:gd name="connsiteX0" fmla="*/ -114 w 1447800"/>
                    <a:gd name="connsiteY0" fmla="*/ 199 h 1451419"/>
                    <a:gd name="connsiteX1" fmla="*/ 1447686 w 1447800"/>
                    <a:gd name="connsiteY1" fmla="*/ 199 h 1451419"/>
                    <a:gd name="connsiteX2" fmla="*/ 1447686 w 1447800"/>
                    <a:gd name="connsiteY2" fmla="*/ 1451619 h 1451419"/>
                    <a:gd name="connsiteX3" fmla="*/ -114 w 1447800"/>
                    <a:gd name="connsiteY3" fmla="*/ 1451619 h 1451419"/>
                  </a:gdLst>
                  <a:ahLst/>
                  <a:cxnLst>
                    <a:cxn ang="0">
                      <a:pos x="connsiteX0" y="connsiteY0"/>
                    </a:cxn>
                    <a:cxn ang="0">
                      <a:pos x="connsiteX1" y="connsiteY1"/>
                    </a:cxn>
                    <a:cxn ang="0">
                      <a:pos x="connsiteX2" y="connsiteY2"/>
                    </a:cxn>
                    <a:cxn ang="0">
                      <a:pos x="connsiteX3" y="connsiteY3"/>
                    </a:cxn>
                  </a:cxnLst>
                  <a:rect l="l" t="t" r="r" b="b"/>
                  <a:pathLst>
                    <a:path w="1447800" h="1451419">
                      <a:moveTo>
                        <a:pt x="-114" y="199"/>
                      </a:moveTo>
                      <a:lnTo>
                        <a:pt x="1447686" y="199"/>
                      </a:lnTo>
                      <a:lnTo>
                        <a:pt x="1447686" y="1451619"/>
                      </a:lnTo>
                      <a:lnTo>
                        <a:pt x="-114" y="1451619"/>
                      </a:lnTo>
                      <a:close/>
                    </a:path>
                  </a:pathLst>
                </a:custGeom>
              </p:spPr>
            </p:pic>
            <p:sp>
              <p:nvSpPr>
                <p:cNvPr id="17638" name="TextBox 17637">
                  <a:extLst>
                    <a:ext uri="{FF2B5EF4-FFF2-40B4-BE49-F238E27FC236}">
                      <a16:creationId xmlns:a16="http://schemas.microsoft.com/office/drawing/2014/main" id="{A922AF83-F5F5-E8B7-9139-9C0950C467AD}"/>
                    </a:ext>
                  </a:extLst>
                </p:cNvPr>
                <p:cNvSpPr txBox="1"/>
                <p:nvPr/>
              </p:nvSpPr>
              <p:spPr>
                <a:xfrm>
                  <a:off x="1401327" y="5056094"/>
                  <a:ext cx="1087195" cy="404538"/>
                </a:xfrm>
                <a:prstGeom prst="rect">
                  <a:avLst/>
                </a:prstGeom>
                <a:noFill/>
              </p:spPr>
              <p:txBody>
                <a:bodyPr wrap="none" rtlCol="0">
                  <a:spAutoFit/>
                </a:bodyPr>
                <a:lstStyle/>
                <a:p>
                  <a:pPr algn="l"/>
                  <a:r>
                    <a:rPr lang="en-US" spc="0" baseline="0">
                      <a:ln/>
                      <a:solidFill>
                        <a:srgbClr val="262626"/>
                      </a:solidFill>
                      <a:latin typeface="Helvetica-Light"/>
                      <a:sym typeface="Helvetica-Light"/>
                      <a:rtl val="0"/>
                    </a:rPr>
                    <a:t>e.g., A1</a:t>
                  </a:r>
                </a:p>
              </p:txBody>
            </p:sp>
            <p:sp>
              <p:nvSpPr>
                <p:cNvPr id="17639" name="Freeform 17638">
                  <a:extLst>
                    <a:ext uri="{FF2B5EF4-FFF2-40B4-BE49-F238E27FC236}">
                      <a16:creationId xmlns:a16="http://schemas.microsoft.com/office/drawing/2014/main" id="{AAD544B6-44F9-231E-9EF0-E810E62E434F}"/>
                    </a:ext>
                  </a:extLst>
                </p:cNvPr>
                <p:cNvSpPr/>
                <p:nvPr/>
              </p:nvSpPr>
              <p:spPr>
                <a:xfrm>
                  <a:off x="1700141" y="4614879"/>
                  <a:ext cx="176686" cy="176686"/>
                </a:xfrm>
                <a:custGeom>
                  <a:avLst/>
                  <a:gdLst>
                    <a:gd name="connsiteX0" fmla="*/ 209550 w 209550"/>
                    <a:gd name="connsiteY0" fmla="*/ 104775 h 209550"/>
                    <a:gd name="connsiteX1" fmla="*/ 104775 w 209550"/>
                    <a:gd name="connsiteY1" fmla="*/ 209550 h 209550"/>
                    <a:gd name="connsiteX2" fmla="*/ 0 w 209550"/>
                    <a:gd name="connsiteY2" fmla="*/ 104775 h 209550"/>
                    <a:gd name="connsiteX3" fmla="*/ 104775 w 209550"/>
                    <a:gd name="connsiteY3" fmla="*/ 0 h 209550"/>
                    <a:gd name="connsiteX4" fmla="*/ 209550 w 209550"/>
                    <a:gd name="connsiteY4" fmla="*/ 104775 h 2095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550" h="209550">
                      <a:moveTo>
                        <a:pt x="209550" y="104775"/>
                      </a:moveTo>
                      <a:cubicBezTo>
                        <a:pt x="209550" y="162641"/>
                        <a:pt x="162641" y="209550"/>
                        <a:pt x="104775" y="209550"/>
                      </a:cubicBezTo>
                      <a:cubicBezTo>
                        <a:pt x="46909" y="209550"/>
                        <a:pt x="0" y="162641"/>
                        <a:pt x="0" y="104775"/>
                      </a:cubicBezTo>
                      <a:cubicBezTo>
                        <a:pt x="0" y="46909"/>
                        <a:pt x="46909" y="0"/>
                        <a:pt x="104775" y="0"/>
                      </a:cubicBezTo>
                      <a:cubicBezTo>
                        <a:pt x="162641" y="0"/>
                        <a:pt x="209550" y="46909"/>
                        <a:pt x="209550" y="104775"/>
                      </a:cubicBezTo>
                      <a:close/>
                    </a:path>
                  </a:pathLst>
                </a:custGeom>
                <a:solidFill>
                  <a:srgbClr val="E94800"/>
                </a:solidFill>
                <a:ln w="39815" cap="flat">
                  <a:solidFill>
                    <a:srgbClr val="FFFFFF"/>
                  </a:solidFill>
                  <a:prstDash val="solid"/>
                  <a:miter/>
                </a:ln>
              </p:spPr>
              <p:txBody>
                <a:bodyPr rtlCol="0" anchor="ctr"/>
                <a:lstStyle/>
                <a:p>
                  <a:endParaRPr lang="en-US"/>
                </a:p>
              </p:txBody>
            </p:sp>
            <p:sp>
              <p:nvSpPr>
                <p:cNvPr id="17640" name="Freeform 17639">
                  <a:extLst>
                    <a:ext uri="{FF2B5EF4-FFF2-40B4-BE49-F238E27FC236}">
                      <a16:creationId xmlns:a16="http://schemas.microsoft.com/office/drawing/2014/main" id="{836FBFE1-DD78-E528-79AC-7EFDB9EA1F0B}"/>
                    </a:ext>
                  </a:extLst>
                </p:cNvPr>
                <p:cNvSpPr/>
                <p:nvPr/>
              </p:nvSpPr>
              <p:spPr>
                <a:xfrm>
                  <a:off x="1901000" y="4839752"/>
                  <a:ext cx="104405" cy="104405"/>
                </a:xfrm>
                <a:custGeom>
                  <a:avLst/>
                  <a:gdLst>
                    <a:gd name="connsiteX0" fmla="*/ 123825 w 123825"/>
                    <a:gd name="connsiteY0" fmla="*/ 61913 h 123825"/>
                    <a:gd name="connsiteX1" fmla="*/ 61913 w 123825"/>
                    <a:gd name="connsiteY1" fmla="*/ 123825 h 123825"/>
                    <a:gd name="connsiteX2" fmla="*/ 0 w 123825"/>
                    <a:gd name="connsiteY2" fmla="*/ 61913 h 123825"/>
                    <a:gd name="connsiteX3" fmla="*/ 61913 w 123825"/>
                    <a:gd name="connsiteY3" fmla="*/ 0 h 123825"/>
                    <a:gd name="connsiteX4" fmla="*/ 123825 w 123825"/>
                    <a:gd name="connsiteY4" fmla="*/ 61913 h 1238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3825" h="123825">
                      <a:moveTo>
                        <a:pt x="123825" y="61913"/>
                      </a:moveTo>
                      <a:cubicBezTo>
                        <a:pt x="123825" y="96106"/>
                        <a:pt x="96106" y="123825"/>
                        <a:pt x="61913" y="123825"/>
                      </a:cubicBezTo>
                      <a:cubicBezTo>
                        <a:pt x="27719" y="123825"/>
                        <a:pt x="0" y="96106"/>
                        <a:pt x="0" y="61913"/>
                      </a:cubicBezTo>
                      <a:cubicBezTo>
                        <a:pt x="0" y="27719"/>
                        <a:pt x="27719" y="0"/>
                        <a:pt x="61913" y="0"/>
                      </a:cubicBezTo>
                      <a:cubicBezTo>
                        <a:pt x="96106" y="0"/>
                        <a:pt x="123825" y="27719"/>
                        <a:pt x="123825" y="61913"/>
                      </a:cubicBezTo>
                      <a:close/>
                    </a:path>
                  </a:pathLst>
                </a:custGeom>
                <a:solidFill>
                  <a:srgbClr val="E94800"/>
                </a:solidFill>
                <a:ln w="23527" cap="flat">
                  <a:solidFill>
                    <a:srgbClr val="FFFFFF"/>
                  </a:solidFill>
                  <a:prstDash val="solid"/>
                  <a:miter/>
                </a:ln>
              </p:spPr>
              <p:txBody>
                <a:bodyPr rtlCol="0" anchor="ctr"/>
                <a:lstStyle/>
                <a:p>
                  <a:endParaRPr lang="en-US"/>
                </a:p>
              </p:txBody>
            </p:sp>
            <p:sp>
              <p:nvSpPr>
                <p:cNvPr id="17641" name="Freeform 17640">
                  <a:extLst>
                    <a:ext uri="{FF2B5EF4-FFF2-40B4-BE49-F238E27FC236}">
                      <a16:creationId xmlns:a16="http://schemas.microsoft.com/office/drawing/2014/main" id="{E9325F88-02A5-983B-C45C-16A52BD6785E}"/>
                    </a:ext>
                  </a:extLst>
                </p:cNvPr>
                <p:cNvSpPr/>
                <p:nvPr/>
              </p:nvSpPr>
              <p:spPr>
                <a:xfrm>
                  <a:off x="1530120" y="4507261"/>
                  <a:ext cx="126892" cy="126892"/>
                </a:xfrm>
                <a:custGeom>
                  <a:avLst/>
                  <a:gdLst>
                    <a:gd name="connsiteX0" fmla="*/ 150495 w 150495"/>
                    <a:gd name="connsiteY0" fmla="*/ 75248 h 150494"/>
                    <a:gd name="connsiteX1" fmla="*/ 75248 w 150495"/>
                    <a:gd name="connsiteY1" fmla="*/ 150495 h 150494"/>
                    <a:gd name="connsiteX2" fmla="*/ 0 w 150495"/>
                    <a:gd name="connsiteY2" fmla="*/ 75248 h 150494"/>
                    <a:gd name="connsiteX3" fmla="*/ 75248 w 150495"/>
                    <a:gd name="connsiteY3" fmla="*/ 0 h 150494"/>
                    <a:gd name="connsiteX4" fmla="*/ 150495 w 150495"/>
                    <a:gd name="connsiteY4" fmla="*/ 75248 h 1504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495" h="150494">
                      <a:moveTo>
                        <a:pt x="150495" y="75248"/>
                      </a:moveTo>
                      <a:cubicBezTo>
                        <a:pt x="150495" y="116805"/>
                        <a:pt x="116806" y="150495"/>
                        <a:pt x="75248" y="150495"/>
                      </a:cubicBezTo>
                      <a:cubicBezTo>
                        <a:pt x="33689" y="150495"/>
                        <a:pt x="0" y="116805"/>
                        <a:pt x="0" y="75248"/>
                      </a:cubicBezTo>
                      <a:cubicBezTo>
                        <a:pt x="0" y="33690"/>
                        <a:pt x="33689" y="0"/>
                        <a:pt x="75248" y="0"/>
                      </a:cubicBezTo>
                      <a:cubicBezTo>
                        <a:pt x="116806" y="0"/>
                        <a:pt x="150495" y="33690"/>
                        <a:pt x="150495" y="75248"/>
                      </a:cubicBezTo>
                      <a:close/>
                    </a:path>
                  </a:pathLst>
                </a:custGeom>
                <a:solidFill>
                  <a:srgbClr val="E94800"/>
                </a:solidFill>
                <a:ln w="28575" cap="flat">
                  <a:solidFill>
                    <a:srgbClr val="FFFFFF"/>
                  </a:solidFill>
                  <a:prstDash val="solid"/>
                  <a:miter/>
                </a:ln>
              </p:spPr>
              <p:txBody>
                <a:bodyPr rtlCol="0" anchor="ctr"/>
                <a:lstStyle/>
                <a:p>
                  <a:endParaRPr lang="en-US"/>
                </a:p>
              </p:txBody>
            </p:sp>
            <p:sp>
              <p:nvSpPr>
                <p:cNvPr id="17642" name="Freeform 17641">
                  <a:extLst>
                    <a:ext uri="{FF2B5EF4-FFF2-40B4-BE49-F238E27FC236}">
                      <a16:creationId xmlns:a16="http://schemas.microsoft.com/office/drawing/2014/main" id="{3647BB82-93E4-73FB-5042-76151603EB19}"/>
                    </a:ext>
                  </a:extLst>
                </p:cNvPr>
                <p:cNvSpPr/>
                <p:nvPr/>
              </p:nvSpPr>
              <p:spPr>
                <a:xfrm>
                  <a:off x="1492453" y="4151077"/>
                  <a:ext cx="160623" cy="160623"/>
                </a:xfrm>
                <a:custGeom>
                  <a:avLst/>
                  <a:gdLst>
                    <a:gd name="connsiteX0" fmla="*/ 190500 w 190499"/>
                    <a:gd name="connsiteY0" fmla="*/ 95250 h 190500"/>
                    <a:gd name="connsiteX1" fmla="*/ 95250 w 190499"/>
                    <a:gd name="connsiteY1" fmla="*/ 190500 h 190500"/>
                    <a:gd name="connsiteX2" fmla="*/ 0 w 190499"/>
                    <a:gd name="connsiteY2" fmla="*/ 95250 h 190500"/>
                    <a:gd name="connsiteX3" fmla="*/ 95250 w 190499"/>
                    <a:gd name="connsiteY3" fmla="*/ 0 h 190500"/>
                    <a:gd name="connsiteX4" fmla="*/ 190500 w 190499"/>
                    <a:gd name="connsiteY4" fmla="*/ 95250 h 1905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499" h="190500">
                      <a:moveTo>
                        <a:pt x="190500" y="95250"/>
                      </a:moveTo>
                      <a:cubicBezTo>
                        <a:pt x="190500" y="147855"/>
                        <a:pt x="147855" y="190500"/>
                        <a:pt x="95250" y="190500"/>
                      </a:cubicBezTo>
                      <a:cubicBezTo>
                        <a:pt x="42645" y="190500"/>
                        <a:pt x="0" y="147855"/>
                        <a:pt x="0" y="95250"/>
                      </a:cubicBezTo>
                      <a:cubicBezTo>
                        <a:pt x="0" y="42645"/>
                        <a:pt x="42645" y="0"/>
                        <a:pt x="95250" y="0"/>
                      </a:cubicBezTo>
                      <a:cubicBezTo>
                        <a:pt x="147855" y="0"/>
                        <a:pt x="190500" y="42645"/>
                        <a:pt x="190500" y="95250"/>
                      </a:cubicBezTo>
                      <a:close/>
                    </a:path>
                  </a:pathLst>
                </a:custGeom>
                <a:solidFill>
                  <a:srgbClr val="E94800"/>
                </a:solidFill>
                <a:ln w="36195" cap="flat">
                  <a:solidFill>
                    <a:srgbClr val="FFFFFF"/>
                  </a:solidFill>
                  <a:prstDash val="solid"/>
                  <a:miter/>
                </a:ln>
              </p:spPr>
              <p:txBody>
                <a:bodyPr rtlCol="0" anchor="ctr"/>
                <a:lstStyle/>
                <a:p>
                  <a:endParaRPr lang="en-US"/>
                </a:p>
              </p:txBody>
            </p:sp>
          </p:grpSp>
          <p:grpSp>
            <p:nvGrpSpPr>
              <p:cNvPr id="11" name="Group 10">
                <a:extLst>
                  <a:ext uri="{FF2B5EF4-FFF2-40B4-BE49-F238E27FC236}">
                    <a16:creationId xmlns:a16="http://schemas.microsoft.com/office/drawing/2014/main" id="{6321D2F5-458A-E907-80EF-B930537810AF}"/>
                  </a:ext>
                </a:extLst>
              </p:cNvPr>
              <p:cNvGrpSpPr/>
              <p:nvPr/>
            </p:nvGrpSpPr>
            <p:grpSpPr>
              <a:xfrm>
                <a:off x="2545234" y="2161083"/>
                <a:ext cx="1395664" cy="1599192"/>
                <a:chOff x="2440639" y="3829557"/>
                <a:chExt cx="1395664" cy="1599192"/>
              </a:xfrm>
            </p:grpSpPr>
            <p:pic>
              <p:nvPicPr>
                <p:cNvPr id="4" name="Picture 3">
                  <a:extLst>
                    <a:ext uri="{FF2B5EF4-FFF2-40B4-BE49-F238E27FC236}">
                      <a16:creationId xmlns:a16="http://schemas.microsoft.com/office/drawing/2014/main" id="{7299EA41-C48F-A56C-5BF0-331BB533410C}"/>
                    </a:ext>
                  </a:extLst>
                </p:cNvPr>
                <p:cNvPicPr>
                  <a:picLocks noChangeAspect="1"/>
                </p:cNvPicPr>
                <p:nvPr/>
              </p:nvPicPr>
              <p:blipFill>
                <a:blip r:embed="rId3"/>
                <a:stretch>
                  <a:fillRect/>
                </a:stretch>
              </p:blipFill>
              <p:spPr>
                <a:xfrm>
                  <a:off x="2440639" y="3829557"/>
                  <a:ext cx="1220740" cy="1223792"/>
                </a:xfrm>
                <a:custGeom>
                  <a:avLst/>
                  <a:gdLst>
                    <a:gd name="connsiteX0" fmla="*/ -114 w 1447800"/>
                    <a:gd name="connsiteY0" fmla="*/ 199 h 1451419"/>
                    <a:gd name="connsiteX1" fmla="*/ 1447686 w 1447800"/>
                    <a:gd name="connsiteY1" fmla="*/ 199 h 1451419"/>
                    <a:gd name="connsiteX2" fmla="*/ 1447686 w 1447800"/>
                    <a:gd name="connsiteY2" fmla="*/ 1451619 h 1451419"/>
                    <a:gd name="connsiteX3" fmla="*/ -114 w 1447800"/>
                    <a:gd name="connsiteY3" fmla="*/ 1451619 h 1451419"/>
                  </a:gdLst>
                  <a:ahLst/>
                  <a:cxnLst>
                    <a:cxn ang="0">
                      <a:pos x="connsiteX0" y="connsiteY0"/>
                    </a:cxn>
                    <a:cxn ang="0">
                      <a:pos x="connsiteX1" y="connsiteY1"/>
                    </a:cxn>
                    <a:cxn ang="0">
                      <a:pos x="connsiteX2" y="connsiteY2"/>
                    </a:cxn>
                    <a:cxn ang="0">
                      <a:pos x="connsiteX3" y="connsiteY3"/>
                    </a:cxn>
                  </a:cxnLst>
                  <a:rect l="l" t="t" r="r" b="b"/>
                  <a:pathLst>
                    <a:path w="1447800" h="1451419">
                      <a:moveTo>
                        <a:pt x="-114" y="199"/>
                      </a:moveTo>
                      <a:lnTo>
                        <a:pt x="1447686" y="199"/>
                      </a:lnTo>
                      <a:lnTo>
                        <a:pt x="1447686" y="1451619"/>
                      </a:lnTo>
                      <a:lnTo>
                        <a:pt x="-114" y="1451619"/>
                      </a:lnTo>
                      <a:close/>
                    </a:path>
                  </a:pathLst>
                </a:custGeom>
              </p:spPr>
            </p:pic>
            <p:sp>
              <p:nvSpPr>
                <p:cNvPr id="5" name="TextBox 4">
                  <a:extLst>
                    <a:ext uri="{FF2B5EF4-FFF2-40B4-BE49-F238E27FC236}">
                      <a16:creationId xmlns:a16="http://schemas.microsoft.com/office/drawing/2014/main" id="{A6100076-7BEC-E8E2-312C-D5ABDDF0AA5C}"/>
                    </a:ext>
                  </a:extLst>
                </p:cNvPr>
                <p:cNvSpPr txBox="1"/>
                <p:nvPr/>
              </p:nvSpPr>
              <p:spPr>
                <a:xfrm>
                  <a:off x="2749108" y="5024211"/>
                  <a:ext cx="1087195" cy="404538"/>
                </a:xfrm>
                <a:prstGeom prst="rect">
                  <a:avLst/>
                </a:prstGeom>
                <a:noFill/>
              </p:spPr>
              <p:txBody>
                <a:bodyPr wrap="none" rtlCol="0">
                  <a:spAutoFit/>
                </a:bodyPr>
                <a:lstStyle/>
                <a:p>
                  <a:pPr algn="l"/>
                  <a:r>
                    <a:rPr lang="en-US" spc="0" baseline="0">
                      <a:ln/>
                      <a:solidFill>
                        <a:srgbClr val="262626"/>
                      </a:solidFill>
                      <a:latin typeface="Helvetica-Light"/>
                      <a:sym typeface="Helvetica-Light"/>
                      <a:rtl val="0"/>
                    </a:rPr>
                    <a:t>e.g., A2</a:t>
                  </a:r>
                </a:p>
              </p:txBody>
            </p:sp>
            <p:sp>
              <p:nvSpPr>
                <p:cNvPr id="6" name="Freeform 5">
                  <a:extLst>
                    <a:ext uri="{FF2B5EF4-FFF2-40B4-BE49-F238E27FC236}">
                      <a16:creationId xmlns:a16="http://schemas.microsoft.com/office/drawing/2014/main" id="{95907F33-8F03-2F5B-2137-306B1754D22E}"/>
                    </a:ext>
                  </a:extLst>
                </p:cNvPr>
                <p:cNvSpPr/>
                <p:nvPr/>
              </p:nvSpPr>
              <p:spPr>
                <a:xfrm>
                  <a:off x="3001216" y="4621512"/>
                  <a:ext cx="176686" cy="176686"/>
                </a:xfrm>
                <a:custGeom>
                  <a:avLst/>
                  <a:gdLst>
                    <a:gd name="connsiteX0" fmla="*/ 209550 w 209550"/>
                    <a:gd name="connsiteY0" fmla="*/ 104775 h 209550"/>
                    <a:gd name="connsiteX1" fmla="*/ 104775 w 209550"/>
                    <a:gd name="connsiteY1" fmla="*/ 209550 h 209550"/>
                    <a:gd name="connsiteX2" fmla="*/ 0 w 209550"/>
                    <a:gd name="connsiteY2" fmla="*/ 104775 h 209550"/>
                    <a:gd name="connsiteX3" fmla="*/ 104775 w 209550"/>
                    <a:gd name="connsiteY3" fmla="*/ 0 h 209550"/>
                    <a:gd name="connsiteX4" fmla="*/ 209550 w 209550"/>
                    <a:gd name="connsiteY4" fmla="*/ 104775 h 2095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550" h="209550">
                      <a:moveTo>
                        <a:pt x="209550" y="104775"/>
                      </a:moveTo>
                      <a:cubicBezTo>
                        <a:pt x="209550" y="162641"/>
                        <a:pt x="162641" y="209550"/>
                        <a:pt x="104775" y="209550"/>
                      </a:cubicBezTo>
                      <a:cubicBezTo>
                        <a:pt x="46909" y="209550"/>
                        <a:pt x="0" y="162641"/>
                        <a:pt x="0" y="104775"/>
                      </a:cubicBezTo>
                      <a:cubicBezTo>
                        <a:pt x="0" y="46909"/>
                        <a:pt x="46909" y="0"/>
                        <a:pt x="104775" y="0"/>
                      </a:cubicBezTo>
                      <a:cubicBezTo>
                        <a:pt x="162641" y="0"/>
                        <a:pt x="209550" y="46909"/>
                        <a:pt x="209550" y="104775"/>
                      </a:cubicBezTo>
                      <a:close/>
                    </a:path>
                  </a:pathLst>
                </a:custGeom>
                <a:solidFill>
                  <a:srgbClr val="E94800"/>
                </a:solidFill>
                <a:ln w="39815" cap="flat">
                  <a:solidFill>
                    <a:srgbClr val="FFFFFF"/>
                  </a:solidFill>
                  <a:prstDash val="solid"/>
                  <a:miter/>
                </a:ln>
              </p:spPr>
              <p:txBody>
                <a:bodyPr rtlCol="0" anchor="ctr"/>
                <a:lstStyle/>
                <a:p>
                  <a:endParaRPr lang="en-US"/>
                </a:p>
              </p:txBody>
            </p:sp>
            <p:sp>
              <p:nvSpPr>
                <p:cNvPr id="7" name="Freeform 6">
                  <a:extLst>
                    <a:ext uri="{FF2B5EF4-FFF2-40B4-BE49-F238E27FC236}">
                      <a16:creationId xmlns:a16="http://schemas.microsoft.com/office/drawing/2014/main" id="{EB949900-CD8F-9DF7-4F22-A286E1A931D0}"/>
                    </a:ext>
                  </a:extLst>
                </p:cNvPr>
                <p:cNvSpPr/>
                <p:nvPr/>
              </p:nvSpPr>
              <p:spPr>
                <a:xfrm>
                  <a:off x="3202075" y="4846385"/>
                  <a:ext cx="104405" cy="104405"/>
                </a:xfrm>
                <a:custGeom>
                  <a:avLst/>
                  <a:gdLst>
                    <a:gd name="connsiteX0" fmla="*/ 123825 w 123825"/>
                    <a:gd name="connsiteY0" fmla="*/ 61913 h 123825"/>
                    <a:gd name="connsiteX1" fmla="*/ 61913 w 123825"/>
                    <a:gd name="connsiteY1" fmla="*/ 123825 h 123825"/>
                    <a:gd name="connsiteX2" fmla="*/ 0 w 123825"/>
                    <a:gd name="connsiteY2" fmla="*/ 61913 h 123825"/>
                    <a:gd name="connsiteX3" fmla="*/ 61913 w 123825"/>
                    <a:gd name="connsiteY3" fmla="*/ 0 h 123825"/>
                    <a:gd name="connsiteX4" fmla="*/ 123825 w 123825"/>
                    <a:gd name="connsiteY4" fmla="*/ 61913 h 1238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3825" h="123825">
                      <a:moveTo>
                        <a:pt x="123825" y="61913"/>
                      </a:moveTo>
                      <a:cubicBezTo>
                        <a:pt x="123825" y="96106"/>
                        <a:pt x="96106" y="123825"/>
                        <a:pt x="61913" y="123825"/>
                      </a:cubicBezTo>
                      <a:cubicBezTo>
                        <a:pt x="27719" y="123825"/>
                        <a:pt x="0" y="96106"/>
                        <a:pt x="0" y="61913"/>
                      </a:cubicBezTo>
                      <a:cubicBezTo>
                        <a:pt x="0" y="27719"/>
                        <a:pt x="27719" y="0"/>
                        <a:pt x="61913" y="0"/>
                      </a:cubicBezTo>
                      <a:cubicBezTo>
                        <a:pt x="96106" y="0"/>
                        <a:pt x="123825" y="27719"/>
                        <a:pt x="123825" y="61913"/>
                      </a:cubicBezTo>
                      <a:close/>
                    </a:path>
                  </a:pathLst>
                </a:custGeom>
                <a:solidFill>
                  <a:srgbClr val="E94800"/>
                </a:solidFill>
                <a:ln w="23527" cap="flat">
                  <a:solidFill>
                    <a:srgbClr val="FFFFFF"/>
                  </a:solidFill>
                  <a:prstDash val="solid"/>
                  <a:miter/>
                </a:ln>
              </p:spPr>
              <p:txBody>
                <a:bodyPr rtlCol="0" anchor="ctr"/>
                <a:lstStyle/>
                <a:p>
                  <a:endParaRPr lang="en-US"/>
                </a:p>
              </p:txBody>
            </p:sp>
            <p:sp>
              <p:nvSpPr>
                <p:cNvPr id="8" name="Freeform 7">
                  <a:extLst>
                    <a:ext uri="{FF2B5EF4-FFF2-40B4-BE49-F238E27FC236}">
                      <a16:creationId xmlns:a16="http://schemas.microsoft.com/office/drawing/2014/main" id="{0196A1E2-3362-5540-600E-BC90CDAE3EE7}"/>
                    </a:ext>
                  </a:extLst>
                </p:cNvPr>
                <p:cNvSpPr/>
                <p:nvPr/>
              </p:nvSpPr>
              <p:spPr>
                <a:xfrm>
                  <a:off x="2831196" y="4513894"/>
                  <a:ext cx="126892" cy="126892"/>
                </a:xfrm>
                <a:custGeom>
                  <a:avLst/>
                  <a:gdLst>
                    <a:gd name="connsiteX0" fmla="*/ 150495 w 150495"/>
                    <a:gd name="connsiteY0" fmla="*/ 75248 h 150494"/>
                    <a:gd name="connsiteX1" fmla="*/ 75248 w 150495"/>
                    <a:gd name="connsiteY1" fmla="*/ 150495 h 150494"/>
                    <a:gd name="connsiteX2" fmla="*/ 0 w 150495"/>
                    <a:gd name="connsiteY2" fmla="*/ 75248 h 150494"/>
                    <a:gd name="connsiteX3" fmla="*/ 75248 w 150495"/>
                    <a:gd name="connsiteY3" fmla="*/ 0 h 150494"/>
                    <a:gd name="connsiteX4" fmla="*/ 150495 w 150495"/>
                    <a:gd name="connsiteY4" fmla="*/ 75248 h 1504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495" h="150494">
                      <a:moveTo>
                        <a:pt x="150495" y="75248"/>
                      </a:moveTo>
                      <a:cubicBezTo>
                        <a:pt x="150495" y="116805"/>
                        <a:pt x="116806" y="150495"/>
                        <a:pt x="75248" y="150495"/>
                      </a:cubicBezTo>
                      <a:cubicBezTo>
                        <a:pt x="33689" y="150495"/>
                        <a:pt x="0" y="116805"/>
                        <a:pt x="0" y="75248"/>
                      </a:cubicBezTo>
                      <a:cubicBezTo>
                        <a:pt x="0" y="33690"/>
                        <a:pt x="33689" y="0"/>
                        <a:pt x="75248" y="0"/>
                      </a:cubicBezTo>
                      <a:cubicBezTo>
                        <a:pt x="116806" y="0"/>
                        <a:pt x="150495" y="33690"/>
                        <a:pt x="150495" y="75248"/>
                      </a:cubicBezTo>
                      <a:close/>
                    </a:path>
                  </a:pathLst>
                </a:custGeom>
                <a:solidFill>
                  <a:srgbClr val="E94800"/>
                </a:solidFill>
                <a:ln w="28575" cap="flat">
                  <a:solidFill>
                    <a:srgbClr val="FFFFFF"/>
                  </a:solidFill>
                  <a:prstDash val="solid"/>
                  <a:miter/>
                </a:ln>
              </p:spPr>
              <p:txBody>
                <a:bodyPr rtlCol="0" anchor="ctr"/>
                <a:lstStyle/>
                <a:p>
                  <a:endParaRPr lang="en-US"/>
                </a:p>
              </p:txBody>
            </p:sp>
            <p:sp>
              <p:nvSpPr>
                <p:cNvPr id="9" name="Freeform 8">
                  <a:extLst>
                    <a:ext uri="{FF2B5EF4-FFF2-40B4-BE49-F238E27FC236}">
                      <a16:creationId xmlns:a16="http://schemas.microsoft.com/office/drawing/2014/main" id="{06C395E6-0DB8-677E-B50B-44B7D5BD5F99}"/>
                    </a:ext>
                  </a:extLst>
                </p:cNvPr>
                <p:cNvSpPr/>
                <p:nvPr/>
              </p:nvSpPr>
              <p:spPr>
                <a:xfrm>
                  <a:off x="2793529" y="4157711"/>
                  <a:ext cx="160623" cy="160623"/>
                </a:xfrm>
                <a:custGeom>
                  <a:avLst/>
                  <a:gdLst>
                    <a:gd name="connsiteX0" fmla="*/ 190500 w 190499"/>
                    <a:gd name="connsiteY0" fmla="*/ 95250 h 190500"/>
                    <a:gd name="connsiteX1" fmla="*/ 95250 w 190499"/>
                    <a:gd name="connsiteY1" fmla="*/ 190500 h 190500"/>
                    <a:gd name="connsiteX2" fmla="*/ 0 w 190499"/>
                    <a:gd name="connsiteY2" fmla="*/ 95250 h 190500"/>
                    <a:gd name="connsiteX3" fmla="*/ 95250 w 190499"/>
                    <a:gd name="connsiteY3" fmla="*/ 0 h 190500"/>
                    <a:gd name="connsiteX4" fmla="*/ 190500 w 190499"/>
                    <a:gd name="connsiteY4" fmla="*/ 95250 h 1905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499" h="190500">
                      <a:moveTo>
                        <a:pt x="190500" y="95250"/>
                      </a:moveTo>
                      <a:cubicBezTo>
                        <a:pt x="190500" y="147855"/>
                        <a:pt x="147855" y="190500"/>
                        <a:pt x="95250" y="190500"/>
                      </a:cubicBezTo>
                      <a:cubicBezTo>
                        <a:pt x="42645" y="190500"/>
                        <a:pt x="0" y="147855"/>
                        <a:pt x="0" y="95250"/>
                      </a:cubicBezTo>
                      <a:cubicBezTo>
                        <a:pt x="0" y="42645"/>
                        <a:pt x="42645" y="0"/>
                        <a:pt x="95250" y="0"/>
                      </a:cubicBezTo>
                      <a:cubicBezTo>
                        <a:pt x="147855" y="0"/>
                        <a:pt x="190500" y="42645"/>
                        <a:pt x="190500" y="95250"/>
                      </a:cubicBezTo>
                      <a:close/>
                    </a:path>
                  </a:pathLst>
                </a:custGeom>
                <a:solidFill>
                  <a:srgbClr val="E94800"/>
                </a:solidFill>
                <a:ln w="36195" cap="flat">
                  <a:solidFill>
                    <a:srgbClr val="FFFFFF"/>
                  </a:solidFill>
                  <a:prstDash val="solid"/>
                  <a:miter/>
                </a:ln>
              </p:spPr>
              <p:txBody>
                <a:bodyPr rtlCol="0" anchor="ctr"/>
                <a:lstStyle/>
                <a:p>
                  <a:endParaRPr lang="en-US"/>
                </a:p>
              </p:txBody>
            </p:sp>
          </p:grpSp>
        </p:grpSp>
        <p:sp>
          <p:nvSpPr>
            <p:cNvPr id="23" name="TextBox 22">
              <a:extLst>
                <a:ext uri="{FF2B5EF4-FFF2-40B4-BE49-F238E27FC236}">
                  <a16:creationId xmlns:a16="http://schemas.microsoft.com/office/drawing/2014/main" id="{B0669665-27A6-22FA-DCC8-CF45F5A080ED}"/>
                </a:ext>
              </a:extLst>
            </p:cNvPr>
            <p:cNvSpPr txBox="1"/>
            <p:nvPr/>
          </p:nvSpPr>
          <p:spPr>
            <a:xfrm>
              <a:off x="64943" y="2720143"/>
              <a:ext cx="1410264" cy="404538"/>
            </a:xfrm>
            <a:prstGeom prst="rect">
              <a:avLst/>
            </a:prstGeom>
            <a:noFill/>
          </p:spPr>
          <p:txBody>
            <a:bodyPr wrap="none" rtlCol="0">
              <a:spAutoFit/>
            </a:bodyPr>
            <a:lstStyle/>
            <a:p>
              <a:pPr algn="l"/>
              <a:r>
                <a:rPr lang="en-US" spc="0" baseline="0" dirty="0">
                  <a:ln/>
                  <a:solidFill>
                    <a:srgbClr val="231F20"/>
                  </a:solidFill>
                  <a:latin typeface="Helvetica-Light"/>
                  <a:sym typeface="Helvetica-Light"/>
                  <a:rtl val="0"/>
                </a:rPr>
                <a:t>Same-item</a:t>
              </a:r>
            </a:p>
          </p:txBody>
        </p:sp>
      </p:grpSp>
      <p:grpSp>
        <p:nvGrpSpPr>
          <p:cNvPr id="32" name="Group 31">
            <a:extLst>
              <a:ext uri="{FF2B5EF4-FFF2-40B4-BE49-F238E27FC236}">
                <a16:creationId xmlns:a16="http://schemas.microsoft.com/office/drawing/2014/main" id="{BC775A88-02A7-EB0A-9575-8F0AC5C13DE3}"/>
              </a:ext>
            </a:extLst>
          </p:cNvPr>
          <p:cNvGrpSpPr>
            <a:grpSpLocks noChangeAspect="1"/>
          </p:cNvGrpSpPr>
          <p:nvPr/>
        </p:nvGrpSpPr>
        <p:grpSpPr>
          <a:xfrm>
            <a:off x="858804" y="3385155"/>
            <a:ext cx="3519673" cy="1502591"/>
            <a:chOff x="858803" y="3622659"/>
            <a:chExt cx="3941796" cy="1682801"/>
          </a:xfrm>
        </p:grpSpPr>
        <p:sp>
          <p:nvSpPr>
            <p:cNvPr id="17606" name="TextBox 17605">
              <a:extLst>
                <a:ext uri="{FF2B5EF4-FFF2-40B4-BE49-F238E27FC236}">
                  <a16:creationId xmlns:a16="http://schemas.microsoft.com/office/drawing/2014/main" id="{48E7AB07-4CF3-4BC5-7392-2C0D132D17EE}"/>
                </a:ext>
              </a:extLst>
            </p:cNvPr>
            <p:cNvSpPr txBox="1"/>
            <p:nvPr/>
          </p:nvSpPr>
          <p:spPr>
            <a:xfrm>
              <a:off x="3688978" y="4891833"/>
              <a:ext cx="1111621" cy="413627"/>
            </a:xfrm>
            <a:prstGeom prst="rect">
              <a:avLst/>
            </a:prstGeom>
            <a:noFill/>
          </p:spPr>
          <p:txBody>
            <a:bodyPr wrap="none" rtlCol="0">
              <a:spAutoFit/>
            </a:bodyPr>
            <a:lstStyle/>
            <a:p>
              <a:pPr algn="l"/>
              <a:r>
                <a:rPr lang="en-US">
                  <a:ln/>
                  <a:solidFill>
                    <a:srgbClr val="262626"/>
                  </a:solidFill>
                  <a:latin typeface="Helvetica-Light"/>
                  <a:sym typeface="Helvetica-Light"/>
                  <a:rtl val="0"/>
                </a:rPr>
                <a:t>e.g., </a:t>
              </a:r>
              <a:r>
                <a:rPr lang="en-US" spc="0" baseline="0">
                  <a:ln/>
                  <a:solidFill>
                    <a:srgbClr val="262626"/>
                  </a:solidFill>
                  <a:latin typeface="Helvetica-Light"/>
                  <a:sym typeface="Helvetica-Light"/>
                  <a:rtl val="0"/>
                </a:rPr>
                <a:t>B1</a:t>
              </a:r>
            </a:p>
          </p:txBody>
        </p:sp>
        <p:sp>
          <p:nvSpPr>
            <p:cNvPr id="17607" name="TextBox 17606">
              <a:extLst>
                <a:ext uri="{FF2B5EF4-FFF2-40B4-BE49-F238E27FC236}">
                  <a16:creationId xmlns:a16="http://schemas.microsoft.com/office/drawing/2014/main" id="{374C1359-0194-D8EF-BC14-7CEA01BB5AE2}"/>
                </a:ext>
              </a:extLst>
            </p:cNvPr>
            <p:cNvSpPr txBox="1"/>
            <p:nvPr/>
          </p:nvSpPr>
          <p:spPr>
            <a:xfrm>
              <a:off x="2290033" y="4885370"/>
              <a:ext cx="1111621" cy="413627"/>
            </a:xfrm>
            <a:prstGeom prst="rect">
              <a:avLst/>
            </a:prstGeom>
            <a:noFill/>
          </p:spPr>
          <p:txBody>
            <a:bodyPr wrap="none" rtlCol="0">
              <a:spAutoFit/>
            </a:bodyPr>
            <a:lstStyle/>
            <a:p>
              <a:pPr algn="l"/>
              <a:r>
                <a:rPr lang="en-US" spc="0" baseline="0">
                  <a:ln/>
                  <a:solidFill>
                    <a:srgbClr val="262626"/>
                  </a:solidFill>
                  <a:latin typeface="Helvetica-Light"/>
                  <a:sym typeface="Helvetica-Light"/>
                  <a:rtl val="0"/>
                </a:rPr>
                <a:t>e.g., A1</a:t>
              </a:r>
            </a:p>
          </p:txBody>
        </p:sp>
        <p:grpSp>
          <p:nvGrpSpPr>
            <p:cNvPr id="27" name="Group 26">
              <a:extLst>
                <a:ext uri="{FF2B5EF4-FFF2-40B4-BE49-F238E27FC236}">
                  <a16:creationId xmlns:a16="http://schemas.microsoft.com/office/drawing/2014/main" id="{08514C1C-0E43-B78E-ACA1-27FC5D8B3E15}"/>
                </a:ext>
              </a:extLst>
            </p:cNvPr>
            <p:cNvGrpSpPr/>
            <p:nvPr/>
          </p:nvGrpSpPr>
          <p:grpSpPr>
            <a:xfrm>
              <a:off x="858803" y="3622659"/>
              <a:ext cx="3738830" cy="1307586"/>
              <a:chOff x="23528" y="3622659"/>
              <a:chExt cx="3738830" cy="1307586"/>
            </a:xfrm>
          </p:grpSpPr>
          <p:pic>
            <p:nvPicPr>
              <p:cNvPr id="17592" name="Picture 17591">
                <a:extLst>
                  <a:ext uri="{FF2B5EF4-FFF2-40B4-BE49-F238E27FC236}">
                    <a16:creationId xmlns:a16="http://schemas.microsoft.com/office/drawing/2014/main" id="{A7F87A62-9D46-0CEF-96CC-1F799499BE31}"/>
                  </a:ext>
                </a:extLst>
              </p:cNvPr>
              <p:cNvPicPr>
                <a:picLocks noChangeAspect="1"/>
              </p:cNvPicPr>
              <p:nvPr/>
            </p:nvPicPr>
            <p:blipFill>
              <a:blip r:embed="rId4"/>
              <a:stretch>
                <a:fillRect/>
              </a:stretch>
            </p:blipFill>
            <p:spPr>
              <a:xfrm>
                <a:off x="2500353" y="3665086"/>
                <a:ext cx="1262005" cy="1265159"/>
              </a:xfrm>
              <a:custGeom>
                <a:avLst/>
                <a:gdLst>
                  <a:gd name="connsiteX0" fmla="*/ 46 w 1447800"/>
                  <a:gd name="connsiteY0" fmla="*/ -29 h 1451419"/>
                  <a:gd name="connsiteX1" fmla="*/ 1447846 w 1447800"/>
                  <a:gd name="connsiteY1" fmla="*/ -29 h 1451419"/>
                  <a:gd name="connsiteX2" fmla="*/ 1447846 w 1447800"/>
                  <a:gd name="connsiteY2" fmla="*/ 1451390 h 1451419"/>
                  <a:gd name="connsiteX3" fmla="*/ 46 w 1447800"/>
                  <a:gd name="connsiteY3" fmla="*/ 1451390 h 1451419"/>
                </a:gdLst>
                <a:ahLst/>
                <a:cxnLst>
                  <a:cxn ang="0">
                    <a:pos x="connsiteX0" y="connsiteY0"/>
                  </a:cxn>
                  <a:cxn ang="0">
                    <a:pos x="connsiteX1" y="connsiteY1"/>
                  </a:cxn>
                  <a:cxn ang="0">
                    <a:pos x="connsiteX2" y="connsiteY2"/>
                  </a:cxn>
                  <a:cxn ang="0">
                    <a:pos x="connsiteX3" y="connsiteY3"/>
                  </a:cxn>
                </a:cxnLst>
                <a:rect l="l" t="t" r="r" b="b"/>
                <a:pathLst>
                  <a:path w="1447800" h="1451419">
                    <a:moveTo>
                      <a:pt x="46" y="-29"/>
                    </a:moveTo>
                    <a:lnTo>
                      <a:pt x="1447846" y="-29"/>
                    </a:lnTo>
                    <a:lnTo>
                      <a:pt x="1447846" y="1451390"/>
                    </a:lnTo>
                    <a:lnTo>
                      <a:pt x="46" y="1451390"/>
                    </a:lnTo>
                    <a:close/>
                  </a:path>
                </a:pathLst>
              </a:custGeom>
            </p:spPr>
          </p:pic>
          <p:pic>
            <p:nvPicPr>
              <p:cNvPr id="17593" name="Picture 17592">
                <a:extLst>
                  <a:ext uri="{FF2B5EF4-FFF2-40B4-BE49-F238E27FC236}">
                    <a16:creationId xmlns:a16="http://schemas.microsoft.com/office/drawing/2014/main" id="{49FB7EFC-2DE6-031B-D16B-235BBD65DACA}"/>
                  </a:ext>
                </a:extLst>
              </p:cNvPr>
              <p:cNvPicPr>
                <a:picLocks noChangeAspect="1"/>
              </p:cNvPicPr>
              <p:nvPr/>
            </p:nvPicPr>
            <p:blipFill>
              <a:blip r:embed="rId3"/>
              <a:stretch>
                <a:fillRect/>
              </a:stretch>
            </p:blipFill>
            <p:spPr>
              <a:xfrm>
                <a:off x="1153910" y="3622659"/>
                <a:ext cx="1262005" cy="1265159"/>
              </a:xfrm>
              <a:custGeom>
                <a:avLst/>
                <a:gdLst>
                  <a:gd name="connsiteX0" fmla="*/ -116 w 1447800"/>
                  <a:gd name="connsiteY0" fmla="*/ -35 h 1451419"/>
                  <a:gd name="connsiteX1" fmla="*/ 1447684 w 1447800"/>
                  <a:gd name="connsiteY1" fmla="*/ -35 h 1451419"/>
                  <a:gd name="connsiteX2" fmla="*/ 1447684 w 1447800"/>
                  <a:gd name="connsiteY2" fmla="*/ 1451385 h 1451419"/>
                  <a:gd name="connsiteX3" fmla="*/ -116 w 1447800"/>
                  <a:gd name="connsiteY3" fmla="*/ 1451385 h 1451419"/>
                </a:gdLst>
                <a:ahLst/>
                <a:cxnLst>
                  <a:cxn ang="0">
                    <a:pos x="connsiteX0" y="connsiteY0"/>
                  </a:cxn>
                  <a:cxn ang="0">
                    <a:pos x="connsiteX1" y="connsiteY1"/>
                  </a:cxn>
                  <a:cxn ang="0">
                    <a:pos x="connsiteX2" y="connsiteY2"/>
                  </a:cxn>
                  <a:cxn ang="0">
                    <a:pos x="connsiteX3" y="connsiteY3"/>
                  </a:cxn>
                </a:cxnLst>
                <a:rect l="l" t="t" r="r" b="b"/>
                <a:pathLst>
                  <a:path w="1447800" h="1451419">
                    <a:moveTo>
                      <a:pt x="-116" y="-35"/>
                    </a:moveTo>
                    <a:lnTo>
                      <a:pt x="1447684" y="-35"/>
                    </a:lnTo>
                    <a:lnTo>
                      <a:pt x="1447684" y="1451385"/>
                    </a:lnTo>
                    <a:lnTo>
                      <a:pt x="-116" y="1451385"/>
                    </a:lnTo>
                    <a:close/>
                  </a:path>
                </a:pathLst>
              </a:custGeom>
            </p:spPr>
          </p:pic>
          <p:sp>
            <p:nvSpPr>
              <p:cNvPr id="17622" name="Freeform 17621">
                <a:extLst>
                  <a:ext uri="{FF2B5EF4-FFF2-40B4-BE49-F238E27FC236}">
                    <a16:creationId xmlns:a16="http://schemas.microsoft.com/office/drawing/2014/main" id="{5D85B7EC-271B-8309-83D2-CB81DF52F5CC}"/>
                  </a:ext>
                </a:extLst>
              </p:cNvPr>
              <p:cNvSpPr/>
              <p:nvPr/>
            </p:nvSpPr>
            <p:spPr>
              <a:xfrm>
                <a:off x="1733436" y="4441385"/>
                <a:ext cx="182659" cy="182659"/>
              </a:xfrm>
              <a:custGeom>
                <a:avLst/>
                <a:gdLst>
                  <a:gd name="connsiteX0" fmla="*/ 209550 w 209550"/>
                  <a:gd name="connsiteY0" fmla="*/ 104775 h 209550"/>
                  <a:gd name="connsiteX1" fmla="*/ 104775 w 209550"/>
                  <a:gd name="connsiteY1" fmla="*/ 209550 h 209550"/>
                  <a:gd name="connsiteX2" fmla="*/ 0 w 209550"/>
                  <a:gd name="connsiteY2" fmla="*/ 104775 h 209550"/>
                  <a:gd name="connsiteX3" fmla="*/ 104775 w 209550"/>
                  <a:gd name="connsiteY3" fmla="*/ 0 h 209550"/>
                  <a:gd name="connsiteX4" fmla="*/ 209550 w 209550"/>
                  <a:gd name="connsiteY4" fmla="*/ 104775 h 2095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550" h="209550">
                    <a:moveTo>
                      <a:pt x="209550" y="104775"/>
                    </a:moveTo>
                    <a:cubicBezTo>
                      <a:pt x="209550" y="162641"/>
                      <a:pt x="162641" y="209550"/>
                      <a:pt x="104775" y="209550"/>
                    </a:cubicBezTo>
                    <a:cubicBezTo>
                      <a:pt x="46909" y="209550"/>
                      <a:pt x="0" y="162641"/>
                      <a:pt x="0" y="104775"/>
                    </a:cubicBezTo>
                    <a:cubicBezTo>
                      <a:pt x="0" y="46909"/>
                      <a:pt x="46909" y="0"/>
                      <a:pt x="104775" y="0"/>
                    </a:cubicBezTo>
                    <a:cubicBezTo>
                      <a:pt x="162641" y="0"/>
                      <a:pt x="209550" y="46909"/>
                      <a:pt x="209550" y="104775"/>
                    </a:cubicBezTo>
                    <a:close/>
                  </a:path>
                </a:pathLst>
              </a:custGeom>
              <a:solidFill>
                <a:srgbClr val="E94800"/>
              </a:solidFill>
              <a:ln w="39815" cap="flat">
                <a:solidFill>
                  <a:srgbClr val="FFFFFF"/>
                </a:solidFill>
                <a:prstDash val="solid"/>
                <a:miter/>
              </a:ln>
            </p:spPr>
            <p:txBody>
              <a:bodyPr rtlCol="0" anchor="ctr"/>
              <a:lstStyle/>
              <a:p>
                <a:endParaRPr lang="en-US"/>
              </a:p>
            </p:txBody>
          </p:sp>
          <p:sp>
            <p:nvSpPr>
              <p:cNvPr id="17623" name="Freeform 17622">
                <a:extLst>
                  <a:ext uri="{FF2B5EF4-FFF2-40B4-BE49-F238E27FC236}">
                    <a16:creationId xmlns:a16="http://schemas.microsoft.com/office/drawing/2014/main" id="{7AB8354D-4DBC-C7E9-8E53-0DD49A8C0A8E}"/>
                  </a:ext>
                </a:extLst>
              </p:cNvPr>
              <p:cNvSpPr/>
              <p:nvPr/>
            </p:nvSpPr>
            <p:spPr>
              <a:xfrm>
                <a:off x="1941085" y="4673859"/>
                <a:ext cx="107935" cy="107935"/>
              </a:xfrm>
              <a:custGeom>
                <a:avLst/>
                <a:gdLst>
                  <a:gd name="connsiteX0" fmla="*/ 123825 w 123825"/>
                  <a:gd name="connsiteY0" fmla="*/ 61913 h 123825"/>
                  <a:gd name="connsiteX1" fmla="*/ 61913 w 123825"/>
                  <a:gd name="connsiteY1" fmla="*/ 123825 h 123825"/>
                  <a:gd name="connsiteX2" fmla="*/ 0 w 123825"/>
                  <a:gd name="connsiteY2" fmla="*/ 61913 h 123825"/>
                  <a:gd name="connsiteX3" fmla="*/ 61913 w 123825"/>
                  <a:gd name="connsiteY3" fmla="*/ 0 h 123825"/>
                  <a:gd name="connsiteX4" fmla="*/ 123825 w 123825"/>
                  <a:gd name="connsiteY4" fmla="*/ 61913 h 1238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3825" h="123825">
                    <a:moveTo>
                      <a:pt x="123825" y="61913"/>
                    </a:moveTo>
                    <a:cubicBezTo>
                      <a:pt x="123825" y="96106"/>
                      <a:pt x="96106" y="123825"/>
                      <a:pt x="61913" y="123825"/>
                    </a:cubicBezTo>
                    <a:cubicBezTo>
                      <a:pt x="27719" y="123825"/>
                      <a:pt x="0" y="96106"/>
                      <a:pt x="0" y="61913"/>
                    </a:cubicBezTo>
                    <a:cubicBezTo>
                      <a:pt x="0" y="27719"/>
                      <a:pt x="27719" y="0"/>
                      <a:pt x="61913" y="0"/>
                    </a:cubicBezTo>
                    <a:cubicBezTo>
                      <a:pt x="96106" y="0"/>
                      <a:pt x="123825" y="27719"/>
                      <a:pt x="123825" y="61913"/>
                    </a:cubicBezTo>
                    <a:close/>
                  </a:path>
                </a:pathLst>
              </a:custGeom>
              <a:solidFill>
                <a:srgbClr val="E94800"/>
              </a:solidFill>
              <a:ln w="23527" cap="flat">
                <a:solidFill>
                  <a:srgbClr val="FFFFFF"/>
                </a:solidFill>
                <a:prstDash val="solid"/>
                <a:miter/>
              </a:ln>
            </p:spPr>
            <p:txBody>
              <a:bodyPr rtlCol="0" anchor="ctr"/>
              <a:lstStyle/>
              <a:p>
                <a:endParaRPr lang="en-US"/>
              </a:p>
            </p:txBody>
          </p:sp>
          <p:sp>
            <p:nvSpPr>
              <p:cNvPr id="17624" name="Freeform 17623">
                <a:extLst>
                  <a:ext uri="{FF2B5EF4-FFF2-40B4-BE49-F238E27FC236}">
                    <a16:creationId xmlns:a16="http://schemas.microsoft.com/office/drawing/2014/main" id="{E60B787C-5244-33E3-64A2-157161BD7137}"/>
                  </a:ext>
                </a:extLst>
              </p:cNvPr>
              <p:cNvSpPr/>
              <p:nvPr/>
            </p:nvSpPr>
            <p:spPr>
              <a:xfrm>
                <a:off x="1557669" y="4330129"/>
                <a:ext cx="131182" cy="131182"/>
              </a:xfrm>
              <a:custGeom>
                <a:avLst/>
                <a:gdLst>
                  <a:gd name="connsiteX0" fmla="*/ 150495 w 150495"/>
                  <a:gd name="connsiteY0" fmla="*/ 75248 h 150495"/>
                  <a:gd name="connsiteX1" fmla="*/ 75248 w 150495"/>
                  <a:gd name="connsiteY1" fmla="*/ 150495 h 150495"/>
                  <a:gd name="connsiteX2" fmla="*/ 0 w 150495"/>
                  <a:gd name="connsiteY2" fmla="*/ 75248 h 150495"/>
                  <a:gd name="connsiteX3" fmla="*/ 75248 w 150495"/>
                  <a:gd name="connsiteY3" fmla="*/ 0 h 150495"/>
                  <a:gd name="connsiteX4" fmla="*/ 150495 w 150495"/>
                  <a:gd name="connsiteY4" fmla="*/ 75248 h 1504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495" h="150495">
                    <a:moveTo>
                      <a:pt x="150495" y="75248"/>
                    </a:moveTo>
                    <a:cubicBezTo>
                      <a:pt x="150495" y="116806"/>
                      <a:pt x="116806" y="150495"/>
                      <a:pt x="75248" y="150495"/>
                    </a:cubicBezTo>
                    <a:cubicBezTo>
                      <a:pt x="33689" y="150495"/>
                      <a:pt x="0" y="116805"/>
                      <a:pt x="0" y="75248"/>
                    </a:cubicBezTo>
                    <a:cubicBezTo>
                      <a:pt x="0" y="33689"/>
                      <a:pt x="33689" y="0"/>
                      <a:pt x="75248" y="0"/>
                    </a:cubicBezTo>
                    <a:cubicBezTo>
                      <a:pt x="116806" y="0"/>
                      <a:pt x="150495" y="33690"/>
                      <a:pt x="150495" y="75248"/>
                    </a:cubicBezTo>
                    <a:close/>
                  </a:path>
                </a:pathLst>
              </a:custGeom>
              <a:solidFill>
                <a:srgbClr val="E94800"/>
              </a:solidFill>
              <a:ln w="28575" cap="flat">
                <a:solidFill>
                  <a:srgbClr val="FFFFFF"/>
                </a:solidFill>
                <a:prstDash val="solid"/>
                <a:miter/>
              </a:ln>
            </p:spPr>
            <p:txBody>
              <a:bodyPr rtlCol="0" anchor="ctr"/>
              <a:lstStyle/>
              <a:p>
                <a:endParaRPr lang="en-US"/>
              </a:p>
            </p:txBody>
          </p:sp>
          <p:sp>
            <p:nvSpPr>
              <p:cNvPr id="17625" name="Freeform 17624">
                <a:extLst>
                  <a:ext uri="{FF2B5EF4-FFF2-40B4-BE49-F238E27FC236}">
                    <a16:creationId xmlns:a16="http://schemas.microsoft.com/office/drawing/2014/main" id="{777F82C4-42A0-AC07-0DCF-4DD0195B24C5}"/>
                  </a:ext>
                </a:extLst>
              </p:cNvPr>
              <p:cNvSpPr/>
              <p:nvPr/>
            </p:nvSpPr>
            <p:spPr>
              <a:xfrm>
                <a:off x="2761139" y="4312777"/>
                <a:ext cx="99632" cy="99632"/>
              </a:xfrm>
              <a:custGeom>
                <a:avLst/>
                <a:gdLst>
                  <a:gd name="connsiteX0" fmla="*/ 114300 w 114300"/>
                  <a:gd name="connsiteY0" fmla="*/ 57150 h 114300"/>
                  <a:gd name="connsiteX1" fmla="*/ 57150 w 114300"/>
                  <a:gd name="connsiteY1" fmla="*/ 114300 h 114300"/>
                  <a:gd name="connsiteX2" fmla="*/ 0 w 114300"/>
                  <a:gd name="connsiteY2" fmla="*/ 57150 h 114300"/>
                  <a:gd name="connsiteX3" fmla="*/ 57150 w 114300"/>
                  <a:gd name="connsiteY3" fmla="*/ 0 h 114300"/>
                  <a:gd name="connsiteX4" fmla="*/ 114300 w 114300"/>
                  <a:gd name="connsiteY4" fmla="*/ 57150 h 114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300" h="114300">
                    <a:moveTo>
                      <a:pt x="114300" y="57150"/>
                    </a:moveTo>
                    <a:cubicBezTo>
                      <a:pt x="114300" y="88713"/>
                      <a:pt x="88713" y="114300"/>
                      <a:pt x="57150" y="114300"/>
                    </a:cubicBezTo>
                    <a:cubicBezTo>
                      <a:pt x="25587" y="114300"/>
                      <a:pt x="0" y="88713"/>
                      <a:pt x="0" y="57150"/>
                    </a:cubicBezTo>
                    <a:cubicBezTo>
                      <a:pt x="0" y="25587"/>
                      <a:pt x="25587" y="0"/>
                      <a:pt x="57150" y="0"/>
                    </a:cubicBezTo>
                    <a:cubicBezTo>
                      <a:pt x="88713" y="0"/>
                      <a:pt x="114300" y="25587"/>
                      <a:pt x="114300" y="57150"/>
                    </a:cubicBezTo>
                    <a:close/>
                  </a:path>
                </a:pathLst>
              </a:custGeom>
              <a:solidFill>
                <a:srgbClr val="E94800"/>
              </a:solidFill>
              <a:ln w="21717" cap="flat">
                <a:solidFill>
                  <a:srgbClr val="FFFFFF"/>
                </a:solidFill>
                <a:prstDash val="solid"/>
                <a:miter/>
              </a:ln>
            </p:spPr>
            <p:txBody>
              <a:bodyPr rtlCol="0" anchor="ctr"/>
              <a:lstStyle/>
              <a:p>
                <a:endParaRPr lang="en-US"/>
              </a:p>
            </p:txBody>
          </p:sp>
          <p:sp>
            <p:nvSpPr>
              <p:cNvPr id="17626" name="Freeform 17625">
                <a:extLst>
                  <a:ext uri="{FF2B5EF4-FFF2-40B4-BE49-F238E27FC236}">
                    <a16:creationId xmlns:a16="http://schemas.microsoft.com/office/drawing/2014/main" id="{3D3A6696-A689-E9AE-AD16-32B86A8824C1}"/>
                  </a:ext>
                </a:extLst>
              </p:cNvPr>
              <p:cNvSpPr/>
              <p:nvPr/>
            </p:nvSpPr>
            <p:spPr>
              <a:xfrm>
                <a:off x="3186485" y="4515195"/>
                <a:ext cx="166053" cy="166053"/>
              </a:xfrm>
              <a:custGeom>
                <a:avLst/>
                <a:gdLst>
                  <a:gd name="connsiteX0" fmla="*/ 190500 w 190500"/>
                  <a:gd name="connsiteY0" fmla="*/ 95250 h 190500"/>
                  <a:gd name="connsiteX1" fmla="*/ 95250 w 190500"/>
                  <a:gd name="connsiteY1" fmla="*/ 190500 h 190500"/>
                  <a:gd name="connsiteX2" fmla="*/ 0 w 190500"/>
                  <a:gd name="connsiteY2" fmla="*/ 95250 h 190500"/>
                  <a:gd name="connsiteX3" fmla="*/ 95250 w 190500"/>
                  <a:gd name="connsiteY3" fmla="*/ 0 h 190500"/>
                  <a:gd name="connsiteX4" fmla="*/ 190500 w 190500"/>
                  <a:gd name="connsiteY4" fmla="*/ 95250 h 1905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500" h="190500">
                    <a:moveTo>
                      <a:pt x="190500" y="95250"/>
                    </a:moveTo>
                    <a:cubicBezTo>
                      <a:pt x="190500" y="147855"/>
                      <a:pt x="147855" y="190500"/>
                      <a:pt x="95250" y="190500"/>
                    </a:cubicBezTo>
                    <a:cubicBezTo>
                      <a:pt x="42645" y="190500"/>
                      <a:pt x="0" y="147855"/>
                      <a:pt x="0" y="95250"/>
                    </a:cubicBezTo>
                    <a:cubicBezTo>
                      <a:pt x="0" y="42645"/>
                      <a:pt x="42645" y="0"/>
                      <a:pt x="95250" y="0"/>
                    </a:cubicBezTo>
                    <a:cubicBezTo>
                      <a:pt x="147855" y="0"/>
                      <a:pt x="190500" y="42645"/>
                      <a:pt x="190500" y="95250"/>
                    </a:cubicBezTo>
                    <a:close/>
                  </a:path>
                </a:pathLst>
              </a:custGeom>
              <a:solidFill>
                <a:srgbClr val="E94800"/>
              </a:solidFill>
              <a:ln w="36195" cap="flat">
                <a:solidFill>
                  <a:srgbClr val="FFFFFF"/>
                </a:solidFill>
                <a:prstDash val="solid"/>
                <a:miter/>
              </a:ln>
            </p:spPr>
            <p:txBody>
              <a:bodyPr rtlCol="0" anchor="ctr"/>
              <a:lstStyle/>
              <a:p>
                <a:endParaRPr lang="en-US"/>
              </a:p>
            </p:txBody>
          </p:sp>
          <p:sp>
            <p:nvSpPr>
              <p:cNvPr id="17627" name="Freeform 17626">
                <a:extLst>
                  <a:ext uri="{FF2B5EF4-FFF2-40B4-BE49-F238E27FC236}">
                    <a16:creationId xmlns:a16="http://schemas.microsoft.com/office/drawing/2014/main" id="{67401C45-7CE7-1BF9-EE80-087195BF2603}"/>
                  </a:ext>
                </a:extLst>
              </p:cNvPr>
              <p:cNvSpPr/>
              <p:nvPr/>
            </p:nvSpPr>
            <p:spPr>
              <a:xfrm>
                <a:off x="3412068" y="4663730"/>
                <a:ext cx="131181" cy="131182"/>
              </a:xfrm>
              <a:custGeom>
                <a:avLst/>
                <a:gdLst>
                  <a:gd name="connsiteX0" fmla="*/ 150495 w 150494"/>
                  <a:gd name="connsiteY0" fmla="*/ 75247 h 150495"/>
                  <a:gd name="connsiteX1" fmla="*/ 75248 w 150494"/>
                  <a:gd name="connsiteY1" fmla="*/ 150495 h 150495"/>
                  <a:gd name="connsiteX2" fmla="*/ 0 w 150494"/>
                  <a:gd name="connsiteY2" fmla="*/ 75247 h 150495"/>
                  <a:gd name="connsiteX3" fmla="*/ 75248 w 150494"/>
                  <a:gd name="connsiteY3" fmla="*/ 0 h 150495"/>
                  <a:gd name="connsiteX4" fmla="*/ 150495 w 150494"/>
                  <a:gd name="connsiteY4" fmla="*/ 75247 h 1504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494" h="150495">
                    <a:moveTo>
                      <a:pt x="150495" y="75247"/>
                    </a:moveTo>
                    <a:cubicBezTo>
                      <a:pt x="150495" y="116806"/>
                      <a:pt x="116806" y="150495"/>
                      <a:pt x="75248" y="150495"/>
                    </a:cubicBezTo>
                    <a:cubicBezTo>
                      <a:pt x="33690" y="150495"/>
                      <a:pt x="0" y="116805"/>
                      <a:pt x="0" y="75247"/>
                    </a:cubicBezTo>
                    <a:cubicBezTo>
                      <a:pt x="0" y="33689"/>
                      <a:pt x="33690" y="0"/>
                      <a:pt x="75248" y="0"/>
                    </a:cubicBezTo>
                    <a:cubicBezTo>
                      <a:pt x="116806" y="0"/>
                      <a:pt x="150495" y="33690"/>
                      <a:pt x="150495" y="75247"/>
                    </a:cubicBezTo>
                    <a:close/>
                  </a:path>
                </a:pathLst>
              </a:custGeom>
              <a:solidFill>
                <a:srgbClr val="E94800"/>
              </a:solidFill>
              <a:ln w="28575" cap="flat">
                <a:solidFill>
                  <a:srgbClr val="FFFFFF"/>
                </a:solidFill>
                <a:prstDash val="solid"/>
                <a:miter/>
              </a:ln>
            </p:spPr>
            <p:txBody>
              <a:bodyPr rtlCol="0" anchor="ctr"/>
              <a:lstStyle/>
              <a:p>
                <a:endParaRPr lang="en-US"/>
              </a:p>
            </p:txBody>
          </p:sp>
          <p:sp>
            <p:nvSpPr>
              <p:cNvPr id="17634" name="Freeform 17633">
                <a:extLst>
                  <a:ext uri="{FF2B5EF4-FFF2-40B4-BE49-F238E27FC236}">
                    <a16:creationId xmlns:a16="http://schemas.microsoft.com/office/drawing/2014/main" id="{CF3286BE-0EB3-E4A5-5B73-BB18B1531787}"/>
                  </a:ext>
                </a:extLst>
              </p:cNvPr>
              <p:cNvSpPr/>
              <p:nvPr/>
            </p:nvSpPr>
            <p:spPr>
              <a:xfrm>
                <a:off x="1518729" y="3961906"/>
                <a:ext cx="166052" cy="166053"/>
              </a:xfrm>
              <a:custGeom>
                <a:avLst/>
                <a:gdLst>
                  <a:gd name="connsiteX0" fmla="*/ 190500 w 190499"/>
                  <a:gd name="connsiteY0" fmla="*/ 95250 h 190500"/>
                  <a:gd name="connsiteX1" fmla="*/ 95250 w 190499"/>
                  <a:gd name="connsiteY1" fmla="*/ 190500 h 190500"/>
                  <a:gd name="connsiteX2" fmla="*/ 0 w 190499"/>
                  <a:gd name="connsiteY2" fmla="*/ 95250 h 190500"/>
                  <a:gd name="connsiteX3" fmla="*/ 95250 w 190499"/>
                  <a:gd name="connsiteY3" fmla="*/ 0 h 190500"/>
                  <a:gd name="connsiteX4" fmla="*/ 190500 w 190499"/>
                  <a:gd name="connsiteY4" fmla="*/ 95250 h 1905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499" h="190500">
                    <a:moveTo>
                      <a:pt x="190500" y="95250"/>
                    </a:moveTo>
                    <a:cubicBezTo>
                      <a:pt x="190500" y="147855"/>
                      <a:pt x="147855" y="190500"/>
                      <a:pt x="95250" y="190500"/>
                    </a:cubicBezTo>
                    <a:cubicBezTo>
                      <a:pt x="42645" y="190500"/>
                      <a:pt x="0" y="147855"/>
                      <a:pt x="0" y="95250"/>
                    </a:cubicBezTo>
                    <a:cubicBezTo>
                      <a:pt x="0" y="42645"/>
                      <a:pt x="42645" y="0"/>
                      <a:pt x="95250" y="0"/>
                    </a:cubicBezTo>
                    <a:cubicBezTo>
                      <a:pt x="147855" y="0"/>
                      <a:pt x="190500" y="42645"/>
                      <a:pt x="190500" y="95250"/>
                    </a:cubicBezTo>
                    <a:close/>
                  </a:path>
                </a:pathLst>
              </a:custGeom>
              <a:solidFill>
                <a:srgbClr val="E94800"/>
              </a:solidFill>
              <a:ln w="36195" cap="flat">
                <a:solidFill>
                  <a:srgbClr val="FFFFFF"/>
                </a:solidFill>
                <a:prstDash val="solid"/>
                <a:miter/>
              </a:ln>
            </p:spPr>
            <p:txBody>
              <a:bodyPr rtlCol="0" anchor="ctr"/>
              <a:lstStyle/>
              <a:p>
                <a:endParaRPr lang="en-US"/>
              </a:p>
            </p:txBody>
          </p:sp>
          <p:sp>
            <p:nvSpPr>
              <p:cNvPr id="17635" name="Freeform 17634">
                <a:extLst>
                  <a:ext uri="{FF2B5EF4-FFF2-40B4-BE49-F238E27FC236}">
                    <a16:creationId xmlns:a16="http://schemas.microsoft.com/office/drawing/2014/main" id="{129BA402-2C15-8AB9-0CD6-5BC8378A24B2}"/>
                  </a:ext>
                </a:extLst>
              </p:cNvPr>
              <p:cNvSpPr/>
              <p:nvPr/>
            </p:nvSpPr>
            <p:spPr>
              <a:xfrm>
                <a:off x="3021511" y="3870079"/>
                <a:ext cx="166053" cy="166053"/>
              </a:xfrm>
              <a:custGeom>
                <a:avLst/>
                <a:gdLst>
                  <a:gd name="connsiteX0" fmla="*/ 190500 w 190500"/>
                  <a:gd name="connsiteY0" fmla="*/ 95250 h 190500"/>
                  <a:gd name="connsiteX1" fmla="*/ 95250 w 190500"/>
                  <a:gd name="connsiteY1" fmla="*/ 190500 h 190500"/>
                  <a:gd name="connsiteX2" fmla="*/ 0 w 190500"/>
                  <a:gd name="connsiteY2" fmla="*/ 95250 h 190500"/>
                  <a:gd name="connsiteX3" fmla="*/ 95250 w 190500"/>
                  <a:gd name="connsiteY3" fmla="*/ 0 h 190500"/>
                  <a:gd name="connsiteX4" fmla="*/ 190500 w 190500"/>
                  <a:gd name="connsiteY4" fmla="*/ 95250 h 1905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500" h="190500">
                    <a:moveTo>
                      <a:pt x="190500" y="95250"/>
                    </a:moveTo>
                    <a:cubicBezTo>
                      <a:pt x="190500" y="147855"/>
                      <a:pt x="147855" y="190500"/>
                      <a:pt x="95250" y="190500"/>
                    </a:cubicBezTo>
                    <a:cubicBezTo>
                      <a:pt x="42645" y="190500"/>
                      <a:pt x="0" y="147855"/>
                      <a:pt x="0" y="95250"/>
                    </a:cubicBezTo>
                    <a:cubicBezTo>
                      <a:pt x="0" y="42645"/>
                      <a:pt x="42645" y="0"/>
                      <a:pt x="95250" y="0"/>
                    </a:cubicBezTo>
                    <a:cubicBezTo>
                      <a:pt x="147855" y="0"/>
                      <a:pt x="190500" y="42645"/>
                      <a:pt x="190500" y="95250"/>
                    </a:cubicBezTo>
                    <a:close/>
                  </a:path>
                </a:pathLst>
              </a:custGeom>
              <a:solidFill>
                <a:srgbClr val="E94800"/>
              </a:solidFill>
              <a:ln w="36195" cap="flat">
                <a:solidFill>
                  <a:srgbClr val="FFFFFF"/>
                </a:solidFill>
                <a:prstDash val="solid"/>
                <a:miter/>
              </a:ln>
            </p:spPr>
            <p:txBody>
              <a:bodyPr rtlCol="0" anchor="ctr"/>
              <a:lstStyle/>
              <a:p>
                <a:endParaRPr lang="en-US"/>
              </a:p>
            </p:txBody>
          </p:sp>
          <p:sp>
            <p:nvSpPr>
              <p:cNvPr id="24" name="TextBox 23">
                <a:extLst>
                  <a:ext uri="{FF2B5EF4-FFF2-40B4-BE49-F238E27FC236}">
                    <a16:creationId xmlns:a16="http://schemas.microsoft.com/office/drawing/2014/main" id="{7F6748B2-9ABE-452F-646B-CB91AB2A6A33}"/>
                  </a:ext>
                </a:extLst>
              </p:cNvPr>
              <p:cNvSpPr txBox="1"/>
              <p:nvPr/>
            </p:nvSpPr>
            <p:spPr>
              <a:xfrm>
                <a:off x="23528" y="4142113"/>
                <a:ext cx="1556845" cy="413627"/>
              </a:xfrm>
              <a:prstGeom prst="rect">
                <a:avLst/>
              </a:prstGeom>
              <a:noFill/>
            </p:spPr>
            <p:txBody>
              <a:bodyPr wrap="none" rtlCol="0">
                <a:spAutoFit/>
              </a:bodyPr>
              <a:lstStyle/>
              <a:p>
                <a:pPr algn="l"/>
                <a:r>
                  <a:rPr lang="en-US" spc="0" baseline="0">
                    <a:ln/>
                    <a:solidFill>
                      <a:srgbClr val="231F20"/>
                    </a:solidFill>
                    <a:latin typeface="Helvetica-Light"/>
                    <a:sym typeface="Helvetica-Light"/>
                    <a:rtl val="0"/>
                  </a:rPr>
                  <a:t>Similar-item</a:t>
                </a:r>
              </a:p>
            </p:txBody>
          </p:sp>
        </p:grpSp>
      </p:grpSp>
      <p:grpSp>
        <p:nvGrpSpPr>
          <p:cNvPr id="28" name="Group 27">
            <a:extLst>
              <a:ext uri="{FF2B5EF4-FFF2-40B4-BE49-F238E27FC236}">
                <a16:creationId xmlns:a16="http://schemas.microsoft.com/office/drawing/2014/main" id="{F3CFB474-ABB8-7FA8-5523-E746C1FE153B}"/>
              </a:ext>
            </a:extLst>
          </p:cNvPr>
          <p:cNvGrpSpPr>
            <a:grpSpLocks noChangeAspect="1"/>
          </p:cNvGrpSpPr>
          <p:nvPr/>
        </p:nvGrpSpPr>
        <p:grpSpPr>
          <a:xfrm>
            <a:off x="1273720" y="4903456"/>
            <a:ext cx="3604018" cy="1455708"/>
            <a:chOff x="438444" y="5140959"/>
            <a:chExt cx="4083426" cy="1649347"/>
          </a:xfrm>
        </p:grpSpPr>
        <p:sp>
          <p:nvSpPr>
            <p:cNvPr id="17608" name="TextBox 17607">
              <a:extLst>
                <a:ext uri="{FF2B5EF4-FFF2-40B4-BE49-F238E27FC236}">
                  <a16:creationId xmlns:a16="http://schemas.microsoft.com/office/drawing/2014/main" id="{E26ECDEF-E60A-FB76-EB1B-F75A770301FC}"/>
                </a:ext>
              </a:extLst>
            </p:cNvPr>
            <p:cNvSpPr txBox="1"/>
            <p:nvPr/>
          </p:nvSpPr>
          <p:spPr>
            <a:xfrm>
              <a:off x="2510934" y="6353946"/>
              <a:ext cx="2010936" cy="418461"/>
            </a:xfrm>
            <a:prstGeom prst="rect">
              <a:avLst/>
            </a:prstGeom>
            <a:noFill/>
          </p:spPr>
          <p:txBody>
            <a:bodyPr wrap="none" rtlCol="0">
              <a:spAutoFit/>
            </a:bodyPr>
            <a:lstStyle/>
            <a:p>
              <a:pPr algn="l"/>
              <a:r>
                <a:rPr lang="en-US" spc="0" baseline="0">
                  <a:ln/>
                  <a:solidFill>
                    <a:srgbClr val="262626"/>
                  </a:solidFill>
                  <a:latin typeface="Helvetica-Light"/>
                  <a:sym typeface="Helvetica-Light"/>
                  <a:rtl val="0"/>
                </a:rPr>
                <a:t>unrelated items</a:t>
              </a:r>
            </a:p>
          </p:txBody>
        </p:sp>
        <p:grpSp>
          <p:nvGrpSpPr>
            <p:cNvPr id="22" name="Group 21">
              <a:extLst>
                <a:ext uri="{FF2B5EF4-FFF2-40B4-BE49-F238E27FC236}">
                  <a16:creationId xmlns:a16="http://schemas.microsoft.com/office/drawing/2014/main" id="{C737BA01-EB06-F86D-DFA4-A07F665EB144}"/>
                </a:ext>
              </a:extLst>
            </p:cNvPr>
            <p:cNvGrpSpPr>
              <a:grpSpLocks noChangeAspect="1"/>
            </p:cNvGrpSpPr>
            <p:nvPr/>
          </p:nvGrpSpPr>
          <p:grpSpPr>
            <a:xfrm>
              <a:off x="2553134" y="5285039"/>
              <a:ext cx="1100016" cy="1097280"/>
              <a:chOff x="5409334" y="5382072"/>
              <a:chExt cx="1530855" cy="1527048"/>
            </a:xfrm>
          </p:grpSpPr>
          <p:pic>
            <p:nvPicPr>
              <p:cNvPr id="17594" name="Picture 17593">
                <a:extLst>
                  <a:ext uri="{FF2B5EF4-FFF2-40B4-BE49-F238E27FC236}">
                    <a16:creationId xmlns:a16="http://schemas.microsoft.com/office/drawing/2014/main" id="{A5FA2B10-B98B-9CA9-B171-0BAD9CB5B1DC}"/>
                  </a:ext>
                </a:extLst>
              </p:cNvPr>
              <p:cNvPicPr>
                <a:picLocks noChangeAspect="1"/>
              </p:cNvPicPr>
              <p:nvPr/>
            </p:nvPicPr>
            <p:blipFill>
              <a:blip r:embed="rId5"/>
              <a:stretch>
                <a:fillRect/>
              </a:stretch>
            </p:blipFill>
            <p:spPr>
              <a:xfrm>
                <a:off x="5409334" y="5382072"/>
                <a:ext cx="1530855" cy="1527048"/>
              </a:xfrm>
              <a:custGeom>
                <a:avLst/>
                <a:gdLst>
                  <a:gd name="connsiteX0" fmla="*/ 49 w 1378458"/>
                  <a:gd name="connsiteY0" fmla="*/ 207 h 1375029"/>
                  <a:gd name="connsiteX1" fmla="*/ 1378507 w 1378458"/>
                  <a:gd name="connsiteY1" fmla="*/ 207 h 1375029"/>
                  <a:gd name="connsiteX2" fmla="*/ 1378507 w 1378458"/>
                  <a:gd name="connsiteY2" fmla="*/ 1375236 h 1375029"/>
                  <a:gd name="connsiteX3" fmla="*/ 49 w 1378458"/>
                  <a:gd name="connsiteY3" fmla="*/ 1375236 h 1375029"/>
                </a:gdLst>
                <a:ahLst/>
                <a:cxnLst>
                  <a:cxn ang="0">
                    <a:pos x="connsiteX0" y="connsiteY0"/>
                  </a:cxn>
                  <a:cxn ang="0">
                    <a:pos x="connsiteX1" y="connsiteY1"/>
                  </a:cxn>
                  <a:cxn ang="0">
                    <a:pos x="connsiteX2" y="connsiteY2"/>
                  </a:cxn>
                  <a:cxn ang="0">
                    <a:pos x="connsiteX3" y="connsiteY3"/>
                  </a:cxn>
                </a:cxnLst>
                <a:rect l="l" t="t" r="r" b="b"/>
                <a:pathLst>
                  <a:path w="1378458" h="1375029">
                    <a:moveTo>
                      <a:pt x="49" y="207"/>
                    </a:moveTo>
                    <a:lnTo>
                      <a:pt x="1378507" y="207"/>
                    </a:lnTo>
                    <a:lnTo>
                      <a:pt x="1378507" y="1375236"/>
                    </a:lnTo>
                    <a:lnTo>
                      <a:pt x="49" y="1375236"/>
                    </a:lnTo>
                    <a:close/>
                  </a:path>
                </a:pathLst>
              </a:custGeom>
            </p:spPr>
          </p:pic>
          <p:sp>
            <p:nvSpPr>
              <p:cNvPr id="17630" name="Freeform 17629">
                <a:extLst>
                  <a:ext uri="{FF2B5EF4-FFF2-40B4-BE49-F238E27FC236}">
                    <a16:creationId xmlns:a16="http://schemas.microsoft.com/office/drawing/2014/main" id="{1ABC89D2-5998-49CC-9685-B1EC3AC1414C}"/>
                  </a:ext>
                </a:extLst>
              </p:cNvPr>
              <p:cNvSpPr/>
              <p:nvPr/>
            </p:nvSpPr>
            <p:spPr>
              <a:xfrm>
                <a:off x="6276124" y="6160503"/>
                <a:ext cx="137401" cy="137401"/>
              </a:xfrm>
              <a:custGeom>
                <a:avLst/>
                <a:gdLst>
                  <a:gd name="connsiteX0" fmla="*/ 123825 w 123825"/>
                  <a:gd name="connsiteY0" fmla="*/ 61912 h 123825"/>
                  <a:gd name="connsiteX1" fmla="*/ 61912 w 123825"/>
                  <a:gd name="connsiteY1" fmla="*/ 123825 h 123825"/>
                  <a:gd name="connsiteX2" fmla="*/ 0 w 123825"/>
                  <a:gd name="connsiteY2" fmla="*/ 61912 h 123825"/>
                  <a:gd name="connsiteX3" fmla="*/ 61912 w 123825"/>
                  <a:gd name="connsiteY3" fmla="*/ 0 h 123825"/>
                  <a:gd name="connsiteX4" fmla="*/ 123825 w 123825"/>
                  <a:gd name="connsiteY4" fmla="*/ 61912 h 1238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3825" h="123825">
                    <a:moveTo>
                      <a:pt x="123825" y="61912"/>
                    </a:moveTo>
                    <a:cubicBezTo>
                      <a:pt x="123825" y="96106"/>
                      <a:pt x="96106" y="123825"/>
                      <a:pt x="61912" y="123825"/>
                    </a:cubicBezTo>
                    <a:cubicBezTo>
                      <a:pt x="27719" y="123825"/>
                      <a:pt x="0" y="96106"/>
                      <a:pt x="0" y="61912"/>
                    </a:cubicBezTo>
                    <a:cubicBezTo>
                      <a:pt x="0" y="27719"/>
                      <a:pt x="27719" y="0"/>
                      <a:pt x="61912" y="0"/>
                    </a:cubicBezTo>
                    <a:cubicBezTo>
                      <a:pt x="96106" y="0"/>
                      <a:pt x="123825" y="27719"/>
                      <a:pt x="123825" y="61912"/>
                    </a:cubicBezTo>
                    <a:close/>
                  </a:path>
                </a:pathLst>
              </a:custGeom>
              <a:solidFill>
                <a:srgbClr val="E94800"/>
              </a:solidFill>
              <a:ln w="23527" cap="flat">
                <a:solidFill>
                  <a:srgbClr val="FFFFFF"/>
                </a:solidFill>
                <a:prstDash val="solid"/>
                <a:miter/>
              </a:ln>
            </p:spPr>
            <p:txBody>
              <a:bodyPr rtlCol="0" anchor="ctr"/>
              <a:lstStyle/>
              <a:p>
                <a:endParaRPr lang="en-US"/>
              </a:p>
            </p:txBody>
          </p:sp>
          <p:sp>
            <p:nvSpPr>
              <p:cNvPr id="17631" name="Freeform 17630">
                <a:extLst>
                  <a:ext uri="{FF2B5EF4-FFF2-40B4-BE49-F238E27FC236}">
                    <a16:creationId xmlns:a16="http://schemas.microsoft.com/office/drawing/2014/main" id="{B61DA2DF-5399-A26F-580E-37F8F1F687DC}"/>
                  </a:ext>
                </a:extLst>
              </p:cNvPr>
              <p:cNvSpPr/>
              <p:nvPr/>
            </p:nvSpPr>
            <p:spPr>
              <a:xfrm>
                <a:off x="5635835" y="5912335"/>
                <a:ext cx="166995" cy="166994"/>
              </a:xfrm>
              <a:custGeom>
                <a:avLst/>
                <a:gdLst>
                  <a:gd name="connsiteX0" fmla="*/ 150495 w 150495"/>
                  <a:gd name="connsiteY0" fmla="*/ 75248 h 150494"/>
                  <a:gd name="connsiteX1" fmla="*/ 75248 w 150495"/>
                  <a:gd name="connsiteY1" fmla="*/ 150495 h 150494"/>
                  <a:gd name="connsiteX2" fmla="*/ 0 w 150495"/>
                  <a:gd name="connsiteY2" fmla="*/ 75248 h 150494"/>
                  <a:gd name="connsiteX3" fmla="*/ 75248 w 150495"/>
                  <a:gd name="connsiteY3" fmla="*/ 0 h 150494"/>
                  <a:gd name="connsiteX4" fmla="*/ 150495 w 150495"/>
                  <a:gd name="connsiteY4" fmla="*/ 75248 h 1504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495" h="150494">
                    <a:moveTo>
                      <a:pt x="150495" y="75248"/>
                    </a:moveTo>
                    <a:cubicBezTo>
                      <a:pt x="150495" y="116806"/>
                      <a:pt x="116806" y="150495"/>
                      <a:pt x="75248" y="150495"/>
                    </a:cubicBezTo>
                    <a:cubicBezTo>
                      <a:pt x="33690" y="150495"/>
                      <a:pt x="0" y="116806"/>
                      <a:pt x="0" y="75248"/>
                    </a:cubicBezTo>
                    <a:cubicBezTo>
                      <a:pt x="0" y="33690"/>
                      <a:pt x="33690" y="0"/>
                      <a:pt x="75248" y="0"/>
                    </a:cubicBezTo>
                    <a:cubicBezTo>
                      <a:pt x="116806" y="0"/>
                      <a:pt x="150495" y="33690"/>
                      <a:pt x="150495" y="75248"/>
                    </a:cubicBezTo>
                    <a:close/>
                  </a:path>
                </a:pathLst>
              </a:custGeom>
              <a:solidFill>
                <a:srgbClr val="E94800"/>
              </a:solidFill>
              <a:ln w="28575" cap="flat">
                <a:solidFill>
                  <a:srgbClr val="FFFFFF"/>
                </a:solidFill>
                <a:prstDash val="solid"/>
                <a:miter/>
              </a:ln>
            </p:spPr>
            <p:txBody>
              <a:bodyPr rtlCol="0" anchor="ctr"/>
              <a:lstStyle/>
              <a:p>
                <a:endParaRPr lang="en-US"/>
              </a:p>
            </p:txBody>
          </p:sp>
          <p:sp>
            <p:nvSpPr>
              <p:cNvPr id="17632" name="Freeform 17631">
                <a:extLst>
                  <a:ext uri="{FF2B5EF4-FFF2-40B4-BE49-F238E27FC236}">
                    <a16:creationId xmlns:a16="http://schemas.microsoft.com/office/drawing/2014/main" id="{C98E9EDD-DB78-37B0-6FF4-4DC2C74AF041}"/>
                  </a:ext>
                </a:extLst>
              </p:cNvPr>
              <p:cNvSpPr/>
              <p:nvPr/>
            </p:nvSpPr>
            <p:spPr>
              <a:xfrm>
                <a:off x="5707706" y="6171495"/>
                <a:ext cx="166995" cy="166994"/>
              </a:xfrm>
              <a:custGeom>
                <a:avLst/>
                <a:gdLst>
                  <a:gd name="connsiteX0" fmla="*/ 150495 w 150495"/>
                  <a:gd name="connsiteY0" fmla="*/ 75247 h 150494"/>
                  <a:gd name="connsiteX1" fmla="*/ 75248 w 150495"/>
                  <a:gd name="connsiteY1" fmla="*/ 150495 h 150494"/>
                  <a:gd name="connsiteX2" fmla="*/ 0 w 150495"/>
                  <a:gd name="connsiteY2" fmla="*/ 75247 h 150494"/>
                  <a:gd name="connsiteX3" fmla="*/ 75248 w 150495"/>
                  <a:gd name="connsiteY3" fmla="*/ 0 h 150494"/>
                  <a:gd name="connsiteX4" fmla="*/ 150495 w 150495"/>
                  <a:gd name="connsiteY4" fmla="*/ 75247 h 1504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495" h="150494">
                    <a:moveTo>
                      <a:pt x="150495" y="75247"/>
                    </a:moveTo>
                    <a:cubicBezTo>
                      <a:pt x="150495" y="116805"/>
                      <a:pt x="116805" y="150495"/>
                      <a:pt x="75248" y="150495"/>
                    </a:cubicBezTo>
                    <a:cubicBezTo>
                      <a:pt x="33689" y="150495"/>
                      <a:pt x="0" y="116805"/>
                      <a:pt x="0" y="75247"/>
                    </a:cubicBezTo>
                    <a:cubicBezTo>
                      <a:pt x="0" y="33690"/>
                      <a:pt x="33690" y="0"/>
                      <a:pt x="75248" y="0"/>
                    </a:cubicBezTo>
                    <a:cubicBezTo>
                      <a:pt x="116806" y="0"/>
                      <a:pt x="150495" y="33690"/>
                      <a:pt x="150495" y="75247"/>
                    </a:cubicBezTo>
                    <a:close/>
                  </a:path>
                </a:pathLst>
              </a:custGeom>
              <a:solidFill>
                <a:srgbClr val="E94800"/>
              </a:solidFill>
              <a:ln w="28575" cap="flat">
                <a:solidFill>
                  <a:srgbClr val="FFFFFF"/>
                </a:solidFill>
                <a:prstDash val="solid"/>
                <a:miter/>
              </a:ln>
            </p:spPr>
            <p:txBody>
              <a:bodyPr rtlCol="0" anchor="ctr"/>
              <a:lstStyle/>
              <a:p>
                <a:endParaRPr lang="en-US"/>
              </a:p>
            </p:txBody>
          </p:sp>
          <p:sp>
            <p:nvSpPr>
              <p:cNvPr id="17633" name="Freeform 17632">
                <a:extLst>
                  <a:ext uri="{FF2B5EF4-FFF2-40B4-BE49-F238E27FC236}">
                    <a16:creationId xmlns:a16="http://schemas.microsoft.com/office/drawing/2014/main" id="{33A87223-7520-A282-01B4-B7613536F92D}"/>
                  </a:ext>
                </a:extLst>
              </p:cNvPr>
              <p:cNvSpPr/>
              <p:nvPr/>
            </p:nvSpPr>
            <p:spPr>
              <a:xfrm>
                <a:off x="6562658" y="5775040"/>
                <a:ext cx="137401" cy="137401"/>
              </a:xfrm>
              <a:custGeom>
                <a:avLst/>
                <a:gdLst>
                  <a:gd name="connsiteX0" fmla="*/ 123825 w 123825"/>
                  <a:gd name="connsiteY0" fmla="*/ 61912 h 123825"/>
                  <a:gd name="connsiteX1" fmla="*/ 61913 w 123825"/>
                  <a:gd name="connsiteY1" fmla="*/ 123825 h 123825"/>
                  <a:gd name="connsiteX2" fmla="*/ 0 w 123825"/>
                  <a:gd name="connsiteY2" fmla="*/ 61912 h 123825"/>
                  <a:gd name="connsiteX3" fmla="*/ 61913 w 123825"/>
                  <a:gd name="connsiteY3" fmla="*/ 0 h 123825"/>
                  <a:gd name="connsiteX4" fmla="*/ 123825 w 123825"/>
                  <a:gd name="connsiteY4" fmla="*/ 61912 h 1238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3825" h="123825">
                    <a:moveTo>
                      <a:pt x="123825" y="61912"/>
                    </a:moveTo>
                    <a:cubicBezTo>
                      <a:pt x="123825" y="96106"/>
                      <a:pt x="96106" y="123825"/>
                      <a:pt x="61913" y="123825"/>
                    </a:cubicBezTo>
                    <a:cubicBezTo>
                      <a:pt x="27719" y="123825"/>
                      <a:pt x="0" y="96106"/>
                      <a:pt x="0" y="61912"/>
                    </a:cubicBezTo>
                    <a:cubicBezTo>
                      <a:pt x="0" y="27719"/>
                      <a:pt x="27719" y="0"/>
                      <a:pt x="61913" y="0"/>
                    </a:cubicBezTo>
                    <a:cubicBezTo>
                      <a:pt x="96106" y="0"/>
                      <a:pt x="123825" y="27719"/>
                      <a:pt x="123825" y="61912"/>
                    </a:cubicBezTo>
                    <a:close/>
                  </a:path>
                </a:pathLst>
              </a:custGeom>
              <a:solidFill>
                <a:srgbClr val="E94800"/>
              </a:solidFill>
              <a:ln w="23527" cap="flat">
                <a:solidFill>
                  <a:srgbClr val="FFFFFF"/>
                </a:solidFill>
                <a:prstDash val="solid"/>
                <a:miter/>
              </a:ln>
            </p:spPr>
            <p:txBody>
              <a:bodyPr rtlCol="0" anchor="ctr"/>
              <a:lstStyle/>
              <a:p>
                <a:endParaRPr lang="en-US"/>
              </a:p>
            </p:txBody>
          </p:sp>
        </p:grpSp>
        <p:grpSp>
          <p:nvGrpSpPr>
            <p:cNvPr id="13" name="Group 12">
              <a:extLst>
                <a:ext uri="{FF2B5EF4-FFF2-40B4-BE49-F238E27FC236}">
                  <a16:creationId xmlns:a16="http://schemas.microsoft.com/office/drawing/2014/main" id="{2C6D9DE9-B21E-6089-53CC-B63E0C19B623}"/>
                </a:ext>
              </a:extLst>
            </p:cNvPr>
            <p:cNvGrpSpPr/>
            <p:nvPr/>
          </p:nvGrpSpPr>
          <p:grpSpPr>
            <a:xfrm>
              <a:off x="1262420" y="5140959"/>
              <a:ext cx="1310705" cy="1649347"/>
              <a:chOff x="1139564" y="3822924"/>
              <a:chExt cx="1310705" cy="1649347"/>
            </a:xfrm>
          </p:grpSpPr>
          <p:pic>
            <p:nvPicPr>
              <p:cNvPr id="14" name="Picture 13">
                <a:extLst>
                  <a:ext uri="{FF2B5EF4-FFF2-40B4-BE49-F238E27FC236}">
                    <a16:creationId xmlns:a16="http://schemas.microsoft.com/office/drawing/2014/main" id="{95BD8F6C-CD28-92FB-18FB-677B98157917}"/>
                  </a:ext>
                </a:extLst>
              </p:cNvPr>
              <p:cNvPicPr>
                <a:picLocks noChangeAspect="1"/>
              </p:cNvPicPr>
              <p:nvPr/>
            </p:nvPicPr>
            <p:blipFill>
              <a:blip r:embed="rId3"/>
              <a:stretch>
                <a:fillRect/>
              </a:stretch>
            </p:blipFill>
            <p:spPr>
              <a:xfrm>
                <a:off x="1139564" y="3822924"/>
                <a:ext cx="1220740" cy="1223792"/>
              </a:xfrm>
              <a:custGeom>
                <a:avLst/>
                <a:gdLst>
                  <a:gd name="connsiteX0" fmla="*/ -114 w 1447800"/>
                  <a:gd name="connsiteY0" fmla="*/ 199 h 1451419"/>
                  <a:gd name="connsiteX1" fmla="*/ 1447686 w 1447800"/>
                  <a:gd name="connsiteY1" fmla="*/ 199 h 1451419"/>
                  <a:gd name="connsiteX2" fmla="*/ 1447686 w 1447800"/>
                  <a:gd name="connsiteY2" fmla="*/ 1451619 h 1451419"/>
                  <a:gd name="connsiteX3" fmla="*/ -114 w 1447800"/>
                  <a:gd name="connsiteY3" fmla="*/ 1451619 h 1451419"/>
                </a:gdLst>
                <a:ahLst/>
                <a:cxnLst>
                  <a:cxn ang="0">
                    <a:pos x="connsiteX0" y="connsiteY0"/>
                  </a:cxn>
                  <a:cxn ang="0">
                    <a:pos x="connsiteX1" y="connsiteY1"/>
                  </a:cxn>
                  <a:cxn ang="0">
                    <a:pos x="connsiteX2" y="connsiteY2"/>
                  </a:cxn>
                  <a:cxn ang="0">
                    <a:pos x="connsiteX3" y="connsiteY3"/>
                  </a:cxn>
                </a:cxnLst>
                <a:rect l="l" t="t" r="r" b="b"/>
                <a:pathLst>
                  <a:path w="1447800" h="1451419">
                    <a:moveTo>
                      <a:pt x="-114" y="199"/>
                    </a:moveTo>
                    <a:lnTo>
                      <a:pt x="1447686" y="199"/>
                    </a:lnTo>
                    <a:lnTo>
                      <a:pt x="1447686" y="1451619"/>
                    </a:lnTo>
                    <a:lnTo>
                      <a:pt x="-114" y="1451619"/>
                    </a:lnTo>
                    <a:close/>
                  </a:path>
                </a:pathLst>
              </a:custGeom>
            </p:spPr>
          </p:pic>
          <p:sp>
            <p:nvSpPr>
              <p:cNvPr id="16" name="TextBox 15">
                <a:extLst>
                  <a:ext uri="{FF2B5EF4-FFF2-40B4-BE49-F238E27FC236}">
                    <a16:creationId xmlns:a16="http://schemas.microsoft.com/office/drawing/2014/main" id="{7C50821D-8E79-497D-4C1B-11A1261F682D}"/>
                  </a:ext>
                </a:extLst>
              </p:cNvPr>
              <p:cNvSpPr txBox="1"/>
              <p:nvPr/>
            </p:nvSpPr>
            <p:spPr>
              <a:xfrm>
                <a:off x="1325657" y="5053810"/>
                <a:ext cx="1124612" cy="418461"/>
              </a:xfrm>
              <a:prstGeom prst="rect">
                <a:avLst/>
              </a:prstGeom>
              <a:noFill/>
            </p:spPr>
            <p:txBody>
              <a:bodyPr wrap="none" rtlCol="0">
                <a:spAutoFit/>
              </a:bodyPr>
              <a:lstStyle/>
              <a:p>
                <a:pPr algn="l"/>
                <a:r>
                  <a:rPr lang="en-US" spc="0" baseline="0">
                    <a:ln/>
                    <a:solidFill>
                      <a:srgbClr val="262626"/>
                    </a:solidFill>
                    <a:latin typeface="Helvetica-Light"/>
                    <a:sym typeface="Helvetica-Light"/>
                    <a:rtl val="0"/>
                  </a:rPr>
                  <a:t>e.g., A1</a:t>
                </a:r>
              </a:p>
            </p:txBody>
          </p:sp>
          <p:sp>
            <p:nvSpPr>
              <p:cNvPr id="17" name="Freeform 16">
                <a:extLst>
                  <a:ext uri="{FF2B5EF4-FFF2-40B4-BE49-F238E27FC236}">
                    <a16:creationId xmlns:a16="http://schemas.microsoft.com/office/drawing/2014/main" id="{80251388-C5C3-8DD1-D115-49000D790CEC}"/>
                  </a:ext>
                </a:extLst>
              </p:cNvPr>
              <p:cNvSpPr/>
              <p:nvPr/>
            </p:nvSpPr>
            <p:spPr>
              <a:xfrm>
                <a:off x="1700141" y="4614879"/>
                <a:ext cx="176686" cy="176686"/>
              </a:xfrm>
              <a:custGeom>
                <a:avLst/>
                <a:gdLst>
                  <a:gd name="connsiteX0" fmla="*/ 209550 w 209550"/>
                  <a:gd name="connsiteY0" fmla="*/ 104775 h 209550"/>
                  <a:gd name="connsiteX1" fmla="*/ 104775 w 209550"/>
                  <a:gd name="connsiteY1" fmla="*/ 209550 h 209550"/>
                  <a:gd name="connsiteX2" fmla="*/ 0 w 209550"/>
                  <a:gd name="connsiteY2" fmla="*/ 104775 h 209550"/>
                  <a:gd name="connsiteX3" fmla="*/ 104775 w 209550"/>
                  <a:gd name="connsiteY3" fmla="*/ 0 h 209550"/>
                  <a:gd name="connsiteX4" fmla="*/ 209550 w 209550"/>
                  <a:gd name="connsiteY4" fmla="*/ 104775 h 2095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550" h="209550">
                    <a:moveTo>
                      <a:pt x="209550" y="104775"/>
                    </a:moveTo>
                    <a:cubicBezTo>
                      <a:pt x="209550" y="162641"/>
                      <a:pt x="162641" y="209550"/>
                      <a:pt x="104775" y="209550"/>
                    </a:cubicBezTo>
                    <a:cubicBezTo>
                      <a:pt x="46909" y="209550"/>
                      <a:pt x="0" y="162641"/>
                      <a:pt x="0" y="104775"/>
                    </a:cubicBezTo>
                    <a:cubicBezTo>
                      <a:pt x="0" y="46909"/>
                      <a:pt x="46909" y="0"/>
                      <a:pt x="104775" y="0"/>
                    </a:cubicBezTo>
                    <a:cubicBezTo>
                      <a:pt x="162641" y="0"/>
                      <a:pt x="209550" y="46909"/>
                      <a:pt x="209550" y="104775"/>
                    </a:cubicBezTo>
                    <a:close/>
                  </a:path>
                </a:pathLst>
              </a:custGeom>
              <a:solidFill>
                <a:srgbClr val="E94800"/>
              </a:solidFill>
              <a:ln w="39815" cap="flat">
                <a:solidFill>
                  <a:srgbClr val="FFFFFF"/>
                </a:solidFill>
                <a:prstDash val="solid"/>
                <a:miter/>
              </a:ln>
            </p:spPr>
            <p:txBody>
              <a:bodyPr rtlCol="0" anchor="ctr"/>
              <a:lstStyle/>
              <a:p>
                <a:endParaRPr lang="en-US"/>
              </a:p>
            </p:txBody>
          </p:sp>
          <p:sp>
            <p:nvSpPr>
              <p:cNvPr id="18" name="Freeform 17">
                <a:extLst>
                  <a:ext uri="{FF2B5EF4-FFF2-40B4-BE49-F238E27FC236}">
                    <a16:creationId xmlns:a16="http://schemas.microsoft.com/office/drawing/2014/main" id="{79F421F7-E02C-B8B0-C2B7-A5824FE86C6C}"/>
                  </a:ext>
                </a:extLst>
              </p:cNvPr>
              <p:cNvSpPr/>
              <p:nvPr/>
            </p:nvSpPr>
            <p:spPr>
              <a:xfrm>
                <a:off x="1901000" y="4839752"/>
                <a:ext cx="104405" cy="104405"/>
              </a:xfrm>
              <a:custGeom>
                <a:avLst/>
                <a:gdLst>
                  <a:gd name="connsiteX0" fmla="*/ 123825 w 123825"/>
                  <a:gd name="connsiteY0" fmla="*/ 61913 h 123825"/>
                  <a:gd name="connsiteX1" fmla="*/ 61913 w 123825"/>
                  <a:gd name="connsiteY1" fmla="*/ 123825 h 123825"/>
                  <a:gd name="connsiteX2" fmla="*/ 0 w 123825"/>
                  <a:gd name="connsiteY2" fmla="*/ 61913 h 123825"/>
                  <a:gd name="connsiteX3" fmla="*/ 61913 w 123825"/>
                  <a:gd name="connsiteY3" fmla="*/ 0 h 123825"/>
                  <a:gd name="connsiteX4" fmla="*/ 123825 w 123825"/>
                  <a:gd name="connsiteY4" fmla="*/ 61913 h 1238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3825" h="123825">
                    <a:moveTo>
                      <a:pt x="123825" y="61913"/>
                    </a:moveTo>
                    <a:cubicBezTo>
                      <a:pt x="123825" y="96106"/>
                      <a:pt x="96106" y="123825"/>
                      <a:pt x="61913" y="123825"/>
                    </a:cubicBezTo>
                    <a:cubicBezTo>
                      <a:pt x="27719" y="123825"/>
                      <a:pt x="0" y="96106"/>
                      <a:pt x="0" y="61913"/>
                    </a:cubicBezTo>
                    <a:cubicBezTo>
                      <a:pt x="0" y="27719"/>
                      <a:pt x="27719" y="0"/>
                      <a:pt x="61913" y="0"/>
                    </a:cubicBezTo>
                    <a:cubicBezTo>
                      <a:pt x="96106" y="0"/>
                      <a:pt x="123825" y="27719"/>
                      <a:pt x="123825" y="61913"/>
                    </a:cubicBezTo>
                    <a:close/>
                  </a:path>
                </a:pathLst>
              </a:custGeom>
              <a:solidFill>
                <a:srgbClr val="E94800"/>
              </a:solidFill>
              <a:ln w="23527" cap="flat">
                <a:solidFill>
                  <a:srgbClr val="FFFFFF"/>
                </a:solid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5075C5E6-9945-ADF7-E86C-66B84B21B060}"/>
                  </a:ext>
                </a:extLst>
              </p:cNvPr>
              <p:cNvSpPr/>
              <p:nvPr/>
            </p:nvSpPr>
            <p:spPr>
              <a:xfrm>
                <a:off x="1530120" y="4507261"/>
                <a:ext cx="126892" cy="126892"/>
              </a:xfrm>
              <a:custGeom>
                <a:avLst/>
                <a:gdLst>
                  <a:gd name="connsiteX0" fmla="*/ 150495 w 150495"/>
                  <a:gd name="connsiteY0" fmla="*/ 75248 h 150494"/>
                  <a:gd name="connsiteX1" fmla="*/ 75248 w 150495"/>
                  <a:gd name="connsiteY1" fmla="*/ 150495 h 150494"/>
                  <a:gd name="connsiteX2" fmla="*/ 0 w 150495"/>
                  <a:gd name="connsiteY2" fmla="*/ 75248 h 150494"/>
                  <a:gd name="connsiteX3" fmla="*/ 75248 w 150495"/>
                  <a:gd name="connsiteY3" fmla="*/ 0 h 150494"/>
                  <a:gd name="connsiteX4" fmla="*/ 150495 w 150495"/>
                  <a:gd name="connsiteY4" fmla="*/ 75248 h 1504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495" h="150494">
                    <a:moveTo>
                      <a:pt x="150495" y="75248"/>
                    </a:moveTo>
                    <a:cubicBezTo>
                      <a:pt x="150495" y="116805"/>
                      <a:pt x="116806" y="150495"/>
                      <a:pt x="75248" y="150495"/>
                    </a:cubicBezTo>
                    <a:cubicBezTo>
                      <a:pt x="33689" y="150495"/>
                      <a:pt x="0" y="116805"/>
                      <a:pt x="0" y="75248"/>
                    </a:cubicBezTo>
                    <a:cubicBezTo>
                      <a:pt x="0" y="33690"/>
                      <a:pt x="33689" y="0"/>
                      <a:pt x="75248" y="0"/>
                    </a:cubicBezTo>
                    <a:cubicBezTo>
                      <a:pt x="116806" y="0"/>
                      <a:pt x="150495" y="33690"/>
                      <a:pt x="150495" y="75248"/>
                    </a:cubicBezTo>
                    <a:close/>
                  </a:path>
                </a:pathLst>
              </a:custGeom>
              <a:solidFill>
                <a:srgbClr val="E94800"/>
              </a:solidFill>
              <a:ln w="28575" cap="flat">
                <a:solidFill>
                  <a:srgbClr val="FFFFFF"/>
                </a:solid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9AA03D09-2D9D-4AB5-C798-DE7EE7B1E6FD}"/>
                  </a:ext>
                </a:extLst>
              </p:cNvPr>
              <p:cNvSpPr/>
              <p:nvPr/>
            </p:nvSpPr>
            <p:spPr>
              <a:xfrm>
                <a:off x="1492453" y="4151077"/>
                <a:ext cx="160623" cy="160623"/>
              </a:xfrm>
              <a:custGeom>
                <a:avLst/>
                <a:gdLst>
                  <a:gd name="connsiteX0" fmla="*/ 190500 w 190499"/>
                  <a:gd name="connsiteY0" fmla="*/ 95250 h 190500"/>
                  <a:gd name="connsiteX1" fmla="*/ 95250 w 190499"/>
                  <a:gd name="connsiteY1" fmla="*/ 190500 h 190500"/>
                  <a:gd name="connsiteX2" fmla="*/ 0 w 190499"/>
                  <a:gd name="connsiteY2" fmla="*/ 95250 h 190500"/>
                  <a:gd name="connsiteX3" fmla="*/ 95250 w 190499"/>
                  <a:gd name="connsiteY3" fmla="*/ 0 h 190500"/>
                  <a:gd name="connsiteX4" fmla="*/ 190500 w 190499"/>
                  <a:gd name="connsiteY4" fmla="*/ 95250 h 1905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499" h="190500">
                    <a:moveTo>
                      <a:pt x="190500" y="95250"/>
                    </a:moveTo>
                    <a:cubicBezTo>
                      <a:pt x="190500" y="147855"/>
                      <a:pt x="147855" y="190500"/>
                      <a:pt x="95250" y="190500"/>
                    </a:cubicBezTo>
                    <a:cubicBezTo>
                      <a:pt x="42645" y="190500"/>
                      <a:pt x="0" y="147855"/>
                      <a:pt x="0" y="95250"/>
                    </a:cubicBezTo>
                    <a:cubicBezTo>
                      <a:pt x="0" y="42645"/>
                      <a:pt x="42645" y="0"/>
                      <a:pt x="95250" y="0"/>
                    </a:cubicBezTo>
                    <a:cubicBezTo>
                      <a:pt x="147855" y="0"/>
                      <a:pt x="190500" y="42645"/>
                      <a:pt x="190500" y="95250"/>
                    </a:cubicBezTo>
                    <a:close/>
                  </a:path>
                </a:pathLst>
              </a:custGeom>
              <a:solidFill>
                <a:srgbClr val="E94800"/>
              </a:solidFill>
              <a:ln w="36195" cap="flat">
                <a:solidFill>
                  <a:srgbClr val="FFFFFF"/>
                </a:solidFill>
                <a:prstDash val="solid"/>
                <a:miter/>
              </a:ln>
            </p:spPr>
            <p:txBody>
              <a:bodyPr rtlCol="0" anchor="ctr"/>
              <a:lstStyle/>
              <a:p>
                <a:endParaRPr lang="en-US"/>
              </a:p>
            </p:txBody>
          </p:sp>
        </p:grpSp>
        <p:sp>
          <p:nvSpPr>
            <p:cNvPr id="25" name="TextBox 24">
              <a:extLst>
                <a:ext uri="{FF2B5EF4-FFF2-40B4-BE49-F238E27FC236}">
                  <a16:creationId xmlns:a16="http://schemas.microsoft.com/office/drawing/2014/main" id="{B74C1B5F-BA16-C351-D639-A37D26F3185E}"/>
                </a:ext>
              </a:extLst>
            </p:cNvPr>
            <p:cNvSpPr txBox="1"/>
            <p:nvPr/>
          </p:nvSpPr>
          <p:spPr>
            <a:xfrm>
              <a:off x="438444" y="5666066"/>
              <a:ext cx="659657" cy="418461"/>
            </a:xfrm>
            <a:prstGeom prst="rect">
              <a:avLst/>
            </a:prstGeom>
            <a:noFill/>
          </p:spPr>
          <p:txBody>
            <a:bodyPr wrap="none" rtlCol="0">
              <a:spAutoFit/>
            </a:bodyPr>
            <a:lstStyle/>
            <a:p>
              <a:pPr algn="l"/>
              <a:r>
                <a:rPr lang="en-US" spc="0" baseline="0">
                  <a:ln/>
                  <a:solidFill>
                    <a:srgbClr val="231F20"/>
                  </a:solidFill>
                  <a:latin typeface="Helvetica-Light"/>
                  <a:sym typeface="Helvetica-Light"/>
                  <a:rtl val="0"/>
                </a:rPr>
                <a:t>Null</a:t>
              </a:r>
            </a:p>
          </p:txBody>
        </p:sp>
      </p:grpSp>
      <p:sp>
        <p:nvSpPr>
          <p:cNvPr id="3" name="Text 2">
            <a:extLst>
              <a:ext uri="{FF2B5EF4-FFF2-40B4-BE49-F238E27FC236}">
                <a16:creationId xmlns:a16="http://schemas.microsoft.com/office/drawing/2014/main" id="{90C3F0F2-6809-7CD9-3DD1-089FE217407D}"/>
              </a:ext>
            </a:extLst>
          </p:cNvPr>
          <p:cNvSpPr/>
          <p:nvPr/>
        </p:nvSpPr>
        <p:spPr>
          <a:xfrm>
            <a:off x="343508" y="164865"/>
            <a:ext cx="11044928" cy="457245"/>
          </a:xfrm>
          <a:prstGeom prst="rect">
            <a:avLst/>
          </a:prstGeom>
          <a:noFill/>
          <a:ln/>
        </p:spPr>
        <p:txBody>
          <a:bodyPr wrap="square" lIns="0" tIns="0" rIns="0" bIns="0" rtlCol="0" anchor="ctr">
            <a:normAutofit/>
          </a:bodyPr>
          <a:lstStyle/>
          <a:p>
            <a:pPr marL="0" indent="0">
              <a:buNone/>
            </a:pPr>
            <a:r>
              <a:rPr lang="en-US" sz="2600" dirty="0">
                <a:latin typeface="Helvetica" pitchFamily="2" charset="0"/>
              </a:rPr>
              <a:t>Test the mechanisms of EM that supported WM</a:t>
            </a:r>
          </a:p>
        </p:txBody>
      </p:sp>
    </p:spTree>
    <p:extLst>
      <p:ext uri="{BB962C8B-B14F-4D97-AF65-F5344CB8AC3E}">
        <p14:creationId xmlns:p14="http://schemas.microsoft.com/office/powerpoint/2010/main" val="1579328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758" name="Group 17757">
            <a:extLst>
              <a:ext uri="{FF2B5EF4-FFF2-40B4-BE49-F238E27FC236}">
                <a16:creationId xmlns:a16="http://schemas.microsoft.com/office/drawing/2014/main" id="{E699BDF3-9B2A-7889-DB37-BFB477482A92}"/>
              </a:ext>
            </a:extLst>
          </p:cNvPr>
          <p:cNvGrpSpPr/>
          <p:nvPr/>
        </p:nvGrpSpPr>
        <p:grpSpPr>
          <a:xfrm>
            <a:off x="6291104" y="1304893"/>
            <a:ext cx="1908907" cy="3740729"/>
            <a:chOff x="4567734" y="1504538"/>
            <a:chExt cx="1999808" cy="3918859"/>
          </a:xfrm>
        </p:grpSpPr>
        <p:sp>
          <p:nvSpPr>
            <p:cNvPr id="51" name="Freeform 50">
              <a:extLst>
                <a:ext uri="{FF2B5EF4-FFF2-40B4-BE49-F238E27FC236}">
                  <a16:creationId xmlns:a16="http://schemas.microsoft.com/office/drawing/2014/main" id="{B2DFCEE2-D6D4-3B9D-C5DB-458FB7809F15}"/>
                </a:ext>
              </a:extLst>
            </p:cNvPr>
            <p:cNvSpPr/>
            <p:nvPr/>
          </p:nvSpPr>
          <p:spPr>
            <a:xfrm>
              <a:off x="4955579" y="3234215"/>
              <a:ext cx="899641" cy="73533"/>
            </a:xfrm>
            <a:custGeom>
              <a:avLst/>
              <a:gdLst>
                <a:gd name="connsiteX0" fmla="*/ 0 w 226717"/>
                <a:gd name="connsiteY0" fmla="*/ 18531 h 18531"/>
                <a:gd name="connsiteX1" fmla="*/ 226718 w 226717"/>
                <a:gd name="connsiteY1" fmla="*/ 0 h 18531"/>
              </a:gdLst>
              <a:ahLst/>
              <a:cxnLst>
                <a:cxn ang="0">
                  <a:pos x="connsiteX0" y="connsiteY0"/>
                </a:cxn>
                <a:cxn ang="0">
                  <a:pos x="connsiteX1" y="connsiteY1"/>
                </a:cxn>
              </a:cxnLst>
              <a:rect l="l" t="t" r="r" b="b"/>
              <a:pathLst>
                <a:path w="226717" h="18531">
                  <a:moveTo>
                    <a:pt x="0" y="18531"/>
                  </a:moveTo>
                  <a:lnTo>
                    <a:pt x="226718" y="0"/>
                  </a:lnTo>
                </a:path>
              </a:pathLst>
            </a:custGeom>
            <a:ln w="4498" cap="flat">
              <a:solidFill>
                <a:srgbClr val="B3B3B3">
                  <a:alpha val="40000"/>
                </a:srgbClr>
              </a:solidFill>
              <a:prstDash val="solid"/>
              <a:round/>
            </a:ln>
          </p:spPr>
          <p:txBody>
            <a:bodyPr rtlCol="0" anchor="ctr"/>
            <a:lstStyle/>
            <a:p>
              <a:endParaRPr lang="en-US"/>
            </a:p>
          </p:txBody>
        </p:sp>
        <p:sp>
          <p:nvSpPr>
            <p:cNvPr id="53" name="Freeform 52">
              <a:extLst>
                <a:ext uri="{FF2B5EF4-FFF2-40B4-BE49-F238E27FC236}">
                  <a16:creationId xmlns:a16="http://schemas.microsoft.com/office/drawing/2014/main" id="{7E381143-7A9D-A222-4D53-ABA90F10FC78}"/>
                </a:ext>
              </a:extLst>
            </p:cNvPr>
            <p:cNvSpPr/>
            <p:nvPr/>
          </p:nvSpPr>
          <p:spPr>
            <a:xfrm>
              <a:off x="4954594" y="3363437"/>
              <a:ext cx="837441" cy="155277"/>
            </a:xfrm>
            <a:custGeom>
              <a:avLst/>
              <a:gdLst>
                <a:gd name="connsiteX0" fmla="*/ 0 w 211042"/>
                <a:gd name="connsiteY0" fmla="*/ 39132 h 39131"/>
                <a:gd name="connsiteX1" fmla="*/ 211042 w 211042"/>
                <a:gd name="connsiteY1" fmla="*/ 0 h 39131"/>
              </a:gdLst>
              <a:ahLst/>
              <a:cxnLst>
                <a:cxn ang="0">
                  <a:pos x="connsiteX0" y="connsiteY0"/>
                </a:cxn>
                <a:cxn ang="0">
                  <a:pos x="connsiteX1" y="connsiteY1"/>
                </a:cxn>
              </a:cxnLst>
              <a:rect l="l" t="t" r="r" b="b"/>
              <a:pathLst>
                <a:path w="211042" h="39131">
                  <a:moveTo>
                    <a:pt x="0" y="39132"/>
                  </a:moveTo>
                  <a:lnTo>
                    <a:pt x="211042" y="0"/>
                  </a:lnTo>
                </a:path>
              </a:pathLst>
            </a:custGeom>
            <a:ln w="4498" cap="flat">
              <a:solidFill>
                <a:srgbClr val="B3B3B3">
                  <a:alpha val="40000"/>
                </a:srgbClr>
              </a:solidFill>
              <a:prstDash val="solid"/>
              <a:round/>
            </a:ln>
          </p:spPr>
          <p:txBody>
            <a:bodyPr rtlCol="0" anchor="ctr"/>
            <a:lstStyle/>
            <a:p>
              <a:endParaRPr lang="en-US"/>
            </a:p>
          </p:txBody>
        </p:sp>
        <p:sp>
          <p:nvSpPr>
            <p:cNvPr id="55" name="Freeform 54">
              <a:extLst>
                <a:ext uri="{FF2B5EF4-FFF2-40B4-BE49-F238E27FC236}">
                  <a16:creationId xmlns:a16="http://schemas.microsoft.com/office/drawing/2014/main" id="{FAC4DEEE-D468-9879-B69A-6178FA493977}"/>
                </a:ext>
              </a:extLst>
            </p:cNvPr>
            <p:cNvSpPr/>
            <p:nvPr/>
          </p:nvSpPr>
          <p:spPr>
            <a:xfrm>
              <a:off x="4851522" y="2994334"/>
              <a:ext cx="925700" cy="161526"/>
            </a:xfrm>
            <a:custGeom>
              <a:avLst/>
              <a:gdLst>
                <a:gd name="connsiteX0" fmla="*/ 0 w 233284"/>
                <a:gd name="connsiteY0" fmla="*/ 0 h 40706"/>
                <a:gd name="connsiteX1" fmla="*/ 233284 w 233284"/>
                <a:gd name="connsiteY1" fmla="*/ 40706 h 40706"/>
              </a:gdLst>
              <a:ahLst/>
              <a:cxnLst>
                <a:cxn ang="0">
                  <a:pos x="connsiteX0" y="connsiteY0"/>
                </a:cxn>
                <a:cxn ang="0">
                  <a:pos x="connsiteX1" y="connsiteY1"/>
                </a:cxn>
              </a:cxnLst>
              <a:rect l="l" t="t" r="r" b="b"/>
              <a:pathLst>
                <a:path w="233284" h="40706">
                  <a:moveTo>
                    <a:pt x="0" y="0"/>
                  </a:moveTo>
                  <a:lnTo>
                    <a:pt x="233284" y="40706"/>
                  </a:lnTo>
                </a:path>
              </a:pathLst>
            </a:custGeom>
            <a:ln w="4498" cap="flat">
              <a:solidFill>
                <a:srgbClr val="B3B3B3">
                  <a:alpha val="40000"/>
                </a:srgbClr>
              </a:solidFill>
              <a:prstDash val="solid"/>
              <a:round/>
            </a:ln>
          </p:spPr>
          <p:txBody>
            <a:bodyPr rtlCol="0" anchor="ctr"/>
            <a:lstStyle/>
            <a:p>
              <a:endParaRPr lang="en-US"/>
            </a:p>
          </p:txBody>
        </p:sp>
        <p:sp>
          <p:nvSpPr>
            <p:cNvPr id="57" name="Freeform 56">
              <a:extLst>
                <a:ext uri="{FF2B5EF4-FFF2-40B4-BE49-F238E27FC236}">
                  <a16:creationId xmlns:a16="http://schemas.microsoft.com/office/drawing/2014/main" id="{2A90121D-D2DE-2F10-4BBA-306F69A61F1A}"/>
                </a:ext>
              </a:extLst>
            </p:cNvPr>
            <p:cNvSpPr/>
            <p:nvPr/>
          </p:nvSpPr>
          <p:spPr>
            <a:xfrm>
              <a:off x="4886950" y="3241088"/>
              <a:ext cx="1029577" cy="35158"/>
            </a:xfrm>
            <a:custGeom>
              <a:avLst/>
              <a:gdLst>
                <a:gd name="connsiteX0" fmla="*/ 0 w 259462"/>
                <a:gd name="connsiteY0" fmla="*/ 8861 h 8860"/>
                <a:gd name="connsiteX1" fmla="*/ 259462 w 259462"/>
                <a:gd name="connsiteY1" fmla="*/ 0 h 8860"/>
              </a:gdLst>
              <a:ahLst/>
              <a:cxnLst>
                <a:cxn ang="0">
                  <a:pos x="connsiteX0" y="connsiteY0"/>
                </a:cxn>
                <a:cxn ang="0">
                  <a:pos x="connsiteX1" y="connsiteY1"/>
                </a:cxn>
              </a:cxnLst>
              <a:rect l="l" t="t" r="r" b="b"/>
              <a:pathLst>
                <a:path w="259462" h="8860">
                  <a:moveTo>
                    <a:pt x="0" y="8861"/>
                  </a:moveTo>
                  <a:lnTo>
                    <a:pt x="259462" y="0"/>
                  </a:lnTo>
                </a:path>
              </a:pathLst>
            </a:custGeom>
            <a:ln w="4498" cap="flat">
              <a:solidFill>
                <a:srgbClr val="B3B3B3">
                  <a:alpha val="40000"/>
                </a:srgbClr>
              </a:solidFill>
              <a:prstDash val="solid"/>
              <a:round/>
            </a:ln>
          </p:spPr>
          <p:txBody>
            <a:bodyPr rtlCol="0" anchor="ctr"/>
            <a:lstStyle/>
            <a:p>
              <a:endParaRPr lang="en-US"/>
            </a:p>
          </p:txBody>
        </p:sp>
        <p:sp>
          <p:nvSpPr>
            <p:cNvPr id="59" name="Freeform 58">
              <a:extLst>
                <a:ext uri="{FF2B5EF4-FFF2-40B4-BE49-F238E27FC236}">
                  <a16:creationId xmlns:a16="http://schemas.microsoft.com/office/drawing/2014/main" id="{E08DE7F6-D0C9-679F-0116-FD8C90ACC302}"/>
                </a:ext>
              </a:extLst>
            </p:cNvPr>
            <p:cNvSpPr/>
            <p:nvPr/>
          </p:nvSpPr>
          <p:spPr>
            <a:xfrm>
              <a:off x="4901318" y="3227164"/>
              <a:ext cx="852790" cy="5619"/>
            </a:xfrm>
            <a:custGeom>
              <a:avLst/>
              <a:gdLst>
                <a:gd name="connsiteX0" fmla="*/ 0 w 214910"/>
                <a:gd name="connsiteY0" fmla="*/ 1417 h 1416"/>
                <a:gd name="connsiteX1" fmla="*/ 214910 w 214910"/>
                <a:gd name="connsiteY1" fmla="*/ 0 h 1416"/>
              </a:gdLst>
              <a:ahLst/>
              <a:cxnLst>
                <a:cxn ang="0">
                  <a:pos x="connsiteX0" y="connsiteY0"/>
                </a:cxn>
                <a:cxn ang="0">
                  <a:pos x="connsiteX1" y="connsiteY1"/>
                </a:cxn>
              </a:cxnLst>
              <a:rect l="l" t="t" r="r" b="b"/>
              <a:pathLst>
                <a:path w="214910" h="1416">
                  <a:moveTo>
                    <a:pt x="0" y="1417"/>
                  </a:moveTo>
                  <a:lnTo>
                    <a:pt x="214910" y="0"/>
                  </a:lnTo>
                </a:path>
              </a:pathLst>
            </a:custGeom>
            <a:ln w="4498" cap="flat">
              <a:solidFill>
                <a:srgbClr val="B3B3B3">
                  <a:alpha val="40000"/>
                </a:srgbClr>
              </a:solidFill>
              <a:prstDash val="solid"/>
              <a:round/>
            </a:ln>
          </p:spPr>
          <p:txBody>
            <a:bodyPr rtlCol="0" anchor="ctr"/>
            <a:lstStyle/>
            <a:p>
              <a:endParaRPr lang="en-US"/>
            </a:p>
          </p:txBody>
        </p:sp>
        <p:sp>
          <p:nvSpPr>
            <p:cNvPr id="61" name="Freeform 60">
              <a:extLst>
                <a:ext uri="{FF2B5EF4-FFF2-40B4-BE49-F238E27FC236}">
                  <a16:creationId xmlns:a16="http://schemas.microsoft.com/office/drawing/2014/main" id="{B0CAC0AC-D80C-E420-44C0-669FE7517EE8}"/>
                </a:ext>
              </a:extLst>
            </p:cNvPr>
            <p:cNvSpPr/>
            <p:nvPr/>
          </p:nvSpPr>
          <p:spPr>
            <a:xfrm>
              <a:off x="4934428" y="2840037"/>
              <a:ext cx="981833" cy="157419"/>
            </a:xfrm>
            <a:custGeom>
              <a:avLst/>
              <a:gdLst>
                <a:gd name="connsiteX0" fmla="*/ 0 w 247430"/>
                <a:gd name="connsiteY0" fmla="*/ 0 h 39671"/>
                <a:gd name="connsiteX1" fmla="*/ 247430 w 247430"/>
                <a:gd name="connsiteY1" fmla="*/ 39672 h 39671"/>
              </a:gdLst>
              <a:ahLst/>
              <a:cxnLst>
                <a:cxn ang="0">
                  <a:pos x="connsiteX0" y="connsiteY0"/>
                </a:cxn>
                <a:cxn ang="0">
                  <a:pos x="connsiteX1" y="connsiteY1"/>
                </a:cxn>
              </a:cxnLst>
              <a:rect l="l" t="t" r="r" b="b"/>
              <a:pathLst>
                <a:path w="247430" h="39671">
                  <a:moveTo>
                    <a:pt x="0" y="0"/>
                  </a:moveTo>
                  <a:lnTo>
                    <a:pt x="247430" y="39672"/>
                  </a:lnTo>
                </a:path>
              </a:pathLst>
            </a:custGeom>
            <a:ln w="4498" cap="flat">
              <a:solidFill>
                <a:srgbClr val="B3B3B3">
                  <a:alpha val="40000"/>
                </a:srgbClr>
              </a:solidFill>
              <a:prstDash val="solid"/>
              <a:round/>
            </a:ln>
          </p:spPr>
          <p:txBody>
            <a:bodyPr rtlCol="0" anchor="ctr"/>
            <a:lstStyle/>
            <a:p>
              <a:endParaRPr lang="en-US"/>
            </a:p>
          </p:txBody>
        </p:sp>
        <p:sp>
          <p:nvSpPr>
            <p:cNvPr id="63" name="Freeform 62">
              <a:extLst>
                <a:ext uri="{FF2B5EF4-FFF2-40B4-BE49-F238E27FC236}">
                  <a16:creationId xmlns:a16="http://schemas.microsoft.com/office/drawing/2014/main" id="{B5E54A53-B7B1-FBD7-825D-110F8334A24A}"/>
                </a:ext>
              </a:extLst>
            </p:cNvPr>
            <p:cNvSpPr/>
            <p:nvPr/>
          </p:nvSpPr>
          <p:spPr>
            <a:xfrm>
              <a:off x="4917381" y="3284904"/>
              <a:ext cx="1002805" cy="424696"/>
            </a:xfrm>
            <a:custGeom>
              <a:avLst/>
              <a:gdLst>
                <a:gd name="connsiteX0" fmla="*/ 0 w 252715"/>
                <a:gd name="connsiteY0" fmla="*/ 107028 h 107027"/>
                <a:gd name="connsiteX1" fmla="*/ 252715 w 252715"/>
                <a:gd name="connsiteY1" fmla="*/ 0 h 107027"/>
              </a:gdLst>
              <a:ahLst/>
              <a:cxnLst>
                <a:cxn ang="0">
                  <a:pos x="connsiteX0" y="connsiteY0"/>
                </a:cxn>
                <a:cxn ang="0">
                  <a:pos x="connsiteX1" y="connsiteY1"/>
                </a:cxn>
              </a:cxnLst>
              <a:rect l="l" t="t" r="r" b="b"/>
              <a:pathLst>
                <a:path w="252715" h="107027">
                  <a:moveTo>
                    <a:pt x="0" y="107028"/>
                  </a:moveTo>
                  <a:lnTo>
                    <a:pt x="252715" y="0"/>
                  </a:lnTo>
                </a:path>
              </a:pathLst>
            </a:custGeom>
            <a:ln w="4498" cap="flat">
              <a:solidFill>
                <a:srgbClr val="B3B3B3">
                  <a:alpha val="40000"/>
                </a:srgbClr>
              </a:solidFill>
              <a:prstDash val="solid"/>
              <a:round/>
            </a:ln>
          </p:spPr>
          <p:txBody>
            <a:bodyPr rtlCol="0" anchor="ctr"/>
            <a:lstStyle/>
            <a:p>
              <a:endParaRPr lang="en-US"/>
            </a:p>
          </p:txBody>
        </p:sp>
        <p:sp>
          <p:nvSpPr>
            <p:cNvPr id="18114" name="Freeform 18113">
              <a:extLst>
                <a:ext uri="{FF2B5EF4-FFF2-40B4-BE49-F238E27FC236}">
                  <a16:creationId xmlns:a16="http://schemas.microsoft.com/office/drawing/2014/main" id="{51B49980-569D-189F-A43B-246CD835C9D3}"/>
                </a:ext>
              </a:extLst>
            </p:cNvPr>
            <p:cNvSpPr/>
            <p:nvPr/>
          </p:nvSpPr>
          <p:spPr>
            <a:xfrm>
              <a:off x="4852772" y="2840037"/>
              <a:ext cx="926501" cy="560791"/>
            </a:xfrm>
            <a:custGeom>
              <a:avLst/>
              <a:gdLst>
                <a:gd name="connsiteX0" fmla="*/ 0 w 233486"/>
                <a:gd name="connsiteY0" fmla="*/ 0 h 141324"/>
                <a:gd name="connsiteX1" fmla="*/ 233487 w 233486"/>
                <a:gd name="connsiteY1" fmla="*/ 141324 h 141324"/>
              </a:gdLst>
              <a:ahLst/>
              <a:cxnLst>
                <a:cxn ang="0">
                  <a:pos x="connsiteX0" y="connsiteY0"/>
                </a:cxn>
                <a:cxn ang="0">
                  <a:pos x="connsiteX1" y="connsiteY1"/>
                </a:cxn>
              </a:cxnLst>
              <a:rect l="l" t="t" r="r" b="b"/>
              <a:pathLst>
                <a:path w="233486" h="141324">
                  <a:moveTo>
                    <a:pt x="0" y="0"/>
                  </a:moveTo>
                  <a:lnTo>
                    <a:pt x="233487" y="141324"/>
                  </a:lnTo>
                </a:path>
              </a:pathLst>
            </a:custGeom>
            <a:ln w="4498" cap="flat">
              <a:solidFill>
                <a:srgbClr val="B3B3B3">
                  <a:alpha val="40000"/>
                </a:srgbClr>
              </a:solidFill>
              <a:prstDash val="solid"/>
              <a:round/>
            </a:ln>
          </p:spPr>
          <p:txBody>
            <a:bodyPr rtlCol="0" anchor="ctr"/>
            <a:lstStyle/>
            <a:p>
              <a:endParaRPr lang="en-US"/>
            </a:p>
          </p:txBody>
        </p:sp>
        <p:sp>
          <p:nvSpPr>
            <p:cNvPr id="18118" name="Freeform 18117">
              <a:extLst>
                <a:ext uri="{FF2B5EF4-FFF2-40B4-BE49-F238E27FC236}">
                  <a16:creationId xmlns:a16="http://schemas.microsoft.com/office/drawing/2014/main" id="{25C427A6-466E-DC06-9475-6A269867A24B}"/>
                </a:ext>
              </a:extLst>
            </p:cNvPr>
            <p:cNvSpPr/>
            <p:nvPr/>
          </p:nvSpPr>
          <p:spPr>
            <a:xfrm>
              <a:off x="4933536" y="3077061"/>
              <a:ext cx="938640" cy="174732"/>
            </a:xfrm>
            <a:custGeom>
              <a:avLst/>
              <a:gdLst>
                <a:gd name="connsiteX0" fmla="*/ 0 w 236545"/>
                <a:gd name="connsiteY0" fmla="*/ 44035 h 44034"/>
                <a:gd name="connsiteX1" fmla="*/ 236545 w 236545"/>
                <a:gd name="connsiteY1" fmla="*/ 0 h 44034"/>
              </a:gdLst>
              <a:ahLst/>
              <a:cxnLst>
                <a:cxn ang="0">
                  <a:pos x="connsiteX0" y="connsiteY0"/>
                </a:cxn>
                <a:cxn ang="0">
                  <a:pos x="connsiteX1" y="connsiteY1"/>
                </a:cxn>
              </a:cxnLst>
              <a:rect l="l" t="t" r="r" b="b"/>
              <a:pathLst>
                <a:path w="236545" h="44034">
                  <a:moveTo>
                    <a:pt x="0" y="44035"/>
                  </a:moveTo>
                  <a:lnTo>
                    <a:pt x="236545" y="0"/>
                  </a:lnTo>
                </a:path>
              </a:pathLst>
            </a:custGeom>
            <a:ln w="4498" cap="flat">
              <a:solidFill>
                <a:srgbClr val="B3B3B3">
                  <a:alpha val="40000"/>
                </a:srgbClr>
              </a:solidFill>
              <a:prstDash val="solid"/>
              <a:round/>
            </a:ln>
          </p:spPr>
          <p:txBody>
            <a:bodyPr rtlCol="0" anchor="ctr"/>
            <a:lstStyle/>
            <a:p>
              <a:endParaRPr lang="en-US"/>
            </a:p>
          </p:txBody>
        </p:sp>
        <p:sp>
          <p:nvSpPr>
            <p:cNvPr id="18121" name="Freeform 18120">
              <a:extLst>
                <a:ext uri="{FF2B5EF4-FFF2-40B4-BE49-F238E27FC236}">
                  <a16:creationId xmlns:a16="http://schemas.microsoft.com/office/drawing/2014/main" id="{48CBF5D7-3FE8-04E5-137C-B911ECCFE0DF}"/>
                </a:ext>
              </a:extLst>
            </p:cNvPr>
            <p:cNvSpPr/>
            <p:nvPr/>
          </p:nvSpPr>
          <p:spPr>
            <a:xfrm>
              <a:off x="4947991" y="2325915"/>
              <a:ext cx="891610" cy="468068"/>
            </a:xfrm>
            <a:custGeom>
              <a:avLst/>
              <a:gdLst>
                <a:gd name="connsiteX0" fmla="*/ 0 w 224693"/>
                <a:gd name="connsiteY0" fmla="*/ 117958 h 117957"/>
                <a:gd name="connsiteX1" fmla="*/ 224694 w 224693"/>
                <a:gd name="connsiteY1" fmla="*/ 0 h 117957"/>
              </a:gdLst>
              <a:ahLst/>
              <a:cxnLst>
                <a:cxn ang="0">
                  <a:pos x="connsiteX0" y="connsiteY0"/>
                </a:cxn>
                <a:cxn ang="0">
                  <a:pos x="connsiteX1" y="connsiteY1"/>
                </a:cxn>
              </a:cxnLst>
              <a:rect l="l" t="t" r="r" b="b"/>
              <a:pathLst>
                <a:path w="224693" h="117957">
                  <a:moveTo>
                    <a:pt x="0" y="117958"/>
                  </a:moveTo>
                  <a:lnTo>
                    <a:pt x="224694" y="0"/>
                  </a:lnTo>
                </a:path>
              </a:pathLst>
            </a:custGeom>
            <a:ln w="4498" cap="flat">
              <a:solidFill>
                <a:srgbClr val="B3B3B3">
                  <a:alpha val="40000"/>
                </a:srgbClr>
              </a:solidFill>
              <a:prstDash val="solid"/>
              <a:round/>
            </a:ln>
          </p:spPr>
          <p:txBody>
            <a:bodyPr rtlCol="0" anchor="ctr"/>
            <a:lstStyle/>
            <a:p>
              <a:endParaRPr lang="en-US"/>
            </a:p>
          </p:txBody>
        </p:sp>
        <p:sp>
          <p:nvSpPr>
            <p:cNvPr id="18123" name="Freeform 18122">
              <a:extLst>
                <a:ext uri="{FF2B5EF4-FFF2-40B4-BE49-F238E27FC236}">
                  <a16:creationId xmlns:a16="http://schemas.microsoft.com/office/drawing/2014/main" id="{CA30E90F-6802-AC1C-2E7C-82CB4EAD043E}"/>
                </a:ext>
              </a:extLst>
            </p:cNvPr>
            <p:cNvSpPr/>
            <p:nvPr/>
          </p:nvSpPr>
          <p:spPr>
            <a:xfrm>
              <a:off x="4933801" y="2766322"/>
              <a:ext cx="939977" cy="339382"/>
            </a:xfrm>
            <a:custGeom>
              <a:avLst/>
              <a:gdLst>
                <a:gd name="connsiteX0" fmla="*/ 0 w 236882"/>
                <a:gd name="connsiteY0" fmla="*/ 85528 h 85527"/>
                <a:gd name="connsiteX1" fmla="*/ 236883 w 236882"/>
                <a:gd name="connsiteY1" fmla="*/ 0 h 85527"/>
              </a:gdLst>
              <a:ahLst/>
              <a:cxnLst>
                <a:cxn ang="0">
                  <a:pos x="connsiteX0" y="connsiteY0"/>
                </a:cxn>
                <a:cxn ang="0">
                  <a:pos x="connsiteX1" y="connsiteY1"/>
                </a:cxn>
              </a:cxnLst>
              <a:rect l="l" t="t" r="r" b="b"/>
              <a:pathLst>
                <a:path w="236882" h="85527">
                  <a:moveTo>
                    <a:pt x="0" y="85528"/>
                  </a:moveTo>
                  <a:lnTo>
                    <a:pt x="236883" y="0"/>
                  </a:lnTo>
                </a:path>
              </a:pathLst>
            </a:custGeom>
            <a:ln w="4498" cap="flat">
              <a:solidFill>
                <a:srgbClr val="B3B3B3">
                  <a:alpha val="40000"/>
                </a:srgbClr>
              </a:solidFill>
              <a:prstDash val="solid"/>
              <a:round/>
            </a:ln>
          </p:spPr>
          <p:txBody>
            <a:bodyPr rtlCol="0" anchor="ctr"/>
            <a:lstStyle/>
            <a:p>
              <a:endParaRPr lang="en-US"/>
            </a:p>
          </p:txBody>
        </p:sp>
        <p:sp>
          <p:nvSpPr>
            <p:cNvPr id="18125" name="Freeform 18124">
              <a:extLst>
                <a:ext uri="{FF2B5EF4-FFF2-40B4-BE49-F238E27FC236}">
                  <a16:creationId xmlns:a16="http://schemas.microsoft.com/office/drawing/2014/main" id="{678C668E-08D3-0BFE-B6C7-8BA7B95D65F8}"/>
                </a:ext>
              </a:extLst>
            </p:cNvPr>
            <p:cNvSpPr/>
            <p:nvPr/>
          </p:nvSpPr>
          <p:spPr>
            <a:xfrm>
              <a:off x="4941746" y="2967474"/>
              <a:ext cx="844488" cy="710092"/>
            </a:xfrm>
            <a:custGeom>
              <a:avLst/>
              <a:gdLst>
                <a:gd name="connsiteX0" fmla="*/ 0 w 212818"/>
                <a:gd name="connsiteY0" fmla="*/ 178950 h 178949"/>
                <a:gd name="connsiteX1" fmla="*/ 212819 w 212818"/>
                <a:gd name="connsiteY1" fmla="*/ 0 h 178949"/>
              </a:gdLst>
              <a:ahLst/>
              <a:cxnLst>
                <a:cxn ang="0">
                  <a:pos x="connsiteX0" y="connsiteY0"/>
                </a:cxn>
                <a:cxn ang="0">
                  <a:pos x="connsiteX1" y="connsiteY1"/>
                </a:cxn>
              </a:cxnLst>
              <a:rect l="l" t="t" r="r" b="b"/>
              <a:pathLst>
                <a:path w="212818" h="178949">
                  <a:moveTo>
                    <a:pt x="0" y="178950"/>
                  </a:moveTo>
                  <a:lnTo>
                    <a:pt x="212819" y="0"/>
                  </a:lnTo>
                </a:path>
              </a:pathLst>
            </a:custGeom>
            <a:ln w="4498" cap="flat">
              <a:solidFill>
                <a:srgbClr val="B3B3B3">
                  <a:alpha val="40000"/>
                </a:srgbClr>
              </a:solidFill>
              <a:prstDash val="solid"/>
              <a:round/>
            </a:ln>
          </p:spPr>
          <p:txBody>
            <a:bodyPr rtlCol="0" anchor="ctr"/>
            <a:lstStyle/>
            <a:p>
              <a:endParaRPr lang="en-US"/>
            </a:p>
          </p:txBody>
        </p:sp>
        <p:sp>
          <p:nvSpPr>
            <p:cNvPr id="18127" name="Freeform 18126">
              <a:extLst>
                <a:ext uri="{FF2B5EF4-FFF2-40B4-BE49-F238E27FC236}">
                  <a16:creationId xmlns:a16="http://schemas.microsoft.com/office/drawing/2014/main" id="{437E7CC1-4C7F-0917-56F9-C1F9B368E6E8}"/>
                </a:ext>
              </a:extLst>
            </p:cNvPr>
            <p:cNvSpPr/>
            <p:nvPr/>
          </p:nvSpPr>
          <p:spPr>
            <a:xfrm>
              <a:off x="4879990" y="3173352"/>
              <a:ext cx="968357" cy="117441"/>
            </a:xfrm>
            <a:custGeom>
              <a:avLst/>
              <a:gdLst>
                <a:gd name="connsiteX0" fmla="*/ 0 w 244034"/>
                <a:gd name="connsiteY0" fmla="*/ 29596 h 29596"/>
                <a:gd name="connsiteX1" fmla="*/ 244035 w 244034"/>
                <a:gd name="connsiteY1" fmla="*/ 0 h 29596"/>
              </a:gdLst>
              <a:ahLst/>
              <a:cxnLst>
                <a:cxn ang="0">
                  <a:pos x="connsiteX0" y="connsiteY0"/>
                </a:cxn>
                <a:cxn ang="0">
                  <a:pos x="connsiteX1" y="connsiteY1"/>
                </a:cxn>
              </a:cxnLst>
              <a:rect l="l" t="t" r="r" b="b"/>
              <a:pathLst>
                <a:path w="244034" h="29596">
                  <a:moveTo>
                    <a:pt x="0" y="29596"/>
                  </a:moveTo>
                  <a:lnTo>
                    <a:pt x="244035" y="0"/>
                  </a:lnTo>
                </a:path>
              </a:pathLst>
            </a:custGeom>
            <a:ln w="4498" cap="flat">
              <a:solidFill>
                <a:srgbClr val="B3B3B3">
                  <a:alpha val="40000"/>
                </a:srgbClr>
              </a:solidFill>
              <a:prstDash val="solid"/>
              <a:round/>
            </a:ln>
          </p:spPr>
          <p:txBody>
            <a:bodyPr rtlCol="0" anchor="ctr"/>
            <a:lstStyle/>
            <a:p>
              <a:endParaRPr lang="en-US"/>
            </a:p>
          </p:txBody>
        </p:sp>
        <p:sp>
          <p:nvSpPr>
            <p:cNvPr id="18129" name="Freeform 18128">
              <a:extLst>
                <a:ext uri="{FF2B5EF4-FFF2-40B4-BE49-F238E27FC236}">
                  <a16:creationId xmlns:a16="http://schemas.microsoft.com/office/drawing/2014/main" id="{47BD7C66-E118-6BDF-37D5-A656167A1FE0}"/>
                </a:ext>
              </a:extLst>
            </p:cNvPr>
            <p:cNvSpPr/>
            <p:nvPr/>
          </p:nvSpPr>
          <p:spPr>
            <a:xfrm>
              <a:off x="4824035" y="2932134"/>
              <a:ext cx="993436" cy="374008"/>
            </a:xfrm>
            <a:custGeom>
              <a:avLst/>
              <a:gdLst>
                <a:gd name="connsiteX0" fmla="*/ 0 w 250354"/>
                <a:gd name="connsiteY0" fmla="*/ 94254 h 94253"/>
                <a:gd name="connsiteX1" fmla="*/ 250354 w 250354"/>
                <a:gd name="connsiteY1" fmla="*/ 0 h 94253"/>
              </a:gdLst>
              <a:ahLst/>
              <a:cxnLst>
                <a:cxn ang="0">
                  <a:pos x="connsiteX0" y="connsiteY0"/>
                </a:cxn>
                <a:cxn ang="0">
                  <a:pos x="connsiteX1" y="connsiteY1"/>
                </a:cxn>
              </a:cxnLst>
              <a:rect l="l" t="t" r="r" b="b"/>
              <a:pathLst>
                <a:path w="250354" h="94253">
                  <a:moveTo>
                    <a:pt x="0" y="94254"/>
                  </a:moveTo>
                  <a:lnTo>
                    <a:pt x="250354" y="0"/>
                  </a:lnTo>
                </a:path>
              </a:pathLst>
            </a:custGeom>
            <a:ln w="4498" cap="flat">
              <a:solidFill>
                <a:srgbClr val="B3B3B3">
                  <a:alpha val="40000"/>
                </a:srgbClr>
              </a:solidFill>
              <a:prstDash val="solid"/>
              <a:round/>
            </a:ln>
          </p:spPr>
          <p:txBody>
            <a:bodyPr rtlCol="0" anchor="ctr"/>
            <a:lstStyle/>
            <a:p>
              <a:endParaRPr lang="en-US"/>
            </a:p>
          </p:txBody>
        </p:sp>
        <p:sp>
          <p:nvSpPr>
            <p:cNvPr id="18131" name="Freeform 18130">
              <a:extLst>
                <a:ext uri="{FF2B5EF4-FFF2-40B4-BE49-F238E27FC236}">
                  <a16:creationId xmlns:a16="http://schemas.microsoft.com/office/drawing/2014/main" id="{68959E9A-5E0A-3AC0-A1B0-3DF2E4A0A7F8}"/>
                </a:ext>
              </a:extLst>
            </p:cNvPr>
            <p:cNvSpPr/>
            <p:nvPr/>
          </p:nvSpPr>
          <p:spPr>
            <a:xfrm>
              <a:off x="4997073" y="3288741"/>
              <a:ext cx="790768" cy="94771"/>
            </a:xfrm>
            <a:custGeom>
              <a:avLst/>
              <a:gdLst>
                <a:gd name="connsiteX0" fmla="*/ 0 w 199280"/>
                <a:gd name="connsiteY0" fmla="*/ 23884 h 23883"/>
                <a:gd name="connsiteX1" fmla="*/ 199280 w 199280"/>
                <a:gd name="connsiteY1" fmla="*/ 0 h 23883"/>
              </a:gdLst>
              <a:ahLst/>
              <a:cxnLst>
                <a:cxn ang="0">
                  <a:pos x="connsiteX0" y="connsiteY0"/>
                </a:cxn>
                <a:cxn ang="0">
                  <a:pos x="connsiteX1" y="connsiteY1"/>
                </a:cxn>
              </a:cxnLst>
              <a:rect l="l" t="t" r="r" b="b"/>
              <a:pathLst>
                <a:path w="199280" h="23883">
                  <a:moveTo>
                    <a:pt x="0" y="23884"/>
                  </a:moveTo>
                  <a:lnTo>
                    <a:pt x="199280" y="0"/>
                  </a:lnTo>
                </a:path>
              </a:pathLst>
            </a:custGeom>
            <a:ln w="4498" cap="flat">
              <a:solidFill>
                <a:srgbClr val="B3B3B3">
                  <a:alpha val="40000"/>
                </a:srgbClr>
              </a:solidFill>
              <a:prstDash val="solid"/>
              <a:round/>
            </a:ln>
          </p:spPr>
          <p:txBody>
            <a:bodyPr rtlCol="0" anchor="ctr"/>
            <a:lstStyle/>
            <a:p>
              <a:endParaRPr lang="en-US"/>
            </a:p>
          </p:txBody>
        </p:sp>
        <p:sp>
          <p:nvSpPr>
            <p:cNvPr id="18133" name="Freeform 18132">
              <a:extLst>
                <a:ext uri="{FF2B5EF4-FFF2-40B4-BE49-F238E27FC236}">
                  <a16:creationId xmlns:a16="http://schemas.microsoft.com/office/drawing/2014/main" id="{65D0BA91-7530-E523-57B5-65DB6ECB7107}"/>
                </a:ext>
              </a:extLst>
            </p:cNvPr>
            <p:cNvSpPr/>
            <p:nvPr/>
          </p:nvSpPr>
          <p:spPr>
            <a:xfrm>
              <a:off x="4885077" y="3513987"/>
              <a:ext cx="966750" cy="343576"/>
            </a:xfrm>
            <a:custGeom>
              <a:avLst/>
              <a:gdLst>
                <a:gd name="connsiteX0" fmla="*/ 0 w 243629"/>
                <a:gd name="connsiteY0" fmla="*/ 86585 h 86584"/>
                <a:gd name="connsiteX1" fmla="*/ 243630 w 243629"/>
                <a:gd name="connsiteY1" fmla="*/ 0 h 86584"/>
              </a:gdLst>
              <a:ahLst/>
              <a:cxnLst>
                <a:cxn ang="0">
                  <a:pos x="connsiteX0" y="connsiteY0"/>
                </a:cxn>
                <a:cxn ang="0">
                  <a:pos x="connsiteX1" y="connsiteY1"/>
                </a:cxn>
              </a:cxnLst>
              <a:rect l="l" t="t" r="r" b="b"/>
              <a:pathLst>
                <a:path w="243629" h="86584">
                  <a:moveTo>
                    <a:pt x="0" y="86585"/>
                  </a:moveTo>
                  <a:lnTo>
                    <a:pt x="243630" y="0"/>
                  </a:lnTo>
                </a:path>
              </a:pathLst>
            </a:custGeom>
            <a:ln w="4498" cap="flat">
              <a:solidFill>
                <a:srgbClr val="B3B3B3">
                  <a:alpha val="40000"/>
                </a:srgbClr>
              </a:solidFill>
              <a:prstDash val="solid"/>
              <a:round/>
            </a:ln>
          </p:spPr>
          <p:txBody>
            <a:bodyPr rtlCol="0" anchor="ctr"/>
            <a:lstStyle/>
            <a:p>
              <a:endParaRPr lang="en-US"/>
            </a:p>
          </p:txBody>
        </p:sp>
        <p:sp>
          <p:nvSpPr>
            <p:cNvPr id="18135" name="Freeform 18134">
              <a:extLst>
                <a:ext uri="{FF2B5EF4-FFF2-40B4-BE49-F238E27FC236}">
                  <a16:creationId xmlns:a16="http://schemas.microsoft.com/office/drawing/2014/main" id="{A622D514-9F9F-2EC8-F051-8005D0077451}"/>
                </a:ext>
              </a:extLst>
            </p:cNvPr>
            <p:cNvSpPr/>
            <p:nvPr/>
          </p:nvSpPr>
          <p:spPr>
            <a:xfrm>
              <a:off x="4916667" y="2942486"/>
              <a:ext cx="992722" cy="342151"/>
            </a:xfrm>
            <a:custGeom>
              <a:avLst/>
              <a:gdLst>
                <a:gd name="connsiteX0" fmla="*/ 0 w 250174"/>
                <a:gd name="connsiteY0" fmla="*/ 86225 h 86225"/>
                <a:gd name="connsiteX1" fmla="*/ 250174 w 250174"/>
                <a:gd name="connsiteY1" fmla="*/ 0 h 86225"/>
              </a:gdLst>
              <a:ahLst/>
              <a:cxnLst>
                <a:cxn ang="0">
                  <a:pos x="connsiteX0" y="connsiteY0"/>
                </a:cxn>
                <a:cxn ang="0">
                  <a:pos x="connsiteX1" y="connsiteY1"/>
                </a:cxn>
              </a:cxnLst>
              <a:rect l="l" t="t" r="r" b="b"/>
              <a:pathLst>
                <a:path w="250174" h="86225">
                  <a:moveTo>
                    <a:pt x="0" y="86225"/>
                  </a:moveTo>
                  <a:lnTo>
                    <a:pt x="250174" y="0"/>
                  </a:lnTo>
                </a:path>
              </a:pathLst>
            </a:custGeom>
            <a:ln w="4498" cap="flat">
              <a:solidFill>
                <a:srgbClr val="B3B3B3">
                  <a:alpha val="40000"/>
                </a:srgbClr>
              </a:solidFill>
              <a:prstDash val="solid"/>
              <a:round/>
            </a:ln>
          </p:spPr>
          <p:txBody>
            <a:bodyPr rtlCol="0" anchor="ctr"/>
            <a:lstStyle/>
            <a:p>
              <a:endParaRPr lang="en-US"/>
            </a:p>
          </p:txBody>
        </p:sp>
        <p:sp>
          <p:nvSpPr>
            <p:cNvPr id="18137" name="Freeform 18136">
              <a:extLst>
                <a:ext uri="{FF2B5EF4-FFF2-40B4-BE49-F238E27FC236}">
                  <a16:creationId xmlns:a16="http://schemas.microsoft.com/office/drawing/2014/main" id="{F038B2D6-401F-CDAF-D6C8-714C0921C676}"/>
                </a:ext>
              </a:extLst>
            </p:cNvPr>
            <p:cNvSpPr/>
            <p:nvPr/>
          </p:nvSpPr>
          <p:spPr>
            <a:xfrm>
              <a:off x="4826714" y="3433312"/>
              <a:ext cx="934624" cy="27574"/>
            </a:xfrm>
            <a:custGeom>
              <a:avLst/>
              <a:gdLst>
                <a:gd name="connsiteX0" fmla="*/ 0 w 235533"/>
                <a:gd name="connsiteY0" fmla="*/ 6949 h 6949"/>
                <a:gd name="connsiteX1" fmla="*/ 235534 w 235533"/>
                <a:gd name="connsiteY1" fmla="*/ 0 h 6949"/>
              </a:gdLst>
              <a:ahLst/>
              <a:cxnLst>
                <a:cxn ang="0">
                  <a:pos x="connsiteX0" y="connsiteY0"/>
                </a:cxn>
                <a:cxn ang="0">
                  <a:pos x="connsiteX1" y="connsiteY1"/>
                </a:cxn>
              </a:cxnLst>
              <a:rect l="l" t="t" r="r" b="b"/>
              <a:pathLst>
                <a:path w="235533" h="6949">
                  <a:moveTo>
                    <a:pt x="0" y="6949"/>
                  </a:moveTo>
                  <a:lnTo>
                    <a:pt x="235534" y="0"/>
                  </a:lnTo>
                </a:path>
              </a:pathLst>
            </a:custGeom>
            <a:ln w="4498" cap="flat">
              <a:solidFill>
                <a:srgbClr val="B3B3B3">
                  <a:alpha val="40000"/>
                </a:srgbClr>
              </a:solidFill>
              <a:prstDash val="solid"/>
              <a:round/>
            </a:ln>
          </p:spPr>
          <p:txBody>
            <a:bodyPr rtlCol="0" anchor="ctr"/>
            <a:lstStyle/>
            <a:p>
              <a:endParaRPr lang="en-US"/>
            </a:p>
          </p:txBody>
        </p:sp>
        <p:sp>
          <p:nvSpPr>
            <p:cNvPr id="18139" name="Freeform 18138">
              <a:extLst>
                <a:ext uri="{FF2B5EF4-FFF2-40B4-BE49-F238E27FC236}">
                  <a16:creationId xmlns:a16="http://schemas.microsoft.com/office/drawing/2014/main" id="{2D7A822C-55E4-DA55-9617-47899B824058}"/>
                </a:ext>
              </a:extLst>
            </p:cNvPr>
            <p:cNvSpPr/>
            <p:nvPr/>
          </p:nvSpPr>
          <p:spPr>
            <a:xfrm>
              <a:off x="4935500" y="2898936"/>
              <a:ext cx="909280" cy="254246"/>
            </a:xfrm>
            <a:custGeom>
              <a:avLst/>
              <a:gdLst>
                <a:gd name="connsiteX0" fmla="*/ 0 w 229146"/>
                <a:gd name="connsiteY0" fmla="*/ 0 h 64072"/>
                <a:gd name="connsiteX1" fmla="*/ 229146 w 229146"/>
                <a:gd name="connsiteY1" fmla="*/ 64073 h 64072"/>
              </a:gdLst>
              <a:ahLst/>
              <a:cxnLst>
                <a:cxn ang="0">
                  <a:pos x="connsiteX0" y="connsiteY0"/>
                </a:cxn>
                <a:cxn ang="0">
                  <a:pos x="connsiteX1" y="connsiteY1"/>
                </a:cxn>
              </a:cxnLst>
              <a:rect l="l" t="t" r="r" b="b"/>
              <a:pathLst>
                <a:path w="229146" h="64072">
                  <a:moveTo>
                    <a:pt x="0" y="0"/>
                  </a:moveTo>
                  <a:lnTo>
                    <a:pt x="229146" y="64073"/>
                  </a:lnTo>
                </a:path>
              </a:pathLst>
            </a:custGeom>
            <a:ln w="4498" cap="flat">
              <a:solidFill>
                <a:srgbClr val="B3B3B3">
                  <a:alpha val="40000"/>
                </a:srgbClr>
              </a:solidFill>
              <a:prstDash val="solid"/>
              <a:round/>
            </a:ln>
          </p:spPr>
          <p:txBody>
            <a:bodyPr rtlCol="0" anchor="ctr"/>
            <a:lstStyle/>
            <a:p>
              <a:endParaRPr lang="en-US"/>
            </a:p>
          </p:txBody>
        </p:sp>
        <p:sp>
          <p:nvSpPr>
            <p:cNvPr id="18141" name="Freeform 18140">
              <a:extLst>
                <a:ext uri="{FF2B5EF4-FFF2-40B4-BE49-F238E27FC236}">
                  <a16:creationId xmlns:a16="http://schemas.microsoft.com/office/drawing/2014/main" id="{2804B224-2EE5-440F-A0D0-FBF033A0599B}"/>
                </a:ext>
              </a:extLst>
            </p:cNvPr>
            <p:cNvSpPr/>
            <p:nvPr/>
          </p:nvSpPr>
          <p:spPr>
            <a:xfrm>
              <a:off x="4992256" y="3242782"/>
              <a:ext cx="834405" cy="168487"/>
            </a:xfrm>
            <a:custGeom>
              <a:avLst/>
              <a:gdLst>
                <a:gd name="connsiteX0" fmla="*/ 0 w 210277"/>
                <a:gd name="connsiteY0" fmla="*/ 42460 h 42460"/>
                <a:gd name="connsiteX1" fmla="*/ 210278 w 210277"/>
                <a:gd name="connsiteY1" fmla="*/ 0 h 42460"/>
              </a:gdLst>
              <a:ahLst/>
              <a:cxnLst>
                <a:cxn ang="0">
                  <a:pos x="connsiteX0" y="connsiteY0"/>
                </a:cxn>
                <a:cxn ang="0">
                  <a:pos x="connsiteX1" y="connsiteY1"/>
                </a:cxn>
              </a:cxnLst>
              <a:rect l="l" t="t" r="r" b="b"/>
              <a:pathLst>
                <a:path w="210277" h="42460">
                  <a:moveTo>
                    <a:pt x="0" y="42460"/>
                  </a:moveTo>
                  <a:lnTo>
                    <a:pt x="210278" y="0"/>
                  </a:lnTo>
                </a:path>
              </a:pathLst>
            </a:custGeom>
            <a:ln w="4498" cap="flat">
              <a:solidFill>
                <a:srgbClr val="B3B3B3">
                  <a:alpha val="40000"/>
                </a:srgbClr>
              </a:solidFill>
              <a:prstDash val="solid"/>
              <a:round/>
            </a:ln>
          </p:spPr>
          <p:txBody>
            <a:bodyPr rtlCol="0" anchor="ctr"/>
            <a:lstStyle/>
            <a:p>
              <a:endParaRPr lang="en-US"/>
            </a:p>
          </p:txBody>
        </p:sp>
        <p:sp>
          <p:nvSpPr>
            <p:cNvPr id="18143" name="Freeform 18142">
              <a:extLst>
                <a:ext uri="{FF2B5EF4-FFF2-40B4-BE49-F238E27FC236}">
                  <a16:creationId xmlns:a16="http://schemas.microsoft.com/office/drawing/2014/main" id="{751B1763-1713-F0F8-7A96-7B358D17F0B1}"/>
                </a:ext>
              </a:extLst>
            </p:cNvPr>
            <p:cNvSpPr/>
            <p:nvPr/>
          </p:nvSpPr>
          <p:spPr>
            <a:xfrm>
              <a:off x="4923718" y="2863953"/>
              <a:ext cx="820394" cy="24360"/>
            </a:xfrm>
            <a:custGeom>
              <a:avLst/>
              <a:gdLst>
                <a:gd name="connsiteX0" fmla="*/ 0 w 206746"/>
                <a:gd name="connsiteY0" fmla="*/ 0 h 6139"/>
                <a:gd name="connsiteX1" fmla="*/ 206747 w 206746"/>
                <a:gd name="connsiteY1" fmla="*/ 6140 h 6139"/>
              </a:gdLst>
              <a:ahLst/>
              <a:cxnLst>
                <a:cxn ang="0">
                  <a:pos x="connsiteX0" y="connsiteY0"/>
                </a:cxn>
                <a:cxn ang="0">
                  <a:pos x="connsiteX1" y="connsiteY1"/>
                </a:cxn>
              </a:cxnLst>
              <a:rect l="l" t="t" r="r" b="b"/>
              <a:pathLst>
                <a:path w="206746" h="6139">
                  <a:moveTo>
                    <a:pt x="0" y="0"/>
                  </a:moveTo>
                  <a:lnTo>
                    <a:pt x="206747" y="6140"/>
                  </a:lnTo>
                </a:path>
              </a:pathLst>
            </a:custGeom>
            <a:ln w="4498" cap="flat">
              <a:solidFill>
                <a:srgbClr val="B3B3B3">
                  <a:alpha val="40000"/>
                </a:srgbClr>
              </a:solidFill>
              <a:prstDash val="solid"/>
              <a:round/>
            </a:ln>
          </p:spPr>
          <p:txBody>
            <a:bodyPr rtlCol="0" anchor="ctr"/>
            <a:lstStyle/>
            <a:p>
              <a:endParaRPr lang="en-US"/>
            </a:p>
          </p:txBody>
        </p:sp>
        <p:sp>
          <p:nvSpPr>
            <p:cNvPr id="18145" name="Freeform 18144">
              <a:extLst>
                <a:ext uri="{FF2B5EF4-FFF2-40B4-BE49-F238E27FC236}">
                  <a16:creationId xmlns:a16="http://schemas.microsoft.com/office/drawing/2014/main" id="{6D70B556-8058-61B3-FF03-88F57AEE0F08}"/>
                </a:ext>
              </a:extLst>
            </p:cNvPr>
            <p:cNvSpPr/>
            <p:nvPr/>
          </p:nvSpPr>
          <p:spPr>
            <a:xfrm>
              <a:off x="4973514" y="3312212"/>
              <a:ext cx="897947" cy="43637"/>
            </a:xfrm>
            <a:custGeom>
              <a:avLst/>
              <a:gdLst>
                <a:gd name="connsiteX0" fmla="*/ 0 w 226290"/>
                <a:gd name="connsiteY0" fmla="*/ 10997 h 10997"/>
                <a:gd name="connsiteX1" fmla="*/ 226290 w 226290"/>
                <a:gd name="connsiteY1" fmla="*/ 0 h 10997"/>
              </a:gdLst>
              <a:ahLst/>
              <a:cxnLst>
                <a:cxn ang="0">
                  <a:pos x="connsiteX0" y="connsiteY0"/>
                </a:cxn>
                <a:cxn ang="0">
                  <a:pos x="connsiteX1" y="connsiteY1"/>
                </a:cxn>
              </a:cxnLst>
              <a:rect l="l" t="t" r="r" b="b"/>
              <a:pathLst>
                <a:path w="226290" h="10997">
                  <a:moveTo>
                    <a:pt x="0" y="10997"/>
                  </a:moveTo>
                  <a:lnTo>
                    <a:pt x="226290" y="0"/>
                  </a:lnTo>
                </a:path>
              </a:pathLst>
            </a:custGeom>
            <a:ln w="4498" cap="flat">
              <a:solidFill>
                <a:srgbClr val="B3B3B3">
                  <a:alpha val="40000"/>
                </a:srgbClr>
              </a:solidFill>
              <a:prstDash val="solid"/>
              <a:round/>
            </a:ln>
          </p:spPr>
          <p:txBody>
            <a:bodyPr rtlCol="0" anchor="ctr"/>
            <a:lstStyle/>
            <a:p>
              <a:endParaRPr lang="en-US"/>
            </a:p>
          </p:txBody>
        </p:sp>
        <p:sp>
          <p:nvSpPr>
            <p:cNvPr id="18147" name="Freeform 18146">
              <a:extLst>
                <a:ext uri="{FF2B5EF4-FFF2-40B4-BE49-F238E27FC236}">
                  <a16:creationId xmlns:a16="http://schemas.microsoft.com/office/drawing/2014/main" id="{8BC6F6BB-50DF-687E-5EDB-255766B7FDFE}"/>
                </a:ext>
              </a:extLst>
            </p:cNvPr>
            <p:cNvSpPr/>
            <p:nvPr/>
          </p:nvSpPr>
          <p:spPr>
            <a:xfrm>
              <a:off x="4962717" y="3139889"/>
              <a:ext cx="934981" cy="358036"/>
            </a:xfrm>
            <a:custGeom>
              <a:avLst/>
              <a:gdLst>
                <a:gd name="connsiteX0" fmla="*/ 0 w 235623"/>
                <a:gd name="connsiteY0" fmla="*/ 90228 h 90228"/>
                <a:gd name="connsiteX1" fmla="*/ 235623 w 235623"/>
                <a:gd name="connsiteY1" fmla="*/ 0 h 90228"/>
              </a:gdLst>
              <a:ahLst/>
              <a:cxnLst>
                <a:cxn ang="0">
                  <a:pos x="connsiteX0" y="connsiteY0"/>
                </a:cxn>
                <a:cxn ang="0">
                  <a:pos x="connsiteX1" y="connsiteY1"/>
                </a:cxn>
              </a:cxnLst>
              <a:rect l="l" t="t" r="r" b="b"/>
              <a:pathLst>
                <a:path w="235623" h="90228">
                  <a:moveTo>
                    <a:pt x="0" y="90228"/>
                  </a:moveTo>
                  <a:lnTo>
                    <a:pt x="235623" y="0"/>
                  </a:lnTo>
                </a:path>
              </a:pathLst>
            </a:custGeom>
            <a:ln w="4498" cap="flat">
              <a:solidFill>
                <a:srgbClr val="B3B3B3">
                  <a:alpha val="40000"/>
                </a:srgbClr>
              </a:solidFill>
              <a:prstDash val="solid"/>
              <a:round/>
            </a:ln>
          </p:spPr>
          <p:txBody>
            <a:bodyPr rtlCol="0" anchor="ctr"/>
            <a:lstStyle/>
            <a:p>
              <a:endParaRPr lang="en-US"/>
            </a:p>
          </p:txBody>
        </p:sp>
        <p:sp>
          <p:nvSpPr>
            <p:cNvPr id="18149" name="Freeform 18148">
              <a:extLst>
                <a:ext uri="{FF2B5EF4-FFF2-40B4-BE49-F238E27FC236}">
                  <a16:creationId xmlns:a16="http://schemas.microsoft.com/office/drawing/2014/main" id="{32EA4E45-2D4B-9E10-9BCD-478B400BD1CC}"/>
                </a:ext>
              </a:extLst>
            </p:cNvPr>
            <p:cNvSpPr/>
            <p:nvPr/>
          </p:nvSpPr>
          <p:spPr>
            <a:xfrm>
              <a:off x="4839562" y="2503505"/>
              <a:ext cx="962734" cy="297887"/>
            </a:xfrm>
            <a:custGeom>
              <a:avLst/>
              <a:gdLst>
                <a:gd name="connsiteX0" fmla="*/ 0 w 242617"/>
                <a:gd name="connsiteY0" fmla="*/ 75070 h 75070"/>
                <a:gd name="connsiteX1" fmla="*/ 242618 w 242617"/>
                <a:gd name="connsiteY1" fmla="*/ 0 h 75070"/>
              </a:gdLst>
              <a:ahLst/>
              <a:cxnLst>
                <a:cxn ang="0">
                  <a:pos x="connsiteX0" y="connsiteY0"/>
                </a:cxn>
                <a:cxn ang="0">
                  <a:pos x="connsiteX1" y="connsiteY1"/>
                </a:cxn>
              </a:cxnLst>
              <a:rect l="l" t="t" r="r" b="b"/>
              <a:pathLst>
                <a:path w="242617" h="75070">
                  <a:moveTo>
                    <a:pt x="0" y="75070"/>
                  </a:moveTo>
                  <a:lnTo>
                    <a:pt x="242618" y="0"/>
                  </a:lnTo>
                </a:path>
              </a:pathLst>
            </a:custGeom>
            <a:ln w="4498" cap="flat">
              <a:solidFill>
                <a:srgbClr val="B3B3B3">
                  <a:alpha val="40000"/>
                </a:srgbClr>
              </a:solidFill>
              <a:prstDash val="solid"/>
              <a:round/>
            </a:ln>
          </p:spPr>
          <p:txBody>
            <a:bodyPr rtlCol="0" anchor="ctr"/>
            <a:lstStyle/>
            <a:p>
              <a:endParaRPr lang="en-US"/>
            </a:p>
          </p:txBody>
        </p:sp>
        <p:sp>
          <p:nvSpPr>
            <p:cNvPr id="18151" name="Freeform 18150">
              <a:extLst>
                <a:ext uri="{FF2B5EF4-FFF2-40B4-BE49-F238E27FC236}">
                  <a16:creationId xmlns:a16="http://schemas.microsoft.com/office/drawing/2014/main" id="{612AEC17-58A8-71A5-2FF0-D4D736F6178A}"/>
                </a:ext>
              </a:extLst>
            </p:cNvPr>
            <p:cNvSpPr/>
            <p:nvPr/>
          </p:nvSpPr>
          <p:spPr>
            <a:xfrm>
              <a:off x="4908457" y="3054661"/>
              <a:ext cx="959611" cy="216052"/>
            </a:xfrm>
            <a:custGeom>
              <a:avLst/>
              <a:gdLst>
                <a:gd name="connsiteX0" fmla="*/ 0 w 241830"/>
                <a:gd name="connsiteY0" fmla="*/ 0 h 54447"/>
                <a:gd name="connsiteX1" fmla="*/ 241830 w 241830"/>
                <a:gd name="connsiteY1" fmla="*/ 54447 h 54447"/>
              </a:gdLst>
              <a:ahLst/>
              <a:cxnLst>
                <a:cxn ang="0">
                  <a:pos x="connsiteX0" y="connsiteY0"/>
                </a:cxn>
                <a:cxn ang="0">
                  <a:pos x="connsiteX1" y="connsiteY1"/>
                </a:cxn>
              </a:cxnLst>
              <a:rect l="l" t="t" r="r" b="b"/>
              <a:pathLst>
                <a:path w="241830" h="54447">
                  <a:moveTo>
                    <a:pt x="0" y="0"/>
                  </a:moveTo>
                  <a:lnTo>
                    <a:pt x="241830" y="54447"/>
                  </a:lnTo>
                </a:path>
              </a:pathLst>
            </a:custGeom>
            <a:ln w="4498" cap="flat">
              <a:solidFill>
                <a:srgbClr val="B3B3B3">
                  <a:alpha val="40000"/>
                </a:srgbClr>
              </a:solidFill>
              <a:prstDash val="solid"/>
              <a:round/>
            </a:ln>
          </p:spPr>
          <p:txBody>
            <a:bodyPr rtlCol="0" anchor="ctr"/>
            <a:lstStyle/>
            <a:p>
              <a:endParaRPr lang="en-US"/>
            </a:p>
          </p:txBody>
        </p:sp>
        <p:sp>
          <p:nvSpPr>
            <p:cNvPr id="18153" name="Freeform 18152">
              <a:extLst>
                <a:ext uri="{FF2B5EF4-FFF2-40B4-BE49-F238E27FC236}">
                  <a16:creationId xmlns:a16="http://schemas.microsoft.com/office/drawing/2014/main" id="{9885B7B3-5D89-B7A3-922F-57B5EA0431A2}"/>
                </a:ext>
              </a:extLst>
            </p:cNvPr>
            <p:cNvSpPr/>
            <p:nvPr/>
          </p:nvSpPr>
          <p:spPr>
            <a:xfrm>
              <a:off x="4835725" y="2932042"/>
              <a:ext cx="930608" cy="321981"/>
            </a:xfrm>
            <a:custGeom>
              <a:avLst/>
              <a:gdLst>
                <a:gd name="connsiteX0" fmla="*/ 0 w 234521"/>
                <a:gd name="connsiteY0" fmla="*/ 81142 h 81142"/>
                <a:gd name="connsiteX1" fmla="*/ 234521 w 234521"/>
                <a:gd name="connsiteY1" fmla="*/ 0 h 81142"/>
              </a:gdLst>
              <a:ahLst/>
              <a:cxnLst>
                <a:cxn ang="0">
                  <a:pos x="connsiteX0" y="connsiteY0"/>
                </a:cxn>
                <a:cxn ang="0">
                  <a:pos x="connsiteX1" y="connsiteY1"/>
                </a:cxn>
              </a:cxnLst>
              <a:rect l="l" t="t" r="r" b="b"/>
              <a:pathLst>
                <a:path w="234521" h="81142">
                  <a:moveTo>
                    <a:pt x="0" y="81142"/>
                  </a:moveTo>
                  <a:lnTo>
                    <a:pt x="234521" y="0"/>
                  </a:lnTo>
                </a:path>
              </a:pathLst>
            </a:custGeom>
            <a:ln w="4498" cap="flat">
              <a:solidFill>
                <a:srgbClr val="B3B3B3">
                  <a:alpha val="40000"/>
                </a:srgbClr>
              </a:solidFill>
              <a:prstDash val="solid"/>
              <a:round/>
            </a:ln>
          </p:spPr>
          <p:txBody>
            <a:bodyPr rtlCol="0" anchor="ctr"/>
            <a:lstStyle/>
            <a:p>
              <a:endParaRPr lang="en-US"/>
            </a:p>
          </p:txBody>
        </p:sp>
        <p:sp>
          <p:nvSpPr>
            <p:cNvPr id="18155" name="Freeform 18154">
              <a:extLst>
                <a:ext uri="{FF2B5EF4-FFF2-40B4-BE49-F238E27FC236}">
                  <a16:creationId xmlns:a16="http://schemas.microsoft.com/office/drawing/2014/main" id="{9E2ED969-15C8-4EFE-9681-5002B74EC556}"/>
                </a:ext>
              </a:extLst>
            </p:cNvPr>
            <p:cNvSpPr/>
            <p:nvPr/>
          </p:nvSpPr>
          <p:spPr>
            <a:xfrm>
              <a:off x="5141112" y="2305567"/>
              <a:ext cx="506174" cy="2040413"/>
            </a:xfrm>
            <a:custGeom>
              <a:avLst/>
              <a:gdLst>
                <a:gd name="connsiteX0" fmla="*/ 0 w 127560"/>
                <a:gd name="connsiteY0" fmla="*/ 514202 h 514201"/>
                <a:gd name="connsiteX1" fmla="*/ 112 w 127560"/>
                <a:gd name="connsiteY1" fmla="*/ 514202 h 514201"/>
                <a:gd name="connsiteX2" fmla="*/ 157 w 127560"/>
                <a:gd name="connsiteY2" fmla="*/ 509029 h 514201"/>
                <a:gd name="connsiteX3" fmla="*/ 247 w 127560"/>
                <a:gd name="connsiteY3" fmla="*/ 503834 h 514201"/>
                <a:gd name="connsiteX4" fmla="*/ 337 w 127560"/>
                <a:gd name="connsiteY4" fmla="*/ 498639 h 514201"/>
                <a:gd name="connsiteX5" fmla="*/ 472 w 127560"/>
                <a:gd name="connsiteY5" fmla="*/ 493444 h 514201"/>
                <a:gd name="connsiteX6" fmla="*/ 652 w 127560"/>
                <a:gd name="connsiteY6" fmla="*/ 488249 h 514201"/>
                <a:gd name="connsiteX7" fmla="*/ 877 w 127560"/>
                <a:gd name="connsiteY7" fmla="*/ 483054 h 514201"/>
                <a:gd name="connsiteX8" fmla="*/ 1192 w 127560"/>
                <a:gd name="connsiteY8" fmla="*/ 477859 h 514201"/>
                <a:gd name="connsiteX9" fmla="*/ 1574 w 127560"/>
                <a:gd name="connsiteY9" fmla="*/ 472664 h 514201"/>
                <a:gd name="connsiteX10" fmla="*/ 2046 w 127560"/>
                <a:gd name="connsiteY10" fmla="*/ 467468 h 514201"/>
                <a:gd name="connsiteX11" fmla="*/ 2631 w 127560"/>
                <a:gd name="connsiteY11" fmla="*/ 462273 h 514201"/>
                <a:gd name="connsiteX12" fmla="*/ 3328 w 127560"/>
                <a:gd name="connsiteY12" fmla="*/ 457078 h 514201"/>
                <a:gd name="connsiteX13" fmla="*/ 4161 w 127560"/>
                <a:gd name="connsiteY13" fmla="*/ 451883 h 514201"/>
                <a:gd name="connsiteX14" fmla="*/ 5150 w 127560"/>
                <a:gd name="connsiteY14" fmla="*/ 446688 h 514201"/>
                <a:gd name="connsiteX15" fmla="*/ 6274 w 127560"/>
                <a:gd name="connsiteY15" fmla="*/ 441493 h 514201"/>
                <a:gd name="connsiteX16" fmla="*/ 7556 w 127560"/>
                <a:gd name="connsiteY16" fmla="*/ 436298 h 514201"/>
                <a:gd name="connsiteX17" fmla="*/ 8973 w 127560"/>
                <a:gd name="connsiteY17" fmla="*/ 431103 h 514201"/>
                <a:gd name="connsiteX18" fmla="*/ 10570 w 127560"/>
                <a:gd name="connsiteY18" fmla="*/ 425908 h 514201"/>
                <a:gd name="connsiteX19" fmla="*/ 12302 w 127560"/>
                <a:gd name="connsiteY19" fmla="*/ 420713 h 514201"/>
                <a:gd name="connsiteX20" fmla="*/ 14168 w 127560"/>
                <a:gd name="connsiteY20" fmla="*/ 415518 h 514201"/>
                <a:gd name="connsiteX21" fmla="*/ 16170 w 127560"/>
                <a:gd name="connsiteY21" fmla="*/ 410323 h 514201"/>
                <a:gd name="connsiteX22" fmla="*/ 18262 w 127560"/>
                <a:gd name="connsiteY22" fmla="*/ 405127 h 514201"/>
                <a:gd name="connsiteX23" fmla="*/ 20465 w 127560"/>
                <a:gd name="connsiteY23" fmla="*/ 399932 h 514201"/>
                <a:gd name="connsiteX24" fmla="*/ 22759 w 127560"/>
                <a:gd name="connsiteY24" fmla="*/ 394760 h 514201"/>
                <a:gd name="connsiteX25" fmla="*/ 25121 w 127560"/>
                <a:gd name="connsiteY25" fmla="*/ 389564 h 514201"/>
                <a:gd name="connsiteX26" fmla="*/ 27572 w 127560"/>
                <a:gd name="connsiteY26" fmla="*/ 384369 h 514201"/>
                <a:gd name="connsiteX27" fmla="*/ 30091 w 127560"/>
                <a:gd name="connsiteY27" fmla="*/ 379174 h 514201"/>
                <a:gd name="connsiteX28" fmla="*/ 32700 w 127560"/>
                <a:gd name="connsiteY28" fmla="*/ 373979 h 514201"/>
                <a:gd name="connsiteX29" fmla="*/ 35421 w 127560"/>
                <a:gd name="connsiteY29" fmla="*/ 368784 h 514201"/>
                <a:gd name="connsiteX30" fmla="*/ 38255 w 127560"/>
                <a:gd name="connsiteY30" fmla="*/ 363589 h 514201"/>
                <a:gd name="connsiteX31" fmla="*/ 41268 w 127560"/>
                <a:gd name="connsiteY31" fmla="*/ 358394 h 514201"/>
                <a:gd name="connsiteX32" fmla="*/ 44462 w 127560"/>
                <a:gd name="connsiteY32" fmla="*/ 353199 h 514201"/>
                <a:gd name="connsiteX33" fmla="*/ 47903 w 127560"/>
                <a:gd name="connsiteY33" fmla="*/ 348004 h 514201"/>
                <a:gd name="connsiteX34" fmla="*/ 51613 w 127560"/>
                <a:gd name="connsiteY34" fmla="*/ 342809 h 514201"/>
                <a:gd name="connsiteX35" fmla="*/ 55639 w 127560"/>
                <a:gd name="connsiteY35" fmla="*/ 337614 h 514201"/>
                <a:gd name="connsiteX36" fmla="*/ 59980 w 127560"/>
                <a:gd name="connsiteY36" fmla="*/ 332419 h 514201"/>
                <a:gd name="connsiteX37" fmla="*/ 64680 w 127560"/>
                <a:gd name="connsiteY37" fmla="*/ 327223 h 514201"/>
                <a:gd name="connsiteX38" fmla="*/ 69718 w 127560"/>
                <a:gd name="connsiteY38" fmla="*/ 322028 h 514201"/>
                <a:gd name="connsiteX39" fmla="*/ 75070 w 127560"/>
                <a:gd name="connsiteY39" fmla="*/ 316833 h 514201"/>
                <a:gd name="connsiteX40" fmla="*/ 80693 w 127560"/>
                <a:gd name="connsiteY40" fmla="*/ 311638 h 514201"/>
                <a:gd name="connsiteX41" fmla="*/ 86495 w 127560"/>
                <a:gd name="connsiteY41" fmla="*/ 306443 h 514201"/>
                <a:gd name="connsiteX42" fmla="*/ 92410 w 127560"/>
                <a:gd name="connsiteY42" fmla="*/ 301248 h 514201"/>
                <a:gd name="connsiteX43" fmla="*/ 98302 w 127560"/>
                <a:gd name="connsiteY43" fmla="*/ 296053 h 514201"/>
                <a:gd name="connsiteX44" fmla="*/ 104037 w 127560"/>
                <a:gd name="connsiteY44" fmla="*/ 290858 h 514201"/>
                <a:gd name="connsiteX45" fmla="*/ 109479 w 127560"/>
                <a:gd name="connsiteY45" fmla="*/ 285663 h 514201"/>
                <a:gd name="connsiteX46" fmla="*/ 114427 w 127560"/>
                <a:gd name="connsiteY46" fmla="*/ 280490 h 514201"/>
                <a:gd name="connsiteX47" fmla="*/ 118767 w 127560"/>
                <a:gd name="connsiteY47" fmla="*/ 275295 h 514201"/>
                <a:gd name="connsiteX48" fmla="*/ 122366 w 127560"/>
                <a:gd name="connsiteY48" fmla="*/ 270100 h 514201"/>
                <a:gd name="connsiteX49" fmla="*/ 125065 w 127560"/>
                <a:gd name="connsiteY49" fmla="*/ 264905 h 514201"/>
                <a:gd name="connsiteX50" fmla="*/ 126819 w 127560"/>
                <a:gd name="connsiteY50" fmla="*/ 259710 h 514201"/>
                <a:gd name="connsiteX51" fmla="*/ 127561 w 127560"/>
                <a:gd name="connsiteY51" fmla="*/ 254515 h 514201"/>
                <a:gd name="connsiteX52" fmla="*/ 127268 w 127560"/>
                <a:gd name="connsiteY52" fmla="*/ 249319 h 514201"/>
                <a:gd name="connsiteX53" fmla="*/ 126009 w 127560"/>
                <a:gd name="connsiteY53" fmla="*/ 244125 h 514201"/>
                <a:gd name="connsiteX54" fmla="*/ 123873 w 127560"/>
                <a:gd name="connsiteY54" fmla="*/ 238929 h 514201"/>
                <a:gd name="connsiteX55" fmla="*/ 120949 w 127560"/>
                <a:gd name="connsiteY55" fmla="*/ 233734 h 514201"/>
                <a:gd name="connsiteX56" fmla="*/ 117418 w 127560"/>
                <a:gd name="connsiteY56" fmla="*/ 228539 h 514201"/>
                <a:gd name="connsiteX57" fmla="*/ 113460 w 127560"/>
                <a:gd name="connsiteY57" fmla="*/ 223344 h 514201"/>
                <a:gd name="connsiteX58" fmla="*/ 109232 w 127560"/>
                <a:gd name="connsiteY58" fmla="*/ 218149 h 514201"/>
                <a:gd name="connsiteX59" fmla="*/ 104959 w 127560"/>
                <a:gd name="connsiteY59" fmla="*/ 212954 h 514201"/>
                <a:gd name="connsiteX60" fmla="*/ 100798 w 127560"/>
                <a:gd name="connsiteY60" fmla="*/ 207759 h 514201"/>
                <a:gd name="connsiteX61" fmla="*/ 96908 w 127560"/>
                <a:gd name="connsiteY61" fmla="*/ 202564 h 514201"/>
                <a:gd name="connsiteX62" fmla="*/ 93399 w 127560"/>
                <a:gd name="connsiteY62" fmla="*/ 197369 h 514201"/>
                <a:gd name="connsiteX63" fmla="*/ 90340 w 127560"/>
                <a:gd name="connsiteY63" fmla="*/ 192174 h 514201"/>
                <a:gd name="connsiteX64" fmla="*/ 87777 w 127560"/>
                <a:gd name="connsiteY64" fmla="*/ 186978 h 514201"/>
                <a:gd name="connsiteX65" fmla="*/ 85685 w 127560"/>
                <a:gd name="connsiteY65" fmla="*/ 181783 h 514201"/>
                <a:gd name="connsiteX66" fmla="*/ 84021 w 127560"/>
                <a:gd name="connsiteY66" fmla="*/ 176588 h 514201"/>
                <a:gd name="connsiteX67" fmla="*/ 82694 w 127560"/>
                <a:gd name="connsiteY67" fmla="*/ 171393 h 514201"/>
                <a:gd name="connsiteX68" fmla="*/ 81570 w 127560"/>
                <a:gd name="connsiteY68" fmla="*/ 166221 h 514201"/>
                <a:gd name="connsiteX69" fmla="*/ 80558 w 127560"/>
                <a:gd name="connsiteY69" fmla="*/ 161025 h 514201"/>
                <a:gd name="connsiteX70" fmla="*/ 79501 w 127560"/>
                <a:gd name="connsiteY70" fmla="*/ 155830 h 514201"/>
                <a:gd name="connsiteX71" fmla="*/ 78241 w 127560"/>
                <a:gd name="connsiteY71" fmla="*/ 150635 h 514201"/>
                <a:gd name="connsiteX72" fmla="*/ 76667 w 127560"/>
                <a:gd name="connsiteY72" fmla="*/ 145440 h 514201"/>
                <a:gd name="connsiteX73" fmla="*/ 74688 w 127560"/>
                <a:gd name="connsiteY73" fmla="*/ 140245 h 514201"/>
                <a:gd name="connsiteX74" fmla="*/ 72214 w 127560"/>
                <a:gd name="connsiteY74" fmla="*/ 135050 h 514201"/>
                <a:gd name="connsiteX75" fmla="*/ 69245 w 127560"/>
                <a:gd name="connsiteY75" fmla="*/ 129855 h 514201"/>
                <a:gd name="connsiteX76" fmla="*/ 65760 w 127560"/>
                <a:gd name="connsiteY76" fmla="*/ 124660 h 514201"/>
                <a:gd name="connsiteX77" fmla="*/ 61779 w 127560"/>
                <a:gd name="connsiteY77" fmla="*/ 119465 h 514201"/>
                <a:gd name="connsiteX78" fmla="*/ 57371 w 127560"/>
                <a:gd name="connsiteY78" fmla="*/ 114270 h 514201"/>
                <a:gd name="connsiteX79" fmla="*/ 52670 w 127560"/>
                <a:gd name="connsiteY79" fmla="*/ 109074 h 514201"/>
                <a:gd name="connsiteX80" fmla="*/ 47745 w 127560"/>
                <a:gd name="connsiteY80" fmla="*/ 103880 h 514201"/>
                <a:gd name="connsiteX81" fmla="*/ 42708 w 127560"/>
                <a:gd name="connsiteY81" fmla="*/ 98684 h 514201"/>
                <a:gd name="connsiteX82" fmla="*/ 37715 w 127560"/>
                <a:gd name="connsiteY82" fmla="*/ 93489 h 514201"/>
                <a:gd name="connsiteX83" fmla="*/ 32835 w 127560"/>
                <a:gd name="connsiteY83" fmla="*/ 88294 h 514201"/>
                <a:gd name="connsiteX84" fmla="*/ 28202 w 127560"/>
                <a:gd name="connsiteY84" fmla="*/ 83099 h 514201"/>
                <a:gd name="connsiteX85" fmla="*/ 23884 w 127560"/>
                <a:gd name="connsiteY85" fmla="*/ 77904 h 514201"/>
                <a:gd name="connsiteX86" fmla="*/ 19926 w 127560"/>
                <a:gd name="connsiteY86" fmla="*/ 72709 h 514201"/>
                <a:gd name="connsiteX87" fmla="*/ 16395 w 127560"/>
                <a:gd name="connsiteY87" fmla="*/ 67514 h 514201"/>
                <a:gd name="connsiteX88" fmla="*/ 13291 w 127560"/>
                <a:gd name="connsiteY88" fmla="*/ 62319 h 514201"/>
                <a:gd name="connsiteX89" fmla="*/ 10615 w 127560"/>
                <a:gd name="connsiteY89" fmla="*/ 57146 h 514201"/>
                <a:gd name="connsiteX90" fmla="*/ 8344 w 127560"/>
                <a:gd name="connsiteY90" fmla="*/ 51951 h 514201"/>
                <a:gd name="connsiteX91" fmla="*/ 6477 w 127560"/>
                <a:gd name="connsiteY91" fmla="*/ 46756 h 514201"/>
                <a:gd name="connsiteX92" fmla="*/ 4948 w 127560"/>
                <a:gd name="connsiteY92" fmla="*/ 41561 h 514201"/>
                <a:gd name="connsiteX93" fmla="*/ 3711 w 127560"/>
                <a:gd name="connsiteY93" fmla="*/ 36366 h 514201"/>
                <a:gd name="connsiteX94" fmla="*/ 2744 w 127560"/>
                <a:gd name="connsiteY94" fmla="*/ 31171 h 514201"/>
                <a:gd name="connsiteX95" fmla="*/ 2002 w 127560"/>
                <a:gd name="connsiteY95" fmla="*/ 25976 h 514201"/>
                <a:gd name="connsiteX96" fmla="*/ 1439 w 127560"/>
                <a:gd name="connsiteY96" fmla="*/ 20780 h 514201"/>
                <a:gd name="connsiteX97" fmla="*/ 1012 w 127560"/>
                <a:gd name="connsiteY97" fmla="*/ 15585 h 514201"/>
                <a:gd name="connsiteX98" fmla="*/ 720 w 127560"/>
                <a:gd name="connsiteY98" fmla="*/ 10390 h 514201"/>
                <a:gd name="connsiteX99" fmla="*/ 495 w 127560"/>
                <a:gd name="connsiteY99" fmla="*/ 5195 h 514201"/>
                <a:gd name="connsiteX100" fmla="*/ 337 w 127560"/>
                <a:gd name="connsiteY100" fmla="*/ 0 h 514201"/>
                <a:gd name="connsiteX101" fmla="*/ 0 w 127560"/>
                <a:gd name="connsiteY101" fmla="*/ 0 h 514201"/>
                <a:gd name="connsiteX102" fmla="*/ 0 w 127560"/>
                <a:gd name="connsiteY102" fmla="*/ 5195 h 514201"/>
                <a:gd name="connsiteX103" fmla="*/ 0 w 127560"/>
                <a:gd name="connsiteY103" fmla="*/ 10390 h 514201"/>
                <a:gd name="connsiteX104" fmla="*/ 0 w 127560"/>
                <a:gd name="connsiteY104" fmla="*/ 15585 h 514201"/>
                <a:gd name="connsiteX105" fmla="*/ 0 w 127560"/>
                <a:gd name="connsiteY105" fmla="*/ 20780 h 514201"/>
                <a:gd name="connsiteX106" fmla="*/ 0 w 127560"/>
                <a:gd name="connsiteY106" fmla="*/ 25976 h 514201"/>
                <a:gd name="connsiteX107" fmla="*/ 0 w 127560"/>
                <a:gd name="connsiteY107" fmla="*/ 31171 h 514201"/>
                <a:gd name="connsiteX108" fmla="*/ 0 w 127560"/>
                <a:gd name="connsiteY108" fmla="*/ 36366 h 514201"/>
                <a:gd name="connsiteX109" fmla="*/ 0 w 127560"/>
                <a:gd name="connsiteY109" fmla="*/ 41561 h 514201"/>
                <a:gd name="connsiteX110" fmla="*/ 0 w 127560"/>
                <a:gd name="connsiteY110" fmla="*/ 46756 h 514201"/>
                <a:gd name="connsiteX111" fmla="*/ 0 w 127560"/>
                <a:gd name="connsiteY111" fmla="*/ 51951 h 514201"/>
                <a:gd name="connsiteX112" fmla="*/ 0 w 127560"/>
                <a:gd name="connsiteY112" fmla="*/ 57146 h 514201"/>
                <a:gd name="connsiteX113" fmla="*/ 0 w 127560"/>
                <a:gd name="connsiteY113" fmla="*/ 62319 h 514201"/>
                <a:gd name="connsiteX114" fmla="*/ 0 w 127560"/>
                <a:gd name="connsiteY114" fmla="*/ 67514 h 514201"/>
                <a:gd name="connsiteX115" fmla="*/ 0 w 127560"/>
                <a:gd name="connsiteY115" fmla="*/ 72709 h 514201"/>
                <a:gd name="connsiteX116" fmla="*/ 0 w 127560"/>
                <a:gd name="connsiteY116" fmla="*/ 77904 h 514201"/>
                <a:gd name="connsiteX117" fmla="*/ 0 w 127560"/>
                <a:gd name="connsiteY117" fmla="*/ 83099 h 514201"/>
                <a:gd name="connsiteX118" fmla="*/ 0 w 127560"/>
                <a:gd name="connsiteY118" fmla="*/ 88294 h 514201"/>
                <a:gd name="connsiteX119" fmla="*/ 0 w 127560"/>
                <a:gd name="connsiteY119" fmla="*/ 93489 h 514201"/>
                <a:gd name="connsiteX120" fmla="*/ 0 w 127560"/>
                <a:gd name="connsiteY120" fmla="*/ 98684 h 514201"/>
                <a:gd name="connsiteX121" fmla="*/ 0 w 127560"/>
                <a:gd name="connsiteY121" fmla="*/ 103880 h 514201"/>
                <a:gd name="connsiteX122" fmla="*/ 0 w 127560"/>
                <a:gd name="connsiteY122" fmla="*/ 109074 h 514201"/>
                <a:gd name="connsiteX123" fmla="*/ 0 w 127560"/>
                <a:gd name="connsiteY123" fmla="*/ 114270 h 514201"/>
                <a:gd name="connsiteX124" fmla="*/ 0 w 127560"/>
                <a:gd name="connsiteY124" fmla="*/ 119465 h 514201"/>
                <a:gd name="connsiteX125" fmla="*/ 0 w 127560"/>
                <a:gd name="connsiteY125" fmla="*/ 124660 h 514201"/>
                <a:gd name="connsiteX126" fmla="*/ 0 w 127560"/>
                <a:gd name="connsiteY126" fmla="*/ 129855 h 514201"/>
                <a:gd name="connsiteX127" fmla="*/ 0 w 127560"/>
                <a:gd name="connsiteY127" fmla="*/ 135050 h 514201"/>
                <a:gd name="connsiteX128" fmla="*/ 0 w 127560"/>
                <a:gd name="connsiteY128" fmla="*/ 140245 h 514201"/>
                <a:gd name="connsiteX129" fmla="*/ 0 w 127560"/>
                <a:gd name="connsiteY129" fmla="*/ 145440 h 514201"/>
                <a:gd name="connsiteX130" fmla="*/ 0 w 127560"/>
                <a:gd name="connsiteY130" fmla="*/ 150635 h 514201"/>
                <a:gd name="connsiteX131" fmla="*/ 0 w 127560"/>
                <a:gd name="connsiteY131" fmla="*/ 155830 h 514201"/>
                <a:gd name="connsiteX132" fmla="*/ 0 w 127560"/>
                <a:gd name="connsiteY132" fmla="*/ 161025 h 514201"/>
                <a:gd name="connsiteX133" fmla="*/ 0 w 127560"/>
                <a:gd name="connsiteY133" fmla="*/ 166221 h 514201"/>
                <a:gd name="connsiteX134" fmla="*/ 0 w 127560"/>
                <a:gd name="connsiteY134" fmla="*/ 171393 h 514201"/>
                <a:gd name="connsiteX135" fmla="*/ 0 w 127560"/>
                <a:gd name="connsiteY135" fmla="*/ 176588 h 514201"/>
                <a:gd name="connsiteX136" fmla="*/ 0 w 127560"/>
                <a:gd name="connsiteY136" fmla="*/ 181783 h 514201"/>
                <a:gd name="connsiteX137" fmla="*/ 0 w 127560"/>
                <a:gd name="connsiteY137" fmla="*/ 186978 h 514201"/>
                <a:gd name="connsiteX138" fmla="*/ 0 w 127560"/>
                <a:gd name="connsiteY138" fmla="*/ 192174 h 514201"/>
                <a:gd name="connsiteX139" fmla="*/ 0 w 127560"/>
                <a:gd name="connsiteY139" fmla="*/ 197369 h 514201"/>
                <a:gd name="connsiteX140" fmla="*/ 0 w 127560"/>
                <a:gd name="connsiteY140" fmla="*/ 202564 h 514201"/>
                <a:gd name="connsiteX141" fmla="*/ 0 w 127560"/>
                <a:gd name="connsiteY141" fmla="*/ 207759 h 514201"/>
                <a:gd name="connsiteX142" fmla="*/ 0 w 127560"/>
                <a:gd name="connsiteY142" fmla="*/ 212954 h 514201"/>
                <a:gd name="connsiteX143" fmla="*/ 0 w 127560"/>
                <a:gd name="connsiteY143" fmla="*/ 218149 h 514201"/>
                <a:gd name="connsiteX144" fmla="*/ 0 w 127560"/>
                <a:gd name="connsiteY144" fmla="*/ 223344 h 514201"/>
                <a:gd name="connsiteX145" fmla="*/ 0 w 127560"/>
                <a:gd name="connsiteY145" fmla="*/ 228539 h 514201"/>
                <a:gd name="connsiteX146" fmla="*/ 0 w 127560"/>
                <a:gd name="connsiteY146" fmla="*/ 233734 h 514201"/>
                <a:gd name="connsiteX147" fmla="*/ 0 w 127560"/>
                <a:gd name="connsiteY147" fmla="*/ 238929 h 514201"/>
                <a:gd name="connsiteX148" fmla="*/ 0 w 127560"/>
                <a:gd name="connsiteY148" fmla="*/ 244125 h 514201"/>
                <a:gd name="connsiteX149" fmla="*/ 0 w 127560"/>
                <a:gd name="connsiteY149" fmla="*/ 249319 h 514201"/>
                <a:gd name="connsiteX150" fmla="*/ 0 w 127560"/>
                <a:gd name="connsiteY150" fmla="*/ 254515 h 514201"/>
                <a:gd name="connsiteX151" fmla="*/ 0 w 127560"/>
                <a:gd name="connsiteY151" fmla="*/ 259710 h 514201"/>
                <a:gd name="connsiteX152" fmla="*/ 0 w 127560"/>
                <a:gd name="connsiteY152" fmla="*/ 264905 h 514201"/>
                <a:gd name="connsiteX153" fmla="*/ 0 w 127560"/>
                <a:gd name="connsiteY153" fmla="*/ 270100 h 514201"/>
                <a:gd name="connsiteX154" fmla="*/ 0 w 127560"/>
                <a:gd name="connsiteY154" fmla="*/ 275295 h 514201"/>
                <a:gd name="connsiteX155" fmla="*/ 0 w 127560"/>
                <a:gd name="connsiteY155" fmla="*/ 280490 h 514201"/>
                <a:gd name="connsiteX156" fmla="*/ 0 w 127560"/>
                <a:gd name="connsiteY156" fmla="*/ 285663 h 514201"/>
                <a:gd name="connsiteX157" fmla="*/ 0 w 127560"/>
                <a:gd name="connsiteY157" fmla="*/ 290858 h 514201"/>
                <a:gd name="connsiteX158" fmla="*/ 0 w 127560"/>
                <a:gd name="connsiteY158" fmla="*/ 296053 h 514201"/>
                <a:gd name="connsiteX159" fmla="*/ 0 w 127560"/>
                <a:gd name="connsiteY159" fmla="*/ 301248 h 514201"/>
                <a:gd name="connsiteX160" fmla="*/ 0 w 127560"/>
                <a:gd name="connsiteY160" fmla="*/ 306443 h 514201"/>
                <a:gd name="connsiteX161" fmla="*/ 0 w 127560"/>
                <a:gd name="connsiteY161" fmla="*/ 311638 h 514201"/>
                <a:gd name="connsiteX162" fmla="*/ 0 w 127560"/>
                <a:gd name="connsiteY162" fmla="*/ 316833 h 514201"/>
                <a:gd name="connsiteX163" fmla="*/ 0 w 127560"/>
                <a:gd name="connsiteY163" fmla="*/ 322028 h 514201"/>
                <a:gd name="connsiteX164" fmla="*/ 0 w 127560"/>
                <a:gd name="connsiteY164" fmla="*/ 327223 h 514201"/>
                <a:gd name="connsiteX165" fmla="*/ 0 w 127560"/>
                <a:gd name="connsiteY165" fmla="*/ 332419 h 514201"/>
                <a:gd name="connsiteX166" fmla="*/ 0 w 127560"/>
                <a:gd name="connsiteY166" fmla="*/ 337614 h 514201"/>
                <a:gd name="connsiteX167" fmla="*/ 0 w 127560"/>
                <a:gd name="connsiteY167" fmla="*/ 342809 h 514201"/>
                <a:gd name="connsiteX168" fmla="*/ 0 w 127560"/>
                <a:gd name="connsiteY168" fmla="*/ 348004 h 514201"/>
                <a:gd name="connsiteX169" fmla="*/ 0 w 127560"/>
                <a:gd name="connsiteY169" fmla="*/ 353199 h 514201"/>
                <a:gd name="connsiteX170" fmla="*/ 0 w 127560"/>
                <a:gd name="connsiteY170" fmla="*/ 358394 h 514201"/>
                <a:gd name="connsiteX171" fmla="*/ 0 w 127560"/>
                <a:gd name="connsiteY171" fmla="*/ 363589 h 514201"/>
                <a:gd name="connsiteX172" fmla="*/ 0 w 127560"/>
                <a:gd name="connsiteY172" fmla="*/ 368784 h 514201"/>
                <a:gd name="connsiteX173" fmla="*/ 0 w 127560"/>
                <a:gd name="connsiteY173" fmla="*/ 373979 h 514201"/>
                <a:gd name="connsiteX174" fmla="*/ 0 w 127560"/>
                <a:gd name="connsiteY174" fmla="*/ 379174 h 514201"/>
                <a:gd name="connsiteX175" fmla="*/ 0 w 127560"/>
                <a:gd name="connsiteY175" fmla="*/ 384369 h 514201"/>
                <a:gd name="connsiteX176" fmla="*/ 0 w 127560"/>
                <a:gd name="connsiteY176" fmla="*/ 389564 h 514201"/>
                <a:gd name="connsiteX177" fmla="*/ 0 w 127560"/>
                <a:gd name="connsiteY177" fmla="*/ 394760 h 514201"/>
                <a:gd name="connsiteX178" fmla="*/ 0 w 127560"/>
                <a:gd name="connsiteY178" fmla="*/ 399932 h 514201"/>
                <a:gd name="connsiteX179" fmla="*/ 0 w 127560"/>
                <a:gd name="connsiteY179" fmla="*/ 405127 h 514201"/>
                <a:gd name="connsiteX180" fmla="*/ 0 w 127560"/>
                <a:gd name="connsiteY180" fmla="*/ 410323 h 514201"/>
                <a:gd name="connsiteX181" fmla="*/ 0 w 127560"/>
                <a:gd name="connsiteY181" fmla="*/ 415518 h 514201"/>
                <a:gd name="connsiteX182" fmla="*/ 0 w 127560"/>
                <a:gd name="connsiteY182" fmla="*/ 420713 h 514201"/>
                <a:gd name="connsiteX183" fmla="*/ 0 w 127560"/>
                <a:gd name="connsiteY183" fmla="*/ 425908 h 514201"/>
                <a:gd name="connsiteX184" fmla="*/ 0 w 127560"/>
                <a:gd name="connsiteY184" fmla="*/ 431103 h 514201"/>
                <a:gd name="connsiteX185" fmla="*/ 0 w 127560"/>
                <a:gd name="connsiteY185" fmla="*/ 436298 h 514201"/>
                <a:gd name="connsiteX186" fmla="*/ 0 w 127560"/>
                <a:gd name="connsiteY186" fmla="*/ 441493 h 514201"/>
                <a:gd name="connsiteX187" fmla="*/ 0 w 127560"/>
                <a:gd name="connsiteY187" fmla="*/ 446688 h 514201"/>
                <a:gd name="connsiteX188" fmla="*/ 0 w 127560"/>
                <a:gd name="connsiteY188" fmla="*/ 451883 h 514201"/>
                <a:gd name="connsiteX189" fmla="*/ 0 w 127560"/>
                <a:gd name="connsiteY189" fmla="*/ 457078 h 514201"/>
                <a:gd name="connsiteX190" fmla="*/ 0 w 127560"/>
                <a:gd name="connsiteY190" fmla="*/ 462273 h 514201"/>
                <a:gd name="connsiteX191" fmla="*/ 0 w 127560"/>
                <a:gd name="connsiteY191" fmla="*/ 467468 h 514201"/>
                <a:gd name="connsiteX192" fmla="*/ 0 w 127560"/>
                <a:gd name="connsiteY192" fmla="*/ 472664 h 514201"/>
                <a:gd name="connsiteX193" fmla="*/ 0 w 127560"/>
                <a:gd name="connsiteY193" fmla="*/ 477859 h 514201"/>
                <a:gd name="connsiteX194" fmla="*/ 0 w 127560"/>
                <a:gd name="connsiteY194" fmla="*/ 483054 h 514201"/>
                <a:gd name="connsiteX195" fmla="*/ 0 w 127560"/>
                <a:gd name="connsiteY195" fmla="*/ 488249 h 514201"/>
                <a:gd name="connsiteX196" fmla="*/ 0 w 127560"/>
                <a:gd name="connsiteY196" fmla="*/ 493444 h 514201"/>
                <a:gd name="connsiteX197" fmla="*/ 0 w 127560"/>
                <a:gd name="connsiteY197" fmla="*/ 498639 h 514201"/>
                <a:gd name="connsiteX198" fmla="*/ 0 w 127560"/>
                <a:gd name="connsiteY198" fmla="*/ 503834 h 514201"/>
                <a:gd name="connsiteX199" fmla="*/ 0 w 127560"/>
                <a:gd name="connsiteY199" fmla="*/ 509029 h 514201"/>
                <a:gd name="connsiteX200" fmla="*/ 0 w 127560"/>
                <a:gd name="connsiteY200" fmla="*/ 514202 h 514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127560" h="514201">
                  <a:moveTo>
                    <a:pt x="0" y="514202"/>
                  </a:moveTo>
                  <a:lnTo>
                    <a:pt x="112" y="514202"/>
                  </a:lnTo>
                  <a:lnTo>
                    <a:pt x="157" y="509029"/>
                  </a:lnTo>
                  <a:lnTo>
                    <a:pt x="247" y="503834"/>
                  </a:lnTo>
                  <a:lnTo>
                    <a:pt x="337" y="498639"/>
                  </a:lnTo>
                  <a:lnTo>
                    <a:pt x="472" y="493444"/>
                  </a:lnTo>
                  <a:lnTo>
                    <a:pt x="652" y="488249"/>
                  </a:lnTo>
                  <a:lnTo>
                    <a:pt x="877" y="483054"/>
                  </a:lnTo>
                  <a:lnTo>
                    <a:pt x="1192" y="477859"/>
                  </a:lnTo>
                  <a:lnTo>
                    <a:pt x="1574" y="472664"/>
                  </a:lnTo>
                  <a:lnTo>
                    <a:pt x="2046" y="467468"/>
                  </a:lnTo>
                  <a:lnTo>
                    <a:pt x="2631" y="462273"/>
                  </a:lnTo>
                  <a:lnTo>
                    <a:pt x="3328" y="457078"/>
                  </a:lnTo>
                  <a:lnTo>
                    <a:pt x="4161" y="451883"/>
                  </a:lnTo>
                  <a:lnTo>
                    <a:pt x="5150" y="446688"/>
                  </a:lnTo>
                  <a:lnTo>
                    <a:pt x="6274" y="441493"/>
                  </a:lnTo>
                  <a:lnTo>
                    <a:pt x="7556" y="436298"/>
                  </a:lnTo>
                  <a:lnTo>
                    <a:pt x="8973" y="431103"/>
                  </a:lnTo>
                  <a:lnTo>
                    <a:pt x="10570" y="425908"/>
                  </a:lnTo>
                  <a:lnTo>
                    <a:pt x="12302" y="420713"/>
                  </a:lnTo>
                  <a:lnTo>
                    <a:pt x="14168" y="415518"/>
                  </a:lnTo>
                  <a:lnTo>
                    <a:pt x="16170" y="410323"/>
                  </a:lnTo>
                  <a:lnTo>
                    <a:pt x="18262" y="405127"/>
                  </a:lnTo>
                  <a:lnTo>
                    <a:pt x="20465" y="399932"/>
                  </a:lnTo>
                  <a:lnTo>
                    <a:pt x="22759" y="394760"/>
                  </a:lnTo>
                  <a:lnTo>
                    <a:pt x="25121" y="389564"/>
                  </a:lnTo>
                  <a:lnTo>
                    <a:pt x="27572" y="384369"/>
                  </a:lnTo>
                  <a:lnTo>
                    <a:pt x="30091" y="379174"/>
                  </a:lnTo>
                  <a:lnTo>
                    <a:pt x="32700" y="373979"/>
                  </a:lnTo>
                  <a:lnTo>
                    <a:pt x="35421" y="368784"/>
                  </a:lnTo>
                  <a:lnTo>
                    <a:pt x="38255" y="363589"/>
                  </a:lnTo>
                  <a:lnTo>
                    <a:pt x="41268" y="358394"/>
                  </a:lnTo>
                  <a:lnTo>
                    <a:pt x="44462" y="353199"/>
                  </a:lnTo>
                  <a:lnTo>
                    <a:pt x="47903" y="348004"/>
                  </a:lnTo>
                  <a:lnTo>
                    <a:pt x="51613" y="342809"/>
                  </a:lnTo>
                  <a:lnTo>
                    <a:pt x="55639" y="337614"/>
                  </a:lnTo>
                  <a:lnTo>
                    <a:pt x="59980" y="332419"/>
                  </a:lnTo>
                  <a:lnTo>
                    <a:pt x="64680" y="327223"/>
                  </a:lnTo>
                  <a:lnTo>
                    <a:pt x="69718" y="322028"/>
                  </a:lnTo>
                  <a:lnTo>
                    <a:pt x="75070" y="316833"/>
                  </a:lnTo>
                  <a:lnTo>
                    <a:pt x="80693" y="311638"/>
                  </a:lnTo>
                  <a:lnTo>
                    <a:pt x="86495" y="306443"/>
                  </a:lnTo>
                  <a:lnTo>
                    <a:pt x="92410" y="301248"/>
                  </a:lnTo>
                  <a:lnTo>
                    <a:pt x="98302" y="296053"/>
                  </a:lnTo>
                  <a:lnTo>
                    <a:pt x="104037" y="290858"/>
                  </a:lnTo>
                  <a:lnTo>
                    <a:pt x="109479" y="285663"/>
                  </a:lnTo>
                  <a:lnTo>
                    <a:pt x="114427" y="280490"/>
                  </a:lnTo>
                  <a:lnTo>
                    <a:pt x="118767" y="275295"/>
                  </a:lnTo>
                  <a:lnTo>
                    <a:pt x="122366" y="270100"/>
                  </a:lnTo>
                  <a:lnTo>
                    <a:pt x="125065" y="264905"/>
                  </a:lnTo>
                  <a:lnTo>
                    <a:pt x="126819" y="259710"/>
                  </a:lnTo>
                  <a:lnTo>
                    <a:pt x="127561" y="254515"/>
                  </a:lnTo>
                  <a:lnTo>
                    <a:pt x="127268" y="249319"/>
                  </a:lnTo>
                  <a:lnTo>
                    <a:pt x="126009" y="244125"/>
                  </a:lnTo>
                  <a:lnTo>
                    <a:pt x="123873" y="238929"/>
                  </a:lnTo>
                  <a:lnTo>
                    <a:pt x="120949" y="233734"/>
                  </a:lnTo>
                  <a:lnTo>
                    <a:pt x="117418" y="228539"/>
                  </a:lnTo>
                  <a:lnTo>
                    <a:pt x="113460" y="223344"/>
                  </a:lnTo>
                  <a:lnTo>
                    <a:pt x="109232" y="218149"/>
                  </a:lnTo>
                  <a:lnTo>
                    <a:pt x="104959" y="212954"/>
                  </a:lnTo>
                  <a:lnTo>
                    <a:pt x="100798" y="207759"/>
                  </a:lnTo>
                  <a:lnTo>
                    <a:pt x="96908" y="202564"/>
                  </a:lnTo>
                  <a:lnTo>
                    <a:pt x="93399" y="197369"/>
                  </a:lnTo>
                  <a:lnTo>
                    <a:pt x="90340" y="192174"/>
                  </a:lnTo>
                  <a:lnTo>
                    <a:pt x="87777" y="186978"/>
                  </a:lnTo>
                  <a:lnTo>
                    <a:pt x="85685" y="181783"/>
                  </a:lnTo>
                  <a:lnTo>
                    <a:pt x="84021" y="176588"/>
                  </a:lnTo>
                  <a:lnTo>
                    <a:pt x="82694" y="171393"/>
                  </a:lnTo>
                  <a:lnTo>
                    <a:pt x="81570" y="166221"/>
                  </a:lnTo>
                  <a:lnTo>
                    <a:pt x="80558" y="161025"/>
                  </a:lnTo>
                  <a:lnTo>
                    <a:pt x="79501" y="155830"/>
                  </a:lnTo>
                  <a:lnTo>
                    <a:pt x="78241" y="150635"/>
                  </a:lnTo>
                  <a:lnTo>
                    <a:pt x="76667" y="145440"/>
                  </a:lnTo>
                  <a:lnTo>
                    <a:pt x="74688" y="140245"/>
                  </a:lnTo>
                  <a:lnTo>
                    <a:pt x="72214" y="135050"/>
                  </a:lnTo>
                  <a:lnTo>
                    <a:pt x="69245" y="129855"/>
                  </a:lnTo>
                  <a:lnTo>
                    <a:pt x="65760" y="124660"/>
                  </a:lnTo>
                  <a:lnTo>
                    <a:pt x="61779" y="119465"/>
                  </a:lnTo>
                  <a:lnTo>
                    <a:pt x="57371" y="114270"/>
                  </a:lnTo>
                  <a:lnTo>
                    <a:pt x="52670" y="109074"/>
                  </a:lnTo>
                  <a:lnTo>
                    <a:pt x="47745" y="103880"/>
                  </a:lnTo>
                  <a:lnTo>
                    <a:pt x="42708" y="98684"/>
                  </a:lnTo>
                  <a:lnTo>
                    <a:pt x="37715" y="93489"/>
                  </a:lnTo>
                  <a:lnTo>
                    <a:pt x="32835" y="88294"/>
                  </a:lnTo>
                  <a:lnTo>
                    <a:pt x="28202" y="83099"/>
                  </a:lnTo>
                  <a:lnTo>
                    <a:pt x="23884" y="77904"/>
                  </a:lnTo>
                  <a:lnTo>
                    <a:pt x="19926" y="72709"/>
                  </a:lnTo>
                  <a:lnTo>
                    <a:pt x="16395" y="67514"/>
                  </a:lnTo>
                  <a:lnTo>
                    <a:pt x="13291" y="62319"/>
                  </a:lnTo>
                  <a:lnTo>
                    <a:pt x="10615" y="57146"/>
                  </a:lnTo>
                  <a:lnTo>
                    <a:pt x="8344" y="51951"/>
                  </a:lnTo>
                  <a:lnTo>
                    <a:pt x="6477" y="46756"/>
                  </a:lnTo>
                  <a:lnTo>
                    <a:pt x="4948" y="41561"/>
                  </a:lnTo>
                  <a:lnTo>
                    <a:pt x="3711" y="36366"/>
                  </a:lnTo>
                  <a:lnTo>
                    <a:pt x="2744" y="31171"/>
                  </a:lnTo>
                  <a:lnTo>
                    <a:pt x="2002" y="25976"/>
                  </a:lnTo>
                  <a:lnTo>
                    <a:pt x="1439" y="20780"/>
                  </a:lnTo>
                  <a:lnTo>
                    <a:pt x="1012" y="15585"/>
                  </a:lnTo>
                  <a:lnTo>
                    <a:pt x="720" y="10390"/>
                  </a:lnTo>
                  <a:lnTo>
                    <a:pt x="495" y="5195"/>
                  </a:lnTo>
                  <a:lnTo>
                    <a:pt x="337" y="0"/>
                  </a:lnTo>
                  <a:lnTo>
                    <a:pt x="0" y="0"/>
                  </a:lnTo>
                  <a:lnTo>
                    <a:pt x="0" y="5195"/>
                  </a:lnTo>
                  <a:lnTo>
                    <a:pt x="0" y="10390"/>
                  </a:lnTo>
                  <a:lnTo>
                    <a:pt x="0" y="15585"/>
                  </a:lnTo>
                  <a:lnTo>
                    <a:pt x="0" y="20780"/>
                  </a:lnTo>
                  <a:lnTo>
                    <a:pt x="0" y="25976"/>
                  </a:lnTo>
                  <a:lnTo>
                    <a:pt x="0" y="31171"/>
                  </a:lnTo>
                  <a:lnTo>
                    <a:pt x="0" y="36366"/>
                  </a:lnTo>
                  <a:lnTo>
                    <a:pt x="0" y="41561"/>
                  </a:lnTo>
                  <a:lnTo>
                    <a:pt x="0" y="46756"/>
                  </a:lnTo>
                  <a:lnTo>
                    <a:pt x="0" y="51951"/>
                  </a:lnTo>
                  <a:lnTo>
                    <a:pt x="0" y="57146"/>
                  </a:lnTo>
                  <a:lnTo>
                    <a:pt x="0" y="62319"/>
                  </a:lnTo>
                  <a:lnTo>
                    <a:pt x="0" y="67514"/>
                  </a:lnTo>
                  <a:lnTo>
                    <a:pt x="0" y="72709"/>
                  </a:lnTo>
                  <a:lnTo>
                    <a:pt x="0" y="77904"/>
                  </a:lnTo>
                  <a:lnTo>
                    <a:pt x="0" y="83099"/>
                  </a:lnTo>
                  <a:lnTo>
                    <a:pt x="0" y="88294"/>
                  </a:lnTo>
                  <a:lnTo>
                    <a:pt x="0" y="93489"/>
                  </a:lnTo>
                  <a:lnTo>
                    <a:pt x="0" y="98684"/>
                  </a:lnTo>
                  <a:lnTo>
                    <a:pt x="0" y="103880"/>
                  </a:lnTo>
                  <a:lnTo>
                    <a:pt x="0" y="109074"/>
                  </a:lnTo>
                  <a:lnTo>
                    <a:pt x="0" y="114270"/>
                  </a:lnTo>
                  <a:lnTo>
                    <a:pt x="0" y="119465"/>
                  </a:lnTo>
                  <a:lnTo>
                    <a:pt x="0" y="124660"/>
                  </a:lnTo>
                  <a:lnTo>
                    <a:pt x="0" y="129855"/>
                  </a:lnTo>
                  <a:lnTo>
                    <a:pt x="0" y="135050"/>
                  </a:lnTo>
                  <a:lnTo>
                    <a:pt x="0" y="140245"/>
                  </a:lnTo>
                  <a:lnTo>
                    <a:pt x="0" y="145440"/>
                  </a:lnTo>
                  <a:lnTo>
                    <a:pt x="0" y="150635"/>
                  </a:lnTo>
                  <a:lnTo>
                    <a:pt x="0" y="155830"/>
                  </a:lnTo>
                  <a:lnTo>
                    <a:pt x="0" y="161025"/>
                  </a:lnTo>
                  <a:lnTo>
                    <a:pt x="0" y="166221"/>
                  </a:lnTo>
                  <a:lnTo>
                    <a:pt x="0" y="171393"/>
                  </a:lnTo>
                  <a:lnTo>
                    <a:pt x="0" y="176588"/>
                  </a:lnTo>
                  <a:lnTo>
                    <a:pt x="0" y="181783"/>
                  </a:lnTo>
                  <a:lnTo>
                    <a:pt x="0" y="186978"/>
                  </a:lnTo>
                  <a:lnTo>
                    <a:pt x="0" y="192174"/>
                  </a:lnTo>
                  <a:lnTo>
                    <a:pt x="0" y="197369"/>
                  </a:lnTo>
                  <a:lnTo>
                    <a:pt x="0" y="202564"/>
                  </a:lnTo>
                  <a:lnTo>
                    <a:pt x="0" y="207759"/>
                  </a:lnTo>
                  <a:lnTo>
                    <a:pt x="0" y="212954"/>
                  </a:lnTo>
                  <a:lnTo>
                    <a:pt x="0" y="218149"/>
                  </a:lnTo>
                  <a:lnTo>
                    <a:pt x="0" y="223344"/>
                  </a:lnTo>
                  <a:lnTo>
                    <a:pt x="0" y="228539"/>
                  </a:lnTo>
                  <a:lnTo>
                    <a:pt x="0" y="233734"/>
                  </a:lnTo>
                  <a:lnTo>
                    <a:pt x="0" y="238929"/>
                  </a:lnTo>
                  <a:lnTo>
                    <a:pt x="0" y="244125"/>
                  </a:lnTo>
                  <a:lnTo>
                    <a:pt x="0" y="249319"/>
                  </a:lnTo>
                  <a:lnTo>
                    <a:pt x="0" y="254515"/>
                  </a:lnTo>
                  <a:lnTo>
                    <a:pt x="0" y="259710"/>
                  </a:lnTo>
                  <a:lnTo>
                    <a:pt x="0" y="264905"/>
                  </a:lnTo>
                  <a:lnTo>
                    <a:pt x="0" y="270100"/>
                  </a:lnTo>
                  <a:lnTo>
                    <a:pt x="0" y="275295"/>
                  </a:lnTo>
                  <a:lnTo>
                    <a:pt x="0" y="280490"/>
                  </a:lnTo>
                  <a:lnTo>
                    <a:pt x="0" y="285663"/>
                  </a:lnTo>
                  <a:lnTo>
                    <a:pt x="0" y="290858"/>
                  </a:lnTo>
                  <a:lnTo>
                    <a:pt x="0" y="296053"/>
                  </a:lnTo>
                  <a:lnTo>
                    <a:pt x="0" y="301248"/>
                  </a:lnTo>
                  <a:lnTo>
                    <a:pt x="0" y="306443"/>
                  </a:lnTo>
                  <a:lnTo>
                    <a:pt x="0" y="311638"/>
                  </a:lnTo>
                  <a:lnTo>
                    <a:pt x="0" y="316833"/>
                  </a:lnTo>
                  <a:lnTo>
                    <a:pt x="0" y="322028"/>
                  </a:lnTo>
                  <a:lnTo>
                    <a:pt x="0" y="327223"/>
                  </a:lnTo>
                  <a:lnTo>
                    <a:pt x="0" y="332419"/>
                  </a:lnTo>
                  <a:lnTo>
                    <a:pt x="0" y="337614"/>
                  </a:lnTo>
                  <a:lnTo>
                    <a:pt x="0" y="342809"/>
                  </a:lnTo>
                  <a:lnTo>
                    <a:pt x="0" y="348004"/>
                  </a:lnTo>
                  <a:lnTo>
                    <a:pt x="0" y="353199"/>
                  </a:lnTo>
                  <a:lnTo>
                    <a:pt x="0" y="358394"/>
                  </a:lnTo>
                  <a:lnTo>
                    <a:pt x="0" y="363589"/>
                  </a:lnTo>
                  <a:lnTo>
                    <a:pt x="0" y="368784"/>
                  </a:lnTo>
                  <a:lnTo>
                    <a:pt x="0" y="373979"/>
                  </a:lnTo>
                  <a:lnTo>
                    <a:pt x="0" y="379174"/>
                  </a:lnTo>
                  <a:lnTo>
                    <a:pt x="0" y="384369"/>
                  </a:lnTo>
                  <a:lnTo>
                    <a:pt x="0" y="389564"/>
                  </a:lnTo>
                  <a:lnTo>
                    <a:pt x="0" y="394760"/>
                  </a:lnTo>
                  <a:lnTo>
                    <a:pt x="0" y="399932"/>
                  </a:lnTo>
                  <a:lnTo>
                    <a:pt x="0" y="405127"/>
                  </a:lnTo>
                  <a:lnTo>
                    <a:pt x="0" y="410323"/>
                  </a:lnTo>
                  <a:lnTo>
                    <a:pt x="0" y="415518"/>
                  </a:lnTo>
                  <a:lnTo>
                    <a:pt x="0" y="420713"/>
                  </a:lnTo>
                  <a:lnTo>
                    <a:pt x="0" y="425908"/>
                  </a:lnTo>
                  <a:lnTo>
                    <a:pt x="0" y="431103"/>
                  </a:lnTo>
                  <a:lnTo>
                    <a:pt x="0" y="436298"/>
                  </a:lnTo>
                  <a:lnTo>
                    <a:pt x="0" y="441493"/>
                  </a:lnTo>
                  <a:lnTo>
                    <a:pt x="0" y="446688"/>
                  </a:lnTo>
                  <a:lnTo>
                    <a:pt x="0" y="451883"/>
                  </a:lnTo>
                  <a:lnTo>
                    <a:pt x="0" y="457078"/>
                  </a:lnTo>
                  <a:lnTo>
                    <a:pt x="0" y="462273"/>
                  </a:lnTo>
                  <a:lnTo>
                    <a:pt x="0" y="467468"/>
                  </a:lnTo>
                  <a:lnTo>
                    <a:pt x="0" y="472664"/>
                  </a:lnTo>
                  <a:lnTo>
                    <a:pt x="0" y="477859"/>
                  </a:lnTo>
                  <a:lnTo>
                    <a:pt x="0" y="483054"/>
                  </a:lnTo>
                  <a:lnTo>
                    <a:pt x="0" y="488249"/>
                  </a:lnTo>
                  <a:lnTo>
                    <a:pt x="0" y="493444"/>
                  </a:lnTo>
                  <a:lnTo>
                    <a:pt x="0" y="498639"/>
                  </a:lnTo>
                  <a:lnTo>
                    <a:pt x="0" y="503834"/>
                  </a:lnTo>
                  <a:lnTo>
                    <a:pt x="0" y="509029"/>
                  </a:lnTo>
                  <a:lnTo>
                    <a:pt x="0" y="514202"/>
                  </a:lnTo>
                  <a:close/>
                </a:path>
              </a:pathLst>
            </a:custGeom>
            <a:solidFill>
              <a:srgbClr val="B4AED3">
                <a:alpha val="50000"/>
              </a:srgbClr>
            </a:solidFill>
            <a:ln w="2249" cap="flat">
              <a:noFill/>
              <a:prstDash val="solid"/>
              <a:miter/>
            </a:ln>
          </p:spPr>
          <p:txBody>
            <a:bodyPr rtlCol="0" anchor="ctr"/>
            <a:lstStyle/>
            <a:p>
              <a:endParaRPr lang="en-US"/>
            </a:p>
          </p:txBody>
        </p:sp>
        <p:sp>
          <p:nvSpPr>
            <p:cNvPr id="18156" name="Freeform 18155">
              <a:extLst>
                <a:ext uri="{FF2B5EF4-FFF2-40B4-BE49-F238E27FC236}">
                  <a16:creationId xmlns:a16="http://schemas.microsoft.com/office/drawing/2014/main" id="{BF9491E4-CF8E-A00F-C7DC-14B366DB3A4A}"/>
                </a:ext>
              </a:extLst>
            </p:cNvPr>
            <p:cNvSpPr/>
            <p:nvPr/>
          </p:nvSpPr>
          <p:spPr>
            <a:xfrm rot="19696800">
              <a:off x="4920286" y="3271539"/>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8" y="0"/>
                    <a:pt x="8928" y="0"/>
                  </a:cubicBezTo>
                  <a:cubicBezTo>
                    <a:pt x="13860" y="0"/>
                    <a:pt x="17857" y="3997"/>
                    <a:pt x="17857" y="8928"/>
                  </a:cubicBezTo>
                  <a:close/>
                </a:path>
              </a:pathLst>
            </a:custGeom>
            <a:solidFill>
              <a:srgbClr val="B4AED3">
                <a:alpha val="70000"/>
              </a:srgbClr>
            </a:solidFill>
            <a:ln w="2249" cap="flat">
              <a:noFill/>
              <a:prstDash val="solid"/>
              <a:miter/>
            </a:ln>
          </p:spPr>
          <p:txBody>
            <a:bodyPr rtlCol="0" anchor="ctr"/>
            <a:lstStyle/>
            <a:p>
              <a:endParaRPr lang="en-US"/>
            </a:p>
          </p:txBody>
        </p:sp>
        <p:sp>
          <p:nvSpPr>
            <p:cNvPr id="18157" name="Freeform 18156">
              <a:extLst>
                <a:ext uri="{FF2B5EF4-FFF2-40B4-BE49-F238E27FC236}">
                  <a16:creationId xmlns:a16="http://schemas.microsoft.com/office/drawing/2014/main" id="{17D3E663-494C-5DF2-0D16-8ABAC8C5C4E4}"/>
                </a:ext>
              </a:extLst>
            </p:cNvPr>
            <p:cNvSpPr/>
            <p:nvPr/>
          </p:nvSpPr>
          <p:spPr>
            <a:xfrm rot="19696800">
              <a:off x="4919354" y="3482477"/>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8" y="0"/>
                    <a:pt x="8928" y="0"/>
                  </a:cubicBezTo>
                  <a:cubicBezTo>
                    <a:pt x="13860" y="0"/>
                    <a:pt x="17857" y="3997"/>
                    <a:pt x="17857" y="8928"/>
                  </a:cubicBezTo>
                  <a:close/>
                </a:path>
              </a:pathLst>
            </a:custGeom>
            <a:solidFill>
              <a:srgbClr val="B4AED3">
                <a:alpha val="70000"/>
              </a:srgbClr>
            </a:solidFill>
            <a:ln w="2249" cap="flat">
              <a:noFill/>
              <a:prstDash val="solid"/>
              <a:miter/>
            </a:ln>
          </p:spPr>
          <p:txBody>
            <a:bodyPr rtlCol="0" anchor="ctr"/>
            <a:lstStyle/>
            <a:p>
              <a:endParaRPr lang="en-US"/>
            </a:p>
          </p:txBody>
        </p:sp>
        <p:sp>
          <p:nvSpPr>
            <p:cNvPr id="18158" name="Freeform 18157">
              <a:extLst>
                <a:ext uri="{FF2B5EF4-FFF2-40B4-BE49-F238E27FC236}">
                  <a16:creationId xmlns:a16="http://schemas.microsoft.com/office/drawing/2014/main" id="{56E3F56D-713B-6AA1-C71F-37A5F46EC62B}"/>
                </a:ext>
              </a:extLst>
            </p:cNvPr>
            <p:cNvSpPr/>
            <p:nvPr/>
          </p:nvSpPr>
          <p:spPr>
            <a:xfrm rot="19696800">
              <a:off x="4816289" y="2958089"/>
              <a:ext cx="70855" cy="70855"/>
            </a:xfrm>
            <a:custGeom>
              <a:avLst/>
              <a:gdLst>
                <a:gd name="connsiteX0" fmla="*/ 17857 w 17856"/>
                <a:gd name="connsiteY0" fmla="*/ 8928 h 17856"/>
                <a:gd name="connsiteX1" fmla="*/ 8929 w 17856"/>
                <a:gd name="connsiteY1" fmla="*/ 17857 h 17856"/>
                <a:gd name="connsiteX2" fmla="*/ 0 w 17856"/>
                <a:gd name="connsiteY2" fmla="*/ 8928 h 17856"/>
                <a:gd name="connsiteX3" fmla="*/ 8929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9" y="17857"/>
                  </a:cubicBezTo>
                  <a:cubicBezTo>
                    <a:pt x="3997" y="17857"/>
                    <a:pt x="0" y="13859"/>
                    <a:pt x="0" y="8928"/>
                  </a:cubicBezTo>
                  <a:cubicBezTo>
                    <a:pt x="0" y="3997"/>
                    <a:pt x="3998" y="0"/>
                    <a:pt x="8929" y="0"/>
                  </a:cubicBezTo>
                  <a:cubicBezTo>
                    <a:pt x="13860" y="0"/>
                    <a:pt x="17857" y="3997"/>
                    <a:pt x="17857" y="8928"/>
                  </a:cubicBezTo>
                  <a:close/>
                </a:path>
              </a:pathLst>
            </a:custGeom>
            <a:solidFill>
              <a:srgbClr val="B4AED3">
                <a:alpha val="70000"/>
              </a:srgbClr>
            </a:solidFill>
            <a:ln w="2249" cap="flat">
              <a:noFill/>
              <a:prstDash val="solid"/>
              <a:miter/>
            </a:ln>
          </p:spPr>
          <p:txBody>
            <a:bodyPr rtlCol="0" anchor="ctr"/>
            <a:lstStyle/>
            <a:p>
              <a:endParaRPr lang="en-US"/>
            </a:p>
          </p:txBody>
        </p:sp>
        <p:sp>
          <p:nvSpPr>
            <p:cNvPr id="18159" name="Freeform 18158">
              <a:extLst>
                <a:ext uri="{FF2B5EF4-FFF2-40B4-BE49-F238E27FC236}">
                  <a16:creationId xmlns:a16="http://schemas.microsoft.com/office/drawing/2014/main" id="{84A12048-A14E-06A6-40CA-BE800C0F7D39}"/>
                </a:ext>
              </a:extLst>
            </p:cNvPr>
            <p:cNvSpPr/>
            <p:nvPr/>
          </p:nvSpPr>
          <p:spPr>
            <a:xfrm rot="19696800">
              <a:off x="4851681" y="3240040"/>
              <a:ext cx="70855" cy="70855"/>
            </a:xfrm>
            <a:custGeom>
              <a:avLst/>
              <a:gdLst>
                <a:gd name="connsiteX0" fmla="*/ 17857 w 17856"/>
                <a:gd name="connsiteY0" fmla="*/ 8928 h 17856"/>
                <a:gd name="connsiteX1" fmla="*/ 8929 w 17856"/>
                <a:gd name="connsiteY1" fmla="*/ 17857 h 17856"/>
                <a:gd name="connsiteX2" fmla="*/ 0 w 17856"/>
                <a:gd name="connsiteY2" fmla="*/ 8928 h 17856"/>
                <a:gd name="connsiteX3" fmla="*/ 8929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9" y="17857"/>
                  </a:cubicBezTo>
                  <a:cubicBezTo>
                    <a:pt x="3997" y="17857"/>
                    <a:pt x="0" y="13859"/>
                    <a:pt x="0" y="8928"/>
                  </a:cubicBezTo>
                  <a:cubicBezTo>
                    <a:pt x="0" y="3997"/>
                    <a:pt x="3998" y="0"/>
                    <a:pt x="8929" y="0"/>
                  </a:cubicBezTo>
                  <a:cubicBezTo>
                    <a:pt x="13860" y="0"/>
                    <a:pt x="17857" y="3997"/>
                    <a:pt x="17857" y="8928"/>
                  </a:cubicBezTo>
                  <a:close/>
                </a:path>
              </a:pathLst>
            </a:custGeom>
            <a:solidFill>
              <a:srgbClr val="B4AED3">
                <a:alpha val="70000"/>
              </a:srgbClr>
            </a:solidFill>
            <a:ln w="2249" cap="flat">
              <a:noFill/>
              <a:prstDash val="solid"/>
              <a:miter/>
            </a:ln>
          </p:spPr>
          <p:txBody>
            <a:bodyPr rtlCol="0" anchor="ctr"/>
            <a:lstStyle/>
            <a:p>
              <a:endParaRPr lang="en-US"/>
            </a:p>
          </p:txBody>
        </p:sp>
        <p:sp>
          <p:nvSpPr>
            <p:cNvPr id="18160" name="Freeform 18159">
              <a:extLst>
                <a:ext uri="{FF2B5EF4-FFF2-40B4-BE49-F238E27FC236}">
                  <a16:creationId xmlns:a16="http://schemas.microsoft.com/office/drawing/2014/main" id="{44FC1CFE-8BD7-2101-AF5F-DF4F0817E8D1}"/>
                </a:ext>
              </a:extLst>
            </p:cNvPr>
            <p:cNvSpPr/>
            <p:nvPr/>
          </p:nvSpPr>
          <p:spPr>
            <a:xfrm rot="19696800">
              <a:off x="4866042" y="3196498"/>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8" y="0"/>
                    <a:pt x="8928" y="0"/>
                  </a:cubicBezTo>
                  <a:cubicBezTo>
                    <a:pt x="13860" y="0"/>
                    <a:pt x="17857" y="3997"/>
                    <a:pt x="17857" y="8928"/>
                  </a:cubicBezTo>
                  <a:close/>
                </a:path>
              </a:pathLst>
            </a:custGeom>
            <a:solidFill>
              <a:srgbClr val="B4AED3">
                <a:alpha val="70000"/>
              </a:srgbClr>
            </a:solidFill>
            <a:ln w="2249" cap="flat">
              <a:noFill/>
              <a:prstDash val="solid"/>
              <a:miter/>
            </a:ln>
          </p:spPr>
          <p:txBody>
            <a:bodyPr rtlCol="0" anchor="ctr"/>
            <a:lstStyle/>
            <a:p>
              <a:endParaRPr lang="en-US"/>
            </a:p>
          </p:txBody>
        </p:sp>
        <p:sp>
          <p:nvSpPr>
            <p:cNvPr id="18161" name="Freeform 18160">
              <a:extLst>
                <a:ext uri="{FF2B5EF4-FFF2-40B4-BE49-F238E27FC236}">
                  <a16:creationId xmlns:a16="http://schemas.microsoft.com/office/drawing/2014/main" id="{216A7B78-3568-31CF-2711-581FA432A3FB}"/>
                </a:ext>
              </a:extLst>
            </p:cNvPr>
            <p:cNvSpPr/>
            <p:nvPr/>
          </p:nvSpPr>
          <p:spPr>
            <a:xfrm rot="19696800">
              <a:off x="4899211" y="2803864"/>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8" y="0"/>
                    <a:pt x="8928" y="0"/>
                  </a:cubicBezTo>
                  <a:cubicBezTo>
                    <a:pt x="13860" y="0"/>
                    <a:pt x="17857" y="3997"/>
                    <a:pt x="17857" y="8928"/>
                  </a:cubicBezTo>
                  <a:close/>
                </a:path>
              </a:pathLst>
            </a:custGeom>
            <a:solidFill>
              <a:srgbClr val="B4AED3">
                <a:alpha val="70000"/>
              </a:srgbClr>
            </a:solidFill>
            <a:ln w="2249" cap="flat">
              <a:noFill/>
              <a:prstDash val="solid"/>
              <a:miter/>
            </a:ln>
          </p:spPr>
          <p:txBody>
            <a:bodyPr rtlCol="0" anchor="ctr"/>
            <a:lstStyle/>
            <a:p>
              <a:endParaRPr lang="en-US"/>
            </a:p>
          </p:txBody>
        </p:sp>
        <p:sp>
          <p:nvSpPr>
            <p:cNvPr id="18162" name="Freeform 18161">
              <a:extLst>
                <a:ext uri="{FF2B5EF4-FFF2-40B4-BE49-F238E27FC236}">
                  <a16:creationId xmlns:a16="http://schemas.microsoft.com/office/drawing/2014/main" id="{88C6B56D-ADFF-8F20-DFA3-DAE85F73A18C}"/>
                </a:ext>
              </a:extLst>
            </p:cNvPr>
            <p:cNvSpPr/>
            <p:nvPr/>
          </p:nvSpPr>
          <p:spPr>
            <a:xfrm rot="19696800">
              <a:off x="4882133" y="3673431"/>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7" y="0"/>
                    <a:pt x="8928" y="0"/>
                  </a:cubicBezTo>
                  <a:cubicBezTo>
                    <a:pt x="13859" y="0"/>
                    <a:pt x="17857" y="3998"/>
                    <a:pt x="17857" y="8928"/>
                  </a:cubicBezTo>
                  <a:close/>
                </a:path>
              </a:pathLst>
            </a:custGeom>
            <a:solidFill>
              <a:srgbClr val="B4AED3">
                <a:alpha val="70000"/>
              </a:srgbClr>
            </a:solidFill>
            <a:ln w="2249" cap="flat">
              <a:noFill/>
              <a:prstDash val="solid"/>
              <a:miter/>
            </a:ln>
          </p:spPr>
          <p:txBody>
            <a:bodyPr rtlCol="0" anchor="ctr"/>
            <a:lstStyle/>
            <a:p>
              <a:endParaRPr lang="en-US"/>
            </a:p>
          </p:txBody>
        </p:sp>
        <p:sp>
          <p:nvSpPr>
            <p:cNvPr id="18163" name="Freeform 18162">
              <a:extLst>
                <a:ext uri="{FF2B5EF4-FFF2-40B4-BE49-F238E27FC236}">
                  <a16:creationId xmlns:a16="http://schemas.microsoft.com/office/drawing/2014/main" id="{F7786BC6-9229-FA8B-C123-34080B1F3EEE}"/>
                </a:ext>
              </a:extLst>
            </p:cNvPr>
            <p:cNvSpPr/>
            <p:nvPr/>
          </p:nvSpPr>
          <p:spPr>
            <a:xfrm rot="19696800">
              <a:off x="4817527" y="2803785"/>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7" y="0"/>
                    <a:pt x="8928" y="0"/>
                  </a:cubicBezTo>
                  <a:cubicBezTo>
                    <a:pt x="13859" y="0"/>
                    <a:pt x="17857" y="3997"/>
                    <a:pt x="17857" y="8928"/>
                  </a:cubicBezTo>
                  <a:close/>
                </a:path>
              </a:pathLst>
            </a:custGeom>
            <a:solidFill>
              <a:srgbClr val="B4AED3">
                <a:alpha val="70000"/>
              </a:srgbClr>
            </a:solidFill>
            <a:ln w="2249" cap="flat">
              <a:noFill/>
              <a:prstDash val="solid"/>
              <a:miter/>
            </a:ln>
          </p:spPr>
          <p:txBody>
            <a:bodyPr rtlCol="0" anchor="ctr"/>
            <a:lstStyle/>
            <a:p>
              <a:endParaRPr lang="en-US"/>
            </a:p>
          </p:txBody>
        </p:sp>
        <p:sp>
          <p:nvSpPr>
            <p:cNvPr id="18164" name="Freeform 18163">
              <a:extLst>
                <a:ext uri="{FF2B5EF4-FFF2-40B4-BE49-F238E27FC236}">
                  <a16:creationId xmlns:a16="http://schemas.microsoft.com/office/drawing/2014/main" id="{06AA3B09-178B-9765-7D04-2FAF3C169DB9}"/>
                </a:ext>
              </a:extLst>
            </p:cNvPr>
            <p:cNvSpPr/>
            <p:nvPr/>
          </p:nvSpPr>
          <p:spPr>
            <a:xfrm rot="19696800">
              <a:off x="4898263" y="3215632"/>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8" y="0"/>
                    <a:pt x="8928" y="0"/>
                  </a:cubicBezTo>
                  <a:cubicBezTo>
                    <a:pt x="13860" y="0"/>
                    <a:pt x="17857" y="3997"/>
                    <a:pt x="17857" y="8928"/>
                  </a:cubicBezTo>
                  <a:close/>
                </a:path>
              </a:pathLst>
            </a:custGeom>
            <a:solidFill>
              <a:srgbClr val="B4AED3">
                <a:alpha val="70000"/>
              </a:srgbClr>
            </a:solidFill>
            <a:ln w="2249" cap="flat">
              <a:noFill/>
              <a:prstDash val="solid"/>
              <a:miter/>
            </a:ln>
          </p:spPr>
          <p:txBody>
            <a:bodyPr rtlCol="0" anchor="ctr"/>
            <a:lstStyle/>
            <a:p>
              <a:endParaRPr lang="en-US"/>
            </a:p>
          </p:txBody>
        </p:sp>
        <p:sp>
          <p:nvSpPr>
            <p:cNvPr id="18165" name="Freeform 18164">
              <a:extLst>
                <a:ext uri="{FF2B5EF4-FFF2-40B4-BE49-F238E27FC236}">
                  <a16:creationId xmlns:a16="http://schemas.microsoft.com/office/drawing/2014/main" id="{C4528215-B3E9-6C49-C415-A66C2701F4AB}"/>
                </a:ext>
              </a:extLst>
            </p:cNvPr>
            <p:cNvSpPr/>
            <p:nvPr/>
          </p:nvSpPr>
          <p:spPr>
            <a:xfrm rot="19696800">
              <a:off x="4912687" y="2757742"/>
              <a:ext cx="70855" cy="70855"/>
            </a:xfrm>
            <a:custGeom>
              <a:avLst/>
              <a:gdLst>
                <a:gd name="connsiteX0" fmla="*/ 17857 w 17856"/>
                <a:gd name="connsiteY0" fmla="*/ 8928 h 17856"/>
                <a:gd name="connsiteX1" fmla="*/ 8928 w 17856"/>
                <a:gd name="connsiteY1" fmla="*/ 17856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6"/>
                    <a:pt x="8928" y="17856"/>
                  </a:cubicBezTo>
                  <a:cubicBezTo>
                    <a:pt x="3997" y="17856"/>
                    <a:pt x="0" y="13859"/>
                    <a:pt x="0" y="8928"/>
                  </a:cubicBezTo>
                  <a:cubicBezTo>
                    <a:pt x="0" y="3997"/>
                    <a:pt x="3998" y="0"/>
                    <a:pt x="8928" y="0"/>
                  </a:cubicBezTo>
                  <a:cubicBezTo>
                    <a:pt x="13860" y="0"/>
                    <a:pt x="17857" y="3997"/>
                    <a:pt x="17857" y="8928"/>
                  </a:cubicBezTo>
                  <a:close/>
                </a:path>
              </a:pathLst>
            </a:custGeom>
            <a:solidFill>
              <a:srgbClr val="B4AED3">
                <a:alpha val="70000"/>
              </a:srgbClr>
            </a:solidFill>
            <a:ln w="2249" cap="flat">
              <a:noFill/>
              <a:prstDash val="solid"/>
              <a:miter/>
            </a:ln>
          </p:spPr>
          <p:txBody>
            <a:bodyPr rtlCol="0" anchor="ctr"/>
            <a:lstStyle/>
            <a:p>
              <a:endParaRPr lang="en-US"/>
            </a:p>
          </p:txBody>
        </p:sp>
        <p:sp>
          <p:nvSpPr>
            <p:cNvPr id="18166" name="Freeform 18165">
              <a:extLst>
                <a:ext uri="{FF2B5EF4-FFF2-40B4-BE49-F238E27FC236}">
                  <a16:creationId xmlns:a16="http://schemas.microsoft.com/office/drawing/2014/main" id="{907C986E-796F-2D16-49F4-290C74523299}"/>
                </a:ext>
              </a:extLst>
            </p:cNvPr>
            <p:cNvSpPr/>
            <p:nvPr/>
          </p:nvSpPr>
          <p:spPr>
            <a:xfrm rot="19696800">
              <a:off x="4898521" y="3069446"/>
              <a:ext cx="70855" cy="70855"/>
            </a:xfrm>
            <a:custGeom>
              <a:avLst/>
              <a:gdLst>
                <a:gd name="connsiteX0" fmla="*/ 17857 w 17856"/>
                <a:gd name="connsiteY0" fmla="*/ 8928 h 17856"/>
                <a:gd name="connsiteX1" fmla="*/ 8929 w 17856"/>
                <a:gd name="connsiteY1" fmla="*/ 17857 h 17856"/>
                <a:gd name="connsiteX2" fmla="*/ 0 w 17856"/>
                <a:gd name="connsiteY2" fmla="*/ 8928 h 17856"/>
                <a:gd name="connsiteX3" fmla="*/ 8929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9" y="17857"/>
                  </a:cubicBezTo>
                  <a:cubicBezTo>
                    <a:pt x="3997" y="17857"/>
                    <a:pt x="0" y="13859"/>
                    <a:pt x="0" y="8928"/>
                  </a:cubicBezTo>
                  <a:cubicBezTo>
                    <a:pt x="0" y="3997"/>
                    <a:pt x="3998" y="0"/>
                    <a:pt x="8929" y="0"/>
                  </a:cubicBezTo>
                  <a:cubicBezTo>
                    <a:pt x="13860" y="0"/>
                    <a:pt x="17857" y="3997"/>
                    <a:pt x="17857" y="8928"/>
                  </a:cubicBezTo>
                  <a:close/>
                </a:path>
              </a:pathLst>
            </a:custGeom>
            <a:solidFill>
              <a:srgbClr val="B4AED3">
                <a:alpha val="70000"/>
              </a:srgbClr>
            </a:solidFill>
            <a:ln w="2249" cap="flat">
              <a:noFill/>
              <a:prstDash val="solid"/>
              <a:miter/>
            </a:ln>
          </p:spPr>
          <p:txBody>
            <a:bodyPr rtlCol="0" anchor="ctr"/>
            <a:lstStyle/>
            <a:p>
              <a:endParaRPr lang="en-US"/>
            </a:p>
          </p:txBody>
        </p:sp>
        <p:sp>
          <p:nvSpPr>
            <p:cNvPr id="18167" name="Freeform 18166">
              <a:extLst>
                <a:ext uri="{FF2B5EF4-FFF2-40B4-BE49-F238E27FC236}">
                  <a16:creationId xmlns:a16="http://schemas.microsoft.com/office/drawing/2014/main" id="{75C1CB14-C53E-E15F-7058-F48734E639DE}"/>
                </a:ext>
              </a:extLst>
            </p:cNvPr>
            <p:cNvSpPr/>
            <p:nvPr/>
          </p:nvSpPr>
          <p:spPr>
            <a:xfrm rot="19696800">
              <a:off x="4906536" y="3641400"/>
              <a:ext cx="70855" cy="70855"/>
            </a:xfrm>
            <a:custGeom>
              <a:avLst/>
              <a:gdLst>
                <a:gd name="connsiteX0" fmla="*/ 17857 w 17856"/>
                <a:gd name="connsiteY0" fmla="*/ 8928 h 17856"/>
                <a:gd name="connsiteX1" fmla="*/ 8929 w 17856"/>
                <a:gd name="connsiteY1" fmla="*/ 17856 h 17856"/>
                <a:gd name="connsiteX2" fmla="*/ 0 w 17856"/>
                <a:gd name="connsiteY2" fmla="*/ 8928 h 17856"/>
                <a:gd name="connsiteX3" fmla="*/ 8929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6"/>
                    <a:pt x="8929" y="17856"/>
                  </a:cubicBezTo>
                  <a:cubicBezTo>
                    <a:pt x="3997" y="17856"/>
                    <a:pt x="0" y="13859"/>
                    <a:pt x="0" y="8928"/>
                  </a:cubicBezTo>
                  <a:cubicBezTo>
                    <a:pt x="0" y="3997"/>
                    <a:pt x="3998" y="0"/>
                    <a:pt x="8929" y="0"/>
                  </a:cubicBezTo>
                  <a:cubicBezTo>
                    <a:pt x="13860" y="0"/>
                    <a:pt x="17857" y="3997"/>
                    <a:pt x="17857" y="8928"/>
                  </a:cubicBezTo>
                  <a:close/>
                </a:path>
              </a:pathLst>
            </a:custGeom>
            <a:solidFill>
              <a:srgbClr val="B4AED3">
                <a:alpha val="70000"/>
              </a:srgbClr>
            </a:solidFill>
            <a:ln w="2249" cap="flat">
              <a:noFill/>
              <a:prstDash val="solid"/>
              <a:miter/>
            </a:ln>
          </p:spPr>
          <p:txBody>
            <a:bodyPr rtlCol="0" anchor="ctr"/>
            <a:lstStyle/>
            <a:p>
              <a:endParaRPr lang="en-US"/>
            </a:p>
          </p:txBody>
        </p:sp>
        <p:sp>
          <p:nvSpPr>
            <p:cNvPr id="18168" name="Freeform 18167">
              <a:extLst>
                <a:ext uri="{FF2B5EF4-FFF2-40B4-BE49-F238E27FC236}">
                  <a16:creationId xmlns:a16="http://schemas.microsoft.com/office/drawing/2014/main" id="{8B82F603-E065-2A13-515B-4C26D43D4F25}"/>
                </a:ext>
              </a:extLst>
            </p:cNvPr>
            <p:cNvSpPr/>
            <p:nvPr/>
          </p:nvSpPr>
          <p:spPr>
            <a:xfrm rot="19696800">
              <a:off x="4844753" y="3254555"/>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8" y="0"/>
                    <a:pt x="8928" y="0"/>
                  </a:cubicBezTo>
                  <a:cubicBezTo>
                    <a:pt x="13860" y="0"/>
                    <a:pt x="17857" y="3997"/>
                    <a:pt x="17857" y="8928"/>
                  </a:cubicBezTo>
                  <a:close/>
                </a:path>
              </a:pathLst>
            </a:custGeom>
            <a:solidFill>
              <a:srgbClr val="B4AED3">
                <a:alpha val="70000"/>
              </a:srgbClr>
            </a:solidFill>
            <a:ln w="2249" cap="flat">
              <a:noFill/>
              <a:prstDash val="solid"/>
              <a:miter/>
            </a:ln>
          </p:spPr>
          <p:txBody>
            <a:bodyPr rtlCol="0" anchor="ctr"/>
            <a:lstStyle/>
            <a:p>
              <a:endParaRPr lang="en-US"/>
            </a:p>
          </p:txBody>
        </p:sp>
        <p:sp>
          <p:nvSpPr>
            <p:cNvPr id="18169" name="Freeform 18168">
              <a:extLst>
                <a:ext uri="{FF2B5EF4-FFF2-40B4-BE49-F238E27FC236}">
                  <a16:creationId xmlns:a16="http://schemas.microsoft.com/office/drawing/2014/main" id="{B9DC3E67-C7CA-6CE7-957E-4AC4F67F7338}"/>
                </a:ext>
              </a:extLst>
            </p:cNvPr>
            <p:cNvSpPr/>
            <p:nvPr/>
          </p:nvSpPr>
          <p:spPr>
            <a:xfrm rot="19696800">
              <a:off x="4788806" y="3269904"/>
              <a:ext cx="70855" cy="70855"/>
            </a:xfrm>
            <a:custGeom>
              <a:avLst/>
              <a:gdLst>
                <a:gd name="connsiteX0" fmla="*/ 17857 w 17856"/>
                <a:gd name="connsiteY0" fmla="*/ 8928 h 17856"/>
                <a:gd name="connsiteX1" fmla="*/ 8928 w 17856"/>
                <a:gd name="connsiteY1" fmla="*/ 17856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6"/>
                    <a:pt x="8928" y="17856"/>
                  </a:cubicBezTo>
                  <a:cubicBezTo>
                    <a:pt x="3997" y="17856"/>
                    <a:pt x="0" y="13859"/>
                    <a:pt x="0" y="8928"/>
                  </a:cubicBezTo>
                  <a:cubicBezTo>
                    <a:pt x="0" y="3997"/>
                    <a:pt x="3998" y="0"/>
                    <a:pt x="8928" y="0"/>
                  </a:cubicBezTo>
                  <a:cubicBezTo>
                    <a:pt x="13860" y="0"/>
                    <a:pt x="17857" y="3997"/>
                    <a:pt x="17857" y="8928"/>
                  </a:cubicBezTo>
                  <a:close/>
                </a:path>
              </a:pathLst>
            </a:custGeom>
            <a:solidFill>
              <a:srgbClr val="B4AED3">
                <a:alpha val="70000"/>
              </a:srgbClr>
            </a:solidFill>
            <a:ln w="2249" cap="flat">
              <a:noFill/>
              <a:prstDash val="solid"/>
              <a:miter/>
            </a:ln>
          </p:spPr>
          <p:txBody>
            <a:bodyPr rtlCol="0" anchor="ctr"/>
            <a:lstStyle/>
            <a:p>
              <a:endParaRPr lang="en-US"/>
            </a:p>
          </p:txBody>
        </p:sp>
        <p:sp>
          <p:nvSpPr>
            <p:cNvPr id="18170" name="Freeform 18169">
              <a:extLst>
                <a:ext uri="{FF2B5EF4-FFF2-40B4-BE49-F238E27FC236}">
                  <a16:creationId xmlns:a16="http://schemas.microsoft.com/office/drawing/2014/main" id="{E4FC204C-6AFE-8FB5-7974-04AEA3F1AE66}"/>
                </a:ext>
              </a:extLst>
            </p:cNvPr>
            <p:cNvSpPr/>
            <p:nvPr/>
          </p:nvSpPr>
          <p:spPr>
            <a:xfrm rot="19696800">
              <a:off x="4961864" y="3347279"/>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8" y="0"/>
                    <a:pt x="8928" y="0"/>
                  </a:cubicBezTo>
                  <a:cubicBezTo>
                    <a:pt x="13860" y="0"/>
                    <a:pt x="17857" y="3997"/>
                    <a:pt x="17857" y="8928"/>
                  </a:cubicBezTo>
                  <a:close/>
                </a:path>
              </a:pathLst>
            </a:custGeom>
            <a:solidFill>
              <a:srgbClr val="B4AED3">
                <a:alpha val="70000"/>
              </a:srgbClr>
            </a:solidFill>
            <a:ln w="2249" cap="flat">
              <a:noFill/>
              <a:prstDash val="solid"/>
              <a:miter/>
            </a:ln>
          </p:spPr>
          <p:txBody>
            <a:bodyPr rtlCol="0" anchor="ctr"/>
            <a:lstStyle/>
            <a:p>
              <a:endParaRPr lang="en-US"/>
            </a:p>
          </p:txBody>
        </p:sp>
        <p:sp>
          <p:nvSpPr>
            <p:cNvPr id="18171" name="Freeform 18170">
              <a:extLst>
                <a:ext uri="{FF2B5EF4-FFF2-40B4-BE49-F238E27FC236}">
                  <a16:creationId xmlns:a16="http://schemas.microsoft.com/office/drawing/2014/main" id="{F54446FD-12DA-14BA-D6C8-1665BC0C9A8F}"/>
                </a:ext>
              </a:extLst>
            </p:cNvPr>
            <p:cNvSpPr/>
            <p:nvPr/>
          </p:nvSpPr>
          <p:spPr>
            <a:xfrm rot="19696800">
              <a:off x="4849899" y="3821362"/>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7" y="0"/>
                    <a:pt x="8928" y="0"/>
                  </a:cubicBezTo>
                  <a:cubicBezTo>
                    <a:pt x="13859" y="0"/>
                    <a:pt x="17857" y="3997"/>
                    <a:pt x="17857" y="8928"/>
                  </a:cubicBezTo>
                  <a:close/>
                </a:path>
              </a:pathLst>
            </a:custGeom>
            <a:solidFill>
              <a:srgbClr val="B4AED3">
                <a:alpha val="70000"/>
              </a:srgbClr>
            </a:solidFill>
            <a:ln w="2249" cap="flat">
              <a:noFill/>
              <a:prstDash val="solid"/>
              <a:miter/>
            </a:ln>
          </p:spPr>
          <p:txBody>
            <a:bodyPr rtlCol="0" anchor="ctr"/>
            <a:lstStyle/>
            <a:p>
              <a:endParaRPr lang="en-US"/>
            </a:p>
          </p:txBody>
        </p:sp>
        <p:sp>
          <p:nvSpPr>
            <p:cNvPr id="18172" name="Freeform 18171">
              <a:extLst>
                <a:ext uri="{FF2B5EF4-FFF2-40B4-BE49-F238E27FC236}">
                  <a16:creationId xmlns:a16="http://schemas.microsoft.com/office/drawing/2014/main" id="{AC01C7D7-6D33-ADFF-69B2-E11D6D993EF0}"/>
                </a:ext>
              </a:extLst>
            </p:cNvPr>
            <p:cNvSpPr/>
            <p:nvPr/>
          </p:nvSpPr>
          <p:spPr>
            <a:xfrm rot="19696800">
              <a:off x="4881462" y="3248417"/>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8" y="0"/>
                    <a:pt x="8928" y="0"/>
                  </a:cubicBezTo>
                  <a:cubicBezTo>
                    <a:pt x="13860" y="0"/>
                    <a:pt x="17857" y="3998"/>
                    <a:pt x="17857" y="8928"/>
                  </a:cubicBezTo>
                  <a:close/>
                </a:path>
              </a:pathLst>
            </a:custGeom>
            <a:solidFill>
              <a:srgbClr val="B4AED3">
                <a:alpha val="70000"/>
              </a:srgbClr>
            </a:solidFill>
            <a:ln w="2249" cap="flat">
              <a:noFill/>
              <a:prstDash val="solid"/>
              <a:miter/>
            </a:ln>
          </p:spPr>
          <p:txBody>
            <a:bodyPr rtlCol="0" anchor="ctr"/>
            <a:lstStyle/>
            <a:p>
              <a:endParaRPr lang="en-US"/>
            </a:p>
          </p:txBody>
        </p:sp>
        <p:sp>
          <p:nvSpPr>
            <p:cNvPr id="18173" name="Freeform 18172">
              <a:extLst>
                <a:ext uri="{FF2B5EF4-FFF2-40B4-BE49-F238E27FC236}">
                  <a16:creationId xmlns:a16="http://schemas.microsoft.com/office/drawing/2014/main" id="{402E7428-0E4D-1783-F4EA-685C14AC4022}"/>
                </a:ext>
              </a:extLst>
            </p:cNvPr>
            <p:cNvSpPr/>
            <p:nvPr/>
          </p:nvSpPr>
          <p:spPr>
            <a:xfrm rot="19696800">
              <a:off x="4791501" y="3424665"/>
              <a:ext cx="70855" cy="70855"/>
            </a:xfrm>
            <a:custGeom>
              <a:avLst/>
              <a:gdLst>
                <a:gd name="connsiteX0" fmla="*/ 17857 w 17856"/>
                <a:gd name="connsiteY0" fmla="*/ 8928 h 17856"/>
                <a:gd name="connsiteX1" fmla="*/ 8929 w 17856"/>
                <a:gd name="connsiteY1" fmla="*/ 17857 h 17856"/>
                <a:gd name="connsiteX2" fmla="*/ 0 w 17856"/>
                <a:gd name="connsiteY2" fmla="*/ 8928 h 17856"/>
                <a:gd name="connsiteX3" fmla="*/ 8929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9" y="17857"/>
                  </a:cubicBezTo>
                  <a:cubicBezTo>
                    <a:pt x="3997" y="17857"/>
                    <a:pt x="0" y="13859"/>
                    <a:pt x="0" y="8928"/>
                  </a:cubicBezTo>
                  <a:cubicBezTo>
                    <a:pt x="0" y="3997"/>
                    <a:pt x="3998" y="0"/>
                    <a:pt x="8929" y="0"/>
                  </a:cubicBezTo>
                  <a:cubicBezTo>
                    <a:pt x="13860" y="0"/>
                    <a:pt x="17857" y="3998"/>
                    <a:pt x="17857" y="8928"/>
                  </a:cubicBezTo>
                  <a:close/>
                </a:path>
              </a:pathLst>
            </a:custGeom>
            <a:solidFill>
              <a:srgbClr val="B4AED3">
                <a:alpha val="70000"/>
              </a:srgbClr>
            </a:solidFill>
            <a:ln w="2249" cap="flat">
              <a:noFill/>
              <a:prstDash val="solid"/>
              <a:miter/>
            </a:ln>
          </p:spPr>
          <p:txBody>
            <a:bodyPr rtlCol="0" anchor="ctr"/>
            <a:lstStyle/>
            <a:p>
              <a:endParaRPr lang="en-US"/>
            </a:p>
          </p:txBody>
        </p:sp>
        <p:sp>
          <p:nvSpPr>
            <p:cNvPr id="18174" name="Freeform 18173">
              <a:extLst>
                <a:ext uri="{FF2B5EF4-FFF2-40B4-BE49-F238E27FC236}">
                  <a16:creationId xmlns:a16="http://schemas.microsoft.com/office/drawing/2014/main" id="{701B57AB-0058-65F9-7A92-CA56AF01C694}"/>
                </a:ext>
              </a:extLst>
            </p:cNvPr>
            <p:cNvSpPr/>
            <p:nvPr/>
          </p:nvSpPr>
          <p:spPr>
            <a:xfrm rot="19696800">
              <a:off x="4900303" y="2862775"/>
              <a:ext cx="70855" cy="70855"/>
            </a:xfrm>
            <a:custGeom>
              <a:avLst/>
              <a:gdLst>
                <a:gd name="connsiteX0" fmla="*/ 17857 w 17856"/>
                <a:gd name="connsiteY0" fmla="*/ 8928 h 17856"/>
                <a:gd name="connsiteX1" fmla="*/ 8928 w 17856"/>
                <a:gd name="connsiteY1" fmla="*/ 17856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6"/>
                    <a:pt x="8928" y="17856"/>
                  </a:cubicBezTo>
                  <a:cubicBezTo>
                    <a:pt x="3997" y="17856"/>
                    <a:pt x="0" y="13859"/>
                    <a:pt x="0" y="8928"/>
                  </a:cubicBezTo>
                  <a:cubicBezTo>
                    <a:pt x="0" y="3997"/>
                    <a:pt x="3998" y="0"/>
                    <a:pt x="8928" y="0"/>
                  </a:cubicBezTo>
                  <a:cubicBezTo>
                    <a:pt x="13860" y="0"/>
                    <a:pt x="17857" y="3997"/>
                    <a:pt x="17857" y="8928"/>
                  </a:cubicBezTo>
                  <a:close/>
                </a:path>
              </a:pathLst>
            </a:custGeom>
            <a:solidFill>
              <a:srgbClr val="B4AED3">
                <a:alpha val="70000"/>
              </a:srgbClr>
            </a:solidFill>
            <a:ln w="2249" cap="flat">
              <a:noFill/>
              <a:prstDash val="solid"/>
              <a:miter/>
            </a:ln>
          </p:spPr>
          <p:txBody>
            <a:bodyPr rtlCol="0" anchor="ctr"/>
            <a:lstStyle/>
            <a:p>
              <a:endParaRPr lang="en-US"/>
            </a:p>
          </p:txBody>
        </p:sp>
        <p:sp>
          <p:nvSpPr>
            <p:cNvPr id="18175" name="Freeform 18174">
              <a:extLst>
                <a:ext uri="{FF2B5EF4-FFF2-40B4-BE49-F238E27FC236}">
                  <a16:creationId xmlns:a16="http://schemas.microsoft.com/office/drawing/2014/main" id="{1775D647-B40F-08AE-E784-ED9A8F2A87E7}"/>
                </a:ext>
              </a:extLst>
            </p:cNvPr>
            <p:cNvSpPr/>
            <p:nvPr/>
          </p:nvSpPr>
          <p:spPr>
            <a:xfrm rot="19696800">
              <a:off x="4957007" y="3375028"/>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7" y="0"/>
                    <a:pt x="8928" y="0"/>
                  </a:cubicBezTo>
                  <a:cubicBezTo>
                    <a:pt x="13859" y="0"/>
                    <a:pt x="17857" y="3997"/>
                    <a:pt x="17857" y="8928"/>
                  </a:cubicBezTo>
                  <a:close/>
                </a:path>
              </a:pathLst>
            </a:custGeom>
            <a:solidFill>
              <a:srgbClr val="B4AED3">
                <a:alpha val="70000"/>
              </a:srgbClr>
            </a:solidFill>
            <a:ln w="2249" cap="flat">
              <a:noFill/>
              <a:prstDash val="solid"/>
              <a:miter/>
            </a:ln>
          </p:spPr>
          <p:txBody>
            <a:bodyPr rtlCol="0" anchor="ctr"/>
            <a:lstStyle/>
            <a:p>
              <a:endParaRPr lang="en-US"/>
            </a:p>
          </p:txBody>
        </p:sp>
        <p:sp>
          <p:nvSpPr>
            <p:cNvPr id="17728" name="Freeform 17727">
              <a:extLst>
                <a:ext uri="{FF2B5EF4-FFF2-40B4-BE49-F238E27FC236}">
                  <a16:creationId xmlns:a16="http://schemas.microsoft.com/office/drawing/2014/main" id="{5E20DEA5-18C3-4384-B28C-7A6C1994211B}"/>
                </a:ext>
              </a:extLst>
            </p:cNvPr>
            <p:cNvSpPr/>
            <p:nvPr/>
          </p:nvSpPr>
          <p:spPr>
            <a:xfrm rot="19696800">
              <a:off x="4888485" y="2827788"/>
              <a:ext cx="70855" cy="70855"/>
            </a:xfrm>
            <a:custGeom>
              <a:avLst/>
              <a:gdLst>
                <a:gd name="connsiteX0" fmla="*/ 17857 w 17856"/>
                <a:gd name="connsiteY0" fmla="*/ 8928 h 17856"/>
                <a:gd name="connsiteX1" fmla="*/ 8929 w 17856"/>
                <a:gd name="connsiteY1" fmla="*/ 17857 h 17856"/>
                <a:gd name="connsiteX2" fmla="*/ 0 w 17856"/>
                <a:gd name="connsiteY2" fmla="*/ 8928 h 17856"/>
                <a:gd name="connsiteX3" fmla="*/ 8929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9" y="17857"/>
                  </a:cubicBezTo>
                  <a:cubicBezTo>
                    <a:pt x="3997" y="17857"/>
                    <a:pt x="0" y="13859"/>
                    <a:pt x="0" y="8928"/>
                  </a:cubicBezTo>
                  <a:cubicBezTo>
                    <a:pt x="0" y="3997"/>
                    <a:pt x="3998" y="0"/>
                    <a:pt x="8929" y="0"/>
                  </a:cubicBezTo>
                  <a:cubicBezTo>
                    <a:pt x="13860" y="0"/>
                    <a:pt x="17857" y="3998"/>
                    <a:pt x="17857" y="8928"/>
                  </a:cubicBezTo>
                  <a:close/>
                </a:path>
              </a:pathLst>
            </a:custGeom>
            <a:solidFill>
              <a:srgbClr val="B4AED3">
                <a:alpha val="70000"/>
              </a:srgbClr>
            </a:solidFill>
            <a:ln w="2249" cap="flat">
              <a:noFill/>
              <a:prstDash val="solid"/>
              <a:miter/>
            </a:ln>
          </p:spPr>
          <p:txBody>
            <a:bodyPr rtlCol="0" anchor="ctr"/>
            <a:lstStyle/>
            <a:p>
              <a:endParaRPr lang="en-US"/>
            </a:p>
          </p:txBody>
        </p:sp>
        <p:sp>
          <p:nvSpPr>
            <p:cNvPr id="17729" name="Freeform 17728">
              <a:extLst>
                <a:ext uri="{FF2B5EF4-FFF2-40B4-BE49-F238E27FC236}">
                  <a16:creationId xmlns:a16="http://schemas.microsoft.com/office/drawing/2014/main" id="{0E74BE05-F628-A11C-9618-C4BFEA3CD433}"/>
                </a:ext>
              </a:extLst>
            </p:cNvPr>
            <p:cNvSpPr/>
            <p:nvPr/>
          </p:nvSpPr>
          <p:spPr>
            <a:xfrm rot="19696800">
              <a:off x="4938254" y="3319621"/>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8" y="0"/>
                    <a:pt x="8928" y="0"/>
                  </a:cubicBezTo>
                  <a:cubicBezTo>
                    <a:pt x="13860" y="0"/>
                    <a:pt x="17857" y="3997"/>
                    <a:pt x="17857" y="8928"/>
                  </a:cubicBezTo>
                  <a:close/>
                </a:path>
              </a:pathLst>
            </a:custGeom>
            <a:solidFill>
              <a:srgbClr val="B4AED3">
                <a:alpha val="70000"/>
              </a:srgbClr>
            </a:solidFill>
            <a:ln w="2249" cap="flat">
              <a:noFill/>
              <a:prstDash val="solid"/>
              <a:miter/>
            </a:ln>
          </p:spPr>
          <p:txBody>
            <a:bodyPr rtlCol="0" anchor="ctr"/>
            <a:lstStyle/>
            <a:p>
              <a:endParaRPr lang="en-US"/>
            </a:p>
          </p:txBody>
        </p:sp>
        <p:sp>
          <p:nvSpPr>
            <p:cNvPr id="17730" name="Freeform 17729">
              <a:extLst>
                <a:ext uri="{FF2B5EF4-FFF2-40B4-BE49-F238E27FC236}">
                  <a16:creationId xmlns:a16="http://schemas.microsoft.com/office/drawing/2014/main" id="{E1BD6957-CB7B-C6D1-508F-2A7B24646679}"/>
                </a:ext>
              </a:extLst>
            </p:cNvPr>
            <p:cNvSpPr/>
            <p:nvPr/>
          </p:nvSpPr>
          <p:spPr>
            <a:xfrm rot="19696800">
              <a:off x="4927464" y="3461680"/>
              <a:ext cx="70855" cy="70855"/>
            </a:xfrm>
            <a:custGeom>
              <a:avLst/>
              <a:gdLst>
                <a:gd name="connsiteX0" fmla="*/ 17857 w 17856"/>
                <a:gd name="connsiteY0" fmla="*/ 8928 h 17856"/>
                <a:gd name="connsiteX1" fmla="*/ 8928 w 17856"/>
                <a:gd name="connsiteY1" fmla="*/ 17856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6"/>
                    <a:pt x="8928" y="17856"/>
                  </a:cubicBezTo>
                  <a:cubicBezTo>
                    <a:pt x="3997" y="17856"/>
                    <a:pt x="0" y="13859"/>
                    <a:pt x="0" y="8928"/>
                  </a:cubicBezTo>
                  <a:cubicBezTo>
                    <a:pt x="0" y="3997"/>
                    <a:pt x="3998" y="0"/>
                    <a:pt x="8928" y="0"/>
                  </a:cubicBezTo>
                  <a:cubicBezTo>
                    <a:pt x="13860" y="0"/>
                    <a:pt x="17857" y="3997"/>
                    <a:pt x="17857" y="8928"/>
                  </a:cubicBezTo>
                  <a:close/>
                </a:path>
              </a:pathLst>
            </a:custGeom>
            <a:solidFill>
              <a:srgbClr val="B4AED3">
                <a:alpha val="70000"/>
              </a:srgbClr>
            </a:solidFill>
            <a:ln w="2249" cap="flat">
              <a:noFill/>
              <a:prstDash val="solid"/>
              <a:miter/>
            </a:ln>
          </p:spPr>
          <p:txBody>
            <a:bodyPr rtlCol="0" anchor="ctr"/>
            <a:lstStyle/>
            <a:p>
              <a:endParaRPr lang="en-US"/>
            </a:p>
          </p:txBody>
        </p:sp>
        <p:sp>
          <p:nvSpPr>
            <p:cNvPr id="17731" name="Freeform 17730">
              <a:extLst>
                <a:ext uri="{FF2B5EF4-FFF2-40B4-BE49-F238E27FC236}">
                  <a16:creationId xmlns:a16="http://schemas.microsoft.com/office/drawing/2014/main" id="{3399D1B6-2240-8443-7F53-ACBE520CE2FA}"/>
                </a:ext>
              </a:extLst>
            </p:cNvPr>
            <p:cNvSpPr/>
            <p:nvPr/>
          </p:nvSpPr>
          <p:spPr>
            <a:xfrm rot="19696800">
              <a:off x="4804357" y="2765187"/>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8" y="0"/>
                    <a:pt x="8928" y="0"/>
                  </a:cubicBezTo>
                  <a:cubicBezTo>
                    <a:pt x="13860" y="0"/>
                    <a:pt x="17857" y="3997"/>
                    <a:pt x="17857" y="8928"/>
                  </a:cubicBezTo>
                  <a:close/>
                </a:path>
              </a:pathLst>
            </a:custGeom>
            <a:solidFill>
              <a:srgbClr val="B4AED3">
                <a:alpha val="70000"/>
              </a:srgbClr>
            </a:solidFill>
            <a:ln w="2249" cap="flat">
              <a:noFill/>
              <a:prstDash val="solid"/>
              <a:miter/>
            </a:ln>
          </p:spPr>
          <p:txBody>
            <a:bodyPr rtlCol="0" anchor="ctr"/>
            <a:lstStyle/>
            <a:p>
              <a:endParaRPr lang="en-US"/>
            </a:p>
          </p:txBody>
        </p:sp>
        <p:sp>
          <p:nvSpPr>
            <p:cNvPr id="17732" name="Freeform 17731">
              <a:extLst>
                <a:ext uri="{FF2B5EF4-FFF2-40B4-BE49-F238E27FC236}">
                  <a16:creationId xmlns:a16="http://schemas.microsoft.com/office/drawing/2014/main" id="{1D584DC6-CD0C-E5B0-4C76-6539DD34CE4E}"/>
                </a:ext>
              </a:extLst>
            </p:cNvPr>
            <p:cNvSpPr/>
            <p:nvPr/>
          </p:nvSpPr>
          <p:spPr>
            <a:xfrm rot="19696800">
              <a:off x="4873149" y="3018468"/>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7" y="0"/>
                    <a:pt x="8928" y="0"/>
                  </a:cubicBezTo>
                  <a:cubicBezTo>
                    <a:pt x="13859" y="0"/>
                    <a:pt x="17857" y="3998"/>
                    <a:pt x="17857" y="8928"/>
                  </a:cubicBezTo>
                  <a:close/>
                </a:path>
              </a:pathLst>
            </a:custGeom>
            <a:solidFill>
              <a:srgbClr val="B4AED3">
                <a:alpha val="70000"/>
              </a:srgbClr>
            </a:solidFill>
            <a:ln w="2249" cap="flat">
              <a:noFill/>
              <a:prstDash val="solid"/>
              <a:miter/>
            </a:ln>
          </p:spPr>
          <p:txBody>
            <a:bodyPr rtlCol="0" anchor="ctr"/>
            <a:lstStyle/>
            <a:p>
              <a:endParaRPr lang="en-US"/>
            </a:p>
          </p:txBody>
        </p:sp>
        <p:sp>
          <p:nvSpPr>
            <p:cNvPr id="17733" name="Freeform 17732">
              <a:extLst>
                <a:ext uri="{FF2B5EF4-FFF2-40B4-BE49-F238E27FC236}">
                  <a16:creationId xmlns:a16="http://schemas.microsoft.com/office/drawing/2014/main" id="{640E667C-8E8F-8067-A015-BCD0D330F5A8}"/>
                </a:ext>
              </a:extLst>
            </p:cNvPr>
            <p:cNvSpPr/>
            <p:nvPr/>
          </p:nvSpPr>
          <p:spPr>
            <a:xfrm rot="19696800">
              <a:off x="4800532" y="3217819"/>
              <a:ext cx="70855" cy="70855"/>
            </a:xfrm>
            <a:custGeom>
              <a:avLst/>
              <a:gdLst>
                <a:gd name="connsiteX0" fmla="*/ 17857 w 17856"/>
                <a:gd name="connsiteY0" fmla="*/ 8928 h 17856"/>
                <a:gd name="connsiteX1" fmla="*/ 8929 w 17856"/>
                <a:gd name="connsiteY1" fmla="*/ 17857 h 17856"/>
                <a:gd name="connsiteX2" fmla="*/ 0 w 17856"/>
                <a:gd name="connsiteY2" fmla="*/ 8928 h 17856"/>
                <a:gd name="connsiteX3" fmla="*/ 8929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9" y="17857"/>
                  </a:cubicBezTo>
                  <a:cubicBezTo>
                    <a:pt x="3997" y="17857"/>
                    <a:pt x="0" y="13859"/>
                    <a:pt x="0" y="8928"/>
                  </a:cubicBezTo>
                  <a:cubicBezTo>
                    <a:pt x="0" y="3997"/>
                    <a:pt x="3998" y="0"/>
                    <a:pt x="8929" y="0"/>
                  </a:cubicBezTo>
                  <a:cubicBezTo>
                    <a:pt x="13860" y="0"/>
                    <a:pt x="17857" y="3997"/>
                    <a:pt x="17857" y="8928"/>
                  </a:cubicBezTo>
                  <a:close/>
                </a:path>
              </a:pathLst>
            </a:custGeom>
            <a:solidFill>
              <a:srgbClr val="B4AED3">
                <a:alpha val="70000"/>
              </a:srgbClr>
            </a:solidFill>
            <a:ln w="2249" cap="flat">
              <a:noFill/>
              <a:prstDash val="solid"/>
              <a:miter/>
            </a:ln>
          </p:spPr>
          <p:txBody>
            <a:bodyPr rtlCol="0" anchor="ctr"/>
            <a:lstStyle/>
            <a:p>
              <a:endParaRPr lang="en-US"/>
            </a:p>
          </p:txBody>
        </p:sp>
        <p:sp>
          <p:nvSpPr>
            <p:cNvPr id="17734" name="Freeform 17733">
              <a:extLst>
                <a:ext uri="{FF2B5EF4-FFF2-40B4-BE49-F238E27FC236}">
                  <a16:creationId xmlns:a16="http://schemas.microsoft.com/office/drawing/2014/main" id="{BC40C957-FAE7-9FA9-C6D7-EA05CD5A241B}"/>
                </a:ext>
              </a:extLst>
            </p:cNvPr>
            <p:cNvSpPr/>
            <p:nvPr/>
          </p:nvSpPr>
          <p:spPr>
            <a:xfrm>
              <a:off x="5049103" y="2994334"/>
              <a:ext cx="184014" cy="416935"/>
            </a:xfrm>
            <a:custGeom>
              <a:avLst/>
              <a:gdLst>
                <a:gd name="connsiteX0" fmla="*/ 0 w 46373"/>
                <a:gd name="connsiteY0" fmla="*/ 0 h 105071"/>
                <a:gd name="connsiteX1" fmla="*/ 46373 w 46373"/>
                <a:gd name="connsiteY1" fmla="*/ 0 h 105071"/>
                <a:gd name="connsiteX2" fmla="*/ 46373 w 46373"/>
                <a:gd name="connsiteY2" fmla="*/ 105071 h 105071"/>
                <a:gd name="connsiteX3" fmla="*/ 0 w 46373"/>
                <a:gd name="connsiteY3" fmla="*/ 105071 h 105071"/>
              </a:gdLst>
              <a:ahLst/>
              <a:cxnLst>
                <a:cxn ang="0">
                  <a:pos x="connsiteX0" y="connsiteY0"/>
                </a:cxn>
                <a:cxn ang="0">
                  <a:pos x="connsiteX1" y="connsiteY1"/>
                </a:cxn>
                <a:cxn ang="0">
                  <a:pos x="connsiteX2" y="connsiteY2"/>
                </a:cxn>
                <a:cxn ang="0">
                  <a:pos x="connsiteX3" y="connsiteY3"/>
                </a:cxn>
              </a:cxnLst>
              <a:rect l="l" t="t" r="r" b="b"/>
              <a:pathLst>
                <a:path w="46373" h="105071">
                  <a:moveTo>
                    <a:pt x="0" y="0"/>
                  </a:moveTo>
                  <a:lnTo>
                    <a:pt x="46373" y="0"/>
                  </a:lnTo>
                  <a:lnTo>
                    <a:pt x="46373" y="105071"/>
                  </a:lnTo>
                  <a:lnTo>
                    <a:pt x="0" y="105071"/>
                  </a:lnTo>
                  <a:close/>
                </a:path>
              </a:pathLst>
            </a:custGeom>
            <a:solidFill>
              <a:srgbClr val="B4AED3"/>
            </a:solidFill>
            <a:ln w="2249" cap="flat">
              <a:noFill/>
              <a:prstDash val="solid"/>
              <a:miter/>
            </a:ln>
          </p:spPr>
          <p:txBody>
            <a:bodyPr rtlCol="0" anchor="ctr"/>
            <a:lstStyle/>
            <a:p>
              <a:endParaRPr lang="en-US"/>
            </a:p>
          </p:txBody>
        </p:sp>
        <p:sp>
          <p:nvSpPr>
            <p:cNvPr id="17735" name="Freeform 17734">
              <a:extLst>
                <a:ext uri="{FF2B5EF4-FFF2-40B4-BE49-F238E27FC236}">
                  <a16:creationId xmlns:a16="http://schemas.microsoft.com/office/drawing/2014/main" id="{F6B9C867-3317-367F-C206-5B3984FC0DE6}"/>
                </a:ext>
              </a:extLst>
            </p:cNvPr>
            <p:cNvSpPr/>
            <p:nvPr/>
          </p:nvSpPr>
          <p:spPr>
            <a:xfrm>
              <a:off x="5049103" y="2994334"/>
              <a:ext cx="184014" cy="416935"/>
            </a:xfrm>
            <a:custGeom>
              <a:avLst/>
              <a:gdLst>
                <a:gd name="connsiteX0" fmla="*/ 0 w 46373"/>
                <a:gd name="connsiteY0" fmla="*/ 0 h 105071"/>
                <a:gd name="connsiteX1" fmla="*/ 46373 w 46373"/>
                <a:gd name="connsiteY1" fmla="*/ 0 h 105071"/>
                <a:gd name="connsiteX2" fmla="*/ 46373 w 46373"/>
                <a:gd name="connsiteY2" fmla="*/ 105071 h 105071"/>
                <a:gd name="connsiteX3" fmla="*/ 0 w 46373"/>
                <a:gd name="connsiteY3" fmla="*/ 105071 h 105071"/>
              </a:gdLst>
              <a:ahLst/>
              <a:cxnLst>
                <a:cxn ang="0">
                  <a:pos x="connsiteX0" y="connsiteY0"/>
                </a:cxn>
                <a:cxn ang="0">
                  <a:pos x="connsiteX1" y="connsiteY1"/>
                </a:cxn>
                <a:cxn ang="0">
                  <a:pos x="connsiteX2" y="connsiteY2"/>
                </a:cxn>
                <a:cxn ang="0">
                  <a:pos x="connsiteX3" y="connsiteY3"/>
                </a:cxn>
              </a:cxnLst>
              <a:rect l="l" t="t" r="r" b="b"/>
              <a:pathLst>
                <a:path w="46373" h="105071">
                  <a:moveTo>
                    <a:pt x="0" y="0"/>
                  </a:moveTo>
                  <a:lnTo>
                    <a:pt x="46373" y="0"/>
                  </a:lnTo>
                  <a:lnTo>
                    <a:pt x="46373" y="105071"/>
                  </a:lnTo>
                  <a:lnTo>
                    <a:pt x="0" y="105071"/>
                  </a:lnTo>
                  <a:close/>
                </a:path>
              </a:pathLst>
            </a:custGeom>
            <a:noFill/>
            <a:ln w="4498" cap="flat">
              <a:solidFill>
                <a:srgbClr val="000000"/>
              </a:solidFill>
              <a:prstDash val="solid"/>
              <a:miter/>
            </a:ln>
          </p:spPr>
          <p:txBody>
            <a:bodyPr rtlCol="0" anchor="ctr"/>
            <a:lstStyle/>
            <a:p>
              <a:endParaRPr lang="en-US"/>
            </a:p>
          </p:txBody>
        </p:sp>
        <p:sp>
          <p:nvSpPr>
            <p:cNvPr id="17736" name="Freeform 17735">
              <a:extLst>
                <a:ext uri="{FF2B5EF4-FFF2-40B4-BE49-F238E27FC236}">
                  <a16:creationId xmlns:a16="http://schemas.microsoft.com/office/drawing/2014/main" id="{3745BCAA-B9B5-EBD0-9C79-28297ED1A7FB}"/>
                </a:ext>
              </a:extLst>
            </p:cNvPr>
            <p:cNvSpPr/>
            <p:nvPr/>
          </p:nvSpPr>
          <p:spPr>
            <a:xfrm>
              <a:off x="5049103" y="3280444"/>
              <a:ext cx="184014" cy="8920"/>
            </a:xfrm>
            <a:custGeom>
              <a:avLst/>
              <a:gdLst>
                <a:gd name="connsiteX0" fmla="*/ 0 w 46373"/>
                <a:gd name="connsiteY0" fmla="*/ 0 h 2248"/>
                <a:gd name="connsiteX1" fmla="*/ 46373 w 46373"/>
                <a:gd name="connsiteY1" fmla="*/ 0 h 2248"/>
              </a:gdLst>
              <a:ahLst/>
              <a:cxnLst>
                <a:cxn ang="0">
                  <a:pos x="connsiteX0" y="connsiteY0"/>
                </a:cxn>
                <a:cxn ang="0">
                  <a:pos x="connsiteX1" y="connsiteY1"/>
                </a:cxn>
              </a:cxnLst>
              <a:rect l="l" t="t" r="r" b="b"/>
              <a:pathLst>
                <a:path w="46373" h="2248">
                  <a:moveTo>
                    <a:pt x="0" y="0"/>
                  </a:moveTo>
                  <a:lnTo>
                    <a:pt x="46373" y="0"/>
                  </a:lnTo>
                </a:path>
              </a:pathLst>
            </a:custGeom>
            <a:ln w="4498" cap="flat">
              <a:solidFill>
                <a:srgbClr val="000000"/>
              </a:solidFill>
              <a:prstDash val="solid"/>
              <a:round/>
            </a:ln>
          </p:spPr>
          <p:txBody>
            <a:bodyPr rtlCol="0" anchor="ctr"/>
            <a:lstStyle/>
            <a:p>
              <a:endParaRPr lang="en-US"/>
            </a:p>
          </p:txBody>
        </p:sp>
        <p:sp>
          <p:nvSpPr>
            <p:cNvPr id="17737" name="Freeform 17736">
              <a:extLst>
                <a:ext uri="{FF2B5EF4-FFF2-40B4-BE49-F238E27FC236}">
                  <a16:creationId xmlns:a16="http://schemas.microsoft.com/office/drawing/2014/main" id="{8F157565-9A84-F2DA-282C-74F9FD2FA142}"/>
                </a:ext>
              </a:extLst>
            </p:cNvPr>
            <p:cNvSpPr/>
            <p:nvPr/>
          </p:nvSpPr>
          <p:spPr>
            <a:xfrm>
              <a:off x="6061368" y="1939499"/>
              <a:ext cx="506174" cy="1960900"/>
            </a:xfrm>
            <a:custGeom>
              <a:avLst/>
              <a:gdLst>
                <a:gd name="connsiteX0" fmla="*/ 0 w 127560"/>
                <a:gd name="connsiteY0" fmla="*/ 494164 h 494163"/>
                <a:gd name="connsiteX1" fmla="*/ 135 w 127560"/>
                <a:gd name="connsiteY1" fmla="*/ 494164 h 494163"/>
                <a:gd name="connsiteX2" fmla="*/ 202 w 127560"/>
                <a:gd name="connsiteY2" fmla="*/ 489171 h 494163"/>
                <a:gd name="connsiteX3" fmla="*/ 315 w 127560"/>
                <a:gd name="connsiteY3" fmla="*/ 484178 h 494163"/>
                <a:gd name="connsiteX4" fmla="*/ 495 w 127560"/>
                <a:gd name="connsiteY4" fmla="*/ 479186 h 494163"/>
                <a:gd name="connsiteX5" fmla="*/ 742 w 127560"/>
                <a:gd name="connsiteY5" fmla="*/ 474216 h 494163"/>
                <a:gd name="connsiteX6" fmla="*/ 1079 w 127560"/>
                <a:gd name="connsiteY6" fmla="*/ 469223 h 494163"/>
                <a:gd name="connsiteX7" fmla="*/ 1552 w 127560"/>
                <a:gd name="connsiteY7" fmla="*/ 464230 h 494163"/>
                <a:gd name="connsiteX8" fmla="*/ 2204 w 127560"/>
                <a:gd name="connsiteY8" fmla="*/ 459237 h 494163"/>
                <a:gd name="connsiteX9" fmla="*/ 3036 w 127560"/>
                <a:gd name="connsiteY9" fmla="*/ 454245 h 494163"/>
                <a:gd name="connsiteX10" fmla="*/ 4161 w 127560"/>
                <a:gd name="connsiteY10" fmla="*/ 449252 h 494163"/>
                <a:gd name="connsiteX11" fmla="*/ 5555 w 127560"/>
                <a:gd name="connsiteY11" fmla="*/ 444259 h 494163"/>
                <a:gd name="connsiteX12" fmla="*/ 7309 w 127560"/>
                <a:gd name="connsiteY12" fmla="*/ 439267 h 494163"/>
                <a:gd name="connsiteX13" fmla="*/ 9468 w 127560"/>
                <a:gd name="connsiteY13" fmla="*/ 434274 h 494163"/>
                <a:gd name="connsiteX14" fmla="*/ 12054 w 127560"/>
                <a:gd name="connsiteY14" fmla="*/ 429281 h 494163"/>
                <a:gd name="connsiteX15" fmla="*/ 15113 w 127560"/>
                <a:gd name="connsiteY15" fmla="*/ 424289 h 494163"/>
                <a:gd name="connsiteX16" fmla="*/ 18689 w 127560"/>
                <a:gd name="connsiteY16" fmla="*/ 419296 h 494163"/>
                <a:gd name="connsiteX17" fmla="*/ 22827 w 127560"/>
                <a:gd name="connsiteY17" fmla="*/ 414303 h 494163"/>
                <a:gd name="connsiteX18" fmla="*/ 27482 w 127560"/>
                <a:gd name="connsiteY18" fmla="*/ 409310 h 494163"/>
                <a:gd name="connsiteX19" fmla="*/ 32722 w 127560"/>
                <a:gd name="connsiteY19" fmla="*/ 404318 h 494163"/>
                <a:gd name="connsiteX20" fmla="*/ 38502 w 127560"/>
                <a:gd name="connsiteY20" fmla="*/ 399325 h 494163"/>
                <a:gd name="connsiteX21" fmla="*/ 44822 w 127560"/>
                <a:gd name="connsiteY21" fmla="*/ 394333 h 494163"/>
                <a:gd name="connsiteX22" fmla="*/ 51636 w 127560"/>
                <a:gd name="connsiteY22" fmla="*/ 389340 h 494163"/>
                <a:gd name="connsiteX23" fmla="*/ 58900 w 127560"/>
                <a:gd name="connsiteY23" fmla="*/ 384347 h 494163"/>
                <a:gd name="connsiteX24" fmla="*/ 66524 w 127560"/>
                <a:gd name="connsiteY24" fmla="*/ 379354 h 494163"/>
                <a:gd name="connsiteX25" fmla="*/ 74418 w 127560"/>
                <a:gd name="connsiteY25" fmla="*/ 374362 h 494163"/>
                <a:gd name="connsiteX26" fmla="*/ 82402 w 127560"/>
                <a:gd name="connsiteY26" fmla="*/ 369369 h 494163"/>
                <a:gd name="connsiteX27" fmla="*/ 90340 w 127560"/>
                <a:gd name="connsiteY27" fmla="*/ 364376 h 494163"/>
                <a:gd name="connsiteX28" fmla="*/ 98010 w 127560"/>
                <a:gd name="connsiteY28" fmla="*/ 359406 h 494163"/>
                <a:gd name="connsiteX29" fmla="*/ 105206 w 127560"/>
                <a:gd name="connsiteY29" fmla="*/ 354413 h 494163"/>
                <a:gd name="connsiteX30" fmla="*/ 111706 w 127560"/>
                <a:gd name="connsiteY30" fmla="*/ 349421 h 494163"/>
                <a:gd name="connsiteX31" fmla="*/ 117305 w 127560"/>
                <a:gd name="connsiteY31" fmla="*/ 344428 h 494163"/>
                <a:gd name="connsiteX32" fmla="*/ 121781 w 127560"/>
                <a:gd name="connsiteY32" fmla="*/ 339435 h 494163"/>
                <a:gd name="connsiteX33" fmla="*/ 125042 w 127560"/>
                <a:gd name="connsiteY33" fmla="*/ 334443 h 494163"/>
                <a:gd name="connsiteX34" fmla="*/ 126954 w 127560"/>
                <a:gd name="connsiteY34" fmla="*/ 329450 h 494163"/>
                <a:gd name="connsiteX35" fmla="*/ 127561 w 127560"/>
                <a:gd name="connsiteY35" fmla="*/ 324457 h 494163"/>
                <a:gd name="connsiteX36" fmla="*/ 126886 w 127560"/>
                <a:gd name="connsiteY36" fmla="*/ 319465 h 494163"/>
                <a:gd name="connsiteX37" fmla="*/ 125087 w 127560"/>
                <a:gd name="connsiteY37" fmla="*/ 314472 h 494163"/>
                <a:gd name="connsiteX38" fmla="*/ 122343 w 127560"/>
                <a:gd name="connsiteY38" fmla="*/ 309479 h 494163"/>
                <a:gd name="connsiteX39" fmla="*/ 118857 w 127560"/>
                <a:gd name="connsiteY39" fmla="*/ 304486 h 494163"/>
                <a:gd name="connsiteX40" fmla="*/ 114922 w 127560"/>
                <a:gd name="connsiteY40" fmla="*/ 299494 h 494163"/>
                <a:gd name="connsiteX41" fmla="*/ 110739 w 127560"/>
                <a:gd name="connsiteY41" fmla="*/ 294501 h 494163"/>
                <a:gd name="connsiteX42" fmla="*/ 106511 w 127560"/>
                <a:gd name="connsiteY42" fmla="*/ 289509 h 494163"/>
                <a:gd name="connsiteX43" fmla="*/ 102350 w 127560"/>
                <a:gd name="connsiteY43" fmla="*/ 284516 h 494163"/>
                <a:gd name="connsiteX44" fmla="*/ 98369 w 127560"/>
                <a:gd name="connsiteY44" fmla="*/ 279523 h 494163"/>
                <a:gd name="connsiteX45" fmla="*/ 94569 w 127560"/>
                <a:gd name="connsiteY45" fmla="*/ 274530 h 494163"/>
                <a:gd name="connsiteX46" fmla="*/ 90903 w 127560"/>
                <a:gd name="connsiteY46" fmla="*/ 269538 h 494163"/>
                <a:gd name="connsiteX47" fmla="*/ 87282 w 127560"/>
                <a:gd name="connsiteY47" fmla="*/ 264545 h 494163"/>
                <a:gd name="connsiteX48" fmla="*/ 83616 w 127560"/>
                <a:gd name="connsiteY48" fmla="*/ 259552 h 494163"/>
                <a:gd name="connsiteX49" fmla="*/ 79770 w 127560"/>
                <a:gd name="connsiteY49" fmla="*/ 254560 h 494163"/>
                <a:gd name="connsiteX50" fmla="*/ 75655 w 127560"/>
                <a:gd name="connsiteY50" fmla="*/ 249567 h 494163"/>
                <a:gd name="connsiteX51" fmla="*/ 71247 w 127560"/>
                <a:gd name="connsiteY51" fmla="*/ 244597 h 494163"/>
                <a:gd name="connsiteX52" fmla="*/ 66502 w 127560"/>
                <a:gd name="connsiteY52" fmla="*/ 239604 h 494163"/>
                <a:gd name="connsiteX53" fmla="*/ 61509 w 127560"/>
                <a:gd name="connsiteY53" fmla="*/ 234611 h 494163"/>
                <a:gd name="connsiteX54" fmla="*/ 56291 w 127560"/>
                <a:gd name="connsiteY54" fmla="*/ 229619 h 494163"/>
                <a:gd name="connsiteX55" fmla="*/ 50984 w 127560"/>
                <a:gd name="connsiteY55" fmla="*/ 224626 h 494163"/>
                <a:gd name="connsiteX56" fmla="*/ 45721 w 127560"/>
                <a:gd name="connsiteY56" fmla="*/ 219633 h 494163"/>
                <a:gd name="connsiteX57" fmla="*/ 40594 w 127560"/>
                <a:gd name="connsiteY57" fmla="*/ 214641 h 494163"/>
                <a:gd name="connsiteX58" fmla="*/ 35781 w 127560"/>
                <a:gd name="connsiteY58" fmla="*/ 209648 h 494163"/>
                <a:gd name="connsiteX59" fmla="*/ 31328 w 127560"/>
                <a:gd name="connsiteY59" fmla="*/ 204655 h 494163"/>
                <a:gd name="connsiteX60" fmla="*/ 27347 w 127560"/>
                <a:gd name="connsiteY60" fmla="*/ 199663 h 494163"/>
                <a:gd name="connsiteX61" fmla="*/ 23906 w 127560"/>
                <a:gd name="connsiteY61" fmla="*/ 194670 h 494163"/>
                <a:gd name="connsiteX62" fmla="*/ 21005 w 127560"/>
                <a:gd name="connsiteY62" fmla="*/ 189677 h 494163"/>
                <a:gd name="connsiteX63" fmla="*/ 18666 w 127560"/>
                <a:gd name="connsiteY63" fmla="*/ 184684 h 494163"/>
                <a:gd name="connsiteX64" fmla="*/ 16867 w 127560"/>
                <a:gd name="connsiteY64" fmla="*/ 179692 h 494163"/>
                <a:gd name="connsiteX65" fmla="*/ 15563 w 127560"/>
                <a:gd name="connsiteY65" fmla="*/ 174699 h 494163"/>
                <a:gd name="connsiteX66" fmla="*/ 14685 w 127560"/>
                <a:gd name="connsiteY66" fmla="*/ 169707 h 494163"/>
                <a:gd name="connsiteX67" fmla="*/ 14191 w 127560"/>
                <a:gd name="connsiteY67" fmla="*/ 164714 h 494163"/>
                <a:gd name="connsiteX68" fmla="*/ 13988 w 127560"/>
                <a:gd name="connsiteY68" fmla="*/ 159721 h 494163"/>
                <a:gd name="connsiteX69" fmla="*/ 14033 w 127560"/>
                <a:gd name="connsiteY69" fmla="*/ 154728 h 494163"/>
                <a:gd name="connsiteX70" fmla="*/ 14213 w 127560"/>
                <a:gd name="connsiteY70" fmla="*/ 149736 h 494163"/>
                <a:gd name="connsiteX71" fmla="*/ 14483 w 127560"/>
                <a:gd name="connsiteY71" fmla="*/ 144743 h 494163"/>
                <a:gd name="connsiteX72" fmla="*/ 14776 w 127560"/>
                <a:gd name="connsiteY72" fmla="*/ 139750 h 494163"/>
                <a:gd name="connsiteX73" fmla="*/ 15023 w 127560"/>
                <a:gd name="connsiteY73" fmla="*/ 134758 h 494163"/>
                <a:gd name="connsiteX74" fmla="*/ 15225 w 127560"/>
                <a:gd name="connsiteY74" fmla="*/ 129788 h 494163"/>
                <a:gd name="connsiteX75" fmla="*/ 15315 w 127560"/>
                <a:gd name="connsiteY75" fmla="*/ 124795 h 494163"/>
                <a:gd name="connsiteX76" fmla="*/ 15270 w 127560"/>
                <a:gd name="connsiteY76" fmla="*/ 119802 h 494163"/>
                <a:gd name="connsiteX77" fmla="*/ 15090 w 127560"/>
                <a:gd name="connsiteY77" fmla="*/ 114809 h 494163"/>
                <a:gd name="connsiteX78" fmla="*/ 14753 w 127560"/>
                <a:gd name="connsiteY78" fmla="*/ 109817 h 494163"/>
                <a:gd name="connsiteX79" fmla="*/ 14258 w 127560"/>
                <a:gd name="connsiteY79" fmla="*/ 104824 h 494163"/>
                <a:gd name="connsiteX80" fmla="*/ 13606 w 127560"/>
                <a:gd name="connsiteY80" fmla="*/ 99831 h 494163"/>
                <a:gd name="connsiteX81" fmla="*/ 12819 w 127560"/>
                <a:gd name="connsiteY81" fmla="*/ 94839 h 494163"/>
                <a:gd name="connsiteX82" fmla="*/ 11897 w 127560"/>
                <a:gd name="connsiteY82" fmla="*/ 89846 h 494163"/>
                <a:gd name="connsiteX83" fmla="*/ 10862 w 127560"/>
                <a:gd name="connsiteY83" fmla="*/ 84853 h 494163"/>
                <a:gd name="connsiteX84" fmla="*/ 9760 w 127560"/>
                <a:gd name="connsiteY84" fmla="*/ 79861 h 494163"/>
                <a:gd name="connsiteX85" fmla="*/ 8613 w 127560"/>
                <a:gd name="connsiteY85" fmla="*/ 74868 h 494163"/>
                <a:gd name="connsiteX86" fmla="*/ 7466 w 127560"/>
                <a:gd name="connsiteY86" fmla="*/ 69875 h 494163"/>
                <a:gd name="connsiteX87" fmla="*/ 6342 w 127560"/>
                <a:gd name="connsiteY87" fmla="*/ 64883 h 494163"/>
                <a:gd name="connsiteX88" fmla="*/ 5285 w 127560"/>
                <a:gd name="connsiteY88" fmla="*/ 59890 h 494163"/>
                <a:gd name="connsiteX89" fmla="*/ 4295 w 127560"/>
                <a:gd name="connsiteY89" fmla="*/ 54897 h 494163"/>
                <a:gd name="connsiteX90" fmla="*/ 3441 w 127560"/>
                <a:gd name="connsiteY90" fmla="*/ 49905 h 494163"/>
                <a:gd name="connsiteX91" fmla="*/ 2699 w 127560"/>
                <a:gd name="connsiteY91" fmla="*/ 44912 h 494163"/>
                <a:gd name="connsiteX92" fmla="*/ 2069 w 127560"/>
                <a:gd name="connsiteY92" fmla="*/ 39919 h 494163"/>
                <a:gd name="connsiteX93" fmla="*/ 1529 w 127560"/>
                <a:gd name="connsiteY93" fmla="*/ 34926 h 494163"/>
                <a:gd name="connsiteX94" fmla="*/ 1124 w 127560"/>
                <a:gd name="connsiteY94" fmla="*/ 29934 h 494163"/>
                <a:gd name="connsiteX95" fmla="*/ 810 w 127560"/>
                <a:gd name="connsiteY95" fmla="*/ 24941 h 494163"/>
                <a:gd name="connsiteX96" fmla="*/ 562 w 127560"/>
                <a:gd name="connsiteY96" fmla="*/ 19948 h 494163"/>
                <a:gd name="connsiteX97" fmla="*/ 382 w 127560"/>
                <a:gd name="connsiteY97" fmla="*/ 14956 h 494163"/>
                <a:gd name="connsiteX98" fmla="*/ 247 w 127560"/>
                <a:gd name="connsiteY98" fmla="*/ 9986 h 494163"/>
                <a:gd name="connsiteX99" fmla="*/ 180 w 127560"/>
                <a:gd name="connsiteY99" fmla="*/ 4993 h 494163"/>
                <a:gd name="connsiteX100" fmla="*/ 112 w 127560"/>
                <a:gd name="connsiteY100" fmla="*/ 0 h 494163"/>
                <a:gd name="connsiteX101" fmla="*/ 0 w 127560"/>
                <a:gd name="connsiteY101" fmla="*/ 0 h 494163"/>
                <a:gd name="connsiteX102" fmla="*/ 0 w 127560"/>
                <a:gd name="connsiteY102" fmla="*/ 4993 h 494163"/>
                <a:gd name="connsiteX103" fmla="*/ 0 w 127560"/>
                <a:gd name="connsiteY103" fmla="*/ 9986 h 494163"/>
                <a:gd name="connsiteX104" fmla="*/ 0 w 127560"/>
                <a:gd name="connsiteY104" fmla="*/ 14956 h 494163"/>
                <a:gd name="connsiteX105" fmla="*/ 0 w 127560"/>
                <a:gd name="connsiteY105" fmla="*/ 19948 h 494163"/>
                <a:gd name="connsiteX106" fmla="*/ 0 w 127560"/>
                <a:gd name="connsiteY106" fmla="*/ 24941 h 494163"/>
                <a:gd name="connsiteX107" fmla="*/ 0 w 127560"/>
                <a:gd name="connsiteY107" fmla="*/ 29934 h 494163"/>
                <a:gd name="connsiteX108" fmla="*/ 0 w 127560"/>
                <a:gd name="connsiteY108" fmla="*/ 34926 h 494163"/>
                <a:gd name="connsiteX109" fmla="*/ 0 w 127560"/>
                <a:gd name="connsiteY109" fmla="*/ 39919 h 494163"/>
                <a:gd name="connsiteX110" fmla="*/ 0 w 127560"/>
                <a:gd name="connsiteY110" fmla="*/ 44912 h 494163"/>
                <a:gd name="connsiteX111" fmla="*/ 0 w 127560"/>
                <a:gd name="connsiteY111" fmla="*/ 49905 h 494163"/>
                <a:gd name="connsiteX112" fmla="*/ 0 w 127560"/>
                <a:gd name="connsiteY112" fmla="*/ 54897 h 494163"/>
                <a:gd name="connsiteX113" fmla="*/ 0 w 127560"/>
                <a:gd name="connsiteY113" fmla="*/ 59890 h 494163"/>
                <a:gd name="connsiteX114" fmla="*/ 0 w 127560"/>
                <a:gd name="connsiteY114" fmla="*/ 64883 h 494163"/>
                <a:gd name="connsiteX115" fmla="*/ 0 w 127560"/>
                <a:gd name="connsiteY115" fmla="*/ 69875 h 494163"/>
                <a:gd name="connsiteX116" fmla="*/ 0 w 127560"/>
                <a:gd name="connsiteY116" fmla="*/ 74868 h 494163"/>
                <a:gd name="connsiteX117" fmla="*/ 0 w 127560"/>
                <a:gd name="connsiteY117" fmla="*/ 79861 h 494163"/>
                <a:gd name="connsiteX118" fmla="*/ 0 w 127560"/>
                <a:gd name="connsiteY118" fmla="*/ 84853 h 494163"/>
                <a:gd name="connsiteX119" fmla="*/ 0 w 127560"/>
                <a:gd name="connsiteY119" fmla="*/ 89846 h 494163"/>
                <a:gd name="connsiteX120" fmla="*/ 0 w 127560"/>
                <a:gd name="connsiteY120" fmla="*/ 94839 h 494163"/>
                <a:gd name="connsiteX121" fmla="*/ 0 w 127560"/>
                <a:gd name="connsiteY121" fmla="*/ 99831 h 494163"/>
                <a:gd name="connsiteX122" fmla="*/ 0 w 127560"/>
                <a:gd name="connsiteY122" fmla="*/ 104824 h 494163"/>
                <a:gd name="connsiteX123" fmla="*/ 0 w 127560"/>
                <a:gd name="connsiteY123" fmla="*/ 109817 h 494163"/>
                <a:gd name="connsiteX124" fmla="*/ 0 w 127560"/>
                <a:gd name="connsiteY124" fmla="*/ 114809 h 494163"/>
                <a:gd name="connsiteX125" fmla="*/ 0 w 127560"/>
                <a:gd name="connsiteY125" fmla="*/ 119802 h 494163"/>
                <a:gd name="connsiteX126" fmla="*/ 0 w 127560"/>
                <a:gd name="connsiteY126" fmla="*/ 124795 h 494163"/>
                <a:gd name="connsiteX127" fmla="*/ 0 w 127560"/>
                <a:gd name="connsiteY127" fmla="*/ 129788 h 494163"/>
                <a:gd name="connsiteX128" fmla="*/ 0 w 127560"/>
                <a:gd name="connsiteY128" fmla="*/ 134758 h 494163"/>
                <a:gd name="connsiteX129" fmla="*/ 0 w 127560"/>
                <a:gd name="connsiteY129" fmla="*/ 139750 h 494163"/>
                <a:gd name="connsiteX130" fmla="*/ 0 w 127560"/>
                <a:gd name="connsiteY130" fmla="*/ 144743 h 494163"/>
                <a:gd name="connsiteX131" fmla="*/ 0 w 127560"/>
                <a:gd name="connsiteY131" fmla="*/ 149736 h 494163"/>
                <a:gd name="connsiteX132" fmla="*/ 0 w 127560"/>
                <a:gd name="connsiteY132" fmla="*/ 154728 h 494163"/>
                <a:gd name="connsiteX133" fmla="*/ 0 w 127560"/>
                <a:gd name="connsiteY133" fmla="*/ 159721 h 494163"/>
                <a:gd name="connsiteX134" fmla="*/ 0 w 127560"/>
                <a:gd name="connsiteY134" fmla="*/ 164714 h 494163"/>
                <a:gd name="connsiteX135" fmla="*/ 0 w 127560"/>
                <a:gd name="connsiteY135" fmla="*/ 169707 h 494163"/>
                <a:gd name="connsiteX136" fmla="*/ 0 w 127560"/>
                <a:gd name="connsiteY136" fmla="*/ 174699 h 494163"/>
                <a:gd name="connsiteX137" fmla="*/ 0 w 127560"/>
                <a:gd name="connsiteY137" fmla="*/ 179692 h 494163"/>
                <a:gd name="connsiteX138" fmla="*/ 0 w 127560"/>
                <a:gd name="connsiteY138" fmla="*/ 184684 h 494163"/>
                <a:gd name="connsiteX139" fmla="*/ 0 w 127560"/>
                <a:gd name="connsiteY139" fmla="*/ 189677 h 494163"/>
                <a:gd name="connsiteX140" fmla="*/ 0 w 127560"/>
                <a:gd name="connsiteY140" fmla="*/ 194670 h 494163"/>
                <a:gd name="connsiteX141" fmla="*/ 0 w 127560"/>
                <a:gd name="connsiteY141" fmla="*/ 199663 h 494163"/>
                <a:gd name="connsiteX142" fmla="*/ 0 w 127560"/>
                <a:gd name="connsiteY142" fmla="*/ 204655 h 494163"/>
                <a:gd name="connsiteX143" fmla="*/ 0 w 127560"/>
                <a:gd name="connsiteY143" fmla="*/ 209648 h 494163"/>
                <a:gd name="connsiteX144" fmla="*/ 0 w 127560"/>
                <a:gd name="connsiteY144" fmla="*/ 214641 h 494163"/>
                <a:gd name="connsiteX145" fmla="*/ 0 w 127560"/>
                <a:gd name="connsiteY145" fmla="*/ 219633 h 494163"/>
                <a:gd name="connsiteX146" fmla="*/ 0 w 127560"/>
                <a:gd name="connsiteY146" fmla="*/ 224626 h 494163"/>
                <a:gd name="connsiteX147" fmla="*/ 0 w 127560"/>
                <a:gd name="connsiteY147" fmla="*/ 229619 h 494163"/>
                <a:gd name="connsiteX148" fmla="*/ 0 w 127560"/>
                <a:gd name="connsiteY148" fmla="*/ 234611 h 494163"/>
                <a:gd name="connsiteX149" fmla="*/ 0 w 127560"/>
                <a:gd name="connsiteY149" fmla="*/ 239604 h 494163"/>
                <a:gd name="connsiteX150" fmla="*/ 0 w 127560"/>
                <a:gd name="connsiteY150" fmla="*/ 244597 h 494163"/>
                <a:gd name="connsiteX151" fmla="*/ 0 w 127560"/>
                <a:gd name="connsiteY151" fmla="*/ 249567 h 494163"/>
                <a:gd name="connsiteX152" fmla="*/ 0 w 127560"/>
                <a:gd name="connsiteY152" fmla="*/ 254560 h 494163"/>
                <a:gd name="connsiteX153" fmla="*/ 0 w 127560"/>
                <a:gd name="connsiteY153" fmla="*/ 259552 h 494163"/>
                <a:gd name="connsiteX154" fmla="*/ 0 w 127560"/>
                <a:gd name="connsiteY154" fmla="*/ 264545 h 494163"/>
                <a:gd name="connsiteX155" fmla="*/ 0 w 127560"/>
                <a:gd name="connsiteY155" fmla="*/ 269538 h 494163"/>
                <a:gd name="connsiteX156" fmla="*/ 0 w 127560"/>
                <a:gd name="connsiteY156" fmla="*/ 274530 h 494163"/>
                <a:gd name="connsiteX157" fmla="*/ 0 w 127560"/>
                <a:gd name="connsiteY157" fmla="*/ 279523 h 494163"/>
                <a:gd name="connsiteX158" fmla="*/ 0 w 127560"/>
                <a:gd name="connsiteY158" fmla="*/ 284516 h 494163"/>
                <a:gd name="connsiteX159" fmla="*/ 0 w 127560"/>
                <a:gd name="connsiteY159" fmla="*/ 289509 h 494163"/>
                <a:gd name="connsiteX160" fmla="*/ 0 w 127560"/>
                <a:gd name="connsiteY160" fmla="*/ 294501 h 494163"/>
                <a:gd name="connsiteX161" fmla="*/ 0 w 127560"/>
                <a:gd name="connsiteY161" fmla="*/ 299494 h 494163"/>
                <a:gd name="connsiteX162" fmla="*/ 0 w 127560"/>
                <a:gd name="connsiteY162" fmla="*/ 304486 h 494163"/>
                <a:gd name="connsiteX163" fmla="*/ 0 w 127560"/>
                <a:gd name="connsiteY163" fmla="*/ 309479 h 494163"/>
                <a:gd name="connsiteX164" fmla="*/ 0 w 127560"/>
                <a:gd name="connsiteY164" fmla="*/ 314472 h 494163"/>
                <a:gd name="connsiteX165" fmla="*/ 0 w 127560"/>
                <a:gd name="connsiteY165" fmla="*/ 319465 h 494163"/>
                <a:gd name="connsiteX166" fmla="*/ 0 w 127560"/>
                <a:gd name="connsiteY166" fmla="*/ 324457 h 494163"/>
                <a:gd name="connsiteX167" fmla="*/ 0 w 127560"/>
                <a:gd name="connsiteY167" fmla="*/ 329450 h 494163"/>
                <a:gd name="connsiteX168" fmla="*/ 0 w 127560"/>
                <a:gd name="connsiteY168" fmla="*/ 334443 h 494163"/>
                <a:gd name="connsiteX169" fmla="*/ 0 w 127560"/>
                <a:gd name="connsiteY169" fmla="*/ 339435 h 494163"/>
                <a:gd name="connsiteX170" fmla="*/ 0 w 127560"/>
                <a:gd name="connsiteY170" fmla="*/ 344428 h 494163"/>
                <a:gd name="connsiteX171" fmla="*/ 0 w 127560"/>
                <a:gd name="connsiteY171" fmla="*/ 349421 h 494163"/>
                <a:gd name="connsiteX172" fmla="*/ 0 w 127560"/>
                <a:gd name="connsiteY172" fmla="*/ 354413 h 494163"/>
                <a:gd name="connsiteX173" fmla="*/ 0 w 127560"/>
                <a:gd name="connsiteY173" fmla="*/ 359406 h 494163"/>
                <a:gd name="connsiteX174" fmla="*/ 0 w 127560"/>
                <a:gd name="connsiteY174" fmla="*/ 364376 h 494163"/>
                <a:gd name="connsiteX175" fmla="*/ 0 w 127560"/>
                <a:gd name="connsiteY175" fmla="*/ 369369 h 494163"/>
                <a:gd name="connsiteX176" fmla="*/ 0 w 127560"/>
                <a:gd name="connsiteY176" fmla="*/ 374362 h 494163"/>
                <a:gd name="connsiteX177" fmla="*/ 0 w 127560"/>
                <a:gd name="connsiteY177" fmla="*/ 379354 h 494163"/>
                <a:gd name="connsiteX178" fmla="*/ 0 w 127560"/>
                <a:gd name="connsiteY178" fmla="*/ 384347 h 494163"/>
                <a:gd name="connsiteX179" fmla="*/ 0 w 127560"/>
                <a:gd name="connsiteY179" fmla="*/ 389340 h 494163"/>
                <a:gd name="connsiteX180" fmla="*/ 0 w 127560"/>
                <a:gd name="connsiteY180" fmla="*/ 394333 h 494163"/>
                <a:gd name="connsiteX181" fmla="*/ 0 w 127560"/>
                <a:gd name="connsiteY181" fmla="*/ 399325 h 494163"/>
                <a:gd name="connsiteX182" fmla="*/ 0 w 127560"/>
                <a:gd name="connsiteY182" fmla="*/ 404318 h 494163"/>
                <a:gd name="connsiteX183" fmla="*/ 0 w 127560"/>
                <a:gd name="connsiteY183" fmla="*/ 409310 h 494163"/>
                <a:gd name="connsiteX184" fmla="*/ 0 w 127560"/>
                <a:gd name="connsiteY184" fmla="*/ 414303 h 494163"/>
                <a:gd name="connsiteX185" fmla="*/ 0 w 127560"/>
                <a:gd name="connsiteY185" fmla="*/ 419296 h 494163"/>
                <a:gd name="connsiteX186" fmla="*/ 0 w 127560"/>
                <a:gd name="connsiteY186" fmla="*/ 424289 h 494163"/>
                <a:gd name="connsiteX187" fmla="*/ 0 w 127560"/>
                <a:gd name="connsiteY187" fmla="*/ 429281 h 494163"/>
                <a:gd name="connsiteX188" fmla="*/ 0 w 127560"/>
                <a:gd name="connsiteY188" fmla="*/ 434274 h 494163"/>
                <a:gd name="connsiteX189" fmla="*/ 0 w 127560"/>
                <a:gd name="connsiteY189" fmla="*/ 439267 h 494163"/>
                <a:gd name="connsiteX190" fmla="*/ 0 w 127560"/>
                <a:gd name="connsiteY190" fmla="*/ 444259 h 494163"/>
                <a:gd name="connsiteX191" fmla="*/ 0 w 127560"/>
                <a:gd name="connsiteY191" fmla="*/ 449252 h 494163"/>
                <a:gd name="connsiteX192" fmla="*/ 0 w 127560"/>
                <a:gd name="connsiteY192" fmla="*/ 454245 h 494163"/>
                <a:gd name="connsiteX193" fmla="*/ 0 w 127560"/>
                <a:gd name="connsiteY193" fmla="*/ 459237 h 494163"/>
                <a:gd name="connsiteX194" fmla="*/ 0 w 127560"/>
                <a:gd name="connsiteY194" fmla="*/ 464230 h 494163"/>
                <a:gd name="connsiteX195" fmla="*/ 0 w 127560"/>
                <a:gd name="connsiteY195" fmla="*/ 469223 h 494163"/>
                <a:gd name="connsiteX196" fmla="*/ 0 w 127560"/>
                <a:gd name="connsiteY196" fmla="*/ 474216 h 494163"/>
                <a:gd name="connsiteX197" fmla="*/ 0 w 127560"/>
                <a:gd name="connsiteY197" fmla="*/ 479186 h 494163"/>
                <a:gd name="connsiteX198" fmla="*/ 0 w 127560"/>
                <a:gd name="connsiteY198" fmla="*/ 484178 h 494163"/>
                <a:gd name="connsiteX199" fmla="*/ 0 w 127560"/>
                <a:gd name="connsiteY199" fmla="*/ 489171 h 494163"/>
                <a:gd name="connsiteX200" fmla="*/ 0 w 127560"/>
                <a:gd name="connsiteY200" fmla="*/ 494164 h 494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127560" h="494163">
                  <a:moveTo>
                    <a:pt x="0" y="494164"/>
                  </a:moveTo>
                  <a:lnTo>
                    <a:pt x="135" y="494164"/>
                  </a:lnTo>
                  <a:lnTo>
                    <a:pt x="202" y="489171"/>
                  </a:lnTo>
                  <a:lnTo>
                    <a:pt x="315" y="484178"/>
                  </a:lnTo>
                  <a:lnTo>
                    <a:pt x="495" y="479186"/>
                  </a:lnTo>
                  <a:lnTo>
                    <a:pt x="742" y="474216"/>
                  </a:lnTo>
                  <a:lnTo>
                    <a:pt x="1079" y="469223"/>
                  </a:lnTo>
                  <a:lnTo>
                    <a:pt x="1552" y="464230"/>
                  </a:lnTo>
                  <a:lnTo>
                    <a:pt x="2204" y="459237"/>
                  </a:lnTo>
                  <a:lnTo>
                    <a:pt x="3036" y="454245"/>
                  </a:lnTo>
                  <a:lnTo>
                    <a:pt x="4161" y="449252"/>
                  </a:lnTo>
                  <a:lnTo>
                    <a:pt x="5555" y="444259"/>
                  </a:lnTo>
                  <a:lnTo>
                    <a:pt x="7309" y="439267"/>
                  </a:lnTo>
                  <a:lnTo>
                    <a:pt x="9468" y="434274"/>
                  </a:lnTo>
                  <a:lnTo>
                    <a:pt x="12054" y="429281"/>
                  </a:lnTo>
                  <a:lnTo>
                    <a:pt x="15113" y="424289"/>
                  </a:lnTo>
                  <a:lnTo>
                    <a:pt x="18689" y="419296"/>
                  </a:lnTo>
                  <a:lnTo>
                    <a:pt x="22827" y="414303"/>
                  </a:lnTo>
                  <a:lnTo>
                    <a:pt x="27482" y="409310"/>
                  </a:lnTo>
                  <a:lnTo>
                    <a:pt x="32722" y="404318"/>
                  </a:lnTo>
                  <a:lnTo>
                    <a:pt x="38502" y="399325"/>
                  </a:lnTo>
                  <a:lnTo>
                    <a:pt x="44822" y="394333"/>
                  </a:lnTo>
                  <a:lnTo>
                    <a:pt x="51636" y="389340"/>
                  </a:lnTo>
                  <a:lnTo>
                    <a:pt x="58900" y="384347"/>
                  </a:lnTo>
                  <a:lnTo>
                    <a:pt x="66524" y="379354"/>
                  </a:lnTo>
                  <a:lnTo>
                    <a:pt x="74418" y="374362"/>
                  </a:lnTo>
                  <a:lnTo>
                    <a:pt x="82402" y="369369"/>
                  </a:lnTo>
                  <a:lnTo>
                    <a:pt x="90340" y="364376"/>
                  </a:lnTo>
                  <a:lnTo>
                    <a:pt x="98010" y="359406"/>
                  </a:lnTo>
                  <a:lnTo>
                    <a:pt x="105206" y="354413"/>
                  </a:lnTo>
                  <a:lnTo>
                    <a:pt x="111706" y="349421"/>
                  </a:lnTo>
                  <a:lnTo>
                    <a:pt x="117305" y="344428"/>
                  </a:lnTo>
                  <a:lnTo>
                    <a:pt x="121781" y="339435"/>
                  </a:lnTo>
                  <a:lnTo>
                    <a:pt x="125042" y="334443"/>
                  </a:lnTo>
                  <a:lnTo>
                    <a:pt x="126954" y="329450"/>
                  </a:lnTo>
                  <a:lnTo>
                    <a:pt x="127561" y="324457"/>
                  </a:lnTo>
                  <a:lnTo>
                    <a:pt x="126886" y="319465"/>
                  </a:lnTo>
                  <a:lnTo>
                    <a:pt x="125087" y="314472"/>
                  </a:lnTo>
                  <a:lnTo>
                    <a:pt x="122343" y="309479"/>
                  </a:lnTo>
                  <a:lnTo>
                    <a:pt x="118857" y="304486"/>
                  </a:lnTo>
                  <a:lnTo>
                    <a:pt x="114922" y="299494"/>
                  </a:lnTo>
                  <a:lnTo>
                    <a:pt x="110739" y="294501"/>
                  </a:lnTo>
                  <a:lnTo>
                    <a:pt x="106511" y="289509"/>
                  </a:lnTo>
                  <a:lnTo>
                    <a:pt x="102350" y="284516"/>
                  </a:lnTo>
                  <a:lnTo>
                    <a:pt x="98369" y="279523"/>
                  </a:lnTo>
                  <a:lnTo>
                    <a:pt x="94569" y="274530"/>
                  </a:lnTo>
                  <a:lnTo>
                    <a:pt x="90903" y="269538"/>
                  </a:lnTo>
                  <a:lnTo>
                    <a:pt x="87282" y="264545"/>
                  </a:lnTo>
                  <a:lnTo>
                    <a:pt x="83616" y="259552"/>
                  </a:lnTo>
                  <a:lnTo>
                    <a:pt x="79770" y="254560"/>
                  </a:lnTo>
                  <a:lnTo>
                    <a:pt x="75655" y="249567"/>
                  </a:lnTo>
                  <a:lnTo>
                    <a:pt x="71247" y="244597"/>
                  </a:lnTo>
                  <a:lnTo>
                    <a:pt x="66502" y="239604"/>
                  </a:lnTo>
                  <a:lnTo>
                    <a:pt x="61509" y="234611"/>
                  </a:lnTo>
                  <a:lnTo>
                    <a:pt x="56291" y="229619"/>
                  </a:lnTo>
                  <a:lnTo>
                    <a:pt x="50984" y="224626"/>
                  </a:lnTo>
                  <a:lnTo>
                    <a:pt x="45721" y="219633"/>
                  </a:lnTo>
                  <a:lnTo>
                    <a:pt x="40594" y="214641"/>
                  </a:lnTo>
                  <a:lnTo>
                    <a:pt x="35781" y="209648"/>
                  </a:lnTo>
                  <a:lnTo>
                    <a:pt x="31328" y="204655"/>
                  </a:lnTo>
                  <a:lnTo>
                    <a:pt x="27347" y="199663"/>
                  </a:lnTo>
                  <a:lnTo>
                    <a:pt x="23906" y="194670"/>
                  </a:lnTo>
                  <a:lnTo>
                    <a:pt x="21005" y="189677"/>
                  </a:lnTo>
                  <a:lnTo>
                    <a:pt x="18666" y="184684"/>
                  </a:lnTo>
                  <a:lnTo>
                    <a:pt x="16867" y="179692"/>
                  </a:lnTo>
                  <a:lnTo>
                    <a:pt x="15563" y="174699"/>
                  </a:lnTo>
                  <a:lnTo>
                    <a:pt x="14685" y="169707"/>
                  </a:lnTo>
                  <a:lnTo>
                    <a:pt x="14191" y="164714"/>
                  </a:lnTo>
                  <a:lnTo>
                    <a:pt x="13988" y="159721"/>
                  </a:lnTo>
                  <a:lnTo>
                    <a:pt x="14033" y="154728"/>
                  </a:lnTo>
                  <a:lnTo>
                    <a:pt x="14213" y="149736"/>
                  </a:lnTo>
                  <a:lnTo>
                    <a:pt x="14483" y="144743"/>
                  </a:lnTo>
                  <a:lnTo>
                    <a:pt x="14776" y="139750"/>
                  </a:lnTo>
                  <a:lnTo>
                    <a:pt x="15023" y="134758"/>
                  </a:lnTo>
                  <a:lnTo>
                    <a:pt x="15225" y="129788"/>
                  </a:lnTo>
                  <a:lnTo>
                    <a:pt x="15315" y="124795"/>
                  </a:lnTo>
                  <a:lnTo>
                    <a:pt x="15270" y="119802"/>
                  </a:lnTo>
                  <a:lnTo>
                    <a:pt x="15090" y="114809"/>
                  </a:lnTo>
                  <a:lnTo>
                    <a:pt x="14753" y="109817"/>
                  </a:lnTo>
                  <a:lnTo>
                    <a:pt x="14258" y="104824"/>
                  </a:lnTo>
                  <a:lnTo>
                    <a:pt x="13606" y="99831"/>
                  </a:lnTo>
                  <a:lnTo>
                    <a:pt x="12819" y="94839"/>
                  </a:lnTo>
                  <a:lnTo>
                    <a:pt x="11897" y="89846"/>
                  </a:lnTo>
                  <a:lnTo>
                    <a:pt x="10862" y="84853"/>
                  </a:lnTo>
                  <a:lnTo>
                    <a:pt x="9760" y="79861"/>
                  </a:lnTo>
                  <a:lnTo>
                    <a:pt x="8613" y="74868"/>
                  </a:lnTo>
                  <a:lnTo>
                    <a:pt x="7466" y="69875"/>
                  </a:lnTo>
                  <a:lnTo>
                    <a:pt x="6342" y="64883"/>
                  </a:lnTo>
                  <a:lnTo>
                    <a:pt x="5285" y="59890"/>
                  </a:lnTo>
                  <a:lnTo>
                    <a:pt x="4295" y="54897"/>
                  </a:lnTo>
                  <a:lnTo>
                    <a:pt x="3441" y="49905"/>
                  </a:lnTo>
                  <a:lnTo>
                    <a:pt x="2699" y="44912"/>
                  </a:lnTo>
                  <a:lnTo>
                    <a:pt x="2069" y="39919"/>
                  </a:lnTo>
                  <a:lnTo>
                    <a:pt x="1529" y="34926"/>
                  </a:lnTo>
                  <a:lnTo>
                    <a:pt x="1124" y="29934"/>
                  </a:lnTo>
                  <a:lnTo>
                    <a:pt x="810" y="24941"/>
                  </a:lnTo>
                  <a:lnTo>
                    <a:pt x="562" y="19948"/>
                  </a:lnTo>
                  <a:lnTo>
                    <a:pt x="382" y="14956"/>
                  </a:lnTo>
                  <a:lnTo>
                    <a:pt x="247" y="9986"/>
                  </a:lnTo>
                  <a:lnTo>
                    <a:pt x="180" y="4993"/>
                  </a:lnTo>
                  <a:lnTo>
                    <a:pt x="112" y="0"/>
                  </a:lnTo>
                  <a:lnTo>
                    <a:pt x="0" y="0"/>
                  </a:lnTo>
                  <a:lnTo>
                    <a:pt x="0" y="4993"/>
                  </a:lnTo>
                  <a:lnTo>
                    <a:pt x="0" y="9986"/>
                  </a:lnTo>
                  <a:lnTo>
                    <a:pt x="0" y="14956"/>
                  </a:lnTo>
                  <a:lnTo>
                    <a:pt x="0" y="19948"/>
                  </a:lnTo>
                  <a:lnTo>
                    <a:pt x="0" y="24941"/>
                  </a:lnTo>
                  <a:lnTo>
                    <a:pt x="0" y="29934"/>
                  </a:lnTo>
                  <a:lnTo>
                    <a:pt x="0" y="34926"/>
                  </a:lnTo>
                  <a:lnTo>
                    <a:pt x="0" y="39919"/>
                  </a:lnTo>
                  <a:lnTo>
                    <a:pt x="0" y="44912"/>
                  </a:lnTo>
                  <a:lnTo>
                    <a:pt x="0" y="49905"/>
                  </a:lnTo>
                  <a:lnTo>
                    <a:pt x="0" y="54897"/>
                  </a:lnTo>
                  <a:lnTo>
                    <a:pt x="0" y="59890"/>
                  </a:lnTo>
                  <a:lnTo>
                    <a:pt x="0" y="64883"/>
                  </a:lnTo>
                  <a:lnTo>
                    <a:pt x="0" y="69875"/>
                  </a:lnTo>
                  <a:lnTo>
                    <a:pt x="0" y="74868"/>
                  </a:lnTo>
                  <a:lnTo>
                    <a:pt x="0" y="79861"/>
                  </a:lnTo>
                  <a:lnTo>
                    <a:pt x="0" y="84853"/>
                  </a:lnTo>
                  <a:lnTo>
                    <a:pt x="0" y="89846"/>
                  </a:lnTo>
                  <a:lnTo>
                    <a:pt x="0" y="94839"/>
                  </a:lnTo>
                  <a:lnTo>
                    <a:pt x="0" y="99831"/>
                  </a:lnTo>
                  <a:lnTo>
                    <a:pt x="0" y="104824"/>
                  </a:lnTo>
                  <a:lnTo>
                    <a:pt x="0" y="109817"/>
                  </a:lnTo>
                  <a:lnTo>
                    <a:pt x="0" y="114809"/>
                  </a:lnTo>
                  <a:lnTo>
                    <a:pt x="0" y="119802"/>
                  </a:lnTo>
                  <a:lnTo>
                    <a:pt x="0" y="124795"/>
                  </a:lnTo>
                  <a:lnTo>
                    <a:pt x="0" y="129788"/>
                  </a:lnTo>
                  <a:lnTo>
                    <a:pt x="0" y="134758"/>
                  </a:lnTo>
                  <a:lnTo>
                    <a:pt x="0" y="139750"/>
                  </a:lnTo>
                  <a:lnTo>
                    <a:pt x="0" y="144743"/>
                  </a:lnTo>
                  <a:lnTo>
                    <a:pt x="0" y="149736"/>
                  </a:lnTo>
                  <a:lnTo>
                    <a:pt x="0" y="154728"/>
                  </a:lnTo>
                  <a:lnTo>
                    <a:pt x="0" y="159721"/>
                  </a:lnTo>
                  <a:lnTo>
                    <a:pt x="0" y="164714"/>
                  </a:lnTo>
                  <a:lnTo>
                    <a:pt x="0" y="169707"/>
                  </a:lnTo>
                  <a:lnTo>
                    <a:pt x="0" y="174699"/>
                  </a:lnTo>
                  <a:lnTo>
                    <a:pt x="0" y="179692"/>
                  </a:lnTo>
                  <a:lnTo>
                    <a:pt x="0" y="184684"/>
                  </a:lnTo>
                  <a:lnTo>
                    <a:pt x="0" y="189677"/>
                  </a:lnTo>
                  <a:lnTo>
                    <a:pt x="0" y="194670"/>
                  </a:lnTo>
                  <a:lnTo>
                    <a:pt x="0" y="199663"/>
                  </a:lnTo>
                  <a:lnTo>
                    <a:pt x="0" y="204655"/>
                  </a:lnTo>
                  <a:lnTo>
                    <a:pt x="0" y="209648"/>
                  </a:lnTo>
                  <a:lnTo>
                    <a:pt x="0" y="214641"/>
                  </a:lnTo>
                  <a:lnTo>
                    <a:pt x="0" y="219633"/>
                  </a:lnTo>
                  <a:lnTo>
                    <a:pt x="0" y="224626"/>
                  </a:lnTo>
                  <a:lnTo>
                    <a:pt x="0" y="229619"/>
                  </a:lnTo>
                  <a:lnTo>
                    <a:pt x="0" y="234611"/>
                  </a:lnTo>
                  <a:lnTo>
                    <a:pt x="0" y="239604"/>
                  </a:lnTo>
                  <a:lnTo>
                    <a:pt x="0" y="244597"/>
                  </a:lnTo>
                  <a:lnTo>
                    <a:pt x="0" y="249567"/>
                  </a:lnTo>
                  <a:lnTo>
                    <a:pt x="0" y="254560"/>
                  </a:lnTo>
                  <a:lnTo>
                    <a:pt x="0" y="259552"/>
                  </a:lnTo>
                  <a:lnTo>
                    <a:pt x="0" y="264545"/>
                  </a:lnTo>
                  <a:lnTo>
                    <a:pt x="0" y="269538"/>
                  </a:lnTo>
                  <a:lnTo>
                    <a:pt x="0" y="274530"/>
                  </a:lnTo>
                  <a:lnTo>
                    <a:pt x="0" y="279523"/>
                  </a:lnTo>
                  <a:lnTo>
                    <a:pt x="0" y="284516"/>
                  </a:lnTo>
                  <a:lnTo>
                    <a:pt x="0" y="289509"/>
                  </a:lnTo>
                  <a:lnTo>
                    <a:pt x="0" y="294501"/>
                  </a:lnTo>
                  <a:lnTo>
                    <a:pt x="0" y="299494"/>
                  </a:lnTo>
                  <a:lnTo>
                    <a:pt x="0" y="304486"/>
                  </a:lnTo>
                  <a:lnTo>
                    <a:pt x="0" y="309479"/>
                  </a:lnTo>
                  <a:lnTo>
                    <a:pt x="0" y="314472"/>
                  </a:lnTo>
                  <a:lnTo>
                    <a:pt x="0" y="319465"/>
                  </a:lnTo>
                  <a:lnTo>
                    <a:pt x="0" y="324457"/>
                  </a:lnTo>
                  <a:lnTo>
                    <a:pt x="0" y="329450"/>
                  </a:lnTo>
                  <a:lnTo>
                    <a:pt x="0" y="334443"/>
                  </a:lnTo>
                  <a:lnTo>
                    <a:pt x="0" y="339435"/>
                  </a:lnTo>
                  <a:lnTo>
                    <a:pt x="0" y="344428"/>
                  </a:lnTo>
                  <a:lnTo>
                    <a:pt x="0" y="349421"/>
                  </a:lnTo>
                  <a:lnTo>
                    <a:pt x="0" y="354413"/>
                  </a:lnTo>
                  <a:lnTo>
                    <a:pt x="0" y="359406"/>
                  </a:lnTo>
                  <a:lnTo>
                    <a:pt x="0" y="364376"/>
                  </a:lnTo>
                  <a:lnTo>
                    <a:pt x="0" y="369369"/>
                  </a:lnTo>
                  <a:lnTo>
                    <a:pt x="0" y="374362"/>
                  </a:lnTo>
                  <a:lnTo>
                    <a:pt x="0" y="379354"/>
                  </a:lnTo>
                  <a:lnTo>
                    <a:pt x="0" y="384347"/>
                  </a:lnTo>
                  <a:lnTo>
                    <a:pt x="0" y="389340"/>
                  </a:lnTo>
                  <a:lnTo>
                    <a:pt x="0" y="394333"/>
                  </a:lnTo>
                  <a:lnTo>
                    <a:pt x="0" y="399325"/>
                  </a:lnTo>
                  <a:lnTo>
                    <a:pt x="0" y="404318"/>
                  </a:lnTo>
                  <a:lnTo>
                    <a:pt x="0" y="409310"/>
                  </a:lnTo>
                  <a:lnTo>
                    <a:pt x="0" y="414303"/>
                  </a:lnTo>
                  <a:lnTo>
                    <a:pt x="0" y="419296"/>
                  </a:lnTo>
                  <a:lnTo>
                    <a:pt x="0" y="424289"/>
                  </a:lnTo>
                  <a:lnTo>
                    <a:pt x="0" y="429281"/>
                  </a:lnTo>
                  <a:lnTo>
                    <a:pt x="0" y="434274"/>
                  </a:lnTo>
                  <a:lnTo>
                    <a:pt x="0" y="439267"/>
                  </a:lnTo>
                  <a:lnTo>
                    <a:pt x="0" y="444259"/>
                  </a:lnTo>
                  <a:lnTo>
                    <a:pt x="0" y="449252"/>
                  </a:lnTo>
                  <a:lnTo>
                    <a:pt x="0" y="454245"/>
                  </a:lnTo>
                  <a:lnTo>
                    <a:pt x="0" y="459237"/>
                  </a:lnTo>
                  <a:lnTo>
                    <a:pt x="0" y="464230"/>
                  </a:lnTo>
                  <a:lnTo>
                    <a:pt x="0" y="469223"/>
                  </a:lnTo>
                  <a:lnTo>
                    <a:pt x="0" y="474216"/>
                  </a:lnTo>
                  <a:lnTo>
                    <a:pt x="0" y="479186"/>
                  </a:lnTo>
                  <a:lnTo>
                    <a:pt x="0" y="484178"/>
                  </a:lnTo>
                  <a:lnTo>
                    <a:pt x="0" y="489171"/>
                  </a:lnTo>
                  <a:lnTo>
                    <a:pt x="0" y="494164"/>
                  </a:lnTo>
                  <a:close/>
                </a:path>
              </a:pathLst>
            </a:custGeom>
            <a:solidFill>
              <a:srgbClr val="DAD7E8">
                <a:alpha val="50000"/>
              </a:srgbClr>
            </a:solidFill>
            <a:ln w="2249" cap="flat">
              <a:noFill/>
              <a:prstDash val="solid"/>
              <a:miter/>
            </a:ln>
          </p:spPr>
          <p:txBody>
            <a:bodyPr rtlCol="0" anchor="ctr"/>
            <a:lstStyle/>
            <a:p>
              <a:endParaRPr lang="en-US"/>
            </a:p>
          </p:txBody>
        </p:sp>
        <p:sp>
          <p:nvSpPr>
            <p:cNvPr id="17738" name="Freeform 17737">
              <a:extLst>
                <a:ext uri="{FF2B5EF4-FFF2-40B4-BE49-F238E27FC236}">
                  <a16:creationId xmlns:a16="http://schemas.microsoft.com/office/drawing/2014/main" id="{65CC5701-02CA-69F1-376A-22ABEDC902D0}"/>
                </a:ext>
              </a:extLst>
            </p:cNvPr>
            <p:cNvSpPr/>
            <p:nvPr/>
          </p:nvSpPr>
          <p:spPr>
            <a:xfrm rot="20803200">
              <a:off x="5819344" y="3199541"/>
              <a:ext cx="70855" cy="70855"/>
            </a:xfrm>
            <a:custGeom>
              <a:avLst/>
              <a:gdLst>
                <a:gd name="connsiteX0" fmla="*/ 17857 w 17856"/>
                <a:gd name="connsiteY0" fmla="*/ 8929 h 17856"/>
                <a:gd name="connsiteX1" fmla="*/ 8928 w 17856"/>
                <a:gd name="connsiteY1" fmla="*/ 17857 h 17856"/>
                <a:gd name="connsiteX2" fmla="*/ 0 w 17856"/>
                <a:gd name="connsiteY2" fmla="*/ 8929 h 17856"/>
                <a:gd name="connsiteX3" fmla="*/ 8928 w 17856"/>
                <a:gd name="connsiteY3" fmla="*/ 0 h 17856"/>
                <a:gd name="connsiteX4" fmla="*/ 17857 w 17856"/>
                <a:gd name="connsiteY4" fmla="*/ 8929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9"/>
                  </a:moveTo>
                  <a:cubicBezTo>
                    <a:pt x="17857" y="13860"/>
                    <a:pt x="13859" y="17857"/>
                    <a:pt x="8928" y="17857"/>
                  </a:cubicBezTo>
                  <a:cubicBezTo>
                    <a:pt x="3997" y="17857"/>
                    <a:pt x="0" y="13859"/>
                    <a:pt x="0" y="8929"/>
                  </a:cubicBezTo>
                  <a:cubicBezTo>
                    <a:pt x="0" y="3997"/>
                    <a:pt x="3998" y="0"/>
                    <a:pt x="8928" y="0"/>
                  </a:cubicBezTo>
                  <a:cubicBezTo>
                    <a:pt x="13860" y="0"/>
                    <a:pt x="17857" y="3998"/>
                    <a:pt x="17857" y="8929"/>
                  </a:cubicBezTo>
                  <a:close/>
                </a:path>
              </a:pathLst>
            </a:custGeom>
            <a:solidFill>
              <a:srgbClr val="DAD7E8">
                <a:alpha val="70000"/>
              </a:srgbClr>
            </a:solidFill>
            <a:ln w="2249" cap="flat">
              <a:noFill/>
              <a:prstDash val="solid"/>
              <a:miter/>
            </a:ln>
          </p:spPr>
          <p:txBody>
            <a:bodyPr rtlCol="0" anchor="ctr"/>
            <a:lstStyle/>
            <a:p>
              <a:endParaRPr lang="en-US"/>
            </a:p>
          </p:txBody>
        </p:sp>
        <p:sp>
          <p:nvSpPr>
            <p:cNvPr id="17739" name="Freeform 17738">
              <a:extLst>
                <a:ext uri="{FF2B5EF4-FFF2-40B4-BE49-F238E27FC236}">
                  <a16:creationId xmlns:a16="http://schemas.microsoft.com/office/drawing/2014/main" id="{B1169B64-AC3D-19D3-64F1-AE93C68A694E}"/>
                </a:ext>
              </a:extLst>
            </p:cNvPr>
            <p:cNvSpPr/>
            <p:nvPr/>
          </p:nvSpPr>
          <p:spPr>
            <a:xfrm rot="19696800">
              <a:off x="5756747" y="3327204"/>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7" y="0"/>
                    <a:pt x="8928" y="0"/>
                  </a:cubicBezTo>
                  <a:cubicBezTo>
                    <a:pt x="13859" y="0"/>
                    <a:pt x="17857" y="3997"/>
                    <a:pt x="17857" y="8928"/>
                  </a:cubicBezTo>
                  <a:close/>
                </a:path>
              </a:pathLst>
            </a:custGeom>
            <a:solidFill>
              <a:srgbClr val="DAD7E8">
                <a:alpha val="70000"/>
              </a:srgbClr>
            </a:solidFill>
            <a:ln w="2249" cap="flat">
              <a:noFill/>
              <a:prstDash val="solid"/>
              <a:miter/>
            </a:ln>
          </p:spPr>
          <p:txBody>
            <a:bodyPr rtlCol="0" anchor="ctr"/>
            <a:lstStyle/>
            <a:p>
              <a:endParaRPr lang="en-US"/>
            </a:p>
          </p:txBody>
        </p:sp>
        <p:sp>
          <p:nvSpPr>
            <p:cNvPr id="17740" name="Freeform 17739">
              <a:extLst>
                <a:ext uri="{FF2B5EF4-FFF2-40B4-BE49-F238E27FC236}">
                  <a16:creationId xmlns:a16="http://schemas.microsoft.com/office/drawing/2014/main" id="{5CFF0071-3A5A-4A71-18C6-44733678AC4A}"/>
                </a:ext>
              </a:extLst>
            </p:cNvPr>
            <p:cNvSpPr/>
            <p:nvPr/>
          </p:nvSpPr>
          <p:spPr>
            <a:xfrm rot="19696800">
              <a:off x="5741922" y="3119604"/>
              <a:ext cx="70855" cy="70855"/>
            </a:xfrm>
            <a:custGeom>
              <a:avLst/>
              <a:gdLst>
                <a:gd name="connsiteX0" fmla="*/ 17857 w 17856"/>
                <a:gd name="connsiteY0" fmla="*/ 8928 h 17856"/>
                <a:gd name="connsiteX1" fmla="*/ 8929 w 17856"/>
                <a:gd name="connsiteY1" fmla="*/ 17857 h 17856"/>
                <a:gd name="connsiteX2" fmla="*/ 0 w 17856"/>
                <a:gd name="connsiteY2" fmla="*/ 8928 h 17856"/>
                <a:gd name="connsiteX3" fmla="*/ 8929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9" y="17857"/>
                  </a:cubicBezTo>
                  <a:cubicBezTo>
                    <a:pt x="3997" y="17857"/>
                    <a:pt x="0" y="13859"/>
                    <a:pt x="0" y="8928"/>
                  </a:cubicBezTo>
                  <a:cubicBezTo>
                    <a:pt x="0" y="3997"/>
                    <a:pt x="3998" y="0"/>
                    <a:pt x="8929" y="0"/>
                  </a:cubicBezTo>
                  <a:cubicBezTo>
                    <a:pt x="13860" y="0"/>
                    <a:pt x="17857" y="3997"/>
                    <a:pt x="17857" y="8928"/>
                  </a:cubicBezTo>
                  <a:close/>
                </a:path>
              </a:pathLst>
            </a:custGeom>
            <a:solidFill>
              <a:srgbClr val="DAD7E8">
                <a:alpha val="70000"/>
              </a:srgbClr>
            </a:solidFill>
            <a:ln w="2249" cap="flat">
              <a:noFill/>
              <a:prstDash val="solid"/>
              <a:miter/>
            </a:ln>
          </p:spPr>
          <p:txBody>
            <a:bodyPr rtlCol="0" anchor="ctr"/>
            <a:lstStyle/>
            <a:p>
              <a:endParaRPr lang="en-US"/>
            </a:p>
          </p:txBody>
        </p:sp>
        <p:sp>
          <p:nvSpPr>
            <p:cNvPr id="17741" name="Freeform 17740">
              <a:extLst>
                <a:ext uri="{FF2B5EF4-FFF2-40B4-BE49-F238E27FC236}">
                  <a16:creationId xmlns:a16="http://schemas.microsoft.com/office/drawing/2014/main" id="{37857001-2BBA-C1B4-C238-2BC852D04358}"/>
                </a:ext>
              </a:extLst>
            </p:cNvPr>
            <p:cNvSpPr/>
            <p:nvPr/>
          </p:nvSpPr>
          <p:spPr>
            <a:xfrm rot="20803200">
              <a:off x="5880679" y="3206426"/>
              <a:ext cx="70855" cy="70855"/>
            </a:xfrm>
            <a:custGeom>
              <a:avLst/>
              <a:gdLst>
                <a:gd name="connsiteX0" fmla="*/ 17857 w 17856"/>
                <a:gd name="connsiteY0" fmla="*/ 8929 h 17856"/>
                <a:gd name="connsiteX1" fmla="*/ 8928 w 17856"/>
                <a:gd name="connsiteY1" fmla="*/ 17857 h 17856"/>
                <a:gd name="connsiteX2" fmla="*/ 0 w 17856"/>
                <a:gd name="connsiteY2" fmla="*/ 8929 h 17856"/>
                <a:gd name="connsiteX3" fmla="*/ 8928 w 17856"/>
                <a:gd name="connsiteY3" fmla="*/ 0 h 17856"/>
                <a:gd name="connsiteX4" fmla="*/ 17857 w 17856"/>
                <a:gd name="connsiteY4" fmla="*/ 8929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9"/>
                  </a:moveTo>
                  <a:cubicBezTo>
                    <a:pt x="17857" y="13860"/>
                    <a:pt x="13859" y="17857"/>
                    <a:pt x="8928" y="17857"/>
                  </a:cubicBezTo>
                  <a:cubicBezTo>
                    <a:pt x="3997" y="17857"/>
                    <a:pt x="0" y="13859"/>
                    <a:pt x="0" y="8929"/>
                  </a:cubicBezTo>
                  <a:cubicBezTo>
                    <a:pt x="0" y="3997"/>
                    <a:pt x="3998" y="0"/>
                    <a:pt x="8928" y="0"/>
                  </a:cubicBezTo>
                  <a:cubicBezTo>
                    <a:pt x="13860" y="0"/>
                    <a:pt x="17857" y="3998"/>
                    <a:pt x="17857" y="8929"/>
                  </a:cubicBezTo>
                  <a:close/>
                </a:path>
              </a:pathLst>
            </a:custGeom>
            <a:solidFill>
              <a:srgbClr val="DAD7E8">
                <a:alpha val="70000"/>
              </a:srgbClr>
            </a:solidFill>
            <a:ln w="2249" cap="flat">
              <a:noFill/>
              <a:prstDash val="solid"/>
              <a:miter/>
            </a:ln>
          </p:spPr>
          <p:txBody>
            <a:bodyPr rtlCol="0" anchor="ctr"/>
            <a:lstStyle/>
            <a:p>
              <a:endParaRPr lang="en-US"/>
            </a:p>
          </p:txBody>
        </p:sp>
        <p:sp>
          <p:nvSpPr>
            <p:cNvPr id="17742" name="Freeform 17741">
              <a:extLst>
                <a:ext uri="{FF2B5EF4-FFF2-40B4-BE49-F238E27FC236}">
                  <a16:creationId xmlns:a16="http://schemas.microsoft.com/office/drawing/2014/main" id="{BD9CD3C0-4158-EAED-DF66-66292BDED5C4}"/>
                </a:ext>
              </a:extLst>
            </p:cNvPr>
            <p:cNvSpPr/>
            <p:nvPr/>
          </p:nvSpPr>
          <p:spPr>
            <a:xfrm rot="18900000">
              <a:off x="5718653" y="3191772"/>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7" y="0"/>
                    <a:pt x="8928" y="0"/>
                  </a:cubicBezTo>
                  <a:cubicBezTo>
                    <a:pt x="13859" y="0"/>
                    <a:pt x="17857" y="3997"/>
                    <a:pt x="17857" y="8928"/>
                  </a:cubicBezTo>
                  <a:close/>
                </a:path>
              </a:pathLst>
            </a:custGeom>
            <a:solidFill>
              <a:srgbClr val="DAD7E8">
                <a:alpha val="70000"/>
              </a:srgbClr>
            </a:solidFill>
            <a:ln w="2249" cap="flat">
              <a:noFill/>
              <a:prstDash val="solid"/>
              <a:miter/>
            </a:ln>
          </p:spPr>
          <p:txBody>
            <a:bodyPr rtlCol="0" anchor="ctr"/>
            <a:lstStyle/>
            <a:p>
              <a:endParaRPr lang="en-US"/>
            </a:p>
          </p:txBody>
        </p:sp>
        <p:sp>
          <p:nvSpPr>
            <p:cNvPr id="17743" name="Freeform 17742">
              <a:extLst>
                <a:ext uri="{FF2B5EF4-FFF2-40B4-BE49-F238E27FC236}">
                  <a16:creationId xmlns:a16="http://schemas.microsoft.com/office/drawing/2014/main" id="{66363D53-3444-5968-BC80-5942C247F87A}"/>
                </a:ext>
              </a:extLst>
            </p:cNvPr>
            <p:cNvSpPr/>
            <p:nvPr/>
          </p:nvSpPr>
          <p:spPr>
            <a:xfrm rot="20803200">
              <a:off x="5880409" y="2962767"/>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8" y="0"/>
                    <a:pt x="8928" y="0"/>
                  </a:cubicBezTo>
                  <a:cubicBezTo>
                    <a:pt x="13859" y="0"/>
                    <a:pt x="17857" y="3998"/>
                    <a:pt x="17857" y="8928"/>
                  </a:cubicBezTo>
                  <a:close/>
                </a:path>
              </a:pathLst>
            </a:custGeom>
            <a:solidFill>
              <a:srgbClr val="DAD7E8">
                <a:alpha val="70000"/>
              </a:srgbClr>
            </a:solidFill>
            <a:ln w="2249" cap="flat">
              <a:noFill/>
              <a:prstDash val="solid"/>
              <a:miter/>
            </a:ln>
          </p:spPr>
          <p:txBody>
            <a:bodyPr rtlCol="0" anchor="ctr"/>
            <a:lstStyle/>
            <a:p>
              <a:endParaRPr lang="en-US"/>
            </a:p>
          </p:txBody>
        </p:sp>
        <p:sp>
          <p:nvSpPr>
            <p:cNvPr id="3456" name="Freeform 3455">
              <a:extLst>
                <a:ext uri="{FF2B5EF4-FFF2-40B4-BE49-F238E27FC236}">
                  <a16:creationId xmlns:a16="http://schemas.microsoft.com/office/drawing/2014/main" id="{1376CD6C-B024-FA59-7A91-E5EB7C264721}"/>
                </a:ext>
              </a:extLst>
            </p:cNvPr>
            <p:cNvSpPr/>
            <p:nvPr/>
          </p:nvSpPr>
          <p:spPr>
            <a:xfrm rot="20803200">
              <a:off x="5884310" y="3250195"/>
              <a:ext cx="70855" cy="70855"/>
            </a:xfrm>
            <a:custGeom>
              <a:avLst/>
              <a:gdLst>
                <a:gd name="connsiteX0" fmla="*/ 17857 w 17856"/>
                <a:gd name="connsiteY0" fmla="*/ 8928 h 17856"/>
                <a:gd name="connsiteX1" fmla="*/ 8929 w 17856"/>
                <a:gd name="connsiteY1" fmla="*/ 17857 h 17856"/>
                <a:gd name="connsiteX2" fmla="*/ 0 w 17856"/>
                <a:gd name="connsiteY2" fmla="*/ 8928 h 17856"/>
                <a:gd name="connsiteX3" fmla="*/ 8929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9" y="17857"/>
                  </a:cubicBezTo>
                  <a:cubicBezTo>
                    <a:pt x="3997" y="17857"/>
                    <a:pt x="0" y="13859"/>
                    <a:pt x="0" y="8928"/>
                  </a:cubicBezTo>
                  <a:cubicBezTo>
                    <a:pt x="0" y="3997"/>
                    <a:pt x="3998" y="0"/>
                    <a:pt x="8929" y="0"/>
                  </a:cubicBezTo>
                  <a:cubicBezTo>
                    <a:pt x="13860" y="0"/>
                    <a:pt x="17857" y="3998"/>
                    <a:pt x="17857" y="8928"/>
                  </a:cubicBezTo>
                  <a:close/>
                </a:path>
              </a:pathLst>
            </a:custGeom>
            <a:solidFill>
              <a:srgbClr val="DAD7E8">
                <a:alpha val="70000"/>
              </a:srgbClr>
            </a:solidFill>
            <a:ln w="2249" cap="flat">
              <a:noFill/>
              <a:prstDash val="solid"/>
              <a:miter/>
            </a:ln>
          </p:spPr>
          <p:txBody>
            <a:bodyPr rtlCol="0" anchor="ctr"/>
            <a:lstStyle/>
            <a:p>
              <a:endParaRPr lang="en-US"/>
            </a:p>
          </p:txBody>
        </p:sp>
        <p:sp>
          <p:nvSpPr>
            <p:cNvPr id="3457" name="Freeform 3456">
              <a:extLst>
                <a:ext uri="{FF2B5EF4-FFF2-40B4-BE49-F238E27FC236}">
                  <a16:creationId xmlns:a16="http://schemas.microsoft.com/office/drawing/2014/main" id="{A3183DB7-88EF-1F66-6812-AD4DA8B31BB3}"/>
                </a:ext>
              </a:extLst>
            </p:cNvPr>
            <p:cNvSpPr/>
            <p:nvPr/>
          </p:nvSpPr>
          <p:spPr>
            <a:xfrm rot="19696800">
              <a:off x="5744045" y="3364560"/>
              <a:ext cx="70855" cy="70855"/>
            </a:xfrm>
            <a:custGeom>
              <a:avLst/>
              <a:gdLst>
                <a:gd name="connsiteX0" fmla="*/ 17857 w 17856"/>
                <a:gd name="connsiteY0" fmla="*/ 8928 h 17856"/>
                <a:gd name="connsiteX1" fmla="*/ 8928 w 17856"/>
                <a:gd name="connsiteY1" fmla="*/ 17856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6"/>
                    <a:pt x="8928" y="17856"/>
                  </a:cubicBezTo>
                  <a:cubicBezTo>
                    <a:pt x="3997" y="17856"/>
                    <a:pt x="0" y="13859"/>
                    <a:pt x="0" y="8928"/>
                  </a:cubicBezTo>
                  <a:cubicBezTo>
                    <a:pt x="0" y="3997"/>
                    <a:pt x="3998" y="0"/>
                    <a:pt x="8928" y="0"/>
                  </a:cubicBezTo>
                  <a:cubicBezTo>
                    <a:pt x="13860" y="0"/>
                    <a:pt x="17857" y="3997"/>
                    <a:pt x="17857" y="8928"/>
                  </a:cubicBezTo>
                  <a:close/>
                </a:path>
              </a:pathLst>
            </a:custGeom>
            <a:solidFill>
              <a:srgbClr val="DAD7E8">
                <a:alpha val="70000"/>
              </a:srgbClr>
            </a:solidFill>
            <a:ln w="2249" cap="flat">
              <a:noFill/>
              <a:prstDash val="solid"/>
              <a:miter/>
            </a:ln>
          </p:spPr>
          <p:txBody>
            <a:bodyPr rtlCol="0" anchor="ctr"/>
            <a:lstStyle/>
            <a:p>
              <a:endParaRPr lang="en-US"/>
            </a:p>
          </p:txBody>
        </p:sp>
        <p:sp>
          <p:nvSpPr>
            <p:cNvPr id="3458" name="Freeform 3457">
              <a:extLst>
                <a:ext uri="{FF2B5EF4-FFF2-40B4-BE49-F238E27FC236}">
                  <a16:creationId xmlns:a16="http://schemas.microsoft.com/office/drawing/2014/main" id="{28C50D40-2737-51CC-ED3A-BF93A0AF0214}"/>
                </a:ext>
              </a:extLst>
            </p:cNvPr>
            <p:cNvSpPr/>
            <p:nvPr/>
          </p:nvSpPr>
          <p:spPr>
            <a:xfrm rot="20803200">
              <a:off x="5836335" y="3042340"/>
              <a:ext cx="70855" cy="70855"/>
            </a:xfrm>
            <a:custGeom>
              <a:avLst/>
              <a:gdLst>
                <a:gd name="connsiteX0" fmla="*/ 17857 w 17856"/>
                <a:gd name="connsiteY0" fmla="*/ 8929 h 17856"/>
                <a:gd name="connsiteX1" fmla="*/ 8929 w 17856"/>
                <a:gd name="connsiteY1" fmla="*/ 17857 h 17856"/>
                <a:gd name="connsiteX2" fmla="*/ 0 w 17856"/>
                <a:gd name="connsiteY2" fmla="*/ 8929 h 17856"/>
                <a:gd name="connsiteX3" fmla="*/ 8929 w 17856"/>
                <a:gd name="connsiteY3" fmla="*/ 0 h 17856"/>
                <a:gd name="connsiteX4" fmla="*/ 17857 w 17856"/>
                <a:gd name="connsiteY4" fmla="*/ 8929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9"/>
                  </a:moveTo>
                  <a:cubicBezTo>
                    <a:pt x="17857" y="13860"/>
                    <a:pt x="13859" y="17857"/>
                    <a:pt x="8929" y="17857"/>
                  </a:cubicBezTo>
                  <a:cubicBezTo>
                    <a:pt x="3997" y="17857"/>
                    <a:pt x="0" y="13859"/>
                    <a:pt x="0" y="8929"/>
                  </a:cubicBezTo>
                  <a:cubicBezTo>
                    <a:pt x="0" y="3997"/>
                    <a:pt x="3998" y="0"/>
                    <a:pt x="8929" y="0"/>
                  </a:cubicBezTo>
                  <a:cubicBezTo>
                    <a:pt x="13860" y="0"/>
                    <a:pt x="17857" y="3998"/>
                    <a:pt x="17857" y="8929"/>
                  </a:cubicBezTo>
                  <a:close/>
                </a:path>
              </a:pathLst>
            </a:custGeom>
            <a:solidFill>
              <a:srgbClr val="DAD7E8">
                <a:alpha val="70000"/>
              </a:srgbClr>
            </a:solidFill>
            <a:ln w="2249" cap="flat">
              <a:noFill/>
              <a:prstDash val="solid"/>
              <a:miter/>
            </a:ln>
          </p:spPr>
          <p:txBody>
            <a:bodyPr rtlCol="0" anchor="ctr"/>
            <a:lstStyle/>
            <a:p>
              <a:endParaRPr lang="en-US"/>
            </a:p>
          </p:txBody>
        </p:sp>
        <p:sp>
          <p:nvSpPr>
            <p:cNvPr id="3459" name="Freeform 3458">
              <a:extLst>
                <a:ext uri="{FF2B5EF4-FFF2-40B4-BE49-F238E27FC236}">
                  <a16:creationId xmlns:a16="http://schemas.microsoft.com/office/drawing/2014/main" id="{94226328-C7EF-B59E-7A15-BE63E908C133}"/>
                </a:ext>
              </a:extLst>
            </p:cNvPr>
            <p:cNvSpPr/>
            <p:nvPr/>
          </p:nvSpPr>
          <p:spPr>
            <a:xfrm rot="20803200">
              <a:off x="5803789" y="2291186"/>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8" y="0"/>
                    <a:pt x="8928" y="0"/>
                  </a:cubicBezTo>
                  <a:cubicBezTo>
                    <a:pt x="13860" y="0"/>
                    <a:pt x="17857" y="3998"/>
                    <a:pt x="17857" y="8928"/>
                  </a:cubicBezTo>
                  <a:close/>
                </a:path>
              </a:pathLst>
            </a:custGeom>
            <a:solidFill>
              <a:srgbClr val="DAD7E8">
                <a:alpha val="70000"/>
              </a:srgbClr>
            </a:solidFill>
            <a:ln w="2249" cap="flat">
              <a:noFill/>
              <a:prstDash val="solid"/>
              <a:miter/>
            </a:ln>
          </p:spPr>
          <p:txBody>
            <a:bodyPr rtlCol="0" anchor="ctr"/>
            <a:lstStyle/>
            <a:p>
              <a:endParaRPr lang="en-US"/>
            </a:p>
          </p:txBody>
        </p:sp>
        <p:sp>
          <p:nvSpPr>
            <p:cNvPr id="3460" name="Freeform 3459">
              <a:extLst>
                <a:ext uri="{FF2B5EF4-FFF2-40B4-BE49-F238E27FC236}">
                  <a16:creationId xmlns:a16="http://schemas.microsoft.com/office/drawing/2014/main" id="{177D13DF-F865-03BF-55B9-CD36E96A5779}"/>
                </a:ext>
              </a:extLst>
            </p:cNvPr>
            <p:cNvSpPr/>
            <p:nvPr/>
          </p:nvSpPr>
          <p:spPr>
            <a:xfrm rot="20803200">
              <a:off x="5838002" y="2731596"/>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8" y="0"/>
                    <a:pt x="8928" y="0"/>
                  </a:cubicBezTo>
                  <a:cubicBezTo>
                    <a:pt x="13859" y="0"/>
                    <a:pt x="17857" y="3998"/>
                    <a:pt x="17857" y="8928"/>
                  </a:cubicBezTo>
                  <a:close/>
                </a:path>
              </a:pathLst>
            </a:custGeom>
            <a:solidFill>
              <a:srgbClr val="DAD7E8">
                <a:alpha val="70000"/>
              </a:srgbClr>
            </a:solidFill>
            <a:ln w="2249" cap="flat">
              <a:noFill/>
              <a:prstDash val="solid"/>
              <a:miter/>
            </a:ln>
          </p:spPr>
          <p:txBody>
            <a:bodyPr rtlCol="0" anchor="ctr"/>
            <a:lstStyle/>
            <a:p>
              <a:endParaRPr lang="en-US"/>
            </a:p>
          </p:txBody>
        </p:sp>
        <p:sp>
          <p:nvSpPr>
            <p:cNvPr id="3461" name="Freeform 3460">
              <a:extLst>
                <a:ext uri="{FF2B5EF4-FFF2-40B4-BE49-F238E27FC236}">
                  <a16:creationId xmlns:a16="http://schemas.microsoft.com/office/drawing/2014/main" id="{64614647-5098-4A54-8098-4095D57DC5A8}"/>
                </a:ext>
              </a:extLst>
            </p:cNvPr>
            <p:cNvSpPr/>
            <p:nvPr/>
          </p:nvSpPr>
          <p:spPr>
            <a:xfrm rot="19696800">
              <a:off x="5750933" y="2931233"/>
              <a:ext cx="70855" cy="70855"/>
            </a:xfrm>
            <a:custGeom>
              <a:avLst/>
              <a:gdLst>
                <a:gd name="connsiteX0" fmla="*/ 17857 w 17856"/>
                <a:gd name="connsiteY0" fmla="*/ 8928 h 17856"/>
                <a:gd name="connsiteX1" fmla="*/ 8929 w 17856"/>
                <a:gd name="connsiteY1" fmla="*/ 17857 h 17856"/>
                <a:gd name="connsiteX2" fmla="*/ 0 w 17856"/>
                <a:gd name="connsiteY2" fmla="*/ 8928 h 17856"/>
                <a:gd name="connsiteX3" fmla="*/ 8929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9" y="17857"/>
                  </a:cubicBezTo>
                  <a:cubicBezTo>
                    <a:pt x="3997" y="17857"/>
                    <a:pt x="0" y="13859"/>
                    <a:pt x="0" y="8928"/>
                  </a:cubicBezTo>
                  <a:cubicBezTo>
                    <a:pt x="0" y="3997"/>
                    <a:pt x="3998" y="0"/>
                    <a:pt x="8929" y="0"/>
                  </a:cubicBezTo>
                  <a:cubicBezTo>
                    <a:pt x="13860" y="0"/>
                    <a:pt x="17857" y="3997"/>
                    <a:pt x="17857" y="8928"/>
                  </a:cubicBezTo>
                  <a:close/>
                </a:path>
              </a:pathLst>
            </a:custGeom>
            <a:solidFill>
              <a:srgbClr val="DAD7E8">
                <a:alpha val="70000"/>
              </a:srgbClr>
            </a:solidFill>
            <a:ln w="2249" cap="flat">
              <a:noFill/>
              <a:prstDash val="solid"/>
              <a:miter/>
            </a:ln>
          </p:spPr>
          <p:txBody>
            <a:bodyPr rtlCol="0" anchor="ctr"/>
            <a:lstStyle/>
            <a:p>
              <a:endParaRPr lang="en-US"/>
            </a:p>
          </p:txBody>
        </p:sp>
        <p:sp>
          <p:nvSpPr>
            <p:cNvPr id="3462" name="Freeform 3461">
              <a:extLst>
                <a:ext uri="{FF2B5EF4-FFF2-40B4-BE49-F238E27FC236}">
                  <a16:creationId xmlns:a16="http://schemas.microsoft.com/office/drawing/2014/main" id="{4F6EBC1A-4EAD-93F8-E0F3-45F47BA03029}"/>
                </a:ext>
              </a:extLst>
            </p:cNvPr>
            <p:cNvSpPr/>
            <p:nvPr/>
          </p:nvSpPr>
          <p:spPr>
            <a:xfrm rot="20803200">
              <a:off x="5812507" y="3138674"/>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8" y="0"/>
                    <a:pt x="8928" y="0"/>
                  </a:cubicBezTo>
                  <a:cubicBezTo>
                    <a:pt x="13860" y="0"/>
                    <a:pt x="17857" y="3998"/>
                    <a:pt x="17857" y="8928"/>
                  </a:cubicBezTo>
                  <a:close/>
                </a:path>
              </a:pathLst>
            </a:custGeom>
            <a:solidFill>
              <a:srgbClr val="DAD7E8">
                <a:alpha val="70000"/>
              </a:srgbClr>
            </a:solidFill>
            <a:ln w="2249" cap="flat">
              <a:noFill/>
              <a:prstDash val="solid"/>
              <a:miter/>
            </a:ln>
          </p:spPr>
          <p:txBody>
            <a:bodyPr rtlCol="0" anchor="ctr"/>
            <a:lstStyle/>
            <a:p>
              <a:endParaRPr lang="en-US"/>
            </a:p>
          </p:txBody>
        </p:sp>
        <p:sp>
          <p:nvSpPr>
            <p:cNvPr id="3463" name="Freeform 3462">
              <a:extLst>
                <a:ext uri="{FF2B5EF4-FFF2-40B4-BE49-F238E27FC236}">
                  <a16:creationId xmlns:a16="http://schemas.microsoft.com/office/drawing/2014/main" id="{7125DA5F-24E5-4852-4B2F-E4FAB2912D95}"/>
                </a:ext>
              </a:extLst>
            </p:cNvPr>
            <p:cNvSpPr/>
            <p:nvPr/>
          </p:nvSpPr>
          <p:spPr>
            <a:xfrm rot="20803200">
              <a:off x="5781659" y="2897432"/>
              <a:ext cx="70855" cy="70855"/>
            </a:xfrm>
            <a:custGeom>
              <a:avLst/>
              <a:gdLst>
                <a:gd name="connsiteX0" fmla="*/ 17857 w 17856"/>
                <a:gd name="connsiteY0" fmla="*/ 8929 h 17856"/>
                <a:gd name="connsiteX1" fmla="*/ 8928 w 17856"/>
                <a:gd name="connsiteY1" fmla="*/ 17857 h 17856"/>
                <a:gd name="connsiteX2" fmla="*/ 0 w 17856"/>
                <a:gd name="connsiteY2" fmla="*/ 8929 h 17856"/>
                <a:gd name="connsiteX3" fmla="*/ 8928 w 17856"/>
                <a:gd name="connsiteY3" fmla="*/ 0 h 17856"/>
                <a:gd name="connsiteX4" fmla="*/ 17857 w 17856"/>
                <a:gd name="connsiteY4" fmla="*/ 8929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9"/>
                  </a:moveTo>
                  <a:cubicBezTo>
                    <a:pt x="17857" y="13860"/>
                    <a:pt x="13859" y="17857"/>
                    <a:pt x="8928" y="17857"/>
                  </a:cubicBezTo>
                  <a:cubicBezTo>
                    <a:pt x="3997" y="17857"/>
                    <a:pt x="0" y="13859"/>
                    <a:pt x="0" y="8929"/>
                  </a:cubicBezTo>
                  <a:cubicBezTo>
                    <a:pt x="0" y="3997"/>
                    <a:pt x="3998" y="0"/>
                    <a:pt x="8928" y="0"/>
                  </a:cubicBezTo>
                  <a:cubicBezTo>
                    <a:pt x="13860" y="0"/>
                    <a:pt x="17857" y="3998"/>
                    <a:pt x="17857" y="8929"/>
                  </a:cubicBezTo>
                  <a:close/>
                </a:path>
              </a:pathLst>
            </a:custGeom>
            <a:solidFill>
              <a:srgbClr val="DAD7E8">
                <a:alpha val="70000"/>
              </a:srgbClr>
            </a:solidFill>
            <a:ln w="2249" cap="flat">
              <a:noFill/>
              <a:prstDash val="solid"/>
              <a:miter/>
            </a:ln>
          </p:spPr>
          <p:txBody>
            <a:bodyPr rtlCol="0" anchor="ctr"/>
            <a:lstStyle/>
            <a:p>
              <a:endParaRPr lang="en-US"/>
            </a:p>
          </p:txBody>
        </p:sp>
        <p:sp>
          <p:nvSpPr>
            <p:cNvPr id="3464" name="Freeform 3463">
              <a:extLst>
                <a:ext uri="{FF2B5EF4-FFF2-40B4-BE49-F238E27FC236}">
                  <a16:creationId xmlns:a16="http://schemas.microsoft.com/office/drawing/2014/main" id="{9ABF950D-D721-14DC-4B0A-6BCBCE510C32}"/>
                </a:ext>
              </a:extLst>
            </p:cNvPr>
            <p:cNvSpPr/>
            <p:nvPr/>
          </p:nvSpPr>
          <p:spPr>
            <a:xfrm rot="19696800">
              <a:off x="5752636" y="3252484"/>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8" y="0"/>
                    <a:pt x="8928" y="0"/>
                  </a:cubicBezTo>
                  <a:cubicBezTo>
                    <a:pt x="13860" y="0"/>
                    <a:pt x="17857" y="3997"/>
                    <a:pt x="17857" y="8928"/>
                  </a:cubicBezTo>
                  <a:close/>
                </a:path>
              </a:pathLst>
            </a:custGeom>
            <a:solidFill>
              <a:srgbClr val="DAD7E8">
                <a:alpha val="70000"/>
              </a:srgbClr>
            </a:solidFill>
            <a:ln w="2249" cap="flat">
              <a:noFill/>
              <a:prstDash val="solid"/>
              <a:miter/>
            </a:ln>
          </p:spPr>
          <p:txBody>
            <a:bodyPr rtlCol="0" anchor="ctr"/>
            <a:lstStyle/>
            <a:p>
              <a:endParaRPr lang="en-US"/>
            </a:p>
          </p:txBody>
        </p:sp>
        <p:sp>
          <p:nvSpPr>
            <p:cNvPr id="3465" name="Freeform 3464">
              <a:extLst>
                <a:ext uri="{FF2B5EF4-FFF2-40B4-BE49-F238E27FC236}">
                  <a16:creationId xmlns:a16="http://schemas.microsoft.com/office/drawing/2014/main" id="{9187790C-9082-3D8C-9A2A-8F5F8D0ECAA5}"/>
                </a:ext>
              </a:extLst>
            </p:cNvPr>
            <p:cNvSpPr/>
            <p:nvPr/>
          </p:nvSpPr>
          <p:spPr>
            <a:xfrm rot="20803200">
              <a:off x="5815967" y="3479306"/>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8" y="0"/>
                    <a:pt x="8928" y="0"/>
                  </a:cubicBezTo>
                  <a:cubicBezTo>
                    <a:pt x="13860" y="0"/>
                    <a:pt x="17857" y="3998"/>
                    <a:pt x="17857" y="8928"/>
                  </a:cubicBezTo>
                  <a:close/>
                </a:path>
              </a:pathLst>
            </a:custGeom>
            <a:solidFill>
              <a:srgbClr val="DAD7E8">
                <a:alpha val="70000"/>
              </a:srgbClr>
            </a:solidFill>
            <a:ln w="2249" cap="flat">
              <a:noFill/>
              <a:prstDash val="solid"/>
              <a:miter/>
            </a:ln>
          </p:spPr>
          <p:txBody>
            <a:bodyPr rtlCol="0" anchor="ctr"/>
            <a:lstStyle/>
            <a:p>
              <a:endParaRPr lang="en-US"/>
            </a:p>
          </p:txBody>
        </p:sp>
        <p:sp>
          <p:nvSpPr>
            <p:cNvPr id="3466" name="Freeform 3465">
              <a:extLst>
                <a:ext uri="{FF2B5EF4-FFF2-40B4-BE49-F238E27FC236}">
                  <a16:creationId xmlns:a16="http://schemas.microsoft.com/office/drawing/2014/main" id="{15E02BF0-20B4-FB6C-D7FF-28F23FAE593C}"/>
                </a:ext>
              </a:extLst>
            </p:cNvPr>
            <p:cNvSpPr/>
            <p:nvPr/>
          </p:nvSpPr>
          <p:spPr>
            <a:xfrm rot="20803200">
              <a:off x="5873588" y="2907809"/>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7" y="0"/>
                    <a:pt x="8928" y="0"/>
                  </a:cubicBezTo>
                  <a:cubicBezTo>
                    <a:pt x="13859" y="0"/>
                    <a:pt x="17857" y="3998"/>
                    <a:pt x="17857" y="8928"/>
                  </a:cubicBezTo>
                  <a:close/>
                </a:path>
              </a:pathLst>
            </a:custGeom>
            <a:solidFill>
              <a:srgbClr val="DAD7E8">
                <a:alpha val="70000"/>
              </a:srgbClr>
            </a:solidFill>
            <a:ln w="2249" cap="flat">
              <a:noFill/>
              <a:prstDash val="solid"/>
              <a:miter/>
            </a:ln>
          </p:spPr>
          <p:txBody>
            <a:bodyPr rtlCol="0" anchor="ctr"/>
            <a:lstStyle/>
            <a:p>
              <a:endParaRPr lang="en-US"/>
            </a:p>
          </p:txBody>
        </p:sp>
        <p:sp>
          <p:nvSpPr>
            <p:cNvPr id="3467" name="Freeform 3466">
              <a:extLst>
                <a:ext uri="{FF2B5EF4-FFF2-40B4-BE49-F238E27FC236}">
                  <a16:creationId xmlns:a16="http://schemas.microsoft.com/office/drawing/2014/main" id="{E21AA68A-7C42-C434-2E7C-6CC399ACE200}"/>
                </a:ext>
              </a:extLst>
            </p:cNvPr>
            <p:cNvSpPr/>
            <p:nvPr/>
          </p:nvSpPr>
          <p:spPr>
            <a:xfrm rot="19696800">
              <a:off x="5726141" y="3397071"/>
              <a:ext cx="70855" cy="70855"/>
            </a:xfrm>
            <a:custGeom>
              <a:avLst/>
              <a:gdLst>
                <a:gd name="connsiteX0" fmla="*/ 17857 w 17856"/>
                <a:gd name="connsiteY0" fmla="*/ 8928 h 17856"/>
                <a:gd name="connsiteX1" fmla="*/ 8928 w 17856"/>
                <a:gd name="connsiteY1" fmla="*/ 17856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6"/>
                    <a:pt x="8928" y="17856"/>
                  </a:cubicBezTo>
                  <a:cubicBezTo>
                    <a:pt x="3997" y="17856"/>
                    <a:pt x="0" y="13859"/>
                    <a:pt x="0" y="8928"/>
                  </a:cubicBezTo>
                  <a:cubicBezTo>
                    <a:pt x="0" y="3997"/>
                    <a:pt x="3998" y="0"/>
                    <a:pt x="8928" y="0"/>
                  </a:cubicBezTo>
                  <a:cubicBezTo>
                    <a:pt x="13860" y="0"/>
                    <a:pt x="17857" y="3997"/>
                    <a:pt x="17857" y="8928"/>
                  </a:cubicBezTo>
                  <a:close/>
                </a:path>
              </a:pathLst>
            </a:custGeom>
            <a:solidFill>
              <a:srgbClr val="DAD7E8">
                <a:alpha val="70000"/>
              </a:srgbClr>
            </a:solidFill>
            <a:ln w="2249" cap="flat">
              <a:noFill/>
              <a:prstDash val="solid"/>
              <a:miter/>
            </a:ln>
          </p:spPr>
          <p:txBody>
            <a:bodyPr rtlCol="0" anchor="ctr"/>
            <a:lstStyle/>
            <a:p>
              <a:endParaRPr lang="en-US"/>
            </a:p>
          </p:txBody>
        </p:sp>
        <p:sp>
          <p:nvSpPr>
            <p:cNvPr id="3468" name="Freeform 3467">
              <a:extLst>
                <a:ext uri="{FF2B5EF4-FFF2-40B4-BE49-F238E27FC236}">
                  <a16:creationId xmlns:a16="http://schemas.microsoft.com/office/drawing/2014/main" id="{62408F21-9457-8340-20B4-D1C61ACEDC6D}"/>
                </a:ext>
              </a:extLst>
            </p:cNvPr>
            <p:cNvSpPr/>
            <p:nvPr/>
          </p:nvSpPr>
          <p:spPr>
            <a:xfrm rot="20803200">
              <a:off x="5808951" y="3118524"/>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8" y="0"/>
                    <a:pt x="8928" y="0"/>
                  </a:cubicBezTo>
                  <a:cubicBezTo>
                    <a:pt x="13859" y="0"/>
                    <a:pt x="17857" y="3997"/>
                    <a:pt x="17857" y="8928"/>
                  </a:cubicBezTo>
                  <a:close/>
                </a:path>
              </a:pathLst>
            </a:custGeom>
            <a:solidFill>
              <a:srgbClr val="DAD7E8">
                <a:alpha val="70000"/>
              </a:srgbClr>
            </a:solidFill>
            <a:ln w="2249" cap="flat">
              <a:noFill/>
              <a:prstDash val="solid"/>
              <a:miter/>
            </a:ln>
          </p:spPr>
          <p:txBody>
            <a:bodyPr rtlCol="0" anchor="ctr"/>
            <a:lstStyle/>
            <a:p>
              <a:endParaRPr lang="en-US"/>
            </a:p>
          </p:txBody>
        </p:sp>
        <p:sp>
          <p:nvSpPr>
            <p:cNvPr id="3469" name="Freeform 3468">
              <a:extLst>
                <a:ext uri="{FF2B5EF4-FFF2-40B4-BE49-F238E27FC236}">
                  <a16:creationId xmlns:a16="http://schemas.microsoft.com/office/drawing/2014/main" id="{7D7DA350-478E-C376-D1C3-47B147D3139F}"/>
                </a:ext>
              </a:extLst>
            </p:cNvPr>
            <p:cNvSpPr/>
            <p:nvPr/>
          </p:nvSpPr>
          <p:spPr>
            <a:xfrm rot="20803200">
              <a:off x="5790841" y="3208105"/>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7" y="0"/>
                    <a:pt x="8928" y="0"/>
                  </a:cubicBezTo>
                  <a:cubicBezTo>
                    <a:pt x="13859" y="0"/>
                    <a:pt x="17857" y="3998"/>
                    <a:pt x="17857" y="8928"/>
                  </a:cubicBezTo>
                  <a:close/>
                </a:path>
              </a:pathLst>
            </a:custGeom>
            <a:solidFill>
              <a:srgbClr val="DAD7E8">
                <a:alpha val="70000"/>
              </a:srgbClr>
            </a:solidFill>
            <a:ln w="2249" cap="flat">
              <a:noFill/>
              <a:prstDash val="solid"/>
              <a:miter/>
            </a:ln>
          </p:spPr>
          <p:txBody>
            <a:bodyPr rtlCol="0" anchor="ctr"/>
            <a:lstStyle/>
            <a:p>
              <a:endParaRPr lang="en-US"/>
            </a:p>
          </p:txBody>
        </p:sp>
        <p:sp>
          <p:nvSpPr>
            <p:cNvPr id="3470" name="Freeform 3469">
              <a:extLst>
                <a:ext uri="{FF2B5EF4-FFF2-40B4-BE49-F238E27FC236}">
                  <a16:creationId xmlns:a16="http://schemas.microsoft.com/office/drawing/2014/main" id="{095F18EC-08FC-D5C7-0F2D-D6CA8CFDB306}"/>
                </a:ext>
              </a:extLst>
            </p:cNvPr>
            <p:cNvSpPr/>
            <p:nvPr/>
          </p:nvSpPr>
          <p:spPr>
            <a:xfrm rot="19696800">
              <a:off x="5708828" y="2852045"/>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7" y="0"/>
                    <a:pt x="8928" y="0"/>
                  </a:cubicBezTo>
                  <a:cubicBezTo>
                    <a:pt x="13859" y="0"/>
                    <a:pt x="17857" y="3997"/>
                    <a:pt x="17857" y="8928"/>
                  </a:cubicBezTo>
                  <a:close/>
                </a:path>
              </a:pathLst>
            </a:custGeom>
            <a:solidFill>
              <a:srgbClr val="DAD7E8">
                <a:alpha val="70000"/>
              </a:srgbClr>
            </a:solidFill>
            <a:ln w="2249" cap="flat">
              <a:noFill/>
              <a:prstDash val="solid"/>
              <a:miter/>
            </a:ln>
          </p:spPr>
          <p:txBody>
            <a:bodyPr rtlCol="0" anchor="ctr"/>
            <a:lstStyle/>
            <a:p>
              <a:endParaRPr lang="en-US"/>
            </a:p>
          </p:txBody>
        </p:sp>
        <p:sp>
          <p:nvSpPr>
            <p:cNvPr id="3471" name="Freeform 3470">
              <a:extLst>
                <a:ext uri="{FF2B5EF4-FFF2-40B4-BE49-F238E27FC236}">
                  <a16:creationId xmlns:a16="http://schemas.microsoft.com/office/drawing/2014/main" id="{CB5671A8-2DB8-5670-2477-8690D90BD46D}"/>
                </a:ext>
              </a:extLst>
            </p:cNvPr>
            <p:cNvSpPr/>
            <p:nvPr/>
          </p:nvSpPr>
          <p:spPr>
            <a:xfrm rot="20803200">
              <a:off x="5835578" y="3277523"/>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7" y="0"/>
                    <a:pt x="8928" y="0"/>
                  </a:cubicBezTo>
                  <a:cubicBezTo>
                    <a:pt x="13859" y="0"/>
                    <a:pt x="17857" y="3998"/>
                    <a:pt x="17857" y="8928"/>
                  </a:cubicBezTo>
                  <a:close/>
                </a:path>
              </a:pathLst>
            </a:custGeom>
            <a:solidFill>
              <a:srgbClr val="DAD7E8">
                <a:alpha val="70000"/>
              </a:srgbClr>
            </a:solidFill>
            <a:ln w="2249" cap="flat">
              <a:noFill/>
              <a:prstDash val="solid"/>
              <a:miter/>
            </a:ln>
          </p:spPr>
          <p:txBody>
            <a:bodyPr rtlCol="0" anchor="ctr"/>
            <a:lstStyle/>
            <a:p>
              <a:endParaRPr lang="en-US"/>
            </a:p>
          </p:txBody>
        </p:sp>
        <p:sp>
          <p:nvSpPr>
            <p:cNvPr id="3472" name="Freeform 3471">
              <a:extLst>
                <a:ext uri="{FF2B5EF4-FFF2-40B4-BE49-F238E27FC236}">
                  <a16:creationId xmlns:a16="http://schemas.microsoft.com/office/drawing/2014/main" id="{4FA4686C-0D27-D275-B11F-796F77E15A4B}"/>
                </a:ext>
              </a:extLst>
            </p:cNvPr>
            <p:cNvSpPr/>
            <p:nvPr/>
          </p:nvSpPr>
          <p:spPr>
            <a:xfrm rot="20803200">
              <a:off x="5861862" y="3105207"/>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8" y="0"/>
                    <a:pt x="8928" y="0"/>
                  </a:cubicBezTo>
                  <a:cubicBezTo>
                    <a:pt x="13860" y="0"/>
                    <a:pt x="17857" y="3998"/>
                    <a:pt x="17857" y="8928"/>
                  </a:cubicBezTo>
                  <a:close/>
                </a:path>
              </a:pathLst>
            </a:custGeom>
            <a:solidFill>
              <a:srgbClr val="DAD7E8">
                <a:alpha val="70000"/>
              </a:srgbClr>
            </a:solidFill>
            <a:ln w="2249" cap="flat">
              <a:noFill/>
              <a:prstDash val="solid"/>
              <a:miter/>
            </a:ln>
          </p:spPr>
          <p:txBody>
            <a:bodyPr rtlCol="0" anchor="ctr"/>
            <a:lstStyle/>
            <a:p>
              <a:endParaRPr lang="en-US"/>
            </a:p>
          </p:txBody>
        </p:sp>
        <p:sp>
          <p:nvSpPr>
            <p:cNvPr id="3473" name="Freeform 3472">
              <a:extLst>
                <a:ext uri="{FF2B5EF4-FFF2-40B4-BE49-F238E27FC236}">
                  <a16:creationId xmlns:a16="http://schemas.microsoft.com/office/drawing/2014/main" id="{F214FF5A-3D60-120A-2212-5B5DEE111BDF}"/>
                </a:ext>
              </a:extLst>
            </p:cNvPr>
            <p:cNvSpPr/>
            <p:nvPr/>
          </p:nvSpPr>
          <p:spPr>
            <a:xfrm rot="20803200">
              <a:off x="5766512" y="2468847"/>
              <a:ext cx="70855" cy="70855"/>
            </a:xfrm>
            <a:custGeom>
              <a:avLst/>
              <a:gdLst>
                <a:gd name="connsiteX0" fmla="*/ 17857 w 17856"/>
                <a:gd name="connsiteY0" fmla="*/ 8929 h 17856"/>
                <a:gd name="connsiteX1" fmla="*/ 8928 w 17856"/>
                <a:gd name="connsiteY1" fmla="*/ 17857 h 17856"/>
                <a:gd name="connsiteX2" fmla="*/ 0 w 17856"/>
                <a:gd name="connsiteY2" fmla="*/ 8929 h 17856"/>
                <a:gd name="connsiteX3" fmla="*/ 8928 w 17856"/>
                <a:gd name="connsiteY3" fmla="*/ 0 h 17856"/>
                <a:gd name="connsiteX4" fmla="*/ 17857 w 17856"/>
                <a:gd name="connsiteY4" fmla="*/ 8929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9"/>
                  </a:moveTo>
                  <a:cubicBezTo>
                    <a:pt x="17857" y="13860"/>
                    <a:pt x="13859" y="17857"/>
                    <a:pt x="8928" y="17857"/>
                  </a:cubicBezTo>
                  <a:cubicBezTo>
                    <a:pt x="3997" y="17857"/>
                    <a:pt x="0" y="13859"/>
                    <a:pt x="0" y="8929"/>
                  </a:cubicBezTo>
                  <a:cubicBezTo>
                    <a:pt x="0" y="3997"/>
                    <a:pt x="3997" y="0"/>
                    <a:pt x="8928" y="0"/>
                  </a:cubicBezTo>
                  <a:cubicBezTo>
                    <a:pt x="13859" y="0"/>
                    <a:pt x="17857" y="3998"/>
                    <a:pt x="17857" y="8929"/>
                  </a:cubicBezTo>
                  <a:close/>
                </a:path>
              </a:pathLst>
            </a:custGeom>
            <a:solidFill>
              <a:srgbClr val="DAD7E8">
                <a:alpha val="70000"/>
              </a:srgbClr>
            </a:solidFill>
            <a:ln w="2249" cap="flat">
              <a:noFill/>
              <a:prstDash val="solid"/>
              <a:miter/>
            </a:ln>
          </p:spPr>
          <p:txBody>
            <a:bodyPr rtlCol="0" anchor="ctr"/>
            <a:lstStyle/>
            <a:p>
              <a:endParaRPr lang="en-US"/>
            </a:p>
          </p:txBody>
        </p:sp>
        <p:sp>
          <p:nvSpPr>
            <p:cNvPr id="3474" name="Freeform 3473">
              <a:extLst>
                <a:ext uri="{FF2B5EF4-FFF2-40B4-BE49-F238E27FC236}">
                  <a16:creationId xmlns:a16="http://schemas.microsoft.com/office/drawing/2014/main" id="{CDADB5F7-FE6F-D960-9DE2-AA9A2CF58F27}"/>
                </a:ext>
              </a:extLst>
            </p:cNvPr>
            <p:cNvSpPr/>
            <p:nvPr/>
          </p:nvSpPr>
          <p:spPr>
            <a:xfrm rot="20803200">
              <a:off x="5832205" y="3236040"/>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7" y="0"/>
                    <a:pt x="8928" y="0"/>
                  </a:cubicBezTo>
                  <a:cubicBezTo>
                    <a:pt x="13859" y="0"/>
                    <a:pt x="17857" y="3998"/>
                    <a:pt x="17857" y="8928"/>
                  </a:cubicBezTo>
                  <a:close/>
                </a:path>
              </a:pathLst>
            </a:custGeom>
            <a:solidFill>
              <a:srgbClr val="DAD7E8">
                <a:alpha val="70000"/>
              </a:srgbClr>
            </a:solidFill>
            <a:ln w="2249" cap="flat">
              <a:noFill/>
              <a:prstDash val="solid"/>
              <a:miter/>
            </a:ln>
          </p:spPr>
          <p:txBody>
            <a:bodyPr rtlCol="0" anchor="ctr"/>
            <a:lstStyle/>
            <a:p>
              <a:endParaRPr lang="en-US"/>
            </a:p>
          </p:txBody>
        </p:sp>
        <p:sp>
          <p:nvSpPr>
            <p:cNvPr id="3475" name="Freeform 3474">
              <a:extLst>
                <a:ext uri="{FF2B5EF4-FFF2-40B4-BE49-F238E27FC236}">
                  <a16:creationId xmlns:a16="http://schemas.microsoft.com/office/drawing/2014/main" id="{F1C47FEE-A267-FA4E-DF23-7700961510A3}"/>
                </a:ext>
              </a:extLst>
            </p:cNvPr>
            <p:cNvSpPr/>
            <p:nvPr/>
          </p:nvSpPr>
          <p:spPr>
            <a:xfrm rot="19696800">
              <a:off x="5731085" y="2895766"/>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7" y="0"/>
                    <a:pt x="8928" y="0"/>
                  </a:cubicBezTo>
                  <a:cubicBezTo>
                    <a:pt x="13859" y="0"/>
                    <a:pt x="17857" y="3998"/>
                    <a:pt x="17857" y="8928"/>
                  </a:cubicBezTo>
                  <a:close/>
                </a:path>
              </a:pathLst>
            </a:custGeom>
            <a:solidFill>
              <a:srgbClr val="DAD7E8">
                <a:alpha val="70000"/>
              </a:srgbClr>
            </a:solidFill>
            <a:ln w="2249" cap="flat">
              <a:noFill/>
              <a:prstDash val="solid"/>
              <a:miter/>
            </a:ln>
          </p:spPr>
          <p:txBody>
            <a:bodyPr rtlCol="0" anchor="ctr"/>
            <a:lstStyle/>
            <a:p>
              <a:endParaRPr lang="en-US"/>
            </a:p>
          </p:txBody>
        </p:sp>
        <p:sp>
          <p:nvSpPr>
            <p:cNvPr id="3476" name="Freeform 3475">
              <a:extLst>
                <a:ext uri="{FF2B5EF4-FFF2-40B4-BE49-F238E27FC236}">
                  <a16:creationId xmlns:a16="http://schemas.microsoft.com/office/drawing/2014/main" id="{0A7172D4-17F6-CE93-3273-770A6D6E693B}"/>
                </a:ext>
              </a:extLst>
            </p:cNvPr>
            <p:cNvSpPr/>
            <p:nvPr/>
          </p:nvSpPr>
          <p:spPr>
            <a:xfrm>
              <a:off x="5969359" y="2942486"/>
              <a:ext cx="184014" cy="342417"/>
            </a:xfrm>
            <a:custGeom>
              <a:avLst/>
              <a:gdLst>
                <a:gd name="connsiteX0" fmla="*/ 0 w 46373"/>
                <a:gd name="connsiteY0" fmla="*/ 0 h 86292"/>
                <a:gd name="connsiteX1" fmla="*/ 46373 w 46373"/>
                <a:gd name="connsiteY1" fmla="*/ 0 h 86292"/>
                <a:gd name="connsiteX2" fmla="*/ 46373 w 46373"/>
                <a:gd name="connsiteY2" fmla="*/ 86292 h 86292"/>
                <a:gd name="connsiteX3" fmla="*/ 0 w 46373"/>
                <a:gd name="connsiteY3" fmla="*/ 86292 h 86292"/>
              </a:gdLst>
              <a:ahLst/>
              <a:cxnLst>
                <a:cxn ang="0">
                  <a:pos x="connsiteX0" y="connsiteY0"/>
                </a:cxn>
                <a:cxn ang="0">
                  <a:pos x="connsiteX1" y="connsiteY1"/>
                </a:cxn>
                <a:cxn ang="0">
                  <a:pos x="connsiteX2" y="connsiteY2"/>
                </a:cxn>
                <a:cxn ang="0">
                  <a:pos x="connsiteX3" y="connsiteY3"/>
                </a:cxn>
              </a:cxnLst>
              <a:rect l="l" t="t" r="r" b="b"/>
              <a:pathLst>
                <a:path w="46373" h="86292">
                  <a:moveTo>
                    <a:pt x="0" y="0"/>
                  </a:moveTo>
                  <a:lnTo>
                    <a:pt x="46373" y="0"/>
                  </a:lnTo>
                  <a:lnTo>
                    <a:pt x="46373" y="86292"/>
                  </a:lnTo>
                  <a:lnTo>
                    <a:pt x="0" y="86292"/>
                  </a:lnTo>
                  <a:close/>
                </a:path>
              </a:pathLst>
            </a:custGeom>
            <a:solidFill>
              <a:srgbClr val="DAD7E8"/>
            </a:solidFill>
            <a:ln w="2249" cap="flat">
              <a:noFill/>
              <a:prstDash val="solid"/>
              <a:miter/>
            </a:ln>
          </p:spPr>
          <p:txBody>
            <a:bodyPr rtlCol="0" anchor="ctr"/>
            <a:lstStyle/>
            <a:p>
              <a:endParaRPr lang="en-US"/>
            </a:p>
          </p:txBody>
        </p:sp>
        <p:sp>
          <p:nvSpPr>
            <p:cNvPr id="3477" name="Freeform 3476">
              <a:extLst>
                <a:ext uri="{FF2B5EF4-FFF2-40B4-BE49-F238E27FC236}">
                  <a16:creationId xmlns:a16="http://schemas.microsoft.com/office/drawing/2014/main" id="{49278F99-C027-3E04-EF25-447DD2C395C0}"/>
                </a:ext>
              </a:extLst>
            </p:cNvPr>
            <p:cNvSpPr/>
            <p:nvPr/>
          </p:nvSpPr>
          <p:spPr>
            <a:xfrm>
              <a:off x="5969359" y="2942486"/>
              <a:ext cx="184014" cy="342417"/>
            </a:xfrm>
            <a:custGeom>
              <a:avLst/>
              <a:gdLst>
                <a:gd name="connsiteX0" fmla="*/ 0 w 46373"/>
                <a:gd name="connsiteY0" fmla="*/ 0 h 86292"/>
                <a:gd name="connsiteX1" fmla="*/ 46373 w 46373"/>
                <a:gd name="connsiteY1" fmla="*/ 0 h 86292"/>
                <a:gd name="connsiteX2" fmla="*/ 46373 w 46373"/>
                <a:gd name="connsiteY2" fmla="*/ 86292 h 86292"/>
                <a:gd name="connsiteX3" fmla="*/ 0 w 46373"/>
                <a:gd name="connsiteY3" fmla="*/ 86292 h 86292"/>
              </a:gdLst>
              <a:ahLst/>
              <a:cxnLst>
                <a:cxn ang="0">
                  <a:pos x="connsiteX0" y="connsiteY0"/>
                </a:cxn>
                <a:cxn ang="0">
                  <a:pos x="connsiteX1" y="connsiteY1"/>
                </a:cxn>
                <a:cxn ang="0">
                  <a:pos x="connsiteX2" y="connsiteY2"/>
                </a:cxn>
                <a:cxn ang="0">
                  <a:pos x="connsiteX3" y="connsiteY3"/>
                </a:cxn>
              </a:cxnLst>
              <a:rect l="l" t="t" r="r" b="b"/>
              <a:pathLst>
                <a:path w="46373" h="86292">
                  <a:moveTo>
                    <a:pt x="0" y="0"/>
                  </a:moveTo>
                  <a:lnTo>
                    <a:pt x="46373" y="0"/>
                  </a:lnTo>
                  <a:lnTo>
                    <a:pt x="46373" y="86292"/>
                  </a:lnTo>
                  <a:lnTo>
                    <a:pt x="0" y="86292"/>
                  </a:lnTo>
                  <a:close/>
                </a:path>
              </a:pathLst>
            </a:custGeom>
            <a:noFill/>
            <a:ln w="4498" cap="flat">
              <a:solidFill>
                <a:srgbClr val="000000"/>
              </a:solidFill>
              <a:prstDash val="solid"/>
              <a:miter/>
            </a:ln>
          </p:spPr>
          <p:txBody>
            <a:bodyPr rtlCol="0" anchor="ctr"/>
            <a:lstStyle/>
            <a:p>
              <a:endParaRPr lang="en-US"/>
            </a:p>
          </p:txBody>
        </p:sp>
        <p:sp>
          <p:nvSpPr>
            <p:cNvPr id="3478" name="Freeform 3477">
              <a:extLst>
                <a:ext uri="{FF2B5EF4-FFF2-40B4-BE49-F238E27FC236}">
                  <a16:creationId xmlns:a16="http://schemas.microsoft.com/office/drawing/2014/main" id="{D770E91A-0897-079B-7D29-2B6B355B2850}"/>
                </a:ext>
              </a:extLst>
            </p:cNvPr>
            <p:cNvSpPr/>
            <p:nvPr/>
          </p:nvSpPr>
          <p:spPr>
            <a:xfrm>
              <a:off x="5969359" y="3164606"/>
              <a:ext cx="184014" cy="8920"/>
            </a:xfrm>
            <a:custGeom>
              <a:avLst/>
              <a:gdLst>
                <a:gd name="connsiteX0" fmla="*/ 0 w 46373"/>
                <a:gd name="connsiteY0" fmla="*/ 0 h 2248"/>
                <a:gd name="connsiteX1" fmla="*/ 46373 w 46373"/>
                <a:gd name="connsiteY1" fmla="*/ 0 h 2248"/>
              </a:gdLst>
              <a:ahLst/>
              <a:cxnLst>
                <a:cxn ang="0">
                  <a:pos x="connsiteX0" y="connsiteY0"/>
                </a:cxn>
                <a:cxn ang="0">
                  <a:pos x="connsiteX1" y="connsiteY1"/>
                </a:cxn>
              </a:cxnLst>
              <a:rect l="l" t="t" r="r" b="b"/>
              <a:pathLst>
                <a:path w="46373" h="2248">
                  <a:moveTo>
                    <a:pt x="0" y="0"/>
                  </a:moveTo>
                  <a:lnTo>
                    <a:pt x="46373" y="0"/>
                  </a:lnTo>
                </a:path>
              </a:pathLst>
            </a:custGeom>
            <a:ln w="4498" cap="flat">
              <a:solidFill>
                <a:srgbClr val="000000"/>
              </a:solidFill>
              <a:prstDash val="solid"/>
              <a:round/>
            </a:ln>
          </p:spPr>
          <p:txBody>
            <a:bodyPr rtlCol="0" anchor="ctr"/>
            <a:lstStyle/>
            <a:p>
              <a:endParaRPr lang="en-US"/>
            </a:p>
          </p:txBody>
        </p:sp>
        <p:sp>
          <p:nvSpPr>
            <p:cNvPr id="18196" name="Freeform 18195">
              <a:extLst>
                <a:ext uri="{FF2B5EF4-FFF2-40B4-BE49-F238E27FC236}">
                  <a16:creationId xmlns:a16="http://schemas.microsoft.com/office/drawing/2014/main" id="{AEEB5C1B-18CF-0FCC-39E8-8BC6A75CDB63}"/>
                </a:ext>
              </a:extLst>
            </p:cNvPr>
            <p:cNvSpPr/>
            <p:nvPr/>
          </p:nvSpPr>
          <p:spPr>
            <a:xfrm>
              <a:off x="5141112" y="1942444"/>
              <a:ext cx="920256" cy="76744"/>
            </a:xfrm>
            <a:custGeom>
              <a:avLst/>
              <a:gdLst>
                <a:gd name="connsiteX0" fmla="*/ 0 w 231912"/>
                <a:gd name="connsiteY0" fmla="*/ 19341 h 19340"/>
                <a:gd name="connsiteX1" fmla="*/ 0 w 231912"/>
                <a:gd name="connsiteY1" fmla="*/ 0 h 19340"/>
                <a:gd name="connsiteX2" fmla="*/ 231913 w 231912"/>
                <a:gd name="connsiteY2" fmla="*/ 0 h 19340"/>
                <a:gd name="connsiteX3" fmla="*/ 231913 w 231912"/>
                <a:gd name="connsiteY3" fmla="*/ 19341 h 19340"/>
              </a:gdLst>
              <a:ahLst/>
              <a:cxnLst>
                <a:cxn ang="0">
                  <a:pos x="connsiteX0" y="connsiteY0"/>
                </a:cxn>
                <a:cxn ang="0">
                  <a:pos x="connsiteX1" y="connsiteY1"/>
                </a:cxn>
                <a:cxn ang="0">
                  <a:pos x="connsiteX2" y="connsiteY2"/>
                </a:cxn>
                <a:cxn ang="0">
                  <a:pos x="connsiteX3" y="connsiteY3"/>
                </a:cxn>
              </a:cxnLst>
              <a:rect l="l" t="t" r="r" b="b"/>
              <a:pathLst>
                <a:path w="231912" h="19340">
                  <a:moveTo>
                    <a:pt x="0" y="19341"/>
                  </a:moveTo>
                  <a:lnTo>
                    <a:pt x="0" y="0"/>
                  </a:lnTo>
                  <a:lnTo>
                    <a:pt x="231913" y="0"/>
                  </a:lnTo>
                  <a:lnTo>
                    <a:pt x="231913" y="19341"/>
                  </a:lnTo>
                </a:path>
              </a:pathLst>
            </a:custGeom>
            <a:noFill/>
            <a:ln w="4498" cap="flat">
              <a:solidFill>
                <a:srgbClr val="000000"/>
              </a:solidFill>
              <a:prstDash val="solid"/>
              <a:round/>
            </a:ln>
          </p:spPr>
          <p:txBody>
            <a:bodyPr rtlCol="0" anchor="ctr"/>
            <a:lstStyle/>
            <a:p>
              <a:endParaRPr lang="en-US"/>
            </a:p>
          </p:txBody>
        </p:sp>
        <p:grpSp>
          <p:nvGrpSpPr>
            <p:cNvPr id="18197" name="Graphic 4479">
              <a:extLst>
                <a:ext uri="{FF2B5EF4-FFF2-40B4-BE49-F238E27FC236}">
                  <a16:creationId xmlns:a16="http://schemas.microsoft.com/office/drawing/2014/main" id="{BFA9E0E2-928F-0784-7FB2-AAED063ACAD4}"/>
                </a:ext>
              </a:extLst>
            </p:cNvPr>
            <p:cNvGrpSpPr/>
            <p:nvPr/>
          </p:nvGrpSpPr>
          <p:grpSpPr>
            <a:xfrm>
              <a:off x="5511195" y="1814027"/>
              <a:ext cx="184462" cy="76565"/>
              <a:chOff x="4174221" y="4888866"/>
              <a:chExt cx="46486" cy="19295"/>
            </a:xfrm>
            <a:solidFill>
              <a:srgbClr val="000000"/>
            </a:solidFill>
          </p:grpSpPr>
          <p:sp>
            <p:nvSpPr>
              <p:cNvPr id="18198" name="Freeform 18197">
                <a:extLst>
                  <a:ext uri="{FF2B5EF4-FFF2-40B4-BE49-F238E27FC236}">
                    <a16:creationId xmlns:a16="http://schemas.microsoft.com/office/drawing/2014/main" id="{A5A89B7A-9ED6-84D5-CD8E-1B2D7A2C75ED}"/>
                  </a:ext>
                </a:extLst>
              </p:cNvPr>
              <p:cNvSpPr/>
              <p:nvPr/>
            </p:nvSpPr>
            <p:spPr>
              <a:xfrm>
                <a:off x="4174221" y="4888866"/>
                <a:ext cx="20240" cy="19295"/>
              </a:xfrm>
              <a:custGeom>
                <a:avLst/>
                <a:gdLst>
                  <a:gd name="connsiteX0" fmla="*/ 8703 w 20240"/>
                  <a:gd name="connsiteY0" fmla="*/ 7894 h 19295"/>
                  <a:gd name="connsiteX1" fmla="*/ 8703 w 20240"/>
                  <a:gd name="connsiteY1" fmla="*/ 0 h 19295"/>
                  <a:gd name="connsiteX2" fmla="*/ 11537 w 20240"/>
                  <a:gd name="connsiteY2" fmla="*/ 0 h 19295"/>
                  <a:gd name="connsiteX3" fmla="*/ 11537 w 20240"/>
                  <a:gd name="connsiteY3" fmla="*/ 7894 h 19295"/>
                  <a:gd name="connsiteX4" fmla="*/ 19229 w 20240"/>
                  <a:gd name="connsiteY4" fmla="*/ 5060 h 19295"/>
                  <a:gd name="connsiteX5" fmla="*/ 20241 w 20240"/>
                  <a:gd name="connsiteY5" fmla="*/ 8029 h 19295"/>
                  <a:gd name="connsiteX6" fmla="*/ 12549 w 20240"/>
                  <a:gd name="connsiteY6" fmla="*/ 10525 h 19295"/>
                  <a:gd name="connsiteX7" fmla="*/ 17609 w 20240"/>
                  <a:gd name="connsiteY7" fmla="*/ 17677 h 19295"/>
                  <a:gd name="connsiteX8" fmla="*/ 14978 w 20240"/>
                  <a:gd name="connsiteY8" fmla="*/ 19296 h 19295"/>
                  <a:gd name="connsiteX9" fmla="*/ 9985 w 20240"/>
                  <a:gd name="connsiteY9" fmla="*/ 12009 h 19295"/>
                  <a:gd name="connsiteX10" fmla="*/ 4723 w 20240"/>
                  <a:gd name="connsiteY10" fmla="*/ 19161 h 19295"/>
                  <a:gd name="connsiteX11" fmla="*/ 2362 w 20240"/>
                  <a:gd name="connsiteY11" fmla="*/ 17339 h 19295"/>
                  <a:gd name="connsiteX12" fmla="*/ 7556 w 20240"/>
                  <a:gd name="connsiteY12" fmla="*/ 10525 h 19295"/>
                  <a:gd name="connsiteX13" fmla="*/ 0 w 20240"/>
                  <a:gd name="connsiteY13" fmla="*/ 7826 h 19295"/>
                  <a:gd name="connsiteX14" fmla="*/ 1215 w 20240"/>
                  <a:gd name="connsiteY14" fmla="*/ 4993 h 19295"/>
                  <a:gd name="connsiteX15" fmla="*/ 8703 w 20240"/>
                  <a:gd name="connsiteY15" fmla="*/ 7894 h 19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5">
                    <a:moveTo>
                      <a:pt x="8703" y="7894"/>
                    </a:moveTo>
                    <a:lnTo>
                      <a:pt x="8703" y="0"/>
                    </a:lnTo>
                    <a:lnTo>
                      <a:pt x="11537" y="0"/>
                    </a:lnTo>
                    <a:lnTo>
                      <a:pt x="11537" y="7894"/>
                    </a:lnTo>
                    <a:lnTo>
                      <a:pt x="19229" y="5060"/>
                    </a:lnTo>
                    <a:lnTo>
                      <a:pt x="20241" y="8029"/>
                    </a:lnTo>
                    <a:lnTo>
                      <a:pt x="12549" y="10525"/>
                    </a:lnTo>
                    <a:lnTo>
                      <a:pt x="17609" y="17677"/>
                    </a:lnTo>
                    <a:lnTo>
                      <a:pt x="14978" y="19296"/>
                    </a:lnTo>
                    <a:lnTo>
                      <a:pt x="9985" y="12009"/>
                    </a:lnTo>
                    <a:lnTo>
                      <a:pt x="4723" y="19161"/>
                    </a:lnTo>
                    <a:lnTo>
                      <a:pt x="2362" y="17339"/>
                    </a:lnTo>
                    <a:lnTo>
                      <a:pt x="7556" y="10525"/>
                    </a:lnTo>
                    <a:lnTo>
                      <a:pt x="0" y="7826"/>
                    </a:lnTo>
                    <a:lnTo>
                      <a:pt x="1215" y="4993"/>
                    </a:lnTo>
                    <a:lnTo>
                      <a:pt x="8703" y="7894"/>
                    </a:lnTo>
                    <a:close/>
                  </a:path>
                </a:pathLst>
              </a:custGeom>
              <a:solidFill>
                <a:srgbClr val="000000"/>
              </a:solidFill>
              <a:ln w="2249" cap="flat">
                <a:noFill/>
                <a:prstDash val="solid"/>
                <a:miter/>
              </a:ln>
            </p:spPr>
            <p:txBody>
              <a:bodyPr rtlCol="0" anchor="ctr"/>
              <a:lstStyle/>
              <a:p>
                <a:endParaRPr lang="en-US"/>
              </a:p>
            </p:txBody>
          </p:sp>
          <p:sp>
            <p:nvSpPr>
              <p:cNvPr id="18199" name="Freeform 18198">
                <a:extLst>
                  <a:ext uri="{FF2B5EF4-FFF2-40B4-BE49-F238E27FC236}">
                    <a16:creationId xmlns:a16="http://schemas.microsoft.com/office/drawing/2014/main" id="{F53842FB-7A3E-EBE9-DE31-7C9811E13DFD}"/>
                  </a:ext>
                </a:extLst>
              </p:cNvPr>
              <p:cNvSpPr/>
              <p:nvPr/>
            </p:nvSpPr>
            <p:spPr>
              <a:xfrm>
                <a:off x="4200466" y="4888866"/>
                <a:ext cx="20240" cy="19295"/>
              </a:xfrm>
              <a:custGeom>
                <a:avLst/>
                <a:gdLst>
                  <a:gd name="connsiteX0" fmla="*/ 8703 w 20240"/>
                  <a:gd name="connsiteY0" fmla="*/ 7894 h 19295"/>
                  <a:gd name="connsiteX1" fmla="*/ 8703 w 20240"/>
                  <a:gd name="connsiteY1" fmla="*/ 0 h 19295"/>
                  <a:gd name="connsiteX2" fmla="*/ 11537 w 20240"/>
                  <a:gd name="connsiteY2" fmla="*/ 0 h 19295"/>
                  <a:gd name="connsiteX3" fmla="*/ 11537 w 20240"/>
                  <a:gd name="connsiteY3" fmla="*/ 7894 h 19295"/>
                  <a:gd name="connsiteX4" fmla="*/ 19228 w 20240"/>
                  <a:gd name="connsiteY4" fmla="*/ 5060 h 19295"/>
                  <a:gd name="connsiteX5" fmla="*/ 20241 w 20240"/>
                  <a:gd name="connsiteY5" fmla="*/ 8029 h 19295"/>
                  <a:gd name="connsiteX6" fmla="*/ 12549 w 20240"/>
                  <a:gd name="connsiteY6" fmla="*/ 10525 h 19295"/>
                  <a:gd name="connsiteX7" fmla="*/ 17609 w 20240"/>
                  <a:gd name="connsiteY7" fmla="*/ 17677 h 19295"/>
                  <a:gd name="connsiteX8" fmla="*/ 14978 w 20240"/>
                  <a:gd name="connsiteY8" fmla="*/ 19296 h 19295"/>
                  <a:gd name="connsiteX9" fmla="*/ 9985 w 20240"/>
                  <a:gd name="connsiteY9" fmla="*/ 12009 h 19295"/>
                  <a:gd name="connsiteX10" fmla="*/ 4723 w 20240"/>
                  <a:gd name="connsiteY10" fmla="*/ 19161 h 19295"/>
                  <a:gd name="connsiteX11" fmla="*/ 2361 w 20240"/>
                  <a:gd name="connsiteY11" fmla="*/ 17339 h 19295"/>
                  <a:gd name="connsiteX12" fmla="*/ 7556 w 20240"/>
                  <a:gd name="connsiteY12" fmla="*/ 10525 h 19295"/>
                  <a:gd name="connsiteX13" fmla="*/ 0 w 20240"/>
                  <a:gd name="connsiteY13" fmla="*/ 7826 h 19295"/>
                  <a:gd name="connsiteX14" fmla="*/ 1214 w 20240"/>
                  <a:gd name="connsiteY14" fmla="*/ 4993 h 19295"/>
                  <a:gd name="connsiteX15" fmla="*/ 8703 w 20240"/>
                  <a:gd name="connsiteY15" fmla="*/ 7894 h 19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5">
                    <a:moveTo>
                      <a:pt x="8703" y="7894"/>
                    </a:moveTo>
                    <a:lnTo>
                      <a:pt x="8703" y="0"/>
                    </a:lnTo>
                    <a:lnTo>
                      <a:pt x="11537" y="0"/>
                    </a:lnTo>
                    <a:lnTo>
                      <a:pt x="11537" y="7894"/>
                    </a:lnTo>
                    <a:lnTo>
                      <a:pt x="19228" y="5060"/>
                    </a:lnTo>
                    <a:lnTo>
                      <a:pt x="20241" y="8029"/>
                    </a:lnTo>
                    <a:lnTo>
                      <a:pt x="12549" y="10525"/>
                    </a:lnTo>
                    <a:lnTo>
                      <a:pt x="17609" y="17677"/>
                    </a:lnTo>
                    <a:lnTo>
                      <a:pt x="14978" y="19296"/>
                    </a:lnTo>
                    <a:lnTo>
                      <a:pt x="9985" y="12009"/>
                    </a:lnTo>
                    <a:lnTo>
                      <a:pt x="4723" y="19161"/>
                    </a:lnTo>
                    <a:lnTo>
                      <a:pt x="2361" y="17339"/>
                    </a:lnTo>
                    <a:lnTo>
                      <a:pt x="7556" y="10525"/>
                    </a:lnTo>
                    <a:lnTo>
                      <a:pt x="0" y="7826"/>
                    </a:lnTo>
                    <a:lnTo>
                      <a:pt x="1214" y="4993"/>
                    </a:lnTo>
                    <a:lnTo>
                      <a:pt x="8703" y="7894"/>
                    </a:lnTo>
                    <a:close/>
                  </a:path>
                </a:pathLst>
              </a:custGeom>
              <a:solidFill>
                <a:srgbClr val="000000"/>
              </a:solidFill>
              <a:ln w="2249" cap="flat">
                <a:noFill/>
                <a:prstDash val="solid"/>
                <a:miter/>
              </a:ln>
            </p:spPr>
            <p:txBody>
              <a:bodyPr rtlCol="0" anchor="ctr"/>
              <a:lstStyle/>
              <a:p>
                <a:endParaRPr lang="en-US"/>
              </a:p>
            </p:txBody>
          </p:sp>
        </p:grpSp>
        <p:grpSp>
          <p:nvGrpSpPr>
            <p:cNvPr id="18207" name="Graphic 4479">
              <a:extLst>
                <a:ext uri="{FF2B5EF4-FFF2-40B4-BE49-F238E27FC236}">
                  <a16:creationId xmlns:a16="http://schemas.microsoft.com/office/drawing/2014/main" id="{2F486936-6F95-A9E7-1671-FC63B3E643F4}"/>
                </a:ext>
              </a:extLst>
            </p:cNvPr>
            <p:cNvGrpSpPr/>
            <p:nvPr/>
          </p:nvGrpSpPr>
          <p:grpSpPr>
            <a:xfrm>
              <a:off x="4567734" y="5278469"/>
              <a:ext cx="663328" cy="144928"/>
              <a:chOff x="3936461" y="5761934"/>
              <a:chExt cx="167164" cy="36523"/>
            </a:xfrm>
            <a:solidFill>
              <a:srgbClr val="231F20"/>
            </a:solidFill>
          </p:grpSpPr>
          <p:sp>
            <p:nvSpPr>
              <p:cNvPr id="18208" name="Freeform 18207">
                <a:extLst>
                  <a:ext uri="{FF2B5EF4-FFF2-40B4-BE49-F238E27FC236}">
                    <a16:creationId xmlns:a16="http://schemas.microsoft.com/office/drawing/2014/main" id="{BA36710B-4C86-9B44-5794-B33C579EB732}"/>
                  </a:ext>
                </a:extLst>
              </p:cNvPr>
              <p:cNvSpPr/>
              <p:nvPr/>
            </p:nvSpPr>
            <p:spPr>
              <a:xfrm>
                <a:off x="3936461" y="5768951"/>
                <a:ext cx="24895" cy="29461"/>
              </a:xfrm>
              <a:custGeom>
                <a:avLst/>
                <a:gdLst>
                  <a:gd name="connsiteX0" fmla="*/ 21163 w 24895"/>
                  <a:gd name="connsiteY0" fmla="*/ 9558 h 29461"/>
                  <a:gd name="connsiteX1" fmla="*/ 18194 w 24895"/>
                  <a:gd name="connsiteY1" fmla="*/ 4678 h 29461"/>
                  <a:gd name="connsiteX2" fmla="*/ 12841 w 24895"/>
                  <a:gd name="connsiteY2" fmla="*/ 2924 h 29461"/>
                  <a:gd name="connsiteX3" fmla="*/ 8568 w 24895"/>
                  <a:gd name="connsiteY3" fmla="*/ 3958 h 29461"/>
                  <a:gd name="connsiteX4" fmla="*/ 5645 w 24895"/>
                  <a:gd name="connsiteY4" fmla="*/ 6679 h 29461"/>
                  <a:gd name="connsiteX5" fmla="*/ 3981 w 24895"/>
                  <a:gd name="connsiteY5" fmla="*/ 10503 h 29461"/>
                  <a:gd name="connsiteX6" fmla="*/ 3441 w 24895"/>
                  <a:gd name="connsiteY6" fmla="*/ 14798 h 29461"/>
                  <a:gd name="connsiteX7" fmla="*/ 3958 w 24895"/>
                  <a:gd name="connsiteY7" fmla="*/ 19116 h 29461"/>
                  <a:gd name="connsiteX8" fmla="*/ 5600 w 24895"/>
                  <a:gd name="connsiteY8" fmla="*/ 22895 h 29461"/>
                  <a:gd name="connsiteX9" fmla="*/ 8523 w 24895"/>
                  <a:gd name="connsiteY9" fmla="*/ 25571 h 29461"/>
                  <a:gd name="connsiteX10" fmla="*/ 12841 w 24895"/>
                  <a:gd name="connsiteY10" fmla="*/ 26560 h 29461"/>
                  <a:gd name="connsiteX11" fmla="*/ 18644 w 24895"/>
                  <a:gd name="connsiteY11" fmla="*/ 24559 h 29461"/>
                  <a:gd name="connsiteX12" fmla="*/ 21432 w 24895"/>
                  <a:gd name="connsiteY12" fmla="*/ 19049 h 29461"/>
                  <a:gd name="connsiteX13" fmla="*/ 24896 w 24895"/>
                  <a:gd name="connsiteY13" fmla="*/ 19049 h 29461"/>
                  <a:gd name="connsiteX14" fmla="*/ 23524 w 24895"/>
                  <a:gd name="connsiteY14" fmla="*/ 23277 h 29461"/>
                  <a:gd name="connsiteX15" fmla="*/ 21095 w 24895"/>
                  <a:gd name="connsiteY15" fmla="*/ 26560 h 29461"/>
                  <a:gd name="connsiteX16" fmla="*/ 17564 w 24895"/>
                  <a:gd name="connsiteY16" fmla="*/ 28697 h 29461"/>
                  <a:gd name="connsiteX17" fmla="*/ 12864 w 24895"/>
                  <a:gd name="connsiteY17" fmla="*/ 29461 h 29461"/>
                  <a:gd name="connsiteX18" fmla="*/ 7084 w 24895"/>
                  <a:gd name="connsiteY18" fmla="*/ 28337 h 29461"/>
                  <a:gd name="connsiteX19" fmla="*/ 3081 w 24895"/>
                  <a:gd name="connsiteY19" fmla="*/ 25233 h 29461"/>
                  <a:gd name="connsiteX20" fmla="*/ 765 w 24895"/>
                  <a:gd name="connsiteY20" fmla="*/ 20556 h 29461"/>
                  <a:gd name="connsiteX21" fmla="*/ 0 w 24895"/>
                  <a:gd name="connsiteY21" fmla="*/ 14776 h 29461"/>
                  <a:gd name="connsiteX22" fmla="*/ 832 w 24895"/>
                  <a:gd name="connsiteY22" fmla="*/ 9198 h 29461"/>
                  <a:gd name="connsiteX23" fmla="*/ 3283 w 24895"/>
                  <a:gd name="connsiteY23" fmla="*/ 4475 h 29461"/>
                  <a:gd name="connsiteX24" fmla="*/ 7309 w 24895"/>
                  <a:gd name="connsiteY24" fmla="*/ 1215 h 29461"/>
                  <a:gd name="connsiteX25" fmla="*/ 12841 w 24895"/>
                  <a:gd name="connsiteY25" fmla="*/ 0 h 29461"/>
                  <a:gd name="connsiteX26" fmla="*/ 20690 w 24895"/>
                  <a:gd name="connsiteY26" fmla="*/ 2316 h 29461"/>
                  <a:gd name="connsiteX27" fmla="*/ 24446 w 24895"/>
                  <a:gd name="connsiteY27" fmla="*/ 9558 h 29461"/>
                  <a:gd name="connsiteX28" fmla="*/ 21163 w 24895"/>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5" h="29461">
                    <a:moveTo>
                      <a:pt x="21163" y="9558"/>
                    </a:moveTo>
                    <a:cubicBezTo>
                      <a:pt x="20578" y="7467"/>
                      <a:pt x="19588" y="5847"/>
                      <a:pt x="18194" y="4678"/>
                    </a:cubicBezTo>
                    <a:cubicBezTo>
                      <a:pt x="16800" y="3509"/>
                      <a:pt x="15000" y="2924"/>
                      <a:pt x="12841" y="2924"/>
                    </a:cubicBezTo>
                    <a:cubicBezTo>
                      <a:pt x="11177" y="2924"/>
                      <a:pt x="9760" y="3261"/>
                      <a:pt x="8568" y="3958"/>
                    </a:cubicBezTo>
                    <a:cubicBezTo>
                      <a:pt x="7376" y="4633"/>
                      <a:pt x="6409" y="5555"/>
                      <a:pt x="5645" y="6679"/>
                    </a:cubicBezTo>
                    <a:cubicBezTo>
                      <a:pt x="4880" y="7804"/>
                      <a:pt x="4340" y="9086"/>
                      <a:pt x="3981" y="10503"/>
                    </a:cubicBezTo>
                    <a:cubicBezTo>
                      <a:pt x="3621" y="11920"/>
                      <a:pt x="3441" y="13359"/>
                      <a:pt x="3441" y="14798"/>
                    </a:cubicBezTo>
                    <a:cubicBezTo>
                      <a:pt x="3441" y="16237"/>
                      <a:pt x="3621" y="17722"/>
                      <a:pt x="3958" y="19116"/>
                    </a:cubicBezTo>
                    <a:cubicBezTo>
                      <a:pt x="4295" y="20510"/>
                      <a:pt x="4858" y="21770"/>
                      <a:pt x="5600" y="22895"/>
                    </a:cubicBezTo>
                    <a:cubicBezTo>
                      <a:pt x="6342" y="24019"/>
                      <a:pt x="7332" y="24896"/>
                      <a:pt x="8523" y="25571"/>
                    </a:cubicBezTo>
                    <a:cubicBezTo>
                      <a:pt x="9715" y="26245"/>
                      <a:pt x="11155" y="26560"/>
                      <a:pt x="12841" y="26560"/>
                    </a:cubicBezTo>
                    <a:cubicBezTo>
                      <a:pt x="15248" y="26560"/>
                      <a:pt x="17182" y="25886"/>
                      <a:pt x="18644" y="24559"/>
                    </a:cubicBezTo>
                    <a:cubicBezTo>
                      <a:pt x="20106" y="23232"/>
                      <a:pt x="21028" y="21388"/>
                      <a:pt x="21432" y="19049"/>
                    </a:cubicBezTo>
                    <a:lnTo>
                      <a:pt x="24896" y="19049"/>
                    </a:lnTo>
                    <a:cubicBezTo>
                      <a:pt x="24603" y="20601"/>
                      <a:pt x="24154" y="22017"/>
                      <a:pt x="23524" y="23277"/>
                    </a:cubicBezTo>
                    <a:cubicBezTo>
                      <a:pt x="22894" y="24559"/>
                      <a:pt x="22085" y="25661"/>
                      <a:pt x="21095" y="26560"/>
                    </a:cubicBezTo>
                    <a:cubicBezTo>
                      <a:pt x="20106" y="27482"/>
                      <a:pt x="18936" y="28180"/>
                      <a:pt x="17564" y="28697"/>
                    </a:cubicBezTo>
                    <a:cubicBezTo>
                      <a:pt x="16192" y="29191"/>
                      <a:pt x="14641" y="29461"/>
                      <a:pt x="12864" y="29461"/>
                    </a:cubicBezTo>
                    <a:cubicBezTo>
                      <a:pt x="10638" y="29461"/>
                      <a:pt x="8703" y="29079"/>
                      <a:pt x="7084" y="28337"/>
                    </a:cubicBezTo>
                    <a:cubicBezTo>
                      <a:pt x="5465" y="27595"/>
                      <a:pt x="4138" y="26538"/>
                      <a:pt x="3081" y="25233"/>
                    </a:cubicBezTo>
                    <a:cubicBezTo>
                      <a:pt x="2046" y="23929"/>
                      <a:pt x="1259" y="22355"/>
                      <a:pt x="765" y="20556"/>
                    </a:cubicBezTo>
                    <a:cubicBezTo>
                      <a:pt x="270" y="18757"/>
                      <a:pt x="0" y="16822"/>
                      <a:pt x="0" y="14776"/>
                    </a:cubicBezTo>
                    <a:cubicBezTo>
                      <a:pt x="0" y="12842"/>
                      <a:pt x="270" y="10975"/>
                      <a:pt x="832" y="9198"/>
                    </a:cubicBezTo>
                    <a:cubicBezTo>
                      <a:pt x="1394" y="7422"/>
                      <a:pt x="2204" y="5847"/>
                      <a:pt x="3283" y="4475"/>
                    </a:cubicBezTo>
                    <a:cubicBezTo>
                      <a:pt x="4363" y="3104"/>
                      <a:pt x="5712" y="2024"/>
                      <a:pt x="7309" y="1215"/>
                    </a:cubicBezTo>
                    <a:cubicBezTo>
                      <a:pt x="8906" y="405"/>
                      <a:pt x="10750" y="0"/>
                      <a:pt x="12841" y="0"/>
                    </a:cubicBezTo>
                    <a:cubicBezTo>
                      <a:pt x="16080" y="0"/>
                      <a:pt x="18689" y="765"/>
                      <a:pt x="20690" y="2316"/>
                    </a:cubicBezTo>
                    <a:cubicBezTo>
                      <a:pt x="22692" y="3868"/>
                      <a:pt x="23929" y="6275"/>
                      <a:pt x="24446" y="9558"/>
                    </a:cubicBezTo>
                    <a:lnTo>
                      <a:pt x="21163" y="9558"/>
                    </a:lnTo>
                    <a:close/>
                  </a:path>
                </a:pathLst>
              </a:custGeom>
              <a:solidFill>
                <a:srgbClr val="231F20"/>
              </a:solidFill>
              <a:ln w="2249" cap="flat">
                <a:noFill/>
                <a:prstDash val="solid"/>
                <a:miter/>
              </a:ln>
            </p:spPr>
            <p:txBody>
              <a:bodyPr rtlCol="0" anchor="ctr"/>
              <a:lstStyle/>
              <a:p>
                <a:endParaRPr lang="en-US"/>
              </a:p>
            </p:txBody>
          </p:sp>
          <p:sp>
            <p:nvSpPr>
              <p:cNvPr id="18209" name="Freeform 18208">
                <a:extLst>
                  <a:ext uri="{FF2B5EF4-FFF2-40B4-BE49-F238E27FC236}">
                    <a16:creationId xmlns:a16="http://schemas.microsoft.com/office/drawing/2014/main" id="{C0968E8C-9C7E-2E0F-30B1-F4848D4AD20C}"/>
                  </a:ext>
                </a:extLst>
              </p:cNvPr>
              <p:cNvSpPr/>
              <p:nvPr/>
            </p:nvSpPr>
            <p:spPr>
              <a:xfrm>
                <a:off x="3965990" y="5768951"/>
                <a:ext cx="25907" cy="29483"/>
              </a:xfrm>
              <a:custGeom>
                <a:avLst/>
                <a:gdLst>
                  <a:gd name="connsiteX0" fmla="*/ 12954 w 25907"/>
                  <a:gd name="connsiteY0" fmla="*/ 29484 h 29483"/>
                  <a:gd name="connsiteX1" fmla="*/ 7916 w 25907"/>
                  <a:gd name="connsiteY1" fmla="*/ 28517 h 29483"/>
                  <a:gd name="connsiteX2" fmla="*/ 3823 w 25907"/>
                  <a:gd name="connsiteY2" fmla="*/ 25773 h 29483"/>
                  <a:gd name="connsiteX3" fmla="*/ 1034 w 25907"/>
                  <a:gd name="connsiteY3" fmla="*/ 21185 h 29483"/>
                  <a:gd name="connsiteX4" fmla="*/ 0 w 25907"/>
                  <a:gd name="connsiteY4" fmla="*/ 14753 h 29483"/>
                  <a:gd name="connsiteX5" fmla="*/ 810 w 25907"/>
                  <a:gd name="connsiteY5" fmla="*/ 8996 h 29483"/>
                  <a:gd name="connsiteX6" fmla="*/ 3238 w 25907"/>
                  <a:gd name="connsiteY6" fmla="*/ 4318 h 29483"/>
                  <a:gd name="connsiteX7" fmla="*/ 7287 w 25907"/>
                  <a:gd name="connsiteY7" fmla="*/ 1170 h 29483"/>
                  <a:gd name="connsiteX8" fmla="*/ 12954 w 25907"/>
                  <a:gd name="connsiteY8" fmla="*/ 0 h 29483"/>
                  <a:gd name="connsiteX9" fmla="*/ 18666 w 25907"/>
                  <a:gd name="connsiteY9" fmla="*/ 1170 h 29483"/>
                  <a:gd name="connsiteX10" fmla="*/ 22714 w 25907"/>
                  <a:gd name="connsiteY10" fmla="*/ 4296 h 29483"/>
                  <a:gd name="connsiteX11" fmla="*/ 25121 w 25907"/>
                  <a:gd name="connsiteY11" fmla="*/ 8973 h 29483"/>
                  <a:gd name="connsiteX12" fmla="*/ 25908 w 25907"/>
                  <a:gd name="connsiteY12" fmla="*/ 14753 h 29483"/>
                  <a:gd name="connsiteX13" fmla="*/ 24986 w 25907"/>
                  <a:gd name="connsiteY13" fmla="*/ 20803 h 29483"/>
                  <a:gd name="connsiteX14" fmla="*/ 22377 w 25907"/>
                  <a:gd name="connsiteY14" fmla="*/ 25436 h 29483"/>
                  <a:gd name="connsiteX15" fmla="*/ 18284 w 25907"/>
                  <a:gd name="connsiteY15" fmla="*/ 28427 h 29483"/>
                  <a:gd name="connsiteX16" fmla="*/ 12976 w 25907"/>
                  <a:gd name="connsiteY16" fmla="*/ 29484 h 29483"/>
                  <a:gd name="connsiteX17" fmla="*/ 22467 w 25907"/>
                  <a:gd name="connsiteY17" fmla="*/ 14753 h 29483"/>
                  <a:gd name="connsiteX18" fmla="*/ 21927 w 25907"/>
                  <a:gd name="connsiteY18" fmla="*/ 10120 h 29483"/>
                  <a:gd name="connsiteX19" fmla="*/ 20263 w 25907"/>
                  <a:gd name="connsiteY19" fmla="*/ 6365 h 29483"/>
                  <a:gd name="connsiteX20" fmla="*/ 17339 w 25907"/>
                  <a:gd name="connsiteY20" fmla="*/ 3846 h 29483"/>
                  <a:gd name="connsiteX21" fmla="*/ 12976 w 25907"/>
                  <a:gd name="connsiteY21" fmla="*/ 2924 h 29483"/>
                  <a:gd name="connsiteX22" fmla="*/ 8636 w 25907"/>
                  <a:gd name="connsiteY22" fmla="*/ 3913 h 29483"/>
                  <a:gd name="connsiteX23" fmla="*/ 5690 w 25907"/>
                  <a:gd name="connsiteY23" fmla="*/ 6567 h 29483"/>
                  <a:gd name="connsiteX24" fmla="*/ 4025 w 25907"/>
                  <a:gd name="connsiteY24" fmla="*/ 10345 h 29483"/>
                  <a:gd name="connsiteX25" fmla="*/ 3486 w 25907"/>
                  <a:gd name="connsiteY25" fmla="*/ 14753 h 29483"/>
                  <a:gd name="connsiteX26" fmla="*/ 4115 w 25907"/>
                  <a:gd name="connsiteY26" fmla="*/ 19521 h 29483"/>
                  <a:gd name="connsiteX27" fmla="*/ 5915 w 25907"/>
                  <a:gd name="connsiteY27" fmla="*/ 23277 h 29483"/>
                  <a:gd name="connsiteX28" fmla="*/ 8883 w 25907"/>
                  <a:gd name="connsiteY28" fmla="*/ 25706 h 29483"/>
                  <a:gd name="connsiteX29" fmla="*/ 12976 w 25907"/>
                  <a:gd name="connsiteY29" fmla="*/ 26560 h 29483"/>
                  <a:gd name="connsiteX30" fmla="*/ 17317 w 25907"/>
                  <a:gd name="connsiteY30" fmla="*/ 25571 h 29483"/>
                  <a:gd name="connsiteX31" fmla="*/ 20263 w 25907"/>
                  <a:gd name="connsiteY31" fmla="*/ 22895 h 29483"/>
                  <a:gd name="connsiteX32" fmla="*/ 21927 w 25907"/>
                  <a:gd name="connsiteY32" fmla="*/ 19116 h 29483"/>
                  <a:gd name="connsiteX33" fmla="*/ 22467 w 25907"/>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7" h="29483">
                    <a:moveTo>
                      <a:pt x="12954" y="29484"/>
                    </a:moveTo>
                    <a:cubicBezTo>
                      <a:pt x="11155" y="29439"/>
                      <a:pt x="9468" y="29124"/>
                      <a:pt x="7916" y="28517"/>
                    </a:cubicBezTo>
                    <a:cubicBezTo>
                      <a:pt x="6342" y="27910"/>
                      <a:pt x="4993" y="26987"/>
                      <a:pt x="3823" y="25773"/>
                    </a:cubicBezTo>
                    <a:cubicBezTo>
                      <a:pt x="2654" y="24559"/>
                      <a:pt x="1731" y="23029"/>
                      <a:pt x="1034" y="21185"/>
                    </a:cubicBezTo>
                    <a:cubicBezTo>
                      <a:pt x="360" y="19341"/>
                      <a:pt x="0" y="17205"/>
                      <a:pt x="0" y="14753"/>
                    </a:cubicBezTo>
                    <a:cubicBezTo>
                      <a:pt x="0" y="12707"/>
                      <a:pt x="270" y="10795"/>
                      <a:pt x="810" y="8996"/>
                    </a:cubicBezTo>
                    <a:cubicBezTo>
                      <a:pt x="1349" y="7219"/>
                      <a:pt x="2159" y="5667"/>
                      <a:pt x="3238" y="4318"/>
                    </a:cubicBezTo>
                    <a:cubicBezTo>
                      <a:pt x="4318" y="2969"/>
                      <a:pt x="5667" y="1934"/>
                      <a:pt x="7287" y="1170"/>
                    </a:cubicBezTo>
                    <a:cubicBezTo>
                      <a:pt x="8906" y="405"/>
                      <a:pt x="10795" y="0"/>
                      <a:pt x="12954" y="0"/>
                    </a:cubicBezTo>
                    <a:cubicBezTo>
                      <a:pt x="15113" y="0"/>
                      <a:pt x="17047" y="382"/>
                      <a:pt x="18666" y="1170"/>
                    </a:cubicBezTo>
                    <a:cubicBezTo>
                      <a:pt x="20285" y="1934"/>
                      <a:pt x="21635" y="2991"/>
                      <a:pt x="22714" y="4296"/>
                    </a:cubicBezTo>
                    <a:cubicBezTo>
                      <a:pt x="23794" y="5600"/>
                      <a:pt x="24603" y="7174"/>
                      <a:pt x="25121" y="8973"/>
                    </a:cubicBezTo>
                    <a:cubicBezTo>
                      <a:pt x="25638" y="10773"/>
                      <a:pt x="25908" y="12707"/>
                      <a:pt x="25908" y="14753"/>
                    </a:cubicBezTo>
                    <a:cubicBezTo>
                      <a:pt x="25908" y="16980"/>
                      <a:pt x="25593" y="19004"/>
                      <a:pt x="24986" y="20803"/>
                    </a:cubicBezTo>
                    <a:cubicBezTo>
                      <a:pt x="24379" y="22602"/>
                      <a:pt x="23502" y="24154"/>
                      <a:pt x="22377" y="25436"/>
                    </a:cubicBezTo>
                    <a:cubicBezTo>
                      <a:pt x="21253" y="26718"/>
                      <a:pt x="19881" y="27730"/>
                      <a:pt x="18284" y="28427"/>
                    </a:cubicBezTo>
                    <a:cubicBezTo>
                      <a:pt x="16687" y="29124"/>
                      <a:pt x="14911" y="29484"/>
                      <a:pt x="12976" y="29484"/>
                    </a:cubicBezTo>
                    <a:close/>
                    <a:moveTo>
                      <a:pt x="22467" y="14753"/>
                    </a:moveTo>
                    <a:cubicBezTo>
                      <a:pt x="22467" y="13089"/>
                      <a:pt x="22287" y="11560"/>
                      <a:pt x="21927" y="10120"/>
                    </a:cubicBezTo>
                    <a:cubicBezTo>
                      <a:pt x="21567" y="8681"/>
                      <a:pt x="21005" y="7422"/>
                      <a:pt x="20263" y="6365"/>
                    </a:cubicBezTo>
                    <a:cubicBezTo>
                      <a:pt x="19498" y="5308"/>
                      <a:pt x="18531" y="4475"/>
                      <a:pt x="17339" y="3846"/>
                    </a:cubicBezTo>
                    <a:cubicBezTo>
                      <a:pt x="16147" y="3239"/>
                      <a:pt x="14685" y="2924"/>
                      <a:pt x="12976" y="2924"/>
                    </a:cubicBezTo>
                    <a:cubicBezTo>
                      <a:pt x="11267" y="2924"/>
                      <a:pt x="9828" y="3261"/>
                      <a:pt x="8636" y="3913"/>
                    </a:cubicBezTo>
                    <a:cubicBezTo>
                      <a:pt x="7421" y="4588"/>
                      <a:pt x="6454" y="5465"/>
                      <a:pt x="5690" y="6567"/>
                    </a:cubicBezTo>
                    <a:cubicBezTo>
                      <a:pt x="4925" y="7669"/>
                      <a:pt x="4385" y="8928"/>
                      <a:pt x="4025" y="10345"/>
                    </a:cubicBezTo>
                    <a:cubicBezTo>
                      <a:pt x="3666" y="11762"/>
                      <a:pt x="3486" y="13224"/>
                      <a:pt x="3486" y="14753"/>
                    </a:cubicBezTo>
                    <a:cubicBezTo>
                      <a:pt x="3486" y="16485"/>
                      <a:pt x="3688" y="18082"/>
                      <a:pt x="4115" y="19521"/>
                    </a:cubicBezTo>
                    <a:cubicBezTo>
                      <a:pt x="4520" y="20983"/>
                      <a:pt x="5127" y="22220"/>
                      <a:pt x="5915" y="23277"/>
                    </a:cubicBezTo>
                    <a:cubicBezTo>
                      <a:pt x="6702" y="24334"/>
                      <a:pt x="7691" y="25121"/>
                      <a:pt x="8883" y="25706"/>
                    </a:cubicBezTo>
                    <a:cubicBezTo>
                      <a:pt x="10075" y="26290"/>
                      <a:pt x="11447" y="26560"/>
                      <a:pt x="12976" y="26560"/>
                    </a:cubicBezTo>
                    <a:cubicBezTo>
                      <a:pt x="14663" y="26560"/>
                      <a:pt x="16125" y="26223"/>
                      <a:pt x="17317" y="25571"/>
                    </a:cubicBezTo>
                    <a:cubicBezTo>
                      <a:pt x="18531" y="24896"/>
                      <a:pt x="19498" y="24019"/>
                      <a:pt x="20263" y="22895"/>
                    </a:cubicBezTo>
                    <a:cubicBezTo>
                      <a:pt x="21028" y="21770"/>
                      <a:pt x="21567" y="20510"/>
                      <a:pt x="21927" y="19116"/>
                    </a:cubicBezTo>
                    <a:cubicBezTo>
                      <a:pt x="22287" y="17722"/>
                      <a:pt x="22467" y="16260"/>
                      <a:pt x="22467" y="14753"/>
                    </a:cubicBezTo>
                    <a:close/>
                  </a:path>
                </a:pathLst>
              </a:custGeom>
              <a:solidFill>
                <a:srgbClr val="231F20"/>
              </a:solidFill>
              <a:ln w="2249" cap="flat">
                <a:noFill/>
                <a:prstDash val="solid"/>
                <a:miter/>
              </a:ln>
            </p:spPr>
            <p:txBody>
              <a:bodyPr rtlCol="0" anchor="ctr"/>
              <a:lstStyle/>
              <a:p>
                <a:endParaRPr lang="en-US"/>
              </a:p>
            </p:txBody>
          </p:sp>
          <p:sp>
            <p:nvSpPr>
              <p:cNvPr id="18210" name="Freeform 18209">
                <a:extLst>
                  <a:ext uri="{FF2B5EF4-FFF2-40B4-BE49-F238E27FC236}">
                    <a16:creationId xmlns:a16="http://schemas.microsoft.com/office/drawing/2014/main" id="{3CF01255-C59C-07A3-3155-D609A1C86998}"/>
                  </a:ext>
                </a:extLst>
              </p:cNvPr>
              <p:cNvSpPr/>
              <p:nvPr/>
            </p:nvSpPr>
            <p:spPr>
              <a:xfrm>
                <a:off x="3997993" y="5768951"/>
                <a:ext cx="12481" cy="28719"/>
              </a:xfrm>
              <a:custGeom>
                <a:avLst/>
                <a:gdLst>
                  <a:gd name="connsiteX0" fmla="*/ 3238 w 12481"/>
                  <a:gd name="connsiteY0" fmla="*/ 28719 h 28719"/>
                  <a:gd name="connsiteX1" fmla="*/ 0 w 12481"/>
                  <a:gd name="connsiteY1" fmla="*/ 28719 h 28719"/>
                  <a:gd name="connsiteX2" fmla="*/ 0 w 12481"/>
                  <a:gd name="connsiteY2" fmla="*/ 765 h 28719"/>
                  <a:gd name="connsiteX3" fmla="*/ 3238 w 12481"/>
                  <a:gd name="connsiteY3" fmla="*/ 765 h 28719"/>
                  <a:gd name="connsiteX4" fmla="*/ 3238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9 h 28719"/>
                  <a:gd name="connsiteX9" fmla="*/ 7939 w 12481"/>
                  <a:gd name="connsiteY9" fmla="*/ 4363 h 28719"/>
                  <a:gd name="connsiteX10" fmla="*/ 5105 w 12481"/>
                  <a:gd name="connsiteY10" fmla="*/ 6837 h 28719"/>
                  <a:gd name="connsiteX11" fmla="*/ 3643 w 12481"/>
                  <a:gd name="connsiteY11" fmla="*/ 10525 h 28719"/>
                  <a:gd name="connsiteX12" fmla="*/ 3238 w 12481"/>
                  <a:gd name="connsiteY12" fmla="*/ 14978 h 28719"/>
                  <a:gd name="connsiteX13" fmla="*/ 3238 w 12481"/>
                  <a:gd name="connsiteY13"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9">
                    <a:moveTo>
                      <a:pt x="3238" y="28719"/>
                    </a:moveTo>
                    <a:lnTo>
                      <a:pt x="0" y="28719"/>
                    </a:lnTo>
                    <a:lnTo>
                      <a:pt x="0" y="765"/>
                    </a:lnTo>
                    <a:lnTo>
                      <a:pt x="3238" y="765"/>
                    </a:lnTo>
                    <a:lnTo>
                      <a:pt x="3238" y="6005"/>
                    </a:lnTo>
                    <a:lnTo>
                      <a:pt x="3351" y="6005"/>
                    </a:lnTo>
                    <a:cubicBezTo>
                      <a:pt x="4251" y="3778"/>
                      <a:pt x="5420" y="2226"/>
                      <a:pt x="6837" y="1327"/>
                    </a:cubicBezTo>
                    <a:cubicBezTo>
                      <a:pt x="8254" y="450"/>
                      <a:pt x="10143" y="0"/>
                      <a:pt x="12482" y="0"/>
                    </a:cubicBezTo>
                    <a:lnTo>
                      <a:pt x="12482" y="3509"/>
                    </a:lnTo>
                    <a:cubicBezTo>
                      <a:pt x="10638" y="3463"/>
                      <a:pt x="9131" y="3756"/>
                      <a:pt x="7939" y="4363"/>
                    </a:cubicBezTo>
                    <a:cubicBezTo>
                      <a:pt x="6747" y="4970"/>
                      <a:pt x="5802" y="5802"/>
                      <a:pt x="5105" y="6837"/>
                    </a:cubicBezTo>
                    <a:cubicBezTo>
                      <a:pt x="4408" y="7871"/>
                      <a:pt x="3913" y="9108"/>
                      <a:pt x="3643" y="10525"/>
                    </a:cubicBezTo>
                    <a:cubicBezTo>
                      <a:pt x="3373" y="11942"/>
                      <a:pt x="3238" y="13426"/>
                      <a:pt x="3238" y="14978"/>
                    </a:cubicBezTo>
                    <a:lnTo>
                      <a:pt x="3238" y="28697"/>
                    </a:lnTo>
                    <a:close/>
                  </a:path>
                </a:pathLst>
              </a:custGeom>
              <a:solidFill>
                <a:srgbClr val="231F20"/>
              </a:solidFill>
              <a:ln w="2249" cap="flat">
                <a:noFill/>
                <a:prstDash val="solid"/>
                <a:miter/>
              </a:ln>
            </p:spPr>
            <p:txBody>
              <a:bodyPr rtlCol="0" anchor="ctr"/>
              <a:lstStyle/>
              <a:p>
                <a:endParaRPr lang="en-US"/>
              </a:p>
            </p:txBody>
          </p:sp>
          <p:sp>
            <p:nvSpPr>
              <p:cNvPr id="18211" name="Freeform 18210">
                <a:extLst>
                  <a:ext uri="{FF2B5EF4-FFF2-40B4-BE49-F238E27FC236}">
                    <a16:creationId xmlns:a16="http://schemas.microsoft.com/office/drawing/2014/main" id="{851239A9-81CF-5DFE-1A16-D1EC375D165C}"/>
                  </a:ext>
                </a:extLst>
              </p:cNvPr>
              <p:cNvSpPr/>
              <p:nvPr/>
            </p:nvSpPr>
            <p:spPr>
              <a:xfrm>
                <a:off x="4015984" y="5768951"/>
                <a:ext cx="12481" cy="28719"/>
              </a:xfrm>
              <a:custGeom>
                <a:avLst/>
                <a:gdLst>
                  <a:gd name="connsiteX0" fmla="*/ 3238 w 12481"/>
                  <a:gd name="connsiteY0" fmla="*/ 28719 h 28719"/>
                  <a:gd name="connsiteX1" fmla="*/ 0 w 12481"/>
                  <a:gd name="connsiteY1" fmla="*/ 28719 h 28719"/>
                  <a:gd name="connsiteX2" fmla="*/ 0 w 12481"/>
                  <a:gd name="connsiteY2" fmla="*/ 765 h 28719"/>
                  <a:gd name="connsiteX3" fmla="*/ 3238 w 12481"/>
                  <a:gd name="connsiteY3" fmla="*/ 765 h 28719"/>
                  <a:gd name="connsiteX4" fmla="*/ 3238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9 h 28719"/>
                  <a:gd name="connsiteX9" fmla="*/ 7939 w 12481"/>
                  <a:gd name="connsiteY9" fmla="*/ 4363 h 28719"/>
                  <a:gd name="connsiteX10" fmla="*/ 5105 w 12481"/>
                  <a:gd name="connsiteY10" fmla="*/ 6837 h 28719"/>
                  <a:gd name="connsiteX11" fmla="*/ 3643 w 12481"/>
                  <a:gd name="connsiteY11" fmla="*/ 10525 h 28719"/>
                  <a:gd name="connsiteX12" fmla="*/ 3238 w 12481"/>
                  <a:gd name="connsiteY12" fmla="*/ 14978 h 28719"/>
                  <a:gd name="connsiteX13" fmla="*/ 3238 w 12481"/>
                  <a:gd name="connsiteY13"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9">
                    <a:moveTo>
                      <a:pt x="3238" y="28719"/>
                    </a:moveTo>
                    <a:lnTo>
                      <a:pt x="0" y="28719"/>
                    </a:lnTo>
                    <a:lnTo>
                      <a:pt x="0" y="765"/>
                    </a:lnTo>
                    <a:lnTo>
                      <a:pt x="3238" y="765"/>
                    </a:lnTo>
                    <a:lnTo>
                      <a:pt x="3238" y="6005"/>
                    </a:lnTo>
                    <a:lnTo>
                      <a:pt x="3351" y="6005"/>
                    </a:lnTo>
                    <a:cubicBezTo>
                      <a:pt x="4251" y="3778"/>
                      <a:pt x="5420" y="2226"/>
                      <a:pt x="6837" y="1327"/>
                    </a:cubicBezTo>
                    <a:cubicBezTo>
                      <a:pt x="8254" y="450"/>
                      <a:pt x="10143" y="0"/>
                      <a:pt x="12482" y="0"/>
                    </a:cubicBezTo>
                    <a:lnTo>
                      <a:pt x="12482" y="3509"/>
                    </a:lnTo>
                    <a:cubicBezTo>
                      <a:pt x="10638" y="3463"/>
                      <a:pt x="9131" y="3756"/>
                      <a:pt x="7939" y="4363"/>
                    </a:cubicBezTo>
                    <a:cubicBezTo>
                      <a:pt x="6747" y="4970"/>
                      <a:pt x="5802" y="5802"/>
                      <a:pt x="5105" y="6837"/>
                    </a:cubicBezTo>
                    <a:cubicBezTo>
                      <a:pt x="4408" y="7871"/>
                      <a:pt x="3913" y="9108"/>
                      <a:pt x="3643" y="10525"/>
                    </a:cubicBezTo>
                    <a:cubicBezTo>
                      <a:pt x="3373" y="11942"/>
                      <a:pt x="3238" y="13426"/>
                      <a:pt x="3238" y="14978"/>
                    </a:cubicBezTo>
                    <a:lnTo>
                      <a:pt x="3238" y="28697"/>
                    </a:lnTo>
                    <a:close/>
                  </a:path>
                </a:pathLst>
              </a:custGeom>
              <a:solidFill>
                <a:srgbClr val="231F20"/>
              </a:solidFill>
              <a:ln w="2249" cap="flat">
                <a:noFill/>
                <a:prstDash val="solid"/>
                <a:miter/>
              </a:ln>
            </p:spPr>
            <p:txBody>
              <a:bodyPr rtlCol="0" anchor="ctr"/>
              <a:lstStyle/>
              <a:p>
                <a:endParaRPr lang="en-US"/>
              </a:p>
            </p:txBody>
          </p:sp>
          <p:sp>
            <p:nvSpPr>
              <p:cNvPr id="18212" name="Freeform 18211">
                <a:extLst>
                  <a:ext uri="{FF2B5EF4-FFF2-40B4-BE49-F238E27FC236}">
                    <a16:creationId xmlns:a16="http://schemas.microsoft.com/office/drawing/2014/main" id="{EC067969-DE2D-BD35-6439-522E059357F1}"/>
                  </a:ext>
                </a:extLst>
              </p:cNvPr>
              <p:cNvSpPr/>
              <p:nvPr/>
            </p:nvSpPr>
            <p:spPr>
              <a:xfrm>
                <a:off x="4032267" y="5768973"/>
                <a:ext cx="25167" cy="29483"/>
              </a:xfrm>
              <a:custGeom>
                <a:avLst/>
                <a:gdLst>
                  <a:gd name="connsiteX0" fmla="*/ 3508 w 25167"/>
                  <a:gd name="connsiteY0" fmla="*/ 15473 h 29483"/>
                  <a:gd name="connsiteX1" fmla="*/ 4093 w 25167"/>
                  <a:gd name="connsiteY1" fmla="*/ 19768 h 29483"/>
                  <a:gd name="connsiteX2" fmla="*/ 5847 w 25167"/>
                  <a:gd name="connsiteY2" fmla="*/ 23277 h 29483"/>
                  <a:gd name="connsiteX3" fmla="*/ 8794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3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6 w 25167"/>
                  <a:gd name="connsiteY18" fmla="*/ 1170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70 w 25167"/>
                  <a:gd name="connsiteY23" fmla="*/ 12774 h 29483"/>
                  <a:gd name="connsiteX24" fmla="*/ 21208 w 25167"/>
                  <a:gd name="connsiteY24" fmla="*/ 8906 h 29483"/>
                  <a:gd name="connsiteX25" fmla="*/ 19543 w 25167"/>
                  <a:gd name="connsiteY25" fmla="*/ 5780 h 29483"/>
                  <a:gd name="connsiteX26" fmla="*/ 16755 w 25167"/>
                  <a:gd name="connsiteY26" fmla="*/ 3666 h 29483"/>
                  <a:gd name="connsiteX27" fmla="*/ 12932 w 25167"/>
                  <a:gd name="connsiteY27" fmla="*/ 2879 h 29483"/>
                  <a:gd name="connsiteX28" fmla="*/ 9131 w 25167"/>
                  <a:gd name="connsiteY28" fmla="*/ 3688 h 29483"/>
                  <a:gd name="connsiteX29" fmla="*/ 6319 w 25167"/>
                  <a:gd name="connsiteY29" fmla="*/ 5847 h 29483"/>
                  <a:gd name="connsiteX30" fmla="*/ 4453 w 25167"/>
                  <a:gd name="connsiteY30" fmla="*/ 8973 h 29483"/>
                  <a:gd name="connsiteX31" fmla="*/ 3531 w 25167"/>
                  <a:gd name="connsiteY31" fmla="*/ 12752 h 29483"/>
                  <a:gd name="connsiteX32" fmla="*/ 21770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8" y="15473"/>
                    </a:moveTo>
                    <a:cubicBezTo>
                      <a:pt x="3508" y="16980"/>
                      <a:pt x="3711" y="18419"/>
                      <a:pt x="4093" y="19768"/>
                    </a:cubicBezTo>
                    <a:cubicBezTo>
                      <a:pt x="4498" y="21118"/>
                      <a:pt x="5083" y="22287"/>
                      <a:pt x="5847" y="23277"/>
                    </a:cubicBezTo>
                    <a:cubicBezTo>
                      <a:pt x="6612" y="24266"/>
                      <a:pt x="7601" y="25053"/>
                      <a:pt x="8794" y="25661"/>
                    </a:cubicBezTo>
                    <a:cubicBezTo>
                      <a:pt x="9985" y="26245"/>
                      <a:pt x="11357" y="26560"/>
                      <a:pt x="12886" y="26560"/>
                    </a:cubicBezTo>
                    <a:cubicBezTo>
                      <a:pt x="15001" y="26560"/>
                      <a:pt x="16822" y="25998"/>
                      <a:pt x="18329" y="24896"/>
                    </a:cubicBezTo>
                    <a:cubicBezTo>
                      <a:pt x="19836" y="23772"/>
                      <a:pt x="20848" y="22197"/>
                      <a:pt x="21343" y="20151"/>
                    </a:cubicBezTo>
                    <a:lnTo>
                      <a:pt x="24963" y="20151"/>
                    </a:lnTo>
                    <a:cubicBezTo>
                      <a:pt x="24559" y="21478"/>
                      <a:pt x="24041"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7" y="23951"/>
                      <a:pt x="1259" y="22400"/>
                      <a:pt x="765" y="20623"/>
                    </a:cubicBezTo>
                    <a:cubicBezTo>
                      <a:pt x="270" y="18846"/>
                      <a:pt x="0" y="16935"/>
                      <a:pt x="0" y="14866"/>
                    </a:cubicBezTo>
                    <a:cubicBezTo>
                      <a:pt x="0" y="12797"/>
                      <a:pt x="292" y="10885"/>
                      <a:pt x="900" y="9086"/>
                    </a:cubicBezTo>
                    <a:cubicBezTo>
                      <a:pt x="1484" y="7287"/>
                      <a:pt x="2339" y="5712"/>
                      <a:pt x="3441" y="4363"/>
                    </a:cubicBezTo>
                    <a:cubicBezTo>
                      <a:pt x="4543" y="3014"/>
                      <a:pt x="5870" y="1957"/>
                      <a:pt x="7466" y="1170"/>
                    </a:cubicBezTo>
                    <a:cubicBezTo>
                      <a:pt x="9041" y="405"/>
                      <a:pt x="10840" y="0"/>
                      <a:pt x="12864" y="0"/>
                    </a:cubicBezTo>
                    <a:cubicBezTo>
                      <a:pt x="16710" y="0"/>
                      <a:pt x="19746" y="1327"/>
                      <a:pt x="21927" y="3958"/>
                    </a:cubicBezTo>
                    <a:cubicBezTo>
                      <a:pt x="24131" y="6612"/>
                      <a:pt x="25211" y="10435"/>
                      <a:pt x="25166" y="15473"/>
                    </a:cubicBezTo>
                    <a:lnTo>
                      <a:pt x="3463" y="15473"/>
                    </a:lnTo>
                    <a:close/>
                    <a:moveTo>
                      <a:pt x="21770" y="12774"/>
                    </a:moveTo>
                    <a:cubicBezTo>
                      <a:pt x="21770" y="11402"/>
                      <a:pt x="21590" y="10120"/>
                      <a:pt x="21208" y="8906"/>
                    </a:cubicBezTo>
                    <a:cubicBezTo>
                      <a:pt x="20825" y="7692"/>
                      <a:pt x="20263" y="6657"/>
                      <a:pt x="19543" y="5780"/>
                    </a:cubicBezTo>
                    <a:cubicBezTo>
                      <a:pt x="18801" y="4903"/>
                      <a:pt x="17879" y="4206"/>
                      <a:pt x="16755" y="3666"/>
                    </a:cubicBezTo>
                    <a:cubicBezTo>
                      <a:pt x="15630" y="3149"/>
                      <a:pt x="14371" y="2879"/>
                      <a:pt x="12932" y="2879"/>
                    </a:cubicBezTo>
                    <a:cubicBezTo>
                      <a:pt x="11492" y="2879"/>
                      <a:pt x="10233" y="3149"/>
                      <a:pt x="9131" y="3688"/>
                    </a:cubicBezTo>
                    <a:cubicBezTo>
                      <a:pt x="8029" y="4228"/>
                      <a:pt x="7107" y="4948"/>
                      <a:pt x="6319" y="5847"/>
                    </a:cubicBezTo>
                    <a:cubicBezTo>
                      <a:pt x="5555" y="6747"/>
                      <a:pt x="4925" y="7781"/>
                      <a:pt x="4453" y="8973"/>
                    </a:cubicBezTo>
                    <a:cubicBezTo>
                      <a:pt x="3981" y="10165"/>
                      <a:pt x="3688" y="11425"/>
                      <a:pt x="3531" y="12752"/>
                    </a:cubicBezTo>
                    <a:lnTo>
                      <a:pt x="21770" y="12752"/>
                    </a:lnTo>
                    <a:close/>
                  </a:path>
                </a:pathLst>
              </a:custGeom>
              <a:solidFill>
                <a:srgbClr val="231F20"/>
              </a:solidFill>
              <a:ln w="2249" cap="flat">
                <a:noFill/>
                <a:prstDash val="solid"/>
                <a:miter/>
              </a:ln>
            </p:spPr>
            <p:txBody>
              <a:bodyPr rtlCol="0" anchor="ctr"/>
              <a:lstStyle/>
              <a:p>
                <a:endParaRPr lang="en-US"/>
              </a:p>
            </p:txBody>
          </p:sp>
          <p:sp>
            <p:nvSpPr>
              <p:cNvPr id="18213" name="Freeform 18212">
                <a:extLst>
                  <a:ext uri="{FF2B5EF4-FFF2-40B4-BE49-F238E27FC236}">
                    <a16:creationId xmlns:a16="http://schemas.microsoft.com/office/drawing/2014/main" id="{C46D5AB1-9E98-564A-F92E-E6C839AE2918}"/>
                  </a:ext>
                </a:extLst>
              </p:cNvPr>
              <p:cNvSpPr/>
              <p:nvPr/>
            </p:nvSpPr>
            <p:spPr>
              <a:xfrm>
                <a:off x="4062448" y="5768951"/>
                <a:ext cx="24895" cy="29461"/>
              </a:xfrm>
              <a:custGeom>
                <a:avLst/>
                <a:gdLst>
                  <a:gd name="connsiteX0" fmla="*/ 21163 w 24895"/>
                  <a:gd name="connsiteY0" fmla="*/ 9558 h 29461"/>
                  <a:gd name="connsiteX1" fmla="*/ 18194 w 24895"/>
                  <a:gd name="connsiteY1" fmla="*/ 4678 h 29461"/>
                  <a:gd name="connsiteX2" fmla="*/ 12841 w 24895"/>
                  <a:gd name="connsiteY2" fmla="*/ 2924 h 29461"/>
                  <a:gd name="connsiteX3" fmla="*/ 8568 w 24895"/>
                  <a:gd name="connsiteY3" fmla="*/ 3958 h 29461"/>
                  <a:gd name="connsiteX4" fmla="*/ 5645 w 24895"/>
                  <a:gd name="connsiteY4" fmla="*/ 6679 h 29461"/>
                  <a:gd name="connsiteX5" fmla="*/ 3980 w 24895"/>
                  <a:gd name="connsiteY5" fmla="*/ 10503 h 29461"/>
                  <a:gd name="connsiteX6" fmla="*/ 3441 w 24895"/>
                  <a:gd name="connsiteY6" fmla="*/ 14798 h 29461"/>
                  <a:gd name="connsiteX7" fmla="*/ 3958 w 24895"/>
                  <a:gd name="connsiteY7" fmla="*/ 19116 h 29461"/>
                  <a:gd name="connsiteX8" fmla="*/ 5600 w 24895"/>
                  <a:gd name="connsiteY8" fmla="*/ 22895 h 29461"/>
                  <a:gd name="connsiteX9" fmla="*/ 8523 w 24895"/>
                  <a:gd name="connsiteY9" fmla="*/ 25571 h 29461"/>
                  <a:gd name="connsiteX10" fmla="*/ 12841 w 24895"/>
                  <a:gd name="connsiteY10" fmla="*/ 26560 h 29461"/>
                  <a:gd name="connsiteX11" fmla="*/ 18644 w 24895"/>
                  <a:gd name="connsiteY11" fmla="*/ 24559 h 29461"/>
                  <a:gd name="connsiteX12" fmla="*/ 21432 w 24895"/>
                  <a:gd name="connsiteY12" fmla="*/ 19049 h 29461"/>
                  <a:gd name="connsiteX13" fmla="*/ 24896 w 24895"/>
                  <a:gd name="connsiteY13" fmla="*/ 19049 h 29461"/>
                  <a:gd name="connsiteX14" fmla="*/ 23524 w 24895"/>
                  <a:gd name="connsiteY14" fmla="*/ 23277 h 29461"/>
                  <a:gd name="connsiteX15" fmla="*/ 21095 w 24895"/>
                  <a:gd name="connsiteY15" fmla="*/ 26560 h 29461"/>
                  <a:gd name="connsiteX16" fmla="*/ 17564 w 24895"/>
                  <a:gd name="connsiteY16" fmla="*/ 28697 h 29461"/>
                  <a:gd name="connsiteX17" fmla="*/ 12864 w 24895"/>
                  <a:gd name="connsiteY17" fmla="*/ 29461 h 29461"/>
                  <a:gd name="connsiteX18" fmla="*/ 7084 w 24895"/>
                  <a:gd name="connsiteY18" fmla="*/ 28337 h 29461"/>
                  <a:gd name="connsiteX19" fmla="*/ 3081 w 24895"/>
                  <a:gd name="connsiteY19" fmla="*/ 25233 h 29461"/>
                  <a:gd name="connsiteX20" fmla="*/ 765 w 24895"/>
                  <a:gd name="connsiteY20" fmla="*/ 20556 h 29461"/>
                  <a:gd name="connsiteX21" fmla="*/ 0 w 24895"/>
                  <a:gd name="connsiteY21" fmla="*/ 14776 h 29461"/>
                  <a:gd name="connsiteX22" fmla="*/ 832 w 24895"/>
                  <a:gd name="connsiteY22" fmla="*/ 9198 h 29461"/>
                  <a:gd name="connsiteX23" fmla="*/ 3283 w 24895"/>
                  <a:gd name="connsiteY23" fmla="*/ 4475 h 29461"/>
                  <a:gd name="connsiteX24" fmla="*/ 7309 w 24895"/>
                  <a:gd name="connsiteY24" fmla="*/ 1215 h 29461"/>
                  <a:gd name="connsiteX25" fmla="*/ 12841 w 24895"/>
                  <a:gd name="connsiteY25" fmla="*/ 0 h 29461"/>
                  <a:gd name="connsiteX26" fmla="*/ 20690 w 24895"/>
                  <a:gd name="connsiteY26" fmla="*/ 2316 h 29461"/>
                  <a:gd name="connsiteX27" fmla="*/ 24446 w 24895"/>
                  <a:gd name="connsiteY27" fmla="*/ 9558 h 29461"/>
                  <a:gd name="connsiteX28" fmla="*/ 21163 w 24895"/>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5" h="29461">
                    <a:moveTo>
                      <a:pt x="21163" y="9558"/>
                    </a:moveTo>
                    <a:cubicBezTo>
                      <a:pt x="20578" y="7467"/>
                      <a:pt x="19588" y="5847"/>
                      <a:pt x="18194" y="4678"/>
                    </a:cubicBezTo>
                    <a:cubicBezTo>
                      <a:pt x="16800" y="3509"/>
                      <a:pt x="15000" y="2924"/>
                      <a:pt x="12841" y="2924"/>
                    </a:cubicBezTo>
                    <a:cubicBezTo>
                      <a:pt x="11177" y="2924"/>
                      <a:pt x="9760" y="3261"/>
                      <a:pt x="8568" y="3958"/>
                    </a:cubicBezTo>
                    <a:cubicBezTo>
                      <a:pt x="7376" y="4633"/>
                      <a:pt x="6409" y="5555"/>
                      <a:pt x="5645" y="6679"/>
                    </a:cubicBezTo>
                    <a:cubicBezTo>
                      <a:pt x="4880" y="7804"/>
                      <a:pt x="4340" y="9086"/>
                      <a:pt x="3980" y="10503"/>
                    </a:cubicBezTo>
                    <a:cubicBezTo>
                      <a:pt x="3621" y="11920"/>
                      <a:pt x="3441" y="13359"/>
                      <a:pt x="3441" y="14798"/>
                    </a:cubicBezTo>
                    <a:cubicBezTo>
                      <a:pt x="3441" y="16237"/>
                      <a:pt x="3621" y="17722"/>
                      <a:pt x="3958" y="19116"/>
                    </a:cubicBezTo>
                    <a:cubicBezTo>
                      <a:pt x="4295" y="20510"/>
                      <a:pt x="4858" y="21770"/>
                      <a:pt x="5600" y="22895"/>
                    </a:cubicBezTo>
                    <a:cubicBezTo>
                      <a:pt x="6342" y="24019"/>
                      <a:pt x="7331" y="24896"/>
                      <a:pt x="8523" y="25571"/>
                    </a:cubicBezTo>
                    <a:cubicBezTo>
                      <a:pt x="9715" y="26245"/>
                      <a:pt x="11155" y="26560"/>
                      <a:pt x="12841" y="26560"/>
                    </a:cubicBezTo>
                    <a:cubicBezTo>
                      <a:pt x="15248" y="26560"/>
                      <a:pt x="17182" y="25886"/>
                      <a:pt x="18644" y="24559"/>
                    </a:cubicBezTo>
                    <a:cubicBezTo>
                      <a:pt x="20106" y="23232"/>
                      <a:pt x="21028" y="21388"/>
                      <a:pt x="21432" y="19049"/>
                    </a:cubicBezTo>
                    <a:lnTo>
                      <a:pt x="24896" y="19049"/>
                    </a:lnTo>
                    <a:cubicBezTo>
                      <a:pt x="24603" y="20601"/>
                      <a:pt x="24154" y="22017"/>
                      <a:pt x="23524" y="23277"/>
                    </a:cubicBezTo>
                    <a:cubicBezTo>
                      <a:pt x="22894" y="24559"/>
                      <a:pt x="22085" y="25661"/>
                      <a:pt x="21095" y="26560"/>
                    </a:cubicBezTo>
                    <a:cubicBezTo>
                      <a:pt x="20106" y="27482"/>
                      <a:pt x="18936" y="28180"/>
                      <a:pt x="17564" y="28697"/>
                    </a:cubicBezTo>
                    <a:cubicBezTo>
                      <a:pt x="16192" y="29191"/>
                      <a:pt x="14640" y="29461"/>
                      <a:pt x="12864" y="29461"/>
                    </a:cubicBezTo>
                    <a:cubicBezTo>
                      <a:pt x="10638" y="29461"/>
                      <a:pt x="8703" y="29079"/>
                      <a:pt x="7084" y="28337"/>
                    </a:cubicBezTo>
                    <a:cubicBezTo>
                      <a:pt x="5465" y="27595"/>
                      <a:pt x="4138" y="26538"/>
                      <a:pt x="3081" y="25233"/>
                    </a:cubicBezTo>
                    <a:cubicBezTo>
                      <a:pt x="2046" y="23929"/>
                      <a:pt x="1259" y="22355"/>
                      <a:pt x="765" y="20556"/>
                    </a:cubicBezTo>
                    <a:cubicBezTo>
                      <a:pt x="270" y="18757"/>
                      <a:pt x="0" y="16822"/>
                      <a:pt x="0" y="14776"/>
                    </a:cubicBezTo>
                    <a:cubicBezTo>
                      <a:pt x="0" y="12842"/>
                      <a:pt x="270" y="10975"/>
                      <a:pt x="832" y="9198"/>
                    </a:cubicBezTo>
                    <a:cubicBezTo>
                      <a:pt x="1394" y="7422"/>
                      <a:pt x="2204" y="5847"/>
                      <a:pt x="3283" y="4475"/>
                    </a:cubicBezTo>
                    <a:cubicBezTo>
                      <a:pt x="4363" y="3104"/>
                      <a:pt x="5712" y="2024"/>
                      <a:pt x="7309" y="1215"/>
                    </a:cubicBezTo>
                    <a:cubicBezTo>
                      <a:pt x="8906" y="405"/>
                      <a:pt x="10750" y="0"/>
                      <a:pt x="12841" y="0"/>
                    </a:cubicBezTo>
                    <a:cubicBezTo>
                      <a:pt x="16080" y="0"/>
                      <a:pt x="18689" y="765"/>
                      <a:pt x="20690" y="2316"/>
                    </a:cubicBezTo>
                    <a:cubicBezTo>
                      <a:pt x="22692" y="3868"/>
                      <a:pt x="23929" y="6275"/>
                      <a:pt x="24446" y="9558"/>
                    </a:cubicBezTo>
                    <a:lnTo>
                      <a:pt x="21163" y="9558"/>
                    </a:lnTo>
                    <a:close/>
                  </a:path>
                </a:pathLst>
              </a:custGeom>
              <a:solidFill>
                <a:srgbClr val="231F20"/>
              </a:solidFill>
              <a:ln w="2249" cap="flat">
                <a:noFill/>
                <a:prstDash val="solid"/>
                <a:miter/>
              </a:ln>
            </p:spPr>
            <p:txBody>
              <a:bodyPr rtlCol="0" anchor="ctr"/>
              <a:lstStyle/>
              <a:p>
                <a:endParaRPr lang="en-US"/>
              </a:p>
            </p:txBody>
          </p:sp>
          <p:sp>
            <p:nvSpPr>
              <p:cNvPr id="18214" name="Freeform 18213">
                <a:extLst>
                  <a:ext uri="{FF2B5EF4-FFF2-40B4-BE49-F238E27FC236}">
                    <a16:creationId xmlns:a16="http://schemas.microsoft.com/office/drawing/2014/main" id="{A61F7C21-F17C-64FF-33FF-E3E3BE063629}"/>
                  </a:ext>
                </a:extLst>
              </p:cNvPr>
              <p:cNvSpPr/>
              <p:nvPr/>
            </p:nvSpPr>
            <p:spPr>
              <a:xfrm>
                <a:off x="4091010" y="5761934"/>
                <a:ext cx="12616" cy="36500"/>
              </a:xfrm>
              <a:custGeom>
                <a:avLst/>
                <a:gdLst>
                  <a:gd name="connsiteX0" fmla="*/ 12617 w 12616"/>
                  <a:gd name="connsiteY0" fmla="*/ 35849 h 36500"/>
                  <a:gd name="connsiteX1" fmla="*/ 11042 w 12616"/>
                  <a:gd name="connsiteY1" fmla="*/ 36231 h 36500"/>
                  <a:gd name="connsiteX2" fmla="*/ 8883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2 h 36500"/>
                  <a:gd name="connsiteX8" fmla="*/ 3936 w 12616"/>
                  <a:gd name="connsiteY8" fmla="*/ 7782 h 36500"/>
                  <a:gd name="connsiteX9" fmla="*/ 3936 w 12616"/>
                  <a:gd name="connsiteY9" fmla="*/ 0 h 36500"/>
                  <a:gd name="connsiteX10" fmla="*/ 7174 w 12616"/>
                  <a:gd name="connsiteY10" fmla="*/ 0 h 36500"/>
                  <a:gd name="connsiteX11" fmla="*/ 7174 w 12616"/>
                  <a:gd name="connsiteY11" fmla="*/ 7782 h 36500"/>
                  <a:gd name="connsiteX12" fmla="*/ 12414 w 12616"/>
                  <a:gd name="connsiteY12" fmla="*/ 7782 h 36500"/>
                  <a:gd name="connsiteX13" fmla="*/ 12414 w 12616"/>
                  <a:gd name="connsiteY13" fmla="*/ 10480 h 36500"/>
                  <a:gd name="connsiteX14" fmla="*/ 7174 w 12616"/>
                  <a:gd name="connsiteY14" fmla="*/ 10480 h 36500"/>
                  <a:gd name="connsiteX15" fmla="*/ 7174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5 h 36500"/>
                  <a:gd name="connsiteX21" fmla="*/ 12617 w 12616"/>
                  <a:gd name="connsiteY21" fmla="*/ 33195 h 36500"/>
                  <a:gd name="connsiteX22" fmla="*/ 12617 w 12616"/>
                  <a:gd name="connsiteY22" fmla="*/ 35849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616" h="36500">
                    <a:moveTo>
                      <a:pt x="12617" y="35849"/>
                    </a:moveTo>
                    <a:cubicBezTo>
                      <a:pt x="12212" y="35916"/>
                      <a:pt x="11694" y="36051"/>
                      <a:pt x="11042" y="36231"/>
                    </a:cubicBezTo>
                    <a:cubicBezTo>
                      <a:pt x="10390" y="36411"/>
                      <a:pt x="9671" y="36501"/>
                      <a:pt x="8883" y="36501"/>
                    </a:cubicBezTo>
                    <a:cubicBezTo>
                      <a:pt x="7264" y="36501"/>
                      <a:pt x="6027" y="36096"/>
                      <a:pt x="5195" y="35286"/>
                    </a:cubicBezTo>
                    <a:cubicBezTo>
                      <a:pt x="4363" y="34477"/>
                      <a:pt x="3936" y="33037"/>
                      <a:pt x="3936" y="30946"/>
                    </a:cubicBezTo>
                    <a:lnTo>
                      <a:pt x="3936" y="10480"/>
                    </a:lnTo>
                    <a:lnTo>
                      <a:pt x="0" y="10480"/>
                    </a:lnTo>
                    <a:lnTo>
                      <a:pt x="0" y="7782"/>
                    </a:lnTo>
                    <a:lnTo>
                      <a:pt x="3936" y="7782"/>
                    </a:lnTo>
                    <a:lnTo>
                      <a:pt x="3936" y="0"/>
                    </a:lnTo>
                    <a:lnTo>
                      <a:pt x="7174" y="0"/>
                    </a:lnTo>
                    <a:lnTo>
                      <a:pt x="7174" y="7782"/>
                    </a:lnTo>
                    <a:lnTo>
                      <a:pt x="12414" y="7782"/>
                    </a:lnTo>
                    <a:lnTo>
                      <a:pt x="12414" y="10480"/>
                    </a:lnTo>
                    <a:lnTo>
                      <a:pt x="7174" y="10480"/>
                    </a:lnTo>
                    <a:lnTo>
                      <a:pt x="7174" y="29641"/>
                    </a:lnTo>
                    <a:cubicBezTo>
                      <a:pt x="7174" y="30316"/>
                      <a:pt x="7174" y="30923"/>
                      <a:pt x="7219" y="31418"/>
                    </a:cubicBezTo>
                    <a:cubicBezTo>
                      <a:pt x="7264" y="31913"/>
                      <a:pt x="7354" y="32340"/>
                      <a:pt x="7534" y="32655"/>
                    </a:cubicBezTo>
                    <a:cubicBezTo>
                      <a:pt x="7714" y="32970"/>
                      <a:pt x="7984" y="33217"/>
                      <a:pt x="8366" y="33352"/>
                    </a:cubicBezTo>
                    <a:cubicBezTo>
                      <a:pt x="8748" y="33487"/>
                      <a:pt x="9266" y="33577"/>
                      <a:pt x="9963" y="33577"/>
                    </a:cubicBezTo>
                    <a:cubicBezTo>
                      <a:pt x="10390" y="33577"/>
                      <a:pt x="10840" y="33532"/>
                      <a:pt x="11290" y="33465"/>
                    </a:cubicBezTo>
                    <a:cubicBezTo>
                      <a:pt x="11739" y="33397"/>
                      <a:pt x="12189" y="33307"/>
                      <a:pt x="12617" y="33195"/>
                    </a:cubicBezTo>
                    <a:lnTo>
                      <a:pt x="12617" y="35849"/>
                    </a:lnTo>
                    <a:close/>
                  </a:path>
                </a:pathLst>
              </a:custGeom>
              <a:solidFill>
                <a:srgbClr val="231F20"/>
              </a:solidFill>
              <a:ln w="2249" cap="flat">
                <a:noFill/>
                <a:prstDash val="solid"/>
                <a:miter/>
              </a:ln>
            </p:spPr>
            <p:txBody>
              <a:bodyPr rtlCol="0" anchor="ctr"/>
              <a:lstStyle/>
              <a:p>
                <a:endParaRPr lang="en-US"/>
              </a:p>
            </p:txBody>
          </p:sp>
        </p:grpSp>
        <p:grpSp>
          <p:nvGrpSpPr>
            <p:cNvPr id="18215" name="Graphic 4479">
              <a:extLst>
                <a:ext uri="{FF2B5EF4-FFF2-40B4-BE49-F238E27FC236}">
                  <a16:creationId xmlns:a16="http://schemas.microsoft.com/office/drawing/2014/main" id="{00EBA5D4-2D43-9A4A-87BB-ACEA371C27A3}"/>
                </a:ext>
              </a:extLst>
            </p:cNvPr>
            <p:cNvGrpSpPr/>
            <p:nvPr/>
          </p:nvGrpSpPr>
          <p:grpSpPr>
            <a:xfrm>
              <a:off x="5537877" y="5266065"/>
              <a:ext cx="823338" cy="157332"/>
              <a:chOff x="4180945" y="5758808"/>
              <a:chExt cx="207488" cy="39649"/>
            </a:xfrm>
            <a:solidFill>
              <a:srgbClr val="231F20"/>
            </a:solidFill>
          </p:grpSpPr>
          <p:sp>
            <p:nvSpPr>
              <p:cNvPr id="18216" name="Freeform 18215">
                <a:extLst>
                  <a:ext uri="{FF2B5EF4-FFF2-40B4-BE49-F238E27FC236}">
                    <a16:creationId xmlns:a16="http://schemas.microsoft.com/office/drawing/2014/main" id="{02531958-D9D2-3680-16BD-89764E82B51E}"/>
                  </a:ext>
                </a:extLst>
              </p:cNvPr>
              <p:cNvSpPr/>
              <p:nvPr/>
            </p:nvSpPr>
            <p:spPr>
              <a:xfrm>
                <a:off x="4180945" y="5758808"/>
                <a:ext cx="3553" cy="38862"/>
              </a:xfrm>
              <a:custGeom>
                <a:avLst/>
                <a:gdLst>
                  <a:gd name="connsiteX0" fmla="*/ 0 w 3553"/>
                  <a:gd name="connsiteY0" fmla="*/ 4813 h 38862"/>
                  <a:gd name="connsiteX1" fmla="*/ 0 w 3553"/>
                  <a:gd name="connsiteY1" fmla="*/ 0 h 38862"/>
                  <a:gd name="connsiteX2" fmla="*/ 3553 w 3553"/>
                  <a:gd name="connsiteY2" fmla="*/ 0 h 38862"/>
                  <a:gd name="connsiteX3" fmla="*/ 3553 w 3553"/>
                  <a:gd name="connsiteY3" fmla="*/ 4813 h 38862"/>
                  <a:gd name="connsiteX4" fmla="*/ 0 w 3553"/>
                  <a:gd name="connsiteY4" fmla="*/ 4813 h 38862"/>
                  <a:gd name="connsiteX5" fmla="*/ 180 w 3553"/>
                  <a:gd name="connsiteY5" fmla="*/ 38862 h 38862"/>
                  <a:gd name="connsiteX6" fmla="*/ 180 w 3553"/>
                  <a:gd name="connsiteY6" fmla="*/ 10908 h 38862"/>
                  <a:gd name="connsiteX7" fmla="*/ 3418 w 3553"/>
                  <a:gd name="connsiteY7" fmla="*/ 10908 h 38862"/>
                  <a:gd name="connsiteX8" fmla="*/ 3418 w 3553"/>
                  <a:gd name="connsiteY8" fmla="*/ 38862 h 38862"/>
                  <a:gd name="connsiteX9" fmla="*/ 180 w 3553"/>
                  <a:gd name="connsiteY9" fmla="*/ 38862 h 388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53" h="38862">
                    <a:moveTo>
                      <a:pt x="0" y="4813"/>
                    </a:moveTo>
                    <a:lnTo>
                      <a:pt x="0" y="0"/>
                    </a:lnTo>
                    <a:lnTo>
                      <a:pt x="3553" y="0"/>
                    </a:lnTo>
                    <a:lnTo>
                      <a:pt x="3553" y="4813"/>
                    </a:lnTo>
                    <a:lnTo>
                      <a:pt x="0" y="4813"/>
                    </a:lnTo>
                    <a:close/>
                    <a:moveTo>
                      <a:pt x="180" y="38862"/>
                    </a:moveTo>
                    <a:lnTo>
                      <a:pt x="180" y="10908"/>
                    </a:lnTo>
                    <a:lnTo>
                      <a:pt x="3418" y="10908"/>
                    </a:lnTo>
                    <a:lnTo>
                      <a:pt x="3418" y="38862"/>
                    </a:lnTo>
                    <a:lnTo>
                      <a:pt x="180" y="38862"/>
                    </a:lnTo>
                    <a:close/>
                  </a:path>
                </a:pathLst>
              </a:custGeom>
              <a:solidFill>
                <a:srgbClr val="231F20"/>
              </a:solidFill>
              <a:ln w="2249" cap="flat">
                <a:noFill/>
                <a:prstDash val="solid"/>
                <a:miter/>
              </a:ln>
            </p:spPr>
            <p:txBody>
              <a:bodyPr rtlCol="0" anchor="ctr"/>
              <a:lstStyle/>
              <a:p>
                <a:endParaRPr lang="en-US"/>
              </a:p>
            </p:txBody>
          </p:sp>
          <p:sp>
            <p:nvSpPr>
              <p:cNvPr id="18217" name="Freeform 18216">
                <a:extLst>
                  <a:ext uri="{FF2B5EF4-FFF2-40B4-BE49-F238E27FC236}">
                    <a16:creationId xmlns:a16="http://schemas.microsoft.com/office/drawing/2014/main" id="{2A05D046-8DBE-0CC7-BA62-CDF6CA803E34}"/>
                  </a:ext>
                </a:extLst>
              </p:cNvPr>
              <p:cNvSpPr/>
              <p:nvPr/>
            </p:nvSpPr>
            <p:spPr>
              <a:xfrm>
                <a:off x="4192617" y="5768951"/>
                <a:ext cx="22197" cy="28741"/>
              </a:xfrm>
              <a:custGeom>
                <a:avLst/>
                <a:gdLst>
                  <a:gd name="connsiteX0" fmla="*/ 3239 w 22197"/>
                  <a:gd name="connsiteY0" fmla="*/ 28719 h 28741"/>
                  <a:gd name="connsiteX1" fmla="*/ 0 w 22197"/>
                  <a:gd name="connsiteY1" fmla="*/ 28719 h 28741"/>
                  <a:gd name="connsiteX2" fmla="*/ 0 w 22197"/>
                  <a:gd name="connsiteY2" fmla="*/ 765 h 28741"/>
                  <a:gd name="connsiteX3" fmla="*/ 3239 w 22197"/>
                  <a:gd name="connsiteY3" fmla="*/ 765 h 28741"/>
                  <a:gd name="connsiteX4" fmla="*/ 3239 w 22197"/>
                  <a:gd name="connsiteY4" fmla="*/ 4655 h 28741"/>
                  <a:gd name="connsiteX5" fmla="*/ 7264 w 22197"/>
                  <a:gd name="connsiteY5" fmla="*/ 1305 h 28741"/>
                  <a:gd name="connsiteX6" fmla="*/ 12257 w 22197"/>
                  <a:gd name="connsiteY6" fmla="*/ 0 h 28741"/>
                  <a:gd name="connsiteX7" fmla="*/ 17070 w 22197"/>
                  <a:gd name="connsiteY7" fmla="*/ 900 h 28741"/>
                  <a:gd name="connsiteX8" fmla="*/ 20803 w 22197"/>
                  <a:gd name="connsiteY8" fmla="*/ 4003 h 28741"/>
                  <a:gd name="connsiteX9" fmla="*/ 22017 w 22197"/>
                  <a:gd name="connsiteY9" fmla="*/ 7107 h 28741"/>
                  <a:gd name="connsiteX10" fmla="*/ 22197 w 22197"/>
                  <a:gd name="connsiteY10" fmla="*/ 10435 h 28741"/>
                  <a:gd name="connsiteX11" fmla="*/ 22197 w 22197"/>
                  <a:gd name="connsiteY11" fmla="*/ 28742 h 28741"/>
                  <a:gd name="connsiteX12" fmla="*/ 18959 w 22197"/>
                  <a:gd name="connsiteY12" fmla="*/ 28742 h 28741"/>
                  <a:gd name="connsiteX13" fmla="*/ 18959 w 22197"/>
                  <a:gd name="connsiteY13" fmla="*/ 10503 h 28741"/>
                  <a:gd name="connsiteX14" fmla="*/ 17295 w 22197"/>
                  <a:gd name="connsiteY14" fmla="*/ 4835 h 28741"/>
                  <a:gd name="connsiteX15" fmla="*/ 11740 w 22197"/>
                  <a:gd name="connsiteY15" fmla="*/ 2946 h 28741"/>
                  <a:gd name="connsiteX16" fmla="*/ 8996 w 22197"/>
                  <a:gd name="connsiteY16" fmla="*/ 3396 h 28741"/>
                  <a:gd name="connsiteX17" fmla="*/ 6747 w 22197"/>
                  <a:gd name="connsiteY17" fmla="*/ 4610 h 28741"/>
                  <a:gd name="connsiteX18" fmla="*/ 5038 w 22197"/>
                  <a:gd name="connsiteY18" fmla="*/ 6342 h 28741"/>
                  <a:gd name="connsiteX19" fmla="*/ 3958 w 22197"/>
                  <a:gd name="connsiteY19" fmla="*/ 8389 h 28741"/>
                  <a:gd name="connsiteX20" fmla="*/ 3373 w 22197"/>
                  <a:gd name="connsiteY20" fmla="*/ 10975 h 28741"/>
                  <a:gd name="connsiteX21" fmla="*/ 3261 w 22197"/>
                  <a:gd name="connsiteY21" fmla="*/ 13674 h 28741"/>
                  <a:gd name="connsiteX22" fmla="*/ 3261 w 22197"/>
                  <a:gd name="connsiteY22" fmla="*/ 28742 h 28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2197" h="28741">
                    <a:moveTo>
                      <a:pt x="3239" y="28719"/>
                    </a:moveTo>
                    <a:lnTo>
                      <a:pt x="0" y="28719"/>
                    </a:lnTo>
                    <a:lnTo>
                      <a:pt x="0" y="765"/>
                    </a:lnTo>
                    <a:lnTo>
                      <a:pt x="3239" y="765"/>
                    </a:lnTo>
                    <a:lnTo>
                      <a:pt x="3239" y="4655"/>
                    </a:lnTo>
                    <a:cubicBezTo>
                      <a:pt x="4543" y="3284"/>
                      <a:pt x="5870" y="2181"/>
                      <a:pt x="7264" y="1305"/>
                    </a:cubicBezTo>
                    <a:cubicBezTo>
                      <a:pt x="8659" y="450"/>
                      <a:pt x="10323" y="0"/>
                      <a:pt x="12257" y="0"/>
                    </a:cubicBezTo>
                    <a:cubicBezTo>
                      <a:pt x="13989" y="0"/>
                      <a:pt x="15585" y="292"/>
                      <a:pt x="17070" y="900"/>
                    </a:cubicBezTo>
                    <a:cubicBezTo>
                      <a:pt x="18554" y="1484"/>
                      <a:pt x="19791" y="2519"/>
                      <a:pt x="20803" y="4003"/>
                    </a:cubicBezTo>
                    <a:cubicBezTo>
                      <a:pt x="21478" y="5015"/>
                      <a:pt x="21883" y="6050"/>
                      <a:pt x="22017" y="7107"/>
                    </a:cubicBezTo>
                    <a:cubicBezTo>
                      <a:pt x="22152" y="8164"/>
                      <a:pt x="22197" y="9266"/>
                      <a:pt x="22197" y="10435"/>
                    </a:cubicBezTo>
                    <a:lnTo>
                      <a:pt x="22197" y="28742"/>
                    </a:lnTo>
                    <a:lnTo>
                      <a:pt x="18959" y="28742"/>
                    </a:lnTo>
                    <a:lnTo>
                      <a:pt x="18959" y="10503"/>
                    </a:lnTo>
                    <a:cubicBezTo>
                      <a:pt x="18959" y="7984"/>
                      <a:pt x="18397" y="6095"/>
                      <a:pt x="17295" y="4835"/>
                    </a:cubicBezTo>
                    <a:cubicBezTo>
                      <a:pt x="16170" y="3576"/>
                      <a:pt x="14326" y="2946"/>
                      <a:pt x="11740" y="2946"/>
                    </a:cubicBezTo>
                    <a:cubicBezTo>
                      <a:pt x="10728" y="2946"/>
                      <a:pt x="9806" y="3104"/>
                      <a:pt x="8996" y="3396"/>
                    </a:cubicBezTo>
                    <a:cubicBezTo>
                      <a:pt x="8186" y="3688"/>
                      <a:pt x="7422" y="4116"/>
                      <a:pt x="6747" y="4610"/>
                    </a:cubicBezTo>
                    <a:cubicBezTo>
                      <a:pt x="6072" y="5105"/>
                      <a:pt x="5510" y="5690"/>
                      <a:pt x="5038" y="6342"/>
                    </a:cubicBezTo>
                    <a:cubicBezTo>
                      <a:pt x="4565" y="6994"/>
                      <a:pt x="4206" y="7669"/>
                      <a:pt x="3958" y="8389"/>
                    </a:cubicBezTo>
                    <a:cubicBezTo>
                      <a:pt x="3644" y="9288"/>
                      <a:pt x="3441" y="10143"/>
                      <a:pt x="3373" y="10975"/>
                    </a:cubicBezTo>
                    <a:cubicBezTo>
                      <a:pt x="3306" y="11807"/>
                      <a:pt x="3261" y="12707"/>
                      <a:pt x="3261" y="13674"/>
                    </a:cubicBezTo>
                    <a:lnTo>
                      <a:pt x="3261" y="28742"/>
                    </a:lnTo>
                    <a:close/>
                  </a:path>
                </a:pathLst>
              </a:custGeom>
              <a:solidFill>
                <a:srgbClr val="231F20"/>
              </a:solidFill>
              <a:ln w="2249" cap="flat">
                <a:noFill/>
                <a:prstDash val="solid"/>
                <a:miter/>
              </a:ln>
            </p:spPr>
            <p:txBody>
              <a:bodyPr rtlCol="0" anchor="ctr"/>
              <a:lstStyle/>
              <a:p>
                <a:endParaRPr lang="en-US"/>
              </a:p>
            </p:txBody>
          </p:sp>
          <p:sp>
            <p:nvSpPr>
              <p:cNvPr id="18218" name="Freeform 18217">
                <a:extLst>
                  <a:ext uri="{FF2B5EF4-FFF2-40B4-BE49-F238E27FC236}">
                    <a16:creationId xmlns:a16="http://schemas.microsoft.com/office/drawing/2014/main" id="{4024E689-3C33-9A50-A214-CFA1F11D796F}"/>
                  </a:ext>
                </a:extLst>
              </p:cNvPr>
              <p:cNvSpPr/>
              <p:nvPr/>
            </p:nvSpPr>
            <p:spPr>
              <a:xfrm>
                <a:off x="4221269" y="5768951"/>
                <a:ext cx="24895" cy="29461"/>
              </a:xfrm>
              <a:custGeom>
                <a:avLst/>
                <a:gdLst>
                  <a:gd name="connsiteX0" fmla="*/ 21163 w 24895"/>
                  <a:gd name="connsiteY0" fmla="*/ 9558 h 29461"/>
                  <a:gd name="connsiteX1" fmla="*/ 18194 w 24895"/>
                  <a:gd name="connsiteY1" fmla="*/ 4678 h 29461"/>
                  <a:gd name="connsiteX2" fmla="*/ 12841 w 24895"/>
                  <a:gd name="connsiteY2" fmla="*/ 2924 h 29461"/>
                  <a:gd name="connsiteX3" fmla="*/ 8568 w 24895"/>
                  <a:gd name="connsiteY3" fmla="*/ 3958 h 29461"/>
                  <a:gd name="connsiteX4" fmla="*/ 5645 w 24895"/>
                  <a:gd name="connsiteY4" fmla="*/ 6679 h 29461"/>
                  <a:gd name="connsiteX5" fmla="*/ 3980 w 24895"/>
                  <a:gd name="connsiteY5" fmla="*/ 10503 h 29461"/>
                  <a:gd name="connsiteX6" fmla="*/ 3441 w 24895"/>
                  <a:gd name="connsiteY6" fmla="*/ 14798 h 29461"/>
                  <a:gd name="connsiteX7" fmla="*/ 3958 w 24895"/>
                  <a:gd name="connsiteY7" fmla="*/ 19116 h 29461"/>
                  <a:gd name="connsiteX8" fmla="*/ 5600 w 24895"/>
                  <a:gd name="connsiteY8" fmla="*/ 22895 h 29461"/>
                  <a:gd name="connsiteX9" fmla="*/ 8523 w 24895"/>
                  <a:gd name="connsiteY9" fmla="*/ 25571 h 29461"/>
                  <a:gd name="connsiteX10" fmla="*/ 12841 w 24895"/>
                  <a:gd name="connsiteY10" fmla="*/ 26560 h 29461"/>
                  <a:gd name="connsiteX11" fmla="*/ 18644 w 24895"/>
                  <a:gd name="connsiteY11" fmla="*/ 24559 h 29461"/>
                  <a:gd name="connsiteX12" fmla="*/ 21432 w 24895"/>
                  <a:gd name="connsiteY12" fmla="*/ 19049 h 29461"/>
                  <a:gd name="connsiteX13" fmla="*/ 24896 w 24895"/>
                  <a:gd name="connsiteY13" fmla="*/ 19049 h 29461"/>
                  <a:gd name="connsiteX14" fmla="*/ 23524 w 24895"/>
                  <a:gd name="connsiteY14" fmla="*/ 23277 h 29461"/>
                  <a:gd name="connsiteX15" fmla="*/ 21095 w 24895"/>
                  <a:gd name="connsiteY15" fmla="*/ 26560 h 29461"/>
                  <a:gd name="connsiteX16" fmla="*/ 17564 w 24895"/>
                  <a:gd name="connsiteY16" fmla="*/ 28697 h 29461"/>
                  <a:gd name="connsiteX17" fmla="*/ 12864 w 24895"/>
                  <a:gd name="connsiteY17" fmla="*/ 29461 h 29461"/>
                  <a:gd name="connsiteX18" fmla="*/ 7084 w 24895"/>
                  <a:gd name="connsiteY18" fmla="*/ 28337 h 29461"/>
                  <a:gd name="connsiteX19" fmla="*/ 3081 w 24895"/>
                  <a:gd name="connsiteY19" fmla="*/ 25233 h 29461"/>
                  <a:gd name="connsiteX20" fmla="*/ 765 w 24895"/>
                  <a:gd name="connsiteY20" fmla="*/ 20556 h 29461"/>
                  <a:gd name="connsiteX21" fmla="*/ 0 w 24895"/>
                  <a:gd name="connsiteY21" fmla="*/ 14776 h 29461"/>
                  <a:gd name="connsiteX22" fmla="*/ 832 w 24895"/>
                  <a:gd name="connsiteY22" fmla="*/ 9198 h 29461"/>
                  <a:gd name="connsiteX23" fmla="*/ 3283 w 24895"/>
                  <a:gd name="connsiteY23" fmla="*/ 4475 h 29461"/>
                  <a:gd name="connsiteX24" fmla="*/ 7309 w 24895"/>
                  <a:gd name="connsiteY24" fmla="*/ 1215 h 29461"/>
                  <a:gd name="connsiteX25" fmla="*/ 12841 w 24895"/>
                  <a:gd name="connsiteY25" fmla="*/ 0 h 29461"/>
                  <a:gd name="connsiteX26" fmla="*/ 20690 w 24895"/>
                  <a:gd name="connsiteY26" fmla="*/ 2316 h 29461"/>
                  <a:gd name="connsiteX27" fmla="*/ 24446 w 24895"/>
                  <a:gd name="connsiteY27" fmla="*/ 9558 h 29461"/>
                  <a:gd name="connsiteX28" fmla="*/ 21163 w 24895"/>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5" h="29461">
                    <a:moveTo>
                      <a:pt x="21163" y="9558"/>
                    </a:moveTo>
                    <a:cubicBezTo>
                      <a:pt x="20578" y="7467"/>
                      <a:pt x="19588" y="5847"/>
                      <a:pt x="18194" y="4678"/>
                    </a:cubicBezTo>
                    <a:cubicBezTo>
                      <a:pt x="16800" y="3509"/>
                      <a:pt x="15000" y="2924"/>
                      <a:pt x="12841" y="2924"/>
                    </a:cubicBezTo>
                    <a:cubicBezTo>
                      <a:pt x="11177" y="2924"/>
                      <a:pt x="9760" y="3261"/>
                      <a:pt x="8568" y="3958"/>
                    </a:cubicBezTo>
                    <a:cubicBezTo>
                      <a:pt x="7376" y="4633"/>
                      <a:pt x="6409" y="5555"/>
                      <a:pt x="5645" y="6679"/>
                    </a:cubicBezTo>
                    <a:cubicBezTo>
                      <a:pt x="4880" y="7804"/>
                      <a:pt x="4340" y="9086"/>
                      <a:pt x="3980" y="10503"/>
                    </a:cubicBezTo>
                    <a:cubicBezTo>
                      <a:pt x="3621" y="11920"/>
                      <a:pt x="3441" y="13359"/>
                      <a:pt x="3441" y="14798"/>
                    </a:cubicBezTo>
                    <a:cubicBezTo>
                      <a:pt x="3441" y="16237"/>
                      <a:pt x="3621" y="17722"/>
                      <a:pt x="3958" y="19116"/>
                    </a:cubicBezTo>
                    <a:cubicBezTo>
                      <a:pt x="4295" y="20510"/>
                      <a:pt x="4858" y="21770"/>
                      <a:pt x="5600" y="22895"/>
                    </a:cubicBezTo>
                    <a:cubicBezTo>
                      <a:pt x="6342" y="24019"/>
                      <a:pt x="7331" y="24896"/>
                      <a:pt x="8523" y="25571"/>
                    </a:cubicBezTo>
                    <a:cubicBezTo>
                      <a:pt x="9715" y="26245"/>
                      <a:pt x="11155" y="26560"/>
                      <a:pt x="12841" y="26560"/>
                    </a:cubicBezTo>
                    <a:cubicBezTo>
                      <a:pt x="15248" y="26560"/>
                      <a:pt x="17182" y="25886"/>
                      <a:pt x="18644" y="24559"/>
                    </a:cubicBezTo>
                    <a:cubicBezTo>
                      <a:pt x="20106" y="23232"/>
                      <a:pt x="21028" y="21388"/>
                      <a:pt x="21432" y="19049"/>
                    </a:cubicBezTo>
                    <a:lnTo>
                      <a:pt x="24896" y="19049"/>
                    </a:lnTo>
                    <a:cubicBezTo>
                      <a:pt x="24603" y="20601"/>
                      <a:pt x="24154" y="22017"/>
                      <a:pt x="23524" y="23277"/>
                    </a:cubicBezTo>
                    <a:cubicBezTo>
                      <a:pt x="22894" y="24559"/>
                      <a:pt x="22085" y="25661"/>
                      <a:pt x="21095" y="26560"/>
                    </a:cubicBezTo>
                    <a:cubicBezTo>
                      <a:pt x="20106" y="27482"/>
                      <a:pt x="18936" y="28180"/>
                      <a:pt x="17564" y="28697"/>
                    </a:cubicBezTo>
                    <a:cubicBezTo>
                      <a:pt x="16192" y="29191"/>
                      <a:pt x="14640" y="29461"/>
                      <a:pt x="12864" y="29461"/>
                    </a:cubicBezTo>
                    <a:cubicBezTo>
                      <a:pt x="10638" y="29461"/>
                      <a:pt x="8703" y="29079"/>
                      <a:pt x="7084" y="28337"/>
                    </a:cubicBezTo>
                    <a:cubicBezTo>
                      <a:pt x="5465" y="27595"/>
                      <a:pt x="4138" y="26538"/>
                      <a:pt x="3081" y="25233"/>
                    </a:cubicBezTo>
                    <a:cubicBezTo>
                      <a:pt x="2046" y="23929"/>
                      <a:pt x="1259" y="22355"/>
                      <a:pt x="765" y="20556"/>
                    </a:cubicBezTo>
                    <a:cubicBezTo>
                      <a:pt x="270" y="18757"/>
                      <a:pt x="0" y="16822"/>
                      <a:pt x="0" y="14776"/>
                    </a:cubicBezTo>
                    <a:cubicBezTo>
                      <a:pt x="0" y="12842"/>
                      <a:pt x="270" y="10975"/>
                      <a:pt x="832" y="9198"/>
                    </a:cubicBezTo>
                    <a:cubicBezTo>
                      <a:pt x="1394" y="7422"/>
                      <a:pt x="2204" y="5847"/>
                      <a:pt x="3283" y="4475"/>
                    </a:cubicBezTo>
                    <a:cubicBezTo>
                      <a:pt x="4363" y="3104"/>
                      <a:pt x="5712" y="2024"/>
                      <a:pt x="7309" y="1215"/>
                    </a:cubicBezTo>
                    <a:cubicBezTo>
                      <a:pt x="8906" y="405"/>
                      <a:pt x="10750" y="0"/>
                      <a:pt x="12841" y="0"/>
                    </a:cubicBezTo>
                    <a:cubicBezTo>
                      <a:pt x="16080" y="0"/>
                      <a:pt x="18689" y="765"/>
                      <a:pt x="20690" y="2316"/>
                    </a:cubicBezTo>
                    <a:cubicBezTo>
                      <a:pt x="22692" y="3868"/>
                      <a:pt x="23929" y="6275"/>
                      <a:pt x="24446" y="9558"/>
                    </a:cubicBezTo>
                    <a:lnTo>
                      <a:pt x="21163" y="9558"/>
                    </a:lnTo>
                    <a:close/>
                  </a:path>
                </a:pathLst>
              </a:custGeom>
              <a:solidFill>
                <a:srgbClr val="231F20"/>
              </a:solidFill>
              <a:ln w="2249" cap="flat">
                <a:noFill/>
                <a:prstDash val="solid"/>
                <a:miter/>
              </a:ln>
            </p:spPr>
            <p:txBody>
              <a:bodyPr rtlCol="0" anchor="ctr"/>
              <a:lstStyle/>
              <a:p>
                <a:endParaRPr lang="en-US"/>
              </a:p>
            </p:txBody>
          </p:sp>
          <p:sp>
            <p:nvSpPr>
              <p:cNvPr id="18219" name="Freeform 18218">
                <a:extLst>
                  <a:ext uri="{FF2B5EF4-FFF2-40B4-BE49-F238E27FC236}">
                    <a16:creationId xmlns:a16="http://schemas.microsoft.com/office/drawing/2014/main" id="{33571A64-19C8-8277-5900-B3ADD9C5DA0E}"/>
                  </a:ext>
                </a:extLst>
              </p:cNvPr>
              <p:cNvSpPr/>
              <p:nvPr/>
            </p:nvSpPr>
            <p:spPr>
              <a:xfrm>
                <a:off x="4250798" y="5768951"/>
                <a:ext cx="25907" cy="29483"/>
              </a:xfrm>
              <a:custGeom>
                <a:avLst/>
                <a:gdLst>
                  <a:gd name="connsiteX0" fmla="*/ 12954 w 25907"/>
                  <a:gd name="connsiteY0" fmla="*/ 29484 h 29483"/>
                  <a:gd name="connsiteX1" fmla="*/ 7916 w 25907"/>
                  <a:gd name="connsiteY1" fmla="*/ 28517 h 29483"/>
                  <a:gd name="connsiteX2" fmla="*/ 3823 w 25907"/>
                  <a:gd name="connsiteY2" fmla="*/ 25773 h 29483"/>
                  <a:gd name="connsiteX3" fmla="*/ 1034 w 25907"/>
                  <a:gd name="connsiteY3" fmla="*/ 21185 h 29483"/>
                  <a:gd name="connsiteX4" fmla="*/ 0 w 25907"/>
                  <a:gd name="connsiteY4" fmla="*/ 14753 h 29483"/>
                  <a:gd name="connsiteX5" fmla="*/ 810 w 25907"/>
                  <a:gd name="connsiteY5" fmla="*/ 8996 h 29483"/>
                  <a:gd name="connsiteX6" fmla="*/ 3238 w 25907"/>
                  <a:gd name="connsiteY6" fmla="*/ 4318 h 29483"/>
                  <a:gd name="connsiteX7" fmla="*/ 7287 w 25907"/>
                  <a:gd name="connsiteY7" fmla="*/ 1170 h 29483"/>
                  <a:gd name="connsiteX8" fmla="*/ 12954 w 25907"/>
                  <a:gd name="connsiteY8" fmla="*/ 0 h 29483"/>
                  <a:gd name="connsiteX9" fmla="*/ 18666 w 25907"/>
                  <a:gd name="connsiteY9" fmla="*/ 1170 h 29483"/>
                  <a:gd name="connsiteX10" fmla="*/ 22714 w 25907"/>
                  <a:gd name="connsiteY10" fmla="*/ 4296 h 29483"/>
                  <a:gd name="connsiteX11" fmla="*/ 25121 w 25907"/>
                  <a:gd name="connsiteY11" fmla="*/ 8973 h 29483"/>
                  <a:gd name="connsiteX12" fmla="*/ 25908 w 25907"/>
                  <a:gd name="connsiteY12" fmla="*/ 14753 h 29483"/>
                  <a:gd name="connsiteX13" fmla="*/ 24986 w 25907"/>
                  <a:gd name="connsiteY13" fmla="*/ 20803 h 29483"/>
                  <a:gd name="connsiteX14" fmla="*/ 22377 w 25907"/>
                  <a:gd name="connsiteY14" fmla="*/ 25436 h 29483"/>
                  <a:gd name="connsiteX15" fmla="*/ 18284 w 25907"/>
                  <a:gd name="connsiteY15" fmla="*/ 28427 h 29483"/>
                  <a:gd name="connsiteX16" fmla="*/ 12976 w 25907"/>
                  <a:gd name="connsiteY16" fmla="*/ 29484 h 29483"/>
                  <a:gd name="connsiteX17" fmla="*/ 22445 w 25907"/>
                  <a:gd name="connsiteY17" fmla="*/ 14753 h 29483"/>
                  <a:gd name="connsiteX18" fmla="*/ 21905 w 25907"/>
                  <a:gd name="connsiteY18" fmla="*/ 10120 h 29483"/>
                  <a:gd name="connsiteX19" fmla="*/ 20241 w 25907"/>
                  <a:gd name="connsiteY19" fmla="*/ 6365 h 29483"/>
                  <a:gd name="connsiteX20" fmla="*/ 17317 w 25907"/>
                  <a:gd name="connsiteY20" fmla="*/ 3846 h 29483"/>
                  <a:gd name="connsiteX21" fmla="*/ 12954 w 25907"/>
                  <a:gd name="connsiteY21" fmla="*/ 2924 h 29483"/>
                  <a:gd name="connsiteX22" fmla="*/ 8613 w 25907"/>
                  <a:gd name="connsiteY22" fmla="*/ 3913 h 29483"/>
                  <a:gd name="connsiteX23" fmla="*/ 5667 w 25907"/>
                  <a:gd name="connsiteY23" fmla="*/ 6567 h 29483"/>
                  <a:gd name="connsiteX24" fmla="*/ 4003 w 25907"/>
                  <a:gd name="connsiteY24" fmla="*/ 10345 h 29483"/>
                  <a:gd name="connsiteX25" fmla="*/ 3463 w 25907"/>
                  <a:gd name="connsiteY25" fmla="*/ 14753 h 29483"/>
                  <a:gd name="connsiteX26" fmla="*/ 4093 w 25907"/>
                  <a:gd name="connsiteY26" fmla="*/ 19521 h 29483"/>
                  <a:gd name="connsiteX27" fmla="*/ 5892 w 25907"/>
                  <a:gd name="connsiteY27" fmla="*/ 23277 h 29483"/>
                  <a:gd name="connsiteX28" fmla="*/ 8861 w 25907"/>
                  <a:gd name="connsiteY28" fmla="*/ 25706 h 29483"/>
                  <a:gd name="connsiteX29" fmla="*/ 12954 w 25907"/>
                  <a:gd name="connsiteY29" fmla="*/ 26560 h 29483"/>
                  <a:gd name="connsiteX30" fmla="*/ 17294 w 25907"/>
                  <a:gd name="connsiteY30" fmla="*/ 25571 h 29483"/>
                  <a:gd name="connsiteX31" fmla="*/ 20241 w 25907"/>
                  <a:gd name="connsiteY31" fmla="*/ 22895 h 29483"/>
                  <a:gd name="connsiteX32" fmla="*/ 21905 w 25907"/>
                  <a:gd name="connsiteY32" fmla="*/ 19116 h 29483"/>
                  <a:gd name="connsiteX33" fmla="*/ 22445 w 25907"/>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7" h="29483">
                    <a:moveTo>
                      <a:pt x="12954" y="29484"/>
                    </a:moveTo>
                    <a:cubicBezTo>
                      <a:pt x="11155" y="29439"/>
                      <a:pt x="9468" y="29124"/>
                      <a:pt x="7916" y="28517"/>
                    </a:cubicBezTo>
                    <a:cubicBezTo>
                      <a:pt x="6342" y="27910"/>
                      <a:pt x="4993" y="26987"/>
                      <a:pt x="3823" y="25773"/>
                    </a:cubicBezTo>
                    <a:cubicBezTo>
                      <a:pt x="2654" y="24559"/>
                      <a:pt x="1731" y="23029"/>
                      <a:pt x="1034" y="21185"/>
                    </a:cubicBezTo>
                    <a:cubicBezTo>
                      <a:pt x="360" y="19341"/>
                      <a:pt x="0" y="17205"/>
                      <a:pt x="0" y="14753"/>
                    </a:cubicBezTo>
                    <a:cubicBezTo>
                      <a:pt x="0" y="12707"/>
                      <a:pt x="270" y="10795"/>
                      <a:pt x="810" y="8996"/>
                    </a:cubicBezTo>
                    <a:cubicBezTo>
                      <a:pt x="1349" y="7219"/>
                      <a:pt x="2159" y="5667"/>
                      <a:pt x="3238" y="4318"/>
                    </a:cubicBezTo>
                    <a:cubicBezTo>
                      <a:pt x="4318" y="2969"/>
                      <a:pt x="5667" y="1934"/>
                      <a:pt x="7287" y="1170"/>
                    </a:cubicBezTo>
                    <a:cubicBezTo>
                      <a:pt x="8906" y="405"/>
                      <a:pt x="10795" y="0"/>
                      <a:pt x="12954" y="0"/>
                    </a:cubicBezTo>
                    <a:cubicBezTo>
                      <a:pt x="15113" y="0"/>
                      <a:pt x="17047" y="382"/>
                      <a:pt x="18666" y="1170"/>
                    </a:cubicBezTo>
                    <a:cubicBezTo>
                      <a:pt x="20285" y="1934"/>
                      <a:pt x="21635" y="2991"/>
                      <a:pt x="22714" y="4296"/>
                    </a:cubicBezTo>
                    <a:cubicBezTo>
                      <a:pt x="23794" y="5600"/>
                      <a:pt x="24603" y="7174"/>
                      <a:pt x="25121" y="8973"/>
                    </a:cubicBezTo>
                    <a:cubicBezTo>
                      <a:pt x="25638" y="10773"/>
                      <a:pt x="25908" y="12707"/>
                      <a:pt x="25908" y="14753"/>
                    </a:cubicBezTo>
                    <a:cubicBezTo>
                      <a:pt x="25908" y="16980"/>
                      <a:pt x="25593" y="19004"/>
                      <a:pt x="24986" y="20803"/>
                    </a:cubicBezTo>
                    <a:cubicBezTo>
                      <a:pt x="24379" y="22602"/>
                      <a:pt x="23502" y="24154"/>
                      <a:pt x="22377" y="25436"/>
                    </a:cubicBezTo>
                    <a:cubicBezTo>
                      <a:pt x="21253" y="26718"/>
                      <a:pt x="19881" y="27730"/>
                      <a:pt x="18284" y="28427"/>
                    </a:cubicBezTo>
                    <a:cubicBezTo>
                      <a:pt x="16687" y="29124"/>
                      <a:pt x="14910" y="29484"/>
                      <a:pt x="12976" y="29484"/>
                    </a:cubicBezTo>
                    <a:close/>
                    <a:moveTo>
                      <a:pt x="22445" y="14753"/>
                    </a:moveTo>
                    <a:cubicBezTo>
                      <a:pt x="22445" y="13089"/>
                      <a:pt x="22264" y="11560"/>
                      <a:pt x="21905" y="10120"/>
                    </a:cubicBezTo>
                    <a:cubicBezTo>
                      <a:pt x="21545" y="8681"/>
                      <a:pt x="20983" y="7422"/>
                      <a:pt x="20241" y="6365"/>
                    </a:cubicBezTo>
                    <a:cubicBezTo>
                      <a:pt x="19476" y="5308"/>
                      <a:pt x="18509" y="4475"/>
                      <a:pt x="17317" y="3846"/>
                    </a:cubicBezTo>
                    <a:cubicBezTo>
                      <a:pt x="16125" y="3239"/>
                      <a:pt x="14663" y="2924"/>
                      <a:pt x="12954" y="2924"/>
                    </a:cubicBezTo>
                    <a:cubicBezTo>
                      <a:pt x="11245" y="2924"/>
                      <a:pt x="9805" y="3261"/>
                      <a:pt x="8613" y="3913"/>
                    </a:cubicBezTo>
                    <a:cubicBezTo>
                      <a:pt x="7399" y="4588"/>
                      <a:pt x="6432" y="5465"/>
                      <a:pt x="5667" y="6567"/>
                    </a:cubicBezTo>
                    <a:cubicBezTo>
                      <a:pt x="4903" y="7669"/>
                      <a:pt x="4363" y="8928"/>
                      <a:pt x="4003" y="10345"/>
                    </a:cubicBezTo>
                    <a:cubicBezTo>
                      <a:pt x="3643" y="11762"/>
                      <a:pt x="3463" y="13224"/>
                      <a:pt x="3463" y="14753"/>
                    </a:cubicBezTo>
                    <a:cubicBezTo>
                      <a:pt x="3463" y="16485"/>
                      <a:pt x="3666" y="18082"/>
                      <a:pt x="4093" y="19521"/>
                    </a:cubicBezTo>
                    <a:cubicBezTo>
                      <a:pt x="4498" y="20983"/>
                      <a:pt x="5105" y="22220"/>
                      <a:pt x="5892" y="23277"/>
                    </a:cubicBezTo>
                    <a:cubicBezTo>
                      <a:pt x="6679" y="24334"/>
                      <a:pt x="7669" y="25121"/>
                      <a:pt x="8861" y="25706"/>
                    </a:cubicBezTo>
                    <a:cubicBezTo>
                      <a:pt x="10053" y="26290"/>
                      <a:pt x="11425" y="26560"/>
                      <a:pt x="12954" y="26560"/>
                    </a:cubicBezTo>
                    <a:cubicBezTo>
                      <a:pt x="14640" y="26560"/>
                      <a:pt x="16102" y="26223"/>
                      <a:pt x="17294" y="25571"/>
                    </a:cubicBezTo>
                    <a:cubicBezTo>
                      <a:pt x="18509" y="24896"/>
                      <a:pt x="19476" y="24019"/>
                      <a:pt x="20241" y="22895"/>
                    </a:cubicBezTo>
                    <a:cubicBezTo>
                      <a:pt x="21005" y="21770"/>
                      <a:pt x="21545" y="20510"/>
                      <a:pt x="21905" y="19116"/>
                    </a:cubicBezTo>
                    <a:cubicBezTo>
                      <a:pt x="22264" y="17722"/>
                      <a:pt x="22445" y="16260"/>
                      <a:pt x="22445" y="14753"/>
                    </a:cubicBezTo>
                    <a:close/>
                  </a:path>
                </a:pathLst>
              </a:custGeom>
              <a:solidFill>
                <a:srgbClr val="231F20"/>
              </a:solidFill>
              <a:ln w="2249" cap="flat">
                <a:noFill/>
                <a:prstDash val="solid"/>
                <a:miter/>
              </a:ln>
            </p:spPr>
            <p:txBody>
              <a:bodyPr rtlCol="0" anchor="ctr"/>
              <a:lstStyle/>
              <a:p>
                <a:endParaRPr lang="en-US"/>
              </a:p>
            </p:txBody>
          </p:sp>
          <p:sp>
            <p:nvSpPr>
              <p:cNvPr id="18220" name="Freeform 18219">
                <a:extLst>
                  <a:ext uri="{FF2B5EF4-FFF2-40B4-BE49-F238E27FC236}">
                    <a16:creationId xmlns:a16="http://schemas.microsoft.com/office/drawing/2014/main" id="{BD1E0B64-EF8F-5934-0EA1-0E73B4AF366B}"/>
                  </a:ext>
                </a:extLst>
              </p:cNvPr>
              <p:cNvSpPr/>
              <p:nvPr/>
            </p:nvSpPr>
            <p:spPr>
              <a:xfrm>
                <a:off x="4282801" y="5768951"/>
                <a:ext cx="12481" cy="28719"/>
              </a:xfrm>
              <a:custGeom>
                <a:avLst/>
                <a:gdLst>
                  <a:gd name="connsiteX0" fmla="*/ 3238 w 12481"/>
                  <a:gd name="connsiteY0" fmla="*/ 28719 h 28719"/>
                  <a:gd name="connsiteX1" fmla="*/ 0 w 12481"/>
                  <a:gd name="connsiteY1" fmla="*/ 28719 h 28719"/>
                  <a:gd name="connsiteX2" fmla="*/ 0 w 12481"/>
                  <a:gd name="connsiteY2" fmla="*/ 765 h 28719"/>
                  <a:gd name="connsiteX3" fmla="*/ 3238 w 12481"/>
                  <a:gd name="connsiteY3" fmla="*/ 765 h 28719"/>
                  <a:gd name="connsiteX4" fmla="*/ 3238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9 h 28719"/>
                  <a:gd name="connsiteX9" fmla="*/ 7939 w 12481"/>
                  <a:gd name="connsiteY9" fmla="*/ 4363 h 28719"/>
                  <a:gd name="connsiteX10" fmla="*/ 5105 w 12481"/>
                  <a:gd name="connsiteY10" fmla="*/ 6837 h 28719"/>
                  <a:gd name="connsiteX11" fmla="*/ 3643 w 12481"/>
                  <a:gd name="connsiteY11" fmla="*/ 10525 h 28719"/>
                  <a:gd name="connsiteX12" fmla="*/ 3238 w 12481"/>
                  <a:gd name="connsiteY12" fmla="*/ 14978 h 28719"/>
                  <a:gd name="connsiteX13" fmla="*/ 3238 w 12481"/>
                  <a:gd name="connsiteY13"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9">
                    <a:moveTo>
                      <a:pt x="3238" y="28719"/>
                    </a:moveTo>
                    <a:lnTo>
                      <a:pt x="0" y="28719"/>
                    </a:lnTo>
                    <a:lnTo>
                      <a:pt x="0" y="765"/>
                    </a:lnTo>
                    <a:lnTo>
                      <a:pt x="3238" y="765"/>
                    </a:lnTo>
                    <a:lnTo>
                      <a:pt x="3238" y="6005"/>
                    </a:lnTo>
                    <a:lnTo>
                      <a:pt x="3351" y="6005"/>
                    </a:lnTo>
                    <a:cubicBezTo>
                      <a:pt x="4251" y="3778"/>
                      <a:pt x="5420" y="2226"/>
                      <a:pt x="6837" y="1327"/>
                    </a:cubicBezTo>
                    <a:cubicBezTo>
                      <a:pt x="8254" y="450"/>
                      <a:pt x="10143" y="0"/>
                      <a:pt x="12482" y="0"/>
                    </a:cubicBezTo>
                    <a:lnTo>
                      <a:pt x="12482" y="3509"/>
                    </a:lnTo>
                    <a:cubicBezTo>
                      <a:pt x="10638" y="3463"/>
                      <a:pt x="9131" y="3756"/>
                      <a:pt x="7939" y="4363"/>
                    </a:cubicBezTo>
                    <a:cubicBezTo>
                      <a:pt x="6747" y="4970"/>
                      <a:pt x="5802" y="5802"/>
                      <a:pt x="5105" y="6837"/>
                    </a:cubicBezTo>
                    <a:cubicBezTo>
                      <a:pt x="4408" y="7871"/>
                      <a:pt x="3913" y="9108"/>
                      <a:pt x="3643" y="10525"/>
                    </a:cubicBezTo>
                    <a:cubicBezTo>
                      <a:pt x="3373" y="11942"/>
                      <a:pt x="3238" y="13426"/>
                      <a:pt x="3238" y="14978"/>
                    </a:cubicBezTo>
                    <a:lnTo>
                      <a:pt x="3238" y="28697"/>
                    </a:lnTo>
                    <a:close/>
                  </a:path>
                </a:pathLst>
              </a:custGeom>
              <a:solidFill>
                <a:srgbClr val="231F20"/>
              </a:solidFill>
              <a:ln w="2249" cap="flat">
                <a:noFill/>
                <a:prstDash val="solid"/>
                <a:miter/>
              </a:ln>
            </p:spPr>
            <p:txBody>
              <a:bodyPr rtlCol="0" anchor="ctr"/>
              <a:lstStyle/>
              <a:p>
                <a:endParaRPr lang="en-US"/>
              </a:p>
            </p:txBody>
          </p:sp>
          <p:sp>
            <p:nvSpPr>
              <p:cNvPr id="18221" name="Freeform 18220">
                <a:extLst>
                  <a:ext uri="{FF2B5EF4-FFF2-40B4-BE49-F238E27FC236}">
                    <a16:creationId xmlns:a16="http://schemas.microsoft.com/office/drawing/2014/main" id="{9B0C051F-8F85-6054-F616-64B862FFA9FF}"/>
                  </a:ext>
                </a:extLst>
              </p:cNvPr>
              <p:cNvSpPr/>
              <p:nvPr/>
            </p:nvSpPr>
            <p:spPr>
              <a:xfrm>
                <a:off x="4300770" y="5768951"/>
                <a:ext cx="12481" cy="28719"/>
              </a:xfrm>
              <a:custGeom>
                <a:avLst/>
                <a:gdLst>
                  <a:gd name="connsiteX0" fmla="*/ 3238 w 12481"/>
                  <a:gd name="connsiteY0" fmla="*/ 28719 h 28719"/>
                  <a:gd name="connsiteX1" fmla="*/ 0 w 12481"/>
                  <a:gd name="connsiteY1" fmla="*/ 28719 h 28719"/>
                  <a:gd name="connsiteX2" fmla="*/ 0 w 12481"/>
                  <a:gd name="connsiteY2" fmla="*/ 765 h 28719"/>
                  <a:gd name="connsiteX3" fmla="*/ 3238 w 12481"/>
                  <a:gd name="connsiteY3" fmla="*/ 765 h 28719"/>
                  <a:gd name="connsiteX4" fmla="*/ 3238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9 h 28719"/>
                  <a:gd name="connsiteX9" fmla="*/ 7939 w 12481"/>
                  <a:gd name="connsiteY9" fmla="*/ 4363 h 28719"/>
                  <a:gd name="connsiteX10" fmla="*/ 5105 w 12481"/>
                  <a:gd name="connsiteY10" fmla="*/ 6837 h 28719"/>
                  <a:gd name="connsiteX11" fmla="*/ 3643 w 12481"/>
                  <a:gd name="connsiteY11" fmla="*/ 10525 h 28719"/>
                  <a:gd name="connsiteX12" fmla="*/ 3238 w 12481"/>
                  <a:gd name="connsiteY12" fmla="*/ 14978 h 28719"/>
                  <a:gd name="connsiteX13" fmla="*/ 3238 w 12481"/>
                  <a:gd name="connsiteY13"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9">
                    <a:moveTo>
                      <a:pt x="3238" y="28719"/>
                    </a:moveTo>
                    <a:lnTo>
                      <a:pt x="0" y="28719"/>
                    </a:lnTo>
                    <a:lnTo>
                      <a:pt x="0" y="765"/>
                    </a:lnTo>
                    <a:lnTo>
                      <a:pt x="3238" y="765"/>
                    </a:lnTo>
                    <a:lnTo>
                      <a:pt x="3238" y="6005"/>
                    </a:lnTo>
                    <a:lnTo>
                      <a:pt x="3351" y="6005"/>
                    </a:lnTo>
                    <a:cubicBezTo>
                      <a:pt x="4251" y="3778"/>
                      <a:pt x="5420" y="2226"/>
                      <a:pt x="6837" y="1327"/>
                    </a:cubicBezTo>
                    <a:cubicBezTo>
                      <a:pt x="8254" y="450"/>
                      <a:pt x="10143" y="0"/>
                      <a:pt x="12482" y="0"/>
                    </a:cubicBezTo>
                    <a:lnTo>
                      <a:pt x="12482" y="3509"/>
                    </a:lnTo>
                    <a:cubicBezTo>
                      <a:pt x="10638" y="3463"/>
                      <a:pt x="9131" y="3756"/>
                      <a:pt x="7939" y="4363"/>
                    </a:cubicBezTo>
                    <a:cubicBezTo>
                      <a:pt x="6747" y="4970"/>
                      <a:pt x="5802" y="5802"/>
                      <a:pt x="5105" y="6837"/>
                    </a:cubicBezTo>
                    <a:cubicBezTo>
                      <a:pt x="4408" y="7871"/>
                      <a:pt x="3913" y="9108"/>
                      <a:pt x="3643" y="10525"/>
                    </a:cubicBezTo>
                    <a:cubicBezTo>
                      <a:pt x="3373" y="11942"/>
                      <a:pt x="3238" y="13426"/>
                      <a:pt x="3238" y="14978"/>
                    </a:cubicBezTo>
                    <a:lnTo>
                      <a:pt x="3238" y="28697"/>
                    </a:lnTo>
                    <a:close/>
                  </a:path>
                </a:pathLst>
              </a:custGeom>
              <a:solidFill>
                <a:srgbClr val="231F20"/>
              </a:solidFill>
              <a:ln w="2249" cap="flat">
                <a:noFill/>
                <a:prstDash val="solid"/>
                <a:miter/>
              </a:ln>
            </p:spPr>
            <p:txBody>
              <a:bodyPr rtlCol="0" anchor="ctr"/>
              <a:lstStyle/>
              <a:p>
                <a:endParaRPr lang="en-US"/>
              </a:p>
            </p:txBody>
          </p:sp>
          <p:sp>
            <p:nvSpPr>
              <p:cNvPr id="18222" name="Freeform 18221">
                <a:extLst>
                  <a:ext uri="{FF2B5EF4-FFF2-40B4-BE49-F238E27FC236}">
                    <a16:creationId xmlns:a16="http://schemas.microsoft.com/office/drawing/2014/main" id="{FA06E0EF-1328-711C-E960-5D5B3E16D6EA}"/>
                  </a:ext>
                </a:extLst>
              </p:cNvPr>
              <p:cNvSpPr/>
              <p:nvPr/>
            </p:nvSpPr>
            <p:spPr>
              <a:xfrm>
                <a:off x="4317075" y="5768973"/>
                <a:ext cx="25167" cy="29483"/>
              </a:xfrm>
              <a:custGeom>
                <a:avLst/>
                <a:gdLst>
                  <a:gd name="connsiteX0" fmla="*/ 3508 w 25167"/>
                  <a:gd name="connsiteY0" fmla="*/ 15473 h 29483"/>
                  <a:gd name="connsiteX1" fmla="*/ 4093 w 25167"/>
                  <a:gd name="connsiteY1" fmla="*/ 19768 h 29483"/>
                  <a:gd name="connsiteX2" fmla="*/ 5847 w 25167"/>
                  <a:gd name="connsiteY2" fmla="*/ 23277 h 29483"/>
                  <a:gd name="connsiteX3" fmla="*/ 8793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3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6 w 25167"/>
                  <a:gd name="connsiteY18" fmla="*/ 1170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7 w 25167"/>
                  <a:gd name="connsiteY23" fmla="*/ 12774 h 29483"/>
                  <a:gd name="connsiteX24" fmla="*/ 21185 w 25167"/>
                  <a:gd name="connsiteY24" fmla="*/ 8906 h 29483"/>
                  <a:gd name="connsiteX25" fmla="*/ 19521 w 25167"/>
                  <a:gd name="connsiteY25" fmla="*/ 5780 h 29483"/>
                  <a:gd name="connsiteX26" fmla="*/ 16732 w 25167"/>
                  <a:gd name="connsiteY26" fmla="*/ 3666 h 29483"/>
                  <a:gd name="connsiteX27" fmla="*/ 12909 w 25167"/>
                  <a:gd name="connsiteY27" fmla="*/ 2879 h 29483"/>
                  <a:gd name="connsiteX28" fmla="*/ 9108 w 25167"/>
                  <a:gd name="connsiteY28" fmla="*/ 3688 h 29483"/>
                  <a:gd name="connsiteX29" fmla="*/ 6297 w 25167"/>
                  <a:gd name="connsiteY29" fmla="*/ 5847 h 29483"/>
                  <a:gd name="connsiteX30" fmla="*/ 4430 w 25167"/>
                  <a:gd name="connsiteY30" fmla="*/ 8973 h 29483"/>
                  <a:gd name="connsiteX31" fmla="*/ 3508 w 25167"/>
                  <a:gd name="connsiteY31" fmla="*/ 12752 h 29483"/>
                  <a:gd name="connsiteX32" fmla="*/ 21747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8" y="15473"/>
                    </a:moveTo>
                    <a:cubicBezTo>
                      <a:pt x="3508" y="16980"/>
                      <a:pt x="3711" y="18419"/>
                      <a:pt x="4093" y="19768"/>
                    </a:cubicBezTo>
                    <a:cubicBezTo>
                      <a:pt x="4498" y="21118"/>
                      <a:pt x="5083" y="22287"/>
                      <a:pt x="5847" y="23277"/>
                    </a:cubicBezTo>
                    <a:cubicBezTo>
                      <a:pt x="6612" y="24266"/>
                      <a:pt x="7601" y="25053"/>
                      <a:pt x="8793" y="25661"/>
                    </a:cubicBezTo>
                    <a:cubicBezTo>
                      <a:pt x="9985" y="26245"/>
                      <a:pt x="11357" y="26560"/>
                      <a:pt x="12886" y="26560"/>
                    </a:cubicBezTo>
                    <a:cubicBezTo>
                      <a:pt x="15000" y="26560"/>
                      <a:pt x="16822" y="25998"/>
                      <a:pt x="18329" y="24896"/>
                    </a:cubicBezTo>
                    <a:cubicBezTo>
                      <a:pt x="19836" y="23772"/>
                      <a:pt x="20848" y="22197"/>
                      <a:pt x="21343" y="20151"/>
                    </a:cubicBezTo>
                    <a:lnTo>
                      <a:pt x="24963" y="20151"/>
                    </a:lnTo>
                    <a:cubicBezTo>
                      <a:pt x="24558" y="21478"/>
                      <a:pt x="24041"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6" y="23951"/>
                      <a:pt x="1259" y="22400"/>
                      <a:pt x="765" y="20623"/>
                    </a:cubicBezTo>
                    <a:cubicBezTo>
                      <a:pt x="270" y="18846"/>
                      <a:pt x="0" y="16935"/>
                      <a:pt x="0" y="14866"/>
                    </a:cubicBezTo>
                    <a:cubicBezTo>
                      <a:pt x="0" y="12797"/>
                      <a:pt x="292" y="10885"/>
                      <a:pt x="900" y="9086"/>
                    </a:cubicBezTo>
                    <a:cubicBezTo>
                      <a:pt x="1484" y="7287"/>
                      <a:pt x="2339" y="5712"/>
                      <a:pt x="3441" y="4363"/>
                    </a:cubicBezTo>
                    <a:cubicBezTo>
                      <a:pt x="4543" y="3014"/>
                      <a:pt x="5870" y="1957"/>
                      <a:pt x="7466" y="1170"/>
                    </a:cubicBezTo>
                    <a:cubicBezTo>
                      <a:pt x="9041" y="405"/>
                      <a:pt x="10840" y="0"/>
                      <a:pt x="12864" y="0"/>
                    </a:cubicBezTo>
                    <a:cubicBezTo>
                      <a:pt x="16710" y="0"/>
                      <a:pt x="19746" y="1327"/>
                      <a:pt x="21927" y="3958"/>
                    </a:cubicBezTo>
                    <a:cubicBezTo>
                      <a:pt x="24131" y="6612"/>
                      <a:pt x="25211" y="10435"/>
                      <a:pt x="25166" y="15473"/>
                    </a:cubicBezTo>
                    <a:lnTo>
                      <a:pt x="3463" y="15473"/>
                    </a:lnTo>
                    <a:close/>
                    <a:moveTo>
                      <a:pt x="21747" y="12774"/>
                    </a:moveTo>
                    <a:cubicBezTo>
                      <a:pt x="21747" y="11402"/>
                      <a:pt x="21567" y="10120"/>
                      <a:pt x="21185" y="8906"/>
                    </a:cubicBezTo>
                    <a:cubicBezTo>
                      <a:pt x="20803" y="7692"/>
                      <a:pt x="20241" y="6657"/>
                      <a:pt x="19521" y="5780"/>
                    </a:cubicBezTo>
                    <a:cubicBezTo>
                      <a:pt x="18779" y="4903"/>
                      <a:pt x="17857" y="4206"/>
                      <a:pt x="16732" y="3666"/>
                    </a:cubicBezTo>
                    <a:cubicBezTo>
                      <a:pt x="15608" y="3149"/>
                      <a:pt x="14348" y="2879"/>
                      <a:pt x="12909" y="2879"/>
                    </a:cubicBezTo>
                    <a:cubicBezTo>
                      <a:pt x="11470" y="2879"/>
                      <a:pt x="10210" y="3149"/>
                      <a:pt x="9108" y="3688"/>
                    </a:cubicBezTo>
                    <a:cubicBezTo>
                      <a:pt x="8006" y="4228"/>
                      <a:pt x="7084" y="4948"/>
                      <a:pt x="6297" y="5847"/>
                    </a:cubicBezTo>
                    <a:cubicBezTo>
                      <a:pt x="5532" y="6747"/>
                      <a:pt x="4903" y="7781"/>
                      <a:pt x="4430" y="8973"/>
                    </a:cubicBezTo>
                    <a:cubicBezTo>
                      <a:pt x="3958" y="10165"/>
                      <a:pt x="3666" y="11425"/>
                      <a:pt x="3508" y="12752"/>
                    </a:cubicBezTo>
                    <a:lnTo>
                      <a:pt x="21747" y="12752"/>
                    </a:lnTo>
                    <a:close/>
                  </a:path>
                </a:pathLst>
              </a:custGeom>
              <a:solidFill>
                <a:srgbClr val="231F20"/>
              </a:solidFill>
              <a:ln w="2249" cap="flat">
                <a:noFill/>
                <a:prstDash val="solid"/>
                <a:miter/>
              </a:ln>
            </p:spPr>
            <p:txBody>
              <a:bodyPr rtlCol="0" anchor="ctr"/>
              <a:lstStyle/>
              <a:p>
                <a:endParaRPr lang="en-US"/>
              </a:p>
            </p:txBody>
          </p:sp>
          <p:sp>
            <p:nvSpPr>
              <p:cNvPr id="18223" name="Freeform 18222">
                <a:extLst>
                  <a:ext uri="{FF2B5EF4-FFF2-40B4-BE49-F238E27FC236}">
                    <a16:creationId xmlns:a16="http://schemas.microsoft.com/office/drawing/2014/main" id="{48DB9C4B-F609-5B2D-6D60-94B215003D82}"/>
                  </a:ext>
                </a:extLst>
              </p:cNvPr>
              <p:cNvSpPr/>
              <p:nvPr/>
            </p:nvSpPr>
            <p:spPr>
              <a:xfrm>
                <a:off x="4347256" y="5768951"/>
                <a:ext cx="24896" cy="29461"/>
              </a:xfrm>
              <a:custGeom>
                <a:avLst/>
                <a:gdLst>
                  <a:gd name="connsiteX0" fmla="*/ 21163 w 24896"/>
                  <a:gd name="connsiteY0" fmla="*/ 9558 h 29461"/>
                  <a:gd name="connsiteX1" fmla="*/ 18194 w 24896"/>
                  <a:gd name="connsiteY1" fmla="*/ 4678 h 29461"/>
                  <a:gd name="connsiteX2" fmla="*/ 12842 w 24896"/>
                  <a:gd name="connsiteY2" fmla="*/ 2924 h 29461"/>
                  <a:gd name="connsiteX3" fmla="*/ 8569 w 24896"/>
                  <a:gd name="connsiteY3" fmla="*/ 3958 h 29461"/>
                  <a:gd name="connsiteX4" fmla="*/ 5645 w 24896"/>
                  <a:gd name="connsiteY4" fmla="*/ 6679 h 29461"/>
                  <a:gd name="connsiteX5" fmla="*/ 3981 w 24896"/>
                  <a:gd name="connsiteY5" fmla="*/ 10503 h 29461"/>
                  <a:gd name="connsiteX6" fmla="*/ 3441 w 24896"/>
                  <a:gd name="connsiteY6" fmla="*/ 14798 h 29461"/>
                  <a:gd name="connsiteX7" fmla="*/ 3958 w 24896"/>
                  <a:gd name="connsiteY7" fmla="*/ 19116 h 29461"/>
                  <a:gd name="connsiteX8" fmla="*/ 5600 w 24896"/>
                  <a:gd name="connsiteY8" fmla="*/ 22895 h 29461"/>
                  <a:gd name="connsiteX9" fmla="*/ 8524 w 24896"/>
                  <a:gd name="connsiteY9" fmla="*/ 25571 h 29461"/>
                  <a:gd name="connsiteX10" fmla="*/ 12842 w 24896"/>
                  <a:gd name="connsiteY10" fmla="*/ 26560 h 29461"/>
                  <a:gd name="connsiteX11" fmla="*/ 18644 w 24896"/>
                  <a:gd name="connsiteY11" fmla="*/ 24559 h 29461"/>
                  <a:gd name="connsiteX12" fmla="*/ 21433 w 24896"/>
                  <a:gd name="connsiteY12" fmla="*/ 19049 h 29461"/>
                  <a:gd name="connsiteX13" fmla="*/ 24896 w 24896"/>
                  <a:gd name="connsiteY13" fmla="*/ 19049 h 29461"/>
                  <a:gd name="connsiteX14" fmla="*/ 23524 w 24896"/>
                  <a:gd name="connsiteY14" fmla="*/ 23277 h 29461"/>
                  <a:gd name="connsiteX15" fmla="*/ 21095 w 24896"/>
                  <a:gd name="connsiteY15" fmla="*/ 26560 h 29461"/>
                  <a:gd name="connsiteX16" fmla="*/ 17564 w 24896"/>
                  <a:gd name="connsiteY16" fmla="*/ 28697 h 29461"/>
                  <a:gd name="connsiteX17" fmla="*/ 12864 w 24896"/>
                  <a:gd name="connsiteY17" fmla="*/ 29461 h 29461"/>
                  <a:gd name="connsiteX18" fmla="*/ 7084 w 24896"/>
                  <a:gd name="connsiteY18" fmla="*/ 28337 h 29461"/>
                  <a:gd name="connsiteX19" fmla="*/ 3081 w 24896"/>
                  <a:gd name="connsiteY19" fmla="*/ 25233 h 29461"/>
                  <a:gd name="connsiteX20" fmla="*/ 765 w 24896"/>
                  <a:gd name="connsiteY20" fmla="*/ 20556 h 29461"/>
                  <a:gd name="connsiteX21" fmla="*/ 0 w 24896"/>
                  <a:gd name="connsiteY21" fmla="*/ 14776 h 29461"/>
                  <a:gd name="connsiteX22" fmla="*/ 832 w 24896"/>
                  <a:gd name="connsiteY22" fmla="*/ 9198 h 29461"/>
                  <a:gd name="connsiteX23" fmla="*/ 3284 w 24896"/>
                  <a:gd name="connsiteY23" fmla="*/ 4475 h 29461"/>
                  <a:gd name="connsiteX24" fmla="*/ 7309 w 24896"/>
                  <a:gd name="connsiteY24" fmla="*/ 1215 h 29461"/>
                  <a:gd name="connsiteX25" fmla="*/ 12842 w 24896"/>
                  <a:gd name="connsiteY25" fmla="*/ 0 h 29461"/>
                  <a:gd name="connsiteX26" fmla="*/ 20691 w 24896"/>
                  <a:gd name="connsiteY26" fmla="*/ 2316 h 29461"/>
                  <a:gd name="connsiteX27" fmla="*/ 24446 w 24896"/>
                  <a:gd name="connsiteY27" fmla="*/ 9558 h 29461"/>
                  <a:gd name="connsiteX28" fmla="*/ 21163 w 24896"/>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6" h="29461">
                    <a:moveTo>
                      <a:pt x="21163" y="9558"/>
                    </a:moveTo>
                    <a:cubicBezTo>
                      <a:pt x="20578" y="7467"/>
                      <a:pt x="19589" y="5847"/>
                      <a:pt x="18194" y="4678"/>
                    </a:cubicBezTo>
                    <a:cubicBezTo>
                      <a:pt x="16800" y="3509"/>
                      <a:pt x="15001" y="2924"/>
                      <a:pt x="12842" y="2924"/>
                    </a:cubicBezTo>
                    <a:cubicBezTo>
                      <a:pt x="11178" y="2924"/>
                      <a:pt x="9761" y="3261"/>
                      <a:pt x="8569" y="3958"/>
                    </a:cubicBezTo>
                    <a:cubicBezTo>
                      <a:pt x="7377" y="4633"/>
                      <a:pt x="6410" y="5555"/>
                      <a:pt x="5645" y="6679"/>
                    </a:cubicBezTo>
                    <a:cubicBezTo>
                      <a:pt x="4880" y="7804"/>
                      <a:pt x="4341" y="9086"/>
                      <a:pt x="3981" y="10503"/>
                    </a:cubicBezTo>
                    <a:cubicBezTo>
                      <a:pt x="3621" y="11920"/>
                      <a:pt x="3441" y="13359"/>
                      <a:pt x="3441" y="14798"/>
                    </a:cubicBezTo>
                    <a:cubicBezTo>
                      <a:pt x="3441" y="16237"/>
                      <a:pt x="3621" y="17722"/>
                      <a:pt x="3958" y="19116"/>
                    </a:cubicBezTo>
                    <a:cubicBezTo>
                      <a:pt x="4296" y="20510"/>
                      <a:pt x="4858" y="21770"/>
                      <a:pt x="5600" y="22895"/>
                    </a:cubicBezTo>
                    <a:cubicBezTo>
                      <a:pt x="6342" y="24019"/>
                      <a:pt x="7332" y="24896"/>
                      <a:pt x="8524" y="25571"/>
                    </a:cubicBezTo>
                    <a:cubicBezTo>
                      <a:pt x="9716" y="26245"/>
                      <a:pt x="11155" y="26560"/>
                      <a:pt x="12842" y="26560"/>
                    </a:cubicBezTo>
                    <a:cubicBezTo>
                      <a:pt x="15248" y="26560"/>
                      <a:pt x="17182" y="25886"/>
                      <a:pt x="18644" y="24559"/>
                    </a:cubicBezTo>
                    <a:cubicBezTo>
                      <a:pt x="20106" y="23232"/>
                      <a:pt x="21028" y="21388"/>
                      <a:pt x="21433" y="19049"/>
                    </a:cubicBezTo>
                    <a:lnTo>
                      <a:pt x="24896" y="19049"/>
                    </a:lnTo>
                    <a:cubicBezTo>
                      <a:pt x="24604" y="20601"/>
                      <a:pt x="24154" y="22017"/>
                      <a:pt x="23524" y="23277"/>
                    </a:cubicBezTo>
                    <a:cubicBezTo>
                      <a:pt x="22895" y="24559"/>
                      <a:pt x="22085" y="25661"/>
                      <a:pt x="21095" y="26560"/>
                    </a:cubicBezTo>
                    <a:cubicBezTo>
                      <a:pt x="20106" y="27482"/>
                      <a:pt x="18936" y="28180"/>
                      <a:pt x="17564" y="28697"/>
                    </a:cubicBezTo>
                    <a:cubicBezTo>
                      <a:pt x="16193" y="29191"/>
                      <a:pt x="14641" y="29461"/>
                      <a:pt x="12864" y="29461"/>
                    </a:cubicBezTo>
                    <a:cubicBezTo>
                      <a:pt x="10638" y="29461"/>
                      <a:pt x="8703" y="29079"/>
                      <a:pt x="7084" y="28337"/>
                    </a:cubicBezTo>
                    <a:cubicBezTo>
                      <a:pt x="5465" y="27595"/>
                      <a:pt x="4138" y="26538"/>
                      <a:pt x="3081" y="25233"/>
                    </a:cubicBezTo>
                    <a:cubicBezTo>
                      <a:pt x="2047" y="23929"/>
                      <a:pt x="1260" y="22355"/>
                      <a:pt x="765" y="20556"/>
                    </a:cubicBezTo>
                    <a:cubicBezTo>
                      <a:pt x="270" y="18757"/>
                      <a:pt x="0" y="16822"/>
                      <a:pt x="0" y="14776"/>
                    </a:cubicBezTo>
                    <a:cubicBezTo>
                      <a:pt x="0" y="12842"/>
                      <a:pt x="270" y="10975"/>
                      <a:pt x="832" y="9198"/>
                    </a:cubicBezTo>
                    <a:cubicBezTo>
                      <a:pt x="1394" y="7422"/>
                      <a:pt x="2204" y="5847"/>
                      <a:pt x="3284" y="4475"/>
                    </a:cubicBezTo>
                    <a:cubicBezTo>
                      <a:pt x="4363" y="3104"/>
                      <a:pt x="5712" y="2024"/>
                      <a:pt x="7309" y="1215"/>
                    </a:cubicBezTo>
                    <a:cubicBezTo>
                      <a:pt x="8906" y="405"/>
                      <a:pt x="10750" y="0"/>
                      <a:pt x="12842" y="0"/>
                    </a:cubicBezTo>
                    <a:cubicBezTo>
                      <a:pt x="16080" y="0"/>
                      <a:pt x="18689" y="765"/>
                      <a:pt x="20691" y="2316"/>
                    </a:cubicBezTo>
                    <a:cubicBezTo>
                      <a:pt x="22692" y="3868"/>
                      <a:pt x="23929" y="6275"/>
                      <a:pt x="24446" y="9558"/>
                    </a:cubicBezTo>
                    <a:lnTo>
                      <a:pt x="21163" y="9558"/>
                    </a:lnTo>
                    <a:close/>
                  </a:path>
                </a:pathLst>
              </a:custGeom>
              <a:solidFill>
                <a:srgbClr val="231F20"/>
              </a:solidFill>
              <a:ln w="2249" cap="flat">
                <a:noFill/>
                <a:prstDash val="solid"/>
                <a:miter/>
              </a:ln>
            </p:spPr>
            <p:txBody>
              <a:bodyPr rtlCol="0" anchor="ctr"/>
              <a:lstStyle/>
              <a:p>
                <a:endParaRPr lang="en-US"/>
              </a:p>
            </p:txBody>
          </p:sp>
          <p:sp>
            <p:nvSpPr>
              <p:cNvPr id="18224" name="Freeform 18223">
                <a:extLst>
                  <a:ext uri="{FF2B5EF4-FFF2-40B4-BE49-F238E27FC236}">
                    <a16:creationId xmlns:a16="http://schemas.microsoft.com/office/drawing/2014/main" id="{7082175E-EC7A-B445-93FF-73D98FA91081}"/>
                  </a:ext>
                </a:extLst>
              </p:cNvPr>
              <p:cNvSpPr/>
              <p:nvPr/>
            </p:nvSpPr>
            <p:spPr>
              <a:xfrm>
                <a:off x="4375818" y="5761934"/>
                <a:ext cx="12616" cy="36500"/>
              </a:xfrm>
              <a:custGeom>
                <a:avLst/>
                <a:gdLst>
                  <a:gd name="connsiteX0" fmla="*/ 12617 w 12616"/>
                  <a:gd name="connsiteY0" fmla="*/ 35849 h 36500"/>
                  <a:gd name="connsiteX1" fmla="*/ 11042 w 12616"/>
                  <a:gd name="connsiteY1" fmla="*/ 36231 h 36500"/>
                  <a:gd name="connsiteX2" fmla="*/ 8883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2 h 36500"/>
                  <a:gd name="connsiteX8" fmla="*/ 3936 w 12616"/>
                  <a:gd name="connsiteY8" fmla="*/ 7782 h 36500"/>
                  <a:gd name="connsiteX9" fmla="*/ 3936 w 12616"/>
                  <a:gd name="connsiteY9" fmla="*/ 0 h 36500"/>
                  <a:gd name="connsiteX10" fmla="*/ 7174 w 12616"/>
                  <a:gd name="connsiteY10" fmla="*/ 0 h 36500"/>
                  <a:gd name="connsiteX11" fmla="*/ 7174 w 12616"/>
                  <a:gd name="connsiteY11" fmla="*/ 7782 h 36500"/>
                  <a:gd name="connsiteX12" fmla="*/ 12414 w 12616"/>
                  <a:gd name="connsiteY12" fmla="*/ 7782 h 36500"/>
                  <a:gd name="connsiteX13" fmla="*/ 12414 w 12616"/>
                  <a:gd name="connsiteY13" fmla="*/ 10480 h 36500"/>
                  <a:gd name="connsiteX14" fmla="*/ 7174 w 12616"/>
                  <a:gd name="connsiteY14" fmla="*/ 10480 h 36500"/>
                  <a:gd name="connsiteX15" fmla="*/ 7174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5 h 36500"/>
                  <a:gd name="connsiteX21" fmla="*/ 12617 w 12616"/>
                  <a:gd name="connsiteY21" fmla="*/ 33195 h 36500"/>
                  <a:gd name="connsiteX22" fmla="*/ 12617 w 12616"/>
                  <a:gd name="connsiteY22" fmla="*/ 35849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616" h="36500">
                    <a:moveTo>
                      <a:pt x="12617" y="35849"/>
                    </a:moveTo>
                    <a:cubicBezTo>
                      <a:pt x="12212" y="35916"/>
                      <a:pt x="11694" y="36051"/>
                      <a:pt x="11042" y="36231"/>
                    </a:cubicBezTo>
                    <a:cubicBezTo>
                      <a:pt x="10390" y="36411"/>
                      <a:pt x="9670" y="36501"/>
                      <a:pt x="8883" y="36501"/>
                    </a:cubicBezTo>
                    <a:cubicBezTo>
                      <a:pt x="7264" y="36501"/>
                      <a:pt x="6027" y="36096"/>
                      <a:pt x="5195" y="35286"/>
                    </a:cubicBezTo>
                    <a:cubicBezTo>
                      <a:pt x="4363" y="34477"/>
                      <a:pt x="3936" y="33037"/>
                      <a:pt x="3936" y="30946"/>
                    </a:cubicBezTo>
                    <a:lnTo>
                      <a:pt x="3936" y="10480"/>
                    </a:lnTo>
                    <a:lnTo>
                      <a:pt x="0" y="10480"/>
                    </a:lnTo>
                    <a:lnTo>
                      <a:pt x="0" y="7782"/>
                    </a:lnTo>
                    <a:lnTo>
                      <a:pt x="3936" y="7782"/>
                    </a:lnTo>
                    <a:lnTo>
                      <a:pt x="3936" y="0"/>
                    </a:lnTo>
                    <a:lnTo>
                      <a:pt x="7174" y="0"/>
                    </a:lnTo>
                    <a:lnTo>
                      <a:pt x="7174" y="7782"/>
                    </a:lnTo>
                    <a:lnTo>
                      <a:pt x="12414" y="7782"/>
                    </a:lnTo>
                    <a:lnTo>
                      <a:pt x="12414" y="10480"/>
                    </a:lnTo>
                    <a:lnTo>
                      <a:pt x="7174" y="10480"/>
                    </a:lnTo>
                    <a:lnTo>
                      <a:pt x="7174" y="29641"/>
                    </a:lnTo>
                    <a:cubicBezTo>
                      <a:pt x="7174" y="30316"/>
                      <a:pt x="7174" y="30923"/>
                      <a:pt x="7219" y="31418"/>
                    </a:cubicBezTo>
                    <a:cubicBezTo>
                      <a:pt x="7264" y="31913"/>
                      <a:pt x="7354" y="32340"/>
                      <a:pt x="7534" y="32655"/>
                    </a:cubicBezTo>
                    <a:cubicBezTo>
                      <a:pt x="7714" y="32970"/>
                      <a:pt x="7984" y="33217"/>
                      <a:pt x="8366" y="33352"/>
                    </a:cubicBezTo>
                    <a:cubicBezTo>
                      <a:pt x="8748" y="33487"/>
                      <a:pt x="9266" y="33577"/>
                      <a:pt x="9963" y="33577"/>
                    </a:cubicBezTo>
                    <a:cubicBezTo>
                      <a:pt x="10390" y="33577"/>
                      <a:pt x="10840" y="33532"/>
                      <a:pt x="11290" y="33465"/>
                    </a:cubicBezTo>
                    <a:cubicBezTo>
                      <a:pt x="11739" y="33397"/>
                      <a:pt x="12189" y="33307"/>
                      <a:pt x="12617" y="33195"/>
                    </a:cubicBezTo>
                    <a:lnTo>
                      <a:pt x="12617" y="35849"/>
                    </a:lnTo>
                    <a:close/>
                  </a:path>
                </a:pathLst>
              </a:custGeom>
              <a:solidFill>
                <a:srgbClr val="231F20"/>
              </a:solidFill>
              <a:ln w="2249" cap="flat">
                <a:noFill/>
                <a:prstDash val="solid"/>
                <a:miter/>
              </a:ln>
            </p:spPr>
            <p:txBody>
              <a:bodyPr rtlCol="0" anchor="ctr"/>
              <a:lstStyle/>
              <a:p>
                <a:endParaRPr lang="en-US"/>
              </a:p>
            </p:txBody>
          </p:sp>
        </p:grpSp>
        <p:grpSp>
          <p:nvGrpSpPr>
            <p:cNvPr id="18243" name="Graphic 4479">
              <a:extLst>
                <a:ext uri="{FF2B5EF4-FFF2-40B4-BE49-F238E27FC236}">
                  <a16:creationId xmlns:a16="http://schemas.microsoft.com/office/drawing/2014/main" id="{90BD43D9-1947-731C-8919-0840D25EF54E}"/>
                </a:ext>
              </a:extLst>
            </p:cNvPr>
            <p:cNvGrpSpPr/>
            <p:nvPr/>
          </p:nvGrpSpPr>
          <p:grpSpPr>
            <a:xfrm>
              <a:off x="5119605" y="1504538"/>
              <a:ext cx="960861" cy="197938"/>
              <a:chOff x="4075537" y="4810872"/>
              <a:chExt cx="242145" cy="49882"/>
            </a:xfrm>
            <a:solidFill>
              <a:srgbClr val="231F20"/>
            </a:solidFill>
          </p:grpSpPr>
          <p:sp>
            <p:nvSpPr>
              <p:cNvPr id="18244" name="Freeform 18243">
                <a:extLst>
                  <a:ext uri="{FF2B5EF4-FFF2-40B4-BE49-F238E27FC236}">
                    <a16:creationId xmlns:a16="http://schemas.microsoft.com/office/drawing/2014/main" id="{769F8362-05E0-5556-F87E-2A0D4679DE6F}"/>
                  </a:ext>
                </a:extLst>
              </p:cNvPr>
              <p:cNvSpPr/>
              <p:nvPr/>
            </p:nvSpPr>
            <p:spPr>
              <a:xfrm>
                <a:off x="4075537" y="4821015"/>
                <a:ext cx="24895" cy="29461"/>
              </a:xfrm>
              <a:custGeom>
                <a:avLst/>
                <a:gdLst>
                  <a:gd name="connsiteX0" fmla="*/ 21163 w 24895"/>
                  <a:gd name="connsiteY0" fmla="*/ 9558 h 29461"/>
                  <a:gd name="connsiteX1" fmla="*/ 18194 w 24895"/>
                  <a:gd name="connsiteY1" fmla="*/ 4678 h 29461"/>
                  <a:gd name="connsiteX2" fmla="*/ 12841 w 24895"/>
                  <a:gd name="connsiteY2" fmla="*/ 2924 h 29461"/>
                  <a:gd name="connsiteX3" fmla="*/ 8568 w 24895"/>
                  <a:gd name="connsiteY3" fmla="*/ 3958 h 29461"/>
                  <a:gd name="connsiteX4" fmla="*/ 5645 w 24895"/>
                  <a:gd name="connsiteY4" fmla="*/ 6679 h 29461"/>
                  <a:gd name="connsiteX5" fmla="*/ 3981 w 24895"/>
                  <a:gd name="connsiteY5" fmla="*/ 10503 h 29461"/>
                  <a:gd name="connsiteX6" fmla="*/ 3441 w 24895"/>
                  <a:gd name="connsiteY6" fmla="*/ 14798 h 29461"/>
                  <a:gd name="connsiteX7" fmla="*/ 3958 w 24895"/>
                  <a:gd name="connsiteY7" fmla="*/ 19116 h 29461"/>
                  <a:gd name="connsiteX8" fmla="*/ 5600 w 24895"/>
                  <a:gd name="connsiteY8" fmla="*/ 22895 h 29461"/>
                  <a:gd name="connsiteX9" fmla="*/ 8524 w 24895"/>
                  <a:gd name="connsiteY9" fmla="*/ 25571 h 29461"/>
                  <a:gd name="connsiteX10" fmla="*/ 12841 w 24895"/>
                  <a:gd name="connsiteY10" fmla="*/ 26560 h 29461"/>
                  <a:gd name="connsiteX11" fmla="*/ 18644 w 24895"/>
                  <a:gd name="connsiteY11" fmla="*/ 24559 h 29461"/>
                  <a:gd name="connsiteX12" fmla="*/ 21433 w 24895"/>
                  <a:gd name="connsiteY12" fmla="*/ 19049 h 29461"/>
                  <a:gd name="connsiteX13" fmla="*/ 24896 w 24895"/>
                  <a:gd name="connsiteY13" fmla="*/ 19049 h 29461"/>
                  <a:gd name="connsiteX14" fmla="*/ 23524 w 24895"/>
                  <a:gd name="connsiteY14" fmla="*/ 23277 h 29461"/>
                  <a:gd name="connsiteX15" fmla="*/ 21095 w 24895"/>
                  <a:gd name="connsiteY15" fmla="*/ 26560 h 29461"/>
                  <a:gd name="connsiteX16" fmla="*/ 17564 w 24895"/>
                  <a:gd name="connsiteY16" fmla="*/ 28697 h 29461"/>
                  <a:gd name="connsiteX17" fmla="*/ 12864 w 24895"/>
                  <a:gd name="connsiteY17" fmla="*/ 29461 h 29461"/>
                  <a:gd name="connsiteX18" fmla="*/ 7084 w 24895"/>
                  <a:gd name="connsiteY18" fmla="*/ 28337 h 29461"/>
                  <a:gd name="connsiteX19" fmla="*/ 3081 w 24895"/>
                  <a:gd name="connsiteY19" fmla="*/ 25233 h 29461"/>
                  <a:gd name="connsiteX20" fmla="*/ 765 w 24895"/>
                  <a:gd name="connsiteY20" fmla="*/ 20556 h 29461"/>
                  <a:gd name="connsiteX21" fmla="*/ 0 w 24895"/>
                  <a:gd name="connsiteY21" fmla="*/ 14776 h 29461"/>
                  <a:gd name="connsiteX22" fmla="*/ 832 w 24895"/>
                  <a:gd name="connsiteY22" fmla="*/ 9198 h 29461"/>
                  <a:gd name="connsiteX23" fmla="*/ 3283 w 24895"/>
                  <a:gd name="connsiteY23" fmla="*/ 4475 h 29461"/>
                  <a:gd name="connsiteX24" fmla="*/ 7309 w 24895"/>
                  <a:gd name="connsiteY24" fmla="*/ 1215 h 29461"/>
                  <a:gd name="connsiteX25" fmla="*/ 12841 w 24895"/>
                  <a:gd name="connsiteY25" fmla="*/ 0 h 29461"/>
                  <a:gd name="connsiteX26" fmla="*/ 20690 w 24895"/>
                  <a:gd name="connsiteY26" fmla="*/ 2316 h 29461"/>
                  <a:gd name="connsiteX27" fmla="*/ 24446 w 24895"/>
                  <a:gd name="connsiteY27" fmla="*/ 9558 h 29461"/>
                  <a:gd name="connsiteX28" fmla="*/ 21163 w 24895"/>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5" h="29461">
                    <a:moveTo>
                      <a:pt x="21163" y="9558"/>
                    </a:moveTo>
                    <a:cubicBezTo>
                      <a:pt x="20578" y="7467"/>
                      <a:pt x="19588" y="5847"/>
                      <a:pt x="18194" y="4678"/>
                    </a:cubicBezTo>
                    <a:cubicBezTo>
                      <a:pt x="16800" y="3509"/>
                      <a:pt x="15001" y="2924"/>
                      <a:pt x="12841" y="2924"/>
                    </a:cubicBezTo>
                    <a:cubicBezTo>
                      <a:pt x="11177" y="2924"/>
                      <a:pt x="9760" y="3261"/>
                      <a:pt x="8568" y="3958"/>
                    </a:cubicBezTo>
                    <a:cubicBezTo>
                      <a:pt x="7377" y="4633"/>
                      <a:pt x="6409" y="5555"/>
                      <a:pt x="5645" y="6679"/>
                    </a:cubicBezTo>
                    <a:cubicBezTo>
                      <a:pt x="4880" y="7804"/>
                      <a:pt x="4341" y="9086"/>
                      <a:pt x="3981" y="10503"/>
                    </a:cubicBezTo>
                    <a:cubicBezTo>
                      <a:pt x="3621" y="11920"/>
                      <a:pt x="3441" y="13359"/>
                      <a:pt x="3441" y="14798"/>
                    </a:cubicBezTo>
                    <a:cubicBezTo>
                      <a:pt x="3441" y="16237"/>
                      <a:pt x="3621" y="17722"/>
                      <a:pt x="3958" y="19116"/>
                    </a:cubicBezTo>
                    <a:cubicBezTo>
                      <a:pt x="4296" y="20510"/>
                      <a:pt x="4858" y="21770"/>
                      <a:pt x="5600" y="22895"/>
                    </a:cubicBezTo>
                    <a:cubicBezTo>
                      <a:pt x="6342" y="24019"/>
                      <a:pt x="7332" y="24896"/>
                      <a:pt x="8524" y="25571"/>
                    </a:cubicBezTo>
                    <a:cubicBezTo>
                      <a:pt x="9715" y="26245"/>
                      <a:pt x="11155" y="26560"/>
                      <a:pt x="12841" y="26560"/>
                    </a:cubicBezTo>
                    <a:cubicBezTo>
                      <a:pt x="15248" y="26560"/>
                      <a:pt x="17182" y="25886"/>
                      <a:pt x="18644" y="24559"/>
                    </a:cubicBezTo>
                    <a:cubicBezTo>
                      <a:pt x="20106" y="23232"/>
                      <a:pt x="21028" y="21388"/>
                      <a:pt x="21433" y="19049"/>
                    </a:cubicBezTo>
                    <a:lnTo>
                      <a:pt x="24896" y="19049"/>
                    </a:lnTo>
                    <a:cubicBezTo>
                      <a:pt x="24603" y="20601"/>
                      <a:pt x="24154" y="22017"/>
                      <a:pt x="23524" y="23277"/>
                    </a:cubicBezTo>
                    <a:cubicBezTo>
                      <a:pt x="22895" y="24559"/>
                      <a:pt x="22085" y="25661"/>
                      <a:pt x="21095" y="26560"/>
                    </a:cubicBezTo>
                    <a:cubicBezTo>
                      <a:pt x="20106" y="27482"/>
                      <a:pt x="18936" y="28180"/>
                      <a:pt x="17564" y="28697"/>
                    </a:cubicBezTo>
                    <a:cubicBezTo>
                      <a:pt x="16192" y="29191"/>
                      <a:pt x="14641" y="29461"/>
                      <a:pt x="12864" y="29461"/>
                    </a:cubicBezTo>
                    <a:cubicBezTo>
                      <a:pt x="10638" y="29461"/>
                      <a:pt x="8703" y="29079"/>
                      <a:pt x="7084" y="28337"/>
                    </a:cubicBezTo>
                    <a:cubicBezTo>
                      <a:pt x="5465" y="27595"/>
                      <a:pt x="4138" y="26538"/>
                      <a:pt x="3081" y="25233"/>
                    </a:cubicBezTo>
                    <a:cubicBezTo>
                      <a:pt x="2047" y="23929"/>
                      <a:pt x="1259" y="22355"/>
                      <a:pt x="765" y="20556"/>
                    </a:cubicBezTo>
                    <a:cubicBezTo>
                      <a:pt x="270" y="18757"/>
                      <a:pt x="0" y="16822"/>
                      <a:pt x="0" y="14776"/>
                    </a:cubicBezTo>
                    <a:cubicBezTo>
                      <a:pt x="0" y="12842"/>
                      <a:pt x="270" y="10975"/>
                      <a:pt x="832" y="9198"/>
                    </a:cubicBezTo>
                    <a:cubicBezTo>
                      <a:pt x="1394" y="7422"/>
                      <a:pt x="2204" y="5847"/>
                      <a:pt x="3283" y="4475"/>
                    </a:cubicBezTo>
                    <a:cubicBezTo>
                      <a:pt x="4363" y="3104"/>
                      <a:pt x="5712" y="2024"/>
                      <a:pt x="7309" y="1215"/>
                    </a:cubicBezTo>
                    <a:cubicBezTo>
                      <a:pt x="8906" y="405"/>
                      <a:pt x="10750" y="0"/>
                      <a:pt x="12841" y="0"/>
                    </a:cubicBezTo>
                    <a:cubicBezTo>
                      <a:pt x="16080" y="0"/>
                      <a:pt x="18689" y="765"/>
                      <a:pt x="20690" y="2316"/>
                    </a:cubicBezTo>
                    <a:cubicBezTo>
                      <a:pt x="22692" y="3868"/>
                      <a:pt x="23929" y="6275"/>
                      <a:pt x="24446" y="9558"/>
                    </a:cubicBezTo>
                    <a:lnTo>
                      <a:pt x="21163" y="9558"/>
                    </a:lnTo>
                    <a:close/>
                  </a:path>
                </a:pathLst>
              </a:custGeom>
              <a:solidFill>
                <a:srgbClr val="231F20"/>
              </a:solidFill>
              <a:ln w="2249" cap="flat">
                <a:noFill/>
                <a:prstDash val="solid"/>
                <a:miter/>
              </a:ln>
            </p:spPr>
            <p:txBody>
              <a:bodyPr rtlCol="0" anchor="ctr"/>
              <a:lstStyle/>
              <a:p>
                <a:endParaRPr lang="en-US"/>
              </a:p>
            </p:txBody>
          </p:sp>
          <p:sp>
            <p:nvSpPr>
              <p:cNvPr id="18245" name="Freeform 18244">
                <a:extLst>
                  <a:ext uri="{FF2B5EF4-FFF2-40B4-BE49-F238E27FC236}">
                    <a16:creationId xmlns:a16="http://schemas.microsoft.com/office/drawing/2014/main" id="{9672376D-8D24-92A0-1605-EA5E3C63DCB9}"/>
                  </a:ext>
                </a:extLst>
              </p:cNvPr>
              <p:cNvSpPr/>
              <p:nvPr/>
            </p:nvSpPr>
            <p:spPr>
              <a:xfrm>
                <a:off x="4105066" y="4821015"/>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4 w 25908"/>
                  <a:gd name="connsiteY3" fmla="*/ 21185 h 29483"/>
                  <a:gd name="connsiteX4" fmla="*/ 0 w 25908"/>
                  <a:gd name="connsiteY4" fmla="*/ 14753 h 29483"/>
                  <a:gd name="connsiteX5" fmla="*/ 810 w 25908"/>
                  <a:gd name="connsiteY5" fmla="*/ 8996 h 29483"/>
                  <a:gd name="connsiteX6" fmla="*/ 3238 w 25908"/>
                  <a:gd name="connsiteY6" fmla="*/ 4318 h 29483"/>
                  <a:gd name="connsiteX7" fmla="*/ 7287 w 25908"/>
                  <a:gd name="connsiteY7" fmla="*/ 1170 h 29483"/>
                  <a:gd name="connsiteX8" fmla="*/ 12954 w 25908"/>
                  <a:gd name="connsiteY8" fmla="*/ 0 h 29483"/>
                  <a:gd name="connsiteX9" fmla="*/ 18666 w 25908"/>
                  <a:gd name="connsiteY9" fmla="*/ 1170 h 29483"/>
                  <a:gd name="connsiteX10" fmla="*/ 22714 w 25908"/>
                  <a:gd name="connsiteY10" fmla="*/ 4296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67 w 25908"/>
                  <a:gd name="connsiteY17" fmla="*/ 14753 h 29483"/>
                  <a:gd name="connsiteX18" fmla="*/ 21927 w 25908"/>
                  <a:gd name="connsiteY18" fmla="*/ 10120 h 29483"/>
                  <a:gd name="connsiteX19" fmla="*/ 20263 w 25908"/>
                  <a:gd name="connsiteY19" fmla="*/ 6365 h 29483"/>
                  <a:gd name="connsiteX20" fmla="*/ 17339 w 25908"/>
                  <a:gd name="connsiteY20" fmla="*/ 3846 h 29483"/>
                  <a:gd name="connsiteX21" fmla="*/ 12977 w 25908"/>
                  <a:gd name="connsiteY21" fmla="*/ 2924 h 29483"/>
                  <a:gd name="connsiteX22" fmla="*/ 8636 w 25908"/>
                  <a:gd name="connsiteY22" fmla="*/ 3913 h 29483"/>
                  <a:gd name="connsiteX23" fmla="*/ 5690 w 25908"/>
                  <a:gd name="connsiteY23" fmla="*/ 6567 h 29483"/>
                  <a:gd name="connsiteX24" fmla="*/ 4026 w 25908"/>
                  <a:gd name="connsiteY24" fmla="*/ 10345 h 29483"/>
                  <a:gd name="connsiteX25" fmla="*/ 3486 w 25908"/>
                  <a:gd name="connsiteY25" fmla="*/ 14753 h 29483"/>
                  <a:gd name="connsiteX26" fmla="*/ 4115 w 25908"/>
                  <a:gd name="connsiteY26" fmla="*/ 19521 h 29483"/>
                  <a:gd name="connsiteX27" fmla="*/ 5915 w 25908"/>
                  <a:gd name="connsiteY27" fmla="*/ 23277 h 29483"/>
                  <a:gd name="connsiteX28" fmla="*/ 8883 w 25908"/>
                  <a:gd name="connsiteY28" fmla="*/ 25706 h 29483"/>
                  <a:gd name="connsiteX29" fmla="*/ 12977 w 25908"/>
                  <a:gd name="connsiteY29" fmla="*/ 26560 h 29483"/>
                  <a:gd name="connsiteX30" fmla="*/ 17317 w 25908"/>
                  <a:gd name="connsiteY30" fmla="*/ 25571 h 29483"/>
                  <a:gd name="connsiteX31" fmla="*/ 20263 w 25908"/>
                  <a:gd name="connsiteY31" fmla="*/ 22895 h 29483"/>
                  <a:gd name="connsiteX32" fmla="*/ 21927 w 25908"/>
                  <a:gd name="connsiteY32" fmla="*/ 19116 h 29483"/>
                  <a:gd name="connsiteX33" fmla="*/ 22467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4" y="21185"/>
                    </a:cubicBezTo>
                    <a:cubicBezTo>
                      <a:pt x="360" y="19341"/>
                      <a:pt x="0" y="17205"/>
                      <a:pt x="0" y="14753"/>
                    </a:cubicBezTo>
                    <a:cubicBezTo>
                      <a:pt x="0" y="12707"/>
                      <a:pt x="270" y="10795"/>
                      <a:pt x="810" y="8996"/>
                    </a:cubicBezTo>
                    <a:cubicBezTo>
                      <a:pt x="1349" y="7219"/>
                      <a:pt x="2159" y="5667"/>
                      <a:pt x="3238" y="4318"/>
                    </a:cubicBezTo>
                    <a:cubicBezTo>
                      <a:pt x="4318" y="2969"/>
                      <a:pt x="5667" y="1934"/>
                      <a:pt x="7287" y="1170"/>
                    </a:cubicBezTo>
                    <a:cubicBezTo>
                      <a:pt x="8906" y="405"/>
                      <a:pt x="10795" y="0"/>
                      <a:pt x="12954" y="0"/>
                    </a:cubicBezTo>
                    <a:cubicBezTo>
                      <a:pt x="15113" y="0"/>
                      <a:pt x="17047" y="382"/>
                      <a:pt x="18666" y="1170"/>
                    </a:cubicBezTo>
                    <a:cubicBezTo>
                      <a:pt x="20286" y="1934"/>
                      <a:pt x="21635" y="2991"/>
                      <a:pt x="22714" y="4296"/>
                    </a:cubicBezTo>
                    <a:cubicBezTo>
                      <a:pt x="23794" y="5600"/>
                      <a:pt x="24603" y="7174"/>
                      <a:pt x="25121" y="8973"/>
                    </a:cubicBezTo>
                    <a:cubicBezTo>
                      <a:pt x="25638" y="10773"/>
                      <a:pt x="25908" y="12707"/>
                      <a:pt x="25908" y="14753"/>
                    </a:cubicBezTo>
                    <a:cubicBezTo>
                      <a:pt x="25908" y="16980"/>
                      <a:pt x="25593" y="19004"/>
                      <a:pt x="24986" y="20803"/>
                    </a:cubicBezTo>
                    <a:cubicBezTo>
                      <a:pt x="24379" y="22602"/>
                      <a:pt x="23502" y="24154"/>
                      <a:pt x="22377" y="25436"/>
                    </a:cubicBezTo>
                    <a:cubicBezTo>
                      <a:pt x="21253" y="26718"/>
                      <a:pt x="19881" y="27730"/>
                      <a:pt x="18284" y="28427"/>
                    </a:cubicBezTo>
                    <a:cubicBezTo>
                      <a:pt x="16687" y="29124"/>
                      <a:pt x="14911" y="29484"/>
                      <a:pt x="12977" y="29484"/>
                    </a:cubicBezTo>
                    <a:close/>
                    <a:moveTo>
                      <a:pt x="22467" y="14753"/>
                    </a:moveTo>
                    <a:cubicBezTo>
                      <a:pt x="22467" y="13089"/>
                      <a:pt x="22287" y="11560"/>
                      <a:pt x="21927" y="10120"/>
                    </a:cubicBezTo>
                    <a:cubicBezTo>
                      <a:pt x="21567" y="8681"/>
                      <a:pt x="21005" y="7422"/>
                      <a:pt x="20263" y="6365"/>
                    </a:cubicBezTo>
                    <a:cubicBezTo>
                      <a:pt x="19499" y="5308"/>
                      <a:pt x="18531" y="4475"/>
                      <a:pt x="17339" y="3846"/>
                    </a:cubicBezTo>
                    <a:cubicBezTo>
                      <a:pt x="16147" y="3239"/>
                      <a:pt x="14686" y="2924"/>
                      <a:pt x="12977" y="2924"/>
                    </a:cubicBezTo>
                    <a:cubicBezTo>
                      <a:pt x="11267" y="2924"/>
                      <a:pt x="9828" y="3261"/>
                      <a:pt x="8636" y="3913"/>
                    </a:cubicBezTo>
                    <a:cubicBezTo>
                      <a:pt x="7422" y="4588"/>
                      <a:pt x="6454" y="5465"/>
                      <a:pt x="5690" y="6567"/>
                    </a:cubicBezTo>
                    <a:cubicBezTo>
                      <a:pt x="4925" y="7669"/>
                      <a:pt x="4385" y="8928"/>
                      <a:pt x="4026" y="10345"/>
                    </a:cubicBezTo>
                    <a:cubicBezTo>
                      <a:pt x="3666" y="11762"/>
                      <a:pt x="3486" y="13224"/>
                      <a:pt x="3486" y="14753"/>
                    </a:cubicBezTo>
                    <a:cubicBezTo>
                      <a:pt x="3486" y="16485"/>
                      <a:pt x="3688" y="18082"/>
                      <a:pt x="4115" y="19521"/>
                    </a:cubicBezTo>
                    <a:cubicBezTo>
                      <a:pt x="4520" y="20983"/>
                      <a:pt x="5128" y="22220"/>
                      <a:pt x="5915" y="23277"/>
                    </a:cubicBezTo>
                    <a:cubicBezTo>
                      <a:pt x="6702" y="24334"/>
                      <a:pt x="7692" y="25121"/>
                      <a:pt x="8883" y="25706"/>
                    </a:cubicBezTo>
                    <a:cubicBezTo>
                      <a:pt x="10075" y="26290"/>
                      <a:pt x="11447" y="26560"/>
                      <a:pt x="12977" y="26560"/>
                    </a:cubicBezTo>
                    <a:cubicBezTo>
                      <a:pt x="14663" y="26560"/>
                      <a:pt x="16125" y="26223"/>
                      <a:pt x="17317" y="25571"/>
                    </a:cubicBezTo>
                    <a:cubicBezTo>
                      <a:pt x="18531" y="24896"/>
                      <a:pt x="19499" y="24019"/>
                      <a:pt x="20263" y="22895"/>
                    </a:cubicBezTo>
                    <a:cubicBezTo>
                      <a:pt x="21028" y="21770"/>
                      <a:pt x="21567" y="20510"/>
                      <a:pt x="21927" y="19116"/>
                    </a:cubicBezTo>
                    <a:cubicBezTo>
                      <a:pt x="22287" y="17722"/>
                      <a:pt x="22467" y="16260"/>
                      <a:pt x="22467" y="14753"/>
                    </a:cubicBezTo>
                    <a:close/>
                  </a:path>
                </a:pathLst>
              </a:custGeom>
              <a:solidFill>
                <a:srgbClr val="231F20"/>
              </a:solidFill>
              <a:ln w="2249" cap="flat">
                <a:noFill/>
                <a:prstDash val="solid"/>
                <a:miter/>
              </a:ln>
            </p:spPr>
            <p:txBody>
              <a:bodyPr rtlCol="0" anchor="ctr"/>
              <a:lstStyle/>
              <a:p>
                <a:endParaRPr lang="en-US"/>
              </a:p>
            </p:txBody>
          </p:sp>
          <p:sp>
            <p:nvSpPr>
              <p:cNvPr id="18246" name="Freeform 18245">
                <a:extLst>
                  <a:ext uri="{FF2B5EF4-FFF2-40B4-BE49-F238E27FC236}">
                    <a16:creationId xmlns:a16="http://schemas.microsoft.com/office/drawing/2014/main" id="{16B9A1A9-12B8-884E-E3A7-E760B83135CD}"/>
                  </a:ext>
                </a:extLst>
              </p:cNvPr>
              <p:cNvSpPr/>
              <p:nvPr/>
            </p:nvSpPr>
            <p:spPr>
              <a:xfrm>
                <a:off x="4136483" y="4821037"/>
                <a:ext cx="38007" cy="28764"/>
              </a:xfrm>
              <a:custGeom>
                <a:avLst/>
                <a:gdLst>
                  <a:gd name="connsiteX0" fmla="*/ 3239 w 38007"/>
                  <a:gd name="connsiteY0" fmla="*/ 28697 h 28764"/>
                  <a:gd name="connsiteX1" fmla="*/ 0 w 38007"/>
                  <a:gd name="connsiteY1" fmla="*/ 28697 h 28764"/>
                  <a:gd name="connsiteX2" fmla="*/ 0 w 38007"/>
                  <a:gd name="connsiteY2" fmla="*/ 742 h 28764"/>
                  <a:gd name="connsiteX3" fmla="*/ 3239 w 38007"/>
                  <a:gd name="connsiteY3" fmla="*/ 742 h 28764"/>
                  <a:gd name="connsiteX4" fmla="*/ 3239 w 38007"/>
                  <a:gd name="connsiteY4" fmla="*/ 4948 h 28764"/>
                  <a:gd name="connsiteX5" fmla="*/ 3351 w 38007"/>
                  <a:gd name="connsiteY5" fmla="*/ 4948 h 28764"/>
                  <a:gd name="connsiteX6" fmla="*/ 6904 w 38007"/>
                  <a:gd name="connsiteY6" fmla="*/ 1260 h 28764"/>
                  <a:gd name="connsiteX7" fmla="*/ 11987 w 38007"/>
                  <a:gd name="connsiteY7" fmla="*/ 0 h 28764"/>
                  <a:gd name="connsiteX8" fmla="*/ 15271 w 38007"/>
                  <a:gd name="connsiteY8" fmla="*/ 427 h 28764"/>
                  <a:gd name="connsiteX9" fmla="*/ 17564 w 38007"/>
                  <a:gd name="connsiteY9" fmla="*/ 1597 h 28764"/>
                  <a:gd name="connsiteX10" fmla="*/ 19139 w 38007"/>
                  <a:gd name="connsiteY10" fmla="*/ 3306 h 28764"/>
                  <a:gd name="connsiteX11" fmla="*/ 20196 w 38007"/>
                  <a:gd name="connsiteY11" fmla="*/ 5420 h 28764"/>
                  <a:gd name="connsiteX12" fmla="*/ 23951 w 38007"/>
                  <a:gd name="connsiteY12" fmla="*/ 1349 h 28764"/>
                  <a:gd name="connsiteX13" fmla="*/ 29327 w 38007"/>
                  <a:gd name="connsiteY13" fmla="*/ 23 h 28764"/>
                  <a:gd name="connsiteX14" fmla="*/ 33892 w 38007"/>
                  <a:gd name="connsiteY14" fmla="*/ 967 h 28764"/>
                  <a:gd name="connsiteX15" fmla="*/ 36501 w 38007"/>
                  <a:gd name="connsiteY15" fmla="*/ 3441 h 28764"/>
                  <a:gd name="connsiteX16" fmla="*/ 37715 w 38007"/>
                  <a:gd name="connsiteY16" fmla="*/ 6972 h 28764"/>
                  <a:gd name="connsiteX17" fmla="*/ 38007 w 38007"/>
                  <a:gd name="connsiteY17" fmla="*/ 11065 h 28764"/>
                  <a:gd name="connsiteX18" fmla="*/ 38007 w 38007"/>
                  <a:gd name="connsiteY18" fmla="*/ 28719 h 28764"/>
                  <a:gd name="connsiteX19" fmla="*/ 34769 w 38007"/>
                  <a:gd name="connsiteY19" fmla="*/ 28719 h 28764"/>
                  <a:gd name="connsiteX20" fmla="*/ 34769 w 38007"/>
                  <a:gd name="connsiteY20" fmla="*/ 9401 h 28764"/>
                  <a:gd name="connsiteX21" fmla="*/ 33510 w 38007"/>
                  <a:gd name="connsiteY21" fmla="*/ 4655 h 28764"/>
                  <a:gd name="connsiteX22" fmla="*/ 28787 w 38007"/>
                  <a:gd name="connsiteY22" fmla="*/ 2924 h 28764"/>
                  <a:gd name="connsiteX23" fmla="*/ 25368 w 38007"/>
                  <a:gd name="connsiteY23" fmla="*/ 3711 h 28764"/>
                  <a:gd name="connsiteX24" fmla="*/ 22490 w 38007"/>
                  <a:gd name="connsiteY24" fmla="*/ 6117 h 28764"/>
                  <a:gd name="connsiteX25" fmla="*/ 21590 w 38007"/>
                  <a:gd name="connsiteY25" fmla="*/ 7759 h 28764"/>
                  <a:gd name="connsiteX26" fmla="*/ 21028 w 38007"/>
                  <a:gd name="connsiteY26" fmla="*/ 9738 h 28764"/>
                  <a:gd name="connsiteX27" fmla="*/ 20735 w 38007"/>
                  <a:gd name="connsiteY27" fmla="*/ 11785 h 28764"/>
                  <a:gd name="connsiteX28" fmla="*/ 20646 w 38007"/>
                  <a:gd name="connsiteY28" fmla="*/ 13674 h 28764"/>
                  <a:gd name="connsiteX29" fmla="*/ 20646 w 38007"/>
                  <a:gd name="connsiteY29" fmla="*/ 28742 h 28764"/>
                  <a:gd name="connsiteX30" fmla="*/ 17407 w 38007"/>
                  <a:gd name="connsiteY30" fmla="*/ 28742 h 28764"/>
                  <a:gd name="connsiteX31" fmla="*/ 17407 w 38007"/>
                  <a:gd name="connsiteY31" fmla="*/ 9423 h 28764"/>
                  <a:gd name="connsiteX32" fmla="*/ 16148 w 38007"/>
                  <a:gd name="connsiteY32" fmla="*/ 4678 h 28764"/>
                  <a:gd name="connsiteX33" fmla="*/ 11425 w 38007"/>
                  <a:gd name="connsiteY33" fmla="*/ 2946 h 28764"/>
                  <a:gd name="connsiteX34" fmla="*/ 8006 w 38007"/>
                  <a:gd name="connsiteY34" fmla="*/ 3733 h 28764"/>
                  <a:gd name="connsiteX35" fmla="*/ 5128 w 38007"/>
                  <a:gd name="connsiteY35" fmla="*/ 6140 h 28764"/>
                  <a:gd name="connsiteX36" fmla="*/ 4228 w 38007"/>
                  <a:gd name="connsiteY36" fmla="*/ 7781 h 28764"/>
                  <a:gd name="connsiteX37" fmla="*/ 3666 w 38007"/>
                  <a:gd name="connsiteY37" fmla="*/ 9760 h 28764"/>
                  <a:gd name="connsiteX38" fmla="*/ 3373 w 38007"/>
                  <a:gd name="connsiteY38" fmla="*/ 11807 h 28764"/>
                  <a:gd name="connsiteX39" fmla="*/ 3283 w 38007"/>
                  <a:gd name="connsiteY39" fmla="*/ 13696 h 28764"/>
                  <a:gd name="connsiteX40" fmla="*/ 3283 w 38007"/>
                  <a:gd name="connsiteY40" fmla="*/ 28764 h 28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38007" h="28764">
                    <a:moveTo>
                      <a:pt x="3239" y="28697"/>
                    </a:moveTo>
                    <a:lnTo>
                      <a:pt x="0" y="28697"/>
                    </a:lnTo>
                    <a:lnTo>
                      <a:pt x="0" y="742"/>
                    </a:lnTo>
                    <a:lnTo>
                      <a:pt x="3239" y="742"/>
                    </a:lnTo>
                    <a:lnTo>
                      <a:pt x="3239" y="4948"/>
                    </a:lnTo>
                    <a:lnTo>
                      <a:pt x="3351" y="4948"/>
                    </a:lnTo>
                    <a:cubicBezTo>
                      <a:pt x="4183" y="3328"/>
                      <a:pt x="5375" y="2092"/>
                      <a:pt x="6904" y="1260"/>
                    </a:cubicBezTo>
                    <a:cubicBezTo>
                      <a:pt x="8434" y="427"/>
                      <a:pt x="10143" y="0"/>
                      <a:pt x="11987" y="0"/>
                    </a:cubicBezTo>
                    <a:cubicBezTo>
                      <a:pt x="13291" y="0"/>
                      <a:pt x="14371" y="135"/>
                      <a:pt x="15271" y="427"/>
                    </a:cubicBezTo>
                    <a:cubicBezTo>
                      <a:pt x="16170" y="720"/>
                      <a:pt x="16935" y="1102"/>
                      <a:pt x="17564" y="1597"/>
                    </a:cubicBezTo>
                    <a:cubicBezTo>
                      <a:pt x="18194" y="2092"/>
                      <a:pt x="18711" y="2654"/>
                      <a:pt x="19139" y="3306"/>
                    </a:cubicBezTo>
                    <a:cubicBezTo>
                      <a:pt x="19544" y="3958"/>
                      <a:pt x="19903" y="4655"/>
                      <a:pt x="20196" y="5420"/>
                    </a:cubicBezTo>
                    <a:cubicBezTo>
                      <a:pt x="21140" y="3576"/>
                      <a:pt x="22377" y="2226"/>
                      <a:pt x="23951" y="1349"/>
                    </a:cubicBezTo>
                    <a:cubicBezTo>
                      <a:pt x="25526" y="472"/>
                      <a:pt x="27302" y="23"/>
                      <a:pt x="29327" y="23"/>
                    </a:cubicBezTo>
                    <a:cubicBezTo>
                      <a:pt x="31238" y="23"/>
                      <a:pt x="32745" y="337"/>
                      <a:pt x="33892" y="967"/>
                    </a:cubicBezTo>
                    <a:cubicBezTo>
                      <a:pt x="35016" y="1597"/>
                      <a:pt x="35893" y="2429"/>
                      <a:pt x="36501" y="3441"/>
                    </a:cubicBezTo>
                    <a:cubicBezTo>
                      <a:pt x="37108" y="4453"/>
                      <a:pt x="37513" y="5645"/>
                      <a:pt x="37715" y="6972"/>
                    </a:cubicBezTo>
                    <a:cubicBezTo>
                      <a:pt x="37917" y="8299"/>
                      <a:pt x="38007" y="9671"/>
                      <a:pt x="38007" y="11065"/>
                    </a:cubicBezTo>
                    <a:lnTo>
                      <a:pt x="38007" y="28719"/>
                    </a:lnTo>
                    <a:lnTo>
                      <a:pt x="34769" y="28719"/>
                    </a:lnTo>
                    <a:lnTo>
                      <a:pt x="34769" y="9401"/>
                    </a:lnTo>
                    <a:cubicBezTo>
                      <a:pt x="34769" y="7377"/>
                      <a:pt x="34342" y="5802"/>
                      <a:pt x="33510" y="4655"/>
                    </a:cubicBezTo>
                    <a:cubicBezTo>
                      <a:pt x="32655" y="3509"/>
                      <a:pt x="31081" y="2924"/>
                      <a:pt x="28787" y="2924"/>
                    </a:cubicBezTo>
                    <a:cubicBezTo>
                      <a:pt x="27595" y="2924"/>
                      <a:pt x="26448" y="3194"/>
                      <a:pt x="25368" y="3711"/>
                    </a:cubicBezTo>
                    <a:cubicBezTo>
                      <a:pt x="24266" y="4228"/>
                      <a:pt x="23299" y="5038"/>
                      <a:pt x="22490" y="6117"/>
                    </a:cubicBezTo>
                    <a:cubicBezTo>
                      <a:pt x="22130" y="6590"/>
                      <a:pt x="21837" y="7129"/>
                      <a:pt x="21590" y="7759"/>
                    </a:cubicBezTo>
                    <a:cubicBezTo>
                      <a:pt x="21365" y="8389"/>
                      <a:pt x="21163" y="9041"/>
                      <a:pt x="21028" y="9738"/>
                    </a:cubicBezTo>
                    <a:cubicBezTo>
                      <a:pt x="20893" y="10413"/>
                      <a:pt x="20780" y="11110"/>
                      <a:pt x="20735" y="11785"/>
                    </a:cubicBezTo>
                    <a:cubicBezTo>
                      <a:pt x="20691" y="12459"/>
                      <a:pt x="20646" y="13089"/>
                      <a:pt x="20646" y="13674"/>
                    </a:cubicBezTo>
                    <a:lnTo>
                      <a:pt x="20646" y="28742"/>
                    </a:lnTo>
                    <a:lnTo>
                      <a:pt x="17407" y="28742"/>
                    </a:lnTo>
                    <a:lnTo>
                      <a:pt x="17407" y="9423"/>
                    </a:lnTo>
                    <a:cubicBezTo>
                      <a:pt x="17407" y="7399"/>
                      <a:pt x="16980" y="5825"/>
                      <a:pt x="16148" y="4678"/>
                    </a:cubicBezTo>
                    <a:cubicBezTo>
                      <a:pt x="15293" y="3531"/>
                      <a:pt x="13719" y="2946"/>
                      <a:pt x="11425" y="2946"/>
                    </a:cubicBezTo>
                    <a:cubicBezTo>
                      <a:pt x="10233" y="2946"/>
                      <a:pt x="9086" y="3216"/>
                      <a:pt x="8006" y="3733"/>
                    </a:cubicBezTo>
                    <a:cubicBezTo>
                      <a:pt x="6904" y="4251"/>
                      <a:pt x="5937" y="5060"/>
                      <a:pt x="5128" y="6140"/>
                    </a:cubicBezTo>
                    <a:cubicBezTo>
                      <a:pt x="4768" y="6612"/>
                      <a:pt x="4475" y="7152"/>
                      <a:pt x="4228" y="7781"/>
                    </a:cubicBezTo>
                    <a:cubicBezTo>
                      <a:pt x="4003" y="8411"/>
                      <a:pt x="3801" y="9063"/>
                      <a:pt x="3666" y="9760"/>
                    </a:cubicBezTo>
                    <a:cubicBezTo>
                      <a:pt x="3531" y="10435"/>
                      <a:pt x="3418" y="11133"/>
                      <a:pt x="3373" y="11807"/>
                    </a:cubicBezTo>
                    <a:cubicBezTo>
                      <a:pt x="3328" y="12482"/>
                      <a:pt x="3283" y="13112"/>
                      <a:pt x="3283" y="13696"/>
                    </a:cubicBezTo>
                    <a:lnTo>
                      <a:pt x="3283" y="28764"/>
                    </a:lnTo>
                    <a:close/>
                  </a:path>
                </a:pathLst>
              </a:custGeom>
              <a:solidFill>
                <a:srgbClr val="231F20"/>
              </a:solidFill>
              <a:ln w="2249" cap="flat">
                <a:noFill/>
                <a:prstDash val="solid"/>
                <a:miter/>
              </a:ln>
            </p:spPr>
            <p:txBody>
              <a:bodyPr rtlCol="0" anchor="ctr"/>
              <a:lstStyle/>
              <a:p>
                <a:endParaRPr lang="en-US"/>
              </a:p>
            </p:txBody>
          </p:sp>
          <p:sp>
            <p:nvSpPr>
              <p:cNvPr id="18247" name="Freeform 18246">
                <a:extLst>
                  <a:ext uri="{FF2B5EF4-FFF2-40B4-BE49-F238E27FC236}">
                    <a16:creationId xmlns:a16="http://schemas.microsoft.com/office/drawing/2014/main" id="{DA6E91AB-36E3-F80D-6767-EC2B8B644E02}"/>
                  </a:ext>
                </a:extLst>
              </p:cNvPr>
              <p:cNvSpPr/>
              <p:nvPr/>
            </p:nvSpPr>
            <p:spPr>
              <a:xfrm>
                <a:off x="4182250" y="4821015"/>
                <a:ext cx="25683" cy="39739"/>
              </a:xfrm>
              <a:custGeom>
                <a:avLst/>
                <a:gdLst>
                  <a:gd name="connsiteX0" fmla="*/ 3239 w 25683"/>
                  <a:gd name="connsiteY0" fmla="*/ 39739 h 39739"/>
                  <a:gd name="connsiteX1" fmla="*/ 0 w 25683"/>
                  <a:gd name="connsiteY1" fmla="*/ 39739 h 39739"/>
                  <a:gd name="connsiteX2" fmla="*/ 0 w 25683"/>
                  <a:gd name="connsiteY2" fmla="*/ 765 h 39739"/>
                  <a:gd name="connsiteX3" fmla="*/ 3239 w 25683"/>
                  <a:gd name="connsiteY3" fmla="*/ 765 h 39739"/>
                  <a:gd name="connsiteX4" fmla="*/ 3239 w 25683"/>
                  <a:gd name="connsiteY4" fmla="*/ 5667 h 39739"/>
                  <a:gd name="connsiteX5" fmla="*/ 3351 w 25683"/>
                  <a:gd name="connsiteY5" fmla="*/ 5667 h 39739"/>
                  <a:gd name="connsiteX6" fmla="*/ 5150 w 25683"/>
                  <a:gd name="connsiteY6" fmla="*/ 3239 h 39739"/>
                  <a:gd name="connsiteX7" fmla="*/ 7579 w 25683"/>
                  <a:gd name="connsiteY7" fmla="*/ 1462 h 39739"/>
                  <a:gd name="connsiteX8" fmla="*/ 10300 w 25683"/>
                  <a:gd name="connsiteY8" fmla="*/ 382 h 39739"/>
                  <a:gd name="connsiteX9" fmla="*/ 13044 w 25683"/>
                  <a:gd name="connsiteY9" fmla="*/ 0 h 39739"/>
                  <a:gd name="connsiteX10" fmla="*/ 18824 w 25683"/>
                  <a:gd name="connsiteY10" fmla="*/ 1124 h 39739"/>
                  <a:gd name="connsiteX11" fmla="*/ 22737 w 25683"/>
                  <a:gd name="connsiteY11" fmla="*/ 4228 h 39739"/>
                  <a:gd name="connsiteX12" fmla="*/ 24986 w 25683"/>
                  <a:gd name="connsiteY12" fmla="*/ 8906 h 39739"/>
                  <a:gd name="connsiteX13" fmla="*/ 25683 w 25683"/>
                  <a:gd name="connsiteY13" fmla="*/ 14686 h 39739"/>
                  <a:gd name="connsiteX14" fmla="*/ 24919 w 25683"/>
                  <a:gd name="connsiteY14" fmla="*/ 20308 h 39739"/>
                  <a:gd name="connsiteX15" fmla="*/ 22625 w 25683"/>
                  <a:gd name="connsiteY15" fmla="*/ 25031 h 39739"/>
                  <a:gd name="connsiteX16" fmla="*/ 18734 w 25683"/>
                  <a:gd name="connsiteY16" fmla="*/ 28270 h 39739"/>
                  <a:gd name="connsiteX17" fmla="*/ 13201 w 25683"/>
                  <a:gd name="connsiteY17" fmla="*/ 29484 h 39739"/>
                  <a:gd name="connsiteX18" fmla="*/ 7512 w 25683"/>
                  <a:gd name="connsiteY18" fmla="*/ 28157 h 39739"/>
                  <a:gd name="connsiteX19" fmla="*/ 3216 w 25683"/>
                  <a:gd name="connsiteY19" fmla="*/ 24244 h 39739"/>
                  <a:gd name="connsiteX20" fmla="*/ 3216 w 25683"/>
                  <a:gd name="connsiteY20" fmla="*/ 39739 h 39739"/>
                  <a:gd name="connsiteX21" fmla="*/ 3239 w 25683"/>
                  <a:gd name="connsiteY21" fmla="*/ 14866 h 39739"/>
                  <a:gd name="connsiteX22" fmla="*/ 3891 w 25683"/>
                  <a:gd name="connsiteY22" fmla="*/ 19363 h 39739"/>
                  <a:gd name="connsiteX23" fmla="*/ 5757 w 25683"/>
                  <a:gd name="connsiteY23" fmla="*/ 23097 h 39739"/>
                  <a:gd name="connsiteX24" fmla="*/ 8726 w 25683"/>
                  <a:gd name="connsiteY24" fmla="*/ 25638 h 39739"/>
                  <a:gd name="connsiteX25" fmla="*/ 12684 w 25683"/>
                  <a:gd name="connsiteY25" fmla="*/ 26583 h 39739"/>
                  <a:gd name="connsiteX26" fmla="*/ 17025 w 25683"/>
                  <a:gd name="connsiteY26" fmla="*/ 25593 h 39739"/>
                  <a:gd name="connsiteX27" fmla="*/ 20083 w 25683"/>
                  <a:gd name="connsiteY27" fmla="*/ 22872 h 39739"/>
                  <a:gd name="connsiteX28" fmla="*/ 21815 w 25683"/>
                  <a:gd name="connsiteY28" fmla="*/ 18846 h 39739"/>
                  <a:gd name="connsiteX29" fmla="*/ 22242 w 25683"/>
                  <a:gd name="connsiteY29" fmla="*/ 13899 h 39739"/>
                  <a:gd name="connsiteX30" fmla="*/ 21523 w 25683"/>
                  <a:gd name="connsiteY30" fmla="*/ 9221 h 39739"/>
                  <a:gd name="connsiteX31" fmla="*/ 19499 w 25683"/>
                  <a:gd name="connsiteY31" fmla="*/ 5802 h 39739"/>
                  <a:gd name="connsiteX32" fmla="*/ 16485 w 25683"/>
                  <a:gd name="connsiteY32" fmla="*/ 3666 h 39739"/>
                  <a:gd name="connsiteX33" fmla="*/ 12707 w 25683"/>
                  <a:gd name="connsiteY33" fmla="*/ 2946 h 39739"/>
                  <a:gd name="connsiteX34" fmla="*/ 8659 w 25683"/>
                  <a:gd name="connsiteY34" fmla="*/ 3868 h 39739"/>
                  <a:gd name="connsiteX35" fmla="*/ 5690 w 25683"/>
                  <a:gd name="connsiteY35" fmla="*/ 6387 h 39739"/>
                  <a:gd name="connsiteX36" fmla="*/ 3891 w 25683"/>
                  <a:gd name="connsiteY36" fmla="*/ 10165 h 39739"/>
                  <a:gd name="connsiteX37" fmla="*/ 3261 w 25683"/>
                  <a:gd name="connsiteY37" fmla="*/ 14888 h 39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683" h="39739">
                    <a:moveTo>
                      <a:pt x="3239" y="39739"/>
                    </a:moveTo>
                    <a:lnTo>
                      <a:pt x="0" y="39739"/>
                    </a:lnTo>
                    <a:lnTo>
                      <a:pt x="0" y="765"/>
                    </a:lnTo>
                    <a:lnTo>
                      <a:pt x="3239" y="765"/>
                    </a:lnTo>
                    <a:lnTo>
                      <a:pt x="3239" y="5667"/>
                    </a:lnTo>
                    <a:lnTo>
                      <a:pt x="3351" y="5667"/>
                    </a:lnTo>
                    <a:cubicBezTo>
                      <a:pt x="3823" y="4768"/>
                      <a:pt x="4431" y="3958"/>
                      <a:pt x="5150" y="3239"/>
                    </a:cubicBezTo>
                    <a:cubicBezTo>
                      <a:pt x="5892" y="2519"/>
                      <a:pt x="6702" y="1934"/>
                      <a:pt x="7579" y="1462"/>
                    </a:cubicBezTo>
                    <a:cubicBezTo>
                      <a:pt x="8456" y="990"/>
                      <a:pt x="9378" y="630"/>
                      <a:pt x="10300" y="382"/>
                    </a:cubicBezTo>
                    <a:cubicBezTo>
                      <a:pt x="11245" y="135"/>
                      <a:pt x="12144" y="0"/>
                      <a:pt x="13044" y="0"/>
                    </a:cubicBezTo>
                    <a:cubicBezTo>
                      <a:pt x="15316" y="0"/>
                      <a:pt x="17227" y="382"/>
                      <a:pt x="18824" y="1124"/>
                    </a:cubicBezTo>
                    <a:cubicBezTo>
                      <a:pt x="20421" y="1867"/>
                      <a:pt x="21703" y="2924"/>
                      <a:pt x="22737" y="4228"/>
                    </a:cubicBezTo>
                    <a:cubicBezTo>
                      <a:pt x="23772" y="5533"/>
                      <a:pt x="24514" y="7107"/>
                      <a:pt x="24986" y="8906"/>
                    </a:cubicBezTo>
                    <a:cubicBezTo>
                      <a:pt x="25458" y="10705"/>
                      <a:pt x="25683" y="12639"/>
                      <a:pt x="25683" y="14686"/>
                    </a:cubicBezTo>
                    <a:cubicBezTo>
                      <a:pt x="25683" y="16620"/>
                      <a:pt x="25436" y="18509"/>
                      <a:pt x="24919" y="20308"/>
                    </a:cubicBezTo>
                    <a:cubicBezTo>
                      <a:pt x="24424" y="22107"/>
                      <a:pt x="23659" y="23682"/>
                      <a:pt x="22625" y="25031"/>
                    </a:cubicBezTo>
                    <a:cubicBezTo>
                      <a:pt x="21590" y="26380"/>
                      <a:pt x="20308" y="27460"/>
                      <a:pt x="18734" y="28270"/>
                    </a:cubicBezTo>
                    <a:cubicBezTo>
                      <a:pt x="17160" y="29079"/>
                      <a:pt x="15316" y="29484"/>
                      <a:pt x="13201" y="29484"/>
                    </a:cubicBezTo>
                    <a:cubicBezTo>
                      <a:pt x="11222" y="29484"/>
                      <a:pt x="9333" y="29034"/>
                      <a:pt x="7512" y="28157"/>
                    </a:cubicBezTo>
                    <a:cubicBezTo>
                      <a:pt x="5690" y="27280"/>
                      <a:pt x="4273" y="25976"/>
                      <a:pt x="3216" y="24244"/>
                    </a:cubicBezTo>
                    <a:lnTo>
                      <a:pt x="3216" y="39739"/>
                    </a:lnTo>
                    <a:close/>
                    <a:moveTo>
                      <a:pt x="3239" y="14866"/>
                    </a:moveTo>
                    <a:cubicBezTo>
                      <a:pt x="3239" y="16440"/>
                      <a:pt x="3463" y="17947"/>
                      <a:pt x="3891" y="19363"/>
                    </a:cubicBezTo>
                    <a:cubicBezTo>
                      <a:pt x="4318" y="20780"/>
                      <a:pt x="4948" y="22017"/>
                      <a:pt x="5757" y="23097"/>
                    </a:cubicBezTo>
                    <a:cubicBezTo>
                      <a:pt x="6567" y="24154"/>
                      <a:pt x="7556" y="25008"/>
                      <a:pt x="8726" y="25638"/>
                    </a:cubicBezTo>
                    <a:cubicBezTo>
                      <a:pt x="9895" y="26268"/>
                      <a:pt x="11222" y="26583"/>
                      <a:pt x="12684" y="26583"/>
                    </a:cubicBezTo>
                    <a:cubicBezTo>
                      <a:pt x="14348" y="26583"/>
                      <a:pt x="15788" y="26245"/>
                      <a:pt x="17025" y="25593"/>
                    </a:cubicBezTo>
                    <a:cubicBezTo>
                      <a:pt x="18262" y="24919"/>
                      <a:pt x="19274" y="24019"/>
                      <a:pt x="20083" y="22872"/>
                    </a:cubicBezTo>
                    <a:cubicBezTo>
                      <a:pt x="20870" y="21725"/>
                      <a:pt x="21455" y="20376"/>
                      <a:pt x="21815" y="18846"/>
                    </a:cubicBezTo>
                    <a:cubicBezTo>
                      <a:pt x="22175" y="17317"/>
                      <a:pt x="22310" y="15675"/>
                      <a:pt x="22242" y="13899"/>
                    </a:cubicBezTo>
                    <a:cubicBezTo>
                      <a:pt x="22242" y="12144"/>
                      <a:pt x="21995" y="10570"/>
                      <a:pt x="21523" y="9221"/>
                    </a:cubicBezTo>
                    <a:cubicBezTo>
                      <a:pt x="21028" y="7871"/>
                      <a:pt x="20353" y="6724"/>
                      <a:pt x="19499" y="5802"/>
                    </a:cubicBezTo>
                    <a:cubicBezTo>
                      <a:pt x="18644" y="4858"/>
                      <a:pt x="17632" y="4161"/>
                      <a:pt x="16485" y="3666"/>
                    </a:cubicBezTo>
                    <a:cubicBezTo>
                      <a:pt x="15338" y="3171"/>
                      <a:pt x="14079" y="2946"/>
                      <a:pt x="12707" y="2946"/>
                    </a:cubicBezTo>
                    <a:cubicBezTo>
                      <a:pt x="11200" y="2946"/>
                      <a:pt x="9850" y="3261"/>
                      <a:pt x="8659" y="3868"/>
                    </a:cubicBezTo>
                    <a:cubicBezTo>
                      <a:pt x="7467" y="4475"/>
                      <a:pt x="6477" y="5308"/>
                      <a:pt x="5690" y="6387"/>
                    </a:cubicBezTo>
                    <a:cubicBezTo>
                      <a:pt x="4903" y="7444"/>
                      <a:pt x="4296" y="8703"/>
                      <a:pt x="3891" y="10165"/>
                    </a:cubicBezTo>
                    <a:cubicBezTo>
                      <a:pt x="3486" y="11627"/>
                      <a:pt x="3261" y="13201"/>
                      <a:pt x="3261" y="14888"/>
                    </a:cubicBezTo>
                    <a:close/>
                  </a:path>
                </a:pathLst>
              </a:custGeom>
              <a:solidFill>
                <a:srgbClr val="231F20"/>
              </a:solidFill>
              <a:ln w="2249" cap="flat">
                <a:noFill/>
                <a:prstDash val="solid"/>
                <a:miter/>
              </a:ln>
            </p:spPr>
            <p:txBody>
              <a:bodyPr rtlCol="0" anchor="ctr"/>
              <a:lstStyle/>
              <a:p>
                <a:endParaRPr lang="en-US"/>
              </a:p>
            </p:txBody>
          </p:sp>
          <p:sp>
            <p:nvSpPr>
              <p:cNvPr id="18248" name="Freeform 18247">
                <a:extLst>
                  <a:ext uri="{FF2B5EF4-FFF2-40B4-BE49-F238E27FC236}">
                    <a16:creationId xmlns:a16="http://schemas.microsoft.com/office/drawing/2014/main" id="{AEE478DA-7A65-A193-DB60-5071A5B07E09}"/>
                  </a:ext>
                </a:extLst>
              </p:cNvPr>
              <p:cNvSpPr/>
              <p:nvPr/>
            </p:nvSpPr>
            <p:spPr>
              <a:xfrm>
                <a:off x="4213375" y="4821082"/>
                <a:ext cx="26357" cy="29483"/>
              </a:xfrm>
              <a:custGeom>
                <a:avLst/>
                <a:gdLst>
                  <a:gd name="connsiteX0" fmla="*/ 14326 w 26357"/>
                  <a:gd name="connsiteY0" fmla="*/ 12369 h 29483"/>
                  <a:gd name="connsiteX1" fmla="*/ 16507 w 26357"/>
                  <a:gd name="connsiteY1" fmla="*/ 12054 h 29483"/>
                  <a:gd name="connsiteX2" fmla="*/ 18576 w 26357"/>
                  <a:gd name="connsiteY2" fmla="*/ 11470 h 29483"/>
                  <a:gd name="connsiteX3" fmla="*/ 19566 w 26357"/>
                  <a:gd name="connsiteY3" fmla="*/ 10210 h 29483"/>
                  <a:gd name="connsiteX4" fmla="*/ 19746 w 26357"/>
                  <a:gd name="connsiteY4" fmla="*/ 8569 h 29483"/>
                  <a:gd name="connsiteX5" fmla="*/ 18149 w 26357"/>
                  <a:gd name="connsiteY5" fmla="*/ 4498 h 29483"/>
                  <a:gd name="connsiteX6" fmla="*/ 12774 w 26357"/>
                  <a:gd name="connsiteY6" fmla="*/ 2901 h 29483"/>
                  <a:gd name="connsiteX7" fmla="*/ 9693 w 26357"/>
                  <a:gd name="connsiteY7" fmla="*/ 3194 h 29483"/>
                  <a:gd name="connsiteX8" fmla="*/ 7242 w 26357"/>
                  <a:gd name="connsiteY8" fmla="*/ 4228 h 29483"/>
                  <a:gd name="connsiteX9" fmla="*/ 5510 w 26357"/>
                  <a:gd name="connsiteY9" fmla="*/ 6162 h 29483"/>
                  <a:gd name="connsiteX10" fmla="*/ 4610 w 26357"/>
                  <a:gd name="connsiteY10" fmla="*/ 9221 h 29483"/>
                  <a:gd name="connsiteX11" fmla="*/ 1327 w 26357"/>
                  <a:gd name="connsiteY11" fmla="*/ 9221 h 29483"/>
                  <a:gd name="connsiteX12" fmla="*/ 2451 w 26357"/>
                  <a:gd name="connsiteY12" fmla="*/ 4993 h 29483"/>
                  <a:gd name="connsiteX13" fmla="*/ 4970 w 26357"/>
                  <a:gd name="connsiteY13" fmla="*/ 2136 h 29483"/>
                  <a:gd name="connsiteX14" fmla="*/ 8523 w 26357"/>
                  <a:gd name="connsiteY14" fmla="*/ 517 h 29483"/>
                  <a:gd name="connsiteX15" fmla="*/ 12819 w 26357"/>
                  <a:gd name="connsiteY15" fmla="*/ 0 h 29483"/>
                  <a:gd name="connsiteX16" fmla="*/ 16777 w 26357"/>
                  <a:gd name="connsiteY16" fmla="*/ 450 h 29483"/>
                  <a:gd name="connsiteX17" fmla="*/ 20016 w 26357"/>
                  <a:gd name="connsiteY17" fmla="*/ 1912 h 29483"/>
                  <a:gd name="connsiteX18" fmla="*/ 22175 w 26357"/>
                  <a:gd name="connsiteY18" fmla="*/ 4588 h 29483"/>
                  <a:gd name="connsiteX19" fmla="*/ 22962 w 26357"/>
                  <a:gd name="connsiteY19" fmla="*/ 8681 h 29483"/>
                  <a:gd name="connsiteX20" fmla="*/ 22962 w 26357"/>
                  <a:gd name="connsiteY20" fmla="*/ 23906 h 29483"/>
                  <a:gd name="connsiteX21" fmla="*/ 23637 w 26357"/>
                  <a:gd name="connsiteY21" fmla="*/ 26313 h 29483"/>
                  <a:gd name="connsiteX22" fmla="*/ 26358 w 26357"/>
                  <a:gd name="connsiteY22" fmla="*/ 26065 h 29483"/>
                  <a:gd name="connsiteX23" fmla="*/ 26358 w 26357"/>
                  <a:gd name="connsiteY23" fmla="*/ 28607 h 29483"/>
                  <a:gd name="connsiteX24" fmla="*/ 25256 w 26357"/>
                  <a:gd name="connsiteY24" fmla="*/ 28922 h 29483"/>
                  <a:gd name="connsiteX25" fmla="*/ 23816 w 26357"/>
                  <a:gd name="connsiteY25" fmla="*/ 29146 h 29483"/>
                  <a:gd name="connsiteX26" fmla="*/ 22355 w 26357"/>
                  <a:gd name="connsiteY26" fmla="*/ 28989 h 29483"/>
                  <a:gd name="connsiteX27" fmla="*/ 21050 w 26357"/>
                  <a:gd name="connsiteY27" fmla="*/ 28472 h 29483"/>
                  <a:gd name="connsiteX28" fmla="*/ 20263 w 26357"/>
                  <a:gd name="connsiteY28" fmla="*/ 27505 h 29483"/>
                  <a:gd name="connsiteX29" fmla="*/ 19858 w 26357"/>
                  <a:gd name="connsiteY29" fmla="*/ 26268 h 29483"/>
                  <a:gd name="connsiteX30" fmla="*/ 19746 w 26357"/>
                  <a:gd name="connsiteY30" fmla="*/ 24829 h 29483"/>
                  <a:gd name="connsiteX31" fmla="*/ 15045 w 26357"/>
                  <a:gd name="connsiteY31" fmla="*/ 28292 h 29483"/>
                  <a:gd name="connsiteX32" fmla="*/ 9333 w 26357"/>
                  <a:gd name="connsiteY32" fmla="*/ 29484 h 29483"/>
                  <a:gd name="connsiteX33" fmla="*/ 5802 w 26357"/>
                  <a:gd name="connsiteY33" fmla="*/ 28989 h 29483"/>
                  <a:gd name="connsiteX34" fmla="*/ 2811 w 26357"/>
                  <a:gd name="connsiteY34" fmla="*/ 27482 h 29483"/>
                  <a:gd name="connsiteX35" fmla="*/ 765 w 26357"/>
                  <a:gd name="connsiteY35" fmla="*/ 24963 h 29483"/>
                  <a:gd name="connsiteX36" fmla="*/ 0 w 26357"/>
                  <a:gd name="connsiteY36" fmla="*/ 21433 h 29483"/>
                  <a:gd name="connsiteX37" fmla="*/ 9760 w 26357"/>
                  <a:gd name="connsiteY37" fmla="*/ 13022 h 29483"/>
                  <a:gd name="connsiteX38" fmla="*/ 14236 w 26357"/>
                  <a:gd name="connsiteY38" fmla="*/ 12437 h 29483"/>
                  <a:gd name="connsiteX39" fmla="*/ 19791 w 26357"/>
                  <a:gd name="connsiteY39" fmla="*/ 13988 h 29483"/>
                  <a:gd name="connsiteX40" fmla="*/ 15630 w 26357"/>
                  <a:gd name="connsiteY40" fmla="*/ 15113 h 29483"/>
                  <a:gd name="connsiteX41" fmla="*/ 11425 w 26357"/>
                  <a:gd name="connsiteY41" fmla="*/ 15540 h 29483"/>
                  <a:gd name="connsiteX42" fmla="*/ 5622 w 26357"/>
                  <a:gd name="connsiteY42" fmla="*/ 17205 h 29483"/>
                  <a:gd name="connsiteX43" fmla="*/ 3553 w 26357"/>
                  <a:gd name="connsiteY43" fmla="*/ 21478 h 29483"/>
                  <a:gd name="connsiteX44" fmla="*/ 4070 w 26357"/>
                  <a:gd name="connsiteY44" fmla="*/ 23727 h 29483"/>
                  <a:gd name="connsiteX45" fmla="*/ 5420 w 26357"/>
                  <a:gd name="connsiteY45" fmla="*/ 25301 h 29483"/>
                  <a:gd name="connsiteX46" fmla="*/ 7354 w 26357"/>
                  <a:gd name="connsiteY46" fmla="*/ 26223 h 29483"/>
                  <a:gd name="connsiteX47" fmla="*/ 9603 w 26357"/>
                  <a:gd name="connsiteY47" fmla="*/ 26515 h 29483"/>
                  <a:gd name="connsiteX48" fmla="*/ 13381 w 26357"/>
                  <a:gd name="connsiteY48" fmla="*/ 26020 h 29483"/>
                  <a:gd name="connsiteX49" fmla="*/ 16642 w 26357"/>
                  <a:gd name="connsiteY49" fmla="*/ 24536 h 29483"/>
                  <a:gd name="connsiteX50" fmla="*/ 18936 w 26357"/>
                  <a:gd name="connsiteY50" fmla="*/ 21995 h 29483"/>
                  <a:gd name="connsiteX51" fmla="*/ 19791 w 26357"/>
                  <a:gd name="connsiteY51" fmla="*/ 18352 h 29483"/>
                  <a:gd name="connsiteX52" fmla="*/ 19791 w 26357"/>
                  <a:gd name="connsiteY52" fmla="*/ 13988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6357" h="29483">
                    <a:moveTo>
                      <a:pt x="14326" y="12369"/>
                    </a:moveTo>
                    <a:cubicBezTo>
                      <a:pt x="14933" y="12302"/>
                      <a:pt x="15675" y="12189"/>
                      <a:pt x="16507" y="12054"/>
                    </a:cubicBezTo>
                    <a:cubicBezTo>
                      <a:pt x="17362" y="11920"/>
                      <a:pt x="18036" y="11717"/>
                      <a:pt x="18576" y="11470"/>
                    </a:cubicBezTo>
                    <a:cubicBezTo>
                      <a:pt x="19116" y="11222"/>
                      <a:pt x="19453" y="10795"/>
                      <a:pt x="19566" y="10210"/>
                    </a:cubicBezTo>
                    <a:cubicBezTo>
                      <a:pt x="19701" y="9626"/>
                      <a:pt x="19746" y="9063"/>
                      <a:pt x="19746" y="8569"/>
                    </a:cubicBezTo>
                    <a:cubicBezTo>
                      <a:pt x="19746" y="6904"/>
                      <a:pt x="19206" y="5555"/>
                      <a:pt x="18149" y="4498"/>
                    </a:cubicBezTo>
                    <a:cubicBezTo>
                      <a:pt x="17092" y="3441"/>
                      <a:pt x="15293" y="2901"/>
                      <a:pt x="12774" y="2901"/>
                    </a:cubicBezTo>
                    <a:cubicBezTo>
                      <a:pt x="11649" y="2901"/>
                      <a:pt x="10638" y="2991"/>
                      <a:pt x="9693" y="3194"/>
                    </a:cubicBezTo>
                    <a:cubicBezTo>
                      <a:pt x="8748" y="3396"/>
                      <a:pt x="7939" y="3733"/>
                      <a:pt x="7242" y="4228"/>
                    </a:cubicBezTo>
                    <a:cubicBezTo>
                      <a:pt x="6544" y="4723"/>
                      <a:pt x="5960" y="5353"/>
                      <a:pt x="5510" y="6162"/>
                    </a:cubicBezTo>
                    <a:cubicBezTo>
                      <a:pt x="5060" y="6972"/>
                      <a:pt x="4768" y="7984"/>
                      <a:pt x="4610" y="9221"/>
                    </a:cubicBezTo>
                    <a:lnTo>
                      <a:pt x="1327" y="9221"/>
                    </a:lnTo>
                    <a:cubicBezTo>
                      <a:pt x="1439" y="7556"/>
                      <a:pt x="1822" y="6162"/>
                      <a:pt x="2451" y="4993"/>
                    </a:cubicBezTo>
                    <a:cubicBezTo>
                      <a:pt x="3081" y="3823"/>
                      <a:pt x="3936" y="2879"/>
                      <a:pt x="4970" y="2136"/>
                    </a:cubicBezTo>
                    <a:cubicBezTo>
                      <a:pt x="6005" y="1394"/>
                      <a:pt x="7174" y="855"/>
                      <a:pt x="8523" y="517"/>
                    </a:cubicBezTo>
                    <a:cubicBezTo>
                      <a:pt x="9873" y="180"/>
                      <a:pt x="11312" y="0"/>
                      <a:pt x="12819" y="0"/>
                    </a:cubicBezTo>
                    <a:cubicBezTo>
                      <a:pt x="14213" y="0"/>
                      <a:pt x="15540" y="157"/>
                      <a:pt x="16777" y="450"/>
                    </a:cubicBezTo>
                    <a:cubicBezTo>
                      <a:pt x="18014" y="765"/>
                      <a:pt x="19094" y="1237"/>
                      <a:pt x="20016" y="1912"/>
                    </a:cubicBezTo>
                    <a:cubicBezTo>
                      <a:pt x="20938" y="2586"/>
                      <a:pt x="21657" y="3463"/>
                      <a:pt x="22175" y="4588"/>
                    </a:cubicBezTo>
                    <a:cubicBezTo>
                      <a:pt x="22692" y="5712"/>
                      <a:pt x="22962" y="7062"/>
                      <a:pt x="22962" y="8681"/>
                    </a:cubicBezTo>
                    <a:lnTo>
                      <a:pt x="22962" y="23906"/>
                    </a:lnTo>
                    <a:cubicBezTo>
                      <a:pt x="22962" y="25166"/>
                      <a:pt x="23187" y="25976"/>
                      <a:pt x="23637" y="26313"/>
                    </a:cubicBezTo>
                    <a:cubicBezTo>
                      <a:pt x="24086" y="26650"/>
                      <a:pt x="24986" y="26583"/>
                      <a:pt x="26358" y="26065"/>
                    </a:cubicBezTo>
                    <a:lnTo>
                      <a:pt x="26358" y="28607"/>
                    </a:lnTo>
                    <a:cubicBezTo>
                      <a:pt x="26110" y="28674"/>
                      <a:pt x="25728" y="28787"/>
                      <a:pt x="25256" y="28922"/>
                    </a:cubicBezTo>
                    <a:cubicBezTo>
                      <a:pt x="24761" y="29057"/>
                      <a:pt x="24289" y="29146"/>
                      <a:pt x="23816" y="29146"/>
                    </a:cubicBezTo>
                    <a:cubicBezTo>
                      <a:pt x="23322" y="29146"/>
                      <a:pt x="22827" y="29101"/>
                      <a:pt x="22355" y="28989"/>
                    </a:cubicBezTo>
                    <a:cubicBezTo>
                      <a:pt x="21815" y="28922"/>
                      <a:pt x="21388" y="28742"/>
                      <a:pt x="21050" y="28472"/>
                    </a:cubicBezTo>
                    <a:cubicBezTo>
                      <a:pt x="20735" y="28202"/>
                      <a:pt x="20465" y="27887"/>
                      <a:pt x="20263" y="27505"/>
                    </a:cubicBezTo>
                    <a:cubicBezTo>
                      <a:pt x="20061" y="27123"/>
                      <a:pt x="19926" y="26718"/>
                      <a:pt x="19858" y="26268"/>
                    </a:cubicBezTo>
                    <a:cubicBezTo>
                      <a:pt x="19791" y="25818"/>
                      <a:pt x="19746" y="25346"/>
                      <a:pt x="19746" y="24829"/>
                    </a:cubicBezTo>
                    <a:cubicBezTo>
                      <a:pt x="18374" y="26335"/>
                      <a:pt x="16822" y="27482"/>
                      <a:pt x="15045" y="28292"/>
                    </a:cubicBezTo>
                    <a:cubicBezTo>
                      <a:pt x="13291" y="29079"/>
                      <a:pt x="11380" y="29484"/>
                      <a:pt x="9333" y="29484"/>
                    </a:cubicBezTo>
                    <a:cubicBezTo>
                      <a:pt x="8119" y="29484"/>
                      <a:pt x="6927" y="29327"/>
                      <a:pt x="5802" y="28989"/>
                    </a:cubicBezTo>
                    <a:cubicBezTo>
                      <a:pt x="4678" y="28674"/>
                      <a:pt x="3666" y="28157"/>
                      <a:pt x="2811" y="27482"/>
                    </a:cubicBezTo>
                    <a:cubicBezTo>
                      <a:pt x="1957" y="26808"/>
                      <a:pt x="1259" y="25953"/>
                      <a:pt x="765" y="24963"/>
                    </a:cubicBezTo>
                    <a:cubicBezTo>
                      <a:pt x="270" y="23974"/>
                      <a:pt x="0" y="22804"/>
                      <a:pt x="0" y="21433"/>
                    </a:cubicBezTo>
                    <a:cubicBezTo>
                      <a:pt x="0" y="16687"/>
                      <a:pt x="3261" y="13876"/>
                      <a:pt x="9760" y="13022"/>
                    </a:cubicBezTo>
                    <a:lnTo>
                      <a:pt x="14236" y="12437"/>
                    </a:lnTo>
                    <a:close/>
                    <a:moveTo>
                      <a:pt x="19791" y="13988"/>
                    </a:moveTo>
                    <a:cubicBezTo>
                      <a:pt x="18419" y="14573"/>
                      <a:pt x="17047" y="14933"/>
                      <a:pt x="15630" y="15113"/>
                    </a:cubicBezTo>
                    <a:cubicBezTo>
                      <a:pt x="14236" y="15293"/>
                      <a:pt x="12819" y="15428"/>
                      <a:pt x="11425" y="15540"/>
                    </a:cubicBezTo>
                    <a:cubicBezTo>
                      <a:pt x="8951" y="15720"/>
                      <a:pt x="7017" y="16282"/>
                      <a:pt x="5622" y="17205"/>
                    </a:cubicBezTo>
                    <a:cubicBezTo>
                      <a:pt x="4228" y="18149"/>
                      <a:pt x="3553" y="19566"/>
                      <a:pt x="3553" y="21478"/>
                    </a:cubicBezTo>
                    <a:cubicBezTo>
                      <a:pt x="3553" y="22332"/>
                      <a:pt x="3733" y="23097"/>
                      <a:pt x="4070" y="23727"/>
                    </a:cubicBezTo>
                    <a:cubicBezTo>
                      <a:pt x="4408" y="24356"/>
                      <a:pt x="4858" y="24874"/>
                      <a:pt x="5420" y="25301"/>
                    </a:cubicBezTo>
                    <a:cubicBezTo>
                      <a:pt x="5982" y="25706"/>
                      <a:pt x="6634" y="26020"/>
                      <a:pt x="7354" y="26223"/>
                    </a:cubicBezTo>
                    <a:cubicBezTo>
                      <a:pt x="8096" y="26425"/>
                      <a:pt x="8838" y="26515"/>
                      <a:pt x="9603" y="26515"/>
                    </a:cubicBezTo>
                    <a:cubicBezTo>
                      <a:pt x="10907" y="26515"/>
                      <a:pt x="12167" y="26358"/>
                      <a:pt x="13381" y="26020"/>
                    </a:cubicBezTo>
                    <a:cubicBezTo>
                      <a:pt x="14596" y="25706"/>
                      <a:pt x="15698" y="25211"/>
                      <a:pt x="16642" y="24536"/>
                    </a:cubicBezTo>
                    <a:cubicBezTo>
                      <a:pt x="17587" y="23861"/>
                      <a:pt x="18351" y="23029"/>
                      <a:pt x="18936" y="21995"/>
                    </a:cubicBezTo>
                    <a:cubicBezTo>
                      <a:pt x="19521" y="20960"/>
                      <a:pt x="19791" y="19746"/>
                      <a:pt x="19791" y="18352"/>
                    </a:cubicBezTo>
                    <a:lnTo>
                      <a:pt x="19791" y="13988"/>
                    </a:lnTo>
                    <a:close/>
                  </a:path>
                </a:pathLst>
              </a:custGeom>
              <a:solidFill>
                <a:srgbClr val="231F20"/>
              </a:solidFill>
              <a:ln w="2249" cap="flat">
                <a:noFill/>
                <a:prstDash val="solid"/>
                <a:miter/>
              </a:ln>
            </p:spPr>
            <p:txBody>
              <a:bodyPr rtlCol="0" anchor="ctr"/>
              <a:lstStyle/>
              <a:p>
                <a:endParaRPr lang="en-US"/>
              </a:p>
            </p:txBody>
          </p:sp>
          <p:sp>
            <p:nvSpPr>
              <p:cNvPr id="18249" name="Freeform 18248">
                <a:extLst>
                  <a:ext uri="{FF2B5EF4-FFF2-40B4-BE49-F238E27FC236}">
                    <a16:creationId xmlns:a16="http://schemas.microsoft.com/office/drawing/2014/main" id="{E31BCE13-727B-EC78-F87B-073D6173FBD3}"/>
                  </a:ext>
                </a:extLst>
              </p:cNvPr>
              <p:cNvSpPr/>
              <p:nvPr/>
            </p:nvSpPr>
            <p:spPr>
              <a:xfrm>
                <a:off x="4245041" y="4821015"/>
                <a:ext cx="12481" cy="28719"/>
              </a:xfrm>
              <a:custGeom>
                <a:avLst/>
                <a:gdLst>
                  <a:gd name="connsiteX0" fmla="*/ 3238 w 12481"/>
                  <a:gd name="connsiteY0" fmla="*/ 28719 h 28719"/>
                  <a:gd name="connsiteX1" fmla="*/ 0 w 12481"/>
                  <a:gd name="connsiteY1" fmla="*/ 28719 h 28719"/>
                  <a:gd name="connsiteX2" fmla="*/ 0 w 12481"/>
                  <a:gd name="connsiteY2" fmla="*/ 765 h 28719"/>
                  <a:gd name="connsiteX3" fmla="*/ 3238 w 12481"/>
                  <a:gd name="connsiteY3" fmla="*/ 765 h 28719"/>
                  <a:gd name="connsiteX4" fmla="*/ 3238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9 h 28719"/>
                  <a:gd name="connsiteX9" fmla="*/ 7939 w 12481"/>
                  <a:gd name="connsiteY9" fmla="*/ 4363 h 28719"/>
                  <a:gd name="connsiteX10" fmla="*/ 5105 w 12481"/>
                  <a:gd name="connsiteY10" fmla="*/ 6837 h 28719"/>
                  <a:gd name="connsiteX11" fmla="*/ 3643 w 12481"/>
                  <a:gd name="connsiteY11" fmla="*/ 10525 h 28719"/>
                  <a:gd name="connsiteX12" fmla="*/ 3238 w 12481"/>
                  <a:gd name="connsiteY12" fmla="*/ 14978 h 28719"/>
                  <a:gd name="connsiteX13" fmla="*/ 3238 w 12481"/>
                  <a:gd name="connsiteY13"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9">
                    <a:moveTo>
                      <a:pt x="3238" y="28719"/>
                    </a:moveTo>
                    <a:lnTo>
                      <a:pt x="0" y="28719"/>
                    </a:lnTo>
                    <a:lnTo>
                      <a:pt x="0" y="765"/>
                    </a:lnTo>
                    <a:lnTo>
                      <a:pt x="3238" y="765"/>
                    </a:lnTo>
                    <a:lnTo>
                      <a:pt x="3238" y="6005"/>
                    </a:lnTo>
                    <a:lnTo>
                      <a:pt x="3351" y="6005"/>
                    </a:lnTo>
                    <a:cubicBezTo>
                      <a:pt x="4251" y="3778"/>
                      <a:pt x="5420" y="2226"/>
                      <a:pt x="6837" y="1327"/>
                    </a:cubicBezTo>
                    <a:cubicBezTo>
                      <a:pt x="8254" y="450"/>
                      <a:pt x="10143" y="0"/>
                      <a:pt x="12482" y="0"/>
                    </a:cubicBezTo>
                    <a:lnTo>
                      <a:pt x="12482" y="3509"/>
                    </a:lnTo>
                    <a:cubicBezTo>
                      <a:pt x="10638" y="3463"/>
                      <a:pt x="9131" y="3756"/>
                      <a:pt x="7939" y="4363"/>
                    </a:cubicBezTo>
                    <a:cubicBezTo>
                      <a:pt x="6747" y="4970"/>
                      <a:pt x="5802" y="5802"/>
                      <a:pt x="5105" y="6837"/>
                    </a:cubicBezTo>
                    <a:cubicBezTo>
                      <a:pt x="4408" y="7871"/>
                      <a:pt x="3913" y="9108"/>
                      <a:pt x="3643" y="10525"/>
                    </a:cubicBezTo>
                    <a:cubicBezTo>
                      <a:pt x="3373" y="11942"/>
                      <a:pt x="3238" y="13426"/>
                      <a:pt x="3238" y="14978"/>
                    </a:cubicBezTo>
                    <a:lnTo>
                      <a:pt x="3238" y="28697"/>
                    </a:lnTo>
                    <a:close/>
                  </a:path>
                </a:pathLst>
              </a:custGeom>
              <a:solidFill>
                <a:srgbClr val="231F20"/>
              </a:solidFill>
              <a:ln w="2249" cap="flat">
                <a:noFill/>
                <a:prstDash val="solid"/>
                <a:miter/>
              </a:ln>
            </p:spPr>
            <p:txBody>
              <a:bodyPr rtlCol="0" anchor="ctr"/>
              <a:lstStyle/>
              <a:p>
                <a:endParaRPr lang="en-US"/>
              </a:p>
            </p:txBody>
          </p:sp>
          <p:sp>
            <p:nvSpPr>
              <p:cNvPr id="18250" name="Freeform 18249">
                <a:extLst>
                  <a:ext uri="{FF2B5EF4-FFF2-40B4-BE49-F238E27FC236}">
                    <a16:creationId xmlns:a16="http://schemas.microsoft.com/office/drawing/2014/main" id="{3456267B-268B-46B7-7A79-F817ADB4054C}"/>
                  </a:ext>
                </a:extLst>
              </p:cNvPr>
              <p:cNvSpPr/>
              <p:nvPr/>
            </p:nvSpPr>
            <p:spPr>
              <a:xfrm>
                <a:off x="4261323" y="4821037"/>
                <a:ext cx="25167" cy="29483"/>
              </a:xfrm>
              <a:custGeom>
                <a:avLst/>
                <a:gdLst>
                  <a:gd name="connsiteX0" fmla="*/ 3509 w 25167"/>
                  <a:gd name="connsiteY0" fmla="*/ 15473 h 29483"/>
                  <a:gd name="connsiteX1" fmla="*/ 4093 w 25167"/>
                  <a:gd name="connsiteY1" fmla="*/ 19768 h 29483"/>
                  <a:gd name="connsiteX2" fmla="*/ 5847 w 25167"/>
                  <a:gd name="connsiteY2" fmla="*/ 23277 h 29483"/>
                  <a:gd name="connsiteX3" fmla="*/ 8794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3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7 w 25167"/>
                  <a:gd name="connsiteY18" fmla="*/ 1170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70 w 25167"/>
                  <a:gd name="connsiteY23" fmla="*/ 12774 h 29483"/>
                  <a:gd name="connsiteX24" fmla="*/ 21208 w 25167"/>
                  <a:gd name="connsiteY24" fmla="*/ 8906 h 29483"/>
                  <a:gd name="connsiteX25" fmla="*/ 19544 w 25167"/>
                  <a:gd name="connsiteY25" fmla="*/ 5780 h 29483"/>
                  <a:gd name="connsiteX26" fmla="*/ 16755 w 25167"/>
                  <a:gd name="connsiteY26" fmla="*/ 3666 h 29483"/>
                  <a:gd name="connsiteX27" fmla="*/ 12932 w 25167"/>
                  <a:gd name="connsiteY27" fmla="*/ 2879 h 29483"/>
                  <a:gd name="connsiteX28" fmla="*/ 9131 w 25167"/>
                  <a:gd name="connsiteY28" fmla="*/ 3688 h 29483"/>
                  <a:gd name="connsiteX29" fmla="*/ 6320 w 25167"/>
                  <a:gd name="connsiteY29" fmla="*/ 5847 h 29483"/>
                  <a:gd name="connsiteX30" fmla="*/ 4453 w 25167"/>
                  <a:gd name="connsiteY30" fmla="*/ 8973 h 29483"/>
                  <a:gd name="connsiteX31" fmla="*/ 3531 w 25167"/>
                  <a:gd name="connsiteY31" fmla="*/ 12752 h 29483"/>
                  <a:gd name="connsiteX32" fmla="*/ 21770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9" y="15473"/>
                    </a:moveTo>
                    <a:cubicBezTo>
                      <a:pt x="3509" y="16980"/>
                      <a:pt x="3711" y="18419"/>
                      <a:pt x="4093" y="19768"/>
                    </a:cubicBezTo>
                    <a:cubicBezTo>
                      <a:pt x="4498" y="21118"/>
                      <a:pt x="5083" y="22287"/>
                      <a:pt x="5847" y="23277"/>
                    </a:cubicBezTo>
                    <a:cubicBezTo>
                      <a:pt x="6612" y="24266"/>
                      <a:pt x="7601" y="25053"/>
                      <a:pt x="8794" y="25661"/>
                    </a:cubicBezTo>
                    <a:cubicBezTo>
                      <a:pt x="9986" y="26245"/>
                      <a:pt x="11357" y="26560"/>
                      <a:pt x="12886" y="26560"/>
                    </a:cubicBezTo>
                    <a:cubicBezTo>
                      <a:pt x="15001" y="26560"/>
                      <a:pt x="16822" y="25998"/>
                      <a:pt x="18329" y="24896"/>
                    </a:cubicBezTo>
                    <a:cubicBezTo>
                      <a:pt x="19836" y="23772"/>
                      <a:pt x="20848" y="22197"/>
                      <a:pt x="21343" y="20151"/>
                    </a:cubicBezTo>
                    <a:lnTo>
                      <a:pt x="24963" y="20151"/>
                    </a:lnTo>
                    <a:cubicBezTo>
                      <a:pt x="24559" y="21478"/>
                      <a:pt x="24042"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7" y="23951"/>
                      <a:pt x="1260" y="22400"/>
                      <a:pt x="765" y="20623"/>
                    </a:cubicBezTo>
                    <a:cubicBezTo>
                      <a:pt x="270" y="18846"/>
                      <a:pt x="0" y="16935"/>
                      <a:pt x="0" y="14866"/>
                    </a:cubicBezTo>
                    <a:cubicBezTo>
                      <a:pt x="0" y="12797"/>
                      <a:pt x="292" y="10885"/>
                      <a:pt x="900" y="9086"/>
                    </a:cubicBezTo>
                    <a:cubicBezTo>
                      <a:pt x="1484" y="7287"/>
                      <a:pt x="2339" y="5712"/>
                      <a:pt x="3441" y="4363"/>
                    </a:cubicBezTo>
                    <a:cubicBezTo>
                      <a:pt x="4543" y="3014"/>
                      <a:pt x="5870" y="1957"/>
                      <a:pt x="7467" y="1170"/>
                    </a:cubicBezTo>
                    <a:cubicBezTo>
                      <a:pt x="9041" y="405"/>
                      <a:pt x="10840" y="0"/>
                      <a:pt x="12864" y="0"/>
                    </a:cubicBezTo>
                    <a:cubicBezTo>
                      <a:pt x="16710" y="0"/>
                      <a:pt x="19746" y="1327"/>
                      <a:pt x="21927" y="3958"/>
                    </a:cubicBezTo>
                    <a:cubicBezTo>
                      <a:pt x="24131" y="6612"/>
                      <a:pt x="25211" y="10435"/>
                      <a:pt x="25166" y="15473"/>
                    </a:cubicBezTo>
                    <a:lnTo>
                      <a:pt x="3463" y="15473"/>
                    </a:lnTo>
                    <a:close/>
                    <a:moveTo>
                      <a:pt x="21770" y="12774"/>
                    </a:moveTo>
                    <a:cubicBezTo>
                      <a:pt x="21770" y="11402"/>
                      <a:pt x="21590" y="10120"/>
                      <a:pt x="21208" y="8906"/>
                    </a:cubicBezTo>
                    <a:cubicBezTo>
                      <a:pt x="20825" y="7692"/>
                      <a:pt x="20263" y="6657"/>
                      <a:pt x="19544" y="5780"/>
                    </a:cubicBezTo>
                    <a:cubicBezTo>
                      <a:pt x="18801" y="4903"/>
                      <a:pt x="17879" y="4206"/>
                      <a:pt x="16755" y="3666"/>
                    </a:cubicBezTo>
                    <a:cubicBezTo>
                      <a:pt x="15630" y="3149"/>
                      <a:pt x="14371" y="2879"/>
                      <a:pt x="12932" y="2879"/>
                    </a:cubicBezTo>
                    <a:cubicBezTo>
                      <a:pt x="11492" y="2879"/>
                      <a:pt x="10233" y="3149"/>
                      <a:pt x="9131" y="3688"/>
                    </a:cubicBezTo>
                    <a:cubicBezTo>
                      <a:pt x="8029" y="4228"/>
                      <a:pt x="7107" y="4948"/>
                      <a:pt x="6320" y="5847"/>
                    </a:cubicBezTo>
                    <a:cubicBezTo>
                      <a:pt x="5555" y="6747"/>
                      <a:pt x="4925" y="7781"/>
                      <a:pt x="4453" y="8973"/>
                    </a:cubicBezTo>
                    <a:cubicBezTo>
                      <a:pt x="3981" y="10165"/>
                      <a:pt x="3688" y="11425"/>
                      <a:pt x="3531" y="12752"/>
                    </a:cubicBezTo>
                    <a:lnTo>
                      <a:pt x="21770" y="12752"/>
                    </a:lnTo>
                    <a:close/>
                  </a:path>
                </a:pathLst>
              </a:custGeom>
              <a:solidFill>
                <a:srgbClr val="231F20"/>
              </a:solidFill>
              <a:ln w="2249" cap="flat">
                <a:noFill/>
                <a:prstDash val="solid"/>
                <a:miter/>
              </a:ln>
            </p:spPr>
            <p:txBody>
              <a:bodyPr rtlCol="0" anchor="ctr"/>
              <a:lstStyle/>
              <a:p>
                <a:endParaRPr lang="en-US"/>
              </a:p>
            </p:txBody>
          </p:sp>
          <p:sp>
            <p:nvSpPr>
              <p:cNvPr id="18251" name="Freeform 18250">
                <a:extLst>
                  <a:ext uri="{FF2B5EF4-FFF2-40B4-BE49-F238E27FC236}">
                    <a16:creationId xmlns:a16="http://schemas.microsoft.com/office/drawing/2014/main" id="{73FA86DC-B919-BC17-5E6B-0AF6ED130F12}"/>
                  </a:ext>
                </a:extLst>
              </p:cNvPr>
              <p:cNvSpPr/>
              <p:nvPr/>
            </p:nvSpPr>
            <p:spPr>
              <a:xfrm>
                <a:off x="4291999" y="4810872"/>
                <a:ext cx="25683" cy="39626"/>
              </a:xfrm>
              <a:custGeom>
                <a:avLst/>
                <a:gdLst>
                  <a:gd name="connsiteX0" fmla="*/ 22445 w 25683"/>
                  <a:gd name="connsiteY0" fmla="*/ 0 h 39626"/>
                  <a:gd name="connsiteX1" fmla="*/ 25683 w 25683"/>
                  <a:gd name="connsiteY1" fmla="*/ 0 h 39626"/>
                  <a:gd name="connsiteX2" fmla="*/ 25683 w 25683"/>
                  <a:gd name="connsiteY2" fmla="*/ 38862 h 39626"/>
                  <a:gd name="connsiteX3" fmla="*/ 22445 w 25683"/>
                  <a:gd name="connsiteY3" fmla="*/ 38862 h 39626"/>
                  <a:gd name="connsiteX4" fmla="*/ 22445 w 25683"/>
                  <a:gd name="connsiteY4" fmla="*/ 33959 h 39626"/>
                  <a:gd name="connsiteX5" fmla="*/ 22332 w 25683"/>
                  <a:gd name="connsiteY5" fmla="*/ 33959 h 39626"/>
                  <a:gd name="connsiteX6" fmla="*/ 20533 w 25683"/>
                  <a:gd name="connsiteY6" fmla="*/ 36411 h 39626"/>
                  <a:gd name="connsiteX7" fmla="*/ 18104 w 25683"/>
                  <a:gd name="connsiteY7" fmla="*/ 38165 h 39626"/>
                  <a:gd name="connsiteX8" fmla="*/ 15383 w 25683"/>
                  <a:gd name="connsiteY8" fmla="*/ 39244 h 39626"/>
                  <a:gd name="connsiteX9" fmla="*/ 12639 w 25683"/>
                  <a:gd name="connsiteY9" fmla="*/ 39627 h 39626"/>
                  <a:gd name="connsiteX10" fmla="*/ 6859 w 25683"/>
                  <a:gd name="connsiteY10" fmla="*/ 38502 h 39626"/>
                  <a:gd name="connsiteX11" fmla="*/ 2946 w 25683"/>
                  <a:gd name="connsiteY11" fmla="*/ 35399 h 39626"/>
                  <a:gd name="connsiteX12" fmla="*/ 697 w 25683"/>
                  <a:gd name="connsiteY12" fmla="*/ 30721 h 39626"/>
                  <a:gd name="connsiteX13" fmla="*/ 0 w 25683"/>
                  <a:gd name="connsiteY13" fmla="*/ 24941 h 39626"/>
                  <a:gd name="connsiteX14" fmla="*/ 765 w 25683"/>
                  <a:gd name="connsiteY14" fmla="*/ 19319 h 39626"/>
                  <a:gd name="connsiteX15" fmla="*/ 3059 w 25683"/>
                  <a:gd name="connsiteY15" fmla="*/ 14596 h 39626"/>
                  <a:gd name="connsiteX16" fmla="*/ 6949 w 25683"/>
                  <a:gd name="connsiteY16" fmla="*/ 11357 h 39626"/>
                  <a:gd name="connsiteX17" fmla="*/ 12482 w 25683"/>
                  <a:gd name="connsiteY17" fmla="*/ 10143 h 39626"/>
                  <a:gd name="connsiteX18" fmla="*/ 18171 w 25683"/>
                  <a:gd name="connsiteY18" fmla="*/ 11470 h 39626"/>
                  <a:gd name="connsiteX19" fmla="*/ 22467 w 25683"/>
                  <a:gd name="connsiteY19" fmla="*/ 15383 h 39626"/>
                  <a:gd name="connsiteX20" fmla="*/ 22467 w 25683"/>
                  <a:gd name="connsiteY20" fmla="*/ 0 h 39626"/>
                  <a:gd name="connsiteX21" fmla="*/ 22445 w 25683"/>
                  <a:gd name="connsiteY21" fmla="*/ 24784 h 39626"/>
                  <a:gd name="connsiteX22" fmla="*/ 21792 w 25683"/>
                  <a:gd name="connsiteY22" fmla="*/ 20286 h 39626"/>
                  <a:gd name="connsiteX23" fmla="*/ 19926 w 25683"/>
                  <a:gd name="connsiteY23" fmla="*/ 16552 h 39626"/>
                  <a:gd name="connsiteX24" fmla="*/ 16957 w 25683"/>
                  <a:gd name="connsiteY24" fmla="*/ 14011 h 39626"/>
                  <a:gd name="connsiteX25" fmla="*/ 12999 w 25683"/>
                  <a:gd name="connsiteY25" fmla="*/ 13067 h 39626"/>
                  <a:gd name="connsiteX26" fmla="*/ 8636 w 25683"/>
                  <a:gd name="connsiteY26" fmla="*/ 14056 h 39626"/>
                  <a:gd name="connsiteX27" fmla="*/ 5622 w 25683"/>
                  <a:gd name="connsiteY27" fmla="*/ 16777 h 39626"/>
                  <a:gd name="connsiteX28" fmla="*/ 3891 w 25683"/>
                  <a:gd name="connsiteY28" fmla="*/ 20803 h 39626"/>
                  <a:gd name="connsiteX29" fmla="*/ 3463 w 25683"/>
                  <a:gd name="connsiteY29" fmla="*/ 25751 h 39626"/>
                  <a:gd name="connsiteX30" fmla="*/ 4183 w 25683"/>
                  <a:gd name="connsiteY30" fmla="*/ 30428 h 39626"/>
                  <a:gd name="connsiteX31" fmla="*/ 6207 w 25683"/>
                  <a:gd name="connsiteY31" fmla="*/ 33847 h 39626"/>
                  <a:gd name="connsiteX32" fmla="*/ 9221 w 25683"/>
                  <a:gd name="connsiteY32" fmla="*/ 35983 h 39626"/>
                  <a:gd name="connsiteX33" fmla="*/ 12999 w 25683"/>
                  <a:gd name="connsiteY33" fmla="*/ 36703 h 39626"/>
                  <a:gd name="connsiteX34" fmla="*/ 17047 w 25683"/>
                  <a:gd name="connsiteY34" fmla="*/ 35781 h 39626"/>
                  <a:gd name="connsiteX35" fmla="*/ 20016 w 25683"/>
                  <a:gd name="connsiteY35" fmla="*/ 33262 h 39626"/>
                  <a:gd name="connsiteX36" fmla="*/ 21815 w 25683"/>
                  <a:gd name="connsiteY36" fmla="*/ 29484 h 39626"/>
                  <a:gd name="connsiteX37" fmla="*/ 22445 w 25683"/>
                  <a:gd name="connsiteY37" fmla="*/ 24761 h 3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683" h="39626">
                    <a:moveTo>
                      <a:pt x="22445" y="0"/>
                    </a:moveTo>
                    <a:lnTo>
                      <a:pt x="25683" y="0"/>
                    </a:lnTo>
                    <a:lnTo>
                      <a:pt x="25683" y="38862"/>
                    </a:lnTo>
                    <a:lnTo>
                      <a:pt x="22445" y="38862"/>
                    </a:lnTo>
                    <a:lnTo>
                      <a:pt x="22445" y="33959"/>
                    </a:lnTo>
                    <a:lnTo>
                      <a:pt x="22332" y="33959"/>
                    </a:lnTo>
                    <a:cubicBezTo>
                      <a:pt x="21860" y="34904"/>
                      <a:pt x="21253" y="35713"/>
                      <a:pt x="20533" y="36411"/>
                    </a:cubicBezTo>
                    <a:cubicBezTo>
                      <a:pt x="19791" y="37108"/>
                      <a:pt x="18981" y="37693"/>
                      <a:pt x="18104" y="38165"/>
                    </a:cubicBezTo>
                    <a:cubicBezTo>
                      <a:pt x="17227" y="38637"/>
                      <a:pt x="16305" y="38997"/>
                      <a:pt x="15383" y="39244"/>
                    </a:cubicBezTo>
                    <a:cubicBezTo>
                      <a:pt x="14438" y="39492"/>
                      <a:pt x="13539" y="39627"/>
                      <a:pt x="12639" y="39627"/>
                    </a:cubicBezTo>
                    <a:cubicBezTo>
                      <a:pt x="10368" y="39627"/>
                      <a:pt x="8456" y="39244"/>
                      <a:pt x="6859" y="38502"/>
                    </a:cubicBezTo>
                    <a:cubicBezTo>
                      <a:pt x="5285" y="37738"/>
                      <a:pt x="3981" y="36703"/>
                      <a:pt x="2946" y="35399"/>
                    </a:cubicBezTo>
                    <a:cubicBezTo>
                      <a:pt x="1912" y="34094"/>
                      <a:pt x="1170" y="32520"/>
                      <a:pt x="697" y="30721"/>
                    </a:cubicBezTo>
                    <a:cubicBezTo>
                      <a:pt x="225" y="28922"/>
                      <a:pt x="0" y="26987"/>
                      <a:pt x="0" y="24941"/>
                    </a:cubicBezTo>
                    <a:cubicBezTo>
                      <a:pt x="0" y="23007"/>
                      <a:pt x="247" y="21118"/>
                      <a:pt x="765" y="19319"/>
                    </a:cubicBezTo>
                    <a:cubicBezTo>
                      <a:pt x="1259" y="17519"/>
                      <a:pt x="2024" y="15945"/>
                      <a:pt x="3059" y="14596"/>
                    </a:cubicBezTo>
                    <a:cubicBezTo>
                      <a:pt x="4093" y="13246"/>
                      <a:pt x="5375" y="12167"/>
                      <a:pt x="6949" y="11357"/>
                    </a:cubicBezTo>
                    <a:cubicBezTo>
                      <a:pt x="8524" y="10548"/>
                      <a:pt x="10368" y="10143"/>
                      <a:pt x="12482" y="10143"/>
                    </a:cubicBezTo>
                    <a:cubicBezTo>
                      <a:pt x="14461" y="10143"/>
                      <a:pt x="16350" y="10593"/>
                      <a:pt x="18171" y="11470"/>
                    </a:cubicBezTo>
                    <a:cubicBezTo>
                      <a:pt x="19993" y="12347"/>
                      <a:pt x="21410" y="13651"/>
                      <a:pt x="22467" y="15383"/>
                    </a:cubicBezTo>
                    <a:lnTo>
                      <a:pt x="22467" y="0"/>
                    </a:lnTo>
                    <a:close/>
                    <a:moveTo>
                      <a:pt x="22445" y="24784"/>
                    </a:moveTo>
                    <a:cubicBezTo>
                      <a:pt x="22445" y="23209"/>
                      <a:pt x="22220" y="21703"/>
                      <a:pt x="21792" y="20286"/>
                    </a:cubicBezTo>
                    <a:cubicBezTo>
                      <a:pt x="21365" y="18869"/>
                      <a:pt x="20735" y="17632"/>
                      <a:pt x="19926" y="16552"/>
                    </a:cubicBezTo>
                    <a:cubicBezTo>
                      <a:pt x="19116" y="15473"/>
                      <a:pt x="18126" y="14641"/>
                      <a:pt x="16957" y="14011"/>
                    </a:cubicBezTo>
                    <a:cubicBezTo>
                      <a:pt x="15788" y="13381"/>
                      <a:pt x="14461" y="13067"/>
                      <a:pt x="12999" y="13067"/>
                    </a:cubicBezTo>
                    <a:cubicBezTo>
                      <a:pt x="11312" y="13067"/>
                      <a:pt x="9850" y="13404"/>
                      <a:pt x="8636" y="14056"/>
                    </a:cubicBezTo>
                    <a:cubicBezTo>
                      <a:pt x="7422" y="14731"/>
                      <a:pt x="6409" y="15630"/>
                      <a:pt x="5622" y="16777"/>
                    </a:cubicBezTo>
                    <a:cubicBezTo>
                      <a:pt x="4835" y="17924"/>
                      <a:pt x="4251" y="19274"/>
                      <a:pt x="3891" y="20803"/>
                    </a:cubicBezTo>
                    <a:cubicBezTo>
                      <a:pt x="3531" y="22332"/>
                      <a:pt x="3396" y="23974"/>
                      <a:pt x="3463" y="25751"/>
                    </a:cubicBezTo>
                    <a:cubicBezTo>
                      <a:pt x="3463" y="27505"/>
                      <a:pt x="3711" y="29079"/>
                      <a:pt x="4183" y="30428"/>
                    </a:cubicBezTo>
                    <a:cubicBezTo>
                      <a:pt x="4678" y="31778"/>
                      <a:pt x="5353" y="32925"/>
                      <a:pt x="6207" y="33847"/>
                    </a:cubicBezTo>
                    <a:cubicBezTo>
                      <a:pt x="7062" y="34792"/>
                      <a:pt x="8074" y="35489"/>
                      <a:pt x="9221" y="35983"/>
                    </a:cubicBezTo>
                    <a:cubicBezTo>
                      <a:pt x="10368" y="36478"/>
                      <a:pt x="11627" y="36703"/>
                      <a:pt x="12999" y="36703"/>
                    </a:cubicBezTo>
                    <a:cubicBezTo>
                      <a:pt x="14506" y="36703"/>
                      <a:pt x="15855" y="36388"/>
                      <a:pt x="17047" y="35781"/>
                    </a:cubicBezTo>
                    <a:cubicBezTo>
                      <a:pt x="18239" y="35174"/>
                      <a:pt x="19229" y="34342"/>
                      <a:pt x="20016" y="33262"/>
                    </a:cubicBezTo>
                    <a:cubicBezTo>
                      <a:pt x="20803" y="32205"/>
                      <a:pt x="21410" y="30946"/>
                      <a:pt x="21815" y="29484"/>
                    </a:cubicBezTo>
                    <a:cubicBezTo>
                      <a:pt x="22220" y="28022"/>
                      <a:pt x="22445" y="26448"/>
                      <a:pt x="22445" y="24761"/>
                    </a:cubicBezTo>
                    <a:close/>
                  </a:path>
                </a:pathLst>
              </a:custGeom>
              <a:solidFill>
                <a:srgbClr val="231F20"/>
              </a:solidFill>
              <a:ln w="2249" cap="flat">
                <a:noFill/>
                <a:prstDash val="solid"/>
                <a:miter/>
              </a:ln>
            </p:spPr>
            <p:txBody>
              <a:bodyPr rtlCol="0" anchor="ctr"/>
              <a:lstStyle/>
              <a:p>
                <a:endParaRPr lang="en-US"/>
              </a:p>
            </p:txBody>
          </p:sp>
        </p:grpSp>
      </p:grpSp>
      <p:grpSp>
        <p:nvGrpSpPr>
          <p:cNvPr id="17759" name="Group 17758">
            <a:extLst>
              <a:ext uri="{FF2B5EF4-FFF2-40B4-BE49-F238E27FC236}">
                <a16:creationId xmlns:a16="http://schemas.microsoft.com/office/drawing/2014/main" id="{C7FD0883-2D9A-71EB-BC37-D064F395B191}"/>
              </a:ext>
            </a:extLst>
          </p:cNvPr>
          <p:cNvGrpSpPr/>
          <p:nvPr/>
        </p:nvGrpSpPr>
        <p:grpSpPr>
          <a:xfrm>
            <a:off x="8255717" y="1304893"/>
            <a:ext cx="1746299" cy="3740729"/>
            <a:chOff x="6625901" y="1504538"/>
            <a:chExt cx="1829456" cy="3918859"/>
          </a:xfrm>
        </p:grpSpPr>
        <p:sp>
          <p:nvSpPr>
            <p:cNvPr id="3" name="Freeform 2">
              <a:extLst>
                <a:ext uri="{FF2B5EF4-FFF2-40B4-BE49-F238E27FC236}">
                  <a16:creationId xmlns:a16="http://schemas.microsoft.com/office/drawing/2014/main" id="{AE17AD65-799A-1D5B-7D89-7F869BD6E3CA}"/>
                </a:ext>
              </a:extLst>
            </p:cNvPr>
            <p:cNvSpPr/>
            <p:nvPr/>
          </p:nvSpPr>
          <p:spPr>
            <a:xfrm>
              <a:off x="8229400" y="3088482"/>
              <a:ext cx="45689" cy="60863"/>
            </a:xfrm>
            <a:custGeom>
              <a:avLst/>
              <a:gdLst>
                <a:gd name="connsiteX0" fmla="*/ 0 w 11514"/>
                <a:gd name="connsiteY0" fmla="*/ 0 h 15338"/>
                <a:gd name="connsiteX1" fmla="*/ 11515 w 11514"/>
                <a:gd name="connsiteY1" fmla="*/ 7669 h 15338"/>
                <a:gd name="connsiteX2" fmla="*/ 0 w 11514"/>
                <a:gd name="connsiteY2" fmla="*/ 15338 h 15338"/>
              </a:gdLst>
              <a:ahLst/>
              <a:cxnLst>
                <a:cxn ang="0">
                  <a:pos x="connsiteX0" y="connsiteY0"/>
                </a:cxn>
                <a:cxn ang="0">
                  <a:pos x="connsiteX1" y="connsiteY1"/>
                </a:cxn>
                <a:cxn ang="0">
                  <a:pos x="connsiteX2" y="connsiteY2"/>
                </a:cxn>
              </a:cxnLst>
              <a:rect l="l" t="t" r="r" b="b"/>
              <a:pathLst>
                <a:path w="11514" h="15338">
                  <a:moveTo>
                    <a:pt x="0" y="0"/>
                  </a:moveTo>
                  <a:lnTo>
                    <a:pt x="11515" y="7669"/>
                  </a:lnTo>
                  <a:lnTo>
                    <a:pt x="0" y="15338"/>
                  </a:lnTo>
                </a:path>
              </a:pathLst>
            </a:custGeom>
            <a:noFill/>
            <a:ln w="2249" cap="flat">
              <a:noFill/>
              <a:prstDash val="solid"/>
              <a:miter/>
            </a:ln>
          </p:spPr>
          <p:txBody>
            <a:bodyPr rtlCol="0" anchor="ctr"/>
            <a:lstStyle/>
            <a:p>
              <a:endParaRPr lang="en-US"/>
            </a:p>
          </p:txBody>
        </p:sp>
        <p:sp>
          <p:nvSpPr>
            <p:cNvPr id="52" name="Freeform 51">
              <a:extLst>
                <a:ext uri="{FF2B5EF4-FFF2-40B4-BE49-F238E27FC236}">
                  <a16:creationId xmlns:a16="http://schemas.microsoft.com/office/drawing/2014/main" id="{AD1631BC-6158-AB1B-C995-07C58D29CEA8}"/>
                </a:ext>
              </a:extLst>
            </p:cNvPr>
            <p:cNvSpPr/>
            <p:nvPr/>
          </p:nvSpPr>
          <p:spPr>
            <a:xfrm>
              <a:off x="6682935" y="3410288"/>
              <a:ext cx="922220" cy="527324"/>
            </a:xfrm>
            <a:custGeom>
              <a:avLst/>
              <a:gdLst>
                <a:gd name="connsiteX0" fmla="*/ 0 w 232407"/>
                <a:gd name="connsiteY0" fmla="*/ 132891 h 132890"/>
                <a:gd name="connsiteX1" fmla="*/ 232407 w 232407"/>
                <a:gd name="connsiteY1" fmla="*/ 0 h 132890"/>
              </a:gdLst>
              <a:ahLst/>
              <a:cxnLst>
                <a:cxn ang="0">
                  <a:pos x="connsiteX0" y="connsiteY0"/>
                </a:cxn>
                <a:cxn ang="0">
                  <a:pos x="connsiteX1" y="connsiteY1"/>
                </a:cxn>
              </a:cxnLst>
              <a:rect l="l" t="t" r="r" b="b"/>
              <a:pathLst>
                <a:path w="232407" h="132890">
                  <a:moveTo>
                    <a:pt x="0" y="132891"/>
                  </a:moveTo>
                  <a:lnTo>
                    <a:pt x="232407" y="0"/>
                  </a:lnTo>
                </a:path>
              </a:pathLst>
            </a:custGeom>
            <a:ln w="4498" cap="flat">
              <a:solidFill>
                <a:srgbClr val="B3B3B3">
                  <a:alpha val="40000"/>
                </a:srgbClr>
              </a:solidFill>
              <a:prstDash val="solid"/>
              <a:round/>
            </a:ln>
          </p:spPr>
          <p:txBody>
            <a:bodyPr rtlCol="0" anchor="ctr"/>
            <a:lstStyle/>
            <a:p>
              <a:endParaRPr lang="en-US"/>
            </a:p>
          </p:txBody>
        </p:sp>
        <p:sp>
          <p:nvSpPr>
            <p:cNvPr id="54" name="Freeform 53">
              <a:extLst>
                <a:ext uri="{FF2B5EF4-FFF2-40B4-BE49-F238E27FC236}">
                  <a16:creationId xmlns:a16="http://schemas.microsoft.com/office/drawing/2014/main" id="{582E6816-0E01-B2AD-1A5C-5667E13D4D97}"/>
                </a:ext>
              </a:extLst>
            </p:cNvPr>
            <p:cNvSpPr/>
            <p:nvPr/>
          </p:nvSpPr>
          <p:spPr>
            <a:xfrm>
              <a:off x="6825545" y="3367988"/>
              <a:ext cx="901248" cy="518134"/>
            </a:xfrm>
            <a:custGeom>
              <a:avLst/>
              <a:gdLst>
                <a:gd name="connsiteX0" fmla="*/ 0 w 227122"/>
                <a:gd name="connsiteY0" fmla="*/ 130574 h 130574"/>
                <a:gd name="connsiteX1" fmla="*/ 227122 w 227122"/>
                <a:gd name="connsiteY1" fmla="*/ 0 h 130574"/>
              </a:gdLst>
              <a:ahLst/>
              <a:cxnLst>
                <a:cxn ang="0">
                  <a:pos x="connsiteX0" y="connsiteY0"/>
                </a:cxn>
                <a:cxn ang="0">
                  <a:pos x="connsiteX1" y="connsiteY1"/>
                </a:cxn>
              </a:cxnLst>
              <a:rect l="l" t="t" r="r" b="b"/>
              <a:pathLst>
                <a:path w="227122" h="130574">
                  <a:moveTo>
                    <a:pt x="0" y="130574"/>
                  </a:moveTo>
                  <a:lnTo>
                    <a:pt x="227122" y="0"/>
                  </a:lnTo>
                </a:path>
              </a:pathLst>
            </a:custGeom>
            <a:ln w="4498" cap="flat">
              <a:solidFill>
                <a:srgbClr val="B3B3B3">
                  <a:alpha val="40000"/>
                </a:srgbClr>
              </a:solidFill>
              <a:prstDash val="solid"/>
              <a:round/>
            </a:ln>
          </p:spPr>
          <p:txBody>
            <a:bodyPr rtlCol="0" anchor="ctr"/>
            <a:lstStyle/>
            <a:p>
              <a:endParaRPr lang="en-US"/>
            </a:p>
          </p:txBody>
        </p:sp>
        <p:sp>
          <p:nvSpPr>
            <p:cNvPr id="56" name="Freeform 55">
              <a:extLst>
                <a:ext uri="{FF2B5EF4-FFF2-40B4-BE49-F238E27FC236}">
                  <a16:creationId xmlns:a16="http://schemas.microsoft.com/office/drawing/2014/main" id="{7CD5BF5C-BE28-52AB-AF88-BBE4AF247542}"/>
                </a:ext>
              </a:extLst>
            </p:cNvPr>
            <p:cNvSpPr/>
            <p:nvPr/>
          </p:nvSpPr>
          <p:spPr>
            <a:xfrm>
              <a:off x="6662499" y="3125072"/>
              <a:ext cx="985757" cy="84779"/>
            </a:xfrm>
            <a:custGeom>
              <a:avLst/>
              <a:gdLst>
                <a:gd name="connsiteX0" fmla="*/ 0 w 248419"/>
                <a:gd name="connsiteY0" fmla="*/ 0 h 21365"/>
                <a:gd name="connsiteX1" fmla="*/ 248420 w 248419"/>
                <a:gd name="connsiteY1" fmla="*/ 21365 h 21365"/>
              </a:gdLst>
              <a:ahLst/>
              <a:cxnLst>
                <a:cxn ang="0">
                  <a:pos x="connsiteX0" y="connsiteY0"/>
                </a:cxn>
                <a:cxn ang="0">
                  <a:pos x="connsiteX1" y="connsiteY1"/>
                </a:cxn>
              </a:cxnLst>
              <a:rect l="l" t="t" r="r" b="b"/>
              <a:pathLst>
                <a:path w="248419" h="21365">
                  <a:moveTo>
                    <a:pt x="0" y="0"/>
                  </a:moveTo>
                  <a:lnTo>
                    <a:pt x="248420" y="21365"/>
                  </a:lnTo>
                </a:path>
              </a:pathLst>
            </a:custGeom>
            <a:ln w="4498" cap="flat">
              <a:solidFill>
                <a:srgbClr val="B3B3B3">
                  <a:alpha val="40000"/>
                </a:srgbClr>
              </a:solidFill>
              <a:prstDash val="solid"/>
              <a:round/>
            </a:ln>
          </p:spPr>
          <p:txBody>
            <a:bodyPr rtlCol="0" anchor="ctr"/>
            <a:lstStyle/>
            <a:p>
              <a:endParaRPr lang="en-US"/>
            </a:p>
          </p:txBody>
        </p:sp>
        <p:sp>
          <p:nvSpPr>
            <p:cNvPr id="58" name="Freeform 57">
              <a:extLst>
                <a:ext uri="{FF2B5EF4-FFF2-40B4-BE49-F238E27FC236}">
                  <a16:creationId xmlns:a16="http://schemas.microsoft.com/office/drawing/2014/main" id="{3076E618-0475-00EF-86F3-8AB5B6531A8C}"/>
                </a:ext>
              </a:extLst>
            </p:cNvPr>
            <p:cNvSpPr/>
            <p:nvPr/>
          </p:nvSpPr>
          <p:spPr>
            <a:xfrm>
              <a:off x="6703371" y="3513095"/>
              <a:ext cx="934890" cy="102358"/>
            </a:xfrm>
            <a:custGeom>
              <a:avLst/>
              <a:gdLst>
                <a:gd name="connsiteX0" fmla="*/ 0 w 235600"/>
                <a:gd name="connsiteY0" fmla="*/ 25796 h 25795"/>
                <a:gd name="connsiteX1" fmla="*/ 235601 w 235600"/>
                <a:gd name="connsiteY1" fmla="*/ 0 h 25795"/>
              </a:gdLst>
              <a:ahLst/>
              <a:cxnLst>
                <a:cxn ang="0">
                  <a:pos x="connsiteX0" y="connsiteY0"/>
                </a:cxn>
                <a:cxn ang="0">
                  <a:pos x="connsiteX1" y="connsiteY1"/>
                </a:cxn>
              </a:cxnLst>
              <a:rect l="l" t="t" r="r" b="b"/>
              <a:pathLst>
                <a:path w="235600" h="25795">
                  <a:moveTo>
                    <a:pt x="0" y="25796"/>
                  </a:moveTo>
                  <a:lnTo>
                    <a:pt x="235601" y="0"/>
                  </a:lnTo>
                </a:path>
              </a:pathLst>
            </a:custGeom>
            <a:ln w="4498" cap="flat">
              <a:solidFill>
                <a:srgbClr val="B3B3B3">
                  <a:alpha val="40000"/>
                </a:srgbClr>
              </a:solidFill>
              <a:prstDash val="solid"/>
              <a:round/>
            </a:ln>
          </p:spPr>
          <p:txBody>
            <a:bodyPr rtlCol="0" anchor="ctr"/>
            <a:lstStyle/>
            <a:p>
              <a:endParaRPr lang="en-US"/>
            </a:p>
          </p:txBody>
        </p:sp>
        <p:sp>
          <p:nvSpPr>
            <p:cNvPr id="60" name="Freeform 59">
              <a:extLst>
                <a:ext uri="{FF2B5EF4-FFF2-40B4-BE49-F238E27FC236}">
                  <a16:creationId xmlns:a16="http://schemas.microsoft.com/office/drawing/2014/main" id="{30DABDE2-BAEC-23D6-D2B9-EF3C8B8A7F4D}"/>
                </a:ext>
              </a:extLst>
            </p:cNvPr>
            <p:cNvSpPr/>
            <p:nvPr/>
          </p:nvSpPr>
          <p:spPr>
            <a:xfrm>
              <a:off x="6832327" y="3510329"/>
              <a:ext cx="837262" cy="107445"/>
            </a:xfrm>
            <a:custGeom>
              <a:avLst/>
              <a:gdLst>
                <a:gd name="connsiteX0" fmla="*/ 0 w 210997"/>
                <a:gd name="connsiteY0" fmla="*/ 0 h 27077"/>
                <a:gd name="connsiteX1" fmla="*/ 210997 w 210997"/>
                <a:gd name="connsiteY1" fmla="*/ 27077 h 27077"/>
              </a:gdLst>
              <a:ahLst/>
              <a:cxnLst>
                <a:cxn ang="0">
                  <a:pos x="connsiteX0" y="connsiteY0"/>
                </a:cxn>
                <a:cxn ang="0">
                  <a:pos x="connsiteX1" y="connsiteY1"/>
                </a:cxn>
              </a:cxnLst>
              <a:rect l="l" t="t" r="r" b="b"/>
              <a:pathLst>
                <a:path w="210997" h="27077">
                  <a:moveTo>
                    <a:pt x="0" y="0"/>
                  </a:moveTo>
                  <a:lnTo>
                    <a:pt x="210997" y="27077"/>
                  </a:lnTo>
                </a:path>
              </a:pathLst>
            </a:custGeom>
            <a:ln w="4498" cap="flat">
              <a:solidFill>
                <a:srgbClr val="B3B3B3">
                  <a:alpha val="40000"/>
                </a:srgbClr>
              </a:solidFill>
              <a:prstDash val="solid"/>
              <a:round/>
            </a:ln>
          </p:spPr>
          <p:txBody>
            <a:bodyPr rtlCol="0" anchor="ctr"/>
            <a:lstStyle/>
            <a:p>
              <a:endParaRPr lang="en-US"/>
            </a:p>
          </p:txBody>
        </p:sp>
        <p:sp>
          <p:nvSpPr>
            <p:cNvPr id="62" name="Freeform 61">
              <a:extLst>
                <a:ext uri="{FF2B5EF4-FFF2-40B4-BE49-F238E27FC236}">
                  <a16:creationId xmlns:a16="http://schemas.microsoft.com/office/drawing/2014/main" id="{FE4EFC0C-84BE-8458-BDE8-69E3F6FD2741}"/>
                </a:ext>
              </a:extLst>
            </p:cNvPr>
            <p:cNvSpPr/>
            <p:nvPr/>
          </p:nvSpPr>
          <p:spPr>
            <a:xfrm>
              <a:off x="6661697" y="2952391"/>
              <a:ext cx="1097309" cy="291729"/>
            </a:xfrm>
            <a:custGeom>
              <a:avLst/>
              <a:gdLst>
                <a:gd name="connsiteX0" fmla="*/ 0 w 276531"/>
                <a:gd name="connsiteY0" fmla="*/ 0 h 73518"/>
                <a:gd name="connsiteX1" fmla="*/ 276532 w 276531"/>
                <a:gd name="connsiteY1" fmla="*/ 73518 h 73518"/>
              </a:gdLst>
              <a:ahLst/>
              <a:cxnLst>
                <a:cxn ang="0">
                  <a:pos x="connsiteX0" y="connsiteY0"/>
                </a:cxn>
                <a:cxn ang="0">
                  <a:pos x="connsiteX1" y="connsiteY1"/>
                </a:cxn>
              </a:cxnLst>
              <a:rect l="l" t="t" r="r" b="b"/>
              <a:pathLst>
                <a:path w="276531" h="73518">
                  <a:moveTo>
                    <a:pt x="0" y="0"/>
                  </a:moveTo>
                  <a:lnTo>
                    <a:pt x="276532" y="73518"/>
                  </a:lnTo>
                </a:path>
              </a:pathLst>
            </a:custGeom>
            <a:ln w="4498" cap="flat">
              <a:solidFill>
                <a:srgbClr val="B3B3B3">
                  <a:alpha val="40000"/>
                </a:srgbClr>
              </a:solidFill>
              <a:prstDash val="solid"/>
              <a:round/>
            </a:ln>
          </p:spPr>
          <p:txBody>
            <a:bodyPr rtlCol="0" anchor="ctr"/>
            <a:lstStyle/>
            <a:p>
              <a:endParaRPr lang="en-US"/>
            </a:p>
          </p:txBody>
        </p:sp>
        <p:sp>
          <p:nvSpPr>
            <p:cNvPr id="18113" name="Freeform 18112">
              <a:extLst>
                <a:ext uri="{FF2B5EF4-FFF2-40B4-BE49-F238E27FC236}">
                  <a16:creationId xmlns:a16="http://schemas.microsoft.com/office/drawing/2014/main" id="{0C988DE6-F830-2981-AB9E-61D5BA47F79D}"/>
                </a:ext>
              </a:extLst>
            </p:cNvPr>
            <p:cNvSpPr/>
            <p:nvPr/>
          </p:nvSpPr>
          <p:spPr>
            <a:xfrm>
              <a:off x="6835001" y="3848373"/>
              <a:ext cx="845651" cy="316807"/>
            </a:xfrm>
            <a:custGeom>
              <a:avLst/>
              <a:gdLst>
                <a:gd name="connsiteX0" fmla="*/ 0 w 213111"/>
                <a:gd name="connsiteY0" fmla="*/ 0 h 79838"/>
                <a:gd name="connsiteX1" fmla="*/ 213111 w 213111"/>
                <a:gd name="connsiteY1" fmla="*/ 79838 h 79838"/>
              </a:gdLst>
              <a:ahLst/>
              <a:cxnLst>
                <a:cxn ang="0">
                  <a:pos x="connsiteX0" y="connsiteY0"/>
                </a:cxn>
                <a:cxn ang="0">
                  <a:pos x="connsiteX1" y="connsiteY1"/>
                </a:cxn>
              </a:cxnLst>
              <a:rect l="l" t="t" r="r" b="b"/>
              <a:pathLst>
                <a:path w="213111" h="79838">
                  <a:moveTo>
                    <a:pt x="0" y="0"/>
                  </a:moveTo>
                  <a:lnTo>
                    <a:pt x="213111" y="79838"/>
                  </a:lnTo>
                </a:path>
              </a:pathLst>
            </a:custGeom>
            <a:ln w="4498" cap="flat">
              <a:solidFill>
                <a:srgbClr val="B3B3B3">
                  <a:alpha val="40000"/>
                </a:srgbClr>
              </a:solidFill>
              <a:prstDash val="solid"/>
              <a:round/>
            </a:ln>
          </p:spPr>
          <p:txBody>
            <a:bodyPr rtlCol="0" anchor="ctr"/>
            <a:lstStyle/>
            <a:p>
              <a:endParaRPr lang="en-US"/>
            </a:p>
          </p:txBody>
        </p:sp>
        <p:sp>
          <p:nvSpPr>
            <p:cNvPr id="18115" name="Freeform 18114">
              <a:extLst>
                <a:ext uri="{FF2B5EF4-FFF2-40B4-BE49-F238E27FC236}">
                  <a16:creationId xmlns:a16="http://schemas.microsoft.com/office/drawing/2014/main" id="{6002EF62-743F-3772-6D10-BDA4773E4D2E}"/>
                </a:ext>
              </a:extLst>
            </p:cNvPr>
            <p:cNvSpPr/>
            <p:nvPr/>
          </p:nvSpPr>
          <p:spPr>
            <a:xfrm>
              <a:off x="6817065" y="2849497"/>
              <a:ext cx="847972" cy="1319611"/>
            </a:xfrm>
            <a:custGeom>
              <a:avLst/>
              <a:gdLst>
                <a:gd name="connsiteX0" fmla="*/ 0 w 213696"/>
                <a:gd name="connsiteY0" fmla="*/ 0 h 332553"/>
                <a:gd name="connsiteX1" fmla="*/ 213696 w 213696"/>
                <a:gd name="connsiteY1" fmla="*/ 332554 h 332553"/>
              </a:gdLst>
              <a:ahLst/>
              <a:cxnLst>
                <a:cxn ang="0">
                  <a:pos x="connsiteX0" y="connsiteY0"/>
                </a:cxn>
                <a:cxn ang="0">
                  <a:pos x="connsiteX1" y="connsiteY1"/>
                </a:cxn>
              </a:cxnLst>
              <a:rect l="l" t="t" r="r" b="b"/>
              <a:pathLst>
                <a:path w="213696" h="332553">
                  <a:moveTo>
                    <a:pt x="0" y="0"/>
                  </a:moveTo>
                  <a:lnTo>
                    <a:pt x="213696" y="332554"/>
                  </a:lnTo>
                </a:path>
              </a:pathLst>
            </a:custGeom>
            <a:ln w="4498" cap="flat">
              <a:solidFill>
                <a:srgbClr val="B3B3B3">
                  <a:alpha val="40000"/>
                </a:srgbClr>
              </a:solidFill>
              <a:prstDash val="solid"/>
              <a:round/>
            </a:ln>
          </p:spPr>
          <p:txBody>
            <a:bodyPr rtlCol="0" anchor="ctr"/>
            <a:lstStyle/>
            <a:p>
              <a:endParaRPr lang="en-US"/>
            </a:p>
          </p:txBody>
        </p:sp>
        <p:sp>
          <p:nvSpPr>
            <p:cNvPr id="18119" name="Freeform 18118">
              <a:extLst>
                <a:ext uri="{FF2B5EF4-FFF2-40B4-BE49-F238E27FC236}">
                  <a16:creationId xmlns:a16="http://schemas.microsoft.com/office/drawing/2014/main" id="{FFC55184-1150-83CD-2319-C85F1F95A762}"/>
                </a:ext>
              </a:extLst>
            </p:cNvPr>
            <p:cNvSpPr/>
            <p:nvPr/>
          </p:nvSpPr>
          <p:spPr>
            <a:xfrm>
              <a:off x="6796629" y="3745658"/>
              <a:ext cx="854663" cy="408903"/>
            </a:xfrm>
            <a:custGeom>
              <a:avLst/>
              <a:gdLst>
                <a:gd name="connsiteX0" fmla="*/ 0 w 215382"/>
                <a:gd name="connsiteY0" fmla="*/ 103047 h 103047"/>
                <a:gd name="connsiteX1" fmla="*/ 215383 w 215382"/>
                <a:gd name="connsiteY1" fmla="*/ 0 h 103047"/>
              </a:gdLst>
              <a:ahLst/>
              <a:cxnLst>
                <a:cxn ang="0">
                  <a:pos x="connsiteX0" y="connsiteY0"/>
                </a:cxn>
                <a:cxn ang="0">
                  <a:pos x="connsiteX1" y="connsiteY1"/>
                </a:cxn>
              </a:cxnLst>
              <a:rect l="l" t="t" r="r" b="b"/>
              <a:pathLst>
                <a:path w="215382" h="103047">
                  <a:moveTo>
                    <a:pt x="0" y="103047"/>
                  </a:moveTo>
                  <a:lnTo>
                    <a:pt x="215383" y="0"/>
                  </a:lnTo>
                </a:path>
              </a:pathLst>
            </a:custGeom>
            <a:ln w="4498" cap="flat">
              <a:solidFill>
                <a:srgbClr val="B3B3B3">
                  <a:alpha val="40000"/>
                </a:srgbClr>
              </a:solidFill>
              <a:prstDash val="solid"/>
              <a:round/>
            </a:ln>
          </p:spPr>
          <p:txBody>
            <a:bodyPr rtlCol="0" anchor="ctr"/>
            <a:lstStyle/>
            <a:p>
              <a:endParaRPr lang="en-US"/>
            </a:p>
          </p:txBody>
        </p:sp>
        <p:sp>
          <p:nvSpPr>
            <p:cNvPr id="18122" name="Freeform 18121">
              <a:extLst>
                <a:ext uri="{FF2B5EF4-FFF2-40B4-BE49-F238E27FC236}">
                  <a16:creationId xmlns:a16="http://schemas.microsoft.com/office/drawing/2014/main" id="{44379B43-75FA-18AB-B2E2-CAE1107ADFE6}"/>
                </a:ext>
              </a:extLst>
            </p:cNvPr>
            <p:cNvSpPr/>
            <p:nvPr/>
          </p:nvSpPr>
          <p:spPr>
            <a:xfrm>
              <a:off x="6727290" y="3689704"/>
              <a:ext cx="973710" cy="192045"/>
            </a:xfrm>
            <a:custGeom>
              <a:avLst/>
              <a:gdLst>
                <a:gd name="connsiteX0" fmla="*/ 0 w 245383"/>
                <a:gd name="connsiteY0" fmla="*/ 48398 h 48397"/>
                <a:gd name="connsiteX1" fmla="*/ 245384 w 245383"/>
                <a:gd name="connsiteY1" fmla="*/ 0 h 48397"/>
              </a:gdLst>
              <a:ahLst/>
              <a:cxnLst>
                <a:cxn ang="0">
                  <a:pos x="connsiteX0" y="connsiteY0"/>
                </a:cxn>
                <a:cxn ang="0">
                  <a:pos x="connsiteX1" y="connsiteY1"/>
                </a:cxn>
              </a:cxnLst>
              <a:rect l="l" t="t" r="r" b="b"/>
              <a:pathLst>
                <a:path w="245383" h="48397">
                  <a:moveTo>
                    <a:pt x="0" y="48398"/>
                  </a:moveTo>
                  <a:lnTo>
                    <a:pt x="245384" y="0"/>
                  </a:lnTo>
                </a:path>
              </a:pathLst>
            </a:custGeom>
            <a:ln w="4498" cap="flat">
              <a:solidFill>
                <a:srgbClr val="B3B3B3">
                  <a:alpha val="40000"/>
                </a:srgbClr>
              </a:solidFill>
              <a:prstDash val="solid"/>
              <a:round/>
            </a:ln>
          </p:spPr>
          <p:txBody>
            <a:bodyPr rtlCol="0" anchor="ctr"/>
            <a:lstStyle/>
            <a:p>
              <a:endParaRPr lang="en-US"/>
            </a:p>
          </p:txBody>
        </p:sp>
        <p:sp>
          <p:nvSpPr>
            <p:cNvPr id="18124" name="Freeform 18123">
              <a:extLst>
                <a:ext uri="{FF2B5EF4-FFF2-40B4-BE49-F238E27FC236}">
                  <a16:creationId xmlns:a16="http://schemas.microsoft.com/office/drawing/2014/main" id="{549FDB5F-8983-CD5A-A7D0-568B5446512E}"/>
                </a:ext>
              </a:extLst>
            </p:cNvPr>
            <p:cNvSpPr/>
            <p:nvPr/>
          </p:nvSpPr>
          <p:spPr>
            <a:xfrm>
              <a:off x="6677046" y="3249206"/>
              <a:ext cx="929894" cy="404888"/>
            </a:xfrm>
            <a:custGeom>
              <a:avLst/>
              <a:gdLst>
                <a:gd name="connsiteX0" fmla="*/ 0 w 234341"/>
                <a:gd name="connsiteY0" fmla="*/ 102035 h 102035"/>
                <a:gd name="connsiteX1" fmla="*/ 234341 w 234341"/>
                <a:gd name="connsiteY1" fmla="*/ 0 h 102035"/>
              </a:gdLst>
              <a:ahLst/>
              <a:cxnLst>
                <a:cxn ang="0">
                  <a:pos x="connsiteX0" y="connsiteY0"/>
                </a:cxn>
                <a:cxn ang="0">
                  <a:pos x="connsiteX1" y="connsiteY1"/>
                </a:cxn>
              </a:cxnLst>
              <a:rect l="l" t="t" r="r" b="b"/>
              <a:pathLst>
                <a:path w="234341" h="102035">
                  <a:moveTo>
                    <a:pt x="0" y="102035"/>
                  </a:moveTo>
                  <a:lnTo>
                    <a:pt x="234341" y="0"/>
                  </a:lnTo>
                </a:path>
              </a:pathLst>
            </a:custGeom>
            <a:ln w="4498" cap="flat">
              <a:solidFill>
                <a:srgbClr val="B3B3B3">
                  <a:alpha val="40000"/>
                </a:srgbClr>
              </a:solidFill>
              <a:prstDash val="solid"/>
              <a:round/>
            </a:ln>
          </p:spPr>
          <p:txBody>
            <a:bodyPr rtlCol="0" anchor="ctr"/>
            <a:lstStyle/>
            <a:p>
              <a:endParaRPr lang="en-US"/>
            </a:p>
          </p:txBody>
        </p:sp>
        <p:sp>
          <p:nvSpPr>
            <p:cNvPr id="18126" name="Freeform 18125">
              <a:extLst>
                <a:ext uri="{FF2B5EF4-FFF2-40B4-BE49-F238E27FC236}">
                  <a16:creationId xmlns:a16="http://schemas.microsoft.com/office/drawing/2014/main" id="{C2942C85-50C7-0C68-6443-8D1760838117}"/>
                </a:ext>
              </a:extLst>
            </p:cNvPr>
            <p:cNvSpPr/>
            <p:nvPr/>
          </p:nvSpPr>
          <p:spPr>
            <a:xfrm>
              <a:off x="6799574" y="3578152"/>
              <a:ext cx="856004" cy="63450"/>
            </a:xfrm>
            <a:custGeom>
              <a:avLst/>
              <a:gdLst>
                <a:gd name="connsiteX0" fmla="*/ 0 w 215720"/>
                <a:gd name="connsiteY0" fmla="*/ 15990 h 15990"/>
                <a:gd name="connsiteX1" fmla="*/ 215720 w 215720"/>
                <a:gd name="connsiteY1" fmla="*/ 0 h 15990"/>
              </a:gdLst>
              <a:ahLst/>
              <a:cxnLst>
                <a:cxn ang="0">
                  <a:pos x="connsiteX0" y="connsiteY0"/>
                </a:cxn>
                <a:cxn ang="0">
                  <a:pos x="connsiteX1" y="connsiteY1"/>
                </a:cxn>
              </a:cxnLst>
              <a:rect l="l" t="t" r="r" b="b"/>
              <a:pathLst>
                <a:path w="215720" h="15990">
                  <a:moveTo>
                    <a:pt x="0" y="15990"/>
                  </a:moveTo>
                  <a:lnTo>
                    <a:pt x="215720" y="0"/>
                  </a:lnTo>
                </a:path>
              </a:pathLst>
            </a:custGeom>
            <a:ln w="4498" cap="flat">
              <a:solidFill>
                <a:srgbClr val="B3B3B3">
                  <a:alpha val="40000"/>
                </a:srgbClr>
              </a:solidFill>
              <a:prstDash val="solid"/>
              <a:round/>
            </a:ln>
          </p:spPr>
          <p:txBody>
            <a:bodyPr rtlCol="0" anchor="ctr"/>
            <a:lstStyle/>
            <a:p>
              <a:endParaRPr lang="en-US"/>
            </a:p>
          </p:txBody>
        </p:sp>
        <p:sp>
          <p:nvSpPr>
            <p:cNvPr id="18128" name="Freeform 18127">
              <a:extLst>
                <a:ext uri="{FF2B5EF4-FFF2-40B4-BE49-F238E27FC236}">
                  <a16:creationId xmlns:a16="http://schemas.microsoft.com/office/drawing/2014/main" id="{69BBB2EB-BE7C-95AC-6A8C-4FD2670BDF64}"/>
                </a:ext>
              </a:extLst>
            </p:cNvPr>
            <p:cNvSpPr/>
            <p:nvPr/>
          </p:nvSpPr>
          <p:spPr>
            <a:xfrm>
              <a:off x="6775031" y="2997992"/>
              <a:ext cx="816021" cy="503230"/>
            </a:xfrm>
            <a:custGeom>
              <a:avLst/>
              <a:gdLst>
                <a:gd name="connsiteX0" fmla="*/ 0 w 205644"/>
                <a:gd name="connsiteY0" fmla="*/ 126819 h 126818"/>
                <a:gd name="connsiteX1" fmla="*/ 205645 w 205644"/>
                <a:gd name="connsiteY1" fmla="*/ 0 h 126818"/>
              </a:gdLst>
              <a:ahLst/>
              <a:cxnLst>
                <a:cxn ang="0">
                  <a:pos x="connsiteX0" y="connsiteY0"/>
                </a:cxn>
                <a:cxn ang="0">
                  <a:pos x="connsiteX1" y="connsiteY1"/>
                </a:cxn>
              </a:cxnLst>
              <a:rect l="l" t="t" r="r" b="b"/>
              <a:pathLst>
                <a:path w="205644" h="126818">
                  <a:moveTo>
                    <a:pt x="0" y="126819"/>
                  </a:moveTo>
                  <a:lnTo>
                    <a:pt x="205645" y="0"/>
                  </a:lnTo>
                </a:path>
              </a:pathLst>
            </a:custGeom>
            <a:ln w="4498" cap="flat">
              <a:solidFill>
                <a:srgbClr val="B3B3B3">
                  <a:alpha val="40000"/>
                </a:srgbClr>
              </a:solidFill>
              <a:prstDash val="solid"/>
              <a:round/>
            </a:ln>
          </p:spPr>
          <p:txBody>
            <a:bodyPr rtlCol="0" anchor="ctr"/>
            <a:lstStyle/>
            <a:p>
              <a:endParaRPr lang="en-US"/>
            </a:p>
          </p:txBody>
        </p:sp>
        <p:sp>
          <p:nvSpPr>
            <p:cNvPr id="18130" name="Freeform 18129">
              <a:extLst>
                <a:ext uri="{FF2B5EF4-FFF2-40B4-BE49-F238E27FC236}">
                  <a16:creationId xmlns:a16="http://schemas.microsoft.com/office/drawing/2014/main" id="{0660CAFA-471E-7F00-F7E5-62B3F0C66C48}"/>
                </a:ext>
              </a:extLst>
            </p:cNvPr>
            <p:cNvSpPr/>
            <p:nvPr/>
          </p:nvSpPr>
          <p:spPr>
            <a:xfrm>
              <a:off x="6820101" y="3755920"/>
              <a:ext cx="834497" cy="179105"/>
            </a:xfrm>
            <a:custGeom>
              <a:avLst/>
              <a:gdLst>
                <a:gd name="connsiteX0" fmla="*/ 0 w 210300"/>
                <a:gd name="connsiteY0" fmla="*/ 0 h 45136"/>
                <a:gd name="connsiteX1" fmla="*/ 210300 w 210300"/>
                <a:gd name="connsiteY1" fmla="*/ 45137 h 45136"/>
              </a:gdLst>
              <a:ahLst/>
              <a:cxnLst>
                <a:cxn ang="0">
                  <a:pos x="connsiteX0" y="connsiteY0"/>
                </a:cxn>
                <a:cxn ang="0">
                  <a:pos x="connsiteX1" y="connsiteY1"/>
                </a:cxn>
              </a:cxnLst>
              <a:rect l="l" t="t" r="r" b="b"/>
              <a:pathLst>
                <a:path w="210300" h="45136">
                  <a:moveTo>
                    <a:pt x="0" y="0"/>
                  </a:moveTo>
                  <a:lnTo>
                    <a:pt x="210300" y="45137"/>
                  </a:lnTo>
                </a:path>
              </a:pathLst>
            </a:custGeom>
            <a:ln w="4498" cap="flat">
              <a:solidFill>
                <a:srgbClr val="B3B3B3">
                  <a:alpha val="40000"/>
                </a:srgbClr>
              </a:solidFill>
              <a:prstDash val="solid"/>
              <a:round/>
            </a:ln>
          </p:spPr>
          <p:txBody>
            <a:bodyPr rtlCol="0" anchor="ctr"/>
            <a:lstStyle/>
            <a:p>
              <a:endParaRPr lang="en-US"/>
            </a:p>
          </p:txBody>
        </p:sp>
        <p:sp>
          <p:nvSpPr>
            <p:cNvPr id="18132" name="Freeform 18131">
              <a:extLst>
                <a:ext uri="{FF2B5EF4-FFF2-40B4-BE49-F238E27FC236}">
                  <a16:creationId xmlns:a16="http://schemas.microsoft.com/office/drawing/2014/main" id="{14B57B70-F252-584E-4707-D7A473729162}"/>
                </a:ext>
              </a:extLst>
            </p:cNvPr>
            <p:cNvSpPr/>
            <p:nvPr/>
          </p:nvSpPr>
          <p:spPr>
            <a:xfrm>
              <a:off x="6739068" y="2994425"/>
              <a:ext cx="910438" cy="468425"/>
            </a:xfrm>
            <a:custGeom>
              <a:avLst/>
              <a:gdLst>
                <a:gd name="connsiteX0" fmla="*/ 0 w 229438"/>
                <a:gd name="connsiteY0" fmla="*/ 118048 h 118047"/>
                <a:gd name="connsiteX1" fmla="*/ 229439 w 229438"/>
                <a:gd name="connsiteY1" fmla="*/ 0 h 118047"/>
              </a:gdLst>
              <a:ahLst/>
              <a:cxnLst>
                <a:cxn ang="0">
                  <a:pos x="connsiteX0" y="connsiteY0"/>
                </a:cxn>
                <a:cxn ang="0">
                  <a:pos x="connsiteX1" y="connsiteY1"/>
                </a:cxn>
              </a:cxnLst>
              <a:rect l="l" t="t" r="r" b="b"/>
              <a:pathLst>
                <a:path w="229438" h="118047">
                  <a:moveTo>
                    <a:pt x="0" y="118048"/>
                  </a:moveTo>
                  <a:lnTo>
                    <a:pt x="229439" y="0"/>
                  </a:lnTo>
                </a:path>
              </a:pathLst>
            </a:custGeom>
            <a:ln w="4498" cap="flat">
              <a:solidFill>
                <a:srgbClr val="B3B3B3">
                  <a:alpha val="40000"/>
                </a:srgbClr>
              </a:solidFill>
              <a:prstDash val="solid"/>
              <a:round/>
            </a:ln>
          </p:spPr>
          <p:txBody>
            <a:bodyPr rtlCol="0" anchor="ctr"/>
            <a:lstStyle/>
            <a:p>
              <a:endParaRPr lang="en-US"/>
            </a:p>
          </p:txBody>
        </p:sp>
        <p:sp>
          <p:nvSpPr>
            <p:cNvPr id="18134" name="Freeform 18133">
              <a:extLst>
                <a:ext uri="{FF2B5EF4-FFF2-40B4-BE49-F238E27FC236}">
                  <a16:creationId xmlns:a16="http://schemas.microsoft.com/office/drawing/2014/main" id="{A34E1A37-C380-9FDB-364F-2A1E60BD09AB}"/>
                </a:ext>
              </a:extLst>
            </p:cNvPr>
            <p:cNvSpPr/>
            <p:nvPr/>
          </p:nvSpPr>
          <p:spPr>
            <a:xfrm>
              <a:off x="6705069" y="3472044"/>
              <a:ext cx="906514" cy="173482"/>
            </a:xfrm>
            <a:custGeom>
              <a:avLst/>
              <a:gdLst>
                <a:gd name="connsiteX0" fmla="*/ 0 w 228449"/>
                <a:gd name="connsiteY0" fmla="*/ 43720 h 43719"/>
                <a:gd name="connsiteX1" fmla="*/ 228449 w 228449"/>
                <a:gd name="connsiteY1" fmla="*/ 0 h 43719"/>
              </a:gdLst>
              <a:ahLst/>
              <a:cxnLst>
                <a:cxn ang="0">
                  <a:pos x="connsiteX0" y="connsiteY0"/>
                </a:cxn>
                <a:cxn ang="0">
                  <a:pos x="connsiteX1" y="connsiteY1"/>
                </a:cxn>
              </a:cxnLst>
              <a:rect l="l" t="t" r="r" b="b"/>
              <a:pathLst>
                <a:path w="228449" h="43719">
                  <a:moveTo>
                    <a:pt x="0" y="43720"/>
                  </a:moveTo>
                  <a:lnTo>
                    <a:pt x="228449" y="0"/>
                  </a:lnTo>
                </a:path>
              </a:pathLst>
            </a:custGeom>
            <a:ln w="4498" cap="flat">
              <a:solidFill>
                <a:srgbClr val="B3B3B3">
                  <a:alpha val="40000"/>
                </a:srgbClr>
              </a:solidFill>
              <a:prstDash val="solid"/>
              <a:round/>
            </a:ln>
          </p:spPr>
          <p:txBody>
            <a:bodyPr rtlCol="0" anchor="ctr"/>
            <a:lstStyle/>
            <a:p>
              <a:endParaRPr lang="en-US"/>
            </a:p>
          </p:txBody>
        </p:sp>
        <p:sp>
          <p:nvSpPr>
            <p:cNvPr id="18136" name="Freeform 18135">
              <a:extLst>
                <a:ext uri="{FF2B5EF4-FFF2-40B4-BE49-F238E27FC236}">
                  <a16:creationId xmlns:a16="http://schemas.microsoft.com/office/drawing/2014/main" id="{3EFE79F8-5004-8C0E-3034-1987F961BAAB}"/>
                </a:ext>
              </a:extLst>
            </p:cNvPr>
            <p:cNvSpPr/>
            <p:nvPr/>
          </p:nvSpPr>
          <p:spPr>
            <a:xfrm>
              <a:off x="6756472" y="3128016"/>
              <a:ext cx="857785" cy="490468"/>
            </a:xfrm>
            <a:custGeom>
              <a:avLst/>
              <a:gdLst>
                <a:gd name="connsiteX0" fmla="*/ 0 w 216169"/>
                <a:gd name="connsiteY0" fmla="*/ 0 h 123602"/>
                <a:gd name="connsiteX1" fmla="*/ 216170 w 216169"/>
                <a:gd name="connsiteY1" fmla="*/ 123603 h 123602"/>
              </a:gdLst>
              <a:ahLst/>
              <a:cxnLst>
                <a:cxn ang="0">
                  <a:pos x="connsiteX0" y="connsiteY0"/>
                </a:cxn>
                <a:cxn ang="0">
                  <a:pos x="connsiteX1" y="connsiteY1"/>
                </a:cxn>
              </a:cxnLst>
              <a:rect l="l" t="t" r="r" b="b"/>
              <a:pathLst>
                <a:path w="216169" h="123602">
                  <a:moveTo>
                    <a:pt x="0" y="0"/>
                  </a:moveTo>
                  <a:lnTo>
                    <a:pt x="216170" y="123603"/>
                  </a:lnTo>
                </a:path>
              </a:pathLst>
            </a:custGeom>
            <a:ln w="4498" cap="flat">
              <a:solidFill>
                <a:srgbClr val="B3B3B3">
                  <a:alpha val="40000"/>
                </a:srgbClr>
              </a:solidFill>
              <a:prstDash val="solid"/>
              <a:round/>
            </a:ln>
          </p:spPr>
          <p:txBody>
            <a:bodyPr rtlCol="0" anchor="ctr"/>
            <a:lstStyle/>
            <a:p>
              <a:endParaRPr lang="en-US"/>
            </a:p>
          </p:txBody>
        </p:sp>
        <p:sp>
          <p:nvSpPr>
            <p:cNvPr id="18138" name="Freeform 18137">
              <a:extLst>
                <a:ext uri="{FF2B5EF4-FFF2-40B4-BE49-F238E27FC236}">
                  <a16:creationId xmlns:a16="http://schemas.microsoft.com/office/drawing/2014/main" id="{1DE7D170-415F-8B3C-836F-5708451B1F58}"/>
                </a:ext>
              </a:extLst>
            </p:cNvPr>
            <p:cNvSpPr/>
            <p:nvPr/>
          </p:nvSpPr>
          <p:spPr>
            <a:xfrm>
              <a:off x="6790292" y="3387623"/>
              <a:ext cx="884293" cy="66216"/>
            </a:xfrm>
            <a:custGeom>
              <a:avLst/>
              <a:gdLst>
                <a:gd name="connsiteX0" fmla="*/ 0 w 222849"/>
                <a:gd name="connsiteY0" fmla="*/ 16687 h 16687"/>
                <a:gd name="connsiteX1" fmla="*/ 222849 w 222849"/>
                <a:gd name="connsiteY1" fmla="*/ 0 h 16687"/>
              </a:gdLst>
              <a:ahLst/>
              <a:cxnLst>
                <a:cxn ang="0">
                  <a:pos x="connsiteX0" y="connsiteY0"/>
                </a:cxn>
                <a:cxn ang="0">
                  <a:pos x="connsiteX1" y="connsiteY1"/>
                </a:cxn>
              </a:cxnLst>
              <a:rect l="l" t="t" r="r" b="b"/>
              <a:pathLst>
                <a:path w="222849" h="16687">
                  <a:moveTo>
                    <a:pt x="0" y="16687"/>
                  </a:moveTo>
                  <a:lnTo>
                    <a:pt x="222849" y="0"/>
                  </a:lnTo>
                </a:path>
              </a:pathLst>
            </a:custGeom>
            <a:ln w="4498" cap="flat">
              <a:solidFill>
                <a:srgbClr val="B3B3B3">
                  <a:alpha val="40000"/>
                </a:srgbClr>
              </a:solidFill>
              <a:prstDash val="solid"/>
              <a:round/>
            </a:ln>
          </p:spPr>
          <p:txBody>
            <a:bodyPr rtlCol="0" anchor="ctr"/>
            <a:lstStyle/>
            <a:p>
              <a:endParaRPr lang="en-US"/>
            </a:p>
          </p:txBody>
        </p:sp>
        <p:sp>
          <p:nvSpPr>
            <p:cNvPr id="18140" name="Freeform 18139">
              <a:extLst>
                <a:ext uri="{FF2B5EF4-FFF2-40B4-BE49-F238E27FC236}">
                  <a16:creationId xmlns:a16="http://schemas.microsoft.com/office/drawing/2014/main" id="{91D74DE1-94C3-C697-6AAF-0FD1E9F916BF}"/>
                </a:ext>
              </a:extLst>
            </p:cNvPr>
            <p:cNvSpPr/>
            <p:nvPr/>
          </p:nvSpPr>
          <p:spPr>
            <a:xfrm>
              <a:off x="6786904" y="3028781"/>
              <a:ext cx="969072" cy="150904"/>
            </a:xfrm>
            <a:custGeom>
              <a:avLst/>
              <a:gdLst>
                <a:gd name="connsiteX0" fmla="*/ 0 w 244214"/>
                <a:gd name="connsiteY0" fmla="*/ 0 h 38029"/>
                <a:gd name="connsiteX1" fmla="*/ 244215 w 244214"/>
                <a:gd name="connsiteY1" fmla="*/ 38030 h 38029"/>
              </a:gdLst>
              <a:ahLst/>
              <a:cxnLst>
                <a:cxn ang="0">
                  <a:pos x="connsiteX0" y="connsiteY0"/>
                </a:cxn>
                <a:cxn ang="0">
                  <a:pos x="connsiteX1" y="connsiteY1"/>
                </a:cxn>
              </a:cxnLst>
              <a:rect l="l" t="t" r="r" b="b"/>
              <a:pathLst>
                <a:path w="244214" h="38029">
                  <a:moveTo>
                    <a:pt x="0" y="0"/>
                  </a:moveTo>
                  <a:lnTo>
                    <a:pt x="244215" y="38030"/>
                  </a:lnTo>
                </a:path>
              </a:pathLst>
            </a:custGeom>
            <a:ln w="4498" cap="flat">
              <a:solidFill>
                <a:srgbClr val="B3B3B3">
                  <a:alpha val="40000"/>
                </a:srgbClr>
              </a:solidFill>
              <a:prstDash val="solid"/>
              <a:round/>
            </a:ln>
          </p:spPr>
          <p:txBody>
            <a:bodyPr rtlCol="0" anchor="ctr"/>
            <a:lstStyle/>
            <a:p>
              <a:endParaRPr lang="en-US"/>
            </a:p>
          </p:txBody>
        </p:sp>
        <p:sp>
          <p:nvSpPr>
            <p:cNvPr id="18142" name="Freeform 18141">
              <a:extLst>
                <a:ext uri="{FF2B5EF4-FFF2-40B4-BE49-F238E27FC236}">
                  <a16:creationId xmlns:a16="http://schemas.microsoft.com/office/drawing/2014/main" id="{744695C7-9A47-D45B-870F-78131C5A47C5}"/>
                </a:ext>
              </a:extLst>
            </p:cNvPr>
            <p:cNvSpPr/>
            <p:nvPr/>
          </p:nvSpPr>
          <p:spPr>
            <a:xfrm>
              <a:off x="6689272" y="3591894"/>
              <a:ext cx="930874" cy="47740"/>
            </a:xfrm>
            <a:custGeom>
              <a:avLst/>
              <a:gdLst>
                <a:gd name="connsiteX0" fmla="*/ 0 w 234588"/>
                <a:gd name="connsiteY0" fmla="*/ 0 h 12031"/>
                <a:gd name="connsiteX1" fmla="*/ 234589 w 234588"/>
                <a:gd name="connsiteY1" fmla="*/ 12032 h 12031"/>
              </a:gdLst>
              <a:ahLst/>
              <a:cxnLst>
                <a:cxn ang="0">
                  <a:pos x="connsiteX0" y="connsiteY0"/>
                </a:cxn>
                <a:cxn ang="0">
                  <a:pos x="connsiteX1" y="connsiteY1"/>
                </a:cxn>
              </a:cxnLst>
              <a:rect l="l" t="t" r="r" b="b"/>
              <a:pathLst>
                <a:path w="234588" h="12031">
                  <a:moveTo>
                    <a:pt x="0" y="0"/>
                  </a:moveTo>
                  <a:lnTo>
                    <a:pt x="234589" y="12032"/>
                  </a:lnTo>
                </a:path>
              </a:pathLst>
            </a:custGeom>
            <a:ln w="4498" cap="flat">
              <a:solidFill>
                <a:srgbClr val="B3B3B3">
                  <a:alpha val="40000"/>
                </a:srgbClr>
              </a:solidFill>
              <a:prstDash val="solid"/>
              <a:round/>
            </a:ln>
          </p:spPr>
          <p:txBody>
            <a:bodyPr rtlCol="0" anchor="ctr"/>
            <a:lstStyle/>
            <a:p>
              <a:endParaRPr lang="en-US"/>
            </a:p>
          </p:txBody>
        </p:sp>
        <p:sp>
          <p:nvSpPr>
            <p:cNvPr id="18144" name="Freeform 18143">
              <a:extLst>
                <a:ext uri="{FF2B5EF4-FFF2-40B4-BE49-F238E27FC236}">
                  <a16:creationId xmlns:a16="http://schemas.microsoft.com/office/drawing/2014/main" id="{E360FF26-7DFE-7515-A0B4-D2FB83CFE491}"/>
                </a:ext>
              </a:extLst>
            </p:cNvPr>
            <p:cNvSpPr/>
            <p:nvPr/>
          </p:nvSpPr>
          <p:spPr>
            <a:xfrm>
              <a:off x="6693823" y="3265448"/>
              <a:ext cx="936676" cy="207751"/>
            </a:xfrm>
            <a:custGeom>
              <a:avLst/>
              <a:gdLst>
                <a:gd name="connsiteX0" fmla="*/ 0 w 236050"/>
                <a:gd name="connsiteY0" fmla="*/ 52356 h 52355"/>
                <a:gd name="connsiteX1" fmla="*/ 236051 w 236050"/>
                <a:gd name="connsiteY1" fmla="*/ 0 h 52355"/>
              </a:gdLst>
              <a:ahLst/>
              <a:cxnLst>
                <a:cxn ang="0">
                  <a:pos x="connsiteX0" y="connsiteY0"/>
                </a:cxn>
                <a:cxn ang="0">
                  <a:pos x="connsiteX1" y="connsiteY1"/>
                </a:cxn>
              </a:cxnLst>
              <a:rect l="l" t="t" r="r" b="b"/>
              <a:pathLst>
                <a:path w="236050" h="52355">
                  <a:moveTo>
                    <a:pt x="0" y="52356"/>
                  </a:moveTo>
                  <a:lnTo>
                    <a:pt x="236051" y="0"/>
                  </a:lnTo>
                </a:path>
              </a:pathLst>
            </a:custGeom>
            <a:ln w="4498" cap="flat">
              <a:solidFill>
                <a:srgbClr val="B3B3B3">
                  <a:alpha val="40000"/>
                </a:srgbClr>
              </a:solidFill>
              <a:prstDash val="solid"/>
              <a:round/>
            </a:ln>
          </p:spPr>
          <p:txBody>
            <a:bodyPr rtlCol="0" anchor="ctr"/>
            <a:lstStyle/>
            <a:p>
              <a:endParaRPr lang="en-US"/>
            </a:p>
          </p:txBody>
        </p:sp>
        <p:sp>
          <p:nvSpPr>
            <p:cNvPr id="18146" name="Freeform 18145">
              <a:extLst>
                <a:ext uri="{FF2B5EF4-FFF2-40B4-BE49-F238E27FC236}">
                  <a16:creationId xmlns:a16="http://schemas.microsoft.com/office/drawing/2014/main" id="{F428AB60-5724-17D7-359E-FD6FBADED134}"/>
                </a:ext>
              </a:extLst>
            </p:cNvPr>
            <p:cNvSpPr/>
            <p:nvPr/>
          </p:nvSpPr>
          <p:spPr>
            <a:xfrm>
              <a:off x="6719346" y="3822942"/>
              <a:ext cx="875277" cy="32749"/>
            </a:xfrm>
            <a:custGeom>
              <a:avLst/>
              <a:gdLst>
                <a:gd name="connsiteX0" fmla="*/ 0 w 220577"/>
                <a:gd name="connsiteY0" fmla="*/ 0 h 8253"/>
                <a:gd name="connsiteX1" fmla="*/ 220578 w 220577"/>
                <a:gd name="connsiteY1" fmla="*/ 8254 h 8253"/>
              </a:gdLst>
              <a:ahLst/>
              <a:cxnLst>
                <a:cxn ang="0">
                  <a:pos x="connsiteX0" y="connsiteY0"/>
                </a:cxn>
                <a:cxn ang="0">
                  <a:pos x="connsiteX1" y="connsiteY1"/>
                </a:cxn>
              </a:cxnLst>
              <a:rect l="l" t="t" r="r" b="b"/>
              <a:pathLst>
                <a:path w="220577" h="8253">
                  <a:moveTo>
                    <a:pt x="0" y="0"/>
                  </a:moveTo>
                  <a:lnTo>
                    <a:pt x="220578" y="8254"/>
                  </a:lnTo>
                </a:path>
              </a:pathLst>
            </a:custGeom>
            <a:ln w="4498" cap="flat">
              <a:solidFill>
                <a:srgbClr val="B3B3B3">
                  <a:alpha val="40000"/>
                </a:srgbClr>
              </a:solidFill>
              <a:prstDash val="solid"/>
              <a:round/>
            </a:ln>
          </p:spPr>
          <p:txBody>
            <a:bodyPr rtlCol="0" anchor="ctr"/>
            <a:lstStyle/>
            <a:p>
              <a:endParaRPr lang="en-US"/>
            </a:p>
          </p:txBody>
        </p:sp>
        <p:sp>
          <p:nvSpPr>
            <p:cNvPr id="18148" name="Freeform 18147">
              <a:extLst>
                <a:ext uri="{FF2B5EF4-FFF2-40B4-BE49-F238E27FC236}">
                  <a16:creationId xmlns:a16="http://schemas.microsoft.com/office/drawing/2014/main" id="{A81FA1ED-9FC8-3534-791B-824C7FF74256}"/>
                </a:ext>
              </a:extLst>
            </p:cNvPr>
            <p:cNvSpPr/>
            <p:nvPr/>
          </p:nvSpPr>
          <p:spPr>
            <a:xfrm>
              <a:off x="6735501" y="3688545"/>
              <a:ext cx="949616" cy="14456"/>
            </a:xfrm>
            <a:custGeom>
              <a:avLst/>
              <a:gdLst>
                <a:gd name="connsiteX0" fmla="*/ 0 w 239311"/>
                <a:gd name="connsiteY0" fmla="*/ 0 h 3643"/>
                <a:gd name="connsiteX1" fmla="*/ 239312 w 239311"/>
                <a:gd name="connsiteY1" fmla="*/ 3643 h 3643"/>
              </a:gdLst>
              <a:ahLst/>
              <a:cxnLst>
                <a:cxn ang="0">
                  <a:pos x="connsiteX0" y="connsiteY0"/>
                </a:cxn>
                <a:cxn ang="0">
                  <a:pos x="connsiteX1" y="connsiteY1"/>
                </a:cxn>
              </a:cxnLst>
              <a:rect l="l" t="t" r="r" b="b"/>
              <a:pathLst>
                <a:path w="239311" h="3643">
                  <a:moveTo>
                    <a:pt x="0" y="0"/>
                  </a:moveTo>
                  <a:lnTo>
                    <a:pt x="239312" y="3643"/>
                  </a:lnTo>
                </a:path>
              </a:pathLst>
            </a:custGeom>
            <a:ln w="4498" cap="flat">
              <a:solidFill>
                <a:srgbClr val="B3B3B3">
                  <a:alpha val="40000"/>
                </a:srgbClr>
              </a:solidFill>
              <a:prstDash val="solid"/>
              <a:round/>
            </a:ln>
          </p:spPr>
          <p:txBody>
            <a:bodyPr rtlCol="0" anchor="ctr"/>
            <a:lstStyle/>
            <a:p>
              <a:endParaRPr lang="en-US"/>
            </a:p>
          </p:txBody>
        </p:sp>
        <p:sp>
          <p:nvSpPr>
            <p:cNvPr id="18150" name="Freeform 18149">
              <a:extLst>
                <a:ext uri="{FF2B5EF4-FFF2-40B4-BE49-F238E27FC236}">
                  <a16:creationId xmlns:a16="http://schemas.microsoft.com/office/drawing/2014/main" id="{66F7F2FA-9BD9-61AF-39E4-C7FB4035A13C}"/>
                </a:ext>
              </a:extLst>
            </p:cNvPr>
            <p:cNvSpPr/>
            <p:nvPr/>
          </p:nvSpPr>
          <p:spPr>
            <a:xfrm>
              <a:off x="6802697" y="3078133"/>
              <a:ext cx="846095" cy="422288"/>
            </a:xfrm>
            <a:custGeom>
              <a:avLst/>
              <a:gdLst>
                <a:gd name="connsiteX0" fmla="*/ 0 w 213223"/>
                <a:gd name="connsiteY0" fmla="*/ 0 h 106420"/>
                <a:gd name="connsiteX1" fmla="*/ 213224 w 213223"/>
                <a:gd name="connsiteY1" fmla="*/ 106421 h 106420"/>
              </a:gdLst>
              <a:ahLst/>
              <a:cxnLst>
                <a:cxn ang="0">
                  <a:pos x="connsiteX0" y="connsiteY0"/>
                </a:cxn>
                <a:cxn ang="0">
                  <a:pos x="connsiteX1" y="connsiteY1"/>
                </a:cxn>
              </a:cxnLst>
              <a:rect l="l" t="t" r="r" b="b"/>
              <a:pathLst>
                <a:path w="213223" h="106420">
                  <a:moveTo>
                    <a:pt x="0" y="0"/>
                  </a:moveTo>
                  <a:lnTo>
                    <a:pt x="213224" y="106421"/>
                  </a:lnTo>
                </a:path>
              </a:pathLst>
            </a:custGeom>
            <a:ln w="4498" cap="flat">
              <a:solidFill>
                <a:srgbClr val="B3B3B3">
                  <a:alpha val="40000"/>
                </a:srgbClr>
              </a:solidFill>
              <a:prstDash val="solid"/>
              <a:round/>
            </a:ln>
          </p:spPr>
          <p:txBody>
            <a:bodyPr rtlCol="0" anchor="ctr"/>
            <a:lstStyle/>
            <a:p>
              <a:endParaRPr lang="en-US"/>
            </a:p>
          </p:txBody>
        </p:sp>
        <p:sp>
          <p:nvSpPr>
            <p:cNvPr id="18152" name="Freeform 18151">
              <a:extLst>
                <a:ext uri="{FF2B5EF4-FFF2-40B4-BE49-F238E27FC236}">
                  <a16:creationId xmlns:a16="http://schemas.microsoft.com/office/drawing/2014/main" id="{AC40E6E4-71CF-82A5-775E-C0FEDBC7B92F}"/>
                </a:ext>
              </a:extLst>
            </p:cNvPr>
            <p:cNvSpPr/>
            <p:nvPr/>
          </p:nvSpPr>
          <p:spPr>
            <a:xfrm>
              <a:off x="6686772" y="3580473"/>
              <a:ext cx="969429" cy="111905"/>
            </a:xfrm>
            <a:custGeom>
              <a:avLst/>
              <a:gdLst>
                <a:gd name="connsiteX0" fmla="*/ 0 w 244304"/>
                <a:gd name="connsiteY0" fmla="*/ 0 h 28201"/>
                <a:gd name="connsiteX1" fmla="*/ 244304 w 244304"/>
                <a:gd name="connsiteY1" fmla="*/ 28202 h 28201"/>
              </a:gdLst>
              <a:ahLst/>
              <a:cxnLst>
                <a:cxn ang="0">
                  <a:pos x="connsiteX0" y="connsiteY0"/>
                </a:cxn>
                <a:cxn ang="0">
                  <a:pos x="connsiteX1" y="connsiteY1"/>
                </a:cxn>
              </a:cxnLst>
              <a:rect l="l" t="t" r="r" b="b"/>
              <a:pathLst>
                <a:path w="244304" h="28201">
                  <a:moveTo>
                    <a:pt x="0" y="0"/>
                  </a:moveTo>
                  <a:lnTo>
                    <a:pt x="244304" y="28202"/>
                  </a:lnTo>
                </a:path>
              </a:pathLst>
            </a:custGeom>
            <a:ln w="4498" cap="flat">
              <a:solidFill>
                <a:srgbClr val="B3B3B3">
                  <a:alpha val="40000"/>
                </a:srgbClr>
              </a:solidFill>
              <a:prstDash val="solid"/>
              <a:round/>
            </a:ln>
          </p:spPr>
          <p:txBody>
            <a:bodyPr rtlCol="0" anchor="ctr"/>
            <a:lstStyle/>
            <a:p>
              <a:endParaRPr lang="en-US"/>
            </a:p>
          </p:txBody>
        </p:sp>
        <p:sp>
          <p:nvSpPr>
            <p:cNvPr id="18154" name="Freeform 18153">
              <a:extLst>
                <a:ext uri="{FF2B5EF4-FFF2-40B4-BE49-F238E27FC236}">
                  <a16:creationId xmlns:a16="http://schemas.microsoft.com/office/drawing/2014/main" id="{3F2FD876-18CC-8283-89B1-7F961073AE05}"/>
                </a:ext>
              </a:extLst>
            </p:cNvPr>
            <p:cNvSpPr/>
            <p:nvPr/>
          </p:nvSpPr>
          <p:spPr>
            <a:xfrm>
              <a:off x="6735322" y="3032352"/>
              <a:ext cx="948366" cy="311807"/>
            </a:xfrm>
            <a:custGeom>
              <a:avLst/>
              <a:gdLst>
                <a:gd name="connsiteX0" fmla="*/ 0 w 238996"/>
                <a:gd name="connsiteY0" fmla="*/ 78579 h 78578"/>
                <a:gd name="connsiteX1" fmla="*/ 238997 w 238996"/>
                <a:gd name="connsiteY1" fmla="*/ 0 h 78578"/>
              </a:gdLst>
              <a:ahLst/>
              <a:cxnLst>
                <a:cxn ang="0">
                  <a:pos x="connsiteX0" y="connsiteY0"/>
                </a:cxn>
                <a:cxn ang="0">
                  <a:pos x="connsiteX1" y="connsiteY1"/>
                </a:cxn>
              </a:cxnLst>
              <a:rect l="l" t="t" r="r" b="b"/>
              <a:pathLst>
                <a:path w="238996" h="78578">
                  <a:moveTo>
                    <a:pt x="0" y="78579"/>
                  </a:moveTo>
                  <a:lnTo>
                    <a:pt x="238997" y="0"/>
                  </a:lnTo>
                </a:path>
              </a:pathLst>
            </a:custGeom>
            <a:ln w="4498" cap="flat">
              <a:solidFill>
                <a:srgbClr val="B3B3B3">
                  <a:alpha val="40000"/>
                </a:srgbClr>
              </a:solidFill>
              <a:prstDash val="solid"/>
              <a:round/>
            </a:ln>
          </p:spPr>
          <p:txBody>
            <a:bodyPr rtlCol="0" anchor="ctr"/>
            <a:lstStyle/>
            <a:p>
              <a:endParaRPr lang="en-US"/>
            </a:p>
          </p:txBody>
        </p:sp>
        <p:sp>
          <p:nvSpPr>
            <p:cNvPr id="3479" name="Freeform 3478">
              <a:extLst>
                <a:ext uri="{FF2B5EF4-FFF2-40B4-BE49-F238E27FC236}">
                  <a16:creationId xmlns:a16="http://schemas.microsoft.com/office/drawing/2014/main" id="{29CF2AF6-ABBE-0BF8-6387-FD050A57BE09}"/>
                </a:ext>
              </a:extLst>
            </p:cNvPr>
            <p:cNvSpPr/>
            <p:nvPr/>
          </p:nvSpPr>
          <p:spPr>
            <a:xfrm>
              <a:off x="6981627" y="2350458"/>
              <a:ext cx="506174" cy="2303139"/>
            </a:xfrm>
            <a:custGeom>
              <a:avLst/>
              <a:gdLst>
                <a:gd name="connsiteX0" fmla="*/ 112 w 127560"/>
                <a:gd name="connsiteY0" fmla="*/ 580411 h 580410"/>
                <a:gd name="connsiteX1" fmla="*/ 180 w 127560"/>
                <a:gd name="connsiteY1" fmla="*/ 574564 h 580410"/>
                <a:gd name="connsiteX2" fmla="*/ 247 w 127560"/>
                <a:gd name="connsiteY2" fmla="*/ 568694 h 580410"/>
                <a:gd name="connsiteX3" fmla="*/ 360 w 127560"/>
                <a:gd name="connsiteY3" fmla="*/ 562824 h 580410"/>
                <a:gd name="connsiteX4" fmla="*/ 517 w 127560"/>
                <a:gd name="connsiteY4" fmla="*/ 556955 h 580410"/>
                <a:gd name="connsiteX5" fmla="*/ 742 w 127560"/>
                <a:gd name="connsiteY5" fmla="*/ 551107 h 580410"/>
                <a:gd name="connsiteX6" fmla="*/ 1012 w 127560"/>
                <a:gd name="connsiteY6" fmla="*/ 545237 h 580410"/>
                <a:gd name="connsiteX7" fmla="*/ 1372 w 127560"/>
                <a:gd name="connsiteY7" fmla="*/ 539368 h 580410"/>
                <a:gd name="connsiteX8" fmla="*/ 1799 w 127560"/>
                <a:gd name="connsiteY8" fmla="*/ 533520 h 580410"/>
                <a:gd name="connsiteX9" fmla="*/ 2361 w 127560"/>
                <a:gd name="connsiteY9" fmla="*/ 527651 h 580410"/>
                <a:gd name="connsiteX10" fmla="*/ 3036 w 127560"/>
                <a:gd name="connsiteY10" fmla="*/ 521781 h 580410"/>
                <a:gd name="connsiteX11" fmla="*/ 3868 w 127560"/>
                <a:gd name="connsiteY11" fmla="*/ 515934 h 580410"/>
                <a:gd name="connsiteX12" fmla="*/ 4813 w 127560"/>
                <a:gd name="connsiteY12" fmla="*/ 510064 h 580410"/>
                <a:gd name="connsiteX13" fmla="*/ 5937 w 127560"/>
                <a:gd name="connsiteY13" fmla="*/ 504194 h 580410"/>
                <a:gd name="connsiteX14" fmla="*/ 7219 w 127560"/>
                <a:gd name="connsiteY14" fmla="*/ 498347 h 580410"/>
                <a:gd name="connsiteX15" fmla="*/ 8703 w 127560"/>
                <a:gd name="connsiteY15" fmla="*/ 492477 h 580410"/>
                <a:gd name="connsiteX16" fmla="*/ 10345 w 127560"/>
                <a:gd name="connsiteY16" fmla="*/ 486607 h 580410"/>
                <a:gd name="connsiteX17" fmla="*/ 12234 w 127560"/>
                <a:gd name="connsiteY17" fmla="*/ 480760 h 580410"/>
                <a:gd name="connsiteX18" fmla="*/ 14326 w 127560"/>
                <a:gd name="connsiteY18" fmla="*/ 474890 h 580410"/>
                <a:gd name="connsiteX19" fmla="*/ 16665 w 127560"/>
                <a:gd name="connsiteY19" fmla="*/ 469020 h 580410"/>
                <a:gd name="connsiteX20" fmla="*/ 19296 w 127560"/>
                <a:gd name="connsiteY20" fmla="*/ 463150 h 580410"/>
                <a:gd name="connsiteX21" fmla="*/ 22242 w 127560"/>
                <a:gd name="connsiteY21" fmla="*/ 457303 h 580410"/>
                <a:gd name="connsiteX22" fmla="*/ 25503 w 127560"/>
                <a:gd name="connsiteY22" fmla="*/ 451433 h 580410"/>
                <a:gd name="connsiteX23" fmla="*/ 29146 w 127560"/>
                <a:gd name="connsiteY23" fmla="*/ 445564 h 580410"/>
                <a:gd name="connsiteX24" fmla="*/ 33150 w 127560"/>
                <a:gd name="connsiteY24" fmla="*/ 439716 h 580410"/>
                <a:gd name="connsiteX25" fmla="*/ 37535 w 127560"/>
                <a:gd name="connsiteY25" fmla="*/ 433847 h 580410"/>
                <a:gd name="connsiteX26" fmla="*/ 42303 w 127560"/>
                <a:gd name="connsiteY26" fmla="*/ 427977 h 580410"/>
                <a:gd name="connsiteX27" fmla="*/ 47408 w 127560"/>
                <a:gd name="connsiteY27" fmla="*/ 422129 h 580410"/>
                <a:gd name="connsiteX28" fmla="*/ 52851 w 127560"/>
                <a:gd name="connsiteY28" fmla="*/ 416260 h 580410"/>
                <a:gd name="connsiteX29" fmla="*/ 58540 w 127560"/>
                <a:gd name="connsiteY29" fmla="*/ 410390 h 580410"/>
                <a:gd name="connsiteX30" fmla="*/ 64410 w 127560"/>
                <a:gd name="connsiteY30" fmla="*/ 404543 h 580410"/>
                <a:gd name="connsiteX31" fmla="*/ 70437 w 127560"/>
                <a:gd name="connsiteY31" fmla="*/ 398673 h 580410"/>
                <a:gd name="connsiteX32" fmla="*/ 76510 w 127560"/>
                <a:gd name="connsiteY32" fmla="*/ 392803 h 580410"/>
                <a:gd name="connsiteX33" fmla="*/ 82559 w 127560"/>
                <a:gd name="connsiteY33" fmla="*/ 386956 h 580410"/>
                <a:gd name="connsiteX34" fmla="*/ 88519 w 127560"/>
                <a:gd name="connsiteY34" fmla="*/ 381086 h 580410"/>
                <a:gd name="connsiteX35" fmla="*/ 94321 w 127560"/>
                <a:gd name="connsiteY35" fmla="*/ 375216 h 580410"/>
                <a:gd name="connsiteX36" fmla="*/ 99899 w 127560"/>
                <a:gd name="connsiteY36" fmla="*/ 369346 h 580410"/>
                <a:gd name="connsiteX37" fmla="*/ 105206 w 127560"/>
                <a:gd name="connsiteY37" fmla="*/ 363499 h 580410"/>
                <a:gd name="connsiteX38" fmla="*/ 110154 w 127560"/>
                <a:gd name="connsiteY38" fmla="*/ 357629 h 580410"/>
                <a:gd name="connsiteX39" fmla="*/ 114674 w 127560"/>
                <a:gd name="connsiteY39" fmla="*/ 351760 h 580410"/>
                <a:gd name="connsiteX40" fmla="*/ 118678 w 127560"/>
                <a:gd name="connsiteY40" fmla="*/ 345912 h 580410"/>
                <a:gd name="connsiteX41" fmla="*/ 122051 w 127560"/>
                <a:gd name="connsiteY41" fmla="*/ 340042 h 580410"/>
                <a:gd name="connsiteX42" fmla="*/ 124727 w 127560"/>
                <a:gd name="connsiteY42" fmla="*/ 334173 h 580410"/>
                <a:gd name="connsiteX43" fmla="*/ 126594 w 127560"/>
                <a:gd name="connsiteY43" fmla="*/ 328325 h 580410"/>
                <a:gd name="connsiteX44" fmla="*/ 127561 w 127560"/>
                <a:gd name="connsiteY44" fmla="*/ 322456 h 580410"/>
                <a:gd name="connsiteX45" fmla="*/ 127561 w 127560"/>
                <a:gd name="connsiteY45" fmla="*/ 316586 h 580410"/>
                <a:gd name="connsiteX46" fmla="*/ 126526 w 127560"/>
                <a:gd name="connsiteY46" fmla="*/ 310739 h 580410"/>
                <a:gd name="connsiteX47" fmla="*/ 124457 w 127560"/>
                <a:gd name="connsiteY47" fmla="*/ 304869 h 580410"/>
                <a:gd name="connsiteX48" fmla="*/ 121399 w 127560"/>
                <a:gd name="connsiteY48" fmla="*/ 298999 h 580410"/>
                <a:gd name="connsiteX49" fmla="*/ 117418 w 127560"/>
                <a:gd name="connsiteY49" fmla="*/ 293152 h 580410"/>
                <a:gd name="connsiteX50" fmla="*/ 112605 w 127560"/>
                <a:gd name="connsiteY50" fmla="*/ 287282 h 580410"/>
                <a:gd name="connsiteX51" fmla="*/ 107140 w 127560"/>
                <a:gd name="connsiteY51" fmla="*/ 281412 h 580410"/>
                <a:gd name="connsiteX52" fmla="*/ 101226 w 127560"/>
                <a:gd name="connsiteY52" fmla="*/ 275542 h 580410"/>
                <a:gd name="connsiteX53" fmla="*/ 95041 w 127560"/>
                <a:gd name="connsiteY53" fmla="*/ 269695 h 580410"/>
                <a:gd name="connsiteX54" fmla="*/ 88834 w 127560"/>
                <a:gd name="connsiteY54" fmla="*/ 263825 h 580410"/>
                <a:gd name="connsiteX55" fmla="*/ 82829 w 127560"/>
                <a:gd name="connsiteY55" fmla="*/ 257955 h 580410"/>
                <a:gd name="connsiteX56" fmla="*/ 77184 w 127560"/>
                <a:gd name="connsiteY56" fmla="*/ 252108 h 580410"/>
                <a:gd name="connsiteX57" fmla="*/ 72124 w 127560"/>
                <a:gd name="connsiteY57" fmla="*/ 246238 h 580410"/>
                <a:gd name="connsiteX58" fmla="*/ 67739 w 127560"/>
                <a:gd name="connsiteY58" fmla="*/ 240369 h 580410"/>
                <a:gd name="connsiteX59" fmla="*/ 64118 w 127560"/>
                <a:gd name="connsiteY59" fmla="*/ 234521 h 580410"/>
                <a:gd name="connsiteX60" fmla="*/ 61284 w 127560"/>
                <a:gd name="connsiteY60" fmla="*/ 228652 h 580410"/>
                <a:gd name="connsiteX61" fmla="*/ 59170 w 127560"/>
                <a:gd name="connsiteY61" fmla="*/ 222782 h 580410"/>
                <a:gd name="connsiteX62" fmla="*/ 57731 w 127560"/>
                <a:gd name="connsiteY62" fmla="*/ 216934 h 580410"/>
                <a:gd name="connsiteX63" fmla="*/ 56854 w 127560"/>
                <a:gd name="connsiteY63" fmla="*/ 211065 h 580410"/>
                <a:gd name="connsiteX64" fmla="*/ 56359 w 127560"/>
                <a:gd name="connsiteY64" fmla="*/ 205195 h 580410"/>
                <a:gd name="connsiteX65" fmla="*/ 56111 w 127560"/>
                <a:gd name="connsiteY65" fmla="*/ 199348 h 580410"/>
                <a:gd name="connsiteX66" fmla="*/ 55932 w 127560"/>
                <a:gd name="connsiteY66" fmla="*/ 193478 h 580410"/>
                <a:gd name="connsiteX67" fmla="*/ 55662 w 127560"/>
                <a:gd name="connsiteY67" fmla="*/ 187608 h 580410"/>
                <a:gd name="connsiteX68" fmla="*/ 55167 w 127560"/>
                <a:gd name="connsiteY68" fmla="*/ 181738 h 580410"/>
                <a:gd name="connsiteX69" fmla="*/ 54380 w 127560"/>
                <a:gd name="connsiteY69" fmla="*/ 175891 h 580410"/>
                <a:gd name="connsiteX70" fmla="*/ 53165 w 127560"/>
                <a:gd name="connsiteY70" fmla="*/ 170021 h 580410"/>
                <a:gd name="connsiteX71" fmla="*/ 51546 w 127560"/>
                <a:gd name="connsiteY71" fmla="*/ 164151 h 580410"/>
                <a:gd name="connsiteX72" fmla="*/ 49500 w 127560"/>
                <a:gd name="connsiteY72" fmla="*/ 158304 h 580410"/>
                <a:gd name="connsiteX73" fmla="*/ 47048 w 127560"/>
                <a:gd name="connsiteY73" fmla="*/ 152434 h 580410"/>
                <a:gd name="connsiteX74" fmla="*/ 44237 w 127560"/>
                <a:gd name="connsiteY74" fmla="*/ 146565 h 580410"/>
                <a:gd name="connsiteX75" fmla="*/ 41133 w 127560"/>
                <a:gd name="connsiteY75" fmla="*/ 140717 h 580410"/>
                <a:gd name="connsiteX76" fmla="*/ 37827 w 127560"/>
                <a:gd name="connsiteY76" fmla="*/ 134847 h 580410"/>
                <a:gd name="connsiteX77" fmla="*/ 34386 w 127560"/>
                <a:gd name="connsiteY77" fmla="*/ 128978 h 580410"/>
                <a:gd name="connsiteX78" fmla="*/ 30901 w 127560"/>
                <a:gd name="connsiteY78" fmla="*/ 123130 h 580410"/>
                <a:gd name="connsiteX79" fmla="*/ 27437 w 127560"/>
                <a:gd name="connsiteY79" fmla="*/ 117261 h 580410"/>
                <a:gd name="connsiteX80" fmla="*/ 24064 w 127560"/>
                <a:gd name="connsiteY80" fmla="*/ 111391 h 580410"/>
                <a:gd name="connsiteX81" fmla="*/ 20848 w 127560"/>
                <a:gd name="connsiteY81" fmla="*/ 105544 h 580410"/>
                <a:gd name="connsiteX82" fmla="*/ 17834 w 127560"/>
                <a:gd name="connsiteY82" fmla="*/ 99674 h 580410"/>
                <a:gd name="connsiteX83" fmla="*/ 15068 w 127560"/>
                <a:gd name="connsiteY83" fmla="*/ 93804 h 580410"/>
                <a:gd name="connsiteX84" fmla="*/ 12549 w 127560"/>
                <a:gd name="connsiteY84" fmla="*/ 87934 h 580410"/>
                <a:gd name="connsiteX85" fmla="*/ 10323 w 127560"/>
                <a:gd name="connsiteY85" fmla="*/ 82087 h 580410"/>
                <a:gd name="connsiteX86" fmla="*/ 8366 w 127560"/>
                <a:gd name="connsiteY86" fmla="*/ 76217 h 580410"/>
                <a:gd name="connsiteX87" fmla="*/ 6679 w 127560"/>
                <a:gd name="connsiteY87" fmla="*/ 70347 h 580410"/>
                <a:gd name="connsiteX88" fmla="*/ 5262 w 127560"/>
                <a:gd name="connsiteY88" fmla="*/ 64500 h 580410"/>
                <a:gd name="connsiteX89" fmla="*/ 4070 w 127560"/>
                <a:gd name="connsiteY89" fmla="*/ 58630 h 580410"/>
                <a:gd name="connsiteX90" fmla="*/ 3104 w 127560"/>
                <a:gd name="connsiteY90" fmla="*/ 52760 h 580410"/>
                <a:gd name="connsiteX91" fmla="*/ 2339 w 127560"/>
                <a:gd name="connsiteY91" fmla="*/ 46913 h 580410"/>
                <a:gd name="connsiteX92" fmla="*/ 1732 w 127560"/>
                <a:gd name="connsiteY92" fmla="*/ 41043 h 580410"/>
                <a:gd name="connsiteX93" fmla="*/ 1259 w 127560"/>
                <a:gd name="connsiteY93" fmla="*/ 35174 h 580410"/>
                <a:gd name="connsiteX94" fmla="*/ 900 w 127560"/>
                <a:gd name="connsiteY94" fmla="*/ 29327 h 580410"/>
                <a:gd name="connsiteX95" fmla="*/ 630 w 127560"/>
                <a:gd name="connsiteY95" fmla="*/ 23457 h 580410"/>
                <a:gd name="connsiteX96" fmla="*/ 450 w 127560"/>
                <a:gd name="connsiteY96" fmla="*/ 17587 h 580410"/>
                <a:gd name="connsiteX97" fmla="*/ 292 w 127560"/>
                <a:gd name="connsiteY97" fmla="*/ 11739 h 580410"/>
                <a:gd name="connsiteX98" fmla="*/ 202 w 127560"/>
                <a:gd name="connsiteY98" fmla="*/ 5870 h 580410"/>
                <a:gd name="connsiteX99" fmla="*/ 135 w 127560"/>
                <a:gd name="connsiteY99" fmla="*/ 0 h 580410"/>
                <a:gd name="connsiteX100" fmla="*/ 0 w 127560"/>
                <a:gd name="connsiteY100" fmla="*/ 0 h 580410"/>
                <a:gd name="connsiteX101" fmla="*/ 0 w 127560"/>
                <a:gd name="connsiteY101" fmla="*/ 5870 h 580410"/>
                <a:gd name="connsiteX102" fmla="*/ 0 w 127560"/>
                <a:gd name="connsiteY102" fmla="*/ 11739 h 580410"/>
                <a:gd name="connsiteX103" fmla="*/ 0 w 127560"/>
                <a:gd name="connsiteY103" fmla="*/ 17587 h 580410"/>
                <a:gd name="connsiteX104" fmla="*/ 0 w 127560"/>
                <a:gd name="connsiteY104" fmla="*/ 23457 h 580410"/>
                <a:gd name="connsiteX105" fmla="*/ 0 w 127560"/>
                <a:gd name="connsiteY105" fmla="*/ 29327 h 580410"/>
                <a:gd name="connsiteX106" fmla="*/ 0 w 127560"/>
                <a:gd name="connsiteY106" fmla="*/ 35174 h 580410"/>
                <a:gd name="connsiteX107" fmla="*/ 0 w 127560"/>
                <a:gd name="connsiteY107" fmla="*/ 41043 h 580410"/>
                <a:gd name="connsiteX108" fmla="*/ 0 w 127560"/>
                <a:gd name="connsiteY108" fmla="*/ 46913 h 580410"/>
                <a:gd name="connsiteX109" fmla="*/ 0 w 127560"/>
                <a:gd name="connsiteY109" fmla="*/ 52760 h 580410"/>
                <a:gd name="connsiteX110" fmla="*/ 0 w 127560"/>
                <a:gd name="connsiteY110" fmla="*/ 58630 h 580410"/>
                <a:gd name="connsiteX111" fmla="*/ 0 w 127560"/>
                <a:gd name="connsiteY111" fmla="*/ 64500 h 580410"/>
                <a:gd name="connsiteX112" fmla="*/ 0 w 127560"/>
                <a:gd name="connsiteY112" fmla="*/ 70347 h 580410"/>
                <a:gd name="connsiteX113" fmla="*/ 0 w 127560"/>
                <a:gd name="connsiteY113" fmla="*/ 76217 h 580410"/>
                <a:gd name="connsiteX114" fmla="*/ 0 w 127560"/>
                <a:gd name="connsiteY114" fmla="*/ 82087 h 580410"/>
                <a:gd name="connsiteX115" fmla="*/ 0 w 127560"/>
                <a:gd name="connsiteY115" fmla="*/ 87934 h 580410"/>
                <a:gd name="connsiteX116" fmla="*/ 0 w 127560"/>
                <a:gd name="connsiteY116" fmla="*/ 93804 h 580410"/>
                <a:gd name="connsiteX117" fmla="*/ 0 w 127560"/>
                <a:gd name="connsiteY117" fmla="*/ 99674 h 580410"/>
                <a:gd name="connsiteX118" fmla="*/ 0 w 127560"/>
                <a:gd name="connsiteY118" fmla="*/ 105544 h 580410"/>
                <a:gd name="connsiteX119" fmla="*/ 0 w 127560"/>
                <a:gd name="connsiteY119" fmla="*/ 111391 h 580410"/>
                <a:gd name="connsiteX120" fmla="*/ 0 w 127560"/>
                <a:gd name="connsiteY120" fmla="*/ 117261 h 580410"/>
                <a:gd name="connsiteX121" fmla="*/ 0 w 127560"/>
                <a:gd name="connsiteY121" fmla="*/ 123130 h 580410"/>
                <a:gd name="connsiteX122" fmla="*/ 0 w 127560"/>
                <a:gd name="connsiteY122" fmla="*/ 128978 h 580410"/>
                <a:gd name="connsiteX123" fmla="*/ 0 w 127560"/>
                <a:gd name="connsiteY123" fmla="*/ 134847 h 580410"/>
                <a:gd name="connsiteX124" fmla="*/ 0 w 127560"/>
                <a:gd name="connsiteY124" fmla="*/ 140717 h 580410"/>
                <a:gd name="connsiteX125" fmla="*/ 0 w 127560"/>
                <a:gd name="connsiteY125" fmla="*/ 146565 h 580410"/>
                <a:gd name="connsiteX126" fmla="*/ 0 w 127560"/>
                <a:gd name="connsiteY126" fmla="*/ 152434 h 580410"/>
                <a:gd name="connsiteX127" fmla="*/ 0 w 127560"/>
                <a:gd name="connsiteY127" fmla="*/ 158304 h 580410"/>
                <a:gd name="connsiteX128" fmla="*/ 0 w 127560"/>
                <a:gd name="connsiteY128" fmla="*/ 164151 h 580410"/>
                <a:gd name="connsiteX129" fmla="*/ 0 w 127560"/>
                <a:gd name="connsiteY129" fmla="*/ 170021 h 580410"/>
                <a:gd name="connsiteX130" fmla="*/ 0 w 127560"/>
                <a:gd name="connsiteY130" fmla="*/ 175891 h 580410"/>
                <a:gd name="connsiteX131" fmla="*/ 0 w 127560"/>
                <a:gd name="connsiteY131" fmla="*/ 181738 h 580410"/>
                <a:gd name="connsiteX132" fmla="*/ 0 w 127560"/>
                <a:gd name="connsiteY132" fmla="*/ 187608 h 580410"/>
                <a:gd name="connsiteX133" fmla="*/ 0 w 127560"/>
                <a:gd name="connsiteY133" fmla="*/ 193478 h 580410"/>
                <a:gd name="connsiteX134" fmla="*/ 0 w 127560"/>
                <a:gd name="connsiteY134" fmla="*/ 199348 h 580410"/>
                <a:gd name="connsiteX135" fmla="*/ 0 w 127560"/>
                <a:gd name="connsiteY135" fmla="*/ 205195 h 580410"/>
                <a:gd name="connsiteX136" fmla="*/ 0 w 127560"/>
                <a:gd name="connsiteY136" fmla="*/ 211065 h 580410"/>
                <a:gd name="connsiteX137" fmla="*/ 0 w 127560"/>
                <a:gd name="connsiteY137" fmla="*/ 216934 h 580410"/>
                <a:gd name="connsiteX138" fmla="*/ 0 w 127560"/>
                <a:gd name="connsiteY138" fmla="*/ 222782 h 580410"/>
                <a:gd name="connsiteX139" fmla="*/ 0 w 127560"/>
                <a:gd name="connsiteY139" fmla="*/ 228652 h 580410"/>
                <a:gd name="connsiteX140" fmla="*/ 0 w 127560"/>
                <a:gd name="connsiteY140" fmla="*/ 234521 h 580410"/>
                <a:gd name="connsiteX141" fmla="*/ 0 w 127560"/>
                <a:gd name="connsiteY141" fmla="*/ 240369 h 580410"/>
                <a:gd name="connsiteX142" fmla="*/ 0 w 127560"/>
                <a:gd name="connsiteY142" fmla="*/ 246238 h 580410"/>
                <a:gd name="connsiteX143" fmla="*/ 0 w 127560"/>
                <a:gd name="connsiteY143" fmla="*/ 252108 h 580410"/>
                <a:gd name="connsiteX144" fmla="*/ 0 w 127560"/>
                <a:gd name="connsiteY144" fmla="*/ 257955 h 580410"/>
                <a:gd name="connsiteX145" fmla="*/ 0 w 127560"/>
                <a:gd name="connsiteY145" fmla="*/ 263825 h 580410"/>
                <a:gd name="connsiteX146" fmla="*/ 0 w 127560"/>
                <a:gd name="connsiteY146" fmla="*/ 269695 h 580410"/>
                <a:gd name="connsiteX147" fmla="*/ 0 w 127560"/>
                <a:gd name="connsiteY147" fmla="*/ 275542 h 580410"/>
                <a:gd name="connsiteX148" fmla="*/ 0 w 127560"/>
                <a:gd name="connsiteY148" fmla="*/ 281412 h 580410"/>
                <a:gd name="connsiteX149" fmla="*/ 0 w 127560"/>
                <a:gd name="connsiteY149" fmla="*/ 287282 h 580410"/>
                <a:gd name="connsiteX150" fmla="*/ 0 w 127560"/>
                <a:gd name="connsiteY150" fmla="*/ 293152 h 580410"/>
                <a:gd name="connsiteX151" fmla="*/ 0 w 127560"/>
                <a:gd name="connsiteY151" fmla="*/ 298999 h 580410"/>
                <a:gd name="connsiteX152" fmla="*/ 0 w 127560"/>
                <a:gd name="connsiteY152" fmla="*/ 304869 h 580410"/>
                <a:gd name="connsiteX153" fmla="*/ 0 w 127560"/>
                <a:gd name="connsiteY153" fmla="*/ 310739 h 580410"/>
                <a:gd name="connsiteX154" fmla="*/ 0 w 127560"/>
                <a:gd name="connsiteY154" fmla="*/ 316586 h 580410"/>
                <a:gd name="connsiteX155" fmla="*/ 0 w 127560"/>
                <a:gd name="connsiteY155" fmla="*/ 322456 h 580410"/>
                <a:gd name="connsiteX156" fmla="*/ 0 w 127560"/>
                <a:gd name="connsiteY156" fmla="*/ 328325 h 580410"/>
                <a:gd name="connsiteX157" fmla="*/ 0 w 127560"/>
                <a:gd name="connsiteY157" fmla="*/ 334173 h 580410"/>
                <a:gd name="connsiteX158" fmla="*/ 0 w 127560"/>
                <a:gd name="connsiteY158" fmla="*/ 340042 h 580410"/>
                <a:gd name="connsiteX159" fmla="*/ 0 w 127560"/>
                <a:gd name="connsiteY159" fmla="*/ 345912 h 580410"/>
                <a:gd name="connsiteX160" fmla="*/ 0 w 127560"/>
                <a:gd name="connsiteY160" fmla="*/ 351760 h 580410"/>
                <a:gd name="connsiteX161" fmla="*/ 0 w 127560"/>
                <a:gd name="connsiteY161" fmla="*/ 357629 h 580410"/>
                <a:gd name="connsiteX162" fmla="*/ 0 w 127560"/>
                <a:gd name="connsiteY162" fmla="*/ 363499 h 580410"/>
                <a:gd name="connsiteX163" fmla="*/ 0 w 127560"/>
                <a:gd name="connsiteY163" fmla="*/ 369346 h 580410"/>
                <a:gd name="connsiteX164" fmla="*/ 0 w 127560"/>
                <a:gd name="connsiteY164" fmla="*/ 375216 h 580410"/>
                <a:gd name="connsiteX165" fmla="*/ 0 w 127560"/>
                <a:gd name="connsiteY165" fmla="*/ 381086 h 580410"/>
                <a:gd name="connsiteX166" fmla="*/ 0 w 127560"/>
                <a:gd name="connsiteY166" fmla="*/ 386956 h 580410"/>
                <a:gd name="connsiteX167" fmla="*/ 0 w 127560"/>
                <a:gd name="connsiteY167" fmla="*/ 392803 h 580410"/>
                <a:gd name="connsiteX168" fmla="*/ 0 w 127560"/>
                <a:gd name="connsiteY168" fmla="*/ 398673 h 580410"/>
                <a:gd name="connsiteX169" fmla="*/ 0 w 127560"/>
                <a:gd name="connsiteY169" fmla="*/ 404543 h 580410"/>
                <a:gd name="connsiteX170" fmla="*/ 0 w 127560"/>
                <a:gd name="connsiteY170" fmla="*/ 410390 h 580410"/>
                <a:gd name="connsiteX171" fmla="*/ 0 w 127560"/>
                <a:gd name="connsiteY171" fmla="*/ 416260 h 580410"/>
                <a:gd name="connsiteX172" fmla="*/ 0 w 127560"/>
                <a:gd name="connsiteY172" fmla="*/ 422129 h 580410"/>
                <a:gd name="connsiteX173" fmla="*/ 0 w 127560"/>
                <a:gd name="connsiteY173" fmla="*/ 427977 h 580410"/>
                <a:gd name="connsiteX174" fmla="*/ 0 w 127560"/>
                <a:gd name="connsiteY174" fmla="*/ 433847 h 580410"/>
                <a:gd name="connsiteX175" fmla="*/ 0 w 127560"/>
                <a:gd name="connsiteY175" fmla="*/ 439716 h 580410"/>
                <a:gd name="connsiteX176" fmla="*/ 0 w 127560"/>
                <a:gd name="connsiteY176" fmla="*/ 445564 h 580410"/>
                <a:gd name="connsiteX177" fmla="*/ 0 w 127560"/>
                <a:gd name="connsiteY177" fmla="*/ 451433 h 580410"/>
                <a:gd name="connsiteX178" fmla="*/ 0 w 127560"/>
                <a:gd name="connsiteY178" fmla="*/ 457303 h 580410"/>
                <a:gd name="connsiteX179" fmla="*/ 0 w 127560"/>
                <a:gd name="connsiteY179" fmla="*/ 463150 h 580410"/>
                <a:gd name="connsiteX180" fmla="*/ 0 w 127560"/>
                <a:gd name="connsiteY180" fmla="*/ 469020 h 580410"/>
                <a:gd name="connsiteX181" fmla="*/ 0 w 127560"/>
                <a:gd name="connsiteY181" fmla="*/ 474890 h 580410"/>
                <a:gd name="connsiteX182" fmla="*/ 0 w 127560"/>
                <a:gd name="connsiteY182" fmla="*/ 480760 h 580410"/>
                <a:gd name="connsiteX183" fmla="*/ 0 w 127560"/>
                <a:gd name="connsiteY183" fmla="*/ 486607 h 580410"/>
                <a:gd name="connsiteX184" fmla="*/ 0 w 127560"/>
                <a:gd name="connsiteY184" fmla="*/ 492477 h 580410"/>
                <a:gd name="connsiteX185" fmla="*/ 0 w 127560"/>
                <a:gd name="connsiteY185" fmla="*/ 498347 h 580410"/>
                <a:gd name="connsiteX186" fmla="*/ 0 w 127560"/>
                <a:gd name="connsiteY186" fmla="*/ 504194 h 580410"/>
                <a:gd name="connsiteX187" fmla="*/ 0 w 127560"/>
                <a:gd name="connsiteY187" fmla="*/ 510064 h 580410"/>
                <a:gd name="connsiteX188" fmla="*/ 0 w 127560"/>
                <a:gd name="connsiteY188" fmla="*/ 515934 h 580410"/>
                <a:gd name="connsiteX189" fmla="*/ 0 w 127560"/>
                <a:gd name="connsiteY189" fmla="*/ 521781 h 580410"/>
                <a:gd name="connsiteX190" fmla="*/ 0 w 127560"/>
                <a:gd name="connsiteY190" fmla="*/ 527651 h 580410"/>
                <a:gd name="connsiteX191" fmla="*/ 0 w 127560"/>
                <a:gd name="connsiteY191" fmla="*/ 533520 h 580410"/>
                <a:gd name="connsiteX192" fmla="*/ 0 w 127560"/>
                <a:gd name="connsiteY192" fmla="*/ 539368 h 580410"/>
                <a:gd name="connsiteX193" fmla="*/ 0 w 127560"/>
                <a:gd name="connsiteY193" fmla="*/ 545237 h 580410"/>
                <a:gd name="connsiteX194" fmla="*/ 0 w 127560"/>
                <a:gd name="connsiteY194" fmla="*/ 551107 h 580410"/>
                <a:gd name="connsiteX195" fmla="*/ 0 w 127560"/>
                <a:gd name="connsiteY195" fmla="*/ 556955 h 580410"/>
                <a:gd name="connsiteX196" fmla="*/ 0 w 127560"/>
                <a:gd name="connsiteY196" fmla="*/ 562824 h 580410"/>
                <a:gd name="connsiteX197" fmla="*/ 0 w 127560"/>
                <a:gd name="connsiteY197" fmla="*/ 568694 h 580410"/>
                <a:gd name="connsiteX198" fmla="*/ 0 w 127560"/>
                <a:gd name="connsiteY198" fmla="*/ 574564 h 580410"/>
                <a:gd name="connsiteX199" fmla="*/ 0 w 127560"/>
                <a:gd name="connsiteY199" fmla="*/ 580411 h 580410"/>
                <a:gd name="connsiteX200" fmla="*/ 112 w 127560"/>
                <a:gd name="connsiteY200" fmla="*/ 580411 h 5804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127560" h="580410">
                  <a:moveTo>
                    <a:pt x="112" y="580411"/>
                  </a:moveTo>
                  <a:lnTo>
                    <a:pt x="180" y="574564"/>
                  </a:lnTo>
                  <a:lnTo>
                    <a:pt x="247" y="568694"/>
                  </a:lnTo>
                  <a:lnTo>
                    <a:pt x="360" y="562824"/>
                  </a:lnTo>
                  <a:lnTo>
                    <a:pt x="517" y="556955"/>
                  </a:lnTo>
                  <a:lnTo>
                    <a:pt x="742" y="551107"/>
                  </a:lnTo>
                  <a:lnTo>
                    <a:pt x="1012" y="545237"/>
                  </a:lnTo>
                  <a:lnTo>
                    <a:pt x="1372" y="539368"/>
                  </a:lnTo>
                  <a:lnTo>
                    <a:pt x="1799" y="533520"/>
                  </a:lnTo>
                  <a:lnTo>
                    <a:pt x="2361" y="527651"/>
                  </a:lnTo>
                  <a:lnTo>
                    <a:pt x="3036" y="521781"/>
                  </a:lnTo>
                  <a:lnTo>
                    <a:pt x="3868" y="515934"/>
                  </a:lnTo>
                  <a:lnTo>
                    <a:pt x="4813" y="510064"/>
                  </a:lnTo>
                  <a:lnTo>
                    <a:pt x="5937" y="504194"/>
                  </a:lnTo>
                  <a:lnTo>
                    <a:pt x="7219" y="498347"/>
                  </a:lnTo>
                  <a:lnTo>
                    <a:pt x="8703" y="492477"/>
                  </a:lnTo>
                  <a:lnTo>
                    <a:pt x="10345" y="486607"/>
                  </a:lnTo>
                  <a:lnTo>
                    <a:pt x="12234" y="480760"/>
                  </a:lnTo>
                  <a:lnTo>
                    <a:pt x="14326" y="474890"/>
                  </a:lnTo>
                  <a:lnTo>
                    <a:pt x="16665" y="469020"/>
                  </a:lnTo>
                  <a:lnTo>
                    <a:pt x="19296" y="463150"/>
                  </a:lnTo>
                  <a:lnTo>
                    <a:pt x="22242" y="457303"/>
                  </a:lnTo>
                  <a:lnTo>
                    <a:pt x="25503" y="451433"/>
                  </a:lnTo>
                  <a:lnTo>
                    <a:pt x="29146" y="445564"/>
                  </a:lnTo>
                  <a:lnTo>
                    <a:pt x="33150" y="439716"/>
                  </a:lnTo>
                  <a:lnTo>
                    <a:pt x="37535" y="433847"/>
                  </a:lnTo>
                  <a:lnTo>
                    <a:pt x="42303" y="427977"/>
                  </a:lnTo>
                  <a:lnTo>
                    <a:pt x="47408" y="422129"/>
                  </a:lnTo>
                  <a:lnTo>
                    <a:pt x="52851" y="416260"/>
                  </a:lnTo>
                  <a:lnTo>
                    <a:pt x="58540" y="410390"/>
                  </a:lnTo>
                  <a:lnTo>
                    <a:pt x="64410" y="404543"/>
                  </a:lnTo>
                  <a:lnTo>
                    <a:pt x="70437" y="398673"/>
                  </a:lnTo>
                  <a:lnTo>
                    <a:pt x="76510" y="392803"/>
                  </a:lnTo>
                  <a:lnTo>
                    <a:pt x="82559" y="386956"/>
                  </a:lnTo>
                  <a:lnTo>
                    <a:pt x="88519" y="381086"/>
                  </a:lnTo>
                  <a:lnTo>
                    <a:pt x="94321" y="375216"/>
                  </a:lnTo>
                  <a:lnTo>
                    <a:pt x="99899" y="369346"/>
                  </a:lnTo>
                  <a:lnTo>
                    <a:pt x="105206" y="363499"/>
                  </a:lnTo>
                  <a:lnTo>
                    <a:pt x="110154" y="357629"/>
                  </a:lnTo>
                  <a:lnTo>
                    <a:pt x="114674" y="351760"/>
                  </a:lnTo>
                  <a:lnTo>
                    <a:pt x="118678" y="345912"/>
                  </a:lnTo>
                  <a:lnTo>
                    <a:pt x="122051" y="340042"/>
                  </a:lnTo>
                  <a:lnTo>
                    <a:pt x="124727" y="334173"/>
                  </a:lnTo>
                  <a:lnTo>
                    <a:pt x="126594" y="328325"/>
                  </a:lnTo>
                  <a:lnTo>
                    <a:pt x="127561" y="322456"/>
                  </a:lnTo>
                  <a:lnTo>
                    <a:pt x="127561" y="316586"/>
                  </a:lnTo>
                  <a:lnTo>
                    <a:pt x="126526" y="310739"/>
                  </a:lnTo>
                  <a:lnTo>
                    <a:pt x="124457" y="304869"/>
                  </a:lnTo>
                  <a:lnTo>
                    <a:pt x="121399" y="298999"/>
                  </a:lnTo>
                  <a:lnTo>
                    <a:pt x="117418" y="293152"/>
                  </a:lnTo>
                  <a:lnTo>
                    <a:pt x="112605" y="287282"/>
                  </a:lnTo>
                  <a:lnTo>
                    <a:pt x="107140" y="281412"/>
                  </a:lnTo>
                  <a:lnTo>
                    <a:pt x="101226" y="275542"/>
                  </a:lnTo>
                  <a:lnTo>
                    <a:pt x="95041" y="269695"/>
                  </a:lnTo>
                  <a:lnTo>
                    <a:pt x="88834" y="263825"/>
                  </a:lnTo>
                  <a:lnTo>
                    <a:pt x="82829" y="257955"/>
                  </a:lnTo>
                  <a:lnTo>
                    <a:pt x="77184" y="252108"/>
                  </a:lnTo>
                  <a:lnTo>
                    <a:pt x="72124" y="246238"/>
                  </a:lnTo>
                  <a:lnTo>
                    <a:pt x="67739" y="240369"/>
                  </a:lnTo>
                  <a:lnTo>
                    <a:pt x="64118" y="234521"/>
                  </a:lnTo>
                  <a:lnTo>
                    <a:pt x="61284" y="228652"/>
                  </a:lnTo>
                  <a:lnTo>
                    <a:pt x="59170" y="222782"/>
                  </a:lnTo>
                  <a:lnTo>
                    <a:pt x="57731" y="216934"/>
                  </a:lnTo>
                  <a:lnTo>
                    <a:pt x="56854" y="211065"/>
                  </a:lnTo>
                  <a:lnTo>
                    <a:pt x="56359" y="205195"/>
                  </a:lnTo>
                  <a:lnTo>
                    <a:pt x="56111" y="199348"/>
                  </a:lnTo>
                  <a:lnTo>
                    <a:pt x="55932" y="193478"/>
                  </a:lnTo>
                  <a:lnTo>
                    <a:pt x="55662" y="187608"/>
                  </a:lnTo>
                  <a:lnTo>
                    <a:pt x="55167" y="181738"/>
                  </a:lnTo>
                  <a:lnTo>
                    <a:pt x="54380" y="175891"/>
                  </a:lnTo>
                  <a:lnTo>
                    <a:pt x="53165" y="170021"/>
                  </a:lnTo>
                  <a:lnTo>
                    <a:pt x="51546" y="164151"/>
                  </a:lnTo>
                  <a:lnTo>
                    <a:pt x="49500" y="158304"/>
                  </a:lnTo>
                  <a:lnTo>
                    <a:pt x="47048" y="152434"/>
                  </a:lnTo>
                  <a:lnTo>
                    <a:pt x="44237" y="146565"/>
                  </a:lnTo>
                  <a:lnTo>
                    <a:pt x="41133" y="140717"/>
                  </a:lnTo>
                  <a:lnTo>
                    <a:pt x="37827" y="134847"/>
                  </a:lnTo>
                  <a:lnTo>
                    <a:pt x="34386" y="128978"/>
                  </a:lnTo>
                  <a:lnTo>
                    <a:pt x="30901" y="123130"/>
                  </a:lnTo>
                  <a:lnTo>
                    <a:pt x="27437" y="117261"/>
                  </a:lnTo>
                  <a:lnTo>
                    <a:pt x="24064" y="111391"/>
                  </a:lnTo>
                  <a:lnTo>
                    <a:pt x="20848" y="105544"/>
                  </a:lnTo>
                  <a:lnTo>
                    <a:pt x="17834" y="99674"/>
                  </a:lnTo>
                  <a:lnTo>
                    <a:pt x="15068" y="93804"/>
                  </a:lnTo>
                  <a:lnTo>
                    <a:pt x="12549" y="87934"/>
                  </a:lnTo>
                  <a:lnTo>
                    <a:pt x="10323" y="82087"/>
                  </a:lnTo>
                  <a:lnTo>
                    <a:pt x="8366" y="76217"/>
                  </a:lnTo>
                  <a:lnTo>
                    <a:pt x="6679" y="70347"/>
                  </a:lnTo>
                  <a:lnTo>
                    <a:pt x="5262" y="64500"/>
                  </a:lnTo>
                  <a:lnTo>
                    <a:pt x="4070" y="58630"/>
                  </a:lnTo>
                  <a:lnTo>
                    <a:pt x="3104" y="52760"/>
                  </a:lnTo>
                  <a:lnTo>
                    <a:pt x="2339" y="46913"/>
                  </a:lnTo>
                  <a:lnTo>
                    <a:pt x="1732" y="41043"/>
                  </a:lnTo>
                  <a:lnTo>
                    <a:pt x="1259" y="35174"/>
                  </a:lnTo>
                  <a:lnTo>
                    <a:pt x="900" y="29327"/>
                  </a:lnTo>
                  <a:lnTo>
                    <a:pt x="630" y="23457"/>
                  </a:lnTo>
                  <a:lnTo>
                    <a:pt x="450" y="17587"/>
                  </a:lnTo>
                  <a:lnTo>
                    <a:pt x="292" y="11739"/>
                  </a:lnTo>
                  <a:lnTo>
                    <a:pt x="202" y="5870"/>
                  </a:lnTo>
                  <a:lnTo>
                    <a:pt x="135" y="0"/>
                  </a:lnTo>
                  <a:lnTo>
                    <a:pt x="0" y="0"/>
                  </a:lnTo>
                  <a:lnTo>
                    <a:pt x="0" y="5870"/>
                  </a:lnTo>
                  <a:lnTo>
                    <a:pt x="0" y="11739"/>
                  </a:lnTo>
                  <a:lnTo>
                    <a:pt x="0" y="17587"/>
                  </a:lnTo>
                  <a:lnTo>
                    <a:pt x="0" y="23457"/>
                  </a:lnTo>
                  <a:lnTo>
                    <a:pt x="0" y="29327"/>
                  </a:lnTo>
                  <a:lnTo>
                    <a:pt x="0" y="35174"/>
                  </a:lnTo>
                  <a:lnTo>
                    <a:pt x="0" y="41043"/>
                  </a:lnTo>
                  <a:lnTo>
                    <a:pt x="0" y="46913"/>
                  </a:lnTo>
                  <a:lnTo>
                    <a:pt x="0" y="52760"/>
                  </a:lnTo>
                  <a:lnTo>
                    <a:pt x="0" y="58630"/>
                  </a:lnTo>
                  <a:lnTo>
                    <a:pt x="0" y="64500"/>
                  </a:lnTo>
                  <a:lnTo>
                    <a:pt x="0" y="70347"/>
                  </a:lnTo>
                  <a:lnTo>
                    <a:pt x="0" y="76217"/>
                  </a:lnTo>
                  <a:lnTo>
                    <a:pt x="0" y="82087"/>
                  </a:lnTo>
                  <a:lnTo>
                    <a:pt x="0" y="87934"/>
                  </a:lnTo>
                  <a:lnTo>
                    <a:pt x="0" y="93804"/>
                  </a:lnTo>
                  <a:lnTo>
                    <a:pt x="0" y="99674"/>
                  </a:lnTo>
                  <a:lnTo>
                    <a:pt x="0" y="105544"/>
                  </a:lnTo>
                  <a:lnTo>
                    <a:pt x="0" y="111391"/>
                  </a:lnTo>
                  <a:lnTo>
                    <a:pt x="0" y="117261"/>
                  </a:lnTo>
                  <a:lnTo>
                    <a:pt x="0" y="123130"/>
                  </a:lnTo>
                  <a:lnTo>
                    <a:pt x="0" y="128978"/>
                  </a:lnTo>
                  <a:lnTo>
                    <a:pt x="0" y="134847"/>
                  </a:lnTo>
                  <a:lnTo>
                    <a:pt x="0" y="140717"/>
                  </a:lnTo>
                  <a:lnTo>
                    <a:pt x="0" y="146565"/>
                  </a:lnTo>
                  <a:lnTo>
                    <a:pt x="0" y="152434"/>
                  </a:lnTo>
                  <a:lnTo>
                    <a:pt x="0" y="158304"/>
                  </a:lnTo>
                  <a:lnTo>
                    <a:pt x="0" y="164151"/>
                  </a:lnTo>
                  <a:lnTo>
                    <a:pt x="0" y="170021"/>
                  </a:lnTo>
                  <a:lnTo>
                    <a:pt x="0" y="175891"/>
                  </a:lnTo>
                  <a:lnTo>
                    <a:pt x="0" y="181738"/>
                  </a:lnTo>
                  <a:lnTo>
                    <a:pt x="0" y="187608"/>
                  </a:lnTo>
                  <a:lnTo>
                    <a:pt x="0" y="193478"/>
                  </a:lnTo>
                  <a:lnTo>
                    <a:pt x="0" y="199348"/>
                  </a:lnTo>
                  <a:lnTo>
                    <a:pt x="0" y="205195"/>
                  </a:lnTo>
                  <a:lnTo>
                    <a:pt x="0" y="211065"/>
                  </a:lnTo>
                  <a:lnTo>
                    <a:pt x="0" y="216934"/>
                  </a:lnTo>
                  <a:lnTo>
                    <a:pt x="0" y="222782"/>
                  </a:lnTo>
                  <a:lnTo>
                    <a:pt x="0" y="228652"/>
                  </a:lnTo>
                  <a:lnTo>
                    <a:pt x="0" y="234521"/>
                  </a:lnTo>
                  <a:lnTo>
                    <a:pt x="0" y="240369"/>
                  </a:lnTo>
                  <a:lnTo>
                    <a:pt x="0" y="246238"/>
                  </a:lnTo>
                  <a:lnTo>
                    <a:pt x="0" y="252108"/>
                  </a:lnTo>
                  <a:lnTo>
                    <a:pt x="0" y="257955"/>
                  </a:lnTo>
                  <a:lnTo>
                    <a:pt x="0" y="263825"/>
                  </a:lnTo>
                  <a:lnTo>
                    <a:pt x="0" y="269695"/>
                  </a:lnTo>
                  <a:lnTo>
                    <a:pt x="0" y="275542"/>
                  </a:lnTo>
                  <a:lnTo>
                    <a:pt x="0" y="281412"/>
                  </a:lnTo>
                  <a:lnTo>
                    <a:pt x="0" y="287282"/>
                  </a:lnTo>
                  <a:lnTo>
                    <a:pt x="0" y="293152"/>
                  </a:lnTo>
                  <a:lnTo>
                    <a:pt x="0" y="298999"/>
                  </a:lnTo>
                  <a:lnTo>
                    <a:pt x="0" y="304869"/>
                  </a:lnTo>
                  <a:lnTo>
                    <a:pt x="0" y="310739"/>
                  </a:lnTo>
                  <a:lnTo>
                    <a:pt x="0" y="316586"/>
                  </a:lnTo>
                  <a:lnTo>
                    <a:pt x="0" y="322456"/>
                  </a:lnTo>
                  <a:lnTo>
                    <a:pt x="0" y="328325"/>
                  </a:lnTo>
                  <a:lnTo>
                    <a:pt x="0" y="334173"/>
                  </a:lnTo>
                  <a:lnTo>
                    <a:pt x="0" y="340042"/>
                  </a:lnTo>
                  <a:lnTo>
                    <a:pt x="0" y="345912"/>
                  </a:lnTo>
                  <a:lnTo>
                    <a:pt x="0" y="351760"/>
                  </a:lnTo>
                  <a:lnTo>
                    <a:pt x="0" y="357629"/>
                  </a:lnTo>
                  <a:lnTo>
                    <a:pt x="0" y="363499"/>
                  </a:lnTo>
                  <a:lnTo>
                    <a:pt x="0" y="369346"/>
                  </a:lnTo>
                  <a:lnTo>
                    <a:pt x="0" y="375216"/>
                  </a:lnTo>
                  <a:lnTo>
                    <a:pt x="0" y="381086"/>
                  </a:lnTo>
                  <a:lnTo>
                    <a:pt x="0" y="386956"/>
                  </a:lnTo>
                  <a:lnTo>
                    <a:pt x="0" y="392803"/>
                  </a:lnTo>
                  <a:lnTo>
                    <a:pt x="0" y="398673"/>
                  </a:lnTo>
                  <a:lnTo>
                    <a:pt x="0" y="404543"/>
                  </a:lnTo>
                  <a:lnTo>
                    <a:pt x="0" y="410390"/>
                  </a:lnTo>
                  <a:lnTo>
                    <a:pt x="0" y="416260"/>
                  </a:lnTo>
                  <a:lnTo>
                    <a:pt x="0" y="422129"/>
                  </a:lnTo>
                  <a:lnTo>
                    <a:pt x="0" y="427977"/>
                  </a:lnTo>
                  <a:lnTo>
                    <a:pt x="0" y="433847"/>
                  </a:lnTo>
                  <a:lnTo>
                    <a:pt x="0" y="439716"/>
                  </a:lnTo>
                  <a:lnTo>
                    <a:pt x="0" y="445564"/>
                  </a:lnTo>
                  <a:lnTo>
                    <a:pt x="0" y="451433"/>
                  </a:lnTo>
                  <a:lnTo>
                    <a:pt x="0" y="457303"/>
                  </a:lnTo>
                  <a:lnTo>
                    <a:pt x="0" y="463150"/>
                  </a:lnTo>
                  <a:lnTo>
                    <a:pt x="0" y="469020"/>
                  </a:lnTo>
                  <a:lnTo>
                    <a:pt x="0" y="474890"/>
                  </a:lnTo>
                  <a:lnTo>
                    <a:pt x="0" y="480760"/>
                  </a:lnTo>
                  <a:lnTo>
                    <a:pt x="0" y="486607"/>
                  </a:lnTo>
                  <a:lnTo>
                    <a:pt x="0" y="492477"/>
                  </a:lnTo>
                  <a:lnTo>
                    <a:pt x="0" y="498347"/>
                  </a:lnTo>
                  <a:lnTo>
                    <a:pt x="0" y="504194"/>
                  </a:lnTo>
                  <a:lnTo>
                    <a:pt x="0" y="510064"/>
                  </a:lnTo>
                  <a:lnTo>
                    <a:pt x="0" y="515934"/>
                  </a:lnTo>
                  <a:lnTo>
                    <a:pt x="0" y="521781"/>
                  </a:lnTo>
                  <a:lnTo>
                    <a:pt x="0" y="527651"/>
                  </a:lnTo>
                  <a:lnTo>
                    <a:pt x="0" y="533520"/>
                  </a:lnTo>
                  <a:lnTo>
                    <a:pt x="0" y="539368"/>
                  </a:lnTo>
                  <a:lnTo>
                    <a:pt x="0" y="545237"/>
                  </a:lnTo>
                  <a:lnTo>
                    <a:pt x="0" y="551107"/>
                  </a:lnTo>
                  <a:lnTo>
                    <a:pt x="0" y="556955"/>
                  </a:lnTo>
                  <a:lnTo>
                    <a:pt x="0" y="562824"/>
                  </a:lnTo>
                  <a:lnTo>
                    <a:pt x="0" y="568694"/>
                  </a:lnTo>
                  <a:lnTo>
                    <a:pt x="0" y="574564"/>
                  </a:lnTo>
                  <a:lnTo>
                    <a:pt x="0" y="580411"/>
                  </a:lnTo>
                  <a:lnTo>
                    <a:pt x="112" y="580411"/>
                  </a:lnTo>
                  <a:close/>
                </a:path>
              </a:pathLst>
            </a:custGeom>
            <a:solidFill>
              <a:srgbClr val="B4E4FA">
                <a:alpha val="50000"/>
              </a:srgbClr>
            </a:solidFill>
            <a:ln w="2249" cap="flat">
              <a:noFill/>
              <a:prstDash val="solid"/>
              <a:miter/>
            </a:ln>
          </p:spPr>
          <p:txBody>
            <a:bodyPr rtlCol="0" anchor="ctr"/>
            <a:lstStyle/>
            <a:p>
              <a:endParaRPr lang="en-US"/>
            </a:p>
          </p:txBody>
        </p:sp>
        <p:sp>
          <p:nvSpPr>
            <p:cNvPr id="3480" name="Freeform 3479">
              <a:extLst>
                <a:ext uri="{FF2B5EF4-FFF2-40B4-BE49-F238E27FC236}">
                  <a16:creationId xmlns:a16="http://schemas.microsoft.com/office/drawing/2014/main" id="{018EE008-75C0-92D4-A147-1094080FE9F3}"/>
                </a:ext>
              </a:extLst>
            </p:cNvPr>
            <p:cNvSpPr/>
            <p:nvPr/>
          </p:nvSpPr>
          <p:spPr>
            <a:xfrm rot="20803200">
              <a:off x="6647107" y="3903002"/>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8" y="0"/>
                    <a:pt x="8928" y="0"/>
                  </a:cubicBezTo>
                  <a:cubicBezTo>
                    <a:pt x="13860" y="0"/>
                    <a:pt x="17857" y="3998"/>
                    <a:pt x="17857" y="8928"/>
                  </a:cubicBezTo>
                  <a:close/>
                </a:path>
              </a:pathLst>
            </a:custGeom>
            <a:solidFill>
              <a:srgbClr val="B4E4FA">
                <a:alpha val="70000"/>
              </a:srgbClr>
            </a:solidFill>
            <a:ln w="2249" cap="flat">
              <a:noFill/>
              <a:prstDash val="solid"/>
              <a:miter/>
            </a:ln>
          </p:spPr>
          <p:txBody>
            <a:bodyPr rtlCol="0" anchor="ctr"/>
            <a:lstStyle/>
            <a:p>
              <a:endParaRPr lang="en-US"/>
            </a:p>
          </p:txBody>
        </p:sp>
        <p:sp>
          <p:nvSpPr>
            <p:cNvPr id="3481" name="Freeform 3480">
              <a:extLst>
                <a:ext uri="{FF2B5EF4-FFF2-40B4-BE49-F238E27FC236}">
                  <a16:creationId xmlns:a16="http://schemas.microsoft.com/office/drawing/2014/main" id="{65F4576C-B873-F2EA-063F-A8097C3ED6D7}"/>
                </a:ext>
              </a:extLst>
            </p:cNvPr>
            <p:cNvSpPr/>
            <p:nvPr/>
          </p:nvSpPr>
          <p:spPr>
            <a:xfrm rot="20803200">
              <a:off x="6789689" y="3851453"/>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8" y="0"/>
                    <a:pt x="8928" y="0"/>
                  </a:cubicBezTo>
                  <a:cubicBezTo>
                    <a:pt x="13860" y="0"/>
                    <a:pt x="17857" y="3997"/>
                    <a:pt x="17857" y="8928"/>
                  </a:cubicBezTo>
                  <a:close/>
                </a:path>
              </a:pathLst>
            </a:custGeom>
            <a:solidFill>
              <a:srgbClr val="B4E4FA">
                <a:alpha val="70000"/>
              </a:srgbClr>
            </a:solidFill>
            <a:ln w="2249" cap="flat">
              <a:noFill/>
              <a:prstDash val="solid"/>
              <a:miter/>
            </a:ln>
          </p:spPr>
          <p:txBody>
            <a:bodyPr rtlCol="0" anchor="ctr"/>
            <a:lstStyle/>
            <a:p>
              <a:endParaRPr lang="en-US"/>
            </a:p>
          </p:txBody>
        </p:sp>
        <p:sp>
          <p:nvSpPr>
            <p:cNvPr id="3482" name="Freeform 3481">
              <a:extLst>
                <a:ext uri="{FF2B5EF4-FFF2-40B4-BE49-F238E27FC236}">
                  <a16:creationId xmlns:a16="http://schemas.microsoft.com/office/drawing/2014/main" id="{AA0D6C62-9F8A-EBE7-2CDB-B5A5F58713CF}"/>
                </a:ext>
              </a:extLst>
            </p:cNvPr>
            <p:cNvSpPr/>
            <p:nvPr/>
          </p:nvSpPr>
          <p:spPr>
            <a:xfrm rot="20803200">
              <a:off x="6626635" y="3090378"/>
              <a:ext cx="70855" cy="70855"/>
            </a:xfrm>
            <a:custGeom>
              <a:avLst/>
              <a:gdLst>
                <a:gd name="connsiteX0" fmla="*/ 17857 w 17856"/>
                <a:gd name="connsiteY0" fmla="*/ 8929 h 17856"/>
                <a:gd name="connsiteX1" fmla="*/ 8928 w 17856"/>
                <a:gd name="connsiteY1" fmla="*/ 17857 h 17856"/>
                <a:gd name="connsiteX2" fmla="*/ 0 w 17856"/>
                <a:gd name="connsiteY2" fmla="*/ 8929 h 17856"/>
                <a:gd name="connsiteX3" fmla="*/ 8928 w 17856"/>
                <a:gd name="connsiteY3" fmla="*/ 0 h 17856"/>
                <a:gd name="connsiteX4" fmla="*/ 17857 w 17856"/>
                <a:gd name="connsiteY4" fmla="*/ 8929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9"/>
                  </a:moveTo>
                  <a:cubicBezTo>
                    <a:pt x="17857" y="13860"/>
                    <a:pt x="13859" y="17857"/>
                    <a:pt x="8928" y="17857"/>
                  </a:cubicBezTo>
                  <a:cubicBezTo>
                    <a:pt x="3997" y="17857"/>
                    <a:pt x="0" y="13859"/>
                    <a:pt x="0" y="8929"/>
                  </a:cubicBezTo>
                  <a:cubicBezTo>
                    <a:pt x="0" y="3997"/>
                    <a:pt x="3998" y="0"/>
                    <a:pt x="8928" y="0"/>
                  </a:cubicBezTo>
                  <a:cubicBezTo>
                    <a:pt x="13859" y="0"/>
                    <a:pt x="17857" y="3998"/>
                    <a:pt x="17857" y="8929"/>
                  </a:cubicBezTo>
                  <a:close/>
                </a:path>
              </a:pathLst>
            </a:custGeom>
            <a:solidFill>
              <a:srgbClr val="B4E4FA">
                <a:alpha val="70000"/>
              </a:srgbClr>
            </a:solidFill>
            <a:ln w="2249" cap="flat">
              <a:noFill/>
              <a:prstDash val="solid"/>
              <a:miter/>
            </a:ln>
          </p:spPr>
          <p:txBody>
            <a:bodyPr rtlCol="0" anchor="ctr"/>
            <a:lstStyle/>
            <a:p>
              <a:endParaRPr lang="en-US"/>
            </a:p>
          </p:txBody>
        </p:sp>
        <p:sp>
          <p:nvSpPr>
            <p:cNvPr id="3483" name="Freeform 3482">
              <a:extLst>
                <a:ext uri="{FF2B5EF4-FFF2-40B4-BE49-F238E27FC236}">
                  <a16:creationId xmlns:a16="http://schemas.microsoft.com/office/drawing/2014/main" id="{C06AD15F-C2AB-43A8-22E7-6D68107F8F2F}"/>
                </a:ext>
              </a:extLst>
            </p:cNvPr>
            <p:cNvSpPr/>
            <p:nvPr/>
          </p:nvSpPr>
          <p:spPr>
            <a:xfrm rot="20803200">
              <a:off x="6667511" y="3580834"/>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7" y="0"/>
                    <a:pt x="8928" y="0"/>
                  </a:cubicBezTo>
                  <a:cubicBezTo>
                    <a:pt x="13859" y="0"/>
                    <a:pt x="17857" y="3998"/>
                    <a:pt x="17857" y="8928"/>
                  </a:cubicBezTo>
                  <a:close/>
                </a:path>
              </a:pathLst>
            </a:custGeom>
            <a:solidFill>
              <a:srgbClr val="B4E4FA">
                <a:alpha val="70000"/>
              </a:srgbClr>
            </a:solidFill>
            <a:ln w="2249" cap="flat">
              <a:noFill/>
              <a:prstDash val="solid"/>
              <a:miter/>
            </a:ln>
          </p:spPr>
          <p:txBody>
            <a:bodyPr rtlCol="0" anchor="ctr"/>
            <a:lstStyle/>
            <a:p>
              <a:endParaRPr lang="en-US"/>
            </a:p>
          </p:txBody>
        </p:sp>
        <p:sp>
          <p:nvSpPr>
            <p:cNvPr id="3484" name="Freeform 3483">
              <a:extLst>
                <a:ext uri="{FF2B5EF4-FFF2-40B4-BE49-F238E27FC236}">
                  <a16:creationId xmlns:a16="http://schemas.microsoft.com/office/drawing/2014/main" id="{51DA9B7A-D099-FD00-0141-74CEC22FC664}"/>
                </a:ext>
              </a:extLst>
            </p:cNvPr>
            <p:cNvSpPr/>
            <p:nvPr/>
          </p:nvSpPr>
          <p:spPr>
            <a:xfrm rot="20803200">
              <a:off x="6796530" y="3475671"/>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8" y="0"/>
                    <a:pt x="8928" y="0"/>
                  </a:cubicBezTo>
                  <a:cubicBezTo>
                    <a:pt x="13860" y="0"/>
                    <a:pt x="17857" y="3998"/>
                    <a:pt x="17857" y="8928"/>
                  </a:cubicBezTo>
                  <a:close/>
                </a:path>
              </a:pathLst>
            </a:custGeom>
            <a:solidFill>
              <a:srgbClr val="B4E4FA">
                <a:alpha val="70000"/>
              </a:srgbClr>
            </a:solidFill>
            <a:ln w="2249" cap="flat">
              <a:noFill/>
              <a:prstDash val="solid"/>
              <a:miter/>
            </a:ln>
          </p:spPr>
          <p:txBody>
            <a:bodyPr rtlCol="0" anchor="ctr"/>
            <a:lstStyle/>
            <a:p>
              <a:endParaRPr lang="en-US"/>
            </a:p>
          </p:txBody>
        </p:sp>
        <p:sp>
          <p:nvSpPr>
            <p:cNvPr id="3485" name="Freeform 3484">
              <a:extLst>
                <a:ext uri="{FF2B5EF4-FFF2-40B4-BE49-F238E27FC236}">
                  <a16:creationId xmlns:a16="http://schemas.microsoft.com/office/drawing/2014/main" id="{92D27743-AD88-D1F7-DFD8-94164B3055ED}"/>
                </a:ext>
              </a:extLst>
            </p:cNvPr>
            <p:cNvSpPr/>
            <p:nvPr/>
          </p:nvSpPr>
          <p:spPr>
            <a:xfrm rot="20803200">
              <a:off x="6625901" y="2917678"/>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8" y="0"/>
                    <a:pt x="8928" y="0"/>
                  </a:cubicBezTo>
                  <a:cubicBezTo>
                    <a:pt x="13860" y="0"/>
                    <a:pt x="17857" y="3997"/>
                    <a:pt x="17857" y="8928"/>
                  </a:cubicBezTo>
                  <a:close/>
                </a:path>
              </a:pathLst>
            </a:custGeom>
            <a:solidFill>
              <a:srgbClr val="B4E4FA">
                <a:alpha val="70000"/>
              </a:srgbClr>
            </a:solidFill>
            <a:ln w="2249" cap="flat">
              <a:noFill/>
              <a:prstDash val="solid"/>
              <a:miter/>
            </a:ln>
          </p:spPr>
          <p:txBody>
            <a:bodyPr rtlCol="0" anchor="ctr"/>
            <a:lstStyle/>
            <a:p>
              <a:endParaRPr lang="en-US"/>
            </a:p>
          </p:txBody>
        </p:sp>
        <p:sp>
          <p:nvSpPr>
            <p:cNvPr id="3486" name="Freeform 3485">
              <a:extLst>
                <a:ext uri="{FF2B5EF4-FFF2-40B4-BE49-F238E27FC236}">
                  <a16:creationId xmlns:a16="http://schemas.microsoft.com/office/drawing/2014/main" id="{D4FDFD6D-A6E6-7527-22AB-C95B759442D5}"/>
                </a:ext>
              </a:extLst>
            </p:cNvPr>
            <p:cNvSpPr/>
            <p:nvPr/>
          </p:nvSpPr>
          <p:spPr>
            <a:xfrm rot="20803200">
              <a:off x="6799149" y="3813700"/>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7" y="0"/>
                    <a:pt x="8928" y="0"/>
                  </a:cubicBezTo>
                  <a:cubicBezTo>
                    <a:pt x="13859" y="0"/>
                    <a:pt x="17857" y="3998"/>
                    <a:pt x="17857" y="8928"/>
                  </a:cubicBezTo>
                  <a:close/>
                </a:path>
              </a:pathLst>
            </a:custGeom>
            <a:solidFill>
              <a:srgbClr val="B4E4FA">
                <a:alpha val="70000"/>
              </a:srgbClr>
            </a:solidFill>
            <a:ln w="2249" cap="flat">
              <a:noFill/>
              <a:prstDash val="solid"/>
              <a:miter/>
            </a:ln>
          </p:spPr>
          <p:txBody>
            <a:bodyPr rtlCol="0" anchor="ctr"/>
            <a:lstStyle/>
            <a:p>
              <a:endParaRPr lang="en-US"/>
            </a:p>
          </p:txBody>
        </p:sp>
        <p:sp>
          <p:nvSpPr>
            <p:cNvPr id="3487" name="Freeform 3486">
              <a:extLst>
                <a:ext uri="{FF2B5EF4-FFF2-40B4-BE49-F238E27FC236}">
                  <a16:creationId xmlns:a16="http://schemas.microsoft.com/office/drawing/2014/main" id="{99E0BDCD-3C8A-F31B-2CD8-0D4E7950B2C5}"/>
                </a:ext>
              </a:extLst>
            </p:cNvPr>
            <p:cNvSpPr/>
            <p:nvPr/>
          </p:nvSpPr>
          <p:spPr>
            <a:xfrm rot="20803200">
              <a:off x="6781233" y="2814864"/>
              <a:ext cx="70855" cy="70855"/>
            </a:xfrm>
            <a:custGeom>
              <a:avLst/>
              <a:gdLst>
                <a:gd name="connsiteX0" fmla="*/ 17857 w 17856"/>
                <a:gd name="connsiteY0" fmla="*/ 8929 h 17856"/>
                <a:gd name="connsiteX1" fmla="*/ 8929 w 17856"/>
                <a:gd name="connsiteY1" fmla="*/ 17857 h 17856"/>
                <a:gd name="connsiteX2" fmla="*/ 0 w 17856"/>
                <a:gd name="connsiteY2" fmla="*/ 8929 h 17856"/>
                <a:gd name="connsiteX3" fmla="*/ 8929 w 17856"/>
                <a:gd name="connsiteY3" fmla="*/ 0 h 17856"/>
                <a:gd name="connsiteX4" fmla="*/ 17857 w 17856"/>
                <a:gd name="connsiteY4" fmla="*/ 8929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9"/>
                  </a:moveTo>
                  <a:cubicBezTo>
                    <a:pt x="17857" y="13860"/>
                    <a:pt x="13859" y="17857"/>
                    <a:pt x="8929" y="17857"/>
                  </a:cubicBezTo>
                  <a:cubicBezTo>
                    <a:pt x="3997" y="17857"/>
                    <a:pt x="0" y="13859"/>
                    <a:pt x="0" y="8929"/>
                  </a:cubicBezTo>
                  <a:cubicBezTo>
                    <a:pt x="0" y="3997"/>
                    <a:pt x="3998" y="0"/>
                    <a:pt x="8929" y="0"/>
                  </a:cubicBezTo>
                  <a:cubicBezTo>
                    <a:pt x="13860" y="0"/>
                    <a:pt x="17857" y="3998"/>
                    <a:pt x="17857" y="8929"/>
                  </a:cubicBezTo>
                  <a:close/>
                </a:path>
              </a:pathLst>
            </a:custGeom>
            <a:solidFill>
              <a:srgbClr val="B4E4FA">
                <a:alpha val="70000"/>
              </a:srgbClr>
            </a:solidFill>
            <a:ln w="2249" cap="flat">
              <a:noFill/>
              <a:prstDash val="solid"/>
              <a:miter/>
            </a:ln>
          </p:spPr>
          <p:txBody>
            <a:bodyPr rtlCol="0" anchor="ctr"/>
            <a:lstStyle/>
            <a:p>
              <a:endParaRPr lang="en-US"/>
            </a:p>
          </p:txBody>
        </p:sp>
        <p:sp>
          <p:nvSpPr>
            <p:cNvPr id="3488" name="Freeform 3487">
              <a:extLst>
                <a:ext uri="{FF2B5EF4-FFF2-40B4-BE49-F238E27FC236}">
                  <a16:creationId xmlns:a16="http://schemas.microsoft.com/office/drawing/2014/main" id="{19FC8E40-6B9E-87D8-95ED-6217D0ECCDE4}"/>
                </a:ext>
              </a:extLst>
            </p:cNvPr>
            <p:cNvSpPr/>
            <p:nvPr/>
          </p:nvSpPr>
          <p:spPr>
            <a:xfrm rot="20803200">
              <a:off x="6760742" y="4119892"/>
              <a:ext cx="70855" cy="70855"/>
            </a:xfrm>
            <a:custGeom>
              <a:avLst/>
              <a:gdLst>
                <a:gd name="connsiteX0" fmla="*/ 17857 w 17856"/>
                <a:gd name="connsiteY0" fmla="*/ 8929 h 17856"/>
                <a:gd name="connsiteX1" fmla="*/ 8928 w 17856"/>
                <a:gd name="connsiteY1" fmla="*/ 17857 h 17856"/>
                <a:gd name="connsiteX2" fmla="*/ 0 w 17856"/>
                <a:gd name="connsiteY2" fmla="*/ 8929 h 17856"/>
                <a:gd name="connsiteX3" fmla="*/ 8928 w 17856"/>
                <a:gd name="connsiteY3" fmla="*/ 0 h 17856"/>
                <a:gd name="connsiteX4" fmla="*/ 17857 w 17856"/>
                <a:gd name="connsiteY4" fmla="*/ 8929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9"/>
                  </a:moveTo>
                  <a:cubicBezTo>
                    <a:pt x="17857" y="13860"/>
                    <a:pt x="13859" y="17857"/>
                    <a:pt x="8928" y="17857"/>
                  </a:cubicBezTo>
                  <a:cubicBezTo>
                    <a:pt x="3997" y="17857"/>
                    <a:pt x="0" y="13859"/>
                    <a:pt x="0" y="8929"/>
                  </a:cubicBezTo>
                  <a:cubicBezTo>
                    <a:pt x="0" y="3997"/>
                    <a:pt x="3998" y="0"/>
                    <a:pt x="8928" y="0"/>
                  </a:cubicBezTo>
                  <a:cubicBezTo>
                    <a:pt x="13860" y="0"/>
                    <a:pt x="17857" y="3998"/>
                    <a:pt x="17857" y="8929"/>
                  </a:cubicBezTo>
                  <a:close/>
                </a:path>
              </a:pathLst>
            </a:custGeom>
            <a:solidFill>
              <a:srgbClr val="B4E4FA">
                <a:alpha val="70000"/>
              </a:srgbClr>
            </a:solidFill>
            <a:ln w="2249" cap="flat">
              <a:noFill/>
              <a:prstDash val="solid"/>
              <a:miter/>
            </a:ln>
          </p:spPr>
          <p:txBody>
            <a:bodyPr rtlCol="0" anchor="ctr"/>
            <a:lstStyle/>
            <a:p>
              <a:endParaRPr lang="en-US"/>
            </a:p>
          </p:txBody>
        </p:sp>
        <p:sp>
          <p:nvSpPr>
            <p:cNvPr id="3489" name="Freeform 3488">
              <a:extLst>
                <a:ext uri="{FF2B5EF4-FFF2-40B4-BE49-F238E27FC236}">
                  <a16:creationId xmlns:a16="http://schemas.microsoft.com/office/drawing/2014/main" id="{CF6D2A93-E5FF-A49C-0A37-3ABE9DF52C9B}"/>
                </a:ext>
              </a:extLst>
            </p:cNvPr>
            <p:cNvSpPr/>
            <p:nvPr/>
          </p:nvSpPr>
          <p:spPr>
            <a:xfrm rot="20803200">
              <a:off x="6691450" y="3847100"/>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8" y="0"/>
                    <a:pt x="8928" y="0"/>
                  </a:cubicBezTo>
                  <a:cubicBezTo>
                    <a:pt x="13860" y="0"/>
                    <a:pt x="17857" y="3998"/>
                    <a:pt x="17857" y="8928"/>
                  </a:cubicBezTo>
                  <a:close/>
                </a:path>
              </a:pathLst>
            </a:custGeom>
            <a:solidFill>
              <a:srgbClr val="B4E4FA">
                <a:alpha val="70000"/>
              </a:srgbClr>
            </a:solidFill>
            <a:ln w="2249" cap="flat">
              <a:noFill/>
              <a:prstDash val="solid"/>
              <a:miter/>
            </a:ln>
          </p:spPr>
          <p:txBody>
            <a:bodyPr rtlCol="0" anchor="ctr"/>
            <a:lstStyle/>
            <a:p>
              <a:endParaRPr lang="en-US"/>
            </a:p>
          </p:txBody>
        </p:sp>
        <p:sp>
          <p:nvSpPr>
            <p:cNvPr id="3490" name="Freeform 3489">
              <a:extLst>
                <a:ext uri="{FF2B5EF4-FFF2-40B4-BE49-F238E27FC236}">
                  <a16:creationId xmlns:a16="http://schemas.microsoft.com/office/drawing/2014/main" id="{192E1F94-41DF-9CE3-B848-7DBC3E4FFA79}"/>
                </a:ext>
              </a:extLst>
            </p:cNvPr>
            <p:cNvSpPr/>
            <p:nvPr/>
          </p:nvSpPr>
          <p:spPr>
            <a:xfrm rot="20803200">
              <a:off x="6641214" y="3619405"/>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8" y="0"/>
                    <a:pt x="8928" y="0"/>
                  </a:cubicBezTo>
                  <a:cubicBezTo>
                    <a:pt x="13860" y="0"/>
                    <a:pt x="17857" y="3997"/>
                    <a:pt x="17857" y="8928"/>
                  </a:cubicBezTo>
                  <a:close/>
                </a:path>
              </a:pathLst>
            </a:custGeom>
            <a:solidFill>
              <a:srgbClr val="B4E4FA">
                <a:alpha val="70000"/>
              </a:srgbClr>
            </a:solidFill>
            <a:ln w="2249" cap="flat">
              <a:noFill/>
              <a:prstDash val="solid"/>
              <a:miter/>
            </a:ln>
          </p:spPr>
          <p:txBody>
            <a:bodyPr rtlCol="0" anchor="ctr"/>
            <a:lstStyle/>
            <a:p>
              <a:endParaRPr lang="en-US"/>
            </a:p>
          </p:txBody>
        </p:sp>
        <p:sp>
          <p:nvSpPr>
            <p:cNvPr id="3491" name="Freeform 3490">
              <a:extLst>
                <a:ext uri="{FF2B5EF4-FFF2-40B4-BE49-F238E27FC236}">
                  <a16:creationId xmlns:a16="http://schemas.microsoft.com/office/drawing/2014/main" id="{FD14DBC0-2FB6-77C9-44A3-0F0FA79099FA}"/>
                </a:ext>
              </a:extLst>
            </p:cNvPr>
            <p:cNvSpPr/>
            <p:nvPr/>
          </p:nvSpPr>
          <p:spPr>
            <a:xfrm rot="20803200">
              <a:off x="6763754" y="3606941"/>
              <a:ext cx="70855" cy="70855"/>
            </a:xfrm>
            <a:custGeom>
              <a:avLst/>
              <a:gdLst>
                <a:gd name="connsiteX0" fmla="*/ 17857 w 17856"/>
                <a:gd name="connsiteY0" fmla="*/ 8929 h 17856"/>
                <a:gd name="connsiteX1" fmla="*/ 8928 w 17856"/>
                <a:gd name="connsiteY1" fmla="*/ 17857 h 17856"/>
                <a:gd name="connsiteX2" fmla="*/ 0 w 17856"/>
                <a:gd name="connsiteY2" fmla="*/ 8929 h 17856"/>
                <a:gd name="connsiteX3" fmla="*/ 8928 w 17856"/>
                <a:gd name="connsiteY3" fmla="*/ 0 h 17856"/>
                <a:gd name="connsiteX4" fmla="*/ 17857 w 17856"/>
                <a:gd name="connsiteY4" fmla="*/ 8929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9"/>
                  </a:moveTo>
                  <a:cubicBezTo>
                    <a:pt x="17857" y="13860"/>
                    <a:pt x="13859" y="17857"/>
                    <a:pt x="8928" y="17857"/>
                  </a:cubicBezTo>
                  <a:cubicBezTo>
                    <a:pt x="3997" y="17857"/>
                    <a:pt x="0" y="13859"/>
                    <a:pt x="0" y="8929"/>
                  </a:cubicBezTo>
                  <a:cubicBezTo>
                    <a:pt x="0" y="3997"/>
                    <a:pt x="3997" y="0"/>
                    <a:pt x="8928" y="0"/>
                  </a:cubicBezTo>
                  <a:cubicBezTo>
                    <a:pt x="13859" y="0"/>
                    <a:pt x="17857" y="3998"/>
                    <a:pt x="17857" y="8929"/>
                  </a:cubicBezTo>
                  <a:close/>
                </a:path>
              </a:pathLst>
            </a:custGeom>
            <a:solidFill>
              <a:srgbClr val="B4E4FA">
                <a:alpha val="70000"/>
              </a:srgbClr>
            </a:solidFill>
            <a:ln w="2249" cap="flat">
              <a:noFill/>
              <a:prstDash val="solid"/>
              <a:miter/>
            </a:ln>
          </p:spPr>
          <p:txBody>
            <a:bodyPr rtlCol="0" anchor="ctr"/>
            <a:lstStyle/>
            <a:p>
              <a:endParaRPr lang="en-US"/>
            </a:p>
          </p:txBody>
        </p:sp>
        <p:sp>
          <p:nvSpPr>
            <p:cNvPr id="3492" name="Freeform 3491">
              <a:extLst>
                <a:ext uri="{FF2B5EF4-FFF2-40B4-BE49-F238E27FC236}">
                  <a16:creationId xmlns:a16="http://schemas.microsoft.com/office/drawing/2014/main" id="{B3996B9C-3578-3B8D-3CAC-BE4404EE0F73}"/>
                </a:ext>
              </a:extLst>
            </p:cNvPr>
            <p:cNvSpPr/>
            <p:nvPr/>
          </p:nvSpPr>
          <p:spPr>
            <a:xfrm rot="20803200">
              <a:off x="6739215" y="3466584"/>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7" y="0"/>
                    <a:pt x="8928" y="0"/>
                  </a:cubicBezTo>
                  <a:cubicBezTo>
                    <a:pt x="13859" y="0"/>
                    <a:pt x="17857" y="3997"/>
                    <a:pt x="17857" y="8928"/>
                  </a:cubicBezTo>
                  <a:close/>
                </a:path>
              </a:pathLst>
            </a:custGeom>
            <a:solidFill>
              <a:srgbClr val="B4E4FA">
                <a:alpha val="70000"/>
              </a:srgbClr>
            </a:solidFill>
            <a:ln w="2249" cap="flat">
              <a:noFill/>
              <a:prstDash val="solid"/>
              <a:miter/>
            </a:ln>
          </p:spPr>
          <p:txBody>
            <a:bodyPr rtlCol="0" anchor="ctr"/>
            <a:lstStyle/>
            <a:p>
              <a:endParaRPr lang="en-US"/>
            </a:p>
          </p:txBody>
        </p:sp>
        <p:sp>
          <p:nvSpPr>
            <p:cNvPr id="3493" name="Freeform 3492">
              <a:extLst>
                <a:ext uri="{FF2B5EF4-FFF2-40B4-BE49-F238E27FC236}">
                  <a16:creationId xmlns:a16="http://schemas.microsoft.com/office/drawing/2014/main" id="{2E32BB4A-669D-52BA-5E87-5C7C61514DD2}"/>
                </a:ext>
              </a:extLst>
            </p:cNvPr>
            <p:cNvSpPr/>
            <p:nvPr/>
          </p:nvSpPr>
          <p:spPr>
            <a:xfrm rot="20803200">
              <a:off x="6784289" y="3721250"/>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8" y="0"/>
                    <a:pt x="8928" y="0"/>
                  </a:cubicBezTo>
                  <a:cubicBezTo>
                    <a:pt x="13860" y="0"/>
                    <a:pt x="17857" y="3998"/>
                    <a:pt x="17857" y="8928"/>
                  </a:cubicBezTo>
                  <a:close/>
                </a:path>
              </a:pathLst>
            </a:custGeom>
            <a:solidFill>
              <a:srgbClr val="B4E4FA">
                <a:alpha val="70000"/>
              </a:srgbClr>
            </a:solidFill>
            <a:ln w="2249" cap="flat">
              <a:noFill/>
              <a:prstDash val="solid"/>
              <a:miter/>
            </a:ln>
          </p:spPr>
          <p:txBody>
            <a:bodyPr rtlCol="0" anchor="ctr"/>
            <a:lstStyle/>
            <a:p>
              <a:endParaRPr lang="en-US"/>
            </a:p>
          </p:txBody>
        </p:sp>
        <p:sp>
          <p:nvSpPr>
            <p:cNvPr id="3494" name="Freeform 3493">
              <a:extLst>
                <a:ext uri="{FF2B5EF4-FFF2-40B4-BE49-F238E27FC236}">
                  <a16:creationId xmlns:a16="http://schemas.microsoft.com/office/drawing/2014/main" id="{CA551E80-424D-886B-63E7-B8C9011FAD8D}"/>
                </a:ext>
              </a:extLst>
            </p:cNvPr>
            <p:cNvSpPr/>
            <p:nvPr/>
          </p:nvSpPr>
          <p:spPr>
            <a:xfrm rot="20803200">
              <a:off x="6703252" y="3428220"/>
              <a:ext cx="70855" cy="70855"/>
            </a:xfrm>
            <a:custGeom>
              <a:avLst/>
              <a:gdLst>
                <a:gd name="connsiteX0" fmla="*/ 17857 w 17856"/>
                <a:gd name="connsiteY0" fmla="*/ 8929 h 17856"/>
                <a:gd name="connsiteX1" fmla="*/ 8928 w 17856"/>
                <a:gd name="connsiteY1" fmla="*/ 17857 h 17856"/>
                <a:gd name="connsiteX2" fmla="*/ 0 w 17856"/>
                <a:gd name="connsiteY2" fmla="*/ 8929 h 17856"/>
                <a:gd name="connsiteX3" fmla="*/ 8928 w 17856"/>
                <a:gd name="connsiteY3" fmla="*/ 0 h 17856"/>
                <a:gd name="connsiteX4" fmla="*/ 17857 w 17856"/>
                <a:gd name="connsiteY4" fmla="*/ 8929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9"/>
                  </a:moveTo>
                  <a:cubicBezTo>
                    <a:pt x="17857" y="13860"/>
                    <a:pt x="13859" y="17857"/>
                    <a:pt x="8928" y="17857"/>
                  </a:cubicBezTo>
                  <a:cubicBezTo>
                    <a:pt x="3997" y="17857"/>
                    <a:pt x="0" y="13859"/>
                    <a:pt x="0" y="8929"/>
                  </a:cubicBezTo>
                  <a:cubicBezTo>
                    <a:pt x="0" y="3997"/>
                    <a:pt x="3997" y="0"/>
                    <a:pt x="8928" y="0"/>
                  </a:cubicBezTo>
                  <a:cubicBezTo>
                    <a:pt x="13859" y="0"/>
                    <a:pt x="17857" y="3998"/>
                    <a:pt x="17857" y="8929"/>
                  </a:cubicBezTo>
                  <a:close/>
                </a:path>
              </a:pathLst>
            </a:custGeom>
            <a:solidFill>
              <a:srgbClr val="B4E4FA">
                <a:alpha val="70000"/>
              </a:srgbClr>
            </a:solidFill>
            <a:ln w="2249" cap="flat">
              <a:noFill/>
              <a:prstDash val="solid"/>
              <a:miter/>
            </a:ln>
          </p:spPr>
          <p:txBody>
            <a:bodyPr rtlCol="0" anchor="ctr"/>
            <a:lstStyle/>
            <a:p>
              <a:endParaRPr lang="en-US"/>
            </a:p>
          </p:txBody>
        </p:sp>
        <p:sp>
          <p:nvSpPr>
            <p:cNvPr id="3495" name="Freeform 3494">
              <a:extLst>
                <a:ext uri="{FF2B5EF4-FFF2-40B4-BE49-F238E27FC236}">
                  <a16:creationId xmlns:a16="http://schemas.microsoft.com/office/drawing/2014/main" id="{AAE2B743-C08C-EF81-E623-AE6EDA624A1D}"/>
                </a:ext>
              </a:extLst>
            </p:cNvPr>
            <p:cNvSpPr/>
            <p:nvPr/>
          </p:nvSpPr>
          <p:spPr>
            <a:xfrm rot="20803200">
              <a:off x="6669197" y="3610877"/>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8" y="0"/>
                    <a:pt x="8928" y="0"/>
                  </a:cubicBezTo>
                  <a:cubicBezTo>
                    <a:pt x="13860" y="0"/>
                    <a:pt x="17857" y="3998"/>
                    <a:pt x="17857" y="8928"/>
                  </a:cubicBezTo>
                  <a:close/>
                </a:path>
              </a:pathLst>
            </a:custGeom>
            <a:solidFill>
              <a:srgbClr val="B4E4FA">
                <a:alpha val="70000"/>
              </a:srgbClr>
            </a:solidFill>
            <a:ln w="2249" cap="flat">
              <a:noFill/>
              <a:prstDash val="solid"/>
              <a:miter/>
            </a:ln>
          </p:spPr>
          <p:txBody>
            <a:bodyPr rtlCol="0" anchor="ctr"/>
            <a:lstStyle/>
            <a:p>
              <a:endParaRPr lang="en-US"/>
            </a:p>
          </p:txBody>
        </p:sp>
        <p:sp>
          <p:nvSpPr>
            <p:cNvPr id="3497" name="Freeform 3496">
              <a:extLst>
                <a:ext uri="{FF2B5EF4-FFF2-40B4-BE49-F238E27FC236}">
                  <a16:creationId xmlns:a16="http://schemas.microsoft.com/office/drawing/2014/main" id="{992342E4-C319-1AE1-EDE1-074FBEA51D70}"/>
                </a:ext>
              </a:extLst>
            </p:cNvPr>
            <p:cNvSpPr/>
            <p:nvPr/>
          </p:nvSpPr>
          <p:spPr>
            <a:xfrm rot="20803200">
              <a:off x="6720644" y="3093343"/>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8" y="0"/>
                    <a:pt x="8928" y="0"/>
                  </a:cubicBezTo>
                  <a:cubicBezTo>
                    <a:pt x="13860" y="0"/>
                    <a:pt x="17857" y="3998"/>
                    <a:pt x="17857" y="8928"/>
                  </a:cubicBezTo>
                  <a:close/>
                </a:path>
              </a:pathLst>
            </a:custGeom>
            <a:solidFill>
              <a:srgbClr val="B4E4FA">
                <a:alpha val="70000"/>
              </a:srgbClr>
            </a:solidFill>
            <a:ln w="2249" cap="flat">
              <a:noFill/>
              <a:prstDash val="solid"/>
              <a:miter/>
            </a:ln>
          </p:spPr>
          <p:txBody>
            <a:bodyPr rtlCol="0" anchor="ctr"/>
            <a:lstStyle/>
            <a:p>
              <a:endParaRPr lang="en-US"/>
            </a:p>
          </p:txBody>
        </p:sp>
        <p:sp>
          <p:nvSpPr>
            <p:cNvPr id="3498" name="Freeform 3497">
              <a:extLst>
                <a:ext uri="{FF2B5EF4-FFF2-40B4-BE49-F238E27FC236}">
                  <a16:creationId xmlns:a16="http://schemas.microsoft.com/office/drawing/2014/main" id="{E84DACAB-5AEC-ABDE-1959-6143B6B8D165}"/>
                </a:ext>
              </a:extLst>
            </p:cNvPr>
            <p:cNvSpPr/>
            <p:nvPr/>
          </p:nvSpPr>
          <p:spPr>
            <a:xfrm rot="20803200">
              <a:off x="6754424" y="3419193"/>
              <a:ext cx="70855" cy="70855"/>
            </a:xfrm>
            <a:custGeom>
              <a:avLst/>
              <a:gdLst>
                <a:gd name="connsiteX0" fmla="*/ 17857 w 17856"/>
                <a:gd name="connsiteY0" fmla="*/ 8928 h 17856"/>
                <a:gd name="connsiteX1" fmla="*/ 8929 w 17856"/>
                <a:gd name="connsiteY1" fmla="*/ 17857 h 17856"/>
                <a:gd name="connsiteX2" fmla="*/ 0 w 17856"/>
                <a:gd name="connsiteY2" fmla="*/ 8928 h 17856"/>
                <a:gd name="connsiteX3" fmla="*/ 8929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9" y="17857"/>
                  </a:cubicBezTo>
                  <a:cubicBezTo>
                    <a:pt x="3997" y="17857"/>
                    <a:pt x="0" y="13859"/>
                    <a:pt x="0" y="8928"/>
                  </a:cubicBezTo>
                  <a:cubicBezTo>
                    <a:pt x="0" y="3997"/>
                    <a:pt x="3998" y="0"/>
                    <a:pt x="8929" y="0"/>
                  </a:cubicBezTo>
                  <a:cubicBezTo>
                    <a:pt x="13860" y="0"/>
                    <a:pt x="17857" y="3998"/>
                    <a:pt x="17857" y="8928"/>
                  </a:cubicBezTo>
                  <a:close/>
                </a:path>
              </a:pathLst>
            </a:custGeom>
            <a:solidFill>
              <a:srgbClr val="B4E4FA">
                <a:alpha val="70000"/>
              </a:srgbClr>
            </a:solidFill>
            <a:ln w="2249" cap="flat">
              <a:noFill/>
              <a:prstDash val="solid"/>
              <a:miter/>
            </a:ln>
          </p:spPr>
          <p:txBody>
            <a:bodyPr rtlCol="0" anchor="ctr"/>
            <a:lstStyle/>
            <a:p>
              <a:endParaRPr lang="en-US"/>
            </a:p>
          </p:txBody>
        </p:sp>
        <p:sp>
          <p:nvSpPr>
            <p:cNvPr id="3499" name="Freeform 3498">
              <a:extLst>
                <a:ext uri="{FF2B5EF4-FFF2-40B4-BE49-F238E27FC236}">
                  <a16:creationId xmlns:a16="http://schemas.microsoft.com/office/drawing/2014/main" id="{9AB253AF-C878-FB72-C11B-3C0E3046B829}"/>
                </a:ext>
              </a:extLst>
            </p:cNvPr>
            <p:cNvSpPr/>
            <p:nvPr/>
          </p:nvSpPr>
          <p:spPr>
            <a:xfrm rot="20803200">
              <a:off x="6751115" y="2994143"/>
              <a:ext cx="70855" cy="70855"/>
            </a:xfrm>
            <a:custGeom>
              <a:avLst/>
              <a:gdLst>
                <a:gd name="connsiteX0" fmla="*/ 17857 w 17856"/>
                <a:gd name="connsiteY0" fmla="*/ 8928 h 17856"/>
                <a:gd name="connsiteX1" fmla="*/ 8929 w 17856"/>
                <a:gd name="connsiteY1" fmla="*/ 17857 h 17856"/>
                <a:gd name="connsiteX2" fmla="*/ 0 w 17856"/>
                <a:gd name="connsiteY2" fmla="*/ 8928 h 17856"/>
                <a:gd name="connsiteX3" fmla="*/ 8929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9" y="17857"/>
                  </a:cubicBezTo>
                  <a:cubicBezTo>
                    <a:pt x="3997" y="17857"/>
                    <a:pt x="0" y="13859"/>
                    <a:pt x="0" y="8928"/>
                  </a:cubicBezTo>
                  <a:cubicBezTo>
                    <a:pt x="0" y="3997"/>
                    <a:pt x="3998" y="0"/>
                    <a:pt x="8929" y="0"/>
                  </a:cubicBezTo>
                  <a:cubicBezTo>
                    <a:pt x="13860" y="0"/>
                    <a:pt x="17857" y="3998"/>
                    <a:pt x="17857" y="8928"/>
                  </a:cubicBezTo>
                  <a:close/>
                </a:path>
              </a:pathLst>
            </a:custGeom>
            <a:solidFill>
              <a:srgbClr val="B4E4FA">
                <a:alpha val="70000"/>
              </a:srgbClr>
            </a:solidFill>
            <a:ln w="2249" cap="flat">
              <a:noFill/>
              <a:prstDash val="solid"/>
              <a:miter/>
            </a:ln>
          </p:spPr>
          <p:txBody>
            <a:bodyPr rtlCol="0" anchor="ctr"/>
            <a:lstStyle/>
            <a:p>
              <a:endParaRPr lang="en-US"/>
            </a:p>
          </p:txBody>
        </p:sp>
        <p:sp>
          <p:nvSpPr>
            <p:cNvPr id="3500" name="Freeform 3499">
              <a:extLst>
                <a:ext uri="{FF2B5EF4-FFF2-40B4-BE49-F238E27FC236}">
                  <a16:creationId xmlns:a16="http://schemas.microsoft.com/office/drawing/2014/main" id="{64F41CC0-2605-6652-E062-302AAD444D44}"/>
                </a:ext>
              </a:extLst>
            </p:cNvPr>
            <p:cNvSpPr/>
            <p:nvPr/>
          </p:nvSpPr>
          <p:spPr>
            <a:xfrm rot="20803200">
              <a:off x="6653372" y="3557216"/>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8" y="0"/>
                    <a:pt x="8928" y="0"/>
                  </a:cubicBezTo>
                  <a:cubicBezTo>
                    <a:pt x="13859" y="0"/>
                    <a:pt x="17857" y="3998"/>
                    <a:pt x="17857" y="8928"/>
                  </a:cubicBezTo>
                  <a:close/>
                </a:path>
              </a:pathLst>
            </a:custGeom>
            <a:solidFill>
              <a:srgbClr val="B4E4FA">
                <a:alpha val="70000"/>
              </a:srgbClr>
            </a:solidFill>
            <a:ln w="2249" cap="flat">
              <a:noFill/>
              <a:prstDash val="solid"/>
              <a:miter/>
            </a:ln>
          </p:spPr>
          <p:txBody>
            <a:bodyPr rtlCol="0" anchor="ctr"/>
            <a:lstStyle/>
            <a:p>
              <a:endParaRPr lang="en-US"/>
            </a:p>
          </p:txBody>
        </p:sp>
        <p:sp>
          <p:nvSpPr>
            <p:cNvPr id="3501" name="Freeform 3500">
              <a:extLst>
                <a:ext uri="{FF2B5EF4-FFF2-40B4-BE49-F238E27FC236}">
                  <a16:creationId xmlns:a16="http://schemas.microsoft.com/office/drawing/2014/main" id="{0212316A-F41E-7AB8-F549-10C8FE6537DD}"/>
                </a:ext>
              </a:extLst>
            </p:cNvPr>
            <p:cNvSpPr/>
            <p:nvPr/>
          </p:nvSpPr>
          <p:spPr>
            <a:xfrm rot="20803200">
              <a:off x="6657936" y="3438514"/>
              <a:ext cx="70855" cy="70855"/>
            </a:xfrm>
            <a:custGeom>
              <a:avLst/>
              <a:gdLst>
                <a:gd name="connsiteX0" fmla="*/ 17857 w 17856"/>
                <a:gd name="connsiteY0" fmla="*/ 8929 h 17856"/>
                <a:gd name="connsiteX1" fmla="*/ 8928 w 17856"/>
                <a:gd name="connsiteY1" fmla="*/ 17857 h 17856"/>
                <a:gd name="connsiteX2" fmla="*/ 0 w 17856"/>
                <a:gd name="connsiteY2" fmla="*/ 8929 h 17856"/>
                <a:gd name="connsiteX3" fmla="*/ 8928 w 17856"/>
                <a:gd name="connsiteY3" fmla="*/ 0 h 17856"/>
                <a:gd name="connsiteX4" fmla="*/ 17857 w 17856"/>
                <a:gd name="connsiteY4" fmla="*/ 8929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9"/>
                  </a:moveTo>
                  <a:cubicBezTo>
                    <a:pt x="17857" y="13860"/>
                    <a:pt x="13859" y="17857"/>
                    <a:pt x="8928" y="17857"/>
                  </a:cubicBezTo>
                  <a:cubicBezTo>
                    <a:pt x="3997" y="17857"/>
                    <a:pt x="0" y="13859"/>
                    <a:pt x="0" y="8929"/>
                  </a:cubicBezTo>
                  <a:cubicBezTo>
                    <a:pt x="0" y="3997"/>
                    <a:pt x="3998" y="0"/>
                    <a:pt x="8928" y="0"/>
                  </a:cubicBezTo>
                  <a:cubicBezTo>
                    <a:pt x="13860" y="0"/>
                    <a:pt x="17857" y="3998"/>
                    <a:pt x="17857" y="8929"/>
                  </a:cubicBezTo>
                  <a:close/>
                </a:path>
              </a:pathLst>
            </a:custGeom>
            <a:solidFill>
              <a:srgbClr val="B4E4FA">
                <a:alpha val="70000"/>
              </a:srgbClr>
            </a:solidFill>
            <a:ln w="2249" cap="flat">
              <a:noFill/>
              <a:prstDash val="solid"/>
              <a:miter/>
            </a:ln>
          </p:spPr>
          <p:txBody>
            <a:bodyPr rtlCol="0" anchor="ctr"/>
            <a:lstStyle/>
            <a:p>
              <a:endParaRPr lang="en-US"/>
            </a:p>
          </p:txBody>
        </p:sp>
        <p:sp>
          <p:nvSpPr>
            <p:cNvPr id="3502" name="Freeform 3501">
              <a:extLst>
                <a:ext uri="{FF2B5EF4-FFF2-40B4-BE49-F238E27FC236}">
                  <a16:creationId xmlns:a16="http://schemas.microsoft.com/office/drawing/2014/main" id="{EA8C5D92-D4F3-8EE6-CBF1-CDB7BE2AE390}"/>
                </a:ext>
              </a:extLst>
            </p:cNvPr>
            <p:cNvSpPr/>
            <p:nvPr/>
          </p:nvSpPr>
          <p:spPr>
            <a:xfrm rot="20803200">
              <a:off x="6683510" y="3788296"/>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7" y="0"/>
                    <a:pt x="8928" y="0"/>
                  </a:cubicBezTo>
                  <a:cubicBezTo>
                    <a:pt x="13859" y="0"/>
                    <a:pt x="17857" y="3998"/>
                    <a:pt x="17857" y="8928"/>
                  </a:cubicBezTo>
                  <a:close/>
                </a:path>
              </a:pathLst>
            </a:custGeom>
            <a:solidFill>
              <a:srgbClr val="B4E4FA">
                <a:alpha val="70000"/>
              </a:srgbClr>
            </a:solidFill>
            <a:ln w="2249" cap="flat">
              <a:noFill/>
              <a:prstDash val="solid"/>
              <a:miter/>
            </a:ln>
          </p:spPr>
          <p:txBody>
            <a:bodyPr rtlCol="0" anchor="ctr"/>
            <a:lstStyle/>
            <a:p>
              <a:endParaRPr lang="en-US"/>
            </a:p>
          </p:txBody>
        </p:sp>
        <p:sp>
          <p:nvSpPr>
            <p:cNvPr id="3503" name="Freeform 3502">
              <a:extLst>
                <a:ext uri="{FF2B5EF4-FFF2-40B4-BE49-F238E27FC236}">
                  <a16:creationId xmlns:a16="http://schemas.microsoft.com/office/drawing/2014/main" id="{DC20B526-6ABF-018F-3DEB-BD68B3C6DC7D}"/>
                </a:ext>
              </a:extLst>
            </p:cNvPr>
            <p:cNvSpPr/>
            <p:nvPr/>
          </p:nvSpPr>
          <p:spPr>
            <a:xfrm rot="20803200">
              <a:off x="6699680" y="3653872"/>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8" y="0"/>
                    <a:pt x="8928" y="0"/>
                  </a:cubicBezTo>
                  <a:cubicBezTo>
                    <a:pt x="13860" y="0"/>
                    <a:pt x="17857" y="3997"/>
                    <a:pt x="17857" y="8928"/>
                  </a:cubicBezTo>
                  <a:close/>
                </a:path>
              </a:pathLst>
            </a:custGeom>
            <a:solidFill>
              <a:srgbClr val="B4E4FA">
                <a:alpha val="70000"/>
              </a:srgbClr>
            </a:solidFill>
            <a:ln w="2249" cap="flat">
              <a:noFill/>
              <a:prstDash val="solid"/>
              <a:miter/>
            </a:ln>
          </p:spPr>
          <p:txBody>
            <a:bodyPr rtlCol="0" anchor="ctr"/>
            <a:lstStyle/>
            <a:p>
              <a:endParaRPr lang="en-US"/>
            </a:p>
          </p:txBody>
        </p:sp>
        <p:sp>
          <p:nvSpPr>
            <p:cNvPr id="3504" name="Freeform 3503">
              <a:extLst>
                <a:ext uri="{FF2B5EF4-FFF2-40B4-BE49-F238E27FC236}">
                  <a16:creationId xmlns:a16="http://schemas.microsoft.com/office/drawing/2014/main" id="{642B78B6-5C3D-516C-4E5F-CC8A0A3E0EC0}"/>
                </a:ext>
              </a:extLst>
            </p:cNvPr>
            <p:cNvSpPr/>
            <p:nvPr/>
          </p:nvSpPr>
          <p:spPr>
            <a:xfrm rot="20803200">
              <a:off x="6766849" y="3043455"/>
              <a:ext cx="70855" cy="70855"/>
            </a:xfrm>
            <a:custGeom>
              <a:avLst/>
              <a:gdLst>
                <a:gd name="connsiteX0" fmla="*/ 17857 w 17856"/>
                <a:gd name="connsiteY0" fmla="*/ 8929 h 17856"/>
                <a:gd name="connsiteX1" fmla="*/ 8928 w 17856"/>
                <a:gd name="connsiteY1" fmla="*/ 17857 h 17856"/>
                <a:gd name="connsiteX2" fmla="*/ 0 w 17856"/>
                <a:gd name="connsiteY2" fmla="*/ 8929 h 17856"/>
                <a:gd name="connsiteX3" fmla="*/ 8928 w 17856"/>
                <a:gd name="connsiteY3" fmla="*/ 0 h 17856"/>
                <a:gd name="connsiteX4" fmla="*/ 17857 w 17856"/>
                <a:gd name="connsiteY4" fmla="*/ 8929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9"/>
                  </a:moveTo>
                  <a:cubicBezTo>
                    <a:pt x="17857" y="13860"/>
                    <a:pt x="13859" y="17857"/>
                    <a:pt x="8928" y="17857"/>
                  </a:cubicBezTo>
                  <a:cubicBezTo>
                    <a:pt x="3997" y="17857"/>
                    <a:pt x="0" y="13859"/>
                    <a:pt x="0" y="8929"/>
                  </a:cubicBezTo>
                  <a:cubicBezTo>
                    <a:pt x="0" y="3997"/>
                    <a:pt x="3997" y="0"/>
                    <a:pt x="8928" y="0"/>
                  </a:cubicBezTo>
                  <a:cubicBezTo>
                    <a:pt x="13859" y="0"/>
                    <a:pt x="17857" y="3998"/>
                    <a:pt x="17857" y="8929"/>
                  </a:cubicBezTo>
                  <a:close/>
                </a:path>
              </a:pathLst>
            </a:custGeom>
            <a:solidFill>
              <a:srgbClr val="B4E4FA">
                <a:alpha val="70000"/>
              </a:srgbClr>
            </a:solidFill>
            <a:ln w="2249" cap="flat">
              <a:noFill/>
              <a:prstDash val="solid"/>
              <a:miter/>
            </a:ln>
          </p:spPr>
          <p:txBody>
            <a:bodyPr rtlCol="0" anchor="ctr"/>
            <a:lstStyle/>
            <a:p>
              <a:endParaRPr lang="en-US"/>
            </a:p>
          </p:txBody>
        </p:sp>
        <p:sp>
          <p:nvSpPr>
            <p:cNvPr id="3505" name="Freeform 3504">
              <a:extLst>
                <a:ext uri="{FF2B5EF4-FFF2-40B4-BE49-F238E27FC236}">
                  <a16:creationId xmlns:a16="http://schemas.microsoft.com/office/drawing/2014/main" id="{7534405D-0366-C998-5BEF-4D7674D47D7C}"/>
                </a:ext>
              </a:extLst>
            </p:cNvPr>
            <p:cNvSpPr/>
            <p:nvPr/>
          </p:nvSpPr>
          <p:spPr>
            <a:xfrm rot="20803200">
              <a:off x="6650904" y="3545784"/>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7" y="0"/>
                    <a:pt x="8928" y="0"/>
                  </a:cubicBezTo>
                  <a:cubicBezTo>
                    <a:pt x="13859" y="0"/>
                    <a:pt x="17857" y="3997"/>
                    <a:pt x="17857" y="8928"/>
                  </a:cubicBezTo>
                  <a:close/>
                </a:path>
              </a:pathLst>
            </a:custGeom>
            <a:solidFill>
              <a:srgbClr val="B4E4FA">
                <a:alpha val="70000"/>
              </a:srgbClr>
            </a:solidFill>
            <a:ln w="2249" cap="flat">
              <a:noFill/>
              <a:prstDash val="solid"/>
              <a:miter/>
            </a:ln>
          </p:spPr>
          <p:txBody>
            <a:bodyPr rtlCol="0" anchor="ctr"/>
            <a:lstStyle/>
            <a:p>
              <a:endParaRPr lang="en-US"/>
            </a:p>
          </p:txBody>
        </p:sp>
        <p:sp>
          <p:nvSpPr>
            <p:cNvPr id="3506" name="Freeform 3505">
              <a:extLst>
                <a:ext uri="{FF2B5EF4-FFF2-40B4-BE49-F238E27FC236}">
                  <a16:creationId xmlns:a16="http://schemas.microsoft.com/office/drawing/2014/main" id="{77BB00F0-9261-D836-FE7F-0307C33594BE}"/>
                </a:ext>
              </a:extLst>
            </p:cNvPr>
            <p:cNvSpPr/>
            <p:nvPr/>
          </p:nvSpPr>
          <p:spPr>
            <a:xfrm rot="20803200">
              <a:off x="6699466" y="3309546"/>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8" y="0"/>
                    <a:pt x="8928" y="0"/>
                  </a:cubicBezTo>
                  <a:cubicBezTo>
                    <a:pt x="13860" y="0"/>
                    <a:pt x="17857" y="3998"/>
                    <a:pt x="17857" y="8928"/>
                  </a:cubicBezTo>
                  <a:close/>
                </a:path>
              </a:pathLst>
            </a:custGeom>
            <a:solidFill>
              <a:srgbClr val="B4E4FA">
                <a:alpha val="70000"/>
              </a:srgbClr>
            </a:solidFill>
            <a:ln w="2249" cap="flat">
              <a:noFill/>
              <a:prstDash val="solid"/>
              <a:miter/>
            </a:ln>
          </p:spPr>
          <p:txBody>
            <a:bodyPr rtlCol="0" anchor="ctr"/>
            <a:lstStyle/>
            <a:p>
              <a:endParaRPr lang="en-US"/>
            </a:p>
          </p:txBody>
        </p:sp>
        <p:sp>
          <p:nvSpPr>
            <p:cNvPr id="3507" name="Freeform 3506">
              <a:extLst>
                <a:ext uri="{FF2B5EF4-FFF2-40B4-BE49-F238E27FC236}">
                  <a16:creationId xmlns:a16="http://schemas.microsoft.com/office/drawing/2014/main" id="{C5C8074C-99B0-881A-F1E3-431B1621490E}"/>
                </a:ext>
              </a:extLst>
            </p:cNvPr>
            <p:cNvSpPr/>
            <p:nvPr/>
          </p:nvSpPr>
          <p:spPr>
            <a:xfrm>
              <a:off x="6889618" y="3344160"/>
              <a:ext cx="184014" cy="411756"/>
            </a:xfrm>
            <a:custGeom>
              <a:avLst/>
              <a:gdLst>
                <a:gd name="connsiteX0" fmla="*/ 0 w 46373"/>
                <a:gd name="connsiteY0" fmla="*/ 0 h 103766"/>
                <a:gd name="connsiteX1" fmla="*/ 46373 w 46373"/>
                <a:gd name="connsiteY1" fmla="*/ 0 h 103766"/>
                <a:gd name="connsiteX2" fmla="*/ 46373 w 46373"/>
                <a:gd name="connsiteY2" fmla="*/ 103767 h 103766"/>
                <a:gd name="connsiteX3" fmla="*/ 0 w 46373"/>
                <a:gd name="connsiteY3" fmla="*/ 103767 h 103766"/>
              </a:gdLst>
              <a:ahLst/>
              <a:cxnLst>
                <a:cxn ang="0">
                  <a:pos x="connsiteX0" y="connsiteY0"/>
                </a:cxn>
                <a:cxn ang="0">
                  <a:pos x="connsiteX1" y="connsiteY1"/>
                </a:cxn>
                <a:cxn ang="0">
                  <a:pos x="connsiteX2" y="connsiteY2"/>
                </a:cxn>
                <a:cxn ang="0">
                  <a:pos x="connsiteX3" y="connsiteY3"/>
                </a:cxn>
              </a:cxnLst>
              <a:rect l="l" t="t" r="r" b="b"/>
              <a:pathLst>
                <a:path w="46373" h="103766">
                  <a:moveTo>
                    <a:pt x="0" y="0"/>
                  </a:moveTo>
                  <a:lnTo>
                    <a:pt x="46373" y="0"/>
                  </a:lnTo>
                  <a:lnTo>
                    <a:pt x="46373" y="103767"/>
                  </a:lnTo>
                  <a:lnTo>
                    <a:pt x="0" y="103767"/>
                  </a:lnTo>
                  <a:close/>
                </a:path>
              </a:pathLst>
            </a:custGeom>
            <a:solidFill>
              <a:srgbClr val="B4E4FA"/>
            </a:solidFill>
            <a:ln w="2249" cap="flat">
              <a:noFill/>
              <a:prstDash val="solid"/>
              <a:miter/>
            </a:ln>
          </p:spPr>
          <p:txBody>
            <a:bodyPr rtlCol="0" anchor="ctr"/>
            <a:lstStyle/>
            <a:p>
              <a:endParaRPr lang="en-US"/>
            </a:p>
          </p:txBody>
        </p:sp>
        <p:sp>
          <p:nvSpPr>
            <p:cNvPr id="3508" name="Freeform 3507">
              <a:extLst>
                <a:ext uri="{FF2B5EF4-FFF2-40B4-BE49-F238E27FC236}">
                  <a16:creationId xmlns:a16="http://schemas.microsoft.com/office/drawing/2014/main" id="{DB5262E9-D524-6940-0CD8-EC24105D75C5}"/>
                </a:ext>
              </a:extLst>
            </p:cNvPr>
            <p:cNvSpPr/>
            <p:nvPr/>
          </p:nvSpPr>
          <p:spPr>
            <a:xfrm>
              <a:off x="6889618" y="3344160"/>
              <a:ext cx="184014" cy="411756"/>
            </a:xfrm>
            <a:custGeom>
              <a:avLst/>
              <a:gdLst>
                <a:gd name="connsiteX0" fmla="*/ 0 w 46373"/>
                <a:gd name="connsiteY0" fmla="*/ 0 h 103766"/>
                <a:gd name="connsiteX1" fmla="*/ 46373 w 46373"/>
                <a:gd name="connsiteY1" fmla="*/ 0 h 103766"/>
                <a:gd name="connsiteX2" fmla="*/ 46373 w 46373"/>
                <a:gd name="connsiteY2" fmla="*/ 103767 h 103766"/>
                <a:gd name="connsiteX3" fmla="*/ 0 w 46373"/>
                <a:gd name="connsiteY3" fmla="*/ 103767 h 103766"/>
              </a:gdLst>
              <a:ahLst/>
              <a:cxnLst>
                <a:cxn ang="0">
                  <a:pos x="connsiteX0" y="connsiteY0"/>
                </a:cxn>
                <a:cxn ang="0">
                  <a:pos x="connsiteX1" y="connsiteY1"/>
                </a:cxn>
                <a:cxn ang="0">
                  <a:pos x="connsiteX2" y="connsiteY2"/>
                </a:cxn>
                <a:cxn ang="0">
                  <a:pos x="connsiteX3" y="connsiteY3"/>
                </a:cxn>
              </a:cxnLst>
              <a:rect l="l" t="t" r="r" b="b"/>
              <a:pathLst>
                <a:path w="46373" h="103766">
                  <a:moveTo>
                    <a:pt x="0" y="0"/>
                  </a:moveTo>
                  <a:lnTo>
                    <a:pt x="46373" y="0"/>
                  </a:lnTo>
                  <a:lnTo>
                    <a:pt x="46373" y="103767"/>
                  </a:lnTo>
                  <a:lnTo>
                    <a:pt x="0" y="103767"/>
                  </a:lnTo>
                  <a:close/>
                </a:path>
              </a:pathLst>
            </a:custGeom>
            <a:noFill/>
            <a:ln w="4498" cap="flat">
              <a:solidFill>
                <a:srgbClr val="000000"/>
              </a:solidFill>
              <a:prstDash val="solid"/>
              <a:miter/>
            </a:ln>
          </p:spPr>
          <p:txBody>
            <a:bodyPr rtlCol="0" anchor="ctr"/>
            <a:lstStyle/>
            <a:p>
              <a:endParaRPr lang="en-US"/>
            </a:p>
          </p:txBody>
        </p:sp>
        <p:sp>
          <p:nvSpPr>
            <p:cNvPr id="3509" name="Freeform 3508">
              <a:extLst>
                <a:ext uri="{FF2B5EF4-FFF2-40B4-BE49-F238E27FC236}">
                  <a16:creationId xmlns:a16="http://schemas.microsoft.com/office/drawing/2014/main" id="{255DCAE4-DBC8-AE5B-3B4F-3A34A459303E}"/>
                </a:ext>
              </a:extLst>
            </p:cNvPr>
            <p:cNvSpPr/>
            <p:nvPr/>
          </p:nvSpPr>
          <p:spPr>
            <a:xfrm>
              <a:off x="6889618" y="3586183"/>
              <a:ext cx="184105" cy="8920"/>
            </a:xfrm>
            <a:custGeom>
              <a:avLst/>
              <a:gdLst>
                <a:gd name="connsiteX0" fmla="*/ 0 w 46396"/>
                <a:gd name="connsiteY0" fmla="*/ 0 h 2248"/>
                <a:gd name="connsiteX1" fmla="*/ 46396 w 46396"/>
                <a:gd name="connsiteY1" fmla="*/ 0 h 2248"/>
              </a:gdLst>
              <a:ahLst/>
              <a:cxnLst>
                <a:cxn ang="0">
                  <a:pos x="connsiteX0" y="connsiteY0"/>
                </a:cxn>
                <a:cxn ang="0">
                  <a:pos x="connsiteX1" y="connsiteY1"/>
                </a:cxn>
              </a:cxnLst>
              <a:rect l="l" t="t" r="r" b="b"/>
              <a:pathLst>
                <a:path w="46396" h="2248">
                  <a:moveTo>
                    <a:pt x="0" y="0"/>
                  </a:moveTo>
                  <a:lnTo>
                    <a:pt x="46396" y="0"/>
                  </a:lnTo>
                </a:path>
              </a:pathLst>
            </a:custGeom>
            <a:ln w="4498" cap="flat">
              <a:solidFill>
                <a:srgbClr val="000000"/>
              </a:solidFill>
              <a:prstDash val="solid"/>
              <a:round/>
            </a:ln>
          </p:spPr>
          <p:txBody>
            <a:bodyPr rtlCol="0" anchor="ctr"/>
            <a:lstStyle/>
            <a:p>
              <a:endParaRPr lang="en-US"/>
            </a:p>
          </p:txBody>
        </p:sp>
        <p:sp>
          <p:nvSpPr>
            <p:cNvPr id="3510" name="Freeform 3509">
              <a:extLst>
                <a:ext uri="{FF2B5EF4-FFF2-40B4-BE49-F238E27FC236}">
                  <a16:creationId xmlns:a16="http://schemas.microsoft.com/office/drawing/2014/main" id="{ACB79E7D-3FD6-B2C2-F121-3371A708A6B4}"/>
                </a:ext>
              </a:extLst>
            </p:cNvPr>
            <p:cNvSpPr/>
            <p:nvPr/>
          </p:nvSpPr>
          <p:spPr>
            <a:xfrm>
              <a:off x="7901974" y="2460137"/>
              <a:ext cx="506087" cy="2243260"/>
            </a:xfrm>
            <a:custGeom>
              <a:avLst/>
              <a:gdLst>
                <a:gd name="connsiteX0" fmla="*/ 0 w 127538"/>
                <a:gd name="connsiteY0" fmla="*/ 565321 h 565320"/>
                <a:gd name="connsiteX1" fmla="*/ 202 w 127538"/>
                <a:gd name="connsiteY1" fmla="*/ 565321 h 565320"/>
                <a:gd name="connsiteX2" fmla="*/ 315 w 127538"/>
                <a:gd name="connsiteY2" fmla="*/ 559608 h 565320"/>
                <a:gd name="connsiteX3" fmla="*/ 450 w 127538"/>
                <a:gd name="connsiteY3" fmla="*/ 553896 h 565320"/>
                <a:gd name="connsiteX4" fmla="*/ 629 w 127538"/>
                <a:gd name="connsiteY4" fmla="*/ 548184 h 565320"/>
                <a:gd name="connsiteX5" fmla="*/ 877 w 127538"/>
                <a:gd name="connsiteY5" fmla="*/ 542471 h 565320"/>
                <a:gd name="connsiteX6" fmla="*/ 1214 w 127538"/>
                <a:gd name="connsiteY6" fmla="*/ 536759 h 565320"/>
                <a:gd name="connsiteX7" fmla="*/ 1619 w 127538"/>
                <a:gd name="connsiteY7" fmla="*/ 531046 h 565320"/>
                <a:gd name="connsiteX8" fmla="*/ 2159 w 127538"/>
                <a:gd name="connsiteY8" fmla="*/ 525357 h 565320"/>
                <a:gd name="connsiteX9" fmla="*/ 2811 w 127538"/>
                <a:gd name="connsiteY9" fmla="*/ 519644 h 565320"/>
                <a:gd name="connsiteX10" fmla="*/ 3621 w 127538"/>
                <a:gd name="connsiteY10" fmla="*/ 513932 h 565320"/>
                <a:gd name="connsiteX11" fmla="*/ 4565 w 127538"/>
                <a:gd name="connsiteY11" fmla="*/ 508219 h 565320"/>
                <a:gd name="connsiteX12" fmla="*/ 5690 w 127538"/>
                <a:gd name="connsiteY12" fmla="*/ 502507 h 565320"/>
                <a:gd name="connsiteX13" fmla="*/ 6972 w 127538"/>
                <a:gd name="connsiteY13" fmla="*/ 496795 h 565320"/>
                <a:gd name="connsiteX14" fmla="*/ 8411 w 127538"/>
                <a:gd name="connsiteY14" fmla="*/ 491082 h 565320"/>
                <a:gd name="connsiteX15" fmla="*/ 10030 w 127538"/>
                <a:gd name="connsiteY15" fmla="*/ 485370 h 565320"/>
                <a:gd name="connsiteX16" fmla="*/ 11762 w 127538"/>
                <a:gd name="connsiteY16" fmla="*/ 479658 h 565320"/>
                <a:gd name="connsiteX17" fmla="*/ 13606 w 127538"/>
                <a:gd name="connsiteY17" fmla="*/ 473945 h 565320"/>
                <a:gd name="connsiteX18" fmla="*/ 15540 w 127538"/>
                <a:gd name="connsiteY18" fmla="*/ 468233 h 565320"/>
                <a:gd name="connsiteX19" fmla="*/ 17542 w 127538"/>
                <a:gd name="connsiteY19" fmla="*/ 462543 h 565320"/>
                <a:gd name="connsiteX20" fmla="*/ 19543 w 127538"/>
                <a:gd name="connsiteY20" fmla="*/ 456831 h 565320"/>
                <a:gd name="connsiteX21" fmla="*/ 21545 w 127538"/>
                <a:gd name="connsiteY21" fmla="*/ 451118 h 565320"/>
                <a:gd name="connsiteX22" fmla="*/ 23502 w 127538"/>
                <a:gd name="connsiteY22" fmla="*/ 445406 h 565320"/>
                <a:gd name="connsiteX23" fmla="*/ 25436 w 127538"/>
                <a:gd name="connsiteY23" fmla="*/ 439694 h 565320"/>
                <a:gd name="connsiteX24" fmla="*/ 27302 w 127538"/>
                <a:gd name="connsiteY24" fmla="*/ 433981 h 565320"/>
                <a:gd name="connsiteX25" fmla="*/ 29146 w 127538"/>
                <a:gd name="connsiteY25" fmla="*/ 428269 h 565320"/>
                <a:gd name="connsiteX26" fmla="*/ 30990 w 127538"/>
                <a:gd name="connsiteY26" fmla="*/ 422557 h 565320"/>
                <a:gd name="connsiteX27" fmla="*/ 32857 w 127538"/>
                <a:gd name="connsiteY27" fmla="*/ 416844 h 565320"/>
                <a:gd name="connsiteX28" fmla="*/ 34814 w 127538"/>
                <a:gd name="connsiteY28" fmla="*/ 411132 h 565320"/>
                <a:gd name="connsiteX29" fmla="*/ 36905 w 127538"/>
                <a:gd name="connsiteY29" fmla="*/ 405420 h 565320"/>
                <a:gd name="connsiteX30" fmla="*/ 39222 w 127538"/>
                <a:gd name="connsiteY30" fmla="*/ 399730 h 565320"/>
                <a:gd name="connsiteX31" fmla="*/ 41808 w 127538"/>
                <a:gd name="connsiteY31" fmla="*/ 394017 h 565320"/>
                <a:gd name="connsiteX32" fmla="*/ 44732 w 127538"/>
                <a:gd name="connsiteY32" fmla="*/ 388305 h 565320"/>
                <a:gd name="connsiteX33" fmla="*/ 48060 w 127538"/>
                <a:gd name="connsiteY33" fmla="*/ 382593 h 565320"/>
                <a:gd name="connsiteX34" fmla="*/ 51793 w 127538"/>
                <a:gd name="connsiteY34" fmla="*/ 376880 h 565320"/>
                <a:gd name="connsiteX35" fmla="*/ 55954 w 127538"/>
                <a:gd name="connsiteY35" fmla="*/ 371168 h 565320"/>
                <a:gd name="connsiteX36" fmla="*/ 60564 w 127538"/>
                <a:gd name="connsiteY36" fmla="*/ 365456 h 565320"/>
                <a:gd name="connsiteX37" fmla="*/ 65557 w 127538"/>
                <a:gd name="connsiteY37" fmla="*/ 359743 h 565320"/>
                <a:gd name="connsiteX38" fmla="*/ 70909 w 127538"/>
                <a:gd name="connsiteY38" fmla="*/ 354031 h 565320"/>
                <a:gd name="connsiteX39" fmla="*/ 76554 w 127538"/>
                <a:gd name="connsiteY39" fmla="*/ 348319 h 565320"/>
                <a:gd name="connsiteX40" fmla="*/ 82357 w 127538"/>
                <a:gd name="connsiteY40" fmla="*/ 342606 h 565320"/>
                <a:gd name="connsiteX41" fmla="*/ 88227 w 127538"/>
                <a:gd name="connsiteY41" fmla="*/ 336916 h 565320"/>
                <a:gd name="connsiteX42" fmla="*/ 94051 w 127538"/>
                <a:gd name="connsiteY42" fmla="*/ 331204 h 565320"/>
                <a:gd name="connsiteX43" fmla="*/ 99696 w 127538"/>
                <a:gd name="connsiteY43" fmla="*/ 325492 h 565320"/>
                <a:gd name="connsiteX44" fmla="*/ 105049 w 127538"/>
                <a:gd name="connsiteY44" fmla="*/ 319779 h 565320"/>
                <a:gd name="connsiteX45" fmla="*/ 109974 w 127538"/>
                <a:gd name="connsiteY45" fmla="*/ 314067 h 565320"/>
                <a:gd name="connsiteX46" fmla="*/ 114405 w 127538"/>
                <a:gd name="connsiteY46" fmla="*/ 308355 h 565320"/>
                <a:gd name="connsiteX47" fmla="*/ 118250 w 127538"/>
                <a:gd name="connsiteY47" fmla="*/ 302642 h 565320"/>
                <a:gd name="connsiteX48" fmla="*/ 121444 w 127538"/>
                <a:gd name="connsiteY48" fmla="*/ 296930 h 565320"/>
                <a:gd name="connsiteX49" fmla="*/ 123963 w 127538"/>
                <a:gd name="connsiteY49" fmla="*/ 291218 h 565320"/>
                <a:gd name="connsiteX50" fmla="*/ 125807 w 127538"/>
                <a:gd name="connsiteY50" fmla="*/ 285505 h 565320"/>
                <a:gd name="connsiteX51" fmla="*/ 126976 w 127538"/>
                <a:gd name="connsiteY51" fmla="*/ 279793 h 565320"/>
                <a:gd name="connsiteX52" fmla="*/ 127538 w 127538"/>
                <a:gd name="connsiteY52" fmla="*/ 274103 h 565320"/>
                <a:gd name="connsiteX53" fmla="*/ 127538 w 127538"/>
                <a:gd name="connsiteY53" fmla="*/ 268391 h 565320"/>
                <a:gd name="connsiteX54" fmla="*/ 127044 w 127538"/>
                <a:gd name="connsiteY54" fmla="*/ 262678 h 565320"/>
                <a:gd name="connsiteX55" fmla="*/ 126099 w 127538"/>
                <a:gd name="connsiteY55" fmla="*/ 256966 h 565320"/>
                <a:gd name="connsiteX56" fmla="*/ 124795 w 127538"/>
                <a:gd name="connsiteY56" fmla="*/ 251254 h 565320"/>
                <a:gd name="connsiteX57" fmla="*/ 123153 w 127538"/>
                <a:gd name="connsiteY57" fmla="*/ 245541 h 565320"/>
                <a:gd name="connsiteX58" fmla="*/ 121264 w 127538"/>
                <a:gd name="connsiteY58" fmla="*/ 239829 h 565320"/>
                <a:gd name="connsiteX59" fmla="*/ 119150 w 127538"/>
                <a:gd name="connsiteY59" fmla="*/ 234116 h 565320"/>
                <a:gd name="connsiteX60" fmla="*/ 116856 w 127538"/>
                <a:gd name="connsiteY60" fmla="*/ 228404 h 565320"/>
                <a:gd name="connsiteX61" fmla="*/ 114359 w 127538"/>
                <a:gd name="connsiteY61" fmla="*/ 222692 h 565320"/>
                <a:gd name="connsiteX62" fmla="*/ 111706 w 127538"/>
                <a:gd name="connsiteY62" fmla="*/ 216979 h 565320"/>
                <a:gd name="connsiteX63" fmla="*/ 108872 w 127538"/>
                <a:gd name="connsiteY63" fmla="*/ 211289 h 565320"/>
                <a:gd name="connsiteX64" fmla="*/ 105858 w 127538"/>
                <a:gd name="connsiteY64" fmla="*/ 205577 h 565320"/>
                <a:gd name="connsiteX65" fmla="*/ 102687 w 127538"/>
                <a:gd name="connsiteY65" fmla="*/ 199865 h 565320"/>
                <a:gd name="connsiteX66" fmla="*/ 99314 w 127538"/>
                <a:gd name="connsiteY66" fmla="*/ 194152 h 565320"/>
                <a:gd name="connsiteX67" fmla="*/ 95738 w 127538"/>
                <a:gd name="connsiteY67" fmla="*/ 188440 h 565320"/>
                <a:gd name="connsiteX68" fmla="*/ 92005 w 127538"/>
                <a:gd name="connsiteY68" fmla="*/ 182728 h 565320"/>
                <a:gd name="connsiteX69" fmla="*/ 88069 w 127538"/>
                <a:gd name="connsiteY69" fmla="*/ 177015 h 565320"/>
                <a:gd name="connsiteX70" fmla="*/ 83976 w 127538"/>
                <a:gd name="connsiteY70" fmla="*/ 171303 h 565320"/>
                <a:gd name="connsiteX71" fmla="*/ 79703 w 127538"/>
                <a:gd name="connsiteY71" fmla="*/ 165591 h 565320"/>
                <a:gd name="connsiteX72" fmla="*/ 75295 w 127538"/>
                <a:gd name="connsiteY72" fmla="*/ 159878 h 565320"/>
                <a:gd name="connsiteX73" fmla="*/ 70775 w 127538"/>
                <a:gd name="connsiteY73" fmla="*/ 154166 h 565320"/>
                <a:gd name="connsiteX74" fmla="*/ 66142 w 127538"/>
                <a:gd name="connsiteY74" fmla="*/ 148454 h 565320"/>
                <a:gd name="connsiteX75" fmla="*/ 61419 w 127538"/>
                <a:gd name="connsiteY75" fmla="*/ 142764 h 565320"/>
                <a:gd name="connsiteX76" fmla="*/ 56674 w 127538"/>
                <a:gd name="connsiteY76" fmla="*/ 137051 h 565320"/>
                <a:gd name="connsiteX77" fmla="*/ 51906 w 127538"/>
                <a:gd name="connsiteY77" fmla="*/ 131339 h 565320"/>
                <a:gd name="connsiteX78" fmla="*/ 47161 w 127538"/>
                <a:gd name="connsiteY78" fmla="*/ 125627 h 565320"/>
                <a:gd name="connsiteX79" fmla="*/ 42505 w 127538"/>
                <a:gd name="connsiteY79" fmla="*/ 119914 h 565320"/>
                <a:gd name="connsiteX80" fmla="*/ 37940 w 127538"/>
                <a:gd name="connsiteY80" fmla="*/ 114202 h 565320"/>
                <a:gd name="connsiteX81" fmla="*/ 33554 w 127538"/>
                <a:gd name="connsiteY81" fmla="*/ 108490 h 565320"/>
                <a:gd name="connsiteX82" fmla="*/ 29371 w 127538"/>
                <a:gd name="connsiteY82" fmla="*/ 102777 h 565320"/>
                <a:gd name="connsiteX83" fmla="*/ 25413 w 127538"/>
                <a:gd name="connsiteY83" fmla="*/ 97065 h 565320"/>
                <a:gd name="connsiteX84" fmla="*/ 21747 w 127538"/>
                <a:gd name="connsiteY84" fmla="*/ 91353 h 565320"/>
                <a:gd name="connsiteX85" fmla="*/ 18396 w 127538"/>
                <a:gd name="connsiteY85" fmla="*/ 85640 h 565320"/>
                <a:gd name="connsiteX86" fmla="*/ 15360 w 127538"/>
                <a:gd name="connsiteY86" fmla="*/ 79950 h 565320"/>
                <a:gd name="connsiteX87" fmla="*/ 12662 w 127538"/>
                <a:gd name="connsiteY87" fmla="*/ 74238 h 565320"/>
                <a:gd name="connsiteX88" fmla="*/ 10300 w 127538"/>
                <a:gd name="connsiteY88" fmla="*/ 68526 h 565320"/>
                <a:gd name="connsiteX89" fmla="*/ 8276 w 127538"/>
                <a:gd name="connsiteY89" fmla="*/ 62813 h 565320"/>
                <a:gd name="connsiteX90" fmla="*/ 6544 w 127538"/>
                <a:gd name="connsiteY90" fmla="*/ 57101 h 565320"/>
                <a:gd name="connsiteX91" fmla="*/ 5105 w 127538"/>
                <a:gd name="connsiteY91" fmla="*/ 51389 h 565320"/>
                <a:gd name="connsiteX92" fmla="*/ 3936 w 127538"/>
                <a:gd name="connsiteY92" fmla="*/ 45676 h 565320"/>
                <a:gd name="connsiteX93" fmla="*/ 2969 w 127538"/>
                <a:gd name="connsiteY93" fmla="*/ 39964 h 565320"/>
                <a:gd name="connsiteX94" fmla="*/ 2226 w 127538"/>
                <a:gd name="connsiteY94" fmla="*/ 34252 h 565320"/>
                <a:gd name="connsiteX95" fmla="*/ 1642 w 127538"/>
                <a:gd name="connsiteY95" fmla="*/ 28539 h 565320"/>
                <a:gd name="connsiteX96" fmla="*/ 1170 w 127538"/>
                <a:gd name="connsiteY96" fmla="*/ 22827 h 565320"/>
                <a:gd name="connsiteX97" fmla="*/ 832 w 127538"/>
                <a:gd name="connsiteY97" fmla="*/ 17137 h 565320"/>
                <a:gd name="connsiteX98" fmla="*/ 585 w 127538"/>
                <a:gd name="connsiteY98" fmla="*/ 11425 h 565320"/>
                <a:gd name="connsiteX99" fmla="*/ 405 w 127538"/>
                <a:gd name="connsiteY99" fmla="*/ 5712 h 565320"/>
                <a:gd name="connsiteX100" fmla="*/ 270 w 127538"/>
                <a:gd name="connsiteY100" fmla="*/ 0 h 565320"/>
                <a:gd name="connsiteX101" fmla="*/ 0 w 127538"/>
                <a:gd name="connsiteY101" fmla="*/ 0 h 565320"/>
                <a:gd name="connsiteX102" fmla="*/ 0 w 127538"/>
                <a:gd name="connsiteY102" fmla="*/ 5712 h 565320"/>
                <a:gd name="connsiteX103" fmla="*/ 0 w 127538"/>
                <a:gd name="connsiteY103" fmla="*/ 11425 h 565320"/>
                <a:gd name="connsiteX104" fmla="*/ 0 w 127538"/>
                <a:gd name="connsiteY104" fmla="*/ 17137 h 565320"/>
                <a:gd name="connsiteX105" fmla="*/ 0 w 127538"/>
                <a:gd name="connsiteY105" fmla="*/ 22827 h 565320"/>
                <a:gd name="connsiteX106" fmla="*/ 0 w 127538"/>
                <a:gd name="connsiteY106" fmla="*/ 28539 h 565320"/>
                <a:gd name="connsiteX107" fmla="*/ 0 w 127538"/>
                <a:gd name="connsiteY107" fmla="*/ 34252 h 565320"/>
                <a:gd name="connsiteX108" fmla="*/ 0 w 127538"/>
                <a:gd name="connsiteY108" fmla="*/ 39964 h 565320"/>
                <a:gd name="connsiteX109" fmla="*/ 0 w 127538"/>
                <a:gd name="connsiteY109" fmla="*/ 45676 h 565320"/>
                <a:gd name="connsiteX110" fmla="*/ 0 w 127538"/>
                <a:gd name="connsiteY110" fmla="*/ 51389 h 565320"/>
                <a:gd name="connsiteX111" fmla="*/ 0 w 127538"/>
                <a:gd name="connsiteY111" fmla="*/ 57101 h 565320"/>
                <a:gd name="connsiteX112" fmla="*/ 0 w 127538"/>
                <a:gd name="connsiteY112" fmla="*/ 62813 h 565320"/>
                <a:gd name="connsiteX113" fmla="*/ 0 w 127538"/>
                <a:gd name="connsiteY113" fmla="*/ 68526 h 565320"/>
                <a:gd name="connsiteX114" fmla="*/ 0 w 127538"/>
                <a:gd name="connsiteY114" fmla="*/ 74238 h 565320"/>
                <a:gd name="connsiteX115" fmla="*/ 0 w 127538"/>
                <a:gd name="connsiteY115" fmla="*/ 79950 h 565320"/>
                <a:gd name="connsiteX116" fmla="*/ 0 w 127538"/>
                <a:gd name="connsiteY116" fmla="*/ 85640 h 565320"/>
                <a:gd name="connsiteX117" fmla="*/ 0 w 127538"/>
                <a:gd name="connsiteY117" fmla="*/ 91353 h 565320"/>
                <a:gd name="connsiteX118" fmla="*/ 0 w 127538"/>
                <a:gd name="connsiteY118" fmla="*/ 97065 h 565320"/>
                <a:gd name="connsiteX119" fmla="*/ 0 w 127538"/>
                <a:gd name="connsiteY119" fmla="*/ 102777 h 565320"/>
                <a:gd name="connsiteX120" fmla="*/ 0 w 127538"/>
                <a:gd name="connsiteY120" fmla="*/ 108490 h 565320"/>
                <a:gd name="connsiteX121" fmla="*/ 0 w 127538"/>
                <a:gd name="connsiteY121" fmla="*/ 114202 h 565320"/>
                <a:gd name="connsiteX122" fmla="*/ 0 w 127538"/>
                <a:gd name="connsiteY122" fmla="*/ 119914 h 565320"/>
                <a:gd name="connsiteX123" fmla="*/ 0 w 127538"/>
                <a:gd name="connsiteY123" fmla="*/ 125627 h 565320"/>
                <a:gd name="connsiteX124" fmla="*/ 0 w 127538"/>
                <a:gd name="connsiteY124" fmla="*/ 131339 h 565320"/>
                <a:gd name="connsiteX125" fmla="*/ 0 w 127538"/>
                <a:gd name="connsiteY125" fmla="*/ 137051 h 565320"/>
                <a:gd name="connsiteX126" fmla="*/ 0 w 127538"/>
                <a:gd name="connsiteY126" fmla="*/ 142764 h 565320"/>
                <a:gd name="connsiteX127" fmla="*/ 0 w 127538"/>
                <a:gd name="connsiteY127" fmla="*/ 148454 h 565320"/>
                <a:gd name="connsiteX128" fmla="*/ 0 w 127538"/>
                <a:gd name="connsiteY128" fmla="*/ 154166 h 565320"/>
                <a:gd name="connsiteX129" fmla="*/ 0 w 127538"/>
                <a:gd name="connsiteY129" fmla="*/ 159878 h 565320"/>
                <a:gd name="connsiteX130" fmla="*/ 0 w 127538"/>
                <a:gd name="connsiteY130" fmla="*/ 165591 h 565320"/>
                <a:gd name="connsiteX131" fmla="*/ 0 w 127538"/>
                <a:gd name="connsiteY131" fmla="*/ 171303 h 565320"/>
                <a:gd name="connsiteX132" fmla="*/ 0 w 127538"/>
                <a:gd name="connsiteY132" fmla="*/ 177015 h 565320"/>
                <a:gd name="connsiteX133" fmla="*/ 0 w 127538"/>
                <a:gd name="connsiteY133" fmla="*/ 182728 h 565320"/>
                <a:gd name="connsiteX134" fmla="*/ 0 w 127538"/>
                <a:gd name="connsiteY134" fmla="*/ 188440 h 565320"/>
                <a:gd name="connsiteX135" fmla="*/ 0 w 127538"/>
                <a:gd name="connsiteY135" fmla="*/ 194152 h 565320"/>
                <a:gd name="connsiteX136" fmla="*/ 0 w 127538"/>
                <a:gd name="connsiteY136" fmla="*/ 199865 h 565320"/>
                <a:gd name="connsiteX137" fmla="*/ 0 w 127538"/>
                <a:gd name="connsiteY137" fmla="*/ 205577 h 565320"/>
                <a:gd name="connsiteX138" fmla="*/ 0 w 127538"/>
                <a:gd name="connsiteY138" fmla="*/ 211289 h 565320"/>
                <a:gd name="connsiteX139" fmla="*/ 0 w 127538"/>
                <a:gd name="connsiteY139" fmla="*/ 216979 h 565320"/>
                <a:gd name="connsiteX140" fmla="*/ 0 w 127538"/>
                <a:gd name="connsiteY140" fmla="*/ 222692 h 565320"/>
                <a:gd name="connsiteX141" fmla="*/ 0 w 127538"/>
                <a:gd name="connsiteY141" fmla="*/ 228404 h 565320"/>
                <a:gd name="connsiteX142" fmla="*/ 0 w 127538"/>
                <a:gd name="connsiteY142" fmla="*/ 234116 h 565320"/>
                <a:gd name="connsiteX143" fmla="*/ 0 w 127538"/>
                <a:gd name="connsiteY143" fmla="*/ 239829 h 565320"/>
                <a:gd name="connsiteX144" fmla="*/ 0 w 127538"/>
                <a:gd name="connsiteY144" fmla="*/ 245541 h 565320"/>
                <a:gd name="connsiteX145" fmla="*/ 0 w 127538"/>
                <a:gd name="connsiteY145" fmla="*/ 251254 h 565320"/>
                <a:gd name="connsiteX146" fmla="*/ 0 w 127538"/>
                <a:gd name="connsiteY146" fmla="*/ 256966 h 565320"/>
                <a:gd name="connsiteX147" fmla="*/ 0 w 127538"/>
                <a:gd name="connsiteY147" fmla="*/ 262678 h 565320"/>
                <a:gd name="connsiteX148" fmla="*/ 0 w 127538"/>
                <a:gd name="connsiteY148" fmla="*/ 268391 h 565320"/>
                <a:gd name="connsiteX149" fmla="*/ 0 w 127538"/>
                <a:gd name="connsiteY149" fmla="*/ 274103 h 565320"/>
                <a:gd name="connsiteX150" fmla="*/ 0 w 127538"/>
                <a:gd name="connsiteY150" fmla="*/ 279793 h 565320"/>
                <a:gd name="connsiteX151" fmla="*/ 0 w 127538"/>
                <a:gd name="connsiteY151" fmla="*/ 285505 h 565320"/>
                <a:gd name="connsiteX152" fmla="*/ 0 w 127538"/>
                <a:gd name="connsiteY152" fmla="*/ 291218 h 565320"/>
                <a:gd name="connsiteX153" fmla="*/ 0 w 127538"/>
                <a:gd name="connsiteY153" fmla="*/ 296930 h 565320"/>
                <a:gd name="connsiteX154" fmla="*/ 0 w 127538"/>
                <a:gd name="connsiteY154" fmla="*/ 302642 h 565320"/>
                <a:gd name="connsiteX155" fmla="*/ 0 w 127538"/>
                <a:gd name="connsiteY155" fmla="*/ 308355 h 565320"/>
                <a:gd name="connsiteX156" fmla="*/ 0 w 127538"/>
                <a:gd name="connsiteY156" fmla="*/ 314067 h 565320"/>
                <a:gd name="connsiteX157" fmla="*/ 0 w 127538"/>
                <a:gd name="connsiteY157" fmla="*/ 319779 h 565320"/>
                <a:gd name="connsiteX158" fmla="*/ 0 w 127538"/>
                <a:gd name="connsiteY158" fmla="*/ 325492 h 565320"/>
                <a:gd name="connsiteX159" fmla="*/ 0 w 127538"/>
                <a:gd name="connsiteY159" fmla="*/ 331204 h 565320"/>
                <a:gd name="connsiteX160" fmla="*/ 0 w 127538"/>
                <a:gd name="connsiteY160" fmla="*/ 336916 h 565320"/>
                <a:gd name="connsiteX161" fmla="*/ 0 w 127538"/>
                <a:gd name="connsiteY161" fmla="*/ 342606 h 565320"/>
                <a:gd name="connsiteX162" fmla="*/ 0 w 127538"/>
                <a:gd name="connsiteY162" fmla="*/ 348319 h 565320"/>
                <a:gd name="connsiteX163" fmla="*/ 0 w 127538"/>
                <a:gd name="connsiteY163" fmla="*/ 354031 h 565320"/>
                <a:gd name="connsiteX164" fmla="*/ 0 w 127538"/>
                <a:gd name="connsiteY164" fmla="*/ 359743 h 565320"/>
                <a:gd name="connsiteX165" fmla="*/ 0 w 127538"/>
                <a:gd name="connsiteY165" fmla="*/ 365456 h 565320"/>
                <a:gd name="connsiteX166" fmla="*/ 0 w 127538"/>
                <a:gd name="connsiteY166" fmla="*/ 371168 h 565320"/>
                <a:gd name="connsiteX167" fmla="*/ 0 w 127538"/>
                <a:gd name="connsiteY167" fmla="*/ 376880 h 565320"/>
                <a:gd name="connsiteX168" fmla="*/ 0 w 127538"/>
                <a:gd name="connsiteY168" fmla="*/ 382593 h 565320"/>
                <a:gd name="connsiteX169" fmla="*/ 0 w 127538"/>
                <a:gd name="connsiteY169" fmla="*/ 388305 h 565320"/>
                <a:gd name="connsiteX170" fmla="*/ 0 w 127538"/>
                <a:gd name="connsiteY170" fmla="*/ 394017 h 565320"/>
                <a:gd name="connsiteX171" fmla="*/ 0 w 127538"/>
                <a:gd name="connsiteY171" fmla="*/ 399730 h 565320"/>
                <a:gd name="connsiteX172" fmla="*/ 0 w 127538"/>
                <a:gd name="connsiteY172" fmla="*/ 405420 h 565320"/>
                <a:gd name="connsiteX173" fmla="*/ 0 w 127538"/>
                <a:gd name="connsiteY173" fmla="*/ 411132 h 565320"/>
                <a:gd name="connsiteX174" fmla="*/ 0 w 127538"/>
                <a:gd name="connsiteY174" fmla="*/ 416844 h 565320"/>
                <a:gd name="connsiteX175" fmla="*/ 0 w 127538"/>
                <a:gd name="connsiteY175" fmla="*/ 422557 h 565320"/>
                <a:gd name="connsiteX176" fmla="*/ 0 w 127538"/>
                <a:gd name="connsiteY176" fmla="*/ 428269 h 565320"/>
                <a:gd name="connsiteX177" fmla="*/ 0 w 127538"/>
                <a:gd name="connsiteY177" fmla="*/ 433981 h 565320"/>
                <a:gd name="connsiteX178" fmla="*/ 0 w 127538"/>
                <a:gd name="connsiteY178" fmla="*/ 439694 h 565320"/>
                <a:gd name="connsiteX179" fmla="*/ 0 w 127538"/>
                <a:gd name="connsiteY179" fmla="*/ 445406 h 565320"/>
                <a:gd name="connsiteX180" fmla="*/ 0 w 127538"/>
                <a:gd name="connsiteY180" fmla="*/ 451118 h 565320"/>
                <a:gd name="connsiteX181" fmla="*/ 0 w 127538"/>
                <a:gd name="connsiteY181" fmla="*/ 456831 h 565320"/>
                <a:gd name="connsiteX182" fmla="*/ 0 w 127538"/>
                <a:gd name="connsiteY182" fmla="*/ 462543 h 565320"/>
                <a:gd name="connsiteX183" fmla="*/ 0 w 127538"/>
                <a:gd name="connsiteY183" fmla="*/ 468233 h 565320"/>
                <a:gd name="connsiteX184" fmla="*/ 0 w 127538"/>
                <a:gd name="connsiteY184" fmla="*/ 473945 h 565320"/>
                <a:gd name="connsiteX185" fmla="*/ 0 w 127538"/>
                <a:gd name="connsiteY185" fmla="*/ 479658 h 565320"/>
                <a:gd name="connsiteX186" fmla="*/ 0 w 127538"/>
                <a:gd name="connsiteY186" fmla="*/ 485370 h 565320"/>
                <a:gd name="connsiteX187" fmla="*/ 0 w 127538"/>
                <a:gd name="connsiteY187" fmla="*/ 491082 h 565320"/>
                <a:gd name="connsiteX188" fmla="*/ 0 w 127538"/>
                <a:gd name="connsiteY188" fmla="*/ 496795 h 565320"/>
                <a:gd name="connsiteX189" fmla="*/ 0 w 127538"/>
                <a:gd name="connsiteY189" fmla="*/ 502507 h 565320"/>
                <a:gd name="connsiteX190" fmla="*/ 0 w 127538"/>
                <a:gd name="connsiteY190" fmla="*/ 508219 h 565320"/>
                <a:gd name="connsiteX191" fmla="*/ 0 w 127538"/>
                <a:gd name="connsiteY191" fmla="*/ 513932 h 565320"/>
                <a:gd name="connsiteX192" fmla="*/ 0 w 127538"/>
                <a:gd name="connsiteY192" fmla="*/ 519644 h 565320"/>
                <a:gd name="connsiteX193" fmla="*/ 0 w 127538"/>
                <a:gd name="connsiteY193" fmla="*/ 525357 h 565320"/>
                <a:gd name="connsiteX194" fmla="*/ 0 w 127538"/>
                <a:gd name="connsiteY194" fmla="*/ 531046 h 565320"/>
                <a:gd name="connsiteX195" fmla="*/ 0 w 127538"/>
                <a:gd name="connsiteY195" fmla="*/ 536759 h 565320"/>
                <a:gd name="connsiteX196" fmla="*/ 0 w 127538"/>
                <a:gd name="connsiteY196" fmla="*/ 542471 h 565320"/>
                <a:gd name="connsiteX197" fmla="*/ 0 w 127538"/>
                <a:gd name="connsiteY197" fmla="*/ 548184 h 565320"/>
                <a:gd name="connsiteX198" fmla="*/ 0 w 127538"/>
                <a:gd name="connsiteY198" fmla="*/ 553896 h 565320"/>
                <a:gd name="connsiteX199" fmla="*/ 0 w 127538"/>
                <a:gd name="connsiteY199" fmla="*/ 559608 h 565320"/>
                <a:gd name="connsiteX200" fmla="*/ 0 w 127538"/>
                <a:gd name="connsiteY200" fmla="*/ 565321 h 565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127538" h="565320">
                  <a:moveTo>
                    <a:pt x="0" y="565321"/>
                  </a:moveTo>
                  <a:lnTo>
                    <a:pt x="202" y="565321"/>
                  </a:lnTo>
                  <a:lnTo>
                    <a:pt x="315" y="559608"/>
                  </a:lnTo>
                  <a:lnTo>
                    <a:pt x="450" y="553896"/>
                  </a:lnTo>
                  <a:lnTo>
                    <a:pt x="629" y="548184"/>
                  </a:lnTo>
                  <a:lnTo>
                    <a:pt x="877" y="542471"/>
                  </a:lnTo>
                  <a:lnTo>
                    <a:pt x="1214" y="536759"/>
                  </a:lnTo>
                  <a:lnTo>
                    <a:pt x="1619" y="531046"/>
                  </a:lnTo>
                  <a:lnTo>
                    <a:pt x="2159" y="525357"/>
                  </a:lnTo>
                  <a:lnTo>
                    <a:pt x="2811" y="519644"/>
                  </a:lnTo>
                  <a:lnTo>
                    <a:pt x="3621" y="513932"/>
                  </a:lnTo>
                  <a:lnTo>
                    <a:pt x="4565" y="508219"/>
                  </a:lnTo>
                  <a:lnTo>
                    <a:pt x="5690" y="502507"/>
                  </a:lnTo>
                  <a:lnTo>
                    <a:pt x="6972" y="496795"/>
                  </a:lnTo>
                  <a:lnTo>
                    <a:pt x="8411" y="491082"/>
                  </a:lnTo>
                  <a:lnTo>
                    <a:pt x="10030" y="485370"/>
                  </a:lnTo>
                  <a:lnTo>
                    <a:pt x="11762" y="479658"/>
                  </a:lnTo>
                  <a:lnTo>
                    <a:pt x="13606" y="473945"/>
                  </a:lnTo>
                  <a:lnTo>
                    <a:pt x="15540" y="468233"/>
                  </a:lnTo>
                  <a:lnTo>
                    <a:pt x="17542" y="462543"/>
                  </a:lnTo>
                  <a:lnTo>
                    <a:pt x="19543" y="456831"/>
                  </a:lnTo>
                  <a:lnTo>
                    <a:pt x="21545" y="451118"/>
                  </a:lnTo>
                  <a:lnTo>
                    <a:pt x="23502" y="445406"/>
                  </a:lnTo>
                  <a:lnTo>
                    <a:pt x="25436" y="439694"/>
                  </a:lnTo>
                  <a:lnTo>
                    <a:pt x="27302" y="433981"/>
                  </a:lnTo>
                  <a:lnTo>
                    <a:pt x="29146" y="428269"/>
                  </a:lnTo>
                  <a:lnTo>
                    <a:pt x="30990" y="422557"/>
                  </a:lnTo>
                  <a:lnTo>
                    <a:pt x="32857" y="416844"/>
                  </a:lnTo>
                  <a:lnTo>
                    <a:pt x="34814" y="411132"/>
                  </a:lnTo>
                  <a:lnTo>
                    <a:pt x="36905" y="405420"/>
                  </a:lnTo>
                  <a:lnTo>
                    <a:pt x="39222" y="399730"/>
                  </a:lnTo>
                  <a:lnTo>
                    <a:pt x="41808" y="394017"/>
                  </a:lnTo>
                  <a:lnTo>
                    <a:pt x="44732" y="388305"/>
                  </a:lnTo>
                  <a:lnTo>
                    <a:pt x="48060" y="382593"/>
                  </a:lnTo>
                  <a:lnTo>
                    <a:pt x="51793" y="376880"/>
                  </a:lnTo>
                  <a:lnTo>
                    <a:pt x="55954" y="371168"/>
                  </a:lnTo>
                  <a:lnTo>
                    <a:pt x="60564" y="365456"/>
                  </a:lnTo>
                  <a:lnTo>
                    <a:pt x="65557" y="359743"/>
                  </a:lnTo>
                  <a:lnTo>
                    <a:pt x="70909" y="354031"/>
                  </a:lnTo>
                  <a:lnTo>
                    <a:pt x="76554" y="348319"/>
                  </a:lnTo>
                  <a:lnTo>
                    <a:pt x="82357" y="342606"/>
                  </a:lnTo>
                  <a:lnTo>
                    <a:pt x="88227" y="336916"/>
                  </a:lnTo>
                  <a:lnTo>
                    <a:pt x="94051" y="331204"/>
                  </a:lnTo>
                  <a:lnTo>
                    <a:pt x="99696" y="325492"/>
                  </a:lnTo>
                  <a:lnTo>
                    <a:pt x="105049" y="319779"/>
                  </a:lnTo>
                  <a:lnTo>
                    <a:pt x="109974" y="314067"/>
                  </a:lnTo>
                  <a:lnTo>
                    <a:pt x="114405" y="308355"/>
                  </a:lnTo>
                  <a:lnTo>
                    <a:pt x="118250" y="302642"/>
                  </a:lnTo>
                  <a:lnTo>
                    <a:pt x="121444" y="296930"/>
                  </a:lnTo>
                  <a:lnTo>
                    <a:pt x="123963" y="291218"/>
                  </a:lnTo>
                  <a:lnTo>
                    <a:pt x="125807" y="285505"/>
                  </a:lnTo>
                  <a:lnTo>
                    <a:pt x="126976" y="279793"/>
                  </a:lnTo>
                  <a:lnTo>
                    <a:pt x="127538" y="274103"/>
                  </a:lnTo>
                  <a:lnTo>
                    <a:pt x="127538" y="268391"/>
                  </a:lnTo>
                  <a:lnTo>
                    <a:pt x="127044" y="262678"/>
                  </a:lnTo>
                  <a:lnTo>
                    <a:pt x="126099" y="256966"/>
                  </a:lnTo>
                  <a:lnTo>
                    <a:pt x="124795" y="251254"/>
                  </a:lnTo>
                  <a:lnTo>
                    <a:pt x="123153" y="245541"/>
                  </a:lnTo>
                  <a:lnTo>
                    <a:pt x="121264" y="239829"/>
                  </a:lnTo>
                  <a:lnTo>
                    <a:pt x="119150" y="234116"/>
                  </a:lnTo>
                  <a:lnTo>
                    <a:pt x="116856" y="228404"/>
                  </a:lnTo>
                  <a:lnTo>
                    <a:pt x="114359" y="222692"/>
                  </a:lnTo>
                  <a:lnTo>
                    <a:pt x="111706" y="216979"/>
                  </a:lnTo>
                  <a:lnTo>
                    <a:pt x="108872" y="211289"/>
                  </a:lnTo>
                  <a:lnTo>
                    <a:pt x="105858" y="205577"/>
                  </a:lnTo>
                  <a:lnTo>
                    <a:pt x="102687" y="199865"/>
                  </a:lnTo>
                  <a:lnTo>
                    <a:pt x="99314" y="194152"/>
                  </a:lnTo>
                  <a:lnTo>
                    <a:pt x="95738" y="188440"/>
                  </a:lnTo>
                  <a:lnTo>
                    <a:pt x="92005" y="182728"/>
                  </a:lnTo>
                  <a:lnTo>
                    <a:pt x="88069" y="177015"/>
                  </a:lnTo>
                  <a:lnTo>
                    <a:pt x="83976" y="171303"/>
                  </a:lnTo>
                  <a:lnTo>
                    <a:pt x="79703" y="165591"/>
                  </a:lnTo>
                  <a:lnTo>
                    <a:pt x="75295" y="159878"/>
                  </a:lnTo>
                  <a:lnTo>
                    <a:pt x="70775" y="154166"/>
                  </a:lnTo>
                  <a:lnTo>
                    <a:pt x="66142" y="148454"/>
                  </a:lnTo>
                  <a:lnTo>
                    <a:pt x="61419" y="142764"/>
                  </a:lnTo>
                  <a:lnTo>
                    <a:pt x="56674" y="137051"/>
                  </a:lnTo>
                  <a:lnTo>
                    <a:pt x="51906" y="131339"/>
                  </a:lnTo>
                  <a:lnTo>
                    <a:pt x="47161" y="125627"/>
                  </a:lnTo>
                  <a:lnTo>
                    <a:pt x="42505" y="119914"/>
                  </a:lnTo>
                  <a:lnTo>
                    <a:pt x="37940" y="114202"/>
                  </a:lnTo>
                  <a:lnTo>
                    <a:pt x="33554" y="108490"/>
                  </a:lnTo>
                  <a:lnTo>
                    <a:pt x="29371" y="102777"/>
                  </a:lnTo>
                  <a:lnTo>
                    <a:pt x="25413" y="97065"/>
                  </a:lnTo>
                  <a:lnTo>
                    <a:pt x="21747" y="91353"/>
                  </a:lnTo>
                  <a:lnTo>
                    <a:pt x="18396" y="85640"/>
                  </a:lnTo>
                  <a:lnTo>
                    <a:pt x="15360" y="79950"/>
                  </a:lnTo>
                  <a:lnTo>
                    <a:pt x="12662" y="74238"/>
                  </a:lnTo>
                  <a:lnTo>
                    <a:pt x="10300" y="68526"/>
                  </a:lnTo>
                  <a:lnTo>
                    <a:pt x="8276" y="62813"/>
                  </a:lnTo>
                  <a:lnTo>
                    <a:pt x="6544" y="57101"/>
                  </a:lnTo>
                  <a:lnTo>
                    <a:pt x="5105" y="51389"/>
                  </a:lnTo>
                  <a:lnTo>
                    <a:pt x="3936" y="45676"/>
                  </a:lnTo>
                  <a:lnTo>
                    <a:pt x="2969" y="39964"/>
                  </a:lnTo>
                  <a:lnTo>
                    <a:pt x="2226" y="34252"/>
                  </a:lnTo>
                  <a:lnTo>
                    <a:pt x="1642" y="28539"/>
                  </a:lnTo>
                  <a:lnTo>
                    <a:pt x="1170" y="22827"/>
                  </a:lnTo>
                  <a:lnTo>
                    <a:pt x="832" y="17137"/>
                  </a:lnTo>
                  <a:lnTo>
                    <a:pt x="585" y="11425"/>
                  </a:lnTo>
                  <a:lnTo>
                    <a:pt x="405" y="5712"/>
                  </a:lnTo>
                  <a:lnTo>
                    <a:pt x="270" y="0"/>
                  </a:lnTo>
                  <a:lnTo>
                    <a:pt x="0" y="0"/>
                  </a:lnTo>
                  <a:lnTo>
                    <a:pt x="0" y="5712"/>
                  </a:lnTo>
                  <a:lnTo>
                    <a:pt x="0" y="11425"/>
                  </a:lnTo>
                  <a:lnTo>
                    <a:pt x="0" y="17137"/>
                  </a:lnTo>
                  <a:lnTo>
                    <a:pt x="0" y="22827"/>
                  </a:lnTo>
                  <a:lnTo>
                    <a:pt x="0" y="28539"/>
                  </a:lnTo>
                  <a:lnTo>
                    <a:pt x="0" y="34252"/>
                  </a:lnTo>
                  <a:lnTo>
                    <a:pt x="0" y="39964"/>
                  </a:lnTo>
                  <a:lnTo>
                    <a:pt x="0" y="45676"/>
                  </a:lnTo>
                  <a:lnTo>
                    <a:pt x="0" y="51389"/>
                  </a:lnTo>
                  <a:lnTo>
                    <a:pt x="0" y="57101"/>
                  </a:lnTo>
                  <a:lnTo>
                    <a:pt x="0" y="62813"/>
                  </a:lnTo>
                  <a:lnTo>
                    <a:pt x="0" y="68526"/>
                  </a:lnTo>
                  <a:lnTo>
                    <a:pt x="0" y="74238"/>
                  </a:lnTo>
                  <a:lnTo>
                    <a:pt x="0" y="79950"/>
                  </a:lnTo>
                  <a:lnTo>
                    <a:pt x="0" y="85640"/>
                  </a:lnTo>
                  <a:lnTo>
                    <a:pt x="0" y="91353"/>
                  </a:lnTo>
                  <a:lnTo>
                    <a:pt x="0" y="97065"/>
                  </a:lnTo>
                  <a:lnTo>
                    <a:pt x="0" y="102777"/>
                  </a:lnTo>
                  <a:lnTo>
                    <a:pt x="0" y="108490"/>
                  </a:lnTo>
                  <a:lnTo>
                    <a:pt x="0" y="114202"/>
                  </a:lnTo>
                  <a:lnTo>
                    <a:pt x="0" y="119914"/>
                  </a:lnTo>
                  <a:lnTo>
                    <a:pt x="0" y="125627"/>
                  </a:lnTo>
                  <a:lnTo>
                    <a:pt x="0" y="131339"/>
                  </a:lnTo>
                  <a:lnTo>
                    <a:pt x="0" y="137051"/>
                  </a:lnTo>
                  <a:lnTo>
                    <a:pt x="0" y="142764"/>
                  </a:lnTo>
                  <a:lnTo>
                    <a:pt x="0" y="148454"/>
                  </a:lnTo>
                  <a:lnTo>
                    <a:pt x="0" y="154166"/>
                  </a:lnTo>
                  <a:lnTo>
                    <a:pt x="0" y="159878"/>
                  </a:lnTo>
                  <a:lnTo>
                    <a:pt x="0" y="165591"/>
                  </a:lnTo>
                  <a:lnTo>
                    <a:pt x="0" y="171303"/>
                  </a:lnTo>
                  <a:lnTo>
                    <a:pt x="0" y="177015"/>
                  </a:lnTo>
                  <a:lnTo>
                    <a:pt x="0" y="182728"/>
                  </a:lnTo>
                  <a:lnTo>
                    <a:pt x="0" y="188440"/>
                  </a:lnTo>
                  <a:lnTo>
                    <a:pt x="0" y="194152"/>
                  </a:lnTo>
                  <a:lnTo>
                    <a:pt x="0" y="199865"/>
                  </a:lnTo>
                  <a:lnTo>
                    <a:pt x="0" y="205577"/>
                  </a:lnTo>
                  <a:lnTo>
                    <a:pt x="0" y="211289"/>
                  </a:lnTo>
                  <a:lnTo>
                    <a:pt x="0" y="216979"/>
                  </a:lnTo>
                  <a:lnTo>
                    <a:pt x="0" y="222692"/>
                  </a:lnTo>
                  <a:lnTo>
                    <a:pt x="0" y="228404"/>
                  </a:lnTo>
                  <a:lnTo>
                    <a:pt x="0" y="234116"/>
                  </a:lnTo>
                  <a:lnTo>
                    <a:pt x="0" y="239829"/>
                  </a:lnTo>
                  <a:lnTo>
                    <a:pt x="0" y="245541"/>
                  </a:lnTo>
                  <a:lnTo>
                    <a:pt x="0" y="251254"/>
                  </a:lnTo>
                  <a:lnTo>
                    <a:pt x="0" y="256966"/>
                  </a:lnTo>
                  <a:lnTo>
                    <a:pt x="0" y="262678"/>
                  </a:lnTo>
                  <a:lnTo>
                    <a:pt x="0" y="268391"/>
                  </a:lnTo>
                  <a:lnTo>
                    <a:pt x="0" y="274103"/>
                  </a:lnTo>
                  <a:lnTo>
                    <a:pt x="0" y="279793"/>
                  </a:lnTo>
                  <a:lnTo>
                    <a:pt x="0" y="285505"/>
                  </a:lnTo>
                  <a:lnTo>
                    <a:pt x="0" y="291218"/>
                  </a:lnTo>
                  <a:lnTo>
                    <a:pt x="0" y="296930"/>
                  </a:lnTo>
                  <a:lnTo>
                    <a:pt x="0" y="302642"/>
                  </a:lnTo>
                  <a:lnTo>
                    <a:pt x="0" y="308355"/>
                  </a:lnTo>
                  <a:lnTo>
                    <a:pt x="0" y="314067"/>
                  </a:lnTo>
                  <a:lnTo>
                    <a:pt x="0" y="319779"/>
                  </a:lnTo>
                  <a:lnTo>
                    <a:pt x="0" y="325492"/>
                  </a:lnTo>
                  <a:lnTo>
                    <a:pt x="0" y="331204"/>
                  </a:lnTo>
                  <a:lnTo>
                    <a:pt x="0" y="336916"/>
                  </a:lnTo>
                  <a:lnTo>
                    <a:pt x="0" y="342606"/>
                  </a:lnTo>
                  <a:lnTo>
                    <a:pt x="0" y="348319"/>
                  </a:lnTo>
                  <a:lnTo>
                    <a:pt x="0" y="354031"/>
                  </a:lnTo>
                  <a:lnTo>
                    <a:pt x="0" y="359743"/>
                  </a:lnTo>
                  <a:lnTo>
                    <a:pt x="0" y="365456"/>
                  </a:lnTo>
                  <a:lnTo>
                    <a:pt x="0" y="371168"/>
                  </a:lnTo>
                  <a:lnTo>
                    <a:pt x="0" y="376880"/>
                  </a:lnTo>
                  <a:lnTo>
                    <a:pt x="0" y="382593"/>
                  </a:lnTo>
                  <a:lnTo>
                    <a:pt x="0" y="388305"/>
                  </a:lnTo>
                  <a:lnTo>
                    <a:pt x="0" y="394017"/>
                  </a:lnTo>
                  <a:lnTo>
                    <a:pt x="0" y="399730"/>
                  </a:lnTo>
                  <a:lnTo>
                    <a:pt x="0" y="405420"/>
                  </a:lnTo>
                  <a:lnTo>
                    <a:pt x="0" y="411132"/>
                  </a:lnTo>
                  <a:lnTo>
                    <a:pt x="0" y="416844"/>
                  </a:lnTo>
                  <a:lnTo>
                    <a:pt x="0" y="422557"/>
                  </a:lnTo>
                  <a:lnTo>
                    <a:pt x="0" y="428269"/>
                  </a:lnTo>
                  <a:lnTo>
                    <a:pt x="0" y="433981"/>
                  </a:lnTo>
                  <a:lnTo>
                    <a:pt x="0" y="439694"/>
                  </a:lnTo>
                  <a:lnTo>
                    <a:pt x="0" y="445406"/>
                  </a:lnTo>
                  <a:lnTo>
                    <a:pt x="0" y="451118"/>
                  </a:lnTo>
                  <a:lnTo>
                    <a:pt x="0" y="456831"/>
                  </a:lnTo>
                  <a:lnTo>
                    <a:pt x="0" y="462543"/>
                  </a:lnTo>
                  <a:lnTo>
                    <a:pt x="0" y="468233"/>
                  </a:lnTo>
                  <a:lnTo>
                    <a:pt x="0" y="473945"/>
                  </a:lnTo>
                  <a:lnTo>
                    <a:pt x="0" y="479658"/>
                  </a:lnTo>
                  <a:lnTo>
                    <a:pt x="0" y="485370"/>
                  </a:lnTo>
                  <a:lnTo>
                    <a:pt x="0" y="491082"/>
                  </a:lnTo>
                  <a:lnTo>
                    <a:pt x="0" y="496795"/>
                  </a:lnTo>
                  <a:lnTo>
                    <a:pt x="0" y="502507"/>
                  </a:lnTo>
                  <a:lnTo>
                    <a:pt x="0" y="508219"/>
                  </a:lnTo>
                  <a:lnTo>
                    <a:pt x="0" y="513932"/>
                  </a:lnTo>
                  <a:lnTo>
                    <a:pt x="0" y="519644"/>
                  </a:lnTo>
                  <a:lnTo>
                    <a:pt x="0" y="525357"/>
                  </a:lnTo>
                  <a:lnTo>
                    <a:pt x="0" y="531046"/>
                  </a:lnTo>
                  <a:lnTo>
                    <a:pt x="0" y="536759"/>
                  </a:lnTo>
                  <a:lnTo>
                    <a:pt x="0" y="542471"/>
                  </a:lnTo>
                  <a:lnTo>
                    <a:pt x="0" y="548184"/>
                  </a:lnTo>
                  <a:lnTo>
                    <a:pt x="0" y="553896"/>
                  </a:lnTo>
                  <a:lnTo>
                    <a:pt x="0" y="559608"/>
                  </a:lnTo>
                  <a:lnTo>
                    <a:pt x="0" y="565321"/>
                  </a:lnTo>
                  <a:close/>
                </a:path>
              </a:pathLst>
            </a:custGeom>
            <a:solidFill>
              <a:srgbClr val="DAF1FD">
                <a:alpha val="50000"/>
              </a:srgbClr>
            </a:solidFill>
            <a:ln w="2249" cap="flat">
              <a:noFill/>
              <a:prstDash val="solid"/>
              <a:miter/>
            </a:ln>
          </p:spPr>
          <p:txBody>
            <a:bodyPr rtlCol="0" anchor="ctr"/>
            <a:lstStyle/>
            <a:p>
              <a:endParaRPr lang="en-US"/>
            </a:p>
          </p:txBody>
        </p:sp>
        <p:sp>
          <p:nvSpPr>
            <p:cNvPr id="3511" name="Freeform 3510">
              <a:extLst>
                <a:ext uri="{FF2B5EF4-FFF2-40B4-BE49-F238E27FC236}">
                  <a16:creationId xmlns:a16="http://schemas.microsoft.com/office/drawing/2014/main" id="{7742F6F3-37C7-06B3-10F5-93E7A03AB832}"/>
                </a:ext>
              </a:extLst>
            </p:cNvPr>
            <p:cNvSpPr/>
            <p:nvPr/>
          </p:nvSpPr>
          <p:spPr>
            <a:xfrm rot="20803200">
              <a:off x="7569354" y="3375690"/>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8" y="0"/>
                    <a:pt x="8928" y="0"/>
                  </a:cubicBezTo>
                  <a:cubicBezTo>
                    <a:pt x="13860" y="0"/>
                    <a:pt x="17857" y="3998"/>
                    <a:pt x="17857" y="8928"/>
                  </a:cubicBezTo>
                  <a:close/>
                </a:path>
              </a:pathLst>
            </a:custGeom>
            <a:solidFill>
              <a:srgbClr val="DAF1FD">
                <a:alpha val="70000"/>
              </a:srgbClr>
            </a:solidFill>
            <a:ln w="2249" cap="flat">
              <a:noFill/>
              <a:prstDash val="solid"/>
              <a:miter/>
            </a:ln>
          </p:spPr>
          <p:txBody>
            <a:bodyPr rtlCol="0" anchor="ctr"/>
            <a:lstStyle/>
            <a:p>
              <a:endParaRPr lang="en-US"/>
            </a:p>
          </p:txBody>
        </p:sp>
        <p:sp>
          <p:nvSpPr>
            <p:cNvPr id="3512" name="Freeform 3511">
              <a:extLst>
                <a:ext uri="{FF2B5EF4-FFF2-40B4-BE49-F238E27FC236}">
                  <a16:creationId xmlns:a16="http://schemas.microsoft.com/office/drawing/2014/main" id="{D40BD859-F106-2D36-C289-08AFCD151318}"/>
                </a:ext>
              </a:extLst>
            </p:cNvPr>
            <p:cNvSpPr/>
            <p:nvPr/>
          </p:nvSpPr>
          <p:spPr>
            <a:xfrm rot="20803200">
              <a:off x="7690961" y="3333354"/>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8" y="0"/>
                    <a:pt x="8928" y="0"/>
                  </a:cubicBezTo>
                  <a:cubicBezTo>
                    <a:pt x="13860" y="0"/>
                    <a:pt x="17857" y="3998"/>
                    <a:pt x="17857" y="8928"/>
                  </a:cubicBezTo>
                  <a:close/>
                </a:path>
              </a:pathLst>
            </a:custGeom>
            <a:solidFill>
              <a:srgbClr val="DAF1FD">
                <a:alpha val="70000"/>
              </a:srgbClr>
            </a:solidFill>
            <a:ln w="2249" cap="flat">
              <a:noFill/>
              <a:prstDash val="solid"/>
              <a:miter/>
            </a:ln>
          </p:spPr>
          <p:txBody>
            <a:bodyPr rtlCol="0" anchor="ctr"/>
            <a:lstStyle/>
            <a:p>
              <a:endParaRPr lang="en-US"/>
            </a:p>
          </p:txBody>
        </p:sp>
        <p:sp>
          <p:nvSpPr>
            <p:cNvPr id="3513" name="Freeform 3512">
              <a:extLst>
                <a:ext uri="{FF2B5EF4-FFF2-40B4-BE49-F238E27FC236}">
                  <a16:creationId xmlns:a16="http://schemas.microsoft.com/office/drawing/2014/main" id="{44028C58-FDD9-D5D3-03F3-CED55B412023}"/>
                </a:ext>
              </a:extLst>
            </p:cNvPr>
            <p:cNvSpPr/>
            <p:nvPr/>
          </p:nvSpPr>
          <p:spPr>
            <a:xfrm rot="20803200">
              <a:off x="7612472" y="3175264"/>
              <a:ext cx="70855" cy="70855"/>
            </a:xfrm>
            <a:custGeom>
              <a:avLst/>
              <a:gdLst>
                <a:gd name="connsiteX0" fmla="*/ 17857 w 17856"/>
                <a:gd name="connsiteY0" fmla="*/ 8929 h 17856"/>
                <a:gd name="connsiteX1" fmla="*/ 8928 w 17856"/>
                <a:gd name="connsiteY1" fmla="*/ 17857 h 17856"/>
                <a:gd name="connsiteX2" fmla="*/ 0 w 17856"/>
                <a:gd name="connsiteY2" fmla="*/ 8929 h 17856"/>
                <a:gd name="connsiteX3" fmla="*/ 8928 w 17856"/>
                <a:gd name="connsiteY3" fmla="*/ 0 h 17856"/>
                <a:gd name="connsiteX4" fmla="*/ 17857 w 17856"/>
                <a:gd name="connsiteY4" fmla="*/ 8929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9"/>
                  </a:moveTo>
                  <a:cubicBezTo>
                    <a:pt x="17857" y="13860"/>
                    <a:pt x="13859" y="17857"/>
                    <a:pt x="8928" y="17857"/>
                  </a:cubicBezTo>
                  <a:cubicBezTo>
                    <a:pt x="3997" y="17857"/>
                    <a:pt x="0" y="13859"/>
                    <a:pt x="0" y="8929"/>
                  </a:cubicBezTo>
                  <a:cubicBezTo>
                    <a:pt x="0" y="3997"/>
                    <a:pt x="3997" y="0"/>
                    <a:pt x="8928" y="0"/>
                  </a:cubicBezTo>
                  <a:cubicBezTo>
                    <a:pt x="13859" y="0"/>
                    <a:pt x="17857" y="3998"/>
                    <a:pt x="17857" y="8929"/>
                  </a:cubicBezTo>
                  <a:close/>
                </a:path>
              </a:pathLst>
            </a:custGeom>
            <a:solidFill>
              <a:srgbClr val="DAF1FD">
                <a:alpha val="70000"/>
              </a:srgbClr>
            </a:solidFill>
            <a:ln w="2249" cap="flat">
              <a:noFill/>
              <a:prstDash val="solid"/>
              <a:miter/>
            </a:ln>
          </p:spPr>
          <p:txBody>
            <a:bodyPr rtlCol="0" anchor="ctr"/>
            <a:lstStyle/>
            <a:p>
              <a:endParaRPr lang="en-US"/>
            </a:p>
          </p:txBody>
        </p:sp>
        <p:sp>
          <p:nvSpPr>
            <p:cNvPr id="3514" name="Freeform 3513">
              <a:extLst>
                <a:ext uri="{FF2B5EF4-FFF2-40B4-BE49-F238E27FC236}">
                  <a16:creationId xmlns:a16="http://schemas.microsoft.com/office/drawing/2014/main" id="{E0F82935-B2CE-67E5-D472-2A3C0EB6B886}"/>
                </a:ext>
              </a:extLst>
            </p:cNvPr>
            <p:cNvSpPr/>
            <p:nvPr/>
          </p:nvSpPr>
          <p:spPr>
            <a:xfrm rot="20803200">
              <a:off x="7602436" y="3478497"/>
              <a:ext cx="70855" cy="70855"/>
            </a:xfrm>
            <a:custGeom>
              <a:avLst/>
              <a:gdLst>
                <a:gd name="connsiteX0" fmla="*/ 17857 w 17856"/>
                <a:gd name="connsiteY0" fmla="*/ 8929 h 17856"/>
                <a:gd name="connsiteX1" fmla="*/ 8928 w 17856"/>
                <a:gd name="connsiteY1" fmla="*/ 17857 h 17856"/>
                <a:gd name="connsiteX2" fmla="*/ 0 w 17856"/>
                <a:gd name="connsiteY2" fmla="*/ 8929 h 17856"/>
                <a:gd name="connsiteX3" fmla="*/ 8928 w 17856"/>
                <a:gd name="connsiteY3" fmla="*/ 0 h 17856"/>
                <a:gd name="connsiteX4" fmla="*/ 17857 w 17856"/>
                <a:gd name="connsiteY4" fmla="*/ 8929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9"/>
                  </a:moveTo>
                  <a:cubicBezTo>
                    <a:pt x="17857" y="13860"/>
                    <a:pt x="13859" y="17857"/>
                    <a:pt x="8928" y="17857"/>
                  </a:cubicBezTo>
                  <a:cubicBezTo>
                    <a:pt x="3997" y="17857"/>
                    <a:pt x="0" y="13859"/>
                    <a:pt x="0" y="8929"/>
                  </a:cubicBezTo>
                  <a:cubicBezTo>
                    <a:pt x="0" y="3997"/>
                    <a:pt x="3997" y="0"/>
                    <a:pt x="8928" y="0"/>
                  </a:cubicBezTo>
                  <a:cubicBezTo>
                    <a:pt x="13859" y="0"/>
                    <a:pt x="17857" y="3998"/>
                    <a:pt x="17857" y="8929"/>
                  </a:cubicBezTo>
                  <a:close/>
                </a:path>
              </a:pathLst>
            </a:custGeom>
            <a:solidFill>
              <a:srgbClr val="DAF1FD">
                <a:alpha val="70000"/>
              </a:srgbClr>
            </a:solidFill>
            <a:ln w="2249" cap="flat">
              <a:noFill/>
              <a:prstDash val="solid"/>
              <a:miter/>
            </a:ln>
          </p:spPr>
          <p:txBody>
            <a:bodyPr rtlCol="0" anchor="ctr"/>
            <a:lstStyle/>
            <a:p>
              <a:endParaRPr lang="en-US"/>
            </a:p>
          </p:txBody>
        </p:sp>
        <p:sp>
          <p:nvSpPr>
            <p:cNvPr id="3515" name="Freeform 3514">
              <a:extLst>
                <a:ext uri="{FF2B5EF4-FFF2-40B4-BE49-F238E27FC236}">
                  <a16:creationId xmlns:a16="http://schemas.microsoft.com/office/drawing/2014/main" id="{45D82BF9-4D2D-B909-DBBB-F9D2C9F21FA7}"/>
                </a:ext>
              </a:extLst>
            </p:cNvPr>
            <p:cNvSpPr/>
            <p:nvPr/>
          </p:nvSpPr>
          <p:spPr>
            <a:xfrm rot="20803200">
              <a:off x="7633769" y="3583176"/>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7" y="0"/>
                    <a:pt x="8928" y="0"/>
                  </a:cubicBezTo>
                  <a:cubicBezTo>
                    <a:pt x="13859" y="0"/>
                    <a:pt x="17857" y="3998"/>
                    <a:pt x="17857" y="8928"/>
                  </a:cubicBezTo>
                  <a:close/>
                </a:path>
              </a:pathLst>
            </a:custGeom>
            <a:solidFill>
              <a:srgbClr val="DAF1FD">
                <a:alpha val="70000"/>
              </a:srgbClr>
            </a:solidFill>
            <a:ln w="2249" cap="flat">
              <a:noFill/>
              <a:prstDash val="solid"/>
              <a:miter/>
            </a:ln>
          </p:spPr>
          <p:txBody>
            <a:bodyPr rtlCol="0" anchor="ctr"/>
            <a:lstStyle/>
            <a:p>
              <a:endParaRPr lang="en-US"/>
            </a:p>
          </p:txBody>
        </p:sp>
        <p:sp>
          <p:nvSpPr>
            <p:cNvPr id="3516" name="Freeform 3515">
              <a:extLst>
                <a:ext uri="{FF2B5EF4-FFF2-40B4-BE49-F238E27FC236}">
                  <a16:creationId xmlns:a16="http://schemas.microsoft.com/office/drawing/2014/main" id="{523DFBF4-DA4A-9C28-3225-1639A8CDA50D}"/>
                </a:ext>
              </a:extLst>
            </p:cNvPr>
            <p:cNvSpPr/>
            <p:nvPr/>
          </p:nvSpPr>
          <p:spPr>
            <a:xfrm rot="20803200">
              <a:off x="7723135" y="3209505"/>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7" y="0"/>
                    <a:pt x="8928" y="0"/>
                  </a:cubicBezTo>
                  <a:cubicBezTo>
                    <a:pt x="13859" y="0"/>
                    <a:pt x="17857" y="3998"/>
                    <a:pt x="17857" y="8928"/>
                  </a:cubicBezTo>
                  <a:close/>
                </a:path>
              </a:pathLst>
            </a:custGeom>
            <a:solidFill>
              <a:srgbClr val="DAF1FD">
                <a:alpha val="70000"/>
              </a:srgbClr>
            </a:solidFill>
            <a:ln w="2249" cap="flat">
              <a:noFill/>
              <a:prstDash val="solid"/>
              <a:miter/>
            </a:ln>
          </p:spPr>
          <p:txBody>
            <a:bodyPr rtlCol="0" anchor="ctr"/>
            <a:lstStyle/>
            <a:p>
              <a:endParaRPr lang="en-US"/>
            </a:p>
          </p:txBody>
        </p:sp>
        <p:sp>
          <p:nvSpPr>
            <p:cNvPr id="3517" name="Freeform 3516">
              <a:extLst>
                <a:ext uri="{FF2B5EF4-FFF2-40B4-BE49-F238E27FC236}">
                  <a16:creationId xmlns:a16="http://schemas.microsoft.com/office/drawing/2014/main" id="{42D8B520-1628-45F6-4D87-041413CC97E8}"/>
                </a:ext>
              </a:extLst>
            </p:cNvPr>
            <p:cNvSpPr/>
            <p:nvPr/>
          </p:nvSpPr>
          <p:spPr>
            <a:xfrm rot="20803200">
              <a:off x="7644808" y="4130539"/>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7" y="0"/>
                    <a:pt x="8928" y="0"/>
                  </a:cubicBezTo>
                  <a:cubicBezTo>
                    <a:pt x="13859" y="0"/>
                    <a:pt x="17857" y="3998"/>
                    <a:pt x="17857" y="8928"/>
                  </a:cubicBezTo>
                  <a:close/>
                </a:path>
              </a:pathLst>
            </a:custGeom>
            <a:solidFill>
              <a:srgbClr val="DAF1FD">
                <a:alpha val="70000"/>
              </a:srgbClr>
            </a:solidFill>
            <a:ln w="2249" cap="flat">
              <a:noFill/>
              <a:prstDash val="solid"/>
              <a:miter/>
            </a:ln>
          </p:spPr>
          <p:txBody>
            <a:bodyPr rtlCol="0" anchor="ctr"/>
            <a:lstStyle/>
            <a:p>
              <a:endParaRPr lang="en-US"/>
            </a:p>
          </p:txBody>
        </p:sp>
        <p:sp>
          <p:nvSpPr>
            <p:cNvPr id="3518" name="Freeform 3517">
              <a:extLst>
                <a:ext uri="{FF2B5EF4-FFF2-40B4-BE49-F238E27FC236}">
                  <a16:creationId xmlns:a16="http://schemas.microsoft.com/office/drawing/2014/main" id="{C642E11D-AE94-4BC4-B5F3-373364D5AAC5}"/>
                </a:ext>
              </a:extLst>
            </p:cNvPr>
            <p:cNvSpPr/>
            <p:nvPr/>
          </p:nvSpPr>
          <p:spPr>
            <a:xfrm rot="20803200">
              <a:off x="7629174" y="4134467"/>
              <a:ext cx="70855" cy="70855"/>
            </a:xfrm>
            <a:custGeom>
              <a:avLst/>
              <a:gdLst>
                <a:gd name="connsiteX0" fmla="*/ 17857 w 17856"/>
                <a:gd name="connsiteY0" fmla="*/ 8929 h 17856"/>
                <a:gd name="connsiteX1" fmla="*/ 8928 w 17856"/>
                <a:gd name="connsiteY1" fmla="*/ 17857 h 17856"/>
                <a:gd name="connsiteX2" fmla="*/ 0 w 17856"/>
                <a:gd name="connsiteY2" fmla="*/ 8929 h 17856"/>
                <a:gd name="connsiteX3" fmla="*/ 8928 w 17856"/>
                <a:gd name="connsiteY3" fmla="*/ 0 h 17856"/>
                <a:gd name="connsiteX4" fmla="*/ 17857 w 17856"/>
                <a:gd name="connsiteY4" fmla="*/ 8929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9"/>
                  </a:moveTo>
                  <a:cubicBezTo>
                    <a:pt x="17857" y="13860"/>
                    <a:pt x="13859" y="17857"/>
                    <a:pt x="8928" y="17857"/>
                  </a:cubicBezTo>
                  <a:cubicBezTo>
                    <a:pt x="3997" y="17857"/>
                    <a:pt x="0" y="13859"/>
                    <a:pt x="0" y="8929"/>
                  </a:cubicBezTo>
                  <a:cubicBezTo>
                    <a:pt x="0" y="3997"/>
                    <a:pt x="3997" y="0"/>
                    <a:pt x="8928" y="0"/>
                  </a:cubicBezTo>
                  <a:cubicBezTo>
                    <a:pt x="13859" y="0"/>
                    <a:pt x="17857" y="3998"/>
                    <a:pt x="17857" y="8929"/>
                  </a:cubicBezTo>
                  <a:close/>
                </a:path>
              </a:pathLst>
            </a:custGeom>
            <a:solidFill>
              <a:srgbClr val="DAF1FD">
                <a:alpha val="70000"/>
              </a:srgbClr>
            </a:solidFill>
            <a:ln w="2249" cap="flat">
              <a:noFill/>
              <a:prstDash val="solid"/>
              <a:miter/>
            </a:ln>
          </p:spPr>
          <p:txBody>
            <a:bodyPr rtlCol="0" anchor="ctr"/>
            <a:lstStyle/>
            <a:p>
              <a:endParaRPr lang="en-US"/>
            </a:p>
          </p:txBody>
        </p:sp>
        <p:sp>
          <p:nvSpPr>
            <p:cNvPr id="3519" name="Freeform 3518">
              <a:extLst>
                <a:ext uri="{FF2B5EF4-FFF2-40B4-BE49-F238E27FC236}">
                  <a16:creationId xmlns:a16="http://schemas.microsoft.com/office/drawing/2014/main" id="{6A9CA98C-39D3-9358-4EAE-4878EC0C813A}"/>
                </a:ext>
              </a:extLst>
            </p:cNvPr>
            <p:cNvSpPr/>
            <p:nvPr/>
          </p:nvSpPr>
          <p:spPr>
            <a:xfrm rot="20803200">
              <a:off x="7615440" y="3711041"/>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8" y="0"/>
                    <a:pt x="8928" y="0"/>
                  </a:cubicBezTo>
                  <a:cubicBezTo>
                    <a:pt x="13860" y="0"/>
                    <a:pt x="17857" y="3998"/>
                    <a:pt x="17857" y="8928"/>
                  </a:cubicBezTo>
                  <a:close/>
                </a:path>
              </a:pathLst>
            </a:custGeom>
            <a:solidFill>
              <a:srgbClr val="DAF1FD">
                <a:alpha val="70000"/>
              </a:srgbClr>
            </a:solidFill>
            <a:ln w="2249" cap="flat">
              <a:noFill/>
              <a:prstDash val="solid"/>
              <a:miter/>
            </a:ln>
          </p:spPr>
          <p:txBody>
            <a:bodyPr rtlCol="0" anchor="ctr"/>
            <a:lstStyle/>
            <a:p>
              <a:endParaRPr lang="en-US"/>
            </a:p>
          </p:txBody>
        </p:sp>
        <p:sp>
          <p:nvSpPr>
            <p:cNvPr id="18176" name="Freeform 18175">
              <a:extLst>
                <a:ext uri="{FF2B5EF4-FFF2-40B4-BE49-F238E27FC236}">
                  <a16:creationId xmlns:a16="http://schemas.microsoft.com/office/drawing/2014/main" id="{B4D3A66E-EF63-73E4-F975-B65FFD38B66A}"/>
                </a:ext>
              </a:extLst>
            </p:cNvPr>
            <p:cNvSpPr/>
            <p:nvPr/>
          </p:nvSpPr>
          <p:spPr>
            <a:xfrm rot="20803200">
              <a:off x="7665157" y="3655070"/>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7" y="0"/>
                    <a:pt x="8928" y="0"/>
                  </a:cubicBezTo>
                  <a:cubicBezTo>
                    <a:pt x="13859" y="0"/>
                    <a:pt x="17857" y="3997"/>
                    <a:pt x="17857" y="8928"/>
                  </a:cubicBezTo>
                  <a:close/>
                </a:path>
              </a:pathLst>
            </a:custGeom>
            <a:solidFill>
              <a:srgbClr val="DAF1FD">
                <a:alpha val="70000"/>
              </a:srgbClr>
            </a:solidFill>
            <a:ln w="2249" cap="flat">
              <a:noFill/>
              <a:prstDash val="solid"/>
              <a:miter/>
            </a:ln>
          </p:spPr>
          <p:txBody>
            <a:bodyPr rtlCol="0" anchor="ctr"/>
            <a:lstStyle/>
            <a:p>
              <a:endParaRPr lang="en-US"/>
            </a:p>
          </p:txBody>
        </p:sp>
        <p:sp>
          <p:nvSpPr>
            <p:cNvPr id="18177" name="Freeform 18176">
              <a:extLst>
                <a:ext uri="{FF2B5EF4-FFF2-40B4-BE49-F238E27FC236}">
                  <a16:creationId xmlns:a16="http://schemas.microsoft.com/office/drawing/2014/main" id="{BAD5ECD6-A9A8-DACA-DA97-A9A961FE3473}"/>
                </a:ext>
              </a:extLst>
            </p:cNvPr>
            <p:cNvSpPr/>
            <p:nvPr/>
          </p:nvSpPr>
          <p:spPr>
            <a:xfrm rot="20803200">
              <a:off x="7571124" y="3214581"/>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7" y="0"/>
                    <a:pt x="8928" y="0"/>
                  </a:cubicBezTo>
                  <a:cubicBezTo>
                    <a:pt x="13859" y="0"/>
                    <a:pt x="17857" y="3998"/>
                    <a:pt x="17857" y="8928"/>
                  </a:cubicBezTo>
                  <a:close/>
                </a:path>
              </a:pathLst>
            </a:custGeom>
            <a:solidFill>
              <a:srgbClr val="DAF1FD">
                <a:alpha val="70000"/>
              </a:srgbClr>
            </a:solidFill>
            <a:ln w="2249" cap="flat">
              <a:noFill/>
              <a:prstDash val="solid"/>
              <a:miter/>
            </a:ln>
          </p:spPr>
          <p:txBody>
            <a:bodyPr rtlCol="0" anchor="ctr"/>
            <a:lstStyle/>
            <a:p>
              <a:endParaRPr lang="en-US"/>
            </a:p>
          </p:txBody>
        </p:sp>
        <p:sp>
          <p:nvSpPr>
            <p:cNvPr id="18178" name="Freeform 18177">
              <a:extLst>
                <a:ext uri="{FF2B5EF4-FFF2-40B4-BE49-F238E27FC236}">
                  <a16:creationId xmlns:a16="http://schemas.microsoft.com/office/drawing/2014/main" id="{4E12AB38-E1EC-35E5-9BD4-C783077A505C}"/>
                </a:ext>
              </a:extLst>
            </p:cNvPr>
            <p:cNvSpPr/>
            <p:nvPr/>
          </p:nvSpPr>
          <p:spPr>
            <a:xfrm rot="20803200">
              <a:off x="7619773" y="3543546"/>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8" y="0"/>
                    <a:pt x="8928" y="0"/>
                  </a:cubicBezTo>
                  <a:cubicBezTo>
                    <a:pt x="13860" y="0"/>
                    <a:pt x="17857" y="3997"/>
                    <a:pt x="17857" y="8928"/>
                  </a:cubicBezTo>
                  <a:close/>
                </a:path>
              </a:pathLst>
            </a:custGeom>
            <a:solidFill>
              <a:srgbClr val="DAF1FD">
                <a:alpha val="70000"/>
              </a:srgbClr>
            </a:solidFill>
            <a:ln w="2249" cap="flat">
              <a:noFill/>
              <a:prstDash val="solid"/>
              <a:miter/>
            </a:ln>
          </p:spPr>
          <p:txBody>
            <a:bodyPr rtlCol="0" anchor="ctr"/>
            <a:lstStyle/>
            <a:p>
              <a:endParaRPr lang="en-US"/>
            </a:p>
          </p:txBody>
        </p:sp>
        <p:sp>
          <p:nvSpPr>
            <p:cNvPr id="18179" name="Freeform 18178">
              <a:extLst>
                <a:ext uri="{FF2B5EF4-FFF2-40B4-BE49-F238E27FC236}">
                  <a16:creationId xmlns:a16="http://schemas.microsoft.com/office/drawing/2014/main" id="{5F70D45C-286A-ED86-516B-04B84D31BDA6}"/>
                </a:ext>
              </a:extLst>
            </p:cNvPr>
            <p:cNvSpPr/>
            <p:nvPr/>
          </p:nvSpPr>
          <p:spPr>
            <a:xfrm rot="20803200">
              <a:off x="7555251" y="2963383"/>
              <a:ext cx="70855" cy="70855"/>
            </a:xfrm>
            <a:custGeom>
              <a:avLst/>
              <a:gdLst>
                <a:gd name="connsiteX0" fmla="*/ 17857 w 17856"/>
                <a:gd name="connsiteY0" fmla="*/ 8929 h 17856"/>
                <a:gd name="connsiteX1" fmla="*/ 8928 w 17856"/>
                <a:gd name="connsiteY1" fmla="*/ 17857 h 17856"/>
                <a:gd name="connsiteX2" fmla="*/ 0 w 17856"/>
                <a:gd name="connsiteY2" fmla="*/ 8929 h 17856"/>
                <a:gd name="connsiteX3" fmla="*/ 8928 w 17856"/>
                <a:gd name="connsiteY3" fmla="*/ 0 h 17856"/>
                <a:gd name="connsiteX4" fmla="*/ 17857 w 17856"/>
                <a:gd name="connsiteY4" fmla="*/ 8929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9"/>
                  </a:moveTo>
                  <a:cubicBezTo>
                    <a:pt x="17857" y="13860"/>
                    <a:pt x="13859" y="17857"/>
                    <a:pt x="8928" y="17857"/>
                  </a:cubicBezTo>
                  <a:cubicBezTo>
                    <a:pt x="3997" y="17857"/>
                    <a:pt x="0" y="13859"/>
                    <a:pt x="0" y="8929"/>
                  </a:cubicBezTo>
                  <a:cubicBezTo>
                    <a:pt x="0" y="3997"/>
                    <a:pt x="3998" y="0"/>
                    <a:pt x="8928" y="0"/>
                  </a:cubicBezTo>
                  <a:cubicBezTo>
                    <a:pt x="13860" y="0"/>
                    <a:pt x="17857" y="3998"/>
                    <a:pt x="17857" y="8929"/>
                  </a:cubicBezTo>
                  <a:close/>
                </a:path>
              </a:pathLst>
            </a:custGeom>
            <a:solidFill>
              <a:srgbClr val="DAF1FD">
                <a:alpha val="70000"/>
              </a:srgbClr>
            </a:solidFill>
            <a:ln w="2249" cap="flat">
              <a:noFill/>
              <a:prstDash val="solid"/>
              <a:miter/>
            </a:ln>
          </p:spPr>
          <p:txBody>
            <a:bodyPr rtlCol="0" anchor="ctr"/>
            <a:lstStyle/>
            <a:p>
              <a:endParaRPr lang="en-US"/>
            </a:p>
          </p:txBody>
        </p:sp>
        <p:sp>
          <p:nvSpPr>
            <p:cNvPr id="18180" name="Freeform 18179">
              <a:extLst>
                <a:ext uri="{FF2B5EF4-FFF2-40B4-BE49-F238E27FC236}">
                  <a16:creationId xmlns:a16="http://schemas.microsoft.com/office/drawing/2014/main" id="{792B2157-A1AC-3F0E-3EF3-6862704BBC9E}"/>
                </a:ext>
              </a:extLst>
            </p:cNvPr>
            <p:cNvSpPr/>
            <p:nvPr/>
          </p:nvSpPr>
          <p:spPr>
            <a:xfrm rot="20803200">
              <a:off x="7618785" y="3900387"/>
              <a:ext cx="70855" cy="70855"/>
            </a:xfrm>
            <a:custGeom>
              <a:avLst/>
              <a:gdLst>
                <a:gd name="connsiteX0" fmla="*/ 17857 w 17856"/>
                <a:gd name="connsiteY0" fmla="*/ 8929 h 17856"/>
                <a:gd name="connsiteX1" fmla="*/ 8928 w 17856"/>
                <a:gd name="connsiteY1" fmla="*/ 17857 h 17856"/>
                <a:gd name="connsiteX2" fmla="*/ 0 w 17856"/>
                <a:gd name="connsiteY2" fmla="*/ 8929 h 17856"/>
                <a:gd name="connsiteX3" fmla="*/ 8928 w 17856"/>
                <a:gd name="connsiteY3" fmla="*/ 0 h 17856"/>
                <a:gd name="connsiteX4" fmla="*/ 17857 w 17856"/>
                <a:gd name="connsiteY4" fmla="*/ 8929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9"/>
                  </a:moveTo>
                  <a:cubicBezTo>
                    <a:pt x="17857" y="13860"/>
                    <a:pt x="13859" y="17857"/>
                    <a:pt x="8928" y="17857"/>
                  </a:cubicBezTo>
                  <a:cubicBezTo>
                    <a:pt x="3997" y="17857"/>
                    <a:pt x="0" y="13859"/>
                    <a:pt x="0" y="8929"/>
                  </a:cubicBezTo>
                  <a:cubicBezTo>
                    <a:pt x="0" y="3997"/>
                    <a:pt x="3998" y="0"/>
                    <a:pt x="8928" y="0"/>
                  </a:cubicBezTo>
                  <a:cubicBezTo>
                    <a:pt x="13860" y="0"/>
                    <a:pt x="17857" y="3998"/>
                    <a:pt x="17857" y="8929"/>
                  </a:cubicBezTo>
                  <a:close/>
                </a:path>
              </a:pathLst>
            </a:custGeom>
            <a:solidFill>
              <a:srgbClr val="DAF1FD">
                <a:alpha val="70000"/>
              </a:srgbClr>
            </a:solidFill>
            <a:ln w="2249" cap="flat">
              <a:noFill/>
              <a:prstDash val="solid"/>
              <a:miter/>
            </a:ln>
          </p:spPr>
          <p:txBody>
            <a:bodyPr rtlCol="0" anchor="ctr"/>
            <a:lstStyle/>
            <a:p>
              <a:endParaRPr lang="en-US"/>
            </a:p>
          </p:txBody>
        </p:sp>
        <p:sp>
          <p:nvSpPr>
            <p:cNvPr id="18181" name="Freeform 18180">
              <a:extLst>
                <a:ext uri="{FF2B5EF4-FFF2-40B4-BE49-F238E27FC236}">
                  <a16:creationId xmlns:a16="http://schemas.microsoft.com/office/drawing/2014/main" id="{DA33011B-4BF4-B0F4-AE43-623A3DFD1C1D}"/>
                </a:ext>
              </a:extLst>
            </p:cNvPr>
            <p:cNvSpPr/>
            <p:nvPr/>
          </p:nvSpPr>
          <p:spPr>
            <a:xfrm rot="20803200">
              <a:off x="7613730" y="2959779"/>
              <a:ext cx="70855" cy="70855"/>
            </a:xfrm>
            <a:custGeom>
              <a:avLst/>
              <a:gdLst>
                <a:gd name="connsiteX0" fmla="*/ 17857 w 17856"/>
                <a:gd name="connsiteY0" fmla="*/ 8929 h 17856"/>
                <a:gd name="connsiteX1" fmla="*/ 8928 w 17856"/>
                <a:gd name="connsiteY1" fmla="*/ 17857 h 17856"/>
                <a:gd name="connsiteX2" fmla="*/ 0 w 17856"/>
                <a:gd name="connsiteY2" fmla="*/ 8929 h 17856"/>
                <a:gd name="connsiteX3" fmla="*/ 8928 w 17856"/>
                <a:gd name="connsiteY3" fmla="*/ 0 h 17856"/>
                <a:gd name="connsiteX4" fmla="*/ 17857 w 17856"/>
                <a:gd name="connsiteY4" fmla="*/ 8929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9"/>
                  </a:moveTo>
                  <a:cubicBezTo>
                    <a:pt x="17857" y="13860"/>
                    <a:pt x="13859" y="17857"/>
                    <a:pt x="8928" y="17857"/>
                  </a:cubicBezTo>
                  <a:cubicBezTo>
                    <a:pt x="3997" y="17857"/>
                    <a:pt x="0" y="13859"/>
                    <a:pt x="0" y="8929"/>
                  </a:cubicBezTo>
                  <a:cubicBezTo>
                    <a:pt x="0" y="3997"/>
                    <a:pt x="3997" y="0"/>
                    <a:pt x="8928" y="0"/>
                  </a:cubicBezTo>
                  <a:cubicBezTo>
                    <a:pt x="13859" y="0"/>
                    <a:pt x="17857" y="3998"/>
                    <a:pt x="17857" y="8929"/>
                  </a:cubicBezTo>
                  <a:close/>
                </a:path>
              </a:pathLst>
            </a:custGeom>
            <a:solidFill>
              <a:srgbClr val="DAF1FD">
                <a:alpha val="70000"/>
              </a:srgbClr>
            </a:solidFill>
            <a:ln w="2249" cap="flat">
              <a:noFill/>
              <a:prstDash val="solid"/>
              <a:miter/>
            </a:ln>
          </p:spPr>
          <p:txBody>
            <a:bodyPr rtlCol="0" anchor="ctr"/>
            <a:lstStyle/>
            <a:p>
              <a:endParaRPr lang="en-US"/>
            </a:p>
          </p:txBody>
        </p:sp>
        <p:sp>
          <p:nvSpPr>
            <p:cNvPr id="18182" name="Freeform 18181">
              <a:extLst>
                <a:ext uri="{FF2B5EF4-FFF2-40B4-BE49-F238E27FC236}">
                  <a16:creationId xmlns:a16="http://schemas.microsoft.com/office/drawing/2014/main" id="{34022404-3B43-0B5D-75E1-DA9473A05F7C}"/>
                </a:ext>
              </a:extLst>
            </p:cNvPr>
            <p:cNvSpPr/>
            <p:nvPr/>
          </p:nvSpPr>
          <p:spPr>
            <a:xfrm rot="20803200">
              <a:off x="7575783" y="3437442"/>
              <a:ext cx="70855" cy="70855"/>
            </a:xfrm>
            <a:custGeom>
              <a:avLst/>
              <a:gdLst>
                <a:gd name="connsiteX0" fmla="*/ 17857 w 17856"/>
                <a:gd name="connsiteY0" fmla="*/ 8929 h 17856"/>
                <a:gd name="connsiteX1" fmla="*/ 8928 w 17856"/>
                <a:gd name="connsiteY1" fmla="*/ 17857 h 17856"/>
                <a:gd name="connsiteX2" fmla="*/ 0 w 17856"/>
                <a:gd name="connsiteY2" fmla="*/ 8929 h 17856"/>
                <a:gd name="connsiteX3" fmla="*/ 8928 w 17856"/>
                <a:gd name="connsiteY3" fmla="*/ 0 h 17856"/>
                <a:gd name="connsiteX4" fmla="*/ 17857 w 17856"/>
                <a:gd name="connsiteY4" fmla="*/ 8929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9"/>
                  </a:moveTo>
                  <a:cubicBezTo>
                    <a:pt x="17857" y="13860"/>
                    <a:pt x="13859" y="17857"/>
                    <a:pt x="8928" y="17857"/>
                  </a:cubicBezTo>
                  <a:cubicBezTo>
                    <a:pt x="3997" y="17857"/>
                    <a:pt x="0" y="13859"/>
                    <a:pt x="0" y="8929"/>
                  </a:cubicBezTo>
                  <a:cubicBezTo>
                    <a:pt x="0" y="3997"/>
                    <a:pt x="3997" y="0"/>
                    <a:pt x="8928" y="0"/>
                  </a:cubicBezTo>
                  <a:cubicBezTo>
                    <a:pt x="13859" y="0"/>
                    <a:pt x="17857" y="3998"/>
                    <a:pt x="17857" y="8929"/>
                  </a:cubicBezTo>
                  <a:close/>
                </a:path>
              </a:pathLst>
            </a:custGeom>
            <a:solidFill>
              <a:srgbClr val="DAF1FD">
                <a:alpha val="70000"/>
              </a:srgbClr>
            </a:solidFill>
            <a:ln w="2249" cap="flat">
              <a:noFill/>
              <a:prstDash val="solid"/>
              <a:miter/>
            </a:ln>
          </p:spPr>
          <p:txBody>
            <a:bodyPr rtlCol="0" anchor="ctr"/>
            <a:lstStyle/>
            <a:p>
              <a:endParaRPr lang="en-US"/>
            </a:p>
          </p:txBody>
        </p:sp>
        <p:sp>
          <p:nvSpPr>
            <p:cNvPr id="18183" name="Freeform 18182">
              <a:extLst>
                <a:ext uri="{FF2B5EF4-FFF2-40B4-BE49-F238E27FC236}">
                  <a16:creationId xmlns:a16="http://schemas.microsoft.com/office/drawing/2014/main" id="{C18174C3-2CEB-759F-DC72-8F0DCB4A8005}"/>
                </a:ext>
              </a:extLst>
            </p:cNvPr>
            <p:cNvSpPr/>
            <p:nvPr/>
          </p:nvSpPr>
          <p:spPr>
            <a:xfrm rot="20803200">
              <a:off x="7578386" y="3583910"/>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8" y="0"/>
                    <a:pt x="8928" y="0"/>
                  </a:cubicBezTo>
                  <a:cubicBezTo>
                    <a:pt x="13860" y="0"/>
                    <a:pt x="17857" y="3998"/>
                    <a:pt x="17857" y="8928"/>
                  </a:cubicBezTo>
                  <a:close/>
                </a:path>
              </a:pathLst>
            </a:custGeom>
            <a:solidFill>
              <a:srgbClr val="DAF1FD">
                <a:alpha val="70000"/>
              </a:srgbClr>
            </a:solidFill>
            <a:ln w="2249" cap="flat">
              <a:noFill/>
              <a:prstDash val="solid"/>
              <a:miter/>
            </a:ln>
          </p:spPr>
          <p:txBody>
            <a:bodyPr rtlCol="0" anchor="ctr"/>
            <a:lstStyle/>
            <a:p>
              <a:endParaRPr lang="en-US"/>
            </a:p>
          </p:txBody>
        </p:sp>
        <p:sp>
          <p:nvSpPr>
            <p:cNvPr id="18184" name="Freeform 18183">
              <a:extLst>
                <a:ext uri="{FF2B5EF4-FFF2-40B4-BE49-F238E27FC236}">
                  <a16:creationId xmlns:a16="http://schemas.microsoft.com/office/drawing/2014/main" id="{3EB3B8BF-30BB-0FAE-1861-3CACF33966F4}"/>
                </a:ext>
              </a:extLst>
            </p:cNvPr>
            <p:cNvSpPr/>
            <p:nvPr/>
          </p:nvSpPr>
          <p:spPr>
            <a:xfrm rot="20803200">
              <a:off x="7638773" y="3353032"/>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8" y="0"/>
                    <a:pt x="8928" y="0"/>
                  </a:cubicBezTo>
                  <a:cubicBezTo>
                    <a:pt x="13860" y="0"/>
                    <a:pt x="17857" y="3998"/>
                    <a:pt x="17857" y="8928"/>
                  </a:cubicBezTo>
                  <a:close/>
                </a:path>
              </a:pathLst>
            </a:custGeom>
            <a:solidFill>
              <a:srgbClr val="DAF1FD">
                <a:alpha val="70000"/>
              </a:srgbClr>
            </a:solidFill>
            <a:ln w="2249" cap="flat">
              <a:noFill/>
              <a:prstDash val="solid"/>
              <a:miter/>
            </a:ln>
          </p:spPr>
          <p:txBody>
            <a:bodyPr rtlCol="0" anchor="ctr"/>
            <a:lstStyle/>
            <a:p>
              <a:endParaRPr lang="en-US"/>
            </a:p>
          </p:txBody>
        </p:sp>
        <p:sp>
          <p:nvSpPr>
            <p:cNvPr id="18185" name="Freeform 18184">
              <a:extLst>
                <a:ext uri="{FF2B5EF4-FFF2-40B4-BE49-F238E27FC236}">
                  <a16:creationId xmlns:a16="http://schemas.microsoft.com/office/drawing/2014/main" id="{D3373631-1057-9388-C87B-69CE44933DF4}"/>
                </a:ext>
              </a:extLst>
            </p:cNvPr>
            <p:cNvSpPr/>
            <p:nvPr/>
          </p:nvSpPr>
          <p:spPr>
            <a:xfrm rot="20803200">
              <a:off x="7720195" y="3145083"/>
              <a:ext cx="70855" cy="70855"/>
            </a:xfrm>
            <a:custGeom>
              <a:avLst/>
              <a:gdLst>
                <a:gd name="connsiteX0" fmla="*/ 17857 w 17856"/>
                <a:gd name="connsiteY0" fmla="*/ 8929 h 17856"/>
                <a:gd name="connsiteX1" fmla="*/ 8928 w 17856"/>
                <a:gd name="connsiteY1" fmla="*/ 17857 h 17856"/>
                <a:gd name="connsiteX2" fmla="*/ 0 w 17856"/>
                <a:gd name="connsiteY2" fmla="*/ 8929 h 17856"/>
                <a:gd name="connsiteX3" fmla="*/ 8928 w 17856"/>
                <a:gd name="connsiteY3" fmla="*/ 0 h 17856"/>
                <a:gd name="connsiteX4" fmla="*/ 17857 w 17856"/>
                <a:gd name="connsiteY4" fmla="*/ 8929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9"/>
                  </a:moveTo>
                  <a:cubicBezTo>
                    <a:pt x="17857" y="13860"/>
                    <a:pt x="13859" y="17857"/>
                    <a:pt x="8928" y="17857"/>
                  </a:cubicBezTo>
                  <a:cubicBezTo>
                    <a:pt x="3997" y="17857"/>
                    <a:pt x="0" y="13859"/>
                    <a:pt x="0" y="8929"/>
                  </a:cubicBezTo>
                  <a:cubicBezTo>
                    <a:pt x="0" y="3997"/>
                    <a:pt x="3998" y="0"/>
                    <a:pt x="8928" y="0"/>
                  </a:cubicBezTo>
                  <a:cubicBezTo>
                    <a:pt x="13860" y="0"/>
                    <a:pt x="17857" y="3998"/>
                    <a:pt x="17857" y="8929"/>
                  </a:cubicBezTo>
                  <a:close/>
                </a:path>
              </a:pathLst>
            </a:custGeom>
            <a:solidFill>
              <a:srgbClr val="DAF1FD">
                <a:alpha val="70000"/>
              </a:srgbClr>
            </a:solidFill>
            <a:ln w="2249" cap="flat">
              <a:noFill/>
              <a:prstDash val="solid"/>
              <a:miter/>
            </a:ln>
          </p:spPr>
          <p:txBody>
            <a:bodyPr rtlCol="0" anchor="ctr"/>
            <a:lstStyle/>
            <a:p>
              <a:endParaRPr lang="en-US"/>
            </a:p>
          </p:txBody>
        </p:sp>
        <p:sp>
          <p:nvSpPr>
            <p:cNvPr id="18186" name="Freeform 18185">
              <a:extLst>
                <a:ext uri="{FF2B5EF4-FFF2-40B4-BE49-F238E27FC236}">
                  <a16:creationId xmlns:a16="http://schemas.microsoft.com/office/drawing/2014/main" id="{30B5FE5F-D0A2-E5D6-77BC-79B554AFE282}"/>
                </a:ext>
              </a:extLst>
            </p:cNvPr>
            <p:cNvSpPr/>
            <p:nvPr/>
          </p:nvSpPr>
          <p:spPr>
            <a:xfrm rot="20803200">
              <a:off x="7584334" y="3605016"/>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59"/>
                    <a:pt x="13859" y="17857"/>
                    <a:pt x="8928" y="17857"/>
                  </a:cubicBezTo>
                  <a:cubicBezTo>
                    <a:pt x="3997" y="17857"/>
                    <a:pt x="0" y="13859"/>
                    <a:pt x="0" y="8928"/>
                  </a:cubicBezTo>
                  <a:cubicBezTo>
                    <a:pt x="0" y="3997"/>
                    <a:pt x="3998" y="0"/>
                    <a:pt x="8928" y="0"/>
                  </a:cubicBezTo>
                  <a:cubicBezTo>
                    <a:pt x="13860" y="0"/>
                    <a:pt x="17857" y="3998"/>
                    <a:pt x="17857" y="8928"/>
                  </a:cubicBezTo>
                  <a:close/>
                </a:path>
              </a:pathLst>
            </a:custGeom>
            <a:solidFill>
              <a:srgbClr val="DAF1FD">
                <a:alpha val="70000"/>
              </a:srgbClr>
            </a:solidFill>
            <a:ln w="2249" cap="flat">
              <a:noFill/>
              <a:prstDash val="solid"/>
              <a:miter/>
            </a:ln>
          </p:spPr>
          <p:txBody>
            <a:bodyPr rtlCol="0" anchor="ctr"/>
            <a:lstStyle/>
            <a:p>
              <a:endParaRPr lang="en-US"/>
            </a:p>
          </p:txBody>
        </p:sp>
        <p:sp>
          <p:nvSpPr>
            <p:cNvPr id="18187" name="Freeform 18186">
              <a:extLst>
                <a:ext uri="{FF2B5EF4-FFF2-40B4-BE49-F238E27FC236}">
                  <a16:creationId xmlns:a16="http://schemas.microsoft.com/office/drawing/2014/main" id="{68222760-3455-167E-B256-C6396B226FCC}"/>
                </a:ext>
              </a:extLst>
            </p:cNvPr>
            <p:cNvSpPr/>
            <p:nvPr/>
          </p:nvSpPr>
          <p:spPr>
            <a:xfrm rot="20803200">
              <a:off x="7594663" y="3230870"/>
              <a:ext cx="70855" cy="70855"/>
            </a:xfrm>
            <a:custGeom>
              <a:avLst/>
              <a:gdLst>
                <a:gd name="connsiteX0" fmla="*/ 17857 w 17856"/>
                <a:gd name="connsiteY0" fmla="*/ 8929 h 17856"/>
                <a:gd name="connsiteX1" fmla="*/ 8928 w 17856"/>
                <a:gd name="connsiteY1" fmla="*/ 17857 h 17856"/>
                <a:gd name="connsiteX2" fmla="*/ 0 w 17856"/>
                <a:gd name="connsiteY2" fmla="*/ 8929 h 17856"/>
                <a:gd name="connsiteX3" fmla="*/ 8928 w 17856"/>
                <a:gd name="connsiteY3" fmla="*/ 0 h 17856"/>
                <a:gd name="connsiteX4" fmla="*/ 17857 w 17856"/>
                <a:gd name="connsiteY4" fmla="*/ 8929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9"/>
                  </a:moveTo>
                  <a:cubicBezTo>
                    <a:pt x="17857" y="13860"/>
                    <a:pt x="13859" y="17857"/>
                    <a:pt x="8928" y="17857"/>
                  </a:cubicBezTo>
                  <a:cubicBezTo>
                    <a:pt x="3997" y="17857"/>
                    <a:pt x="0" y="13859"/>
                    <a:pt x="0" y="8929"/>
                  </a:cubicBezTo>
                  <a:cubicBezTo>
                    <a:pt x="0" y="3997"/>
                    <a:pt x="3997" y="0"/>
                    <a:pt x="8928" y="0"/>
                  </a:cubicBezTo>
                  <a:cubicBezTo>
                    <a:pt x="13859" y="0"/>
                    <a:pt x="17857" y="3998"/>
                    <a:pt x="17857" y="8929"/>
                  </a:cubicBezTo>
                  <a:close/>
                </a:path>
              </a:pathLst>
            </a:custGeom>
            <a:solidFill>
              <a:srgbClr val="DAF1FD">
                <a:alpha val="70000"/>
              </a:srgbClr>
            </a:solidFill>
            <a:ln w="2249" cap="flat">
              <a:noFill/>
              <a:prstDash val="solid"/>
              <a:miter/>
            </a:ln>
          </p:spPr>
          <p:txBody>
            <a:bodyPr rtlCol="0" anchor="ctr"/>
            <a:lstStyle/>
            <a:p>
              <a:endParaRPr lang="en-US"/>
            </a:p>
          </p:txBody>
        </p:sp>
        <p:sp>
          <p:nvSpPr>
            <p:cNvPr id="18188" name="Freeform 18187">
              <a:extLst>
                <a:ext uri="{FF2B5EF4-FFF2-40B4-BE49-F238E27FC236}">
                  <a16:creationId xmlns:a16="http://schemas.microsoft.com/office/drawing/2014/main" id="{DD0A79D9-D41E-1B77-0058-F1A2266C49CD}"/>
                </a:ext>
              </a:extLst>
            </p:cNvPr>
            <p:cNvSpPr/>
            <p:nvPr/>
          </p:nvSpPr>
          <p:spPr>
            <a:xfrm rot="20803200">
              <a:off x="7558791" y="3821065"/>
              <a:ext cx="70855" cy="70855"/>
            </a:xfrm>
            <a:custGeom>
              <a:avLst/>
              <a:gdLst>
                <a:gd name="connsiteX0" fmla="*/ 17857 w 17856"/>
                <a:gd name="connsiteY0" fmla="*/ 8929 h 17856"/>
                <a:gd name="connsiteX1" fmla="*/ 8928 w 17856"/>
                <a:gd name="connsiteY1" fmla="*/ 17857 h 17856"/>
                <a:gd name="connsiteX2" fmla="*/ 0 w 17856"/>
                <a:gd name="connsiteY2" fmla="*/ 8929 h 17856"/>
                <a:gd name="connsiteX3" fmla="*/ 8928 w 17856"/>
                <a:gd name="connsiteY3" fmla="*/ 0 h 17856"/>
                <a:gd name="connsiteX4" fmla="*/ 17857 w 17856"/>
                <a:gd name="connsiteY4" fmla="*/ 8929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9"/>
                  </a:moveTo>
                  <a:cubicBezTo>
                    <a:pt x="17857" y="13860"/>
                    <a:pt x="13859" y="17857"/>
                    <a:pt x="8928" y="17857"/>
                  </a:cubicBezTo>
                  <a:cubicBezTo>
                    <a:pt x="3997" y="17857"/>
                    <a:pt x="0" y="13859"/>
                    <a:pt x="0" y="8929"/>
                  </a:cubicBezTo>
                  <a:cubicBezTo>
                    <a:pt x="0" y="3997"/>
                    <a:pt x="3997" y="0"/>
                    <a:pt x="8928" y="0"/>
                  </a:cubicBezTo>
                  <a:cubicBezTo>
                    <a:pt x="13859" y="0"/>
                    <a:pt x="17857" y="3998"/>
                    <a:pt x="17857" y="8929"/>
                  </a:cubicBezTo>
                  <a:close/>
                </a:path>
              </a:pathLst>
            </a:custGeom>
            <a:solidFill>
              <a:srgbClr val="DAF1FD">
                <a:alpha val="70000"/>
              </a:srgbClr>
            </a:solidFill>
            <a:ln w="2249" cap="flat">
              <a:noFill/>
              <a:prstDash val="solid"/>
              <a:miter/>
            </a:ln>
          </p:spPr>
          <p:txBody>
            <a:bodyPr rtlCol="0" anchor="ctr"/>
            <a:lstStyle/>
            <a:p>
              <a:endParaRPr lang="en-US"/>
            </a:p>
          </p:txBody>
        </p:sp>
        <p:sp>
          <p:nvSpPr>
            <p:cNvPr id="18189" name="Freeform 18188">
              <a:extLst>
                <a:ext uri="{FF2B5EF4-FFF2-40B4-BE49-F238E27FC236}">
                  <a16:creationId xmlns:a16="http://schemas.microsoft.com/office/drawing/2014/main" id="{EEBDCB9C-2D66-AD61-D906-09BE7BBD1CDA}"/>
                </a:ext>
              </a:extLst>
            </p:cNvPr>
            <p:cNvSpPr/>
            <p:nvPr/>
          </p:nvSpPr>
          <p:spPr>
            <a:xfrm rot="20803200">
              <a:off x="7649268" y="3668355"/>
              <a:ext cx="70855" cy="70855"/>
            </a:xfrm>
            <a:custGeom>
              <a:avLst/>
              <a:gdLst>
                <a:gd name="connsiteX0" fmla="*/ 17857 w 17856"/>
                <a:gd name="connsiteY0" fmla="*/ 8929 h 17856"/>
                <a:gd name="connsiteX1" fmla="*/ 8928 w 17856"/>
                <a:gd name="connsiteY1" fmla="*/ 17857 h 17856"/>
                <a:gd name="connsiteX2" fmla="*/ 0 w 17856"/>
                <a:gd name="connsiteY2" fmla="*/ 8929 h 17856"/>
                <a:gd name="connsiteX3" fmla="*/ 8928 w 17856"/>
                <a:gd name="connsiteY3" fmla="*/ 0 h 17856"/>
                <a:gd name="connsiteX4" fmla="*/ 17857 w 17856"/>
                <a:gd name="connsiteY4" fmla="*/ 8929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9"/>
                  </a:moveTo>
                  <a:cubicBezTo>
                    <a:pt x="17857" y="13860"/>
                    <a:pt x="13859" y="17857"/>
                    <a:pt x="8928" y="17857"/>
                  </a:cubicBezTo>
                  <a:cubicBezTo>
                    <a:pt x="3997" y="17857"/>
                    <a:pt x="0" y="13859"/>
                    <a:pt x="0" y="8929"/>
                  </a:cubicBezTo>
                  <a:cubicBezTo>
                    <a:pt x="0" y="3997"/>
                    <a:pt x="3997" y="0"/>
                    <a:pt x="8928" y="0"/>
                  </a:cubicBezTo>
                  <a:cubicBezTo>
                    <a:pt x="13859" y="0"/>
                    <a:pt x="17857" y="3998"/>
                    <a:pt x="17857" y="8929"/>
                  </a:cubicBezTo>
                  <a:close/>
                </a:path>
              </a:pathLst>
            </a:custGeom>
            <a:solidFill>
              <a:srgbClr val="DAF1FD">
                <a:alpha val="70000"/>
              </a:srgbClr>
            </a:solidFill>
            <a:ln w="2249" cap="flat">
              <a:noFill/>
              <a:prstDash val="solid"/>
              <a:miter/>
            </a:ln>
          </p:spPr>
          <p:txBody>
            <a:bodyPr rtlCol="0" anchor="ctr"/>
            <a:lstStyle/>
            <a:p>
              <a:endParaRPr lang="en-US"/>
            </a:p>
          </p:txBody>
        </p:sp>
        <p:sp>
          <p:nvSpPr>
            <p:cNvPr id="18190" name="Freeform 18189">
              <a:extLst>
                <a:ext uri="{FF2B5EF4-FFF2-40B4-BE49-F238E27FC236}">
                  <a16:creationId xmlns:a16="http://schemas.microsoft.com/office/drawing/2014/main" id="{FD365A35-1E44-C224-EFC2-7BCA84C3BAE2}"/>
                </a:ext>
              </a:extLst>
            </p:cNvPr>
            <p:cNvSpPr/>
            <p:nvPr/>
          </p:nvSpPr>
          <p:spPr>
            <a:xfrm rot="20803200">
              <a:off x="7612988" y="3465795"/>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8" y="0"/>
                    <a:pt x="8928" y="0"/>
                  </a:cubicBezTo>
                  <a:cubicBezTo>
                    <a:pt x="13860" y="0"/>
                    <a:pt x="17857" y="3998"/>
                    <a:pt x="17857" y="8928"/>
                  </a:cubicBezTo>
                  <a:close/>
                </a:path>
              </a:pathLst>
            </a:custGeom>
            <a:solidFill>
              <a:srgbClr val="DAF1FD">
                <a:alpha val="70000"/>
              </a:srgbClr>
            </a:solidFill>
            <a:ln w="2249" cap="flat">
              <a:noFill/>
              <a:prstDash val="solid"/>
              <a:miter/>
            </a:ln>
          </p:spPr>
          <p:txBody>
            <a:bodyPr rtlCol="0" anchor="ctr"/>
            <a:lstStyle/>
            <a:p>
              <a:endParaRPr lang="en-US"/>
            </a:p>
          </p:txBody>
        </p:sp>
        <p:sp>
          <p:nvSpPr>
            <p:cNvPr id="18191" name="Freeform 18190">
              <a:extLst>
                <a:ext uri="{FF2B5EF4-FFF2-40B4-BE49-F238E27FC236}">
                  <a16:creationId xmlns:a16="http://schemas.microsoft.com/office/drawing/2014/main" id="{36032DB7-3582-7B39-2AC8-0ACA655B916B}"/>
                </a:ext>
              </a:extLst>
            </p:cNvPr>
            <p:cNvSpPr/>
            <p:nvPr/>
          </p:nvSpPr>
          <p:spPr>
            <a:xfrm rot="20803200">
              <a:off x="7620384" y="3657792"/>
              <a:ext cx="70855" cy="70855"/>
            </a:xfrm>
            <a:custGeom>
              <a:avLst/>
              <a:gdLst>
                <a:gd name="connsiteX0" fmla="*/ 17857 w 17856"/>
                <a:gd name="connsiteY0" fmla="*/ 8928 h 17856"/>
                <a:gd name="connsiteX1" fmla="*/ 8928 w 17856"/>
                <a:gd name="connsiteY1" fmla="*/ 17857 h 17856"/>
                <a:gd name="connsiteX2" fmla="*/ 0 w 17856"/>
                <a:gd name="connsiteY2" fmla="*/ 8928 h 17856"/>
                <a:gd name="connsiteX3" fmla="*/ 8928 w 17856"/>
                <a:gd name="connsiteY3" fmla="*/ 0 h 17856"/>
                <a:gd name="connsiteX4" fmla="*/ 17857 w 17856"/>
                <a:gd name="connsiteY4" fmla="*/ 8928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8"/>
                  </a:moveTo>
                  <a:cubicBezTo>
                    <a:pt x="17857" y="13860"/>
                    <a:pt x="13859" y="17857"/>
                    <a:pt x="8928" y="17857"/>
                  </a:cubicBezTo>
                  <a:cubicBezTo>
                    <a:pt x="3997" y="17857"/>
                    <a:pt x="0" y="13859"/>
                    <a:pt x="0" y="8928"/>
                  </a:cubicBezTo>
                  <a:cubicBezTo>
                    <a:pt x="0" y="3997"/>
                    <a:pt x="3997" y="0"/>
                    <a:pt x="8928" y="0"/>
                  </a:cubicBezTo>
                  <a:cubicBezTo>
                    <a:pt x="13859" y="0"/>
                    <a:pt x="17857" y="3998"/>
                    <a:pt x="17857" y="8928"/>
                  </a:cubicBezTo>
                  <a:close/>
                </a:path>
              </a:pathLst>
            </a:custGeom>
            <a:solidFill>
              <a:srgbClr val="DAF1FD">
                <a:alpha val="70000"/>
              </a:srgbClr>
            </a:solidFill>
            <a:ln w="2249" cap="flat">
              <a:noFill/>
              <a:prstDash val="solid"/>
              <a:miter/>
            </a:ln>
          </p:spPr>
          <p:txBody>
            <a:bodyPr rtlCol="0" anchor="ctr"/>
            <a:lstStyle/>
            <a:p>
              <a:endParaRPr lang="en-US"/>
            </a:p>
          </p:txBody>
        </p:sp>
        <p:sp>
          <p:nvSpPr>
            <p:cNvPr id="18192" name="Freeform 18191">
              <a:extLst>
                <a:ext uri="{FF2B5EF4-FFF2-40B4-BE49-F238E27FC236}">
                  <a16:creationId xmlns:a16="http://schemas.microsoft.com/office/drawing/2014/main" id="{67F8AEF9-8543-EFF6-871B-972DDF66C761}"/>
                </a:ext>
              </a:extLst>
            </p:cNvPr>
            <p:cNvSpPr/>
            <p:nvPr/>
          </p:nvSpPr>
          <p:spPr>
            <a:xfrm rot="20803200">
              <a:off x="7647856" y="2997762"/>
              <a:ext cx="70855" cy="70855"/>
            </a:xfrm>
            <a:custGeom>
              <a:avLst/>
              <a:gdLst>
                <a:gd name="connsiteX0" fmla="*/ 17857 w 17856"/>
                <a:gd name="connsiteY0" fmla="*/ 8929 h 17856"/>
                <a:gd name="connsiteX1" fmla="*/ 8928 w 17856"/>
                <a:gd name="connsiteY1" fmla="*/ 17857 h 17856"/>
                <a:gd name="connsiteX2" fmla="*/ 0 w 17856"/>
                <a:gd name="connsiteY2" fmla="*/ 8929 h 17856"/>
                <a:gd name="connsiteX3" fmla="*/ 8928 w 17856"/>
                <a:gd name="connsiteY3" fmla="*/ 0 h 17856"/>
                <a:gd name="connsiteX4" fmla="*/ 17857 w 17856"/>
                <a:gd name="connsiteY4" fmla="*/ 8929 h 17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56" h="17856">
                  <a:moveTo>
                    <a:pt x="17857" y="8929"/>
                  </a:moveTo>
                  <a:cubicBezTo>
                    <a:pt x="17857" y="13860"/>
                    <a:pt x="13859" y="17857"/>
                    <a:pt x="8928" y="17857"/>
                  </a:cubicBezTo>
                  <a:cubicBezTo>
                    <a:pt x="3997" y="17857"/>
                    <a:pt x="0" y="13859"/>
                    <a:pt x="0" y="8929"/>
                  </a:cubicBezTo>
                  <a:cubicBezTo>
                    <a:pt x="0" y="3997"/>
                    <a:pt x="3998" y="0"/>
                    <a:pt x="8928" y="0"/>
                  </a:cubicBezTo>
                  <a:cubicBezTo>
                    <a:pt x="13860" y="0"/>
                    <a:pt x="17857" y="3998"/>
                    <a:pt x="17857" y="8929"/>
                  </a:cubicBezTo>
                  <a:close/>
                </a:path>
              </a:pathLst>
            </a:custGeom>
            <a:solidFill>
              <a:srgbClr val="DAF1FD">
                <a:alpha val="70000"/>
              </a:srgbClr>
            </a:solidFill>
            <a:ln w="2249" cap="flat">
              <a:noFill/>
              <a:prstDash val="solid"/>
              <a:miter/>
            </a:ln>
          </p:spPr>
          <p:txBody>
            <a:bodyPr rtlCol="0" anchor="ctr"/>
            <a:lstStyle/>
            <a:p>
              <a:endParaRPr lang="en-US"/>
            </a:p>
          </p:txBody>
        </p:sp>
        <p:sp>
          <p:nvSpPr>
            <p:cNvPr id="18193" name="Freeform 18192">
              <a:extLst>
                <a:ext uri="{FF2B5EF4-FFF2-40B4-BE49-F238E27FC236}">
                  <a16:creationId xmlns:a16="http://schemas.microsoft.com/office/drawing/2014/main" id="{3283B3EF-E7D9-B330-F5BA-F65C46C73D96}"/>
                </a:ext>
              </a:extLst>
            </p:cNvPr>
            <p:cNvSpPr/>
            <p:nvPr/>
          </p:nvSpPr>
          <p:spPr>
            <a:xfrm>
              <a:off x="7809878" y="3249206"/>
              <a:ext cx="184014" cy="443081"/>
            </a:xfrm>
            <a:custGeom>
              <a:avLst/>
              <a:gdLst>
                <a:gd name="connsiteX0" fmla="*/ 0 w 46373"/>
                <a:gd name="connsiteY0" fmla="*/ 0 h 111660"/>
                <a:gd name="connsiteX1" fmla="*/ 46373 w 46373"/>
                <a:gd name="connsiteY1" fmla="*/ 0 h 111660"/>
                <a:gd name="connsiteX2" fmla="*/ 46373 w 46373"/>
                <a:gd name="connsiteY2" fmla="*/ 111661 h 111660"/>
                <a:gd name="connsiteX3" fmla="*/ 0 w 46373"/>
                <a:gd name="connsiteY3" fmla="*/ 111661 h 111660"/>
              </a:gdLst>
              <a:ahLst/>
              <a:cxnLst>
                <a:cxn ang="0">
                  <a:pos x="connsiteX0" y="connsiteY0"/>
                </a:cxn>
                <a:cxn ang="0">
                  <a:pos x="connsiteX1" y="connsiteY1"/>
                </a:cxn>
                <a:cxn ang="0">
                  <a:pos x="connsiteX2" y="connsiteY2"/>
                </a:cxn>
                <a:cxn ang="0">
                  <a:pos x="connsiteX3" y="connsiteY3"/>
                </a:cxn>
              </a:cxnLst>
              <a:rect l="l" t="t" r="r" b="b"/>
              <a:pathLst>
                <a:path w="46373" h="111660">
                  <a:moveTo>
                    <a:pt x="0" y="0"/>
                  </a:moveTo>
                  <a:lnTo>
                    <a:pt x="46373" y="0"/>
                  </a:lnTo>
                  <a:lnTo>
                    <a:pt x="46373" y="111661"/>
                  </a:lnTo>
                  <a:lnTo>
                    <a:pt x="0" y="111661"/>
                  </a:lnTo>
                  <a:close/>
                </a:path>
              </a:pathLst>
            </a:custGeom>
            <a:solidFill>
              <a:srgbClr val="DAF1FD"/>
            </a:solidFill>
            <a:ln w="2249" cap="flat">
              <a:noFill/>
              <a:prstDash val="solid"/>
              <a:miter/>
            </a:ln>
          </p:spPr>
          <p:txBody>
            <a:bodyPr rtlCol="0" anchor="ctr"/>
            <a:lstStyle/>
            <a:p>
              <a:endParaRPr lang="en-US"/>
            </a:p>
          </p:txBody>
        </p:sp>
        <p:sp>
          <p:nvSpPr>
            <p:cNvPr id="18194" name="Freeform 18193">
              <a:extLst>
                <a:ext uri="{FF2B5EF4-FFF2-40B4-BE49-F238E27FC236}">
                  <a16:creationId xmlns:a16="http://schemas.microsoft.com/office/drawing/2014/main" id="{C4F99D4F-0E17-C18C-266E-FAE31579F544}"/>
                </a:ext>
              </a:extLst>
            </p:cNvPr>
            <p:cNvSpPr/>
            <p:nvPr/>
          </p:nvSpPr>
          <p:spPr>
            <a:xfrm>
              <a:off x="7809878" y="3249206"/>
              <a:ext cx="184014" cy="443081"/>
            </a:xfrm>
            <a:custGeom>
              <a:avLst/>
              <a:gdLst>
                <a:gd name="connsiteX0" fmla="*/ 0 w 46373"/>
                <a:gd name="connsiteY0" fmla="*/ 0 h 111660"/>
                <a:gd name="connsiteX1" fmla="*/ 46373 w 46373"/>
                <a:gd name="connsiteY1" fmla="*/ 0 h 111660"/>
                <a:gd name="connsiteX2" fmla="*/ 46373 w 46373"/>
                <a:gd name="connsiteY2" fmla="*/ 111661 h 111660"/>
                <a:gd name="connsiteX3" fmla="*/ 0 w 46373"/>
                <a:gd name="connsiteY3" fmla="*/ 111661 h 111660"/>
              </a:gdLst>
              <a:ahLst/>
              <a:cxnLst>
                <a:cxn ang="0">
                  <a:pos x="connsiteX0" y="connsiteY0"/>
                </a:cxn>
                <a:cxn ang="0">
                  <a:pos x="connsiteX1" y="connsiteY1"/>
                </a:cxn>
                <a:cxn ang="0">
                  <a:pos x="connsiteX2" y="connsiteY2"/>
                </a:cxn>
                <a:cxn ang="0">
                  <a:pos x="connsiteX3" y="connsiteY3"/>
                </a:cxn>
              </a:cxnLst>
              <a:rect l="l" t="t" r="r" b="b"/>
              <a:pathLst>
                <a:path w="46373" h="111660">
                  <a:moveTo>
                    <a:pt x="0" y="0"/>
                  </a:moveTo>
                  <a:lnTo>
                    <a:pt x="46373" y="0"/>
                  </a:lnTo>
                  <a:lnTo>
                    <a:pt x="46373" y="111661"/>
                  </a:lnTo>
                  <a:lnTo>
                    <a:pt x="0" y="111661"/>
                  </a:lnTo>
                  <a:close/>
                </a:path>
              </a:pathLst>
            </a:custGeom>
            <a:noFill/>
            <a:ln w="4498" cap="flat">
              <a:solidFill>
                <a:srgbClr val="000000"/>
              </a:solidFill>
              <a:prstDash val="solid"/>
              <a:miter/>
            </a:ln>
          </p:spPr>
          <p:txBody>
            <a:bodyPr rtlCol="0" anchor="ctr"/>
            <a:lstStyle/>
            <a:p>
              <a:endParaRPr lang="en-US"/>
            </a:p>
          </p:txBody>
        </p:sp>
        <p:sp>
          <p:nvSpPr>
            <p:cNvPr id="18195" name="Freeform 18194">
              <a:extLst>
                <a:ext uri="{FF2B5EF4-FFF2-40B4-BE49-F238E27FC236}">
                  <a16:creationId xmlns:a16="http://schemas.microsoft.com/office/drawing/2014/main" id="{804A27E4-97BB-8EA6-5C81-4D19CB350F22}"/>
                </a:ext>
              </a:extLst>
            </p:cNvPr>
            <p:cNvSpPr/>
            <p:nvPr/>
          </p:nvSpPr>
          <p:spPr>
            <a:xfrm>
              <a:off x="7809878" y="3506758"/>
              <a:ext cx="184105" cy="8920"/>
            </a:xfrm>
            <a:custGeom>
              <a:avLst/>
              <a:gdLst>
                <a:gd name="connsiteX0" fmla="*/ 0 w 46396"/>
                <a:gd name="connsiteY0" fmla="*/ 0 h 2248"/>
                <a:gd name="connsiteX1" fmla="*/ 46396 w 46396"/>
                <a:gd name="connsiteY1" fmla="*/ 0 h 2248"/>
              </a:gdLst>
              <a:ahLst/>
              <a:cxnLst>
                <a:cxn ang="0">
                  <a:pos x="connsiteX0" y="connsiteY0"/>
                </a:cxn>
                <a:cxn ang="0">
                  <a:pos x="connsiteX1" y="connsiteY1"/>
                </a:cxn>
              </a:cxnLst>
              <a:rect l="l" t="t" r="r" b="b"/>
              <a:pathLst>
                <a:path w="46396" h="2248">
                  <a:moveTo>
                    <a:pt x="0" y="0"/>
                  </a:moveTo>
                  <a:lnTo>
                    <a:pt x="46396" y="0"/>
                  </a:lnTo>
                </a:path>
              </a:pathLst>
            </a:custGeom>
            <a:ln w="4498" cap="flat">
              <a:solidFill>
                <a:srgbClr val="000000"/>
              </a:solidFill>
              <a:prstDash val="solid"/>
              <a:round/>
            </a:ln>
          </p:spPr>
          <p:txBody>
            <a:bodyPr rtlCol="0" anchor="ctr"/>
            <a:lstStyle/>
            <a:p>
              <a:endParaRPr lang="en-US"/>
            </a:p>
          </p:txBody>
        </p:sp>
        <p:sp>
          <p:nvSpPr>
            <p:cNvPr id="18200" name="Freeform 18199">
              <a:extLst>
                <a:ext uri="{FF2B5EF4-FFF2-40B4-BE49-F238E27FC236}">
                  <a16:creationId xmlns:a16="http://schemas.microsoft.com/office/drawing/2014/main" id="{9355BD62-FF04-D4D2-B1B7-63082F2FCCE5}"/>
                </a:ext>
              </a:extLst>
            </p:cNvPr>
            <p:cNvSpPr/>
            <p:nvPr/>
          </p:nvSpPr>
          <p:spPr>
            <a:xfrm>
              <a:off x="6981627" y="1957975"/>
              <a:ext cx="920347" cy="76744"/>
            </a:xfrm>
            <a:custGeom>
              <a:avLst/>
              <a:gdLst>
                <a:gd name="connsiteX0" fmla="*/ 0 w 231935"/>
                <a:gd name="connsiteY0" fmla="*/ 19341 h 19340"/>
                <a:gd name="connsiteX1" fmla="*/ 0 w 231935"/>
                <a:gd name="connsiteY1" fmla="*/ 0 h 19340"/>
                <a:gd name="connsiteX2" fmla="*/ 231935 w 231935"/>
                <a:gd name="connsiteY2" fmla="*/ 0 h 19340"/>
                <a:gd name="connsiteX3" fmla="*/ 231935 w 231935"/>
                <a:gd name="connsiteY3" fmla="*/ 19341 h 19340"/>
              </a:gdLst>
              <a:ahLst/>
              <a:cxnLst>
                <a:cxn ang="0">
                  <a:pos x="connsiteX0" y="connsiteY0"/>
                </a:cxn>
                <a:cxn ang="0">
                  <a:pos x="connsiteX1" y="connsiteY1"/>
                </a:cxn>
                <a:cxn ang="0">
                  <a:pos x="connsiteX2" y="connsiteY2"/>
                </a:cxn>
                <a:cxn ang="0">
                  <a:pos x="connsiteX3" y="connsiteY3"/>
                </a:cxn>
              </a:cxnLst>
              <a:rect l="l" t="t" r="r" b="b"/>
              <a:pathLst>
                <a:path w="231935" h="19340">
                  <a:moveTo>
                    <a:pt x="0" y="19341"/>
                  </a:moveTo>
                  <a:lnTo>
                    <a:pt x="0" y="0"/>
                  </a:lnTo>
                  <a:lnTo>
                    <a:pt x="231935" y="0"/>
                  </a:lnTo>
                  <a:lnTo>
                    <a:pt x="231935" y="19341"/>
                  </a:lnTo>
                </a:path>
              </a:pathLst>
            </a:custGeom>
            <a:noFill/>
            <a:ln w="4498" cap="flat">
              <a:solidFill>
                <a:srgbClr val="000000"/>
              </a:solidFill>
              <a:prstDash val="solid"/>
              <a:round/>
            </a:ln>
          </p:spPr>
          <p:txBody>
            <a:bodyPr rtlCol="0" anchor="ctr"/>
            <a:lstStyle/>
            <a:p>
              <a:endParaRPr lang="en-US"/>
            </a:p>
          </p:txBody>
        </p:sp>
        <p:grpSp>
          <p:nvGrpSpPr>
            <p:cNvPr id="18201" name="Graphic 4479">
              <a:extLst>
                <a:ext uri="{FF2B5EF4-FFF2-40B4-BE49-F238E27FC236}">
                  <a16:creationId xmlns:a16="http://schemas.microsoft.com/office/drawing/2014/main" id="{6EAC594B-0EAF-BFD8-3660-2F9C2BE68FC4}"/>
                </a:ext>
              </a:extLst>
            </p:cNvPr>
            <p:cNvGrpSpPr/>
            <p:nvPr/>
          </p:nvGrpSpPr>
          <p:grpSpPr>
            <a:xfrm>
              <a:off x="7280316" y="1781632"/>
              <a:ext cx="307704" cy="116814"/>
              <a:chOff x="4620054" y="4880702"/>
              <a:chExt cx="77544" cy="29438"/>
            </a:xfrm>
            <a:solidFill>
              <a:srgbClr val="000000"/>
            </a:solidFill>
          </p:grpSpPr>
          <p:sp>
            <p:nvSpPr>
              <p:cNvPr id="18202" name="Freeform 18201">
                <a:extLst>
                  <a:ext uri="{FF2B5EF4-FFF2-40B4-BE49-F238E27FC236}">
                    <a16:creationId xmlns:a16="http://schemas.microsoft.com/office/drawing/2014/main" id="{65A695AD-0D1B-1E00-5E52-F1182730025F}"/>
                  </a:ext>
                </a:extLst>
              </p:cNvPr>
              <p:cNvSpPr/>
              <p:nvPr/>
            </p:nvSpPr>
            <p:spPr>
              <a:xfrm>
                <a:off x="4620054" y="4880725"/>
                <a:ext cx="22197" cy="28741"/>
              </a:xfrm>
              <a:custGeom>
                <a:avLst/>
                <a:gdLst>
                  <a:gd name="connsiteX0" fmla="*/ 3238 w 22197"/>
                  <a:gd name="connsiteY0" fmla="*/ 28719 h 28741"/>
                  <a:gd name="connsiteX1" fmla="*/ 0 w 22197"/>
                  <a:gd name="connsiteY1" fmla="*/ 28719 h 28741"/>
                  <a:gd name="connsiteX2" fmla="*/ 0 w 22197"/>
                  <a:gd name="connsiteY2" fmla="*/ 765 h 28741"/>
                  <a:gd name="connsiteX3" fmla="*/ 3238 w 22197"/>
                  <a:gd name="connsiteY3" fmla="*/ 765 h 28741"/>
                  <a:gd name="connsiteX4" fmla="*/ 3238 w 22197"/>
                  <a:gd name="connsiteY4" fmla="*/ 4655 h 28741"/>
                  <a:gd name="connsiteX5" fmla="*/ 7264 w 22197"/>
                  <a:gd name="connsiteY5" fmla="*/ 1304 h 28741"/>
                  <a:gd name="connsiteX6" fmla="*/ 12257 w 22197"/>
                  <a:gd name="connsiteY6" fmla="*/ 0 h 28741"/>
                  <a:gd name="connsiteX7" fmla="*/ 17070 w 22197"/>
                  <a:gd name="connsiteY7" fmla="*/ 900 h 28741"/>
                  <a:gd name="connsiteX8" fmla="*/ 20803 w 22197"/>
                  <a:gd name="connsiteY8" fmla="*/ 4003 h 28741"/>
                  <a:gd name="connsiteX9" fmla="*/ 22017 w 22197"/>
                  <a:gd name="connsiteY9" fmla="*/ 7107 h 28741"/>
                  <a:gd name="connsiteX10" fmla="*/ 22197 w 22197"/>
                  <a:gd name="connsiteY10" fmla="*/ 10435 h 28741"/>
                  <a:gd name="connsiteX11" fmla="*/ 22197 w 22197"/>
                  <a:gd name="connsiteY11" fmla="*/ 28742 h 28741"/>
                  <a:gd name="connsiteX12" fmla="*/ 18959 w 22197"/>
                  <a:gd name="connsiteY12" fmla="*/ 28742 h 28741"/>
                  <a:gd name="connsiteX13" fmla="*/ 18959 w 22197"/>
                  <a:gd name="connsiteY13" fmla="*/ 10502 h 28741"/>
                  <a:gd name="connsiteX14" fmla="*/ 17294 w 22197"/>
                  <a:gd name="connsiteY14" fmla="*/ 4835 h 28741"/>
                  <a:gd name="connsiteX15" fmla="*/ 11739 w 22197"/>
                  <a:gd name="connsiteY15" fmla="*/ 2946 h 28741"/>
                  <a:gd name="connsiteX16" fmla="*/ 8996 w 22197"/>
                  <a:gd name="connsiteY16" fmla="*/ 3396 h 28741"/>
                  <a:gd name="connsiteX17" fmla="*/ 6747 w 22197"/>
                  <a:gd name="connsiteY17" fmla="*/ 4610 h 28741"/>
                  <a:gd name="connsiteX18" fmla="*/ 5038 w 22197"/>
                  <a:gd name="connsiteY18" fmla="*/ 6342 h 28741"/>
                  <a:gd name="connsiteX19" fmla="*/ 3958 w 22197"/>
                  <a:gd name="connsiteY19" fmla="*/ 8389 h 28741"/>
                  <a:gd name="connsiteX20" fmla="*/ 3373 w 22197"/>
                  <a:gd name="connsiteY20" fmla="*/ 10975 h 28741"/>
                  <a:gd name="connsiteX21" fmla="*/ 3261 w 22197"/>
                  <a:gd name="connsiteY21" fmla="*/ 13674 h 28741"/>
                  <a:gd name="connsiteX22" fmla="*/ 3261 w 22197"/>
                  <a:gd name="connsiteY22" fmla="*/ 28742 h 28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2197" h="28741">
                    <a:moveTo>
                      <a:pt x="3238" y="28719"/>
                    </a:moveTo>
                    <a:lnTo>
                      <a:pt x="0" y="28719"/>
                    </a:lnTo>
                    <a:lnTo>
                      <a:pt x="0" y="765"/>
                    </a:lnTo>
                    <a:lnTo>
                      <a:pt x="3238" y="765"/>
                    </a:lnTo>
                    <a:lnTo>
                      <a:pt x="3238" y="4655"/>
                    </a:lnTo>
                    <a:cubicBezTo>
                      <a:pt x="4543" y="3283"/>
                      <a:pt x="5870" y="2181"/>
                      <a:pt x="7264" y="1304"/>
                    </a:cubicBezTo>
                    <a:cubicBezTo>
                      <a:pt x="8658" y="450"/>
                      <a:pt x="10323" y="0"/>
                      <a:pt x="12257" y="0"/>
                    </a:cubicBezTo>
                    <a:cubicBezTo>
                      <a:pt x="13988" y="0"/>
                      <a:pt x="15585" y="292"/>
                      <a:pt x="17070" y="900"/>
                    </a:cubicBezTo>
                    <a:cubicBezTo>
                      <a:pt x="18554" y="1507"/>
                      <a:pt x="19791" y="2519"/>
                      <a:pt x="20803" y="4003"/>
                    </a:cubicBezTo>
                    <a:cubicBezTo>
                      <a:pt x="21478" y="5015"/>
                      <a:pt x="21882" y="6050"/>
                      <a:pt x="22017" y="7107"/>
                    </a:cubicBezTo>
                    <a:cubicBezTo>
                      <a:pt x="22152" y="8164"/>
                      <a:pt x="22197" y="9266"/>
                      <a:pt x="22197" y="10435"/>
                    </a:cubicBezTo>
                    <a:lnTo>
                      <a:pt x="22197" y="28742"/>
                    </a:lnTo>
                    <a:lnTo>
                      <a:pt x="18959" y="28742"/>
                    </a:lnTo>
                    <a:lnTo>
                      <a:pt x="18959" y="10502"/>
                    </a:lnTo>
                    <a:cubicBezTo>
                      <a:pt x="18959" y="7984"/>
                      <a:pt x="18397" y="6095"/>
                      <a:pt x="17294" y="4835"/>
                    </a:cubicBezTo>
                    <a:cubicBezTo>
                      <a:pt x="16170" y="3576"/>
                      <a:pt x="14326" y="2946"/>
                      <a:pt x="11739" y="2946"/>
                    </a:cubicBezTo>
                    <a:cubicBezTo>
                      <a:pt x="10728" y="2946"/>
                      <a:pt x="9805" y="3104"/>
                      <a:pt x="8996" y="3396"/>
                    </a:cubicBezTo>
                    <a:cubicBezTo>
                      <a:pt x="8186" y="3688"/>
                      <a:pt x="7422" y="4115"/>
                      <a:pt x="6747" y="4610"/>
                    </a:cubicBezTo>
                    <a:cubicBezTo>
                      <a:pt x="6072" y="5105"/>
                      <a:pt x="5510" y="5690"/>
                      <a:pt x="5038" y="6342"/>
                    </a:cubicBezTo>
                    <a:cubicBezTo>
                      <a:pt x="4565" y="6994"/>
                      <a:pt x="4206" y="7669"/>
                      <a:pt x="3958" y="8389"/>
                    </a:cubicBezTo>
                    <a:cubicBezTo>
                      <a:pt x="3643" y="9288"/>
                      <a:pt x="3441" y="10143"/>
                      <a:pt x="3373" y="10975"/>
                    </a:cubicBezTo>
                    <a:cubicBezTo>
                      <a:pt x="3306" y="11807"/>
                      <a:pt x="3261" y="12707"/>
                      <a:pt x="3261" y="13674"/>
                    </a:cubicBezTo>
                    <a:lnTo>
                      <a:pt x="3261" y="28742"/>
                    </a:lnTo>
                    <a:close/>
                  </a:path>
                </a:pathLst>
              </a:custGeom>
              <a:solidFill>
                <a:srgbClr val="000000"/>
              </a:solidFill>
              <a:ln w="2249" cap="flat">
                <a:noFill/>
                <a:prstDash val="solid"/>
                <a:miter/>
              </a:ln>
            </p:spPr>
            <p:txBody>
              <a:bodyPr rtlCol="0" anchor="ctr"/>
              <a:lstStyle/>
              <a:p>
                <a:endParaRPr lang="en-US"/>
              </a:p>
            </p:txBody>
          </p:sp>
          <p:sp>
            <p:nvSpPr>
              <p:cNvPr id="18203" name="Freeform 18202">
                <a:extLst>
                  <a:ext uri="{FF2B5EF4-FFF2-40B4-BE49-F238E27FC236}">
                    <a16:creationId xmlns:a16="http://schemas.microsoft.com/office/drawing/2014/main" id="{FAFC4EBF-2099-1D06-2DE9-0EDA3ACABC1B}"/>
                  </a:ext>
                </a:extLst>
              </p:cNvPr>
              <p:cNvSpPr/>
              <p:nvPr/>
            </p:nvSpPr>
            <p:spPr>
              <a:xfrm>
                <a:off x="4651675" y="4904699"/>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000000"/>
              </a:solidFill>
              <a:ln w="2249" cap="flat">
                <a:noFill/>
                <a:prstDash val="solid"/>
                <a:miter/>
              </a:ln>
            </p:spPr>
            <p:txBody>
              <a:bodyPr rtlCol="0" anchor="ctr"/>
              <a:lstStyle/>
              <a:p>
                <a:endParaRPr lang="en-US"/>
              </a:p>
            </p:txBody>
          </p:sp>
          <p:sp>
            <p:nvSpPr>
              <p:cNvPr id="18204" name="Freeform 18203">
                <a:extLst>
                  <a:ext uri="{FF2B5EF4-FFF2-40B4-BE49-F238E27FC236}">
                    <a16:creationId xmlns:a16="http://schemas.microsoft.com/office/drawing/2014/main" id="{EF01CE21-973B-5CE6-9DF7-048D09162BE5}"/>
                  </a:ext>
                </a:extLst>
              </p:cNvPr>
              <p:cNvSpPr/>
              <p:nvPr/>
            </p:nvSpPr>
            <p:spPr>
              <a:xfrm>
                <a:off x="4663639" y="4880702"/>
                <a:ext cx="22039" cy="29438"/>
              </a:xfrm>
              <a:custGeom>
                <a:avLst/>
                <a:gdLst>
                  <a:gd name="connsiteX0" fmla="*/ 3306 w 22039"/>
                  <a:gd name="connsiteY0" fmla="*/ 19993 h 29438"/>
                  <a:gd name="connsiteX1" fmla="*/ 6027 w 22039"/>
                  <a:gd name="connsiteY1" fmla="*/ 25098 h 29438"/>
                  <a:gd name="connsiteX2" fmla="*/ 11672 w 22039"/>
                  <a:gd name="connsiteY2" fmla="*/ 26583 h 29438"/>
                  <a:gd name="connsiteX3" fmla="*/ 14753 w 22039"/>
                  <a:gd name="connsiteY3" fmla="*/ 26155 h 29438"/>
                  <a:gd name="connsiteX4" fmla="*/ 16890 w 22039"/>
                  <a:gd name="connsiteY4" fmla="*/ 24986 h 29438"/>
                  <a:gd name="connsiteX5" fmla="*/ 18149 w 22039"/>
                  <a:gd name="connsiteY5" fmla="*/ 23344 h 29438"/>
                  <a:gd name="connsiteX6" fmla="*/ 18576 w 22039"/>
                  <a:gd name="connsiteY6" fmla="*/ 21410 h 29438"/>
                  <a:gd name="connsiteX7" fmla="*/ 17250 w 22039"/>
                  <a:gd name="connsiteY7" fmla="*/ 18352 h 29438"/>
                  <a:gd name="connsiteX8" fmla="*/ 13921 w 22039"/>
                  <a:gd name="connsiteY8" fmla="*/ 16777 h 29438"/>
                  <a:gd name="connsiteX9" fmla="*/ 9603 w 22039"/>
                  <a:gd name="connsiteY9" fmla="*/ 15810 h 29438"/>
                  <a:gd name="connsiteX10" fmla="*/ 5285 w 22039"/>
                  <a:gd name="connsiteY10" fmla="*/ 14596 h 29438"/>
                  <a:gd name="connsiteX11" fmla="*/ 1957 w 22039"/>
                  <a:gd name="connsiteY11" fmla="*/ 12279 h 29438"/>
                  <a:gd name="connsiteX12" fmla="*/ 630 w 22039"/>
                  <a:gd name="connsiteY12" fmla="*/ 8006 h 29438"/>
                  <a:gd name="connsiteX13" fmla="*/ 3194 w 22039"/>
                  <a:gd name="connsiteY13" fmla="*/ 2249 h 29438"/>
                  <a:gd name="connsiteX14" fmla="*/ 10458 w 22039"/>
                  <a:gd name="connsiteY14" fmla="*/ 0 h 29438"/>
                  <a:gd name="connsiteX15" fmla="*/ 17834 w 22039"/>
                  <a:gd name="connsiteY15" fmla="*/ 2024 h 29438"/>
                  <a:gd name="connsiteX16" fmla="*/ 21253 w 22039"/>
                  <a:gd name="connsiteY16" fmla="*/ 8794 h 29438"/>
                  <a:gd name="connsiteX17" fmla="*/ 17969 w 22039"/>
                  <a:gd name="connsiteY17" fmla="*/ 8794 h 29438"/>
                  <a:gd name="connsiteX18" fmla="*/ 15518 w 22039"/>
                  <a:gd name="connsiteY18" fmla="*/ 4228 h 29438"/>
                  <a:gd name="connsiteX19" fmla="*/ 10413 w 22039"/>
                  <a:gd name="connsiteY19" fmla="*/ 2901 h 29438"/>
                  <a:gd name="connsiteX20" fmla="*/ 5712 w 22039"/>
                  <a:gd name="connsiteY20" fmla="*/ 4228 h 29438"/>
                  <a:gd name="connsiteX21" fmla="*/ 4093 w 22039"/>
                  <a:gd name="connsiteY21" fmla="*/ 7714 h 29438"/>
                  <a:gd name="connsiteX22" fmla="*/ 5420 w 22039"/>
                  <a:gd name="connsiteY22" fmla="*/ 10593 h 29438"/>
                  <a:gd name="connsiteX23" fmla="*/ 8748 w 22039"/>
                  <a:gd name="connsiteY23" fmla="*/ 12212 h 29438"/>
                  <a:gd name="connsiteX24" fmla="*/ 13066 w 22039"/>
                  <a:gd name="connsiteY24" fmla="*/ 13314 h 29438"/>
                  <a:gd name="connsiteX25" fmla="*/ 17384 w 22039"/>
                  <a:gd name="connsiteY25" fmla="*/ 14686 h 29438"/>
                  <a:gd name="connsiteX26" fmla="*/ 20713 w 22039"/>
                  <a:gd name="connsiteY26" fmla="*/ 17092 h 29438"/>
                  <a:gd name="connsiteX27" fmla="*/ 22040 w 22039"/>
                  <a:gd name="connsiteY27" fmla="*/ 21298 h 29438"/>
                  <a:gd name="connsiteX28" fmla="*/ 21185 w 22039"/>
                  <a:gd name="connsiteY28" fmla="*/ 24829 h 29438"/>
                  <a:gd name="connsiteX29" fmla="*/ 18801 w 22039"/>
                  <a:gd name="connsiteY29" fmla="*/ 27392 h 29438"/>
                  <a:gd name="connsiteX30" fmla="*/ 15203 w 22039"/>
                  <a:gd name="connsiteY30" fmla="*/ 28922 h 29438"/>
                  <a:gd name="connsiteX31" fmla="*/ 10638 w 22039"/>
                  <a:gd name="connsiteY31" fmla="*/ 29439 h 29438"/>
                  <a:gd name="connsiteX32" fmla="*/ 6230 w 22039"/>
                  <a:gd name="connsiteY32" fmla="*/ 28719 h 29438"/>
                  <a:gd name="connsiteX33" fmla="*/ 2969 w 22039"/>
                  <a:gd name="connsiteY33" fmla="*/ 26695 h 29438"/>
                  <a:gd name="connsiteX34" fmla="*/ 855 w 22039"/>
                  <a:gd name="connsiteY34" fmla="*/ 23682 h 29438"/>
                  <a:gd name="connsiteX35" fmla="*/ 0 w 22039"/>
                  <a:gd name="connsiteY35" fmla="*/ 19948 h 29438"/>
                  <a:gd name="connsiteX36" fmla="*/ 3283 w 22039"/>
                  <a:gd name="connsiteY36" fmla="*/ 19948 h 29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2039" h="29438">
                    <a:moveTo>
                      <a:pt x="3306" y="19993"/>
                    </a:moveTo>
                    <a:cubicBezTo>
                      <a:pt x="3801" y="22400"/>
                      <a:pt x="4723" y="24109"/>
                      <a:pt x="6027" y="25098"/>
                    </a:cubicBezTo>
                    <a:cubicBezTo>
                      <a:pt x="7332" y="26088"/>
                      <a:pt x="9221" y="26583"/>
                      <a:pt x="11672" y="26583"/>
                    </a:cubicBezTo>
                    <a:cubicBezTo>
                      <a:pt x="12864" y="26583"/>
                      <a:pt x="13876" y="26448"/>
                      <a:pt x="14753" y="26155"/>
                    </a:cubicBezTo>
                    <a:cubicBezTo>
                      <a:pt x="15608" y="25863"/>
                      <a:pt x="16327" y="25481"/>
                      <a:pt x="16890" y="24986"/>
                    </a:cubicBezTo>
                    <a:cubicBezTo>
                      <a:pt x="17452" y="24491"/>
                      <a:pt x="17879" y="23951"/>
                      <a:pt x="18149" y="23344"/>
                    </a:cubicBezTo>
                    <a:cubicBezTo>
                      <a:pt x="18441" y="22737"/>
                      <a:pt x="18576" y="22085"/>
                      <a:pt x="18576" y="21410"/>
                    </a:cubicBezTo>
                    <a:cubicBezTo>
                      <a:pt x="18576" y="20038"/>
                      <a:pt x="18126" y="19026"/>
                      <a:pt x="17250" y="18352"/>
                    </a:cubicBezTo>
                    <a:cubicBezTo>
                      <a:pt x="16372" y="17677"/>
                      <a:pt x="15271" y="17160"/>
                      <a:pt x="13921" y="16777"/>
                    </a:cubicBezTo>
                    <a:cubicBezTo>
                      <a:pt x="12572" y="16395"/>
                      <a:pt x="11155" y="16080"/>
                      <a:pt x="9603" y="15810"/>
                    </a:cubicBezTo>
                    <a:cubicBezTo>
                      <a:pt x="8051" y="15540"/>
                      <a:pt x="6612" y="15135"/>
                      <a:pt x="5285" y="14596"/>
                    </a:cubicBezTo>
                    <a:cubicBezTo>
                      <a:pt x="3958" y="14056"/>
                      <a:pt x="2856" y="13291"/>
                      <a:pt x="1957" y="12279"/>
                    </a:cubicBezTo>
                    <a:cubicBezTo>
                      <a:pt x="1079" y="11267"/>
                      <a:pt x="630" y="9850"/>
                      <a:pt x="630" y="8006"/>
                    </a:cubicBezTo>
                    <a:cubicBezTo>
                      <a:pt x="630" y="5667"/>
                      <a:pt x="1484" y="3756"/>
                      <a:pt x="3194" y="2249"/>
                    </a:cubicBezTo>
                    <a:cubicBezTo>
                      <a:pt x="4903" y="765"/>
                      <a:pt x="7332" y="0"/>
                      <a:pt x="10458" y="0"/>
                    </a:cubicBezTo>
                    <a:cubicBezTo>
                      <a:pt x="13584" y="0"/>
                      <a:pt x="15945" y="675"/>
                      <a:pt x="17834" y="2024"/>
                    </a:cubicBezTo>
                    <a:cubicBezTo>
                      <a:pt x="19723" y="3373"/>
                      <a:pt x="20870" y="5622"/>
                      <a:pt x="21253" y="8794"/>
                    </a:cubicBezTo>
                    <a:lnTo>
                      <a:pt x="17969" y="8794"/>
                    </a:lnTo>
                    <a:cubicBezTo>
                      <a:pt x="17677" y="6634"/>
                      <a:pt x="16867" y="5105"/>
                      <a:pt x="15518" y="4228"/>
                    </a:cubicBezTo>
                    <a:cubicBezTo>
                      <a:pt x="14169" y="3351"/>
                      <a:pt x="12459" y="2901"/>
                      <a:pt x="10413" y="2901"/>
                    </a:cubicBezTo>
                    <a:cubicBezTo>
                      <a:pt x="8366" y="2901"/>
                      <a:pt x="6792" y="3351"/>
                      <a:pt x="5712" y="4228"/>
                    </a:cubicBezTo>
                    <a:cubicBezTo>
                      <a:pt x="4633" y="5105"/>
                      <a:pt x="4093" y="6275"/>
                      <a:pt x="4093" y="7714"/>
                    </a:cubicBezTo>
                    <a:cubicBezTo>
                      <a:pt x="4093" y="8973"/>
                      <a:pt x="4543" y="9940"/>
                      <a:pt x="5420" y="10593"/>
                    </a:cubicBezTo>
                    <a:cubicBezTo>
                      <a:pt x="6297" y="11267"/>
                      <a:pt x="7399" y="11807"/>
                      <a:pt x="8748" y="12212"/>
                    </a:cubicBezTo>
                    <a:cubicBezTo>
                      <a:pt x="10075" y="12617"/>
                      <a:pt x="11515" y="12999"/>
                      <a:pt x="13066" y="13314"/>
                    </a:cubicBezTo>
                    <a:cubicBezTo>
                      <a:pt x="14618" y="13629"/>
                      <a:pt x="16058" y="14101"/>
                      <a:pt x="17384" y="14686"/>
                    </a:cubicBezTo>
                    <a:cubicBezTo>
                      <a:pt x="18711" y="15271"/>
                      <a:pt x="19813" y="16080"/>
                      <a:pt x="20713" y="17092"/>
                    </a:cubicBezTo>
                    <a:cubicBezTo>
                      <a:pt x="21590" y="18104"/>
                      <a:pt x="22040" y="19499"/>
                      <a:pt x="22040" y="21298"/>
                    </a:cubicBezTo>
                    <a:cubicBezTo>
                      <a:pt x="22040" y="22624"/>
                      <a:pt x="21748" y="23816"/>
                      <a:pt x="21185" y="24829"/>
                    </a:cubicBezTo>
                    <a:cubicBezTo>
                      <a:pt x="20623" y="25841"/>
                      <a:pt x="19813" y="26718"/>
                      <a:pt x="18801" y="27392"/>
                    </a:cubicBezTo>
                    <a:cubicBezTo>
                      <a:pt x="17789" y="28067"/>
                      <a:pt x="16597" y="28584"/>
                      <a:pt x="15203" y="28922"/>
                    </a:cubicBezTo>
                    <a:cubicBezTo>
                      <a:pt x="13809" y="29259"/>
                      <a:pt x="12302" y="29439"/>
                      <a:pt x="10638" y="29439"/>
                    </a:cubicBezTo>
                    <a:cubicBezTo>
                      <a:pt x="8973" y="29439"/>
                      <a:pt x="7511" y="29191"/>
                      <a:pt x="6230" y="28719"/>
                    </a:cubicBezTo>
                    <a:cubicBezTo>
                      <a:pt x="4948" y="28225"/>
                      <a:pt x="3868" y="27550"/>
                      <a:pt x="2969" y="26695"/>
                    </a:cubicBezTo>
                    <a:cubicBezTo>
                      <a:pt x="2069" y="25841"/>
                      <a:pt x="1372" y="24829"/>
                      <a:pt x="855" y="23682"/>
                    </a:cubicBezTo>
                    <a:cubicBezTo>
                      <a:pt x="360" y="22535"/>
                      <a:pt x="68" y="21298"/>
                      <a:pt x="0" y="19948"/>
                    </a:cubicBezTo>
                    <a:lnTo>
                      <a:pt x="3283" y="19948"/>
                    </a:lnTo>
                    <a:close/>
                  </a:path>
                </a:pathLst>
              </a:custGeom>
              <a:solidFill>
                <a:srgbClr val="000000"/>
              </a:solidFill>
              <a:ln w="2249" cap="flat">
                <a:noFill/>
                <a:prstDash val="solid"/>
                <a:miter/>
              </a:ln>
            </p:spPr>
            <p:txBody>
              <a:bodyPr rtlCol="0" anchor="ctr"/>
              <a:lstStyle/>
              <a:p>
                <a:endParaRPr lang="en-US"/>
              </a:p>
            </p:txBody>
          </p:sp>
          <p:sp>
            <p:nvSpPr>
              <p:cNvPr id="18205" name="Freeform 18204">
                <a:extLst>
                  <a:ext uri="{FF2B5EF4-FFF2-40B4-BE49-F238E27FC236}">
                    <a16:creationId xmlns:a16="http://schemas.microsoft.com/office/drawing/2014/main" id="{BAE7EDC6-04F0-1BBD-4287-F4805C6E1259}"/>
                  </a:ext>
                </a:extLst>
              </p:cNvPr>
              <p:cNvSpPr/>
              <p:nvPr/>
            </p:nvSpPr>
            <p:spPr>
              <a:xfrm>
                <a:off x="4693663" y="4904699"/>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000000"/>
              </a:solidFill>
              <a:ln w="2249" cap="flat">
                <a:noFill/>
                <a:prstDash val="solid"/>
                <a:miter/>
              </a:ln>
            </p:spPr>
            <p:txBody>
              <a:bodyPr rtlCol="0" anchor="ctr"/>
              <a:lstStyle/>
              <a:p>
                <a:endParaRPr lang="en-US"/>
              </a:p>
            </p:txBody>
          </p:sp>
        </p:grpSp>
        <p:grpSp>
          <p:nvGrpSpPr>
            <p:cNvPr id="18225" name="Graphic 4479">
              <a:extLst>
                <a:ext uri="{FF2B5EF4-FFF2-40B4-BE49-F238E27FC236}">
                  <a16:creationId xmlns:a16="http://schemas.microsoft.com/office/drawing/2014/main" id="{1C63E2CB-7EF3-3496-7EC1-8E2DB5858BAE}"/>
                </a:ext>
              </a:extLst>
            </p:cNvPr>
            <p:cNvGrpSpPr/>
            <p:nvPr/>
          </p:nvGrpSpPr>
          <p:grpSpPr>
            <a:xfrm>
              <a:off x="6689002" y="5278469"/>
              <a:ext cx="663328" cy="144928"/>
              <a:chOff x="4471038" y="5761934"/>
              <a:chExt cx="167164" cy="36523"/>
            </a:xfrm>
            <a:solidFill>
              <a:srgbClr val="231F20"/>
            </a:solidFill>
          </p:grpSpPr>
          <p:sp>
            <p:nvSpPr>
              <p:cNvPr id="18226" name="Freeform 18225">
                <a:extLst>
                  <a:ext uri="{FF2B5EF4-FFF2-40B4-BE49-F238E27FC236}">
                    <a16:creationId xmlns:a16="http://schemas.microsoft.com/office/drawing/2014/main" id="{6D2F2D36-D7C4-7DE2-2255-2653911F3F69}"/>
                  </a:ext>
                </a:extLst>
              </p:cNvPr>
              <p:cNvSpPr/>
              <p:nvPr/>
            </p:nvSpPr>
            <p:spPr>
              <a:xfrm>
                <a:off x="4471038" y="5768951"/>
                <a:ext cx="24896" cy="29461"/>
              </a:xfrm>
              <a:custGeom>
                <a:avLst/>
                <a:gdLst>
                  <a:gd name="connsiteX0" fmla="*/ 21163 w 24896"/>
                  <a:gd name="connsiteY0" fmla="*/ 9558 h 29461"/>
                  <a:gd name="connsiteX1" fmla="*/ 18194 w 24896"/>
                  <a:gd name="connsiteY1" fmla="*/ 4678 h 29461"/>
                  <a:gd name="connsiteX2" fmla="*/ 12841 w 24896"/>
                  <a:gd name="connsiteY2" fmla="*/ 2924 h 29461"/>
                  <a:gd name="connsiteX3" fmla="*/ 8569 w 24896"/>
                  <a:gd name="connsiteY3" fmla="*/ 3958 h 29461"/>
                  <a:gd name="connsiteX4" fmla="*/ 5645 w 24896"/>
                  <a:gd name="connsiteY4" fmla="*/ 6679 h 29461"/>
                  <a:gd name="connsiteX5" fmla="*/ 3981 w 24896"/>
                  <a:gd name="connsiteY5" fmla="*/ 10503 h 29461"/>
                  <a:gd name="connsiteX6" fmla="*/ 3441 w 24896"/>
                  <a:gd name="connsiteY6" fmla="*/ 14798 h 29461"/>
                  <a:gd name="connsiteX7" fmla="*/ 3958 w 24896"/>
                  <a:gd name="connsiteY7" fmla="*/ 19116 h 29461"/>
                  <a:gd name="connsiteX8" fmla="*/ 5600 w 24896"/>
                  <a:gd name="connsiteY8" fmla="*/ 22895 h 29461"/>
                  <a:gd name="connsiteX9" fmla="*/ 8524 w 24896"/>
                  <a:gd name="connsiteY9" fmla="*/ 25571 h 29461"/>
                  <a:gd name="connsiteX10" fmla="*/ 12841 w 24896"/>
                  <a:gd name="connsiteY10" fmla="*/ 26560 h 29461"/>
                  <a:gd name="connsiteX11" fmla="*/ 18644 w 24896"/>
                  <a:gd name="connsiteY11" fmla="*/ 24559 h 29461"/>
                  <a:gd name="connsiteX12" fmla="*/ 21433 w 24896"/>
                  <a:gd name="connsiteY12" fmla="*/ 19049 h 29461"/>
                  <a:gd name="connsiteX13" fmla="*/ 24896 w 24896"/>
                  <a:gd name="connsiteY13" fmla="*/ 19049 h 29461"/>
                  <a:gd name="connsiteX14" fmla="*/ 23524 w 24896"/>
                  <a:gd name="connsiteY14" fmla="*/ 23277 h 29461"/>
                  <a:gd name="connsiteX15" fmla="*/ 21095 w 24896"/>
                  <a:gd name="connsiteY15" fmla="*/ 26560 h 29461"/>
                  <a:gd name="connsiteX16" fmla="*/ 17564 w 24896"/>
                  <a:gd name="connsiteY16" fmla="*/ 28697 h 29461"/>
                  <a:gd name="connsiteX17" fmla="*/ 12864 w 24896"/>
                  <a:gd name="connsiteY17" fmla="*/ 29461 h 29461"/>
                  <a:gd name="connsiteX18" fmla="*/ 7084 w 24896"/>
                  <a:gd name="connsiteY18" fmla="*/ 28337 h 29461"/>
                  <a:gd name="connsiteX19" fmla="*/ 3081 w 24896"/>
                  <a:gd name="connsiteY19" fmla="*/ 25233 h 29461"/>
                  <a:gd name="connsiteX20" fmla="*/ 765 w 24896"/>
                  <a:gd name="connsiteY20" fmla="*/ 20556 h 29461"/>
                  <a:gd name="connsiteX21" fmla="*/ 0 w 24896"/>
                  <a:gd name="connsiteY21" fmla="*/ 14776 h 29461"/>
                  <a:gd name="connsiteX22" fmla="*/ 832 w 24896"/>
                  <a:gd name="connsiteY22" fmla="*/ 9198 h 29461"/>
                  <a:gd name="connsiteX23" fmla="*/ 3283 w 24896"/>
                  <a:gd name="connsiteY23" fmla="*/ 4475 h 29461"/>
                  <a:gd name="connsiteX24" fmla="*/ 7309 w 24896"/>
                  <a:gd name="connsiteY24" fmla="*/ 1215 h 29461"/>
                  <a:gd name="connsiteX25" fmla="*/ 12841 w 24896"/>
                  <a:gd name="connsiteY25" fmla="*/ 0 h 29461"/>
                  <a:gd name="connsiteX26" fmla="*/ 20690 w 24896"/>
                  <a:gd name="connsiteY26" fmla="*/ 2316 h 29461"/>
                  <a:gd name="connsiteX27" fmla="*/ 24446 w 24896"/>
                  <a:gd name="connsiteY27" fmla="*/ 9558 h 29461"/>
                  <a:gd name="connsiteX28" fmla="*/ 21163 w 24896"/>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6" h="29461">
                    <a:moveTo>
                      <a:pt x="21163" y="9558"/>
                    </a:moveTo>
                    <a:cubicBezTo>
                      <a:pt x="20578" y="7467"/>
                      <a:pt x="19588" y="5847"/>
                      <a:pt x="18194" y="4678"/>
                    </a:cubicBezTo>
                    <a:cubicBezTo>
                      <a:pt x="16800" y="3509"/>
                      <a:pt x="15001" y="2924"/>
                      <a:pt x="12841" y="2924"/>
                    </a:cubicBezTo>
                    <a:cubicBezTo>
                      <a:pt x="11177" y="2924"/>
                      <a:pt x="9760" y="3261"/>
                      <a:pt x="8569" y="3958"/>
                    </a:cubicBezTo>
                    <a:cubicBezTo>
                      <a:pt x="7377" y="4655"/>
                      <a:pt x="6409" y="5555"/>
                      <a:pt x="5645" y="6679"/>
                    </a:cubicBezTo>
                    <a:cubicBezTo>
                      <a:pt x="4880" y="7804"/>
                      <a:pt x="4341" y="9086"/>
                      <a:pt x="3981" y="10503"/>
                    </a:cubicBezTo>
                    <a:cubicBezTo>
                      <a:pt x="3621" y="11920"/>
                      <a:pt x="3441" y="13359"/>
                      <a:pt x="3441" y="14798"/>
                    </a:cubicBezTo>
                    <a:cubicBezTo>
                      <a:pt x="3441" y="16237"/>
                      <a:pt x="3621" y="17722"/>
                      <a:pt x="3958" y="19116"/>
                    </a:cubicBezTo>
                    <a:cubicBezTo>
                      <a:pt x="4296" y="20510"/>
                      <a:pt x="4858" y="21770"/>
                      <a:pt x="5600" y="22895"/>
                    </a:cubicBezTo>
                    <a:cubicBezTo>
                      <a:pt x="6342" y="24019"/>
                      <a:pt x="7332" y="24896"/>
                      <a:pt x="8524" y="25571"/>
                    </a:cubicBezTo>
                    <a:cubicBezTo>
                      <a:pt x="9716" y="26245"/>
                      <a:pt x="11155" y="26560"/>
                      <a:pt x="12841" y="26560"/>
                    </a:cubicBezTo>
                    <a:cubicBezTo>
                      <a:pt x="15248" y="26560"/>
                      <a:pt x="17182" y="25886"/>
                      <a:pt x="18644" y="24559"/>
                    </a:cubicBezTo>
                    <a:cubicBezTo>
                      <a:pt x="20106" y="23232"/>
                      <a:pt x="21028" y="21388"/>
                      <a:pt x="21433" y="19049"/>
                    </a:cubicBezTo>
                    <a:lnTo>
                      <a:pt x="24896" y="19049"/>
                    </a:lnTo>
                    <a:cubicBezTo>
                      <a:pt x="24604" y="20601"/>
                      <a:pt x="24154" y="22017"/>
                      <a:pt x="23524" y="23277"/>
                    </a:cubicBezTo>
                    <a:cubicBezTo>
                      <a:pt x="22895" y="24559"/>
                      <a:pt x="22085" y="25661"/>
                      <a:pt x="21095" y="26560"/>
                    </a:cubicBezTo>
                    <a:cubicBezTo>
                      <a:pt x="20106" y="27482"/>
                      <a:pt x="18936" y="28180"/>
                      <a:pt x="17564" y="28697"/>
                    </a:cubicBezTo>
                    <a:cubicBezTo>
                      <a:pt x="16192" y="29214"/>
                      <a:pt x="14641" y="29461"/>
                      <a:pt x="12864" y="29461"/>
                    </a:cubicBezTo>
                    <a:cubicBezTo>
                      <a:pt x="10638" y="29461"/>
                      <a:pt x="8703" y="29079"/>
                      <a:pt x="7084" y="28337"/>
                    </a:cubicBezTo>
                    <a:cubicBezTo>
                      <a:pt x="5465" y="27595"/>
                      <a:pt x="4138" y="26538"/>
                      <a:pt x="3081" y="25233"/>
                    </a:cubicBezTo>
                    <a:cubicBezTo>
                      <a:pt x="2047" y="23929"/>
                      <a:pt x="1260" y="22355"/>
                      <a:pt x="765" y="20556"/>
                    </a:cubicBezTo>
                    <a:cubicBezTo>
                      <a:pt x="270" y="18757"/>
                      <a:pt x="0" y="16822"/>
                      <a:pt x="0" y="14776"/>
                    </a:cubicBezTo>
                    <a:cubicBezTo>
                      <a:pt x="0" y="12842"/>
                      <a:pt x="270" y="10975"/>
                      <a:pt x="832" y="9198"/>
                    </a:cubicBezTo>
                    <a:cubicBezTo>
                      <a:pt x="1394" y="7422"/>
                      <a:pt x="2204" y="5847"/>
                      <a:pt x="3283" y="4475"/>
                    </a:cubicBezTo>
                    <a:cubicBezTo>
                      <a:pt x="4363" y="3104"/>
                      <a:pt x="5712" y="2024"/>
                      <a:pt x="7309" y="1215"/>
                    </a:cubicBezTo>
                    <a:cubicBezTo>
                      <a:pt x="8906" y="405"/>
                      <a:pt x="10750" y="0"/>
                      <a:pt x="12841" y="0"/>
                    </a:cubicBezTo>
                    <a:cubicBezTo>
                      <a:pt x="16080" y="0"/>
                      <a:pt x="18689" y="765"/>
                      <a:pt x="20690" y="2316"/>
                    </a:cubicBezTo>
                    <a:cubicBezTo>
                      <a:pt x="22692" y="3868"/>
                      <a:pt x="23929" y="6275"/>
                      <a:pt x="24446" y="9558"/>
                    </a:cubicBezTo>
                    <a:lnTo>
                      <a:pt x="21163" y="9558"/>
                    </a:lnTo>
                    <a:close/>
                  </a:path>
                </a:pathLst>
              </a:custGeom>
              <a:solidFill>
                <a:srgbClr val="231F20"/>
              </a:solidFill>
              <a:ln w="2249" cap="flat">
                <a:noFill/>
                <a:prstDash val="solid"/>
                <a:miter/>
              </a:ln>
            </p:spPr>
            <p:txBody>
              <a:bodyPr rtlCol="0" anchor="ctr"/>
              <a:lstStyle/>
              <a:p>
                <a:endParaRPr lang="en-US"/>
              </a:p>
            </p:txBody>
          </p:sp>
          <p:sp>
            <p:nvSpPr>
              <p:cNvPr id="18227" name="Freeform 18226">
                <a:extLst>
                  <a:ext uri="{FF2B5EF4-FFF2-40B4-BE49-F238E27FC236}">
                    <a16:creationId xmlns:a16="http://schemas.microsoft.com/office/drawing/2014/main" id="{6609EE96-D7F0-4BFE-9864-4421752AC9A3}"/>
                  </a:ext>
                </a:extLst>
              </p:cNvPr>
              <p:cNvSpPr/>
              <p:nvPr/>
            </p:nvSpPr>
            <p:spPr>
              <a:xfrm>
                <a:off x="4500567" y="5768951"/>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4 w 25908"/>
                  <a:gd name="connsiteY3" fmla="*/ 21185 h 29483"/>
                  <a:gd name="connsiteX4" fmla="*/ 0 w 25908"/>
                  <a:gd name="connsiteY4" fmla="*/ 14753 h 29483"/>
                  <a:gd name="connsiteX5" fmla="*/ 810 w 25908"/>
                  <a:gd name="connsiteY5" fmla="*/ 8996 h 29483"/>
                  <a:gd name="connsiteX6" fmla="*/ 3239 w 25908"/>
                  <a:gd name="connsiteY6" fmla="*/ 4318 h 29483"/>
                  <a:gd name="connsiteX7" fmla="*/ 7287 w 25908"/>
                  <a:gd name="connsiteY7" fmla="*/ 1170 h 29483"/>
                  <a:gd name="connsiteX8" fmla="*/ 12954 w 25908"/>
                  <a:gd name="connsiteY8" fmla="*/ 0 h 29483"/>
                  <a:gd name="connsiteX9" fmla="*/ 18666 w 25908"/>
                  <a:gd name="connsiteY9" fmla="*/ 1170 h 29483"/>
                  <a:gd name="connsiteX10" fmla="*/ 22714 w 25908"/>
                  <a:gd name="connsiteY10" fmla="*/ 4296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67 w 25908"/>
                  <a:gd name="connsiteY17" fmla="*/ 14753 h 29483"/>
                  <a:gd name="connsiteX18" fmla="*/ 21927 w 25908"/>
                  <a:gd name="connsiteY18" fmla="*/ 10120 h 29483"/>
                  <a:gd name="connsiteX19" fmla="*/ 20263 w 25908"/>
                  <a:gd name="connsiteY19" fmla="*/ 6365 h 29483"/>
                  <a:gd name="connsiteX20" fmla="*/ 17339 w 25908"/>
                  <a:gd name="connsiteY20" fmla="*/ 3846 h 29483"/>
                  <a:gd name="connsiteX21" fmla="*/ 12977 w 25908"/>
                  <a:gd name="connsiteY21" fmla="*/ 2924 h 29483"/>
                  <a:gd name="connsiteX22" fmla="*/ 8636 w 25908"/>
                  <a:gd name="connsiteY22" fmla="*/ 3913 h 29483"/>
                  <a:gd name="connsiteX23" fmla="*/ 5690 w 25908"/>
                  <a:gd name="connsiteY23" fmla="*/ 6567 h 29483"/>
                  <a:gd name="connsiteX24" fmla="*/ 4026 w 25908"/>
                  <a:gd name="connsiteY24" fmla="*/ 10345 h 29483"/>
                  <a:gd name="connsiteX25" fmla="*/ 3486 w 25908"/>
                  <a:gd name="connsiteY25" fmla="*/ 14753 h 29483"/>
                  <a:gd name="connsiteX26" fmla="*/ 4115 w 25908"/>
                  <a:gd name="connsiteY26" fmla="*/ 19521 h 29483"/>
                  <a:gd name="connsiteX27" fmla="*/ 5915 w 25908"/>
                  <a:gd name="connsiteY27" fmla="*/ 23277 h 29483"/>
                  <a:gd name="connsiteX28" fmla="*/ 8883 w 25908"/>
                  <a:gd name="connsiteY28" fmla="*/ 25706 h 29483"/>
                  <a:gd name="connsiteX29" fmla="*/ 12977 w 25908"/>
                  <a:gd name="connsiteY29" fmla="*/ 26560 h 29483"/>
                  <a:gd name="connsiteX30" fmla="*/ 17317 w 25908"/>
                  <a:gd name="connsiteY30" fmla="*/ 25571 h 29483"/>
                  <a:gd name="connsiteX31" fmla="*/ 20263 w 25908"/>
                  <a:gd name="connsiteY31" fmla="*/ 22895 h 29483"/>
                  <a:gd name="connsiteX32" fmla="*/ 21927 w 25908"/>
                  <a:gd name="connsiteY32" fmla="*/ 19116 h 29483"/>
                  <a:gd name="connsiteX33" fmla="*/ 22467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4" y="21185"/>
                    </a:cubicBezTo>
                    <a:cubicBezTo>
                      <a:pt x="360" y="19341"/>
                      <a:pt x="0" y="17205"/>
                      <a:pt x="0" y="14753"/>
                    </a:cubicBezTo>
                    <a:cubicBezTo>
                      <a:pt x="0" y="12707"/>
                      <a:pt x="270" y="10795"/>
                      <a:pt x="810" y="8996"/>
                    </a:cubicBezTo>
                    <a:cubicBezTo>
                      <a:pt x="1349" y="7219"/>
                      <a:pt x="2159" y="5667"/>
                      <a:pt x="3239" y="4318"/>
                    </a:cubicBezTo>
                    <a:cubicBezTo>
                      <a:pt x="4318" y="2991"/>
                      <a:pt x="5667" y="1934"/>
                      <a:pt x="7287" y="1170"/>
                    </a:cubicBezTo>
                    <a:cubicBezTo>
                      <a:pt x="8906" y="405"/>
                      <a:pt x="10795" y="0"/>
                      <a:pt x="12954" y="0"/>
                    </a:cubicBezTo>
                    <a:cubicBezTo>
                      <a:pt x="15113" y="0"/>
                      <a:pt x="17047" y="382"/>
                      <a:pt x="18666" y="1170"/>
                    </a:cubicBezTo>
                    <a:cubicBezTo>
                      <a:pt x="20286" y="1957"/>
                      <a:pt x="21635" y="2991"/>
                      <a:pt x="22714" y="4296"/>
                    </a:cubicBezTo>
                    <a:cubicBezTo>
                      <a:pt x="23794" y="5600"/>
                      <a:pt x="24604" y="7174"/>
                      <a:pt x="25121" y="8973"/>
                    </a:cubicBezTo>
                    <a:cubicBezTo>
                      <a:pt x="25638" y="10773"/>
                      <a:pt x="25908" y="12707"/>
                      <a:pt x="25908" y="14753"/>
                    </a:cubicBezTo>
                    <a:cubicBezTo>
                      <a:pt x="25908" y="16980"/>
                      <a:pt x="25593" y="19004"/>
                      <a:pt x="24986" y="20803"/>
                    </a:cubicBezTo>
                    <a:cubicBezTo>
                      <a:pt x="24379" y="22602"/>
                      <a:pt x="23502" y="24154"/>
                      <a:pt x="22377" y="25436"/>
                    </a:cubicBezTo>
                    <a:cubicBezTo>
                      <a:pt x="21253" y="26718"/>
                      <a:pt x="19881" y="27730"/>
                      <a:pt x="18284" y="28427"/>
                    </a:cubicBezTo>
                    <a:cubicBezTo>
                      <a:pt x="16687" y="29124"/>
                      <a:pt x="14911" y="29484"/>
                      <a:pt x="12977" y="29484"/>
                    </a:cubicBezTo>
                    <a:close/>
                    <a:moveTo>
                      <a:pt x="22467" y="14753"/>
                    </a:moveTo>
                    <a:cubicBezTo>
                      <a:pt x="22467" y="13089"/>
                      <a:pt x="22287" y="11560"/>
                      <a:pt x="21927" y="10120"/>
                    </a:cubicBezTo>
                    <a:cubicBezTo>
                      <a:pt x="21567" y="8681"/>
                      <a:pt x="21005" y="7422"/>
                      <a:pt x="20263" y="6365"/>
                    </a:cubicBezTo>
                    <a:cubicBezTo>
                      <a:pt x="19499" y="5308"/>
                      <a:pt x="18531" y="4475"/>
                      <a:pt x="17339" y="3846"/>
                    </a:cubicBezTo>
                    <a:cubicBezTo>
                      <a:pt x="16148" y="3239"/>
                      <a:pt x="14686" y="2924"/>
                      <a:pt x="12977" y="2924"/>
                    </a:cubicBezTo>
                    <a:cubicBezTo>
                      <a:pt x="11267" y="2924"/>
                      <a:pt x="9828" y="3261"/>
                      <a:pt x="8636" y="3913"/>
                    </a:cubicBezTo>
                    <a:cubicBezTo>
                      <a:pt x="7422" y="4588"/>
                      <a:pt x="6454" y="5465"/>
                      <a:pt x="5690" y="6567"/>
                    </a:cubicBezTo>
                    <a:cubicBezTo>
                      <a:pt x="4925" y="7669"/>
                      <a:pt x="4385" y="8928"/>
                      <a:pt x="4026" y="10345"/>
                    </a:cubicBezTo>
                    <a:cubicBezTo>
                      <a:pt x="3666" y="11762"/>
                      <a:pt x="3486" y="13224"/>
                      <a:pt x="3486" y="14753"/>
                    </a:cubicBezTo>
                    <a:cubicBezTo>
                      <a:pt x="3486" y="16485"/>
                      <a:pt x="3688" y="18082"/>
                      <a:pt x="4115" y="19521"/>
                    </a:cubicBezTo>
                    <a:cubicBezTo>
                      <a:pt x="4520" y="20983"/>
                      <a:pt x="5128" y="22220"/>
                      <a:pt x="5915" y="23277"/>
                    </a:cubicBezTo>
                    <a:cubicBezTo>
                      <a:pt x="6702" y="24311"/>
                      <a:pt x="7692" y="25121"/>
                      <a:pt x="8883" y="25706"/>
                    </a:cubicBezTo>
                    <a:cubicBezTo>
                      <a:pt x="10075" y="26290"/>
                      <a:pt x="11447" y="26560"/>
                      <a:pt x="12977" y="26560"/>
                    </a:cubicBezTo>
                    <a:cubicBezTo>
                      <a:pt x="14663" y="26560"/>
                      <a:pt x="16125" y="26223"/>
                      <a:pt x="17317" y="25571"/>
                    </a:cubicBezTo>
                    <a:cubicBezTo>
                      <a:pt x="18531" y="24896"/>
                      <a:pt x="19499" y="24019"/>
                      <a:pt x="20263" y="22895"/>
                    </a:cubicBezTo>
                    <a:cubicBezTo>
                      <a:pt x="21028" y="21770"/>
                      <a:pt x="21567" y="20510"/>
                      <a:pt x="21927" y="19116"/>
                    </a:cubicBezTo>
                    <a:cubicBezTo>
                      <a:pt x="22287" y="17722"/>
                      <a:pt x="22467" y="16260"/>
                      <a:pt x="22467" y="14753"/>
                    </a:cubicBezTo>
                    <a:close/>
                  </a:path>
                </a:pathLst>
              </a:custGeom>
              <a:solidFill>
                <a:srgbClr val="231F20"/>
              </a:solidFill>
              <a:ln w="2249" cap="flat">
                <a:noFill/>
                <a:prstDash val="solid"/>
                <a:miter/>
              </a:ln>
            </p:spPr>
            <p:txBody>
              <a:bodyPr rtlCol="0" anchor="ctr"/>
              <a:lstStyle/>
              <a:p>
                <a:endParaRPr lang="en-US"/>
              </a:p>
            </p:txBody>
          </p:sp>
          <p:sp>
            <p:nvSpPr>
              <p:cNvPr id="18228" name="Freeform 18227">
                <a:extLst>
                  <a:ext uri="{FF2B5EF4-FFF2-40B4-BE49-F238E27FC236}">
                    <a16:creationId xmlns:a16="http://schemas.microsoft.com/office/drawing/2014/main" id="{F647D6FC-A813-178C-C797-E680DB95E3C7}"/>
                  </a:ext>
                </a:extLst>
              </p:cNvPr>
              <p:cNvSpPr/>
              <p:nvPr/>
            </p:nvSpPr>
            <p:spPr>
              <a:xfrm>
                <a:off x="4532592" y="5768951"/>
                <a:ext cx="12481" cy="28719"/>
              </a:xfrm>
              <a:custGeom>
                <a:avLst/>
                <a:gdLst>
                  <a:gd name="connsiteX0" fmla="*/ 3239 w 12481"/>
                  <a:gd name="connsiteY0" fmla="*/ 28719 h 28719"/>
                  <a:gd name="connsiteX1" fmla="*/ 0 w 12481"/>
                  <a:gd name="connsiteY1" fmla="*/ 28719 h 28719"/>
                  <a:gd name="connsiteX2" fmla="*/ 0 w 12481"/>
                  <a:gd name="connsiteY2" fmla="*/ 765 h 28719"/>
                  <a:gd name="connsiteX3" fmla="*/ 3239 w 12481"/>
                  <a:gd name="connsiteY3" fmla="*/ 765 h 28719"/>
                  <a:gd name="connsiteX4" fmla="*/ 3239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9 h 28719"/>
                  <a:gd name="connsiteX9" fmla="*/ 7939 w 12481"/>
                  <a:gd name="connsiteY9" fmla="*/ 4363 h 28719"/>
                  <a:gd name="connsiteX10" fmla="*/ 5105 w 12481"/>
                  <a:gd name="connsiteY10" fmla="*/ 6837 h 28719"/>
                  <a:gd name="connsiteX11" fmla="*/ 3643 w 12481"/>
                  <a:gd name="connsiteY11" fmla="*/ 10525 h 28719"/>
                  <a:gd name="connsiteX12" fmla="*/ 3239 w 12481"/>
                  <a:gd name="connsiteY12" fmla="*/ 14978 h 28719"/>
                  <a:gd name="connsiteX13" fmla="*/ 3239 w 12481"/>
                  <a:gd name="connsiteY13"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9">
                    <a:moveTo>
                      <a:pt x="3239" y="28719"/>
                    </a:moveTo>
                    <a:lnTo>
                      <a:pt x="0" y="28719"/>
                    </a:lnTo>
                    <a:lnTo>
                      <a:pt x="0" y="765"/>
                    </a:lnTo>
                    <a:lnTo>
                      <a:pt x="3239" y="765"/>
                    </a:lnTo>
                    <a:lnTo>
                      <a:pt x="3239" y="6005"/>
                    </a:lnTo>
                    <a:lnTo>
                      <a:pt x="3351" y="6005"/>
                    </a:lnTo>
                    <a:cubicBezTo>
                      <a:pt x="4251" y="3778"/>
                      <a:pt x="5420" y="2226"/>
                      <a:pt x="6837" y="1327"/>
                    </a:cubicBezTo>
                    <a:cubicBezTo>
                      <a:pt x="8254" y="450"/>
                      <a:pt x="10143" y="0"/>
                      <a:pt x="12482" y="0"/>
                    </a:cubicBezTo>
                    <a:lnTo>
                      <a:pt x="12482" y="3509"/>
                    </a:lnTo>
                    <a:cubicBezTo>
                      <a:pt x="10638" y="3463"/>
                      <a:pt x="9131" y="3756"/>
                      <a:pt x="7939" y="4363"/>
                    </a:cubicBezTo>
                    <a:cubicBezTo>
                      <a:pt x="6747" y="4970"/>
                      <a:pt x="5802" y="5802"/>
                      <a:pt x="5105" y="6837"/>
                    </a:cubicBezTo>
                    <a:cubicBezTo>
                      <a:pt x="4408" y="7871"/>
                      <a:pt x="3913" y="9108"/>
                      <a:pt x="3643" y="10525"/>
                    </a:cubicBezTo>
                    <a:cubicBezTo>
                      <a:pt x="3373" y="11942"/>
                      <a:pt x="3239" y="13426"/>
                      <a:pt x="3239" y="14978"/>
                    </a:cubicBezTo>
                    <a:lnTo>
                      <a:pt x="3239" y="28697"/>
                    </a:lnTo>
                    <a:close/>
                  </a:path>
                </a:pathLst>
              </a:custGeom>
              <a:solidFill>
                <a:srgbClr val="231F20"/>
              </a:solidFill>
              <a:ln w="2249" cap="flat">
                <a:noFill/>
                <a:prstDash val="solid"/>
                <a:miter/>
              </a:ln>
            </p:spPr>
            <p:txBody>
              <a:bodyPr rtlCol="0" anchor="ctr"/>
              <a:lstStyle/>
              <a:p>
                <a:endParaRPr lang="en-US"/>
              </a:p>
            </p:txBody>
          </p:sp>
          <p:sp>
            <p:nvSpPr>
              <p:cNvPr id="18229" name="Freeform 18228">
                <a:extLst>
                  <a:ext uri="{FF2B5EF4-FFF2-40B4-BE49-F238E27FC236}">
                    <a16:creationId xmlns:a16="http://schemas.microsoft.com/office/drawing/2014/main" id="{DD6C398D-7F9A-E962-5200-0ED1BD06D7B2}"/>
                  </a:ext>
                </a:extLst>
              </p:cNvPr>
              <p:cNvSpPr/>
              <p:nvPr/>
            </p:nvSpPr>
            <p:spPr>
              <a:xfrm>
                <a:off x="4550562" y="5768951"/>
                <a:ext cx="12481" cy="28719"/>
              </a:xfrm>
              <a:custGeom>
                <a:avLst/>
                <a:gdLst>
                  <a:gd name="connsiteX0" fmla="*/ 3239 w 12481"/>
                  <a:gd name="connsiteY0" fmla="*/ 28719 h 28719"/>
                  <a:gd name="connsiteX1" fmla="*/ 0 w 12481"/>
                  <a:gd name="connsiteY1" fmla="*/ 28719 h 28719"/>
                  <a:gd name="connsiteX2" fmla="*/ 0 w 12481"/>
                  <a:gd name="connsiteY2" fmla="*/ 765 h 28719"/>
                  <a:gd name="connsiteX3" fmla="*/ 3239 w 12481"/>
                  <a:gd name="connsiteY3" fmla="*/ 765 h 28719"/>
                  <a:gd name="connsiteX4" fmla="*/ 3239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9 h 28719"/>
                  <a:gd name="connsiteX9" fmla="*/ 7939 w 12481"/>
                  <a:gd name="connsiteY9" fmla="*/ 4363 h 28719"/>
                  <a:gd name="connsiteX10" fmla="*/ 5105 w 12481"/>
                  <a:gd name="connsiteY10" fmla="*/ 6837 h 28719"/>
                  <a:gd name="connsiteX11" fmla="*/ 3643 w 12481"/>
                  <a:gd name="connsiteY11" fmla="*/ 10525 h 28719"/>
                  <a:gd name="connsiteX12" fmla="*/ 3239 w 12481"/>
                  <a:gd name="connsiteY12" fmla="*/ 14978 h 28719"/>
                  <a:gd name="connsiteX13" fmla="*/ 3239 w 12481"/>
                  <a:gd name="connsiteY13"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9">
                    <a:moveTo>
                      <a:pt x="3239" y="28719"/>
                    </a:moveTo>
                    <a:lnTo>
                      <a:pt x="0" y="28719"/>
                    </a:lnTo>
                    <a:lnTo>
                      <a:pt x="0" y="765"/>
                    </a:lnTo>
                    <a:lnTo>
                      <a:pt x="3239" y="765"/>
                    </a:lnTo>
                    <a:lnTo>
                      <a:pt x="3239" y="6005"/>
                    </a:lnTo>
                    <a:lnTo>
                      <a:pt x="3351" y="6005"/>
                    </a:lnTo>
                    <a:cubicBezTo>
                      <a:pt x="4251" y="3778"/>
                      <a:pt x="5420" y="2226"/>
                      <a:pt x="6837" y="1327"/>
                    </a:cubicBezTo>
                    <a:cubicBezTo>
                      <a:pt x="8254" y="450"/>
                      <a:pt x="10143" y="0"/>
                      <a:pt x="12482" y="0"/>
                    </a:cubicBezTo>
                    <a:lnTo>
                      <a:pt x="12482" y="3509"/>
                    </a:lnTo>
                    <a:cubicBezTo>
                      <a:pt x="10638" y="3463"/>
                      <a:pt x="9131" y="3756"/>
                      <a:pt x="7939" y="4363"/>
                    </a:cubicBezTo>
                    <a:cubicBezTo>
                      <a:pt x="6747" y="4970"/>
                      <a:pt x="5802" y="5802"/>
                      <a:pt x="5105" y="6837"/>
                    </a:cubicBezTo>
                    <a:cubicBezTo>
                      <a:pt x="4408" y="7871"/>
                      <a:pt x="3913" y="9108"/>
                      <a:pt x="3643" y="10525"/>
                    </a:cubicBezTo>
                    <a:cubicBezTo>
                      <a:pt x="3373" y="11942"/>
                      <a:pt x="3239" y="13426"/>
                      <a:pt x="3239" y="14978"/>
                    </a:cubicBezTo>
                    <a:lnTo>
                      <a:pt x="3239" y="28697"/>
                    </a:lnTo>
                    <a:close/>
                  </a:path>
                </a:pathLst>
              </a:custGeom>
              <a:solidFill>
                <a:srgbClr val="231F20"/>
              </a:solidFill>
              <a:ln w="2249" cap="flat">
                <a:noFill/>
                <a:prstDash val="solid"/>
                <a:miter/>
              </a:ln>
            </p:spPr>
            <p:txBody>
              <a:bodyPr rtlCol="0" anchor="ctr"/>
              <a:lstStyle/>
              <a:p>
                <a:endParaRPr lang="en-US"/>
              </a:p>
            </p:txBody>
          </p:sp>
          <p:sp>
            <p:nvSpPr>
              <p:cNvPr id="18230" name="Freeform 18229">
                <a:extLst>
                  <a:ext uri="{FF2B5EF4-FFF2-40B4-BE49-F238E27FC236}">
                    <a16:creationId xmlns:a16="http://schemas.microsoft.com/office/drawing/2014/main" id="{EA63C5C9-AB2E-09F9-2DFC-9F0D36B0A118}"/>
                  </a:ext>
                </a:extLst>
              </p:cNvPr>
              <p:cNvSpPr/>
              <p:nvPr/>
            </p:nvSpPr>
            <p:spPr>
              <a:xfrm>
                <a:off x="4566844" y="5768973"/>
                <a:ext cx="25167" cy="29483"/>
              </a:xfrm>
              <a:custGeom>
                <a:avLst/>
                <a:gdLst>
                  <a:gd name="connsiteX0" fmla="*/ 3509 w 25167"/>
                  <a:gd name="connsiteY0" fmla="*/ 15473 h 29483"/>
                  <a:gd name="connsiteX1" fmla="*/ 4093 w 25167"/>
                  <a:gd name="connsiteY1" fmla="*/ 19768 h 29483"/>
                  <a:gd name="connsiteX2" fmla="*/ 5847 w 25167"/>
                  <a:gd name="connsiteY2" fmla="*/ 23277 h 29483"/>
                  <a:gd name="connsiteX3" fmla="*/ 8794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3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7 w 25167"/>
                  <a:gd name="connsiteY18" fmla="*/ 1170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70 w 25167"/>
                  <a:gd name="connsiteY23" fmla="*/ 12774 h 29483"/>
                  <a:gd name="connsiteX24" fmla="*/ 21208 w 25167"/>
                  <a:gd name="connsiteY24" fmla="*/ 8906 h 29483"/>
                  <a:gd name="connsiteX25" fmla="*/ 19544 w 25167"/>
                  <a:gd name="connsiteY25" fmla="*/ 5780 h 29483"/>
                  <a:gd name="connsiteX26" fmla="*/ 16755 w 25167"/>
                  <a:gd name="connsiteY26" fmla="*/ 3666 h 29483"/>
                  <a:gd name="connsiteX27" fmla="*/ 12932 w 25167"/>
                  <a:gd name="connsiteY27" fmla="*/ 2879 h 29483"/>
                  <a:gd name="connsiteX28" fmla="*/ 9131 w 25167"/>
                  <a:gd name="connsiteY28" fmla="*/ 3688 h 29483"/>
                  <a:gd name="connsiteX29" fmla="*/ 6320 w 25167"/>
                  <a:gd name="connsiteY29" fmla="*/ 5847 h 29483"/>
                  <a:gd name="connsiteX30" fmla="*/ 4453 w 25167"/>
                  <a:gd name="connsiteY30" fmla="*/ 8973 h 29483"/>
                  <a:gd name="connsiteX31" fmla="*/ 3531 w 25167"/>
                  <a:gd name="connsiteY31" fmla="*/ 12752 h 29483"/>
                  <a:gd name="connsiteX32" fmla="*/ 21770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9" y="15473"/>
                    </a:moveTo>
                    <a:cubicBezTo>
                      <a:pt x="3509" y="16980"/>
                      <a:pt x="3711" y="18419"/>
                      <a:pt x="4093" y="19768"/>
                    </a:cubicBezTo>
                    <a:cubicBezTo>
                      <a:pt x="4498" y="21118"/>
                      <a:pt x="5083" y="22287"/>
                      <a:pt x="5847" y="23277"/>
                    </a:cubicBezTo>
                    <a:cubicBezTo>
                      <a:pt x="6612" y="24266"/>
                      <a:pt x="7601" y="25053"/>
                      <a:pt x="8794" y="25661"/>
                    </a:cubicBezTo>
                    <a:cubicBezTo>
                      <a:pt x="9986" y="26245"/>
                      <a:pt x="11357" y="26560"/>
                      <a:pt x="12886" y="26560"/>
                    </a:cubicBezTo>
                    <a:cubicBezTo>
                      <a:pt x="15001" y="26560"/>
                      <a:pt x="16822" y="25998"/>
                      <a:pt x="18329" y="24896"/>
                    </a:cubicBezTo>
                    <a:cubicBezTo>
                      <a:pt x="19836" y="23794"/>
                      <a:pt x="20848" y="22197"/>
                      <a:pt x="21343" y="20151"/>
                    </a:cubicBezTo>
                    <a:lnTo>
                      <a:pt x="24963" y="20151"/>
                    </a:lnTo>
                    <a:cubicBezTo>
                      <a:pt x="24559" y="21478"/>
                      <a:pt x="24042"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7" y="23951"/>
                      <a:pt x="1260" y="22400"/>
                      <a:pt x="765" y="20623"/>
                    </a:cubicBezTo>
                    <a:cubicBezTo>
                      <a:pt x="270" y="18846"/>
                      <a:pt x="0" y="16935"/>
                      <a:pt x="0" y="14866"/>
                    </a:cubicBezTo>
                    <a:cubicBezTo>
                      <a:pt x="0" y="12797"/>
                      <a:pt x="292" y="10885"/>
                      <a:pt x="900" y="9086"/>
                    </a:cubicBezTo>
                    <a:cubicBezTo>
                      <a:pt x="1484" y="7287"/>
                      <a:pt x="2339" y="5712"/>
                      <a:pt x="3441" y="4363"/>
                    </a:cubicBezTo>
                    <a:cubicBezTo>
                      <a:pt x="4543" y="3014"/>
                      <a:pt x="5870" y="1957"/>
                      <a:pt x="7467" y="1170"/>
                    </a:cubicBezTo>
                    <a:cubicBezTo>
                      <a:pt x="9063" y="382"/>
                      <a:pt x="10840" y="0"/>
                      <a:pt x="12864" y="0"/>
                    </a:cubicBezTo>
                    <a:cubicBezTo>
                      <a:pt x="16710" y="0"/>
                      <a:pt x="19746" y="1327"/>
                      <a:pt x="21927" y="3958"/>
                    </a:cubicBezTo>
                    <a:cubicBezTo>
                      <a:pt x="24131" y="6612"/>
                      <a:pt x="25211" y="10435"/>
                      <a:pt x="25166" y="15473"/>
                    </a:cubicBezTo>
                    <a:lnTo>
                      <a:pt x="3463" y="15473"/>
                    </a:lnTo>
                    <a:close/>
                    <a:moveTo>
                      <a:pt x="21770" y="12774"/>
                    </a:moveTo>
                    <a:cubicBezTo>
                      <a:pt x="21770" y="11402"/>
                      <a:pt x="21590" y="10120"/>
                      <a:pt x="21208" y="8906"/>
                    </a:cubicBezTo>
                    <a:cubicBezTo>
                      <a:pt x="20825" y="7692"/>
                      <a:pt x="20263" y="6657"/>
                      <a:pt x="19544" y="5780"/>
                    </a:cubicBezTo>
                    <a:cubicBezTo>
                      <a:pt x="18801" y="4903"/>
                      <a:pt x="17879" y="4206"/>
                      <a:pt x="16755" y="3666"/>
                    </a:cubicBezTo>
                    <a:cubicBezTo>
                      <a:pt x="15630" y="3149"/>
                      <a:pt x="14371" y="2879"/>
                      <a:pt x="12932" y="2879"/>
                    </a:cubicBezTo>
                    <a:cubicBezTo>
                      <a:pt x="11492" y="2879"/>
                      <a:pt x="10233" y="3149"/>
                      <a:pt x="9131" y="3688"/>
                    </a:cubicBezTo>
                    <a:cubicBezTo>
                      <a:pt x="8029" y="4228"/>
                      <a:pt x="7107" y="4948"/>
                      <a:pt x="6320" y="5847"/>
                    </a:cubicBezTo>
                    <a:cubicBezTo>
                      <a:pt x="5555" y="6747"/>
                      <a:pt x="4925" y="7781"/>
                      <a:pt x="4453" y="8973"/>
                    </a:cubicBezTo>
                    <a:cubicBezTo>
                      <a:pt x="3981" y="10165"/>
                      <a:pt x="3688" y="11425"/>
                      <a:pt x="3531" y="12752"/>
                    </a:cubicBezTo>
                    <a:lnTo>
                      <a:pt x="21770" y="12752"/>
                    </a:lnTo>
                    <a:close/>
                  </a:path>
                </a:pathLst>
              </a:custGeom>
              <a:solidFill>
                <a:srgbClr val="231F20"/>
              </a:solidFill>
              <a:ln w="2249" cap="flat">
                <a:noFill/>
                <a:prstDash val="solid"/>
                <a:miter/>
              </a:ln>
            </p:spPr>
            <p:txBody>
              <a:bodyPr rtlCol="0" anchor="ctr"/>
              <a:lstStyle/>
              <a:p>
                <a:endParaRPr lang="en-US"/>
              </a:p>
            </p:txBody>
          </p:sp>
          <p:sp>
            <p:nvSpPr>
              <p:cNvPr id="18231" name="Freeform 18230">
                <a:extLst>
                  <a:ext uri="{FF2B5EF4-FFF2-40B4-BE49-F238E27FC236}">
                    <a16:creationId xmlns:a16="http://schemas.microsoft.com/office/drawing/2014/main" id="{86306C20-D205-1878-68AD-020F1BE6B539}"/>
                  </a:ext>
                </a:extLst>
              </p:cNvPr>
              <p:cNvSpPr/>
              <p:nvPr/>
            </p:nvSpPr>
            <p:spPr>
              <a:xfrm>
                <a:off x="4597025" y="5768951"/>
                <a:ext cx="24895" cy="29461"/>
              </a:xfrm>
              <a:custGeom>
                <a:avLst/>
                <a:gdLst>
                  <a:gd name="connsiteX0" fmla="*/ 21163 w 24895"/>
                  <a:gd name="connsiteY0" fmla="*/ 9558 h 29461"/>
                  <a:gd name="connsiteX1" fmla="*/ 18194 w 24895"/>
                  <a:gd name="connsiteY1" fmla="*/ 4678 h 29461"/>
                  <a:gd name="connsiteX2" fmla="*/ 12841 w 24895"/>
                  <a:gd name="connsiteY2" fmla="*/ 2924 h 29461"/>
                  <a:gd name="connsiteX3" fmla="*/ 8568 w 24895"/>
                  <a:gd name="connsiteY3" fmla="*/ 3958 h 29461"/>
                  <a:gd name="connsiteX4" fmla="*/ 5645 w 24895"/>
                  <a:gd name="connsiteY4" fmla="*/ 6679 h 29461"/>
                  <a:gd name="connsiteX5" fmla="*/ 3981 w 24895"/>
                  <a:gd name="connsiteY5" fmla="*/ 10503 h 29461"/>
                  <a:gd name="connsiteX6" fmla="*/ 3441 w 24895"/>
                  <a:gd name="connsiteY6" fmla="*/ 14798 h 29461"/>
                  <a:gd name="connsiteX7" fmla="*/ 3958 w 24895"/>
                  <a:gd name="connsiteY7" fmla="*/ 19116 h 29461"/>
                  <a:gd name="connsiteX8" fmla="*/ 5600 w 24895"/>
                  <a:gd name="connsiteY8" fmla="*/ 22895 h 29461"/>
                  <a:gd name="connsiteX9" fmla="*/ 8524 w 24895"/>
                  <a:gd name="connsiteY9" fmla="*/ 25571 h 29461"/>
                  <a:gd name="connsiteX10" fmla="*/ 12841 w 24895"/>
                  <a:gd name="connsiteY10" fmla="*/ 26560 h 29461"/>
                  <a:gd name="connsiteX11" fmla="*/ 18644 w 24895"/>
                  <a:gd name="connsiteY11" fmla="*/ 24559 h 29461"/>
                  <a:gd name="connsiteX12" fmla="*/ 21433 w 24895"/>
                  <a:gd name="connsiteY12" fmla="*/ 19049 h 29461"/>
                  <a:gd name="connsiteX13" fmla="*/ 24896 w 24895"/>
                  <a:gd name="connsiteY13" fmla="*/ 19049 h 29461"/>
                  <a:gd name="connsiteX14" fmla="*/ 23524 w 24895"/>
                  <a:gd name="connsiteY14" fmla="*/ 23277 h 29461"/>
                  <a:gd name="connsiteX15" fmla="*/ 21095 w 24895"/>
                  <a:gd name="connsiteY15" fmla="*/ 26560 h 29461"/>
                  <a:gd name="connsiteX16" fmla="*/ 17564 w 24895"/>
                  <a:gd name="connsiteY16" fmla="*/ 28697 h 29461"/>
                  <a:gd name="connsiteX17" fmla="*/ 12864 w 24895"/>
                  <a:gd name="connsiteY17" fmla="*/ 29461 h 29461"/>
                  <a:gd name="connsiteX18" fmla="*/ 7084 w 24895"/>
                  <a:gd name="connsiteY18" fmla="*/ 28337 h 29461"/>
                  <a:gd name="connsiteX19" fmla="*/ 3081 w 24895"/>
                  <a:gd name="connsiteY19" fmla="*/ 25233 h 29461"/>
                  <a:gd name="connsiteX20" fmla="*/ 765 w 24895"/>
                  <a:gd name="connsiteY20" fmla="*/ 20556 h 29461"/>
                  <a:gd name="connsiteX21" fmla="*/ 0 w 24895"/>
                  <a:gd name="connsiteY21" fmla="*/ 14776 h 29461"/>
                  <a:gd name="connsiteX22" fmla="*/ 832 w 24895"/>
                  <a:gd name="connsiteY22" fmla="*/ 9198 h 29461"/>
                  <a:gd name="connsiteX23" fmla="*/ 3283 w 24895"/>
                  <a:gd name="connsiteY23" fmla="*/ 4475 h 29461"/>
                  <a:gd name="connsiteX24" fmla="*/ 7309 w 24895"/>
                  <a:gd name="connsiteY24" fmla="*/ 1215 h 29461"/>
                  <a:gd name="connsiteX25" fmla="*/ 12841 w 24895"/>
                  <a:gd name="connsiteY25" fmla="*/ 0 h 29461"/>
                  <a:gd name="connsiteX26" fmla="*/ 20690 w 24895"/>
                  <a:gd name="connsiteY26" fmla="*/ 2316 h 29461"/>
                  <a:gd name="connsiteX27" fmla="*/ 24446 w 24895"/>
                  <a:gd name="connsiteY27" fmla="*/ 9558 h 29461"/>
                  <a:gd name="connsiteX28" fmla="*/ 21163 w 24895"/>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5" h="29461">
                    <a:moveTo>
                      <a:pt x="21163" y="9558"/>
                    </a:moveTo>
                    <a:cubicBezTo>
                      <a:pt x="20578" y="7467"/>
                      <a:pt x="19588" y="5847"/>
                      <a:pt x="18194" y="4678"/>
                    </a:cubicBezTo>
                    <a:cubicBezTo>
                      <a:pt x="16800" y="3509"/>
                      <a:pt x="15001" y="2924"/>
                      <a:pt x="12841" y="2924"/>
                    </a:cubicBezTo>
                    <a:cubicBezTo>
                      <a:pt x="11177" y="2924"/>
                      <a:pt x="9760" y="3261"/>
                      <a:pt x="8568" y="3958"/>
                    </a:cubicBezTo>
                    <a:cubicBezTo>
                      <a:pt x="7377" y="4633"/>
                      <a:pt x="6409" y="5555"/>
                      <a:pt x="5645" y="6679"/>
                    </a:cubicBezTo>
                    <a:cubicBezTo>
                      <a:pt x="4880" y="7804"/>
                      <a:pt x="4340" y="9086"/>
                      <a:pt x="3981" y="10503"/>
                    </a:cubicBezTo>
                    <a:cubicBezTo>
                      <a:pt x="3621" y="11920"/>
                      <a:pt x="3441" y="13359"/>
                      <a:pt x="3441" y="14798"/>
                    </a:cubicBezTo>
                    <a:cubicBezTo>
                      <a:pt x="3441" y="16237"/>
                      <a:pt x="3621" y="17722"/>
                      <a:pt x="3958" y="19116"/>
                    </a:cubicBezTo>
                    <a:cubicBezTo>
                      <a:pt x="4296" y="20510"/>
                      <a:pt x="4858" y="21770"/>
                      <a:pt x="5600" y="22895"/>
                    </a:cubicBezTo>
                    <a:cubicBezTo>
                      <a:pt x="6342" y="24019"/>
                      <a:pt x="7332" y="24896"/>
                      <a:pt x="8524" y="25571"/>
                    </a:cubicBezTo>
                    <a:cubicBezTo>
                      <a:pt x="9715" y="26245"/>
                      <a:pt x="11155" y="26560"/>
                      <a:pt x="12841" y="26560"/>
                    </a:cubicBezTo>
                    <a:cubicBezTo>
                      <a:pt x="15248" y="26560"/>
                      <a:pt x="17182" y="25886"/>
                      <a:pt x="18644" y="24559"/>
                    </a:cubicBezTo>
                    <a:cubicBezTo>
                      <a:pt x="20106" y="23232"/>
                      <a:pt x="21028" y="21388"/>
                      <a:pt x="21433" y="19049"/>
                    </a:cubicBezTo>
                    <a:lnTo>
                      <a:pt x="24896" y="19049"/>
                    </a:lnTo>
                    <a:cubicBezTo>
                      <a:pt x="24603" y="20601"/>
                      <a:pt x="24154" y="22017"/>
                      <a:pt x="23524" y="23277"/>
                    </a:cubicBezTo>
                    <a:cubicBezTo>
                      <a:pt x="22894" y="24559"/>
                      <a:pt x="22085" y="25661"/>
                      <a:pt x="21095" y="26560"/>
                    </a:cubicBezTo>
                    <a:cubicBezTo>
                      <a:pt x="20106" y="27482"/>
                      <a:pt x="18936" y="28180"/>
                      <a:pt x="17564" y="28697"/>
                    </a:cubicBezTo>
                    <a:cubicBezTo>
                      <a:pt x="16192" y="29214"/>
                      <a:pt x="14641" y="29461"/>
                      <a:pt x="12864" y="29461"/>
                    </a:cubicBezTo>
                    <a:cubicBezTo>
                      <a:pt x="10638" y="29461"/>
                      <a:pt x="8703" y="29079"/>
                      <a:pt x="7084" y="28337"/>
                    </a:cubicBezTo>
                    <a:cubicBezTo>
                      <a:pt x="5465" y="27572"/>
                      <a:pt x="4138" y="26538"/>
                      <a:pt x="3081" y="25233"/>
                    </a:cubicBezTo>
                    <a:cubicBezTo>
                      <a:pt x="2024" y="23929"/>
                      <a:pt x="1259" y="22355"/>
                      <a:pt x="765" y="20556"/>
                    </a:cubicBezTo>
                    <a:cubicBezTo>
                      <a:pt x="270" y="18757"/>
                      <a:pt x="0" y="16822"/>
                      <a:pt x="0" y="14776"/>
                    </a:cubicBezTo>
                    <a:cubicBezTo>
                      <a:pt x="0" y="12842"/>
                      <a:pt x="270" y="10975"/>
                      <a:pt x="832" y="9198"/>
                    </a:cubicBezTo>
                    <a:cubicBezTo>
                      <a:pt x="1394" y="7422"/>
                      <a:pt x="2204" y="5847"/>
                      <a:pt x="3283" y="4475"/>
                    </a:cubicBezTo>
                    <a:cubicBezTo>
                      <a:pt x="4363" y="3104"/>
                      <a:pt x="5712" y="2024"/>
                      <a:pt x="7309" y="1215"/>
                    </a:cubicBezTo>
                    <a:cubicBezTo>
                      <a:pt x="8906" y="405"/>
                      <a:pt x="10750" y="0"/>
                      <a:pt x="12841" y="0"/>
                    </a:cubicBezTo>
                    <a:cubicBezTo>
                      <a:pt x="16080" y="0"/>
                      <a:pt x="18689" y="765"/>
                      <a:pt x="20690" y="2316"/>
                    </a:cubicBezTo>
                    <a:cubicBezTo>
                      <a:pt x="22692" y="3868"/>
                      <a:pt x="23929" y="6275"/>
                      <a:pt x="24446" y="9558"/>
                    </a:cubicBezTo>
                    <a:lnTo>
                      <a:pt x="21163" y="9558"/>
                    </a:lnTo>
                    <a:close/>
                  </a:path>
                </a:pathLst>
              </a:custGeom>
              <a:solidFill>
                <a:srgbClr val="231F20"/>
              </a:solidFill>
              <a:ln w="2249" cap="flat">
                <a:noFill/>
                <a:prstDash val="solid"/>
                <a:miter/>
              </a:ln>
            </p:spPr>
            <p:txBody>
              <a:bodyPr rtlCol="0" anchor="ctr"/>
              <a:lstStyle/>
              <a:p>
                <a:endParaRPr lang="en-US"/>
              </a:p>
            </p:txBody>
          </p:sp>
          <p:sp>
            <p:nvSpPr>
              <p:cNvPr id="18232" name="Freeform 18231">
                <a:extLst>
                  <a:ext uri="{FF2B5EF4-FFF2-40B4-BE49-F238E27FC236}">
                    <a16:creationId xmlns:a16="http://schemas.microsoft.com/office/drawing/2014/main" id="{957D6675-BD86-F1C4-6D82-5A4B27659DF6}"/>
                  </a:ext>
                </a:extLst>
              </p:cNvPr>
              <p:cNvSpPr/>
              <p:nvPr/>
            </p:nvSpPr>
            <p:spPr>
              <a:xfrm>
                <a:off x="4625587" y="5761934"/>
                <a:ext cx="12616" cy="36500"/>
              </a:xfrm>
              <a:custGeom>
                <a:avLst/>
                <a:gdLst>
                  <a:gd name="connsiteX0" fmla="*/ 12617 w 12616"/>
                  <a:gd name="connsiteY0" fmla="*/ 35849 h 36500"/>
                  <a:gd name="connsiteX1" fmla="*/ 11042 w 12616"/>
                  <a:gd name="connsiteY1" fmla="*/ 36231 h 36500"/>
                  <a:gd name="connsiteX2" fmla="*/ 8884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2 h 36500"/>
                  <a:gd name="connsiteX8" fmla="*/ 3936 w 12616"/>
                  <a:gd name="connsiteY8" fmla="*/ 7782 h 36500"/>
                  <a:gd name="connsiteX9" fmla="*/ 3936 w 12616"/>
                  <a:gd name="connsiteY9" fmla="*/ 0 h 36500"/>
                  <a:gd name="connsiteX10" fmla="*/ 7174 w 12616"/>
                  <a:gd name="connsiteY10" fmla="*/ 0 h 36500"/>
                  <a:gd name="connsiteX11" fmla="*/ 7174 w 12616"/>
                  <a:gd name="connsiteY11" fmla="*/ 7782 h 36500"/>
                  <a:gd name="connsiteX12" fmla="*/ 12414 w 12616"/>
                  <a:gd name="connsiteY12" fmla="*/ 7782 h 36500"/>
                  <a:gd name="connsiteX13" fmla="*/ 12414 w 12616"/>
                  <a:gd name="connsiteY13" fmla="*/ 10480 h 36500"/>
                  <a:gd name="connsiteX14" fmla="*/ 7174 w 12616"/>
                  <a:gd name="connsiteY14" fmla="*/ 10480 h 36500"/>
                  <a:gd name="connsiteX15" fmla="*/ 7174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5 h 36500"/>
                  <a:gd name="connsiteX21" fmla="*/ 12617 w 12616"/>
                  <a:gd name="connsiteY21" fmla="*/ 33195 h 36500"/>
                  <a:gd name="connsiteX22" fmla="*/ 12617 w 12616"/>
                  <a:gd name="connsiteY22" fmla="*/ 35849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616" h="36500">
                    <a:moveTo>
                      <a:pt x="12617" y="35849"/>
                    </a:moveTo>
                    <a:cubicBezTo>
                      <a:pt x="12212" y="35916"/>
                      <a:pt x="11695" y="36051"/>
                      <a:pt x="11042" y="36231"/>
                    </a:cubicBezTo>
                    <a:cubicBezTo>
                      <a:pt x="10390" y="36411"/>
                      <a:pt x="9671" y="36501"/>
                      <a:pt x="8884" y="36501"/>
                    </a:cubicBezTo>
                    <a:cubicBezTo>
                      <a:pt x="7264" y="36501"/>
                      <a:pt x="6027" y="36096"/>
                      <a:pt x="5195" y="35286"/>
                    </a:cubicBezTo>
                    <a:cubicBezTo>
                      <a:pt x="4363" y="34477"/>
                      <a:pt x="3936" y="33037"/>
                      <a:pt x="3936" y="30946"/>
                    </a:cubicBezTo>
                    <a:lnTo>
                      <a:pt x="3936" y="10480"/>
                    </a:lnTo>
                    <a:lnTo>
                      <a:pt x="0" y="10480"/>
                    </a:lnTo>
                    <a:lnTo>
                      <a:pt x="0" y="7782"/>
                    </a:lnTo>
                    <a:lnTo>
                      <a:pt x="3936" y="7782"/>
                    </a:lnTo>
                    <a:lnTo>
                      <a:pt x="3936" y="0"/>
                    </a:lnTo>
                    <a:lnTo>
                      <a:pt x="7174" y="0"/>
                    </a:lnTo>
                    <a:lnTo>
                      <a:pt x="7174" y="7782"/>
                    </a:lnTo>
                    <a:lnTo>
                      <a:pt x="12414" y="7782"/>
                    </a:lnTo>
                    <a:lnTo>
                      <a:pt x="12414" y="10480"/>
                    </a:lnTo>
                    <a:lnTo>
                      <a:pt x="7174" y="10480"/>
                    </a:lnTo>
                    <a:lnTo>
                      <a:pt x="7174" y="29641"/>
                    </a:lnTo>
                    <a:cubicBezTo>
                      <a:pt x="7174" y="30316"/>
                      <a:pt x="7174" y="30923"/>
                      <a:pt x="7219" y="31418"/>
                    </a:cubicBezTo>
                    <a:cubicBezTo>
                      <a:pt x="7264" y="31913"/>
                      <a:pt x="7354" y="32340"/>
                      <a:pt x="7534" y="32655"/>
                    </a:cubicBezTo>
                    <a:cubicBezTo>
                      <a:pt x="7714" y="32970"/>
                      <a:pt x="7984" y="33217"/>
                      <a:pt x="8366" y="33352"/>
                    </a:cubicBezTo>
                    <a:cubicBezTo>
                      <a:pt x="8748" y="33487"/>
                      <a:pt x="9266" y="33577"/>
                      <a:pt x="9963" y="33577"/>
                    </a:cubicBezTo>
                    <a:cubicBezTo>
                      <a:pt x="10390" y="33577"/>
                      <a:pt x="10840" y="33532"/>
                      <a:pt x="11290" y="33465"/>
                    </a:cubicBezTo>
                    <a:cubicBezTo>
                      <a:pt x="11740" y="33397"/>
                      <a:pt x="12189" y="33307"/>
                      <a:pt x="12617" y="33195"/>
                    </a:cubicBezTo>
                    <a:lnTo>
                      <a:pt x="12617" y="35849"/>
                    </a:lnTo>
                    <a:close/>
                  </a:path>
                </a:pathLst>
              </a:custGeom>
              <a:solidFill>
                <a:srgbClr val="231F20"/>
              </a:solidFill>
              <a:ln w="2249" cap="flat">
                <a:noFill/>
                <a:prstDash val="solid"/>
                <a:miter/>
              </a:ln>
            </p:spPr>
            <p:txBody>
              <a:bodyPr rtlCol="0" anchor="ctr"/>
              <a:lstStyle/>
              <a:p>
                <a:endParaRPr lang="en-US"/>
              </a:p>
            </p:txBody>
          </p:sp>
        </p:grpSp>
        <p:grpSp>
          <p:nvGrpSpPr>
            <p:cNvPr id="18233" name="Graphic 4479">
              <a:extLst>
                <a:ext uri="{FF2B5EF4-FFF2-40B4-BE49-F238E27FC236}">
                  <a16:creationId xmlns:a16="http://schemas.microsoft.com/office/drawing/2014/main" id="{AEDAAFBC-3889-9DA6-890D-107919281070}"/>
                </a:ext>
              </a:extLst>
            </p:cNvPr>
            <p:cNvGrpSpPr/>
            <p:nvPr/>
          </p:nvGrpSpPr>
          <p:grpSpPr>
            <a:xfrm>
              <a:off x="7632019" y="5266065"/>
              <a:ext cx="823338" cy="157332"/>
              <a:chOff x="4708686" y="5758808"/>
              <a:chExt cx="207488" cy="39649"/>
            </a:xfrm>
            <a:solidFill>
              <a:srgbClr val="231F20"/>
            </a:solidFill>
          </p:grpSpPr>
          <p:sp>
            <p:nvSpPr>
              <p:cNvPr id="18234" name="Freeform 18233">
                <a:extLst>
                  <a:ext uri="{FF2B5EF4-FFF2-40B4-BE49-F238E27FC236}">
                    <a16:creationId xmlns:a16="http://schemas.microsoft.com/office/drawing/2014/main" id="{E13EF4D8-6420-2351-E6BB-F3938A20329F}"/>
                  </a:ext>
                </a:extLst>
              </p:cNvPr>
              <p:cNvSpPr/>
              <p:nvPr/>
            </p:nvSpPr>
            <p:spPr>
              <a:xfrm>
                <a:off x="4708686" y="5758808"/>
                <a:ext cx="3553" cy="38862"/>
              </a:xfrm>
              <a:custGeom>
                <a:avLst/>
                <a:gdLst>
                  <a:gd name="connsiteX0" fmla="*/ 0 w 3553"/>
                  <a:gd name="connsiteY0" fmla="*/ 4813 h 38862"/>
                  <a:gd name="connsiteX1" fmla="*/ 0 w 3553"/>
                  <a:gd name="connsiteY1" fmla="*/ 0 h 38862"/>
                  <a:gd name="connsiteX2" fmla="*/ 3553 w 3553"/>
                  <a:gd name="connsiteY2" fmla="*/ 0 h 38862"/>
                  <a:gd name="connsiteX3" fmla="*/ 3553 w 3553"/>
                  <a:gd name="connsiteY3" fmla="*/ 4813 h 38862"/>
                  <a:gd name="connsiteX4" fmla="*/ 0 w 3553"/>
                  <a:gd name="connsiteY4" fmla="*/ 4813 h 38862"/>
                  <a:gd name="connsiteX5" fmla="*/ 157 w 3553"/>
                  <a:gd name="connsiteY5" fmla="*/ 38862 h 38862"/>
                  <a:gd name="connsiteX6" fmla="*/ 157 w 3553"/>
                  <a:gd name="connsiteY6" fmla="*/ 10908 h 38862"/>
                  <a:gd name="connsiteX7" fmla="*/ 3396 w 3553"/>
                  <a:gd name="connsiteY7" fmla="*/ 10908 h 38862"/>
                  <a:gd name="connsiteX8" fmla="*/ 3396 w 3553"/>
                  <a:gd name="connsiteY8" fmla="*/ 38862 h 38862"/>
                  <a:gd name="connsiteX9" fmla="*/ 157 w 3553"/>
                  <a:gd name="connsiteY9" fmla="*/ 38862 h 388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53" h="38862">
                    <a:moveTo>
                      <a:pt x="0" y="4813"/>
                    </a:moveTo>
                    <a:lnTo>
                      <a:pt x="0" y="0"/>
                    </a:lnTo>
                    <a:lnTo>
                      <a:pt x="3553" y="0"/>
                    </a:lnTo>
                    <a:lnTo>
                      <a:pt x="3553" y="4813"/>
                    </a:lnTo>
                    <a:lnTo>
                      <a:pt x="0" y="4813"/>
                    </a:lnTo>
                    <a:close/>
                    <a:moveTo>
                      <a:pt x="157" y="38862"/>
                    </a:moveTo>
                    <a:lnTo>
                      <a:pt x="157" y="10908"/>
                    </a:lnTo>
                    <a:lnTo>
                      <a:pt x="3396" y="10908"/>
                    </a:lnTo>
                    <a:lnTo>
                      <a:pt x="3396" y="38862"/>
                    </a:lnTo>
                    <a:lnTo>
                      <a:pt x="157" y="38862"/>
                    </a:lnTo>
                    <a:close/>
                  </a:path>
                </a:pathLst>
              </a:custGeom>
              <a:solidFill>
                <a:srgbClr val="231F20"/>
              </a:solidFill>
              <a:ln w="2249" cap="flat">
                <a:noFill/>
                <a:prstDash val="solid"/>
                <a:miter/>
              </a:ln>
            </p:spPr>
            <p:txBody>
              <a:bodyPr rtlCol="0" anchor="ctr"/>
              <a:lstStyle/>
              <a:p>
                <a:endParaRPr lang="en-US"/>
              </a:p>
            </p:txBody>
          </p:sp>
          <p:sp>
            <p:nvSpPr>
              <p:cNvPr id="18235" name="Freeform 18234">
                <a:extLst>
                  <a:ext uri="{FF2B5EF4-FFF2-40B4-BE49-F238E27FC236}">
                    <a16:creationId xmlns:a16="http://schemas.microsoft.com/office/drawing/2014/main" id="{E2E5DCE3-C5F5-F6E6-0A25-5D2EC6F55CC0}"/>
                  </a:ext>
                </a:extLst>
              </p:cNvPr>
              <p:cNvSpPr/>
              <p:nvPr/>
            </p:nvSpPr>
            <p:spPr>
              <a:xfrm>
                <a:off x="4720335" y="5768951"/>
                <a:ext cx="22197" cy="28741"/>
              </a:xfrm>
              <a:custGeom>
                <a:avLst/>
                <a:gdLst>
                  <a:gd name="connsiteX0" fmla="*/ 3239 w 22197"/>
                  <a:gd name="connsiteY0" fmla="*/ 28719 h 28741"/>
                  <a:gd name="connsiteX1" fmla="*/ 0 w 22197"/>
                  <a:gd name="connsiteY1" fmla="*/ 28719 h 28741"/>
                  <a:gd name="connsiteX2" fmla="*/ 0 w 22197"/>
                  <a:gd name="connsiteY2" fmla="*/ 765 h 28741"/>
                  <a:gd name="connsiteX3" fmla="*/ 3239 w 22197"/>
                  <a:gd name="connsiteY3" fmla="*/ 765 h 28741"/>
                  <a:gd name="connsiteX4" fmla="*/ 3239 w 22197"/>
                  <a:gd name="connsiteY4" fmla="*/ 4655 h 28741"/>
                  <a:gd name="connsiteX5" fmla="*/ 7264 w 22197"/>
                  <a:gd name="connsiteY5" fmla="*/ 1305 h 28741"/>
                  <a:gd name="connsiteX6" fmla="*/ 12257 w 22197"/>
                  <a:gd name="connsiteY6" fmla="*/ 0 h 28741"/>
                  <a:gd name="connsiteX7" fmla="*/ 17070 w 22197"/>
                  <a:gd name="connsiteY7" fmla="*/ 900 h 28741"/>
                  <a:gd name="connsiteX8" fmla="*/ 20803 w 22197"/>
                  <a:gd name="connsiteY8" fmla="*/ 4003 h 28741"/>
                  <a:gd name="connsiteX9" fmla="*/ 22017 w 22197"/>
                  <a:gd name="connsiteY9" fmla="*/ 7107 h 28741"/>
                  <a:gd name="connsiteX10" fmla="*/ 22197 w 22197"/>
                  <a:gd name="connsiteY10" fmla="*/ 10435 h 28741"/>
                  <a:gd name="connsiteX11" fmla="*/ 22197 w 22197"/>
                  <a:gd name="connsiteY11" fmla="*/ 28742 h 28741"/>
                  <a:gd name="connsiteX12" fmla="*/ 18959 w 22197"/>
                  <a:gd name="connsiteY12" fmla="*/ 28742 h 28741"/>
                  <a:gd name="connsiteX13" fmla="*/ 18959 w 22197"/>
                  <a:gd name="connsiteY13" fmla="*/ 10503 h 28741"/>
                  <a:gd name="connsiteX14" fmla="*/ 17295 w 22197"/>
                  <a:gd name="connsiteY14" fmla="*/ 4835 h 28741"/>
                  <a:gd name="connsiteX15" fmla="*/ 11740 w 22197"/>
                  <a:gd name="connsiteY15" fmla="*/ 2946 h 28741"/>
                  <a:gd name="connsiteX16" fmla="*/ 8996 w 22197"/>
                  <a:gd name="connsiteY16" fmla="*/ 3396 h 28741"/>
                  <a:gd name="connsiteX17" fmla="*/ 6747 w 22197"/>
                  <a:gd name="connsiteY17" fmla="*/ 4610 h 28741"/>
                  <a:gd name="connsiteX18" fmla="*/ 5038 w 22197"/>
                  <a:gd name="connsiteY18" fmla="*/ 6342 h 28741"/>
                  <a:gd name="connsiteX19" fmla="*/ 3958 w 22197"/>
                  <a:gd name="connsiteY19" fmla="*/ 8389 h 28741"/>
                  <a:gd name="connsiteX20" fmla="*/ 3373 w 22197"/>
                  <a:gd name="connsiteY20" fmla="*/ 10975 h 28741"/>
                  <a:gd name="connsiteX21" fmla="*/ 3261 w 22197"/>
                  <a:gd name="connsiteY21" fmla="*/ 13674 h 28741"/>
                  <a:gd name="connsiteX22" fmla="*/ 3261 w 22197"/>
                  <a:gd name="connsiteY22" fmla="*/ 28742 h 28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2197" h="28741">
                    <a:moveTo>
                      <a:pt x="3239" y="28719"/>
                    </a:moveTo>
                    <a:lnTo>
                      <a:pt x="0" y="28719"/>
                    </a:lnTo>
                    <a:lnTo>
                      <a:pt x="0" y="765"/>
                    </a:lnTo>
                    <a:lnTo>
                      <a:pt x="3239" y="765"/>
                    </a:lnTo>
                    <a:lnTo>
                      <a:pt x="3239" y="4655"/>
                    </a:lnTo>
                    <a:cubicBezTo>
                      <a:pt x="4543" y="3284"/>
                      <a:pt x="5870" y="2181"/>
                      <a:pt x="7264" y="1305"/>
                    </a:cubicBezTo>
                    <a:cubicBezTo>
                      <a:pt x="8658" y="450"/>
                      <a:pt x="10323" y="0"/>
                      <a:pt x="12257" y="0"/>
                    </a:cubicBezTo>
                    <a:cubicBezTo>
                      <a:pt x="13989" y="0"/>
                      <a:pt x="15585" y="292"/>
                      <a:pt x="17070" y="900"/>
                    </a:cubicBezTo>
                    <a:cubicBezTo>
                      <a:pt x="18554" y="1507"/>
                      <a:pt x="19791" y="2519"/>
                      <a:pt x="20803" y="4003"/>
                    </a:cubicBezTo>
                    <a:cubicBezTo>
                      <a:pt x="21478" y="5015"/>
                      <a:pt x="21882" y="6050"/>
                      <a:pt x="22017" y="7107"/>
                    </a:cubicBezTo>
                    <a:cubicBezTo>
                      <a:pt x="22152" y="8164"/>
                      <a:pt x="22197" y="9266"/>
                      <a:pt x="22197" y="10435"/>
                    </a:cubicBezTo>
                    <a:lnTo>
                      <a:pt x="22197" y="28742"/>
                    </a:lnTo>
                    <a:lnTo>
                      <a:pt x="18959" y="28742"/>
                    </a:lnTo>
                    <a:lnTo>
                      <a:pt x="18959" y="10503"/>
                    </a:lnTo>
                    <a:cubicBezTo>
                      <a:pt x="18959" y="7984"/>
                      <a:pt x="18397" y="6095"/>
                      <a:pt x="17295" y="4835"/>
                    </a:cubicBezTo>
                    <a:cubicBezTo>
                      <a:pt x="16170" y="3576"/>
                      <a:pt x="14326" y="2946"/>
                      <a:pt x="11740" y="2946"/>
                    </a:cubicBezTo>
                    <a:cubicBezTo>
                      <a:pt x="10728" y="2946"/>
                      <a:pt x="9805" y="3104"/>
                      <a:pt x="8996" y="3396"/>
                    </a:cubicBezTo>
                    <a:cubicBezTo>
                      <a:pt x="8186" y="3688"/>
                      <a:pt x="7422" y="4116"/>
                      <a:pt x="6747" y="4610"/>
                    </a:cubicBezTo>
                    <a:cubicBezTo>
                      <a:pt x="6072" y="5105"/>
                      <a:pt x="5510" y="5690"/>
                      <a:pt x="5038" y="6342"/>
                    </a:cubicBezTo>
                    <a:cubicBezTo>
                      <a:pt x="4565" y="6994"/>
                      <a:pt x="4206" y="7669"/>
                      <a:pt x="3958" y="8389"/>
                    </a:cubicBezTo>
                    <a:cubicBezTo>
                      <a:pt x="3643" y="9288"/>
                      <a:pt x="3441" y="10143"/>
                      <a:pt x="3373" y="10975"/>
                    </a:cubicBezTo>
                    <a:cubicBezTo>
                      <a:pt x="3306" y="11807"/>
                      <a:pt x="3261" y="12707"/>
                      <a:pt x="3261" y="13674"/>
                    </a:cubicBezTo>
                    <a:lnTo>
                      <a:pt x="3261" y="28742"/>
                    </a:lnTo>
                    <a:close/>
                  </a:path>
                </a:pathLst>
              </a:custGeom>
              <a:solidFill>
                <a:srgbClr val="231F20"/>
              </a:solidFill>
              <a:ln w="2249" cap="flat">
                <a:noFill/>
                <a:prstDash val="solid"/>
                <a:miter/>
              </a:ln>
            </p:spPr>
            <p:txBody>
              <a:bodyPr rtlCol="0" anchor="ctr"/>
              <a:lstStyle/>
              <a:p>
                <a:endParaRPr lang="en-US"/>
              </a:p>
            </p:txBody>
          </p:sp>
          <p:sp>
            <p:nvSpPr>
              <p:cNvPr id="18236" name="Freeform 18235">
                <a:extLst>
                  <a:ext uri="{FF2B5EF4-FFF2-40B4-BE49-F238E27FC236}">
                    <a16:creationId xmlns:a16="http://schemas.microsoft.com/office/drawing/2014/main" id="{9EEBC537-40C0-1B3A-AE27-57553C1ED760}"/>
                  </a:ext>
                </a:extLst>
              </p:cNvPr>
              <p:cNvSpPr/>
              <p:nvPr/>
            </p:nvSpPr>
            <p:spPr>
              <a:xfrm>
                <a:off x="4749010" y="5768951"/>
                <a:ext cx="24896" cy="29461"/>
              </a:xfrm>
              <a:custGeom>
                <a:avLst/>
                <a:gdLst>
                  <a:gd name="connsiteX0" fmla="*/ 21163 w 24896"/>
                  <a:gd name="connsiteY0" fmla="*/ 9558 h 29461"/>
                  <a:gd name="connsiteX1" fmla="*/ 18194 w 24896"/>
                  <a:gd name="connsiteY1" fmla="*/ 4678 h 29461"/>
                  <a:gd name="connsiteX2" fmla="*/ 12842 w 24896"/>
                  <a:gd name="connsiteY2" fmla="*/ 2924 h 29461"/>
                  <a:gd name="connsiteX3" fmla="*/ 8569 w 24896"/>
                  <a:gd name="connsiteY3" fmla="*/ 3958 h 29461"/>
                  <a:gd name="connsiteX4" fmla="*/ 5645 w 24896"/>
                  <a:gd name="connsiteY4" fmla="*/ 6679 h 29461"/>
                  <a:gd name="connsiteX5" fmla="*/ 3981 w 24896"/>
                  <a:gd name="connsiteY5" fmla="*/ 10503 h 29461"/>
                  <a:gd name="connsiteX6" fmla="*/ 3441 w 24896"/>
                  <a:gd name="connsiteY6" fmla="*/ 14798 h 29461"/>
                  <a:gd name="connsiteX7" fmla="*/ 3958 w 24896"/>
                  <a:gd name="connsiteY7" fmla="*/ 19116 h 29461"/>
                  <a:gd name="connsiteX8" fmla="*/ 5600 w 24896"/>
                  <a:gd name="connsiteY8" fmla="*/ 22895 h 29461"/>
                  <a:gd name="connsiteX9" fmla="*/ 8524 w 24896"/>
                  <a:gd name="connsiteY9" fmla="*/ 25571 h 29461"/>
                  <a:gd name="connsiteX10" fmla="*/ 12842 w 24896"/>
                  <a:gd name="connsiteY10" fmla="*/ 26560 h 29461"/>
                  <a:gd name="connsiteX11" fmla="*/ 18644 w 24896"/>
                  <a:gd name="connsiteY11" fmla="*/ 24559 h 29461"/>
                  <a:gd name="connsiteX12" fmla="*/ 21433 w 24896"/>
                  <a:gd name="connsiteY12" fmla="*/ 19049 h 29461"/>
                  <a:gd name="connsiteX13" fmla="*/ 24896 w 24896"/>
                  <a:gd name="connsiteY13" fmla="*/ 19049 h 29461"/>
                  <a:gd name="connsiteX14" fmla="*/ 23524 w 24896"/>
                  <a:gd name="connsiteY14" fmla="*/ 23277 h 29461"/>
                  <a:gd name="connsiteX15" fmla="*/ 21095 w 24896"/>
                  <a:gd name="connsiteY15" fmla="*/ 26560 h 29461"/>
                  <a:gd name="connsiteX16" fmla="*/ 17564 w 24896"/>
                  <a:gd name="connsiteY16" fmla="*/ 28697 h 29461"/>
                  <a:gd name="connsiteX17" fmla="*/ 12864 w 24896"/>
                  <a:gd name="connsiteY17" fmla="*/ 29461 h 29461"/>
                  <a:gd name="connsiteX18" fmla="*/ 7084 w 24896"/>
                  <a:gd name="connsiteY18" fmla="*/ 28337 h 29461"/>
                  <a:gd name="connsiteX19" fmla="*/ 3081 w 24896"/>
                  <a:gd name="connsiteY19" fmla="*/ 25233 h 29461"/>
                  <a:gd name="connsiteX20" fmla="*/ 765 w 24896"/>
                  <a:gd name="connsiteY20" fmla="*/ 20556 h 29461"/>
                  <a:gd name="connsiteX21" fmla="*/ 0 w 24896"/>
                  <a:gd name="connsiteY21" fmla="*/ 14776 h 29461"/>
                  <a:gd name="connsiteX22" fmla="*/ 832 w 24896"/>
                  <a:gd name="connsiteY22" fmla="*/ 9198 h 29461"/>
                  <a:gd name="connsiteX23" fmla="*/ 3284 w 24896"/>
                  <a:gd name="connsiteY23" fmla="*/ 4475 h 29461"/>
                  <a:gd name="connsiteX24" fmla="*/ 7309 w 24896"/>
                  <a:gd name="connsiteY24" fmla="*/ 1215 h 29461"/>
                  <a:gd name="connsiteX25" fmla="*/ 12842 w 24896"/>
                  <a:gd name="connsiteY25" fmla="*/ 0 h 29461"/>
                  <a:gd name="connsiteX26" fmla="*/ 20691 w 24896"/>
                  <a:gd name="connsiteY26" fmla="*/ 2316 h 29461"/>
                  <a:gd name="connsiteX27" fmla="*/ 24446 w 24896"/>
                  <a:gd name="connsiteY27" fmla="*/ 9558 h 29461"/>
                  <a:gd name="connsiteX28" fmla="*/ 21163 w 24896"/>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6" h="29461">
                    <a:moveTo>
                      <a:pt x="21163" y="9558"/>
                    </a:moveTo>
                    <a:cubicBezTo>
                      <a:pt x="20578" y="7467"/>
                      <a:pt x="19589" y="5847"/>
                      <a:pt x="18194" y="4678"/>
                    </a:cubicBezTo>
                    <a:cubicBezTo>
                      <a:pt x="16800" y="3509"/>
                      <a:pt x="15001" y="2924"/>
                      <a:pt x="12842" y="2924"/>
                    </a:cubicBezTo>
                    <a:cubicBezTo>
                      <a:pt x="11178" y="2924"/>
                      <a:pt x="9761" y="3261"/>
                      <a:pt x="8569" y="3958"/>
                    </a:cubicBezTo>
                    <a:cubicBezTo>
                      <a:pt x="7377" y="4633"/>
                      <a:pt x="6409" y="5555"/>
                      <a:pt x="5645" y="6679"/>
                    </a:cubicBezTo>
                    <a:cubicBezTo>
                      <a:pt x="4880" y="7804"/>
                      <a:pt x="4341" y="9086"/>
                      <a:pt x="3981" y="10503"/>
                    </a:cubicBezTo>
                    <a:cubicBezTo>
                      <a:pt x="3621" y="11920"/>
                      <a:pt x="3441" y="13359"/>
                      <a:pt x="3441" y="14798"/>
                    </a:cubicBezTo>
                    <a:cubicBezTo>
                      <a:pt x="3441" y="16237"/>
                      <a:pt x="3621" y="17722"/>
                      <a:pt x="3958" y="19116"/>
                    </a:cubicBezTo>
                    <a:cubicBezTo>
                      <a:pt x="4296" y="20510"/>
                      <a:pt x="4858" y="21770"/>
                      <a:pt x="5600" y="22895"/>
                    </a:cubicBezTo>
                    <a:cubicBezTo>
                      <a:pt x="6342" y="24019"/>
                      <a:pt x="7332" y="24896"/>
                      <a:pt x="8524" y="25571"/>
                    </a:cubicBezTo>
                    <a:cubicBezTo>
                      <a:pt x="9716" y="26245"/>
                      <a:pt x="11155" y="26560"/>
                      <a:pt x="12842" y="26560"/>
                    </a:cubicBezTo>
                    <a:cubicBezTo>
                      <a:pt x="15248" y="26560"/>
                      <a:pt x="17182" y="25886"/>
                      <a:pt x="18644" y="24559"/>
                    </a:cubicBezTo>
                    <a:cubicBezTo>
                      <a:pt x="20106" y="23232"/>
                      <a:pt x="21028" y="21388"/>
                      <a:pt x="21433" y="19049"/>
                    </a:cubicBezTo>
                    <a:lnTo>
                      <a:pt x="24896" y="19049"/>
                    </a:lnTo>
                    <a:cubicBezTo>
                      <a:pt x="24604" y="20601"/>
                      <a:pt x="24154" y="22017"/>
                      <a:pt x="23524" y="23277"/>
                    </a:cubicBezTo>
                    <a:cubicBezTo>
                      <a:pt x="22895" y="24559"/>
                      <a:pt x="22085" y="25661"/>
                      <a:pt x="21095" y="26560"/>
                    </a:cubicBezTo>
                    <a:cubicBezTo>
                      <a:pt x="20106" y="27482"/>
                      <a:pt x="18936" y="28180"/>
                      <a:pt x="17564" y="28697"/>
                    </a:cubicBezTo>
                    <a:cubicBezTo>
                      <a:pt x="16193" y="29214"/>
                      <a:pt x="14641" y="29461"/>
                      <a:pt x="12864" y="29461"/>
                    </a:cubicBezTo>
                    <a:cubicBezTo>
                      <a:pt x="10638" y="29461"/>
                      <a:pt x="8703" y="29079"/>
                      <a:pt x="7084" y="28337"/>
                    </a:cubicBezTo>
                    <a:cubicBezTo>
                      <a:pt x="5465" y="27572"/>
                      <a:pt x="4138" y="26538"/>
                      <a:pt x="3081" y="25233"/>
                    </a:cubicBezTo>
                    <a:cubicBezTo>
                      <a:pt x="2024" y="23929"/>
                      <a:pt x="1260" y="22355"/>
                      <a:pt x="765" y="20556"/>
                    </a:cubicBezTo>
                    <a:cubicBezTo>
                      <a:pt x="270" y="18757"/>
                      <a:pt x="0" y="16822"/>
                      <a:pt x="0" y="14776"/>
                    </a:cubicBezTo>
                    <a:cubicBezTo>
                      <a:pt x="0" y="12842"/>
                      <a:pt x="270" y="10975"/>
                      <a:pt x="832" y="9198"/>
                    </a:cubicBezTo>
                    <a:cubicBezTo>
                      <a:pt x="1394" y="7422"/>
                      <a:pt x="2204" y="5847"/>
                      <a:pt x="3284" y="4475"/>
                    </a:cubicBezTo>
                    <a:cubicBezTo>
                      <a:pt x="4363" y="3104"/>
                      <a:pt x="5712" y="2024"/>
                      <a:pt x="7309" y="1215"/>
                    </a:cubicBezTo>
                    <a:cubicBezTo>
                      <a:pt x="8906" y="405"/>
                      <a:pt x="10750" y="0"/>
                      <a:pt x="12842" y="0"/>
                    </a:cubicBezTo>
                    <a:cubicBezTo>
                      <a:pt x="16080" y="0"/>
                      <a:pt x="18689" y="765"/>
                      <a:pt x="20691" y="2316"/>
                    </a:cubicBezTo>
                    <a:cubicBezTo>
                      <a:pt x="22692" y="3868"/>
                      <a:pt x="23929" y="6275"/>
                      <a:pt x="24446" y="9558"/>
                    </a:cubicBezTo>
                    <a:lnTo>
                      <a:pt x="21163" y="9558"/>
                    </a:lnTo>
                    <a:close/>
                  </a:path>
                </a:pathLst>
              </a:custGeom>
              <a:solidFill>
                <a:srgbClr val="231F20"/>
              </a:solidFill>
              <a:ln w="2249" cap="flat">
                <a:noFill/>
                <a:prstDash val="solid"/>
                <a:miter/>
              </a:ln>
            </p:spPr>
            <p:txBody>
              <a:bodyPr rtlCol="0" anchor="ctr"/>
              <a:lstStyle/>
              <a:p>
                <a:endParaRPr lang="en-US"/>
              </a:p>
            </p:txBody>
          </p:sp>
          <p:sp>
            <p:nvSpPr>
              <p:cNvPr id="18237" name="Freeform 18236">
                <a:extLst>
                  <a:ext uri="{FF2B5EF4-FFF2-40B4-BE49-F238E27FC236}">
                    <a16:creationId xmlns:a16="http://schemas.microsoft.com/office/drawing/2014/main" id="{93AE3EB5-1973-2BA8-15F6-1FD9CBA9E66E}"/>
                  </a:ext>
                </a:extLst>
              </p:cNvPr>
              <p:cNvSpPr/>
              <p:nvPr/>
            </p:nvSpPr>
            <p:spPr>
              <a:xfrm>
                <a:off x="4778538" y="5768951"/>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5 w 25908"/>
                  <a:gd name="connsiteY3" fmla="*/ 21185 h 29483"/>
                  <a:gd name="connsiteX4" fmla="*/ 0 w 25908"/>
                  <a:gd name="connsiteY4" fmla="*/ 14753 h 29483"/>
                  <a:gd name="connsiteX5" fmla="*/ 810 w 25908"/>
                  <a:gd name="connsiteY5" fmla="*/ 8996 h 29483"/>
                  <a:gd name="connsiteX6" fmla="*/ 3239 w 25908"/>
                  <a:gd name="connsiteY6" fmla="*/ 4318 h 29483"/>
                  <a:gd name="connsiteX7" fmla="*/ 7287 w 25908"/>
                  <a:gd name="connsiteY7" fmla="*/ 1170 h 29483"/>
                  <a:gd name="connsiteX8" fmla="*/ 12954 w 25908"/>
                  <a:gd name="connsiteY8" fmla="*/ 0 h 29483"/>
                  <a:gd name="connsiteX9" fmla="*/ 18666 w 25908"/>
                  <a:gd name="connsiteY9" fmla="*/ 1170 h 29483"/>
                  <a:gd name="connsiteX10" fmla="*/ 22714 w 25908"/>
                  <a:gd name="connsiteY10" fmla="*/ 4296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45 w 25908"/>
                  <a:gd name="connsiteY17" fmla="*/ 14753 h 29483"/>
                  <a:gd name="connsiteX18" fmla="*/ 21905 w 25908"/>
                  <a:gd name="connsiteY18" fmla="*/ 10120 h 29483"/>
                  <a:gd name="connsiteX19" fmla="*/ 20241 w 25908"/>
                  <a:gd name="connsiteY19" fmla="*/ 6365 h 29483"/>
                  <a:gd name="connsiteX20" fmla="*/ 17317 w 25908"/>
                  <a:gd name="connsiteY20" fmla="*/ 3846 h 29483"/>
                  <a:gd name="connsiteX21" fmla="*/ 12954 w 25908"/>
                  <a:gd name="connsiteY21" fmla="*/ 2924 h 29483"/>
                  <a:gd name="connsiteX22" fmla="*/ 8614 w 25908"/>
                  <a:gd name="connsiteY22" fmla="*/ 3913 h 29483"/>
                  <a:gd name="connsiteX23" fmla="*/ 5667 w 25908"/>
                  <a:gd name="connsiteY23" fmla="*/ 6567 h 29483"/>
                  <a:gd name="connsiteX24" fmla="*/ 4003 w 25908"/>
                  <a:gd name="connsiteY24" fmla="*/ 10345 h 29483"/>
                  <a:gd name="connsiteX25" fmla="*/ 3463 w 25908"/>
                  <a:gd name="connsiteY25" fmla="*/ 14753 h 29483"/>
                  <a:gd name="connsiteX26" fmla="*/ 4093 w 25908"/>
                  <a:gd name="connsiteY26" fmla="*/ 19521 h 29483"/>
                  <a:gd name="connsiteX27" fmla="*/ 5892 w 25908"/>
                  <a:gd name="connsiteY27" fmla="*/ 23277 h 29483"/>
                  <a:gd name="connsiteX28" fmla="*/ 8861 w 25908"/>
                  <a:gd name="connsiteY28" fmla="*/ 25706 h 29483"/>
                  <a:gd name="connsiteX29" fmla="*/ 12954 w 25908"/>
                  <a:gd name="connsiteY29" fmla="*/ 26560 h 29483"/>
                  <a:gd name="connsiteX30" fmla="*/ 17295 w 25908"/>
                  <a:gd name="connsiteY30" fmla="*/ 25571 h 29483"/>
                  <a:gd name="connsiteX31" fmla="*/ 20241 w 25908"/>
                  <a:gd name="connsiteY31" fmla="*/ 22895 h 29483"/>
                  <a:gd name="connsiteX32" fmla="*/ 21905 w 25908"/>
                  <a:gd name="connsiteY32" fmla="*/ 19116 h 29483"/>
                  <a:gd name="connsiteX33" fmla="*/ 22445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5" y="21185"/>
                    </a:cubicBezTo>
                    <a:cubicBezTo>
                      <a:pt x="360" y="19341"/>
                      <a:pt x="0" y="17205"/>
                      <a:pt x="0" y="14753"/>
                    </a:cubicBezTo>
                    <a:cubicBezTo>
                      <a:pt x="0" y="12707"/>
                      <a:pt x="270" y="10795"/>
                      <a:pt x="810" y="8996"/>
                    </a:cubicBezTo>
                    <a:cubicBezTo>
                      <a:pt x="1349" y="7219"/>
                      <a:pt x="2159" y="5667"/>
                      <a:pt x="3239" y="4318"/>
                    </a:cubicBezTo>
                    <a:cubicBezTo>
                      <a:pt x="4318" y="2991"/>
                      <a:pt x="5667" y="1934"/>
                      <a:pt x="7287" y="1170"/>
                    </a:cubicBezTo>
                    <a:cubicBezTo>
                      <a:pt x="8906" y="405"/>
                      <a:pt x="10795" y="0"/>
                      <a:pt x="12954" y="0"/>
                    </a:cubicBezTo>
                    <a:cubicBezTo>
                      <a:pt x="15113" y="0"/>
                      <a:pt x="17047" y="382"/>
                      <a:pt x="18666" y="1170"/>
                    </a:cubicBezTo>
                    <a:cubicBezTo>
                      <a:pt x="20286" y="1957"/>
                      <a:pt x="21635" y="2991"/>
                      <a:pt x="22714" y="4296"/>
                    </a:cubicBezTo>
                    <a:cubicBezTo>
                      <a:pt x="23794" y="5600"/>
                      <a:pt x="24604" y="7174"/>
                      <a:pt x="25121" y="8973"/>
                    </a:cubicBezTo>
                    <a:cubicBezTo>
                      <a:pt x="25638" y="10773"/>
                      <a:pt x="25908" y="12707"/>
                      <a:pt x="25908" y="14753"/>
                    </a:cubicBezTo>
                    <a:cubicBezTo>
                      <a:pt x="25908" y="16980"/>
                      <a:pt x="25593" y="19004"/>
                      <a:pt x="24986" y="20803"/>
                    </a:cubicBezTo>
                    <a:cubicBezTo>
                      <a:pt x="24379" y="22602"/>
                      <a:pt x="23502" y="24154"/>
                      <a:pt x="22377" y="25436"/>
                    </a:cubicBezTo>
                    <a:cubicBezTo>
                      <a:pt x="21253" y="26718"/>
                      <a:pt x="19881" y="27730"/>
                      <a:pt x="18284" y="28427"/>
                    </a:cubicBezTo>
                    <a:cubicBezTo>
                      <a:pt x="16687" y="29124"/>
                      <a:pt x="14911" y="29484"/>
                      <a:pt x="12977" y="29484"/>
                    </a:cubicBezTo>
                    <a:close/>
                    <a:moveTo>
                      <a:pt x="22445" y="14753"/>
                    </a:moveTo>
                    <a:cubicBezTo>
                      <a:pt x="22445" y="13089"/>
                      <a:pt x="22265" y="11560"/>
                      <a:pt x="21905" y="10120"/>
                    </a:cubicBezTo>
                    <a:cubicBezTo>
                      <a:pt x="21545" y="8681"/>
                      <a:pt x="20983" y="7422"/>
                      <a:pt x="20241" y="6365"/>
                    </a:cubicBezTo>
                    <a:cubicBezTo>
                      <a:pt x="19476" y="5308"/>
                      <a:pt x="18509" y="4475"/>
                      <a:pt x="17317" y="3846"/>
                    </a:cubicBezTo>
                    <a:cubicBezTo>
                      <a:pt x="16125" y="3239"/>
                      <a:pt x="14663" y="2924"/>
                      <a:pt x="12954" y="2924"/>
                    </a:cubicBezTo>
                    <a:cubicBezTo>
                      <a:pt x="11245" y="2924"/>
                      <a:pt x="9805" y="3261"/>
                      <a:pt x="8614" y="3913"/>
                    </a:cubicBezTo>
                    <a:cubicBezTo>
                      <a:pt x="7399" y="4588"/>
                      <a:pt x="6432" y="5465"/>
                      <a:pt x="5667" y="6567"/>
                    </a:cubicBezTo>
                    <a:cubicBezTo>
                      <a:pt x="4903" y="7669"/>
                      <a:pt x="4363" y="8928"/>
                      <a:pt x="4003" y="10345"/>
                    </a:cubicBezTo>
                    <a:cubicBezTo>
                      <a:pt x="3643" y="11762"/>
                      <a:pt x="3463" y="13224"/>
                      <a:pt x="3463" y="14753"/>
                    </a:cubicBezTo>
                    <a:cubicBezTo>
                      <a:pt x="3463" y="16485"/>
                      <a:pt x="3666" y="18082"/>
                      <a:pt x="4093" y="19521"/>
                    </a:cubicBezTo>
                    <a:cubicBezTo>
                      <a:pt x="4498" y="20983"/>
                      <a:pt x="5105" y="22220"/>
                      <a:pt x="5892" y="23277"/>
                    </a:cubicBezTo>
                    <a:cubicBezTo>
                      <a:pt x="6679" y="24311"/>
                      <a:pt x="7669" y="25121"/>
                      <a:pt x="8861" y="25706"/>
                    </a:cubicBezTo>
                    <a:cubicBezTo>
                      <a:pt x="10053" y="26290"/>
                      <a:pt x="11425" y="26560"/>
                      <a:pt x="12954" y="26560"/>
                    </a:cubicBezTo>
                    <a:cubicBezTo>
                      <a:pt x="14641" y="26560"/>
                      <a:pt x="16103" y="26223"/>
                      <a:pt x="17295" y="25571"/>
                    </a:cubicBezTo>
                    <a:cubicBezTo>
                      <a:pt x="18509" y="24896"/>
                      <a:pt x="19476" y="24019"/>
                      <a:pt x="20241" y="22895"/>
                    </a:cubicBezTo>
                    <a:cubicBezTo>
                      <a:pt x="21005" y="21770"/>
                      <a:pt x="21545" y="20510"/>
                      <a:pt x="21905" y="19116"/>
                    </a:cubicBezTo>
                    <a:cubicBezTo>
                      <a:pt x="22265" y="17722"/>
                      <a:pt x="22445" y="16260"/>
                      <a:pt x="22445" y="14753"/>
                    </a:cubicBezTo>
                    <a:close/>
                  </a:path>
                </a:pathLst>
              </a:custGeom>
              <a:solidFill>
                <a:srgbClr val="231F20"/>
              </a:solidFill>
              <a:ln w="2249" cap="flat">
                <a:noFill/>
                <a:prstDash val="solid"/>
                <a:miter/>
              </a:ln>
            </p:spPr>
            <p:txBody>
              <a:bodyPr rtlCol="0" anchor="ctr"/>
              <a:lstStyle/>
              <a:p>
                <a:endParaRPr lang="en-US"/>
              </a:p>
            </p:txBody>
          </p:sp>
          <p:sp>
            <p:nvSpPr>
              <p:cNvPr id="18238" name="Freeform 18237">
                <a:extLst>
                  <a:ext uri="{FF2B5EF4-FFF2-40B4-BE49-F238E27FC236}">
                    <a16:creationId xmlns:a16="http://schemas.microsoft.com/office/drawing/2014/main" id="{72EE41B3-10A0-8563-4944-A8EDB7FDD14B}"/>
                  </a:ext>
                </a:extLst>
              </p:cNvPr>
              <p:cNvSpPr/>
              <p:nvPr/>
            </p:nvSpPr>
            <p:spPr>
              <a:xfrm>
                <a:off x="4810541" y="5768951"/>
                <a:ext cx="12481" cy="28719"/>
              </a:xfrm>
              <a:custGeom>
                <a:avLst/>
                <a:gdLst>
                  <a:gd name="connsiteX0" fmla="*/ 3239 w 12481"/>
                  <a:gd name="connsiteY0" fmla="*/ 28719 h 28719"/>
                  <a:gd name="connsiteX1" fmla="*/ 0 w 12481"/>
                  <a:gd name="connsiteY1" fmla="*/ 28719 h 28719"/>
                  <a:gd name="connsiteX2" fmla="*/ 0 w 12481"/>
                  <a:gd name="connsiteY2" fmla="*/ 765 h 28719"/>
                  <a:gd name="connsiteX3" fmla="*/ 3239 w 12481"/>
                  <a:gd name="connsiteY3" fmla="*/ 765 h 28719"/>
                  <a:gd name="connsiteX4" fmla="*/ 3239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9 h 28719"/>
                  <a:gd name="connsiteX9" fmla="*/ 7939 w 12481"/>
                  <a:gd name="connsiteY9" fmla="*/ 4363 h 28719"/>
                  <a:gd name="connsiteX10" fmla="*/ 5105 w 12481"/>
                  <a:gd name="connsiteY10" fmla="*/ 6837 h 28719"/>
                  <a:gd name="connsiteX11" fmla="*/ 3643 w 12481"/>
                  <a:gd name="connsiteY11" fmla="*/ 10525 h 28719"/>
                  <a:gd name="connsiteX12" fmla="*/ 3239 w 12481"/>
                  <a:gd name="connsiteY12" fmla="*/ 14978 h 28719"/>
                  <a:gd name="connsiteX13" fmla="*/ 3239 w 12481"/>
                  <a:gd name="connsiteY13"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9">
                    <a:moveTo>
                      <a:pt x="3239" y="28719"/>
                    </a:moveTo>
                    <a:lnTo>
                      <a:pt x="0" y="28719"/>
                    </a:lnTo>
                    <a:lnTo>
                      <a:pt x="0" y="765"/>
                    </a:lnTo>
                    <a:lnTo>
                      <a:pt x="3239" y="765"/>
                    </a:lnTo>
                    <a:lnTo>
                      <a:pt x="3239" y="6005"/>
                    </a:lnTo>
                    <a:lnTo>
                      <a:pt x="3351" y="6005"/>
                    </a:lnTo>
                    <a:cubicBezTo>
                      <a:pt x="4251" y="3778"/>
                      <a:pt x="5420" y="2226"/>
                      <a:pt x="6837" y="1327"/>
                    </a:cubicBezTo>
                    <a:cubicBezTo>
                      <a:pt x="8254" y="450"/>
                      <a:pt x="10143" y="0"/>
                      <a:pt x="12482" y="0"/>
                    </a:cubicBezTo>
                    <a:lnTo>
                      <a:pt x="12482" y="3509"/>
                    </a:lnTo>
                    <a:cubicBezTo>
                      <a:pt x="10638" y="3463"/>
                      <a:pt x="9131" y="3756"/>
                      <a:pt x="7939" y="4363"/>
                    </a:cubicBezTo>
                    <a:cubicBezTo>
                      <a:pt x="6747" y="4970"/>
                      <a:pt x="5802" y="5802"/>
                      <a:pt x="5105" y="6837"/>
                    </a:cubicBezTo>
                    <a:cubicBezTo>
                      <a:pt x="4408" y="7871"/>
                      <a:pt x="3913" y="9108"/>
                      <a:pt x="3643" y="10525"/>
                    </a:cubicBezTo>
                    <a:cubicBezTo>
                      <a:pt x="3373" y="11942"/>
                      <a:pt x="3239" y="13426"/>
                      <a:pt x="3239" y="14978"/>
                    </a:cubicBezTo>
                    <a:lnTo>
                      <a:pt x="3239" y="28697"/>
                    </a:lnTo>
                    <a:close/>
                  </a:path>
                </a:pathLst>
              </a:custGeom>
              <a:solidFill>
                <a:srgbClr val="231F20"/>
              </a:solidFill>
              <a:ln w="2249" cap="flat">
                <a:noFill/>
                <a:prstDash val="solid"/>
                <a:miter/>
              </a:ln>
            </p:spPr>
            <p:txBody>
              <a:bodyPr rtlCol="0" anchor="ctr"/>
              <a:lstStyle/>
              <a:p>
                <a:endParaRPr lang="en-US"/>
              </a:p>
            </p:txBody>
          </p:sp>
          <p:sp>
            <p:nvSpPr>
              <p:cNvPr id="18239" name="Freeform 18238">
                <a:extLst>
                  <a:ext uri="{FF2B5EF4-FFF2-40B4-BE49-F238E27FC236}">
                    <a16:creationId xmlns:a16="http://schemas.microsoft.com/office/drawing/2014/main" id="{587CACC1-7D52-DE5D-8970-22E843E3CA0A}"/>
                  </a:ext>
                </a:extLst>
              </p:cNvPr>
              <p:cNvSpPr/>
              <p:nvPr/>
            </p:nvSpPr>
            <p:spPr>
              <a:xfrm>
                <a:off x="4828510" y="5768951"/>
                <a:ext cx="12481" cy="28719"/>
              </a:xfrm>
              <a:custGeom>
                <a:avLst/>
                <a:gdLst>
                  <a:gd name="connsiteX0" fmla="*/ 3239 w 12481"/>
                  <a:gd name="connsiteY0" fmla="*/ 28719 h 28719"/>
                  <a:gd name="connsiteX1" fmla="*/ 0 w 12481"/>
                  <a:gd name="connsiteY1" fmla="*/ 28719 h 28719"/>
                  <a:gd name="connsiteX2" fmla="*/ 0 w 12481"/>
                  <a:gd name="connsiteY2" fmla="*/ 765 h 28719"/>
                  <a:gd name="connsiteX3" fmla="*/ 3239 w 12481"/>
                  <a:gd name="connsiteY3" fmla="*/ 765 h 28719"/>
                  <a:gd name="connsiteX4" fmla="*/ 3239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9 h 28719"/>
                  <a:gd name="connsiteX9" fmla="*/ 7939 w 12481"/>
                  <a:gd name="connsiteY9" fmla="*/ 4363 h 28719"/>
                  <a:gd name="connsiteX10" fmla="*/ 5105 w 12481"/>
                  <a:gd name="connsiteY10" fmla="*/ 6837 h 28719"/>
                  <a:gd name="connsiteX11" fmla="*/ 3644 w 12481"/>
                  <a:gd name="connsiteY11" fmla="*/ 10525 h 28719"/>
                  <a:gd name="connsiteX12" fmla="*/ 3239 w 12481"/>
                  <a:gd name="connsiteY12" fmla="*/ 14978 h 28719"/>
                  <a:gd name="connsiteX13" fmla="*/ 3239 w 12481"/>
                  <a:gd name="connsiteY13"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9">
                    <a:moveTo>
                      <a:pt x="3239" y="28719"/>
                    </a:moveTo>
                    <a:lnTo>
                      <a:pt x="0" y="28719"/>
                    </a:lnTo>
                    <a:lnTo>
                      <a:pt x="0" y="765"/>
                    </a:lnTo>
                    <a:lnTo>
                      <a:pt x="3239" y="765"/>
                    </a:lnTo>
                    <a:lnTo>
                      <a:pt x="3239" y="6005"/>
                    </a:lnTo>
                    <a:lnTo>
                      <a:pt x="3351" y="6005"/>
                    </a:lnTo>
                    <a:cubicBezTo>
                      <a:pt x="4251" y="3778"/>
                      <a:pt x="5420" y="2226"/>
                      <a:pt x="6837" y="1327"/>
                    </a:cubicBezTo>
                    <a:cubicBezTo>
                      <a:pt x="8254" y="450"/>
                      <a:pt x="10143" y="0"/>
                      <a:pt x="12482" y="0"/>
                    </a:cubicBezTo>
                    <a:lnTo>
                      <a:pt x="12482" y="3509"/>
                    </a:lnTo>
                    <a:cubicBezTo>
                      <a:pt x="10638" y="3463"/>
                      <a:pt x="9131" y="3756"/>
                      <a:pt x="7939" y="4363"/>
                    </a:cubicBezTo>
                    <a:cubicBezTo>
                      <a:pt x="6747" y="4970"/>
                      <a:pt x="5802" y="5802"/>
                      <a:pt x="5105" y="6837"/>
                    </a:cubicBezTo>
                    <a:cubicBezTo>
                      <a:pt x="4408" y="7871"/>
                      <a:pt x="3913" y="9108"/>
                      <a:pt x="3644" y="10525"/>
                    </a:cubicBezTo>
                    <a:cubicBezTo>
                      <a:pt x="3373" y="11942"/>
                      <a:pt x="3239" y="13426"/>
                      <a:pt x="3239" y="14978"/>
                    </a:cubicBezTo>
                    <a:lnTo>
                      <a:pt x="3239" y="28697"/>
                    </a:lnTo>
                    <a:close/>
                  </a:path>
                </a:pathLst>
              </a:custGeom>
              <a:solidFill>
                <a:srgbClr val="231F20"/>
              </a:solidFill>
              <a:ln w="2249" cap="flat">
                <a:noFill/>
                <a:prstDash val="solid"/>
                <a:miter/>
              </a:ln>
            </p:spPr>
            <p:txBody>
              <a:bodyPr rtlCol="0" anchor="ctr"/>
              <a:lstStyle/>
              <a:p>
                <a:endParaRPr lang="en-US"/>
              </a:p>
            </p:txBody>
          </p:sp>
          <p:sp>
            <p:nvSpPr>
              <p:cNvPr id="18240" name="Freeform 18239">
                <a:extLst>
                  <a:ext uri="{FF2B5EF4-FFF2-40B4-BE49-F238E27FC236}">
                    <a16:creationId xmlns:a16="http://schemas.microsoft.com/office/drawing/2014/main" id="{CC97CDA7-C535-2307-0516-A4806B6531D8}"/>
                  </a:ext>
                </a:extLst>
              </p:cNvPr>
              <p:cNvSpPr/>
              <p:nvPr/>
            </p:nvSpPr>
            <p:spPr>
              <a:xfrm>
                <a:off x="4844815" y="5768973"/>
                <a:ext cx="25167" cy="29483"/>
              </a:xfrm>
              <a:custGeom>
                <a:avLst/>
                <a:gdLst>
                  <a:gd name="connsiteX0" fmla="*/ 3509 w 25167"/>
                  <a:gd name="connsiteY0" fmla="*/ 15473 h 29483"/>
                  <a:gd name="connsiteX1" fmla="*/ 4093 w 25167"/>
                  <a:gd name="connsiteY1" fmla="*/ 19768 h 29483"/>
                  <a:gd name="connsiteX2" fmla="*/ 5848 w 25167"/>
                  <a:gd name="connsiteY2" fmla="*/ 23277 h 29483"/>
                  <a:gd name="connsiteX3" fmla="*/ 8794 w 25167"/>
                  <a:gd name="connsiteY3" fmla="*/ 25661 h 29483"/>
                  <a:gd name="connsiteX4" fmla="*/ 12887 w 25167"/>
                  <a:gd name="connsiteY4" fmla="*/ 26560 h 29483"/>
                  <a:gd name="connsiteX5" fmla="*/ 18329 w 25167"/>
                  <a:gd name="connsiteY5" fmla="*/ 24896 h 29483"/>
                  <a:gd name="connsiteX6" fmla="*/ 21343 w 25167"/>
                  <a:gd name="connsiteY6" fmla="*/ 20151 h 29483"/>
                  <a:gd name="connsiteX7" fmla="*/ 24964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7 w 25167"/>
                  <a:gd name="connsiteY18" fmla="*/ 1170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8 w 25167"/>
                  <a:gd name="connsiteY23" fmla="*/ 12774 h 29483"/>
                  <a:gd name="connsiteX24" fmla="*/ 21185 w 25167"/>
                  <a:gd name="connsiteY24" fmla="*/ 8906 h 29483"/>
                  <a:gd name="connsiteX25" fmla="*/ 19521 w 25167"/>
                  <a:gd name="connsiteY25" fmla="*/ 5780 h 29483"/>
                  <a:gd name="connsiteX26" fmla="*/ 16732 w 25167"/>
                  <a:gd name="connsiteY26" fmla="*/ 3666 h 29483"/>
                  <a:gd name="connsiteX27" fmla="*/ 12909 w 25167"/>
                  <a:gd name="connsiteY27" fmla="*/ 2879 h 29483"/>
                  <a:gd name="connsiteX28" fmla="*/ 9108 w 25167"/>
                  <a:gd name="connsiteY28" fmla="*/ 3688 h 29483"/>
                  <a:gd name="connsiteX29" fmla="*/ 6297 w 25167"/>
                  <a:gd name="connsiteY29" fmla="*/ 5847 h 29483"/>
                  <a:gd name="connsiteX30" fmla="*/ 4431 w 25167"/>
                  <a:gd name="connsiteY30" fmla="*/ 8973 h 29483"/>
                  <a:gd name="connsiteX31" fmla="*/ 3509 w 25167"/>
                  <a:gd name="connsiteY31" fmla="*/ 12752 h 29483"/>
                  <a:gd name="connsiteX32" fmla="*/ 21748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9" y="15473"/>
                    </a:moveTo>
                    <a:cubicBezTo>
                      <a:pt x="3509" y="16980"/>
                      <a:pt x="3711" y="18419"/>
                      <a:pt x="4093" y="19768"/>
                    </a:cubicBezTo>
                    <a:cubicBezTo>
                      <a:pt x="4498" y="21118"/>
                      <a:pt x="5083" y="22287"/>
                      <a:pt x="5848" y="23277"/>
                    </a:cubicBezTo>
                    <a:cubicBezTo>
                      <a:pt x="6612" y="24266"/>
                      <a:pt x="7601" y="25053"/>
                      <a:pt x="8794" y="25661"/>
                    </a:cubicBezTo>
                    <a:cubicBezTo>
                      <a:pt x="9986" y="26245"/>
                      <a:pt x="11357" y="26560"/>
                      <a:pt x="12887" y="26560"/>
                    </a:cubicBezTo>
                    <a:cubicBezTo>
                      <a:pt x="15001" y="26560"/>
                      <a:pt x="16822" y="25998"/>
                      <a:pt x="18329" y="24896"/>
                    </a:cubicBezTo>
                    <a:cubicBezTo>
                      <a:pt x="19836" y="23794"/>
                      <a:pt x="20848" y="22197"/>
                      <a:pt x="21343" y="20151"/>
                    </a:cubicBezTo>
                    <a:lnTo>
                      <a:pt x="24964" y="20151"/>
                    </a:lnTo>
                    <a:cubicBezTo>
                      <a:pt x="24559" y="21478"/>
                      <a:pt x="24042"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4" y="29102"/>
                      <a:pt x="7084" y="28359"/>
                    </a:cubicBezTo>
                    <a:cubicBezTo>
                      <a:pt x="5465" y="27595"/>
                      <a:pt x="4138" y="26560"/>
                      <a:pt x="3081" y="25256"/>
                    </a:cubicBezTo>
                    <a:cubicBezTo>
                      <a:pt x="2047" y="23951"/>
                      <a:pt x="1260" y="22400"/>
                      <a:pt x="765" y="20623"/>
                    </a:cubicBezTo>
                    <a:cubicBezTo>
                      <a:pt x="270" y="18846"/>
                      <a:pt x="0" y="16935"/>
                      <a:pt x="0" y="14866"/>
                    </a:cubicBezTo>
                    <a:cubicBezTo>
                      <a:pt x="0" y="12797"/>
                      <a:pt x="292" y="10885"/>
                      <a:pt x="900" y="9086"/>
                    </a:cubicBezTo>
                    <a:cubicBezTo>
                      <a:pt x="1484" y="7287"/>
                      <a:pt x="2339" y="5712"/>
                      <a:pt x="3441" y="4363"/>
                    </a:cubicBezTo>
                    <a:cubicBezTo>
                      <a:pt x="4543" y="3014"/>
                      <a:pt x="5870" y="1957"/>
                      <a:pt x="7467" y="1170"/>
                    </a:cubicBezTo>
                    <a:cubicBezTo>
                      <a:pt x="9063" y="382"/>
                      <a:pt x="10840" y="0"/>
                      <a:pt x="12864" y="0"/>
                    </a:cubicBezTo>
                    <a:cubicBezTo>
                      <a:pt x="16710" y="0"/>
                      <a:pt x="19746" y="1327"/>
                      <a:pt x="21927" y="3958"/>
                    </a:cubicBezTo>
                    <a:cubicBezTo>
                      <a:pt x="24132" y="6612"/>
                      <a:pt x="25211" y="10435"/>
                      <a:pt x="25166" y="15473"/>
                    </a:cubicBezTo>
                    <a:lnTo>
                      <a:pt x="3463" y="15473"/>
                    </a:lnTo>
                    <a:close/>
                    <a:moveTo>
                      <a:pt x="21748" y="12774"/>
                    </a:moveTo>
                    <a:cubicBezTo>
                      <a:pt x="21748" y="11402"/>
                      <a:pt x="21568" y="10120"/>
                      <a:pt x="21185" y="8906"/>
                    </a:cubicBezTo>
                    <a:cubicBezTo>
                      <a:pt x="20803" y="7692"/>
                      <a:pt x="20241" y="6657"/>
                      <a:pt x="19521" y="5780"/>
                    </a:cubicBezTo>
                    <a:cubicBezTo>
                      <a:pt x="18779" y="4903"/>
                      <a:pt x="17857" y="4206"/>
                      <a:pt x="16732" y="3666"/>
                    </a:cubicBezTo>
                    <a:cubicBezTo>
                      <a:pt x="15608" y="3149"/>
                      <a:pt x="14348" y="2879"/>
                      <a:pt x="12909" y="2879"/>
                    </a:cubicBezTo>
                    <a:cubicBezTo>
                      <a:pt x="11470" y="2879"/>
                      <a:pt x="10210" y="3149"/>
                      <a:pt x="9108" y="3688"/>
                    </a:cubicBezTo>
                    <a:cubicBezTo>
                      <a:pt x="8006" y="4228"/>
                      <a:pt x="7084" y="4948"/>
                      <a:pt x="6297" y="5847"/>
                    </a:cubicBezTo>
                    <a:cubicBezTo>
                      <a:pt x="5533" y="6747"/>
                      <a:pt x="4903" y="7781"/>
                      <a:pt x="4431" y="8973"/>
                    </a:cubicBezTo>
                    <a:cubicBezTo>
                      <a:pt x="3958" y="10165"/>
                      <a:pt x="3666" y="11425"/>
                      <a:pt x="3509" y="12752"/>
                    </a:cubicBezTo>
                    <a:lnTo>
                      <a:pt x="21748" y="12752"/>
                    </a:lnTo>
                    <a:close/>
                  </a:path>
                </a:pathLst>
              </a:custGeom>
              <a:solidFill>
                <a:srgbClr val="231F20"/>
              </a:solidFill>
              <a:ln w="2249" cap="flat">
                <a:noFill/>
                <a:prstDash val="solid"/>
                <a:miter/>
              </a:ln>
            </p:spPr>
            <p:txBody>
              <a:bodyPr rtlCol="0" anchor="ctr"/>
              <a:lstStyle/>
              <a:p>
                <a:endParaRPr lang="en-US"/>
              </a:p>
            </p:txBody>
          </p:sp>
          <p:sp>
            <p:nvSpPr>
              <p:cNvPr id="18241" name="Freeform 18240">
                <a:extLst>
                  <a:ext uri="{FF2B5EF4-FFF2-40B4-BE49-F238E27FC236}">
                    <a16:creationId xmlns:a16="http://schemas.microsoft.com/office/drawing/2014/main" id="{6DAC6A99-D22E-1173-C610-4104DF8453AC}"/>
                  </a:ext>
                </a:extLst>
              </p:cNvPr>
              <p:cNvSpPr/>
              <p:nvPr/>
            </p:nvSpPr>
            <p:spPr>
              <a:xfrm>
                <a:off x="4874974" y="5768951"/>
                <a:ext cx="24896" cy="29461"/>
              </a:xfrm>
              <a:custGeom>
                <a:avLst/>
                <a:gdLst>
                  <a:gd name="connsiteX0" fmla="*/ 21163 w 24896"/>
                  <a:gd name="connsiteY0" fmla="*/ 9558 h 29461"/>
                  <a:gd name="connsiteX1" fmla="*/ 18194 w 24896"/>
                  <a:gd name="connsiteY1" fmla="*/ 4678 h 29461"/>
                  <a:gd name="connsiteX2" fmla="*/ 12842 w 24896"/>
                  <a:gd name="connsiteY2" fmla="*/ 2924 h 29461"/>
                  <a:gd name="connsiteX3" fmla="*/ 8569 w 24896"/>
                  <a:gd name="connsiteY3" fmla="*/ 3958 h 29461"/>
                  <a:gd name="connsiteX4" fmla="*/ 5645 w 24896"/>
                  <a:gd name="connsiteY4" fmla="*/ 6679 h 29461"/>
                  <a:gd name="connsiteX5" fmla="*/ 3981 w 24896"/>
                  <a:gd name="connsiteY5" fmla="*/ 10503 h 29461"/>
                  <a:gd name="connsiteX6" fmla="*/ 3441 w 24896"/>
                  <a:gd name="connsiteY6" fmla="*/ 14798 h 29461"/>
                  <a:gd name="connsiteX7" fmla="*/ 3958 w 24896"/>
                  <a:gd name="connsiteY7" fmla="*/ 19116 h 29461"/>
                  <a:gd name="connsiteX8" fmla="*/ 5600 w 24896"/>
                  <a:gd name="connsiteY8" fmla="*/ 22895 h 29461"/>
                  <a:gd name="connsiteX9" fmla="*/ 8524 w 24896"/>
                  <a:gd name="connsiteY9" fmla="*/ 25571 h 29461"/>
                  <a:gd name="connsiteX10" fmla="*/ 12842 w 24896"/>
                  <a:gd name="connsiteY10" fmla="*/ 26560 h 29461"/>
                  <a:gd name="connsiteX11" fmla="*/ 18644 w 24896"/>
                  <a:gd name="connsiteY11" fmla="*/ 24559 h 29461"/>
                  <a:gd name="connsiteX12" fmla="*/ 21433 w 24896"/>
                  <a:gd name="connsiteY12" fmla="*/ 19049 h 29461"/>
                  <a:gd name="connsiteX13" fmla="*/ 24896 w 24896"/>
                  <a:gd name="connsiteY13" fmla="*/ 19049 h 29461"/>
                  <a:gd name="connsiteX14" fmla="*/ 23524 w 24896"/>
                  <a:gd name="connsiteY14" fmla="*/ 23277 h 29461"/>
                  <a:gd name="connsiteX15" fmla="*/ 21095 w 24896"/>
                  <a:gd name="connsiteY15" fmla="*/ 26560 h 29461"/>
                  <a:gd name="connsiteX16" fmla="*/ 17564 w 24896"/>
                  <a:gd name="connsiteY16" fmla="*/ 28697 h 29461"/>
                  <a:gd name="connsiteX17" fmla="*/ 12864 w 24896"/>
                  <a:gd name="connsiteY17" fmla="*/ 29461 h 29461"/>
                  <a:gd name="connsiteX18" fmla="*/ 7084 w 24896"/>
                  <a:gd name="connsiteY18" fmla="*/ 28337 h 29461"/>
                  <a:gd name="connsiteX19" fmla="*/ 3081 w 24896"/>
                  <a:gd name="connsiteY19" fmla="*/ 25233 h 29461"/>
                  <a:gd name="connsiteX20" fmla="*/ 765 w 24896"/>
                  <a:gd name="connsiteY20" fmla="*/ 20556 h 29461"/>
                  <a:gd name="connsiteX21" fmla="*/ 0 w 24896"/>
                  <a:gd name="connsiteY21" fmla="*/ 14776 h 29461"/>
                  <a:gd name="connsiteX22" fmla="*/ 832 w 24896"/>
                  <a:gd name="connsiteY22" fmla="*/ 9198 h 29461"/>
                  <a:gd name="connsiteX23" fmla="*/ 3284 w 24896"/>
                  <a:gd name="connsiteY23" fmla="*/ 4475 h 29461"/>
                  <a:gd name="connsiteX24" fmla="*/ 7309 w 24896"/>
                  <a:gd name="connsiteY24" fmla="*/ 1215 h 29461"/>
                  <a:gd name="connsiteX25" fmla="*/ 12842 w 24896"/>
                  <a:gd name="connsiteY25" fmla="*/ 0 h 29461"/>
                  <a:gd name="connsiteX26" fmla="*/ 20691 w 24896"/>
                  <a:gd name="connsiteY26" fmla="*/ 2316 h 29461"/>
                  <a:gd name="connsiteX27" fmla="*/ 24446 w 24896"/>
                  <a:gd name="connsiteY27" fmla="*/ 9558 h 29461"/>
                  <a:gd name="connsiteX28" fmla="*/ 21163 w 24896"/>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6" h="29461">
                    <a:moveTo>
                      <a:pt x="21163" y="9558"/>
                    </a:moveTo>
                    <a:cubicBezTo>
                      <a:pt x="20578" y="7467"/>
                      <a:pt x="19589" y="5847"/>
                      <a:pt x="18194" y="4678"/>
                    </a:cubicBezTo>
                    <a:cubicBezTo>
                      <a:pt x="16800" y="3509"/>
                      <a:pt x="15001" y="2924"/>
                      <a:pt x="12842" y="2924"/>
                    </a:cubicBezTo>
                    <a:cubicBezTo>
                      <a:pt x="11177" y="2924"/>
                      <a:pt x="9760" y="3261"/>
                      <a:pt x="8569" y="3958"/>
                    </a:cubicBezTo>
                    <a:cubicBezTo>
                      <a:pt x="7377" y="4633"/>
                      <a:pt x="6409" y="5555"/>
                      <a:pt x="5645" y="6679"/>
                    </a:cubicBezTo>
                    <a:cubicBezTo>
                      <a:pt x="4880" y="7804"/>
                      <a:pt x="4341" y="9086"/>
                      <a:pt x="3981" y="10503"/>
                    </a:cubicBezTo>
                    <a:cubicBezTo>
                      <a:pt x="3621" y="11920"/>
                      <a:pt x="3441" y="13359"/>
                      <a:pt x="3441" y="14798"/>
                    </a:cubicBezTo>
                    <a:cubicBezTo>
                      <a:pt x="3441" y="16237"/>
                      <a:pt x="3621" y="17722"/>
                      <a:pt x="3958" y="19116"/>
                    </a:cubicBezTo>
                    <a:cubicBezTo>
                      <a:pt x="4296" y="20510"/>
                      <a:pt x="4858" y="21770"/>
                      <a:pt x="5600" y="22895"/>
                    </a:cubicBezTo>
                    <a:cubicBezTo>
                      <a:pt x="6342" y="24019"/>
                      <a:pt x="7332" y="24896"/>
                      <a:pt x="8524" y="25571"/>
                    </a:cubicBezTo>
                    <a:cubicBezTo>
                      <a:pt x="9716" y="26245"/>
                      <a:pt x="11155" y="26560"/>
                      <a:pt x="12842" y="26560"/>
                    </a:cubicBezTo>
                    <a:cubicBezTo>
                      <a:pt x="15248" y="26560"/>
                      <a:pt x="17182" y="25886"/>
                      <a:pt x="18644" y="24559"/>
                    </a:cubicBezTo>
                    <a:cubicBezTo>
                      <a:pt x="20106" y="23232"/>
                      <a:pt x="21028" y="21388"/>
                      <a:pt x="21433" y="19049"/>
                    </a:cubicBezTo>
                    <a:lnTo>
                      <a:pt x="24896" y="19049"/>
                    </a:lnTo>
                    <a:cubicBezTo>
                      <a:pt x="24604" y="20601"/>
                      <a:pt x="24154" y="22017"/>
                      <a:pt x="23524" y="23277"/>
                    </a:cubicBezTo>
                    <a:cubicBezTo>
                      <a:pt x="22895" y="24559"/>
                      <a:pt x="22085" y="25661"/>
                      <a:pt x="21095" y="26560"/>
                    </a:cubicBezTo>
                    <a:cubicBezTo>
                      <a:pt x="20106" y="27482"/>
                      <a:pt x="18936" y="28180"/>
                      <a:pt x="17564" y="28697"/>
                    </a:cubicBezTo>
                    <a:cubicBezTo>
                      <a:pt x="16193" y="29214"/>
                      <a:pt x="14641" y="29461"/>
                      <a:pt x="12864" y="29461"/>
                    </a:cubicBezTo>
                    <a:cubicBezTo>
                      <a:pt x="10638" y="29461"/>
                      <a:pt x="8703" y="29079"/>
                      <a:pt x="7084" y="28337"/>
                    </a:cubicBezTo>
                    <a:cubicBezTo>
                      <a:pt x="5465" y="27572"/>
                      <a:pt x="4138" y="26538"/>
                      <a:pt x="3081" y="25233"/>
                    </a:cubicBezTo>
                    <a:cubicBezTo>
                      <a:pt x="2024" y="23929"/>
                      <a:pt x="1260" y="22355"/>
                      <a:pt x="765" y="20556"/>
                    </a:cubicBezTo>
                    <a:cubicBezTo>
                      <a:pt x="270" y="18757"/>
                      <a:pt x="0" y="16822"/>
                      <a:pt x="0" y="14776"/>
                    </a:cubicBezTo>
                    <a:cubicBezTo>
                      <a:pt x="0" y="12842"/>
                      <a:pt x="270" y="10975"/>
                      <a:pt x="832" y="9198"/>
                    </a:cubicBezTo>
                    <a:cubicBezTo>
                      <a:pt x="1394" y="7422"/>
                      <a:pt x="2204" y="5847"/>
                      <a:pt x="3284" y="4475"/>
                    </a:cubicBezTo>
                    <a:cubicBezTo>
                      <a:pt x="4363" y="3104"/>
                      <a:pt x="5712" y="2024"/>
                      <a:pt x="7309" y="1215"/>
                    </a:cubicBezTo>
                    <a:cubicBezTo>
                      <a:pt x="8906" y="405"/>
                      <a:pt x="10750" y="0"/>
                      <a:pt x="12842" y="0"/>
                    </a:cubicBezTo>
                    <a:cubicBezTo>
                      <a:pt x="16080" y="0"/>
                      <a:pt x="18689" y="765"/>
                      <a:pt x="20691" y="2316"/>
                    </a:cubicBezTo>
                    <a:cubicBezTo>
                      <a:pt x="22692" y="3868"/>
                      <a:pt x="23929" y="6275"/>
                      <a:pt x="24446" y="9558"/>
                    </a:cubicBezTo>
                    <a:lnTo>
                      <a:pt x="21163" y="9558"/>
                    </a:lnTo>
                    <a:close/>
                  </a:path>
                </a:pathLst>
              </a:custGeom>
              <a:solidFill>
                <a:srgbClr val="231F20"/>
              </a:solidFill>
              <a:ln w="2249" cap="flat">
                <a:noFill/>
                <a:prstDash val="solid"/>
                <a:miter/>
              </a:ln>
            </p:spPr>
            <p:txBody>
              <a:bodyPr rtlCol="0" anchor="ctr"/>
              <a:lstStyle/>
              <a:p>
                <a:endParaRPr lang="en-US"/>
              </a:p>
            </p:txBody>
          </p:sp>
          <p:sp>
            <p:nvSpPr>
              <p:cNvPr id="18242" name="Freeform 18241">
                <a:extLst>
                  <a:ext uri="{FF2B5EF4-FFF2-40B4-BE49-F238E27FC236}">
                    <a16:creationId xmlns:a16="http://schemas.microsoft.com/office/drawing/2014/main" id="{8F0B9BCB-DA7D-CEA4-D7F1-16D6781B82D8}"/>
                  </a:ext>
                </a:extLst>
              </p:cNvPr>
              <p:cNvSpPr/>
              <p:nvPr/>
            </p:nvSpPr>
            <p:spPr>
              <a:xfrm>
                <a:off x="4903558" y="5761934"/>
                <a:ext cx="12616" cy="36500"/>
              </a:xfrm>
              <a:custGeom>
                <a:avLst/>
                <a:gdLst>
                  <a:gd name="connsiteX0" fmla="*/ 12617 w 12616"/>
                  <a:gd name="connsiteY0" fmla="*/ 35849 h 36500"/>
                  <a:gd name="connsiteX1" fmla="*/ 11042 w 12616"/>
                  <a:gd name="connsiteY1" fmla="*/ 36231 h 36500"/>
                  <a:gd name="connsiteX2" fmla="*/ 8883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2 h 36500"/>
                  <a:gd name="connsiteX8" fmla="*/ 3936 w 12616"/>
                  <a:gd name="connsiteY8" fmla="*/ 7782 h 36500"/>
                  <a:gd name="connsiteX9" fmla="*/ 3936 w 12616"/>
                  <a:gd name="connsiteY9" fmla="*/ 0 h 36500"/>
                  <a:gd name="connsiteX10" fmla="*/ 7174 w 12616"/>
                  <a:gd name="connsiteY10" fmla="*/ 0 h 36500"/>
                  <a:gd name="connsiteX11" fmla="*/ 7174 w 12616"/>
                  <a:gd name="connsiteY11" fmla="*/ 7782 h 36500"/>
                  <a:gd name="connsiteX12" fmla="*/ 12414 w 12616"/>
                  <a:gd name="connsiteY12" fmla="*/ 7782 h 36500"/>
                  <a:gd name="connsiteX13" fmla="*/ 12414 w 12616"/>
                  <a:gd name="connsiteY13" fmla="*/ 10480 h 36500"/>
                  <a:gd name="connsiteX14" fmla="*/ 7174 w 12616"/>
                  <a:gd name="connsiteY14" fmla="*/ 10480 h 36500"/>
                  <a:gd name="connsiteX15" fmla="*/ 7174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5 h 36500"/>
                  <a:gd name="connsiteX21" fmla="*/ 12617 w 12616"/>
                  <a:gd name="connsiteY21" fmla="*/ 33195 h 36500"/>
                  <a:gd name="connsiteX22" fmla="*/ 12617 w 12616"/>
                  <a:gd name="connsiteY22" fmla="*/ 35849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616" h="36500">
                    <a:moveTo>
                      <a:pt x="12617" y="35849"/>
                    </a:moveTo>
                    <a:cubicBezTo>
                      <a:pt x="12212" y="35916"/>
                      <a:pt x="11694" y="36051"/>
                      <a:pt x="11042" y="36231"/>
                    </a:cubicBezTo>
                    <a:cubicBezTo>
                      <a:pt x="10390" y="36411"/>
                      <a:pt x="9670" y="36501"/>
                      <a:pt x="8883" y="36501"/>
                    </a:cubicBezTo>
                    <a:cubicBezTo>
                      <a:pt x="7264" y="36501"/>
                      <a:pt x="6027" y="36096"/>
                      <a:pt x="5195" y="35286"/>
                    </a:cubicBezTo>
                    <a:cubicBezTo>
                      <a:pt x="4363" y="34477"/>
                      <a:pt x="3936" y="33037"/>
                      <a:pt x="3936" y="30946"/>
                    </a:cubicBezTo>
                    <a:lnTo>
                      <a:pt x="3936" y="10480"/>
                    </a:lnTo>
                    <a:lnTo>
                      <a:pt x="0" y="10480"/>
                    </a:lnTo>
                    <a:lnTo>
                      <a:pt x="0" y="7782"/>
                    </a:lnTo>
                    <a:lnTo>
                      <a:pt x="3936" y="7782"/>
                    </a:lnTo>
                    <a:lnTo>
                      <a:pt x="3936" y="0"/>
                    </a:lnTo>
                    <a:lnTo>
                      <a:pt x="7174" y="0"/>
                    </a:lnTo>
                    <a:lnTo>
                      <a:pt x="7174" y="7782"/>
                    </a:lnTo>
                    <a:lnTo>
                      <a:pt x="12414" y="7782"/>
                    </a:lnTo>
                    <a:lnTo>
                      <a:pt x="12414" y="10480"/>
                    </a:lnTo>
                    <a:lnTo>
                      <a:pt x="7174" y="10480"/>
                    </a:lnTo>
                    <a:lnTo>
                      <a:pt x="7174" y="29641"/>
                    </a:lnTo>
                    <a:cubicBezTo>
                      <a:pt x="7174" y="30316"/>
                      <a:pt x="7174" y="30923"/>
                      <a:pt x="7219" y="31418"/>
                    </a:cubicBezTo>
                    <a:cubicBezTo>
                      <a:pt x="7264" y="31913"/>
                      <a:pt x="7354" y="32340"/>
                      <a:pt x="7534" y="32655"/>
                    </a:cubicBezTo>
                    <a:cubicBezTo>
                      <a:pt x="7714" y="32970"/>
                      <a:pt x="7984" y="33217"/>
                      <a:pt x="8366" y="33352"/>
                    </a:cubicBezTo>
                    <a:cubicBezTo>
                      <a:pt x="8748" y="33487"/>
                      <a:pt x="9266" y="33577"/>
                      <a:pt x="9963" y="33577"/>
                    </a:cubicBezTo>
                    <a:cubicBezTo>
                      <a:pt x="10390" y="33577"/>
                      <a:pt x="10840" y="33532"/>
                      <a:pt x="11290" y="33465"/>
                    </a:cubicBezTo>
                    <a:cubicBezTo>
                      <a:pt x="11739" y="33397"/>
                      <a:pt x="12189" y="33307"/>
                      <a:pt x="12617" y="33195"/>
                    </a:cubicBezTo>
                    <a:lnTo>
                      <a:pt x="12617" y="35849"/>
                    </a:lnTo>
                    <a:close/>
                  </a:path>
                </a:pathLst>
              </a:custGeom>
              <a:solidFill>
                <a:srgbClr val="231F20"/>
              </a:solidFill>
              <a:ln w="2249" cap="flat">
                <a:noFill/>
                <a:prstDash val="solid"/>
                <a:miter/>
              </a:ln>
            </p:spPr>
            <p:txBody>
              <a:bodyPr rtlCol="0" anchor="ctr"/>
              <a:lstStyle/>
              <a:p>
                <a:endParaRPr lang="en-US"/>
              </a:p>
            </p:txBody>
          </p:sp>
        </p:grpSp>
        <p:grpSp>
          <p:nvGrpSpPr>
            <p:cNvPr id="18252" name="Graphic 4479">
              <a:extLst>
                <a:ext uri="{FF2B5EF4-FFF2-40B4-BE49-F238E27FC236}">
                  <a16:creationId xmlns:a16="http://schemas.microsoft.com/office/drawing/2014/main" id="{50185742-6EE2-7FB3-6A4E-4DEE17F7BDAC}"/>
                </a:ext>
              </a:extLst>
            </p:cNvPr>
            <p:cNvGrpSpPr/>
            <p:nvPr/>
          </p:nvGrpSpPr>
          <p:grpSpPr>
            <a:xfrm>
              <a:off x="7093624" y="1504538"/>
              <a:ext cx="716159" cy="157511"/>
              <a:chOff x="4573006" y="4810872"/>
              <a:chExt cx="180478" cy="39694"/>
            </a:xfrm>
            <a:solidFill>
              <a:srgbClr val="231F20"/>
            </a:solidFill>
          </p:grpSpPr>
          <p:sp>
            <p:nvSpPr>
              <p:cNvPr id="18253" name="Freeform 18252">
                <a:extLst>
                  <a:ext uri="{FF2B5EF4-FFF2-40B4-BE49-F238E27FC236}">
                    <a16:creationId xmlns:a16="http://schemas.microsoft.com/office/drawing/2014/main" id="{B2C9132E-A385-AD7A-E6AA-5C580F853089}"/>
                  </a:ext>
                </a:extLst>
              </p:cNvPr>
              <p:cNvSpPr/>
              <p:nvPr/>
            </p:nvSpPr>
            <p:spPr>
              <a:xfrm>
                <a:off x="4573006" y="4810872"/>
                <a:ext cx="3553" cy="38862"/>
              </a:xfrm>
              <a:custGeom>
                <a:avLst/>
                <a:gdLst>
                  <a:gd name="connsiteX0" fmla="*/ 0 w 3553"/>
                  <a:gd name="connsiteY0" fmla="*/ 4813 h 38862"/>
                  <a:gd name="connsiteX1" fmla="*/ 0 w 3553"/>
                  <a:gd name="connsiteY1" fmla="*/ 0 h 38862"/>
                  <a:gd name="connsiteX2" fmla="*/ 3554 w 3553"/>
                  <a:gd name="connsiteY2" fmla="*/ 0 h 38862"/>
                  <a:gd name="connsiteX3" fmla="*/ 3554 w 3553"/>
                  <a:gd name="connsiteY3" fmla="*/ 4813 h 38862"/>
                  <a:gd name="connsiteX4" fmla="*/ 0 w 3553"/>
                  <a:gd name="connsiteY4" fmla="*/ 4813 h 38862"/>
                  <a:gd name="connsiteX5" fmla="*/ 158 w 3553"/>
                  <a:gd name="connsiteY5" fmla="*/ 38862 h 38862"/>
                  <a:gd name="connsiteX6" fmla="*/ 158 w 3553"/>
                  <a:gd name="connsiteY6" fmla="*/ 10908 h 38862"/>
                  <a:gd name="connsiteX7" fmla="*/ 3396 w 3553"/>
                  <a:gd name="connsiteY7" fmla="*/ 10908 h 38862"/>
                  <a:gd name="connsiteX8" fmla="*/ 3396 w 3553"/>
                  <a:gd name="connsiteY8" fmla="*/ 38862 h 38862"/>
                  <a:gd name="connsiteX9" fmla="*/ 158 w 3553"/>
                  <a:gd name="connsiteY9" fmla="*/ 38862 h 388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53" h="38862">
                    <a:moveTo>
                      <a:pt x="0" y="4813"/>
                    </a:moveTo>
                    <a:lnTo>
                      <a:pt x="0" y="0"/>
                    </a:lnTo>
                    <a:lnTo>
                      <a:pt x="3554" y="0"/>
                    </a:lnTo>
                    <a:lnTo>
                      <a:pt x="3554" y="4813"/>
                    </a:lnTo>
                    <a:lnTo>
                      <a:pt x="0" y="4813"/>
                    </a:lnTo>
                    <a:close/>
                    <a:moveTo>
                      <a:pt x="158" y="38862"/>
                    </a:moveTo>
                    <a:lnTo>
                      <a:pt x="158" y="10908"/>
                    </a:lnTo>
                    <a:lnTo>
                      <a:pt x="3396" y="10908"/>
                    </a:lnTo>
                    <a:lnTo>
                      <a:pt x="3396" y="38862"/>
                    </a:lnTo>
                    <a:lnTo>
                      <a:pt x="158" y="38862"/>
                    </a:lnTo>
                    <a:close/>
                  </a:path>
                </a:pathLst>
              </a:custGeom>
              <a:solidFill>
                <a:srgbClr val="231F20"/>
              </a:solidFill>
              <a:ln w="2249" cap="flat">
                <a:noFill/>
                <a:prstDash val="solid"/>
                <a:miter/>
              </a:ln>
            </p:spPr>
            <p:txBody>
              <a:bodyPr rtlCol="0" anchor="ctr"/>
              <a:lstStyle/>
              <a:p>
                <a:endParaRPr lang="en-US"/>
              </a:p>
            </p:txBody>
          </p:sp>
          <p:sp>
            <p:nvSpPr>
              <p:cNvPr id="18254" name="Freeform 18253">
                <a:extLst>
                  <a:ext uri="{FF2B5EF4-FFF2-40B4-BE49-F238E27FC236}">
                    <a16:creationId xmlns:a16="http://schemas.microsoft.com/office/drawing/2014/main" id="{E222242E-2AB1-19F3-8FEE-9EAF71191AD5}"/>
                  </a:ext>
                </a:extLst>
              </p:cNvPr>
              <p:cNvSpPr/>
              <p:nvPr/>
            </p:nvSpPr>
            <p:spPr>
              <a:xfrm>
                <a:off x="4583239" y="4821015"/>
                <a:ext cx="22039" cy="29439"/>
              </a:xfrm>
              <a:custGeom>
                <a:avLst/>
                <a:gdLst>
                  <a:gd name="connsiteX0" fmla="*/ 3306 w 22039"/>
                  <a:gd name="connsiteY0" fmla="*/ 19993 h 29439"/>
                  <a:gd name="connsiteX1" fmla="*/ 6027 w 22039"/>
                  <a:gd name="connsiteY1" fmla="*/ 25098 h 29439"/>
                  <a:gd name="connsiteX2" fmla="*/ 11672 w 22039"/>
                  <a:gd name="connsiteY2" fmla="*/ 26583 h 29439"/>
                  <a:gd name="connsiteX3" fmla="*/ 14753 w 22039"/>
                  <a:gd name="connsiteY3" fmla="*/ 26155 h 29439"/>
                  <a:gd name="connsiteX4" fmla="*/ 16890 w 22039"/>
                  <a:gd name="connsiteY4" fmla="*/ 24986 h 29439"/>
                  <a:gd name="connsiteX5" fmla="*/ 18149 w 22039"/>
                  <a:gd name="connsiteY5" fmla="*/ 23344 h 29439"/>
                  <a:gd name="connsiteX6" fmla="*/ 18576 w 22039"/>
                  <a:gd name="connsiteY6" fmla="*/ 21410 h 29439"/>
                  <a:gd name="connsiteX7" fmla="*/ 17250 w 22039"/>
                  <a:gd name="connsiteY7" fmla="*/ 18352 h 29439"/>
                  <a:gd name="connsiteX8" fmla="*/ 13921 w 22039"/>
                  <a:gd name="connsiteY8" fmla="*/ 16777 h 29439"/>
                  <a:gd name="connsiteX9" fmla="*/ 9603 w 22039"/>
                  <a:gd name="connsiteY9" fmla="*/ 15810 h 29439"/>
                  <a:gd name="connsiteX10" fmla="*/ 5285 w 22039"/>
                  <a:gd name="connsiteY10" fmla="*/ 14596 h 29439"/>
                  <a:gd name="connsiteX11" fmla="*/ 1957 w 22039"/>
                  <a:gd name="connsiteY11" fmla="*/ 12279 h 29439"/>
                  <a:gd name="connsiteX12" fmla="*/ 630 w 22039"/>
                  <a:gd name="connsiteY12" fmla="*/ 8006 h 29439"/>
                  <a:gd name="connsiteX13" fmla="*/ 3194 w 22039"/>
                  <a:gd name="connsiteY13" fmla="*/ 2249 h 29439"/>
                  <a:gd name="connsiteX14" fmla="*/ 10458 w 22039"/>
                  <a:gd name="connsiteY14" fmla="*/ 0 h 29439"/>
                  <a:gd name="connsiteX15" fmla="*/ 17834 w 22039"/>
                  <a:gd name="connsiteY15" fmla="*/ 2024 h 29439"/>
                  <a:gd name="connsiteX16" fmla="*/ 21253 w 22039"/>
                  <a:gd name="connsiteY16" fmla="*/ 8794 h 29439"/>
                  <a:gd name="connsiteX17" fmla="*/ 17969 w 22039"/>
                  <a:gd name="connsiteY17" fmla="*/ 8794 h 29439"/>
                  <a:gd name="connsiteX18" fmla="*/ 15518 w 22039"/>
                  <a:gd name="connsiteY18" fmla="*/ 4228 h 29439"/>
                  <a:gd name="connsiteX19" fmla="*/ 10413 w 22039"/>
                  <a:gd name="connsiteY19" fmla="*/ 2901 h 29439"/>
                  <a:gd name="connsiteX20" fmla="*/ 5712 w 22039"/>
                  <a:gd name="connsiteY20" fmla="*/ 4228 h 29439"/>
                  <a:gd name="connsiteX21" fmla="*/ 4093 w 22039"/>
                  <a:gd name="connsiteY21" fmla="*/ 7714 h 29439"/>
                  <a:gd name="connsiteX22" fmla="*/ 5420 w 22039"/>
                  <a:gd name="connsiteY22" fmla="*/ 10593 h 29439"/>
                  <a:gd name="connsiteX23" fmla="*/ 8748 w 22039"/>
                  <a:gd name="connsiteY23" fmla="*/ 12212 h 29439"/>
                  <a:gd name="connsiteX24" fmla="*/ 13066 w 22039"/>
                  <a:gd name="connsiteY24" fmla="*/ 13314 h 29439"/>
                  <a:gd name="connsiteX25" fmla="*/ 17384 w 22039"/>
                  <a:gd name="connsiteY25" fmla="*/ 14686 h 29439"/>
                  <a:gd name="connsiteX26" fmla="*/ 20713 w 22039"/>
                  <a:gd name="connsiteY26" fmla="*/ 17092 h 29439"/>
                  <a:gd name="connsiteX27" fmla="*/ 22040 w 22039"/>
                  <a:gd name="connsiteY27" fmla="*/ 21298 h 29439"/>
                  <a:gd name="connsiteX28" fmla="*/ 21185 w 22039"/>
                  <a:gd name="connsiteY28" fmla="*/ 24829 h 29439"/>
                  <a:gd name="connsiteX29" fmla="*/ 18801 w 22039"/>
                  <a:gd name="connsiteY29" fmla="*/ 27392 h 29439"/>
                  <a:gd name="connsiteX30" fmla="*/ 15203 w 22039"/>
                  <a:gd name="connsiteY30" fmla="*/ 28922 h 29439"/>
                  <a:gd name="connsiteX31" fmla="*/ 10638 w 22039"/>
                  <a:gd name="connsiteY31" fmla="*/ 29439 h 29439"/>
                  <a:gd name="connsiteX32" fmla="*/ 6230 w 22039"/>
                  <a:gd name="connsiteY32" fmla="*/ 28719 h 29439"/>
                  <a:gd name="connsiteX33" fmla="*/ 2969 w 22039"/>
                  <a:gd name="connsiteY33" fmla="*/ 26695 h 29439"/>
                  <a:gd name="connsiteX34" fmla="*/ 855 w 22039"/>
                  <a:gd name="connsiteY34" fmla="*/ 23682 h 29439"/>
                  <a:gd name="connsiteX35" fmla="*/ 0 w 22039"/>
                  <a:gd name="connsiteY35" fmla="*/ 19948 h 29439"/>
                  <a:gd name="connsiteX36" fmla="*/ 3283 w 22039"/>
                  <a:gd name="connsiteY36" fmla="*/ 19948 h 29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2039" h="29439">
                    <a:moveTo>
                      <a:pt x="3306" y="19993"/>
                    </a:moveTo>
                    <a:cubicBezTo>
                      <a:pt x="3801" y="22400"/>
                      <a:pt x="4723" y="24109"/>
                      <a:pt x="6027" y="25098"/>
                    </a:cubicBezTo>
                    <a:cubicBezTo>
                      <a:pt x="7332" y="26088"/>
                      <a:pt x="9221" y="26583"/>
                      <a:pt x="11672" y="26583"/>
                    </a:cubicBezTo>
                    <a:cubicBezTo>
                      <a:pt x="12864" y="26583"/>
                      <a:pt x="13876" y="26448"/>
                      <a:pt x="14753" y="26155"/>
                    </a:cubicBezTo>
                    <a:cubicBezTo>
                      <a:pt x="15608" y="25863"/>
                      <a:pt x="16327" y="25481"/>
                      <a:pt x="16890" y="24986"/>
                    </a:cubicBezTo>
                    <a:cubicBezTo>
                      <a:pt x="17452" y="24491"/>
                      <a:pt x="17879" y="23951"/>
                      <a:pt x="18149" y="23344"/>
                    </a:cubicBezTo>
                    <a:cubicBezTo>
                      <a:pt x="18441" y="22737"/>
                      <a:pt x="18576" y="22085"/>
                      <a:pt x="18576" y="21410"/>
                    </a:cubicBezTo>
                    <a:cubicBezTo>
                      <a:pt x="18576" y="20038"/>
                      <a:pt x="18126" y="19026"/>
                      <a:pt x="17250" y="18352"/>
                    </a:cubicBezTo>
                    <a:cubicBezTo>
                      <a:pt x="16372" y="17677"/>
                      <a:pt x="15271" y="17160"/>
                      <a:pt x="13921" y="16777"/>
                    </a:cubicBezTo>
                    <a:cubicBezTo>
                      <a:pt x="12572" y="16395"/>
                      <a:pt x="11155" y="16080"/>
                      <a:pt x="9603" y="15810"/>
                    </a:cubicBezTo>
                    <a:cubicBezTo>
                      <a:pt x="8051" y="15540"/>
                      <a:pt x="6612" y="15135"/>
                      <a:pt x="5285" y="14596"/>
                    </a:cubicBezTo>
                    <a:cubicBezTo>
                      <a:pt x="3958" y="14056"/>
                      <a:pt x="2856" y="13291"/>
                      <a:pt x="1957" y="12279"/>
                    </a:cubicBezTo>
                    <a:cubicBezTo>
                      <a:pt x="1079" y="11267"/>
                      <a:pt x="630" y="9850"/>
                      <a:pt x="630" y="8006"/>
                    </a:cubicBezTo>
                    <a:cubicBezTo>
                      <a:pt x="630" y="5667"/>
                      <a:pt x="1484" y="3756"/>
                      <a:pt x="3194" y="2249"/>
                    </a:cubicBezTo>
                    <a:cubicBezTo>
                      <a:pt x="4903" y="765"/>
                      <a:pt x="7332" y="0"/>
                      <a:pt x="10458" y="0"/>
                    </a:cubicBezTo>
                    <a:cubicBezTo>
                      <a:pt x="13584" y="0"/>
                      <a:pt x="15945" y="675"/>
                      <a:pt x="17834" y="2024"/>
                    </a:cubicBezTo>
                    <a:cubicBezTo>
                      <a:pt x="19723" y="3373"/>
                      <a:pt x="20870" y="5622"/>
                      <a:pt x="21253" y="8794"/>
                    </a:cubicBezTo>
                    <a:lnTo>
                      <a:pt x="17969" y="8794"/>
                    </a:lnTo>
                    <a:cubicBezTo>
                      <a:pt x="17677" y="6635"/>
                      <a:pt x="16867" y="5105"/>
                      <a:pt x="15518" y="4228"/>
                    </a:cubicBezTo>
                    <a:cubicBezTo>
                      <a:pt x="14169" y="3351"/>
                      <a:pt x="12459" y="2901"/>
                      <a:pt x="10413" y="2901"/>
                    </a:cubicBezTo>
                    <a:cubicBezTo>
                      <a:pt x="8366" y="2901"/>
                      <a:pt x="6792" y="3351"/>
                      <a:pt x="5712" y="4228"/>
                    </a:cubicBezTo>
                    <a:cubicBezTo>
                      <a:pt x="4633" y="5105"/>
                      <a:pt x="4093" y="6275"/>
                      <a:pt x="4093" y="7714"/>
                    </a:cubicBezTo>
                    <a:cubicBezTo>
                      <a:pt x="4093" y="8973"/>
                      <a:pt x="4543" y="9940"/>
                      <a:pt x="5420" y="10593"/>
                    </a:cubicBezTo>
                    <a:cubicBezTo>
                      <a:pt x="6297" y="11267"/>
                      <a:pt x="7399" y="11807"/>
                      <a:pt x="8748" y="12212"/>
                    </a:cubicBezTo>
                    <a:cubicBezTo>
                      <a:pt x="10075" y="12617"/>
                      <a:pt x="11515" y="12999"/>
                      <a:pt x="13066" y="13314"/>
                    </a:cubicBezTo>
                    <a:cubicBezTo>
                      <a:pt x="14618" y="13629"/>
                      <a:pt x="16058" y="14101"/>
                      <a:pt x="17384" y="14686"/>
                    </a:cubicBezTo>
                    <a:cubicBezTo>
                      <a:pt x="18711" y="15271"/>
                      <a:pt x="19813" y="16080"/>
                      <a:pt x="20713" y="17092"/>
                    </a:cubicBezTo>
                    <a:cubicBezTo>
                      <a:pt x="21590" y="18104"/>
                      <a:pt x="22040" y="19499"/>
                      <a:pt x="22040" y="21298"/>
                    </a:cubicBezTo>
                    <a:cubicBezTo>
                      <a:pt x="22040" y="22625"/>
                      <a:pt x="21748" y="23817"/>
                      <a:pt x="21185" y="24829"/>
                    </a:cubicBezTo>
                    <a:cubicBezTo>
                      <a:pt x="20623" y="25841"/>
                      <a:pt x="19813" y="26718"/>
                      <a:pt x="18801" y="27392"/>
                    </a:cubicBezTo>
                    <a:cubicBezTo>
                      <a:pt x="17789" y="28067"/>
                      <a:pt x="16597" y="28584"/>
                      <a:pt x="15203" y="28922"/>
                    </a:cubicBezTo>
                    <a:cubicBezTo>
                      <a:pt x="13809" y="29259"/>
                      <a:pt x="12302" y="29439"/>
                      <a:pt x="10638" y="29439"/>
                    </a:cubicBezTo>
                    <a:cubicBezTo>
                      <a:pt x="8973" y="29439"/>
                      <a:pt x="7511" y="29191"/>
                      <a:pt x="6230" y="28719"/>
                    </a:cubicBezTo>
                    <a:cubicBezTo>
                      <a:pt x="4948" y="28225"/>
                      <a:pt x="3868" y="27550"/>
                      <a:pt x="2969" y="26695"/>
                    </a:cubicBezTo>
                    <a:cubicBezTo>
                      <a:pt x="2069" y="25841"/>
                      <a:pt x="1372" y="24829"/>
                      <a:pt x="855" y="23682"/>
                    </a:cubicBezTo>
                    <a:cubicBezTo>
                      <a:pt x="360" y="22535"/>
                      <a:pt x="68" y="21298"/>
                      <a:pt x="0" y="19948"/>
                    </a:cubicBezTo>
                    <a:lnTo>
                      <a:pt x="3283" y="19948"/>
                    </a:lnTo>
                    <a:close/>
                  </a:path>
                </a:pathLst>
              </a:custGeom>
              <a:solidFill>
                <a:srgbClr val="231F20"/>
              </a:solidFill>
              <a:ln w="2249" cap="flat">
                <a:noFill/>
                <a:prstDash val="solid"/>
                <a:miter/>
              </a:ln>
            </p:spPr>
            <p:txBody>
              <a:bodyPr rtlCol="0" anchor="ctr"/>
              <a:lstStyle/>
              <a:p>
                <a:endParaRPr lang="en-US"/>
              </a:p>
            </p:txBody>
          </p:sp>
          <p:sp>
            <p:nvSpPr>
              <p:cNvPr id="18255" name="Freeform 18254">
                <a:extLst>
                  <a:ext uri="{FF2B5EF4-FFF2-40B4-BE49-F238E27FC236}">
                    <a16:creationId xmlns:a16="http://schemas.microsoft.com/office/drawing/2014/main" id="{214F831E-F6BF-C7FD-4E9B-33DF35D41BF3}"/>
                  </a:ext>
                </a:extLst>
              </p:cNvPr>
              <p:cNvSpPr/>
              <p:nvPr/>
            </p:nvSpPr>
            <p:spPr>
              <a:xfrm>
                <a:off x="4609799" y="4821015"/>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5 w 25908"/>
                  <a:gd name="connsiteY3" fmla="*/ 21185 h 29483"/>
                  <a:gd name="connsiteX4" fmla="*/ 0 w 25908"/>
                  <a:gd name="connsiteY4" fmla="*/ 14753 h 29483"/>
                  <a:gd name="connsiteX5" fmla="*/ 810 w 25908"/>
                  <a:gd name="connsiteY5" fmla="*/ 8996 h 29483"/>
                  <a:gd name="connsiteX6" fmla="*/ 3239 w 25908"/>
                  <a:gd name="connsiteY6" fmla="*/ 4318 h 29483"/>
                  <a:gd name="connsiteX7" fmla="*/ 7287 w 25908"/>
                  <a:gd name="connsiteY7" fmla="*/ 1170 h 29483"/>
                  <a:gd name="connsiteX8" fmla="*/ 12954 w 25908"/>
                  <a:gd name="connsiteY8" fmla="*/ 0 h 29483"/>
                  <a:gd name="connsiteX9" fmla="*/ 18666 w 25908"/>
                  <a:gd name="connsiteY9" fmla="*/ 1170 h 29483"/>
                  <a:gd name="connsiteX10" fmla="*/ 22715 w 25908"/>
                  <a:gd name="connsiteY10" fmla="*/ 4296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67 w 25908"/>
                  <a:gd name="connsiteY17" fmla="*/ 14753 h 29483"/>
                  <a:gd name="connsiteX18" fmla="*/ 21927 w 25908"/>
                  <a:gd name="connsiteY18" fmla="*/ 10120 h 29483"/>
                  <a:gd name="connsiteX19" fmla="*/ 20263 w 25908"/>
                  <a:gd name="connsiteY19" fmla="*/ 6365 h 29483"/>
                  <a:gd name="connsiteX20" fmla="*/ 17340 w 25908"/>
                  <a:gd name="connsiteY20" fmla="*/ 3846 h 29483"/>
                  <a:gd name="connsiteX21" fmla="*/ 12977 w 25908"/>
                  <a:gd name="connsiteY21" fmla="*/ 2924 h 29483"/>
                  <a:gd name="connsiteX22" fmla="*/ 8636 w 25908"/>
                  <a:gd name="connsiteY22" fmla="*/ 3913 h 29483"/>
                  <a:gd name="connsiteX23" fmla="*/ 5690 w 25908"/>
                  <a:gd name="connsiteY23" fmla="*/ 6567 h 29483"/>
                  <a:gd name="connsiteX24" fmla="*/ 4026 w 25908"/>
                  <a:gd name="connsiteY24" fmla="*/ 10345 h 29483"/>
                  <a:gd name="connsiteX25" fmla="*/ 3486 w 25908"/>
                  <a:gd name="connsiteY25" fmla="*/ 14753 h 29483"/>
                  <a:gd name="connsiteX26" fmla="*/ 4116 w 25908"/>
                  <a:gd name="connsiteY26" fmla="*/ 19521 h 29483"/>
                  <a:gd name="connsiteX27" fmla="*/ 5915 w 25908"/>
                  <a:gd name="connsiteY27" fmla="*/ 23277 h 29483"/>
                  <a:gd name="connsiteX28" fmla="*/ 8884 w 25908"/>
                  <a:gd name="connsiteY28" fmla="*/ 25706 h 29483"/>
                  <a:gd name="connsiteX29" fmla="*/ 12977 w 25908"/>
                  <a:gd name="connsiteY29" fmla="*/ 26560 h 29483"/>
                  <a:gd name="connsiteX30" fmla="*/ 17317 w 25908"/>
                  <a:gd name="connsiteY30" fmla="*/ 25571 h 29483"/>
                  <a:gd name="connsiteX31" fmla="*/ 20263 w 25908"/>
                  <a:gd name="connsiteY31" fmla="*/ 22895 h 29483"/>
                  <a:gd name="connsiteX32" fmla="*/ 21927 w 25908"/>
                  <a:gd name="connsiteY32" fmla="*/ 19116 h 29483"/>
                  <a:gd name="connsiteX33" fmla="*/ 22467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5" y="21185"/>
                    </a:cubicBezTo>
                    <a:cubicBezTo>
                      <a:pt x="360" y="19341"/>
                      <a:pt x="0" y="17205"/>
                      <a:pt x="0" y="14753"/>
                    </a:cubicBezTo>
                    <a:cubicBezTo>
                      <a:pt x="0" y="12707"/>
                      <a:pt x="270" y="10795"/>
                      <a:pt x="810" y="8996"/>
                    </a:cubicBezTo>
                    <a:cubicBezTo>
                      <a:pt x="1350" y="7219"/>
                      <a:pt x="2159" y="5667"/>
                      <a:pt x="3239" y="4318"/>
                    </a:cubicBezTo>
                    <a:cubicBezTo>
                      <a:pt x="4318" y="2991"/>
                      <a:pt x="5667" y="1934"/>
                      <a:pt x="7287" y="1170"/>
                    </a:cubicBezTo>
                    <a:cubicBezTo>
                      <a:pt x="8906" y="405"/>
                      <a:pt x="10795" y="0"/>
                      <a:pt x="12954" y="0"/>
                    </a:cubicBezTo>
                    <a:cubicBezTo>
                      <a:pt x="15113" y="0"/>
                      <a:pt x="17047" y="382"/>
                      <a:pt x="18666" y="1170"/>
                    </a:cubicBezTo>
                    <a:cubicBezTo>
                      <a:pt x="20286" y="1957"/>
                      <a:pt x="21635" y="2991"/>
                      <a:pt x="22715" y="4296"/>
                    </a:cubicBezTo>
                    <a:cubicBezTo>
                      <a:pt x="23794" y="5600"/>
                      <a:pt x="24604" y="7174"/>
                      <a:pt x="25121" y="8973"/>
                    </a:cubicBezTo>
                    <a:cubicBezTo>
                      <a:pt x="25638" y="10773"/>
                      <a:pt x="25908" y="12707"/>
                      <a:pt x="25908" y="14753"/>
                    </a:cubicBezTo>
                    <a:cubicBezTo>
                      <a:pt x="25908" y="16980"/>
                      <a:pt x="25593" y="19004"/>
                      <a:pt x="24986" y="20803"/>
                    </a:cubicBezTo>
                    <a:cubicBezTo>
                      <a:pt x="24379" y="22602"/>
                      <a:pt x="23502" y="24154"/>
                      <a:pt x="22377" y="25436"/>
                    </a:cubicBezTo>
                    <a:cubicBezTo>
                      <a:pt x="21253" y="26718"/>
                      <a:pt x="19881" y="27730"/>
                      <a:pt x="18284" y="28427"/>
                    </a:cubicBezTo>
                    <a:cubicBezTo>
                      <a:pt x="16687" y="29124"/>
                      <a:pt x="14911" y="29484"/>
                      <a:pt x="12977" y="29484"/>
                    </a:cubicBezTo>
                    <a:close/>
                    <a:moveTo>
                      <a:pt x="22467" y="14753"/>
                    </a:moveTo>
                    <a:cubicBezTo>
                      <a:pt x="22467" y="13089"/>
                      <a:pt x="22287" y="11560"/>
                      <a:pt x="21927" y="10120"/>
                    </a:cubicBezTo>
                    <a:cubicBezTo>
                      <a:pt x="21568" y="8681"/>
                      <a:pt x="21005" y="7422"/>
                      <a:pt x="20263" y="6365"/>
                    </a:cubicBezTo>
                    <a:cubicBezTo>
                      <a:pt x="19499" y="5308"/>
                      <a:pt x="18532" y="4475"/>
                      <a:pt x="17340" y="3846"/>
                    </a:cubicBezTo>
                    <a:cubicBezTo>
                      <a:pt x="16148" y="3239"/>
                      <a:pt x="14686" y="2924"/>
                      <a:pt x="12977" y="2924"/>
                    </a:cubicBezTo>
                    <a:cubicBezTo>
                      <a:pt x="11267" y="2924"/>
                      <a:pt x="9828" y="3261"/>
                      <a:pt x="8636" y="3913"/>
                    </a:cubicBezTo>
                    <a:cubicBezTo>
                      <a:pt x="7422" y="4588"/>
                      <a:pt x="6455" y="5465"/>
                      <a:pt x="5690" y="6567"/>
                    </a:cubicBezTo>
                    <a:cubicBezTo>
                      <a:pt x="4925" y="7669"/>
                      <a:pt x="4386" y="8928"/>
                      <a:pt x="4026" y="10345"/>
                    </a:cubicBezTo>
                    <a:cubicBezTo>
                      <a:pt x="3666" y="11762"/>
                      <a:pt x="3486" y="13224"/>
                      <a:pt x="3486" y="14753"/>
                    </a:cubicBezTo>
                    <a:cubicBezTo>
                      <a:pt x="3486" y="16485"/>
                      <a:pt x="3688" y="18082"/>
                      <a:pt x="4116" y="19521"/>
                    </a:cubicBezTo>
                    <a:cubicBezTo>
                      <a:pt x="4520" y="20983"/>
                      <a:pt x="5128" y="22220"/>
                      <a:pt x="5915" y="23277"/>
                    </a:cubicBezTo>
                    <a:cubicBezTo>
                      <a:pt x="6702" y="24311"/>
                      <a:pt x="7692" y="25121"/>
                      <a:pt x="8884" y="25706"/>
                    </a:cubicBezTo>
                    <a:cubicBezTo>
                      <a:pt x="10076" y="26290"/>
                      <a:pt x="11447" y="26560"/>
                      <a:pt x="12977" y="26560"/>
                    </a:cubicBezTo>
                    <a:cubicBezTo>
                      <a:pt x="14663" y="26560"/>
                      <a:pt x="16125" y="26223"/>
                      <a:pt x="17317" y="25571"/>
                    </a:cubicBezTo>
                    <a:cubicBezTo>
                      <a:pt x="18532" y="24896"/>
                      <a:pt x="19499" y="24019"/>
                      <a:pt x="20263" y="22895"/>
                    </a:cubicBezTo>
                    <a:cubicBezTo>
                      <a:pt x="21028" y="21770"/>
                      <a:pt x="21568" y="20510"/>
                      <a:pt x="21927" y="19116"/>
                    </a:cubicBezTo>
                    <a:cubicBezTo>
                      <a:pt x="22287" y="17722"/>
                      <a:pt x="22467" y="16260"/>
                      <a:pt x="22467" y="14753"/>
                    </a:cubicBezTo>
                    <a:close/>
                  </a:path>
                </a:pathLst>
              </a:custGeom>
              <a:solidFill>
                <a:srgbClr val="231F20"/>
              </a:solidFill>
              <a:ln w="2249" cap="flat">
                <a:noFill/>
                <a:prstDash val="solid"/>
                <a:miter/>
              </a:ln>
            </p:spPr>
            <p:txBody>
              <a:bodyPr rtlCol="0" anchor="ctr"/>
              <a:lstStyle/>
              <a:p>
                <a:endParaRPr lang="en-US"/>
              </a:p>
            </p:txBody>
          </p:sp>
          <p:sp>
            <p:nvSpPr>
              <p:cNvPr id="18256" name="Freeform 18255">
                <a:extLst>
                  <a:ext uri="{FF2B5EF4-FFF2-40B4-BE49-F238E27FC236}">
                    <a16:creationId xmlns:a16="http://schemas.microsoft.com/office/drawing/2014/main" id="{D6B97BA9-2B78-4634-A0DF-6DDBBD1B0DEB}"/>
                  </a:ext>
                </a:extLst>
              </p:cNvPr>
              <p:cNvSpPr/>
              <p:nvPr/>
            </p:nvSpPr>
            <p:spPr>
              <a:xfrm>
                <a:off x="4642139" y="4810872"/>
                <a:ext cx="3238" cy="38862"/>
              </a:xfrm>
              <a:custGeom>
                <a:avLst/>
                <a:gdLst>
                  <a:gd name="connsiteX0" fmla="*/ 0 w 3238"/>
                  <a:gd name="connsiteY0" fmla="*/ 38862 h 38862"/>
                  <a:gd name="connsiteX1" fmla="*/ 0 w 3238"/>
                  <a:gd name="connsiteY1" fmla="*/ 0 h 38862"/>
                  <a:gd name="connsiteX2" fmla="*/ 3239 w 3238"/>
                  <a:gd name="connsiteY2" fmla="*/ 0 h 38862"/>
                  <a:gd name="connsiteX3" fmla="*/ 3239 w 3238"/>
                  <a:gd name="connsiteY3" fmla="*/ 38862 h 38862"/>
                  <a:gd name="connsiteX4" fmla="*/ 0 w 3238"/>
                  <a:gd name="connsiteY4" fmla="*/ 38862 h 388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8" h="38862">
                    <a:moveTo>
                      <a:pt x="0" y="38862"/>
                    </a:moveTo>
                    <a:lnTo>
                      <a:pt x="0" y="0"/>
                    </a:lnTo>
                    <a:lnTo>
                      <a:pt x="3239" y="0"/>
                    </a:lnTo>
                    <a:lnTo>
                      <a:pt x="3239" y="38862"/>
                    </a:lnTo>
                    <a:lnTo>
                      <a:pt x="0" y="38862"/>
                    </a:lnTo>
                    <a:close/>
                  </a:path>
                </a:pathLst>
              </a:custGeom>
              <a:solidFill>
                <a:srgbClr val="231F20"/>
              </a:solidFill>
              <a:ln w="2249" cap="flat">
                <a:noFill/>
                <a:prstDash val="solid"/>
                <a:miter/>
              </a:ln>
            </p:spPr>
            <p:txBody>
              <a:bodyPr rtlCol="0" anchor="ctr"/>
              <a:lstStyle/>
              <a:p>
                <a:endParaRPr lang="en-US"/>
              </a:p>
            </p:txBody>
          </p:sp>
          <p:sp>
            <p:nvSpPr>
              <p:cNvPr id="18257" name="Freeform 18256">
                <a:extLst>
                  <a:ext uri="{FF2B5EF4-FFF2-40B4-BE49-F238E27FC236}">
                    <a16:creationId xmlns:a16="http://schemas.microsoft.com/office/drawing/2014/main" id="{3B6B5B21-8F5D-47A6-3F82-1DDC35807407}"/>
                  </a:ext>
                </a:extLst>
              </p:cNvPr>
              <p:cNvSpPr/>
              <p:nvPr/>
            </p:nvSpPr>
            <p:spPr>
              <a:xfrm>
                <a:off x="4652147" y="4821082"/>
                <a:ext cx="26357" cy="29483"/>
              </a:xfrm>
              <a:custGeom>
                <a:avLst/>
                <a:gdLst>
                  <a:gd name="connsiteX0" fmla="*/ 14326 w 26357"/>
                  <a:gd name="connsiteY0" fmla="*/ 12369 h 29483"/>
                  <a:gd name="connsiteX1" fmla="*/ 16507 w 26357"/>
                  <a:gd name="connsiteY1" fmla="*/ 12054 h 29483"/>
                  <a:gd name="connsiteX2" fmla="*/ 18576 w 26357"/>
                  <a:gd name="connsiteY2" fmla="*/ 11470 h 29483"/>
                  <a:gd name="connsiteX3" fmla="*/ 19566 w 26357"/>
                  <a:gd name="connsiteY3" fmla="*/ 10210 h 29483"/>
                  <a:gd name="connsiteX4" fmla="*/ 19746 w 26357"/>
                  <a:gd name="connsiteY4" fmla="*/ 8569 h 29483"/>
                  <a:gd name="connsiteX5" fmla="*/ 18149 w 26357"/>
                  <a:gd name="connsiteY5" fmla="*/ 4498 h 29483"/>
                  <a:gd name="connsiteX6" fmla="*/ 12774 w 26357"/>
                  <a:gd name="connsiteY6" fmla="*/ 2901 h 29483"/>
                  <a:gd name="connsiteX7" fmla="*/ 9693 w 26357"/>
                  <a:gd name="connsiteY7" fmla="*/ 3194 h 29483"/>
                  <a:gd name="connsiteX8" fmla="*/ 7242 w 26357"/>
                  <a:gd name="connsiteY8" fmla="*/ 4228 h 29483"/>
                  <a:gd name="connsiteX9" fmla="*/ 5510 w 26357"/>
                  <a:gd name="connsiteY9" fmla="*/ 6162 h 29483"/>
                  <a:gd name="connsiteX10" fmla="*/ 4610 w 26357"/>
                  <a:gd name="connsiteY10" fmla="*/ 9221 h 29483"/>
                  <a:gd name="connsiteX11" fmla="*/ 1327 w 26357"/>
                  <a:gd name="connsiteY11" fmla="*/ 9221 h 29483"/>
                  <a:gd name="connsiteX12" fmla="*/ 2451 w 26357"/>
                  <a:gd name="connsiteY12" fmla="*/ 4993 h 29483"/>
                  <a:gd name="connsiteX13" fmla="*/ 4970 w 26357"/>
                  <a:gd name="connsiteY13" fmla="*/ 2136 h 29483"/>
                  <a:gd name="connsiteX14" fmla="*/ 8524 w 26357"/>
                  <a:gd name="connsiteY14" fmla="*/ 517 h 29483"/>
                  <a:gd name="connsiteX15" fmla="*/ 12819 w 26357"/>
                  <a:gd name="connsiteY15" fmla="*/ 0 h 29483"/>
                  <a:gd name="connsiteX16" fmla="*/ 16777 w 26357"/>
                  <a:gd name="connsiteY16" fmla="*/ 450 h 29483"/>
                  <a:gd name="connsiteX17" fmla="*/ 20016 w 26357"/>
                  <a:gd name="connsiteY17" fmla="*/ 1912 h 29483"/>
                  <a:gd name="connsiteX18" fmla="*/ 22175 w 26357"/>
                  <a:gd name="connsiteY18" fmla="*/ 4588 h 29483"/>
                  <a:gd name="connsiteX19" fmla="*/ 22962 w 26357"/>
                  <a:gd name="connsiteY19" fmla="*/ 8681 h 29483"/>
                  <a:gd name="connsiteX20" fmla="*/ 22962 w 26357"/>
                  <a:gd name="connsiteY20" fmla="*/ 23906 h 29483"/>
                  <a:gd name="connsiteX21" fmla="*/ 23637 w 26357"/>
                  <a:gd name="connsiteY21" fmla="*/ 26313 h 29483"/>
                  <a:gd name="connsiteX22" fmla="*/ 26358 w 26357"/>
                  <a:gd name="connsiteY22" fmla="*/ 26065 h 29483"/>
                  <a:gd name="connsiteX23" fmla="*/ 26358 w 26357"/>
                  <a:gd name="connsiteY23" fmla="*/ 28607 h 29483"/>
                  <a:gd name="connsiteX24" fmla="*/ 25256 w 26357"/>
                  <a:gd name="connsiteY24" fmla="*/ 28922 h 29483"/>
                  <a:gd name="connsiteX25" fmla="*/ 23816 w 26357"/>
                  <a:gd name="connsiteY25" fmla="*/ 29146 h 29483"/>
                  <a:gd name="connsiteX26" fmla="*/ 22355 w 26357"/>
                  <a:gd name="connsiteY26" fmla="*/ 28989 h 29483"/>
                  <a:gd name="connsiteX27" fmla="*/ 21050 w 26357"/>
                  <a:gd name="connsiteY27" fmla="*/ 28472 h 29483"/>
                  <a:gd name="connsiteX28" fmla="*/ 20263 w 26357"/>
                  <a:gd name="connsiteY28" fmla="*/ 27505 h 29483"/>
                  <a:gd name="connsiteX29" fmla="*/ 19858 w 26357"/>
                  <a:gd name="connsiteY29" fmla="*/ 26268 h 29483"/>
                  <a:gd name="connsiteX30" fmla="*/ 19746 w 26357"/>
                  <a:gd name="connsiteY30" fmla="*/ 24829 h 29483"/>
                  <a:gd name="connsiteX31" fmla="*/ 15045 w 26357"/>
                  <a:gd name="connsiteY31" fmla="*/ 28292 h 29483"/>
                  <a:gd name="connsiteX32" fmla="*/ 9333 w 26357"/>
                  <a:gd name="connsiteY32" fmla="*/ 29484 h 29483"/>
                  <a:gd name="connsiteX33" fmla="*/ 5802 w 26357"/>
                  <a:gd name="connsiteY33" fmla="*/ 28989 h 29483"/>
                  <a:gd name="connsiteX34" fmla="*/ 2811 w 26357"/>
                  <a:gd name="connsiteY34" fmla="*/ 27482 h 29483"/>
                  <a:gd name="connsiteX35" fmla="*/ 765 w 26357"/>
                  <a:gd name="connsiteY35" fmla="*/ 24963 h 29483"/>
                  <a:gd name="connsiteX36" fmla="*/ 0 w 26357"/>
                  <a:gd name="connsiteY36" fmla="*/ 21433 h 29483"/>
                  <a:gd name="connsiteX37" fmla="*/ 9760 w 26357"/>
                  <a:gd name="connsiteY37" fmla="*/ 13022 h 29483"/>
                  <a:gd name="connsiteX38" fmla="*/ 14236 w 26357"/>
                  <a:gd name="connsiteY38" fmla="*/ 12437 h 29483"/>
                  <a:gd name="connsiteX39" fmla="*/ 19791 w 26357"/>
                  <a:gd name="connsiteY39" fmla="*/ 13988 h 29483"/>
                  <a:gd name="connsiteX40" fmla="*/ 15630 w 26357"/>
                  <a:gd name="connsiteY40" fmla="*/ 15113 h 29483"/>
                  <a:gd name="connsiteX41" fmla="*/ 11425 w 26357"/>
                  <a:gd name="connsiteY41" fmla="*/ 15540 h 29483"/>
                  <a:gd name="connsiteX42" fmla="*/ 5622 w 26357"/>
                  <a:gd name="connsiteY42" fmla="*/ 17205 h 29483"/>
                  <a:gd name="connsiteX43" fmla="*/ 3553 w 26357"/>
                  <a:gd name="connsiteY43" fmla="*/ 21478 h 29483"/>
                  <a:gd name="connsiteX44" fmla="*/ 4070 w 26357"/>
                  <a:gd name="connsiteY44" fmla="*/ 23727 h 29483"/>
                  <a:gd name="connsiteX45" fmla="*/ 5420 w 26357"/>
                  <a:gd name="connsiteY45" fmla="*/ 25301 h 29483"/>
                  <a:gd name="connsiteX46" fmla="*/ 7354 w 26357"/>
                  <a:gd name="connsiteY46" fmla="*/ 26223 h 29483"/>
                  <a:gd name="connsiteX47" fmla="*/ 9603 w 26357"/>
                  <a:gd name="connsiteY47" fmla="*/ 26515 h 29483"/>
                  <a:gd name="connsiteX48" fmla="*/ 13381 w 26357"/>
                  <a:gd name="connsiteY48" fmla="*/ 26020 h 29483"/>
                  <a:gd name="connsiteX49" fmla="*/ 16642 w 26357"/>
                  <a:gd name="connsiteY49" fmla="*/ 24536 h 29483"/>
                  <a:gd name="connsiteX50" fmla="*/ 18936 w 26357"/>
                  <a:gd name="connsiteY50" fmla="*/ 21995 h 29483"/>
                  <a:gd name="connsiteX51" fmla="*/ 19791 w 26357"/>
                  <a:gd name="connsiteY51" fmla="*/ 18352 h 29483"/>
                  <a:gd name="connsiteX52" fmla="*/ 19791 w 26357"/>
                  <a:gd name="connsiteY52" fmla="*/ 13988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6357" h="29483">
                    <a:moveTo>
                      <a:pt x="14326" y="12369"/>
                    </a:moveTo>
                    <a:cubicBezTo>
                      <a:pt x="14933" y="12302"/>
                      <a:pt x="15675" y="12189"/>
                      <a:pt x="16507" y="12054"/>
                    </a:cubicBezTo>
                    <a:cubicBezTo>
                      <a:pt x="17362" y="11920"/>
                      <a:pt x="18037" y="11717"/>
                      <a:pt x="18576" y="11470"/>
                    </a:cubicBezTo>
                    <a:cubicBezTo>
                      <a:pt x="19116" y="11222"/>
                      <a:pt x="19454" y="10795"/>
                      <a:pt x="19566" y="10210"/>
                    </a:cubicBezTo>
                    <a:cubicBezTo>
                      <a:pt x="19701" y="9626"/>
                      <a:pt x="19746" y="9063"/>
                      <a:pt x="19746" y="8569"/>
                    </a:cubicBezTo>
                    <a:cubicBezTo>
                      <a:pt x="19746" y="6904"/>
                      <a:pt x="19206" y="5555"/>
                      <a:pt x="18149" y="4498"/>
                    </a:cubicBezTo>
                    <a:cubicBezTo>
                      <a:pt x="17092" y="3441"/>
                      <a:pt x="15293" y="2901"/>
                      <a:pt x="12774" y="2901"/>
                    </a:cubicBezTo>
                    <a:cubicBezTo>
                      <a:pt x="11649" y="2901"/>
                      <a:pt x="10638" y="2991"/>
                      <a:pt x="9693" y="3194"/>
                    </a:cubicBezTo>
                    <a:cubicBezTo>
                      <a:pt x="8748" y="3396"/>
                      <a:pt x="7939" y="3733"/>
                      <a:pt x="7242" y="4228"/>
                    </a:cubicBezTo>
                    <a:cubicBezTo>
                      <a:pt x="6545" y="4723"/>
                      <a:pt x="5960" y="5353"/>
                      <a:pt x="5510" y="6162"/>
                    </a:cubicBezTo>
                    <a:cubicBezTo>
                      <a:pt x="5060" y="6972"/>
                      <a:pt x="4768" y="7984"/>
                      <a:pt x="4610" y="9221"/>
                    </a:cubicBezTo>
                    <a:lnTo>
                      <a:pt x="1327" y="9221"/>
                    </a:lnTo>
                    <a:cubicBezTo>
                      <a:pt x="1439" y="7556"/>
                      <a:pt x="1822" y="6162"/>
                      <a:pt x="2451" y="4993"/>
                    </a:cubicBezTo>
                    <a:cubicBezTo>
                      <a:pt x="3104" y="3823"/>
                      <a:pt x="3936" y="2879"/>
                      <a:pt x="4970" y="2136"/>
                    </a:cubicBezTo>
                    <a:cubicBezTo>
                      <a:pt x="6005" y="1394"/>
                      <a:pt x="7174" y="855"/>
                      <a:pt x="8524" y="517"/>
                    </a:cubicBezTo>
                    <a:cubicBezTo>
                      <a:pt x="9873" y="180"/>
                      <a:pt x="11312" y="0"/>
                      <a:pt x="12819" y="0"/>
                    </a:cubicBezTo>
                    <a:cubicBezTo>
                      <a:pt x="14213" y="0"/>
                      <a:pt x="15540" y="157"/>
                      <a:pt x="16777" y="450"/>
                    </a:cubicBezTo>
                    <a:cubicBezTo>
                      <a:pt x="18014" y="765"/>
                      <a:pt x="19094" y="1237"/>
                      <a:pt x="20016" y="1912"/>
                    </a:cubicBezTo>
                    <a:cubicBezTo>
                      <a:pt x="20938" y="2586"/>
                      <a:pt x="21657" y="3463"/>
                      <a:pt x="22175" y="4588"/>
                    </a:cubicBezTo>
                    <a:cubicBezTo>
                      <a:pt x="22692" y="5712"/>
                      <a:pt x="22962" y="7062"/>
                      <a:pt x="22962" y="8681"/>
                    </a:cubicBezTo>
                    <a:lnTo>
                      <a:pt x="22962" y="23906"/>
                    </a:lnTo>
                    <a:cubicBezTo>
                      <a:pt x="22962" y="25166"/>
                      <a:pt x="23187" y="25976"/>
                      <a:pt x="23637" y="26313"/>
                    </a:cubicBezTo>
                    <a:cubicBezTo>
                      <a:pt x="24086" y="26650"/>
                      <a:pt x="24986" y="26583"/>
                      <a:pt x="26358" y="26065"/>
                    </a:cubicBezTo>
                    <a:lnTo>
                      <a:pt x="26358" y="28607"/>
                    </a:lnTo>
                    <a:cubicBezTo>
                      <a:pt x="26110" y="28674"/>
                      <a:pt x="25728" y="28787"/>
                      <a:pt x="25256" y="28922"/>
                    </a:cubicBezTo>
                    <a:cubicBezTo>
                      <a:pt x="24761" y="29057"/>
                      <a:pt x="24289" y="29146"/>
                      <a:pt x="23816" y="29146"/>
                    </a:cubicBezTo>
                    <a:cubicBezTo>
                      <a:pt x="23322" y="29146"/>
                      <a:pt x="22827" y="29101"/>
                      <a:pt x="22355" y="28989"/>
                    </a:cubicBezTo>
                    <a:cubicBezTo>
                      <a:pt x="21815" y="28922"/>
                      <a:pt x="21388" y="28742"/>
                      <a:pt x="21050" y="28472"/>
                    </a:cubicBezTo>
                    <a:cubicBezTo>
                      <a:pt x="20735" y="28202"/>
                      <a:pt x="20465" y="27887"/>
                      <a:pt x="20263" y="27505"/>
                    </a:cubicBezTo>
                    <a:cubicBezTo>
                      <a:pt x="20061" y="27123"/>
                      <a:pt x="19926" y="26718"/>
                      <a:pt x="19858" y="26268"/>
                    </a:cubicBezTo>
                    <a:cubicBezTo>
                      <a:pt x="19791" y="25818"/>
                      <a:pt x="19746" y="25346"/>
                      <a:pt x="19746" y="24829"/>
                    </a:cubicBezTo>
                    <a:cubicBezTo>
                      <a:pt x="18374" y="26335"/>
                      <a:pt x="16822" y="27482"/>
                      <a:pt x="15045" y="28292"/>
                    </a:cubicBezTo>
                    <a:cubicBezTo>
                      <a:pt x="13291" y="29079"/>
                      <a:pt x="11380" y="29484"/>
                      <a:pt x="9333" y="29484"/>
                    </a:cubicBezTo>
                    <a:cubicBezTo>
                      <a:pt x="8119" y="29484"/>
                      <a:pt x="6927" y="29327"/>
                      <a:pt x="5802" y="28989"/>
                    </a:cubicBezTo>
                    <a:cubicBezTo>
                      <a:pt x="4678" y="28674"/>
                      <a:pt x="3666" y="28157"/>
                      <a:pt x="2811" y="27482"/>
                    </a:cubicBezTo>
                    <a:cubicBezTo>
                      <a:pt x="1957" y="26808"/>
                      <a:pt x="1259" y="25953"/>
                      <a:pt x="765" y="24963"/>
                    </a:cubicBezTo>
                    <a:cubicBezTo>
                      <a:pt x="270" y="23974"/>
                      <a:pt x="0" y="22804"/>
                      <a:pt x="0" y="21433"/>
                    </a:cubicBezTo>
                    <a:cubicBezTo>
                      <a:pt x="0" y="16687"/>
                      <a:pt x="3261" y="13876"/>
                      <a:pt x="9760" y="13022"/>
                    </a:cubicBezTo>
                    <a:lnTo>
                      <a:pt x="14236" y="12437"/>
                    </a:lnTo>
                    <a:close/>
                    <a:moveTo>
                      <a:pt x="19791" y="13988"/>
                    </a:moveTo>
                    <a:cubicBezTo>
                      <a:pt x="18419" y="14573"/>
                      <a:pt x="17047" y="14933"/>
                      <a:pt x="15630" y="15113"/>
                    </a:cubicBezTo>
                    <a:cubicBezTo>
                      <a:pt x="14236" y="15293"/>
                      <a:pt x="12819" y="15428"/>
                      <a:pt x="11425" y="15540"/>
                    </a:cubicBezTo>
                    <a:cubicBezTo>
                      <a:pt x="8951" y="15720"/>
                      <a:pt x="7017" y="16282"/>
                      <a:pt x="5622" y="17205"/>
                    </a:cubicBezTo>
                    <a:cubicBezTo>
                      <a:pt x="4228" y="18149"/>
                      <a:pt x="3553" y="19566"/>
                      <a:pt x="3553" y="21478"/>
                    </a:cubicBezTo>
                    <a:cubicBezTo>
                      <a:pt x="3553" y="22332"/>
                      <a:pt x="3733" y="23097"/>
                      <a:pt x="4070" y="23727"/>
                    </a:cubicBezTo>
                    <a:cubicBezTo>
                      <a:pt x="4408" y="24356"/>
                      <a:pt x="4858" y="24874"/>
                      <a:pt x="5420" y="25301"/>
                    </a:cubicBezTo>
                    <a:cubicBezTo>
                      <a:pt x="5982" y="25706"/>
                      <a:pt x="6634" y="26020"/>
                      <a:pt x="7354" y="26223"/>
                    </a:cubicBezTo>
                    <a:cubicBezTo>
                      <a:pt x="8074" y="26425"/>
                      <a:pt x="8838" y="26515"/>
                      <a:pt x="9603" y="26515"/>
                    </a:cubicBezTo>
                    <a:cubicBezTo>
                      <a:pt x="10907" y="26515"/>
                      <a:pt x="12167" y="26358"/>
                      <a:pt x="13381" y="26020"/>
                    </a:cubicBezTo>
                    <a:cubicBezTo>
                      <a:pt x="14596" y="25706"/>
                      <a:pt x="15698" y="25211"/>
                      <a:pt x="16642" y="24536"/>
                    </a:cubicBezTo>
                    <a:cubicBezTo>
                      <a:pt x="17587" y="23861"/>
                      <a:pt x="18352" y="23029"/>
                      <a:pt x="18936" y="21995"/>
                    </a:cubicBezTo>
                    <a:cubicBezTo>
                      <a:pt x="19498" y="20960"/>
                      <a:pt x="19791" y="19746"/>
                      <a:pt x="19791" y="18352"/>
                    </a:cubicBezTo>
                    <a:lnTo>
                      <a:pt x="19791" y="13988"/>
                    </a:lnTo>
                    <a:close/>
                  </a:path>
                </a:pathLst>
              </a:custGeom>
              <a:solidFill>
                <a:srgbClr val="231F20"/>
              </a:solidFill>
              <a:ln w="2249" cap="flat">
                <a:noFill/>
                <a:prstDash val="solid"/>
                <a:miter/>
              </a:ln>
            </p:spPr>
            <p:txBody>
              <a:bodyPr rtlCol="0" anchor="ctr"/>
              <a:lstStyle/>
              <a:p>
                <a:endParaRPr lang="en-US"/>
              </a:p>
            </p:txBody>
          </p:sp>
          <p:sp>
            <p:nvSpPr>
              <p:cNvPr id="18258" name="Freeform 18257">
                <a:extLst>
                  <a:ext uri="{FF2B5EF4-FFF2-40B4-BE49-F238E27FC236}">
                    <a16:creationId xmlns:a16="http://schemas.microsoft.com/office/drawing/2014/main" id="{5A788E08-E0BF-62E9-A2B7-8FAAEA59C259}"/>
                  </a:ext>
                </a:extLst>
              </p:cNvPr>
              <p:cNvSpPr/>
              <p:nvPr/>
            </p:nvSpPr>
            <p:spPr>
              <a:xfrm>
                <a:off x="4680844" y="4813998"/>
                <a:ext cx="12616" cy="36500"/>
              </a:xfrm>
              <a:custGeom>
                <a:avLst/>
                <a:gdLst>
                  <a:gd name="connsiteX0" fmla="*/ 12617 w 12616"/>
                  <a:gd name="connsiteY0" fmla="*/ 35849 h 36500"/>
                  <a:gd name="connsiteX1" fmla="*/ 11042 w 12616"/>
                  <a:gd name="connsiteY1" fmla="*/ 36231 h 36500"/>
                  <a:gd name="connsiteX2" fmla="*/ 8883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2 h 36500"/>
                  <a:gd name="connsiteX8" fmla="*/ 3936 w 12616"/>
                  <a:gd name="connsiteY8" fmla="*/ 7782 h 36500"/>
                  <a:gd name="connsiteX9" fmla="*/ 3936 w 12616"/>
                  <a:gd name="connsiteY9" fmla="*/ 0 h 36500"/>
                  <a:gd name="connsiteX10" fmla="*/ 7174 w 12616"/>
                  <a:gd name="connsiteY10" fmla="*/ 0 h 36500"/>
                  <a:gd name="connsiteX11" fmla="*/ 7174 w 12616"/>
                  <a:gd name="connsiteY11" fmla="*/ 7782 h 36500"/>
                  <a:gd name="connsiteX12" fmla="*/ 12414 w 12616"/>
                  <a:gd name="connsiteY12" fmla="*/ 7782 h 36500"/>
                  <a:gd name="connsiteX13" fmla="*/ 12414 w 12616"/>
                  <a:gd name="connsiteY13" fmla="*/ 10480 h 36500"/>
                  <a:gd name="connsiteX14" fmla="*/ 7174 w 12616"/>
                  <a:gd name="connsiteY14" fmla="*/ 10480 h 36500"/>
                  <a:gd name="connsiteX15" fmla="*/ 7174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5 h 36500"/>
                  <a:gd name="connsiteX21" fmla="*/ 12617 w 12616"/>
                  <a:gd name="connsiteY21" fmla="*/ 33195 h 36500"/>
                  <a:gd name="connsiteX22" fmla="*/ 12617 w 12616"/>
                  <a:gd name="connsiteY22" fmla="*/ 35849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616" h="36500">
                    <a:moveTo>
                      <a:pt x="12617" y="35849"/>
                    </a:moveTo>
                    <a:cubicBezTo>
                      <a:pt x="12212" y="35916"/>
                      <a:pt x="11694" y="36051"/>
                      <a:pt x="11042" y="36231"/>
                    </a:cubicBezTo>
                    <a:cubicBezTo>
                      <a:pt x="10390" y="36411"/>
                      <a:pt x="9670" y="36501"/>
                      <a:pt x="8883" y="36501"/>
                    </a:cubicBezTo>
                    <a:cubicBezTo>
                      <a:pt x="7264" y="36501"/>
                      <a:pt x="6027" y="36096"/>
                      <a:pt x="5195" y="35286"/>
                    </a:cubicBezTo>
                    <a:cubicBezTo>
                      <a:pt x="4363" y="34477"/>
                      <a:pt x="3936" y="33037"/>
                      <a:pt x="3936" y="30946"/>
                    </a:cubicBezTo>
                    <a:lnTo>
                      <a:pt x="3936" y="10480"/>
                    </a:lnTo>
                    <a:lnTo>
                      <a:pt x="0" y="10480"/>
                    </a:lnTo>
                    <a:lnTo>
                      <a:pt x="0" y="7782"/>
                    </a:lnTo>
                    <a:lnTo>
                      <a:pt x="3936" y="7782"/>
                    </a:lnTo>
                    <a:lnTo>
                      <a:pt x="3936" y="0"/>
                    </a:lnTo>
                    <a:lnTo>
                      <a:pt x="7174" y="0"/>
                    </a:lnTo>
                    <a:lnTo>
                      <a:pt x="7174" y="7782"/>
                    </a:lnTo>
                    <a:lnTo>
                      <a:pt x="12414" y="7782"/>
                    </a:lnTo>
                    <a:lnTo>
                      <a:pt x="12414" y="10480"/>
                    </a:lnTo>
                    <a:lnTo>
                      <a:pt x="7174" y="10480"/>
                    </a:lnTo>
                    <a:lnTo>
                      <a:pt x="7174" y="29641"/>
                    </a:lnTo>
                    <a:cubicBezTo>
                      <a:pt x="7174" y="30316"/>
                      <a:pt x="7174" y="30923"/>
                      <a:pt x="7219" y="31418"/>
                    </a:cubicBezTo>
                    <a:cubicBezTo>
                      <a:pt x="7264" y="31913"/>
                      <a:pt x="7354" y="32340"/>
                      <a:pt x="7534" y="32655"/>
                    </a:cubicBezTo>
                    <a:cubicBezTo>
                      <a:pt x="7714" y="32970"/>
                      <a:pt x="7984" y="33217"/>
                      <a:pt x="8366" y="33352"/>
                    </a:cubicBezTo>
                    <a:cubicBezTo>
                      <a:pt x="8748" y="33487"/>
                      <a:pt x="9266" y="33577"/>
                      <a:pt x="9963" y="33577"/>
                    </a:cubicBezTo>
                    <a:cubicBezTo>
                      <a:pt x="10390" y="33577"/>
                      <a:pt x="10840" y="33532"/>
                      <a:pt x="11290" y="33465"/>
                    </a:cubicBezTo>
                    <a:cubicBezTo>
                      <a:pt x="11739" y="33397"/>
                      <a:pt x="12189" y="33307"/>
                      <a:pt x="12617" y="33195"/>
                    </a:cubicBezTo>
                    <a:lnTo>
                      <a:pt x="12617" y="35849"/>
                    </a:lnTo>
                    <a:close/>
                  </a:path>
                </a:pathLst>
              </a:custGeom>
              <a:solidFill>
                <a:srgbClr val="231F20"/>
              </a:solidFill>
              <a:ln w="2249" cap="flat">
                <a:noFill/>
                <a:prstDash val="solid"/>
                <a:miter/>
              </a:ln>
            </p:spPr>
            <p:txBody>
              <a:bodyPr rtlCol="0" anchor="ctr"/>
              <a:lstStyle/>
              <a:p>
                <a:endParaRPr lang="en-US"/>
              </a:p>
            </p:txBody>
          </p:sp>
          <p:sp>
            <p:nvSpPr>
              <p:cNvPr id="18259" name="Freeform 18258">
                <a:extLst>
                  <a:ext uri="{FF2B5EF4-FFF2-40B4-BE49-F238E27FC236}">
                    <a16:creationId xmlns:a16="http://schemas.microsoft.com/office/drawing/2014/main" id="{150C7414-D393-B99D-A632-6806553253A3}"/>
                  </a:ext>
                </a:extLst>
              </p:cNvPr>
              <p:cNvSpPr/>
              <p:nvPr/>
            </p:nvSpPr>
            <p:spPr>
              <a:xfrm>
                <a:off x="4697149" y="4821037"/>
                <a:ext cx="25167" cy="29483"/>
              </a:xfrm>
              <a:custGeom>
                <a:avLst/>
                <a:gdLst>
                  <a:gd name="connsiteX0" fmla="*/ 3508 w 25167"/>
                  <a:gd name="connsiteY0" fmla="*/ 15473 h 29483"/>
                  <a:gd name="connsiteX1" fmla="*/ 4093 w 25167"/>
                  <a:gd name="connsiteY1" fmla="*/ 19768 h 29483"/>
                  <a:gd name="connsiteX2" fmla="*/ 5847 w 25167"/>
                  <a:gd name="connsiteY2" fmla="*/ 23277 h 29483"/>
                  <a:gd name="connsiteX3" fmla="*/ 8793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3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6 w 25167"/>
                  <a:gd name="connsiteY18" fmla="*/ 1170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7 w 25167"/>
                  <a:gd name="connsiteY23" fmla="*/ 12774 h 29483"/>
                  <a:gd name="connsiteX24" fmla="*/ 21185 w 25167"/>
                  <a:gd name="connsiteY24" fmla="*/ 8906 h 29483"/>
                  <a:gd name="connsiteX25" fmla="*/ 19521 w 25167"/>
                  <a:gd name="connsiteY25" fmla="*/ 5780 h 29483"/>
                  <a:gd name="connsiteX26" fmla="*/ 16732 w 25167"/>
                  <a:gd name="connsiteY26" fmla="*/ 3666 h 29483"/>
                  <a:gd name="connsiteX27" fmla="*/ 12909 w 25167"/>
                  <a:gd name="connsiteY27" fmla="*/ 2879 h 29483"/>
                  <a:gd name="connsiteX28" fmla="*/ 9108 w 25167"/>
                  <a:gd name="connsiteY28" fmla="*/ 3688 h 29483"/>
                  <a:gd name="connsiteX29" fmla="*/ 6297 w 25167"/>
                  <a:gd name="connsiteY29" fmla="*/ 5847 h 29483"/>
                  <a:gd name="connsiteX30" fmla="*/ 4430 w 25167"/>
                  <a:gd name="connsiteY30" fmla="*/ 8973 h 29483"/>
                  <a:gd name="connsiteX31" fmla="*/ 3508 w 25167"/>
                  <a:gd name="connsiteY31" fmla="*/ 12752 h 29483"/>
                  <a:gd name="connsiteX32" fmla="*/ 21747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8" y="15473"/>
                    </a:moveTo>
                    <a:cubicBezTo>
                      <a:pt x="3508" y="16980"/>
                      <a:pt x="3711" y="18419"/>
                      <a:pt x="4093" y="19768"/>
                    </a:cubicBezTo>
                    <a:cubicBezTo>
                      <a:pt x="4498" y="21118"/>
                      <a:pt x="5083" y="22287"/>
                      <a:pt x="5847" y="23277"/>
                    </a:cubicBezTo>
                    <a:cubicBezTo>
                      <a:pt x="6612" y="24266"/>
                      <a:pt x="7601" y="25053"/>
                      <a:pt x="8793" y="25661"/>
                    </a:cubicBezTo>
                    <a:cubicBezTo>
                      <a:pt x="9985" y="26245"/>
                      <a:pt x="11357" y="26560"/>
                      <a:pt x="12886" y="26560"/>
                    </a:cubicBezTo>
                    <a:cubicBezTo>
                      <a:pt x="15000" y="26560"/>
                      <a:pt x="16822" y="25998"/>
                      <a:pt x="18329" y="24896"/>
                    </a:cubicBezTo>
                    <a:cubicBezTo>
                      <a:pt x="19836" y="23794"/>
                      <a:pt x="20848" y="22197"/>
                      <a:pt x="21343" y="20151"/>
                    </a:cubicBezTo>
                    <a:lnTo>
                      <a:pt x="24963" y="20151"/>
                    </a:lnTo>
                    <a:cubicBezTo>
                      <a:pt x="24558" y="21478"/>
                      <a:pt x="24041"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6" y="23951"/>
                      <a:pt x="1259" y="22400"/>
                      <a:pt x="765" y="20623"/>
                    </a:cubicBezTo>
                    <a:cubicBezTo>
                      <a:pt x="270" y="18846"/>
                      <a:pt x="0" y="16935"/>
                      <a:pt x="0" y="14866"/>
                    </a:cubicBezTo>
                    <a:cubicBezTo>
                      <a:pt x="0" y="12797"/>
                      <a:pt x="292" y="10885"/>
                      <a:pt x="900" y="9086"/>
                    </a:cubicBezTo>
                    <a:cubicBezTo>
                      <a:pt x="1484" y="7287"/>
                      <a:pt x="2339" y="5712"/>
                      <a:pt x="3441" y="4363"/>
                    </a:cubicBezTo>
                    <a:cubicBezTo>
                      <a:pt x="4543" y="3014"/>
                      <a:pt x="5870" y="1957"/>
                      <a:pt x="7466" y="1170"/>
                    </a:cubicBezTo>
                    <a:cubicBezTo>
                      <a:pt x="9063" y="382"/>
                      <a:pt x="10840" y="0"/>
                      <a:pt x="12864" y="0"/>
                    </a:cubicBezTo>
                    <a:cubicBezTo>
                      <a:pt x="16710" y="0"/>
                      <a:pt x="19746" y="1327"/>
                      <a:pt x="21927" y="3958"/>
                    </a:cubicBezTo>
                    <a:cubicBezTo>
                      <a:pt x="24131" y="6612"/>
                      <a:pt x="25211" y="10435"/>
                      <a:pt x="25166" y="15473"/>
                    </a:cubicBezTo>
                    <a:lnTo>
                      <a:pt x="3463" y="15473"/>
                    </a:lnTo>
                    <a:close/>
                    <a:moveTo>
                      <a:pt x="21747" y="12774"/>
                    </a:moveTo>
                    <a:cubicBezTo>
                      <a:pt x="21747" y="11402"/>
                      <a:pt x="21567" y="10120"/>
                      <a:pt x="21185" y="8906"/>
                    </a:cubicBezTo>
                    <a:cubicBezTo>
                      <a:pt x="20803" y="7692"/>
                      <a:pt x="20241" y="6657"/>
                      <a:pt x="19521" y="5780"/>
                    </a:cubicBezTo>
                    <a:cubicBezTo>
                      <a:pt x="18779" y="4903"/>
                      <a:pt x="17857" y="4206"/>
                      <a:pt x="16732" y="3666"/>
                    </a:cubicBezTo>
                    <a:cubicBezTo>
                      <a:pt x="15608" y="3149"/>
                      <a:pt x="14348" y="2879"/>
                      <a:pt x="12909" y="2879"/>
                    </a:cubicBezTo>
                    <a:cubicBezTo>
                      <a:pt x="11470" y="2879"/>
                      <a:pt x="10210" y="3149"/>
                      <a:pt x="9108" y="3688"/>
                    </a:cubicBezTo>
                    <a:cubicBezTo>
                      <a:pt x="8006" y="4228"/>
                      <a:pt x="7084" y="4948"/>
                      <a:pt x="6297" y="5847"/>
                    </a:cubicBezTo>
                    <a:cubicBezTo>
                      <a:pt x="5532" y="6747"/>
                      <a:pt x="4903" y="7781"/>
                      <a:pt x="4430" y="8973"/>
                    </a:cubicBezTo>
                    <a:cubicBezTo>
                      <a:pt x="3958" y="10165"/>
                      <a:pt x="3666" y="11425"/>
                      <a:pt x="3508" y="12752"/>
                    </a:cubicBezTo>
                    <a:lnTo>
                      <a:pt x="21747" y="12752"/>
                    </a:lnTo>
                    <a:close/>
                  </a:path>
                </a:pathLst>
              </a:custGeom>
              <a:solidFill>
                <a:srgbClr val="231F20"/>
              </a:solidFill>
              <a:ln w="2249" cap="flat">
                <a:noFill/>
                <a:prstDash val="solid"/>
                <a:miter/>
              </a:ln>
            </p:spPr>
            <p:txBody>
              <a:bodyPr rtlCol="0" anchor="ctr"/>
              <a:lstStyle/>
              <a:p>
                <a:endParaRPr lang="en-US"/>
              </a:p>
            </p:txBody>
          </p:sp>
          <p:sp>
            <p:nvSpPr>
              <p:cNvPr id="18260" name="Freeform 18259">
                <a:extLst>
                  <a:ext uri="{FF2B5EF4-FFF2-40B4-BE49-F238E27FC236}">
                    <a16:creationId xmlns:a16="http://schemas.microsoft.com/office/drawing/2014/main" id="{B78E4AA0-F3F8-F027-4CB1-C80FFA60BDCD}"/>
                  </a:ext>
                </a:extLst>
              </p:cNvPr>
              <p:cNvSpPr/>
              <p:nvPr/>
            </p:nvSpPr>
            <p:spPr>
              <a:xfrm>
                <a:off x="4727802" y="4810872"/>
                <a:ext cx="25682" cy="39626"/>
              </a:xfrm>
              <a:custGeom>
                <a:avLst/>
                <a:gdLst>
                  <a:gd name="connsiteX0" fmla="*/ 22445 w 25682"/>
                  <a:gd name="connsiteY0" fmla="*/ 0 h 39626"/>
                  <a:gd name="connsiteX1" fmla="*/ 25683 w 25682"/>
                  <a:gd name="connsiteY1" fmla="*/ 0 h 39626"/>
                  <a:gd name="connsiteX2" fmla="*/ 25683 w 25682"/>
                  <a:gd name="connsiteY2" fmla="*/ 38862 h 39626"/>
                  <a:gd name="connsiteX3" fmla="*/ 22445 w 25682"/>
                  <a:gd name="connsiteY3" fmla="*/ 38862 h 39626"/>
                  <a:gd name="connsiteX4" fmla="*/ 22445 w 25682"/>
                  <a:gd name="connsiteY4" fmla="*/ 33959 h 39626"/>
                  <a:gd name="connsiteX5" fmla="*/ 22332 w 25682"/>
                  <a:gd name="connsiteY5" fmla="*/ 33959 h 39626"/>
                  <a:gd name="connsiteX6" fmla="*/ 20533 w 25682"/>
                  <a:gd name="connsiteY6" fmla="*/ 36411 h 39626"/>
                  <a:gd name="connsiteX7" fmla="*/ 18104 w 25682"/>
                  <a:gd name="connsiteY7" fmla="*/ 38165 h 39626"/>
                  <a:gd name="connsiteX8" fmla="*/ 15383 w 25682"/>
                  <a:gd name="connsiteY8" fmla="*/ 39244 h 39626"/>
                  <a:gd name="connsiteX9" fmla="*/ 12639 w 25682"/>
                  <a:gd name="connsiteY9" fmla="*/ 39627 h 39626"/>
                  <a:gd name="connsiteX10" fmla="*/ 6859 w 25682"/>
                  <a:gd name="connsiteY10" fmla="*/ 38502 h 39626"/>
                  <a:gd name="connsiteX11" fmla="*/ 2946 w 25682"/>
                  <a:gd name="connsiteY11" fmla="*/ 35399 h 39626"/>
                  <a:gd name="connsiteX12" fmla="*/ 697 w 25682"/>
                  <a:gd name="connsiteY12" fmla="*/ 30721 h 39626"/>
                  <a:gd name="connsiteX13" fmla="*/ 0 w 25682"/>
                  <a:gd name="connsiteY13" fmla="*/ 24941 h 39626"/>
                  <a:gd name="connsiteX14" fmla="*/ 765 w 25682"/>
                  <a:gd name="connsiteY14" fmla="*/ 19319 h 39626"/>
                  <a:gd name="connsiteX15" fmla="*/ 3059 w 25682"/>
                  <a:gd name="connsiteY15" fmla="*/ 14596 h 39626"/>
                  <a:gd name="connsiteX16" fmla="*/ 6949 w 25682"/>
                  <a:gd name="connsiteY16" fmla="*/ 11357 h 39626"/>
                  <a:gd name="connsiteX17" fmla="*/ 12482 w 25682"/>
                  <a:gd name="connsiteY17" fmla="*/ 10143 h 39626"/>
                  <a:gd name="connsiteX18" fmla="*/ 18171 w 25682"/>
                  <a:gd name="connsiteY18" fmla="*/ 11470 h 39626"/>
                  <a:gd name="connsiteX19" fmla="*/ 22467 w 25682"/>
                  <a:gd name="connsiteY19" fmla="*/ 15383 h 39626"/>
                  <a:gd name="connsiteX20" fmla="*/ 22467 w 25682"/>
                  <a:gd name="connsiteY20" fmla="*/ 0 h 39626"/>
                  <a:gd name="connsiteX21" fmla="*/ 22445 w 25682"/>
                  <a:gd name="connsiteY21" fmla="*/ 24784 h 39626"/>
                  <a:gd name="connsiteX22" fmla="*/ 21792 w 25682"/>
                  <a:gd name="connsiteY22" fmla="*/ 20286 h 39626"/>
                  <a:gd name="connsiteX23" fmla="*/ 19926 w 25682"/>
                  <a:gd name="connsiteY23" fmla="*/ 16552 h 39626"/>
                  <a:gd name="connsiteX24" fmla="*/ 16957 w 25682"/>
                  <a:gd name="connsiteY24" fmla="*/ 14011 h 39626"/>
                  <a:gd name="connsiteX25" fmla="*/ 12999 w 25682"/>
                  <a:gd name="connsiteY25" fmla="*/ 13067 h 39626"/>
                  <a:gd name="connsiteX26" fmla="*/ 8636 w 25682"/>
                  <a:gd name="connsiteY26" fmla="*/ 14056 h 39626"/>
                  <a:gd name="connsiteX27" fmla="*/ 5622 w 25682"/>
                  <a:gd name="connsiteY27" fmla="*/ 16777 h 39626"/>
                  <a:gd name="connsiteX28" fmla="*/ 3891 w 25682"/>
                  <a:gd name="connsiteY28" fmla="*/ 20803 h 39626"/>
                  <a:gd name="connsiteX29" fmla="*/ 3463 w 25682"/>
                  <a:gd name="connsiteY29" fmla="*/ 25751 h 39626"/>
                  <a:gd name="connsiteX30" fmla="*/ 4183 w 25682"/>
                  <a:gd name="connsiteY30" fmla="*/ 30428 h 39626"/>
                  <a:gd name="connsiteX31" fmla="*/ 6207 w 25682"/>
                  <a:gd name="connsiteY31" fmla="*/ 33847 h 39626"/>
                  <a:gd name="connsiteX32" fmla="*/ 9221 w 25682"/>
                  <a:gd name="connsiteY32" fmla="*/ 35983 h 39626"/>
                  <a:gd name="connsiteX33" fmla="*/ 12999 w 25682"/>
                  <a:gd name="connsiteY33" fmla="*/ 36703 h 39626"/>
                  <a:gd name="connsiteX34" fmla="*/ 17047 w 25682"/>
                  <a:gd name="connsiteY34" fmla="*/ 35781 h 39626"/>
                  <a:gd name="connsiteX35" fmla="*/ 20016 w 25682"/>
                  <a:gd name="connsiteY35" fmla="*/ 33262 h 39626"/>
                  <a:gd name="connsiteX36" fmla="*/ 21815 w 25682"/>
                  <a:gd name="connsiteY36" fmla="*/ 29484 h 39626"/>
                  <a:gd name="connsiteX37" fmla="*/ 22445 w 25682"/>
                  <a:gd name="connsiteY37" fmla="*/ 24761 h 3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682" h="39626">
                    <a:moveTo>
                      <a:pt x="22445" y="0"/>
                    </a:moveTo>
                    <a:lnTo>
                      <a:pt x="25683" y="0"/>
                    </a:lnTo>
                    <a:lnTo>
                      <a:pt x="25683" y="38862"/>
                    </a:lnTo>
                    <a:lnTo>
                      <a:pt x="22445" y="38862"/>
                    </a:lnTo>
                    <a:lnTo>
                      <a:pt x="22445" y="33959"/>
                    </a:lnTo>
                    <a:lnTo>
                      <a:pt x="22332" y="33959"/>
                    </a:lnTo>
                    <a:cubicBezTo>
                      <a:pt x="21860" y="34904"/>
                      <a:pt x="21253" y="35713"/>
                      <a:pt x="20533" y="36411"/>
                    </a:cubicBezTo>
                    <a:cubicBezTo>
                      <a:pt x="19791" y="37108"/>
                      <a:pt x="18981" y="37693"/>
                      <a:pt x="18104" y="38165"/>
                    </a:cubicBezTo>
                    <a:cubicBezTo>
                      <a:pt x="17227" y="38637"/>
                      <a:pt x="16305" y="38997"/>
                      <a:pt x="15383" y="39244"/>
                    </a:cubicBezTo>
                    <a:cubicBezTo>
                      <a:pt x="14438" y="39492"/>
                      <a:pt x="13539" y="39627"/>
                      <a:pt x="12639" y="39627"/>
                    </a:cubicBezTo>
                    <a:cubicBezTo>
                      <a:pt x="10368" y="39627"/>
                      <a:pt x="8456" y="39244"/>
                      <a:pt x="6859" y="38502"/>
                    </a:cubicBezTo>
                    <a:cubicBezTo>
                      <a:pt x="5262" y="37760"/>
                      <a:pt x="3981" y="36703"/>
                      <a:pt x="2946" y="35399"/>
                    </a:cubicBezTo>
                    <a:cubicBezTo>
                      <a:pt x="1912" y="34094"/>
                      <a:pt x="1170" y="32520"/>
                      <a:pt x="697" y="30721"/>
                    </a:cubicBezTo>
                    <a:cubicBezTo>
                      <a:pt x="225" y="28922"/>
                      <a:pt x="0" y="26987"/>
                      <a:pt x="0" y="24941"/>
                    </a:cubicBezTo>
                    <a:cubicBezTo>
                      <a:pt x="0" y="23007"/>
                      <a:pt x="247" y="21118"/>
                      <a:pt x="765" y="19319"/>
                    </a:cubicBezTo>
                    <a:cubicBezTo>
                      <a:pt x="1259" y="17519"/>
                      <a:pt x="2024" y="15945"/>
                      <a:pt x="3059" y="14596"/>
                    </a:cubicBezTo>
                    <a:cubicBezTo>
                      <a:pt x="4093" y="13246"/>
                      <a:pt x="5375" y="12167"/>
                      <a:pt x="6949" y="11357"/>
                    </a:cubicBezTo>
                    <a:cubicBezTo>
                      <a:pt x="8523" y="10548"/>
                      <a:pt x="10368" y="10143"/>
                      <a:pt x="12482" y="10143"/>
                    </a:cubicBezTo>
                    <a:cubicBezTo>
                      <a:pt x="14461" y="10143"/>
                      <a:pt x="16350" y="10593"/>
                      <a:pt x="18171" y="11470"/>
                    </a:cubicBezTo>
                    <a:cubicBezTo>
                      <a:pt x="19993" y="12347"/>
                      <a:pt x="21410" y="13651"/>
                      <a:pt x="22467" y="15383"/>
                    </a:cubicBezTo>
                    <a:lnTo>
                      <a:pt x="22467" y="0"/>
                    </a:lnTo>
                    <a:close/>
                    <a:moveTo>
                      <a:pt x="22445" y="24784"/>
                    </a:moveTo>
                    <a:cubicBezTo>
                      <a:pt x="22445" y="23209"/>
                      <a:pt x="22220" y="21703"/>
                      <a:pt x="21792" y="20286"/>
                    </a:cubicBezTo>
                    <a:cubicBezTo>
                      <a:pt x="21365" y="18869"/>
                      <a:pt x="20735" y="17632"/>
                      <a:pt x="19926" y="16552"/>
                    </a:cubicBezTo>
                    <a:cubicBezTo>
                      <a:pt x="19116" y="15473"/>
                      <a:pt x="18126" y="14641"/>
                      <a:pt x="16957" y="14011"/>
                    </a:cubicBezTo>
                    <a:cubicBezTo>
                      <a:pt x="15788" y="13381"/>
                      <a:pt x="14461" y="13067"/>
                      <a:pt x="12999" y="13067"/>
                    </a:cubicBezTo>
                    <a:cubicBezTo>
                      <a:pt x="11312" y="13067"/>
                      <a:pt x="9850" y="13404"/>
                      <a:pt x="8636" y="14056"/>
                    </a:cubicBezTo>
                    <a:cubicBezTo>
                      <a:pt x="7421" y="14731"/>
                      <a:pt x="6409" y="15630"/>
                      <a:pt x="5622" y="16777"/>
                    </a:cubicBezTo>
                    <a:cubicBezTo>
                      <a:pt x="4835" y="17924"/>
                      <a:pt x="4251" y="19274"/>
                      <a:pt x="3891" y="20803"/>
                    </a:cubicBezTo>
                    <a:cubicBezTo>
                      <a:pt x="3531" y="22332"/>
                      <a:pt x="3396" y="23974"/>
                      <a:pt x="3463" y="25751"/>
                    </a:cubicBezTo>
                    <a:cubicBezTo>
                      <a:pt x="3463" y="27505"/>
                      <a:pt x="3711" y="29079"/>
                      <a:pt x="4183" y="30428"/>
                    </a:cubicBezTo>
                    <a:cubicBezTo>
                      <a:pt x="4678" y="31778"/>
                      <a:pt x="5353" y="32925"/>
                      <a:pt x="6207" y="33847"/>
                    </a:cubicBezTo>
                    <a:cubicBezTo>
                      <a:pt x="7062" y="34792"/>
                      <a:pt x="8074" y="35489"/>
                      <a:pt x="9221" y="35983"/>
                    </a:cubicBezTo>
                    <a:cubicBezTo>
                      <a:pt x="10368" y="36478"/>
                      <a:pt x="11627" y="36703"/>
                      <a:pt x="12999" y="36703"/>
                    </a:cubicBezTo>
                    <a:cubicBezTo>
                      <a:pt x="14506" y="36703"/>
                      <a:pt x="15855" y="36388"/>
                      <a:pt x="17047" y="35781"/>
                    </a:cubicBezTo>
                    <a:cubicBezTo>
                      <a:pt x="18239" y="35174"/>
                      <a:pt x="19228" y="34342"/>
                      <a:pt x="20016" y="33262"/>
                    </a:cubicBezTo>
                    <a:cubicBezTo>
                      <a:pt x="20803" y="32205"/>
                      <a:pt x="21410" y="30946"/>
                      <a:pt x="21815" y="29484"/>
                    </a:cubicBezTo>
                    <a:cubicBezTo>
                      <a:pt x="22220" y="28022"/>
                      <a:pt x="22445" y="26448"/>
                      <a:pt x="22445" y="24761"/>
                    </a:cubicBezTo>
                    <a:close/>
                  </a:path>
                </a:pathLst>
              </a:custGeom>
              <a:solidFill>
                <a:srgbClr val="231F20"/>
              </a:solidFill>
              <a:ln w="2249" cap="flat">
                <a:noFill/>
                <a:prstDash val="solid"/>
                <a:miter/>
              </a:ln>
            </p:spPr>
            <p:txBody>
              <a:bodyPr rtlCol="0" anchor="ctr"/>
              <a:lstStyle/>
              <a:p>
                <a:endParaRPr lang="en-US"/>
              </a:p>
            </p:txBody>
          </p:sp>
        </p:grpSp>
      </p:grpSp>
      <p:sp>
        <p:nvSpPr>
          <p:cNvPr id="17757" name="TextBox 17756">
            <a:extLst>
              <a:ext uri="{FF2B5EF4-FFF2-40B4-BE49-F238E27FC236}">
                <a16:creationId xmlns:a16="http://schemas.microsoft.com/office/drawing/2014/main" id="{64B96E3D-779D-600B-5912-28A2AB866BE7}"/>
              </a:ext>
            </a:extLst>
          </p:cNvPr>
          <p:cNvSpPr txBox="1"/>
          <p:nvPr/>
        </p:nvSpPr>
        <p:spPr>
          <a:xfrm>
            <a:off x="1346200" y="5350911"/>
            <a:ext cx="9499600" cy="707886"/>
          </a:xfrm>
          <a:prstGeom prst="rect">
            <a:avLst/>
          </a:prstGeom>
          <a:noFill/>
        </p:spPr>
        <p:txBody>
          <a:bodyPr wrap="square" rtlCol="0">
            <a:spAutoFit/>
          </a:bodyPr>
          <a:lstStyle/>
          <a:p>
            <a:r>
              <a:rPr lang="en-US" sz="2000" dirty="0">
                <a:latin typeface="Helvetica" pitchFamily="2" charset="0"/>
              </a:rPr>
              <a:t>Pairs encoded with more discriminative gaze (less similar) in 1-back were better subsequently discriminated in 2-back</a:t>
            </a:r>
          </a:p>
        </p:txBody>
      </p:sp>
      <p:grpSp>
        <p:nvGrpSpPr>
          <p:cNvPr id="18453" name="Group 18452">
            <a:extLst>
              <a:ext uri="{FF2B5EF4-FFF2-40B4-BE49-F238E27FC236}">
                <a16:creationId xmlns:a16="http://schemas.microsoft.com/office/drawing/2014/main" id="{76B59C6A-F382-5618-EB11-680B2A6B66BE}"/>
              </a:ext>
            </a:extLst>
          </p:cNvPr>
          <p:cNvGrpSpPr/>
          <p:nvPr/>
        </p:nvGrpSpPr>
        <p:grpSpPr>
          <a:xfrm>
            <a:off x="5144770" y="1205142"/>
            <a:ext cx="4683554" cy="3679989"/>
            <a:chOff x="1511929" y="2836796"/>
            <a:chExt cx="4683554" cy="3679989"/>
          </a:xfrm>
        </p:grpSpPr>
        <p:grpSp>
          <p:nvGrpSpPr>
            <p:cNvPr id="18261" name="Graphic 4479">
              <a:extLst>
                <a:ext uri="{FF2B5EF4-FFF2-40B4-BE49-F238E27FC236}">
                  <a16:creationId xmlns:a16="http://schemas.microsoft.com/office/drawing/2014/main" id="{C8663A55-6CE1-D294-5AE6-181E882FD39C}"/>
                </a:ext>
              </a:extLst>
            </p:cNvPr>
            <p:cNvGrpSpPr/>
            <p:nvPr/>
          </p:nvGrpSpPr>
          <p:grpSpPr>
            <a:xfrm>
              <a:off x="1511929" y="2836796"/>
              <a:ext cx="138510" cy="3679989"/>
              <a:chOff x="3633819" y="4784537"/>
              <a:chExt cx="36568" cy="971549"/>
            </a:xfrm>
            <a:solidFill>
              <a:srgbClr val="231F20"/>
            </a:solidFill>
          </p:grpSpPr>
          <p:sp>
            <p:nvSpPr>
              <p:cNvPr id="18262" name="Freeform 18261">
                <a:extLst>
                  <a:ext uri="{FF2B5EF4-FFF2-40B4-BE49-F238E27FC236}">
                    <a16:creationId xmlns:a16="http://schemas.microsoft.com/office/drawing/2014/main" id="{A20B7A6A-21DF-7545-E433-9FD8D4632289}"/>
                  </a:ext>
                </a:extLst>
              </p:cNvPr>
              <p:cNvSpPr/>
              <p:nvPr/>
            </p:nvSpPr>
            <p:spPr>
              <a:xfrm>
                <a:off x="3652103" y="4816292"/>
                <a:ext cx="2248" cy="908039"/>
              </a:xfrm>
              <a:custGeom>
                <a:avLst/>
                <a:gdLst>
                  <a:gd name="connsiteX0" fmla="*/ 0 w 2248"/>
                  <a:gd name="connsiteY0" fmla="*/ 0 h 908039"/>
                  <a:gd name="connsiteX1" fmla="*/ 0 w 2248"/>
                  <a:gd name="connsiteY1" fmla="*/ 908039 h 908039"/>
                </a:gdLst>
                <a:ahLst/>
                <a:cxnLst>
                  <a:cxn ang="0">
                    <a:pos x="connsiteX0" y="connsiteY0"/>
                  </a:cxn>
                  <a:cxn ang="0">
                    <a:pos x="connsiteX1" y="connsiteY1"/>
                  </a:cxn>
                </a:cxnLst>
                <a:rect l="l" t="t" r="r" b="b"/>
                <a:pathLst>
                  <a:path w="2248" h="908039">
                    <a:moveTo>
                      <a:pt x="0" y="0"/>
                    </a:moveTo>
                    <a:lnTo>
                      <a:pt x="0" y="908039"/>
                    </a:lnTo>
                  </a:path>
                </a:pathLst>
              </a:custGeom>
              <a:ln w="4498" cap="flat">
                <a:solidFill>
                  <a:srgbClr val="231F20"/>
                </a:solidFill>
                <a:prstDash val="solid"/>
                <a:miter/>
              </a:ln>
            </p:spPr>
            <p:txBody>
              <a:bodyPr rtlCol="0" anchor="ctr"/>
              <a:lstStyle/>
              <a:p>
                <a:endParaRPr lang="en-US"/>
              </a:p>
            </p:txBody>
          </p:sp>
          <p:sp>
            <p:nvSpPr>
              <p:cNvPr id="18263" name="Freeform 18262">
                <a:extLst>
                  <a:ext uri="{FF2B5EF4-FFF2-40B4-BE49-F238E27FC236}">
                    <a16:creationId xmlns:a16="http://schemas.microsoft.com/office/drawing/2014/main" id="{8949A72B-CF5F-5145-F2A5-347D654BD059}"/>
                  </a:ext>
                </a:extLst>
              </p:cNvPr>
              <p:cNvSpPr/>
              <p:nvPr/>
            </p:nvSpPr>
            <p:spPr>
              <a:xfrm>
                <a:off x="3633819" y="4784537"/>
                <a:ext cx="36568" cy="44754"/>
              </a:xfrm>
              <a:custGeom>
                <a:avLst/>
                <a:gdLst>
                  <a:gd name="connsiteX0" fmla="*/ 18284 w 36568"/>
                  <a:gd name="connsiteY0" fmla="*/ 0 h 44754"/>
                  <a:gd name="connsiteX1" fmla="*/ 0 w 36568"/>
                  <a:gd name="connsiteY1" fmla="*/ 44754 h 44754"/>
                  <a:gd name="connsiteX2" fmla="*/ 18284 w 36568"/>
                  <a:gd name="connsiteY2" fmla="*/ 34139 h 44754"/>
                  <a:gd name="connsiteX3" fmla="*/ 36568 w 36568"/>
                  <a:gd name="connsiteY3" fmla="*/ 44754 h 44754"/>
                  <a:gd name="connsiteX4" fmla="*/ 18284 w 36568"/>
                  <a:gd name="connsiteY4" fmla="*/ 0 h 447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568" h="44754">
                    <a:moveTo>
                      <a:pt x="18284" y="0"/>
                    </a:moveTo>
                    <a:lnTo>
                      <a:pt x="0" y="44754"/>
                    </a:lnTo>
                    <a:lnTo>
                      <a:pt x="18284" y="34139"/>
                    </a:lnTo>
                    <a:lnTo>
                      <a:pt x="36568" y="44754"/>
                    </a:lnTo>
                    <a:lnTo>
                      <a:pt x="18284" y="0"/>
                    </a:lnTo>
                    <a:close/>
                  </a:path>
                </a:pathLst>
              </a:custGeom>
              <a:solidFill>
                <a:srgbClr val="231F20"/>
              </a:solidFill>
              <a:ln w="2249" cap="flat">
                <a:noFill/>
                <a:prstDash val="solid"/>
                <a:miter/>
              </a:ln>
            </p:spPr>
            <p:txBody>
              <a:bodyPr rtlCol="0" anchor="ctr"/>
              <a:lstStyle/>
              <a:p>
                <a:endParaRPr lang="en-US"/>
              </a:p>
            </p:txBody>
          </p:sp>
          <p:sp>
            <p:nvSpPr>
              <p:cNvPr id="18264" name="Freeform 18263">
                <a:extLst>
                  <a:ext uri="{FF2B5EF4-FFF2-40B4-BE49-F238E27FC236}">
                    <a16:creationId xmlns:a16="http://schemas.microsoft.com/office/drawing/2014/main" id="{DA9A7639-76C4-44F7-B4A1-7734F7818312}"/>
                  </a:ext>
                </a:extLst>
              </p:cNvPr>
              <p:cNvSpPr/>
              <p:nvPr/>
            </p:nvSpPr>
            <p:spPr>
              <a:xfrm>
                <a:off x="3633819" y="5711332"/>
                <a:ext cx="36568" cy="44754"/>
              </a:xfrm>
              <a:custGeom>
                <a:avLst/>
                <a:gdLst>
                  <a:gd name="connsiteX0" fmla="*/ 18284 w 36568"/>
                  <a:gd name="connsiteY0" fmla="*/ 44754 h 44754"/>
                  <a:gd name="connsiteX1" fmla="*/ 0 w 36568"/>
                  <a:gd name="connsiteY1" fmla="*/ 0 h 44754"/>
                  <a:gd name="connsiteX2" fmla="*/ 18284 w 36568"/>
                  <a:gd name="connsiteY2" fmla="*/ 10638 h 44754"/>
                  <a:gd name="connsiteX3" fmla="*/ 36568 w 36568"/>
                  <a:gd name="connsiteY3" fmla="*/ 0 h 44754"/>
                  <a:gd name="connsiteX4" fmla="*/ 18284 w 36568"/>
                  <a:gd name="connsiteY4" fmla="*/ 44754 h 447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568" h="44754">
                    <a:moveTo>
                      <a:pt x="18284" y="44754"/>
                    </a:moveTo>
                    <a:lnTo>
                      <a:pt x="0" y="0"/>
                    </a:lnTo>
                    <a:lnTo>
                      <a:pt x="18284" y="10638"/>
                    </a:lnTo>
                    <a:lnTo>
                      <a:pt x="36568" y="0"/>
                    </a:lnTo>
                    <a:lnTo>
                      <a:pt x="18284" y="44754"/>
                    </a:lnTo>
                    <a:close/>
                  </a:path>
                </a:pathLst>
              </a:custGeom>
              <a:solidFill>
                <a:srgbClr val="231F20"/>
              </a:solidFill>
              <a:ln w="2249" cap="flat">
                <a:noFill/>
                <a:prstDash val="solid"/>
                <a:miter/>
              </a:ln>
            </p:spPr>
            <p:txBody>
              <a:bodyPr rtlCol="0" anchor="ctr"/>
              <a:lstStyle/>
              <a:p>
                <a:endParaRPr lang="en-US"/>
              </a:p>
            </p:txBody>
          </p:sp>
        </p:grpSp>
        <p:sp>
          <p:nvSpPr>
            <p:cNvPr id="4" name="Freeform 3">
              <a:extLst>
                <a:ext uri="{FF2B5EF4-FFF2-40B4-BE49-F238E27FC236}">
                  <a16:creationId xmlns:a16="http://schemas.microsoft.com/office/drawing/2014/main" id="{16590F14-5073-A696-76A1-A2F01F5E6740}"/>
                </a:ext>
              </a:extLst>
            </p:cNvPr>
            <p:cNvSpPr/>
            <p:nvPr/>
          </p:nvSpPr>
          <p:spPr>
            <a:xfrm>
              <a:off x="2747453" y="6320093"/>
              <a:ext cx="3448030" cy="8515"/>
            </a:xfrm>
            <a:custGeom>
              <a:avLst/>
              <a:gdLst>
                <a:gd name="connsiteX0" fmla="*/ 0 w 910310"/>
                <a:gd name="connsiteY0" fmla="*/ 0 h 2248"/>
                <a:gd name="connsiteX1" fmla="*/ 910311 w 910310"/>
                <a:gd name="connsiteY1" fmla="*/ 0 h 2248"/>
              </a:gdLst>
              <a:ahLst/>
              <a:cxnLst>
                <a:cxn ang="0">
                  <a:pos x="connsiteX0" y="connsiteY0"/>
                </a:cxn>
                <a:cxn ang="0">
                  <a:pos x="connsiteX1" y="connsiteY1"/>
                </a:cxn>
              </a:cxnLst>
              <a:rect l="l" t="t" r="r" b="b"/>
              <a:pathLst>
                <a:path w="910310" h="2248">
                  <a:moveTo>
                    <a:pt x="0" y="0"/>
                  </a:moveTo>
                  <a:lnTo>
                    <a:pt x="910311" y="0"/>
                  </a:lnTo>
                </a:path>
              </a:pathLst>
            </a:custGeom>
            <a:ln w="4498" cap="sq">
              <a:solidFill>
                <a:srgbClr val="262626"/>
              </a:solidFill>
              <a:prstDash val="solid"/>
              <a:round/>
            </a:ln>
          </p:spPr>
          <p:txBody>
            <a:bodyPr rtlCol="0" anchor="ctr"/>
            <a:lstStyle/>
            <a:p>
              <a:endParaRPr lang="en-US"/>
            </a:p>
          </p:txBody>
        </p:sp>
        <p:sp>
          <p:nvSpPr>
            <p:cNvPr id="5" name="Freeform 4">
              <a:extLst>
                <a:ext uri="{FF2B5EF4-FFF2-40B4-BE49-F238E27FC236}">
                  <a16:creationId xmlns:a16="http://schemas.microsoft.com/office/drawing/2014/main" id="{E783A066-DC54-F91A-CBDA-C6BE7D73225F}"/>
                </a:ext>
              </a:extLst>
            </p:cNvPr>
            <p:cNvSpPr/>
            <p:nvPr/>
          </p:nvSpPr>
          <p:spPr>
            <a:xfrm>
              <a:off x="3153784" y="6281591"/>
              <a:ext cx="8515" cy="38503"/>
            </a:xfrm>
            <a:custGeom>
              <a:avLst/>
              <a:gdLst>
                <a:gd name="connsiteX0" fmla="*/ 0 w 2248"/>
                <a:gd name="connsiteY0" fmla="*/ 10165 h 10165"/>
                <a:gd name="connsiteX1" fmla="*/ 0 w 2248"/>
                <a:gd name="connsiteY1" fmla="*/ 0 h 10165"/>
              </a:gdLst>
              <a:ahLst/>
              <a:cxnLst>
                <a:cxn ang="0">
                  <a:pos x="connsiteX0" y="connsiteY0"/>
                </a:cxn>
                <a:cxn ang="0">
                  <a:pos x="connsiteX1" y="connsiteY1"/>
                </a:cxn>
              </a:cxnLst>
              <a:rect l="l" t="t" r="r" b="b"/>
              <a:pathLst>
                <a:path w="2248" h="10165">
                  <a:moveTo>
                    <a:pt x="0" y="10165"/>
                  </a:moveTo>
                  <a:lnTo>
                    <a:pt x="0" y="0"/>
                  </a:lnTo>
                </a:path>
              </a:pathLst>
            </a:custGeom>
            <a:ln w="4498" cap="sq">
              <a:solidFill>
                <a:srgbClr val="262626"/>
              </a:solidFill>
              <a:prstDash val="solid"/>
              <a:round/>
            </a:ln>
          </p:spPr>
          <p:txBody>
            <a:bodyPr rtlCol="0" anchor="ctr"/>
            <a:lstStyle/>
            <a:p>
              <a:endParaRPr lang="en-US"/>
            </a:p>
          </p:txBody>
        </p:sp>
        <p:sp>
          <p:nvSpPr>
            <p:cNvPr id="6" name="Freeform 5">
              <a:extLst>
                <a:ext uri="{FF2B5EF4-FFF2-40B4-BE49-F238E27FC236}">
                  <a16:creationId xmlns:a16="http://schemas.microsoft.com/office/drawing/2014/main" id="{048260B4-4478-E37B-496A-339D051AA9CB}"/>
                </a:ext>
              </a:extLst>
            </p:cNvPr>
            <p:cNvSpPr/>
            <p:nvPr/>
          </p:nvSpPr>
          <p:spPr>
            <a:xfrm>
              <a:off x="4032214" y="6281591"/>
              <a:ext cx="8515" cy="38503"/>
            </a:xfrm>
            <a:custGeom>
              <a:avLst/>
              <a:gdLst>
                <a:gd name="connsiteX0" fmla="*/ 0 w 2248"/>
                <a:gd name="connsiteY0" fmla="*/ 10165 h 10165"/>
                <a:gd name="connsiteX1" fmla="*/ 0 w 2248"/>
                <a:gd name="connsiteY1" fmla="*/ 0 h 10165"/>
              </a:gdLst>
              <a:ahLst/>
              <a:cxnLst>
                <a:cxn ang="0">
                  <a:pos x="connsiteX0" y="connsiteY0"/>
                </a:cxn>
                <a:cxn ang="0">
                  <a:pos x="connsiteX1" y="connsiteY1"/>
                </a:cxn>
              </a:cxnLst>
              <a:rect l="l" t="t" r="r" b="b"/>
              <a:pathLst>
                <a:path w="2248" h="10165">
                  <a:moveTo>
                    <a:pt x="0" y="10165"/>
                  </a:moveTo>
                  <a:lnTo>
                    <a:pt x="0" y="0"/>
                  </a:lnTo>
                </a:path>
              </a:pathLst>
            </a:custGeom>
            <a:ln w="4498" cap="sq">
              <a:solidFill>
                <a:srgbClr val="262626"/>
              </a:solidFill>
              <a:prstDash val="solid"/>
              <a:round/>
            </a:ln>
          </p:spPr>
          <p:txBody>
            <a:bodyPr rtlCol="0" anchor="ctr"/>
            <a:lstStyle/>
            <a:p>
              <a:endParaRPr lang="en-US"/>
            </a:p>
          </p:txBody>
        </p:sp>
        <p:sp>
          <p:nvSpPr>
            <p:cNvPr id="7" name="Freeform 6">
              <a:extLst>
                <a:ext uri="{FF2B5EF4-FFF2-40B4-BE49-F238E27FC236}">
                  <a16:creationId xmlns:a16="http://schemas.microsoft.com/office/drawing/2014/main" id="{8D3A1767-05C6-7CB2-E1BF-3EB81C30706A}"/>
                </a:ext>
              </a:extLst>
            </p:cNvPr>
            <p:cNvSpPr/>
            <p:nvPr/>
          </p:nvSpPr>
          <p:spPr>
            <a:xfrm>
              <a:off x="4910727" y="6281591"/>
              <a:ext cx="8515" cy="38503"/>
            </a:xfrm>
            <a:custGeom>
              <a:avLst/>
              <a:gdLst>
                <a:gd name="connsiteX0" fmla="*/ 0 w 2248"/>
                <a:gd name="connsiteY0" fmla="*/ 10165 h 10165"/>
                <a:gd name="connsiteX1" fmla="*/ 0 w 2248"/>
                <a:gd name="connsiteY1" fmla="*/ 0 h 10165"/>
              </a:gdLst>
              <a:ahLst/>
              <a:cxnLst>
                <a:cxn ang="0">
                  <a:pos x="connsiteX0" y="connsiteY0"/>
                </a:cxn>
                <a:cxn ang="0">
                  <a:pos x="connsiteX1" y="connsiteY1"/>
                </a:cxn>
              </a:cxnLst>
              <a:rect l="l" t="t" r="r" b="b"/>
              <a:pathLst>
                <a:path w="2248" h="10165">
                  <a:moveTo>
                    <a:pt x="0" y="10165"/>
                  </a:moveTo>
                  <a:lnTo>
                    <a:pt x="0" y="0"/>
                  </a:lnTo>
                </a:path>
              </a:pathLst>
            </a:custGeom>
            <a:ln w="4498" cap="sq">
              <a:solidFill>
                <a:srgbClr val="262626"/>
              </a:solidFill>
              <a:prstDash val="solid"/>
              <a:round/>
            </a:ln>
          </p:spPr>
          <p:txBody>
            <a:bodyPr rtlCol="0" anchor="ctr"/>
            <a:lstStyle/>
            <a:p>
              <a:endParaRPr lang="en-US"/>
            </a:p>
          </p:txBody>
        </p:sp>
        <p:sp>
          <p:nvSpPr>
            <p:cNvPr id="8" name="Freeform 7">
              <a:extLst>
                <a:ext uri="{FF2B5EF4-FFF2-40B4-BE49-F238E27FC236}">
                  <a16:creationId xmlns:a16="http://schemas.microsoft.com/office/drawing/2014/main" id="{DF04ABE9-3B62-EF7B-017A-E555683BD405}"/>
                </a:ext>
              </a:extLst>
            </p:cNvPr>
            <p:cNvSpPr/>
            <p:nvPr/>
          </p:nvSpPr>
          <p:spPr>
            <a:xfrm>
              <a:off x="5789152" y="6281591"/>
              <a:ext cx="8515" cy="38503"/>
            </a:xfrm>
            <a:custGeom>
              <a:avLst/>
              <a:gdLst>
                <a:gd name="connsiteX0" fmla="*/ 0 w 2248"/>
                <a:gd name="connsiteY0" fmla="*/ 10165 h 10165"/>
                <a:gd name="connsiteX1" fmla="*/ 0 w 2248"/>
                <a:gd name="connsiteY1" fmla="*/ 0 h 10165"/>
              </a:gdLst>
              <a:ahLst/>
              <a:cxnLst>
                <a:cxn ang="0">
                  <a:pos x="connsiteX0" y="connsiteY0"/>
                </a:cxn>
                <a:cxn ang="0">
                  <a:pos x="connsiteX1" y="connsiteY1"/>
                </a:cxn>
              </a:cxnLst>
              <a:rect l="l" t="t" r="r" b="b"/>
              <a:pathLst>
                <a:path w="2248" h="10165">
                  <a:moveTo>
                    <a:pt x="0" y="10165"/>
                  </a:moveTo>
                  <a:lnTo>
                    <a:pt x="0" y="0"/>
                  </a:lnTo>
                </a:path>
              </a:pathLst>
            </a:custGeom>
            <a:ln w="4498" cap="sq">
              <a:solidFill>
                <a:srgbClr val="262626"/>
              </a:solidFill>
              <a:prstDash val="solid"/>
              <a:round/>
            </a:ln>
          </p:spPr>
          <p:txBody>
            <a:bodyPr rtlCol="0" anchor="ctr"/>
            <a:lstStyle/>
            <a:p>
              <a:endParaRPr lang="en-US"/>
            </a:p>
          </p:txBody>
        </p:sp>
        <p:sp>
          <p:nvSpPr>
            <p:cNvPr id="9" name="Freeform 8">
              <a:extLst>
                <a:ext uri="{FF2B5EF4-FFF2-40B4-BE49-F238E27FC236}">
                  <a16:creationId xmlns:a16="http://schemas.microsoft.com/office/drawing/2014/main" id="{E8221245-30C1-FF81-9FCB-8D88B5522ED5}"/>
                </a:ext>
              </a:extLst>
            </p:cNvPr>
            <p:cNvSpPr/>
            <p:nvPr/>
          </p:nvSpPr>
          <p:spPr>
            <a:xfrm>
              <a:off x="2745919" y="2866609"/>
              <a:ext cx="8515" cy="3453484"/>
            </a:xfrm>
            <a:custGeom>
              <a:avLst/>
              <a:gdLst>
                <a:gd name="connsiteX0" fmla="*/ 0 w 2248"/>
                <a:gd name="connsiteY0" fmla="*/ 911750 h 911750"/>
                <a:gd name="connsiteX1" fmla="*/ 0 w 2248"/>
                <a:gd name="connsiteY1" fmla="*/ 0 h 911750"/>
              </a:gdLst>
              <a:ahLst/>
              <a:cxnLst>
                <a:cxn ang="0">
                  <a:pos x="connsiteX0" y="connsiteY0"/>
                </a:cxn>
                <a:cxn ang="0">
                  <a:pos x="connsiteX1" y="connsiteY1"/>
                </a:cxn>
              </a:cxnLst>
              <a:rect l="l" t="t" r="r" b="b"/>
              <a:pathLst>
                <a:path w="2248" h="911750">
                  <a:moveTo>
                    <a:pt x="0" y="911750"/>
                  </a:moveTo>
                  <a:lnTo>
                    <a:pt x="0" y="0"/>
                  </a:lnTo>
                </a:path>
              </a:pathLst>
            </a:custGeom>
            <a:ln w="4498" cap="sq">
              <a:solidFill>
                <a:srgbClr val="262626"/>
              </a:solidFill>
              <a:prstDash val="solid"/>
              <a:round/>
            </a:ln>
          </p:spPr>
          <p:txBody>
            <a:bodyPr rtlCol="0" anchor="ctr"/>
            <a:lstStyle/>
            <a:p>
              <a:endParaRPr lang="en-US"/>
            </a:p>
          </p:txBody>
        </p:sp>
        <p:sp>
          <p:nvSpPr>
            <p:cNvPr id="10" name="Freeform 9">
              <a:extLst>
                <a:ext uri="{FF2B5EF4-FFF2-40B4-BE49-F238E27FC236}">
                  <a16:creationId xmlns:a16="http://schemas.microsoft.com/office/drawing/2014/main" id="{F107E176-79C7-B457-9BF0-33259A2E4F34}"/>
                </a:ext>
              </a:extLst>
            </p:cNvPr>
            <p:cNvSpPr/>
            <p:nvPr/>
          </p:nvSpPr>
          <p:spPr>
            <a:xfrm>
              <a:off x="2745919" y="5981230"/>
              <a:ext cx="38586" cy="8515"/>
            </a:xfrm>
            <a:custGeom>
              <a:avLst/>
              <a:gdLst>
                <a:gd name="connsiteX0" fmla="*/ 0 w 10187"/>
                <a:gd name="connsiteY0" fmla="*/ 0 h 2248"/>
                <a:gd name="connsiteX1" fmla="*/ 10188 w 10187"/>
                <a:gd name="connsiteY1" fmla="*/ 0 h 2248"/>
              </a:gdLst>
              <a:ahLst/>
              <a:cxnLst>
                <a:cxn ang="0">
                  <a:pos x="connsiteX0" y="connsiteY0"/>
                </a:cxn>
                <a:cxn ang="0">
                  <a:pos x="connsiteX1" y="connsiteY1"/>
                </a:cxn>
              </a:cxnLst>
              <a:rect l="l" t="t" r="r" b="b"/>
              <a:pathLst>
                <a:path w="10187" h="2248">
                  <a:moveTo>
                    <a:pt x="0" y="0"/>
                  </a:moveTo>
                  <a:lnTo>
                    <a:pt x="10188" y="0"/>
                  </a:lnTo>
                </a:path>
              </a:pathLst>
            </a:custGeom>
            <a:ln w="4498" cap="sq">
              <a:solidFill>
                <a:srgbClr val="262626"/>
              </a:solidFill>
              <a:prstDash val="solid"/>
              <a:round/>
            </a:ln>
          </p:spPr>
          <p:txBody>
            <a:bodyPr rtlCol="0" anchor="ctr"/>
            <a:lstStyle/>
            <a:p>
              <a:endParaRPr lang="en-US"/>
            </a:p>
          </p:txBody>
        </p:sp>
        <p:sp>
          <p:nvSpPr>
            <p:cNvPr id="11" name="Freeform 10">
              <a:extLst>
                <a:ext uri="{FF2B5EF4-FFF2-40B4-BE49-F238E27FC236}">
                  <a16:creationId xmlns:a16="http://schemas.microsoft.com/office/drawing/2014/main" id="{C83DC93B-BA73-0394-915A-451DB8927AAD}"/>
                </a:ext>
              </a:extLst>
            </p:cNvPr>
            <p:cNvSpPr/>
            <p:nvPr/>
          </p:nvSpPr>
          <p:spPr>
            <a:xfrm>
              <a:off x="2745919" y="5303498"/>
              <a:ext cx="38586" cy="8515"/>
            </a:xfrm>
            <a:custGeom>
              <a:avLst/>
              <a:gdLst>
                <a:gd name="connsiteX0" fmla="*/ 0 w 10187"/>
                <a:gd name="connsiteY0" fmla="*/ 0 h 2248"/>
                <a:gd name="connsiteX1" fmla="*/ 10188 w 10187"/>
                <a:gd name="connsiteY1" fmla="*/ 0 h 2248"/>
              </a:gdLst>
              <a:ahLst/>
              <a:cxnLst>
                <a:cxn ang="0">
                  <a:pos x="connsiteX0" y="connsiteY0"/>
                </a:cxn>
                <a:cxn ang="0">
                  <a:pos x="connsiteX1" y="connsiteY1"/>
                </a:cxn>
              </a:cxnLst>
              <a:rect l="l" t="t" r="r" b="b"/>
              <a:pathLst>
                <a:path w="10187" h="2248">
                  <a:moveTo>
                    <a:pt x="0" y="0"/>
                  </a:moveTo>
                  <a:lnTo>
                    <a:pt x="10188" y="0"/>
                  </a:lnTo>
                </a:path>
              </a:pathLst>
            </a:custGeom>
            <a:ln w="4498" cap="sq">
              <a:solidFill>
                <a:srgbClr val="262626"/>
              </a:solidFill>
              <a:prstDash val="solid"/>
              <a:round/>
            </a:ln>
          </p:spPr>
          <p:txBody>
            <a:bodyPr rtlCol="0" anchor="ctr"/>
            <a:lstStyle/>
            <a:p>
              <a:endParaRPr lang="en-US"/>
            </a:p>
          </p:txBody>
        </p:sp>
        <p:sp>
          <p:nvSpPr>
            <p:cNvPr id="12" name="Freeform 11">
              <a:extLst>
                <a:ext uri="{FF2B5EF4-FFF2-40B4-BE49-F238E27FC236}">
                  <a16:creationId xmlns:a16="http://schemas.microsoft.com/office/drawing/2014/main" id="{1BBDCCDE-93F5-C1B9-8D5A-A7B9BEBC27D6}"/>
                </a:ext>
              </a:extLst>
            </p:cNvPr>
            <p:cNvSpPr/>
            <p:nvPr/>
          </p:nvSpPr>
          <p:spPr>
            <a:xfrm>
              <a:off x="2745919" y="4625763"/>
              <a:ext cx="38586" cy="8515"/>
            </a:xfrm>
            <a:custGeom>
              <a:avLst/>
              <a:gdLst>
                <a:gd name="connsiteX0" fmla="*/ 0 w 10187"/>
                <a:gd name="connsiteY0" fmla="*/ 0 h 2248"/>
                <a:gd name="connsiteX1" fmla="*/ 10188 w 10187"/>
                <a:gd name="connsiteY1" fmla="*/ 0 h 2248"/>
              </a:gdLst>
              <a:ahLst/>
              <a:cxnLst>
                <a:cxn ang="0">
                  <a:pos x="connsiteX0" y="connsiteY0"/>
                </a:cxn>
                <a:cxn ang="0">
                  <a:pos x="connsiteX1" y="connsiteY1"/>
                </a:cxn>
              </a:cxnLst>
              <a:rect l="l" t="t" r="r" b="b"/>
              <a:pathLst>
                <a:path w="10187" h="2248">
                  <a:moveTo>
                    <a:pt x="0" y="0"/>
                  </a:moveTo>
                  <a:lnTo>
                    <a:pt x="10188" y="0"/>
                  </a:lnTo>
                </a:path>
              </a:pathLst>
            </a:custGeom>
            <a:ln w="4498" cap="sq">
              <a:solidFill>
                <a:srgbClr val="262626"/>
              </a:solidFill>
              <a:prstDash val="solid"/>
              <a:round/>
            </a:ln>
          </p:spPr>
          <p:txBody>
            <a:bodyPr rtlCol="0" anchor="ctr"/>
            <a:lstStyle/>
            <a:p>
              <a:endParaRPr lang="en-US"/>
            </a:p>
          </p:txBody>
        </p:sp>
        <p:sp>
          <p:nvSpPr>
            <p:cNvPr id="13" name="Freeform 12">
              <a:extLst>
                <a:ext uri="{FF2B5EF4-FFF2-40B4-BE49-F238E27FC236}">
                  <a16:creationId xmlns:a16="http://schemas.microsoft.com/office/drawing/2014/main" id="{8D0ED566-FFD9-55F0-7F1C-B60A7782F740}"/>
                </a:ext>
              </a:extLst>
            </p:cNvPr>
            <p:cNvSpPr/>
            <p:nvPr/>
          </p:nvSpPr>
          <p:spPr>
            <a:xfrm>
              <a:off x="2745919" y="3947948"/>
              <a:ext cx="38586" cy="8515"/>
            </a:xfrm>
            <a:custGeom>
              <a:avLst/>
              <a:gdLst>
                <a:gd name="connsiteX0" fmla="*/ 0 w 10187"/>
                <a:gd name="connsiteY0" fmla="*/ 0 h 2248"/>
                <a:gd name="connsiteX1" fmla="*/ 10188 w 10187"/>
                <a:gd name="connsiteY1" fmla="*/ 0 h 2248"/>
              </a:gdLst>
              <a:ahLst/>
              <a:cxnLst>
                <a:cxn ang="0">
                  <a:pos x="connsiteX0" y="connsiteY0"/>
                </a:cxn>
                <a:cxn ang="0">
                  <a:pos x="connsiteX1" y="connsiteY1"/>
                </a:cxn>
              </a:cxnLst>
              <a:rect l="l" t="t" r="r" b="b"/>
              <a:pathLst>
                <a:path w="10187" h="2248">
                  <a:moveTo>
                    <a:pt x="0" y="0"/>
                  </a:moveTo>
                  <a:lnTo>
                    <a:pt x="10188" y="0"/>
                  </a:lnTo>
                </a:path>
              </a:pathLst>
            </a:custGeom>
            <a:ln w="4498" cap="sq">
              <a:solidFill>
                <a:srgbClr val="262626"/>
              </a:solidFill>
              <a:prstDash val="solid"/>
              <a:round/>
            </a:ln>
          </p:spPr>
          <p:txBody>
            <a:bodyPr rtlCol="0" anchor="ctr"/>
            <a:lstStyle/>
            <a:p>
              <a:endParaRPr lang="en-US"/>
            </a:p>
          </p:txBody>
        </p:sp>
        <p:sp>
          <p:nvSpPr>
            <p:cNvPr id="14" name="Freeform 13">
              <a:extLst>
                <a:ext uri="{FF2B5EF4-FFF2-40B4-BE49-F238E27FC236}">
                  <a16:creationId xmlns:a16="http://schemas.microsoft.com/office/drawing/2014/main" id="{AF3F2A9D-D38C-851C-3248-0A899C8BD997}"/>
                </a:ext>
              </a:extLst>
            </p:cNvPr>
            <p:cNvSpPr/>
            <p:nvPr/>
          </p:nvSpPr>
          <p:spPr>
            <a:xfrm>
              <a:off x="2745919" y="3270216"/>
              <a:ext cx="38586" cy="8515"/>
            </a:xfrm>
            <a:custGeom>
              <a:avLst/>
              <a:gdLst>
                <a:gd name="connsiteX0" fmla="*/ 0 w 10187"/>
                <a:gd name="connsiteY0" fmla="*/ 0 h 2248"/>
                <a:gd name="connsiteX1" fmla="*/ 10188 w 10187"/>
                <a:gd name="connsiteY1" fmla="*/ 0 h 2248"/>
              </a:gdLst>
              <a:ahLst/>
              <a:cxnLst>
                <a:cxn ang="0">
                  <a:pos x="connsiteX0" y="connsiteY0"/>
                </a:cxn>
                <a:cxn ang="0">
                  <a:pos x="connsiteX1" y="connsiteY1"/>
                </a:cxn>
              </a:cxnLst>
              <a:rect l="l" t="t" r="r" b="b"/>
              <a:pathLst>
                <a:path w="10187" h="2248">
                  <a:moveTo>
                    <a:pt x="0" y="0"/>
                  </a:moveTo>
                  <a:lnTo>
                    <a:pt x="10188" y="0"/>
                  </a:lnTo>
                </a:path>
              </a:pathLst>
            </a:custGeom>
            <a:ln w="4498" cap="sq">
              <a:solidFill>
                <a:srgbClr val="262626"/>
              </a:solidFill>
              <a:prstDash val="solid"/>
              <a:round/>
            </a:ln>
          </p:spPr>
          <p:txBody>
            <a:bodyPr rtlCol="0" anchor="ctr"/>
            <a:lstStyle/>
            <a:p>
              <a:endParaRPr lang="en-US"/>
            </a:p>
          </p:txBody>
        </p:sp>
        <p:grpSp>
          <p:nvGrpSpPr>
            <p:cNvPr id="15" name="Graphic 4479">
              <a:extLst>
                <a:ext uri="{FF2B5EF4-FFF2-40B4-BE49-F238E27FC236}">
                  <a16:creationId xmlns:a16="http://schemas.microsoft.com/office/drawing/2014/main" id="{57ACFA8D-A2B9-CF21-CE58-4D98FD325C9F}"/>
                </a:ext>
              </a:extLst>
            </p:cNvPr>
            <p:cNvGrpSpPr/>
            <p:nvPr/>
          </p:nvGrpSpPr>
          <p:grpSpPr>
            <a:xfrm>
              <a:off x="2273824" y="5922792"/>
              <a:ext cx="335630" cy="147113"/>
              <a:chOff x="3834966" y="5599267"/>
              <a:chExt cx="88609" cy="38839"/>
            </a:xfrm>
            <a:solidFill>
              <a:srgbClr val="231F20"/>
            </a:solidFill>
          </p:grpSpPr>
          <p:sp>
            <p:nvSpPr>
              <p:cNvPr id="16" name="Freeform 15">
                <a:extLst>
                  <a:ext uri="{FF2B5EF4-FFF2-40B4-BE49-F238E27FC236}">
                    <a16:creationId xmlns:a16="http://schemas.microsoft.com/office/drawing/2014/main" id="{3F1A8F7B-558B-1AE0-576D-4C1D755ADCD6}"/>
                  </a:ext>
                </a:extLst>
              </p:cNvPr>
              <p:cNvSpPr/>
              <p:nvPr/>
            </p:nvSpPr>
            <p:spPr>
              <a:xfrm>
                <a:off x="3834966" y="5621644"/>
                <a:ext cx="13651" cy="3350"/>
              </a:xfrm>
              <a:custGeom>
                <a:avLst/>
                <a:gdLst>
                  <a:gd name="connsiteX0" fmla="*/ 13651 w 13651"/>
                  <a:gd name="connsiteY0" fmla="*/ 0 h 3350"/>
                  <a:gd name="connsiteX1" fmla="*/ 13651 w 13651"/>
                  <a:gd name="connsiteY1" fmla="*/ 3351 h 3350"/>
                  <a:gd name="connsiteX2" fmla="*/ 0 w 13651"/>
                  <a:gd name="connsiteY2" fmla="*/ 3351 h 3350"/>
                  <a:gd name="connsiteX3" fmla="*/ 0 w 13651"/>
                  <a:gd name="connsiteY3" fmla="*/ 0 h 3350"/>
                  <a:gd name="connsiteX4" fmla="*/ 13651 w 13651"/>
                  <a:gd name="connsiteY4" fmla="*/ 0 h 3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51" h="3350">
                    <a:moveTo>
                      <a:pt x="13651" y="0"/>
                    </a:moveTo>
                    <a:lnTo>
                      <a:pt x="13651" y="3351"/>
                    </a:lnTo>
                    <a:lnTo>
                      <a:pt x="0" y="3351"/>
                    </a:lnTo>
                    <a:lnTo>
                      <a:pt x="0" y="0"/>
                    </a:lnTo>
                    <a:lnTo>
                      <a:pt x="13651" y="0"/>
                    </a:lnTo>
                    <a:close/>
                  </a:path>
                </a:pathLst>
              </a:custGeom>
              <a:solidFill>
                <a:srgbClr val="231F20"/>
              </a:solidFill>
              <a:ln w="2249" cap="flat">
                <a:noFill/>
                <a:prstDash val="solid"/>
                <a:miter/>
              </a:ln>
            </p:spPr>
            <p:txBody>
              <a:bodyPr rtlCol="0" anchor="ctr"/>
              <a:lstStyle/>
              <a:p>
                <a:endParaRPr lang="en-US"/>
              </a:p>
            </p:txBody>
          </p:sp>
          <p:sp>
            <p:nvSpPr>
              <p:cNvPr id="17" name="Freeform 16">
                <a:extLst>
                  <a:ext uri="{FF2B5EF4-FFF2-40B4-BE49-F238E27FC236}">
                    <a16:creationId xmlns:a16="http://schemas.microsoft.com/office/drawing/2014/main" id="{371A13A6-2D5F-5B85-D170-302277CE6630}"/>
                  </a:ext>
                </a:extLst>
              </p:cNvPr>
              <p:cNvSpPr/>
              <p:nvPr/>
            </p:nvSpPr>
            <p:spPr>
              <a:xfrm>
                <a:off x="3852845" y="5599289"/>
                <a:ext cx="25772" cy="3881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6 w 25772"/>
                  <a:gd name="connsiteY5" fmla="*/ 15158 h 38817"/>
                  <a:gd name="connsiteX6" fmla="*/ 25773 w 25772"/>
                  <a:gd name="connsiteY6" fmla="*/ 19701 h 38817"/>
                  <a:gd name="connsiteX7" fmla="*/ 25233 w 25772"/>
                  <a:gd name="connsiteY7" fmla="*/ 26942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7 h 38817"/>
                  <a:gd name="connsiteX14" fmla="*/ 0 w 25772"/>
                  <a:gd name="connsiteY14" fmla="*/ 19341 h 38817"/>
                  <a:gd name="connsiteX15" fmla="*/ 495 w 25772"/>
                  <a:gd name="connsiteY15" fmla="*/ 12279 h 38817"/>
                  <a:gd name="connsiteX16" fmla="*/ 2362 w 25772"/>
                  <a:gd name="connsiteY16" fmla="*/ 6095 h 38817"/>
                  <a:gd name="connsiteX17" fmla="*/ 6275 w 25772"/>
                  <a:gd name="connsiteY17" fmla="*/ 1687 h 38817"/>
                  <a:gd name="connsiteX18" fmla="*/ 12909 w 25772"/>
                  <a:gd name="connsiteY18" fmla="*/ 23 h 38817"/>
                  <a:gd name="connsiteX19" fmla="*/ 22332 w 25772"/>
                  <a:gd name="connsiteY19" fmla="*/ 19318 h 38817"/>
                  <a:gd name="connsiteX20" fmla="*/ 21972 w 25772"/>
                  <a:gd name="connsiteY20" fmla="*/ 13291 h 38817"/>
                  <a:gd name="connsiteX21" fmla="*/ 20601 w 25772"/>
                  <a:gd name="connsiteY21" fmla="*/ 8029 h 38817"/>
                  <a:gd name="connsiteX22" fmla="*/ 17722 w 25772"/>
                  <a:gd name="connsiteY22" fmla="*/ 4295 h 38817"/>
                  <a:gd name="connsiteX23" fmla="*/ 12841 w 25772"/>
                  <a:gd name="connsiteY23" fmla="*/ 2901 h 38817"/>
                  <a:gd name="connsiteX24" fmla="*/ 8164 w 25772"/>
                  <a:gd name="connsiteY24" fmla="*/ 4340 h 38817"/>
                  <a:gd name="connsiteX25" fmla="*/ 5330 w 25772"/>
                  <a:gd name="connsiteY25" fmla="*/ 8141 h 38817"/>
                  <a:gd name="connsiteX26" fmla="*/ 3891 w 25772"/>
                  <a:gd name="connsiteY26" fmla="*/ 13539 h 38817"/>
                  <a:gd name="connsiteX27" fmla="*/ 3486 w 25772"/>
                  <a:gd name="connsiteY27" fmla="*/ 19701 h 38817"/>
                  <a:gd name="connsiteX28" fmla="*/ 3936 w 25772"/>
                  <a:gd name="connsiteY28" fmla="*/ 26358 h 38817"/>
                  <a:gd name="connsiteX29" fmla="*/ 5465 w 25772"/>
                  <a:gd name="connsiteY29" fmla="*/ 31463 h 38817"/>
                  <a:gd name="connsiteX30" fmla="*/ 8344 w 25772"/>
                  <a:gd name="connsiteY30" fmla="*/ 34724 h 38817"/>
                  <a:gd name="connsiteX31" fmla="*/ 12909 w 25772"/>
                  <a:gd name="connsiteY31" fmla="*/ 35893 h 38817"/>
                  <a:gd name="connsiteX32" fmla="*/ 17857 w 25772"/>
                  <a:gd name="connsiteY32" fmla="*/ 34386 h 38817"/>
                  <a:gd name="connsiteX33" fmla="*/ 20691 w 25772"/>
                  <a:gd name="connsiteY33" fmla="*/ 30496 h 38817"/>
                  <a:gd name="connsiteX34" fmla="*/ 21995 w 25772"/>
                  <a:gd name="connsiteY34" fmla="*/ 25143 h 38817"/>
                  <a:gd name="connsiteX35" fmla="*/ 22310 w 25772"/>
                  <a:gd name="connsiteY35" fmla="*/ 19318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2" h="38817">
                    <a:moveTo>
                      <a:pt x="12932" y="0"/>
                    </a:moveTo>
                    <a:cubicBezTo>
                      <a:pt x="14798" y="0"/>
                      <a:pt x="16418" y="270"/>
                      <a:pt x="17789" y="832"/>
                    </a:cubicBezTo>
                    <a:cubicBezTo>
                      <a:pt x="19161" y="1394"/>
                      <a:pt x="20308" y="2159"/>
                      <a:pt x="21275" y="3126"/>
                    </a:cubicBezTo>
                    <a:cubicBezTo>
                      <a:pt x="22220" y="4093"/>
                      <a:pt x="23007" y="5240"/>
                      <a:pt x="23592" y="6522"/>
                    </a:cubicBezTo>
                    <a:cubicBezTo>
                      <a:pt x="24176" y="7826"/>
                      <a:pt x="24648" y="9198"/>
                      <a:pt x="24963" y="10660"/>
                    </a:cubicBezTo>
                    <a:cubicBezTo>
                      <a:pt x="25278" y="12122"/>
                      <a:pt x="25503" y="13629"/>
                      <a:pt x="25616" y="15158"/>
                    </a:cubicBezTo>
                    <a:cubicBezTo>
                      <a:pt x="25728" y="16687"/>
                      <a:pt x="25773" y="18217"/>
                      <a:pt x="25773" y="19701"/>
                    </a:cubicBezTo>
                    <a:cubicBezTo>
                      <a:pt x="25773" y="22220"/>
                      <a:pt x="25593" y="24626"/>
                      <a:pt x="25233" y="26942"/>
                    </a:cubicBezTo>
                    <a:cubicBezTo>
                      <a:pt x="24874" y="29236"/>
                      <a:pt x="24221" y="31283"/>
                      <a:pt x="23254" y="33037"/>
                    </a:cubicBezTo>
                    <a:cubicBezTo>
                      <a:pt x="22310"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900" y="29169"/>
                      <a:pt x="540" y="26807"/>
                    </a:cubicBezTo>
                    <a:cubicBezTo>
                      <a:pt x="180" y="24446"/>
                      <a:pt x="0" y="21950"/>
                      <a:pt x="0" y="19341"/>
                    </a:cubicBezTo>
                    <a:cubicBezTo>
                      <a:pt x="0" y="16935"/>
                      <a:pt x="158" y="14573"/>
                      <a:pt x="495" y="12279"/>
                    </a:cubicBezTo>
                    <a:cubicBezTo>
                      <a:pt x="810" y="9985"/>
                      <a:pt x="1439" y="7916"/>
                      <a:pt x="2362" y="6095"/>
                    </a:cubicBezTo>
                    <a:cubicBezTo>
                      <a:pt x="3283" y="4273"/>
                      <a:pt x="4588" y="2811"/>
                      <a:pt x="6275" y="1687"/>
                    </a:cubicBezTo>
                    <a:cubicBezTo>
                      <a:pt x="7961" y="562"/>
                      <a:pt x="10188" y="23"/>
                      <a:pt x="12909" y="23"/>
                    </a:cubicBezTo>
                    <a:close/>
                    <a:moveTo>
                      <a:pt x="22332" y="19318"/>
                    </a:moveTo>
                    <a:cubicBezTo>
                      <a:pt x="22332" y="17272"/>
                      <a:pt x="22220" y="15270"/>
                      <a:pt x="21972" y="13291"/>
                    </a:cubicBezTo>
                    <a:cubicBezTo>
                      <a:pt x="21725" y="11312"/>
                      <a:pt x="21275" y="9581"/>
                      <a:pt x="20601" y="8029"/>
                    </a:cubicBezTo>
                    <a:cubicBezTo>
                      <a:pt x="19926" y="6477"/>
                      <a:pt x="18959" y="5240"/>
                      <a:pt x="17722" y="4295"/>
                    </a:cubicBezTo>
                    <a:cubicBezTo>
                      <a:pt x="16485" y="3351"/>
                      <a:pt x="14843" y="2901"/>
                      <a:pt x="12841" y="2901"/>
                    </a:cubicBezTo>
                    <a:cubicBezTo>
                      <a:pt x="10930" y="2901"/>
                      <a:pt x="9378" y="3373"/>
                      <a:pt x="8164" y="4340"/>
                    </a:cubicBezTo>
                    <a:cubicBezTo>
                      <a:pt x="6949" y="5285"/>
                      <a:pt x="6005" y="6567"/>
                      <a:pt x="5330" y="8141"/>
                    </a:cubicBezTo>
                    <a:cubicBezTo>
                      <a:pt x="4655" y="9715"/>
                      <a:pt x="4161" y="11515"/>
                      <a:pt x="3891" y="13539"/>
                    </a:cubicBezTo>
                    <a:cubicBezTo>
                      <a:pt x="3621" y="15563"/>
                      <a:pt x="3486" y="17609"/>
                      <a:pt x="3486" y="19701"/>
                    </a:cubicBezTo>
                    <a:cubicBezTo>
                      <a:pt x="3486" y="22152"/>
                      <a:pt x="3643" y="24379"/>
                      <a:pt x="3936" y="26358"/>
                    </a:cubicBezTo>
                    <a:cubicBezTo>
                      <a:pt x="4251" y="28359"/>
                      <a:pt x="4745" y="30046"/>
                      <a:pt x="5465" y="31463"/>
                    </a:cubicBezTo>
                    <a:cubicBezTo>
                      <a:pt x="6185" y="32857"/>
                      <a:pt x="7152" y="33959"/>
                      <a:pt x="8344" y="34724"/>
                    </a:cubicBezTo>
                    <a:cubicBezTo>
                      <a:pt x="9558" y="35489"/>
                      <a:pt x="11065" y="35893"/>
                      <a:pt x="12909" y="35893"/>
                    </a:cubicBezTo>
                    <a:cubicBezTo>
                      <a:pt x="14956" y="35893"/>
                      <a:pt x="16597" y="35399"/>
                      <a:pt x="17857" y="34386"/>
                    </a:cubicBezTo>
                    <a:cubicBezTo>
                      <a:pt x="19094" y="33374"/>
                      <a:pt x="20038" y="32093"/>
                      <a:pt x="20691" y="30496"/>
                    </a:cubicBezTo>
                    <a:cubicBezTo>
                      <a:pt x="21343" y="28922"/>
                      <a:pt x="21770" y="27122"/>
                      <a:pt x="21995" y="25143"/>
                    </a:cubicBezTo>
                    <a:cubicBezTo>
                      <a:pt x="22220" y="23164"/>
                      <a:pt x="22310" y="21230"/>
                      <a:pt x="22310" y="19318"/>
                    </a:cubicBezTo>
                    <a:close/>
                  </a:path>
                </a:pathLst>
              </a:custGeom>
              <a:solidFill>
                <a:srgbClr val="231F20"/>
              </a:solidFill>
              <a:ln w="2249" cap="flat">
                <a:noFill/>
                <a:prstDash val="solid"/>
                <a:miter/>
              </a:ln>
            </p:spPr>
            <p:txBody>
              <a:bodyPr rtlCol="0" anchor="ctr"/>
              <a:lstStyle/>
              <a:p>
                <a:endParaRPr lang="en-US"/>
              </a:p>
            </p:txBody>
          </p:sp>
          <p:sp>
            <p:nvSpPr>
              <p:cNvPr id="18" name="Freeform 17">
                <a:extLst>
                  <a:ext uri="{FF2B5EF4-FFF2-40B4-BE49-F238E27FC236}">
                    <a16:creationId xmlns:a16="http://schemas.microsoft.com/office/drawing/2014/main" id="{4468299A-14A1-4B66-3DF8-6710329AC5AD}"/>
                  </a:ext>
                </a:extLst>
              </p:cNvPr>
              <p:cNvSpPr/>
              <p:nvPr/>
            </p:nvSpPr>
            <p:spPr>
              <a:xfrm>
                <a:off x="3886287" y="5632596"/>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231F20"/>
              </a:solidFill>
              <a:ln w="2249"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E6E68ECC-7008-4DFF-2449-63D71BFD7BE7}"/>
                  </a:ext>
                </a:extLst>
              </p:cNvPr>
              <p:cNvSpPr/>
              <p:nvPr/>
            </p:nvSpPr>
            <p:spPr>
              <a:xfrm>
                <a:off x="3898364" y="5599267"/>
                <a:ext cx="25211" cy="38074"/>
              </a:xfrm>
              <a:custGeom>
                <a:avLst/>
                <a:gdLst>
                  <a:gd name="connsiteX0" fmla="*/ 1147 w 25211"/>
                  <a:gd name="connsiteY0" fmla="*/ 12482 h 38074"/>
                  <a:gd name="connsiteX1" fmla="*/ 2002 w 25211"/>
                  <a:gd name="connsiteY1" fmla="*/ 7377 h 38074"/>
                  <a:gd name="connsiteX2" fmla="*/ 4475 w 25211"/>
                  <a:gd name="connsiteY2" fmla="*/ 3441 h 38074"/>
                  <a:gd name="connsiteX3" fmla="*/ 8389 w 25211"/>
                  <a:gd name="connsiteY3" fmla="*/ 900 h 38074"/>
                  <a:gd name="connsiteX4" fmla="*/ 13494 w 25211"/>
                  <a:gd name="connsiteY4" fmla="*/ 0 h 38074"/>
                  <a:gd name="connsiteX5" fmla="*/ 18531 w 25211"/>
                  <a:gd name="connsiteY5" fmla="*/ 832 h 38074"/>
                  <a:gd name="connsiteX6" fmla="*/ 22197 w 25211"/>
                  <a:gd name="connsiteY6" fmla="*/ 3081 h 38074"/>
                  <a:gd name="connsiteX7" fmla="*/ 24446 w 25211"/>
                  <a:gd name="connsiteY7" fmla="*/ 6432 h 38074"/>
                  <a:gd name="connsiteX8" fmla="*/ 25211 w 25211"/>
                  <a:gd name="connsiteY8" fmla="*/ 10525 h 38074"/>
                  <a:gd name="connsiteX9" fmla="*/ 24379 w 25211"/>
                  <a:gd name="connsiteY9" fmla="*/ 15000 h 38074"/>
                  <a:gd name="connsiteX10" fmla="*/ 22175 w 25211"/>
                  <a:gd name="connsiteY10" fmla="*/ 18464 h 38074"/>
                  <a:gd name="connsiteX11" fmla="*/ 19049 w 25211"/>
                  <a:gd name="connsiteY11" fmla="*/ 21163 h 38074"/>
                  <a:gd name="connsiteX12" fmla="*/ 15450 w 25211"/>
                  <a:gd name="connsiteY12" fmla="*/ 23412 h 38074"/>
                  <a:gd name="connsiteX13" fmla="*/ 11830 w 25211"/>
                  <a:gd name="connsiteY13" fmla="*/ 25436 h 38074"/>
                  <a:gd name="connsiteX14" fmla="*/ 8636 w 25211"/>
                  <a:gd name="connsiteY14" fmla="*/ 27482 h 38074"/>
                  <a:gd name="connsiteX15" fmla="*/ 6859 w 25211"/>
                  <a:gd name="connsiteY15" fmla="*/ 28967 h 38074"/>
                  <a:gd name="connsiteX16" fmla="*/ 5285 w 25211"/>
                  <a:gd name="connsiteY16" fmla="*/ 30676 h 38074"/>
                  <a:gd name="connsiteX17" fmla="*/ 4161 w 25211"/>
                  <a:gd name="connsiteY17" fmla="*/ 32700 h 38074"/>
                  <a:gd name="connsiteX18" fmla="*/ 3666 w 25211"/>
                  <a:gd name="connsiteY18" fmla="*/ 35151 h 38074"/>
                  <a:gd name="connsiteX19" fmla="*/ 24874 w 25211"/>
                  <a:gd name="connsiteY19" fmla="*/ 35151 h 38074"/>
                  <a:gd name="connsiteX20" fmla="*/ 24874 w 25211"/>
                  <a:gd name="connsiteY20" fmla="*/ 38075 h 38074"/>
                  <a:gd name="connsiteX21" fmla="*/ 0 w 25211"/>
                  <a:gd name="connsiteY21" fmla="*/ 38075 h 38074"/>
                  <a:gd name="connsiteX22" fmla="*/ 585 w 25211"/>
                  <a:gd name="connsiteY22" fmla="*/ 33105 h 38074"/>
                  <a:gd name="connsiteX23" fmla="*/ 2969 w 25211"/>
                  <a:gd name="connsiteY23" fmla="*/ 28786 h 38074"/>
                  <a:gd name="connsiteX24" fmla="*/ 7107 w 25211"/>
                  <a:gd name="connsiteY24" fmla="*/ 24896 h 38074"/>
                  <a:gd name="connsiteX25" fmla="*/ 11290 w 25211"/>
                  <a:gd name="connsiteY25" fmla="*/ 22017 h 38074"/>
                  <a:gd name="connsiteX26" fmla="*/ 15180 w 25211"/>
                  <a:gd name="connsiteY26" fmla="*/ 19701 h 38074"/>
                  <a:gd name="connsiteX27" fmla="*/ 18419 w 25211"/>
                  <a:gd name="connsiteY27" fmla="*/ 17407 h 38074"/>
                  <a:gd name="connsiteX28" fmla="*/ 20623 w 25211"/>
                  <a:gd name="connsiteY28" fmla="*/ 14596 h 38074"/>
                  <a:gd name="connsiteX29" fmla="*/ 21433 w 25211"/>
                  <a:gd name="connsiteY29" fmla="*/ 10773 h 38074"/>
                  <a:gd name="connsiteX30" fmla="*/ 20780 w 25211"/>
                  <a:gd name="connsiteY30" fmla="*/ 7489 h 38074"/>
                  <a:gd name="connsiteX31" fmla="*/ 19004 w 25211"/>
                  <a:gd name="connsiteY31" fmla="*/ 5015 h 38074"/>
                  <a:gd name="connsiteX32" fmla="*/ 16350 w 25211"/>
                  <a:gd name="connsiteY32" fmla="*/ 3486 h 38074"/>
                  <a:gd name="connsiteX33" fmla="*/ 13067 w 25211"/>
                  <a:gd name="connsiteY33" fmla="*/ 2969 h 38074"/>
                  <a:gd name="connsiteX34" fmla="*/ 9648 w 25211"/>
                  <a:gd name="connsiteY34" fmla="*/ 3756 h 38074"/>
                  <a:gd name="connsiteX35" fmla="*/ 6994 w 25211"/>
                  <a:gd name="connsiteY35" fmla="*/ 5825 h 38074"/>
                  <a:gd name="connsiteX36" fmla="*/ 5285 w 25211"/>
                  <a:gd name="connsiteY36" fmla="*/ 8838 h 38074"/>
                  <a:gd name="connsiteX37" fmla="*/ 4790 w 25211"/>
                  <a:gd name="connsiteY37" fmla="*/ 12504 h 38074"/>
                  <a:gd name="connsiteX38" fmla="*/ 1124 w 25211"/>
                  <a:gd name="connsiteY38" fmla="*/ 12504 h 38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25211" h="38074">
                    <a:moveTo>
                      <a:pt x="1147" y="12482"/>
                    </a:moveTo>
                    <a:cubicBezTo>
                      <a:pt x="1147" y="10615"/>
                      <a:pt x="1439" y="8906"/>
                      <a:pt x="2002" y="7377"/>
                    </a:cubicBezTo>
                    <a:cubicBezTo>
                      <a:pt x="2586" y="5847"/>
                      <a:pt x="3396" y="4543"/>
                      <a:pt x="4475" y="3441"/>
                    </a:cubicBezTo>
                    <a:cubicBezTo>
                      <a:pt x="5555" y="2339"/>
                      <a:pt x="6859" y="1507"/>
                      <a:pt x="8389" y="900"/>
                    </a:cubicBezTo>
                    <a:cubicBezTo>
                      <a:pt x="9918" y="315"/>
                      <a:pt x="11627" y="0"/>
                      <a:pt x="13494" y="0"/>
                    </a:cubicBezTo>
                    <a:cubicBezTo>
                      <a:pt x="15361" y="0"/>
                      <a:pt x="17092" y="270"/>
                      <a:pt x="18531" y="832"/>
                    </a:cubicBezTo>
                    <a:cubicBezTo>
                      <a:pt x="19971" y="1394"/>
                      <a:pt x="21208" y="2136"/>
                      <a:pt x="22197" y="3081"/>
                    </a:cubicBezTo>
                    <a:cubicBezTo>
                      <a:pt x="23187" y="4026"/>
                      <a:pt x="23929" y="5128"/>
                      <a:pt x="24446" y="6432"/>
                    </a:cubicBezTo>
                    <a:cubicBezTo>
                      <a:pt x="24941" y="7736"/>
                      <a:pt x="25211" y="9086"/>
                      <a:pt x="25211" y="10525"/>
                    </a:cubicBezTo>
                    <a:cubicBezTo>
                      <a:pt x="25211" y="12212"/>
                      <a:pt x="24941" y="13719"/>
                      <a:pt x="24379" y="15000"/>
                    </a:cubicBezTo>
                    <a:cubicBezTo>
                      <a:pt x="23816" y="16282"/>
                      <a:pt x="23074" y="17452"/>
                      <a:pt x="22175" y="18464"/>
                    </a:cubicBezTo>
                    <a:cubicBezTo>
                      <a:pt x="21253" y="19476"/>
                      <a:pt x="20218" y="20375"/>
                      <a:pt x="19049" y="21163"/>
                    </a:cubicBezTo>
                    <a:cubicBezTo>
                      <a:pt x="17879" y="21950"/>
                      <a:pt x="16687" y="22692"/>
                      <a:pt x="15450" y="23412"/>
                    </a:cubicBezTo>
                    <a:cubicBezTo>
                      <a:pt x="14236" y="24109"/>
                      <a:pt x="13022" y="24784"/>
                      <a:pt x="11830" y="25436"/>
                    </a:cubicBezTo>
                    <a:cubicBezTo>
                      <a:pt x="10638" y="26088"/>
                      <a:pt x="9581" y="26763"/>
                      <a:pt x="8636" y="27482"/>
                    </a:cubicBezTo>
                    <a:cubicBezTo>
                      <a:pt x="8029" y="27954"/>
                      <a:pt x="7422" y="28449"/>
                      <a:pt x="6859" y="28967"/>
                    </a:cubicBezTo>
                    <a:cubicBezTo>
                      <a:pt x="6275" y="29484"/>
                      <a:pt x="5757" y="30046"/>
                      <a:pt x="5285" y="30676"/>
                    </a:cubicBezTo>
                    <a:cubicBezTo>
                      <a:pt x="4813" y="31283"/>
                      <a:pt x="4430" y="31958"/>
                      <a:pt x="4161" y="32700"/>
                    </a:cubicBezTo>
                    <a:cubicBezTo>
                      <a:pt x="3868" y="33442"/>
                      <a:pt x="3711" y="34252"/>
                      <a:pt x="3666" y="35151"/>
                    </a:cubicBezTo>
                    <a:lnTo>
                      <a:pt x="24874" y="35151"/>
                    </a:lnTo>
                    <a:lnTo>
                      <a:pt x="24874" y="38075"/>
                    </a:lnTo>
                    <a:lnTo>
                      <a:pt x="0" y="38075"/>
                    </a:lnTo>
                    <a:cubicBezTo>
                      <a:pt x="45" y="36231"/>
                      <a:pt x="225" y="34589"/>
                      <a:pt x="585" y="33105"/>
                    </a:cubicBezTo>
                    <a:cubicBezTo>
                      <a:pt x="945" y="31620"/>
                      <a:pt x="1732" y="30181"/>
                      <a:pt x="2969" y="28786"/>
                    </a:cubicBezTo>
                    <a:cubicBezTo>
                      <a:pt x="4296" y="27280"/>
                      <a:pt x="5667" y="25975"/>
                      <a:pt x="7107" y="24896"/>
                    </a:cubicBezTo>
                    <a:cubicBezTo>
                      <a:pt x="8524" y="23816"/>
                      <a:pt x="9918" y="22849"/>
                      <a:pt x="11290" y="22017"/>
                    </a:cubicBezTo>
                    <a:cubicBezTo>
                      <a:pt x="12662" y="21163"/>
                      <a:pt x="13944" y="20398"/>
                      <a:pt x="15180" y="19701"/>
                    </a:cubicBezTo>
                    <a:cubicBezTo>
                      <a:pt x="16395" y="19004"/>
                      <a:pt x="17474" y="18239"/>
                      <a:pt x="18419" y="17407"/>
                    </a:cubicBezTo>
                    <a:cubicBezTo>
                      <a:pt x="19363" y="16575"/>
                      <a:pt x="20083" y="15653"/>
                      <a:pt x="20623" y="14596"/>
                    </a:cubicBezTo>
                    <a:cubicBezTo>
                      <a:pt x="21163" y="13561"/>
                      <a:pt x="21433" y="12279"/>
                      <a:pt x="21433" y="10773"/>
                    </a:cubicBezTo>
                    <a:cubicBezTo>
                      <a:pt x="21433" y="9558"/>
                      <a:pt x="21208" y="8456"/>
                      <a:pt x="20780" y="7489"/>
                    </a:cubicBezTo>
                    <a:cubicBezTo>
                      <a:pt x="20353" y="6522"/>
                      <a:pt x="19746" y="5690"/>
                      <a:pt x="19004" y="5015"/>
                    </a:cubicBezTo>
                    <a:cubicBezTo>
                      <a:pt x="18262" y="4340"/>
                      <a:pt x="17362" y="3823"/>
                      <a:pt x="16350" y="3486"/>
                    </a:cubicBezTo>
                    <a:cubicBezTo>
                      <a:pt x="15338" y="3149"/>
                      <a:pt x="14236" y="2969"/>
                      <a:pt x="13067" y="2969"/>
                    </a:cubicBezTo>
                    <a:cubicBezTo>
                      <a:pt x="11807" y="2969"/>
                      <a:pt x="10660" y="3238"/>
                      <a:pt x="9648" y="3756"/>
                    </a:cubicBezTo>
                    <a:cubicBezTo>
                      <a:pt x="8614" y="4273"/>
                      <a:pt x="7737" y="4970"/>
                      <a:pt x="6994" y="5825"/>
                    </a:cubicBezTo>
                    <a:cubicBezTo>
                      <a:pt x="6252" y="6679"/>
                      <a:pt x="5690" y="7691"/>
                      <a:pt x="5285" y="8838"/>
                    </a:cubicBezTo>
                    <a:cubicBezTo>
                      <a:pt x="4880" y="9985"/>
                      <a:pt x="4723" y="11222"/>
                      <a:pt x="4790" y="12504"/>
                    </a:cubicBezTo>
                    <a:lnTo>
                      <a:pt x="1124" y="12504"/>
                    </a:lnTo>
                    <a:close/>
                  </a:path>
                </a:pathLst>
              </a:custGeom>
              <a:solidFill>
                <a:srgbClr val="231F20"/>
              </a:solidFill>
              <a:ln w="2249" cap="flat">
                <a:noFill/>
                <a:prstDash val="solid"/>
                <a:miter/>
              </a:ln>
            </p:spPr>
            <p:txBody>
              <a:bodyPr rtlCol="0" anchor="ctr"/>
              <a:lstStyle/>
              <a:p>
                <a:endParaRPr lang="en-US"/>
              </a:p>
            </p:txBody>
          </p:sp>
        </p:grpSp>
        <p:sp>
          <p:nvSpPr>
            <p:cNvPr id="20" name="Freeform 19">
              <a:extLst>
                <a:ext uri="{FF2B5EF4-FFF2-40B4-BE49-F238E27FC236}">
                  <a16:creationId xmlns:a16="http://schemas.microsoft.com/office/drawing/2014/main" id="{D79AB7CC-54FD-1308-D0AF-16DF667E04C9}"/>
                </a:ext>
              </a:extLst>
            </p:cNvPr>
            <p:cNvSpPr/>
            <p:nvPr/>
          </p:nvSpPr>
          <p:spPr>
            <a:xfrm>
              <a:off x="2547948" y="5245061"/>
              <a:ext cx="97621" cy="147030"/>
            </a:xfrm>
            <a:custGeom>
              <a:avLst/>
              <a:gdLst>
                <a:gd name="connsiteX0" fmla="*/ 12932 w 25773"/>
                <a:gd name="connsiteY0" fmla="*/ 0 h 38817"/>
                <a:gd name="connsiteX1" fmla="*/ 17789 w 25773"/>
                <a:gd name="connsiteY1" fmla="*/ 832 h 38817"/>
                <a:gd name="connsiteX2" fmla="*/ 21275 w 25773"/>
                <a:gd name="connsiteY2" fmla="*/ 3126 h 38817"/>
                <a:gd name="connsiteX3" fmla="*/ 23592 w 25773"/>
                <a:gd name="connsiteY3" fmla="*/ 6522 h 38817"/>
                <a:gd name="connsiteX4" fmla="*/ 24963 w 25773"/>
                <a:gd name="connsiteY4" fmla="*/ 10660 h 38817"/>
                <a:gd name="connsiteX5" fmla="*/ 25616 w 25773"/>
                <a:gd name="connsiteY5" fmla="*/ 15158 h 38817"/>
                <a:gd name="connsiteX6" fmla="*/ 25773 w 25773"/>
                <a:gd name="connsiteY6" fmla="*/ 19701 h 38817"/>
                <a:gd name="connsiteX7" fmla="*/ 25234 w 25773"/>
                <a:gd name="connsiteY7" fmla="*/ 26942 h 38817"/>
                <a:gd name="connsiteX8" fmla="*/ 23254 w 25773"/>
                <a:gd name="connsiteY8" fmla="*/ 33037 h 38817"/>
                <a:gd name="connsiteX9" fmla="*/ 19341 w 25773"/>
                <a:gd name="connsiteY9" fmla="*/ 37243 h 38817"/>
                <a:gd name="connsiteX10" fmla="*/ 12909 w 25773"/>
                <a:gd name="connsiteY10" fmla="*/ 38817 h 38817"/>
                <a:gd name="connsiteX11" fmla="*/ 6454 w 25773"/>
                <a:gd name="connsiteY11" fmla="*/ 37243 h 38817"/>
                <a:gd name="connsiteX12" fmla="*/ 2519 w 25773"/>
                <a:gd name="connsiteY12" fmla="*/ 33015 h 38817"/>
                <a:gd name="connsiteX13" fmla="*/ 540 w 25773"/>
                <a:gd name="connsiteY13" fmla="*/ 26808 h 38817"/>
                <a:gd name="connsiteX14" fmla="*/ 0 w 25773"/>
                <a:gd name="connsiteY14" fmla="*/ 19341 h 38817"/>
                <a:gd name="connsiteX15" fmla="*/ 495 w 25773"/>
                <a:gd name="connsiteY15" fmla="*/ 12279 h 38817"/>
                <a:gd name="connsiteX16" fmla="*/ 2362 w 25773"/>
                <a:gd name="connsiteY16" fmla="*/ 6095 h 38817"/>
                <a:gd name="connsiteX17" fmla="*/ 6275 w 25773"/>
                <a:gd name="connsiteY17" fmla="*/ 1687 h 38817"/>
                <a:gd name="connsiteX18" fmla="*/ 12909 w 25773"/>
                <a:gd name="connsiteY18" fmla="*/ 23 h 38817"/>
                <a:gd name="connsiteX19" fmla="*/ 22310 w 25773"/>
                <a:gd name="connsiteY19" fmla="*/ 19341 h 38817"/>
                <a:gd name="connsiteX20" fmla="*/ 21950 w 25773"/>
                <a:gd name="connsiteY20" fmla="*/ 13314 h 38817"/>
                <a:gd name="connsiteX21" fmla="*/ 20578 w 25773"/>
                <a:gd name="connsiteY21" fmla="*/ 8051 h 38817"/>
                <a:gd name="connsiteX22" fmla="*/ 17699 w 25773"/>
                <a:gd name="connsiteY22" fmla="*/ 4318 h 38817"/>
                <a:gd name="connsiteX23" fmla="*/ 12819 w 25773"/>
                <a:gd name="connsiteY23" fmla="*/ 2924 h 38817"/>
                <a:gd name="connsiteX24" fmla="*/ 8141 w 25773"/>
                <a:gd name="connsiteY24" fmla="*/ 4363 h 38817"/>
                <a:gd name="connsiteX25" fmla="*/ 5308 w 25773"/>
                <a:gd name="connsiteY25" fmla="*/ 8164 h 38817"/>
                <a:gd name="connsiteX26" fmla="*/ 3868 w 25773"/>
                <a:gd name="connsiteY26" fmla="*/ 13561 h 38817"/>
                <a:gd name="connsiteX27" fmla="*/ 3463 w 25773"/>
                <a:gd name="connsiteY27" fmla="*/ 19723 h 38817"/>
                <a:gd name="connsiteX28" fmla="*/ 3913 w 25773"/>
                <a:gd name="connsiteY28" fmla="*/ 26380 h 38817"/>
                <a:gd name="connsiteX29" fmla="*/ 5443 w 25773"/>
                <a:gd name="connsiteY29" fmla="*/ 31485 h 38817"/>
                <a:gd name="connsiteX30" fmla="*/ 8321 w 25773"/>
                <a:gd name="connsiteY30" fmla="*/ 34747 h 38817"/>
                <a:gd name="connsiteX31" fmla="*/ 12886 w 25773"/>
                <a:gd name="connsiteY31" fmla="*/ 35916 h 38817"/>
                <a:gd name="connsiteX32" fmla="*/ 17834 w 25773"/>
                <a:gd name="connsiteY32" fmla="*/ 34409 h 38817"/>
                <a:gd name="connsiteX33" fmla="*/ 20668 w 25773"/>
                <a:gd name="connsiteY33" fmla="*/ 30519 h 38817"/>
                <a:gd name="connsiteX34" fmla="*/ 21972 w 25773"/>
                <a:gd name="connsiteY34" fmla="*/ 25166 h 38817"/>
                <a:gd name="connsiteX35" fmla="*/ 22287 w 25773"/>
                <a:gd name="connsiteY35" fmla="*/ 19341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3" h="38817">
                  <a:moveTo>
                    <a:pt x="12932" y="0"/>
                  </a:moveTo>
                  <a:cubicBezTo>
                    <a:pt x="14798" y="0"/>
                    <a:pt x="16418" y="270"/>
                    <a:pt x="17789" y="832"/>
                  </a:cubicBezTo>
                  <a:cubicBezTo>
                    <a:pt x="19161" y="1394"/>
                    <a:pt x="20308" y="2159"/>
                    <a:pt x="21275" y="3126"/>
                  </a:cubicBezTo>
                  <a:cubicBezTo>
                    <a:pt x="22220" y="4093"/>
                    <a:pt x="23007" y="5240"/>
                    <a:pt x="23592" y="6522"/>
                  </a:cubicBezTo>
                  <a:cubicBezTo>
                    <a:pt x="24176" y="7826"/>
                    <a:pt x="24649" y="9198"/>
                    <a:pt x="24963" y="10660"/>
                  </a:cubicBezTo>
                  <a:cubicBezTo>
                    <a:pt x="25278" y="12122"/>
                    <a:pt x="25503" y="13629"/>
                    <a:pt x="25616" y="15158"/>
                  </a:cubicBezTo>
                  <a:cubicBezTo>
                    <a:pt x="25728" y="16687"/>
                    <a:pt x="25773" y="18217"/>
                    <a:pt x="25773" y="19701"/>
                  </a:cubicBezTo>
                  <a:cubicBezTo>
                    <a:pt x="25773" y="22220"/>
                    <a:pt x="25593" y="24626"/>
                    <a:pt x="25234" y="26942"/>
                  </a:cubicBezTo>
                  <a:cubicBezTo>
                    <a:pt x="24874" y="29236"/>
                    <a:pt x="24221" y="31283"/>
                    <a:pt x="23254" y="33037"/>
                  </a:cubicBezTo>
                  <a:cubicBezTo>
                    <a:pt x="22310" y="34792"/>
                    <a:pt x="21005" y="36208"/>
                    <a:pt x="19341" y="37243"/>
                  </a:cubicBezTo>
                  <a:cubicBezTo>
                    <a:pt x="17677" y="38277"/>
                    <a:pt x="15540" y="38817"/>
                    <a:pt x="12909" y="38817"/>
                  </a:cubicBezTo>
                  <a:cubicBezTo>
                    <a:pt x="10278" y="38817"/>
                    <a:pt x="8141" y="38300"/>
                    <a:pt x="6454" y="37243"/>
                  </a:cubicBezTo>
                  <a:cubicBezTo>
                    <a:pt x="4790" y="36208"/>
                    <a:pt x="3463" y="34792"/>
                    <a:pt x="2519" y="33015"/>
                  </a:cubicBezTo>
                  <a:cubicBezTo>
                    <a:pt x="1574" y="31238"/>
                    <a:pt x="900" y="29169"/>
                    <a:pt x="540" y="26808"/>
                  </a:cubicBezTo>
                  <a:cubicBezTo>
                    <a:pt x="180" y="24446"/>
                    <a:pt x="0" y="21950"/>
                    <a:pt x="0" y="19341"/>
                  </a:cubicBezTo>
                  <a:cubicBezTo>
                    <a:pt x="0" y="16935"/>
                    <a:pt x="158" y="14573"/>
                    <a:pt x="495" y="12279"/>
                  </a:cubicBezTo>
                  <a:cubicBezTo>
                    <a:pt x="810" y="9986"/>
                    <a:pt x="1439" y="7916"/>
                    <a:pt x="2362" y="6095"/>
                  </a:cubicBezTo>
                  <a:cubicBezTo>
                    <a:pt x="3284" y="4273"/>
                    <a:pt x="4588" y="2811"/>
                    <a:pt x="6275" y="1687"/>
                  </a:cubicBezTo>
                  <a:cubicBezTo>
                    <a:pt x="7961" y="562"/>
                    <a:pt x="10188" y="23"/>
                    <a:pt x="12909" y="23"/>
                  </a:cubicBezTo>
                  <a:close/>
                  <a:moveTo>
                    <a:pt x="22310" y="19341"/>
                  </a:moveTo>
                  <a:cubicBezTo>
                    <a:pt x="22310" y="17295"/>
                    <a:pt x="22197" y="15293"/>
                    <a:pt x="21950" y="13314"/>
                  </a:cubicBezTo>
                  <a:cubicBezTo>
                    <a:pt x="21703" y="11335"/>
                    <a:pt x="21253" y="9603"/>
                    <a:pt x="20578" y="8051"/>
                  </a:cubicBezTo>
                  <a:cubicBezTo>
                    <a:pt x="19903" y="6500"/>
                    <a:pt x="18936" y="5263"/>
                    <a:pt x="17699" y="4318"/>
                  </a:cubicBezTo>
                  <a:cubicBezTo>
                    <a:pt x="16463" y="3373"/>
                    <a:pt x="14821" y="2924"/>
                    <a:pt x="12819" y="2924"/>
                  </a:cubicBezTo>
                  <a:cubicBezTo>
                    <a:pt x="10907" y="2924"/>
                    <a:pt x="9356" y="3396"/>
                    <a:pt x="8141" y="4363"/>
                  </a:cubicBezTo>
                  <a:cubicBezTo>
                    <a:pt x="6927" y="5308"/>
                    <a:pt x="5982" y="6590"/>
                    <a:pt x="5308" y="8164"/>
                  </a:cubicBezTo>
                  <a:cubicBezTo>
                    <a:pt x="4633" y="9738"/>
                    <a:pt x="4138" y="11537"/>
                    <a:pt x="3868" y="13561"/>
                  </a:cubicBezTo>
                  <a:cubicBezTo>
                    <a:pt x="3598" y="15585"/>
                    <a:pt x="3463" y="17632"/>
                    <a:pt x="3463" y="19723"/>
                  </a:cubicBezTo>
                  <a:cubicBezTo>
                    <a:pt x="3463" y="22175"/>
                    <a:pt x="3621" y="24401"/>
                    <a:pt x="3913" y="26380"/>
                  </a:cubicBezTo>
                  <a:cubicBezTo>
                    <a:pt x="4228" y="28382"/>
                    <a:pt x="4723" y="30069"/>
                    <a:pt x="5443" y="31485"/>
                  </a:cubicBezTo>
                  <a:cubicBezTo>
                    <a:pt x="6162" y="32880"/>
                    <a:pt x="7129" y="33982"/>
                    <a:pt x="8321" y="34747"/>
                  </a:cubicBezTo>
                  <a:cubicBezTo>
                    <a:pt x="9536" y="35511"/>
                    <a:pt x="11042" y="35916"/>
                    <a:pt x="12886" y="35916"/>
                  </a:cubicBezTo>
                  <a:cubicBezTo>
                    <a:pt x="14933" y="35916"/>
                    <a:pt x="16575" y="35421"/>
                    <a:pt x="17834" y="34409"/>
                  </a:cubicBezTo>
                  <a:cubicBezTo>
                    <a:pt x="19071" y="33397"/>
                    <a:pt x="20016" y="32115"/>
                    <a:pt x="20668" y="30519"/>
                  </a:cubicBezTo>
                  <a:cubicBezTo>
                    <a:pt x="21320" y="28944"/>
                    <a:pt x="21748" y="27145"/>
                    <a:pt x="21972" y="25166"/>
                  </a:cubicBezTo>
                  <a:cubicBezTo>
                    <a:pt x="22197" y="23187"/>
                    <a:pt x="22287" y="21253"/>
                    <a:pt x="22287" y="19341"/>
                  </a:cubicBezTo>
                  <a:close/>
                </a:path>
              </a:pathLst>
            </a:custGeom>
            <a:solidFill>
              <a:srgbClr val="231F20"/>
            </a:solidFill>
            <a:ln w="2249" cap="flat">
              <a:noFill/>
              <a:prstDash val="solid"/>
              <a:miter/>
            </a:ln>
          </p:spPr>
          <p:txBody>
            <a:bodyPr rtlCol="0" anchor="ctr"/>
            <a:lstStyle/>
            <a:p>
              <a:endParaRPr lang="en-US"/>
            </a:p>
          </p:txBody>
        </p:sp>
        <p:grpSp>
          <p:nvGrpSpPr>
            <p:cNvPr id="21" name="Graphic 4479">
              <a:extLst>
                <a:ext uri="{FF2B5EF4-FFF2-40B4-BE49-F238E27FC236}">
                  <a16:creationId xmlns:a16="http://schemas.microsoft.com/office/drawing/2014/main" id="{45B0D6BB-AAC8-D37F-647A-F0B8D386BCAD}"/>
                </a:ext>
              </a:extLst>
            </p:cNvPr>
            <p:cNvGrpSpPr/>
            <p:nvPr/>
          </p:nvGrpSpPr>
          <p:grpSpPr>
            <a:xfrm>
              <a:off x="2364969" y="4567329"/>
              <a:ext cx="267904" cy="147030"/>
              <a:chOff x="3859029" y="5241413"/>
              <a:chExt cx="70729" cy="38817"/>
            </a:xfrm>
            <a:solidFill>
              <a:srgbClr val="231F20"/>
            </a:solidFill>
          </p:grpSpPr>
          <p:sp>
            <p:nvSpPr>
              <p:cNvPr id="22" name="Freeform 21">
                <a:extLst>
                  <a:ext uri="{FF2B5EF4-FFF2-40B4-BE49-F238E27FC236}">
                    <a16:creationId xmlns:a16="http://schemas.microsoft.com/office/drawing/2014/main" id="{91C4D047-BEE7-F9F5-AB2C-8B71A8DA19FE}"/>
                  </a:ext>
                </a:extLst>
              </p:cNvPr>
              <p:cNvSpPr/>
              <p:nvPr/>
            </p:nvSpPr>
            <p:spPr>
              <a:xfrm>
                <a:off x="3859029" y="5241413"/>
                <a:ext cx="25772" cy="3881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6 w 25772"/>
                  <a:gd name="connsiteY5" fmla="*/ 15158 h 38817"/>
                  <a:gd name="connsiteX6" fmla="*/ 25773 w 25772"/>
                  <a:gd name="connsiteY6" fmla="*/ 19701 h 38817"/>
                  <a:gd name="connsiteX7" fmla="*/ 25233 w 25772"/>
                  <a:gd name="connsiteY7" fmla="*/ 26942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7 h 38817"/>
                  <a:gd name="connsiteX14" fmla="*/ 0 w 25772"/>
                  <a:gd name="connsiteY14" fmla="*/ 19341 h 38817"/>
                  <a:gd name="connsiteX15" fmla="*/ 495 w 25772"/>
                  <a:gd name="connsiteY15" fmla="*/ 12279 h 38817"/>
                  <a:gd name="connsiteX16" fmla="*/ 2362 w 25772"/>
                  <a:gd name="connsiteY16" fmla="*/ 6095 h 38817"/>
                  <a:gd name="connsiteX17" fmla="*/ 6275 w 25772"/>
                  <a:gd name="connsiteY17" fmla="*/ 1687 h 38817"/>
                  <a:gd name="connsiteX18" fmla="*/ 12909 w 25772"/>
                  <a:gd name="connsiteY18" fmla="*/ 23 h 38817"/>
                  <a:gd name="connsiteX19" fmla="*/ 22332 w 25772"/>
                  <a:gd name="connsiteY19" fmla="*/ 19341 h 38817"/>
                  <a:gd name="connsiteX20" fmla="*/ 21972 w 25772"/>
                  <a:gd name="connsiteY20" fmla="*/ 13314 h 38817"/>
                  <a:gd name="connsiteX21" fmla="*/ 20601 w 25772"/>
                  <a:gd name="connsiteY21" fmla="*/ 8051 h 38817"/>
                  <a:gd name="connsiteX22" fmla="*/ 17722 w 25772"/>
                  <a:gd name="connsiteY22" fmla="*/ 4318 h 38817"/>
                  <a:gd name="connsiteX23" fmla="*/ 12841 w 25772"/>
                  <a:gd name="connsiteY23" fmla="*/ 2923 h 38817"/>
                  <a:gd name="connsiteX24" fmla="*/ 8164 w 25772"/>
                  <a:gd name="connsiteY24" fmla="*/ 4363 h 38817"/>
                  <a:gd name="connsiteX25" fmla="*/ 5330 w 25772"/>
                  <a:gd name="connsiteY25" fmla="*/ 8164 h 38817"/>
                  <a:gd name="connsiteX26" fmla="*/ 3891 w 25772"/>
                  <a:gd name="connsiteY26" fmla="*/ 13561 h 38817"/>
                  <a:gd name="connsiteX27" fmla="*/ 3486 w 25772"/>
                  <a:gd name="connsiteY27" fmla="*/ 19723 h 38817"/>
                  <a:gd name="connsiteX28" fmla="*/ 3936 w 25772"/>
                  <a:gd name="connsiteY28" fmla="*/ 26380 h 38817"/>
                  <a:gd name="connsiteX29" fmla="*/ 5465 w 25772"/>
                  <a:gd name="connsiteY29" fmla="*/ 31485 h 38817"/>
                  <a:gd name="connsiteX30" fmla="*/ 8344 w 25772"/>
                  <a:gd name="connsiteY30" fmla="*/ 34746 h 38817"/>
                  <a:gd name="connsiteX31" fmla="*/ 12909 w 25772"/>
                  <a:gd name="connsiteY31" fmla="*/ 35916 h 38817"/>
                  <a:gd name="connsiteX32" fmla="*/ 17857 w 25772"/>
                  <a:gd name="connsiteY32" fmla="*/ 34409 h 38817"/>
                  <a:gd name="connsiteX33" fmla="*/ 20691 w 25772"/>
                  <a:gd name="connsiteY33" fmla="*/ 30518 h 38817"/>
                  <a:gd name="connsiteX34" fmla="*/ 21995 w 25772"/>
                  <a:gd name="connsiteY34" fmla="*/ 25166 h 38817"/>
                  <a:gd name="connsiteX35" fmla="*/ 22310 w 25772"/>
                  <a:gd name="connsiteY35" fmla="*/ 19341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2" h="38817">
                    <a:moveTo>
                      <a:pt x="12932" y="0"/>
                    </a:moveTo>
                    <a:cubicBezTo>
                      <a:pt x="14798" y="0"/>
                      <a:pt x="16418" y="270"/>
                      <a:pt x="17789" y="832"/>
                    </a:cubicBezTo>
                    <a:cubicBezTo>
                      <a:pt x="19161" y="1394"/>
                      <a:pt x="20308" y="2159"/>
                      <a:pt x="21275" y="3126"/>
                    </a:cubicBezTo>
                    <a:cubicBezTo>
                      <a:pt x="22220" y="4093"/>
                      <a:pt x="23007" y="5240"/>
                      <a:pt x="23592" y="6522"/>
                    </a:cubicBezTo>
                    <a:cubicBezTo>
                      <a:pt x="24176" y="7826"/>
                      <a:pt x="24648" y="9198"/>
                      <a:pt x="24963" y="10660"/>
                    </a:cubicBezTo>
                    <a:cubicBezTo>
                      <a:pt x="25278" y="12122"/>
                      <a:pt x="25503" y="13629"/>
                      <a:pt x="25616" y="15158"/>
                    </a:cubicBezTo>
                    <a:cubicBezTo>
                      <a:pt x="25728" y="16687"/>
                      <a:pt x="25773" y="18217"/>
                      <a:pt x="25773" y="19701"/>
                    </a:cubicBezTo>
                    <a:cubicBezTo>
                      <a:pt x="25773" y="22220"/>
                      <a:pt x="25593" y="24626"/>
                      <a:pt x="25233" y="26942"/>
                    </a:cubicBezTo>
                    <a:cubicBezTo>
                      <a:pt x="24874" y="29236"/>
                      <a:pt x="24221" y="31283"/>
                      <a:pt x="23254" y="33037"/>
                    </a:cubicBezTo>
                    <a:cubicBezTo>
                      <a:pt x="22310"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900" y="29169"/>
                      <a:pt x="540" y="26807"/>
                    </a:cubicBezTo>
                    <a:cubicBezTo>
                      <a:pt x="180" y="24446"/>
                      <a:pt x="0" y="21950"/>
                      <a:pt x="0" y="19341"/>
                    </a:cubicBezTo>
                    <a:cubicBezTo>
                      <a:pt x="0" y="16935"/>
                      <a:pt x="158" y="14573"/>
                      <a:pt x="495" y="12279"/>
                    </a:cubicBezTo>
                    <a:cubicBezTo>
                      <a:pt x="810" y="9985"/>
                      <a:pt x="1439" y="7916"/>
                      <a:pt x="2362" y="6095"/>
                    </a:cubicBezTo>
                    <a:cubicBezTo>
                      <a:pt x="3283" y="4273"/>
                      <a:pt x="4588" y="2811"/>
                      <a:pt x="6275" y="1687"/>
                    </a:cubicBezTo>
                    <a:cubicBezTo>
                      <a:pt x="7961" y="562"/>
                      <a:pt x="10188" y="23"/>
                      <a:pt x="12909" y="23"/>
                    </a:cubicBezTo>
                    <a:close/>
                    <a:moveTo>
                      <a:pt x="22332" y="19341"/>
                    </a:moveTo>
                    <a:cubicBezTo>
                      <a:pt x="22332" y="17294"/>
                      <a:pt x="22220" y="15293"/>
                      <a:pt x="21972" y="13314"/>
                    </a:cubicBezTo>
                    <a:cubicBezTo>
                      <a:pt x="21725" y="11335"/>
                      <a:pt x="21275" y="9603"/>
                      <a:pt x="20601" y="8051"/>
                    </a:cubicBezTo>
                    <a:cubicBezTo>
                      <a:pt x="19926" y="6500"/>
                      <a:pt x="18959" y="5262"/>
                      <a:pt x="17722" y="4318"/>
                    </a:cubicBezTo>
                    <a:cubicBezTo>
                      <a:pt x="16485" y="3373"/>
                      <a:pt x="14843" y="2923"/>
                      <a:pt x="12841" y="2923"/>
                    </a:cubicBezTo>
                    <a:cubicBezTo>
                      <a:pt x="10930" y="2923"/>
                      <a:pt x="9378" y="3396"/>
                      <a:pt x="8164" y="4363"/>
                    </a:cubicBezTo>
                    <a:cubicBezTo>
                      <a:pt x="6949" y="5308"/>
                      <a:pt x="6005" y="6589"/>
                      <a:pt x="5330" y="8164"/>
                    </a:cubicBezTo>
                    <a:cubicBezTo>
                      <a:pt x="4655" y="9738"/>
                      <a:pt x="4161" y="11537"/>
                      <a:pt x="3891" y="13561"/>
                    </a:cubicBezTo>
                    <a:cubicBezTo>
                      <a:pt x="3621" y="15585"/>
                      <a:pt x="3486" y="17632"/>
                      <a:pt x="3486" y="19723"/>
                    </a:cubicBezTo>
                    <a:cubicBezTo>
                      <a:pt x="3486" y="22175"/>
                      <a:pt x="3643" y="24401"/>
                      <a:pt x="3936" y="26380"/>
                    </a:cubicBezTo>
                    <a:cubicBezTo>
                      <a:pt x="4251" y="28382"/>
                      <a:pt x="4745" y="30069"/>
                      <a:pt x="5465" y="31485"/>
                    </a:cubicBezTo>
                    <a:cubicBezTo>
                      <a:pt x="6185" y="32880"/>
                      <a:pt x="7152" y="33982"/>
                      <a:pt x="8344" y="34746"/>
                    </a:cubicBezTo>
                    <a:cubicBezTo>
                      <a:pt x="9558" y="35511"/>
                      <a:pt x="11065" y="35916"/>
                      <a:pt x="12909" y="35916"/>
                    </a:cubicBezTo>
                    <a:cubicBezTo>
                      <a:pt x="14956" y="35916"/>
                      <a:pt x="16597" y="35421"/>
                      <a:pt x="17857" y="34409"/>
                    </a:cubicBezTo>
                    <a:cubicBezTo>
                      <a:pt x="19094" y="33397"/>
                      <a:pt x="20038" y="32115"/>
                      <a:pt x="20691" y="30518"/>
                    </a:cubicBezTo>
                    <a:cubicBezTo>
                      <a:pt x="21343" y="28944"/>
                      <a:pt x="21770" y="27145"/>
                      <a:pt x="21995" y="25166"/>
                    </a:cubicBezTo>
                    <a:cubicBezTo>
                      <a:pt x="22220" y="23187"/>
                      <a:pt x="22310" y="21253"/>
                      <a:pt x="22310" y="19341"/>
                    </a:cubicBezTo>
                    <a:close/>
                  </a:path>
                </a:pathLst>
              </a:custGeom>
              <a:solidFill>
                <a:srgbClr val="231F20"/>
              </a:solidFill>
              <a:ln w="2249" cap="flat">
                <a:noFill/>
                <a:prstDash val="solid"/>
                <a:miter/>
              </a:ln>
            </p:spPr>
            <p:txBody>
              <a:bodyPr rtlCol="0" anchor="ctr"/>
              <a:lstStyle/>
              <a:p>
                <a:endParaRPr lang="en-US"/>
              </a:p>
            </p:txBody>
          </p:sp>
          <p:sp>
            <p:nvSpPr>
              <p:cNvPr id="23" name="Freeform 22">
                <a:extLst>
                  <a:ext uri="{FF2B5EF4-FFF2-40B4-BE49-F238E27FC236}">
                    <a16:creationId xmlns:a16="http://schemas.microsoft.com/office/drawing/2014/main" id="{33C1CEE9-1136-F3BC-C0B4-A52CC6E86634}"/>
                  </a:ext>
                </a:extLst>
              </p:cNvPr>
              <p:cNvSpPr/>
              <p:nvPr/>
            </p:nvSpPr>
            <p:spPr>
              <a:xfrm>
                <a:off x="3892471" y="5274720"/>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231F20"/>
              </a:solidFill>
              <a:ln w="2249" cap="flat">
                <a:noFill/>
                <a:prstDash val="solid"/>
                <a:miter/>
              </a:ln>
            </p:spPr>
            <p:txBody>
              <a:bodyPr rtlCol="0" anchor="ctr"/>
              <a:lstStyle/>
              <a:p>
                <a:endParaRPr lang="en-US"/>
              </a:p>
            </p:txBody>
          </p:sp>
          <p:sp>
            <p:nvSpPr>
              <p:cNvPr id="24" name="Freeform 23">
                <a:extLst>
                  <a:ext uri="{FF2B5EF4-FFF2-40B4-BE49-F238E27FC236}">
                    <a16:creationId xmlns:a16="http://schemas.microsoft.com/office/drawing/2014/main" id="{2F5C169D-EB4B-D5D2-9F0B-CF8C3C094EF8}"/>
                  </a:ext>
                </a:extLst>
              </p:cNvPr>
              <p:cNvSpPr/>
              <p:nvPr/>
            </p:nvSpPr>
            <p:spPr>
              <a:xfrm>
                <a:off x="3904548" y="5241413"/>
                <a:ext cx="25211" cy="38074"/>
              </a:xfrm>
              <a:custGeom>
                <a:avLst/>
                <a:gdLst>
                  <a:gd name="connsiteX0" fmla="*/ 1147 w 25211"/>
                  <a:gd name="connsiteY0" fmla="*/ 12482 h 38074"/>
                  <a:gd name="connsiteX1" fmla="*/ 2002 w 25211"/>
                  <a:gd name="connsiteY1" fmla="*/ 7377 h 38074"/>
                  <a:gd name="connsiteX2" fmla="*/ 4475 w 25211"/>
                  <a:gd name="connsiteY2" fmla="*/ 3441 h 38074"/>
                  <a:gd name="connsiteX3" fmla="*/ 8389 w 25211"/>
                  <a:gd name="connsiteY3" fmla="*/ 900 h 38074"/>
                  <a:gd name="connsiteX4" fmla="*/ 13494 w 25211"/>
                  <a:gd name="connsiteY4" fmla="*/ 0 h 38074"/>
                  <a:gd name="connsiteX5" fmla="*/ 18531 w 25211"/>
                  <a:gd name="connsiteY5" fmla="*/ 832 h 38074"/>
                  <a:gd name="connsiteX6" fmla="*/ 22197 w 25211"/>
                  <a:gd name="connsiteY6" fmla="*/ 3081 h 38074"/>
                  <a:gd name="connsiteX7" fmla="*/ 24446 w 25211"/>
                  <a:gd name="connsiteY7" fmla="*/ 6432 h 38074"/>
                  <a:gd name="connsiteX8" fmla="*/ 25211 w 25211"/>
                  <a:gd name="connsiteY8" fmla="*/ 10525 h 38074"/>
                  <a:gd name="connsiteX9" fmla="*/ 24379 w 25211"/>
                  <a:gd name="connsiteY9" fmla="*/ 15000 h 38074"/>
                  <a:gd name="connsiteX10" fmla="*/ 22175 w 25211"/>
                  <a:gd name="connsiteY10" fmla="*/ 18464 h 38074"/>
                  <a:gd name="connsiteX11" fmla="*/ 19049 w 25211"/>
                  <a:gd name="connsiteY11" fmla="*/ 21163 h 38074"/>
                  <a:gd name="connsiteX12" fmla="*/ 15450 w 25211"/>
                  <a:gd name="connsiteY12" fmla="*/ 23412 h 38074"/>
                  <a:gd name="connsiteX13" fmla="*/ 11830 w 25211"/>
                  <a:gd name="connsiteY13" fmla="*/ 25436 h 38074"/>
                  <a:gd name="connsiteX14" fmla="*/ 8636 w 25211"/>
                  <a:gd name="connsiteY14" fmla="*/ 27482 h 38074"/>
                  <a:gd name="connsiteX15" fmla="*/ 6859 w 25211"/>
                  <a:gd name="connsiteY15" fmla="*/ 28967 h 38074"/>
                  <a:gd name="connsiteX16" fmla="*/ 5285 w 25211"/>
                  <a:gd name="connsiteY16" fmla="*/ 30676 h 38074"/>
                  <a:gd name="connsiteX17" fmla="*/ 4161 w 25211"/>
                  <a:gd name="connsiteY17" fmla="*/ 32700 h 38074"/>
                  <a:gd name="connsiteX18" fmla="*/ 3666 w 25211"/>
                  <a:gd name="connsiteY18" fmla="*/ 35151 h 38074"/>
                  <a:gd name="connsiteX19" fmla="*/ 24874 w 25211"/>
                  <a:gd name="connsiteY19" fmla="*/ 35151 h 38074"/>
                  <a:gd name="connsiteX20" fmla="*/ 24874 w 25211"/>
                  <a:gd name="connsiteY20" fmla="*/ 38075 h 38074"/>
                  <a:gd name="connsiteX21" fmla="*/ 0 w 25211"/>
                  <a:gd name="connsiteY21" fmla="*/ 38075 h 38074"/>
                  <a:gd name="connsiteX22" fmla="*/ 585 w 25211"/>
                  <a:gd name="connsiteY22" fmla="*/ 33105 h 38074"/>
                  <a:gd name="connsiteX23" fmla="*/ 2969 w 25211"/>
                  <a:gd name="connsiteY23" fmla="*/ 28786 h 38074"/>
                  <a:gd name="connsiteX24" fmla="*/ 7107 w 25211"/>
                  <a:gd name="connsiteY24" fmla="*/ 24896 h 38074"/>
                  <a:gd name="connsiteX25" fmla="*/ 11290 w 25211"/>
                  <a:gd name="connsiteY25" fmla="*/ 22017 h 38074"/>
                  <a:gd name="connsiteX26" fmla="*/ 15180 w 25211"/>
                  <a:gd name="connsiteY26" fmla="*/ 19701 h 38074"/>
                  <a:gd name="connsiteX27" fmla="*/ 18419 w 25211"/>
                  <a:gd name="connsiteY27" fmla="*/ 17407 h 38074"/>
                  <a:gd name="connsiteX28" fmla="*/ 20623 w 25211"/>
                  <a:gd name="connsiteY28" fmla="*/ 14596 h 38074"/>
                  <a:gd name="connsiteX29" fmla="*/ 21433 w 25211"/>
                  <a:gd name="connsiteY29" fmla="*/ 10772 h 38074"/>
                  <a:gd name="connsiteX30" fmla="*/ 20780 w 25211"/>
                  <a:gd name="connsiteY30" fmla="*/ 7489 h 38074"/>
                  <a:gd name="connsiteX31" fmla="*/ 19004 w 25211"/>
                  <a:gd name="connsiteY31" fmla="*/ 5015 h 38074"/>
                  <a:gd name="connsiteX32" fmla="*/ 16350 w 25211"/>
                  <a:gd name="connsiteY32" fmla="*/ 3486 h 38074"/>
                  <a:gd name="connsiteX33" fmla="*/ 13067 w 25211"/>
                  <a:gd name="connsiteY33" fmla="*/ 2969 h 38074"/>
                  <a:gd name="connsiteX34" fmla="*/ 9648 w 25211"/>
                  <a:gd name="connsiteY34" fmla="*/ 3756 h 38074"/>
                  <a:gd name="connsiteX35" fmla="*/ 6994 w 25211"/>
                  <a:gd name="connsiteY35" fmla="*/ 5825 h 38074"/>
                  <a:gd name="connsiteX36" fmla="*/ 5285 w 25211"/>
                  <a:gd name="connsiteY36" fmla="*/ 8838 h 38074"/>
                  <a:gd name="connsiteX37" fmla="*/ 4790 w 25211"/>
                  <a:gd name="connsiteY37" fmla="*/ 12504 h 38074"/>
                  <a:gd name="connsiteX38" fmla="*/ 1124 w 25211"/>
                  <a:gd name="connsiteY38" fmla="*/ 12504 h 38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25211" h="38074">
                    <a:moveTo>
                      <a:pt x="1147" y="12482"/>
                    </a:moveTo>
                    <a:cubicBezTo>
                      <a:pt x="1147" y="10615"/>
                      <a:pt x="1439" y="8906"/>
                      <a:pt x="2002" y="7377"/>
                    </a:cubicBezTo>
                    <a:cubicBezTo>
                      <a:pt x="2586" y="5847"/>
                      <a:pt x="3396" y="4543"/>
                      <a:pt x="4475" y="3441"/>
                    </a:cubicBezTo>
                    <a:cubicBezTo>
                      <a:pt x="5555" y="2339"/>
                      <a:pt x="6859" y="1507"/>
                      <a:pt x="8389" y="900"/>
                    </a:cubicBezTo>
                    <a:cubicBezTo>
                      <a:pt x="9918" y="315"/>
                      <a:pt x="11627" y="0"/>
                      <a:pt x="13494" y="0"/>
                    </a:cubicBezTo>
                    <a:cubicBezTo>
                      <a:pt x="15361" y="0"/>
                      <a:pt x="17092" y="270"/>
                      <a:pt x="18531" y="832"/>
                    </a:cubicBezTo>
                    <a:cubicBezTo>
                      <a:pt x="19971" y="1394"/>
                      <a:pt x="21208" y="2136"/>
                      <a:pt x="22197" y="3081"/>
                    </a:cubicBezTo>
                    <a:cubicBezTo>
                      <a:pt x="23187" y="4025"/>
                      <a:pt x="23929" y="5128"/>
                      <a:pt x="24446" y="6432"/>
                    </a:cubicBezTo>
                    <a:cubicBezTo>
                      <a:pt x="24941" y="7736"/>
                      <a:pt x="25211" y="9086"/>
                      <a:pt x="25211" y="10525"/>
                    </a:cubicBezTo>
                    <a:cubicBezTo>
                      <a:pt x="25211" y="12212"/>
                      <a:pt x="24941" y="13719"/>
                      <a:pt x="24379" y="15000"/>
                    </a:cubicBezTo>
                    <a:cubicBezTo>
                      <a:pt x="23816" y="16282"/>
                      <a:pt x="23074" y="17452"/>
                      <a:pt x="22175" y="18464"/>
                    </a:cubicBezTo>
                    <a:cubicBezTo>
                      <a:pt x="21253" y="19476"/>
                      <a:pt x="20218" y="20375"/>
                      <a:pt x="19049" y="21163"/>
                    </a:cubicBezTo>
                    <a:cubicBezTo>
                      <a:pt x="17879" y="21950"/>
                      <a:pt x="16687" y="22692"/>
                      <a:pt x="15450" y="23412"/>
                    </a:cubicBezTo>
                    <a:cubicBezTo>
                      <a:pt x="14236" y="24109"/>
                      <a:pt x="13022" y="24784"/>
                      <a:pt x="11830" y="25436"/>
                    </a:cubicBezTo>
                    <a:cubicBezTo>
                      <a:pt x="10638" y="26088"/>
                      <a:pt x="9581" y="26763"/>
                      <a:pt x="8636" y="27482"/>
                    </a:cubicBezTo>
                    <a:cubicBezTo>
                      <a:pt x="8029" y="27954"/>
                      <a:pt x="7422" y="28449"/>
                      <a:pt x="6859" y="28967"/>
                    </a:cubicBezTo>
                    <a:cubicBezTo>
                      <a:pt x="6275" y="29484"/>
                      <a:pt x="5757" y="30046"/>
                      <a:pt x="5285" y="30676"/>
                    </a:cubicBezTo>
                    <a:cubicBezTo>
                      <a:pt x="4813" y="31283"/>
                      <a:pt x="4430" y="31958"/>
                      <a:pt x="4161" y="32700"/>
                    </a:cubicBezTo>
                    <a:cubicBezTo>
                      <a:pt x="3868" y="33442"/>
                      <a:pt x="3711" y="34252"/>
                      <a:pt x="3666" y="35151"/>
                    </a:cubicBezTo>
                    <a:lnTo>
                      <a:pt x="24874" y="35151"/>
                    </a:lnTo>
                    <a:lnTo>
                      <a:pt x="24874" y="38075"/>
                    </a:lnTo>
                    <a:lnTo>
                      <a:pt x="0" y="38075"/>
                    </a:lnTo>
                    <a:cubicBezTo>
                      <a:pt x="45" y="36231"/>
                      <a:pt x="225" y="34589"/>
                      <a:pt x="585" y="33105"/>
                    </a:cubicBezTo>
                    <a:cubicBezTo>
                      <a:pt x="945" y="31620"/>
                      <a:pt x="1732" y="30181"/>
                      <a:pt x="2969" y="28786"/>
                    </a:cubicBezTo>
                    <a:cubicBezTo>
                      <a:pt x="4296" y="27280"/>
                      <a:pt x="5667" y="25975"/>
                      <a:pt x="7107" y="24896"/>
                    </a:cubicBezTo>
                    <a:cubicBezTo>
                      <a:pt x="8524" y="23816"/>
                      <a:pt x="9918" y="22849"/>
                      <a:pt x="11290" y="22017"/>
                    </a:cubicBezTo>
                    <a:cubicBezTo>
                      <a:pt x="12662" y="21163"/>
                      <a:pt x="13944" y="20398"/>
                      <a:pt x="15180" y="19701"/>
                    </a:cubicBezTo>
                    <a:cubicBezTo>
                      <a:pt x="16395" y="19004"/>
                      <a:pt x="17474" y="18239"/>
                      <a:pt x="18419" y="17407"/>
                    </a:cubicBezTo>
                    <a:cubicBezTo>
                      <a:pt x="19363" y="16575"/>
                      <a:pt x="20083" y="15653"/>
                      <a:pt x="20623" y="14596"/>
                    </a:cubicBezTo>
                    <a:cubicBezTo>
                      <a:pt x="21163" y="13561"/>
                      <a:pt x="21433" y="12279"/>
                      <a:pt x="21433" y="10772"/>
                    </a:cubicBezTo>
                    <a:cubicBezTo>
                      <a:pt x="21433" y="9558"/>
                      <a:pt x="21208" y="8456"/>
                      <a:pt x="20780" y="7489"/>
                    </a:cubicBezTo>
                    <a:cubicBezTo>
                      <a:pt x="20353" y="6522"/>
                      <a:pt x="19746" y="5690"/>
                      <a:pt x="19004" y="5015"/>
                    </a:cubicBezTo>
                    <a:cubicBezTo>
                      <a:pt x="18262" y="4340"/>
                      <a:pt x="17362" y="3823"/>
                      <a:pt x="16350" y="3486"/>
                    </a:cubicBezTo>
                    <a:cubicBezTo>
                      <a:pt x="15338" y="3149"/>
                      <a:pt x="14236" y="2969"/>
                      <a:pt x="13067" y="2969"/>
                    </a:cubicBezTo>
                    <a:cubicBezTo>
                      <a:pt x="11807" y="2969"/>
                      <a:pt x="10660" y="3238"/>
                      <a:pt x="9648" y="3756"/>
                    </a:cubicBezTo>
                    <a:cubicBezTo>
                      <a:pt x="8614" y="4273"/>
                      <a:pt x="7737" y="4970"/>
                      <a:pt x="6994" y="5825"/>
                    </a:cubicBezTo>
                    <a:cubicBezTo>
                      <a:pt x="6252" y="6679"/>
                      <a:pt x="5690" y="7691"/>
                      <a:pt x="5285" y="8838"/>
                    </a:cubicBezTo>
                    <a:cubicBezTo>
                      <a:pt x="4880" y="9985"/>
                      <a:pt x="4723" y="11222"/>
                      <a:pt x="4790" y="12504"/>
                    </a:cubicBezTo>
                    <a:lnTo>
                      <a:pt x="1124" y="12504"/>
                    </a:lnTo>
                    <a:close/>
                  </a:path>
                </a:pathLst>
              </a:custGeom>
              <a:solidFill>
                <a:srgbClr val="231F20"/>
              </a:solidFill>
              <a:ln w="2249" cap="flat">
                <a:noFill/>
                <a:prstDash val="solid"/>
                <a:miter/>
              </a:ln>
            </p:spPr>
            <p:txBody>
              <a:bodyPr rtlCol="0" anchor="ctr"/>
              <a:lstStyle/>
              <a:p>
                <a:endParaRPr lang="en-US"/>
              </a:p>
            </p:txBody>
          </p:sp>
        </p:grpSp>
        <p:grpSp>
          <p:nvGrpSpPr>
            <p:cNvPr id="25" name="Graphic 4479">
              <a:extLst>
                <a:ext uri="{FF2B5EF4-FFF2-40B4-BE49-F238E27FC236}">
                  <a16:creationId xmlns:a16="http://schemas.microsoft.com/office/drawing/2014/main" id="{4C32DD3D-A7BF-42FD-F7DA-CDE9FC2359C8}"/>
                </a:ext>
              </a:extLst>
            </p:cNvPr>
            <p:cNvGrpSpPr/>
            <p:nvPr/>
          </p:nvGrpSpPr>
          <p:grpSpPr>
            <a:xfrm>
              <a:off x="2364969" y="3889594"/>
              <a:ext cx="268927" cy="147030"/>
              <a:chOff x="3859029" y="5062485"/>
              <a:chExt cx="70999" cy="38817"/>
            </a:xfrm>
            <a:solidFill>
              <a:srgbClr val="231F20"/>
            </a:solidFill>
          </p:grpSpPr>
          <p:sp>
            <p:nvSpPr>
              <p:cNvPr id="26" name="Freeform 25">
                <a:extLst>
                  <a:ext uri="{FF2B5EF4-FFF2-40B4-BE49-F238E27FC236}">
                    <a16:creationId xmlns:a16="http://schemas.microsoft.com/office/drawing/2014/main" id="{A3538F90-C085-3ACB-86CF-8BA8B7252231}"/>
                  </a:ext>
                </a:extLst>
              </p:cNvPr>
              <p:cNvSpPr/>
              <p:nvPr/>
            </p:nvSpPr>
            <p:spPr>
              <a:xfrm>
                <a:off x="3859029" y="5062485"/>
                <a:ext cx="25772" cy="3881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6 w 25772"/>
                  <a:gd name="connsiteY5" fmla="*/ 15158 h 38817"/>
                  <a:gd name="connsiteX6" fmla="*/ 25773 w 25772"/>
                  <a:gd name="connsiteY6" fmla="*/ 19701 h 38817"/>
                  <a:gd name="connsiteX7" fmla="*/ 25233 w 25772"/>
                  <a:gd name="connsiteY7" fmla="*/ 26942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2 w 25772"/>
                  <a:gd name="connsiteY16" fmla="*/ 6095 h 38817"/>
                  <a:gd name="connsiteX17" fmla="*/ 6275 w 25772"/>
                  <a:gd name="connsiteY17" fmla="*/ 1687 h 38817"/>
                  <a:gd name="connsiteX18" fmla="*/ 12909 w 25772"/>
                  <a:gd name="connsiteY18" fmla="*/ 23 h 38817"/>
                  <a:gd name="connsiteX19" fmla="*/ 22332 w 25772"/>
                  <a:gd name="connsiteY19" fmla="*/ 19319 h 38817"/>
                  <a:gd name="connsiteX20" fmla="*/ 21972 w 25772"/>
                  <a:gd name="connsiteY20" fmla="*/ 13291 h 38817"/>
                  <a:gd name="connsiteX21" fmla="*/ 20601 w 25772"/>
                  <a:gd name="connsiteY21" fmla="*/ 8029 h 38817"/>
                  <a:gd name="connsiteX22" fmla="*/ 17722 w 25772"/>
                  <a:gd name="connsiteY22" fmla="*/ 4296 h 38817"/>
                  <a:gd name="connsiteX23" fmla="*/ 12841 w 25772"/>
                  <a:gd name="connsiteY23" fmla="*/ 2901 h 38817"/>
                  <a:gd name="connsiteX24" fmla="*/ 8164 w 25772"/>
                  <a:gd name="connsiteY24" fmla="*/ 4341 h 38817"/>
                  <a:gd name="connsiteX25" fmla="*/ 5330 w 25772"/>
                  <a:gd name="connsiteY25" fmla="*/ 8141 h 38817"/>
                  <a:gd name="connsiteX26" fmla="*/ 3891 w 25772"/>
                  <a:gd name="connsiteY26" fmla="*/ 13539 h 38817"/>
                  <a:gd name="connsiteX27" fmla="*/ 3486 w 25772"/>
                  <a:gd name="connsiteY27" fmla="*/ 19701 h 38817"/>
                  <a:gd name="connsiteX28" fmla="*/ 3936 w 25772"/>
                  <a:gd name="connsiteY28" fmla="*/ 26358 h 38817"/>
                  <a:gd name="connsiteX29" fmla="*/ 5465 w 25772"/>
                  <a:gd name="connsiteY29" fmla="*/ 31463 h 38817"/>
                  <a:gd name="connsiteX30" fmla="*/ 8344 w 25772"/>
                  <a:gd name="connsiteY30" fmla="*/ 34724 h 38817"/>
                  <a:gd name="connsiteX31" fmla="*/ 12909 w 25772"/>
                  <a:gd name="connsiteY31" fmla="*/ 35894 h 38817"/>
                  <a:gd name="connsiteX32" fmla="*/ 17857 w 25772"/>
                  <a:gd name="connsiteY32" fmla="*/ 34387 h 38817"/>
                  <a:gd name="connsiteX33" fmla="*/ 20691 w 25772"/>
                  <a:gd name="connsiteY33" fmla="*/ 30496 h 38817"/>
                  <a:gd name="connsiteX34" fmla="*/ 21995 w 25772"/>
                  <a:gd name="connsiteY34" fmla="*/ 25143 h 38817"/>
                  <a:gd name="connsiteX35" fmla="*/ 22310 w 25772"/>
                  <a:gd name="connsiteY35"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2" h="38817">
                    <a:moveTo>
                      <a:pt x="12932" y="0"/>
                    </a:moveTo>
                    <a:cubicBezTo>
                      <a:pt x="14798" y="0"/>
                      <a:pt x="16418" y="270"/>
                      <a:pt x="17789" y="832"/>
                    </a:cubicBezTo>
                    <a:cubicBezTo>
                      <a:pt x="19161" y="1394"/>
                      <a:pt x="20308" y="2159"/>
                      <a:pt x="21275" y="3126"/>
                    </a:cubicBezTo>
                    <a:cubicBezTo>
                      <a:pt x="22220" y="4093"/>
                      <a:pt x="23007" y="5240"/>
                      <a:pt x="23592" y="6522"/>
                    </a:cubicBezTo>
                    <a:cubicBezTo>
                      <a:pt x="24176" y="7826"/>
                      <a:pt x="24648" y="9198"/>
                      <a:pt x="24963" y="10660"/>
                    </a:cubicBezTo>
                    <a:cubicBezTo>
                      <a:pt x="25278" y="12122"/>
                      <a:pt x="25503" y="13629"/>
                      <a:pt x="25616" y="15158"/>
                    </a:cubicBezTo>
                    <a:cubicBezTo>
                      <a:pt x="25728" y="16687"/>
                      <a:pt x="25773" y="18217"/>
                      <a:pt x="25773" y="19701"/>
                    </a:cubicBezTo>
                    <a:cubicBezTo>
                      <a:pt x="25773" y="22220"/>
                      <a:pt x="25593" y="24626"/>
                      <a:pt x="25233" y="26942"/>
                    </a:cubicBezTo>
                    <a:cubicBezTo>
                      <a:pt x="24874" y="29236"/>
                      <a:pt x="24221" y="31283"/>
                      <a:pt x="23254" y="33037"/>
                    </a:cubicBezTo>
                    <a:cubicBezTo>
                      <a:pt x="22310" y="34792"/>
                      <a:pt x="21005" y="36208"/>
                      <a:pt x="19341" y="37243"/>
                    </a:cubicBezTo>
                    <a:cubicBezTo>
                      <a:pt x="17677" y="38277"/>
                      <a:pt x="15540" y="38817"/>
                      <a:pt x="12909" y="38817"/>
                    </a:cubicBezTo>
                    <a:cubicBezTo>
                      <a:pt x="10278" y="38817"/>
                      <a:pt x="8141" y="38300"/>
                      <a:pt x="6454" y="37243"/>
                    </a:cubicBezTo>
                    <a:cubicBezTo>
                      <a:pt x="4790" y="36208"/>
                      <a:pt x="3463" y="34792"/>
                      <a:pt x="2519" y="33015"/>
                    </a:cubicBezTo>
                    <a:cubicBezTo>
                      <a:pt x="1574" y="31238"/>
                      <a:pt x="900" y="29169"/>
                      <a:pt x="540" y="26808"/>
                    </a:cubicBezTo>
                    <a:cubicBezTo>
                      <a:pt x="180" y="24446"/>
                      <a:pt x="0" y="21950"/>
                      <a:pt x="0" y="19341"/>
                    </a:cubicBezTo>
                    <a:cubicBezTo>
                      <a:pt x="0" y="16935"/>
                      <a:pt x="158" y="14573"/>
                      <a:pt x="495" y="12279"/>
                    </a:cubicBezTo>
                    <a:cubicBezTo>
                      <a:pt x="810" y="9986"/>
                      <a:pt x="1439" y="7916"/>
                      <a:pt x="2362" y="6095"/>
                    </a:cubicBezTo>
                    <a:cubicBezTo>
                      <a:pt x="3283" y="4273"/>
                      <a:pt x="4588" y="2811"/>
                      <a:pt x="6275" y="1687"/>
                    </a:cubicBezTo>
                    <a:cubicBezTo>
                      <a:pt x="7961" y="562"/>
                      <a:pt x="10188" y="23"/>
                      <a:pt x="12909" y="23"/>
                    </a:cubicBezTo>
                    <a:close/>
                    <a:moveTo>
                      <a:pt x="22332" y="19319"/>
                    </a:moveTo>
                    <a:cubicBezTo>
                      <a:pt x="22332" y="17272"/>
                      <a:pt x="22220" y="15271"/>
                      <a:pt x="21972" y="13291"/>
                    </a:cubicBezTo>
                    <a:cubicBezTo>
                      <a:pt x="21725" y="11312"/>
                      <a:pt x="21275" y="9581"/>
                      <a:pt x="20601" y="8029"/>
                    </a:cubicBezTo>
                    <a:cubicBezTo>
                      <a:pt x="19926" y="6477"/>
                      <a:pt x="18959" y="5240"/>
                      <a:pt x="17722" y="4296"/>
                    </a:cubicBezTo>
                    <a:cubicBezTo>
                      <a:pt x="16485" y="3351"/>
                      <a:pt x="14843" y="2901"/>
                      <a:pt x="12841" y="2901"/>
                    </a:cubicBezTo>
                    <a:cubicBezTo>
                      <a:pt x="10930" y="2901"/>
                      <a:pt x="9378" y="3373"/>
                      <a:pt x="8164" y="4341"/>
                    </a:cubicBezTo>
                    <a:cubicBezTo>
                      <a:pt x="6949" y="5285"/>
                      <a:pt x="6005" y="6567"/>
                      <a:pt x="5330" y="8141"/>
                    </a:cubicBezTo>
                    <a:cubicBezTo>
                      <a:pt x="4655" y="9716"/>
                      <a:pt x="4161" y="11515"/>
                      <a:pt x="3891" y="13539"/>
                    </a:cubicBezTo>
                    <a:cubicBezTo>
                      <a:pt x="3621" y="15563"/>
                      <a:pt x="3486" y="17610"/>
                      <a:pt x="3486" y="19701"/>
                    </a:cubicBezTo>
                    <a:cubicBezTo>
                      <a:pt x="3486" y="22152"/>
                      <a:pt x="3643" y="24379"/>
                      <a:pt x="3936" y="26358"/>
                    </a:cubicBezTo>
                    <a:cubicBezTo>
                      <a:pt x="4251" y="28359"/>
                      <a:pt x="4745" y="30046"/>
                      <a:pt x="5465" y="31463"/>
                    </a:cubicBezTo>
                    <a:cubicBezTo>
                      <a:pt x="6185" y="32857"/>
                      <a:pt x="7152" y="33959"/>
                      <a:pt x="8344" y="34724"/>
                    </a:cubicBezTo>
                    <a:cubicBezTo>
                      <a:pt x="9558" y="35489"/>
                      <a:pt x="11065" y="35894"/>
                      <a:pt x="12909" y="35894"/>
                    </a:cubicBezTo>
                    <a:cubicBezTo>
                      <a:pt x="14956" y="35894"/>
                      <a:pt x="16597" y="35399"/>
                      <a:pt x="17857" y="34387"/>
                    </a:cubicBezTo>
                    <a:cubicBezTo>
                      <a:pt x="19094" y="33375"/>
                      <a:pt x="20038" y="32093"/>
                      <a:pt x="20691" y="30496"/>
                    </a:cubicBezTo>
                    <a:cubicBezTo>
                      <a:pt x="21343" y="28922"/>
                      <a:pt x="21770" y="27123"/>
                      <a:pt x="21995" y="25143"/>
                    </a:cubicBezTo>
                    <a:cubicBezTo>
                      <a:pt x="22220" y="23164"/>
                      <a:pt x="22310" y="21230"/>
                      <a:pt x="22310" y="19319"/>
                    </a:cubicBezTo>
                    <a:close/>
                  </a:path>
                </a:pathLst>
              </a:custGeom>
              <a:solidFill>
                <a:srgbClr val="231F20"/>
              </a:solidFill>
              <a:ln w="2249" cap="flat">
                <a:noFill/>
                <a:prstDash val="solid"/>
                <a:miter/>
              </a:ln>
            </p:spPr>
            <p:txBody>
              <a:bodyPr rtlCol="0" anchor="ctr"/>
              <a:lstStyle/>
              <a:p>
                <a:endParaRPr lang="en-US"/>
              </a:p>
            </p:txBody>
          </p:sp>
          <p:sp>
            <p:nvSpPr>
              <p:cNvPr id="27" name="Freeform 26">
                <a:extLst>
                  <a:ext uri="{FF2B5EF4-FFF2-40B4-BE49-F238E27FC236}">
                    <a16:creationId xmlns:a16="http://schemas.microsoft.com/office/drawing/2014/main" id="{CB9B5C75-8D2B-4F1E-CA6F-DEE4292246C8}"/>
                  </a:ext>
                </a:extLst>
              </p:cNvPr>
              <p:cNvSpPr/>
              <p:nvPr/>
            </p:nvSpPr>
            <p:spPr>
              <a:xfrm>
                <a:off x="3892471" y="5095793"/>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231F20"/>
              </a:solidFill>
              <a:ln w="2249" cap="flat">
                <a:noFill/>
                <a:prstDash val="solid"/>
                <a:miter/>
              </a:ln>
            </p:spPr>
            <p:txBody>
              <a:bodyPr rtlCol="0" anchor="ctr"/>
              <a:lstStyle/>
              <a:p>
                <a:endParaRPr lang="en-US"/>
              </a:p>
            </p:txBody>
          </p:sp>
          <p:sp>
            <p:nvSpPr>
              <p:cNvPr id="28" name="Freeform 27">
                <a:extLst>
                  <a:ext uri="{FF2B5EF4-FFF2-40B4-BE49-F238E27FC236}">
                    <a16:creationId xmlns:a16="http://schemas.microsoft.com/office/drawing/2014/main" id="{EE7C4289-91BA-F09B-D4AA-E0B246EE125F}"/>
                  </a:ext>
                </a:extLst>
              </p:cNvPr>
              <p:cNvSpPr/>
              <p:nvPr/>
            </p:nvSpPr>
            <p:spPr>
              <a:xfrm>
                <a:off x="3903919" y="5062845"/>
                <a:ext cx="26110" cy="37692"/>
              </a:xfrm>
              <a:custGeom>
                <a:avLst/>
                <a:gdLst>
                  <a:gd name="connsiteX0" fmla="*/ 17385 w 26110"/>
                  <a:gd name="connsiteY0" fmla="*/ 28292 h 37692"/>
                  <a:gd name="connsiteX1" fmla="*/ 0 w 26110"/>
                  <a:gd name="connsiteY1" fmla="*/ 28292 h 37692"/>
                  <a:gd name="connsiteX2" fmla="*/ 0 w 26110"/>
                  <a:gd name="connsiteY2" fmla="*/ 25323 h 37692"/>
                  <a:gd name="connsiteX3" fmla="*/ 17699 w 26110"/>
                  <a:gd name="connsiteY3" fmla="*/ 0 h 37692"/>
                  <a:gd name="connsiteX4" fmla="*/ 20825 w 26110"/>
                  <a:gd name="connsiteY4" fmla="*/ 0 h 37692"/>
                  <a:gd name="connsiteX5" fmla="*/ 20825 w 26110"/>
                  <a:gd name="connsiteY5" fmla="*/ 25368 h 37692"/>
                  <a:gd name="connsiteX6" fmla="*/ 26111 w 26110"/>
                  <a:gd name="connsiteY6" fmla="*/ 25368 h 37692"/>
                  <a:gd name="connsiteX7" fmla="*/ 26111 w 26110"/>
                  <a:gd name="connsiteY7" fmla="*/ 28292 h 37692"/>
                  <a:gd name="connsiteX8" fmla="*/ 20825 w 26110"/>
                  <a:gd name="connsiteY8" fmla="*/ 28292 h 37692"/>
                  <a:gd name="connsiteX9" fmla="*/ 20825 w 26110"/>
                  <a:gd name="connsiteY9" fmla="*/ 37693 h 37692"/>
                  <a:gd name="connsiteX10" fmla="*/ 17362 w 26110"/>
                  <a:gd name="connsiteY10" fmla="*/ 37693 h 37692"/>
                  <a:gd name="connsiteX11" fmla="*/ 17362 w 26110"/>
                  <a:gd name="connsiteY11" fmla="*/ 28292 h 37692"/>
                  <a:gd name="connsiteX12" fmla="*/ 3396 w 26110"/>
                  <a:gd name="connsiteY12" fmla="*/ 25391 h 37692"/>
                  <a:gd name="connsiteX13" fmla="*/ 17385 w 26110"/>
                  <a:gd name="connsiteY13" fmla="*/ 25391 h 37692"/>
                  <a:gd name="connsiteX14" fmla="*/ 17385 w 26110"/>
                  <a:gd name="connsiteY14" fmla="*/ 5195 h 37692"/>
                  <a:gd name="connsiteX15" fmla="*/ 3396 w 26110"/>
                  <a:gd name="connsiteY15" fmla="*/ 25391 h 37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6110" h="37692">
                    <a:moveTo>
                      <a:pt x="17385" y="28292"/>
                    </a:moveTo>
                    <a:lnTo>
                      <a:pt x="0" y="28292"/>
                    </a:lnTo>
                    <a:lnTo>
                      <a:pt x="0" y="25323"/>
                    </a:lnTo>
                    <a:lnTo>
                      <a:pt x="17699" y="0"/>
                    </a:lnTo>
                    <a:lnTo>
                      <a:pt x="20825" y="0"/>
                    </a:lnTo>
                    <a:lnTo>
                      <a:pt x="20825" y="25368"/>
                    </a:lnTo>
                    <a:lnTo>
                      <a:pt x="26111" y="25368"/>
                    </a:lnTo>
                    <a:lnTo>
                      <a:pt x="26111" y="28292"/>
                    </a:lnTo>
                    <a:lnTo>
                      <a:pt x="20825" y="28292"/>
                    </a:lnTo>
                    <a:lnTo>
                      <a:pt x="20825" y="37693"/>
                    </a:lnTo>
                    <a:lnTo>
                      <a:pt x="17362" y="37693"/>
                    </a:lnTo>
                    <a:lnTo>
                      <a:pt x="17362" y="28292"/>
                    </a:lnTo>
                    <a:close/>
                    <a:moveTo>
                      <a:pt x="3396" y="25391"/>
                    </a:moveTo>
                    <a:lnTo>
                      <a:pt x="17385" y="25391"/>
                    </a:lnTo>
                    <a:lnTo>
                      <a:pt x="17385" y="5195"/>
                    </a:lnTo>
                    <a:lnTo>
                      <a:pt x="3396" y="25391"/>
                    </a:lnTo>
                    <a:close/>
                  </a:path>
                </a:pathLst>
              </a:custGeom>
              <a:solidFill>
                <a:srgbClr val="231F20"/>
              </a:solidFill>
              <a:ln w="2249" cap="flat">
                <a:noFill/>
                <a:prstDash val="solid"/>
                <a:miter/>
              </a:ln>
            </p:spPr>
            <p:txBody>
              <a:bodyPr rtlCol="0" anchor="ctr"/>
              <a:lstStyle/>
              <a:p>
                <a:endParaRPr lang="en-US"/>
              </a:p>
            </p:txBody>
          </p:sp>
        </p:grpSp>
        <p:grpSp>
          <p:nvGrpSpPr>
            <p:cNvPr id="29" name="Graphic 4479">
              <a:extLst>
                <a:ext uri="{FF2B5EF4-FFF2-40B4-BE49-F238E27FC236}">
                  <a16:creationId xmlns:a16="http://schemas.microsoft.com/office/drawing/2014/main" id="{2C713D9D-B0F8-8BB5-A474-B65DCAC93D41}"/>
                </a:ext>
              </a:extLst>
            </p:cNvPr>
            <p:cNvGrpSpPr/>
            <p:nvPr/>
          </p:nvGrpSpPr>
          <p:grpSpPr>
            <a:xfrm>
              <a:off x="2364969" y="3211692"/>
              <a:ext cx="267734" cy="147199"/>
              <a:chOff x="3859029" y="4883513"/>
              <a:chExt cx="70684" cy="38862"/>
            </a:xfrm>
            <a:solidFill>
              <a:srgbClr val="231F20"/>
            </a:solidFill>
          </p:grpSpPr>
          <p:sp>
            <p:nvSpPr>
              <p:cNvPr id="30" name="Freeform 29">
                <a:extLst>
                  <a:ext uri="{FF2B5EF4-FFF2-40B4-BE49-F238E27FC236}">
                    <a16:creationId xmlns:a16="http://schemas.microsoft.com/office/drawing/2014/main" id="{1B39ADA7-4E16-9A2B-11A3-E521C67C725B}"/>
                  </a:ext>
                </a:extLst>
              </p:cNvPr>
              <p:cNvSpPr/>
              <p:nvPr/>
            </p:nvSpPr>
            <p:spPr>
              <a:xfrm>
                <a:off x="3859029" y="4883558"/>
                <a:ext cx="25772" cy="3881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6 w 25772"/>
                  <a:gd name="connsiteY5" fmla="*/ 15158 h 38817"/>
                  <a:gd name="connsiteX6" fmla="*/ 25773 w 25772"/>
                  <a:gd name="connsiteY6" fmla="*/ 19701 h 38817"/>
                  <a:gd name="connsiteX7" fmla="*/ 25233 w 25772"/>
                  <a:gd name="connsiteY7" fmla="*/ 26942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7 h 38817"/>
                  <a:gd name="connsiteX14" fmla="*/ 0 w 25772"/>
                  <a:gd name="connsiteY14" fmla="*/ 19341 h 38817"/>
                  <a:gd name="connsiteX15" fmla="*/ 495 w 25772"/>
                  <a:gd name="connsiteY15" fmla="*/ 12279 h 38817"/>
                  <a:gd name="connsiteX16" fmla="*/ 2362 w 25772"/>
                  <a:gd name="connsiteY16" fmla="*/ 6095 h 38817"/>
                  <a:gd name="connsiteX17" fmla="*/ 6275 w 25772"/>
                  <a:gd name="connsiteY17" fmla="*/ 1687 h 38817"/>
                  <a:gd name="connsiteX18" fmla="*/ 12909 w 25772"/>
                  <a:gd name="connsiteY18" fmla="*/ 23 h 38817"/>
                  <a:gd name="connsiteX19" fmla="*/ 22332 w 25772"/>
                  <a:gd name="connsiteY19" fmla="*/ 19318 h 38817"/>
                  <a:gd name="connsiteX20" fmla="*/ 21972 w 25772"/>
                  <a:gd name="connsiteY20" fmla="*/ 13291 h 38817"/>
                  <a:gd name="connsiteX21" fmla="*/ 20601 w 25772"/>
                  <a:gd name="connsiteY21" fmla="*/ 8029 h 38817"/>
                  <a:gd name="connsiteX22" fmla="*/ 17722 w 25772"/>
                  <a:gd name="connsiteY22" fmla="*/ 4295 h 38817"/>
                  <a:gd name="connsiteX23" fmla="*/ 12841 w 25772"/>
                  <a:gd name="connsiteY23" fmla="*/ 2901 h 38817"/>
                  <a:gd name="connsiteX24" fmla="*/ 8164 w 25772"/>
                  <a:gd name="connsiteY24" fmla="*/ 4340 h 38817"/>
                  <a:gd name="connsiteX25" fmla="*/ 5330 w 25772"/>
                  <a:gd name="connsiteY25" fmla="*/ 8141 h 38817"/>
                  <a:gd name="connsiteX26" fmla="*/ 3891 w 25772"/>
                  <a:gd name="connsiteY26" fmla="*/ 13539 h 38817"/>
                  <a:gd name="connsiteX27" fmla="*/ 3486 w 25772"/>
                  <a:gd name="connsiteY27" fmla="*/ 19701 h 38817"/>
                  <a:gd name="connsiteX28" fmla="*/ 3936 w 25772"/>
                  <a:gd name="connsiteY28" fmla="*/ 26358 h 38817"/>
                  <a:gd name="connsiteX29" fmla="*/ 5465 w 25772"/>
                  <a:gd name="connsiteY29" fmla="*/ 31463 h 38817"/>
                  <a:gd name="connsiteX30" fmla="*/ 8344 w 25772"/>
                  <a:gd name="connsiteY30" fmla="*/ 34724 h 38817"/>
                  <a:gd name="connsiteX31" fmla="*/ 12909 w 25772"/>
                  <a:gd name="connsiteY31" fmla="*/ 35893 h 38817"/>
                  <a:gd name="connsiteX32" fmla="*/ 17857 w 25772"/>
                  <a:gd name="connsiteY32" fmla="*/ 34386 h 38817"/>
                  <a:gd name="connsiteX33" fmla="*/ 20691 w 25772"/>
                  <a:gd name="connsiteY33" fmla="*/ 30496 h 38817"/>
                  <a:gd name="connsiteX34" fmla="*/ 21995 w 25772"/>
                  <a:gd name="connsiteY34" fmla="*/ 25143 h 38817"/>
                  <a:gd name="connsiteX35" fmla="*/ 22310 w 25772"/>
                  <a:gd name="connsiteY35" fmla="*/ 19318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2" h="38817">
                    <a:moveTo>
                      <a:pt x="12932" y="0"/>
                    </a:moveTo>
                    <a:cubicBezTo>
                      <a:pt x="14798" y="0"/>
                      <a:pt x="16418" y="270"/>
                      <a:pt x="17789" y="832"/>
                    </a:cubicBezTo>
                    <a:cubicBezTo>
                      <a:pt x="19161" y="1394"/>
                      <a:pt x="20308" y="2159"/>
                      <a:pt x="21275" y="3126"/>
                    </a:cubicBezTo>
                    <a:cubicBezTo>
                      <a:pt x="22220" y="4093"/>
                      <a:pt x="23007" y="5240"/>
                      <a:pt x="23592" y="6522"/>
                    </a:cubicBezTo>
                    <a:cubicBezTo>
                      <a:pt x="24176" y="7826"/>
                      <a:pt x="24648" y="9198"/>
                      <a:pt x="24963" y="10660"/>
                    </a:cubicBezTo>
                    <a:cubicBezTo>
                      <a:pt x="25278" y="12122"/>
                      <a:pt x="25503" y="13629"/>
                      <a:pt x="25616" y="15158"/>
                    </a:cubicBezTo>
                    <a:cubicBezTo>
                      <a:pt x="25728" y="16687"/>
                      <a:pt x="25773" y="18217"/>
                      <a:pt x="25773" y="19701"/>
                    </a:cubicBezTo>
                    <a:cubicBezTo>
                      <a:pt x="25773" y="22220"/>
                      <a:pt x="25593" y="24626"/>
                      <a:pt x="25233" y="26942"/>
                    </a:cubicBezTo>
                    <a:cubicBezTo>
                      <a:pt x="24874" y="29236"/>
                      <a:pt x="24221" y="31283"/>
                      <a:pt x="23254" y="33037"/>
                    </a:cubicBezTo>
                    <a:cubicBezTo>
                      <a:pt x="22310"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900" y="29169"/>
                      <a:pt x="540" y="26807"/>
                    </a:cubicBezTo>
                    <a:cubicBezTo>
                      <a:pt x="180" y="24446"/>
                      <a:pt x="0" y="21950"/>
                      <a:pt x="0" y="19341"/>
                    </a:cubicBezTo>
                    <a:cubicBezTo>
                      <a:pt x="0" y="16935"/>
                      <a:pt x="158" y="14573"/>
                      <a:pt x="495" y="12279"/>
                    </a:cubicBezTo>
                    <a:cubicBezTo>
                      <a:pt x="810" y="9985"/>
                      <a:pt x="1439" y="7916"/>
                      <a:pt x="2362" y="6095"/>
                    </a:cubicBezTo>
                    <a:cubicBezTo>
                      <a:pt x="3283" y="4273"/>
                      <a:pt x="4588" y="2811"/>
                      <a:pt x="6275" y="1687"/>
                    </a:cubicBezTo>
                    <a:cubicBezTo>
                      <a:pt x="7961" y="562"/>
                      <a:pt x="10188" y="23"/>
                      <a:pt x="12909" y="23"/>
                    </a:cubicBezTo>
                    <a:close/>
                    <a:moveTo>
                      <a:pt x="22332" y="19318"/>
                    </a:moveTo>
                    <a:cubicBezTo>
                      <a:pt x="22332" y="17272"/>
                      <a:pt x="22220" y="15270"/>
                      <a:pt x="21972" y="13291"/>
                    </a:cubicBezTo>
                    <a:cubicBezTo>
                      <a:pt x="21725" y="11312"/>
                      <a:pt x="21275" y="9581"/>
                      <a:pt x="20601" y="8029"/>
                    </a:cubicBezTo>
                    <a:cubicBezTo>
                      <a:pt x="19926" y="6477"/>
                      <a:pt x="18959" y="5240"/>
                      <a:pt x="17722" y="4295"/>
                    </a:cubicBezTo>
                    <a:cubicBezTo>
                      <a:pt x="16485" y="3351"/>
                      <a:pt x="14843" y="2901"/>
                      <a:pt x="12841" y="2901"/>
                    </a:cubicBezTo>
                    <a:cubicBezTo>
                      <a:pt x="10930" y="2901"/>
                      <a:pt x="9378" y="3373"/>
                      <a:pt x="8164" y="4340"/>
                    </a:cubicBezTo>
                    <a:cubicBezTo>
                      <a:pt x="6949" y="5285"/>
                      <a:pt x="6005" y="6567"/>
                      <a:pt x="5330" y="8141"/>
                    </a:cubicBezTo>
                    <a:cubicBezTo>
                      <a:pt x="4655" y="9715"/>
                      <a:pt x="4161" y="11515"/>
                      <a:pt x="3891" y="13539"/>
                    </a:cubicBezTo>
                    <a:cubicBezTo>
                      <a:pt x="3621" y="15563"/>
                      <a:pt x="3486" y="17609"/>
                      <a:pt x="3486" y="19701"/>
                    </a:cubicBezTo>
                    <a:cubicBezTo>
                      <a:pt x="3486" y="22152"/>
                      <a:pt x="3643" y="24379"/>
                      <a:pt x="3936" y="26358"/>
                    </a:cubicBezTo>
                    <a:cubicBezTo>
                      <a:pt x="4251" y="28359"/>
                      <a:pt x="4745" y="30046"/>
                      <a:pt x="5465" y="31463"/>
                    </a:cubicBezTo>
                    <a:cubicBezTo>
                      <a:pt x="6185" y="32857"/>
                      <a:pt x="7152" y="33959"/>
                      <a:pt x="8344" y="34724"/>
                    </a:cubicBezTo>
                    <a:cubicBezTo>
                      <a:pt x="9558" y="35489"/>
                      <a:pt x="11065" y="35893"/>
                      <a:pt x="12909" y="35893"/>
                    </a:cubicBezTo>
                    <a:cubicBezTo>
                      <a:pt x="14956" y="35893"/>
                      <a:pt x="16597" y="35399"/>
                      <a:pt x="17857" y="34386"/>
                    </a:cubicBezTo>
                    <a:cubicBezTo>
                      <a:pt x="19094" y="33374"/>
                      <a:pt x="20038" y="32093"/>
                      <a:pt x="20691" y="30496"/>
                    </a:cubicBezTo>
                    <a:cubicBezTo>
                      <a:pt x="21343" y="28922"/>
                      <a:pt x="21770" y="27122"/>
                      <a:pt x="21995" y="25143"/>
                    </a:cubicBezTo>
                    <a:cubicBezTo>
                      <a:pt x="22220" y="23164"/>
                      <a:pt x="22310" y="21230"/>
                      <a:pt x="22310" y="19318"/>
                    </a:cubicBezTo>
                    <a:close/>
                  </a:path>
                </a:pathLst>
              </a:custGeom>
              <a:solidFill>
                <a:srgbClr val="231F20"/>
              </a:solidFill>
              <a:ln w="2249"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DCDB540C-35FF-FAE0-0E9F-3CCCC146F190}"/>
                  </a:ext>
                </a:extLst>
              </p:cNvPr>
              <p:cNvSpPr/>
              <p:nvPr/>
            </p:nvSpPr>
            <p:spPr>
              <a:xfrm>
                <a:off x="3892471" y="4916865"/>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231F20"/>
              </a:solidFill>
              <a:ln w="2249" cap="flat">
                <a:noFill/>
                <a:prstDash val="solid"/>
                <a:miter/>
              </a:ln>
            </p:spPr>
            <p:txBody>
              <a:bodyPr rtlCol="0" anchor="ctr"/>
              <a:lstStyle/>
              <a:p>
                <a:endParaRPr lang="en-US"/>
              </a:p>
            </p:txBody>
          </p:sp>
          <p:sp>
            <p:nvSpPr>
              <p:cNvPr id="32" name="Freeform 31">
                <a:extLst>
                  <a:ext uri="{FF2B5EF4-FFF2-40B4-BE49-F238E27FC236}">
                    <a16:creationId xmlns:a16="http://schemas.microsoft.com/office/drawing/2014/main" id="{07B51B50-D4EF-56CD-AD88-FA441E27BA27}"/>
                  </a:ext>
                </a:extLst>
              </p:cNvPr>
              <p:cNvSpPr/>
              <p:nvPr/>
            </p:nvSpPr>
            <p:spPr>
              <a:xfrm>
                <a:off x="3904166" y="4883513"/>
                <a:ext cx="25548" cy="38794"/>
              </a:xfrm>
              <a:custGeom>
                <a:avLst/>
                <a:gdLst>
                  <a:gd name="connsiteX0" fmla="*/ 21387 w 25548"/>
                  <a:gd name="connsiteY0" fmla="*/ 9378 h 38794"/>
                  <a:gd name="connsiteX1" fmla="*/ 19004 w 25548"/>
                  <a:gd name="connsiteY1" fmla="*/ 4700 h 38794"/>
                  <a:gd name="connsiteX2" fmla="*/ 14146 w 25548"/>
                  <a:gd name="connsiteY2" fmla="*/ 2946 h 38794"/>
                  <a:gd name="connsiteX3" fmla="*/ 8613 w 25548"/>
                  <a:gd name="connsiteY3" fmla="*/ 4610 h 38794"/>
                  <a:gd name="connsiteX4" fmla="*/ 5510 w 25548"/>
                  <a:gd name="connsiteY4" fmla="*/ 8838 h 38794"/>
                  <a:gd name="connsiteX5" fmla="*/ 4048 w 25548"/>
                  <a:gd name="connsiteY5" fmla="*/ 14416 h 38794"/>
                  <a:gd name="connsiteX6" fmla="*/ 3463 w 25548"/>
                  <a:gd name="connsiteY6" fmla="*/ 20128 h 38794"/>
                  <a:gd name="connsiteX7" fmla="*/ 5172 w 25548"/>
                  <a:gd name="connsiteY7" fmla="*/ 17969 h 38794"/>
                  <a:gd name="connsiteX8" fmla="*/ 7197 w 25548"/>
                  <a:gd name="connsiteY8" fmla="*/ 16058 h 38794"/>
                  <a:gd name="connsiteX9" fmla="*/ 9850 w 25548"/>
                  <a:gd name="connsiteY9" fmla="*/ 14708 h 38794"/>
                  <a:gd name="connsiteX10" fmla="*/ 13471 w 25548"/>
                  <a:gd name="connsiteY10" fmla="*/ 14191 h 38794"/>
                  <a:gd name="connsiteX11" fmla="*/ 22400 w 25548"/>
                  <a:gd name="connsiteY11" fmla="*/ 17452 h 38794"/>
                  <a:gd name="connsiteX12" fmla="*/ 25548 w 25548"/>
                  <a:gd name="connsiteY12" fmla="*/ 26448 h 38794"/>
                  <a:gd name="connsiteX13" fmla="*/ 22355 w 25548"/>
                  <a:gd name="connsiteY13" fmla="*/ 35511 h 38794"/>
                  <a:gd name="connsiteX14" fmla="*/ 13336 w 25548"/>
                  <a:gd name="connsiteY14" fmla="*/ 38795 h 38794"/>
                  <a:gd name="connsiteX15" fmla="*/ 8051 w 25548"/>
                  <a:gd name="connsiteY15" fmla="*/ 37850 h 38794"/>
                  <a:gd name="connsiteX16" fmla="*/ 3846 w 25548"/>
                  <a:gd name="connsiteY16" fmla="*/ 34746 h 38794"/>
                  <a:gd name="connsiteX17" fmla="*/ 1034 w 25548"/>
                  <a:gd name="connsiteY17" fmla="*/ 29101 h 38794"/>
                  <a:gd name="connsiteX18" fmla="*/ 0 w 25548"/>
                  <a:gd name="connsiteY18" fmla="*/ 20601 h 38794"/>
                  <a:gd name="connsiteX19" fmla="*/ 584 w 25548"/>
                  <a:gd name="connsiteY19" fmla="*/ 13561 h 38794"/>
                  <a:gd name="connsiteX20" fmla="*/ 2721 w 25548"/>
                  <a:gd name="connsiteY20" fmla="*/ 6904 h 38794"/>
                  <a:gd name="connsiteX21" fmla="*/ 6927 w 25548"/>
                  <a:gd name="connsiteY21" fmla="*/ 1934 h 38794"/>
                  <a:gd name="connsiteX22" fmla="*/ 13808 w 25548"/>
                  <a:gd name="connsiteY22" fmla="*/ 0 h 38794"/>
                  <a:gd name="connsiteX23" fmla="*/ 21365 w 25548"/>
                  <a:gd name="connsiteY23" fmla="*/ 2384 h 38794"/>
                  <a:gd name="connsiteX24" fmla="*/ 24918 w 25548"/>
                  <a:gd name="connsiteY24" fmla="*/ 9356 h 38794"/>
                  <a:gd name="connsiteX25" fmla="*/ 21365 w 25548"/>
                  <a:gd name="connsiteY25" fmla="*/ 9356 h 38794"/>
                  <a:gd name="connsiteX26" fmla="*/ 13359 w 25548"/>
                  <a:gd name="connsiteY26" fmla="*/ 17160 h 38794"/>
                  <a:gd name="connsiteX27" fmla="*/ 9760 w 25548"/>
                  <a:gd name="connsiteY27" fmla="*/ 17924 h 38794"/>
                  <a:gd name="connsiteX28" fmla="*/ 7061 w 25548"/>
                  <a:gd name="connsiteY28" fmla="*/ 19971 h 38794"/>
                  <a:gd name="connsiteX29" fmla="*/ 5353 w 25548"/>
                  <a:gd name="connsiteY29" fmla="*/ 22962 h 38794"/>
                  <a:gd name="connsiteX30" fmla="*/ 4768 w 25548"/>
                  <a:gd name="connsiteY30" fmla="*/ 26605 h 38794"/>
                  <a:gd name="connsiteX31" fmla="*/ 5217 w 25548"/>
                  <a:gd name="connsiteY31" fmla="*/ 29866 h 38794"/>
                  <a:gd name="connsiteX32" fmla="*/ 6724 w 25548"/>
                  <a:gd name="connsiteY32" fmla="*/ 32857 h 38794"/>
                  <a:gd name="connsiteX33" fmla="*/ 9400 w 25548"/>
                  <a:gd name="connsiteY33" fmla="*/ 35061 h 38794"/>
                  <a:gd name="connsiteX34" fmla="*/ 13404 w 25548"/>
                  <a:gd name="connsiteY34" fmla="*/ 35916 h 38794"/>
                  <a:gd name="connsiteX35" fmla="*/ 17474 w 25548"/>
                  <a:gd name="connsiteY35" fmla="*/ 35084 h 38794"/>
                  <a:gd name="connsiteX36" fmla="*/ 20151 w 25548"/>
                  <a:gd name="connsiteY36" fmla="*/ 32880 h 38794"/>
                  <a:gd name="connsiteX37" fmla="*/ 21635 w 25548"/>
                  <a:gd name="connsiteY37" fmla="*/ 29799 h 38794"/>
                  <a:gd name="connsiteX38" fmla="*/ 22085 w 25548"/>
                  <a:gd name="connsiteY38" fmla="*/ 26380 h 38794"/>
                  <a:gd name="connsiteX39" fmla="*/ 19948 w 25548"/>
                  <a:gd name="connsiteY39" fmla="*/ 19543 h 38794"/>
                  <a:gd name="connsiteX40" fmla="*/ 13336 w 25548"/>
                  <a:gd name="connsiteY40" fmla="*/ 17137 h 387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5548" h="38794">
                    <a:moveTo>
                      <a:pt x="21387" y="9378"/>
                    </a:moveTo>
                    <a:cubicBezTo>
                      <a:pt x="20983" y="7444"/>
                      <a:pt x="20196" y="5870"/>
                      <a:pt x="19004" y="4700"/>
                    </a:cubicBezTo>
                    <a:cubicBezTo>
                      <a:pt x="17812" y="3531"/>
                      <a:pt x="16192" y="2946"/>
                      <a:pt x="14146" y="2946"/>
                    </a:cubicBezTo>
                    <a:cubicBezTo>
                      <a:pt x="11807" y="2946"/>
                      <a:pt x="9963" y="3508"/>
                      <a:pt x="8613" y="4610"/>
                    </a:cubicBezTo>
                    <a:cubicBezTo>
                      <a:pt x="7264" y="5712"/>
                      <a:pt x="6229" y="7129"/>
                      <a:pt x="5510" y="8838"/>
                    </a:cubicBezTo>
                    <a:cubicBezTo>
                      <a:pt x="4790" y="10547"/>
                      <a:pt x="4295" y="12414"/>
                      <a:pt x="4048" y="14416"/>
                    </a:cubicBezTo>
                    <a:cubicBezTo>
                      <a:pt x="3801" y="16440"/>
                      <a:pt x="3598" y="18329"/>
                      <a:pt x="3463" y="20128"/>
                    </a:cubicBezTo>
                    <a:cubicBezTo>
                      <a:pt x="4003" y="19409"/>
                      <a:pt x="4565" y="18689"/>
                      <a:pt x="5172" y="17969"/>
                    </a:cubicBezTo>
                    <a:cubicBezTo>
                      <a:pt x="5757" y="17250"/>
                      <a:pt x="6432" y="16620"/>
                      <a:pt x="7197" y="16058"/>
                    </a:cubicBezTo>
                    <a:cubicBezTo>
                      <a:pt x="7961" y="15495"/>
                      <a:pt x="8838" y="15045"/>
                      <a:pt x="9850" y="14708"/>
                    </a:cubicBezTo>
                    <a:cubicBezTo>
                      <a:pt x="10862" y="14371"/>
                      <a:pt x="12054" y="14191"/>
                      <a:pt x="13471" y="14191"/>
                    </a:cubicBezTo>
                    <a:cubicBezTo>
                      <a:pt x="17317" y="14191"/>
                      <a:pt x="20308" y="15271"/>
                      <a:pt x="22400" y="17452"/>
                    </a:cubicBezTo>
                    <a:cubicBezTo>
                      <a:pt x="24513" y="19633"/>
                      <a:pt x="25548" y="22624"/>
                      <a:pt x="25548" y="26448"/>
                    </a:cubicBezTo>
                    <a:cubicBezTo>
                      <a:pt x="25548" y="30271"/>
                      <a:pt x="24491" y="33329"/>
                      <a:pt x="22355" y="35511"/>
                    </a:cubicBezTo>
                    <a:cubicBezTo>
                      <a:pt x="20241" y="37715"/>
                      <a:pt x="17227" y="38795"/>
                      <a:pt x="13336" y="38795"/>
                    </a:cubicBezTo>
                    <a:cubicBezTo>
                      <a:pt x="11425" y="38795"/>
                      <a:pt x="9670" y="38480"/>
                      <a:pt x="8051" y="37850"/>
                    </a:cubicBezTo>
                    <a:cubicBezTo>
                      <a:pt x="6432" y="37220"/>
                      <a:pt x="5038" y="36186"/>
                      <a:pt x="3846" y="34746"/>
                    </a:cubicBezTo>
                    <a:cubicBezTo>
                      <a:pt x="2654" y="33307"/>
                      <a:pt x="1731" y="31418"/>
                      <a:pt x="1034" y="29101"/>
                    </a:cubicBezTo>
                    <a:cubicBezTo>
                      <a:pt x="360" y="26785"/>
                      <a:pt x="0" y="23951"/>
                      <a:pt x="0" y="20601"/>
                    </a:cubicBezTo>
                    <a:cubicBezTo>
                      <a:pt x="0" y="18329"/>
                      <a:pt x="202" y="15990"/>
                      <a:pt x="584" y="13561"/>
                    </a:cubicBezTo>
                    <a:cubicBezTo>
                      <a:pt x="989" y="11132"/>
                      <a:pt x="1687" y="8906"/>
                      <a:pt x="2721" y="6904"/>
                    </a:cubicBezTo>
                    <a:cubicBezTo>
                      <a:pt x="3756" y="4880"/>
                      <a:pt x="5150" y="3238"/>
                      <a:pt x="6927" y="1934"/>
                    </a:cubicBezTo>
                    <a:cubicBezTo>
                      <a:pt x="8703" y="630"/>
                      <a:pt x="10997" y="0"/>
                      <a:pt x="13808" y="0"/>
                    </a:cubicBezTo>
                    <a:cubicBezTo>
                      <a:pt x="16822" y="0"/>
                      <a:pt x="19341" y="787"/>
                      <a:pt x="21365" y="2384"/>
                    </a:cubicBezTo>
                    <a:cubicBezTo>
                      <a:pt x="23389" y="3981"/>
                      <a:pt x="24558" y="6297"/>
                      <a:pt x="24918" y="9356"/>
                    </a:cubicBezTo>
                    <a:lnTo>
                      <a:pt x="21365" y="9356"/>
                    </a:lnTo>
                    <a:close/>
                    <a:moveTo>
                      <a:pt x="13359" y="17160"/>
                    </a:moveTo>
                    <a:cubicBezTo>
                      <a:pt x="12032" y="17160"/>
                      <a:pt x="10840" y="17407"/>
                      <a:pt x="9760" y="17924"/>
                    </a:cubicBezTo>
                    <a:cubicBezTo>
                      <a:pt x="8703" y="18419"/>
                      <a:pt x="7804" y="19116"/>
                      <a:pt x="7061" y="19971"/>
                    </a:cubicBezTo>
                    <a:cubicBezTo>
                      <a:pt x="6319" y="20825"/>
                      <a:pt x="5757" y="21837"/>
                      <a:pt x="5353" y="22962"/>
                    </a:cubicBezTo>
                    <a:cubicBezTo>
                      <a:pt x="4948" y="24086"/>
                      <a:pt x="4768" y="25301"/>
                      <a:pt x="4768" y="26605"/>
                    </a:cubicBezTo>
                    <a:cubicBezTo>
                      <a:pt x="4768" y="27685"/>
                      <a:pt x="4925" y="28764"/>
                      <a:pt x="5217" y="29866"/>
                    </a:cubicBezTo>
                    <a:cubicBezTo>
                      <a:pt x="5532" y="30968"/>
                      <a:pt x="6027" y="31958"/>
                      <a:pt x="6724" y="32857"/>
                    </a:cubicBezTo>
                    <a:cubicBezTo>
                      <a:pt x="7421" y="33757"/>
                      <a:pt x="8321" y="34499"/>
                      <a:pt x="9400" y="35061"/>
                    </a:cubicBezTo>
                    <a:cubicBezTo>
                      <a:pt x="10480" y="35623"/>
                      <a:pt x="11807" y="35916"/>
                      <a:pt x="13404" y="35916"/>
                    </a:cubicBezTo>
                    <a:cubicBezTo>
                      <a:pt x="15000" y="35916"/>
                      <a:pt x="16372" y="35646"/>
                      <a:pt x="17474" y="35084"/>
                    </a:cubicBezTo>
                    <a:cubicBezTo>
                      <a:pt x="18576" y="34521"/>
                      <a:pt x="19453" y="33779"/>
                      <a:pt x="20151" y="32880"/>
                    </a:cubicBezTo>
                    <a:cubicBezTo>
                      <a:pt x="20825" y="31958"/>
                      <a:pt x="21320" y="30946"/>
                      <a:pt x="21635" y="29799"/>
                    </a:cubicBezTo>
                    <a:cubicBezTo>
                      <a:pt x="21950" y="28674"/>
                      <a:pt x="22085" y="27527"/>
                      <a:pt x="22085" y="26380"/>
                    </a:cubicBezTo>
                    <a:cubicBezTo>
                      <a:pt x="22085" y="23434"/>
                      <a:pt x="21365" y="21163"/>
                      <a:pt x="19948" y="19543"/>
                    </a:cubicBezTo>
                    <a:cubicBezTo>
                      <a:pt x="18531" y="17947"/>
                      <a:pt x="16327" y="17137"/>
                      <a:pt x="13336" y="17137"/>
                    </a:cubicBezTo>
                    <a:close/>
                  </a:path>
                </a:pathLst>
              </a:custGeom>
              <a:solidFill>
                <a:srgbClr val="231F20"/>
              </a:solidFill>
              <a:ln w="2249" cap="flat">
                <a:noFill/>
                <a:prstDash val="solid"/>
                <a:miter/>
              </a:ln>
            </p:spPr>
            <p:txBody>
              <a:bodyPr rtlCol="0" anchor="ctr"/>
              <a:lstStyle/>
              <a:p>
                <a:endParaRPr lang="en-US"/>
              </a:p>
            </p:txBody>
          </p:sp>
        </p:grpSp>
        <p:sp>
          <p:nvSpPr>
            <p:cNvPr id="18206" name="Freeform 18205">
              <a:extLst>
                <a:ext uri="{FF2B5EF4-FFF2-40B4-BE49-F238E27FC236}">
                  <a16:creationId xmlns:a16="http://schemas.microsoft.com/office/drawing/2014/main" id="{E1B7E554-3781-0E8B-0309-26EF6D58F327}"/>
                </a:ext>
              </a:extLst>
            </p:cNvPr>
            <p:cNvSpPr/>
            <p:nvPr/>
          </p:nvSpPr>
          <p:spPr>
            <a:xfrm>
              <a:off x="2633135" y="5303498"/>
              <a:ext cx="3521460" cy="8515"/>
            </a:xfrm>
            <a:custGeom>
              <a:avLst/>
              <a:gdLst>
                <a:gd name="connsiteX0" fmla="*/ 0 w 929696"/>
                <a:gd name="connsiteY0" fmla="*/ 0 h 2248"/>
                <a:gd name="connsiteX1" fmla="*/ 929697 w 929696"/>
                <a:gd name="connsiteY1" fmla="*/ 0 h 2248"/>
              </a:gdLst>
              <a:ahLst/>
              <a:cxnLst>
                <a:cxn ang="0">
                  <a:pos x="connsiteX0" y="connsiteY0"/>
                </a:cxn>
                <a:cxn ang="0">
                  <a:pos x="connsiteX1" y="connsiteY1"/>
                </a:cxn>
              </a:cxnLst>
              <a:rect l="l" t="t" r="r" b="b"/>
              <a:pathLst>
                <a:path w="929696" h="2248">
                  <a:moveTo>
                    <a:pt x="0" y="0"/>
                  </a:moveTo>
                  <a:lnTo>
                    <a:pt x="929697" y="0"/>
                  </a:lnTo>
                </a:path>
              </a:pathLst>
            </a:custGeom>
            <a:ln w="4498" cap="flat">
              <a:solidFill>
                <a:srgbClr val="010101">
                  <a:alpha val="70000"/>
                </a:srgbClr>
              </a:solidFill>
              <a:custDash>
                <a:ds d="768750" sp="768750"/>
              </a:custDash>
              <a:bevel/>
            </a:ln>
          </p:spPr>
          <p:txBody>
            <a:bodyPr rtlCol="0" anchor="ctr"/>
            <a:lstStyle/>
            <a:p>
              <a:endParaRPr lang="en-US"/>
            </a:p>
          </p:txBody>
        </p:sp>
        <p:grpSp>
          <p:nvGrpSpPr>
            <p:cNvPr id="18265" name="Graphic 4479">
              <a:extLst>
                <a:ext uri="{FF2B5EF4-FFF2-40B4-BE49-F238E27FC236}">
                  <a16:creationId xmlns:a16="http://schemas.microsoft.com/office/drawing/2014/main" id="{D8AEE540-7CE3-E2BF-9A1D-83187516D136}"/>
                </a:ext>
              </a:extLst>
            </p:cNvPr>
            <p:cNvGrpSpPr/>
            <p:nvPr/>
          </p:nvGrpSpPr>
          <p:grpSpPr>
            <a:xfrm>
              <a:off x="1690730" y="2910396"/>
              <a:ext cx="193369" cy="1391067"/>
              <a:chOff x="3681024" y="4803968"/>
              <a:chExt cx="51051" cy="367254"/>
            </a:xfrm>
            <a:solidFill>
              <a:srgbClr val="231F20"/>
            </a:solidFill>
          </p:grpSpPr>
          <p:sp>
            <p:nvSpPr>
              <p:cNvPr id="18266" name="Freeform 18265">
                <a:extLst>
                  <a:ext uri="{FF2B5EF4-FFF2-40B4-BE49-F238E27FC236}">
                    <a16:creationId xmlns:a16="http://schemas.microsoft.com/office/drawing/2014/main" id="{0FBCC266-2CF5-EFF9-3488-9C44D6D5ADF2}"/>
                  </a:ext>
                </a:extLst>
              </p:cNvPr>
              <p:cNvSpPr/>
              <p:nvPr/>
            </p:nvSpPr>
            <p:spPr>
              <a:xfrm>
                <a:off x="3691954" y="5133215"/>
                <a:ext cx="28764" cy="38007"/>
              </a:xfrm>
              <a:custGeom>
                <a:avLst/>
                <a:gdLst>
                  <a:gd name="connsiteX0" fmla="*/ 28697 w 28764"/>
                  <a:gd name="connsiteY0" fmla="*/ 34769 h 38007"/>
                  <a:gd name="connsiteX1" fmla="*/ 28697 w 28764"/>
                  <a:gd name="connsiteY1" fmla="*/ 38007 h 38007"/>
                  <a:gd name="connsiteX2" fmla="*/ 742 w 28764"/>
                  <a:gd name="connsiteY2" fmla="*/ 38007 h 38007"/>
                  <a:gd name="connsiteX3" fmla="*/ 742 w 28764"/>
                  <a:gd name="connsiteY3" fmla="*/ 34769 h 38007"/>
                  <a:gd name="connsiteX4" fmla="*/ 4948 w 28764"/>
                  <a:gd name="connsiteY4" fmla="*/ 34769 h 38007"/>
                  <a:gd name="connsiteX5" fmla="*/ 4948 w 28764"/>
                  <a:gd name="connsiteY5" fmla="*/ 34656 h 38007"/>
                  <a:gd name="connsiteX6" fmla="*/ 1260 w 28764"/>
                  <a:gd name="connsiteY6" fmla="*/ 31103 h 38007"/>
                  <a:gd name="connsiteX7" fmla="*/ 0 w 28764"/>
                  <a:gd name="connsiteY7" fmla="*/ 26020 h 38007"/>
                  <a:gd name="connsiteX8" fmla="*/ 427 w 28764"/>
                  <a:gd name="connsiteY8" fmla="*/ 22737 h 38007"/>
                  <a:gd name="connsiteX9" fmla="*/ 1597 w 28764"/>
                  <a:gd name="connsiteY9" fmla="*/ 20443 h 38007"/>
                  <a:gd name="connsiteX10" fmla="*/ 3306 w 28764"/>
                  <a:gd name="connsiteY10" fmla="*/ 18869 h 38007"/>
                  <a:gd name="connsiteX11" fmla="*/ 5420 w 28764"/>
                  <a:gd name="connsiteY11" fmla="*/ 17812 h 38007"/>
                  <a:gd name="connsiteX12" fmla="*/ 1350 w 28764"/>
                  <a:gd name="connsiteY12" fmla="*/ 14056 h 38007"/>
                  <a:gd name="connsiteX13" fmla="*/ 23 w 28764"/>
                  <a:gd name="connsiteY13" fmla="*/ 8681 h 38007"/>
                  <a:gd name="connsiteX14" fmla="*/ 967 w 28764"/>
                  <a:gd name="connsiteY14" fmla="*/ 4115 h 38007"/>
                  <a:gd name="connsiteX15" fmla="*/ 3441 w 28764"/>
                  <a:gd name="connsiteY15" fmla="*/ 1507 h 38007"/>
                  <a:gd name="connsiteX16" fmla="*/ 6972 w 28764"/>
                  <a:gd name="connsiteY16" fmla="*/ 292 h 38007"/>
                  <a:gd name="connsiteX17" fmla="*/ 11065 w 28764"/>
                  <a:gd name="connsiteY17" fmla="*/ 0 h 38007"/>
                  <a:gd name="connsiteX18" fmla="*/ 28719 w 28764"/>
                  <a:gd name="connsiteY18" fmla="*/ 0 h 38007"/>
                  <a:gd name="connsiteX19" fmla="*/ 28719 w 28764"/>
                  <a:gd name="connsiteY19" fmla="*/ 3238 h 38007"/>
                  <a:gd name="connsiteX20" fmla="*/ 9401 w 28764"/>
                  <a:gd name="connsiteY20" fmla="*/ 3238 h 38007"/>
                  <a:gd name="connsiteX21" fmla="*/ 4655 w 28764"/>
                  <a:gd name="connsiteY21" fmla="*/ 4498 h 38007"/>
                  <a:gd name="connsiteX22" fmla="*/ 2924 w 28764"/>
                  <a:gd name="connsiteY22" fmla="*/ 9221 h 38007"/>
                  <a:gd name="connsiteX23" fmla="*/ 3711 w 28764"/>
                  <a:gd name="connsiteY23" fmla="*/ 12639 h 38007"/>
                  <a:gd name="connsiteX24" fmla="*/ 6117 w 28764"/>
                  <a:gd name="connsiteY24" fmla="*/ 15518 h 38007"/>
                  <a:gd name="connsiteX25" fmla="*/ 7759 w 28764"/>
                  <a:gd name="connsiteY25" fmla="*/ 16417 h 38007"/>
                  <a:gd name="connsiteX26" fmla="*/ 9738 w 28764"/>
                  <a:gd name="connsiteY26" fmla="*/ 16979 h 38007"/>
                  <a:gd name="connsiteX27" fmla="*/ 11785 w 28764"/>
                  <a:gd name="connsiteY27" fmla="*/ 17272 h 38007"/>
                  <a:gd name="connsiteX28" fmla="*/ 13674 w 28764"/>
                  <a:gd name="connsiteY28" fmla="*/ 17362 h 38007"/>
                  <a:gd name="connsiteX29" fmla="*/ 28742 w 28764"/>
                  <a:gd name="connsiteY29" fmla="*/ 17362 h 38007"/>
                  <a:gd name="connsiteX30" fmla="*/ 28742 w 28764"/>
                  <a:gd name="connsiteY30" fmla="*/ 20600 h 38007"/>
                  <a:gd name="connsiteX31" fmla="*/ 9423 w 28764"/>
                  <a:gd name="connsiteY31" fmla="*/ 20600 h 38007"/>
                  <a:gd name="connsiteX32" fmla="*/ 4678 w 28764"/>
                  <a:gd name="connsiteY32" fmla="*/ 21860 h 38007"/>
                  <a:gd name="connsiteX33" fmla="*/ 2946 w 28764"/>
                  <a:gd name="connsiteY33" fmla="*/ 26583 h 38007"/>
                  <a:gd name="connsiteX34" fmla="*/ 3733 w 28764"/>
                  <a:gd name="connsiteY34" fmla="*/ 30001 h 38007"/>
                  <a:gd name="connsiteX35" fmla="*/ 6140 w 28764"/>
                  <a:gd name="connsiteY35" fmla="*/ 32880 h 38007"/>
                  <a:gd name="connsiteX36" fmla="*/ 7782 w 28764"/>
                  <a:gd name="connsiteY36" fmla="*/ 33779 h 38007"/>
                  <a:gd name="connsiteX37" fmla="*/ 9761 w 28764"/>
                  <a:gd name="connsiteY37" fmla="*/ 34342 h 38007"/>
                  <a:gd name="connsiteX38" fmla="*/ 11807 w 28764"/>
                  <a:gd name="connsiteY38" fmla="*/ 34634 h 38007"/>
                  <a:gd name="connsiteX39" fmla="*/ 13696 w 28764"/>
                  <a:gd name="connsiteY39" fmla="*/ 34724 h 38007"/>
                  <a:gd name="connsiteX40" fmla="*/ 28764 w 28764"/>
                  <a:gd name="connsiteY40" fmla="*/ 34724 h 380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8764" h="38007">
                    <a:moveTo>
                      <a:pt x="28697" y="34769"/>
                    </a:moveTo>
                    <a:lnTo>
                      <a:pt x="28697" y="38007"/>
                    </a:lnTo>
                    <a:lnTo>
                      <a:pt x="742" y="38007"/>
                    </a:lnTo>
                    <a:lnTo>
                      <a:pt x="742" y="34769"/>
                    </a:lnTo>
                    <a:lnTo>
                      <a:pt x="4948" y="34769"/>
                    </a:lnTo>
                    <a:lnTo>
                      <a:pt x="4948" y="34656"/>
                    </a:lnTo>
                    <a:cubicBezTo>
                      <a:pt x="3329" y="33824"/>
                      <a:pt x="2092" y="32632"/>
                      <a:pt x="1260" y="31103"/>
                    </a:cubicBezTo>
                    <a:cubicBezTo>
                      <a:pt x="405" y="29551"/>
                      <a:pt x="0" y="27865"/>
                      <a:pt x="0" y="26020"/>
                    </a:cubicBezTo>
                    <a:cubicBezTo>
                      <a:pt x="0" y="24716"/>
                      <a:pt x="135" y="23637"/>
                      <a:pt x="427" y="22737"/>
                    </a:cubicBezTo>
                    <a:cubicBezTo>
                      <a:pt x="720" y="21837"/>
                      <a:pt x="1102" y="21073"/>
                      <a:pt x="1597" y="20443"/>
                    </a:cubicBezTo>
                    <a:cubicBezTo>
                      <a:pt x="2092" y="19813"/>
                      <a:pt x="2654" y="19296"/>
                      <a:pt x="3306" y="18869"/>
                    </a:cubicBezTo>
                    <a:cubicBezTo>
                      <a:pt x="3958" y="18464"/>
                      <a:pt x="4655" y="18104"/>
                      <a:pt x="5420" y="17812"/>
                    </a:cubicBezTo>
                    <a:cubicBezTo>
                      <a:pt x="3576" y="16867"/>
                      <a:pt x="2227" y="15630"/>
                      <a:pt x="1350" y="14056"/>
                    </a:cubicBezTo>
                    <a:cubicBezTo>
                      <a:pt x="472" y="12482"/>
                      <a:pt x="23" y="10705"/>
                      <a:pt x="23" y="8681"/>
                    </a:cubicBezTo>
                    <a:cubicBezTo>
                      <a:pt x="23" y="6769"/>
                      <a:pt x="337" y="5262"/>
                      <a:pt x="967" y="4115"/>
                    </a:cubicBezTo>
                    <a:cubicBezTo>
                      <a:pt x="1597" y="2991"/>
                      <a:pt x="2429" y="2114"/>
                      <a:pt x="3441" y="1507"/>
                    </a:cubicBezTo>
                    <a:cubicBezTo>
                      <a:pt x="4476" y="899"/>
                      <a:pt x="5645" y="495"/>
                      <a:pt x="6972" y="292"/>
                    </a:cubicBezTo>
                    <a:cubicBezTo>
                      <a:pt x="8299" y="90"/>
                      <a:pt x="9671" y="0"/>
                      <a:pt x="11065" y="0"/>
                    </a:cubicBezTo>
                    <a:lnTo>
                      <a:pt x="28719" y="0"/>
                    </a:lnTo>
                    <a:lnTo>
                      <a:pt x="28719" y="3238"/>
                    </a:lnTo>
                    <a:lnTo>
                      <a:pt x="9401" y="3238"/>
                    </a:lnTo>
                    <a:cubicBezTo>
                      <a:pt x="7377" y="3238"/>
                      <a:pt x="5802" y="3666"/>
                      <a:pt x="4655" y="4498"/>
                    </a:cubicBezTo>
                    <a:cubicBezTo>
                      <a:pt x="3509" y="5353"/>
                      <a:pt x="2924" y="6927"/>
                      <a:pt x="2924" y="9221"/>
                    </a:cubicBezTo>
                    <a:cubicBezTo>
                      <a:pt x="2924" y="10413"/>
                      <a:pt x="3194" y="11560"/>
                      <a:pt x="3711" y="12639"/>
                    </a:cubicBezTo>
                    <a:cubicBezTo>
                      <a:pt x="4228" y="13719"/>
                      <a:pt x="5038" y="14708"/>
                      <a:pt x="6117" y="15518"/>
                    </a:cubicBezTo>
                    <a:cubicBezTo>
                      <a:pt x="6590" y="15878"/>
                      <a:pt x="7129" y="16170"/>
                      <a:pt x="7759" y="16417"/>
                    </a:cubicBezTo>
                    <a:cubicBezTo>
                      <a:pt x="8389" y="16665"/>
                      <a:pt x="9041" y="16845"/>
                      <a:pt x="9738" y="16979"/>
                    </a:cubicBezTo>
                    <a:cubicBezTo>
                      <a:pt x="10413" y="17115"/>
                      <a:pt x="11110" y="17227"/>
                      <a:pt x="11785" y="17272"/>
                    </a:cubicBezTo>
                    <a:cubicBezTo>
                      <a:pt x="12459" y="17317"/>
                      <a:pt x="13089" y="17362"/>
                      <a:pt x="13674" y="17362"/>
                    </a:cubicBezTo>
                    <a:lnTo>
                      <a:pt x="28742" y="17362"/>
                    </a:lnTo>
                    <a:lnTo>
                      <a:pt x="28742" y="20600"/>
                    </a:lnTo>
                    <a:lnTo>
                      <a:pt x="9423" y="20600"/>
                    </a:lnTo>
                    <a:cubicBezTo>
                      <a:pt x="7399" y="20600"/>
                      <a:pt x="5825" y="21028"/>
                      <a:pt x="4678" y="21860"/>
                    </a:cubicBezTo>
                    <a:cubicBezTo>
                      <a:pt x="3531" y="22714"/>
                      <a:pt x="2946" y="24289"/>
                      <a:pt x="2946" y="26583"/>
                    </a:cubicBezTo>
                    <a:cubicBezTo>
                      <a:pt x="2946" y="27775"/>
                      <a:pt x="3216" y="28922"/>
                      <a:pt x="3733" y="30001"/>
                    </a:cubicBezTo>
                    <a:cubicBezTo>
                      <a:pt x="4251" y="31080"/>
                      <a:pt x="5060" y="32070"/>
                      <a:pt x="6140" y="32880"/>
                    </a:cubicBezTo>
                    <a:cubicBezTo>
                      <a:pt x="6612" y="33239"/>
                      <a:pt x="7152" y="33532"/>
                      <a:pt x="7782" y="33779"/>
                    </a:cubicBezTo>
                    <a:cubicBezTo>
                      <a:pt x="8411" y="34004"/>
                      <a:pt x="9063" y="34207"/>
                      <a:pt x="9761" y="34342"/>
                    </a:cubicBezTo>
                    <a:cubicBezTo>
                      <a:pt x="10435" y="34476"/>
                      <a:pt x="11133" y="34589"/>
                      <a:pt x="11807" y="34634"/>
                    </a:cubicBezTo>
                    <a:cubicBezTo>
                      <a:pt x="12482" y="34679"/>
                      <a:pt x="13112" y="34724"/>
                      <a:pt x="13696" y="34724"/>
                    </a:cubicBezTo>
                    <a:lnTo>
                      <a:pt x="28764" y="34724"/>
                    </a:lnTo>
                    <a:close/>
                  </a:path>
                </a:pathLst>
              </a:custGeom>
              <a:solidFill>
                <a:srgbClr val="231F20"/>
              </a:solidFill>
              <a:ln w="2249" cap="flat">
                <a:noFill/>
                <a:prstDash val="solid"/>
                <a:miter/>
              </a:ln>
            </p:spPr>
            <p:txBody>
              <a:bodyPr rtlCol="0" anchor="ctr"/>
              <a:lstStyle/>
              <a:p>
                <a:endParaRPr lang="en-US"/>
              </a:p>
            </p:txBody>
          </p:sp>
          <p:sp>
            <p:nvSpPr>
              <p:cNvPr id="18267" name="Freeform 18266">
                <a:extLst>
                  <a:ext uri="{FF2B5EF4-FFF2-40B4-BE49-F238E27FC236}">
                    <a16:creationId xmlns:a16="http://schemas.microsoft.com/office/drawing/2014/main" id="{61986984-B946-CFA4-3E69-F7FBEDE99110}"/>
                  </a:ext>
                </a:extLst>
              </p:cNvPr>
              <p:cNvSpPr/>
              <p:nvPr/>
            </p:nvSpPr>
            <p:spPr>
              <a:xfrm>
                <a:off x="3691909" y="5101752"/>
                <a:ext cx="29483" cy="25907"/>
              </a:xfrm>
              <a:custGeom>
                <a:avLst/>
                <a:gdLst>
                  <a:gd name="connsiteX0" fmla="*/ 29484 w 29483"/>
                  <a:gd name="connsiteY0" fmla="*/ 12954 h 25907"/>
                  <a:gd name="connsiteX1" fmla="*/ 28517 w 29483"/>
                  <a:gd name="connsiteY1" fmla="*/ 17992 h 25907"/>
                  <a:gd name="connsiteX2" fmla="*/ 25773 w 29483"/>
                  <a:gd name="connsiteY2" fmla="*/ 22085 h 25907"/>
                  <a:gd name="connsiteX3" fmla="*/ 21185 w 29483"/>
                  <a:gd name="connsiteY3" fmla="*/ 24873 h 25907"/>
                  <a:gd name="connsiteX4" fmla="*/ 14753 w 29483"/>
                  <a:gd name="connsiteY4" fmla="*/ 25908 h 25907"/>
                  <a:gd name="connsiteX5" fmla="*/ 8996 w 29483"/>
                  <a:gd name="connsiteY5" fmla="*/ 25098 h 25907"/>
                  <a:gd name="connsiteX6" fmla="*/ 4318 w 29483"/>
                  <a:gd name="connsiteY6" fmla="*/ 22669 h 25907"/>
                  <a:gd name="connsiteX7" fmla="*/ 1169 w 29483"/>
                  <a:gd name="connsiteY7" fmla="*/ 18621 h 25907"/>
                  <a:gd name="connsiteX8" fmla="*/ 0 w 29483"/>
                  <a:gd name="connsiteY8" fmla="*/ 12954 h 25907"/>
                  <a:gd name="connsiteX9" fmla="*/ 1169 w 29483"/>
                  <a:gd name="connsiteY9" fmla="*/ 7242 h 25907"/>
                  <a:gd name="connsiteX10" fmla="*/ 4295 w 29483"/>
                  <a:gd name="connsiteY10" fmla="*/ 3193 h 25907"/>
                  <a:gd name="connsiteX11" fmla="*/ 8973 w 29483"/>
                  <a:gd name="connsiteY11" fmla="*/ 787 h 25907"/>
                  <a:gd name="connsiteX12" fmla="*/ 14753 w 29483"/>
                  <a:gd name="connsiteY12" fmla="*/ 0 h 25907"/>
                  <a:gd name="connsiteX13" fmla="*/ 20803 w 29483"/>
                  <a:gd name="connsiteY13" fmla="*/ 922 h 25907"/>
                  <a:gd name="connsiteX14" fmla="*/ 25436 w 29483"/>
                  <a:gd name="connsiteY14" fmla="*/ 3531 h 25907"/>
                  <a:gd name="connsiteX15" fmla="*/ 28427 w 29483"/>
                  <a:gd name="connsiteY15" fmla="*/ 7624 h 25907"/>
                  <a:gd name="connsiteX16" fmla="*/ 29484 w 29483"/>
                  <a:gd name="connsiteY16" fmla="*/ 12932 h 25907"/>
                  <a:gd name="connsiteX17" fmla="*/ 14753 w 29483"/>
                  <a:gd name="connsiteY17" fmla="*/ 3463 h 25907"/>
                  <a:gd name="connsiteX18" fmla="*/ 10120 w 29483"/>
                  <a:gd name="connsiteY18" fmla="*/ 4003 h 25907"/>
                  <a:gd name="connsiteX19" fmla="*/ 6364 w 29483"/>
                  <a:gd name="connsiteY19" fmla="*/ 5667 h 25907"/>
                  <a:gd name="connsiteX20" fmla="*/ 3846 w 29483"/>
                  <a:gd name="connsiteY20" fmla="*/ 8591 h 25907"/>
                  <a:gd name="connsiteX21" fmla="*/ 2923 w 29483"/>
                  <a:gd name="connsiteY21" fmla="*/ 12954 h 25907"/>
                  <a:gd name="connsiteX22" fmla="*/ 3913 w 29483"/>
                  <a:gd name="connsiteY22" fmla="*/ 17294 h 25907"/>
                  <a:gd name="connsiteX23" fmla="*/ 6567 w 29483"/>
                  <a:gd name="connsiteY23" fmla="*/ 20241 h 25907"/>
                  <a:gd name="connsiteX24" fmla="*/ 10345 w 29483"/>
                  <a:gd name="connsiteY24" fmla="*/ 21905 h 25907"/>
                  <a:gd name="connsiteX25" fmla="*/ 14753 w 29483"/>
                  <a:gd name="connsiteY25" fmla="*/ 22445 h 25907"/>
                  <a:gd name="connsiteX26" fmla="*/ 19521 w 29483"/>
                  <a:gd name="connsiteY26" fmla="*/ 21815 h 25907"/>
                  <a:gd name="connsiteX27" fmla="*/ 23277 w 29483"/>
                  <a:gd name="connsiteY27" fmla="*/ 20016 h 25907"/>
                  <a:gd name="connsiteX28" fmla="*/ 25705 w 29483"/>
                  <a:gd name="connsiteY28" fmla="*/ 17047 h 25907"/>
                  <a:gd name="connsiteX29" fmla="*/ 26560 w 29483"/>
                  <a:gd name="connsiteY29" fmla="*/ 12954 h 25907"/>
                  <a:gd name="connsiteX30" fmla="*/ 25571 w 29483"/>
                  <a:gd name="connsiteY30" fmla="*/ 8613 h 25907"/>
                  <a:gd name="connsiteX31" fmla="*/ 22894 w 29483"/>
                  <a:gd name="connsiteY31" fmla="*/ 5667 h 25907"/>
                  <a:gd name="connsiteX32" fmla="*/ 19116 w 29483"/>
                  <a:gd name="connsiteY32" fmla="*/ 4003 h 25907"/>
                  <a:gd name="connsiteX33" fmla="*/ 14753 w 29483"/>
                  <a:gd name="connsiteY33" fmla="*/ 3463 h 259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9483" h="25907">
                    <a:moveTo>
                      <a:pt x="29484" y="12954"/>
                    </a:moveTo>
                    <a:cubicBezTo>
                      <a:pt x="29439" y="14753"/>
                      <a:pt x="29124" y="16440"/>
                      <a:pt x="28517" y="17992"/>
                    </a:cubicBezTo>
                    <a:cubicBezTo>
                      <a:pt x="27909" y="19566"/>
                      <a:pt x="26988" y="20915"/>
                      <a:pt x="25773" y="22085"/>
                    </a:cubicBezTo>
                    <a:cubicBezTo>
                      <a:pt x="24558" y="23254"/>
                      <a:pt x="23029" y="24176"/>
                      <a:pt x="21185" y="24873"/>
                    </a:cubicBezTo>
                    <a:cubicBezTo>
                      <a:pt x="19341" y="25571"/>
                      <a:pt x="17204" y="25908"/>
                      <a:pt x="14753" y="25908"/>
                    </a:cubicBezTo>
                    <a:cubicBezTo>
                      <a:pt x="12706" y="25908"/>
                      <a:pt x="10795" y="25638"/>
                      <a:pt x="8996" y="25098"/>
                    </a:cubicBezTo>
                    <a:cubicBezTo>
                      <a:pt x="7219" y="24558"/>
                      <a:pt x="5667" y="23749"/>
                      <a:pt x="4318" y="22669"/>
                    </a:cubicBezTo>
                    <a:cubicBezTo>
                      <a:pt x="2991" y="21590"/>
                      <a:pt x="1934" y="20241"/>
                      <a:pt x="1169" y="18621"/>
                    </a:cubicBezTo>
                    <a:cubicBezTo>
                      <a:pt x="405" y="17002"/>
                      <a:pt x="0" y="15113"/>
                      <a:pt x="0" y="12954"/>
                    </a:cubicBezTo>
                    <a:cubicBezTo>
                      <a:pt x="0" y="10795"/>
                      <a:pt x="382" y="8861"/>
                      <a:pt x="1169" y="7242"/>
                    </a:cubicBezTo>
                    <a:cubicBezTo>
                      <a:pt x="1934" y="5622"/>
                      <a:pt x="2991" y="4273"/>
                      <a:pt x="4295" y="3193"/>
                    </a:cubicBezTo>
                    <a:cubicBezTo>
                      <a:pt x="5600" y="2114"/>
                      <a:pt x="7174" y="1304"/>
                      <a:pt x="8973" y="787"/>
                    </a:cubicBezTo>
                    <a:cubicBezTo>
                      <a:pt x="10772" y="270"/>
                      <a:pt x="12706" y="0"/>
                      <a:pt x="14753" y="0"/>
                    </a:cubicBezTo>
                    <a:cubicBezTo>
                      <a:pt x="16979" y="0"/>
                      <a:pt x="19004" y="315"/>
                      <a:pt x="20803" y="922"/>
                    </a:cubicBezTo>
                    <a:cubicBezTo>
                      <a:pt x="22602" y="1529"/>
                      <a:pt x="24154" y="2406"/>
                      <a:pt x="25436" y="3531"/>
                    </a:cubicBezTo>
                    <a:cubicBezTo>
                      <a:pt x="26740" y="4655"/>
                      <a:pt x="27730" y="6027"/>
                      <a:pt x="28427" y="7624"/>
                    </a:cubicBezTo>
                    <a:cubicBezTo>
                      <a:pt x="29124" y="9221"/>
                      <a:pt x="29484" y="10997"/>
                      <a:pt x="29484" y="12932"/>
                    </a:cubicBezTo>
                    <a:close/>
                    <a:moveTo>
                      <a:pt x="14753" y="3463"/>
                    </a:moveTo>
                    <a:cubicBezTo>
                      <a:pt x="13089" y="3463"/>
                      <a:pt x="11559" y="3643"/>
                      <a:pt x="10120" y="4003"/>
                    </a:cubicBezTo>
                    <a:cubicBezTo>
                      <a:pt x="8681" y="4363"/>
                      <a:pt x="7421" y="4925"/>
                      <a:pt x="6364" y="5667"/>
                    </a:cubicBezTo>
                    <a:cubicBezTo>
                      <a:pt x="5308" y="6432"/>
                      <a:pt x="4475" y="7399"/>
                      <a:pt x="3846" y="8591"/>
                    </a:cubicBezTo>
                    <a:cubicBezTo>
                      <a:pt x="3216" y="9783"/>
                      <a:pt x="2923" y="11245"/>
                      <a:pt x="2923" y="12954"/>
                    </a:cubicBezTo>
                    <a:cubicBezTo>
                      <a:pt x="2923" y="14663"/>
                      <a:pt x="3261" y="16102"/>
                      <a:pt x="3913" y="17294"/>
                    </a:cubicBezTo>
                    <a:cubicBezTo>
                      <a:pt x="4588" y="18509"/>
                      <a:pt x="5465" y="19476"/>
                      <a:pt x="6567" y="20241"/>
                    </a:cubicBezTo>
                    <a:cubicBezTo>
                      <a:pt x="7669" y="21005"/>
                      <a:pt x="8928" y="21545"/>
                      <a:pt x="10345" y="21905"/>
                    </a:cubicBezTo>
                    <a:cubicBezTo>
                      <a:pt x="11762" y="22264"/>
                      <a:pt x="13224" y="22445"/>
                      <a:pt x="14753" y="22445"/>
                    </a:cubicBezTo>
                    <a:cubicBezTo>
                      <a:pt x="16485" y="22445"/>
                      <a:pt x="18081" y="22242"/>
                      <a:pt x="19521" y="21815"/>
                    </a:cubicBezTo>
                    <a:cubicBezTo>
                      <a:pt x="20983" y="21410"/>
                      <a:pt x="22220" y="20803"/>
                      <a:pt x="23277" y="20016"/>
                    </a:cubicBezTo>
                    <a:cubicBezTo>
                      <a:pt x="24311" y="19228"/>
                      <a:pt x="25121" y="18239"/>
                      <a:pt x="25705" y="17047"/>
                    </a:cubicBezTo>
                    <a:cubicBezTo>
                      <a:pt x="26290" y="15855"/>
                      <a:pt x="26560" y="14483"/>
                      <a:pt x="26560" y="12954"/>
                    </a:cubicBezTo>
                    <a:cubicBezTo>
                      <a:pt x="26560" y="11267"/>
                      <a:pt x="26223" y="9805"/>
                      <a:pt x="25571" y="8613"/>
                    </a:cubicBezTo>
                    <a:cubicBezTo>
                      <a:pt x="24896" y="7399"/>
                      <a:pt x="24019" y="6432"/>
                      <a:pt x="22894" y="5667"/>
                    </a:cubicBezTo>
                    <a:cubicBezTo>
                      <a:pt x="21770" y="4903"/>
                      <a:pt x="20510" y="4363"/>
                      <a:pt x="19116" y="4003"/>
                    </a:cubicBezTo>
                    <a:cubicBezTo>
                      <a:pt x="17722" y="3643"/>
                      <a:pt x="16260" y="3463"/>
                      <a:pt x="14753" y="3463"/>
                    </a:cubicBezTo>
                    <a:close/>
                  </a:path>
                </a:pathLst>
              </a:custGeom>
              <a:solidFill>
                <a:srgbClr val="231F20"/>
              </a:solidFill>
              <a:ln w="2249" cap="flat">
                <a:noFill/>
                <a:prstDash val="solid"/>
                <a:miter/>
              </a:ln>
            </p:spPr>
            <p:txBody>
              <a:bodyPr rtlCol="0" anchor="ctr"/>
              <a:lstStyle/>
              <a:p>
                <a:endParaRPr lang="en-US"/>
              </a:p>
            </p:txBody>
          </p:sp>
          <p:sp>
            <p:nvSpPr>
              <p:cNvPr id="18268" name="Freeform 18267">
                <a:extLst>
                  <a:ext uri="{FF2B5EF4-FFF2-40B4-BE49-F238E27FC236}">
                    <a16:creationId xmlns:a16="http://schemas.microsoft.com/office/drawing/2014/main" id="{94FDC610-2C57-DF6A-F170-5B558290A797}"/>
                  </a:ext>
                </a:extLst>
              </p:cNvPr>
              <p:cNvSpPr/>
              <p:nvPr/>
            </p:nvSpPr>
            <p:spPr>
              <a:xfrm>
                <a:off x="3691932" y="5083176"/>
                <a:ext cx="28718" cy="12481"/>
              </a:xfrm>
              <a:custGeom>
                <a:avLst/>
                <a:gdLst>
                  <a:gd name="connsiteX0" fmla="*/ 28719 w 28718"/>
                  <a:gd name="connsiteY0" fmla="*/ 9243 h 12481"/>
                  <a:gd name="connsiteX1" fmla="*/ 28719 w 28718"/>
                  <a:gd name="connsiteY1" fmla="*/ 12482 h 12481"/>
                  <a:gd name="connsiteX2" fmla="*/ 765 w 28718"/>
                  <a:gd name="connsiteY2" fmla="*/ 12482 h 12481"/>
                  <a:gd name="connsiteX3" fmla="*/ 765 w 28718"/>
                  <a:gd name="connsiteY3" fmla="*/ 9243 h 12481"/>
                  <a:gd name="connsiteX4" fmla="*/ 6005 w 28718"/>
                  <a:gd name="connsiteY4" fmla="*/ 9243 h 12481"/>
                  <a:gd name="connsiteX5" fmla="*/ 6005 w 28718"/>
                  <a:gd name="connsiteY5" fmla="*/ 9131 h 12481"/>
                  <a:gd name="connsiteX6" fmla="*/ 1327 w 28718"/>
                  <a:gd name="connsiteY6" fmla="*/ 5645 h 12481"/>
                  <a:gd name="connsiteX7" fmla="*/ 0 w 28718"/>
                  <a:gd name="connsiteY7" fmla="*/ 0 h 12481"/>
                  <a:gd name="connsiteX8" fmla="*/ 3508 w 28718"/>
                  <a:gd name="connsiteY8" fmla="*/ 0 h 12481"/>
                  <a:gd name="connsiteX9" fmla="*/ 4363 w 28718"/>
                  <a:gd name="connsiteY9" fmla="*/ 4543 h 12481"/>
                  <a:gd name="connsiteX10" fmla="*/ 6837 w 28718"/>
                  <a:gd name="connsiteY10" fmla="*/ 7376 h 12481"/>
                  <a:gd name="connsiteX11" fmla="*/ 10525 w 28718"/>
                  <a:gd name="connsiteY11" fmla="*/ 8838 h 12481"/>
                  <a:gd name="connsiteX12" fmla="*/ 14978 w 28718"/>
                  <a:gd name="connsiteY12" fmla="*/ 9243 h 12481"/>
                  <a:gd name="connsiteX13" fmla="*/ 28696 w 28718"/>
                  <a:gd name="connsiteY13" fmla="*/ 9243 h 1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718" h="12481">
                    <a:moveTo>
                      <a:pt x="28719" y="9243"/>
                    </a:moveTo>
                    <a:lnTo>
                      <a:pt x="28719" y="12482"/>
                    </a:lnTo>
                    <a:lnTo>
                      <a:pt x="765" y="12482"/>
                    </a:lnTo>
                    <a:lnTo>
                      <a:pt x="765" y="9243"/>
                    </a:lnTo>
                    <a:lnTo>
                      <a:pt x="6005" y="9243"/>
                    </a:lnTo>
                    <a:lnTo>
                      <a:pt x="6005" y="9131"/>
                    </a:lnTo>
                    <a:cubicBezTo>
                      <a:pt x="3778" y="8231"/>
                      <a:pt x="2226" y="7062"/>
                      <a:pt x="1327" y="5645"/>
                    </a:cubicBezTo>
                    <a:cubicBezTo>
                      <a:pt x="450" y="4228"/>
                      <a:pt x="0" y="2339"/>
                      <a:pt x="0" y="0"/>
                    </a:cubicBezTo>
                    <a:lnTo>
                      <a:pt x="3508" y="0"/>
                    </a:lnTo>
                    <a:cubicBezTo>
                      <a:pt x="3463" y="1844"/>
                      <a:pt x="3756" y="3351"/>
                      <a:pt x="4363" y="4543"/>
                    </a:cubicBezTo>
                    <a:cubicBezTo>
                      <a:pt x="4970" y="5735"/>
                      <a:pt x="5802" y="6679"/>
                      <a:pt x="6837" y="7376"/>
                    </a:cubicBezTo>
                    <a:cubicBezTo>
                      <a:pt x="7871" y="8074"/>
                      <a:pt x="9108" y="8568"/>
                      <a:pt x="10525" y="8838"/>
                    </a:cubicBezTo>
                    <a:cubicBezTo>
                      <a:pt x="11942" y="9108"/>
                      <a:pt x="13426" y="9243"/>
                      <a:pt x="14978" y="9243"/>
                    </a:cubicBezTo>
                    <a:lnTo>
                      <a:pt x="28696" y="9243"/>
                    </a:lnTo>
                    <a:close/>
                  </a:path>
                </a:pathLst>
              </a:custGeom>
              <a:solidFill>
                <a:srgbClr val="231F20"/>
              </a:solidFill>
              <a:ln w="2249" cap="flat">
                <a:noFill/>
                <a:prstDash val="solid"/>
                <a:miter/>
              </a:ln>
            </p:spPr>
            <p:txBody>
              <a:bodyPr rtlCol="0" anchor="ctr"/>
              <a:lstStyle/>
              <a:p>
                <a:endParaRPr lang="en-US"/>
              </a:p>
            </p:txBody>
          </p:sp>
          <p:sp>
            <p:nvSpPr>
              <p:cNvPr id="18269" name="Freeform 18268">
                <a:extLst>
                  <a:ext uri="{FF2B5EF4-FFF2-40B4-BE49-F238E27FC236}">
                    <a16:creationId xmlns:a16="http://schemas.microsoft.com/office/drawing/2014/main" id="{1AF38F24-32A4-986A-D939-85FEAC83BD07}"/>
                  </a:ext>
                </a:extLst>
              </p:cNvPr>
              <p:cNvSpPr/>
              <p:nvPr/>
            </p:nvSpPr>
            <p:spPr>
              <a:xfrm>
                <a:off x="3691954" y="5054186"/>
                <a:ext cx="29484" cy="25167"/>
              </a:xfrm>
              <a:custGeom>
                <a:avLst/>
                <a:gdLst>
                  <a:gd name="connsiteX0" fmla="*/ 15473 w 29484"/>
                  <a:gd name="connsiteY0" fmla="*/ 21659 h 25167"/>
                  <a:gd name="connsiteX1" fmla="*/ 19768 w 29484"/>
                  <a:gd name="connsiteY1" fmla="*/ 21074 h 25167"/>
                  <a:gd name="connsiteX2" fmla="*/ 23277 w 29484"/>
                  <a:gd name="connsiteY2" fmla="*/ 19320 h 25167"/>
                  <a:gd name="connsiteX3" fmla="*/ 25661 w 29484"/>
                  <a:gd name="connsiteY3" fmla="*/ 16374 h 25167"/>
                  <a:gd name="connsiteX4" fmla="*/ 26560 w 29484"/>
                  <a:gd name="connsiteY4" fmla="*/ 12281 h 25167"/>
                  <a:gd name="connsiteX5" fmla="*/ 24896 w 29484"/>
                  <a:gd name="connsiteY5" fmla="*/ 6838 h 25167"/>
                  <a:gd name="connsiteX6" fmla="*/ 20151 w 29484"/>
                  <a:gd name="connsiteY6" fmla="*/ 3824 h 25167"/>
                  <a:gd name="connsiteX7" fmla="*/ 20151 w 29484"/>
                  <a:gd name="connsiteY7" fmla="*/ 204 h 25167"/>
                  <a:gd name="connsiteX8" fmla="*/ 23839 w 29484"/>
                  <a:gd name="connsiteY8" fmla="*/ 1778 h 25167"/>
                  <a:gd name="connsiteX9" fmla="*/ 26808 w 29484"/>
                  <a:gd name="connsiteY9" fmla="*/ 4207 h 25167"/>
                  <a:gd name="connsiteX10" fmla="*/ 28787 w 29484"/>
                  <a:gd name="connsiteY10" fmla="*/ 7670 h 25167"/>
                  <a:gd name="connsiteX11" fmla="*/ 29484 w 29484"/>
                  <a:gd name="connsiteY11" fmla="*/ 12303 h 25167"/>
                  <a:gd name="connsiteX12" fmla="*/ 28360 w 29484"/>
                  <a:gd name="connsiteY12" fmla="*/ 18083 h 25167"/>
                  <a:gd name="connsiteX13" fmla="*/ 25256 w 29484"/>
                  <a:gd name="connsiteY13" fmla="*/ 22086 h 25167"/>
                  <a:gd name="connsiteX14" fmla="*/ 20623 w 29484"/>
                  <a:gd name="connsiteY14" fmla="*/ 24402 h 25167"/>
                  <a:gd name="connsiteX15" fmla="*/ 14866 w 29484"/>
                  <a:gd name="connsiteY15" fmla="*/ 25167 h 25167"/>
                  <a:gd name="connsiteX16" fmla="*/ 9086 w 29484"/>
                  <a:gd name="connsiteY16" fmla="*/ 24267 h 25167"/>
                  <a:gd name="connsiteX17" fmla="*/ 4363 w 29484"/>
                  <a:gd name="connsiteY17" fmla="*/ 21726 h 25167"/>
                  <a:gd name="connsiteX18" fmla="*/ 1170 w 29484"/>
                  <a:gd name="connsiteY18" fmla="*/ 17701 h 25167"/>
                  <a:gd name="connsiteX19" fmla="*/ 0 w 29484"/>
                  <a:gd name="connsiteY19" fmla="*/ 12303 h 25167"/>
                  <a:gd name="connsiteX20" fmla="*/ 3958 w 29484"/>
                  <a:gd name="connsiteY20" fmla="*/ 3240 h 25167"/>
                  <a:gd name="connsiteX21" fmla="*/ 15473 w 29484"/>
                  <a:gd name="connsiteY21" fmla="*/ 1 h 25167"/>
                  <a:gd name="connsiteX22" fmla="*/ 15473 w 29484"/>
                  <a:gd name="connsiteY22" fmla="*/ 21704 h 25167"/>
                  <a:gd name="connsiteX23" fmla="*/ 12774 w 29484"/>
                  <a:gd name="connsiteY23" fmla="*/ 3420 h 25167"/>
                  <a:gd name="connsiteX24" fmla="*/ 8906 w 29484"/>
                  <a:gd name="connsiteY24" fmla="*/ 3982 h 25167"/>
                  <a:gd name="connsiteX25" fmla="*/ 5780 w 29484"/>
                  <a:gd name="connsiteY25" fmla="*/ 5646 h 25167"/>
                  <a:gd name="connsiteX26" fmla="*/ 3666 w 29484"/>
                  <a:gd name="connsiteY26" fmla="*/ 8435 h 25167"/>
                  <a:gd name="connsiteX27" fmla="*/ 2879 w 29484"/>
                  <a:gd name="connsiteY27" fmla="*/ 12258 h 25167"/>
                  <a:gd name="connsiteX28" fmla="*/ 3688 w 29484"/>
                  <a:gd name="connsiteY28" fmla="*/ 16059 h 25167"/>
                  <a:gd name="connsiteX29" fmla="*/ 5848 w 29484"/>
                  <a:gd name="connsiteY29" fmla="*/ 18870 h 25167"/>
                  <a:gd name="connsiteX30" fmla="*/ 8974 w 29484"/>
                  <a:gd name="connsiteY30" fmla="*/ 20737 h 25167"/>
                  <a:gd name="connsiteX31" fmla="*/ 12752 w 29484"/>
                  <a:gd name="connsiteY31" fmla="*/ 21659 h 25167"/>
                  <a:gd name="connsiteX32" fmla="*/ 12752 w 29484"/>
                  <a:gd name="connsiteY32"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4" h="25167">
                    <a:moveTo>
                      <a:pt x="15473" y="21659"/>
                    </a:moveTo>
                    <a:cubicBezTo>
                      <a:pt x="16980" y="21659"/>
                      <a:pt x="18419" y="21456"/>
                      <a:pt x="19768" y="21074"/>
                    </a:cubicBezTo>
                    <a:cubicBezTo>
                      <a:pt x="21118" y="20669"/>
                      <a:pt x="22287" y="20084"/>
                      <a:pt x="23277" y="19320"/>
                    </a:cubicBezTo>
                    <a:cubicBezTo>
                      <a:pt x="24266" y="18555"/>
                      <a:pt x="25053" y="17566"/>
                      <a:pt x="25661" y="16374"/>
                    </a:cubicBezTo>
                    <a:cubicBezTo>
                      <a:pt x="26268" y="15182"/>
                      <a:pt x="26560" y="13810"/>
                      <a:pt x="26560" y="12281"/>
                    </a:cubicBezTo>
                    <a:cubicBezTo>
                      <a:pt x="26560" y="10167"/>
                      <a:pt x="25998" y="8345"/>
                      <a:pt x="24896" y="6838"/>
                    </a:cubicBezTo>
                    <a:cubicBezTo>
                      <a:pt x="23772" y="5331"/>
                      <a:pt x="22197" y="4319"/>
                      <a:pt x="20151" y="3824"/>
                    </a:cubicBezTo>
                    <a:lnTo>
                      <a:pt x="20151" y="204"/>
                    </a:lnTo>
                    <a:cubicBezTo>
                      <a:pt x="21478" y="609"/>
                      <a:pt x="22715" y="1126"/>
                      <a:pt x="23839" y="1778"/>
                    </a:cubicBezTo>
                    <a:cubicBezTo>
                      <a:pt x="24964" y="2430"/>
                      <a:pt x="25953" y="3240"/>
                      <a:pt x="26808" y="4207"/>
                    </a:cubicBezTo>
                    <a:cubicBezTo>
                      <a:pt x="27662" y="5174"/>
                      <a:pt x="28315" y="6343"/>
                      <a:pt x="28787" y="7670"/>
                    </a:cubicBezTo>
                    <a:cubicBezTo>
                      <a:pt x="29259" y="8997"/>
                      <a:pt x="29484" y="10549"/>
                      <a:pt x="29484" y="12303"/>
                    </a:cubicBezTo>
                    <a:cubicBezTo>
                      <a:pt x="29484" y="14530"/>
                      <a:pt x="29102" y="16464"/>
                      <a:pt x="28360" y="18083"/>
                    </a:cubicBezTo>
                    <a:cubicBezTo>
                      <a:pt x="27595" y="19702"/>
                      <a:pt x="26560" y="21029"/>
                      <a:pt x="25256" y="22086"/>
                    </a:cubicBezTo>
                    <a:cubicBezTo>
                      <a:pt x="23951" y="23143"/>
                      <a:pt x="22400" y="23908"/>
                      <a:pt x="20623" y="24402"/>
                    </a:cubicBezTo>
                    <a:cubicBezTo>
                      <a:pt x="18846" y="24897"/>
                      <a:pt x="16935" y="25167"/>
                      <a:pt x="14866" y="25167"/>
                    </a:cubicBezTo>
                    <a:cubicBezTo>
                      <a:pt x="12797" y="25167"/>
                      <a:pt x="10885" y="24875"/>
                      <a:pt x="9086" y="24267"/>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close/>
                    <a:moveTo>
                      <a:pt x="12774" y="3420"/>
                    </a:moveTo>
                    <a:cubicBezTo>
                      <a:pt x="11402" y="3420"/>
                      <a:pt x="10120" y="3600"/>
                      <a:pt x="8906" y="3982"/>
                    </a:cubicBezTo>
                    <a:cubicBezTo>
                      <a:pt x="7692" y="4364"/>
                      <a:pt x="6657" y="4926"/>
                      <a:pt x="5780" y="5646"/>
                    </a:cubicBezTo>
                    <a:cubicBezTo>
                      <a:pt x="4903" y="6388"/>
                      <a:pt x="4206" y="7310"/>
                      <a:pt x="3666" y="8435"/>
                    </a:cubicBezTo>
                    <a:cubicBezTo>
                      <a:pt x="3126" y="9559"/>
                      <a:pt x="2879" y="10819"/>
                      <a:pt x="2879" y="12258"/>
                    </a:cubicBezTo>
                    <a:cubicBezTo>
                      <a:pt x="2879" y="13697"/>
                      <a:pt x="3149" y="14957"/>
                      <a:pt x="3688" y="16059"/>
                    </a:cubicBezTo>
                    <a:cubicBezTo>
                      <a:pt x="4228" y="17161"/>
                      <a:pt x="4948" y="18083"/>
                      <a:pt x="5848" y="18870"/>
                    </a:cubicBezTo>
                    <a:cubicBezTo>
                      <a:pt x="6747" y="19657"/>
                      <a:pt x="7782" y="20264"/>
                      <a:pt x="8974" y="20737"/>
                    </a:cubicBezTo>
                    <a:cubicBezTo>
                      <a:pt x="10165" y="21209"/>
                      <a:pt x="11425" y="21501"/>
                      <a:pt x="12752" y="21659"/>
                    </a:cubicBezTo>
                    <a:lnTo>
                      <a:pt x="12752" y="3420"/>
                    </a:lnTo>
                    <a:close/>
                  </a:path>
                </a:pathLst>
              </a:custGeom>
              <a:solidFill>
                <a:srgbClr val="231F20"/>
              </a:solidFill>
              <a:ln w="2249" cap="flat">
                <a:noFill/>
                <a:prstDash val="solid"/>
                <a:miter/>
              </a:ln>
            </p:spPr>
            <p:txBody>
              <a:bodyPr rtlCol="0" anchor="ctr"/>
              <a:lstStyle/>
              <a:p>
                <a:endParaRPr lang="en-US"/>
              </a:p>
            </p:txBody>
          </p:sp>
          <p:sp>
            <p:nvSpPr>
              <p:cNvPr id="18270" name="Freeform 18269">
                <a:extLst>
                  <a:ext uri="{FF2B5EF4-FFF2-40B4-BE49-F238E27FC236}">
                    <a16:creationId xmlns:a16="http://schemas.microsoft.com/office/drawing/2014/main" id="{276FFCFE-8CBC-F754-558D-F10478549A04}"/>
                  </a:ext>
                </a:extLst>
              </p:cNvPr>
              <p:cNvSpPr/>
              <p:nvPr/>
            </p:nvSpPr>
            <p:spPr>
              <a:xfrm>
                <a:off x="3691932" y="5009297"/>
                <a:ext cx="29461" cy="24896"/>
              </a:xfrm>
              <a:custGeom>
                <a:avLst/>
                <a:gdLst>
                  <a:gd name="connsiteX0" fmla="*/ 9558 w 29461"/>
                  <a:gd name="connsiteY0" fmla="*/ 3711 h 24896"/>
                  <a:gd name="connsiteX1" fmla="*/ 4678 w 29461"/>
                  <a:gd name="connsiteY1" fmla="*/ 6680 h 24896"/>
                  <a:gd name="connsiteX2" fmla="*/ 2923 w 29461"/>
                  <a:gd name="connsiteY2" fmla="*/ 12032 h 24896"/>
                  <a:gd name="connsiteX3" fmla="*/ 3958 w 29461"/>
                  <a:gd name="connsiteY3" fmla="*/ 16305 h 24896"/>
                  <a:gd name="connsiteX4" fmla="*/ 6679 w 29461"/>
                  <a:gd name="connsiteY4" fmla="*/ 19229 h 24896"/>
                  <a:gd name="connsiteX5" fmla="*/ 10502 w 29461"/>
                  <a:gd name="connsiteY5" fmla="*/ 20893 h 24896"/>
                  <a:gd name="connsiteX6" fmla="*/ 14798 w 29461"/>
                  <a:gd name="connsiteY6" fmla="*/ 21433 h 24896"/>
                  <a:gd name="connsiteX7" fmla="*/ 19116 w 29461"/>
                  <a:gd name="connsiteY7" fmla="*/ 20915 h 24896"/>
                  <a:gd name="connsiteX8" fmla="*/ 22894 w 29461"/>
                  <a:gd name="connsiteY8" fmla="*/ 19274 h 24896"/>
                  <a:gd name="connsiteX9" fmla="*/ 25571 w 29461"/>
                  <a:gd name="connsiteY9" fmla="*/ 16372 h 24896"/>
                  <a:gd name="connsiteX10" fmla="*/ 26560 w 29461"/>
                  <a:gd name="connsiteY10" fmla="*/ 12055 h 24896"/>
                  <a:gd name="connsiteX11" fmla="*/ 24558 w 29461"/>
                  <a:gd name="connsiteY11" fmla="*/ 6252 h 24896"/>
                  <a:gd name="connsiteX12" fmla="*/ 19049 w 29461"/>
                  <a:gd name="connsiteY12" fmla="*/ 3463 h 24896"/>
                  <a:gd name="connsiteX13" fmla="*/ 19049 w 29461"/>
                  <a:gd name="connsiteY13" fmla="*/ 0 h 24896"/>
                  <a:gd name="connsiteX14" fmla="*/ 23277 w 29461"/>
                  <a:gd name="connsiteY14" fmla="*/ 1372 h 24896"/>
                  <a:gd name="connsiteX15" fmla="*/ 26560 w 29461"/>
                  <a:gd name="connsiteY15" fmla="*/ 3801 h 24896"/>
                  <a:gd name="connsiteX16" fmla="*/ 28696 w 29461"/>
                  <a:gd name="connsiteY16" fmla="*/ 7332 h 24896"/>
                  <a:gd name="connsiteX17" fmla="*/ 29461 w 29461"/>
                  <a:gd name="connsiteY17" fmla="*/ 12032 h 24896"/>
                  <a:gd name="connsiteX18" fmla="*/ 28337 w 29461"/>
                  <a:gd name="connsiteY18" fmla="*/ 17812 h 24896"/>
                  <a:gd name="connsiteX19" fmla="*/ 25233 w 29461"/>
                  <a:gd name="connsiteY19" fmla="*/ 21815 h 24896"/>
                  <a:gd name="connsiteX20" fmla="*/ 20555 w 29461"/>
                  <a:gd name="connsiteY20" fmla="*/ 24132 h 24896"/>
                  <a:gd name="connsiteX21" fmla="*/ 14776 w 29461"/>
                  <a:gd name="connsiteY21" fmla="*/ 24896 h 24896"/>
                  <a:gd name="connsiteX22" fmla="*/ 9198 w 29461"/>
                  <a:gd name="connsiteY22" fmla="*/ 24064 h 24896"/>
                  <a:gd name="connsiteX23" fmla="*/ 4475 w 29461"/>
                  <a:gd name="connsiteY23" fmla="*/ 21613 h 24896"/>
                  <a:gd name="connsiteX24" fmla="*/ 1214 w 29461"/>
                  <a:gd name="connsiteY24" fmla="*/ 17587 h 24896"/>
                  <a:gd name="connsiteX25" fmla="*/ 0 w 29461"/>
                  <a:gd name="connsiteY25" fmla="*/ 12055 h 24896"/>
                  <a:gd name="connsiteX26" fmla="*/ 2316 w 29461"/>
                  <a:gd name="connsiteY26" fmla="*/ 4206 h 24896"/>
                  <a:gd name="connsiteX27" fmla="*/ 9558 w 29461"/>
                  <a:gd name="connsiteY27" fmla="*/ 450 h 24896"/>
                  <a:gd name="connsiteX28" fmla="*/ 9558 w 29461"/>
                  <a:gd name="connsiteY28" fmla="*/ 3733 h 24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9461" h="24896">
                    <a:moveTo>
                      <a:pt x="9558" y="3711"/>
                    </a:moveTo>
                    <a:cubicBezTo>
                      <a:pt x="7466" y="4296"/>
                      <a:pt x="5847" y="5285"/>
                      <a:pt x="4678" y="6680"/>
                    </a:cubicBezTo>
                    <a:cubicBezTo>
                      <a:pt x="3508" y="8074"/>
                      <a:pt x="2923" y="9873"/>
                      <a:pt x="2923" y="12032"/>
                    </a:cubicBezTo>
                    <a:cubicBezTo>
                      <a:pt x="2923" y="13696"/>
                      <a:pt x="3261" y="15113"/>
                      <a:pt x="3958" y="16305"/>
                    </a:cubicBezTo>
                    <a:cubicBezTo>
                      <a:pt x="4633" y="17497"/>
                      <a:pt x="5555" y="18464"/>
                      <a:pt x="6679" y="19229"/>
                    </a:cubicBezTo>
                    <a:cubicBezTo>
                      <a:pt x="7804" y="19993"/>
                      <a:pt x="9086" y="20533"/>
                      <a:pt x="10502" y="20893"/>
                    </a:cubicBezTo>
                    <a:cubicBezTo>
                      <a:pt x="11919" y="21253"/>
                      <a:pt x="13359" y="21433"/>
                      <a:pt x="14798" y="21433"/>
                    </a:cubicBezTo>
                    <a:cubicBezTo>
                      <a:pt x="16237" y="21433"/>
                      <a:pt x="17722" y="21253"/>
                      <a:pt x="19116" y="20915"/>
                    </a:cubicBezTo>
                    <a:cubicBezTo>
                      <a:pt x="20510" y="20578"/>
                      <a:pt x="21770" y="20016"/>
                      <a:pt x="22894" y="19274"/>
                    </a:cubicBezTo>
                    <a:cubicBezTo>
                      <a:pt x="24019" y="18532"/>
                      <a:pt x="24896" y="17542"/>
                      <a:pt x="25571" y="16372"/>
                    </a:cubicBezTo>
                    <a:cubicBezTo>
                      <a:pt x="26245" y="15180"/>
                      <a:pt x="26560" y="13741"/>
                      <a:pt x="26560" y="12055"/>
                    </a:cubicBezTo>
                    <a:cubicBezTo>
                      <a:pt x="26560" y="9648"/>
                      <a:pt x="25885" y="7714"/>
                      <a:pt x="24558" y="6252"/>
                    </a:cubicBezTo>
                    <a:cubicBezTo>
                      <a:pt x="23232" y="4790"/>
                      <a:pt x="21387" y="3868"/>
                      <a:pt x="19049" y="3463"/>
                    </a:cubicBezTo>
                    <a:lnTo>
                      <a:pt x="19049" y="0"/>
                    </a:lnTo>
                    <a:cubicBezTo>
                      <a:pt x="20600" y="292"/>
                      <a:pt x="22017" y="742"/>
                      <a:pt x="23277" y="1372"/>
                    </a:cubicBezTo>
                    <a:cubicBezTo>
                      <a:pt x="24558" y="2002"/>
                      <a:pt x="25660" y="2811"/>
                      <a:pt x="26560" y="3801"/>
                    </a:cubicBezTo>
                    <a:cubicBezTo>
                      <a:pt x="27482" y="4790"/>
                      <a:pt x="28179" y="5960"/>
                      <a:pt x="28696" y="7332"/>
                    </a:cubicBezTo>
                    <a:cubicBezTo>
                      <a:pt x="29191" y="8704"/>
                      <a:pt x="29461" y="10255"/>
                      <a:pt x="29461" y="12032"/>
                    </a:cubicBezTo>
                    <a:cubicBezTo>
                      <a:pt x="29461" y="14259"/>
                      <a:pt x="29079" y="16193"/>
                      <a:pt x="28337" y="17812"/>
                    </a:cubicBezTo>
                    <a:cubicBezTo>
                      <a:pt x="27594" y="19431"/>
                      <a:pt x="26538" y="20758"/>
                      <a:pt x="25233" y="21815"/>
                    </a:cubicBezTo>
                    <a:cubicBezTo>
                      <a:pt x="23929" y="22849"/>
                      <a:pt x="22355" y="23637"/>
                      <a:pt x="20555" y="24132"/>
                    </a:cubicBezTo>
                    <a:cubicBezTo>
                      <a:pt x="18756" y="24626"/>
                      <a:pt x="16822" y="24896"/>
                      <a:pt x="14776" y="24896"/>
                    </a:cubicBezTo>
                    <a:cubicBezTo>
                      <a:pt x="12841" y="24896"/>
                      <a:pt x="10975" y="24626"/>
                      <a:pt x="9198" y="24064"/>
                    </a:cubicBezTo>
                    <a:cubicBezTo>
                      <a:pt x="7421" y="23502"/>
                      <a:pt x="5847" y="22692"/>
                      <a:pt x="4475" y="21613"/>
                    </a:cubicBezTo>
                    <a:cubicBezTo>
                      <a:pt x="3103" y="20533"/>
                      <a:pt x="2024" y="19184"/>
                      <a:pt x="1214" y="17587"/>
                    </a:cubicBezTo>
                    <a:cubicBezTo>
                      <a:pt x="405" y="15990"/>
                      <a:pt x="0" y="14146"/>
                      <a:pt x="0" y="12055"/>
                    </a:cubicBezTo>
                    <a:cubicBezTo>
                      <a:pt x="0" y="8816"/>
                      <a:pt x="765" y="6207"/>
                      <a:pt x="2316" y="4206"/>
                    </a:cubicBezTo>
                    <a:cubicBezTo>
                      <a:pt x="3868" y="2204"/>
                      <a:pt x="6274" y="967"/>
                      <a:pt x="9558" y="450"/>
                    </a:cubicBezTo>
                    <a:lnTo>
                      <a:pt x="9558" y="3733"/>
                    </a:lnTo>
                    <a:close/>
                  </a:path>
                </a:pathLst>
              </a:custGeom>
              <a:solidFill>
                <a:srgbClr val="231F20"/>
              </a:solidFill>
              <a:ln w="2249" cap="flat">
                <a:noFill/>
                <a:prstDash val="solid"/>
                <a:miter/>
              </a:ln>
            </p:spPr>
            <p:txBody>
              <a:bodyPr rtlCol="0" anchor="ctr"/>
              <a:lstStyle/>
              <a:p>
                <a:endParaRPr lang="en-US"/>
              </a:p>
            </p:txBody>
          </p:sp>
          <p:sp>
            <p:nvSpPr>
              <p:cNvPr id="18271" name="Freeform 18270">
                <a:extLst>
                  <a:ext uri="{FF2B5EF4-FFF2-40B4-BE49-F238E27FC236}">
                    <a16:creationId xmlns:a16="http://schemas.microsoft.com/office/drawing/2014/main" id="{8C2C554B-63F9-A803-E167-F1460EE1300D}"/>
                  </a:ext>
                </a:extLst>
              </p:cNvPr>
              <p:cNvSpPr/>
              <p:nvPr/>
            </p:nvSpPr>
            <p:spPr>
              <a:xfrm>
                <a:off x="3691909" y="4978734"/>
                <a:ext cx="29483" cy="25908"/>
              </a:xfrm>
              <a:custGeom>
                <a:avLst/>
                <a:gdLst>
                  <a:gd name="connsiteX0" fmla="*/ 29484 w 29483"/>
                  <a:gd name="connsiteY0" fmla="*/ 12954 h 25908"/>
                  <a:gd name="connsiteX1" fmla="*/ 28517 w 29483"/>
                  <a:gd name="connsiteY1" fmla="*/ 17992 h 25908"/>
                  <a:gd name="connsiteX2" fmla="*/ 25773 w 29483"/>
                  <a:gd name="connsiteY2" fmla="*/ 22085 h 25908"/>
                  <a:gd name="connsiteX3" fmla="*/ 21185 w 29483"/>
                  <a:gd name="connsiteY3" fmla="*/ 24874 h 25908"/>
                  <a:gd name="connsiteX4" fmla="*/ 14753 w 29483"/>
                  <a:gd name="connsiteY4" fmla="*/ 25908 h 25908"/>
                  <a:gd name="connsiteX5" fmla="*/ 8996 w 29483"/>
                  <a:gd name="connsiteY5" fmla="*/ 25098 h 25908"/>
                  <a:gd name="connsiteX6" fmla="*/ 4318 w 29483"/>
                  <a:gd name="connsiteY6" fmla="*/ 22670 h 25908"/>
                  <a:gd name="connsiteX7" fmla="*/ 1169 w 29483"/>
                  <a:gd name="connsiteY7" fmla="*/ 18621 h 25908"/>
                  <a:gd name="connsiteX8" fmla="*/ 0 w 29483"/>
                  <a:gd name="connsiteY8" fmla="*/ 12954 h 25908"/>
                  <a:gd name="connsiteX9" fmla="*/ 1169 w 29483"/>
                  <a:gd name="connsiteY9" fmla="*/ 7242 h 25908"/>
                  <a:gd name="connsiteX10" fmla="*/ 4295 w 29483"/>
                  <a:gd name="connsiteY10" fmla="*/ 3194 h 25908"/>
                  <a:gd name="connsiteX11" fmla="*/ 8973 w 29483"/>
                  <a:gd name="connsiteY11" fmla="*/ 787 h 25908"/>
                  <a:gd name="connsiteX12" fmla="*/ 14753 w 29483"/>
                  <a:gd name="connsiteY12" fmla="*/ 0 h 25908"/>
                  <a:gd name="connsiteX13" fmla="*/ 20803 w 29483"/>
                  <a:gd name="connsiteY13" fmla="*/ 922 h 25908"/>
                  <a:gd name="connsiteX14" fmla="*/ 25436 w 29483"/>
                  <a:gd name="connsiteY14" fmla="*/ 3531 h 25908"/>
                  <a:gd name="connsiteX15" fmla="*/ 28427 w 29483"/>
                  <a:gd name="connsiteY15" fmla="*/ 7624 h 25908"/>
                  <a:gd name="connsiteX16" fmla="*/ 29484 w 29483"/>
                  <a:gd name="connsiteY16" fmla="*/ 12954 h 25908"/>
                  <a:gd name="connsiteX17" fmla="*/ 14753 w 29483"/>
                  <a:gd name="connsiteY17" fmla="*/ 3463 h 25908"/>
                  <a:gd name="connsiteX18" fmla="*/ 10120 w 29483"/>
                  <a:gd name="connsiteY18" fmla="*/ 4003 h 25908"/>
                  <a:gd name="connsiteX19" fmla="*/ 6364 w 29483"/>
                  <a:gd name="connsiteY19" fmla="*/ 5667 h 25908"/>
                  <a:gd name="connsiteX20" fmla="*/ 3846 w 29483"/>
                  <a:gd name="connsiteY20" fmla="*/ 8569 h 25908"/>
                  <a:gd name="connsiteX21" fmla="*/ 2923 w 29483"/>
                  <a:gd name="connsiteY21" fmla="*/ 12954 h 25908"/>
                  <a:gd name="connsiteX22" fmla="*/ 3913 w 29483"/>
                  <a:gd name="connsiteY22" fmla="*/ 17295 h 25908"/>
                  <a:gd name="connsiteX23" fmla="*/ 6567 w 29483"/>
                  <a:gd name="connsiteY23" fmla="*/ 20241 h 25908"/>
                  <a:gd name="connsiteX24" fmla="*/ 10345 w 29483"/>
                  <a:gd name="connsiteY24" fmla="*/ 21905 h 25908"/>
                  <a:gd name="connsiteX25" fmla="*/ 14753 w 29483"/>
                  <a:gd name="connsiteY25" fmla="*/ 22445 h 25908"/>
                  <a:gd name="connsiteX26" fmla="*/ 19521 w 29483"/>
                  <a:gd name="connsiteY26" fmla="*/ 21815 h 25908"/>
                  <a:gd name="connsiteX27" fmla="*/ 23277 w 29483"/>
                  <a:gd name="connsiteY27" fmla="*/ 20016 h 25908"/>
                  <a:gd name="connsiteX28" fmla="*/ 25705 w 29483"/>
                  <a:gd name="connsiteY28" fmla="*/ 17047 h 25908"/>
                  <a:gd name="connsiteX29" fmla="*/ 26560 w 29483"/>
                  <a:gd name="connsiteY29" fmla="*/ 12954 h 25908"/>
                  <a:gd name="connsiteX30" fmla="*/ 25571 w 29483"/>
                  <a:gd name="connsiteY30" fmla="*/ 8614 h 25908"/>
                  <a:gd name="connsiteX31" fmla="*/ 22894 w 29483"/>
                  <a:gd name="connsiteY31" fmla="*/ 5667 h 25908"/>
                  <a:gd name="connsiteX32" fmla="*/ 19116 w 29483"/>
                  <a:gd name="connsiteY32" fmla="*/ 4003 h 25908"/>
                  <a:gd name="connsiteX33" fmla="*/ 14753 w 29483"/>
                  <a:gd name="connsiteY33" fmla="*/ 3463 h 25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9483" h="25908">
                    <a:moveTo>
                      <a:pt x="29484" y="12954"/>
                    </a:moveTo>
                    <a:cubicBezTo>
                      <a:pt x="29439" y="14753"/>
                      <a:pt x="29124" y="16440"/>
                      <a:pt x="28517" y="17992"/>
                    </a:cubicBezTo>
                    <a:cubicBezTo>
                      <a:pt x="27909" y="19566"/>
                      <a:pt x="26988" y="20915"/>
                      <a:pt x="25773" y="22085"/>
                    </a:cubicBezTo>
                    <a:cubicBezTo>
                      <a:pt x="24558" y="23254"/>
                      <a:pt x="23029" y="24176"/>
                      <a:pt x="21185" y="24874"/>
                    </a:cubicBezTo>
                    <a:cubicBezTo>
                      <a:pt x="19341" y="25548"/>
                      <a:pt x="17204" y="25908"/>
                      <a:pt x="14753" y="25908"/>
                    </a:cubicBezTo>
                    <a:cubicBezTo>
                      <a:pt x="12706" y="25908"/>
                      <a:pt x="10795" y="25638"/>
                      <a:pt x="8996" y="25098"/>
                    </a:cubicBezTo>
                    <a:cubicBezTo>
                      <a:pt x="7219" y="24559"/>
                      <a:pt x="5667" y="23749"/>
                      <a:pt x="4318" y="22670"/>
                    </a:cubicBezTo>
                    <a:cubicBezTo>
                      <a:pt x="2991" y="21590"/>
                      <a:pt x="1934" y="20241"/>
                      <a:pt x="1169" y="18621"/>
                    </a:cubicBezTo>
                    <a:cubicBezTo>
                      <a:pt x="405" y="17002"/>
                      <a:pt x="0" y="15113"/>
                      <a:pt x="0" y="12954"/>
                    </a:cubicBezTo>
                    <a:cubicBezTo>
                      <a:pt x="0" y="10795"/>
                      <a:pt x="382" y="8861"/>
                      <a:pt x="1169" y="7242"/>
                    </a:cubicBezTo>
                    <a:cubicBezTo>
                      <a:pt x="1934" y="5622"/>
                      <a:pt x="2991" y="4273"/>
                      <a:pt x="4295" y="3194"/>
                    </a:cubicBezTo>
                    <a:cubicBezTo>
                      <a:pt x="5600" y="2114"/>
                      <a:pt x="7174" y="1305"/>
                      <a:pt x="8973" y="787"/>
                    </a:cubicBezTo>
                    <a:cubicBezTo>
                      <a:pt x="10772" y="270"/>
                      <a:pt x="12706" y="0"/>
                      <a:pt x="14753" y="0"/>
                    </a:cubicBezTo>
                    <a:cubicBezTo>
                      <a:pt x="16979" y="0"/>
                      <a:pt x="19004" y="315"/>
                      <a:pt x="20803" y="922"/>
                    </a:cubicBezTo>
                    <a:cubicBezTo>
                      <a:pt x="22602" y="1529"/>
                      <a:pt x="24154" y="2407"/>
                      <a:pt x="25436" y="3531"/>
                    </a:cubicBezTo>
                    <a:cubicBezTo>
                      <a:pt x="26740" y="4655"/>
                      <a:pt x="27730" y="6027"/>
                      <a:pt x="28427" y="7624"/>
                    </a:cubicBezTo>
                    <a:cubicBezTo>
                      <a:pt x="29124" y="9221"/>
                      <a:pt x="29484" y="10997"/>
                      <a:pt x="29484" y="12954"/>
                    </a:cubicBezTo>
                    <a:close/>
                    <a:moveTo>
                      <a:pt x="14753" y="3463"/>
                    </a:moveTo>
                    <a:cubicBezTo>
                      <a:pt x="13089" y="3463"/>
                      <a:pt x="11559" y="3643"/>
                      <a:pt x="10120" y="4003"/>
                    </a:cubicBezTo>
                    <a:cubicBezTo>
                      <a:pt x="8681" y="4363"/>
                      <a:pt x="7421" y="4925"/>
                      <a:pt x="6364" y="5667"/>
                    </a:cubicBezTo>
                    <a:cubicBezTo>
                      <a:pt x="5308" y="6432"/>
                      <a:pt x="4475" y="7399"/>
                      <a:pt x="3846" y="8569"/>
                    </a:cubicBezTo>
                    <a:cubicBezTo>
                      <a:pt x="3238" y="9760"/>
                      <a:pt x="2923" y="11222"/>
                      <a:pt x="2923" y="12954"/>
                    </a:cubicBezTo>
                    <a:cubicBezTo>
                      <a:pt x="2923" y="14686"/>
                      <a:pt x="3261" y="16103"/>
                      <a:pt x="3913" y="17295"/>
                    </a:cubicBezTo>
                    <a:cubicBezTo>
                      <a:pt x="4565" y="18486"/>
                      <a:pt x="5465" y="19476"/>
                      <a:pt x="6567" y="20241"/>
                    </a:cubicBezTo>
                    <a:cubicBezTo>
                      <a:pt x="7669" y="21005"/>
                      <a:pt x="8928" y="21545"/>
                      <a:pt x="10345" y="21905"/>
                    </a:cubicBezTo>
                    <a:cubicBezTo>
                      <a:pt x="11762" y="22265"/>
                      <a:pt x="13224" y="22445"/>
                      <a:pt x="14753" y="22445"/>
                    </a:cubicBezTo>
                    <a:cubicBezTo>
                      <a:pt x="16485" y="22445"/>
                      <a:pt x="18081" y="22242"/>
                      <a:pt x="19521" y="21815"/>
                    </a:cubicBezTo>
                    <a:cubicBezTo>
                      <a:pt x="20983" y="21410"/>
                      <a:pt x="22220" y="20803"/>
                      <a:pt x="23277" y="20016"/>
                    </a:cubicBezTo>
                    <a:cubicBezTo>
                      <a:pt x="24334" y="19229"/>
                      <a:pt x="25121" y="18239"/>
                      <a:pt x="25705" y="17047"/>
                    </a:cubicBezTo>
                    <a:cubicBezTo>
                      <a:pt x="26290" y="15855"/>
                      <a:pt x="26560" y="14483"/>
                      <a:pt x="26560" y="12954"/>
                    </a:cubicBezTo>
                    <a:cubicBezTo>
                      <a:pt x="26560" y="11267"/>
                      <a:pt x="26223" y="9805"/>
                      <a:pt x="25571" y="8614"/>
                    </a:cubicBezTo>
                    <a:cubicBezTo>
                      <a:pt x="24918" y="7422"/>
                      <a:pt x="24019" y="6432"/>
                      <a:pt x="22894" y="5667"/>
                    </a:cubicBezTo>
                    <a:cubicBezTo>
                      <a:pt x="21770" y="4903"/>
                      <a:pt x="20510" y="4363"/>
                      <a:pt x="19116" y="4003"/>
                    </a:cubicBezTo>
                    <a:cubicBezTo>
                      <a:pt x="17722" y="3643"/>
                      <a:pt x="16260" y="3463"/>
                      <a:pt x="14753" y="3463"/>
                    </a:cubicBezTo>
                    <a:close/>
                  </a:path>
                </a:pathLst>
              </a:custGeom>
              <a:solidFill>
                <a:srgbClr val="231F20"/>
              </a:solidFill>
              <a:ln w="2249" cap="flat">
                <a:noFill/>
                <a:prstDash val="solid"/>
                <a:miter/>
              </a:ln>
            </p:spPr>
            <p:txBody>
              <a:bodyPr rtlCol="0" anchor="ctr"/>
              <a:lstStyle/>
              <a:p>
                <a:endParaRPr lang="en-US"/>
              </a:p>
            </p:txBody>
          </p:sp>
          <p:sp>
            <p:nvSpPr>
              <p:cNvPr id="18272" name="Freeform 18271">
                <a:extLst>
                  <a:ext uri="{FF2B5EF4-FFF2-40B4-BE49-F238E27FC236}">
                    <a16:creationId xmlns:a16="http://schemas.microsoft.com/office/drawing/2014/main" id="{481B5B02-401D-1599-68EE-A546A29261A0}"/>
                  </a:ext>
                </a:extLst>
              </p:cNvPr>
              <p:cNvSpPr/>
              <p:nvPr/>
            </p:nvSpPr>
            <p:spPr>
              <a:xfrm>
                <a:off x="3691932" y="4950600"/>
                <a:ext cx="28741" cy="22197"/>
              </a:xfrm>
              <a:custGeom>
                <a:avLst/>
                <a:gdLst>
                  <a:gd name="connsiteX0" fmla="*/ 28719 w 28741"/>
                  <a:gd name="connsiteY0" fmla="*/ 18959 h 22197"/>
                  <a:gd name="connsiteX1" fmla="*/ 28719 w 28741"/>
                  <a:gd name="connsiteY1" fmla="*/ 22197 h 22197"/>
                  <a:gd name="connsiteX2" fmla="*/ 765 w 28741"/>
                  <a:gd name="connsiteY2" fmla="*/ 22197 h 22197"/>
                  <a:gd name="connsiteX3" fmla="*/ 765 w 28741"/>
                  <a:gd name="connsiteY3" fmla="*/ 18959 h 22197"/>
                  <a:gd name="connsiteX4" fmla="*/ 4655 w 28741"/>
                  <a:gd name="connsiteY4" fmla="*/ 18959 h 22197"/>
                  <a:gd name="connsiteX5" fmla="*/ 1304 w 28741"/>
                  <a:gd name="connsiteY5" fmla="*/ 14933 h 22197"/>
                  <a:gd name="connsiteX6" fmla="*/ 0 w 28741"/>
                  <a:gd name="connsiteY6" fmla="*/ 9940 h 22197"/>
                  <a:gd name="connsiteX7" fmla="*/ 899 w 28741"/>
                  <a:gd name="connsiteY7" fmla="*/ 5128 h 22197"/>
                  <a:gd name="connsiteX8" fmla="*/ 4003 w 28741"/>
                  <a:gd name="connsiteY8" fmla="*/ 1394 h 22197"/>
                  <a:gd name="connsiteX9" fmla="*/ 7107 w 28741"/>
                  <a:gd name="connsiteY9" fmla="*/ 180 h 22197"/>
                  <a:gd name="connsiteX10" fmla="*/ 10435 w 28741"/>
                  <a:gd name="connsiteY10" fmla="*/ 0 h 22197"/>
                  <a:gd name="connsiteX11" fmla="*/ 28741 w 28741"/>
                  <a:gd name="connsiteY11" fmla="*/ 0 h 22197"/>
                  <a:gd name="connsiteX12" fmla="*/ 28741 w 28741"/>
                  <a:gd name="connsiteY12" fmla="*/ 3239 h 22197"/>
                  <a:gd name="connsiteX13" fmla="*/ 10502 w 28741"/>
                  <a:gd name="connsiteY13" fmla="*/ 3239 h 22197"/>
                  <a:gd name="connsiteX14" fmla="*/ 4835 w 28741"/>
                  <a:gd name="connsiteY14" fmla="*/ 4903 h 22197"/>
                  <a:gd name="connsiteX15" fmla="*/ 2946 w 28741"/>
                  <a:gd name="connsiteY15" fmla="*/ 10458 h 22197"/>
                  <a:gd name="connsiteX16" fmla="*/ 3396 w 28741"/>
                  <a:gd name="connsiteY16" fmla="*/ 13201 h 22197"/>
                  <a:gd name="connsiteX17" fmla="*/ 4610 w 28741"/>
                  <a:gd name="connsiteY17" fmla="*/ 15450 h 22197"/>
                  <a:gd name="connsiteX18" fmla="*/ 6342 w 28741"/>
                  <a:gd name="connsiteY18" fmla="*/ 17160 h 22197"/>
                  <a:gd name="connsiteX19" fmla="*/ 8389 w 28741"/>
                  <a:gd name="connsiteY19" fmla="*/ 18239 h 22197"/>
                  <a:gd name="connsiteX20" fmla="*/ 10975 w 28741"/>
                  <a:gd name="connsiteY20" fmla="*/ 18824 h 22197"/>
                  <a:gd name="connsiteX21" fmla="*/ 13674 w 28741"/>
                  <a:gd name="connsiteY21" fmla="*/ 18936 h 22197"/>
                  <a:gd name="connsiteX22" fmla="*/ 28741 w 28741"/>
                  <a:gd name="connsiteY22" fmla="*/ 18936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8741" h="22197">
                    <a:moveTo>
                      <a:pt x="28719" y="18959"/>
                    </a:moveTo>
                    <a:lnTo>
                      <a:pt x="28719" y="22197"/>
                    </a:lnTo>
                    <a:lnTo>
                      <a:pt x="765" y="22197"/>
                    </a:lnTo>
                    <a:lnTo>
                      <a:pt x="765" y="18959"/>
                    </a:lnTo>
                    <a:lnTo>
                      <a:pt x="4655" y="18959"/>
                    </a:lnTo>
                    <a:cubicBezTo>
                      <a:pt x="3283" y="17654"/>
                      <a:pt x="2181" y="16327"/>
                      <a:pt x="1304" y="14933"/>
                    </a:cubicBezTo>
                    <a:cubicBezTo>
                      <a:pt x="450" y="13539"/>
                      <a:pt x="0" y="11875"/>
                      <a:pt x="0" y="9940"/>
                    </a:cubicBezTo>
                    <a:cubicBezTo>
                      <a:pt x="0" y="8209"/>
                      <a:pt x="292" y="6612"/>
                      <a:pt x="899" y="5128"/>
                    </a:cubicBezTo>
                    <a:cubicBezTo>
                      <a:pt x="1507" y="3643"/>
                      <a:pt x="2519" y="2407"/>
                      <a:pt x="4003" y="1394"/>
                    </a:cubicBezTo>
                    <a:cubicBezTo>
                      <a:pt x="5015" y="720"/>
                      <a:pt x="6050" y="315"/>
                      <a:pt x="7107" y="180"/>
                    </a:cubicBezTo>
                    <a:cubicBezTo>
                      <a:pt x="8163" y="45"/>
                      <a:pt x="9266" y="0"/>
                      <a:pt x="10435" y="0"/>
                    </a:cubicBezTo>
                    <a:lnTo>
                      <a:pt x="28741" y="0"/>
                    </a:lnTo>
                    <a:lnTo>
                      <a:pt x="28741" y="3239"/>
                    </a:lnTo>
                    <a:lnTo>
                      <a:pt x="10502" y="3239"/>
                    </a:lnTo>
                    <a:cubicBezTo>
                      <a:pt x="7984" y="3239"/>
                      <a:pt x="6095" y="3801"/>
                      <a:pt x="4835" y="4903"/>
                    </a:cubicBezTo>
                    <a:cubicBezTo>
                      <a:pt x="3576" y="6027"/>
                      <a:pt x="2946" y="7871"/>
                      <a:pt x="2946" y="10458"/>
                    </a:cubicBezTo>
                    <a:cubicBezTo>
                      <a:pt x="2946" y="11470"/>
                      <a:pt x="3103" y="12392"/>
                      <a:pt x="3396" y="13201"/>
                    </a:cubicBezTo>
                    <a:cubicBezTo>
                      <a:pt x="3711" y="14033"/>
                      <a:pt x="4115" y="14776"/>
                      <a:pt x="4610" y="15450"/>
                    </a:cubicBezTo>
                    <a:cubicBezTo>
                      <a:pt x="5105" y="16125"/>
                      <a:pt x="5690" y="16687"/>
                      <a:pt x="6342" y="17160"/>
                    </a:cubicBezTo>
                    <a:cubicBezTo>
                      <a:pt x="6994" y="17632"/>
                      <a:pt x="7669" y="17992"/>
                      <a:pt x="8389" y="18239"/>
                    </a:cubicBezTo>
                    <a:cubicBezTo>
                      <a:pt x="9288" y="18554"/>
                      <a:pt x="10143" y="18757"/>
                      <a:pt x="10975" y="18824"/>
                    </a:cubicBezTo>
                    <a:cubicBezTo>
                      <a:pt x="11807" y="18891"/>
                      <a:pt x="12706" y="18936"/>
                      <a:pt x="13674" y="18936"/>
                    </a:cubicBezTo>
                    <a:lnTo>
                      <a:pt x="28741" y="18936"/>
                    </a:lnTo>
                    <a:close/>
                  </a:path>
                </a:pathLst>
              </a:custGeom>
              <a:solidFill>
                <a:srgbClr val="231F20"/>
              </a:solidFill>
              <a:ln w="2249" cap="flat">
                <a:noFill/>
                <a:prstDash val="solid"/>
                <a:miter/>
              </a:ln>
            </p:spPr>
            <p:txBody>
              <a:bodyPr rtlCol="0" anchor="ctr"/>
              <a:lstStyle/>
              <a:p>
                <a:endParaRPr lang="en-US"/>
              </a:p>
            </p:txBody>
          </p:sp>
          <p:sp>
            <p:nvSpPr>
              <p:cNvPr id="18273" name="Freeform 18272">
                <a:extLst>
                  <a:ext uri="{FF2B5EF4-FFF2-40B4-BE49-F238E27FC236}">
                    <a16:creationId xmlns:a16="http://schemas.microsoft.com/office/drawing/2014/main" id="{D0B452AA-4C97-892F-569C-55B2AD42FAE0}"/>
                  </a:ext>
                </a:extLst>
              </p:cNvPr>
              <p:cNvSpPr/>
              <p:nvPr/>
            </p:nvSpPr>
            <p:spPr>
              <a:xfrm>
                <a:off x="3681024" y="4932811"/>
                <a:ext cx="39604" cy="12796"/>
              </a:xfrm>
              <a:custGeom>
                <a:avLst/>
                <a:gdLst>
                  <a:gd name="connsiteX0" fmla="*/ 14348 w 39604"/>
                  <a:gd name="connsiteY0" fmla="*/ 12796 h 12796"/>
                  <a:gd name="connsiteX1" fmla="*/ 11650 w 39604"/>
                  <a:gd name="connsiteY1" fmla="*/ 12796 h 12796"/>
                  <a:gd name="connsiteX2" fmla="*/ 11650 w 39604"/>
                  <a:gd name="connsiteY2" fmla="*/ 8636 h 12796"/>
                  <a:gd name="connsiteX3" fmla="*/ 7219 w 39604"/>
                  <a:gd name="connsiteY3" fmla="*/ 8636 h 12796"/>
                  <a:gd name="connsiteX4" fmla="*/ 1934 w 39604"/>
                  <a:gd name="connsiteY4" fmla="*/ 7287 h 12796"/>
                  <a:gd name="connsiteX5" fmla="*/ 0 w 39604"/>
                  <a:gd name="connsiteY5" fmla="*/ 2699 h 12796"/>
                  <a:gd name="connsiteX6" fmla="*/ 45 w 39604"/>
                  <a:gd name="connsiteY6" fmla="*/ 1304 h 12796"/>
                  <a:gd name="connsiteX7" fmla="*/ 203 w 39604"/>
                  <a:gd name="connsiteY7" fmla="*/ 0 h 12796"/>
                  <a:gd name="connsiteX8" fmla="*/ 3171 w 39604"/>
                  <a:gd name="connsiteY8" fmla="*/ 0 h 12796"/>
                  <a:gd name="connsiteX9" fmla="*/ 2901 w 39604"/>
                  <a:gd name="connsiteY9" fmla="*/ 1934 h 12796"/>
                  <a:gd name="connsiteX10" fmla="*/ 3351 w 39604"/>
                  <a:gd name="connsiteY10" fmla="*/ 3868 h 12796"/>
                  <a:gd name="connsiteX11" fmla="*/ 4565 w 39604"/>
                  <a:gd name="connsiteY11" fmla="*/ 4903 h 12796"/>
                  <a:gd name="connsiteX12" fmla="*/ 6275 w 39604"/>
                  <a:gd name="connsiteY12" fmla="*/ 5308 h 12796"/>
                  <a:gd name="connsiteX13" fmla="*/ 8186 w 39604"/>
                  <a:gd name="connsiteY13" fmla="*/ 5397 h 12796"/>
                  <a:gd name="connsiteX14" fmla="*/ 11650 w 39604"/>
                  <a:gd name="connsiteY14" fmla="*/ 5397 h 12796"/>
                  <a:gd name="connsiteX15" fmla="*/ 11650 w 39604"/>
                  <a:gd name="connsiteY15" fmla="*/ 0 h 12796"/>
                  <a:gd name="connsiteX16" fmla="*/ 14348 w 39604"/>
                  <a:gd name="connsiteY16" fmla="*/ 0 h 12796"/>
                  <a:gd name="connsiteX17" fmla="*/ 14348 w 39604"/>
                  <a:gd name="connsiteY17" fmla="*/ 5397 h 12796"/>
                  <a:gd name="connsiteX18" fmla="*/ 39604 w 39604"/>
                  <a:gd name="connsiteY18" fmla="*/ 5397 h 12796"/>
                  <a:gd name="connsiteX19" fmla="*/ 39604 w 39604"/>
                  <a:gd name="connsiteY19" fmla="*/ 8636 h 12796"/>
                  <a:gd name="connsiteX20" fmla="*/ 14348 w 39604"/>
                  <a:gd name="connsiteY20" fmla="*/ 8636 h 12796"/>
                  <a:gd name="connsiteX21" fmla="*/ 14348 w 39604"/>
                  <a:gd name="connsiteY21" fmla="*/ 12796 h 12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9604" h="12796">
                    <a:moveTo>
                      <a:pt x="14348" y="12796"/>
                    </a:moveTo>
                    <a:lnTo>
                      <a:pt x="11650" y="12796"/>
                    </a:lnTo>
                    <a:lnTo>
                      <a:pt x="11650" y="8636"/>
                    </a:lnTo>
                    <a:lnTo>
                      <a:pt x="7219" y="8636"/>
                    </a:lnTo>
                    <a:cubicBezTo>
                      <a:pt x="4993" y="8636"/>
                      <a:pt x="3216" y="8186"/>
                      <a:pt x="1934" y="7287"/>
                    </a:cubicBezTo>
                    <a:cubicBezTo>
                      <a:pt x="630" y="6387"/>
                      <a:pt x="0" y="4858"/>
                      <a:pt x="0" y="2699"/>
                    </a:cubicBezTo>
                    <a:cubicBezTo>
                      <a:pt x="0" y="2204"/>
                      <a:pt x="0" y="1731"/>
                      <a:pt x="45" y="1304"/>
                    </a:cubicBezTo>
                    <a:cubicBezTo>
                      <a:pt x="90" y="877"/>
                      <a:pt x="135" y="450"/>
                      <a:pt x="203" y="0"/>
                    </a:cubicBezTo>
                    <a:lnTo>
                      <a:pt x="3171" y="0"/>
                    </a:lnTo>
                    <a:cubicBezTo>
                      <a:pt x="2991" y="720"/>
                      <a:pt x="2901" y="1372"/>
                      <a:pt x="2901" y="1934"/>
                    </a:cubicBezTo>
                    <a:cubicBezTo>
                      <a:pt x="2901" y="2766"/>
                      <a:pt x="3059" y="3418"/>
                      <a:pt x="3351" y="3868"/>
                    </a:cubicBezTo>
                    <a:cubicBezTo>
                      <a:pt x="3666" y="4340"/>
                      <a:pt x="4071" y="4678"/>
                      <a:pt x="4565" y="4903"/>
                    </a:cubicBezTo>
                    <a:cubicBezTo>
                      <a:pt x="5060" y="5127"/>
                      <a:pt x="5645" y="5262"/>
                      <a:pt x="6275" y="5308"/>
                    </a:cubicBezTo>
                    <a:cubicBezTo>
                      <a:pt x="6904" y="5353"/>
                      <a:pt x="7534" y="5397"/>
                      <a:pt x="8186" y="5397"/>
                    </a:cubicBezTo>
                    <a:lnTo>
                      <a:pt x="11650" y="5397"/>
                    </a:lnTo>
                    <a:lnTo>
                      <a:pt x="11650" y="0"/>
                    </a:lnTo>
                    <a:lnTo>
                      <a:pt x="14348" y="0"/>
                    </a:lnTo>
                    <a:lnTo>
                      <a:pt x="14348" y="5397"/>
                    </a:lnTo>
                    <a:lnTo>
                      <a:pt x="39604" y="5397"/>
                    </a:lnTo>
                    <a:lnTo>
                      <a:pt x="39604" y="8636"/>
                    </a:lnTo>
                    <a:lnTo>
                      <a:pt x="14348" y="8636"/>
                    </a:lnTo>
                    <a:lnTo>
                      <a:pt x="14348" y="12796"/>
                    </a:lnTo>
                    <a:close/>
                  </a:path>
                </a:pathLst>
              </a:custGeom>
              <a:solidFill>
                <a:srgbClr val="231F20"/>
              </a:solidFill>
              <a:ln w="2249" cap="flat">
                <a:noFill/>
                <a:prstDash val="solid"/>
                <a:miter/>
              </a:ln>
            </p:spPr>
            <p:txBody>
              <a:bodyPr rtlCol="0" anchor="ctr"/>
              <a:lstStyle/>
              <a:p>
                <a:endParaRPr lang="en-US"/>
              </a:p>
            </p:txBody>
          </p:sp>
          <p:sp>
            <p:nvSpPr>
              <p:cNvPr id="18274" name="Freeform 18273">
                <a:extLst>
                  <a:ext uri="{FF2B5EF4-FFF2-40B4-BE49-F238E27FC236}">
                    <a16:creationId xmlns:a16="http://schemas.microsoft.com/office/drawing/2014/main" id="{3525990B-8C62-CC44-CBFF-1A7A1ED72585}"/>
                  </a:ext>
                </a:extLst>
              </p:cNvPr>
              <p:cNvSpPr/>
              <p:nvPr/>
            </p:nvSpPr>
            <p:spPr>
              <a:xfrm>
                <a:off x="3692652" y="4905598"/>
                <a:ext cx="28719" cy="22197"/>
              </a:xfrm>
              <a:custGeom>
                <a:avLst/>
                <a:gdLst>
                  <a:gd name="connsiteX0" fmla="*/ 23 w 28719"/>
                  <a:gd name="connsiteY0" fmla="*/ 3239 h 22197"/>
                  <a:gd name="connsiteX1" fmla="*/ 23 w 28719"/>
                  <a:gd name="connsiteY1" fmla="*/ 0 h 22197"/>
                  <a:gd name="connsiteX2" fmla="*/ 27977 w 28719"/>
                  <a:gd name="connsiteY2" fmla="*/ 0 h 22197"/>
                  <a:gd name="connsiteX3" fmla="*/ 27977 w 28719"/>
                  <a:gd name="connsiteY3" fmla="*/ 3239 h 22197"/>
                  <a:gd name="connsiteX4" fmla="*/ 24086 w 28719"/>
                  <a:gd name="connsiteY4" fmla="*/ 3239 h 22197"/>
                  <a:gd name="connsiteX5" fmla="*/ 25661 w 28719"/>
                  <a:gd name="connsiteY5" fmla="*/ 4701 h 22197"/>
                  <a:gd name="connsiteX6" fmla="*/ 27145 w 28719"/>
                  <a:gd name="connsiteY6" fmla="*/ 6567 h 22197"/>
                  <a:gd name="connsiteX7" fmla="*/ 28269 w 28719"/>
                  <a:gd name="connsiteY7" fmla="*/ 9018 h 22197"/>
                  <a:gd name="connsiteX8" fmla="*/ 28719 w 28719"/>
                  <a:gd name="connsiteY8" fmla="*/ 12257 h 22197"/>
                  <a:gd name="connsiteX9" fmla="*/ 27932 w 28719"/>
                  <a:gd name="connsiteY9" fmla="*/ 16957 h 22197"/>
                  <a:gd name="connsiteX10" fmla="*/ 25750 w 28719"/>
                  <a:gd name="connsiteY10" fmla="*/ 20016 h 22197"/>
                  <a:gd name="connsiteX11" fmla="*/ 22490 w 28719"/>
                  <a:gd name="connsiteY11" fmla="*/ 21680 h 22197"/>
                  <a:gd name="connsiteX12" fmla="*/ 18419 w 28719"/>
                  <a:gd name="connsiteY12" fmla="*/ 22197 h 22197"/>
                  <a:gd name="connsiteX13" fmla="*/ 23 w 28719"/>
                  <a:gd name="connsiteY13" fmla="*/ 22197 h 22197"/>
                  <a:gd name="connsiteX14" fmla="*/ 23 w 28719"/>
                  <a:gd name="connsiteY14" fmla="*/ 18959 h 22197"/>
                  <a:gd name="connsiteX15" fmla="*/ 18374 w 28719"/>
                  <a:gd name="connsiteY15" fmla="*/ 18959 h 22197"/>
                  <a:gd name="connsiteX16" fmla="*/ 23906 w 28719"/>
                  <a:gd name="connsiteY16" fmla="*/ 17295 h 22197"/>
                  <a:gd name="connsiteX17" fmla="*/ 25818 w 28719"/>
                  <a:gd name="connsiteY17" fmla="*/ 11785 h 22197"/>
                  <a:gd name="connsiteX18" fmla="*/ 25031 w 28719"/>
                  <a:gd name="connsiteY18" fmla="*/ 8186 h 22197"/>
                  <a:gd name="connsiteX19" fmla="*/ 22849 w 28719"/>
                  <a:gd name="connsiteY19" fmla="*/ 5510 h 22197"/>
                  <a:gd name="connsiteX20" fmla="*/ 19499 w 28719"/>
                  <a:gd name="connsiteY20" fmla="*/ 3846 h 22197"/>
                  <a:gd name="connsiteX21" fmla="*/ 15225 w 28719"/>
                  <a:gd name="connsiteY21" fmla="*/ 3261 h 22197"/>
                  <a:gd name="connsiteX22" fmla="*/ 0 w 28719"/>
                  <a:gd name="connsiteY22" fmla="*/ 3261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8719" h="22197">
                    <a:moveTo>
                      <a:pt x="23" y="3239"/>
                    </a:moveTo>
                    <a:lnTo>
                      <a:pt x="23" y="0"/>
                    </a:lnTo>
                    <a:lnTo>
                      <a:pt x="27977" y="0"/>
                    </a:lnTo>
                    <a:lnTo>
                      <a:pt x="27977" y="3239"/>
                    </a:lnTo>
                    <a:lnTo>
                      <a:pt x="24086" y="3239"/>
                    </a:lnTo>
                    <a:cubicBezTo>
                      <a:pt x="24581" y="3666"/>
                      <a:pt x="25121" y="4161"/>
                      <a:pt x="25661" y="4701"/>
                    </a:cubicBezTo>
                    <a:cubicBezTo>
                      <a:pt x="26200" y="5240"/>
                      <a:pt x="26695" y="5870"/>
                      <a:pt x="27145" y="6567"/>
                    </a:cubicBezTo>
                    <a:cubicBezTo>
                      <a:pt x="27595" y="7264"/>
                      <a:pt x="27977" y="8096"/>
                      <a:pt x="28269" y="9018"/>
                    </a:cubicBezTo>
                    <a:cubicBezTo>
                      <a:pt x="28562" y="9940"/>
                      <a:pt x="28719" y="11042"/>
                      <a:pt x="28719" y="12257"/>
                    </a:cubicBezTo>
                    <a:cubicBezTo>
                      <a:pt x="28719" y="14124"/>
                      <a:pt x="28449" y="15698"/>
                      <a:pt x="27932" y="16957"/>
                    </a:cubicBezTo>
                    <a:cubicBezTo>
                      <a:pt x="27415" y="18217"/>
                      <a:pt x="26673" y="19229"/>
                      <a:pt x="25750" y="20016"/>
                    </a:cubicBezTo>
                    <a:cubicBezTo>
                      <a:pt x="24829" y="20803"/>
                      <a:pt x="23727" y="21343"/>
                      <a:pt x="22490" y="21680"/>
                    </a:cubicBezTo>
                    <a:cubicBezTo>
                      <a:pt x="21253" y="22017"/>
                      <a:pt x="19881" y="22197"/>
                      <a:pt x="18419" y="22197"/>
                    </a:cubicBezTo>
                    <a:lnTo>
                      <a:pt x="23" y="22197"/>
                    </a:lnTo>
                    <a:lnTo>
                      <a:pt x="23" y="18959"/>
                    </a:lnTo>
                    <a:lnTo>
                      <a:pt x="18374" y="18959"/>
                    </a:lnTo>
                    <a:cubicBezTo>
                      <a:pt x="20780" y="18959"/>
                      <a:pt x="22624" y="18397"/>
                      <a:pt x="23906" y="17295"/>
                    </a:cubicBezTo>
                    <a:cubicBezTo>
                      <a:pt x="25188" y="16170"/>
                      <a:pt x="25818" y="14348"/>
                      <a:pt x="25818" y="11785"/>
                    </a:cubicBezTo>
                    <a:cubicBezTo>
                      <a:pt x="25818" y="10458"/>
                      <a:pt x="25548" y="9266"/>
                      <a:pt x="25031" y="8186"/>
                    </a:cubicBezTo>
                    <a:cubicBezTo>
                      <a:pt x="24514" y="7129"/>
                      <a:pt x="23771" y="6230"/>
                      <a:pt x="22849" y="5510"/>
                    </a:cubicBezTo>
                    <a:cubicBezTo>
                      <a:pt x="21927" y="4790"/>
                      <a:pt x="20803" y="4228"/>
                      <a:pt x="19499" y="3846"/>
                    </a:cubicBezTo>
                    <a:cubicBezTo>
                      <a:pt x="18194" y="3463"/>
                      <a:pt x="16777" y="3261"/>
                      <a:pt x="15225" y="3261"/>
                    </a:cubicBezTo>
                    <a:lnTo>
                      <a:pt x="0" y="3261"/>
                    </a:lnTo>
                    <a:close/>
                  </a:path>
                </a:pathLst>
              </a:custGeom>
              <a:solidFill>
                <a:srgbClr val="231F20"/>
              </a:solidFill>
              <a:ln w="2249" cap="flat">
                <a:noFill/>
                <a:prstDash val="solid"/>
                <a:miter/>
              </a:ln>
            </p:spPr>
            <p:txBody>
              <a:bodyPr rtlCol="0" anchor="ctr"/>
              <a:lstStyle/>
              <a:p>
                <a:endParaRPr lang="en-US"/>
              </a:p>
            </p:txBody>
          </p:sp>
          <p:sp>
            <p:nvSpPr>
              <p:cNvPr id="18275" name="Freeform 18274">
                <a:extLst>
                  <a:ext uri="{FF2B5EF4-FFF2-40B4-BE49-F238E27FC236}">
                    <a16:creationId xmlns:a16="http://schemas.microsoft.com/office/drawing/2014/main" id="{C0D2C3F2-BA82-3155-9E43-E7DD92E6B94F}"/>
                  </a:ext>
                </a:extLst>
              </p:cNvPr>
              <p:cNvSpPr/>
              <p:nvPr/>
            </p:nvSpPr>
            <p:spPr>
              <a:xfrm>
                <a:off x="3691909" y="4877149"/>
                <a:ext cx="29438" cy="22039"/>
              </a:xfrm>
              <a:custGeom>
                <a:avLst/>
                <a:gdLst>
                  <a:gd name="connsiteX0" fmla="*/ 19993 w 29438"/>
                  <a:gd name="connsiteY0" fmla="*/ 18734 h 22039"/>
                  <a:gd name="connsiteX1" fmla="*/ 25098 w 29438"/>
                  <a:gd name="connsiteY1" fmla="*/ 16013 h 22039"/>
                  <a:gd name="connsiteX2" fmla="*/ 26583 w 29438"/>
                  <a:gd name="connsiteY2" fmla="*/ 10368 h 22039"/>
                  <a:gd name="connsiteX3" fmla="*/ 26155 w 29438"/>
                  <a:gd name="connsiteY3" fmla="*/ 7287 h 22039"/>
                  <a:gd name="connsiteX4" fmla="*/ 24986 w 29438"/>
                  <a:gd name="connsiteY4" fmla="*/ 5150 h 22039"/>
                  <a:gd name="connsiteX5" fmla="*/ 23344 w 29438"/>
                  <a:gd name="connsiteY5" fmla="*/ 3891 h 22039"/>
                  <a:gd name="connsiteX6" fmla="*/ 21410 w 29438"/>
                  <a:gd name="connsiteY6" fmla="*/ 3463 h 22039"/>
                  <a:gd name="connsiteX7" fmla="*/ 18351 w 29438"/>
                  <a:gd name="connsiteY7" fmla="*/ 4790 h 22039"/>
                  <a:gd name="connsiteX8" fmla="*/ 16777 w 29438"/>
                  <a:gd name="connsiteY8" fmla="*/ 8119 h 22039"/>
                  <a:gd name="connsiteX9" fmla="*/ 15810 w 29438"/>
                  <a:gd name="connsiteY9" fmla="*/ 12437 h 22039"/>
                  <a:gd name="connsiteX10" fmla="*/ 14596 w 29438"/>
                  <a:gd name="connsiteY10" fmla="*/ 16755 h 22039"/>
                  <a:gd name="connsiteX11" fmla="*/ 12279 w 29438"/>
                  <a:gd name="connsiteY11" fmla="*/ 20083 h 22039"/>
                  <a:gd name="connsiteX12" fmla="*/ 8006 w 29438"/>
                  <a:gd name="connsiteY12" fmla="*/ 21410 h 22039"/>
                  <a:gd name="connsiteX13" fmla="*/ 2249 w 29438"/>
                  <a:gd name="connsiteY13" fmla="*/ 18846 h 22039"/>
                  <a:gd name="connsiteX14" fmla="*/ 0 w 29438"/>
                  <a:gd name="connsiteY14" fmla="*/ 11582 h 22039"/>
                  <a:gd name="connsiteX15" fmla="*/ 2024 w 29438"/>
                  <a:gd name="connsiteY15" fmla="*/ 4206 h 22039"/>
                  <a:gd name="connsiteX16" fmla="*/ 8793 w 29438"/>
                  <a:gd name="connsiteY16" fmla="*/ 787 h 22039"/>
                  <a:gd name="connsiteX17" fmla="*/ 8793 w 29438"/>
                  <a:gd name="connsiteY17" fmla="*/ 4070 h 22039"/>
                  <a:gd name="connsiteX18" fmla="*/ 4228 w 29438"/>
                  <a:gd name="connsiteY18" fmla="*/ 6522 h 22039"/>
                  <a:gd name="connsiteX19" fmla="*/ 2901 w 29438"/>
                  <a:gd name="connsiteY19" fmla="*/ 11627 h 22039"/>
                  <a:gd name="connsiteX20" fmla="*/ 4228 w 29438"/>
                  <a:gd name="connsiteY20" fmla="*/ 16327 h 22039"/>
                  <a:gd name="connsiteX21" fmla="*/ 7714 w 29438"/>
                  <a:gd name="connsiteY21" fmla="*/ 17947 h 22039"/>
                  <a:gd name="connsiteX22" fmla="*/ 10593 w 29438"/>
                  <a:gd name="connsiteY22" fmla="*/ 16620 h 22039"/>
                  <a:gd name="connsiteX23" fmla="*/ 12212 w 29438"/>
                  <a:gd name="connsiteY23" fmla="*/ 13291 h 22039"/>
                  <a:gd name="connsiteX24" fmla="*/ 13314 w 29438"/>
                  <a:gd name="connsiteY24" fmla="*/ 8973 h 22039"/>
                  <a:gd name="connsiteX25" fmla="*/ 14685 w 29438"/>
                  <a:gd name="connsiteY25" fmla="*/ 4655 h 22039"/>
                  <a:gd name="connsiteX26" fmla="*/ 17092 w 29438"/>
                  <a:gd name="connsiteY26" fmla="*/ 1327 h 22039"/>
                  <a:gd name="connsiteX27" fmla="*/ 21298 w 29438"/>
                  <a:gd name="connsiteY27" fmla="*/ 0 h 22039"/>
                  <a:gd name="connsiteX28" fmla="*/ 24828 w 29438"/>
                  <a:gd name="connsiteY28" fmla="*/ 855 h 22039"/>
                  <a:gd name="connsiteX29" fmla="*/ 27392 w 29438"/>
                  <a:gd name="connsiteY29" fmla="*/ 3238 h 22039"/>
                  <a:gd name="connsiteX30" fmla="*/ 28922 w 29438"/>
                  <a:gd name="connsiteY30" fmla="*/ 6837 h 22039"/>
                  <a:gd name="connsiteX31" fmla="*/ 29439 w 29438"/>
                  <a:gd name="connsiteY31" fmla="*/ 11402 h 22039"/>
                  <a:gd name="connsiteX32" fmla="*/ 28719 w 29438"/>
                  <a:gd name="connsiteY32" fmla="*/ 15810 h 22039"/>
                  <a:gd name="connsiteX33" fmla="*/ 26695 w 29438"/>
                  <a:gd name="connsiteY33" fmla="*/ 19071 h 22039"/>
                  <a:gd name="connsiteX34" fmla="*/ 23681 w 29438"/>
                  <a:gd name="connsiteY34" fmla="*/ 21185 h 22039"/>
                  <a:gd name="connsiteX35" fmla="*/ 19948 w 29438"/>
                  <a:gd name="connsiteY35" fmla="*/ 22040 h 22039"/>
                  <a:gd name="connsiteX36" fmla="*/ 19948 w 29438"/>
                  <a:gd name="connsiteY36" fmla="*/ 18756 h 22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9438" h="22039">
                    <a:moveTo>
                      <a:pt x="19993" y="18734"/>
                    </a:moveTo>
                    <a:cubicBezTo>
                      <a:pt x="22400" y="18239"/>
                      <a:pt x="24109" y="17317"/>
                      <a:pt x="25098" y="16013"/>
                    </a:cubicBezTo>
                    <a:cubicBezTo>
                      <a:pt x="26088" y="14708"/>
                      <a:pt x="26583" y="12819"/>
                      <a:pt x="26583" y="10368"/>
                    </a:cubicBezTo>
                    <a:cubicBezTo>
                      <a:pt x="26583" y="9176"/>
                      <a:pt x="26448" y="8164"/>
                      <a:pt x="26155" y="7287"/>
                    </a:cubicBezTo>
                    <a:cubicBezTo>
                      <a:pt x="25863" y="6409"/>
                      <a:pt x="25481" y="5712"/>
                      <a:pt x="24986" y="5150"/>
                    </a:cubicBezTo>
                    <a:cubicBezTo>
                      <a:pt x="24491" y="4588"/>
                      <a:pt x="23951" y="4161"/>
                      <a:pt x="23344" y="3891"/>
                    </a:cubicBezTo>
                    <a:cubicBezTo>
                      <a:pt x="22737" y="3598"/>
                      <a:pt x="22085" y="3463"/>
                      <a:pt x="21410" y="3463"/>
                    </a:cubicBezTo>
                    <a:cubicBezTo>
                      <a:pt x="20038" y="3463"/>
                      <a:pt x="19026" y="3913"/>
                      <a:pt x="18351" y="4790"/>
                    </a:cubicBezTo>
                    <a:cubicBezTo>
                      <a:pt x="17677" y="5667"/>
                      <a:pt x="17160" y="6769"/>
                      <a:pt x="16777" y="8119"/>
                    </a:cubicBezTo>
                    <a:cubicBezTo>
                      <a:pt x="16395" y="9468"/>
                      <a:pt x="16080" y="10885"/>
                      <a:pt x="15810" y="12437"/>
                    </a:cubicBezTo>
                    <a:cubicBezTo>
                      <a:pt x="15540" y="13988"/>
                      <a:pt x="15135" y="15428"/>
                      <a:pt x="14596" y="16755"/>
                    </a:cubicBezTo>
                    <a:cubicBezTo>
                      <a:pt x="14056" y="18081"/>
                      <a:pt x="13291" y="19183"/>
                      <a:pt x="12279" y="20083"/>
                    </a:cubicBezTo>
                    <a:cubicBezTo>
                      <a:pt x="11267" y="20983"/>
                      <a:pt x="9850" y="21410"/>
                      <a:pt x="8006" y="21410"/>
                    </a:cubicBezTo>
                    <a:cubicBezTo>
                      <a:pt x="5667" y="21410"/>
                      <a:pt x="3756" y="20555"/>
                      <a:pt x="2249" y="18846"/>
                    </a:cubicBezTo>
                    <a:cubicBezTo>
                      <a:pt x="765" y="17137"/>
                      <a:pt x="0" y="14708"/>
                      <a:pt x="0" y="11582"/>
                    </a:cubicBezTo>
                    <a:cubicBezTo>
                      <a:pt x="0" y="8456"/>
                      <a:pt x="675" y="6095"/>
                      <a:pt x="2024" y="4206"/>
                    </a:cubicBezTo>
                    <a:cubicBezTo>
                      <a:pt x="3373" y="2316"/>
                      <a:pt x="5622" y="1169"/>
                      <a:pt x="8793" y="787"/>
                    </a:cubicBezTo>
                    <a:lnTo>
                      <a:pt x="8793" y="4070"/>
                    </a:lnTo>
                    <a:cubicBezTo>
                      <a:pt x="6634" y="4363"/>
                      <a:pt x="5105" y="5172"/>
                      <a:pt x="4228" y="6522"/>
                    </a:cubicBezTo>
                    <a:cubicBezTo>
                      <a:pt x="3351" y="7871"/>
                      <a:pt x="2901" y="9580"/>
                      <a:pt x="2901" y="11627"/>
                    </a:cubicBezTo>
                    <a:cubicBezTo>
                      <a:pt x="2901" y="13674"/>
                      <a:pt x="3351" y="15248"/>
                      <a:pt x="4228" y="16327"/>
                    </a:cubicBezTo>
                    <a:cubicBezTo>
                      <a:pt x="5105" y="17407"/>
                      <a:pt x="6274" y="17947"/>
                      <a:pt x="7714" y="17947"/>
                    </a:cubicBezTo>
                    <a:cubicBezTo>
                      <a:pt x="8973" y="17947"/>
                      <a:pt x="9940" y="17497"/>
                      <a:pt x="10593" y="16620"/>
                    </a:cubicBezTo>
                    <a:cubicBezTo>
                      <a:pt x="11267" y="15743"/>
                      <a:pt x="11807" y="14640"/>
                      <a:pt x="12212" y="13291"/>
                    </a:cubicBezTo>
                    <a:cubicBezTo>
                      <a:pt x="12617" y="11964"/>
                      <a:pt x="12999" y="10525"/>
                      <a:pt x="13314" y="8973"/>
                    </a:cubicBezTo>
                    <a:cubicBezTo>
                      <a:pt x="13629" y="7421"/>
                      <a:pt x="14101" y="5982"/>
                      <a:pt x="14685" y="4655"/>
                    </a:cubicBezTo>
                    <a:cubicBezTo>
                      <a:pt x="15270" y="3328"/>
                      <a:pt x="16080" y="2226"/>
                      <a:pt x="17092" y="1327"/>
                    </a:cubicBezTo>
                    <a:cubicBezTo>
                      <a:pt x="18104" y="450"/>
                      <a:pt x="19498" y="0"/>
                      <a:pt x="21298" y="0"/>
                    </a:cubicBezTo>
                    <a:cubicBezTo>
                      <a:pt x="22624" y="0"/>
                      <a:pt x="23816" y="292"/>
                      <a:pt x="24828" y="855"/>
                    </a:cubicBezTo>
                    <a:cubicBezTo>
                      <a:pt x="25841" y="1417"/>
                      <a:pt x="26718" y="2226"/>
                      <a:pt x="27392" y="3238"/>
                    </a:cubicBezTo>
                    <a:cubicBezTo>
                      <a:pt x="28067" y="4250"/>
                      <a:pt x="28584" y="5442"/>
                      <a:pt x="28922" y="6837"/>
                    </a:cubicBezTo>
                    <a:cubicBezTo>
                      <a:pt x="29259" y="8231"/>
                      <a:pt x="29439" y="9738"/>
                      <a:pt x="29439" y="11402"/>
                    </a:cubicBezTo>
                    <a:cubicBezTo>
                      <a:pt x="29439" y="13066"/>
                      <a:pt x="29191" y="14528"/>
                      <a:pt x="28719" y="15810"/>
                    </a:cubicBezTo>
                    <a:cubicBezTo>
                      <a:pt x="28224" y="17092"/>
                      <a:pt x="27550" y="18171"/>
                      <a:pt x="26695" y="19071"/>
                    </a:cubicBezTo>
                    <a:cubicBezTo>
                      <a:pt x="25841" y="19971"/>
                      <a:pt x="24828" y="20668"/>
                      <a:pt x="23681" y="21185"/>
                    </a:cubicBezTo>
                    <a:cubicBezTo>
                      <a:pt x="22534" y="21680"/>
                      <a:pt x="21298" y="21972"/>
                      <a:pt x="19948" y="22040"/>
                    </a:cubicBezTo>
                    <a:lnTo>
                      <a:pt x="19948" y="18756"/>
                    </a:lnTo>
                    <a:close/>
                  </a:path>
                </a:pathLst>
              </a:custGeom>
              <a:solidFill>
                <a:srgbClr val="231F20"/>
              </a:solidFill>
              <a:ln w="2249" cap="flat">
                <a:noFill/>
                <a:prstDash val="solid"/>
                <a:miter/>
              </a:ln>
            </p:spPr>
            <p:txBody>
              <a:bodyPr rtlCol="0" anchor="ctr"/>
              <a:lstStyle/>
              <a:p>
                <a:endParaRPr lang="en-US"/>
              </a:p>
            </p:txBody>
          </p:sp>
          <p:sp>
            <p:nvSpPr>
              <p:cNvPr id="18276" name="Freeform 18275">
                <a:extLst>
                  <a:ext uri="{FF2B5EF4-FFF2-40B4-BE49-F238E27FC236}">
                    <a16:creationId xmlns:a16="http://schemas.microsoft.com/office/drawing/2014/main" id="{67880009-C044-F1BE-202D-899476ED472E}"/>
                  </a:ext>
                </a:extLst>
              </p:cNvPr>
              <p:cNvSpPr/>
              <p:nvPr/>
            </p:nvSpPr>
            <p:spPr>
              <a:xfrm>
                <a:off x="3681767" y="4866916"/>
                <a:ext cx="38884" cy="3553"/>
              </a:xfrm>
              <a:custGeom>
                <a:avLst/>
                <a:gdLst>
                  <a:gd name="connsiteX0" fmla="*/ 4813 w 38884"/>
                  <a:gd name="connsiteY0" fmla="*/ 3553 h 3553"/>
                  <a:gd name="connsiteX1" fmla="*/ 0 w 38884"/>
                  <a:gd name="connsiteY1" fmla="*/ 3553 h 3553"/>
                  <a:gd name="connsiteX2" fmla="*/ 0 w 38884"/>
                  <a:gd name="connsiteY2" fmla="*/ 0 h 3553"/>
                  <a:gd name="connsiteX3" fmla="*/ 4813 w 38884"/>
                  <a:gd name="connsiteY3" fmla="*/ 0 h 3553"/>
                  <a:gd name="connsiteX4" fmla="*/ 4813 w 38884"/>
                  <a:gd name="connsiteY4" fmla="*/ 3553 h 3553"/>
                  <a:gd name="connsiteX5" fmla="*/ 38884 w 38884"/>
                  <a:gd name="connsiteY5" fmla="*/ 3396 h 3553"/>
                  <a:gd name="connsiteX6" fmla="*/ 10930 w 38884"/>
                  <a:gd name="connsiteY6" fmla="*/ 3396 h 3553"/>
                  <a:gd name="connsiteX7" fmla="*/ 10930 w 38884"/>
                  <a:gd name="connsiteY7" fmla="*/ 157 h 3553"/>
                  <a:gd name="connsiteX8" fmla="*/ 38884 w 38884"/>
                  <a:gd name="connsiteY8" fmla="*/ 157 h 3553"/>
                  <a:gd name="connsiteX9" fmla="*/ 38884 w 38884"/>
                  <a:gd name="connsiteY9" fmla="*/ 3396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84" h="3553">
                    <a:moveTo>
                      <a:pt x="4813" y="3553"/>
                    </a:moveTo>
                    <a:lnTo>
                      <a:pt x="0" y="3553"/>
                    </a:lnTo>
                    <a:lnTo>
                      <a:pt x="0" y="0"/>
                    </a:lnTo>
                    <a:lnTo>
                      <a:pt x="4813" y="0"/>
                    </a:lnTo>
                    <a:lnTo>
                      <a:pt x="4813" y="3553"/>
                    </a:lnTo>
                    <a:close/>
                    <a:moveTo>
                      <a:pt x="38884" y="3396"/>
                    </a:moveTo>
                    <a:lnTo>
                      <a:pt x="10930" y="3396"/>
                    </a:lnTo>
                    <a:lnTo>
                      <a:pt x="10930" y="157"/>
                    </a:lnTo>
                    <a:lnTo>
                      <a:pt x="38884" y="157"/>
                    </a:lnTo>
                    <a:lnTo>
                      <a:pt x="38884" y="3396"/>
                    </a:lnTo>
                    <a:close/>
                  </a:path>
                </a:pathLst>
              </a:custGeom>
              <a:solidFill>
                <a:srgbClr val="231F20"/>
              </a:solidFill>
              <a:ln w="2249" cap="flat">
                <a:noFill/>
                <a:prstDash val="solid"/>
                <a:miter/>
              </a:ln>
            </p:spPr>
            <p:txBody>
              <a:bodyPr rtlCol="0" anchor="ctr"/>
              <a:lstStyle/>
              <a:p>
                <a:endParaRPr lang="en-US"/>
              </a:p>
            </p:txBody>
          </p:sp>
          <p:sp>
            <p:nvSpPr>
              <p:cNvPr id="18277" name="Freeform 18276">
                <a:extLst>
                  <a:ext uri="{FF2B5EF4-FFF2-40B4-BE49-F238E27FC236}">
                    <a16:creationId xmlns:a16="http://schemas.microsoft.com/office/drawing/2014/main" id="{DD52E2CD-4DD7-8DA1-32BA-A889DF1D6CB5}"/>
                  </a:ext>
                </a:extLst>
              </p:cNvPr>
              <p:cNvSpPr/>
              <p:nvPr/>
            </p:nvSpPr>
            <p:spPr>
              <a:xfrm>
                <a:off x="3691932" y="4836623"/>
                <a:ext cx="28741" cy="22197"/>
              </a:xfrm>
              <a:custGeom>
                <a:avLst/>
                <a:gdLst>
                  <a:gd name="connsiteX0" fmla="*/ 28719 w 28741"/>
                  <a:gd name="connsiteY0" fmla="*/ 18959 h 22197"/>
                  <a:gd name="connsiteX1" fmla="*/ 28719 w 28741"/>
                  <a:gd name="connsiteY1" fmla="*/ 22197 h 22197"/>
                  <a:gd name="connsiteX2" fmla="*/ 765 w 28741"/>
                  <a:gd name="connsiteY2" fmla="*/ 22197 h 22197"/>
                  <a:gd name="connsiteX3" fmla="*/ 765 w 28741"/>
                  <a:gd name="connsiteY3" fmla="*/ 18959 h 22197"/>
                  <a:gd name="connsiteX4" fmla="*/ 4655 w 28741"/>
                  <a:gd name="connsiteY4" fmla="*/ 18959 h 22197"/>
                  <a:gd name="connsiteX5" fmla="*/ 1304 w 28741"/>
                  <a:gd name="connsiteY5" fmla="*/ 14933 h 22197"/>
                  <a:gd name="connsiteX6" fmla="*/ 0 w 28741"/>
                  <a:gd name="connsiteY6" fmla="*/ 9940 h 22197"/>
                  <a:gd name="connsiteX7" fmla="*/ 899 w 28741"/>
                  <a:gd name="connsiteY7" fmla="*/ 5127 h 22197"/>
                  <a:gd name="connsiteX8" fmla="*/ 4003 w 28741"/>
                  <a:gd name="connsiteY8" fmla="*/ 1394 h 22197"/>
                  <a:gd name="connsiteX9" fmla="*/ 7107 w 28741"/>
                  <a:gd name="connsiteY9" fmla="*/ 180 h 22197"/>
                  <a:gd name="connsiteX10" fmla="*/ 10435 w 28741"/>
                  <a:gd name="connsiteY10" fmla="*/ 0 h 22197"/>
                  <a:gd name="connsiteX11" fmla="*/ 28741 w 28741"/>
                  <a:gd name="connsiteY11" fmla="*/ 0 h 22197"/>
                  <a:gd name="connsiteX12" fmla="*/ 28741 w 28741"/>
                  <a:gd name="connsiteY12" fmla="*/ 3238 h 22197"/>
                  <a:gd name="connsiteX13" fmla="*/ 10502 w 28741"/>
                  <a:gd name="connsiteY13" fmla="*/ 3238 h 22197"/>
                  <a:gd name="connsiteX14" fmla="*/ 4835 w 28741"/>
                  <a:gd name="connsiteY14" fmla="*/ 4903 h 22197"/>
                  <a:gd name="connsiteX15" fmla="*/ 2946 w 28741"/>
                  <a:gd name="connsiteY15" fmla="*/ 10458 h 22197"/>
                  <a:gd name="connsiteX16" fmla="*/ 3396 w 28741"/>
                  <a:gd name="connsiteY16" fmla="*/ 13201 h 22197"/>
                  <a:gd name="connsiteX17" fmla="*/ 4610 w 28741"/>
                  <a:gd name="connsiteY17" fmla="*/ 15450 h 22197"/>
                  <a:gd name="connsiteX18" fmla="*/ 6342 w 28741"/>
                  <a:gd name="connsiteY18" fmla="*/ 17160 h 22197"/>
                  <a:gd name="connsiteX19" fmla="*/ 8389 w 28741"/>
                  <a:gd name="connsiteY19" fmla="*/ 18239 h 22197"/>
                  <a:gd name="connsiteX20" fmla="*/ 10975 w 28741"/>
                  <a:gd name="connsiteY20" fmla="*/ 18824 h 22197"/>
                  <a:gd name="connsiteX21" fmla="*/ 13674 w 28741"/>
                  <a:gd name="connsiteY21" fmla="*/ 18936 h 22197"/>
                  <a:gd name="connsiteX22" fmla="*/ 28741 w 28741"/>
                  <a:gd name="connsiteY22" fmla="*/ 18936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8741" h="22197">
                    <a:moveTo>
                      <a:pt x="28719" y="18959"/>
                    </a:moveTo>
                    <a:lnTo>
                      <a:pt x="28719" y="22197"/>
                    </a:lnTo>
                    <a:lnTo>
                      <a:pt x="765" y="22197"/>
                    </a:lnTo>
                    <a:lnTo>
                      <a:pt x="765" y="18959"/>
                    </a:lnTo>
                    <a:lnTo>
                      <a:pt x="4655" y="18959"/>
                    </a:lnTo>
                    <a:cubicBezTo>
                      <a:pt x="3283" y="17654"/>
                      <a:pt x="2181" y="16327"/>
                      <a:pt x="1304" y="14933"/>
                    </a:cubicBezTo>
                    <a:cubicBezTo>
                      <a:pt x="450" y="13539"/>
                      <a:pt x="0" y="11874"/>
                      <a:pt x="0" y="9940"/>
                    </a:cubicBezTo>
                    <a:cubicBezTo>
                      <a:pt x="0" y="8209"/>
                      <a:pt x="292" y="6612"/>
                      <a:pt x="899" y="5127"/>
                    </a:cubicBezTo>
                    <a:cubicBezTo>
                      <a:pt x="1507" y="3643"/>
                      <a:pt x="2519" y="2406"/>
                      <a:pt x="4003" y="1394"/>
                    </a:cubicBezTo>
                    <a:cubicBezTo>
                      <a:pt x="5015" y="720"/>
                      <a:pt x="6050" y="315"/>
                      <a:pt x="7107" y="180"/>
                    </a:cubicBezTo>
                    <a:cubicBezTo>
                      <a:pt x="8163" y="45"/>
                      <a:pt x="9266" y="0"/>
                      <a:pt x="10435" y="0"/>
                    </a:cubicBezTo>
                    <a:lnTo>
                      <a:pt x="28741" y="0"/>
                    </a:lnTo>
                    <a:lnTo>
                      <a:pt x="28741" y="3238"/>
                    </a:lnTo>
                    <a:lnTo>
                      <a:pt x="10502" y="3238"/>
                    </a:lnTo>
                    <a:cubicBezTo>
                      <a:pt x="7984" y="3238"/>
                      <a:pt x="6095" y="3801"/>
                      <a:pt x="4835" y="4903"/>
                    </a:cubicBezTo>
                    <a:cubicBezTo>
                      <a:pt x="3576" y="6027"/>
                      <a:pt x="2946" y="7871"/>
                      <a:pt x="2946" y="10458"/>
                    </a:cubicBezTo>
                    <a:cubicBezTo>
                      <a:pt x="2946" y="11470"/>
                      <a:pt x="3103" y="12392"/>
                      <a:pt x="3396" y="13201"/>
                    </a:cubicBezTo>
                    <a:cubicBezTo>
                      <a:pt x="3711" y="14033"/>
                      <a:pt x="4115" y="14776"/>
                      <a:pt x="4610" y="15450"/>
                    </a:cubicBezTo>
                    <a:cubicBezTo>
                      <a:pt x="5105" y="16125"/>
                      <a:pt x="5690" y="16687"/>
                      <a:pt x="6342" y="17160"/>
                    </a:cubicBezTo>
                    <a:cubicBezTo>
                      <a:pt x="6994" y="17632"/>
                      <a:pt x="7669" y="17992"/>
                      <a:pt x="8389" y="18239"/>
                    </a:cubicBezTo>
                    <a:cubicBezTo>
                      <a:pt x="9288" y="18554"/>
                      <a:pt x="10143" y="18756"/>
                      <a:pt x="10975" y="18824"/>
                    </a:cubicBezTo>
                    <a:cubicBezTo>
                      <a:pt x="11807" y="18891"/>
                      <a:pt x="12706" y="18936"/>
                      <a:pt x="13674" y="18936"/>
                    </a:cubicBezTo>
                    <a:lnTo>
                      <a:pt x="28741" y="18936"/>
                    </a:lnTo>
                    <a:close/>
                  </a:path>
                </a:pathLst>
              </a:custGeom>
              <a:solidFill>
                <a:srgbClr val="231F20"/>
              </a:solidFill>
              <a:ln w="2249" cap="flat">
                <a:noFill/>
                <a:prstDash val="solid"/>
                <a:miter/>
              </a:ln>
            </p:spPr>
            <p:txBody>
              <a:bodyPr rtlCol="0" anchor="ctr"/>
              <a:lstStyle/>
              <a:p>
                <a:endParaRPr lang="en-US"/>
              </a:p>
            </p:txBody>
          </p:sp>
          <p:sp>
            <p:nvSpPr>
              <p:cNvPr id="18278" name="Freeform 18277">
                <a:extLst>
                  <a:ext uri="{FF2B5EF4-FFF2-40B4-BE49-F238E27FC236}">
                    <a16:creationId xmlns:a16="http://schemas.microsoft.com/office/drawing/2014/main" id="{17626B05-CB79-B495-FADC-47E69AB721C6}"/>
                  </a:ext>
                </a:extLst>
              </p:cNvPr>
              <p:cNvSpPr/>
              <p:nvPr/>
            </p:nvSpPr>
            <p:spPr>
              <a:xfrm>
                <a:off x="3691932" y="4803968"/>
                <a:ext cx="40143" cy="25705"/>
              </a:xfrm>
              <a:custGeom>
                <a:avLst/>
                <a:gdLst>
                  <a:gd name="connsiteX0" fmla="*/ 742 w 40143"/>
                  <a:gd name="connsiteY0" fmla="*/ 3238 h 25705"/>
                  <a:gd name="connsiteX1" fmla="*/ 742 w 40143"/>
                  <a:gd name="connsiteY1" fmla="*/ 0 h 25705"/>
                  <a:gd name="connsiteX2" fmla="*/ 25998 w 40143"/>
                  <a:gd name="connsiteY2" fmla="*/ 0 h 25705"/>
                  <a:gd name="connsiteX3" fmla="*/ 31373 w 40143"/>
                  <a:gd name="connsiteY3" fmla="*/ 562 h 25705"/>
                  <a:gd name="connsiteX4" fmla="*/ 35871 w 40143"/>
                  <a:gd name="connsiteY4" fmla="*/ 2586 h 25705"/>
                  <a:gd name="connsiteX5" fmla="*/ 38974 w 40143"/>
                  <a:gd name="connsiteY5" fmla="*/ 6589 h 25705"/>
                  <a:gd name="connsiteX6" fmla="*/ 40144 w 40143"/>
                  <a:gd name="connsiteY6" fmla="*/ 13111 h 25705"/>
                  <a:gd name="connsiteX7" fmla="*/ 39357 w 40143"/>
                  <a:gd name="connsiteY7" fmla="*/ 18396 h 25705"/>
                  <a:gd name="connsiteX8" fmla="*/ 37378 w 40143"/>
                  <a:gd name="connsiteY8" fmla="*/ 22017 h 25705"/>
                  <a:gd name="connsiteX9" fmla="*/ 34769 w 40143"/>
                  <a:gd name="connsiteY9" fmla="*/ 24154 h 25705"/>
                  <a:gd name="connsiteX10" fmla="*/ 32092 w 40143"/>
                  <a:gd name="connsiteY10" fmla="*/ 24941 h 25705"/>
                  <a:gd name="connsiteX11" fmla="*/ 32092 w 40143"/>
                  <a:gd name="connsiteY11" fmla="*/ 21477 h 25705"/>
                  <a:gd name="connsiteX12" fmla="*/ 34656 w 40143"/>
                  <a:gd name="connsiteY12" fmla="*/ 20286 h 25705"/>
                  <a:gd name="connsiteX13" fmla="*/ 36231 w 40143"/>
                  <a:gd name="connsiteY13" fmla="*/ 18374 h 25705"/>
                  <a:gd name="connsiteX14" fmla="*/ 37018 w 40143"/>
                  <a:gd name="connsiteY14" fmla="*/ 15923 h 25705"/>
                  <a:gd name="connsiteX15" fmla="*/ 37243 w 40143"/>
                  <a:gd name="connsiteY15" fmla="*/ 13111 h 25705"/>
                  <a:gd name="connsiteX16" fmla="*/ 36118 w 40143"/>
                  <a:gd name="connsiteY16" fmla="*/ 7826 h 25705"/>
                  <a:gd name="connsiteX17" fmla="*/ 33150 w 40143"/>
                  <a:gd name="connsiteY17" fmla="*/ 4813 h 25705"/>
                  <a:gd name="connsiteX18" fmla="*/ 28989 w 40143"/>
                  <a:gd name="connsiteY18" fmla="*/ 3486 h 25705"/>
                  <a:gd name="connsiteX19" fmla="*/ 24244 w 40143"/>
                  <a:gd name="connsiteY19" fmla="*/ 3238 h 25705"/>
                  <a:gd name="connsiteX20" fmla="*/ 28157 w 40143"/>
                  <a:gd name="connsiteY20" fmla="*/ 7534 h 25705"/>
                  <a:gd name="connsiteX21" fmla="*/ 29484 w 40143"/>
                  <a:gd name="connsiteY21" fmla="*/ 13224 h 25705"/>
                  <a:gd name="connsiteX22" fmla="*/ 28269 w 40143"/>
                  <a:gd name="connsiteY22" fmla="*/ 18756 h 25705"/>
                  <a:gd name="connsiteX23" fmla="*/ 25031 w 40143"/>
                  <a:gd name="connsiteY23" fmla="*/ 22647 h 25705"/>
                  <a:gd name="connsiteX24" fmla="*/ 20308 w 40143"/>
                  <a:gd name="connsiteY24" fmla="*/ 24941 h 25705"/>
                  <a:gd name="connsiteX25" fmla="*/ 14685 w 40143"/>
                  <a:gd name="connsiteY25" fmla="*/ 25705 h 25705"/>
                  <a:gd name="connsiteX26" fmla="*/ 8906 w 40143"/>
                  <a:gd name="connsiteY26" fmla="*/ 25008 h 25705"/>
                  <a:gd name="connsiteX27" fmla="*/ 4228 w 40143"/>
                  <a:gd name="connsiteY27" fmla="*/ 22759 h 25705"/>
                  <a:gd name="connsiteX28" fmla="*/ 1124 w 40143"/>
                  <a:gd name="connsiteY28" fmla="*/ 18846 h 25705"/>
                  <a:gd name="connsiteX29" fmla="*/ 0 w 40143"/>
                  <a:gd name="connsiteY29" fmla="*/ 13066 h 25705"/>
                  <a:gd name="connsiteX30" fmla="*/ 382 w 40143"/>
                  <a:gd name="connsiteY30" fmla="*/ 10323 h 25705"/>
                  <a:gd name="connsiteX31" fmla="*/ 1462 w 40143"/>
                  <a:gd name="connsiteY31" fmla="*/ 7601 h 25705"/>
                  <a:gd name="connsiteX32" fmla="*/ 3238 w 40143"/>
                  <a:gd name="connsiteY32" fmla="*/ 5172 h 25705"/>
                  <a:gd name="connsiteX33" fmla="*/ 5667 w 40143"/>
                  <a:gd name="connsiteY33" fmla="*/ 3373 h 25705"/>
                  <a:gd name="connsiteX34" fmla="*/ 5667 w 40143"/>
                  <a:gd name="connsiteY34" fmla="*/ 3261 h 25705"/>
                  <a:gd name="connsiteX35" fmla="*/ 765 w 40143"/>
                  <a:gd name="connsiteY35" fmla="*/ 3261 h 25705"/>
                  <a:gd name="connsiteX36" fmla="*/ 14843 w 40143"/>
                  <a:gd name="connsiteY36" fmla="*/ 3238 h 25705"/>
                  <a:gd name="connsiteX37" fmla="*/ 10120 w 40143"/>
                  <a:gd name="connsiteY37" fmla="*/ 3868 h 25705"/>
                  <a:gd name="connsiteX38" fmla="*/ 6342 w 40143"/>
                  <a:gd name="connsiteY38" fmla="*/ 5667 h 25705"/>
                  <a:gd name="connsiteX39" fmla="*/ 3823 w 40143"/>
                  <a:gd name="connsiteY39" fmla="*/ 8636 h 25705"/>
                  <a:gd name="connsiteX40" fmla="*/ 2901 w 40143"/>
                  <a:gd name="connsiteY40" fmla="*/ 12684 h 25705"/>
                  <a:gd name="connsiteX41" fmla="*/ 3621 w 40143"/>
                  <a:gd name="connsiteY41" fmla="*/ 16462 h 25705"/>
                  <a:gd name="connsiteX42" fmla="*/ 5757 w 40143"/>
                  <a:gd name="connsiteY42" fmla="*/ 19476 h 25705"/>
                  <a:gd name="connsiteX43" fmla="*/ 9176 w 40143"/>
                  <a:gd name="connsiteY43" fmla="*/ 21500 h 25705"/>
                  <a:gd name="connsiteX44" fmla="*/ 13853 w 40143"/>
                  <a:gd name="connsiteY44" fmla="*/ 22220 h 25705"/>
                  <a:gd name="connsiteX45" fmla="*/ 18801 w 40143"/>
                  <a:gd name="connsiteY45" fmla="*/ 21792 h 25705"/>
                  <a:gd name="connsiteX46" fmla="*/ 22827 w 40143"/>
                  <a:gd name="connsiteY46" fmla="*/ 20061 h 25705"/>
                  <a:gd name="connsiteX47" fmla="*/ 25548 w 40143"/>
                  <a:gd name="connsiteY47" fmla="*/ 17047 h 25705"/>
                  <a:gd name="connsiteX48" fmla="*/ 26538 w 40143"/>
                  <a:gd name="connsiteY48" fmla="*/ 12684 h 25705"/>
                  <a:gd name="connsiteX49" fmla="*/ 25593 w 40143"/>
                  <a:gd name="connsiteY49" fmla="*/ 8726 h 25705"/>
                  <a:gd name="connsiteX50" fmla="*/ 23052 w 40143"/>
                  <a:gd name="connsiteY50" fmla="*/ 5757 h 25705"/>
                  <a:gd name="connsiteX51" fmla="*/ 19318 w 40143"/>
                  <a:gd name="connsiteY51" fmla="*/ 3891 h 25705"/>
                  <a:gd name="connsiteX52" fmla="*/ 14821 w 40143"/>
                  <a:gd name="connsiteY52" fmla="*/ 3238 h 257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0143" h="25705">
                    <a:moveTo>
                      <a:pt x="742" y="3238"/>
                    </a:moveTo>
                    <a:lnTo>
                      <a:pt x="742" y="0"/>
                    </a:lnTo>
                    <a:lnTo>
                      <a:pt x="25998" y="0"/>
                    </a:lnTo>
                    <a:cubicBezTo>
                      <a:pt x="27864" y="0"/>
                      <a:pt x="29664" y="180"/>
                      <a:pt x="31373" y="562"/>
                    </a:cubicBezTo>
                    <a:cubicBezTo>
                      <a:pt x="33082" y="945"/>
                      <a:pt x="34589" y="1619"/>
                      <a:pt x="35871" y="2586"/>
                    </a:cubicBezTo>
                    <a:cubicBezTo>
                      <a:pt x="37175" y="3553"/>
                      <a:pt x="38210" y="4880"/>
                      <a:pt x="38974" y="6589"/>
                    </a:cubicBezTo>
                    <a:cubicBezTo>
                      <a:pt x="39739" y="8299"/>
                      <a:pt x="40144" y="10458"/>
                      <a:pt x="40144" y="13111"/>
                    </a:cubicBezTo>
                    <a:cubicBezTo>
                      <a:pt x="40144" y="15158"/>
                      <a:pt x="39874" y="16935"/>
                      <a:pt x="39357" y="18396"/>
                    </a:cubicBezTo>
                    <a:cubicBezTo>
                      <a:pt x="38839" y="19881"/>
                      <a:pt x="38187" y="21073"/>
                      <a:pt x="37378" y="22017"/>
                    </a:cubicBezTo>
                    <a:cubicBezTo>
                      <a:pt x="36568" y="22962"/>
                      <a:pt x="35713" y="23659"/>
                      <a:pt x="34769" y="24154"/>
                    </a:cubicBezTo>
                    <a:cubicBezTo>
                      <a:pt x="33824" y="24648"/>
                      <a:pt x="32925" y="24896"/>
                      <a:pt x="32092" y="24941"/>
                    </a:cubicBezTo>
                    <a:lnTo>
                      <a:pt x="32092" y="21477"/>
                    </a:lnTo>
                    <a:cubicBezTo>
                      <a:pt x="33127" y="21230"/>
                      <a:pt x="33982" y="20825"/>
                      <a:pt x="34656" y="20286"/>
                    </a:cubicBezTo>
                    <a:cubicBezTo>
                      <a:pt x="35331" y="19746"/>
                      <a:pt x="35848" y="19116"/>
                      <a:pt x="36231" y="18374"/>
                    </a:cubicBezTo>
                    <a:cubicBezTo>
                      <a:pt x="36613" y="17632"/>
                      <a:pt x="36860" y="16822"/>
                      <a:pt x="37018" y="15923"/>
                    </a:cubicBezTo>
                    <a:cubicBezTo>
                      <a:pt x="37153" y="15023"/>
                      <a:pt x="37243" y="14078"/>
                      <a:pt x="37243" y="13111"/>
                    </a:cubicBezTo>
                    <a:cubicBezTo>
                      <a:pt x="37243" y="10930"/>
                      <a:pt x="36860" y="9153"/>
                      <a:pt x="36118" y="7826"/>
                    </a:cubicBezTo>
                    <a:cubicBezTo>
                      <a:pt x="35376" y="6500"/>
                      <a:pt x="34364" y="5487"/>
                      <a:pt x="33150" y="4813"/>
                    </a:cubicBezTo>
                    <a:cubicBezTo>
                      <a:pt x="31935" y="4138"/>
                      <a:pt x="30541" y="3688"/>
                      <a:pt x="28989" y="3486"/>
                    </a:cubicBezTo>
                    <a:cubicBezTo>
                      <a:pt x="27437" y="3283"/>
                      <a:pt x="25863" y="3216"/>
                      <a:pt x="24244" y="3238"/>
                    </a:cubicBezTo>
                    <a:cubicBezTo>
                      <a:pt x="25975" y="4273"/>
                      <a:pt x="27280" y="5712"/>
                      <a:pt x="28157" y="7534"/>
                    </a:cubicBezTo>
                    <a:cubicBezTo>
                      <a:pt x="29034" y="9356"/>
                      <a:pt x="29484" y="11245"/>
                      <a:pt x="29484" y="13224"/>
                    </a:cubicBezTo>
                    <a:cubicBezTo>
                      <a:pt x="29484" y="15338"/>
                      <a:pt x="29079" y="17182"/>
                      <a:pt x="28269" y="18756"/>
                    </a:cubicBezTo>
                    <a:cubicBezTo>
                      <a:pt x="27460" y="20331"/>
                      <a:pt x="26380" y="21612"/>
                      <a:pt x="25031" y="22647"/>
                    </a:cubicBezTo>
                    <a:cubicBezTo>
                      <a:pt x="23681" y="23682"/>
                      <a:pt x="22107" y="24446"/>
                      <a:pt x="20308" y="24941"/>
                    </a:cubicBezTo>
                    <a:cubicBezTo>
                      <a:pt x="18509" y="25436"/>
                      <a:pt x="16642" y="25705"/>
                      <a:pt x="14685" y="25705"/>
                    </a:cubicBezTo>
                    <a:cubicBezTo>
                      <a:pt x="12639" y="25705"/>
                      <a:pt x="10705" y="25481"/>
                      <a:pt x="8906" y="25008"/>
                    </a:cubicBezTo>
                    <a:cubicBezTo>
                      <a:pt x="7107" y="24536"/>
                      <a:pt x="5555" y="23794"/>
                      <a:pt x="4228" y="22759"/>
                    </a:cubicBezTo>
                    <a:cubicBezTo>
                      <a:pt x="2923" y="21725"/>
                      <a:pt x="1889" y="20420"/>
                      <a:pt x="1124" y="18846"/>
                    </a:cubicBezTo>
                    <a:cubicBezTo>
                      <a:pt x="360" y="17272"/>
                      <a:pt x="0" y="15338"/>
                      <a:pt x="0" y="13066"/>
                    </a:cubicBezTo>
                    <a:cubicBezTo>
                      <a:pt x="0" y="12167"/>
                      <a:pt x="135" y="11245"/>
                      <a:pt x="382" y="10323"/>
                    </a:cubicBezTo>
                    <a:cubicBezTo>
                      <a:pt x="629" y="9378"/>
                      <a:pt x="989" y="8479"/>
                      <a:pt x="1462" y="7601"/>
                    </a:cubicBezTo>
                    <a:cubicBezTo>
                      <a:pt x="1934" y="6724"/>
                      <a:pt x="2519" y="5915"/>
                      <a:pt x="3238" y="5172"/>
                    </a:cubicBezTo>
                    <a:cubicBezTo>
                      <a:pt x="3958" y="4430"/>
                      <a:pt x="4768" y="3823"/>
                      <a:pt x="5667" y="3373"/>
                    </a:cubicBezTo>
                    <a:lnTo>
                      <a:pt x="5667" y="3261"/>
                    </a:lnTo>
                    <a:lnTo>
                      <a:pt x="765" y="3261"/>
                    </a:lnTo>
                    <a:close/>
                    <a:moveTo>
                      <a:pt x="14843" y="3238"/>
                    </a:moveTo>
                    <a:cubicBezTo>
                      <a:pt x="13156" y="3238"/>
                      <a:pt x="11582" y="3441"/>
                      <a:pt x="10120" y="3868"/>
                    </a:cubicBezTo>
                    <a:cubicBezTo>
                      <a:pt x="8658" y="4296"/>
                      <a:pt x="7399" y="4880"/>
                      <a:pt x="6342" y="5667"/>
                    </a:cubicBezTo>
                    <a:cubicBezTo>
                      <a:pt x="5285" y="6454"/>
                      <a:pt x="4453" y="7444"/>
                      <a:pt x="3823" y="8636"/>
                    </a:cubicBezTo>
                    <a:cubicBezTo>
                      <a:pt x="3216" y="9828"/>
                      <a:pt x="2901" y="11177"/>
                      <a:pt x="2901" y="12684"/>
                    </a:cubicBezTo>
                    <a:cubicBezTo>
                      <a:pt x="2901" y="14056"/>
                      <a:pt x="3148" y="15315"/>
                      <a:pt x="3621" y="16462"/>
                    </a:cubicBezTo>
                    <a:cubicBezTo>
                      <a:pt x="4115" y="17609"/>
                      <a:pt x="4813" y="18621"/>
                      <a:pt x="5757" y="19476"/>
                    </a:cubicBezTo>
                    <a:cubicBezTo>
                      <a:pt x="6702" y="20331"/>
                      <a:pt x="7826" y="21005"/>
                      <a:pt x="9176" y="21500"/>
                    </a:cubicBezTo>
                    <a:cubicBezTo>
                      <a:pt x="10525" y="21995"/>
                      <a:pt x="12077" y="22220"/>
                      <a:pt x="13853" y="22220"/>
                    </a:cubicBezTo>
                    <a:cubicBezTo>
                      <a:pt x="15608" y="22287"/>
                      <a:pt x="17272" y="22152"/>
                      <a:pt x="18801" y="21792"/>
                    </a:cubicBezTo>
                    <a:cubicBezTo>
                      <a:pt x="20330" y="21433"/>
                      <a:pt x="21680" y="20848"/>
                      <a:pt x="22827" y="20061"/>
                    </a:cubicBezTo>
                    <a:cubicBezTo>
                      <a:pt x="23974" y="19273"/>
                      <a:pt x="24896" y="18262"/>
                      <a:pt x="25548" y="17047"/>
                    </a:cubicBezTo>
                    <a:cubicBezTo>
                      <a:pt x="26223" y="15833"/>
                      <a:pt x="26538" y="14371"/>
                      <a:pt x="26538" y="12684"/>
                    </a:cubicBezTo>
                    <a:cubicBezTo>
                      <a:pt x="26538" y="11200"/>
                      <a:pt x="26223" y="9895"/>
                      <a:pt x="25593" y="8726"/>
                    </a:cubicBezTo>
                    <a:cubicBezTo>
                      <a:pt x="24963" y="7556"/>
                      <a:pt x="24109" y="6567"/>
                      <a:pt x="23052" y="5757"/>
                    </a:cubicBezTo>
                    <a:cubicBezTo>
                      <a:pt x="21995" y="4948"/>
                      <a:pt x="20758" y="4318"/>
                      <a:pt x="19318" y="3891"/>
                    </a:cubicBezTo>
                    <a:cubicBezTo>
                      <a:pt x="17902" y="3463"/>
                      <a:pt x="16395" y="3238"/>
                      <a:pt x="14821" y="3238"/>
                    </a:cubicBezTo>
                    <a:close/>
                  </a:path>
                </a:pathLst>
              </a:custGeom>
              <a:solidFill>
                <a:srgbClr val="231F20"/>
              </a:solidFill>
              <a:ln w="2249" cap="flat">
                <a:noFill/>
                <a:prstDash val="solid"/>
                <a:miter/>
              </a:ln>
            </p:spPr>
            <p:txBody>
              <a:bodyPr rtlCol="0" anchor="ctr"/>
              <a:lstStyle/>
              <a:p>
                <a:endParaRPr lang="en-US"/>
              </a:p>
            </p:txBody>
          </p:sp>
        </p:grpSp>
        <p:grpSp>
          <p:nvGrpSpPr>
            <p:cNvPr id="18279" name="Graphic 4479">
              <a:extLst>
                <a:ext uri="{FF2B5EF4-FFF2-40B4-BE49-F238E27FC236}">
                  <a16:creationId xmlns:a16="http://schemas.microsoft.com/office/drawing/2014/main" id="{7753EEE3-AAB2-E08A-5BDE-8C8CEAD1DB47}"/>
                </a:ext>
              </a:extLst>
            </p:cNvPr>
            <p:cNvGrpSpPr/>
            <p:nvPr/>
          </p:nvGrpSpPr>
          <p:grpSpPr>
            <a:xfrm>
              <a:off x="1703170" y="4904485"/>
              <a:ext cx="188937" cy="1420294"/>
              <a:chOff x="3684308" y="5330425"/>
              <a:chExt cx="49881" cy="374970"/>
            </a:xfrm>
            <a:solidFill>
              <a:srgbClr val="231F20"/>
            </a:solidFill>
          </p:grpSpPr>
          <p:sp>
            <p:nvSpPr>
              <p:cNvPr id="18280" name="Freeform 18279">
                <a:extLst>
                  <a:ext uri="{FF2B5EF4-FFF2-40B4-BE49-F238E27FC236}">
                    <a16:creationId xmlns:a16="http://schemas.microsoft.com/office/drawing/2014/main" id="{DB58D1C5-8497-E9F9-27A4-044E887ADCDD}"/>
                  </a:ext>
                </a:extLst>
              </p:cNvPr>
              <p:cNvSpPr/>
              <p:nvPr/>
            </p:nvSpPr>
            <p:spPr>
              <a:xfrm>
                <a:off x="3694473" y="5667388"/>
                <a:ext cx="28764" cy="38007"/>
              </a:xfrm>
              <a:custGeom>
                <a:avLst/>
                <a:gdLst>
                  <a:gd name="connsiteX0" fmla="*/ 28697 w 28764"/>
                  <a:gd name="connsiteY0" fmla="*/ 34769 h 38007"/>
                  <a:gd name="connsiteX1" fmla="*/ 28697 w 28764"/>
                  <a:gd name="connsiteY1" fmla="*/ 38007 h 38007"/>
                  <a:gd name="connsiteX2" fmla="*/ 742 w 28764"/>
                  <a:gd name="connsiteY2" fmla="*/ 38007 h 38007"/>
                  <a:gd name="connsiteX3" fmla="*/ 742 w 28764"/>
                  <a:gd name="connsiteY3" fmla="*/ 34769 h 38007"/>
                  <a:gd name="connsiteX4" fmla="*/ 4948 w 28764"/>
                  <a:gd name="connsiteY4" fmla="*/ 34769 h 38007"/>
                  <a:gd name="connsiteX5" fmla="*/ 4948 w 28764"/>
                  <a:gd name="connsiteY5" fmla="*/ 34656 h 38007"/>
                  <a:gd name="connsiteX6" fmla="*/ 1260 w 28764"/>
                  <a:gd name="connsiteY6" fmla="*/ 31103 h 38007"/>
                  <a:gd name="connsiteX7" fmla="*/ 0 w 28764"/>
                  <a:gd name="connsiteY7" fmla="*/ 26020 h 38007"/>
                  <a:gd name="connsiteX8" fmla="*/ 427 w 28764"/>
                  <a:gd name="connsiteY8" fmla="*/ 22737 h 38007"/>
                  <a:gd name="connsiteX9" fmla="*/ 1597 w 28764"/>
                  <a:gd name="connsiteY9" fmla="*/ 20443 h 38007"/>
                  <a:gd name="connsiteX10" fmla="*/ 3306 w 28764"/>
                  <a:gd name="connsiteY10" fmla="*/ 18869 h 38007"/>
                  <a:gd name="connsiteX11" fmla="*/ 5420 w 28764"/>
                  <a:gd name="connsiteY11" fmla="*/ 17812 h 38007"/>
                  <a:gd name="connsiteX12" fmla="*/ 1350 w 28764"/>
                  <a:gd name="connsiteY12" fmla="*/ 14056 h 38007"/>
                  <a:gd name="connsiteX13" fmla="*/ 23 w 28764"/>
                  <a:gd name="connsiteY13" fmla="*/ 8681 h 38007"/>
                  <a:gd name="connsiteX14" fmla="*/ 967 w 28764"/>
                  <a:gd name="connsiteY14" fmla="*/ 4115 h 38007"/>
                  <a:gd name="connsiteX15" fmla="*/ 3441 w 28764"/>
                  <a:gd name="connsiteY15" fmla="*/ 1507 h 38007"/>
                  <a:gd name="connsiteX16" fmla="*/ 6972 w 28764"/>
                  <a:gd name="connsiteY16" fmla="*/ 292 h 38007"/>
                  <a:gd name="connsiteX17" fmla="*/ 11065 w 28764"/>
                  <a:gd name="connsiteY17" fmla="*/ 0 h 38007"/>
                  <a:gd name="connsiteX18" fmla="*/ 28719 w 28764"/>
                  <a:gd name="connsiteY18" fmla="*/ 0 h 38007"/>
                  <a:gd name="connsiteX19" fmla="*/ 28719 w 28764"/>
                  <a:gd name="connsiteY19" fmla="*/ 3238 h 38007"/>
                  <a:gd name="connsiteX20" fmla="*/ 9401 w 28764"/>
                  <a:gd name="connsiteY20" fmla="*/ 3238 h 38007"/>
                  <a:gd name="connsiteX21" fmla="*/ 4655 w 28764"/>
                  <a:gd name="connsiteY21" fmla="*/ 4498 h 38007"/>
                  <a:gd name="connsiteX22" fmla="*/ 2924 w 28764"/>
                  <a:gd name="connsiteY22" fmla="*/ 9221 h 38007"/>
                  <a:gd name="connsiteX23" fmla="*/ 3711 w 28764"/>
                  <a:gd name="connsiteY23" fmla="*/ 12639 h 38007"/>
                  <a:gd name="connsiteX24" fmla="*/ 6117 w 28764"/>
                  <a:gd name="connsiteY24" fmla="*/ 15518 h 38007"/>
                  <a:gd name="connsiteX25" fmla="*/ 7759 w 28764"/>
                  <a:gd name="connsiteY25" fmla="*/ 16417 h 38007"/>
                  <a:gd name="connsiteX26" fmla="*/ 9738 w 28764"/>
                  <a:gd name="connsiteY26" fmla="*/ 16979 h 38007"/>
                  <a:gd name="connsiteX27" fmla="*/ 11785 w 28764"/>
                  <a:gd name="connsiteY27" fmla="*/ 17272 h 38007"/>
                  <a:gd name="connsiteX28" fmla="*/ 13674 w 28764"/>
                  <a:gd name="connsiteY28" fmla="*/ 17362 h 38007"/>
                  <a:gd name="connsiteX29" fmla="*/ 28742 w 28764"/>
                  <a:gd name="connsiteY29" fmla="*/ 17362 h 38007"/>
                  <a:gd name="connsiteX30" fmla="*/ 28742 w 28764"/>
                  <a:gd name="connsiteY30" fmla="*/ 20600 h 38007"/>
                  <a:gd name="connsiteX31" fmla="*/ 9423 w 28764"/>
                  <a:gd name="connsiteY31" fmla="*/ 20600 h 38007"/>
                  <a:gd name="connsiteX32" fmla="*/ 4678 w 28764"/>
                  <a:gd name="connsiteY32" fmla="*/ 21860 h 38007"/>
                  <a:gd name="connsiteX33" fmla="*/ 2946 w 28764"/>
                  <a:gd name="connsiteY33" fmla="*/ 26583 h 38007"/>
                  <a:gd name="connsiteX34" fmla="*/ 3733 w 28764"/>
                  <a:gd name="connsiteY34" fmla="*/ 30001 h 38007"/>
                  <a:gd name="connsiteX35" fmla="*/ 6140 w 28764"/>
                  <a:gd name="connsiteY35" fmla="*/ 32880 h 38007"/>
                  <a:gd name="connsiteX36" fmla="*/ 7782 w 28764"/>
                  <a:gd name="connsiteY36" fmla="*/ 33779 h 38007"/>
                  <a:gd name="connsiteX37" fmla="*/ 9761 w 28764"/>
                  <a:gd name="connsiteY37" fmla="*/ 34341 h 38007"/>
                  <a:gd name="connsiteX38" fmla="*/ 11807 w 28764"/>
                  <a:gd name="connsiteY38" fmla="*/ 34634 h 38007"/>
                  <a:gd name="connsiteX39" fmla="*/ 13696 w 28764"/>
                  <a:gd name="connsiteY39" fmla="*/ 34724 h 38007"/>
                  <a:gd name="connsiteX40" fmla="*/ 28764 w 28764"/>
                  <a:gd name="connsiteY40" fmla="*/ 34724 h 380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8764" h="38007">
                    <a:moveTo>
                      <a:pt x="28697" y="34769"/>
                    </a:moveTo>
                    <a:lnTo>
                      <a:pt x="28697" y="38007"/>
                    </a:lnTo>
                    <a:lnTo>
                      <a:pt x="742" y="38007"/>
                    </a:lnTo>
                    <a:lnTo>
                      <a:pt x="742" y="34769"/>
                    </a:lnTo>
                    <a:lnTo>
                      <a:pt x="4948" y="34769"/>
                    </a:lnTo>
                    <a:lnTo>
                      <a:pt x="4948" y="34656"/>
                    </a:lnTo>
                    <a:cubicBezTo>
                      <a:pt x="3329" y="33824"/>
                      <a:pt x="2092" y="32632"/>
                      <a:pt x="1260" y="31103"/>
                    </a:cubicBezTo>
                    <a:cubicBezTo>
                      <a:pt x="405" y="29551"/>
                      <a:pt x="0" y="27864"/>
                      <a:pt x="0" y="26020"/>
                    </a:cubicBezTo>
                    <a:cubicBezTo>
                      <a:pt x="0" y="24716"/>
                      <a:pt x="135" y="23636"/>
                      <a:pt x="427" y="22737"/>
                    </a:cubicBezTo>
                    <a:cubicBezTo>
                      <a:pt x="720" y="21837"/>
                      <a:pt x="1102" y="21073"/>
                      <a:pt x="1597" y="20443"/>
                    </a:cubicBezTo>
                    <a:cubicBezTo>
                      <a:pt x="2092" y="19813"/>
                      <a:pt x="2654" y="19296"/>
                      <a:pt x="3306" y="18869"/>
                    </a:cubicBezTo>
                    <a:cubicBezTo>
                      <a:pt x="3958" y="18464"/>
                      <a:pt x="4655" y="18104"/>
                      <a:pt x="5420" y="17812"/>
                    </a:cubicBezTo>
                    <a:cubicBezTo>
                      <a:pt x="3576" y="16867"/>
                      <a:pt x="2227" y="15630"/>
                      <a:pt x="1350" y="14056"/>
                    </a:cubicBezTo>
                    <a:cubicBezTo>
                      <a:pt x="472" y="12482"/>
                      <a:pt x="23" y="10705"/>
                      <a:pt x="23" y="8681"/>
                    </a:cubicBezTo>
                    <a:cubicBezTo>
                      <a:pt x="23" y="6769"/>
                      <a:pt x="337" y="5262"/>
                      <a:pt x="967" y="4115"/>
                    </a:cubicBezTo>
                    <a:cubicBezTo>
                      <a:pt x="1597" y="2991"/>
                      <a:pt x="2429" y="2114"/>
                      <a:pt x="3441" y="1507"/>
                    </a:cubicBezTo>
                    <a:cubicBezTo>
                      <a:pt x="4476" y="899"/>
                      <a:pt x="5645" y="495"/>
                      <a:pt x="6972" y="292"/>
                    </a:cubicBezTo>
                    <a:cubicBezTo>
                      <a:pt x="8299" y="90"/>
                      <a:pt x="9671" y="0"/>
                      <a:pt x="11065" y="0"/>
                    </a:cubicBezTo>
                    <a:lnTo>
                      <a:pt x="28719" y="0"/>
                    </a:lnTo>
                    <a:lnTo>
                      <a:pt x="28719" y="3238"/>
                    </a:lnTo>
                    <a:lnTo>
                      <a:pt x="9401" y="3238"/>
                    </a:lnTo>
                    <a:cubicBezTo>
                      <a:pt x="7377" y="3238"/>
                      <a:pt x="5802" y="3666"/>
                      <a:pt x="4655" y="4498"/>
                    </a:cubicBezTo>
                    <a:cubicBezTo>
                      <a:pt x="3509" y="5352"/>
                      <a:pt x="2924" y="6927"/>
                      <a:pt x="2924" y="9221"/>
                    </a:cubicBezTo>
                    <a:cubicBezTo>
                      <a:pt x="2924" y="10412"/>
                      <a:pt x="3194" y="11559"/>
                      <a:pt x="3711" y="12639"/>
                    </a:cubicBezTo>
                    <a:cubicBezTo>
                      <a:pt x="4228" y="13719"/>
                      <a:pt x="5038" y="14708"/>
                      <a:pt x="6117" y="15518"/>
                    </a:cubicBezTo>
                    <a:cubicBezTo>
                      <a:pt x="6590" y="15878"/>
                      <a:pt x="7129" y="16170"/>
                      <a:pt x="7759" y="16417"/>
                    </a:cubicBezTo>
                    <a:cubicBezTo>
                      <a:pt x="8389" y="16642"/>
                      <a:pt x="9041" y="16845"/>
                      <a:pt x="9738" y="16979"/>
                    </a:cubicBezTo>
                    <a:cubicBezTo>
                      <a:pt x="10413" y="17115"/>
                      <a:pt x="11110" y="17227"/>
                      <a:pt x="11785" y="17272"/>
                    </a:cubicBezTo>
                    <a:cubicBezTo>
                      <a:pt x="12459" y="17317"/>
                      <a:pt x="13089" y="17362"/>
                      <a:pt x="13674" y="17362"/>
                    </a:cubicBezTo>
                    <a:lnTo>
                      <a:pt x="28742" y="17362"/>
                    </a:lnTo>
                    <a:lnTo>
                      <a:pt x="28742" y="20600"/>
                    </a:lnTo>
                    <a:lnTo>
                      <a:pt x="9423" y="20600"/>
                    </a:lnTo>
                    <a:cubicBezTo>
                      <a:pt x="7399" y="20600"/>
                      <a:pt x="5825" y="21028"/>
                      <a:pt x="4678" y="21860"/>
                    </a:cubicBezTo>
                    <a:cubicBezTo>
                      <a:pt x="3531" y="22714"/>
                      <a:pt x="2946" y="24289"/>
                      <a:pt x="2946" y="26583"/>
                    </a:cubicBezTo>
                    <a:cubicBezTo>
                      <a:pt x="2946" y="27775"/>
                      <a:pt x="3216" y="28922"/>
                      <a:pt x="3733" y="30001"/>
                    </a:cubicBezTo>
                    <a:cubicBezTo>
                      <a:pt x="4251" y="31103"/>
                      <a:pt x="5060" y="32070"/>
                      <a:pt x="6140" y="32880"/>
                    </a:cubicBezTo>
                    <a:cubicBezTo>
                      <a:pt x="6612" y="33239"/>
                      <a:pt x="7152" y="33532"/>
                      <a:pt x="7782" y="33779"/>
                    </a:cubicBezTo>
                    <a:cubicBezTo>
                      <a:pt x="8411" y="34004"/>
                      <a:pt x="9063" y="34207"/>
                      <a:pt x="9761" y="34341"/>
                    </a:cubicBezTo>
                    <a:cubicBezTo>
                      <a:pt x="10435" y="34476"/>
                      <a:pt x="11133" y="34589"/>
                      <a:pt x="11807" y="34634"/>
                    </a:cubicBezTo>
                    <a:cubicBezTo>
                      <a:pt x="12482" y="34679"/>
                      <a:pt x="13112" y="34724"/>
                      <a:pt x="13696" y="34724"/>
                    </a:cubicBezTo>
                    <a:lnTo>
                      <a:pt x="28764" y="34724"/>
                    </a:lnTo>
                    <a:close/>
                  </a:path>
                </a:pathLst>
              </a:custGeom>
              <a:solidFill>
                <a:srgbClr val="231F20"/>
              </a:solidFill>
              <a:ln w="2249" cap="flat">
                <a:noFill/>
                <a:prstDash val="solid"/>
                <a:miter/>
              </a:ln>
            </p:spPr>
            <p:txBody>
              <a:bodyPr rtlCol="0" anchor="ctr"/>
              <a:lstStyle/>
              <a:p>
                <a:endParaRPr lang="en-US"/>
              </a:p>
            </p:txBody>
          </p:sp>
          <p:sp>
            <p:nvSpPr>
              <p:cNvPr id="18281" name="Freeform 18280">
                <a:extLst>
                  <a:ext uri="{FF2B5EF4-FFF2-40B4-BE49-F238E27FC236}">
                    <a16:creationId xmlns:a16="http://schemas.microsoft.com/office/drawing/2014/main" id="{583E08F9-AF80-E3A8-725E-AE7F5FF4B221}"/>
                  </a:ext>
                </a:extLst>
              </p:cNvPr>
              <p:cNvSpPr/>
              <p:nvPr/>
            </p:nvSpPr>
            <p:spPr>
              <a:xfrm>
                <a:off x="3694451" y="5635925"/>
                <a:ext cx="29483" cy="25908"/>
              </a:xfrm>
              <a:custGeom>
                <a:avLst/>
                <a:gdLst>
                  <a:gd name="connsiteX0" fmla="*/ 29484 w 29483"/>
                  <a:gd name="connsiteY0" fmla="*/ 12954 h 25908"/>
                  <a:gd name="connsiteX1" fmla="*/ 28517 w 29483"/>
                  <a:gd name="connsiteY1" fmla="*/ 17992 h 25908"/>
                  <a:gd name="connsiteX2" fmla="*/ 25773 w 29483"/>
                  <a:gd name="connsiteY2" fmla="*/ 22085 h 25908"/>
                  <a:gd name="connsiteX3" fmla="*/ 21185 w 29483"/>
                  <a:gd name="connsiteY3" fmla="*/ 24874 h 25908"/>
                  <a:gd name="connsiteX4" fmla="*/ 14753 w 29483"/>
                  <a:gd name="connsiteY4" fmla="*/ 25908 h 25908"/>
                  <a:gd name="connsiteX5" fmla="*/ 8996 w 29483"/>
                  <a:gd name="connsiteY5" fmla="*/ 25098 h 25908"/>
                  <a:gd name="connsiteX6" fmla="*/ 4318 w 29483"/>
                  <a:gd name="connsiteY6" fmla="*/ 22670 h 25908"/>
                  <a:gd name="connsiteX7" fmla="*/ 1169 w 29483"/>
                  <a:gd name="connsiteY7" fmla="*/ 18621 h 25908"/>
                  <a:gd name="connsiteX8" fmla="*/ 0 w 29483"/>
                  <a:gd name="connsiteY8" fmla="*/ 12954 h 25908"/>
                  <a:gd name="connsiteX9" fmla="*/ 1169 w 29483"/>
                  <a:gd name="connsiteY9" fmla="*/ 7242 h 25908"/>
                  <a:gd name="connsiteX10" fmla="*/ 4295 w 29483"/>
                  <a:gd name="connsiteY10" fmla="*/ 3194 h 25908"/>
                  <a:gd name="connsiteX11" fmla="*/ 8973 w 29483"/>
                  <a:gd name="connsiteY11" fmla="*/ 787 h 25908"/>
                  <a:gd name="connsiteX12" fmla="*/ 14753 w 29483"/>
                  <a:gd name="connsiteY12" fmla="*/ 0 h 25908"/>
                  <a:gd name="connsiteX13" fmla="*/ 20803 w 29483"/>
                  <a:gd name="connsiteY13" fmla="*/ 922 h 25908"/>
                  <a:gd name="connsiteX14" fmla="*/ 25436 w 29483"/>
                  <a:gd name="connsiteY14" fmla="*/ 3531 h 25908"/>
                  <a:gd name="connsiteX15" fmla="*/ 28427 w 29483"/>
                  <a:gd name="connsiteY15" fmla="*/ 7624 h 25908"/>
                  <a:gd name="connsiteX16" fmla="*/ 29484 w 29483"/>
                  <a:gd name="connsiteY16" fmla="*/ 12932 h 25908"/>
                  <a:gd name="connsiteX17" fmla="*/ 14753 w 29483"/>
                  <a:gd name="connsiteY17" fmla="*/ 3463 h 25908"/>
                  <a:gd name="connsiteX18" fmla="*/ 10120 w 29483"/>
                  <a:gd name="connsiteY18" fmla="*/ 4003 h 25908"/>
                  <a:gd name="connsiteX19" fmla="*/ 6364 w 29483"/>
                  <a:gd name="connsiteY19" fmla="*/ 5667 h 25908"/>
                  <a:gd name="connsiteX20" fmla="*/ 3846 w 29483"/>
                  <a:gd name="connsiteY20" fmla="*/ 8591 h 25908"/>
                  <a:gd name="connsiteX21" fmla="*/ 2923 w 29483"/>
                  <a:gd name="connsiteY21" fmla="*/ 12954 h 25908"/>
                  <a:gd name="connsiteX22" fmla="*/ 3913 w 29483"/>
                  <a:gd name="connsiteY22" fmla="*/ 17295 h 25908"/>
                  <a:gd name="connsiteX23" fmla="*/ 6567 w 29483"/>
                  <a:gd name="connsiteY23" fmla="*/ 20241 h 25908"/>
                  <a:gd name="connsiteX24" fmla="*/ 10345 w 29483"/>
                  <a:gd name="connsiteY24" fmla="*/ 21905 h 25908"/>
                  <a:gd name="connsiteX25" fmla="*/ 14753 w 29483"/>
                  <a:gd name="connsiteY25" fmla="*/ 22445 h 25908"/>
                  <a:gd name="connsiteX26" fmla="*/ 19521 w 29483"/>
                  <a:gd name="connsiteY26" fmla="*/ 21815 h 25908"/>
                  <a:gd name="connsiteX27" fmla="*/ 23277 w 29483"/>
                  <a:gd name="connsiteY27" fmla="*/ 20016 h 25908"/>
                  <a:gd name="connsiteX28" fmla="*/ 25705 w 29483"/>
                  <a:gd name="connsiteY28" fmla="*/ 17047 h 25908"/>
                  <a:gd name="connsiteX29" fmla="*/ 26560 w 29483"/>
                  <a:gd name="connsiteY29" fmla="*/ 12954 h 25908"/>
                  <a:gd name="connsiteX30" fmla="*/ 25571 w 29483"/>
                  <a:gd name="connsiteY30" fmla="*/ 8614 h 25908"/>
                  <a:gd name="connsiteX31" fmla="*/ 22894 w 29483"/>
                  <a:gd name="connsiteY31" fmla="*/ 5667 h 25908"/>
                  <a:gd name="connsiteX32" fmla="*/ 19116 w 29483"/>
                  <a:gd name="connsiteY32" fmla="*/ 4003 h 25908"/>
                  <a:gd name="connsiteX33" fmla="*/ 14753 w 29483"/>
                  <a:gd name="connsiteY33" fmla="*/ 3463 h 25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9483" h="25908">
                    <a:moveTo>
                      <a:pt x="29484" y="12954"/>
                    </a:moveTo>
                    <a:cubicBezTo>
                      <a:pt x="29439" y="14753"/>
                      <a:pt x="29124" y="16440"/>
                      <a:pt x="28517" y="17992"/>
                    </a:cubicBezTo>
                    <a:cubicBezTo>
                      <a:pt x="27909" y="19566"/>
                      <a:pt x="26988" y="20915"/>
                      <a:pt x="25773" y="22085"/>
                    </a:cubicBezTo>
                    <a:cubicBezTo>
                      <a:pt x="24558" y="23254"/>
                      <a:pt x="23029" y="24176"/>
                      <a:pt x="21185" y="24874"/>
                    </a:cubicBezTo>
                    <a:cubicBezTo>
                      <a:pt x="19341" y="25571"/>
                      <a:pt x="17204" y="25908"/>
                      <a:pt x="14753" y="25908"/>
                    </a:cubicBezTo>
                    <a:cubicBezTo>
                      <a:pt x="12706" y="25908"/>
                      <a:pt x="10795" y="25638"/>
                      <a:pt x="8996" y="25098"/>
                    </a:cubicBezTo>
                    <a:cubicBezTo>
                      <a:pt x="7197" y="24559"/>
                      <a:pt x="5667" y="23749"/>
                      <a:pt x="4318" y="22670"/>
                    </a:cubicBezTo>
                    <a:cubicBezTo>
                      <a:pt x="2991" y="21590"/>
                      <a:pt x="1934" y="20241"/>
                      <a:pt x="1169" y="18621"/>
                    </a:cubicBezTo>
                    <a:cubicBezTo>
                      <a:pt x="405" y="17002"/>
                      <a:pt x="0" y="15113"/>
                      <a:pt x="0" y="12954"/>
                    </a:cubicBezTo>
                    <a:cubicBezTo>
                      <a:pt x="0" y="10795"/>
                      <a:pt x="382" y="8861"/>
                      <a:pt x="1169" y="7242"/>
                    </a:cubicBezTo>
                    <a:cubicBezTo>
                      <a:pt x="1934" y="5622"/>
                      <a:pt x="2991" y="4273"/>
                      <a:pt x="4295" y="3194"/>
                    </a:cubicBezTo>
                    <a:cubicBezTo>
                      <a:pt x="5600" y="2114"/>
                      <a:pt x="7174" y="1305"/>
                      <a:pt x="8973" y="787"/>
                    </a:cubicBezTo>
                    <a:cubicBezTo>
                      <a:pt x="10772" y="270"/>
                      <a:pt x="12706" y="0"/>
                      <a:pt x="14753" y="0"/>
                    </a:cubicBezTo>
                    <a:cubicBezTo>
                      <a:pt x="16979" y="0"/>
                      <a:pt x="19004" y="315"/>
                      <a:pt x="20803" y="922"/>
                    </a:cubicBezTo>
                    <a:cubicBezTo>
                      <a:pt x="22602" y="1529"/>
                      <a:pt x="24154" y="2407"/>
                      <a:pt x="25436" y="3531"/>
                    </a:cubicBezTo>
                    <a:cubicBezTo>
                      <a:pt x="26740" y="4655"/>
                      <a:pt x="27730" y="6027"/>
                      <a:pt x="28427" y="7624"/>
                    </a:cubicBezTo>
                    <a:cubicBezTo>
                      <a:pt x="29124" y="9221"/>
                      <a:pt x="29484" y="10997"/>
                      <a:pt x="29484" y="12932"/>
                    </a:cubicBezTo>
                    <a:close/>
                    <a:moveTo>
                      <a:pt x="14753" y="3463"/>
                    </a:moveTo>
                    <a:cubicBezTo>
                      <a:pt x="13089" y="3463"/>
                      <a:pt x="11559" y="3643"/>
                      <a:pt x="10120" y="4003"/>
                    </a:cubicBezTo>
                    <a:cubicBezTo>
                      <a:pt x="8681" y="4363"/>
                      <a:pt x="7421" y="4925"/>
                      <a:pt x="6364" y="5667"/>
                    </a:cubicBezTo>
                    <a:cubicBezTo>
                      <a:pt x="5308" y="6432"/>
                      <a:pt x="4475" y="7399"/>
                      <a:pt x="3846" y="8591"/>
                    </a:cubicBezTo>
                    <a:cubicBezTo>
                      <a:pt x="3216" y="9783"/>
                      <a:pt x="2923" y="11245"/>
                      <a:pt x="2923" y="12954"/>
                    </a:cubicBezTo>
                    <a:cubicBezTo>
                      <a:pt x="2923" y="14663"/>
                      <a:pt x="3261" y="16103"/>
                      <a:pt x="3913" y="17295"/>
                    </a:cubicBezTo>
                    <a:cubicBezTo>
                      <a:pt x="4565" y="18487"/>
                      <a:pt x="5465" y="19476"/>
                      <a:pt x="6567" y="20241"/>
                    </a:cubicBezTo>
                    <a:cubicBezTo>
                      <a:pt x="7669" y="21005"/>
                      <a:pt x="8928" y="21545"/>
                      <a:pt x="10345" y="21905"/>
                    </a:cubicBezTo>
                    <a:cubicBezTo>
                      <a:pt x="11762" y="22265"/>
                      <a:pt x="13224" y="22445"/>
                      <a:pt x="14753" y="22445"/>
                    </a:cubicBezTo>
                    <a:cubicBezTo>
                      <a:pt x="16485" y="22445"/>
                      <a:pt x="18081" y="22242"/>
                      <a:pt x="19521" y="21815"/>
                    </a:cubicBezTo>
                    <a:cubicBezTo>
                      <a:pt x="20983" y="21410"/>
                      <a:pt x="22220" y="20803"/>
                      <a:pt x="23277" y="20016"/>
                    </a:cubicBezTo>
                    <a:cubicBezTo>
                      <a:pt x="24311" y="19229"/>
                      <a:pt x="25121" y="18239"/>
                      <a:pt x="25705" y="17047"/>
                    </a:cubicBezTo>
                    <a:cubicBezTo>
                      <a:pt x="26290" y="15855"/>
                      <a:pt x="26560" y="14483"/>
                      <a:pt x="26560" y="12954"/>
                    </a:cubicBezTo>
                    <a:cubicBezTo>
                      <a:pt x="26560" y="11267"/>
                      <a:pt x="26223" y="9806"/>
                      <a:pt x="25571" y="8614"/>
                    </a:cubicBezTo>
                    <a:cubicBezTo>
                      <a:pt x="24896" y="7399"/>
                      <a:pt x="24019" y="6432"/>
                      <a:pt x="22894" y="5667"/>
                    </a:cubicBezTo>
                    <a:cubicBezTo>
                      <a:pt x="21770" y="4903"/>
                      <a:pt x="20510" y="4363"/>
                      <a:pt x="19116" y="4003"/>
                    </a:cubicBezTo>
                    <a:cubicBezTo>
                      <a:pt x="17722" y="3643"/>
                      <a:pt x="16260" y="3463"/>
                      <a:pt x="14753" y="3463"/>
                    </a:cubicBezTo>
                    <a:close/>
                  </a:path>
                </a:pathLst>
              </a:custGeom>
              <a:solidFill>
                <a:srgbClr val="231F20"/>
              </a:solidFill>
              <a:ln w="2249" cap="flat">
                <a:noFill/>
                <a:prstDash val="solid"/>
                <a:miter/>
              </a:ln>
            </p:spPr>
            <p:txBody>
              <a:bodyPr rtlCol="0" anchor="ctr"/>
              <a:lstStyle/>
              <a:p>
                <a:endParaRPr lang="en-US"/>
              </a:p>
            </p:txBody>
          </p:sp>
          <p:sp>
            <p:nvSpPr>
              <p:cNvPr id="18282" name="Freeform 18281">
                <a:extLst>
                  <a:ext uri="{FF2B5EF4-FFF2-40B4-BE49-F238E27FC236}">
                    <a16:creationId xmlns:a16="http://schemas.microsoft.com/office/drawing/2014/main" id="{02675501-D3B0-3B87-CB50-73A6F3F357EA}"/>
                  </a:ext>
                </a:extLst>
              </p:cNvPr>
              <p:cNvSpPr/>
              <p:nvPr/>
            </p:nvSpPr>
            <p:spPr>
              <a:xfrm>
                <a:off x="3694451" y="5617349"/>
                <a:ext cx="28718" cy="12481"/>
              </a:xfrm>
              <a:custGeom>
                <a:avLst/>
                <a:gdLst>
                  <a:gd name="connsiteX0" fmla="*/ 28719 w 28718"/>
                  <a:gd name="connsiteY0" fmla="*/ 9243 h 12481"/>
                  <a:gd name="connsiteX1" fmla="*/ 28719 w 28718"/>
                  <a:gd name="connsiteY1" fmla="*/ 12482 h 12481"/>
                  <a:gd name="connsiteX2" fmla="*/ 765 w 28718"/>
                  <a:gd name="connsiteY2" fmla="*/ 12482 h 12481"/>
                  <a:gd name="connsiteX3" fmla="*/ 765 w 28718"/>
                  <a:gd name="connsiteY3" fmla="*/ 9243 h 12481"/>
                  <a:gd name="connsiteX4" fmla="*/ 6005 w 28718"/>
                  <a:gd name="connsiteY4" fmla="*/ 9243 h 12481"/>
                  <a:gd name="connsiteX5" fmla="*/ 6005 w 28718"/>
                  <a:gd name="connsiteY5" fmla="*/ 9131 h 12481"/>
                  <a:gd name="connsiteX6" fmla="*/ 1327 w 28718"/>
                  <a:gd name="connsiteY6" fmla="*/ 5645 h 12481"/>
                  <a:gd name="connsiteX7" fmla="*/ 0 w 28718"/>
                  <a:gd name="connsiteY7" fmla="*/ 0 h 12481"/>
                  <a:gd name="connsiteX8" fmla="*/ 3508 w 28718"/>
                  <a:gd name="connsiteY8" fmla="*/ 0 h 12481"/>
                  <a:gd name="connsiteX9" fmla="*/ 4363 w 28718"/>
                  <a:gd name="connsiteY9" fmla="*/ 4543 h 12481"/>
                  <a:gd name="connsiteX10" fmla="*/ 6837 w 28718"/>
                  <a:gd name="connsiteY10" fmla="*/ 7376 h 12481"/>
                  <a:gd name="connsiteX11" fmla="*/ 10525 w 28718"/>
                  <a:gd name="connsiteY11" fmla="*/ 8838 h 12481"/>
                  <a:gd name="connsiteX12" fmla="*/ 14978 w 28718"/>
                  <a:gd name="connsiteY12" fmla="*/ 9243 h 12481"/>
                  <a:gd name="connsiteX13" fmla="*/ 28696 w 28718"/>
                  <a:gd name="connsiteY13" fmla="*/ 9243 h 1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718" h="12481">
                    <a:moveTo>
                      <a:pt x="28719" y="9243"/>
                    </a:moveTo>
                    <a:lnTo>
                      <a:pt x="28719" y="12482"/>
                    </a:lnTo>
                    <a:lnTo>
                      <a:pt x="765" y="12482"/>
                    </a:lnTo>
                    <a:lnTo>
                      <a:pt x="765" y="9243"/>
                    </a:lnTo>
                    <a:lnTo>
                      <a:pt x="6005" y="9243"/>
                    </a:lnTo>
                    <a:lnTo>
                      <a:pt x="6005" y="9131"/>
                    </a:lnTo>
                    <a:cubicBezTo>
                      <a:pt x="3778" y="8231"/>
                      <a:pt x="2226" y="7061"/>
                      <a:pt x="1327" y="5645"/>
                    </a:cubicBezTo>
                    <a:cubicBezTo>
                      <a:pt x="450" y="4228"/>
                      <a:pt x="0" y="2339"/>
                      <a:pt x="0" y="0"/>
                    </a:cubicBezTo>
                    <a:lnTo>
                      <a:pt x="3508" y="0"/>
                    </a:lnTo>
                    <a:cubicBezTo>
                      <a:pt x="3463" y="1844"/>
                      <a:pt x="3756" y="3351"/>
                      <a:pt x="4363" y="4543"/>
                    </a:cubicBezTo>
                    <a:cubicBezTo>
                      <a:pt x="4970" y="5735"/>
                      <a:pt x="5802" y="6679"/>
                      <a:pt x="6837" y="7376"/>
                    </a:cubicBezTo>
                    <a:cubicBezTo>
                      <a:pt x="7871" y="8074"/>
                      <a:pt x="9108" y="8568"/>
                      <a:pt x="10525" y="8838"/>
                    </a:cubicBezTo>
                    <a:cubicBezTo>
                      <a:pt x="11942" y="9108"/>
                      <a:pt x="13426" y="9243"/>
                      <a:pt x="14978" y="9243"/>
                    </a:cubicBezTo>
                    <a:lnTo>
                      <a:pt x="28696" y="9243"/>
                    </a:lnTo>
                    <a:close/>
                  </a:path>
                </a:pathLst>
              </a:custGeom>
              <a:solidFill>
                <a:srgbClr val="231F20"/>
              </a:solidFill>
              <a:ln w="2249" cap="flat">
                <a:noFill/>
                <a:prstDash val="solid"/>
                <a:miter/>
              </a:ln>
            </p:spPr>
            <p:txBody>
              <a:bodyPr rtlCol="0" anchor="ctr"/>
              <a:lstStyle/>
              <a:p>
                <a:endParaRPr lang="en-US"/>
              </a:p>
            </p:txBody>
          </p:sp>
          <p:sp>
            <p:nvSpPr>
              <p:cNvPr id="18283" name="Freeform 18282">
                <a:extLst>
                  <a:ext uri="{FF2B5EF4-FFF2-40B4-BE49-F238E27FC236}">
                    <a16:creationId xmlns:a16="http://schemas.microsoft.com/office/drawing/2014/main" id="{AE4C7B80-67A1-C2F7-5628-C901DFD0823B}"/>
                  </a:ext>
                </a:extLst>
              </p:cNvPr>
              <p:cNvSpPr/>
              <p:nvPr/>
            </p:nvSpPr>
            <p:spPr>
              <a:xfrm>
                <a:off x="3694473" y="5588358"/>
                <a:ext cx="29484" cy="25167"/>
              </a:xfrm>
              <a:custGeom>
                <a:avLst/>
                <a:gdLst>
                  <a:gd name="connsiteX0" fmla="*/ 15473 w 29484"/>
                  <a:gd name="connsiteY0" fmla="*/ 21659 h 25167"/>
                  <a:gd name="connsiteX1" fmla="*/ 19768 w 29484"/>
                  <a:gd name="connsiteY1" fmla="*/ 21074 h 25167"/>
                  <a:gd name="connsiteX2" fmla="*/ 23277 w 29484"/>
                  <a:gd name="connsiteY2" fmla="*/ 19320 h 25167"/>
                  <a:gd name="connsiteX3" fmla="*/ 25661 w 29484"/>
                  <a:gd name="connsiteY3" fmla="*/ 16374 h 25167"/>
                  <a:gd name="connsiteX4" fmla="*/ 26560 w 29484"/>
                  <a:gd name="connsiteY4" fmla="*/ 12281 h 25167"/>
                  <a:gd name="connsiteX5" fmla="*/ 24896 w 29484"/>
                  <a:gd name="connsiteY5" fmla="*/ 6838 h 25167"/>
                  <a:gd name="connsiteX6" fmla="*/ 20151 w 29484"/>
                  <a:gd name="connsiteY6" fmla="*/ 3824 h 25167"/>
                  <a:gd name="connsiteX7" fmla="*/ 20151 w 29484"/>
                  <a:gd name="connsiteY7" fmla="*/ 204 h 25167"/>
                  <a:gd name="connsiteX8" fmla="*/ 23839 w 29484"/>
                  <a:gd name="connsiteY8" fmla="*/ 1778 h 25167"/>
                  <a:gd name="connsiteX9" fmla="*/ 26808 w 29484"/>
                  <a:gd name="connsiteY9" fmla="*/ 4207 h 25167"/>
                  <a:gd name="connsiteX10" fmla="*/ 28787 w 29484"/>
                  <a:gd name="connsiteY10" fmla="*/ 7670 h 25167"/>
                  <a:gd name="connsiteX11" fmla="*/ 29484 w 29484"/>
                  <a:gd name="connsiteY11" fmla="*/ 12303 h 25167"/>
                  <a:gd name="connsiteX12" fmla="*/ 28360 w 29484"/>
                  <a:gd name="connsiteY12" fmla="*/ 18083 h 25167"/>
                  <a:gd name="connsiteX13" fmla="*/ 25256 w 29484"/>
                  <a:gd name="connsiteY13" fmla="*/ 22086 h 25167"/>
                  <a:gd name="connsiteX14" fmla="*/ 20623 w 29484"/>
                  <a:gd name="connsiteY14" fmla="*/ 24402 h 25167"/>
                  <a:gd name="connsiteX15" fmla="*/ 14866 w 29484"/>
                  <a:gd name="connsiteY15" fmla="*/ 25167 h 25167"/>
                  <a:gd name="connsiteX16" fmla="*/ 9086 w 29484"/>
                  <a:gd name="connsiteY16" fmla="*/ 24267 h 25167"/>
                  <a:gd name="connsiteX17" fmla="*/ 4363 w 29484"/>
                  <a:gd name="connsiteY17" fmla="*/ 21726 h 25167"/>
                  <a:gd name="connsiteX18" fmla="*/ 1170 w 29484"/>
                  <a:gd name="connsiteY18" fmla="*/ 17701 h 25167"/>
                  <a:gd name="connsiteX19" fmla="*/ 0 w 29484"/>
                  <a:gd name="connsiteY19" fmla="*/ 12303 h 25167"/>
                  <a:gd name="connsiteX20" fmla="*/ 3958 w 29484"/>
                  <a:gd name="connsiteY20" fmla="*/ 3240 h 25167"/>
                  <a:gd name="connsiteX21" fmla="*/ 15473 w 29484"/>
                  <a:gd name="connsiteY21" fmla="*/ 1 h 25167"/>
                  <a:gd name="connsiteX22" fmla="*/ 15473 w 29484"/>
                  <a:gd name="connsiteY22" fmla="*/ 21704 h 25167"/>
                  <a:gd name="connsiteX23" fmla="*/ 12774 w 29484"/>
                  <a:gd name="connsiteY23" fmla="*/ 3420 h 25167"/>
                  <a:gd name="connsiteX24" fmla="*/ 8906 w 29484"/>
                  <a:gd name="connsiteY24" fmla="*/ 3982 h 25167"/>
                  <a:gd name="connsiteX25" fmla="*/ 5780 w 29484"/>
                  <a:gd name="connsiteY25" fmla="*/ 5646 h 25167"/>
                  <a:gd name="connsiteX26" fmla="*/ 3666 w 29484"/>
                  <a:gd name="connsiteY26" fmla="*/ 8435 h 25167"/>
                  <a:gd name="connsiteX27" fmla="*/ 2879 w 29484"/>
                  <a:gd name="connsiteY27" fmla="*/ 12258 h 25167"/>
                  <a:gd name="connsiteX28" fmla="*/ 3688 w 29484"/>
                  <a:gd name="connsiteY28" fmla="*/ 16059 h 25167"/>
                  <a:gd name="connsiteX29" fmla="*/ 5848 w 29484"/>
                  <a:gd name="connsiteY29" fmla="*/ 18870 h 25167"/>
                  <a:gd name="connsiteX30" fmla="*/ 8974 w 29484"/>
                  <a:gd name="connsiteY30" fmla="*/ 20737 h 25167"/>
                  <a:gd name="connsiteX31" fmla="*/ 12752 w 29484"/>
                  <a:gd name="connsiteY31" fmla="*/ 21659 h 25167"/>
                  <a:gd name="connsiteX32" fmla="*/ 12752 w 29484"/>
                  <a:gd name="connsiteY32"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4" h="25167">
                    <a:moveTo>
                      <a:pt x="15473" y="21659"/>
                    </a:moveTo>
                    <a:cubicBezTo>
                      <a:pt x="16980" y="21659"/>
                      <a:pt x="18419" y="21456"/>
                      <a:pt x="19768" y="21074"/>
                    </a:cubicBezTo>
                    <a:cubicBezTo>
                      <a:pt x="21118" y="20669"/>
                      <a:pt x="22287" y="20084"/>
                      <a:pt x="23277" y="19320"/>
                    </a:cubicBezTo>
                    <a:cubicBezTo>
                      <a:pt x="24266" y="18555"/>
                      <a:pt x="25053" y="17566"/>
                      <a:pt x="25661" y="16374"/>
                    </a:cubicBezTo>
                    <a:cubicBezTo>
                      <a:pt x="26245" y="15182"/>
                      <a:pt x="26560" y="13810"/>
                      <a:pt x="26560" y="12281"/>
                    </a:cubicBezTo>
                    <a:cubicBezTo>
                      <a:pt x="26560" y="10166"/>
                      <a:pt x="25998" y="8345"/>
                      <a:pt x="24896" y="6838"/>
                    </a:cubicBezTo>
                    <a:cubicBezTo>
                      <a:pt x="23772" y="5331"/>
                      <a:pt x="22197" y="4319"/>
                      <a:pt x="20151" y="3824"/>
                    </a:cubicBezTo>
                    <a:lnTo>
                      <a:pt x="20151" y="204"/>
                    </a:lnTo>
                    <a:cubicBezTo>
                      <a:pt x="21478" y="608"/>
                      <a:pt x="22715" y="1126"/>
                      <a:pt x="23839" y="1778"/>
                    </a:cubicBezTo>
                    <a:cubicBezTo>
                      <a:pt x="24964" y="2430"/>
                      <a:pt x="25953" y="3240"/>
                      <a:pt x="26808" y="4207"/>
                    </a:cubicBezTo>
                    <a:cubicBezTo>
                      <a:pt x="27662" y="5174"/>
                      <a:pt x="28315" y="6321"/>
                      <a:pt x="28787" y="7670"/>
                    </a:cubicBezTo>
                    <a:cubicBezTo>
                      <a:pt x="29259" y="8997"/>
                      <a:pt x="29484" y="10549"/>
                      <a:pt x="29484" y="12303"/>
                    </a:cubicBezTo>
                    <a:cubicBezTo>
                      <a:pt x="29484" y="14530"/>
                      <a:pt x="29102" y="16464"/>
                      <a:pt x="28360" y="18083"/>
                    </a:cubicBezTo>
                    <a:cubicBezTo>
                      <a:pt x="27595" y="19702"/>
                      <a:pt x="26560" y="21029"/>
                      <a:pt x="25256" y="22086"/>
                    </a:cubicBezTo>
                    <a:cubicBezTo>
                      <a:pt x="23951" y="23143"/>
                      <a:pt x="22400" y="23908"/>
                      <a:pt x="20623" y="24402"/>
                    </a:cubicBezTo>
                    <a:cubicBezTo>
                      <a:pt x="18846" y="24897"/>
                      <a:pt x="16935" y="25167"/>
                      <a:pt x="14866" y="25167"/>
                    </a:cubicBezTo>
                    <a:cubicBezTo>
                      <a:pt x="12797" y="25167"/>
                      <a:pt x="10885" y="24875"/>
                      <a:pt x="9086" y="24267"/>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close/>
                    <a:moveTo>
                      <a:pt x="12774" y="3420"/>
                    </a:moveTo>
                    <a:cubicBezTo>
                      <a:pt x="11402" y="3420"/>
                      <a:pt x="10120" y="3600"/>
                      <a:pt x="8906" y="3982"/>
                    </a:cubicBezTo>
                    <a:cubicBezTo>
                      <a:pt x="7692" y="4364"/>
                      <a:pt x="6657" y="4926"/>
                      <a:pt x="5780" y="5646"/>
                    </a:cubicBezTo>
                    <a:cubicBezTo>
                      <a:pt x="4903" y="6388"/>
                      <a:pt x="4206" y="7310"/>
                      <a:pt x="3666" y="8435"/>
                    </a:cubicBezTo>
                    <a:cubicBezTo>
                      <a:pt x="3126" y="9559"/>
                      <a:pt x="2879" y="10819"/>
                      <a:pt x="2879" y="12258"/>
                    </a:cubicBezTo>
                    <a:cubicBezTo>
                      <a:pt x="2879" y="13697"/>
                      <a:pt x="3149" y="14957"/>
                      <a:pt x="3688" y="16059"/>
                    </a:cubicBezTo>
                    <a:cubicBezTo>
                      <a:pt x="4228" y="17161"/>
                      <a:pt x="4948" y="18083"/>
                      <a:pt x="5848" y="18870"/>
                    </a:cubicBezTo>
                    <a:cubicBezTo>
                      <a:pt x="6747" y="19635"/>
                      <a:pt x="7782" y="20264"/>
                      <a:pt x="8974" y="20737"/>
                    </a:cubicBezTo>
                    <a:cubicBezTo>
                      <a:pt x="10165" y="21209"/>
                      <a:pt x="11425" y="21501"/>
                      <a:pt x="12752" y="21659"/>
                    </a:cubicBezTo>
                    <a:lnTo>
                      <a:pt x="12752" y="3420"/>
                    </a:lnTo>
                    <a:close/>
                  </a:path>
                </a:pathLst>
              </a:custGeom>
              <a:solidFill>
                <a:srgbClr val="231F20"/>
              </a:solidFill>
              <a:ln w="2249" cap="flat">
                <a:noFill/>
                <a:prstDash val="solid"/>
                <a:miter/>
              </a:ln>
            </p:spPr>
            <p:txBody>
              <a:bodyPr rtlCol="0" anchor="ctr"/>
              <a:lstStyle/>
              <a:p>
                <a:endParaRPr lang="en-US"/>
              </a:p>
            </p:txBody>
          </p:sp>
          <p:sp>
            <p:nvSpPr>
              <p:cNvPr id="18284" name="Freeform 18283">
                <a:extLst>
                  <a:ext uri="{FF2B5EF4-FFF2-40B4-BE49-F238E27FC236}">
                    <a16:creationId xmlns:a16="http://schemas.microsoft.com/office/drawing/2014/main" id="{30E6E1D3-E70A-BF81-9E0B-5A3807F189B4}"/>
                  </a:ext>
                </a:extLst>
              </p:cNvPr>
              <p:cNvSpPr/>
              <p:nvPr/>
            </p:nvSpPr>
            <p:spPr>
              <a:xfrm>
                <a:off x="3694451" y="5546371"/>
                <a:ext cx="29438" cy="22039"/>
              </a:xfrm>
              <a:custGeom>
                <a:avLst/>
                <a:gdLst>
                  <a:gd name="connsiteX0" fmla="*/ 19993 w 29438"/>
                  <a:gd name="connsiteY0" fmla="*/ 18734 h 22039"/>
                  <a:gd name="connsiteX1" fmla="*/ 25098 w 29438"/>
                  <a:gd name="connsiteY1" fmla="*/ 16013 h 22039"/>
                  <a:gd name="connsiteX2" fmla="*/ 26583 w 29438"/>
                  <a:gd name="connsiteY2" fmla="*/ 10368 h 22039"/>
                  <a:gd name="connsiteX3" fmla="*/ 26155 w 29438"/>
                  <a:gd name="connsiteY3" fmla="*/ 7287 h 22039"/>
                  <a:gd name="connsiteX4" fmla="*/ 24986 w 29438"/>
                  <a:gd name="connsiteY4" fmla="*/ 5150 h 22039"/>
                  <a:gd name="connsiteX5" fmla="*/ 23344 w 29438"/>
                  <a:gd name="connsiteY5" fmla="*/ 3891 h 22039"/>
                  <a:gd name="connsiteX6" fmla="*/ 21410 w 29438"/>
                  <a:gd name="connsiteY6" fmla="*/ 3463 h 22039"/>
                  <a:gd name="connsiteX7" fmla="*/ 18351 w 29438"/>
                  <a:gd name="connsiteY7" fmla="*/ 4790 h 22039"/>
                  <a:gd name="connsiteX8" fmla="*/ 16777 w 29438"/>
                  <a:gd name="connsiteY8" fmla="*/ 8119 h 22039"/>
                  <a:gd name="connsiteX9" fmla="*/ 15810 w 29438"/>
                  <a:gd name="connsiteY9" fmla="*/ 12437 h 22039"/>
                  <a:gd name="connsiteX10" fmla="*/ 14596 w 29438"/>
                  <a:gd name="connsiteY10" fmla="*/ 16755 h 22039"/>
                  <a:gd name="connsiteX11" fmla="*/ 12279 w 29438"/>
                  <a:gd name="connsiteY11" fmla="*/ 20083 h 22039"/>
                  <a:gd name="connsiteX12" fmla="*/ 8006 w 29438"/>
                  <a:gd name="connsiteY12" fmla="*/ 21410 h 22039"/>
                  <a:gd name="connsiteX13" fmla="*/ 2249 w 29438"/>
                  <a:gd name="connsiteY13" fmla="*/ 18846 h 22039"/>
                  <a:gd name="connsiteX14" fmla="*/ 0 w 29438"/>
                  <a:gd name="connsiteY14" fmla="*/ 11582 h 22039"/>
                  <a:gd name="connsiteX15" fmla="*/ 2024 w 29438"/>
                  <a:gd name="connsiteY15" fmla="*/ 4206 h 22039"/>
                  <a:gd name="connsiteX16" fmla="*/ 8793 w 29438"/>
                  <a:gd name="connsiteY16" fmla="*/ 787 h 22039"/>
                  <a:gd name="connsiteX17" fmla="*/ 8793 w 29438"/>
                  <a:gd name="connsiteY17" fmla="*/ 4071 h 22039"/>
                  <a:gd name="connsiteX18" fmla="*/ 4228 w 29438"/>
                  <a:gd name="connsiteY18" fmla="*/ 6522 h 22039"/>
                  <a:gd name="connsiteX19" fmla="*/ 2901 w 29438"/>
                  <a:gd name="connsiteY19" fmla="*/ 11627 h 22039"/>
                  <a:gd name="connsiteX20" fmla="*/ 4228 w 29438"/>
                  <a:gd name="connsiteY20" fmla="*/ 16327 h 22039"/>
                  <a:gd name="connsiteX21" fmla="*/ 7714 w 29438"/>
                  <a:gd name="connsiteY21" fmla="*/ 17947 h 22039"/>
                  <a:gd name="connsiteX22" fmla="*/ 10593 w 29438"/>
                  <a:gd name="connsiteY22" fmla="*/ 16620 h 22039"/>
                  <a:gd name="connsiteX23" fmla="*/ 12212 w 29438"/>
                  <a:gd name="connsiteY23" fmla="*/ 13291 h 22039"/>
                  <a:gd name="connsiteX24" fmla="*/ 13314 w 29438"/>
                  <a:gd name="connsiteY24" fmla="*/ 8973 h 22039"/>
                  <a:gd name="connsiteX25" fmla="*/ 14685 w 29438"/>
                  <a:gd name="connsiteY25" fmla="*/ 4655 h 22039"/>
                  <a:gd name="connsiteX26" fmla="*/ 17092 w 29438"/>
                  <a:gd name="connsiteY26" fmla="*/ 1327 h 22039"/>
                  <a:gd name="connsiteX27" fmla="*/ 21298 w 29438"/>
                  <a:gd name="connsiteY27" fmla="*/ 0 h 22039"/>
                  <a:gd name="connsiteX28" fmla="*/ 24828 w 29438"/>
                  <a:gd name="connsiteY28" fmla="*/ 855 h 22039"/>
                  <a:gd name="connsiteX29" fmla="*/ 27392 w 29438"/>
                  <a:gd name="connsiteY29" fmla="*/ 3238 h 22039"/>
                  <a:gd name="connsiteX30" fmla="*/ 28922 w 29438"/>
                  <a:gd name="connsiteY30" fmla="*/ 6837 h 22039"/>
                  <a:gd name="connsiteX31" fmla="*/ 29439 w 29438"/>
                  <a:gd name="connsiteY31" fmla="*/ 11402 h 22039"/>
                  <a:gd name="connsiteX32" fmla="*/ 28719 w 29438"/>
                  <a:gd name="connsiteY32" fmla="*/ 15810 h 22039"/>
                  <a:gd name="connsiteX33" fmla="*/ 26695 w 29438"/>
                  <a:gd name="connsiteY33" fmla="*/ 19071 h 22039"/>
                  <a:gd name="connsiteX34" fmla="*/ 23681 w 29438"/>
                  <a:gd name="connsiteY34" fmla="*/ 21185 h 22039"/>
                  <a:gd name="connsiteX35" fmla="*/ 19948 w 29438"/>
                  <a:gd name="connsiteY35" fmla="*/ 22040 h 22039"/>
                  <a:gd name="connsiteX36" fmla="*/ 19948 w 29438"/>
                  <a:gd name="connsiteY36" fmla="*/ 18756 h 22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9438" h="22039">
                    <a:moveTo>
                      <a:pt x="19993" y="18734"/>
                    </a:moveTo>
                    <a:cubicBezTo>
                      <a:pt x="22400" y="18239"/>
                      <a:pt x="24109" y="17317"/>
                      <a:pt x="25098" y="16013"/>
                    </a:cubicBezTo>
                    <a:cubicBezTo>
                      <a:pt x="26088" y="14708"/>
                      <a:pt x="26583" y="12819"/>
                      <a:pt x="26583" y="10368"/>
                    </a:cubicBezTo>
                    <a:cubicBezTo>
                      <a:pt x="26583" y="9176"/>
                      <a:pt x="26447" y="8164"/>
                      <a:pt x="26155" y="7287"/>
                    </a:cubicBezTo>
                    <a:cubicBezTo>
                      <a:pt x="25863" y="6432"/>
                      <a:pt x="25481" y="5712"/>
                      <a:pt x="24986" y="5150"/>
                    </a:cubicBezTo>
                    <a:cubicBezTo>
                      <a:pt x="24491" y="4588"/>
                      <a:pt x="23951" y="4161"/>
                      <a:pt x="23344" y="3891"/>
                    </a:cubicBezTo>
                    <a:cubicBezTo>
                      <a:pt x="22737" y="3598"/>
                      <a:pt x="22085" y="3463"/>
                      <a:pt x="21410" y="3463"/>
                    </a:cubicBezTo>
                    <a:cubicBezTo>
                      <a:pt x="20038" y="3463"/>
                      <a:pt x="19026" y="3913"/>
                      <a:pt x="18351" y="4790"/>
                    </a:cubicBezTo>
                    <a:cubicBezTo>
                      <a:pt x="17677" y="5667"/>
                      <a:pt x="17160" y="6769"/>
                      <a:pt x="16777" y="8119"/>
                    </a:cubicBezTo>
                    <a:cubicBezTo>
                      <a:pt x="16395" y="9468"/>
                      <a:pt x="16080" y="10885"/>
                      <a:pt x="15810" y="12437"/>
                    </a:cubicBezTo>
                    <a:cubicBezTo>
                      <a:pt x="15540" y="13988"/>
                      <a:pt x="15135" y="15428"/>
                      <a:pt x="14596" y="16755"/>
                    </a:cubicBezTo>
                    <a:cubicBezTo>
                      <a:pt x="14056" y="18082"/>
                      <a:pt x="13291" y="19184"/>
                      <a:pt x="12279" y="20083"/>
                    </a:cubicBezTo>
                    <a:cubicBezTo>
                      <a:pt x="11267" y="20960"/>
                      <a:pt x="9850" y="21410"/>
                      <a:pt x="8006" y="21410"/>
                    </a:cubicBezTo>
                    <a:cubicBezTo>
                      <a:pt x="5667" y="21410"/>
                      <a:pt x="3756" y="20556"/>
                      <a:pt x="2249" y="18846"/>
                    </a:cubicBezTo>
                    <a:cubicBezTo>
                      <a:pt x="765" y="17137"/>
                      <a:pt x="0" y="14708"/>
                      <a:pt x="0" y="11582"/>
                    </a:cubicBezTo>
                    <a:cubicBezTo>
                      <a:pt x="0" y="8456"/>
                      <a:pt x="675" y="6095"/>
                      <a:pt x="2024" y="4206"/>
                    </a:cubicBezTo>
                    <a:cubicBezTo>
                      <a:pt x="3373" y="2316"/>
                      <a:pt x="5622" y="1170"/>
                      <a:pt x="8793" y="787"/>
                    </a:cubicBezTo>
                    <a:lnTo>
                      <a:pt x="8793" y="4071"/>
                    </a:lnTo>
                    <a:cubicBezTo>
                      <a:pt x="6634" y="4363"/>
                      <a:pt x="5105" y="5173"/>
                      <a:pt x="4228" y="6522"/>
                    </a:cubicBezTo>
                    <a:cubicBezTo>
                      <a:pt x="3351" y="7871"/>
                      <a:pt x="2901" y="9581"/>
                      <a:pt x="2901" y="11627"/>
                    </a:cubicBezTo>
                    <a:cubicBezTo>
                      <a:pt x="2901" y="13674"/>
                      <a:pt x="3351" y="15248"/>
                      <a:pt x="4228" y="16327"/>
                    </a:cubicBezTo>
                    <a:cubicBezTo>
                      <a:pt x="5105" y="17407"/>
                      <a:pt x="6274" y="17947"/>
                      <a:pt x="7714" y="17947"/>
                    </a:cubicBezTo>
                    <a:cubicBezTo>
                      <a:pt x="8973" y="17947"/>
                      <a:pt x="9940" y="17497"/>
                      <a:pt x="10593" y="16620"/>
                    </a:cubicBezTo>
                    <a:cubicBezTo>
                      <a:pt x="11267" y="15743"/>
                      <a:pt x="11807" y="14641"/>
                      <a:pt x="12212" y="13291"/>
                    </a:cubicBezTo>
                    <a:cubicBezTo>
                      <a:pt x="12617" y="11964"/>
                      <a:pt x="12999" y="10525"/>
                      <a:pt x="13314" y="8973"/>
                    </a:cubicBezTo>
                    <a:cubicBezTo>
                      <a:pt x="13629" y="7422"/>
                      <a:pt x="14101" y="5982"/>
                      <a:pt x="14685" y="4655"/>
                    </a:cubicBezTo>
                    <a:cubicBezTo>
                      <a:pt x="15270" y="3328"/>
                      <a:pt x="16080" y="2226"/>
                      <a:pt x="17092" y="1327"/>
                    </a:cubicBezTo>
                    <a:cubicBezTo>
                      <a:pt x="18104" y="450"/>
                      <a:pt x="19498" y="0"/>
                      <a:pt x="21298" y="0"/>
                    </a:cubicBezTo>
                    <a:cubicBezTo>
                      <a:pt x="22624" y="0"/>
                      <a:pt x="23816" y="292"/>
                      <a:pt x="24828" y="855"/>
                    </a:cubicBezTo>
                    <a:cubicBezTo>
                      <a:pt x="25841" y="1417"/>
                      <a:pt x="26718" y="2226"/>
                      <a:pt x="27392" y="3238"/>
                    </a:cubicBezTo>
                    <a:cubicBezTo>
                      <a:pt x="28067" y="4251"/>
                      <a:pt x="28584" y="5443"/>
                      <a:pt x="28922" y="6837"/>
                    </a:cubicBezTo>
                    <a:cubicBezTo>
                      <a:pt x="29259" y="8231"/>
                      <a:pt x="29439" y="9738"/>
                      <a:pt x="29439" y="11402"/>
                    </a:cubicBezTo>
                    <a:cubicBezTo>
                      <a:pt x="29439" y="13067"/>
                      <a:pt x="29191" y="14528"/>
                      <a:pt x="28719" y="15810"/>
                    </a:cubicBezTo>
                    <a:cubicBezTo>
                      <a:pt x="28224" y="17092"/>
                      <a:pt x="27550" y="18171"/>
                      <a:pt x="26695" y="19071"/>
                    </a:cubicBezTo>
                    <a:cubicBezTo>
                      <a:pt x="25841" y="19971"/>
                      <a:pt x="24828" y="20668"/>
                      <a:pt x="23681" y="21185"/>
                    </a:cubicBezTo>
                    <a:cubicBezTo>
                      <a:pt x="22534" y="21680"/>
                      <a:pt x="21298" y="21972"/>
                      <a:pt x="19948" y="22040"/>
                    </a:cubicBezTo>
                    <a:lnTo>
                      <a:pt x="19948" y="18756"/>
                    </a:lnTo>
                    <a:close/>
                  </a:path>
                </a:pathLst>
              </a:custGeom>
              <a:solidFill>
                <a:srgbClr val="231F20"/>
              </a:solidFill>
              <a:ln w="2249" cap="flat">
                <a:noFill/>
                <a:prstDash val="solid"/>
                <a:miter/>
              </a:ln>
            </p:spPr>
            <p:txBody>
              <a:bodyPr rtlCol="0" anchor="ctr"/>
              <a:lstStyle/>
              <a:p>
                <a:endParaRPr lang="en-US"/>
              </a:p>
            </p:txBody>
          </p:sp>
          <p:sp>
            <p:nvSpPr>
              <p:cNvPr id="18285" name="Freeform 18284">
                <a:extLst>
                  <a:ext uri="{FF2B5EF4-FFF2-40B4-BE49-F238E27FC236}">
                    <a16:creationId xmlns:a16="http://schemas.microsoft.com/office/drawing/2014/main" id="{91CC831A-8CD2-C76F-3181-9547C5E37B6C}"/>
                  </a:ext>
                </a:extLst>
              </p:cNvPr>
              <p:cNvSpPr/>
              <p:nvPr/>
            </p:nvSpPr>
            <p:spPr>
              <a:xfrm>
                <a:off x="3694473" y="5516369"/>
                <a:ext cx="29484" cy="25167"/>
              </a:xfrm>
              <a:custGeom>
                <a:avLst/>
                <a:gdLst>
                  <a:gd name="connsiteX0" fmla="*/ 15473 w 29484"/>
                  <a:gd name="connsiteY0" fmla="*/ 21659 h 25167"/>
                  <a:gd name="connsiteX1" fmla="*/ 19768 w 29484"/>
                  <a:gd name="connsiteY1" fmla="*/ 21074 h 25167"/>
                  <a:gd name="connsiteX2" fmla="*/ 23277 w 29484"/>
                  <a:gd name="connsiteY2" fmla="*/ 19320 h 25167"/>
                  <a:gd name="connsiteX3" fmla="*/ 25661 w 29484"/>
                  <a:gd name="connsiteY3" fmla="*/ 16374 h 25167"/>
                  <a:gd name="connsiteX4" fmla="*/ 26560 w 29484"/>
                  <a:gd name="connsiteY4" fmla="*/ 12281 h 25167"/>
                  <a:gd name="connsiteX5" fmla="*/ 24896 w 29484"/>
                  <a:gd name="connsiteY5" fmla="*/ 6838 h 25167"/>
                  <a:gd name="connsiteX6" fmla="*/ 20151 w 29484"/>
                  <a:gd name="connsiteY6" fmla="*/ 3824 h 25167"/>
                  <a:gd name="connsiteX7" fmla="*/ 20151 w 29484"/>
                  <a:gd name="connsiteY7" fmla="*/ 204 h 25167"/>
                  <a:gd name="connsiteX8" fmla="*/ 23839 w 29484"/>
                  <a:gd name="connsiteY8" fmla="*/ 1778 h 25167"/>
                  <a:gd name="connsiteX9" fmla="*/ 26808 w 29484"/>
                  <a:gd name="connsiteY9" fmla="*/ 4207 h 25167"/>
                  <a:gd name="connsiteX10" fmla="*/ 28787 w 29484"/>
                  <a:gd name="connsiteY10" fmla="*/ 7670 h 25167"/>
                  <a:gd name="connsiteX11" fmla="*/ 29484 w 29484"/>
                  <a:gd name="connsiteY11" fmla="*/ 12303 h 25167"/>
                  <a:gd name="connsiteX12" fmla="*/ 28360 w 29484"/>
                  <a:gd name="connsiteY12" fmla="*/ 18083 h 25167"/>
                  <a:gd name="connsiteX13" fmla="*/ 25256 w 29484"/>
                  <a:gd name="connsiteY13" fmla="*/ 22086 h 25167"/>
                  <a:gd name="connsiteX14" fmla="*/ 20623 w 29484"/>
                  <a:gd name="connsiteY14" fmla="*/ 24402 h 25167"/>
                  <a:gd name="connsiteX15" fmla="*/ 14866 w 29484"/>
                  <a:gd name="connsiteY15" fmla="*/ 25167 h 25167"/>
                  <a:gd name="connsiteX16" fmla="*/ 9086 w 29484"/>
                  <a:gd name="connsiteY16" fmla="*/ 24267 h 25167"/>
                  <a:gd name="connsiteX17" fmla="*/ 4363 w 29484"/>
                  <a:gd name="connsiteY17" fmla="*/ 21726 h 25167"/>
                  <a:gd name="connsiteX18" fmla="*/ 1170 w 29484"/>
                  <a:gd name="connsiteY18" fmla="*/ 17701 h 25167"/>
                  <a:gd name="connsiteX19" fmla="*/ 0 w 29484"/>
                  <a:gd name="connsiteY19" fmla="*/ 12303 h 25167"/>
                  <a:gd name="connsiteX20" fmla="*/ 3958 w 29484"/>
                  <a:gd name="connsiteY20" fmla="*/ 3240 h 25167"/>
                  <a:gd name="connsiteX21" fmla="*/ 15473 w 29484"/>
                  <a:gd name="connsiteY21" fmla="*/ 1 h 25167"/>
                  <a:gd name="connsiteX22" fmla="*/ 15473 w 29484"/>
                  <a:gd name="connsiteY22" fmla="*/ 21704 h 25167"/>
                  <a:gd name="connsiteX23" fmla="*/ 12774 w 29484"/>
                  <a:gd name="connsiteY23" fmla="*/ 3397 h 25167"/>
                  <a:gd name="connsiteX24" fmla="*/ 8906 w 29484"/>
                  <a:gd name="connsiteY24" fmla="*/ 3960 h 25167"/>
                  <a:gd name="connsiteX25" fmla="*/ 5780 w 29484"/>
                  <a:gd name="connsiteY25" fmla="*/ 5624 h 25167"/>
                  <a:gd name="connsiteX26" fmla="*/ 3666 w 29484"/>
                  <a:gd name="connsiteY26" fmla="*/ 8412 h 25167"/>
                  <a:gd name="connsiteX27" fmla="*/ 2879 w 29484"/>
                  <a:gd name="connsiteY27" fmla="*/ 12236 h 25167"/>
                  <a:gd name="connsiteX28" fmla="*/ 3688 w 29484"/>
                  <a:gd name="connsiteY28" fmla="*/ 16036 h 25167"/>
                  <a:gd name="connsiteX29" fmla="*/ 5848 w 29484"/>
                  <a:gd name="connsiteY29" fmla="*/ 18848 h 25167"/>
                  <a:gd name="connsiteX30" fmla="*/ 8974 w 29484"/>
                  <a:gd name="connsiteY30" fmla="*/ 20714 h 25167"/>
                  <a:gd name="connsiteX31" fmla="*/ 12752 w 29484"/>
                  <a:gd name="connsiteY31" fmla="*/ 21636 h 25167"/>
                  <a:gd name="connsiteX32" fmla="*/ 12752 w 29484"/>
                  <a:gd name="connsiteY32" fmla="*/ 3397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4" h="25167">
                    <a:moveTo>
                      <a:pt x="15473" y="21659"/>
                    </a:moveTo>
                    <a:cubicBezTo>
                      <a:pt x="16980" y="21659"/>
                      <a:pt x="18419" y="21456"/>
                      <a:pt x="19768" y="21074"/>
                    </a:cubicBezTo>
                    <a:cubicBezTo>
                      <a:pt x="21118" y="20669"/>
                      <a:pt x="22287" y="20084"/>
                      <a:pt x="23277" y="19320"/>
                    </a:cubicBezTo>
                    <a:cubicBezTo>
                      <a:pt x="24266" y="18555"/>
                      <a:pt x="25053" y="17566"/>
                      <a:pt x="25661" y="16374"/>
                    </a:cubicBezTo>
                    <a:cubicBezTo>
                      <a:pt x="26268" y="15182"/>
                      <a:pt x="26560" y="13810"/>
                      <a:pt x="26560" y="12281"/>
                    </a:cubicBezTo>
                    <a:cubicBezTo>
                      <a:pt x="26560" y="10167"/>
                      <a:pt x="25998" y="8345"/>
                      <a:pt x="24896" y="6838"/>
                    </a:cubicBezTo>
                    <a:cubicBezTo>
                      <a:pt x="23772" y="5331"/>
                      <a:pt x="22197" y="4319"/>
                      <a:pt x="20151" y="3824"/>
                    </a:cubicBezTo>
                    <a:lnTo>
                      <a:pt x="20151" y="204"/>
                    </a:lnTo>
                    <a:cubicBezTo>
                      <a:pt x="21478" y="609"/>
                      <a:pt x="22715" y="1126"/>
                      <a:pt x="23839" y="1778"/>
                    </a:cubicBezTo>
                    <a:cubicBezTo>
                      <a:pt x="24964" y="2430"/>
                      <a:pt x="25953" y="3240"/>
                      <a:pt x="26808" y="4207"/>
                    </a:cubicBezTo>
                    <a:cubicBezTo>
                      <a:pt x="27662" y="5174"/>
                      <a:pt x="28315" y="6321"/>
                      <a:pt x="28787" y="7670"/>
                    </a:cubicBezTo>
                    <a:cubicBezTo>
                      <a:pt x="29259" y="8997"/>
                      <a:pt x="29484" y="10549"/>
                      <a:pt x="29484" y="12303"/>
                    </a:cubicBezTo>
                    <a:cubicBezTo>
                      <a:pt x="29484" y="14530"/>
                      <a:pt x="29102" y="16464"/>
                      <a:pt x="28360" y="18083"/>
                    </a:cubicBezTo>
                    <a:cubicBezTo>
                      <a:pt x="27617" y="19702"/>
                      <a:pt x="26560" y="21029"/>
                      <a:pt x="25256" y="22086"/>
                    </a:cubicBezTo>
                    <a:cubicBezTo>
                      <a:pt x="23951" y="23120"/>
                      <a:pt x="22400" y="23908"/>
                      <a:pt x="20623" y="24402"/>
                    </a:cubicBezTo>
                    <a:cubicBezTo>
                      <a:pt x="18846" y="24897"/>
                      <a:pt x="16935" y="25167"/>
                      <a:pt x="14866" y="25167"/>
                    </a:cubicBezTo>
                    <a:cubicBezTo>
                      <a:pt x="12797" y="25167"/>
                      <a:pt x="10885" y="24875"/>
                      <a:pt x="9086" y="24267"/>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close/>
                    <a:moveTo>
                      <a:pt x="12774" y="3397"/>
                    </a:moveTo>
                    <a:cubicBezTo>
                      <a:pt x="11402" y="3397"/>
                      <a:pt x="10120" y="3577"/>
                      <a:pt x="8906" y="3960"/>
                    </a:cubicBezTo>
                    <a:cubicBezTo>
                      <a:pt x="7692" y="4342"/>
                      <a:pt x="6657" y="4904"/>
                      <a:pt x="5780" y="5624"/>
                    </a:cubicBezTo>
                    <a:cubicBezTo>
                      <a:pt x="4903" y="6343"/>
                      <a:pt x="4206" y="7288"/>
                      <a:pt x="3666" y="8412"/>
                    </a:cubicBezTo>
                    <a:cubicBezTo>
                      <a:pt x="3149" y="9537"/>
                      <a:pt x="2879" y="10796"/>
                      <a:pt x="2879" y="12236"/>
                    </a:cubicBezTo>
                    <a:cubicBezTo>
                      <a:pt x="2879" y="13675"/>
                      <a:pt x="3149" y="14934"/>
                      <a:pt x="3688" y="16036"/>
                    </a:cubicBezTo>
                    <a:cubicBezTo>
                      <a:pt x="4228" y="17138"/>
                      <a:pt x="4948" y="18060"/>
                      <a:pt x="5848" y="18848"/>
                    </a:cubicBezTo>
                    <a:cubicBezTo>
                      <a:pt x="6747" y="19635"/>
                      <a:pt x="7782" y="20242"/>
                      <a:pt x="8974" y="20714"/>
                    </a:cubicBezTo>
                    <a:cubicBezTo>
                      <a:pt x="10165" y="21186"/>
                      <a:pt x="11425" y="21479"/>
                      <a:pt x="12752" y="21636"/>
                    </a:cubicBezTo>
                    <a:lnTo>
                      <a:pt x="12752" y="3397"/>
                    </a:lnTo>
                    <a:close/>
                  </a:path>
                </a:pathLst>
              </a:custGeom>
              <a:solidFill>
                <a:srgbClr val="231F20"/>
              </a:solidFill>
              <a:ln w="2249" cap="flat">
                <a:noFill/>
                <a:prstDash val="solid"/>
                <a:miter/>
              </a:ln>
            </p:spPr>
            <p:txBody>
              <a:bodyPr rtlCol="0" anchor="ctr"/>
              <a:lstStyle/>
              <a:p>
                <a:endParaRPr lang="en-US"/>
              </a:p>
            </p:txBody>
          </p:sp>
          <p:sp>
            <p:nvSpPr>
              <p:cNvPr id="18286" name="Freeform 18285">
                <a:extLst>
                  <a:ext uri="{FF2B5EF4-FFF2-40B4-BE49-F238E27FC236}">
                    <a16:creationId xmlns:a16="http://schemas.microsoft.com/office/drawing/2014/main" id="{A183E6D8-FCB0-4DE7-E2EC-D0581E7DD7D1}"/>
                  </a:ext>
                </a:extLst>
              </p:cNvPr>
              <p:cNvSpPr/>
              <p:nvPr/>
            </p:nvSpPr>
            <p:spPr>
              <a:xfrm>
                <a:off x="3694451" y="5483940"/>
                <a:ext cx="39738" cy="25683"/>
              </a:xfrm>
              <a:custGeom>
                <a:avLst/>
                <a:gdLst>
                  <a:gd name="connsiteX0" fmla="*/ 39739 w 39738"/>
                  <a:gd name="connsiteY0" fmla="*/ 22445 h 25683"/>
                  <a:gd name="connsiteX1" fmla="*/ 39739 w 39738"/>
                  <a:gd name="connsiteY1" fmla="*/ 25683 h 25683"/>
                  <a:gd name="connsiteX2" fmla="*/ 765 w 39738"/>
                  <a:gd name="connsiteY2" fmla="*/ 25683 h 25683"/>
                  <a:gd name="connsiteX3" fmla="*/ 765 w 39738"/>
                  <a:gd name="connsiteY3" fmla="*/ 22445 h 25683"/>
                  <a:gd name="connsiteX4" fmla="*/ 5667 w 39738"/>
                  <a:gd name="connsiteY4" fmla="*/ 22445 h 25683"/>
                  <a:gd name="connsiteX5" fmla="*/ 5667 w 39738"/>
                  <a:gd name="connsiteY5" fmla="*/ 22332 h 25683"/>
                  <a:gd name="connsiteX6" fmla="*/ 3238 w 39738"/>
                  <a:gd name="connsiteY6" fmla="*/ 20533 h 25683"/>
                  <a:gd name="connsiteX7" fmla="*/ 1462 w 39738"/>
                  <a:gd name="connsiteY7" fmla="*/ 18104 h 25683"/>
                  <a:gd name="connsiteX8" fmla="*/ 382 w 39738"/>
                  <a:gd name="connsiteY8" fmla="*/ 15383 h 25683"/>
                  <a:gd name="connsiteX9" fmla="*/ 0 w 39738"/>
                  <a:gd name="connsiteY9" fmla="*/ 12639 h 25683"/>
                  <a:gd name="connsiteX10" fmla="*/ 1124 w 39738"/>
                  <a:gd name="connsiteY10" fmla="*/ 6859 h 25683"/>
                  <a:gd name="connsiteX11" fmla="*/ 4228 w 39738"/>
                  <a:gd name="connsiteY11" fmla="*/ 2946 h 25683"/>
                  <a:gd name="connsiteX12" fmla="*/ 8906 w 39738"/>
                  <a:gd name="connsiteY12" fmla="*/ 697 h 25683"/>
                  <a:gd name="connsiteX13" fmla="*/ 14685 w 39738"/>
                  <a:gd name="connsiteY13" fmla="*/ 0 h 25683"/>
                  <a:gd name="connsiteX14" fmla="*/ 20308 w 39738"/>
                  <a:gd name="connsiteY14" fmla="*/ 765 h 25683"/>
                  <a:gd name="connsiteX15" fmla="*/ 25031 w 39738"/>
                  <a:gd name="connsiteY15" fmla="*/ 3059 h 25683"/>
                  <a:gd name="connsiteX16" fmla="*/ 28269 w 39738"/>
                  <a:gd name="connsiteY16" fmla="*/ 6949 h 25683"/>
                  <a:gd name="connsiteX17" fmla="*/ 29484 w 39738"/>
                  <a:gd name="connsiteY17" fmla="*/ 12482 h 25683"/>
                  <a:gd name="connsiteX18" fmla="*/ 28157 w 39738"/>
                  <a:gd name="connsiteY18" fmla="*/ 18171 h 25683"/>
                  <a:gd name="connsiteX19" fmla="*/ 24244 w 39738"/>
                  <a:gd name="connsiteY19" fmla="*/ 22467 h 25683"/>
                  <a:gd name="connsiteX20" fmla="*/ 39739 w 39738"/>
                  <a:gd name="connsiteY20" fmla="*/ 22467 h 25683"/>
                  <a:gd name="connsiteX21" fmla="*/ 14866 w 39738"/>
                  <a:gd name="connsiteY21" fmla="*/ 22445 h 25683"/>
                  <a:gd name="connsiteX22" fmla="*/ 19363 w 39738"/>
                  <a:gd name="connsiteY22" fmla="*/ 21793 h 25683"/>
                  <a:gd name="connsiteX23" fmla="*/ 23097 w 39738"/>
                  <a:gd name="connsiteY23" fmla="*/ 19926 h 25683"/>
                  <a:gd name="connsiteX24" fmla="*/ 25638 w 39738"/>
                  <a:gd name="connsiteY24" fmla="*/ 16957 h 25683"/>
                  <a:gd name="connsiteX25" fmla="*/ 26583 w 39738"/>
                  <a:gd name="connsiteY25" fmla="*/ 12999 h 25683"/>
                  <a:gd name="connsiteX26" fmla="*/ 25593 w 39738"/>
                  <a:gd name="connsiteY26" fmla="*/ 8658 h 25683"/>
                  <a:gd name="connsiteX27" fmla="*/ 22872 w 39738"/>
                  <a:gd name="connsiteY27" fmla="*/ 5600 h 25683"/>
                  <a:gd name="connsiteX28" fmla="*/ 18846 w 39738"/>
                  <a:gd name="connsiteY28" fmla="*/ 3868 h 25683"/>
                  <a:gd name="connsiteX29" fmla="*/ 13898 w 39738"/>
                  <a:gd name="connsiteY29" fmla="*/ 3441 h 25683"/>
                  <a:gd name="connsiteX30" fmla="*/ 9221 w 39738"/>
                  <a:gd name="connsiteY30" fmla="*/ 4161 h 25683"/>
                  <a:gd name="connsiteX31" fmla="*/ 5802 w 39738"/>
                  <a:gd name="connsiteY31" fmla="*/ 6185 h 25683"/>
                  <a:gd name="connsiteX32" fmla="*/ 3666 w 39738"/>
                  <a:gd name="connsiteY32" fmla="*/ 9198 h 25683"/>
                  <a:gd name="connsiteX33" fmla="*/ 2946 w 39738"/>
                  <a:gd name="connsiteY33" fmla="*/ 12977 h 25683"/>
                  <a:gd name="connsiteX34" fmla="*/ 3868 w 39738"/>
                  <a:gd name="connsiteY34" fmla="*/ 17025 h 25683"/>
                  <a:gd name="connsiteX35" fmla="*/ 6387 w 39738"/>
                  <a:gd name="connsiteY35" fmla="*/ 19993 h 25683"/>
                  <a:gd name="connsiteX36" fmla="*/ 10165 w 39738"/>
                  <a:gd name="connsiteY36" fmla="*/ 21793 h 25683"/>
                  <a:gd name="connsiteX37" fmla="*/ 14888 w 39738"/>
                  <a:gd name="connsiteY37" fmla="*/ 22422 h 25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9738" h="25683">
                    <a:moveTo>
                      <a:pt x="39739" y="22445"/>
                    </a:moveTo>
                    <a:lnTo>
                      <a:pt x="39739" y="25683"/>
                    </a:lnTo>
                    <a:lnTo>
                      <a:pt x="765" y="25683"/>
                    </a:lnTo>
                    <a:lnTo>
                      <a:pt x="765" y="22445"/>
                    </a:lnTo>
                    <a:lnTo>
                      <a:pt x="5667" y="22445"/>
                    </a:lnTo>
                    <a:lnTo>
                      <a:pt x="5667" y="22332"/>
                    </a:lnTo>
                    <a:cubicBezTo>
                      <a:pt x="4768" y="21860"/>
                      <a:pt x="3958" y="21253"/>
                      <a:pt x="3238" y="20533"/>
                    </a:cubicBezTo>
                    <a:cubicBezTo>
                      <a:pt x="2519" y="19791"/>
                      <a:pt x="1934" y="18981"/>
                      <a:pt x="1462" y="18104"/>
                    </a:cubicBezTo>
                    <a:cubicBezTo>
                      <a:pt x="989" y="17227"/>
                      <a:pt x="629" y="16305"/>
                      <a:pt x="382" y="15383"/>
                    </a:cubicBezTo>
                    <a:cubicBezTo>
                      <a:pt x="135" y="14438"/>
                      <a:pt x="0" y="13539"/>
                      <a:pt x="0" y="12639"/>
                    </a:cubicBezTo>
                    <a:cubicBezTo>
                      <a:pt x="0" y="10368"/>
                      <a:pt x="382" y="8456"/>
                      <a:pt x="1124" y="6859"/>
                    </a:cubicBezTo>
                    <a:cubicBezTo>
                      <a:pt x="1867" y="5262"/>
                      <a:pt x="2923" y="3981"/>
                      <a:pt x="4228" y="2946"/>
                    </a:cubicBezTo>
                    <a:cubicBezTo>
                      <a:pt x="5532" y="1912"/>
                      <a:pt x="7107" y="1170"/>
                      <a:pt x="8906" y="697"/>
                    </a:cubicBezTo>
                    <a:cubicBezTo>
                      <a:pt x="10705" y="225"/>
                      <a:pt x="12639" y="0"/>
                      <a:pt x="14685" y="0"/>
                    </a:cubicBezTo>
                    <a:cubicBezTo>
                      <a:pt x="16620" y="0"/>
                      <a:pt x="18509" y="247"/>
                      <a:pt x="20308" y="765"/>
                    </a:cubicBezTo>
                    <a:cubicBezTo>
                      <a:pt x="22107" y="1260"/>
                      <a:pt x="23681" y="2024"/>
                      <a:pt x="25031" y="3059"/>
                    </a:cubicBezTo>
                    <a:cubicBezTo>
                      <a:pt x="26380" y="4093"/>
                      <a:pt x="27460" y="5375"/>
                      <a:pt x="28269" y="6949"/>
                    </a:cubicBezTo>
                    <a:cubicBezTo>
                      <a:pt x="29079" y="8524"/>
                      <a:pt x="29484" y="10368"/>
                      <a:pt x="29484" y="12482"/>
                    </a:cubicBezTo>
                    <a:cubicBezTo>
                      <a:pt x="29484" y="14461"/>
                      <a:pt x="29034" y="16350"/>
                      <a:pt x="28157" y="18171"/>
                    </a:cubicBezTo>
                    <a:cubicBezTo>
                      <a:pt x="27280" y="19993"/>
                      <a:pt x="25975" y="21410"/>
                      <a:pt x="24244" y="22467"/>
                    </a:cubicBezTo>
                    <a:lnTo>
                      <a:pt x="39739" y="22467"/>
                    </a:lnTo>
                    <a:close/>
                    <a:moveTo>
                      <a:pt x="14866" y="22445"/>
                    </a:moveTo>
                    <a:cubicBezTo>
                      <a:pt x="16440" y="22445"/>
                      <a:pt x="17947" y="22220"/>
                      <a:pt x="19363" y="21793"/>
                    </a:cubicBezTo>
                    <a:cubicBezTo>
                      <a:pt x="20780" y="21365"/>
                      <a:pt x="22017" y="20735"/>
                      <a:pt x="23097" y="19926"/>
                    </a:cubicBezTo>
                    <a:cubicBezTo>
                      <a:pt x="24154" y="19116"/>
                      <a:pt x="25008" y="18127"/>
                      <a:pt x="25638" y="16957"/>
                    </a:cubicBezTo>
                    <a:cubicBezTo>
                      <a:pt x="26268" y="15788"/>
                      <a:pt x="26583" y="14461"/>
                      <a:pt x="26583" y="12999"/>
                    </a:cubicBezTo>
                    <a:cubicBezTo>
                      <a:pt x="26583" y="11335"/>
                      <a:pt x="26245" y="9895"/>
                      <a:pt x="25593" y="8658"/>
                    </a:cubicBezTo>
                    <a:cubicBezTo>
                      <a:pt x="24941" y="7422"/>
                      <a:pt x="24019" y="6409"/>
                      <a:pt x="22872" y="5600"/>
                    </a:cubicBezTo>
                    <a:cubicBezTo>
                      <a:pt x="21725" y="4813"/>
                      <a:pt x="20375" y="4228"/>
                      <a:pt x="18846" y="3868"/>
                    </a:cubicBezTo>
                    <a:cubicBezTo>
                      <a:pt x="17317" y="3509"/>
                      <a:pt x="15675" y="3373"/>
                      <a:pt x="13898" y="3441"/>
                    </a:cubicBezTo>
                    <a:cubicBezTo>
                      <a:pt x="12144" y="3441"/>
                      <a:pt x="10570" y="3688"/>
                      <a:pt x="9221" y="4161"/>
                    </a:cubicBezTo>
                    <a:cubicBezTo>
                      <a:pt x="7871" y="4655"/>
                      <a:pt x="6724" y="5330"/>
                      <a:pt x="5802" y="6185"/>
                    </a:cubicBezTo>
                    <a:cubicBezTo>
                      <a:pt x="4858" y="7039"/>
                      <a:pt x="4161" y="8051"/>
                      <a:pt x="3666" y="9198"/>
                    </a:cubicBezTo>
                    <a:cubicBezTo>
                      <a:pt x="3171" y="10345"/>
                      <a:pt x="2946" y="11605"/>
                      <a:pt x="2946" y="12977"/>
                    </a:cubicBezTo>
                    <a:cubicBezTo>
                      <a:pt x="2946" y="14483"/>
                      <a:pt x="3261" y="15833"/>
                      <a:pt x="3868" y="17025"/>
                    </a:cubicBezTo>
                    <a:cubicBezTo>
                      <a:pt x="4475" y="18217"/>
                      <a:pt x="5308" y="19206"/>
                      <a:pt x="6387" y="19993"/>
                    </a:cubicBezTo>
                    <a:cubicBezTo>
                      <a:pt x="7444" y="20780"/>
                      <a:pt x="8703" y="21388"/>
                      <a:pt x="10165" y="21793"/>
                    </a:cubicBezTo>
                    <a:cubicBezTo>
                      <a:pt x="11627" y="22197"/>
                      <a:pt x="13201" y="22422"/>
                      <a:pt x="14888" y="22422"/>
                    </a:cubicBezTo>
                    <a:close/>
                  </a:path>
                </a:pathLst>
              </a:custGeom>
              <a:solidFill>
                <a:srgbClr val="231F20"/>
              </a:solidFill>
              <a:ln w="2249" cap="flat">
                <a:noFill/>
                <a:prstDash val="solid"/>
                <a:miter/>
              </a:ln>
            </p:spPr>
            <p:txBody>
              <a:bodyPr rtlCol="0" anchor="ctr"/>
              <a:lstStyle/>
              <a:p>
                <a:endParaRPr lang="en-US"/>
              </a:p>
            </p:txBody>
          </p:sp>
          <p:sp>
            <p:nvSpPr>
              <p:cNvPr id="18287" name="Freeform 18286">
                <a:extLst>
                  <a:ext uri="{FF2B5EF4-FFF2-40B4-BE49-F238E27FC236}">
                    <a16:creationId xmlns:a16="http://schemas.microsoft.com/office/drawing/2014/main" id="{601C63CC-4067-8869-A85A-66A81094F2CA}"/>
                  </a:ext>
                </a:extLst>
              </p:cNvPr>
              <p:cNvSpPr/>
              <p:nvPr/>
            </p:nvSpPr>
            <p:spPr>
              <a:xfrm>
                <a:off x="3694518" y="5452140"/>
                <a:ext cx="29483" cy="26357"/>
              </a:xfrm>
              <a:custGeom>
                <a:avLst/>
                <a:gdLst>
                  <a:gd name="connsiteX0" fmla="*/ 12369 w 29483"/>
                  <a:gd name="connsiteY0" fmla="*/ 12032 h 26357"/>
                  <a:gd name="connsiteX1" fmla="*/ 12054 w 29483"/>
                  <a:gd name="connsiteY1" fmla="*/ 9850 h 26357"/>
                  <a:gd name="connsiteX2" fmla="*/ 11470 w 29483"/>
                  <a:gd name="connsiteY2" fmla="*/ 7782 h 26357"/>
                  <a:gd name="connsiteX3" fmla="*/ 10210 w 29483"/>
                  <a:gd name="connsiteY3" fmla="*/ 6792 h 26357"/>
                  <a:gd name="connsiteX4" fmla="*/ 8569 w 29483"/>
                  <a:gd name="connsiteY4" fmla="*/ 6612 h 26357"/>
                  <a:gd name="connsiteX5" fmla="*/ 4498 w 29483"/>
                  <a:gd name="connsiteY5" fmla="*/ 8209 h 26357"/>
                  <a:gd name="connsiteX6" fmla="*/ 2901 w 29483"/>
                  <a:gd name="connsiteY6" fmla="*/ 13584 h 26357"/>
                  <a:gd name="connsiteX7" fmla="*/ 3194 w 29483"/>
                  <a:gd name="connsiteY7" fmla="*/ 16665 h 26357"/>
                  <a:gd name="connsiteX8" fmla="*/ 4228 w 29483"/>
                  <a:gd name="connsiteY8" fmla="*/ 19116 h 26357"/>
                  <a:gd name="connsiteX9" fmla="*/ 6162 w 29483"/>
                  <a:gd name="connsiteY9" fmla="*/ 20848 h 26357"/>
                  <a:gd name="connsiteX10" fmla="*/ 9221 w 29483"/>
                  <a:gd name="connsiteY10" fmla="*/ 21748 h 26357"/>
                  <a:gd name="connsiteX11" fmla="*/ 9221 w 29483"/>
                  <a:gd name="connsiteY11" fmla="*/ 25031 h 26357"/>
                  <a:gd name="connsiteX12" fmla="*/ 4993 w 29483"/>
                  <a:gd name="connsiteY12" fmla="*/ 23906 h 26357"/>
                  <a:gd name="connsiteX13" fmla="*/ 2137 w 29483"/>
                  <a:gd name="connsiteY13" fmla="*/ 21388 h 26357"/>
                  <a:gd name="connsiteX14" fmla="*/ 517 w 29483"/>
                  <a:gd name="connsiteY14" fmla="*/ 17834 h 26357"/>
                  <a:gd name="connsiteX15" fmla="*/ 0 w 29483"/>
                  <a:gd name="connsiteY15" fmla="*/ 13539 h 26357"/>
                  <a:gd name="connsiteX16" fmla="*/ 450 w 29483"/>
                  <a:gd name="connsiteY16" fmla="*/ 9581 h 26357"/>
                  <a:gd name="connsiteX17" fmla="*/ 1912 w 29483"/>
                  <a:gd name="connsiteY17" fmla="*/ 6342 h 26357"/>
                  <a:gd name="connsiteX18" fmla="*/ 4588 w 29483"/>
                  <a:gd name="connsiteY18" fmla="*/ 4183 h 26357"/>
                  <a:gd name="connsiteX19" fmla="*/ 8681 w 29483"/>
                  <a:gd name="connsiteY19" fmla="*/ 3396 h 26357"/>
                  <a:gd name="connsiteX20" fmla="*/ 23906 w 29483"/>
                  <a:gd name="connsiteY20" fmla="*/ 3396 h 26357"/>
                  <a:gd name="connsiteX21" fmla="*/ 26313 w 29483"/>
                  <a:gd name="connsiteY21" fmla="*/ 2721 h 26357"/>
                  <a:gd name="connsiteX22" fmla="*/ 26066 w 29483"/>
                  <a:gd name="connsiteY22" fmla="*/ 0 h 26357"/>
                  <a:gd name="connsiteX23" fmla="*/ 28607 w 29483"/>
                  <a:gd name="connsiteY23" fmla="*/ 0 h 26357"/>
                  <a:gd name="connsiteX24" fmla="*/ 28922 w 29483"/>
                  <a:gd name="connsiteY24" fmla="*/ 1102 h 26357"/>
                  <a:gd name="connsiteX25" fmla="*/ 29147 w 29483"/>
                  <a:gd name="connsiteY25" fmla="*/ 2541 h 26357"/>
                  <a:gd name="connsiteX26" fmla="*/ 28989 w 29483"/>
                  <a:gd name="connsiteY26" fmla="*/ 4003 h 26357"/>
                  <a:gd name="connsiteX27" fmla="*/ 28472 w 29483"/>
                  <a:gd name="connsiteY27" fmla="*/ 5308 h 26357"/>
                  <a:gd name="connsiteX28" fmla="*/ 27505 w 29483"/>
                  <a:gd name="connsiteY28" fmla="*/ 6095 h 26357"/>
                  <a:gd name="connsiteX29" fmla="*/ 26268 w 29483"/>
                  <a:gd name="connsiteY29" fmla="*/ 6500 h 26357"/>
                  <a:gd name="connsiteX30" fmla="*/ 24829 w 29483"/>
                  <a:gd name="connsiteY30" fmla="*/ 6612 h 26357"/>
                  <a:gd name="connsiteX31" fmla="*/ 28292 w 29483"/>
                  <a:gd name="connsiteY31" fmla="*/ 11312 h 26357"/>
                  <a:gd name="connsiteX32" fmla="*/ 29484 w 29483"/>
                  <a:gd name="connsiteY32" fmla="*/ 17025 h 26357"/>
                  <a:gd name="connsiteX33" fmla="*/ 28989 w 29483"/>
                  <a:gd name="connsiteY33" fmla="*/ 20556 h 26357"/>
                  <a:gd name="connsiteX34" fmla="*/ 27482 w 29483"/>
                  <a:gd name="connsiteY34" fmla="*/ 23547 h 26357"/>
                  <a:gd name="connsiteX35" fmla="*/ 24964 w 29483"/>
                  <a:gd name="connsiteY35" fmla="*/ 25593 h 26357"/>
                  <a:gd name="connsiteX36" fmla="*/ 21433 w 29483"/>
                  <a:gd name="connsiteY36" fmla="*/ 26358 h 26357"/>
                  <a:gd name="connsiteX37" fmla="*/ 13022 w 29483"/>
                  <a:gd name="connsiteY37" fmla="*/ 16597 h 26357"/>
                  <a:gd name="connsiteX38" fmla="*/ 12437 w 29483"/>
                  <a:gd name="connsiteY38" fmla="*/ 12122 h 26357"/>
                  <a:gd name="connsiteX39" fmla="*/ 13989 w 29483"/>
                  <a:gd name="connsiteY39" fmla="*/ 6590 h 26357"/>
                  <a:gd name="connsiteX40" fmla="*/ 15113 w 29483"/>
                  <a:gd name="connsiteY40" fmla="*/ 10750 h 26357"/>
                  <a:gd name="connsiteX41" fmla="*/ 15540 w 29483"/>
                  <a:gd name="connsiteY41" fmla="*/ 14956 h 26357"/>
                  <a:gd name="connsiteX42" fmla="*/ 17205 w 29483"/>
                  <a:gd name="connsiteY42" fmla="*/ 20758 h 26357"/>
                  <a:gd name="connsiteX43" fmla="*/ 21478 w 29483"/>
                  <a:gd name="connsiteY43" fmla="*/ 22827 h 26357"/>
                  <a:gd name="connsiteX44" fmla="*/ 23727 w 29483"/>
                  <a:gd name="connsiteY44" fmla="*/ 22310 h 26357"/>
                  <a:gd name="connsiteX45" fmla="*/ 25301 w 29483"/>
                  <a:gd name="connsiteY45" fmla="*/ 20960 h 26357"/>
                  <a:gd name="connsiteX46" fmla="*/ 26223 w 29483"/>
                  <a:gd name="connsiteY46" fmla="*/ 19026 h 26357"/>
                  <a:gd name="connsiteX47" fmla="*/ 26515 w 29483"/>
                  <a:gd name="connsiteY47" fmla="*/ 16777 h 26357"/>
                  <a:gd name="connsiteX48" fmla="*/ 26021 w 29483"/>
                  <a:gd name="connsiteY48" fmla="*/ 12999 h 26357"/>
                  <a:gd name="connsiteX49" fmla="*/ 24536 w 29483"/>
                  <a:gd name="connsiteY49" fmla="*/ 9738 h 26357"/>
                  <a:gd name="connsiteX50" fmla="*/ 21995 w 29483"/>
                  <a:gd name="connsiteY50" fmla="*/ 7444 h 26357"/>
                  <a:gd name="connsiteX51" fmla="*/ 18352 w 29483"/>
                  <a:gd name="connsiteY51" fmla="*/ 6590 h 26357"/>
                  <a:gd name="connsiteX52" fmla="*/ 13989 w 29483"/>
                  <a:gd name="connsiteY52" fmla="*/ 6590 h 26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9483" h="26357">
                    <a:moveTo>
                      <a:pt x="12369" y="12032"/>
                    </a:moveTo>
                    <a:cubicBezTo>
                      <a:pt x="12302" y="11425"/>
                      <a:pt x="12189" y="10683"/>
                      <a:pt x="12054" y="9850"/>
                    </a:cubicBezTo>
                    <a:cubicBezTo>
                      <a:pt x="11920" y="8996"/>
                      <a:pt x="11717" y="8321"/>
                      <a:pt x="11470" y="7782"/>
                    </a:cubicBezTo>
                    <a:cubicBezTo>
                      <a:pt x="11222" y="7242"/>
                      <a:pt x="10795" y="6904"/>
                      <a:pt x="10210" y="6792"/>
                    </a:cubicBezTo>
                    <a:cubicBezTo>
                      <a:pt x="9626" y="6657"/>
                      <a:pt x="9063" y="6612"/>
                      <a:pt x="8569" y="6612"/>
                    </a:cubicBezTo>
                    <a:cubicBezTo>
                      <a:pt x="6904" y="6612"/>
                      <a:pt x="5555" y="7152"/>
                      <a:pt x="4498" y="8209"/>
                    </a:cubicBezTo>
                    <a:cubicBezTo>
                      <a:pt x="3441" y="9266"/>
                      <a:pt x="2901" y="11065"/>
                      <a:pt x="2901" y="13584"/>
                    </a:cubicBezTo>
                    <a:cubicBezTo>
                      <a:pt x="2901" y="14708"/>
                      <a:pt x="2991" y="15720"/>
                      <a:pt x="3194" y="16665"/>
                    </a:cubicBezTo>
                    <a:cubicBezTo>
                      <a:pt x="3396" y="17610"/>
                      <a:pt x="3733" y="18419"/>
                      <a:pt x="4228" y="19116"/>
                    </a:cubicBezTo>
                    <a:cubicBezTo>
                      <a:pt x="4723" y="19813"/>
                      <a:pt x="5353" y="20398"/>
                      <a:pt x="6162" y="20848"/>
                    </a:cubicBezTo>
                    <a:cubicBezTo>
                      <a:pt x="6972" y="21298"/>
                      <a:pt x="7984" y="21590"/>
                      <a:pt x="9221" y="21748"/>
                    </a:cubicBezTo>
                    <a:lnTo>
                      <a:pt x="9221" y="25031"/>
                    </a:lnTo>
                    <a:cubicBezTo>
                      <a:pt x="7556" y="24919"/>
                      <a:pt x="6162" y="24536"/>
                      <a:pt x="4993" y="23906"/>
                    </a:cubicBezTo>
                    <a:cubicBezTo>
                      <a:pt x="3823" y="23277"/>
                      <a:pt x="2879" y="22422"/>
                      <a:pt x="2137" y="21388"/>
                    </a:cubicBezTo>
                    <a:cubicBezTo>
                      <a:pt x="1394" y="20353"/>
                      <a:pt x="855" y="19184"/>
                      <a:pt x="517" y="17834"/>
                    </a:cubicBezTo>
                    <a:cubicBezTo>
                      <a:pt x="180" y="16485"/>
                      <a:pt x="0" y="15046"/>
                      <a:pt x="0" y="13539"/>
                    </a:cubicBezTo>
                    <a:cubicBezTo>
                      <a:pt x="0" y="12144"/>
                      <a:pt x="158" y="10818"/>
                      <a:pt x="450" y="9581"/>
                    </a:cubicBezTo>
                    <a:cubicBezTo>
                      <a:pt x="765" y="8344"/>
                      <a:pt x="1237" y="7264"/>
                      <a:pt x="1912" y="6342"/>
                    </a:cubicBezTo>
                    <a:cubicBezTo>
                      <a:pt x="2586" y="5420"/>
                      <a:pt x="3463" y="4700"/>
                      <a:pt x="4588" y="4183"/>
                    </a:cubicBezTo>
                    <a:cubicBezTo>
                      <a:pt x="5712" y="3666"/>
                      <a:pt x="7062" y="3396"/>
                      <a:pt x="8681" y="3396"/>
                    </a:cubicBezTo>
                    <a:lnTo>
                      <a:pt x="23906" y="3396"/>
                    </a:lnTo>
                    <a:cubicBezTo>
                      <a:pt x="25166" y="3396"/>
                      <a:pt x="25976" y="3171"/>
                      <a:pt x="26313" y="2721"/>
                    </a:cubicBezTo>
                    <a:cubicBezTo>
                      <a:pt x="26650" y="2271"/>
                      <a:pt x="26583" y="1372"/>
                      <a:pt x="26066" y="0"/>
                    </a:cubicBezTo>
                    <a:lnTo>
                      <a:pt x="28607" y="0"/>
                    </a:lnTo>
                    <a:cubicBezTo>
                      <a:pt x="28674" y="247"/>
                      <a:pt x="28787" y="630"/>
                      <a:pt x="28922" y="1102"/>
                    </a:cubicBezTo>
                    <a:cubicBezTo>
                      <a:pt x="29057" y="1597"/>
                      <a:pt x="29147" y="2069"/>
                      <a:pt x="29147" y="2541"/>
                    </a:cubicBezTo>
                    <a:cubicBezTo>
                      <a:pt x="29147" y="3036"/>
                      <a:pt x="29102" y="3531"/>
                      <a:pt x="28989" y="4003"/>
                    </a:cubicBezTo>
                    <a:cubicBezTo>
                      <a:pt x="28922" y="4543"/>
                      <a:pt x="28742" y="4970"/>
                      <a:pt x="28472" y="5308"/>
                    </a:cubicBezTo>
                    <a:cubicBezTo>
                      <a:pt x="28202" y="5622"/>
                      <a:pt x="27887" y="5892"/>
                      <a:pt x="27505" y="6095"/>
                    </a:cubicBezTo>
                    <a:cubicBezTo>
                      <a:pt x="27123" y="6297"/>
                      <a:pt x="26718" y="6432"/>
                      <a:pt x="26268" y="6500"/>
                    </a:cubicBezTo>
                    <a:cubicBezTo>
                      <a:pt x="25818" y="6567"/>
                      <a:pt x="25346" y="6612"/>
                      <a:pt x="24829" y="6612"/>
                    </a:cubicBezTo>
                    <a:cubicBezTo>
                      <a:pt x="26335" y="7984"/>
                      <a:pt x="27482" y="9536"/>
                      <a:pt x="28292" y="11312"/>
                    </a:cubicBezTo>
                    <a:cubicBezTo>
                      <a:pt x="29079" y="13067"/>
                      <a:pt x="29484" y="14978"/>
                      <a:pt x="29484" y="17025"/>
                    </a:cubicBezTo>
                    <a:cubicBezTo>
                      <a:pt x="29484" y="18239"/>
                      <a:pt x="29327" y="19431"/>
                      <a:pt x="28989" y="20556"/>
                    </a:cubicBezTo>
                    <a:cubicBezTo>
                      <a:pt x="28652" y="21680"/>
                      <a:pt x="28157" y="22692"/>
                      <a:pt x="27482" y="23547"/>
                    </a:cubicBezTo>
                    <a:cubicBezTo>
                      <a:pt x="26808" y="24401"/>
                      <a:pt x="25953" y="25098"/>
                      <a:pt x="24964" y="25593"/>
                    </a:cubicBezTo>
                    <a:cubicBezTo>
                      <a:pt x="23974" y="26088"/>
                      <a:pt x="22804" y="26358"/>
                      <a:pt x="21433" y="26358"/>
                    </a:cubicBezTo>
                    <a:cubicBezTo>
                      <a:pt x="16687" y="26358"/>
                      <a:pt x="13876" y="23097"/>
                      <a:pt x="13022" y="16597"/>
                    </a:cubicBezTo>
                    <a:lnTo>
                      <a:pt x="12437" y="12122"/>
                    </a:lnTo>
                    <a:close/>
                    <a:moveTo>
                      <a:pt x="13989" y="6590"/>
                    </a:moveTo>
                    <a:cubicBezTo>
                      <a:pt x="14573" y="7961"/>
                      <a:pt x="14933" y="9333"/>
                      <a:pt x="15113" y="10750"/>
                    </a:cubicBezTo>
                    <a:cubicBezTo>
                      <a:pt x="15293" y="12167"/>
                      <a:pt x="15428" y="13561"/>
                      <a:pt x="15540" y="14956"/>
                    </a:cubicBezTo>
                    <a:cubicBezTo>
                      <a:pt x="15720" y="17429"/>
                      <a:pt x="16282" y="19363"/>
                      <a:pt x="17205" y="20758"/>
                    </a:cubicBezTo>
                    <a:cubicBezTo>
                      <a:pt x="18127" y="22152"/>
                      <a:pt x="19566" y="22827"/>
                      <a:pt x="21478" y="22827"/>
                    </a:cubicBezTo>
                    <a:cubicBezTo>
                      <a:pt x="22332" y="22827"/>
                      <a:pt x="23097" y="22647"/>
                      <a:pt x="23727" y="22310"/>
                    </a:cubicBezTo>
                    <a:cubicBezTo>
                      <a:pt x="24356" y="21972"/>
                      <a:pt x="24874" y="21523"/>
                      <a:pt x="25301" y="20960"/>
                    </a:cubicBezTo>
                    <a:cubicBezTo>
                      <a:pt x="25706" y="20398"/>
                      <a:pt x="26021" y="19746"/>
                      <a:pt x="26223" y="19026"/>
                    </a:cubicBezTo>
                    <a:cubicBezTo>
                      <a:pt x="26425" y="18284"/>
                      <a:pt x="26515" y="17542"/>
                      <a:pt x="26515" y="16777"/>
                    </a:cubicBezTo>
                    <a:cubicBezTo>
                      <a:pt x="26515" y="15473"/>
                      <a:pt x="26358" y="14214"/>
                      <a:pt x="26021" y="12999"/>
                    </a:cubicBezTo>
                    <a:cubicBezTo>
                      <a:pt x="25706" y="11785"/>
                      <a:pt x="25211" y="10683"/>
                      <a:pt x="24536" y="9738"/>
                    </a:cubicBezTo>
                    <a:cubicBezTo>
                      <a:pt x="23861" y="8794"/>
                      <a:pt x="23029" y="8029"/>
                      <a:pt x="21995" y="7444"/>
                    </a:cubicBezTo>
                    <a:cubicBezTo>
                      <a:pt x="20960" y="6859"/>
                      <a:pt x="19746" y="6590"/>
                      <a:pt x="18352" y="6590"/>
                    </a:cubicBezTo>
                    <a:lnTo>
                      <a:pt x="13989" y="6590"/>
                    </a:lnTo>
                    <a:close/>
                  </a:path>
                </a:pathLst>
              </a:custGeom>
              <a:solidFill>
                <a:srgbClr val="231F20"/>
              </a:solidFill>
              <a:ln w="2249" cap="flat">
                <a:noFill/>
                <a:prstDash val="solid"/>
                <a:miter/>
              </a:ln>
            </p:spPr>
            <p:txBody>
              <a:bodyPr rtlCol="0" anchor="ctr"/>
              <a:lstStyle/>
              <a:p>
                <a:endParaRPr lang="en-US"/>
              </a:p>
            </p:txBody>
          </p:sp>
          <p:sp>
            <p:nvSpPr>
              <p:cNvPr id="18288" name="Freeform 18287">
                <a:extLst>
                  <a:ext uri="{FF2B5EF4-FFF2-40B4-BE49-F238E27FC236}">
                    <a16:creationId xmlns:a16="http://schemas.microsoft.com/office/drawing/2014/main" id="{D3C90215-0BB9-E51E-A96F-6C2E9E3384DF}"/>
                  </a:ext>
                </a:extLst>
              </p:cNvPr>
              <p:cNvSpPr/>
              <p:nvPr/>
            </p:nvSpPr>
            <p:spPr>
              <a:xfrm>
                <a:off x="3694451" y="5434373"/>
                <a:ext cx="28718" cy="12481"/>
              </a:xfrm>
              <a:custGeom>
                <a:avLst/>
                <a:gdLst>
                  <a:gd name="connsiteX0" fmla="*/ 28719 w 28718"/>
                  <a:gd name="connsiteY0" fmla="*/ 9243 h 12481"/>
                  <a:gd name="connsiteX1" fmla="*/ 28719 w 28718"/>
                  <a:gd name="connsiteY1" fmla="*/ 12482 h 12481"/>
                  <a:gd name="connsiteX2" fmla="*/ 765 w 28718"/>
                  <a:gd name="connsiteY2" fmla="*/ 12482 h 12481"/>
                  <a:gd name="connsiteX3" fmla="*/ 765 w 28718"/>
                  <a:gd name="connsiteY3" fmla="*/ 9243 h 12481"/>
                  <a:gd name="connsiteX4" fmla="*/ 6005 w 28718"/>
                  <a:gd name="connsiteY4" fmla="*/ 9243 h 12481"/>
                  <a:gd name="connsiteX5" fmla="*/ 6005 w 28718"/>
                  <a:gd name="connsiteY5" fmla="*/ 9131 h 12481"/>
                  <a:gd name="connsiteX6" fmla="*/ 1327 w 28718"/>
                  <a:gd name="connsiteY6" fmla="*/ 5645 h 12481"/>
                  <a:gd name="connsiteX7" fmla="*/ 0 w 28718"/>
                  <a:gd name="connsiteY7" fmla="*/ 0 h 12481"/>
                  <a:gd name="connsiteX8" fmla="*/ 3508 w 28718"/>
                  <a:gd name="connsiteY8" fmla="*/ 0 h 12481"/>
                  <a:gd name="connsiteX9" fmla="*/ 4363 w 28718"/>
                  <a:gd name="connsiteY9" fmla="*/ 4543 h 12481"/>
                  <a:gd name="connsiteX10" fmla="*/ 6837 w 28718"/>
                  <a:gd name="connsiteY10" fmla="*/ 7377 h 12481"/>
                  <a:gd name="connsiteX11" fmla="*/ 10525 w 28718"/>
                  <a:gd name="connsiteY11" fmla="*/ 8839 h 12481"/>
                  <a:gd name="connsiteX12" fmla="*/ 14978 w 28718"/>
                  <a:gd name="connsiteY12" fmla="*/ 9243 h 12481"/>
                  <a:gd name="connsiteX13" fmla="*/ 28696 w 28718"/>
                  <a:gd name="connsiteY13" fmla="*/ 9243 h 1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718" h="12481">
                    <a:moveTo>
                      <a:pt x="28719" y="9243"/>
                    </a:moveTo>
                    <a:lnTo>
                      <a:pt x="28719" y="12482"/>
                    </a:lnTo>
                    <a:lnTo>
                      <a:pt x="765" y="12482"/>
                    </a:lnTo>
                    <a:lnTo>
                      <a:pt x="765" y="9243"/>
                    </a:lnTo>
                    <a:lnTo>
                      <a:pt x="6005" y="9243"/>
                    </a:lnTo>
                    <a:lnTo>
                      <a:pt x="6005" y="9131"/>
                    </a:lnTo>
                    <a:cubicBezTo>
                      <a:pt x="3778" y="8231"/>
                      <a:pt x="2226" y="7062"/>
                      <a:pt x="1327" y="5645"/>
                    </a:cubicBezTo>
                    <a:cubicBezTo>
                      <a:pt x="450" y="4228"/>
                      <a:pt x="0" y="2339"/>
                      <a:pt x="0" y="0"/>
                    </a:cubicBezTo>
                    <a:lnTo>
                      <a:pt x="3508" y="0"/>
                    </a:lnTo>
                    <a:cubicBezTo>
                      <a:pt x="3463" y="1844"/>
                      <a:pt x="3756" y="3351"/>
                      <a:pt x="4363" y="4543"/>
                    </a:cubicBezTo>
                    <a:cubicBezTo>
                      <a:pt x="4970" y="5735"/>
                      <a:pt x="5802" y="6680"/>
                      <a:pt x="6837" y="7377"/>
                    </a:cubicBezTo>
                    <a:cubicBezTo>
                      <a:pt x="7871" y="8074"/>
                      <a:pt x="9108" y="8569"/>
                      <a:pt x="10525" y="8839"/>
                    </a:cubicBezTo>
                    <a:cubicBezTo>
                      <a:pt x="11942" y="9108"/>
                      <a:pt x="13426" y="9243"/>
                      <a:pt x="14978" y="9243"/>
                    </a:cubicBezTo>
                    <a:lnTo>
                      <a:pt x="28696" y="9243"/>
                    </a:lnTo>
                    <a:close/>
                  </a:path>
                </a:pathLst>
              </a:custGeom>
              <a:solidFill>
                <a:srgbClr val="231F20"/>
              </a:solidFill>
              <a:ln w="2249" cap="flat">
                <a:noFill/>
                <a:prstDash val="solid"/>
                <a:miter/>
              </a:ln>
            </p:spPr>
            <p:txBody>
              <a:bodyPr rtlCol="0" anchor="ctr"/>
              <a:lstStyle/>
              <a:p>
                <a:endParaRPr lang="en-US"/>
              </a:p>
            </p:txBody>
          </p:sp>
          <p:sp>
            <p:nvSpPr>
              <p:cNvPr id="18289" name="Freeform 18288">
                <a:extLst>
                  <a:ext uri="{FF2B5EF4-FFF2-40B4-BE49-F238E27FC236}">
                    <a16:creationId xmlns:a16="http://schemas.microsoft.com/office/drawing/2014/main" id="{E80FB33F-911D-0488-AFD9-8B53EC85B7C6}"/>
                  </a:ext>
                </a:extLst>
              </p:cNvPr>
              <p:cNvSpPr/>
              <p:nvPr/>
            </p:nvSpPr>
            <p:spPr>
              <a:xfrm>
                <a:off x="3694518" y="5404170"/>
                <a:ext cx="29483" cy="26357"/>
              </a:xfrm>
              <a:custGeom>
                <a:avLst/>
                <a:gdLst>
                  <a:gd name="connsiteX0" fmla="*/ 12369 w 29483"/>
                  <a:gd name="connsiteY0" fmla="*/ 12032 h 26357"/>
                  <a:gd name="connsiteX1" fmla="*/ 12054 w 29483"/>
                  <a:gd name="connsiteY1" fmla="*/ 9850 h 26357"/>
                  <a:gd name="connsiteX2" fmla="*/ 11470 w 29483"/>
                  <a:gd name="connsiteY2" fmla="*/ 7781 h 26357"/>
                  <a:gd name="connsiteX3" fmla="*/ 10210 w 29483"/>
                  <a:gd name="connsiteY3" fmla="*/ 6792 h 26357"/>
                  <a:gd name="connsiteX4" fmla="*/ 8569 w 29483"/>
                  <a:gd name="connsiteY4" fmla="*/ 6612 h 26357"/>
                  <a:gd name="connsiteX5" fmla="*/ 4498 w 29483"/>
                  <a:gd name="connsiteY5" fmla="*/ 8209 h 26357"/>
                  <a:gd name="connsiteX6" fmla="*/ 2901 w 29483"/>
                  <a:gd name="connsiteY6" fmla="*/ 13584 h 26357"/>
                  <a:gd name="connsiteX7" fmla="*/ 3194 w 29483"/>
                  <a:gd name="connsiteY7" fmla="*/ 16665 h 26357"/>
                  <a:gd name="connsiteX8" fmla="*/ 4228 w 29483"/>
                  <a:gd name="connsiteY8" fmla="*/ 19116 h 26357"/>
                  <a:gd name="connsiteX9" fmla="*/ 6162 w 29483"/>
                  <a:gd name="connsiteY9" fmla="*/ 20848 h 26357"/>
                  <a:gd name="connsiteX10" fmla="*/ 9221 w 29483"/>
                  <a:gd name="connsiteY10" fmla="*/ 21747 h 26357"/>
                  <a:gd name="connsiteX11" fmla="*/ 9221 w 29483"/>
                  <a:gd name="connsiteY11" fmla="*/ 25031 h 26357"/>
                  <a:gd name="connsiteX12" fmla="*/ 4993 w 29483"/>
                  <a:gd name="connsiteY12" fmla="*/ 23906 h 26357"/>
                  <a:gd name="connsiteX13" fmla="*/ 2137 w 29483"/>
                  <a:gd name="connsiteY13" fmla="*/ 21388 h 26357"/>
                  <a:gd name="connsiteX14" fmla="*/ 517 w 29483"/>
                  <a:gd name="connsiteY14" fmla="*/ 17834 h 26357"/>
                  <a:gd name="connsiteX15" fmla="*/ 0 w 29483"/>
                  <a:gd name="connsiteY15" fmla="*/ 13539 h 26357"/>
                  <a:gd name="connsiteX16" fmla="*/ 450 w 29483"/>
                  <a:gd name="connsiteY16" fmla="*/ 9581 h 26357"/>
                  <a:gd name="connsiteX17" fmla="*/ 1912 w 29483"/>
                  <a:gd name="connsiteY17" fmla="*/ 6342 h 26357"/>
                  <a:gd name="connsiteX18" fmla="*/ 4588 w 29483"/>
                  <a:gd name="connsiteY18" fmla="*/ 4183 h 26357"/>
                  <a:gd name="connsiteX19" fmla="*/ 8681 w 29483"/>
                  <a:gd name="connsiteY19" fmla="*/ 3396 h 26357"/>
                  <a:gd name="connsiteX20" fmla="*/ 23906 w 29483"/>
                  <a:gd name="connsiteY20" fmla="*/ 3396 h 26357"/>
                  <a:gd name="connsiteX21" fmla="*/ 26313 w 29483"/>
                  <a:gd name="connsiteY21" fmla="*/ 2721 h 26357"/>
                  <a:gd name="connsiteX22" fmla="*/ 26066 w 29483"/>
                  <a:gd name="connsiteY22" fmla="*/ 0 h 26357"/>
                  <a:gd name="connsiteX23" fmla="*/ 28607 w 29483"/>
                  <a:gd name="connsiteY23" fmla="*/ 0 h 26357"/>
                  <a:gd name="connsiteX24" fmla="*/ 28922 w 29483"/>
                  <a:gd name="connsiteY24" fmla="*/ 1102 h 26357"/>
                  <a:gd name="connsiteX25" fmla="*/ 29147 w 29483"/>
                  <a:gd name="connsiteY25" fmla="*/ 2541 h 26357"/>
                  <a:gd name="connsiteX26" fmla="*/ 28989 w 29483"/>
                  <a:gd name="connsiteY26" fmla="*/ 4003 h 26357"/>
                  <a:gd name="connsiteX27" fmla="*/ 28472 w 29483"/>
                  <a:gd name="connsiteY27" fmla="*/ 5308 h 26357"/>
                  <a:gd name="connsiteX28" fmla="*/ 27505 w 29483"/>
                  <a:gd name="connsiteY28" fmla="*/ 6095 h 26357"/>
                  <a:gd name="connsiteX29" fmla="*/ 26268 w 29483"/>
                  <a:gd name="connsiteY29" fmla="*/ 6500 h 26357"/>
                  <a:gd name="connsiteX30" fmla="*/ 24829 w 29483"/>
                  <a:gd name="connsiteY30" fmla="*/ 6612 h 26357"/>
                  <a:gd name="connsiteX31" fmla="*/ 28292 w 29483"/>
                  <a:gd name="connsiteY31" fmla="*/ 11312 h 26357"/>
                  <a:gd name="connsiteX32" fmla="*/ 29484 w 29483"/>
                  <a:gd name="connsiteY32" fmla="*/ 17024 h 26357"/>
                  <a:gd name="connsiteX33" fmla="*/ 28989 w 29483"/>
                  <a:gd name="connsiteY33" fmla="*/ 20556 h 26357"/>
                  <a:gd name="connsiteX34" fmla="*/ 27482 w 29483"/>
                  <a:gd name="connsiteY34" fmla="*/ 23547 h 26357"/>
                  <a:gd name="connsiteX35" fmla="*/ 24964 w 29483"/>
                  <a:gd name="connsiteY35" fmla="*/ 25593 h 26357"/>
                  <a:gd name="connsiteX36" fmla="*/ 21433 w 29483"/>
                  <a:gd name="connsiteY36" fmla="*/ 26358 h 26357"/>
                  <a:gd name="connsiteX37" fmla="*/ 13022 w 29483"/>
                  <a:gd name="connsiteY37" fmla="*/ 16597 h 26357"/>
                  <a:gd name="connsiteX38" fmla="*/ 12437 w 29483"/>
                  <a:gd name="connsiteY38" fmla="*/ 12122 h 26357"/>
                  <a:gd name="connsiteX39" fmla="*/ 13989 w 29483"/>
                  <a:gd name="connsiteY39" fmla="*/ 6567 h 26357"/>
                  <a:gd name="connsiteX40" fmla="*/ 15113 w 29483"/>
                  <a:gd name="connsiteY40" fmla="*/ 10728 h 26357"/>
                  <a:gd name="connsiteX41" fmla="*/ 15540 w 29483"/>
                  <a:gd name="connsiteY41" fmla="*/ 14933 h 26357"/>
                  <a:gd name="connsiteX42" fmla="*/ 17205 w 29483"/>
                  <a:gd name="connsiteY42" fmla="*/ 20735 h 26357"/>
                  <a:gd name="connsiteX43" fmla="*/ 21478 w 29483"/>
                  <a:gd name="connsiteY43" fmla="*/ 22804 h 26357"/>
                  <a:gd name="connsiteX44" fmla="*/ 23727 w 29483"/>
                  <a:gd name="connsiteY44" fmla="*/ 22287 h 26357"/>
                  <a:gd name="connsiteX45" fmla="*/ 25301 w 29483"/>
                  <a:gd name="connsiteY45" fmla="*/ 20938 h 26357"/>
                  <a:gd name="connsiteX46" fmla="*/ 26223 w 29483"/>
                  <a:gd name="connsiteY46" fmla="*/ 19004 h 26357"/>
                  <a:gd name="connsiteX47" fmla="*/ 26515 w 29483"/>
                  <a:gd name="connsiteY47" fmla="*/ 16755 h 26357"/>
                  <a:gd name="connsiteX48" fmla="*/ 26021 w 29483"/>
                  <a:gd name="connsiteY48" fmla="*/ 12977 h 26357"/>
                  <a:gd name="connsiteX49" fmla="*/ 24536 w 29483"/>
                  <a:gd name="connsiteY49" fmla="*/ 9715 h 26357"/>
                  <a:gd name="connsiteX50" fmla="*/ 21995 w 29483"/>
                  <a:gd name="connsiteY50" fmla="*/ 7421 h 26357"/>
                  <a:gd name="connsiteX51" fmla="*/ 18352 w 29483"/>
                  <a:gd name="connsiteY51" fmla="*/ 6567 h 26357"/>
                  <a:gd name="connsiteX52" fmla="*/ 13989 w 29483"/>
                  <a:gd name="connsiteY52" fmla="*/ 6567 h 26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9483" h="26357">
                    <a:moveTo>
                      <a:pt x="12369" y="12032"/>
                    </a:moveTo>
                    <a:cubicBezTo>
                      <a:pt x="12302" y="11425"/>
                      <a:pt x="12189" y="10683"/>
                      <a:pt x="12054" y="9850"/>
                    </a:cubicBezTo>
                    <a:cubicBezTo>
                      <a:pt x="11920" y="8996"/>
                      <a:pt x="11717" y="8321"/>
                      <a:pt x="11470" y="7781"/>
                    </a:cubicBezTo>
                    <a:cubicBezTo>
                      <a:pt x="11222" y="7242"/>
                      <a:pt x="10795" y="6904"/>
                      <a:pt x="10210" y="6792"/>
                    </a:cubicBezTo>
                    <a:cubicBezTo>
                      <a:pt x="9626" y="6657"/>
                      <a:pt x="9063" y="6612"/>
                      <a:pt x="8569" y="6612"/>
                    </a:cubicBezTo>
                    <a:cubicBezTo>
                      <a:pt x="6904" y="6612"/>
                      <a:pt x="5555" y="7152"/>
                      <a:pt x="4498" y="8209"/>
                    </a:cubicBezTo>
                    <a:cubicBezTo>
                      <a:pt x="3441" y="9266"/>
                      <a:pt x="2901" y="11065"/>
                      <a:pt x="2901" y="13584"/>
                    </a:cubicBezTo>
                    <a:cubicBezTo>
                      <a:pt x="2901" y="14708"/>
                      <a:pt x="2991" y="15720"/>
                      <a:pt x="3194" y="16665"/>
                    </a:cubicBezTo>
                    <a:cubicBezTo>
                      <a:pt x="3396" y="17609"/>
                      <a:pt x="3733" y="18419"/>
                      <a:pt x="4228" y="19116"/>
                    </a:cubicBezTo>
                    <a:cubicBezTo>
                      <a:pt x="4723" y="19813"/>
                      <a:pt x="5353" y="20398"/>
                      <a:pt x="6162" y="20848"/>
                    </a:cubicBezTo>
                    <a:cubicBezTo>
                      <a:pt x="6972" y="21298"/>
                      <a:pt x="7984" y="21590"/>
                      <a:pt x="9221" y="21747"/>
                    </a:cubicBezTo>
                    <a:lnTo>
                      <a:pt x="9221" y="25031"/>
                    </a:lnTo>
                    <a:cubicBezTo>
                      <a:pt x="7556" y="24918"/>
                      <a:pt x="6162" y="24536"/>
                      <a:pt x="4993" y="23906"/>
                    </a:cubicBezTo>
                    <a:cubicBezTo>
                      <a:pt x="3823" y="23277"/>
                      <a:pt x="2879" y="22422"/>
                      <a:pt x="2137" y="21388"/>
                    </a:cubicBezTo>
                    <a:cubicBezTo>
                      <a:pt x="1394" y="20353"/>
                      <a:pt x="855" y="19184"/>
                      <a:pt x="517" y="17834"/>
                    </a:cubicBezTo>
                    <a:cubicBezTo>
                      <a:pt x="180" y="16485"/>
                      <a:pt x="0" y="15045"/>
                      <a:pt x="0" y="13539"/>
                    </a:cubicBezTo>
                    <a:cubicBezTo>
                      <a:pt x="0" y="12144"/>
                      <a:pt x="158" y="10817"/>
                      <a:pt x="450" y="9581"/>
                    </a:cubicBezTo>
                    <a:cubicBezTo>
                      <a:pt x="765" y="8344"/>
                      <a:pt x="1237" y="7264"/>
                      <a:pt x="1912" y="6342"/>
                    </a:cubicBezTo>
                    <a:cubicBezTo>
                      <a:pt x="2586" y="5420"/>
                      <a:pt x="3463" y="4700"/>
                      <a:pt x="4588" y="4183"/>
                    </a:cubicBezTo>
                    <a:cubicBezTo>
                      <a:pt x="5712" y="3666"/>
                      <a:pt x="7062" y="3396"/>
                      <a:pt x="8681" y="3396"/>
                    </a:cubicBezTo>
                    <a:lnTo>
                      <a:pt x="23906" y="3396"/>
                    </a:lnTo>
                    <a:cubicBezTo>
                      <a:pt x="25166" y="3396"/>
                      <a:pt x="25976" y="3171"/>
                      <a:pt x="26313" y="2721"/>
                    </a:cubicBezTo>
                    <a:cubicBezTo>
                      <a:pt x="26650" y="2271"/>
                      <a:pt x="26583" y="1372"/>
                      <a:pt x="26066" y="0"/>
                    </a:cubicBezTo>
                    <a:lnTo>
                      <a:pt x="28607" y="0"/>
                    </a:lnTo>
                    <a:cubicBezTo>
                      <a:pt x="28674" y="247"/>
                      <a:pt x="28787" y="630"/>
                      <a:pt x="28922" y="1102"/>
                    </a:cubicBezTo>
                    <a:cubicBezTo>
                      <a:pt x="29057" y="1597"/>
                      <a:pt x="29147" y="2069"/>
                      <a:pt x="29147" y="2541"/>
                    </a:cubicBezTo>
                    <a:cubicBezTo>
                      <a:pt x="29147" y="3036"/>
                      <a:pt x="29102" y="3531"/>
                      <a:pt x="28989" y="4003"/>
                    </a:cubicBezTo>
                    <a:cubicBezTo>
                      <a:pt x="28922" y="4543"/>
                      <a:pt x="28742" y="4970"/>
                      <a:pt x="28472" y="5308"/>
                    </a:cubicBezTo>
                    <a:cubicBezTo>
                      <a:pt x="28202" y="5622"/>
                      <a:pt x="27887" y="5892"/>
                      <a:pt x="27505" y="6095"/>
                    </a:cubicBezTo>
                    <a:cubicBezTo>
                      <a:pt x="27123" y="6297"/>
                      <a:pt x="26718" y="6432"/>
                      <a:pt x="26268" y="6500"/>
                    </a:cubicBezTo>
                    <a:cubicBezTo>
                      <a:pt x="25818" y="6567"/>
                      <a:pt x="25346" y="6612"/>
                      <a:pt x="24829" y="6612"/>
                    </a:cubicBezTo>
                    <a:cubicBezTo>
                      <a:pt x="26335" y="7984"/>
                      <a:pt x="27482" y="9536"/>
                      <a:pt x="28292" y="11312"/>
                    </a:cubicBezTo>
                    <a:cubicBezTo>
                      <a:pt x="29079" y="13066"/>
                      <a:pt x="29484" y="14978"/>
                      <a:pt x="29484" y="17024"/>
                    </a:cubicBezTo>
                    <a:cubicBezTo>
                      <a:pt x="29484" y="18239"/>
                      <a:pt x="29327" y="19431"/>
                      <a:pt x="28989" y="20556"/>
                    </a:cubicBezTo>
                    <a:cubicBezTo>
                      <a:pt x="28652" y="21680"/>
                      <a:pt x="28157" y="22692"/>
                      <a:pt x="27482" y="23547"/>
                    </a:cubicBezTo>
                    <a:cubicBezTo>
                      <a:pt x="26808" y="24401"/>
                      <a:pt x="25953" y="25098"/>
                      <a:pt x="24964" y="25593"/>
                    </a:cubicBezTo>
                    <a:cubicBezTo>
                      <a:pt x="23974" y="26088"/>
                      <a:pt x="22804" y="26358"/>
                      <a:pt x="21433" y="26358"/>
                    </a:cubicBezTo>
                    <a:cubicBezTo>
                      <a:pt x="16687" y="26358"/>
                      <a:pt x="13876" y="23097"/>
                      <a:pt x="13022" y="16597"/>
                    </a:cubicBezTo>
                    <a:lnTo>
                      <a:pt x="12437" y="12122"/>
                    </a:lnTo>
                    <a:close/>
                    <a:moveTo>
                      <a:pt x="13989" y="6567"/>
                    </a:moveTo>
                    <a:cubicBezTo>
                      <a:pt x="14573" y="7939"/>
                      <a:pt x="14933" y="9311"/>
                      <a:pt x="15113" y="10728"/>
                    </a:cubicBezTo>
                    <a:cubicBezTo>
                      <a:pt x="15293" y="12144"/>
                      <a:pt x="15428" y="13539"/>
                      <a:pt x="15540" y="14933"/>
                    </a:cubicBezTo>
                    <a:cubicBezTo>
                      <a:pt x="15720" y="17407"/>
                      <a:pt x="16282" y="19341"/>
                      <a:pt x="17205" y="20735"/>
                    </a:cubicBezTo>
                    <a:cubicBezTo>
                      <a:pt x="18149" y="22130"/>
                      <a:pt x="19566" y="22804"/>
                      <a:pt x="21478" y="22804"/>
                    </a:cubicBezTo>
                    <a:cubicBezTo>
                      <a:pt x="22332" y="22804"/>
                      <a:pt x="23097" y="22624"/>
                      <a:pt x="23727" y="22287"/>
                    </a:cubicBezTo>
                    <a:cubicBezTo>
                      <a:pt x="24356" y="21950"/>
                      <a:pt x="24874" y="21500"/>
                      <a:pt x="25301" y="20938"/>
                    </a:cubicBezTo>
                    <a:cubicBezTo>
                      <a:pt x="25706" y="20375"/>
                      <a:pt x="26021" y="19723"/>
                      <a:pt x="26223" y="19004"/>
                    </a:cubicBezTo>
                    <a:cubicBezTo>
                      <a:pt x="26425" y="18284"/>
                      <a:pt x="26515" y="17519"/>
                      <a:pt x="26515" y="16755"/>
                    </a:cubicBezTo>
                    <a:cubicBezTo>
                      <a:pt x="26515" y="15450"/>
                      <a:pt x="26358" y="14191"/>
                      <a:pt x="26021" y="12977"/>
                    </a:cubicBezTo>
                    <a:cubicBezTo>
                      <a:pt x="25706" y="11762"/>
                      <a:pt x="25211" y="10660"/>
                      <a:pt x="24536" y="9715"/>
                    </a:cubicBezTo>
                    <a:cubicBezTo>
                      <a:pt x="23861" y="8771"/>
                      <a:pt x="23029" y="8006"/>
                      <a:pt x="21995" y="7421"/>
                    </a:cubicBezTo>
                    <a:cubicBezTo>
                      <a:pt x="20960" y="6837"/>
                      <a:pt x="19746" y="6567"/>
                      <a:pt x="18352" y="6567"/>
                    </a:cubicBezTo>
                    <a:lnTo>
                      <a:pt x="13989" y="6567"/>
                    </a:lnTo>
                    <a:close/>
                  </a:path>
                </a:pathLst>
              </a:custGeom>
              <a:solidFill>
                <a:srgbClr val="231F20"/>
              </a:solidFill>
              <a:ln w="2249" cap="flat">
                <a:noFill/>
                <a:prstDash val="solid"/>
                <a:miter/>
              </a:ln>
            </p:spPr>
            <p:txBody>
              <a:bodyPr rtlCol="0" anchor="ctr"/>
              <a:lstStyle/>
              <a:p>
                <a:endParaRPr lang="en-US"/>
              </a:p>
            </p:txBody>
          </p:sp>
          <p:sp>
            <p:nvSpPr>
              <p:cNvPr id="18290" name="Freeform 18289">
                <a:extLst>
                  <a:ext uri="{FF2B5EF4-FFF2-40B4-BE49-F238E27FC236}">
                    <a16:creationId xmlns:a16="http://schemas.microsoft.com/office/drawing/2014/main" id="{75351A9A-D5CE-48CD-0582-50E03C6E23B2}"/>
                  </a:ext>
                </a:extLst>
              </p:cNvPr>
              <p:cNvSpPr/>
              <p:nvPr/>
            </p:nvSpPr>
            <p:spPr>
              <a:xfrm>
                <a:off x="3684308" y="5372954"/>
                <a:ext cx="39626" cy="25705"/>
              </a:xfrm>
              <a:custGeom>
                <a:avLst/>
                <a:gdLst>
                  <a:gd name="connsiteX0" fmla="*/ 38862 w 39626"/>
                  <a:gd name="connsiteY0" fmla="*/ 22467 h 25705"/>
                  <a:gd name="connsiteX1" fmla="*/ 38862 w 39626"/>
                  <a:gd name="connsiteY1" fmla="*/ 25705 h 25705"/>
                  <a:gd name="connsiteX2" fmla="*/ 0 w 39626"/>
                  <a:gd name="connsiteY2" fmla="*/ 25705 h 25705"/>
                  <a:gd name="connsiteX3" fmla="*/ 0 w 39626"/>
                  <a:gd name="connsiteY3" fmla="*/ 22467 h 25705"/>
                  <a:gd name="connsiteX4" fmla="*/ 15383 w 39626"/>
                  <a:gd name="connsiteY4" fmla="*/ 22467 h 25705"/>
                  <a:gd name="connsiteX5" fmla="*/ 11470 w 39626"/>
                  <a:gd name="connsiteY5" fmla="*/ 18171 h 25705"/>
                  <a:gd name="connsiteX6" fmla="*/ 10143 w 39626"/>
                  <a:gd name="connsiteY6" fmla="*/ 12482 h 25705"/>
                  <a:gd name="connsiteX7" fmla="*/ 11357 w 39626"/>
                  <a:gd name="connsiteY7" fmla="*/ 6949 h 25705"/>
                  <a:gd name="connsiteX8" fmla="*/ 14596 w 39626"/>
                  <a:gd name="connsiteY8" fmla="*/ 3059 h 25705"/>
                  <a:gd name="connsiteX9" fmla="*/ 19318 w 39626"/>
                  <a:gd name="connsiteY9" fmla="*/ 765 h 25705"/>
                  <a:gd name="connsiteX10" fmla="*/ 24941 w 39626"/>
                  <a:gd name="connsiteY10" fmla="*/ 0 h 25705"/>
                  <a:gd name="connsiteX11" fmla="*/ 30721 w 39626"/>
                  <a:gd name="connsiteY11" fmla="*/ 697 h 25705"/>
                  <a:gd name="connsiteX12" fmla="*/ 35399 w 39626"/>
                  <a:gd name="connsiteY12" fmla="*/ 2946 h 25705"/>
                  <a:gd name="connsiteX13" fmla="*/ 38502 w 39626"/>
                  <a:gd name="connsiteY13" fmla="*/ 6859 h 25705"/>
                  <a:gd name="connsiteX14" fmla="*/ 39627 w 39626"/>
                  <a:gd name="connsiteY14" fmla="*/ 12639 h 25705"/>
                  <a:gd name="connsiteX15" fmla="*/ 39244 w 39626"/>
                  <a:gd name="connsiteY15" fmla="*/ 15383 h 25705"/>
                  <a:gd name="connsiteX16" fmla="*/ 38165 w 39626"/>
                  <a:gd name="connsiteY16" fmla="*/ 18104 h 25705"/>
                  <a:gd name="connsiteX17" fmla="*/ 36411 w 39626"/>
                  <a:gd name="connsiteY17" fmla="*/ 20533 h 25705"/>
                  <a:gd name="connsiteX18" fmla="*/ 33959 w 39626"/>
                  <a:gd name="connsiteY18" fmla="*/ 22332 h 25705"/>
                  <a:gd name="connsiteX19" fmla="*/ 33959 w 39626"/>
                  <a:gd name="connsiteY19" fmla="*/ 22445 h 25705"/>
                  <a:gd name="connsiteX20" fmla="*/ 38862 w 39626"/>
                  <a:gd name="connsiteY20" fmla="*/ 22445 h 25705"/>
                  <a:gd name="connsiteX21" fmla="*/ 24783 w 39626"/>
                  <a:gd name="connsiteY21" fmla="*/ 22467 h 25705"/>
                  <a:gd name="connsiteX22" fmla="*/ 29506 w 39626"/>
                  <a:gd name="connsiteY22" fmla="*/ 21837 h 25705"/>
                  <a:gd name="connsiteX23" fmla="*/ 33284 w 39626"/>
                  <a:gd name="connsiteY23" fmla="*/ 20038 h 25705"/>
                  <a:gd name="connsiteX24" fmla="*/ 35803 w 39626"/>
                  <a:gd name="connsiteY24" fmla="*/ 17070 h 25705"/>
                  <a:gd name="connsiteX25" fmla="*/ 36725 w 39626"/>
                  <a:gd name="connsiteY25" fmla="*/ 13022 h 25705"/>
                  <a:gd name="connsiteX26" fmla="*/ 36006 w 39626"/>
                  <a:gd name="connsiteY26" fmla="*/ 9243 h 25705"/>
                  <a:gd name="connsiteX27" fmla="*/ 33869 w 39626"/>
                  <a:gd name="connsiteY27" fmla="*/ 6230 h 25705"/>
                  <a:gd name="connsiteX28" fmla="*/ 30451 w 39626"/>
                  <a:gd name="connsiteY28" fmla="*/ 4206 h 25705"/>
                  <a:gd name="connsiteX29" fmla="*/ 25773 w 39626"/>
                  <a:gd name="connsiteY29" fmla="*/ 3486 h 25705"/>
                  <a:gd name="connsiteX30" fmla="*/ 20825 w 39626"/>
                  <a:gd name="connsiteY30" fmla="*/ 3913 h 25705"/>
                  <a:gd name="connsiteX31" fmla="*/ 16800 w 39626"/>
                  <a:gd name="connsiteY31" fmla="*/ 5645 h 25705"/>
                  <a:gd name="connsiteX32" fmla="*/ 14079 w 39626"/>
                  <a:gd name="connsiteY32" fmla="*/ 8703 h 25705"/>
                  <a:gd name="connsiteX33" fmla="*/ 13089 w 39626"/>
                  <a:gd name="connsiteY33" fmla="*/ 13044 h 25705"/>
                  <a:gd name="connsiteX34" fmla="*/ 14033 w 39626"/>
                  <a:gd name="connsiteY34" fmla="*/ 17002 h 25705"/>
                  <a:gd name="connsiteX35" fmla="*/ 16575 w 39626"/>
                  <a:gd name="connsiteY35" fmla="*/ 19971 h 25705"/>
                  <a:gd name="connsiteX36" fmla="*/ 20308 w 39626"/>
                  <a:gd name="connsiteY36" fmla="*/ 21837 h 25705"/>
                  <a:gd name="connsiteX37" fmla="*/ 24806 w 39626"/>
                  <a:gd name="connsiteY37" fmla="*/ 22490 h 257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9626" h="25705">
                    <a:moveTo>
                      <a:pt x="38862" y="22467"/>
                    </a:moveTo>
                    <a:lnTo>
                      <a:pt x="38862" y="25705"/>
                    </a:lnTo>
                    <a:lnTo>
                      <a:pt x="0" y="25705"/>
                    </a:lnTo>
                    <a:lnTo>
                      <a:pt x="0" y="22467"/>
                    </a:lnTo>
                    <a:lnTo>
                      <a:pt x="15383" y="22467"/>
                    </a:lnTo>
                    <a:cubicBezTo>
                      <a:pt x="13651" y="21433"/>
                      <a:pt x="12347" y="19993"/>
                      <a:pt x="11470" y="18171"/>
                    </a:cubicBezTo>
                    <a:cubicBezTo>
                      <a:pt x="10593" y="16350"/>
                      <a:pt x="10143" y="14461"/>
                      <a:pt x="10143" y="12482"/>
                    </a:cubicBezTo>
                    <a:cubicBezTo>
                      <a:pt x="10143" y="10368"/>
                      <a:pt x="10547" y="8524"/>
                      <a:pt x="11357" y="6949"/>
                    </a:cubicBezTo>
                    <a:cubicBezTo>
                      <a:pt x="12167" y="5375"/>
                      <a:pt x="13246" y="4093"/>
                      <a:pt x="14596" y="3059"/>
                    </a:cubicBezTo>
                    <a:cubicBezTo>
                      <a:pt x="15945" y="2024"/>
                      <a:pt x="17519" y="1259"/>
                      <a:pt x="19318" y="765"/>
                    </a:cubicBezTo>
                    <a:cubicBezTo>
                      <a:pt x="21118" y="270"/>
                      <a:pt x="22984" y="0"/>
                      <a:pt x="24941" y="0"/>
                    </a:cubicBezTo>
                    <a:cubicBezTo>
                      <a:pt x="26988" y="0"/>
                      <a:pt x="28922" y="225"/>
                      <a:pt x="30721" y="697"/>
                    </a:cubicBezTo>
                    <a:cubicBezTo>
                      <a:pt x="32520" y="1170"/>
                      <a:pt x="34072" y="1912"/>
                      <a:pt x="35399" y="2946"/>
                    </a:cubicBezTo>
                    <a:cubicBezTo>
                      <a:pt x="36725" y="3981"/>
                      <a:pt x="37737" y="5285"/>
                      <a:pt x="38502" y="6859"/>
                    </a:cubicBezTo>
                    <a:cubicBezTo>
                      <a:pt x="39267" y="8434"/>
                      <a:pt x="39627" y="10368"/>
                      <a:pt x="39627" y="12639"/>
                    </a:cubicBezTo>
                    <a:cubicBezTo>
                      <a:pt x="39627" y="13539"/>
                      <a:pt x="39492" y="14461"/>
                      <a:pt x="39244" y="15383"/>
                    </a:cubicBezTo>
                    <a:cubicBezTo>
                      <a:pt x="38997" y="16327"/>
                      <a:pt x="38637" y="17227"/>
                      <a:pt x="38165" y="18104"/>
                    </a:cubicBezTo>
                    <a:cubicBezTo>
                      <a:pt x="37693" y="18981"/>
                      <a:pt x="37108" y="19791"/>
                      <a:pt x="36411" y="20533"/>
                    </a:cubicBezTo>
                    <a:cubicBezTo>
                      <a:pt x="35713" y="21275"/>
                      <a:pt x="34881" y="21882"/>
                      <a:pt x="33959" y="22332"/>
                    </a:cubicBezTo>
                    <a:lnTo>
                      <a:pt x="33959" y="22445"/>
                    </a:lnTo>
                    <a:lnTo>
                      <a:pt x="38862" y="22445"/>
                    </a:lnTo>
                    <a:close/>
                    <a:moveTo>
                      <a:pt x="24783" y="22467"/>
                    </a:moveTo>
                    <a:cubicBezTo>
                      <a:pt x="26470" y="22467"/>
                      <a:pt x="28044" y="22265"/>
                      <a:pt x="29506" y="21837"/>
                    </a:cubicBezTo>
                    <a:cubicBezTo>
                      <a:pt x="30968" y="21433"/>
                      <a:pt x="32227" y="20825"/>
                      <a:pt x="33284" y="20038"/>
                    </a:cubicBezTo>
                    <a:cubicBezTo>
                      <a:pt x="34341" y="19251"/>
                      <a:pt x="35174" y="18262"/>
                      <a:pt x="35803" y="17070"/>
                    </a:cubicBezTo>
                    <a:cubicBezTo>
                      <a:pt x="36411" y="15878"/>
                      <a:pt x="36725" y="14528"/>
                      <a:pt x="36725" y="13022"/>
                    </a:cubicBezTo>
                    <a:cubicBezTo>
                      <a:pt x="36725" y="11649"/>
                      <a:pt x="36478" y="10390"/>
                      <a:pt x="36006" y="9243"/>
                    </a:cubicBezTo>
                    <a:cubicBezTo>
                      <a:pt x="35511" y="8096"/>
                      <a:pt x="34814" y="7084"/>
                      <a:pt x="33869" y="6230"/>
                    </a:cubicBezTo>
                    <a:cubicBezTo>
                      <a:pt x="32925" y="5375"/>
                      <a:pt x="31800" y="4700"/>
                      <a:pt x="30451" y="4206"/>
                    </a:cubicBezTo>
                    <a:cubicBezTo>
                      <a:pt x="29101" y="3711"/>
                      <a:pt x="27550" y="3486"/>
                      <a:pt x="25773" y="3486"/>
                    </a:cubicBezTo>
                    <a:cubicBezTo>
                      <a:pt x="24019" y="3418"/>
                      <a:pt x="22355" y="3553"/>
                      <a:pt x="20825" y="3913"/>
                    </a:cubicBezTo>
                    <a:cubicBezTo>
                      <a:pt x="19296" y="4273"/>
                      <a:pt x="17947" y="4858"/>
                      <a:pt x="16800" y="5645"/>
                    </a:cubicBezTo>
                    <a:cubicBezTo>
                      <a:pt x="15653" y="6432"/>
                      <a:pt x="14731" y="7444"/>
                      <a:pt x="14079" y="8703"/>
                    </a:cubicBezTo>
                    <a:cubicBezTo>
                      <a:pt x="13426" y="9963"/>
                      <a:pt x="13089" y="11402"/>
                      <a:pt x="13089" y="13044"/>
                    </a:cubicBezTo>
                    <a:cubicBezTo>
                      <a:pt x="13089" y="14528"/>
                      <a:pt x="13404" y="15833"/>
                      <a:pt x="14033" y="17002"/>
                    </a:cubicBezTo>
                    <a:cubicBezTo>
                      <a:pt x="14663" y="18171"/>
                      <a:pt x="15518" y="19161"/>
                      <a:pt x="16575" y="19971"/>
                    </a:cubicBezTo>
                    <a:cubicBezTo>
                      <a:pt x="17632" y="20780"/>
                      <a:pt x="18869" y="21410"/>
                      <a:pt x="20308" y="21837"/>
                    </a:cubicBezTo>
                    <a:cubicBezTo>
                      <a:pt x="21725" y="22265"/>
                      <a:pt x="23232" y="22490"/>
                      <a:pt x="24806" y="22490"/>
                    </a:cubicBezTo>
                    <a:close/>
                  </a:path>
                </a:pathLst>
              </a:custGeom>
              <a:solidFill>
                <a:srgbClr val="231F20"/>
              </a:solidFill>
              <a:ln w="2249" cap="flat">
                <a:noFill/>
                <a:prstDash val="solid"/>
                <a:miter/>
              </a:ln>
            </p:spPr>
            <p:txBody>
              <a:bodyPr rtlCol="0" anchor="ctr"/>
              <a:lstStyle/>
              <a:p>
                <a:endParaRPr lang="en-US"/>
              </a:p>
            </p:txBody>
          </p:sp>
          <p:sp>
            <p:nvSpPr>
              <p:cNvPr id="18291" name="Freeform 18290">
                <a:extLst>
                  <a:ext uri="{FF2B5EF4-FFF2-40B4-BE49-F238E27FC236}">
                    <a16:creationId xmlns:a16="http://schemas.microsoft.com/office/drawing/2014/main" id="{7F535BD3-2021-4FEA-A718-2EA6EC04AE6A}"/>
                  </a:ext>
                </a:extLst>
              </p:cNvPr>
              <p:cNvSpPr/>
              <p:nvPr/>
            </p:nvSpPr>
            <p:spPr>
              <a:xfrm>
                <a:off x="3684308" y="5362339"/>
                <a:ext cx="38861" cy="3238"/>
              </a:xfrm>
              <a:custGeom>
                <a:avLst/>
                <a:gdLst>
                  <a:gd name="connsiteX0" fmla="*/ 38862 w 38861"/>
                  <a:gd name="connsiteY0" fmla="*/ 3238 h 3238"/>
                  <a:gd name="connsiteX1" fmla="*/ 0 w 38861"/>
                  <a:gd name="connsiteY1" fmla="*/ 3238 h 3238"/>
                  <a:gd name="connsiteX2" fmla="*/ 0 w 38861"/>
                  <a:gd name="connsiteY2" fmla="*/ 0 h 3238"/>
                  <a:gd name="connsiteX3" fmla="*/ 38862 w 38861"/>
                  <a:gd name="connsiteY3" fmla="*/ 0 h 3238"/>
                  <a:gd name="connsiteX4" fmla="*/ 38862 w 38861"/>
                  <a:gd name="connsiteY4" fmla="*/ 3238 h 3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861" h="3238">
                    <a:moveTo>
                      <a:pt x="38862" y="3238"/>
                    </a:moveTo>
                    <a:lnTo>
                      <a:pt x="0" y="3238"/>
                    </a:lnTo>
                    <a:lnTo>
                      <a:pt x="0" y="0"/>
                    </a:lnTo>
                    <a:lnTo>
                      <a:pt x="38862" y="0"/>
                    </a:lnTo>
                    <a:lnTo>
                      <a:pt x="38862" y="3238"/>
                    </a:lnTo>
                    <a:close/>
                  </a:path>
                </a:pathLst>
              </a:custGeom>
              <a:solidFill>
                <a:srgbClr val="231F20"/>
              </a:solidFill>
              <a:ln w="2249" cap="flat">
                <a:noFill/>
                <a:prstDash val="solid"/>
                <a:miter/>
              </a:ln>
            </p:spPr>
            <p:txBody>
              <a:bodyPr rtlCol="0" anchor="ctr"/>
              <a:lstStyle/>
              <a:p>
                <a:endParaRPr lang="en-US"/>
              </a:p>
            </p:txBody>
          </p:sp>
          <p:sp>
            <p:nvSpPr>
              <p:cNvPr id="18292" name="Freeform 18291">
                <a:extLst>
                  <a:ext uri="{FF2B5EF4-FFF2-40B4-BE49-F238E27FC236}">
                    <a16:creationId xmlns:a16="http://schemas.microsoft.com/office/drawing/2014/main" id="{C81D95CB-804E-A64A-417B-AEE57F1080D7}"/>
                  </a:ext>
                </a:extLst>
              </p:cNvPr>
              <p:cNvSpPr/>
              <p:nvPr/>
            </p:nvSpPr>
            <p:spPr>
              <a:xfrm>
                <a:off x="3694473" y="5330425"/>
                <a:ext cx="29484" cy="25167"/>
              </a:xfrm>
              <a:custGeom>
                <a:avLst/>
                <a:gdLst>
                  <a:gd name="connsiteX0" fmla="*/ 15473 w 29484"/>
                  <a:gd name="connsiteY0" fmla="*/ 21659 h 25167"/>
                  <a:gd name="connsiteX1" fmla="*/ 19768 w 29484"/>
                  <a:gd name="connsiteY1" fmla="*/ 21074 h 25167"/>
                  <a:gd name="connsiteX2" fmla="*/ 23277 w 29484"/>
                  <a:gd name="connsiteY2" fmla="*/ 19320 h 25167"/>
                  <a:gd name="connsiteX3" fmla="*/ 25661 w 29484"/>
                  <a:gd name="connsiteY3" fmla="*/ 16374 h 25167"/>
                  <a:gd name="connsiteX4" fmla="*/ 26560 w 29484"/>
                  <a:gd name="connsiteY4" fmla="*/ 12281 h 25167"/>
                  <a:gd name="connsiteX5" fmla="*/ 24896 w 29484"/>
                  <a:gd name="connsiteY5" fmla="*/ 6838 h 25167"/>
                  <a:gd name="connsiteX6" fmla="*/ 20151 w 29484"/>
                  <a:gd name="connsiteY6" fmla="*/ 3825 h 25167"/>
                  <a:gd name="connsiteX7" fmla="*/ 20151 w 29484"/>
                  <a:gd name="connsiteY7" fmla="*/ 204 h 25167"/>
                  <a:gd name="connsiteX8" fmla="*/ 23839 w 29484"/>
                  <a:gd name="connsiteY8" fmla="*/ 1778 h 25167"/>
                  <a:gd name="connsiteX9" fmla="*/ 26808 w 29484"/>
                  <a:gd name="connsiteY9" fmla="*/ 4207 h 25167"/>
                  <a:gd name="connsiteX10" fmla="*/ 28787 w 29484"/>
                  <a:gd name="connsiteY10" fmla="*/ 7670 h 25167"/>
                  <a:gd name="connsiteX11" fmla="*/ 29484 w 29484"/>
                  <a:gd name="connsiteY11" fmla="*/ 12303 h 25167"/>
                  <a:gd name="connsiteX12" fmla="*/ 28360 w 29484"/>
                  <a:gd name="connsiteY12" fmla="*/ 18083 h 25167"/>
                  <a:gd name="connsiteX13" fmla="*/ 25256 w 29484"/>
                  <a:gd name="connsiteY13" fmla="*/ 22086 h 25167"/>
                  <a:gd name="connsiteX14" fmla="*/ 20623 w 29484"/>
                  <a:gd name="connsiteY14" fmla="*/ 24402 h 25167"/>
                  <a:gd name="connsiteX15" fmla="*/ 14866 w 29484"/>
                  <a:gd name="connsiteY15" fmla="*/ 25167 h 25167"/>
                  <a:gd name="connsiteX16" fmla="*/ 9086 w 29484"/>
                  <a:gd name="connsiteY16" fmla="*/ 24268 h 25167"/>
                  <a:gd name="connsiteX17" fmla="*/ 4363 w 29484"/>
                  <a:gd name="connsiteY17" fmla="*/ 21726 h 25167"/>
                  <a:gd name="connsiteX18" fmla="*/ 1170 w 29484"/>
                  <a:gd name="connsiteY18" fmla="*/ 17701 h 25167"/>
                  <a:gd name="connsiteX19" fmla="*/ 0 w 29484"/>
                  <a:gd name="connsiteY19" fmla="*/ 12303 h 25167"/>
                  <a:gd name="connsiteX20" fmla="*/ 3958 w 29484"/>
                  <a:gd name="connsiteY20" fmla="*/ 3240 h 25167"/>
                  <a:gd name="connsiteX21" fmla="*/ 15473 w 29484"/>
                  <a:gd name="connsiteY21" fmla="*/ 1 h 25167"/>
                  <a:gd name="connsiteX22" fmla="*/ 15473 w 29484"/>
                  <a:gd name="connsiteY22" fmla="*/ 21704 h 25167"/>
                  <a:gd name="connsiteX23" fmla="*/ 12774 w 29484"/>
                  <a:gd name="connsiteY23" fmla="*/ 3397 h 25167"/>
                  <a:gd name="connsiteX24" fmla="*/ 8906 w 29484"/>
                  <a:gd name="connsiteY24" fmla="*/ 3960 h 25167"/>
                  <a:gd name="connsiteX25" fmla="*/ 5780 w 29484"/>
                  <a:gd name="connsiteY25" fmla="*/ 5624 h 25167"/>
                  <a:gd name="connsiteX26" fmla="*/ 3666 w 29484"/>
                  <a:gd name="connsiteY26" fmla="*/ 8412 h 25167"/>
                  <a:gd name="connsiteX27" fmla="*/ 2879 w 29484"/>
                  <a:gd name="connsiteY27" fmla="*/ 12236 h 25167"/>
                  <a:gd name="connsiteX28" fmla="*/ 3688 w 29484"/>
                  <a:gd name="connsiteY28" fmla="*/ 16036 h 25167"/>
                  <a:gd name="connsiteX29" fmla="*/ 5848 w 29484"/>
                  <a:gd name="connsiteY29" fmla="*/ 18848 h 25167"/>
                  <a:gd name="connsiteX30" fmla="*/ 8974 w 29484"/>
                  <a:gd name="connsiteY30" fmla="*/ 20714 h 25167"/>
                  <a:gd name="connsiteX31" fmla="*/ 12752 w 29484"/>
                  <a:gd name="connsiteY31" fmla="*/ 21636 h 25167"/>
                  <a:gd name="connsiteX32" fmla="*/ 12752 w 29484"/>
                  <a:gd name="connsiteY32" fmla="*/ 3397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4" h="25167">
                    <a:moveTo>
                      <a:pt x="15473" y="21659"/>
                    </a:moveTo>
                    <a:cubicBezTo>
                      <a:pt x="16980" y="21659"/>
                      <a:pt x="18419" y="21456"/>
                      <a:pt x="19768" y="21074"/>
                    </a:cubicBezTo>
                    <a:cubicBezTo>
                      <a:pt x="21118" y="20669"/>
                      <a:pt x="22287" y="20085"/>
                      <a:pt x="23277" y="19320"/>
                    </a:cubicBezTo>
                    <a:cubicBezTo>
                      <a:pt x="24266" y="18555"/>
                      <a:pt x="25053" y="17566"/>
                      <a:pt x="25661" y="16374"/>
                    </a:cubicBezTo>
                    <a:cubicBezTo>
                      <a:pt x="26245" y="15182"/>
                      <a:pt x="26560" y="13810"/>
                      <a:pt x="26560" y="12281"/>
                    </a:cubicBezTo>
                    <a:cubicBezTo>
                      <a:pt x="26560" y="10167"/>
                      <a:pt x="25998" y="8345"/>
                      <a:pt x="24896" y="6838"/>
                    </a:cubicBezTo>
                    <a:cubicBezTo>
                      <a:pt x="23772" y="5331"/>
                      <a:pt x="22197" y="4319"/>
                      <a:pt x="20151" y="3825"/>
                    </a:cubicBezTo>
                    <a:lnTo>
                      <a:pt x="20151" y="204"/>
                    </a:lnTo>
                    <a:cubicBezTo>
                      <a:pt x="21478" y="609"/>
                      <a:pt x="22715" y="1126"/>
                      <a:pt x="23839" y="1778"/>
                    </a:cubicBezTo>
                    <a:cubicBezTo>
                      <a:pt x="24964" y="2430"/>
                      <a:pt x="25953" y="3240"/>
                      <a:pt x="26808" y="4207"/>
                    </a:cubicBezTo>
                    <a:cubicBezTo>
                      <a:pt x="27662" y="5174"/>
                      <a:pt x="28315" y="6321"/>
                      <a:pt x="28787" y="7670"/>
                    </a:cubicBezTo>
                    <a:cubicBezTo>
                      <a:pt x="29259" y="8997"/>
                      <a:pt x="29484" y="10549"/>
                      <a:pt x="29484" y="12303"/>
                    </a:cubicBezTo>
                    <a:cubicBezTo>
                      <a:pt x="29484" y="14530"/>
                      <a:pt x="29102" y="16464"/>
                      <a:pt x="28360" y="18083"/>
                    </a:cubicBezTo>
                    <a:cubicBezTo>
                      <a:pt x="27595" y="19702"/>
                      <a:pt x="26560" y="21029"/>
                      <a:pt x="25256" y="22086"/>
                    </a:cubicBezTo>
                    <a:cubicBezTo>
                      <a:pt x="23951" y="23143"/>
                      <a:pt x="22400" y="23908"/>
                      <a:pt x="20623" y="24402"/>
                    </a:cubicBezTo>
                    <a:cubicBezTo>
                      <a:pt x="18846" y="24897"/>
                      <a:pt x="16935" y="25167"/>
                      <a:pt x="14866" y="25167"/>
                    </a:cubicBezTo>
                    <a:cubicBezTo>
                      <a:pt x="12797" y="25167"/>
                      <a:pt x="10885" y="24875"/>
                      <a:pt x="9086" y="24268"/>
                    </a:cubicBezTo>
                    <a:cubicBezTo>
                      <a:pt x="7287" y="23683"/>
                      <a:pt x="5712" y="22828"/>
                      <a:pt x="4363" y="21726"/>
                    </a:cubicBezTo>
                    <a:cubicBezTo>
                      <a:pt x="3014" y="20624"/>
                      <a:pt x="1957" y="19298"/>
                      <a:pt x="1170" y="17701"/>
                    </a:cubicBezTo>
                    <a:cubicBezTo>
                      <a:pt x="405" y="16126"/>
                      <a:pt x="0" y="14327"/>
                      <a:pt x="0" y="12303"/>
                    </a:cubicBezTo>
                    <a:cubicBezTo>
                      <a:pt x="0" y="8457"/>
                      <a:pt x="1327" y="5421"/>
                      <a:pt x="3958" y="3240"/>
                    </a:cubicBezTo>
                    <a:cubicBezTo>
                      <a:pt x="6612" y="1036"/>
                      <a:pt x="10435" y="-44"/>
                      <a:pt x="15473" y="1"/>
                    </a:cubicBezTo>
                    <a:lnTo>
                      <a:pt x="15473" y="21704"/>
                    </a:lnTo>
                    <a:close/>
                    <a:moveTo>
                      <a:pt x="12774" y="3397"/>
                    </a:moveTo>
                    <a:cubicBezTo>
                      <a:pt x="11402" y="3397"/>
                      <a:pt x="10120" y="3577"/>
                      <a:pt x="8906" y="3960"/>
                    </a:cubicBezTo>
                    <a:cubicBezTo>
                      <a:pt x="7692" y="4342"/>
                      <a:pt x="6657" y="4904"/>
                      <a:pt x="5780" y="5624"/>
                    </a:cubicBezTo>
                    <a:cubicBezTo>
                      <a:pt x="4903" y="6366"/>
                      <a:pt x="4206" y="7288"/>
                      <a:pt x="3666" y="8412"/>
                    </a:cubicBezTo>
                    <a:cubicBezTo>
                      <a:pt x="3126" y="9537"/>
                      <a:pt x="2879" y="10796"/>
                      <a:pt x="2879" y="12236"/>
                    </a:cubicBezTo>
                    <a:cubicBezTo>
                      <a:pt x="2879" y="13675"/>
                      <a:pt x="3149" y="14934"/>
                      <a:pt x="3688" y="16036"/>
                    </a:cubicBezTo>
                    <a:cubicBezTo>
                      <a:pt x="4228" y="17138"/>
                      <a:pt x="4948" y="18061"/>
                      <a:pt x="5848" y="18848"/>
                    </a:cubicBezTo>
                    <a:cubicBezTo>
                      <a:pt x="6747" y="19612"/>
                      <a:pt x="7782" y="20242"/>
                      <a:pt x="8974" y="20714"/>
                    </a:cubicBezTo>
                    <a:cubicBezTo>
                      <a:pt x="10165" y="21187"/>
                      <a:pt x="11425" y="21479"/>
                      <a:pt x="12752" y="21636"/>
                    </a:cubicBezTo>
                    <a:lnTo>
                      <a:pt x="12752" y="3397"/>
                    </a:lnTo>
                    <a:close/>
                  </a:path>
                </a:pathLst>
              </a:custGeom>
              <a:solidFill>
                <a:srgbClr val="231F20"/>
              </a:solidFill>
              <a:ln w="2249" cap="flat">
                <a:noFill/>
                <a:prstDash val="solid"/>
                <a:miter/>
              </a:ln>
            </p:spPr>
            <p:txBody>
              <a:bodyPr rtlCol="0" anchor="ctr"/>
              <a:lstStyle/>
              <a:p>
                <a:endParaRPr lang="en-US"/>
              </a:p>
            </p:txBody>
          </p:sp>
        </p:grpSp>
        <p:grpSp>
          <p:nvGrpSpPr>
            <p:cNvPr id="18452" name="Group 18451">
              <a:extLst>
                <a:ext uri="{FF2B5EF4-FFF2-40B4-BE49-F238E27FC236}">
                  <a16:creationId xmlns:a16="http://schemas.microsoft.com/office/drawing/2014/main" id="{9E59B917-D4DF-45DC-8E9C-C85C64023DE0}"/>
                </a:ext>
              </a:extLst>
            </p:cNvPr>
            <p:cNvGrpSpPr/>
            <p:nvPr/>
          </p:nvGrpSpPr>
          <p:grpSpPr>
            <a:xfrm>
              <a:off x="1970983" y="3401222"/>
              <a:ext cx="369332" cy="2542959"/>
              <a:chOff x="1970983" y="3401222"/>
              <a:chExt cx="369332" cy="2542959"/>
            </a:xfrm>
          </p:grpSpPr>
          <p:grpSp>
            <p:nvGrpSpPr>
              <p:cNvPr id="33" name="Graphic 4479">
                <a:extLst>
                  <a:ext uri="{FF2B5EF4-FFF2-40B4-BE49-F238E27FC236}">
                    <a16:creationId xmlns:a16="http://schemas.microsoft.com/office/drawing/2014/main" id="{B013BF6D-AF1A-9B37-792B-435D5A967EB9}"/>
                  </a:ext>
                </a:extLst>
              </p:cNvPr>
              <p:cNvGrpSpPr/>
              <p:nvPr/>
            </p:nvGrpSpPr>
            <p:grpSpPr>
              <a:xfrm>
                <a:off x="2074468" y="3401222"/>
                <a:ext cx="193111" cy="1699310"/>
                <a:chOff x="3778562" y="5074652"/>
                <a:chExt cx="50983" cy="407848"/>
              </a:xfrm>
              <a:solidFill>
                <a:srgbClr val="231F20"/>
              </a:solidFill>
            </p:grpSpPr>
            <p:sp>
              <p:nvSpPr>
                <p:cNvPr id="34" name="Freeform 33">
                  <a:extLst>
                    <a:ext uri="{FF2B5EF4-FFF2-40B4-BE49-F238E27FC236}">
                      <a16:creationId xmlns:a16="http://schemas.microsoft.com/office/drawing/2014/main" id="{92B51B78-D663-BDE3-E528-2BB63B0EAC40}"/>
                    </a:ext>
                  </a:extLst>
                </p:cNvPr>
                <p:cNvSpPr/>
                <p:nvPr/>
              </p:nvSpPr>
              <p:spPr>
                <a:xfrm>
                  <a:off x="3778562" y="5447867"/>
                  <a:ext cx="40953" cy="34634"/>
                </a:xfrm>
                <a:custGeom>
                  <a:avLst/>
                  <a:gdLst>
                    <a:gd name="connsiteX0" fmla="*/ 22985 w 40953"/>
                    <a:gd name="connsiteY0" fmla="*/ 16620 h 34634"/>
                    <a:gd name="connsiteX1" fmla="*/ 19858 w 40953"/>
                    <a:gd name="connsiteY1" fmla="*/ 16620 h 34634"/>
                    <a:gd name="connsiteX2" fmla="*/ 19858 w 40953"/>
                    <a:gd name="connsiteY2" fmla="*/ 0 h 34634"/>
                    <a:gd name="connsiteX3" fmla="*/ 39942 w 40953"/>
                    <a:gd name="connsiteY3" fmla="*/ 0 h 34634"/>
                    <a:gd name="connsiteX4" fmla="*/ 39942 w 40953"/>
                    <a:gd name="connsiteY4" fmla="*/ 3126 h 34634"/>
                    <a:gd name="connsiteX5" fmla="*/ 33307 w 40953"/>
                    <a:gd name="connsiteY5" fmla="*/ 3126 h 34634"/>
                    <a:gd name="connsiteX6" fmla="*/ 36456 w 40953"/>
                    <a:gd name="connsiteY6" fmla="*/ 5465 h 34634"/>
                    <a:gd name="connsiteX7" fmla="*/ 38885 w 40953"/>
                    <a:gd name="connsiteY7" fmla="*/ 8524 h 34634"/>
                    <a:gd name="connsiteX8" fmla="*/ 40414 w 40953"/>
                    <a:gd name="connsiteY8" fmla="*/ 12527 h 34634"/>
                    <a:gd name="connsiteX9" fmla="*/ 40954 w 40953"/>
                    <a:gd name="connsiteY9" fmla="*/ 17655 h 34634"/>
                    <a:gd name="connsiteX10" fmla="*/ 39649 w 40953"/>
                    <a:gd name="connsiteY10" fmla="*/ 24446 h 34634"/>
                    <a:gd name="connsiteX11" fmla="*/ 35781 w 40953"/>
                    <a:gd name="connsiteY11" fmla="*/ 29844 h 34634"/>
                    <a:gd name="connsiteX12" fmla="*/ 29327 w 40953"/>
                    <a:gd name="connsiteY12" fmla="*/ 33375 h 34634"/>
                    <a:gd name="connsiteX13" fmla="*/ 20263 w 40953"/>
                    <a:gd name="connsiteY13" fmla="*/ 34634 h 34634"/>
                    <a:gd name="connsiteX14" fmla="*/ 12302 w 40953"/>
                    <a:gd name="connsiteY14" fmla="*/ 33555 h 34634"/>
                    <a:gd name="connsiteX15" fmla="*/ 5870 w 40953"/>
                    <a:gd name="connsiteY15" fmla="*/ 30226 h 34634"/>
                    <a:gd name="connsiteX16" fmla="*/ 1574 w 40953"/>
                    <a:gd name="connsiteY16" fmla="*/ 24604 h 34634"/>
                    <a:gd name="connsiteX17" fmla="*/ 0 w 40953"/>
                    <a:gd name="connsiteY17" fmla="*/ 16642 h 34634"/>
                    <a:gd name="connsiteX18" fmla="*/ 765 w 40953"/>
                    <a:gd name="connsiteY18" fmla="*/ 10885 h 34634"/>
                    <a:gd name="connsiteX19" fmla="*/ 3059 w 40953"/>
                    <a:gd name="connsiteY19" fmla="*/ 6072 h 34634"/>
                    <a:gd name="connsiteX20" fmla="*/ 6882 w 40953"/>
                    <a:gd name="connsiteY20" fmla="*/ 2474 h 34634"/>
                    <a:gd name="connsiteX21" fmla="*/ 12302 w 40953"/>
                    <a:gd name="connsiteY21" fmla="*/ 360 h 34634"/>
                    <a:gd name="connsiteX22" fmla="*/ 12302 w 40953"/>
                    <a:gd name="connsiteY22" fmla="*/ 4138 h 34634"/>
                    <a:gd name="connsiteX23" fmla="*/ 8411 w 40953"/>
                    <a:gd name="connsiteY23" fmla="*/ 5780 h 34634"/>
                    <a:gd name="connsiteX24" fmla="*/ 5533 w 40953"/>
                    <a:gd name="connsiteY24" fmla="*/ 8569 h 34634"/>
                    <a:gd name="connsiteX25" fmla="*/ 3756 w 40953"/>
                    <a:gd name="connsiteY25" fmla="*/ 12189 h 34634"/>
                    <a:gd name="connsiteX26" fmla="*/ 3126 w 40953"/>
                    <a:gd name="connsiteY26" fmla="*/ 16350 h 34634"/>
                    <a:gd name="connsiteX27" fmla="*/ 4475 w 40953"/>
                    <a:gd name="connsiteY27" fmla="*/ 22940 h 34634"/>
                    <a:gd name="connsiteX28" fmla="*/ 8276 w 40953"/>
                    <a:gd name="connsiteY28" fmla="*/ 27482 h 34634"/>
                    <a:gd name="connsiteX29" fmla="*/ 14169 w 40953"/>
                    <a:gd name="connsiteY29" fmla="*/ 30091 h 34634"/>
                    <a:gd name="connsiteX30" fmla="*/ 21703 w 40953"/>
                    <a:gd name="connsiteY30" fmla="*/ 30923 h 34634"/>
                    <a:gd name="connsiteX31" fmla="*/ 27865 w 40953"/>
                    <a:gd name="connsiteY31" fmla="*/ 29979 h 34634"/>
                    <a:gd name="connsiteX32" fmla="*/ 32992 w 40953"/>
                    <a:gd name="connsiteY32" fmla="*/ 27235 h 34634"/>
                    <a:gd name="connsiteX33" fmla="*/ 36501 w 40953"/>
                    <a:gd name="connsiteY33" fmla="*/ 22804 h 34634"/>
                    <a:gd name="connsiteX34" fmla="*/ 37805 w 40953"/>
                    <a:gd name="connsiteY34" fmla="*/ 16845 h 34634"/>
                    <a:gd name="connsiteX35" fmla="*/ 37445 w 40953"/>
                    <a:gd name="connsiteY35" fmla="*/ 13606 h 34634"/>
                    <a:gd name="connsiteX36" fmla="*/ 36276 w 40953"/>
                    <a:gd name="connsiteY36" fmla="*/ 10368 h 34634"/>
                    <a:gd name="connsiteX37" fmla="*/ 34162 w 40953"/>
                    <a:gd name="connsiteY37" fmla="*/ 7444 h 34634"/>
                    <a:gd name="connsiteX38" fmla="*/ 30968 w 40953"/>
                    <a:gd name="connsiteY38" fmla="*/ 5128 h 34634"/>
                    <a:gd name="connsiteX39" fmla="*/ 27145 w 40953"/>
                    <a:gd name="connsiteY39" fmla="*/ 3868 h 34634"/>
                    <a:gd name="connsiteX40" fmla="*/ 22940 w 40953"/>
                    <a:gd name="connsiteY40" fmla="*/ 3463 h 34634"/>
                    <a:gd name="connsiteX41" fmla="*/ 22940 w 40953"/>
                    <a:gd name="connsiteY41" fmla="*/ 16575 h 346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40953" h="34634">
                      <a:moveTo>
                        <a:pt x="22985" y="16620"/>
                      </a:moveTo>
                      <a:lnTo>
                        <a:pt x="19858" y="16620"/>
                      </a:lnTo>
                      <a:lnTo>
                        <a:pt x="19858" y="0"/>
                      </a:lnTo>
                      <a:lnTo>
                        <a:pt x="39942" y="0"/>
                      </a:lnTo>
                      <a:lnTo>
                        <a:pt x="39942" y="3126"/>
                      </a:lnTo>
                      <a:lnTo>
                        <a:pt x="33307" y="3126"/>
                      </a:lnTo>
                      <a:cubicBezTo>
                        <a:pt x="34454" y="3801"/>
                        <a:pt x="35511" y="4588"/>
                        <a:pt x="36456" y="5465"/>
                      </a:cubicBezTo>
                      <a:cubicBezTo>
                        <a:pt x="37400" y="6342"/>
                        <a:pt x="38210" y="7354"/>
                        <a:pt x="38885" y="8524"/>
                      </a:cubicBezTo>
                      <a:cubicBezTo>
                        <a:pt x="39559" y="9693"/>
                        <a:pt x="40054" y="10997"/>
                        <a:pt x="40414" y="12527"/>
                      </a:cubicBezTo>
                      <a:cubicBezTo>
                        <a:pt x="40774" y="14056"/>
                        <a:pt x="40954" y="15743"/>
                        <a:pt x="40954" y="17655"/>
                      </a:cubicBezTo>
                      <a:cubicBezTo>
                        <a:pt x="40954" y="20106"/>
                        <a:pt x="40526" y="22377"/>
                        <a:pt x="39649" y="24446"/>
                      </a:cubicBezTo>
                      <a:cubicBezTo>
                        <a:pt x="38795" y="26538"/>
                        <a:pt x="37490" y="28337"/>
                        <a:pt x="35781" y="29844"/>
                      </a:cubicBezTo>
                      <a:cubicBezTo>
                        <a:pt x="34072" y="31351"/>
                        <a:pt x="31913" y="32543"/>
                        <a:pt x="29327" y="33375"/>
                      </a:cubicBezTo>
                      <a:cubicBezTo>
                        <a:pt x="26740" y="34229"/>
                        <a:pt x="23704" y="34634"/>
                        <a:pt x="20263" y="34634"/>
                      </a:cubicBezTo>
                      <a:cubicBezTo>
                        <a:pt x="17429" y="34634"/>
                        <a:pt x="14776" y="34274"/>
                        <a:pt x="12302" y="33555"/>
                      </a:cubicBezTo>
                      <a:cubicBezTo>
                        <a:pt x="9828" y="32835"/>
                        <a:pt x="7692" y="31733"/>
                        <a:pt x="5870" y="30226"/>
                      </a:cubicBezTo>
                      <a:cubicBezTo>
                        <a:pt x="4048" y="28719"/>
                        <a:pt x="2631" y="26853"/>
                        <a:pt x="1574" y="24604"/>
                      </a:cubicBezTo>
                      <a:cubicBezTo>
                        <a:pt x="540" y="22355"/>
                        <a:pt x="0" y="19701"/>
                        <a:pt x="0" y="16642"/>
                      </a:cubicBezTo>
                      <a:cubicBezTo>
                        <a:pt x="0" y="14596"/>
                        <a:pt x="247" y="12684"/>
                        <a:pt x="765" y="10885"/>
                      </a:cubicBezTo>
                      <a:cubicBezTo>
                        <a:pt x="1282" y="9086"/>
                        <a:pt x="2024" y="7512"/>
                        <a:pt x="3059" y="6072"/>
                      </a:cubicBezTo>
                      <a:cubicBezTo>
                        <a:pt x="4093" y="4633"/>
                        <a:pt x="5353" y="3463"/>
                        <a:pt x="6882" y="2474"/>
                      </a:cubicBezTo>
                      <a:cubicBezTo>
                        <a:pt x="8411" y="1507"/>
                        <a:pt x="10210" y="810"/>
                        <a:pt x="12302" y="360"/>
                      </a:cubicBezTo>
                      <a:lnTo>
                        <a:pt x="12302" y="4138"/>
                      </a:lnTo>
                      <a:cubicBezTo>
                        <a:pt x="10863" y="4453"/>
                        <a:pt x="9558" y="5015"/>
                        <a:pt x="8411" y="5780"/>
                      </a:cubicBezTo>
                      <a:cubicBezTo>
                        <a:pt x="7264" y="6545"/>
                        <a:pt x="6297" y="7489"/>
                        <a:pt x="5533" y="8569"/>
                      </a:cubicBezTo>
                      <a:cubicBezTo>
                        <a:pt x="4768" y="9648"/>
                        <a:pt x="4161" y="10863"/>
                        <a:pt x="3756" y="12189"/>
                      </a:cubicBezTo>
                      <a:cubicBezTo>
                        <a:pt x="3351" y="13516"/>
                        <a:pt x="3126" y="14911"/>
                        <a:pt x="3126" y="16350"/>
                      </a:cubicBezTo>
                      <a:cubicBezTo>
                        <a:pt x="3126" y="18914"/>
                        <a:pt x="3576" y="21095"/>
                        <a:pt x="4475" y="22940"/>
                      </a:cubicBezTo>
                      <a:cubicBezTo>
                        <a:pt x="5375" y="24784"/>
                        <a:pt x="6635" y="26290"/>
                        <a:pt x="8276" y="27482"/>
                      </a:cubicBezTo>
                      <a:cubicBezTo>
                        <a:pt x="9918" y="28674"/>
                        <a:pt x="11875" y="29551"/>
                        <a:pt x="14169" y="30091"/>
                      </a:cubicBezTo>
                      <a:cubicBezTo>
                        <a:pt x="16463" y="30653"/>
                        <a:pt x="18959" y="30923"/>
                        <a:pt x="21703" y="30923"/>
                      </a:cubicBezTo>
                      <a:cubicBezTo>
                        <a:pt x="23861" y="30923"/>
                        <a:pt x="25908" y="30609"/>
                        <a:pt x="27865" y="29979"/>
                      </a:cubicBezTo>
                      <a:cubicBezTo>
                        <a:pt x="29799" y="29349"/>
                        <a:pt x="31508" y="28427"/>
                        <a:pt x="32992" y="27235"/>
                      </a:cubicBezTo>
                      <a:cubicBezTo>
                        <a:pt x="34477" y="26043"/>
                        <a:pt x="35646" y="24559"/>
                        <a:pt x="36501" y="22804"/>
                      </a:cubicBezTo>
                      <a:cubicBezTo>
                        <a:pt x="37355" y="21050"/>
                        <a:pt x="37805" y="19071"/>
                        <a:pt x="37805" y="16845"/>
                      </a:cubicBezTo>
                      <a:cubicBezTo>
                        <a:pt x="37805" y="15810"/>
                        <a:pt x="37693" y="14731"/>
                        <a:pt x="37445" y="13606"/>
                      </a:cubicBezTo>
                      <a:cubicBezTo>
                        <a:pt x="37220" y="12482"/>
                        <a:pt x="36815" y="11402"/>
                        <a:pt x="36276" y="10368"/>
                      </a:cubicBezTo>
                      <a:cubicBezTo>
                        <a:pt x="35736" y="9333"/>
                        <a:pt x="35039" y="8344"/>
                        <a:pt x="34162" y="7444"/>
                      </a:cubicBezTo>
                      <a:cubicBezTo>
                        <a:pt x="33307" y="6545"/>
                        <a:pt x="32228" y="5780"/>
                        <a:pt x="30968" y="5128"/>
                      </a:cubicBezTo>
                      <a:cubicBezTo>
                        <a:pt x="29754" y="4520"/>
                        <a:pt x="28472" y="4093"/>
                        <a:pt x="27145" y="3868"/>
                      </a:cubicBezTo>
                      <a:cubicBezTo>
                        <a:pt x="25818" y="3643"/>
                        <a:pt x="24401" y="3509"/>
                        <a:pt x="22940" y="3463"/>
                      </a:cubicBezTo>
                      <a:lnTo>
                        <a:pt x="22940" y="16575"/>
                      </a:lnTo>
                      <a:close/>
                    </a:path>
                  </a:pathLst>
                </a:custGeom>
                <a:solidFill>
                  <a:srgbClr val="231F20"/>
                </a:solidFill>
                <a:ln w="2249" cap="flat">
                  <a:noFill/>
                  <a:prstDash val="solid"/>
                  <a:miter/>
                </a:ln>
              </p:spPr>
              <p:txBody>
                <a:bodyPr rtlCol="0" anchor="ctr"/>
                <a:lstStyle/>
                <a:p>
                  <a:endParaRPr lang="en-US"/>
                </a:p>
              </p:txBody>
            </p:sp>
            <p:sp>
              <p:nvSpPr>
                <p:cNvPr id="35" name="Freeform 34">
                  <a:extLst>
                    <a:ext uri="{FF2B5EF4-FFF2-40B4-BE49-F238E27FC236}">
                      <a16:creationId xmlns:a16="http://schemas.microsoft.com/office/drawing/2014/main" id="{F6631640-F8F3-89F1-0783-C74873A2AC22}"/>
                    </a:ext>
                  </a:extLst>
                </p:cNvPr>
                <p:cNvSpPr/>
                <p:nvPr/>
              </p:nvSpPr>
              <p:spPr>
                <a:xfrm>
                  <a:off x="3789829" y="5414627"/>
                  <a:ext cx="29483" cy="26357"/>
                </a:xfrm>
                <a:custGeom>
                  <a:avLst/>
                  <a:gdLst>
                    <a:gd name="connsiteX0" fmla="*/ 12369 w 29483"/>
                    <a:gd name="connsiteY0" fmla="*/ 12032 h 26357"/>
                    <a:gd name="connsiteX1" fmla="*/ 12054 w 29483"/>
                    <a:gd name="connsiteY1" fmla="*/ 9850 h 26357"/>
                    <a:gd name="connsiteX2" fmla="*/ 11470 w 29483"/>
                    <a:gd name="connsiteY2" fmla="*/ 7781 h 26357"/>
                    <a:gd name="connsiteX3" fmla="*/ 10210 w 29483"/>
                    <a:gd name="connsiteY3" fmla="*/ 6792 h 26357"/>
                    <a:gd name="connsiteX4" fmla="*/ 8569 w 29483"/>
                    <a:gd name="connsiteY4" fmla="*/ 6612 h 26357"/>
                    <a:gd name="connsiteX5" fmla="*/ 4498 w 29483"/>
                    <a:gd name="connsiteY5" fmla="*/ 8208 h 26357"/>
                    <a:gd name="connsiteX6" fmla="*/ 2901 w 29483"/>
                    <a:gd name="connsiteY6" fmla="*/ 13584 h 26357"/>
                    <a:gd name="connsiteX7" fmla="*/ 3194 w 29483"/>
                    <a:gd name="connsiteY7" fmla="*/ 16665 h 26357"/>
                    <a:gd name="connsiteX8" fmla="*/ 4228 w 29483"/>
                    <a:gd name="connsiteY8" fmla="*/ 19116 h 26357"/>
                    <a:gd name="connsiteX9" fmla="*/ 6162 w 29483"/>
                    <a:gd name="connsiteY9" fmla="*/ 20848 h 26357"/>
                    <a:gd name="connsiteX10" fmla="*/ 9221 w 29483"/>
                    <a:gd name="connsiteY10" fmla="*/ 21747 h 26357"/>
                    <a:gd name="connsiteX11" fmla="*/ 9221 w 29483"/>
                    <a:gd name="connsiteY11" fmla="*/ 25031 h 26357"/>
                    <a:gd name="connsiteX12" fmla="*/ 4993 w 29483"/>
                    <a:gd name="connsiteY12" fmla="*/ 23906 h 26357"/>
                    <a:gd name="connsiteX13" fmla="*/ 2137 w 29483"/>
                    <a:gd name="connsiteY13" fmla="*/ 21388 h 26357"/>
                    <a:gd name="connsiteX14" fmla="*/ 517 w 29483"/>
                    <a:gd name="connsiteY14" fmla="*/ 17834 h 26357"/>
                    <a:gd name="connsiteX15" fmla="*/ 0 w 29483"/>
                    <a:gd name="connsiteY15" fmla="*/ 13538 h 26357"/>
                    <a:gd name="connsiteX16" fmla="*/ 450 w 29483"/>
                    <a:gd name="connsiteY16" fmla="*/ 9581 h 26357"/>
                    <a:gd name="connsiteX17" fmla="*/ 1912 w 29483"/>
                    <a:gd name="connsiteY17" fmla="*/ 6342 h 26357"/>
                    <a:gd name="connsiteX18" fmla="*/ 4588 w 29483"/>
                    <a:gd name="connsiteY18" fmla="*/ 4183 h 26357"/>
                    <a:gd name="connsiteX19" fmla="*/ 8681 w 29483"/>
                    <a:gd name="connsiteY19" fmla="*/ 3396 h 26357"/>
                    <a:gd name="connsiteX20" fmla="*/ 23906 w 29483"/>
                    <a:gd name="connsiteY20" fmla="*/ 3396 h 26357"/>
                    <a:gd name="connsiteX21" fmla="*/ 26313 w 29483"/>
                    <a:gd name="connsiteY21" fmla="*/ 2721 h 26357"/>
                    <a:gd name="connsiteX22" fmla="*/ 26066 w 29483"/>
                    <a:gd name="connsiteY22" fmla="*/ 0 h 26357"/>
                    <a:gd name="connsiteX23" fmla="*/ 28607 w 29483"/>
                    <a:gd name="connsiteY23" fmla="*/ 0 h 26357"/>
                    <a:gd name="connsiteX24" fmla="*/ 28922 w 29483"/>
                    <a:gd name="connsiteY24" fmla="*/ 1102 h 26357"/>
                    <a:gd name="connsiteX25" fmla="*/ 29147 w 29483"/>
                    <a:gd name="connsiteY25" fmla="*/ 2541 h 26357"/>
                    <a:gd name="connsiteX26" fmla="*/ 28989 w 29483"/>
                    <a:gd name="connsiteY26" fmla="*/ 4003 h 26357"/>
                    <a:gd name="connsiteX27" fmla="*/ 28472 w 29483"/>
                    <a:gd name="connsiteY27" fmla="*/ 5308 h 26357"/>
                    <a:gd name="connsiteX28" fmla="*/ 27505 w 29483"/>
                    <a:gd name="connsiteY28" fmla="*/ 6095 h 26357"/>
                    <a:gd name="connsiteX29" fmla="*/ 26268 w 29483"/>
                    <a:gd name="connsiteY29" fmla="*/ 6500 h 26357"/>
                    <a:gd name="connsiteX30" fmla="*/ 24829 w 29483"/>
                    <a:gd name="connsiteY30" fmla="*/ 6612 h 26357"/>
                    <a:gd name="connsiteX31" fmla="*/ 28292 w 29483"/>
                    <a:gd name="connsiteY31" fmla="*/ 11312 h 26357"/>
                    <a:gd name="connsiteX32" fmla="*/ 29484 w 29483"/>
                    <a:gd name="connsiteY32" fmla="*/ 17024 h 26357"/>
                    <a:gd name="connsiteX33" fmla="*/ 28989 w 29483"/>
                    <a:gd name="connsiteY33" fmla="*/ 20556 h 26357"/>
                    <a:gd name="connsiteX34" fmla="*/ 27482 w 29483"/>
                    <a:gd name="connsiteY34" fmla="*/ 23547 h 26357"/>
                    <a:gd name="connsiteX35" fmla="*/ 24963 w 29483"/>
                    <a:gd name="connsiteY35" fmla="*/ 25593 h 26357"/>
                    <a:gd name="connsiteX36" fmla="*/ 21433 w 29483"/>
                    <a:gd name="connsiteY36" fmla="*/ 26358 h 26357"/>
                    <a:gd name="connsiteX37" fmla="*/ 13022 w 29483"/>
                    <a:gd name="connsiteY37" fmla="*/ 16597 h 26357"/>
                    <a:gd name="connsiteX38" fmla="*/ 12437 w 29483"/>
                    <a:gd name="connsiteY38" fmla="*/ 12122 h 26357"/>
                    <a:gd name="connsiteX39" fmla="*/ 13989 w 29483"/>
                    <a:gd name="connsiteY39" fmla="*/ 6589 h 26357"/>
                    <a:gd name="connsiteX40" fmla="*/ 15113 w 29483"/>
                    <a:gd name="connsiteY40" fmla="*/ 10750 h 26357"/>
                    <a:gd name="connsiteX41" fmla="*/ 15540 w 29483"/>
                    <a:gd name="connsiteY41" fmla="*/ 14955 h 26357"/>
                    <a:gd name="connsiteX42" fmla="*/ 17205 w 29483"/>
                    <a:gd name="connsiteY42" fmla="*/ 20758 h 26357"/>
                    <a:gd name="connsiteX43" fmla="*/ 21478 w 29483"/>
                    <a:gd name="connsiteY43" fmla="*/ 22827 h 26357"/>
                    <a:gd name="connsiteX44" fmla="*/ 23727 w 29483"/>
                    <a:gd name="connsiteY44" fmla="*/ 22309 h 26357"/>
                    <a:gd name="connsiteX45" fmla="*/ 25301 w 29483"/>
                    <a:gd name="connsiteY45" fmla="*/ 20960 h 26357"/>
                    <a:gd name="connsiteX46" fmla="*/ 26223 w 29483"/>
                    <a:gd name="connsiteY46" fmla="*/ 19026 h 26357"/>
                    <a:gd name="connsiteX47" fmla="*/ 26515 w 29483"/>
                    <a:gd name="connsiteY47" fmla="*/ 16777 h 26357"/>
                    <a:gd name="connsiteX48" fmla="*/ 26021 w 29483"/>
                    <a:gd name="connsiteY48" fmla="*/ 12999 h 26357"/>
                    <a:gd name="connsiteX49" fmla="*/ 24536 w 29483"/>
                    <a:gd name="connsiteY49" fmla="*/ 9738 h 26357"/>
                    <a:gd name="connsiteX50" fmla="*/ 21995 w 29483"/>
                    <a:gd name="connsiteY50" fmla="*/ 7444 h 26357"/>
                    <a:gd name="connsiteX51" fmla="*/ 18352 w 29483"/>
                    <a:gd name="connsiteY51" fmla="*/ 6589 h 26357"/>
                    <a:gd name="connsiteX52" fmla="*/ 13989 w 29483"/>
                    <a:gd name="connsiteY52" fmla="*/ 6589 h 26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9483" h="26357">
                      <a:moveTo>
                        <a:pt x="12369" y="12032"/>
                      </a:moveTo>
                      <a:cubicBezTo>
                        <a:pt x="12302" y="11425"/>
                        <a:pt x="12189" y="10683"/>
                        <a:pt x="12054" y="9850"/>
                      </a:cubicBezTo>
                      <a:cubicBezTo>
                        <a:pt x="11920" y="8996"/>
                        <a:pt x="11717" y="8321"/>
                        <a:pt x="11470" y="7781"/>
                      </a:cubicBezTo>
                      <a:cubicBezTo>
                        <a:pt x="11222" y="7242"/>
                        <a:pt x="10795" y="6904"/>
                        <a:pt x="10210" y="6792"/>
                      </a:cubicBezTo>
                      <a:cubicBezTo>
                        <a:pt x="9626" y="6657"/>
                        <a:pt x="9063" y="6612"/>
                        <a:pt x="8569" y="6612"/>
                      </a:cubicBezTo>
                      <a:cubicBezTo>
                        <a:pt x="6904" y="6612"/>
                        <a:pt x="5555" y="7152"/>
                        <a:pt x="4498" y="8208"/>
                      </a:cubicBezTo>
                      <a:cubicBezTo>
                        <a:pt x="3441" y="9266"/>
                        <a:pt x="2901" y="11065"/>
                        <a:pt x="2901" y="13584"/>
                      </a:cubicBezTo>
                      <a:cubicBezTo>
                        <a:pt x="2901" y="14708"/>
                        <a:pt x="2991" y="15720"/>
                        <a:pt x="3194" y="16665"/>
                      </a:cubicBezTo>
                      <a:cubicBezTo>
                        <a:pt x="3396" y="17609"/>
                        <a:pt x="3733" y="18419"/>
                        <a:pt x="4228" y="19116"/>
                      </a:cubicBezTo>
                      <a:cubicBezTo>
                        <a:pt x="4723" y="19813"/>
                        <a:pt x="5353" y="20398"/>
                        <a:pt x="6162" y="20848"/>
                      </a:cubicBezTo>
                      <a:cubicBezTo>
                        <a:pt x="6972" y="21298"/>
                        <a:pt x="7984" y="21590"/>
                        <a:pt x="9221" y="21747"/>
                      </a:cubicBezTo>
                      <a:lnTo>
                        <a:pt x="9221" y="25031"/>
                      </a:lnTo>
                      <a:cubicBezTo>
                        <a:pt x="7556" y="24918"/>
                        <a:pt x="6162" y="24536"/>
                        <a:pt x="4993" y="23906"/>
                      </a:cubicBezTo>
                      <a:cubicBezTo>
                        <a:pt x="3823" y="23254"/>
                        <a:pt x="2879" y="22422"/>
                        <a:pt x="2137" y="21388"/>
                      </a:cubicBezTo>
                      <a:cubicBezTo>
                        <a:pt x="1394" y="20353"/>
                        <a:pt x="855" y="19183"/>
                        <a:pt x="517" y="17834"/>
                      </a:cubicBezTo>
                      <a:cubicBezTo>
                        <a:pt x="180" y="16485"/>
                        <a:pt x="0" y="15045"/>
                        <a:pt x="0" y="13538"/>
                      </a:cubicBezTo>
                      <a:cubicBezTo>
                        <a:pt x="0" y="12144"/>
                        <a:pt x="158" y="10817"/>
                        <a:pt x="450" y="9581"/>
                      </a:cubicBezTo>
                      <a:cubicBezTo>
                        <a:pt x="765" y="8344"/>
                        <a:pt x="1237" y="7264"/>
                        <a:pt x="1912" y="6342"/>
                      </a:cubicBezTo>
                      <a:cubicBezTo>
                        <a:pt x="2586" y="5420"/>
                        <a:pt x="3463" y="4700"/>
                        <a:pt x="4588" y="4183"/>
                      </a:cubicBezTo>
                      <a:cubicBezTo>
                        <a:pt x="5712" y="3666"/>
                        <a:pt x="7062" y="3396"/>
                        <a:pt x="8681" y="3396"/>
                      </a:cubicBezTo>
                      <a:lnTo>
                        <a:pt x="23906" y="3396"/>
                      </a:lnTo>
                      <a:cubicBezTo>
                        <a:pt x="25166" y="3396"/>
                        <a:pt x="25976" y="3171"/>
                        <a:pt x="26313" y="2721"/>
                      </a:cubicBezTo>
                      <a:cubicBezTo>
                        <a:pt x="26650" y="2271"/>
                        <a:pt x="26583" y="1372"/>
                        <a:pt x="26066" y="0"/>
                      </a:cubicBezTo>
                      <a:lnTo>
                        <a:pt x="28607" y="0"/>
                      </a:lnTo>
                      <a:cubicBezTo>
                        <a:pt x="28674" y="247"/>
                        <a:pt x="28787" y="629"/>
                        <a:pt x="28922" y="1102"/>
                      </a:cubicBezTo>
                      <a:cubicBezTo>
                        <a:pt x="29057" y="1597"/>
                        <a:pt x="29147" y="2069"/>
                        <a:pt x="29147" y="2541"/>
                      </a:cubicBezTo>
                      <a:cubicBezTo>
                        <a:pt x="29147" y="3036"/>
                        <a:pt x="29102" y="3531"/>
                        <a:pt x="28989" y="4003"/>
                      </a:cubicBezTo>
                      <a:cubicBezTo>
                        <a:pt x="28922" y="4543"/>
                        <a:pt x="28742" y="4970"/>
                        <a:pt x="28472" y="5308"/>
                      </a:cubicBezTo>
                      <a:cubicBezTo>
                        <a:pt x="28202" y="5622"/>
                        <a:pt x="27887" y="5892"/>
                        <a:pt x="27505" y="6095"/>
                      </a:cubicBezTo>
                      <a:cubicBezTo>
                        <a:pt x="27123" y="6297"/>
                        <a:pt x="26718" y="6432"/>
                        <a:pt x="26268" y="6500"/>
                      </a:cubicBezTo>
                      <a:cubicBezTo>
                        <a:pt x="25818" y="6567"/>
                        <a:pt x="25346" y="6612"/>
                        <a:pt x="24829" y="6612"/>
                      </a:cubicBezTo>
                      <a:cubicBezTo>
                        <a:pt x="26335" y="7984"/>
                        <a:pt x="27482" y="9536"/>
                        <a:pt x="28292" y="11312"/>
                      </a:cubicBezTo>
                      <a:cubicBezTo>
                        <a:pt x="29079" y="13066"/>
                        <a:pt x="29484" y="14978"/>
                        <a:pt x="29484" y="17024"/>
                      </a:cubicBezTo>
                      <a:cubicBezTo>
                        <a:pt x="29484" y="18239"/>
                        <a:pt x="29327" y="19431"/>
                        <a:pt x="28989" y="20556"/>
                      </a:cubicBezTo>
                      <a:cubicBezTo>
                        <a:pt x="28674" y="21680"/>
                        <a:pt x="28157" y="22692"/>
                        <a:pt x="27482" y="23547"/>
                      </a:cubicBezTo>
                      <a:cubicBezTo>
                        <a:pt x="26808" y="24401"/>
                        <a:pt x="25953" y="25098"/>
                        <a:pt x="24963" y="25593"/>
                      </a:cubicBezTo>
                      <a:cubicBezTo>
                        <a:pt x="23974" y="26088"/>
                        <a:pt x="22804" y="26358"/>
                        <a:pt x="21433" y="26358"/>
                      </a:cubicBezTo>
                      <a:cubicBezTo>
                        <a:pt x="16687" y="26358"/>
                        <a:pt x="13876" y="23097"/>
                        <a:pt x="13022" y="16597"/>
                      </a:cubicBezTo>
                      <a:lnTo>
                        <a:pt x="12437" y="12122"/>
                      </a:lnTo>
                      <a:close/>
                      <a:moveTo>
                        <a:pt x="13989" y="6589"/>
                      </a:moveTo>
                      <a:cubicBezTo>
                        <a:pt x="14573" y="7961"/>
                        <a:pt x="14933" y="9333"/>
                        <a:pt x="15113" y="10750"/>
                      </a:cubicBezTo>
                      <a:cubicBezTo>
                        <a:pt x="15293" y="12167"/>
                        <a:pt x="15428" y="13561"/>
                        <a:pt x="15540" y="14955"/>
                      </a:cubicBezTo>
                      <a:cubicBezTo>
                        <a:pt x="15720" y="17429"/>
                        <a:pt x="16282" y="19363"/>
                        <a:pt x="17205" y="20758"/>
                      </a:cubicBezTo>
                      <a:cubicBezTo>
                        <a:pt x="18149" y="22152"/>
                        <a:pt x="19566" y="22827"/>
                        <a:pt x="21478" y="22827"/>
                      </a:cubicBezTo>
                      <a:cubicBezTo>
                        <a:pt x="22332" y="22827"/>
                        <a:pt x="23097" y="22647"/>
                        <a:pt x="23727" y="22309"/>
                      </a:cubicBezTo>
                      <a:cubicBezTo>
                        <a:pt x="24356" y="21972"/>
                        <a:pt x="24874" y="21522"/>
                        <a:pt x="25301" y="20960"/>
                      </a:cubicBezTo>
                      <a:cubicBezTo>
                        <a:pt x="25706" y="20398"/>
                        <a:pt x="26021" y="19746"/>
                        <a:pt x="26223" y="19026"/>
                      </a:cubicBezTo>
                      <a:cubicBezTo>
                        <a:pt x="26425" y="18307"/>
                        <a:pt x="26515" y="17542"/>
                        <a:pt x="26515" y="16777"/>
                      </a:cubicBezTo>
                      <a:cubicBezTo>
                        <a:pt x="26515" y="15473"/>
                        <a:pt x="26358" y="14213"/>
                        <a:pt x="26021" y="12999"/>
                      </a:cubicBezTo>
                      <a:cubicBezTo>
                        <a:pt x="25706" y="11785"/>
                        <a:pt x="25211" y="10683"/>
                        <a:pt x="24536" y="9738"/>
                      </a:cubicBezTo>
                      <a:cubicBezTo>
                        <a:pt x="23861" y="8793"/>
                        <a:pt x="23029" y="8029"/>
                        <a:pt x="21995" y="7444"/>
                      </a:cubicBezTo>
                      <a:cubicBezTo>
                        <a:pt x="20960" y="6882"/>
                        <a:pt x="19746" y="6589"/>
                        <a:pt x="18352" y="6589"/>
                      </a:cubicBezTo>
                      <a:lnTo>
                        <a:pt x="13989" y="6589"/>
                      </a:lnTo>
                      <a:close/>
                    </a:path>
                  </a:pathLst>
                </a:custGeom>
                <a:solidFill>
                  <a:srgbClr val="231F20"/>
                </a:solidFill>
                <a:ln w="2249" cap="flat">
                  <a:noFill/>
                  <a:prstDash val="solid"/>
                  <a:miter/>
                </a:ln>
              </p:spPr>
              <p:txBody>
                <a:bodyPr rtlCol="0" anchor="ctr"/>
                <a:lstStyle/>
                <a:p>
                  <a:endParaRPr lang="en-US"/>
                </a:p>
              </p:txBody>
            </p:sp>
            <p:sp>
              <p:nvSpPr>
                <p:cNvPr id="36" name="Freeform 35">
                  <a:extLst>
                    <a:ext uri="{FF2B5EF4-FFF2-40B4-BE49-F238E27FC236}">
                      <a16:creationId xmlns:a16="http://schemas.microsoft.com/office/drawing/2014/main" id="{5B6176A8-3B7A-4303-CFC2-07FFA917F163}"/>
                    </a:ext>
                  </a:extLst>
                </p:cNvPr>
                <p:cNvSpPr/>
                <p:nvPr/>
              </p:nvSpPr>
              <p:spPr>
                <a:xfrm>
                  <a:off x="3790549" y="5388157"/>
                  <a:ext cx="27954" cy="23433"/>
                </a:xfrm>
                <a:custGeom>
                  <a:avLst/>
                  <a:gdLst>
                    <a:gd name="connsiteX0" fmla="*/ 27954 w 27954"/>
                    <a:gd name="connsiteY0" fmla="*/ 23434 h 23433"/>
                    <a:gd name="connsiteX1" fmla="*/ 25098 w 27954"/>
                    <a:gd name="connsiteY1" fmla="*/ 23434 h 23433"/>
                    <a:gd name="connsiteX2" fmla="*/ 2699 w 27954"/>
                    <a:gd name="connsiteY2" fmla="*/ 4858 h 23433"/>
                    <a:gd name="connsiteX3" fmla="*/ 2699 w 27954"/>
                    <a:gd name="connsiteY3" fmla="*/ 22175 h 23433"/>
                    <a:gd name="connsiteX4" fmla="*/ 0 w 27954"/>
                    <a:gd name="connsiteY4" fmla="*/ 22175 h 23433"/>
                    <a:gd name="connsiteX5" fmla="*/ 0 w 27954"/>
                    <a:gd name="connsiteY5" fmla="*/ 697 h 23433"/>
                    <a:gd name="connsiteX6" fmla="*/ 2856 w 27954"/>
                    <a:gd name="connsiteY6" fmla="*/ 697 h 23433"/>
                    <a:gd name="connsiteX7" fmla="*/ 25256 w 27954"/>
                    <a:gd name="connsiteY7" fmla="*/ 19273 h 23433"/>
                    <a:gd name="connsiteX8" fmla="*/ 25256 w 27954"/>
                    <a:gd name="connsiteY8" fmla="*/ 0 h 23433"/>
                    <a:gd name="connsiteX9" fmla="*/ 27954 w 27954"/>
                    <a:gd name="connsiteY9" fmla="*/ 0 h 23433"/>
                    <a:gd name="connsiteX10" fmla="*/ 27954 w 27954"/>
                    <a:gd name="connsiteY10" fmla="*/ 23434 h 234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954" h="23433">
                      <a:moveTo>
                        <a:pt x="27954" y="23434"/>
                      </a:moveTo>
                      <a:lnTo>
                        <a:pt x="25098" y="23434"/>
                      </a:lnTo>
                      <a:lnTo>
                        <a:pt x="2699" y="4858"/>
                      </a:lnTo>
                      <a:lnTo>
                        <a:pt x="2699" y="22175"/>
                      </a:lnTo>
                      <a:lnTo>
                        <a:pt x="0" y="22175"/>
                      </a:lnTo>
                      <a:lnTo>
                        <a:pt x="0" y="697"/>
                      </a:lnTo>
                      <a:lnTo>
                        <a:pt x="2856" y="697"/>
                      </a:lnTo>
                      <a:lnTo>
                        <a:pt x="25256" y="19273"/>
                      </a:lnTo>
                      <a:lnTo>
                        <a:pt x="25256" y="0"/>
                      </a:lnTo>
                      <a:lnTo>
                        <a:pt x="27954" y="0"/>
                      </a:lnTo>
                      <a:lnTo>
                        <a:pt x="27954" y="23434"/>
                      </a:lnTo>
                      <a:close/>
                    </a:path>
                  </a:pathLst>
                </a:custGeom>
                <a:solidFill>
                  <a:srgbClr val="231F20"/>
                </a:solidFill>
                <a:ln w="2249" cap="flat">
                  <a:noFill/>
                  <a:prstDash val="solid"/>
                  <a:miter/>
                </a:ln>
              </p:spPr>
              <p:txBody>
                <a:bodyPr rtlCol="0" anchor="ctr"/>
                <a:lstStyle/>
                <a:p>
                  <a:endParaRPr lang="en-US"/>
                </a:p>
              </p:txBody>
            </p:sp>
            <p:sp>
              <p:nvSpPr>
                <p:cNvPr id="37" name="Freeform 36">
                  <a:extLst>
                    <a:ext uri="{FF2B5EF4-FFF2-40B4-BE49-F238E27FC236}">
                      <a16:creationId xmlns:a16="http://schemas.microsoft.com/office/drawing/2014/main" id="{5BB47EB7-7546-94C7-2B62-9D5D8A9FA24F}"/>
                    </a:ext>
                  </a:extLst>
                </p:cNvPr>
                <p:cNvSpPr/>
                <p:nvPr/>
              </p:nvSpPr>
              <p:spPr>
                <a:xfrm>
                  <a:off x="3789806" y="5358852"/>
                  <a:ext cx="29483" cy="25167"/>
                </a:xfrm>
                <a:custGeom>
                  <a:avLst/>
                  <a:gdLst>
                    <a:gd name="connsiteX0" fmla="*/ 15473 w 29483"/>
                    <a:gd name="connsiteY0" fmla="*/ 21659 h 25167"/>
                    <a:gd name="connsiteX1" fmla="*/ 19768 w 29483"/>
                    <a:gd name="connsiteY1" fmla="*/ 21074 h 25167"/>
                    <a:gd name="connsiteX2" fmla="*/ 23277 w 29483"/>
                    <a:gd name="connsiteY2" fmla="*/ 19320 h 25167"/>
                    <a:gd name="connsiteX3" fmla="*/ 25661 w 29483"/>
                    <a:gd name="connsiteY3" fmla="*/ 16374 h 25167"/>
                    <a:gd name="connsiteX4" fmla="*/ 26560 w 29483"/>
                    <a:gd name="connsiteY4" fmla="*/ 12281 h 25167"/>
                    <a:gd name="connsiteX5" fmla="*/ 24896 w 29483"/>
                    <a:gd name="connsiteY5" fmla="*/ 6838 h 25167"/>
                    <a:gd name="connsiteX6" fmla="*/ 20151 w 29483"/>
                    <a:gd name="connsiteY6" fmla="*/ 3824 h 25167"/>
                    <a:gd name="connsiteX7" fmla="*/ 20151 w 29483"/>
                    <a:gd name="connsiteY7" fmla="*/ 204 h 25167"/>
                    <a:gd name="connsiteX8" fmla="*/ 23839 w 29483"/>
                    <a:gd name="connsiteY8" fmla="*/ 1778 h 25167"/>
                    <a:gd name="connsiteX9" fmla="*/ 26808 w 29483"/>
                    <a:gd name="connsiteY9" fmla="*/ 4207 h 25167"/>
                    <a:gd name="connsiteX10" fmla="*/ 28787 w 29483"/>
                    <a:gd name="connsiteY10" fmla="*/ 7670 h 25167"/>
                    <a:gd name="connsiteX11" fmla="*/ 29484 w 29483"/>
                    <a:gd name="connsiteY11" fmla="*/ 12303 h 25167"/>
                    <a:gd name="connsiteX12" fmla="*/ 28359 w 29483"/>
                    <a:gd name="connsiteY12" fmla="*/ 18083 h 25167"/>
                    <a:gd name="connsiteX13" fmla="*/ 25256 w 29483"/>
                    <a:gd name="connsiteY13" fmla="*/ 22086 h 25167"/>
                    <a:gd name="connsiteX14" fmla="*/ 20623 w 29483"/>
                    <a:gd name="connsiteY14" fmla="*/ 24402 h 25167"/>
                    <a:gd name="connsiteX15" fmla="*/ 14866 w 29483"/>
                    <a:gd name="connsiteY15" fmla="*/ 25167 h 25167"/>
                    <a:gd name="connsiteX16" fmla="*/ 9086 w 29483"/>
                    <a:gd name="connsiteY16" fmla="*/ 24268 h 25167"/>
                    <a:gd name="connsiteX17" fmla="*/ 4363 w 29483"/>
                    <a:gd name="connsiteY17" fmla="*/ 21726 h 25167"/>
                    <a:gd name="connsiteX18" fmla="*/ 1170 w 29483"/>
                    <a:gd name="connsiteY18" fmla="*/ 17701 h 25167"/>
                    <a:gd name="connsiteX19" fmla="*/ 0 w 29483"/>
                    <a:gd name="connsiteY19" fmla="*/ 12303 h 25167"/>
                    <a:gd name="connsiteX20" fmla="*/ 3958 w 29483"/>
                    <a:gd name="connsiteY20" fmla="*/ 3240 h 25167"/>
                    <a:gd name="connsiteX21" fmla="*/ 15473 w 29483"/>
                    <a:gd name="connsiteY21" fmla="*/ 1 h 25167"/>
                    <a:gd name="connsiteX22" fmla="*/ 15473 w 29483"/>
                    <a:gd name="connsiteY22" fmla="*/ 21704 h 25167"/>
                    <a:gd name="connsiteX23" fmla="*/ 12774 w 29483"/>
                    <a:gd name="connsiteY23" fmla="*/ 3420 h 25167"/>
                    <a:gd name="connsiteX24" fmla="*/ 8906 w 29483"/>
                    <a:gd name="connsiteY24" fmla="*/ 3982 h 25167"/>
                    <a:gd name="connsiteX25" fmla="*/ 5780 w 29483"/>
                    <a:gd name="connsiteY25" fmla="*/ 5646 h 25167"/>
                    <a:gd name="connsiteX26" fmla="*/ 3666 w 29483"/>
                    <a:gd name="connsiteY26" fmla="*/ 8435 h 25167"/>
                    <a:gd name="connsiteX27" fmla="*/ 2879 w 29483"/>
                    <a:gd name="connsiteY27" fmla="*/ 12258 h 25167"/>
                    <a:gd name="connsiteX28" fmla="*/ 3688 w 29483"/>
                    <a:gd name="connsiteY28" fmla="*/ 16059 h 25167"/>
                    <a:gd name="connsiteX29" fmla="*/ 5848 w 29483"/>
                    <a:gd name="connsiteY29" fmla="*/ 18870 h 25167"/>
                    <a:gd name="connsiteX30" fmla="*/ 8973 w 29483"/>
                    <a:gd name="connsiteY30" fmla="*/ 20737 h 25167"/>
                    <a:gd name="connsiteX31" fmla="*/ 12752 w 29483"/>
                    <a:gd name="connsiteY31" fmla="*/ 21659 h 25167"/>
                    <a:gd name="connsiteX32" fmla="*/ 12752 w 29483"/>
                    <a:gd name="connsiteY32"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3" h="25167">
                      <a:moveTo>
                        <a:pt x="15473" y="21659"/>
                      </a:moveTo>
                      <a:cubicBezTo>
                        <a:pt x="16980" y="21659"/>
                        <a:pt x="18419" y="21456"/>
                        <a:pt x="19768" y="21074"/>
                      </a:cubicBezTo>
                      <a:cubicBezTo>
                        <a:pt x="21118" y="20669"/>
                        <a:pt x="22287" y="20085"/>
                        <a:pt x="23277" y="19320"/>
                      </a:cubicBezTo>
                      <a:cubicBezTo>
                        <a:pt x="24266" y="18555"/>
                        <a:pt x="25053" y="17566"/>
                        <a:pt x="25661" y="16374"/>
                      </a:cubicBezTo>
                      <a:cubicBezTo>
                        <a:pt x="26245" y="15182"/>
                        <a:pt x="26560" y="13810"/>
                        <a:pt x="26560" y="12281"/>
                      </a:cubicBezTo>
                      <a:cubicBezTo>
                        <a:pt x="26560" y="10167"/>
                        <a:pt x="25998" y="8345"/>
                        <a:pt x="24896" y="6838"/>
                      </a:cubicBezTo>
                      <a:cubicBezTo>
                        <a:pt x="23772" y="5331"/>
                        <a:pt x="22197" y="4319"/>
                        <a:pt x="20151" y="3824"/>
                      </a:cubicBezTo>
                      <a:lnTo>
                        <a:pt x="20151" y="204"/>
                      </a:lnTo>
                      <a:cubicBezTo>
                        <a:pt x="21478" y="609"/>
                        <a:pt x="22715" y="1126"/>
                        <a:pt x="23839" y="1778"/>
                      </a:cubicBezTo>
                      <a:cubicBezTo>
                        <a:pt x="24964" y="2430"/>
                        <a:pt x="25953" y="3240"/>
                        <a:pt x="26808" y="4207"/>
                      </a:cubicBezTo>
                      <a:cubicBezTo>
                        <a:pt x="27662" y="5174"/>
                        <a:pt x="28315" y="6321"/>
                        <a:pt x="28787" y="7670"/>
                      </a:cubicBezTo>
                      <a:cubicBezTo>
                        <a:pt x="29259" y="8997"/>
                        <a:pt x="29484" y="10549"/>
                        <a:pt x="29484" y="12303"/>
                      </a:cubicBezTo>
                      <a:cubicBezTo>
                        <a:pt x="29484" y="14530"/>
                        <a:pt x="29102" y="16464"/>
                        <a:pt x="28359" y="18083"/>
                      </a:cubicBezTo>
                      <a:cubicBezTo>
                        <a:pt x="27595" y="19702"/>
                        <a:pt x="26560" y="21029"/>
                        <a:pt x="25256" y="22086"/>
                      </a:cubicBezTo>
                      <a:cubicBezTo>
                        <a:pt x="23951" y="23121"/>
                        <a:pt x="22400" y="23908"/>
                        <a:pt x="20623" y="24402"/>
                      </a:cubicBezTo>
                      <a:cubicBezTo>
                        <a:pt x="18846" y="24897"/>
                        <a:pt x="16935" y="25167"/>
                        <a:pt x="14866" y="25167"/>
                      </a:cubicBezTo>
                      <a:cubicBezTo>
                        <a:pt x="12797" y="25167"/>
                        <a:pt x="10885" y="24875"/>
                        <a:pt x="9086" y="24268"/>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close/>
                      <a:moveTo>
                        <a:pt x="12774" y="3420"/>
                      </a:moveTo>
                      <a:cubicBezTo>
                        <a:pt x="11402" y="3420"/>
                        <a:pt x="10120" y="3600"/>
                        <a:pt x="8906" y="3982"/>
                      </a:cubicBezTo>
                      <a:cubicBezTo>
                        <a:pt x="7692" y="4364"/>
                        <a:pt x="6657" y="4927"/>
                        <a:pt x="5780" y="5646"/>
                      </a:cubicBezTo>
                      <a:cubicBezTo>
                        <a:pt x="4903" y="6388"/>
                        <a:pt x="4206" y="7310"/>
                        <a:pt x="3666" y="8435"/>
                      </a:cubicBezTo>
                      <a:cubicBezTo>
                        <a:pt x="3126" y="9559"/>
                        <a:pt x="2879" y="10819"/>
                        <a:pt x="2879" y="12258"/>
                      </a:cubicBezTo>
                      <a:cubicBezTo>
                        <a:pt x="2879" y="13697"/>
                        <a:pt x="3149" y="14957"/>
                        <a:pt x="3688" y="16059"/>
                      </a:cubicBezTo>
                      <a:cubicBezTo>
                        <a:pt x="4228" y="17161"/>
                        <a:pt x="4948" y="18083"/>
                        <a:pt x="5848" y="18870"/>
                      </a:cubicBezTo>
                      <a:cubicBezTo>
                        <a:pt x="6747" y="19635"/>
                        <a:pt x="7782" y="20264"/>
                        <a:pt x="8973" y="20737"/>
                      </a:cubicBezTo>
                      <a:cubicBezTo>
                        <a:pt x="10165" y="21209"/>
                        <a:pt x="11425" y="21502"/>
                        <a:pt x="12752" y="21659"/>
                      </a:cubicBezTo>
                      <a:lnTo>
                        <a:pt x="12752" y="3420"/>
                      </a:lnTo>
                      <a:close/>
                    </a:path>
                  </a:pathLst>
                </a:custGeom>
                <a:solidFill>
                  <a:srgbClr val="231F20"/>
                </a:solidFill>
                <a:ln w="2249" cap="flat">
                  <a:noFill/>
                  <a:prstDash val="solid"/>
                  <a:miter/>
                </a:ln>
              </p:spPr>
              <p:txBody>
                <a:bodyPr rtlCol="0" anchor="ctr"/>
                <a:lstStyle/>
                <a:p>
                  <a:endParaRPr lang="en-US"/>
                </a:p>
              </p:txBody>
            </p:sp>
            <p:sp>
              <p:nvSpPr>
                <p:cNvPr id="38" name="Freeform 37">
                  <a:extLst>
                    <a:ext uri="{FF2B5EF4-FFF2-40B4-BE49-F238E27FC236}">
                      <a16:creationId xmlns:a16="http://schemas.microsoft.com/office/drawing/2014/main" id="{F2FAF337-C3B9-9BB8-F944-6E7A58BDAF4F}"/>
                    </a:ext>
                  </a:extLst>
                </p:cNvPr>
                <p:cNvSpPr/>
                <p:nvPr/>
              </p:nvSpPr>
              <p:spPr>
                <a:xfrm>
                  <a:off x="3778607" y="5310793"/>
                  <a:ext cx="40908" cy="28314"/>
                </a:xfrm>
                <a:custGeom>
                  <a:avLst/>
                  <a:gdLst>
                    <a:gd name="connsiteX0" fmla="*/ 28292 w 40908"/>
                    <a:gd name="connsiteY0" fmla="*/ 24694 h 28314"/>
                    <a:gd name="connsiteX1" fmla="*/ 32700 w 40908"/>
                    <a:gd name="connsiteY1" fmla="*/ 23524 h 28314"/>
                    <a:gd name="connsiteX2" fmla="*/ 35646 w 40908"/>
                    <a:gd name="connsiteY2" fmla="*/ 21095 h 28314"/>
                    <a:gd name="connsiteX3" fmla="*/ 37288 w 40908"/>
                    <a:gd name="connsiteY3" fmla="*/ 17677 h 28314"/>
                    <a:gd name="connsiteX4" fmla="*/ 37805 w 40908"/>
                    <a:gd name="connsiteY4" fmla="*/ 13516 h 28314"/>
                    <a:gd name="connsiteX5" fmla="*/ 37153 w 40908"/>
                    <a:gd name="connsiteY5" fmla="*/ 9041 h 28314"/>
                    <a:gd name="connsiteX6" fmla="*/ 35399 w 40908"/>
                    <a:gd name="connsiteY6" fmla="*/ 5960 h 28314"/>
                    <a:gd name="connsiteX7" fmla="*/ 32835 w 40908"/>
                    <a:gd name="connsiteY7" fmla="*/ 4206 h 28314"/>
                    <a:gd name="connsiteX8" fmla="*/ 29754 w 40908"/>
                    <a:gd name="connsiteY8" fmla="*/ 3643 h 28314"/>
                    <a:gd name="connsiteX9" fmla="*/ 26088 w 40908"/>
                    <a:gd name="connsiteY9" fmla="*/ 4678 h 28314"/>
                    <a:gd name="connsiteX10" fmla="*/ 23794 w 40908"/>
                    <a:gd name="connsiteY10" fmla="*/ 7354 h 28314"/>
                    <a:gd name="connsiteX11" fmla="*/ 22355 w 40908"/>
                    <a:gd name="connsiteY11" fmla="*/ 11132 h 28314"/>
                    <a:gd name="connsiteX12" fmla="*/ 21298 w 40908"/>
                    <a:gd name="connsiteY12" fmla="*/ 15495 h 28314"/>
                    <a:gd name="connsiteX13" fmla="*/ 20083 w 40908"/>
                    <a:gd name="connsiteY13" fmla="*/ 19858 h 28314"/>
                    <a:gd name="connsiteX14" fmla="*/ 18194 w 40908"/>
                    <a:gd name="connsiteY14" fmla="*/ 23637 h 28314"/>
                    <a:gd name="connsiteX15" fmla="*/ 15135 w 40908"/>
                    <a:gd name="connsiteY15" fmla="*/ 26313 h 28314"/>
                    <a:gd name="connsiteX16" fmla="*/ 10413 w 40908"/>
                    <a:gd name="connsiteY16" fmla="*/ 27347 h 28314"/>
                    <a:gd name="connsiteX17" fmla="*/ 6522 w 40908"/>
                    <a:gd name="connsiteY17" fmla="*/ 26515 h 28314"/>
                    <a:gd name="connsiteX18" fmla="*/ 3171 w 40908"/>
                    <a:gd name="connsiteY18" fmla="*/ 24041 h 28314"/>
                    <a:gd name="connsiteX19" fmla="*/ 855 w 40908"/>
                    <a:gd name="connsiteY19" fmla="*/ 19903 h 28314"/>
                    <a:gd name="connsiteX20" fmla="*/ 0 w 40908"/>
                    <a:gd name="connsiteY20" fmla="*/ 14191 h 28314"/>
                    <a:gd name="connsiteX21" fmla="*/ 922 w 40908"/>
                    <a:gd name="connsiteY21" fmla="*/ 8434 h 28314"/>
                    <a:gd name="connsiteX22" fmla="*/ 3441 w 40908"/>
                    <a:gd name="connsiteY22" fmla="*/ 4363 h 28314"/>
                    <a:gd name="connsiteX23" fmla="*/ 7129 w 40908"/>
                    <a:gd name="connsiteY23" fmla="*/ 1934 h 28314"/>
                    <a:gd name="connsiteX24" fmla="*/ 11605 w 40908"/>
                    <a:gd name="connsiteY24" fmla="*/ 1124 h 28314"/>
                    <a:gd name="connsiteX25" fmla="*/ 11605 w 40908"/>
                    <a:gd name="connsiteY25" fmla="*/ 4633 h 28314"/>
                    <a:gd name="connsiteX26" fmla="*/ 7782 w 40908"/>
                    <a:gd name="connsiteY26" fmla="*/ 5420 h 28314"/>
                    <a:gd name="connsiteX27" fmla="*/ 5128 w 40908"/>
                    <a:gd name="connsiteY27" fmla="*/ 7556 h 28314"/>
                    <a:gd name="connsiteX28" fmla="*/ 3621 w 40908"/>
                    <a:gd name="connsiteY28" fmla="*/ 10638 h 28314"/>
                    <a:gd name="connsiteX29" fmla="*/ 3126 w 40908"/>
                    <a:gd name="connsiteY29" fmla="*/ 14191 h 28314"/>
                    <a:gd name="connsiteX30" fmla="*/ 3913 w 40908"/>
                    <a:gd name="connsiteY30" fmla="*/ 18914 h 28314"/>
                    <a:gd name="connsiteX31" fmla="*/ 5937 w 40908"/>
                    <a:gd name="connsiteY31" fmla="*/ 21972 h 28314"/>
                    <a:gd name="connsiteX32" fmla="*/ 8681 w 40908"/>
                    <a:gd name="connsiteY32" fmla="*/ 23547 h 28314"/>
                    <a:gd name="connsiteX33" fmla="*/ 11695 w 40908"/>
                    <a:gd name="connsiteY33" fmla="*/ 23704 h 28314"/>
                    <a:gd name="connsiteX34" fmla="*/ 14708 w 40908"/>
                    <a:gd name="connsiteY34" fmla="*/ 22197 h 28314"/>
                    <a:gd name="connsiteX35" fmla="*/ 16575 w 40908"/>
                    <a:gd name="connsiteY35" fmla="*/ 19273 h 28314"/>
                    <a:gd name="connsiteX36" fmla="*/ 17767 w 40908"/>
                    <a:gd name="connsiteY36" fmla="*/ 15473 h 28314"/>
                    <a:gd name="connsiteX37" fmla="*/ 18734 w 40908"/>
                    <a:gd name="connsiteY37" fmla="*/ 11245 h 28314"/>
                    <a:gd name="connsiteX38" fmla="*/ 19948 w 40908"/>
                    <a:gd name="connsiteY38" fmla="*/ 7062 h 28314"/>
                    <a:gd name="connsiteX39" fmla="*/ 21838 w 40908"/>
                    <a:gd name="connsiteY39" fmla="*/ 3463 h 28314"/>
                    <a:gd name="connsiteX40" fmla="*/ 24896 w 40908"/>
                    <a:gd name="connsiteY40" fmla="*/ 945 h 28314"/>
                    <a:gd name="connsiteX41" fmla="*/ 29574 w 40908"/>
                    <a:gd name="connsiteY41" fmla="*/ 0 h 28314"/>
                    <a:gd name="connsiteX42" fmla="*/ 37940 w 40908"/>
                    <a:gd name="connsiteY42" fmla="*/ 3733 h 28314"/>
                    <a:gd name="connsiteX43" fmla="*/ 40909 w 40908"/>
                    <a:gd name="connsiteY43" fmla="*/ 14213 h 28314"/>
                    <a:gd name="connsiteX44" fmla="*/ 40121 w 40908"/>
                    <a:gd name="connsiteY44" fmla="*/ 19836 h 28314"/>
                    <a:gd name="connsiteX45" fmla="*/ 37738 w 40908"/>
                    <a:gd name="connsiteY45" fmla="*/ 24311 h 28314"/>
                    <a:gd name="connsiteX46" fmla="*/ 33802 w 40908"/>
                    <a:gd name="connsiteY46" fmla="*/ 27257 h 28314"/>
                    <a:gd name="connsiteX47" fmla="*/ 28270 w 40908"/>
                    <a:gd name="connsiteY47" fmla="*/ 28314 h 28314"/>
                    <a:gd name="connsiteX48" fmla="*/ 28270 w 40908"/>
                    <a:gd name="connsiteY48" fmla="*/ 24761 h 283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40908" h="28314">
                      <a:moveTo>
                        <a:pt x="28292" y="24694"/>
                      </a:moveTo>
                      <a:cubicBezTo>
                        <a:pt x="30024" y="24559"/>
                        <a:pt x="31485" y="24154"/>
                        <a:pt x="32700" y="23524"/>
                      </a:cubicBezTo>
                      <a:cubicBezTo>
                        <a:pt x="33914" y="22895"/>
                        <a:pt x="34881" y="22085"/>
                        <a:pt x="35646" y="21095"/>
                      </a:cubicBezTo>
                      <a:cubicBezTo>
                        <a:pt x="36411" y="20106"/>
                        <a:pt x="36951" y="18959"/>
                        <a:pt x="37288" y="17677"/>
                      </a:cubicBezTo>
                      <a:cubicBezTo>
                        <a:pt x="37625" y="16372"/>
                        <a:pt x="37805" y="15001"/>
                        <a:pt x="37805" y="13516"/>
                      </a:cubicBezTo>
                      <a:cubicBezTo>
                        <a:pt x="37805" y="11785"/>
                        <a:pt x="37580" y="10300"/>
                        <a:pt x="37153" y="9041"/>
                      </a:cubicBezTo>
                      <a:cubicBezTo>
                        <a:pt x="36726" y="7781"/>
                        <a:pt x="36141" y="6747"/>
                        <a:pt x="35399" y="5960"/>
                      </a:cubicBezTo>
                      <a:cubicBezTo>
                        <a:pt x="34657" y="5173"/>
                        <a:pt x="33802" y="4588"/>
                        <a:pt x="32835" y="4206"/>
                      </a:cubicBezTo>
                      <a:cubicBezTo>
                        <a:pt x="31868" y="3823"/>
                        <a:pt x="30833" y="3643"/>
                        <a:pt x="29754" y="3643"/>
                      </a:cubicBezTo>
                      <a:cubicBezTo>
                        <a:pt x="28247" y="3643"/>
                        <a:pt x="27010" y="3981"/>
                        <a:pt x="26088" y="4678"/>
                      </a:cubicBezTo>
                      <a:cubicBezTo>
                        <a:pt x="25143" y="5353"/>
                        <a:pt x="24379" y="6252"/>
                        <a:pt x="23794" y="7354"/>
                      </a:cubicBezTo>
                      <a:cubicBezTo>
                        <a:pt x="23209" y="8456"/>
                        <a:pt x="22714" y="9715"/>
                        <a:pt x="22355" y="11132"/>
                      </a:cubicBezTo>
                      <a:cubicBezTo>
                        <a:pt x="21995" y="12549"/>
                        <a:pt x="21635" y="14011"/>
                        <a:pt x="21298" y="15495"/>
                      </a:cubicBezTo>
                      <a:cubicBezTo>
                        <a:pt x="20960" y="16980"/>
                        <a:pt x="20556" y="18441"/>
                        <a:pt x="20083" y="19858"/>
                      </a:cubicBezTo>
                      <a:cubicBezTo>
                        <a:pt x="19611" y="21275"/>
                        <a:pt x="18981" y="22535"/>
                        <a:pt x="18194" y="23637"/>
                      </a:cubicBezTo>
                      <a:cubicBezTo>
                        <a:pt x="17407" y="24739"/>
                        <a:pt x="16395" y="25616"/>
                        <a:pt x="15135" y="26313"/>
                      </a:cubicBezTo>
                      <a:cubicBezTo>
                        <a:pt x="13899" y="26987"/>
                        <a:pt x="12324" y="27347"/>
                        <a:pt x="10413" y="27347"/>
                      </a:cubicBezTo>
                      <a:cubicBezTo>
                        <a:pt x="9086" y="27347"/>
                        <a:pt x="7782" y="27078"/>
                        <a:pt x="6522" y="26515"/>
                      </a:cubicBezTo>
                      <a:cubicBezTo>
                        <a:pt x="5262" y="25953"/>
                        <a:pt x="4138" y="25121"/>
                        <a:pt x="3171" y="24041"/>
                      </a:cubicBezTo>
                      <a:cubicBezTo>
                        <a:pt x="2204" y="22939"/>
                        <a:pt x="1417" y="21567"/>
                        <a:pt x="855" y="19903"/>
                      </a:cubicBezTo>
                      <a:cubicBezTo>
                        <a:pt x="270" y="18239"/>
                        <a:pt x="0" y="16350"/>
                        <a:pt x="0" y="14191"/>
                      </a:cubicBezTo>
                      <a:cubicBezTo>
                        <a:pt x="0" y="12032"/>
                        <a:pt x="315" y="10075"/>
                        <a:pt x="922" y="8434"/>
                      </a:cubicBezTo>
                      <a:cubicBezTo>
                        <a:pt x="1529" y="6792"/>
                        <a:pt x="2362" y="5443"/>
                        <a:pt x="3441" y="4363"/>
                      </a:cubicBezTo>
                      <a:cubicBezTo>
                        <a:pt x="4498" y="3283"/>
                        <a:pt x="5735" y="2474"/>
                        <a:pt x="7129" y="1934"/>
                      </a:cubicBezTo>
                      <a:cubicBezTo>
                        <a:pt x="8524" y="1394"/>
                        <a:pt x="10031" y="1124"/>
                        <a:pt x="11605" y="1124"/>
                      </a:cubicBezTo>
                      <a:lnTo>
                        <a:pt x="11605" y="4633"/>
                      </a:lnTo>
                      <a:cubicBezTo>
                        <a:pt x="10120" y="4633"/>
                        <a:pt x="8861" y="4903"/>
                        <a:pt x="7782" y="5420"/>
                      </a:cubicBezTo>
                      <a:cubicBezTo>
                        <a:pt x="6702" y="5937"/>
                        <a:pt x="5825" y="6657"/>
                        <a:pt x="5128" y="7556"/>
                      </a:cubicBezTo>
                      <a:cubicBezTo>
                        <a:pt x="4453" y="8456"/>
                        <a:pt x="3936" y="9491"/>
                        <a:pt x="3621" y="10638"/>
                      </a:cubicBezTo>
                      <a:cubicBezTo>
                        <a:pt x="3306" y="11785"/>
                        <a:pt x="3126" y="12977"/>
                        <a:pt x="3126" y="14191"/>
                      </a:cubicBezTo>
                      <a:cubicBezTo>
                        <a:pt x="3126" y="16058"/>
                        <a:pt x="3396" y="17632"/>
                        <a:pt x="3913" y="18914"/>
                      </a:cubicBezTo>
                      <a:cubicBezTo>
                        <a:pt x="4430" y="20196"/>
                        <a:pt x="5105" y="21208"/>
                        <a:pt x="5937" y="21972"/>
                      </a:cubicBezTo>
                      <a:cubicBezTo>
                        <a:pt x="6769" y="22737"/>
                        <a:pt x="7692" y="23254"/>
                        <a:pt x="8681" y="23547"/>
                      </a:cubicBezTo>
                      <a:cubicBezTo>
                        <a:pt x="9693" y="23839"/>
                        <a:pt x="10705" y="23884"/>
                        <a:pt x="11695" y="23704"/>
                      </a:cubicBezTo>
                      <a:cubicBezTo>
                        <a:pt x="12954" y="23479"/>
                        <a:pt x="13966" y="22984"/>
                        <a:pt x="14708" y="22197"/>
                      </a:cubicBezTo>
                      <a:cubicBezTo>
                        <a:pt x="15473" y="21410"/>
                        <a:pt x="16080" y="20443"/>
                        <a:pt x="16575" y="19273"/>
                      </a:cubicBezTo>
                      <a:cubicBezTo>
                        <a:pt x="17070" y="18127"/>
                        <a:pt x="17452" y="16845"/>
                        <a:pt x="17767" y="15473"/>
                      </a:cubicBezTo>
                      <a:cubicBezTo>
                        <a:pt x="18082" y="14078"/>
                        <a:pt x="18397" y="12684"/>
                        <a:pt x="18734" y="11245"/>
                      </a:cubicBezTo>
                      <a:cubicBezTo>
                        <a:pt x="19071" y="9805"/>
                        <a:pt x="19476" y="8411"/>
                        <a:pt x="19948" y="7062"/>
                      </a:cubicBezTo>
                      <a:cubicBezTo>
                        <a:pt x="20421" y="5712"/>
                        <a:pt x="21050" y="4520"/>
                        <a:pt x="21838" y="3463"/>
                      </a:cubicBezTo>
                      <a:cubicBezTo>
                        <a:pt x="22625" y="2429"/>
                        <a:pt x="23637" y="1574"/>
                        <a:pt x="24896" y="945"/>
                      </a:cubicBezTo>
                      <a:cubicBezTo>
                        <a:pt x="26133" y="315"/>
                        <a:pt x="27685" y="0"/>
                        <a:pt x="29574" y="0"/>
                      </a:cubicBezTo>
                      <a:cubicBezTo>
                        <a:pt x="33172" y="0"/>
                        <a:pt x="35961" y="1237"/>
                        <a:pt x="37940" y="3733"/>
                      </a:cubicBezTo>
                      <a:cubicBezTo>
                        <a:pt x="39919" y="6207"/>
                        <a:pt x="40909" y="9715"/>
                        <a:pt x="40909" y="14213"/>
                      </a:cubicBezTo>
                      <a:cubicBezTo>
                        <a:pt x="40909" y="16237"/>
                        <a:pt x="40639" y="18104"/>
                        <a:pt x="40121" y="19836"/>
                      </a:cubicBezTo>
                      <a:cubicBezTo>
                        <a:pt x="39604" y="21567"/>
                        <a:pt x="38817" y="23052"/>
                        <a:pt x="37738" y="24311"/>
                      </a:cubicBezTo>
                      <a:cubicBezTo>
                        <a:pt x="36681" y="25571"/>
                        <a:pt x="35354" y="26560"/>
                        <a:pt x="33802" y="27257"/>
                      </a:cubicBezTo>
                      <a:cubicBezTo>
                        <a:pt x="32228" y="27955"/>
                        <a:pt x="30383" y="28314"/>
                        <a:pt x="28270" y="28314"/>
                      </a:cubicBezTo>
                      <a:lnTo>
                        <a:pt x="28270" y="24761"/>
                      </a:lnTo>
                      <a:close/>
                    </a:path>
                  </a:pathLst>
                </a:custGeom>
                <a:solidFill>
                  <a:srgbClr val="231F20"/>
                </a:solidFill>
                <a:ln w="2249" cap="flat">
                  <a:noFill/>
                  <a:prstDash val="solid"/>
                  <a:miter/>
                </a:ln>
              </p:spPr>
              <p:txBody>
                <a:bodyPr rtlCol="0" anchor="ctr"/>
                <a:lstStyle/>
                <a:p>
                  <a:endParaRPr lang="en-US"/>
                </a:p>
              </p:txBody>
            </p:sp>
            <p:sp>
              <p:nvSpPr>
                <p:cNvPr id="39" name="Freeform 38">
                  <a:extLst>
                    <a:ext uri="{FF2B5EF4-FFF2-40B4-BE49-F238E27FC236}">
                      <a16:creationId xmlns:a16="http://schemas.microsoft.com/office/drawing/2014/main" id="{3C1EEFC8-7B20-2E21-CBFB-2BED617F6B5B}"/>
                    </a:ext>
                  </a:extLst>
                </p:cNvPr>
                <p:cNvSpPr/>
                <p:nvPr/>
              </p:nvSpPr>
              <p:spPr>
                <a:xfrm>
                  <a:off x="3779641" y="5300628"/>
                  <a:ext cx="38861" cy="3553"/>
                </a:xfrm>
                <a:custGeom>
                  <a:avLst/>
                  <a:gdLst>
                    <a:gd name="connsiteX0" fmla="*/ 4813 w 38861"/>
                    <a:gd name="connsiteY0" fmla="*/ 3554 h 3553"/>
                    <a:gd name="connsiteX1" fmla="*/ 0 w 38861"/>
                    <a:gd name="connsiteY1" fmla="*/ 3554 h 3553"/>
                    <a:gd name="connsiteX2" fmla="*/ 0 w 38861"/>
                    <a:gd name="connsiteY2" fmla="*/ 0 h 3553"/>
                    <a:gd name="connsiteX3" fmla="*/ 4813 w 38861"/>
                    <a:gd name="connsiteY3" fmla="*/ 0 h 3553"/>
                    <a:gd name="connsiteX4" fmla="*/ 4813 w 38861"/>
                    <a:gd name="connsiteY4" fmla="*/ 3554 h 3553"/>
                    <a:gd name="connsiteX5" fmla="*/ 38862 w 38861"/>
                    <a:gd name="connsiteY5" fmla="*/ 3396 h 3553"/>
                    <a:gd name="connsiteX6" fmla="*/ 10907 w 38861"/>
                    <a:gd name="connsiteY6" fmla="*/ 3396 h 3553"/>
                    <a:gd name="connsiteX7" fmla="*/ 10907 w 38861"/>
                    <a:gd name="connsiteY7" fmla="*/ 158 h 3553"/>
                    <a:gd name="connsiteX8" fmla="*/ 38862 w 38861"/>
                    <a:gd name="connsiteY8" fmla="*/ 158 h 3553"/>
                    <a:gd name="connsiteX9" fmla="*/ 38862 w 38861"/>
                    <a:gd name="connsiteY9" fmla="*/ 3396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61" h="3553">
                      <a:moveTo>
                        <a:pt x="4813" y="3554"/>
                      </a:moveTo>
                      <a:lnTo>
                        <a:pt x="0" y="3554"/>
                      </a:lnTo>
                      <a:lnTo>
                        <a:pt x="0" y="0"/>
                      </a:lnTo>
                      <a:lnTo>
                        <a:pt x="4813" y="0"/>
                      </a:lnTo>
                      <a:lnTo>
                        <a:pt x="4813" y="3554"/>
                      </a:lnTo>
                      <a:close/>
                      <a:moveTo>
                        <a:pt x="38862" y="3396"/>
                      </a:moveTo>
                      <a:lnTo>
                        <a:pt x="10907" y="3396"/>
                      </a:lnTo>
                      <a:lnTo>
                        <a:pt x="10907" y="158"/>
                      </a:lnTo>
                      <a:lnTo>
                        <a:pt x="38862" y="158"/>
                      </a:lnTo>
                      <a:lnTo>
                        <a:pt x="38862" y="3396"/>
                      </a:lnTo>
                      <a:close/>
                    </a:path>
                  </a:pathLst>
                </a:custGeom>
                <a:solidFill>
                  <a:srgbClr val="231F20"/>
                </a:solidFill>
                <a:ln w="2249" cap="flat">
                  <a:noFill/>
                  <a:prstDash val="solid"/>
                  <a:miter/>
                </a:ln>
              </p:spPr>
              <p:txBody>
                <a:bodyPr rtlCol="0" anchor="ctr"/>
                <a:lstStyle/>
                <a:p>
                  <a:endParaRPr lang="en-US"/>
                </a:p>
              </p:txBody>
            </p:sp>
            <p:sp>
              <p:nvSpPr>
                <p:cNvPr id="40" name="Freeform 39">
                  <a:extLst>
                    <a:ext uri="{FF2B5EF4-FFF2-40B4-BE49-F238E27FC236}">
                      <a16:creationId xmlns:a16="http://schemas.microsoft.com/office/drawing/2014/main" id="{C0CF4B35-EB22-4906-7741-5C747F700C5C}"/>
                    </a:ext>
                  </a:extLst>
                </p:cNvPr>
                <p:cNvSpPr/>
                <p:nvPr/>
              </p:nvSpPr>
              <p:spPr>
                <a:xfrm>
                  <a:off x="3789806" y="5254951"/>
                  <a:ext cx="28764" cy="38007"/>
                </a:xfrm>
                <a:custGeom>
                  <a:avLst/>
                  <a:gdLst>
                    <a:gd name="connsiteX0" fmla="*/ 28697 w 28764"/>
                    <a:gd name="connsiteY0" fmla="*/ 34769 h 38007"/>
                    <a:gd name="connsiteX1" fmla="*/ 28697 w 28764"/>
                    <a:gd name="connsiteY1" fmla="*/ 38007 h 38007"/>
                    <a:gd name="connsiteX2" fmla="*/ 742 w 28764"/>
                    <a:gd name="connsiteY2" fmla="*/ 38007 h 38007"/>
                    <a:gd name="connsiteX3" fmla="*/ 742 w 28764"/>
                    <a:gd name="connsiteY3" fmla="*/ 34769 h 38007"/>
                    <a:gd name="connsiteX4" fmla="*/ 4948 w 28764"/>
                    <a:gd name="connsiteY4" fmla="*/ 34769 h 38007"/>
                    <a:gd name="connsiteX5" fmla="*/ 4948 w 28764"/>
                    <a:gd name="connsiteY5" fmla="*/ 34656 h 38007"/>
                    <a:gd name="connsiteX6" fmla="*/ 1260 w 28764"/>
                    <a:gd name="connsiteY6" fmla="*/ 31103 h 38007"/>
                    <a:gd name="connsiteX7" fmla="*/ 0 w 28764"/>
                    <a:gd name="connsiteY7" fmla="*/ 26020 h 38007"/>
                    <a:gd name="connsiteX8" fmla="*/ 427 w 28764"/>
                    <a:gd name="connsiteY8" fmla="*/ 22737 h 38007"/>
                    <a:gd name="connsiteX9" fmla="*/ 1597 w 28764"/>
                    <a:gd name="connsiteY9" fmla="*/ 20443 h 38007"/>
                    <a:gd name="connsiteX10" fmla="*/ 3306 w 28764"/>
                    <a:gd name="connsiteY10" fmla="*/ 18869 h 38007"/>
                    <a:gd name="connsiteX11" fmla="*/ 5420 w 28764"/>
                    <a:gd name="connsiteY11" fmla="*/ 17812 h 38007"/>
                    <a:gd name="connsiteX12" fmla="*/ 1350 w 28764"/>
                    <a:gd name="connsiteY12" fmla="*/ 14056 h 38007"/>
                    <a:gd name="connsiteX13" fmla="*/ 23 w 28764"/>
                    <a:gd name="connsiteY13" fmla="*/ 8681 h 38007"/>
                    <a:gd name="connsiteX14" fmla="*/ 967 w 28764"/>
                    <a:gd name="connsiteY14" fmla="*/ 4115 h 38007"/>
                    <a:gd name="connsiteX15" fmla="*/ 3441 w 28764"/>
                    <a:gd name="connsiteY15" fmla="*/ 1507 h 38007"/>
                    <a:gd name="connsiteX16" fmla="*/ 6972 w 28764"/>
                    <a:gd name="connsiteY16" fmla="*/ 292 h 38007"/>
                    <a:gd name="connsiteX17" fmla="*/ 11065 w 28764"/>
                    <a:gd name="connsiteY17" fmla="*/ 0 h 38007"/>
                    <a:gd name="connsiteX18" fmla="*/ 28719 w 28764"/>
                    <a:gd name="connsiteY18" fmla="*/ 0 h 38007"/>
                    <a:gd name="connsiteX19" fmla="*/ 28719 w 28764"/>
                    <a:gd name="connsiteY19" fmla="*/ 3238 h 38007"/>
                    <a:gd name="connsiteX20" fmla="*/ 9401 w 28764"/>
                    <a:gd name="connsiteY20" fmla="*/ 3238 h 38007"/>
                    <a:gd name="connsiteX21" fmla="*/ 4655 w 28764"/>
                    <a:gd name="connsiteY21" fmla="*/ 4498 h 38007"/>
                    <a:gd name="connsiteX22" fmla="*/ 2924 w 28764"/>
                    <a:gd name="connsiteY22" fmla="*/ 9221 h 38007"/>
                    <a:gd name="connsiteX23" fmla="*/ 3711 w 28764"/>
                    <a:gd name="connsiteY23" fmla="*/ 12639 h 38007"/>
                    <a:gd name="connsiteX24" fmla="*/ 6117 w 28764"/>
                    <a:gd name="connsiteY24" fmla="*/ 15518 h 38007"/>
                    <a:gd name="connsiteX25" fmla="*/ 7759 w 28764"/>
                    <a:gd name="connsiteY25" fmla="*/ 16417 h 38007"/>
                    <a:gd name="connsiteX26" fmla="*/ 9738 w 28764"/>
                    <a:gd name="connsiteY26" fmla="*/ 16979 h 38007"/>
                    <a:gd name="connsiteX27" fmla="*/ 11785 w 28764"/>
                    <a:gd name="connsiteY27" fmla="*/ 17272 h 38007"/>
                    <a:gd name="connsiteX28" fmla="*/ 13674 w 28764"/>
                    <a:gd name="connsiteY28" fmla="*/ 17362 h 38007"/>
                    <a:gd name="connsiteX29" fmla="*/ 28742 w 28764"/>
                    <a:gd name="connsiteY29" fmla="*/ 17362 h 38007"/>
                    <a:gd name="connsiteX30" fmla="*/ 28742 w 28764"/>
                    <a:gd name="connsiteY30" fmla="*/ 20600 h 38007"/>
                    <a:gd name="connsiteX31" fmla="*/ 9423 w 28764"/>
                    <a:gd name="connsiteY31" fmla="*/ 20600 h 38007"/>
                    <a:gd name="connsiteX32" fmla="*/ 4678 w 28764"/>
                    <a:gd name="connsiteY32" fmla="*/ 21860 h 38007"/>
                    <a:gd name="connsiteX33" fmla="*/ 2946 w 28764"/>
                    <a:gd name="connsiteY33" fmla="*/ 26583 h 38007"/>
                    <a:gd name="connsiteX34" fmla="*/ 3733 w 28764"/>
                    <a:gd name="connsiteY34" fmla="*/ 30001 h 38007"/>
                    <a:gd name="connsiteX35" fmla="*/ 6140 w 28764"/>
                    <a:gd name="connsiteY35" fmla="*/ 32880 h 38007"/>
                    <a:gd name="connsiteX36" fmla="*/ 7782 w 28764"/>
                    <a:gd name="connsiteY36" fmla="*/ 33779 h 38007"/>
                    <a:gd name="connsiteX37" fmla="*/ 9761 w 28764"/>
                    <a:gd name="connsiteY37" fmla="*/ 34341 h 38007"/>
                    <a:gd name="connsiteX38" fmla="*/ 11807 w 28764"/>
                    <a:gd name="connsiteY38" fmla="*/ 34634 h 38007"/>
                    <a:gd name="connsiteX39" fmla="*/ 13696 w 28764"/>
                    <a:gd name="connsiteY39" fmla="*/ 34724 h 38007"/>
                    <a:gd name="connsiteX40" fmla="*/ 28764 w 28764"/>
                    <a:gd name="connsiteY40" fmla="*/ 34724 h 380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8764" h="38007">
                      <a:moveTo>
                        <a:pt x="28697" y="34769"/>
                      </a:moveTo>
                      <a:lnTo>
                        <a:pt x="28697" y="38007"/>
                      </a:lnTo>
                      <a:lnTo>
                        <a:pt x="742" y="38007"/>
                      </a:lnTo>
                      <a:lnTo>
                        <a:pt x="742" y="34769"/>
                      </a:lnTo>
                      <a:lnTo>
                        <a:pt x="4948" y="34769"/>
                      </a:lnTo>
                      <a:lnTo>
                        <a:pt x="4948" y="34656"/>
                      </a:lnTo>
                      <a:cubicBezTo>
                        <a:pt x="3329" y="33824"/>
                        <a:pt x="2092" y="32632"/>
                        <a:pt x="1260" y="31103"/>
                      </a:cubicBezTo>
                      <a:cubicBezTo>
                        <a:pt x="405" y="29551"/>
                        <a:pt x="0" y="27865"/>
                        <a:pt x="0" y="26020"/>
                      </a:cubicBezTo>
                      <a:cubicBezTo>
                        <a:pt x="0" y="24716"/>
                        <a:pt x="135" y="23637"/>
                        <a:pt x="427" y="22737"/>
                      </a:cubicBezTo>
                      <a:cubicBezTo>
                        <a:pt x="720" y="21837"/>
                        <a:pt x="1102" y="21073"/>
                        <a:pt x="1597" y="20443"/>
                      </a:cubicBezTo>
                      <a:cubicBezTo>
                        <a:pt x="2092" y="19813"/>
                        <a:pt x="2654" y="19296"/>
                        <a:pt x="3306" y="18869"/>
                      </a:cubicBezTo>
                      <a:cubicBezTo>
                        <a:pt x="3958" y="18464"/>
                        <a:pt x="4655" y="18104"/>
                        <a:pt x="5420" y="17812"/>
                      </a:cubicBezTo>
                      <a:cubicBezTo>
                        <a:pt x="3576" y="16867"/>
                        <a:pt x="2226" y="15630"/>
                        <a:pt x="1350" y="14056"/>
                      </a:cubicBezTo>
                      <a:cubicBezTo>
                        <a:pt x="472" y="12482"/>
                        <a:pt x="23" y="10705"/>
                        <a:pt x="23" y="8681"/>
                      </a:cubicBezTo>
                      <a:cubicBezTo>
                        <a:pt x="23" y="6769"/>
                        <a:pt x="337" y="5262"/>
                        <a:pt x="967" y="4115"/>
                      </a:cubicBezTo>
                      <a:cubicBezTo>
                        <a:pt x="1597" y="2991"/>
                        <a:pt x="2429" y="2114"/>
                        <a:pt x="3441" y="1507"/>
                      </a:cubicBezTo>
                      <a:cubicBezTo>
                        <a:pt x="4453" y="899"/>
                        <a:pt x="5645" y="495"/>
                        <a:pt x="6972" y="292"/>
                      </a:cubicBezTo>
                      <a:cubicBezTo>
                        <a:pt x="8299" y="90"/>
                        <a:pt x="9671" y="0"/>
                        <a:pt x="11065" y="0"/>
                      </a:cubicBezTo>
                      <a:lnTo>
                        <a:pt x="28719" y="0"/>
                      </a:lnTo>
                      <a:lnTo>
                        <a:pt x="28719" y="3238"/>
                      </a:lnTo>
                      <a:lnTo>
                        <a:pt x="9401" y="3238"/>
                      </a:lnTo>
                      <a:cubicBezTo>
                        <a:pt x="7377" y="3238"/>
                        <a:pt x="5802" y="3666"/>
                        <a:pt x="4655" y="4498"/>
                      </a:cubicBezTo>
                      <a:cubicBezTo>
                        <a:pt x="3509" y="5353"/>
                        <a:pt x="2924" y="6927"/>
                        <a:pt x="2924" y="9221"/>
                      </a:cubicBezTo>
                      <a:cubicBezTo>
                        <a:pt x="2924" y="10413"/>
                        <a:pt x="3194" y="11560"/>
                        <a:pt x="3711" y="12639"/>
                      </a:cubicBezTo>
                      <a:cubicBezTo>
                        <a:pt x="4228" y="13719"/>
                        <a:pt x="5038" y="14708"/>
                        <a:pt x="6117" y="15518"/>
                      </a:cubicBezTo>
                      <a:cubicBezTo>
                        <a:pt x="6590" y="15878"/>
                        <a:pt x="7129" y="16170"/>
                        <a:pt x="7759" y="16417"/>
                      </a:cubicBezTo>
                      <a:cubicBezTo>
                        <a:pt x="8389" y="16642"/>
                        <a:pt x="9041" y="16845"/>
                        <a:pt x="9738" y="16979"/>
                      </a:cubicBezTo>
                      <a:cubicBezTo>
                        <a:pt x="10413" y="17115"/>
                        <a:pt x="11110" y="17227"/>
                        <a:pt x="11785" y="17272"/>
                      </a:cubicBezTo>
                      <a:cubicBezTo>
                        <a:pt x="12459" y="17317"/>
                        <a:pt x="13089" y="17362"/>
                        <a:pt x="13674" y="17362"/>
                      </a:cubicBezTo>
                      <a:lnTo>
                        <a:pt x="28742" y="17362"/>
                      </a:lnTo>
                      <a:lnTo>
                        <a:pt x="28742" y="20600"/>
                      </a:lnTo>
                      <a:lnTo>
                        <a:pt x="9423" y="20600"/>
                      </a:lnTo>
                      <a:cubicBezTo>
                        <a:pt x="7399" y="20600"/>
                        <a:pt x="5825" y="21028"/>
                        <a:pt x="4678" y="21860"/>
                      </a:cubicBezTo>
                      <a:cubicBezTo>
                        <a:pt x="3531" y="22714"/>
                        <a:pt x="2946" y="24289"/>
                        <a:pt x="2946" y="26583"/>
                      </a:cubicBezTo>
                      <a:cubicBezTo>
                        <a:pt x="2946" y="27775"/>
                        <a:pt x="3216" y="28922"/>
                        <a:pt x="3733" y="30001"/>
                      </a:cubicBezTo>
                      <a:cubicBezTo>
                        <a:pt x="4251" y="31103"/>
                        <a:pt x="5060" y="32070"/>
                        <a:pt x="6140" y="32880"/>
                      </a:cubicBezTo>
                      <a:cubicBezTo>
                        <a:pt x="6612" y="33239"/>
                        <a:pt x="7152" y="33532"/>
                        <a:pt x="7782" y="33779"/>
                      </a:cubicBezTo>
                      <a:cubicBezTo>
                        <a:pt x="8411" y="34004"/>
                        <a:pt x="9063" y="34207"/>
                        <a:pt x="9761" y="34341"/>
                      </a:cubicBezTo>
                      <a:cubicBezTo>
                        <a:pt x="10435" y="34476"/>
                        <a:pt x="11133" y="34589"/>
                        <a:pt x="11807" y="34634"/>
                      </a:cubicBezTo>
                      <a:cubicBezTo>
                        <a:pt x="12482" y="34679"/>
                        <a:pt x="13112" y="34724"/>
                        <a:pt x="13696" y="34724"/>
                      </a:cubicBezTo>
                      <a:lnTo>
                        <a:pt x="28764" y="34724"/>
                      </a:lnTo>
                      <a:close/>
                    </a:path>
                  </a:pathLst>
                </a:custGeom>
                <a:solidFill>
                  <a:srgbClr val="231F20"/>
                </a:solidFill>
                <a:ln w="2249" cap="flat">
                  <a:noFill/>
                  <a:prstDash val="solid"/>
                  <a:miter/>
                </a:ln>
              </p:spPr>
              <p:txBody>
                <a:bodyPr rtlCol="0" anchor="ctr"/>
                <a:lstStyle/>
                <a:p>
                  <a:endParaRPr lang="en-US"/>
                </a:p>
              </p:txBody>
            </p:sp>
            <p:sp>
              <p:nvSpPr>
                <p:cNvPr id="41" name="Freeform 40">
                  <a:extLst>
                    <a:ext uri="{FF2B5EF4-FFF2-40B4-BE49-F238E27FC236}">
                      <a16:creationId xmlns:a16="http://schemas.microsoft.com/office/drawing/2014/main" id="{3EF1834D-B670-623F-CD8D-B54A50D81279}"/>
                    </a:ext>
                  </a:extLst>
                </p:cNvPr>
                <p:cNvSpPr/>
                <p:nvPr/>
              </p:nvSpPr>
              <p:spPr>
                <a:xfrm>
                  <a:off x="3779641" y="5243684"/>
                  <a:ext cx="38861" cy="3553"/>
                </a:xfrm>
                <a:custGeom>
                  <a:avLst/>
                  <a:gdLst>
                    <a:gd name="connsiteX0" fmla="*/ 4813 w 38861"/>
                    <a:gd name="connsiteY0" fmla="*/ 3553 h 3553"/>
                    <a:gd name="connsiteX1" fmla="*/ 0 w 38861"/>
                    <a:gd name="connsiteY1" fmla="*/ 3553 h 3553"/>
                    <a:gd name="connsiteX2" fmla="*/ 0 w 38861"/>
                    <a:gd name="connsiteY2" fmla="*/ 0 h 3553"/>
                    <a:gd name="connsiteX3" fmla="*/ 4813 w 38861"/>
                    <a:gd name="connsiteY3" fmla="*/ 0 h 3553"/>
                    <a:gd name="connsiteX4" fmla="*/ 4813 w 38861"/>
                    <a:gd name="connsiteY4" fmla="*/ 3553 h 3553"/>
                    <a:gd name="connsiteX5" fmla="*/ 38862 w 38861"/>
                    <a:gd name="connsiteY5" fmla="*/ 3396 h 3553"/>
                    <a:gd name="connsiteX6" fmla="*/ 10907 w 38861"/>
                    <a:gd name="connsiteY6" fmla="*/ 3396 h 3553"/>
                    <a:gd name="connsiteX7" fmla="*/ 10907 w 38861"/>
                    <a:gd name="connsiteY7" fmla="*/ 157 h 3553"/>
                    <a:gd name="connsiteX8" fmla="*/ 38862 w 38861"/>
                    <a:gd name="connsiteY8" fmla="*/ 157 h 3553"/>
                    <a:gd name="connsiteX9" fmla="*/ 38862 w 38861"/>
                    <a:gd name="connsiteY9" fmla="*/ 3396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61" h="3553">
                      <a:moveTo>
                        <a:pt x="4813" y="3553"/>
                      </a:moveTo>
                      <a:lnTo>
                        <a:pt x="0" y="3553"/>
                      </a:lnTo>
                      <a:lnTo>
                        <a:pt x="0" y="0"/>
                      </a:lnTo>
                      <a:lnTo>
                        <a:pt x="4813" y="0"/>
                      </a:lnTo>
                      <a:lnTo>
                        <a:pt x="4813" y="3553"/>
                      </a:lnTo>
                      <a:close/>
                      <a:moveTo>
                        <a:pt x="38862" y="3396"/>
                      </a:moveTo>
                      <a:lnTo>
                        <a:pt x="10907" y="3396"/>
                      </a:lnTo>
                      <a:lnTo>
                        <a:pt x="10907" y="157"/>
                      </a:lnTo>
                      <a:lnTo>
                        <a:pt x="38862" y="157"/>
                      </a:lnTo>
                      <a:lnTo>
                        <a:pt x="38862" y="3396"/>
                      </a:lnTo>
                      <a:close/>
                    </a:path>
                  </a:pathLst>
                </a:custGeom>
                <a:solidFill>
                  <a:srgbClr val="231F20"/>
                </a:solidFill>
                <a:ln w="2249" cap="flat">
                  <a:noFill/>
                  <a:prstDash val="solid"/>
                  <a:miter/>
                </a:ln>
              </p:spPr>
              <p:txBody>
                <a:bodyPr rtlCol="0" anchor="ctr"/>
                <a:lstStyle/>
                <a:p>
                  <a:endParaRPr lang="en-US"/>
                </a:p>
              </p:txBody>
            </p:sp>
            <p:sp>
              <p:nvSpPr>
                <p:cNvPr id="42" name="Freeform 41">
                  <a:extLst>
                    <a:ext uri="{FF2B5EF4-FFF2-40B4-BE49-F238E27FC236}">
                      <a16:creationId xmlns:a16="http://schemas.microsoft.com/office/drawing/2014/main" id="{BFEBC208-6983-022B-1C92-2890F345D879}"/>
                    </a:ext>
                  </a:extLst>
                </p:cNvPr>
                <p:cNvSpPr/>
                <p:nvPr/>
              </p:nvSpPr>
              <p:spPr>
                <a:xfrm>
                  <a:off x="3779641" y="5231877"/>
                  <a:ext cx="38861" cy="3238"/>
                </a:xfrm>
                <a:custGeom>
                  <a:avLst/>
                  <a:gdLst>
                    <a:gd name="connsiteX0" fmla="*/ 38862 w 38861"/>
                    <a:gd name="connsiteY0" fmla="*/ 3238 h 3238"/>
                    <a:gd name="connsiteX1" fmla="*/ 0 w 38861"/>
                    <a:gd name="connsiteY1" fmla="*/ 3238 h 3238"/>
                    <a:gd name="connsiteX2" fmla="*/ 0 w 38861"/>
                    <a:gd name="connsiteY2" fmla="*/ 0 h 3238"/>
                    <a:gd name="connsiteX3" fmla="*/ 38862 w 38861"/>
                    <a:gd name="connsiteY3" fmla="*/ 0 h 3238"/>
                    <a:gd name="connsiteX4" fmla="*/ 38862 w 38861"/>
                    <a:gd name="connsiteY4" fmla="*/ 3238 h 3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861" h="3238">
                      <a:moveTo>
                        <a:pt x="38862" y="3238"/>
                      </a:moveTo>
                      <a:lnTo>
                        <a:pt x="0" y="3238"/>
                      </a:lnTo>
                      <a:lnTo>
                        <a:pt x="0" y="0"/>
                      </a:lnTo>
                      <a:lnTo>
                        <a:pt x="38862" y="0"/>
                      </a:lnTo>
                      <a:lnTo>
                        <a:pt x="38862" y="3238"/>
                      </a:lnTo>
                      <a:close/>
                    </a:path>
                  </a:pathLst>
                </a:custGeom>
                <a:solidFill>
                  <a:srgbClr val="231F20"/>
                </a:solidFill>
                <a:ln w="2249" cap="flat">
                  <a:noFill/>
                  <a:prstDash val="solid"/>
                  <a:miter/>
                </a:ln>
              </p:spPr>
              <p:txBody>
                <a:bodyPr rtlCol="0" anchor="ctr"/>
                <a:lstStyle/>
                <a:p>
                  <a:endParaRPr lang="en-US"/>
                </a:p>
              </p:txBody>
            </p:sp>
            <p:sp>
              <p:nvSpPr>
                <p:cNvPr id="43" name="Freeform 42">
                  <a:extLst>
                    <a:ext uri="{FF2B5EF4-FFF2-40B4-BE49-F238E27FC236}">
                      <a16:creationId xmlns:a16="http://schemas.microsoft.com/office/drawing/2014/main" id="{88B28EE0-7280-2F97-BA24-5CFCCF1F0ECD}"/>
                    </a:ext>
                  </a:extLst>
                </p:cNvPr>
                <p:cNvSpPr/>
                <p:nvPr/>
              </p:nvSpPr>
              <p:spPr>
                <a:xfrm>
                  <a:off x="3789829" y="5198727"/>
                  <a:ext cx="29483" cy="26357"/>
                </a:xfrm>
                <a:custGeom>
                  <a:avLst/>
                  <a:gdLst>
                    <a:gd name="connsiteX0" fmla="*/ 12369 w 29483"/>
                    <a:gd name="connsiteY0" fmla="*/ 12032 h 26357"/>
                    <a:gd name="connsiteX1" fmla="*/ 12054 w 29483"/>
                    <a:gd name="connsiteY1" fmla="*/ 9850 h 26357"/>
                    <a:gd name="connsiteX2" fmla="*/ 11470 w 29483"/>
                    <a:gd name="connsiteY2" fmla="*/ 7781 h 26357"/>
                    <a:gd name="connsiteX3" fmla="*/ 10210 w 29483"/>
                    <a:gd name="connsiteY3" fmla="*/ 6792 h 26357"/>
                    <a:gd name="connsiteX4" fmla="*/ 8569 w 29483"/>
                    <a:gd name="connsiteY4" fmla="*/ 6612 h 26357"/>
                    <a:gd name="connsiteX5" fmla="*/ 4498 w 29483"/>
                    <a:gd name="connsiteY5" fmla="*/ 8208 h 26357"/>
                    <a:gd name="connsiteX6" fmla="*/ 2901 w 29483"/>
                    <a:gd name="connsiteY6" fmla="*/ 13584 h 26357"/>
                    <a:gd name="connsiteX7" fmla="*/ 3194 w 29483"/>
                    <a:gd name="connsiteY7" fmla="*/ 16665 h 26357"/>
                    <a:gd name="connsiteX8" fmla="*/ 4228 w 29483"/>
                    <a:gd name="connsiteY8" fmla="*/ 19116 h 26357"/>
                    <a:gd name="connsiteX9" fmla="*/ 6162 w 29483"/>
                    <a:gd name="connsiteY9" fmla="*/ 20848 h 26357"/>
                    <a:gd name="connsiteX10" fmla="*/ 9221 w 29483"/>
                    <a:gd name="connsiteY10" fmla="*/ 21747 h 26357"/>
                    <a:gd name="connsiteX11" fmla="*/ 9221 w 29483"/>
                    <a:gd name="connsiteY11" fmla="*/ 25031 h 26357"/>
                    <a:gd name="connsiteX12" fmla="*/ 4993 w 29483"/>
                    <a:gd name="connsiteY12" fmla="*/ 23906 h 26357"/>
                    <a:gd name="connsiteX13" fmla="*/ 2137 w 29483"/>
                    <a:gd name="connsiteY13" fmla="*/ 21388 h 26357"/>
                    <a:gd name="connsiteX14" fmla="*/ 517 w 29483"/>
                    <a:gd name="connsiteY14" fmla="*/ 17834 h 26357"/>
                    <a:gd name="connsiteX15" fmla="*/ 0 w 29483"/>
                    <a:gd name="connsiteY15" fmla="*/ 13538 h 26357"/>
                    <a:gd name="connsiteX16" fmla="*/ 450 w 29483"/>
                    <a:gd name="connsiteY16" fmla="*/ 9581 h 26357"/>
                    <a:gd name="connsiteX17" fmla="*/ 1912 w 29483"/>
                    <a:gd name="connsiteY17" fmla="*/ 6342 h 26357"/>
                    <a:gd name="connsiteX18" fmla="*/ 4588 w 29483"/>
                    <a:gd name="connsiteY18" fmla="*/ 4183 h 26357"/>
                    <a:gd name="connsiteX19" fmla="*/ 8681 w 29483"/>
                    <a:gd name="connsiteY19" fmla="*/ 3396 h 26357"/>
                    <a:gd name="connsiteX20" fmla="*/ 23906 w 29483"/>
                    <a:gd name="connsiteY20" fmla="*/ 3396 h 26357"/>
                    <a:gd name="connsiteX21" fmla="*/ 26313 w 29483"/>
                    <a:gd name="connsiteY21" fmla="*/ 2721 h 26357"/>
                    <a:gd name="connsiteX22" fmla="*/ 26066 w 29483"/>
                    <a:gd name="connsiteY22" fmla="*/ 0 h 26357"/>
                    <a:gd name="connsiteX23" fmla="*/ 28607 w 29483"/>
                    <a:gd name="connsiteY23" fmla="*/ 0 h 26357"/>
                    <a:gd name="connsiteX24" fmla="*/ 28922 w 29483"/>
                    <a:gd name="connsiteY24" fmla="*/ 1102 h 26357"/>
                    <a:gd name="connsiteX25" fmla="*/ 29147 w 29483"/>
                    <a:gd name="connsiteY25" fmla="*/ 2541 h 26357"/>
                    <a:gd name="connsiteX26" fmla="*/ 28989 w 29483"/>
                    <a:gd name="connsiteY26" fmla="*/ 4003 h 26357"/>
                    <a:gd name="connsiteX27" fmla="*/ 28472 w 29483"/>
                    <a:gd name="connsiteY27" fmla="*/ 5308 h 26357"/>
                    <a:gd name="connsiteX28" fmla="*/ 27505 w 29483"/>
                    <a:gd name="connsiteY28" fmla="*/ 6095 h 26357"/>
                    <a:gd name="connsiteX29" fmla="*/ 26268 w 29483"/>
                    <a:gd name="connsiteY29" fmla="*/ 6500 h 26357"/>
                    <a:gd name="connsiteX30" fmla="*/ 24829 w 29483"/>
                    <a:gd name="connsiteY30" fmla="*/ 6612 h 26357"/>
                    <a:gd name="connsiteX31" fmla="*/ 28292 w 29483"/>
                    <a:gd name="connsiteY31" fmla="*/ 11312 h 26357"/>
                    <a:gd name="connsiteX32" fmla="*/ 29484 w 29483"/>
                    <a:gd name="connsiteY32" fmla="*/ 17024 h 26357"/>
                    <a:gd name="connsiteX33" fmla="*/ 28989 w 29483"/>
                    <a:gd name="connsiteY33" fmla="*/ 20556 h 26357"/>
                    <a:gd name="connsiteX34" fmla="*/ 27482 w 29483"/>
                    <a:gd name="connsiteY34" fmla="*/ 23547 h 26357"/>
                    <a:gd name="connsiteX35" fmla="*/ 24963 w 29483"/>
                    <a:gd name="connsiteY35" fmla="*/ 25593 h 26357"/>
                    <a:gd name="connsiteX36" fmla="*/ 21433 w 29483"/>
                    <a:gd name="connsiteY36" fmla="*/ 26358 h 26357"/>
                    <a:gd name="connsiteX37" fmla="*/ 13022 w 29483"/>
                    <a:gd name="connsiteY37" fmla="*/ 16597 h 26357"/>
                    <a:gd name="connsiteX38" fmla="*/ 12437 w 29483"/>
                    <a:gd name="connsiteY38" fmla="*/ 12122 h 26357"/>
                    <a:gd name="connsiteX39" fmla="*/ 13989 w 29483"/>
                    <a:gd name="connsiteY39" fmla="*/ 6589 h 26357"/>
                    <a:gd name="connsiteX40" fmla="*/ 15113 w 29483"/>
                    <a:gd name="connsiteY40" fmla="*/ 10750 h 26357"/>
                    <a:gd name="connsiteX41" fmla="*/ 15540 w 29483"/>
                    <a:gd name="connsiteY41" fmla="*/ 14955 h 26357"/>
                    <a:gd name="connsiteX42" fmla="*/ 17205 w 29483"/>
                    <a:gd name="connsiteY42" fmla="*/ 20758 h 26357"/>
                    <a:gd name="connsiteX43" fmla="*/ 21478 w 29483"/>
                    <a:gd name="connsiteY43" fmla="*/ 22827 h 26357"/>
                    <a:gd name="connsiteX44" fmla="*/ 23727 w 29483"/>
                    <a:gd name="connsiteY44" fmla="*/ 22309 h 26357"/>
                    <a:gd name="connsiteX45" fmla="*/ 25301 w 29483"/>
                    <a:gd name="connsiteY45" fmla="*/ 20960 h 26357"/>
                    <a:gd name="connsiteX46" fmla="*/ 26223 w 29483"/>
                    <a:gd name="connsiteY46" fmla="*/ 19026 h 26357"/>
                    <a:gd name="connsiteX47" fmla="*/ 26515 w 29483"/>
                    <a:gd name="connsiteY47" fmla="*/ 16777 h 26357"/>
                    <a:gd name="connsiteX48" fmla="*/ 26021 w 29483"/>
                    <a:gd name="connsiteY48" fmla="*/ 12999 h 26357"/>
                    <a:gd name="connsiteX49" fmla="*/ 24536 w 29483"/>
                    <a:gd name="connsiteY49" fmla="*/ 9738 h 26357"/>
                    <a:gd name="connsiteX50" fmla="*/ 21995 w 29483"/>
                    <a:gd name="connsiteY50" fmla="*/ 7444 h 26357"/>
                    <a:gd name="connsiteX51" fmla="*/ 18352 w 29483"/>
                    <a:gd name="connsiteY51" fmla="*/ 6589 h 26357"/>
                    <a:gd name="connsiteX52" fmla="*/ 13989 w 29483"/>
                    <a:gd name="connsiteY52" fmla="*/ 6589 h 26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9483" h="26357">
                      <a:moveTo>
                        <a:pt x="12369" y="12032"/>
                      </a:moveTo>
                      <a:cubicBezTo>
                        <a:pt x="12302" y="11425"/>
                        <a:pt x="12189" y="10683"/>
                        <a:pt x="12054" y="9850"/>
                      </a:cubicBezTo>
                      <a:cubicBezTo>
                        <a:pt x="11920" y="8996"/>
                        <a:pt x="11717" y="8321"/>
                        <a:pt x="11470" y="7781"/>
                      </a:cubicBezTo>
                      <a:cubicBezTo>
                        <a:pt x="11222" y="7242"/>
                        <a:pt x="10795" y="6904"/>
                        <a:pt x="10210" y="6792"/>
                      </a:cubicBezTo>
                      <a:cubicBezTo>
                        <a:pt x="9626" y="6657"/>
                        <a:pt x="9063" y="6612"/>
                        <a:pt x="8569" y="6612"/>
                      </a:cubicBezTo>
                      <a:cubicBezTo>
                        <a:pt x="6904" y="6612"/>
                        <a:pt x="5555" y="7152"/>
                        <a:pt x="4498" y="8208"/>
                      </a:cubicBezTo>
                      <a:cubicBezTo>
                        <a:pt x="3441" y="9266"/>
                        <a:pt x="2901" y="11065"/>
                        <a:pt x="2901" y="13584"/>
                      </a:cubicBezTo>
                      <a:cubicBezTo>
                        <a:pt x="2901" y="14708"/>
                        <a:pt x="2991" y="15720"/>
                        <a:pt x="3194" y="16665"/>
                      </a:cubicBezTo>
                      <a:cubicBezTo>
                        <a:pt x="3396" y="17609"/>
                        <a:pt x="3733" y="18419"/>
                        <a:pt x="4228" y="19116"/>
                      </a:cubicBezTo>
                      <a:cubicBezTo>
                        <a:pt x="4723" y="19813"/>
                        <a:pt x="5353" y="20398"/>
                        <a:pt x="6162" y="20848"/>
                      </a:cubicBezTo>
                      <a:cubicBezTo>
                        <a:pt x="6972" y="21298"/>
                        <a:pt x="7984" y="21590"/>
                        <a:pt x="9221" y="21747"/>
                      </a:cubicBezTo>
                      <a:lnTo>
                        <a:pt x="9221" y="25031"/>
                      </a:lnTo>
                      <a:cubicBezTo>
                        <a:pt x="7556" y="24918"/>
                        <a:pt x="6162" y="24536"/>
                        <a:pt x="4993" y="23906"/>
                      </a:cubicBezTo>
                      <a:cubicBezTo>
                        <a:pt x="3823" y="23254"/>
                        <a:pt x="2879" y="22422"/>
                        <a:pt x="2137" y="21388"/>
                      </a:cubicBezTo>
                      <a:cubicBezTo>
                        <a:pt x="1394" y="20353"/>
                        <a:pt x="855" y="19183"/>
                        <a:pt x="517" y="17834"/>
                      </a:cubicBezTo>
                      <a:cubicBezTo>
                        <a:pt x="180" y="16485"/>
                        <a:pt x="0" y="15045"/>
                        <a:pt x="0" y="13538"/>
                      </a:cubicBezTo>
                      <a:cubicBezTo>
                        <a:pt x="0" y="12144"/>
                        <a:pt x="158" y="10817"/>
                        <a:pt x="450" y="9581"/>
                      </a:cubicBezTo>
                      <a:cubicBezTo>
                        <a:pt x="765" y="8344"/>
                        <a:pt x="1237" y="7264"/>
                        <a:pt x="1912" y="6342"/>
                      </a:cubicBezTo>
                      <a:cubicBezTo>
                        <a:pt x="2586" y="5420"/>
                        <a:pt x="3463" y="4700"/>
                        <a:pt x="4588" y="4183"/>
                      </a:cubicBezTo>
                      <a:cubicBezTo>
                        <a:pt x="5712" y="3666"/>
                        <a:pt x="7062" y="3396"/>
                        <a:pt x="8681" y="3396"/>
                      </a:cubicBezTo>
                      <a:lnTo>
                        <a:pt x="23906" y="3396"/>
                      </a:lnTo>
                      <a:cubicBezTo>
                        <a:pt x="25166" y="3396"/>
                        <a:pt x="25976" y="3171"/>
                        <a:pt x="26313" y="2721"/>
                      </a:cubicBezTo>
                      <a:cubicBezTo>
                        <a:pt x="26650" y="2271"/>
                        <a:pt x="26583" y="1372"/>
                        <a:pt x="26066" y="0"/>
                      </a:cubicBezTo>
                      <a:lnTo>
                        <a:pt x="28607" y="0"/>
                      </a:lnTo>
                      <a:cubicBezTo>
                        <a:pt x="28674" y="247"/>
                        <a:pt x="28787" y="629"/>
                        <a:pt x="28922" y="1102"/>
                      </a:cubicBezTo>
                      <a:cubicBezTo>
                        <a:pt x="29057" y="1597"/>
                        <a:pt x="29147" y="2069"/>
                        <a:pt x="29147" y="2541"/>
                      </a:cubicBezTo>
                      <a:cubicBezTo>
                        <a:pt x="29147" y="3036"/>
                        <a:pt x="29102" y="3531"/>
                        <a:pt x="28989" y="4003"/>
                      </a:cubicBezTo>
                      <a:cubicBezTo>
                        <a:pt x="28922" y="4543"/>
                        <a:pt x="28742" y="4970"/>
                        <a:pt x="28472" y="5308"/>
                      </a:cubicBezTo>
                      <a:cubicBezTo>
                        <a:pt x="28202" y="5622"/>
                        <a:pt x="27887" y="5892"/>
                        <a:pt x="27505" y="6095"/>
                      </a:cubicBezTo>
                      <a:cubicBezTo>
                        <a:pt x="27123" y="6297"/>
                        <a:pt x="26718" y="6432"/>
                        <a:pt x="26268" y="6500"/>
                      </a:cubicBezTo>
                      <a:cubicBezTo>
                        <a:pt x="25818" y="6567"/>
                        <a:pt x="25346" y="6612"/>
                        <a:pt x="24829" y="6612"/>
                      </a:cubicBezTo>
                      <a:cubicBezTo>
                        <a:pt x="26335" y="7984"/>
                        <a:pt x="27482" y="9536"/>
                        <a:pt x="28292" y="11312"/>
                      </a:cubicBezTo>
                      <a:cubicBezTo>
                        <a:pt x="29079" y="13066"/>
                        <a:pt x="29484" y="14978"/>
                        <a:pt x="29484" y="17024"/>
                      </a:cubicBezTo>
                      <a:cubicBezTo>
                        <a:pt x="29484" y="18239"/>
                        <a:pt x="29327" y="19431"/>
                        <a:pt x="28989" y="20556"/>
                      </a:cubicBezTo>
                      <a:cubicBezTo>
                        <a:pt x="28674" y="21680"/>
                        <a:pt x="28157" y="22692"/>
                        <a:pt x="27482" y="23547"/>
                      </a:cubicBezTo>
                      <a:cubicBezTo>
                        <a:pt x="26808" y="24401"/>
                        <a:pt x="25953" y="25098"/>
                        <a:pt x="24963" y="25593"/>
                      </a:cubicBezTo>
                      <a:cubicBezTo>
                        <a:pt x="23974" y="26088"/>
                        <a:pt x="22804" y="26358"/>
                        <a:pt x="21433" y="26358"/>
                      </a:cubicBezTo>
                      <a:cubicBezTo>
                        <a:pt x="16687" y="26358"/>
                        <a:pt x="13876" y="23097"/>
                        <a:pt x="13022" y="16597"/>
                      </a:cubicBezTo>
                      <a:lnTo>
                        <a:pt x="12437" y="12122"/>
                      </a:lnTo>
                      <a:close/>
                      <a:moveTo>
                        <a:pt x="13989" y="6589"/>
                      </a:moveTo>
                      <a:cubicBezTo>
                        <a:pt x="14573" y="7961"/>
                        <a:pt x="14933" y="9333"/>
                        <a:pt x="15113" y="10750"/>
                      </a:cubicBezTo>
                      <a:cubicBezTo>
                        <a:pt x="15293" y="12167"/>
                        <a:pt x="15428" y="13561"/>
                        <a:pt x="15540" y="14955"/>
                      </a:cubicBezTo>
                      <a:cubicBezTo>
                        <a:pt x="15720" y="17429"/>
                        <a:pt x="16282" y="19363"/>
                        <a:pt x="17205" y="20758"/>
                      </a:cubicBezTo>
                      <a:cubicBezTo>
                        <a:pt x="18149" y="22152"/>
                        <a:pt x="19566" y="22827"/>
                        <a:pt x="21478" y="22827"/>
                      </a:cubicBezTo>
                      <a:cubicBezTo>
                        <a:pt x="22332" y="22827"/>
                        <a:pt x="23097" y="22647"/>
                        <a:pt x="23727" y="22309"/>
                      </a:cubicBezTo>
                      <a:cubicBezTo>
                        <a:pt x="24356" y="21972"/>
                        <a:pt x="24874" y="21522"/>
                        <a:pt x="25301" y="20960"/>
                      </a:cubicBezTo>
                      <a:cubicBezTo>
                        <a:pt x="25706" y="20398"/>
                        <a:pt x="26021" y="19746"/>
                        <a:pt x="26223" y="19026"/>
                      </a:cubicBezTo>
                      <a:cubicBezTo>
                        <a:pt x="26425" y="18307"/>
                        <a:pt x="26515" y="17542"/>
                        <a:pt x="26515" y="16777"/>
                      </a:cubicBezTo>
                      <a:cubicBezTo>
                        <a:pt x="26515" y="15473"/>
                        <a:pt x="26358" y="14213"/>
                        <a:pt x="26021" y="12999"/>
                      </a:cubicBezTo>
                      <a:cubicBezTo>
                        <a:pt x="25706" y="11785"/>
                        <a:pt x="25211" y="10683"/>
                        <a:pt x="24536" y="9738"/>
                      </a:cubicBezTo>
                      <a:cubicBezTo>
                        <a:pt x="23861" y="8793"/>
                        <a:pt x="23029" y="8029"/>
                        <a:pt x="21995" y="7444"/>
                      </a:cubicBezTo>
                      <a:cubicBezTo>
                        <a:pt x="20960" y="6882"/>
                        <a:pt x="19746" y="6589"/>
                        <a:pt x="18352" y="6589"/>
                      </a:cubicBezTo>
                      <a:lnTo>
                        <a:pt x="13989" y="6589"/>
                      </a:lnTo>
                      <a:close/>
                    </a:path>
                  </a:pathLst>
                </a:custGeom>
                <a:solidFill>
                  <a:srgbClr val="231F20"/>
                </a:solidFill>
                <a:ln w="2249" cap="flat">
                  <a:noFill/>
                  <a:prstDash val="solid"/>
                  <a:miter/>
                </a:ln>
              </p:spPr>
              <p:txBody>
                <a:bodyPr rtlCol="0" anchor="ctr"/>
                <a:lstStyle/>
                <a:p>
                  <a:endParaRPr lang="en-US"/>
                </a:p>
              </p:txBody>
            </p:sp>
            <p:sp>
              <p:nvSpPr>
                <p:cNvPr id="44" name="Freeform 43">
                  <a:extLst>
                    <a:ext uri="{FF2B5EF4-FFF2-40B4-BE49-F238E27FC236}">
                      <a16:creationId xmlns:a16="http://schemas.microsoft.com/office/drawing/2014/main" id="{824BCB20-4190-99C4-AEBC-C02479EFEE0E}"/>
                    </a:ext>
                  </a:extLst>
                </p:cNvPr>
                <p:cNvSpPr/>
                <p:nvPr/>
              </p:nvSpPr>
              <p:spPr>
                <a:xfrm>
                  <a:off x="3789784" y="5180961"/>
                  <a:ext cx="28719" cy="12481"/>
                </a:xfrm>
                <a:custGeom>
                  <a:avLst/>
                  <a:gdLst>
                    <a:gd name="connsiteX0" fmla="*/ 28719 w 28719"/>
                    <a:gd name="connsiteY0" fmla="*/ 9243 h 12481"/>
                    <a:gd name="connsiteX1" fmla="*/ 28719 w 28719"/>
                    <a:gd name="connsiteY1" fmla="*/ 12482 h 12481"/>
                    <a:gd name="connsiteX2" fmla="*/ 765 w 28719"/>
                    <a:gd name="connsiteY2" fmla="*/ 12482 h 12481"/>
                    <a:gd name="connsiteX3" fmla="*/ 765 w 28719"/>
                    <a:gd name="connsiteY3" fmla="*/ 9243 h 12481"/>
                    <a:gd name="connsiteX4" fmla="*/ 6005 w 28719"/>
                    <a:gd name="connsiteY4" fmla="*/ 9243 h 12481"/>
                    <a:gd name="connsiteX5" fmla="*/ 6005 w 28719"/>
                    <a:gd name="connsiteY5" fmla="*/ 9131 h 12481"/>
                    <a:gd name="connsiteX6" fmla="*/ 1327 w 28719"/>
                    <a:gd name="connsiteY6" fmla="*/ 5645 h 12481"/>
                    <a:gd name="connsiteX7" fmla="*/ 0 w 28719"/>
                    <a:gd name="connsiteY7" fmla="*/ 0 h 12481"/>
                    <a:gd name="connsiteX8" fmla="*/ 3509 w 28719"/>
                    <a:gd name="connsiteY8" fmla="*/ 0 h 12481"/>
                    <a:gd name="connsiteX9" fmla="*/ 4363 w 28719"/>
                    <a:gd name="connsiteY9" fmla="*/ 4543 h 12481"/>
                    <a:gd name="connsiteX10" fmla="*/ 6837 w 28719"/>
                    <a:gd name="connsiteY10" fmla="*/ 7377 h 12481"/>
                    <a:gd name="connsiteX11" fmla="*/ 10525 w 28719"/>
                    <a:gd name="connsiteY11" fmla="*/ 8838 h 12481"/>
                    <a:gd name="connsiteX12" fmla="*/ 14978 w 28719"/>
                    <a:gd name="connsiteY12" fmla="*/ 9243 h 12481"/>
                    <a:gd name="connsiteX13" fmla="*/ 28697 w 28719"/>
                    <a:gd name="connsiteY13" fmla="*/ 9243 h 1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719" h="12481">
                      <a:moveTo>
                        <a:pt x="28719" y="9243"/>
                      </a:moveTo>
                      <a:lnTo>
                        <a:pt x="28719" y="12482"/>
                      </a:lnTo>
                      <a:lnTo>
                        <a:pt x="765" y="12482"/>
                      </a:lnTo>
                      <a:lnTo>
                        <a:pt x="765" y="9243"/>
                      </a:lnTo>
                      <a:lnTo>
                        <a:pt x="6005" y="9243"/>
                      </a:lnTo>
                      <a:lnTo>
                        <a:pt x="6005" y="9131"/>
                      </a:lnTo>
                      <a:cubicBezTo>
                        <a:pt x="3778" y="8231"/>
                        <a:pt x="2227" y="7062"/>
                        <a:pt x="1327" y="5645"/>
                      </a:cubicBezTo>
                      <a:cubicBezTo>
                        <a:pt x="450" y="4228"/>
                        <a:pt x="0" y="2339"/>
                        <a:pt x="0" y="0"/>
                      </a:cubicBezTo>
                      <a:lnTo>
                        <a:pt x="3509" y="0"/>
                      </a:lnTo>
                      <a:cubicBezTo>
                        <a:pt x="3463" y="1844"/>
                        <a:pt x="3756" y="3351"/>
                        <a:pt x="4363" y="4543"/>
                      </a:cubicBezTo>
                      <a:cubicBezTo>
                        <a:pt x="4970" y="5735"/>
                        <a:pt x="5802" y="6679"/>
                        <a:pt x="6837" y="7377"/>
                      </a:cubicBezTo>
                      <a:cubicBezTo>
                        <a:pt x="7871" y="8074"/>
                        <a:pt x="9108" y="8568"/>
                        <a:pt x="10525" y="8838"/>
                      </a:cubicBezTo>
                      <a:cubicBezTo>
                        <a:pt x="11942" y="9108"/>
                        <a:pt x="13426" y="9243"/>
                        <a:pt x="14978" y="9243"/>
                      </a:cubicBezTo>
                      <a:lnTo>
                        <a:pt x="28697" y="9243"/>
                      </a:lnTo>
                      <a:close/>
                    </a:path>
                  </a:pathLst>
                </a:custGeom>
                <a:solidFill>
                  <a:srgbClr val="231F20"/>
                </a:solidFill>
                <a:ln w="2249" cap="flat">
                  <a:noFill/>
                  <a:prstDash val="solid"/>
                  <a:miter/>
                </a:ln>
              </p:spPr>
              <p:txBody>
                <a:bodyPr rtlCol="0" anchor="ctr"/>
                <a:lstStyle/>
                <a:p>
                  <a:endParaRPr lang="en-US"/>
                </a:p>
              </p:txBody>
            </p:sp>
            <p:sp>
              <p:nvSpPr>
                <p:cNvPr id="45" name="Freeform 44">
                  <a:extLst>
                    <a:ext uri="{FF2B5EF4-FFF2-40B4-BE49-F238E27FC236}">
                      <a16:creationId xmlns:a16="http://schemas.microsoft.com/office/drawing/2014/main" id="{060CC219-013A-5480-BE38-E3CDDC24A714}"/>
                    </a:ext>
                  </a:extLst>
                </p:cNvPr>
                <p:cNvSpPr/>
                <p:nvPr/>
              </p:nvSpPr>
              <p:spPr>
                <a:xfrm>
                  <a:off x="3779641" y="5171740"/>
                  <a:ext cx="38861" cy="3553"/>
                </a:xfrm>
                <a:custGeom>
                  <a:avLst/>
                  <a:gdLst>
                    <a:gd name="connsiteX0" fmla="*/ 4813 w 38861"/>
                    <a:gd name="connsiteY0" fmla="*/ 3553 h 3553"/>
                    <a:gd name="connsiteX1" fmla="*/ 0 w 38861"/>
                    <a:gd name="connsiteY1" fmla="*/ 3553 h 3553"/>
                    <a:gd name="connsiteX2" fmla="*/ 0 w 38861"/>
                    <a:gd name="connsiteY2" fmla="*/ 0 h 3553"/>
                    <a:gd name="connsiteX3" fmla="*/ 4813 w 38861"/>
                    <a:gd name="connsiteY3" fmla="*/ 0 h 3553"/>
                    <a:gd name="connsiteX4" fmla="*/ 4813 w 38861"/>
                    <a:gd name="connsiteY4" fmla="*/ 3553 h 3553"/>
                    <a:gd name="connsiteX5" fmla="*/ 38862 w 38861"/>
                    <a:gd name="connsiteY5" fmla="*/ 3396 h 3553"/>
                    <a:gd name="connsiteX6" fmla="*/ 10907 w 38861"/>
                    <a:gd name="connsiteY6" fmla="*/ 3396 h 3553"/>
                    <a:gd name="connsiteX7" fmla="*/ 10907 w 38861"/>
                    <a:gd name="connsiteY7" fmla="*/ 157 h 3553"/>
                    <a:gd name="connsiteX8" fmla="*/ 38862 w 38861"/>
                    <a:gd name="connsiteY8" fmla="*/ 157 h 3553"/>
                    <a:gd name="connsiteX9" fmla="*/ 38862 w 38861"/>
                    <a:gd name="connsiteY9" fmla="*/ 3396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61" h="3553">
                      <a:moveTo>
                        <a:pt x="4813" y="3553"/>
                      </a:moveTo>
                      <a:lnTo>
                        <a:pt x="0" y="3553"/>
                      </a:lnTo>
                      <a:lnTo>
                        <a:pt x="0" y="0"/>
                      </a:lnTo>
                      <a:lnTo>
                        <a:pt x="4813" y="0"/>
                      </a:lnTo>
                      <a:lnTo>
                        <a:pt x="4813" y="3553"/>
                      </a:lnTo>
                      <a:close/>
                      <a:moveTo>
                        <a:pt x="38862" y="3396"/>
                      </a:moveTo>
                      <a:lnTo>
                        <a:pt x="10907" y="3396"/>
                      </a:lnTo>
                      <a:lnTo>
                        <a:pt x="10907" y="157"/>
                      </a:lnTo>
                      <a:lnTo>
                        <a:pt x="38862" y="157"/>
                      </a:lnTo>
                      <a:lnTo>
                        <a:pt x="38862" y="3396"/>
                      </a:lnTo>
                      <a:close/>
                    </a:path>
                  </a:pathLst>
                </a:custGeom>
                <a:solidFill>
                  <a:srgbClr val="231F20"/>
                </a:solidFill>
                <a:ln w="2249" cap="flat">
                  <a:noFill/>
                  <a:prstDash val="solid"/>
                  <a:miter/>
                </a:ln>
              </p:spPr>
              <p:txBody>
                <a:bodyPr rtlCol="0" anchor="ctr"/>
                <a:lstStyle/>
                <a:p>
                  <a:endParaRPr lang="en-US"/>
                </a:p>
              </p:txBody>
            </p:sp>
            <p:sp>
              <p:nvSpPr>
                <p:cNvPr id="46" name="Freeform 45">
                  <a:extLst>
                    <a:ext uri="{FF2B5EF4-FFF2-40B4-BE49-F238E27FC236}">
                      <a16:creationId xmlns:a16="http://schemas.microsoft.com/office/drawing/2014/main" id="{42024FC0-75E7-3686-81BC-96B4BA04EDE3}"/>
                    </a:ext>
                  </a:extLst>
                </p:cNvPr>
                <p:cNvSpPr/>
                <p:nvPr/>
              </p:nvSpPr>
              <p:spPr>
                <a:xfrm>
                  <a:off x="3782767" y="5153816"/>
                  <a:ext cx="36500" cy="12616"/>
                </a:xfrm>
                <a:custGeom>
                  <a:avLst/>
                  <a:gdLst>
                    <a:gd name="connsiteX0" fmla="*/ 35849 w 36500"/>
                    <a:gd name="connsiteY0" fmla="*/ 0 h 12616"/>
                    <a:gd name="connsiteX1" fmla="*/ 36231 w 36500"/>
                    <a:gd name="connsiteY1" fmla="*/ 1574 h 12616"/>
                    <a:gd name="connsiteX2" fmla="*/ 36501 w 36500"/>
                    <a:gd name="connsiteY2" fmla="*/ 3733 h 12616"/>
                    <a:gd name="connsiteX3" fmla="*/ 35286 w 36500"/>
                    <a:gd name="connsiteY3" fmla="*/ 7422 h 12616"/>
                    <a:gd name="connsiteX4" fmla="*/ 30946 w 36500"/>
                    <a:gd name="connsiteY4" fmla="*/ 8681 h 12616"/>
                    <a:gd name="connsiteX5" fmla="*/ 10480 w 36500"/>
                    <a:gd name="connsiteY5" fmla="*/ 8681 h 12616"/>
                    <a:gd name="connsiteX6" fmla="*/ 10480 w 36500"/>
                    <a:gd name="connsiteY6" fmla="*/ 12617 h 12616"/>
                    <a:gd name="connsiteX7" fmla="*/ 7782 w 36500"/>
                    <a:gd name="connsiteY7" fmla="*/ 12617 h 12616"/>
                    <a:gd name="connsiteX8" fmla="*/ 7782 w 36500"/>
                    <a:gd name="connsiteY8" fmla="*/ 8681 h 12616"/>
                    <a:gd name="connsiteX9" fmla="*/ 0 w 36500"/>
                    <a:gd name="connsiteY9" fmla="*/ 8681 h 12616"/>
                    <a:gd name="connsiteX10" fmla="*/ 0 w 36500"/>
                    <a:gd name="connsiteY10" fmla="*/ 5443 h 12616"/>
                    <a:gd name="connsiteX11" fmla="*/ 7782 w 36500"/>
                    <a:gd name="connsiteY11" fmla="*/ 5443 h 12616"/>
                    <a:gd name="connsiteX12" fmla="*/ 7782 w 36500"/>
                    <a:gd name="connsiteY12" fmla="*/ 203 h 12616"/>
                    <a:gd name="connsiteX13" fmla="*/ 10480 w 36500"/>
                    <a:gd name="connsiteY13" fmla="*/ 203 h 12616"/>
                    <a:gd name="connsiteX14" fmla="*/ 10480 w 36500"/>
                    <a:gd name="connsiteY14" fmla="*/ 5443 h 12616"/>
                    <a:gd name="connsiteX15" fmla="*/ 29641 w 36500"/>
                    <a:gd name="connsiteY15" fmla="*/ 5443 h 12616"/>
                    <a:gd name="connsiteX16" fmla="*/ 31418 w 36500"/>
                    <a:gd name="connsiteY16" fmla="*/ 5398 h 12616"/>
                    <a:gd name="connsiteX17" fmla="*/ 32655 w 36500"/>
                    <a:gd name="connsiteY17" fmla="*/ 5083 h 12616"/>
                    <a:gd name="connsiteX18" fmla="*/ 33352 w 36500"/>
                    <a:gd name="connsiteY18" fmla="*/ 4251 h 12616"/>
                    <a:gd name="connsiteX19" fmla="*/ 33577 w 36500"/>
                    <a:gd name="connsiteY19" fmla="*/ 2654 h 12616"/>
                    <a:gd name="connsiteX20" fmla="*/ 33465 w 36500"/>
                    <a:gd name="connsiteY20" fmla="*/ 1327 h 12616"/>
                    <a:gd name="connsiteX21" fmla="*/ 33195 w 36500"/>
                    <a:gd name="connsiteY21" fmla="*/ 0 h 12616"/>
                    <a:gd name="connsiteX22" fmla="*/ 35849 w 36500"/>
                    <a:gd name="connsiteY22" fmla="*/ 0 h 126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500" h="12616">
                      <a:moveTo>
                        <a:pt x="35849" y="0"/>
                      </a:moveTo>
                      <a:cubicBezTo>
                        <a:pt x="35916" y="405"/>
                        <a:pt x="36051" y="922"/>
                        <a:pt x="36231" y="1574"/>
                      </a:cubicBezTo>
                      <a:cubicBezTo>
                        <a:pt x="36411" y="2226"/>
                        <a:pt x="36501" y="2946"/>
                        <a:pt x="36501" y="3733"/>
                      </a:cubicBezTo>
                      <a:cubicBezTo>
                        <a:pt x="36501" y="5353"/>
                        <a:pt x="36096" y="6590"/>
                        <a:pt x="35286" y="7422"/>
                      </a:cubicBezTo>
                      <a:cubicBezTo>
                        <a:pt x="34477" y="8254"/>
                        <a:pt x="33037" y="8681"/>
                        <a:pt x="30946" y="8681"/>
                      </a:cubicBezTo>
                      <a:lnTo>
                        <a:pt x="10480" y="8681"/>
                      </a:lnTo>
                      <a:lnTo>
                        <a:pt x="10480" y="12617"/>
                      </a:lnTo>
                      <a:lnTo>
                        <a:pt x="7782" y="12617"/>
                      </a:lnTo>
                      <a:lnTo>
                        <a:pt x="7782" y="8681"/>
                      </a:lnTo>
                      <a:lnTo>
                        <a:pt x="0" y="8681"/>
                      </a:lnTo>
                      <a:lnTo>
                        <a:pt x="0" y="5443"/>
                      </a:lnTo>
                      <a:lnTo>
                        <a:pt x="7782" y="5443"/>
                      </a:lnTo>
                      <a:lnTo>
                        <a:pt x="7782" y="203"/>
                      </a:lnTo>
                      <a:lnTo>
                        <a:pt x="10480" y="203"/>
                      </a:lnTo>
                      <a:lnTo>
                        <a:pt x="10480" y="5443"/>
                      </a:lnTo>
                      <a:lnTo>
                        <a:pt x="29641" y="5443"/>
                      </a:lnTo>
                      <a:cubicBezTo>
                        <a:pt x="30316" y="5443"/>
                        <a:pt x="30923" y="5443"/>
                        <a:pt x="31418" y="5398"/>
                      </a:cubicBezTo>
                      <a:cubicBezTo>
                        <a:pt x="31913" y="5353"/>
                        <a:pt x="32340" y="5263"/>
                        <a:pt x="32655" y="5083"/>
                      </a:cubicBezTo>
                      <a:cubicBezTo>
                        <a:pt x="32970" y="4903"/>
                        <a:pt x="33217" y="4633"/>
                        <a:pt x="33352" y="4251"/>
                      </a:cubicBezTo>
                      <a:cubicBezTo>
                        <a:pt x="33487" y="3868"/>
                        <a:pt x="33577" y="3351"/>
                        <a:pt x="33577" y="2654"/>
                      </a:cubicBezTo>
                      <a:cubicBezTo>
                        <a:pt x="33577" y="2226"/>
                        <a:pt x="33532" y="1777"/>
                        <a:pt x="33465" y="1327"/>
                      </a:cubicBezTo>
                      <a:cubicBezTo>
                        <a:pt x="33397" y="877"/>
                        <a:pt x="33307" y="427"/>
                        <a:pt x="33195" y="0"/>
                      </a:cubicBezTo>
                      <a:lnTo>
                        <a:pt x="35849" y="0"/>
                      </a:lnTo>
                      <a:close/>
                    </a:path>
                  </a:pathLst>
                </a:custGeom>
                <a:solidFill>
                  <a:srgbClr val="231F20"/>
                </a:solidFill>
                <a:ln w="2249" cap="flat">
                  <a:noFill/>
                  <a:prstDash val="solid"/>
                  <a:miter/>
                </a:ln>
              </p:spPr>
              <p:txBody>
                <a:bodyPr rtlCol="0" anchor="ctr"/>
                <a:lstStyle/>
                <a:p>
                  <a:endParaRPr lang="en-US"/>
                </a:p>
              </p:txBody>
            </p:sp>
            <p:sp>
              <p:nvSpPr>
                <p:cNvPr id="47" name="Freeform 46">
                  <a:extLst>
                    <a:ext uri="{FF2B5EF4-FFF2-40B4-BE49-F238E27FC236}">
                      <a16:creationId xmlns:a16="http://schemas.microsoft.com/office/drawing/2014/main" id="{18800E84-EDA3-FF86-6C35-E122594DA0D3}"/>
                    </a:ext>
                  </a:extLst>
                </p:cNvPr>
                <p:cNvSpPr/>
                <p:nvPr/>
              </p:nvSpPr>
              <p:spPr>
                <a:xfrm>
                  <a:off x="3790571" y="5126513"/>
                  <a:ext cx="38974" cy="25030"/>
                </a:xfrm>
                <a:custGeom>
                  <a:avLst/>
                  <a:gdLst>
                    <a:gd name="connsiteX0" fmla="*/ 35488 w 38974"/>
                    <a:gd name="connsiteY0" fmla="*/ 22332 h 25030"/>
                    <a:gd name="connsiteX1" fmla="*/ 35713 w 38974"/>
                    <a:gd name="connsiteY1" fmla="*/ 21005 h 25030"/>
                    <a:gd name="connsiteX2" fmla="*/ 35826 w 38974"/>
                    <a:gd name="connsiteY2" fmla="*/ 19633 h 25030"/>
                    <a:gd name="connsiteX3" fmla="*/ 34971 w 38974"/>
                    <a:gd name="connsiteY3" fmla="*/ 17429 h 25030"/>
                    <a:gd name="connsiteX4" fmla="*/ 32902 w 38974"/>
                    <a:gd name="connsiteY4" fmla="*/ 15990 h 25030"/>
                    <a:gd name="connsiteX5" fmla="*/ 30361 w 38974"/>
                    <a:gd name="connsiteY5" fmla="*/ 15045 h 25030"/>
                    <a:gd name="connsiteX6" fmla="*/ 28134 w 38974"/>
                    <a:gd name="connsiteY6" fmla="*/ 14191 h 25030"/>
                    <a:gd name="connsiteX7" fmla="*/ 0 w 38974"/>
                    <a:gd name="connsiteY7" fmla="*/ 25031 h 25030"/>
                    <a:gd name="connsiteX8" fmla="*/ 0 w 38974"/>
                    <a:gd name="connsiteY8" fmla="*/ 21410 h 25030"/>
                    <a:gd name="connsiteX9" fmla="*/ 24019 w 38974"/>
                    <a:gd name="connsiteY9" fmla="*/ 12459 h 25030"/>
                    <a:gd name="connsiteX10" fmla="*/ 0 w 38974"/>
                    <a:gd name="connsiteY10" fmla="*/ 3508 h 25030"/>
                    <a:gd name="connsiteX11" fmla="*/ 0 w 38974"/>
                    <a:gd name="connsiteY11" fmla="*/ 0 h 25030"/>
                    <a:gd name="connsiteX12" fmla="*/ 27572 w 38974"/>
                    <a:gd name="connsiteY12" fmla="*/ 10412 h 25030"/>
                    <a:gd name="connsiteX13" fmla="*/ 32318 w 38974"/>
                    <a:gd name="connsiteY13" fmla="*/ 12279 h 25030"/>
                    <a:gd name="connsiteX14" fmla="*/ 35916 w 38974"/>
                    <a:gd name="connsiteY14" fmla="*/ 14168 h 25030"/>
                    <a:gd name="connsiteX15" fmla="*/ 38187 w 38974"/>
                    <a:gd name="connsiteY15" fmla="*/ 16372 h 25030"/>
                    <a:gd name="connsiteX16" fmla="*/ 38974 w 38974"/>
                    <a:gd name="connsiteY16" fmla="*/ 19251 h 25030"/>
                    <a:gd name="connsiteX17" fmla="*/ 38862 w 38974"/>
                    <a:gd name="connsiteY17" fmla="*/ 20893 h 25030"/>
                    <a:gd name="connsiteX18" fmla="*/ 38592 w 38974"/>
                    <a:gd name="connsiteY18" fmla="*/ 22332 h 25030"/>
                    <a:gd name="connsiteX19" fmla="*/ 35511 w 38974"/>
                    <a:gd name="connsiteY19" fmla="*/ 22332 h 25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8974" h="25030">
                      <a:moveTo>
                        <a:pt x="35488" y="22332"/>
                      </a:moveTo>
                      <a:cubicBezTo>
                        <a:pt x="35556" y="21905"/>
                        <a:pt x="35623" y="21455"/>
                        <a:pt x="35713" y="21005"/>
                      </a:cubicBezTo>
                      <a:cubicBezTo>
                        <a:pt x="35781" y="20555"/>
                        <a:pt x="35826" y="20106"/>
                        <a:pt x="35826" y="19633"/>
                      </a:cubicBezTo>
                      <a:cubicBezTo>
                        <a:pt x="35826" y="18734"/>
                        <a:pt x="35533" y="17992"/>
                        <a:pt x="34971" y="17429"/>
                      </a:cubicBezTo>
                      <a:cubicBezTo>
                        <a:pt x="34386" y="16867"/>
                        <a:pt x="33712" y="16372"/>
                        <a:pt x="32902" y="15990"/>
                      </a:cubicBezTo>
                      <a:cubicBezTo>
                        <a:pt x="32092" y="15608"/>
                        <a:pt x="31260" y="15293"/>
                        <a:pt x="30361" y="15045"/>
                      </a:cubicBezTo>
                      <a:cubicBezTo>
                        <a:pt x="29484" y="14798"/>
                        <a:pt x="28741" y="14506"/>
                        <a:pt x="28134" y="14191"/>
                      </a:cubicBezTo>
                      <a:lnTo>
                        <a:pt x="0" y="25031"/>
                      </a:lnTo>
                      <a:lnTo>
                        <a:pt x="0" y="21410"/>
                      </a:lnTo>
                      <a:lnTo>
                        <a:pt x="24019" y="12459"/>
                      </a:lnTo>
                      <a:lnTo>
                        <a:pt x="0" y="3508"/>
                      </a:lnTo>
                      <a:lnTo>
                        <a:pt x="0" y="0"/>
                      </a:lnTo>
                      <a:lnTo>
                        <a:pt x="27572" y="10412"/>
                      </a:lnTo>
                      <a:cubicBezTo>
                        <a:pt x="29326" y="11065"/>
                        <a:pt x="30923" y="11672"/>
                        <a:pt x="32318" y="12279"/>
                      </a:cubicBezTo>
                      <a:cubicBezTo>
                        <a:pt x="33712" y="12864"/>
                        <a:pt x="34926" y="13494"/>
                        <a:pt x="35916" y="14168"/>
                      </a:cubicBezTo>
                      <a:cubicBezTo>
                        <a:pt x="36905" y="14843"/>
                        <a:pt x="37670" y="15563"/>
                        <a:pt x="38187" y="16372"/>
                      </a:cubicBezTo>
                      <a:cubicBezTo>
                        <a:pt x="38704" y="17182"/>
                        <a:pt x="38974" y="18149"/>
                        <a:pt x="38974" y="19251"/>
                      </a:cubicBezTo>
                      <a:cubicBezTo>
                        <a:pt x="38974" y="19836"/>
                        <a:pt x="38929" y="20375"/>
                        <a:pt x="38862" y="20893"/>
                      </a:cubicBezTo>
                      <a:cubicBezTo>
                        <a:pt x="38795" y="21410"/>
                        <a:pt x="38704" y="21882"/>
                        <a:pt x="38592" y="22332"/>
                      </a:cubicBezTo>
                      <a:lnTo>
                        <a:pt x="35511" y="22332"/>
                      </a:lnTo>
                      <a:close/>
                    </a:path>
                  </a:pathLst>
                </a:custGeom>
                <a:solidFill>
                  <a:srgbClr val="231F20"/>
                </a:solidFill>
                <a:ln w="2249" cap="flat">
                  <a:noFill/>
                  <a:prstDash val="solid"/>
                  <a:miter/>
                </a:ln>
              </p:spPr>
              <p:txBody>
                <a:bodyPr rtlCol="0" anchor="ctr"/>
                <a:lstStyle/>
                <a:p>
                  <a:endParaRPr lang="en-US"/>
                </a:p>
              </p:txBody>
            </p:sp>
            <p:sp>
              <p:nvSpPr>
                <p:cNvPr id="48" name="Freeform 47">
                  <a:extLst>
                    <a:ext uri="{FF2B5EF4-FFF2-40B4-BE49-F238E27FC236}">
                      <a16:creationId xmlns:a16="http://schemas.microsoft.com/office/drawing/2014/main" id="{43013E02-7ABA-15D1-0A4D-5F1AFCCC7E8B}"/>
                    </a:ext>
                  </a:extLst>
                </p:cNvPr>
                <p:cNvSpPr/>
                <p:nvPr/>
              </p:nvSpPr>
              <p:spPr>
                <a:xfrm>
                  <a:off x="3778584" y="5110636"/>
                  <a:ext cx="50219" cy="11919"/>
                </a:xfrm>
                <a:custGeom>
                  <a:avLst/>
                  <a:gdLst>
                    <a:gd name="connsiteX0" fmla="*/ 23 w 50219"/>
                    <a:gd name="connsiteY0" fmla="*/ 0 h 11919"/>
                    <a:gd name="connsiteX1" fmla="*/ 12032 w 50219"/>
                    <a:gd name="connsiteY1" fmla="*/ 6072 h 11919"/>
                    <a:gd name="connsiteX2" fmla="*/ 25278 w 50219"/>
                    <a:gd name="connsiteY2" fmla="*/ 8254 h 11919"/>
                    <a:gd name="connsiteX3" fmla="*/ 38345 w 50219"/>
                    <a:gd name="connsiteY3" fmla="*/ 5982 h 11919"/>
                    <a:gd name="connsiteX4" fmla="*/ 50219 w 50219"/>
                    <a:gd name="connsiteY4" fmla="*/ 0 h 11919"/>
                    <a:gd name="connsiteX5" fmla="*/ 50219 w 50219"/>
                    <a:gd name="connsiteY5" fmla="*/ 2744 h 11919"/>
                    <a:gd name="connsiteX6" fmla="*/ 44260 w 50219"/>
                    <a:gd name="connsiteY6" fmla="*/ 6679 h 11919"/>
                    <a:gd name="connsiteX7" fmla="*/ 38367 w 50219"/>
                    <a:gd name="connsiteY7" fmla="*/ 9581 h 11919"/>
                    <a:gd name="connsiteX8" fmla="*/ 32115 w 50219"/>
                    <a:gd name="connsiteY8" fmla="*/ 11335 h 11919"/>
                    <a:gd name="connsiteX9" fmla="*/ 25008 w 50219"/>
                    <a:gd name="connsiteY9" fmla="*/ 11920 h 11919"/>
                    <a:gd name="connsiteX10" fmla="*/ 18014 w 50219"/>
                    <a:gd name="connsiteY10" fmla="*/ 11312 h 11919"/>
                    <a:gd name="connsiteX11" fmla="*/ 11717 w 50219"/>
                    <a:gd name="connsiteY11" fmla="*/ 9536 h 11919"/>
                    <a:gd name="connsiteX12" fmla="*/ 5802 w 50219"/>
                    <a:gd name="connsiteY12" fmla="*/ 6657 h 11919"/>
                    <a:gd name="connsiteX13" fmla="*/ 0 w 50219"/>
                    <a:gd name="connsiteY13" fmla="*/ 2744 h 11919"/>
                    <a:gd name="connsiteX14" fmla="*/ 0 w 50219"/>
                    <a:gd name="connsiteY14" fmla="*/ 0 h 11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0219" h="11919">
                      <a:moveTo>
                        <a:pt x="23" y="0"/>
                      </a:moveTo>
                      <a:cubicBezTo>
                        <a:pt x="3756" y="2586"/>
                        <a:pt x="7759" y="4610"/>
                        <a:pt x="12032" y="6072"/>
                      </a:cubicBezTo>
                      <a:cubicBezTo>
                        <a:pt x="16305" y="7534"/>
                        <a:pt x="20713" y="8254"/>
                        <a:pt x="25278" y="8254"/>
                      </a:cubicBezTo>
                      <a:cubicBezTo>
                        <a:pt x="29844" y="8254"/>
                        <a:pt x="34139" y="7489"/>
                        <a:pt x="38345" y="5982"/>
                      </a:cubicBezTo>
                      <a:cubicBezTo>
                        <a:pt x="42550" y="4475"/>
                        <a:pt x="46509" y="2474"/>
                        <a:pt x="50219" y="0"/>
                      </a:cubicBezTo>
                      <a:lnTo>
                        <a:pt x="50219" y="2744"/>
                      </a:lnTo>
                      <a:cubicBezTo>
                        <a:pt x="48173" y="4228"/>
                        <a:pt x="46171" y="5532"/>
                        <a:pt x="44260" y="6679"/>
                      </a:cubicBezTo>
                      <a:cubicBezTo>
                        <a:pt x="42326" y="7826"/>
                        <a:pt x="40369" y="8794"/>
                        <a:pt x="38367" y="9581"/>
                      </a:cubicBezTo>
                      <a:cubicBezTo>
                        <a:pt x="36366" y="10368"/>
                        <a:pt x="34274" y="10952"/>
                        <a:pt x="32115" y="11335"/>
                      </a:cubicBezTo>
                      <a:cubicBezTo>
                        <a:pt x="29956" y="11717"/>
                        <a:pt x="27572" y="11920"/>
                        <a:pt x="25008" y="11920"/>
                      </a:cubicBezTo>
                      <a:cubicBezTo>
                        <a:pt x="22445" y="11920"/>
                        <a:pt x="20196" y="11717"/>
                        <a:pt x="18014" y="11312"/>
                      </a:cubicBezTo>
                      <a:cubicBezTo>
                        <a:pt x="15833" y="10907"/>
                        <a:pt x="13741" y="10300"/>
                        <a:pt x="11717" y="9536"/>
                      </a:cubicBezTo>
                      <a:cubicBezTo>
                        <a:pt x="9693" y="8748"/>
                        <a:pt x="7737" y="7804"/>
                        <a:pt x="5802" y="6657"/>
                      </a:cubicBezTo>
                      <a:cubicBezTo>
                        <a:pt x="3868" y="5510"/>
                        <a:pt x="1934" y="4228"/>
                        <a:pt x="0" y="2744"/>
                      </a:cubicBezTo>
                      <a:lnTo>
                        <a:pt x="0" y="0"/>
                      </a:lnTo>
                      <a:close/>
                    </a:path>
                  </a:pathLst>
                </a:custGeom>
                <a:solidFill>
                  <a:srgbClr val="231F20"/>
                </a:solidFill>
                <a:ln w="2249" cap="flat">
                  <a:noFill/>
                  <a:prstDash val="solid"/>
                  <a:miter/>
                </a:ln>
              </p:spPr>
              <p:txBody>
                <a:bodyPr rtlCol="0" anchor="ctr"/>
                <a:lstStyle/>
                <a:p>
                  <a:endParaRPr lang="en-US"/>
                </a:p>
              </p:txBody>
            </p:sp>
            <p:sp>
              <p:nvSpPr>
                <p:cNvPr id="49" name="Freeform 48">
                  <a:extLst>
                    <a:ext uri="{FF2B5EF4-FFF2-40B4-BE49-F238E27FC236}">
                      <a16:creationId xmlns:a16="http://schemas.microsoft.com/office/drawing/2014/main" id="{397C9147-8BB0-FE55-FB8E-106B0395A017}"/>
                    </a:ext>
                  </a:extLst>
                </p:cNvPr>
                <p:cNvSpPr/>
                <p:nvPr/>
              </p:nvSpPr>
              <p:spPr>
                <a:xfrm>
                  <a:off x="3789784" y="5091025"/>
                  <a:ext cx="28719" cy="12481"/>
                </a:xfrm>
                <a:custGeom>
                  <a:avLst/>
                  <a:gdLst>
                    <a:gd name="connsiteX0" fmla="*/ 28719 w 28719"/>
                    <a:gd name="connsiteY0" fmla="*/ 9243 h 12481"/>
                    <a:gd name="connsiteX1" fmla="*/ 28719 w 28719"/>
                    <a:gd name="connsiteY1" fmla="*/ 12482 h 12481"/>
                    <a:gd name="connsiteX2" fmla="*/ 765 w 28719"/>
                    <a:gd name="connsiteY2" fmla="*/ 12482 h 12481"/>
                    <a:gd name="connsiteX3" fmla="*/ 765 w 28719"/>
                    <a:gd name="connsiteY3" fmla="*/ 9243 h 12481"/>
                    <a:gd name="connsiteX4" fmla="*/ 6005 w 28719"/>
                    <a:gd name="connsiteY4" fmla="*/ 9243 h 12481"/>
                    <a:gd name="connsiteX5" fmla="*/ 6005 w 28719"/>
                    <a:gd name="connsiteY5" fmla="*/ 9131 h 12481"/>
                    <a:gd name="connsiteX6" fmla="*/ 1327 w 28719"/>
                    <a:gd name="connsiteY6" fmla="*/ 5645 h 12481"/>
                    <a:gd name="connsiteX7" fmla="*/ 0 w 28719"/>
                    <a:gd name="connsiteY7" fmla="*/ 0 h 12481"/>
                    <a:gd name="connsiteX8" fmla="*/ 3509 w 28719"/>
                    <a:gd name="connsiteY8" fmla="*/ 0 h 12481"/>
                    <a:gd name="connsiteX9" fmla="*/ 4363 w 28719"/>
                    <a:gd name="connsiteY9" fmla="*/ 4543 h 12481"/>
                    <a:gd name="connsiteX10" fmla="*/ 6837 w 28719"/>
                    <a:gd name="connsiteY10" fmla="*/ 7377 h 12481"/>
                    <a:gd name="connsiteX11" fmla="*/ 10525 w 28719"/>
                    <a:gd name="connsiteY11" fmla="*/ 8838 h 12481"/>
                    <a:gd name="connsiteX12" fmla="*/ 14978 w 28719"/>
                    <a:gd name="connsiteY12" fmla="*/ 9243 h 12481"/>
                    <a:gd name="connsiteX13" fmla="*/ 28697 w 28719"/>
                    <a:gd name="connsiteY13" fmla="*/ 9243 h 1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719" h="12481">
                      <a:moveTo>
                        <a:pt x="28719" y="9243"/>
                      </a:moveTo>
                      <a:lnTo>
                        <a:pt x="28719" y="12482"/>
                      </a:lnTo>
                      <a:lnTo>
                        <a:pt x="765" y="12482"/>
                      </a:lnTo>
                      <a:lnTo>
                        <a:pt x="765" y="9243"/>
                      </a:lnTo>
                      <a:lnTo>
                        <a:pt x="6005" y="9243"/>
                      </a:lnTo>
                      <a:lnTo>
                        <a:pt x="6005" y="9131"/>
                      </a:lnTo>
                      <a:cubicBezTo>
                        <a:pt x="3778" y="8231"/>
                        <a:pt x="2227" y="7062"/>
                        <a:pt x="1327" y="5645"/>
                      </a:cubicBezTo>
                      <a:cubicBezTo>
                        <a:pt x="450" y="4228"/>
                        <a:pt x="0" y="2339"/>
                        <a:pt x="0" y="0"/>
                      </a:cubicBezTo>
                      <a:lnTo>
                        <a:pt x="3509" y="0"/>
                      </a:lnTo>
                      <a:cubicBezTo>
                        <a:pt x="3463" y="1844"/>
                        <a:pt x="3756" y="3351"/>
                        <a:pt x="4363" y="4543"/>
                      </a:cubicBezTo>
                      <a:cubicBezTo>
                        <a:pt x="4970" y="5735"/>
                        <a:pt x="5802" y="6679"/>
                        <a:pt x="6837" y="7377"/>
                      </a:cubicBezTo>
                      <a:cubicBezTo>
                        <a:pt x="7871" y="8074"/>
                        <a:pt x="9108" y="8568"/>
                        <a:pt x="10525" y="8838"/>
                      </a:cubicBezTo>
                      <a:cubicBezTo>
                        <a:pt x="11942" y="9108"/>
                        <a:pt x="13426" y="9243"/>
                        <a:pt x="14978" y="9243"/>
                      </a:cubicBezTo>
                      <a:lnTo>
                        <a:pt x="28697" y="9243"/>
                      </a:lnTo>
                      <a:close/>
                    </a:path>
                  </a:pathLst>
                </a:custGeom>
                <a:solidFill>
                  <a:srgbClr val="231F20"/>
                </a:solidFill>
                <a:ln w="2249" cap="flat">
                  <a:noFill/>
                  <a:prstDash val="solid"/>
                  <a:miter/>
                </a:ln>
              </p:spPr>
              <p:txBody>
                <a:bodyPr rtlCol="0" anchor="ctr"/>
                <a:lstStyle/>
                <a:p>
                  <a:endParaRPr lang="en-US"/>
                </a:p>
              </p:txBody>
            </p:sp>
            <p:sp>
              <p:nvSpPr>
                <p:cNvPr id="50" name="Freeform 49">
                  <a:extLst>
                    <a:ext uri="{FF2B5EF4-FFF2-40B4-BE49-F238E27FC236}">
                      <a16:creationId xmlns:a16="http://schemas.microsoft.com/office/drawing/2014/main" id="{373C8073-325A-80C9-DDB5-828F5BEFD8B6}"/>
                    </a:ext>
                  </a:extLst>
                </p:cNvPr>
                <p:cNvSpPr/>
                <p:nvPr/>
              </p:nvSpPr>
              <p:spPr>
                <a:xfrm>
                  <a:off x="3778607" y="5074652"/>
                  <a:ext cx="50219" cy="11919"/>
                </a:xfrm>
                <a:custGeom>
                  <a:avLst/>
                  <a:gdLst>
                    <a:gd name="connsiteX0" fmla="*/ 50197 w 50219"/>
                    <a:gd name="connsiteY0" fmla="*/ 11920 h 11919"/>
                    <a:gd name="connsiteX1" fmla="*/ 38187 w 50219"/>
                    <a:gd name="connsiteY1" fmla="*/ 5847 h 11919"/>
                    <a:gd name="connsiteX2" fmla="*/ 24941 w 50219"/>
                    <a:gd name="connsiteY2" fmla="*/ 3666 h 11919"/>
                    <a:gd name="connsiteX3" fmla="*/ 11875 w 50219"/>
                    <a:gd name="connsiteY3" fmla="*/ 5937 h 11919"/>
                    <a:gd name="connsiteX4" fmla="*/ 0 w 50219"/>
                    <a:gd name="connsiteY4" fmla="*/ 11920 h 11919"/>
                    <a:gd name="connsiteX5" fmla="*/ 0 w 50219"/>
                    <a:gd name="connsiteY5" fmla="*/ 9176 h 11919"/>
                    <a:gd name="connsiteX6" fmla="*/ 5960 w 50219"/>
                    <a:gd name="connsiteY6" fmla="*/ 5240 h 11919"/>
                    <a:gd name="connsiteX7" fmla="*/ 11852 w 50219"/>
                    <a:gd name="connsiteY7" fmla="*/ 2362 h 11919"/>
                    <a:gd name="connsiteX8" fmla="*/ 18104 w 50219"/>
                    <a:gd name="connsiteY8" fmla="*/ 607 h 11919"/>
                    <a:gd name="connsiteX9" fmla="*/ 25211 w 50219"/>
                    <a:gd name="connsiteY9" fmla="*/ 0 h 11919"/>
                    <a:gd name="connsiteX10" fmla="*/ 32205 w 50219"/>
                    <a:gd name="connsiteY10" fmla="*/ 607 h 11919"/>
                    <a:gd name="connsiteX11" fmla="*/ 38502 w 50219"/>
                    <a:gd name="connsiteY11" fmla="*/ 2384 h 11919"/>
                    <a:gd name="connsiteX12" fmla="*/ 44417 w 50219"/>
                    <a:gd name="connsiteY12" fmla="*/ 5285 h 11919"/>
                    <a:gd name="connsiteX13" fmla="*/ 50219 w 50219"/>
                    <a:gd name="connsiteY13" fmla="*/ 9176 h 11919"/>
                    <a:gd name="connsiteX14" fmla="*/ 50219 w 50219"/>
                    <a:gd name="connsiteY14" fmla="*/ 11920 h 11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0219" h="11919">
                      <a:moveTo>
                        <a:pt x="50197" y="11920"/>
                      </a:moveTo>
                      <a:cubicBezTo>
                        <a:pt x="46464" y="9333"/>
                        <a:pt x="42460" y="7309"/>
                        <a:pt x="38187" y="5847"/>
                      </a:cubicBezTo>
                      <a:cubicBezTo>
                        <a:pt x="33914" y="4385"/>
                        <a:pt x="29506" y="3666"/>
                        <a:pt x="24941" y="3666"/>
                      </a:cubicBezTo>
                      <a:cubicBezTo>
                        <a:pt x="20376" y="3666"/>
                        <a:pt x="16080" y="4430"/>
                        <a:pt x="11875" y="5937"/>
                      </a:cubicBezTo>
                      <a:cubicBezTo>
                        <a:pt x="7669" y="7444"/>
                        <a:pt x="3711" y="9446"/>
                        <a:pt x="0" y="11920"/>
                      </a:cubicBezTo>
                      <a:lnTo>
                        <a:pt x="0" y="9176"/>
                      </a:lnTo>
                      <a:cubicBezTo>
                        <a:pt x="2047" y="7692"/>
                        <a:pt x="4048" y="6387"/>
                        <a:pt x="5960" y="5240"/>
                      </a:cubicBezTo>
                      <a:cubicBezTo>
                        <a:pt x="7871" y="4093"/>
                        <a:pt x="9850" y="3126"/>
                        <a:pt x="11852" y="2362"/>
                      </a:cubicBezTo>
                      <a:cubicBezTo>
                        <a:pt x="13854" y="1597"/>
                        <a:pt x="15945" y="1012"/>
                        <a:pt x="18104" y="607"/>
                      </a:cubicBezTo>
                      <a:cubicBezTo>
                        <a:pt x="20286" y="202"/>
                        <a:pt x="22647" y="0"/>
                        <a:pt x="25211" y="0"/>
                      </a:cubicBezTo>
                      <a:cubicBezTo>
                        <a:pt x="27775" y="0"/>
                        <a:pt x="30024" y="202"/>
                        <a:pt x="32205" y="607"/>
                      </a:cubicBezTo>
                      <a:cubicBezTo>
                        <a:pt x="34387" y="1012"/>
                        <a:pt x="36478" y="1619"/>
                        <a:pt x="38502" y="2384"/>
                      </a:cubicBezTo>
                      <a:cubicBezTo>
                        <a:pt x="40526" y="3171"/>
                        <a:pt x="42483" y="4138"/>
                        <a:pt x="44417" y="5285"/>
                      </a:cubicBezTo>
                      <a:cubicBezTo>
                        <a:pt x="46351" y="6432"/>
                        <a:pt x="48285" y="7736"/>
                        <a:pt x="50219" y="9176"/>
                      </a:cubicBezTo>
                      <a:lnTo>
                        <a:pt x="50219" y="11920"/>
                      </a:lnTo>
                      <a:close/>
                    </a:path>
                  </a:pathLst>
                </a:custGeom>
                <a:solidFill>
                  <a:srgbClr val="231F20"/>
                </a:solidFill>
                <a:ln w="2249" cap="flat">
                  <a:noFill/>
                  <a:prstDash val="solid"/>
                  <a:miter/>
                </a:ln>
              </p:spPr>
              <p:txBody>
                <a:bodyPr rtlCol="0" anchor="ctr"/>
                <a:lstStyle/>
                <a:p>
                  <a:endParaRPr lang="en-US"/>
                </a:p>
              </p:txBody>
            </p:sp>
          </p:grpSp>
          <p:sp>
            <p:nvSpPr>
              <p:cNvPr id="18451" name="TextBox 18450">
                <a:extLst>
                  <a:ext uri="{FF2B5EF4-FFF2-40B4-BE49-F238E27FC236}">
                    <a16:creationId xmlns:a16="http://schemas.microsoft.com/office/drawing/2014/main" id="{B6AA0645-F6EF-D581-72B7-33DCE87454EB}"/>
                  </a:ext>
                </a:extLst>
              </p:cNvPr>
              <p:cNvSpPr txBox="1"/>
              <p:nvPr/>
            </p:nvSpPr>
            <p:spPr>
              <a:xfrm rot="16200000">
                <a:off x="1690642" y="5294509"/>
                <a:ext cx="930013" cy="369332"/>
              </a:xfrm>
              <a:prstGeom prst="rect">
                <a:avLst/>
              </a:prstGeom>
              <a:noFill/>
            </p:spPr>
            <p:txBody>
              <a:bodyPr wrap="square" rtlCol="0">
                <a:spAutoFit/>
              </a:bodyPr>
              <a:lstStyle/>
              <a:p>
                <a:pPr algn="ctr"/>
                <a:r>
                  <a:rPr lang="en-US" b="1">
                    <a:solidFill>
                      <a:srgbClr val="7030A0"/>
                    </a:solidFill>
                    <a:latin typeface="HELVETICA LIGHT" panose="020B0403020202020204" pitchFamily="34" charset="0"/>
                  </a:rPr>
                  <a:t>A1-B1</a:t>
                </a:r>
              </a:p>
            </p:txBody>
          </p:sp>
        </p:grpSp>
      </p:grpSp>
      <p:sp>
        <p:nvSpPr>
          <p:cNvPr id="18383" name="Text 2">
            <a:extLst>
              <a:ext uri="{FF2B5EF4-FFF2-40B4-BE49-F238E27FC236}">
                <a16:creationId xmlns:a16="http://schemas.microsoft.com/office/drawing/2014/main" id="{A8505277-577F-56CA-63E1-673806ADFDDD}"/>
              </a:ext>
            </a:extLst>
          </p:cNvPr>
          <p:cNvSpPr/>
          <p:nvPr/>
        </p:nvSpPr>
        <p:spPr>
          <a:xfrm>
            <a:off x="343508" y="164865"/>
            <a:ext cx="10412724" cy="457245"/>
          </a:xfrm>
          <a:prstGeom prst="rect">
            <a:avLst/>
          </a:prstGeom>
          <a:noFill/>
          <a:ln/>
        </p:spPr>
        <p:txBody>
          <a:bodyPr wrap="square" lIns="0" tIns="0" rIns="0" bIns="0" rtlCol="0" anchor="ctr">
            <a:normAutofit/>
          </a:bodyPr>
          <a:lstStyle/>
          <a:p>
            <a:pPr marL="0" indent="0">
              <a:buNone/>
            </a:pPr>
            <a:r>
              <a:rPr lang="en-US" sz="2600" dirty="0">
                <a:latin typeface="Helvetica" pitchFamily="2" charset="0"/>
              </a:rPr>
              <a:t>Gaze-pattern separation predicts subsequent discrimination success</a:t>
            </a:r>
          </a:p>
        </p:txBody>
      </p:sp>
      <p:grpSp>
        <p:nvGrpSpPr>
          <p:cNvPr id="18400" name="Group 18399">
            <a:extLst>
              <a:ext uri="{FF2B5EF4-FFF2-40B4-BE49-F238E27FC236}">
                <a16:creationId xmlns:a16="http://schemas.microsoft.com/office/drawing/2014/main" id="{88EFDD13-C9D2-AF27-0BD3-1E129ABA653D}"/>
              </a:ext>
            </a:extLst>
          </p:cNvPr>
          <p:cNvGrpSpPr/>
          <p:nvPr/>
        </p:nvGrpSpPr>
        <p:grpSpPr>
          <a:xfrm>
            <a:off x="1383543" y="1434542"/>
            <a:ext cx="2701593" cy="2377837"/>
            <a:chOff x="1383543" y="1434542"/>
            <a:chExt cx="2701593" cy="2377837"/>
          </a:xfrm>
        </p:grpSpPr>
        <p:grpSp>
          <p:nvGrpSpPr>
            <p:cNvPr id="18384" name="Group 18383">
              <a:extLst>
                <a:ext uri="{FF2B5EF4-FFF2-40B4-BE49-F238E27FC236}">
                  <a16:creationId xmlns:a16="http://schemas.microsoft.com/office/drawing/2014/main" id="{8062466F-2BB7-600B-765C-62043E051D86}"/>
                </a:ext>
              </a:extLst>
            </p:cNvPr>
            <p:cNvGrpSpPr/>
            <p:nvPr/>
          </p:nvGrpSpPr>
          <p:grpSpPr>
            <a:xfrm>
              <a:off x="1383543" y="1434542"/>
              <a:ext cx="2608448" cy="2377837"/>
              <a:chOff x="1989185" y="2883328"/>
              <a:chExt cx="2608448" cy="2377837"/>
            </a:xfrm>
          </p:grpSpPr>
          <p:sp>
            <p:nvSpPr>
              <p:cNvPr id="18385" name="TextBox 18384">
                <a:extLst>
                  <a:ext uri="{FF2B5EF4-FFF2-40B4-BE49-F238E27FC236}">
                    <a16:creationId xmlns:a16="http://schemas.microsoft.com/office/drawing/2014/main" id="{215CD07A-6F7F-A047-43FA-E7E880A0ECAF}"/>
                  </a:ext>
                </a:extLst>
              </p:cNvPr>
              <p:cNvSpPr txBox="1"/>
              <p:nvPr/>
            </p:nvSpPr>
            <p:spPr>
              <a:xfrm>
                <a:off x="3783980" y="4891833"/>
                <a:ext cx="466794" cy="369332"/>
              </a:xfrm>
              <a:prstGeom prst="rect">
                <a:avLst/>
              </a:prstGeom>
              <a:noFill/>
            </p:spPr>
            <p:txBody>
              <a:bodyPr wrap="none" rtlCol="0">
                <a:spAutoFit/>
              </a:bodyPr>
              <a:lstStyle/>
              <a:p>
                <a:pPr algn="l"/>
                <a:r>
                  <a:rPr lang="en-US" spc="0" baseline="0" dirty="0">
                    <a:ln/>
                    <a:solidFill>
                      <a:srgbClr val="262626"/>
                    </a:solidFill>
                    <a:latin typeface="Helvetica-Light"/>
                    <a:sym typeface="Helvetica-Light"/>
                    <a:rtl val="0"/>
                  </a:rPr>
                  <a:t>B1</a:t>
                </a:r>
              </a:p>
            </p:txBody>
          </p:sp>
          <p:sp>
            <p:nvSpPr>
              <p:cNvPr id="18386" name="TextBox 18385">
                <a:extLst>
                  <a:ext uri="{FF2B5EF4-FFF2-40B4-BE49-F238E27FC236}">
                    <a16:creationId xmlns:a16="http://schemas.microsoft.com/office/drawing/2014/main" id="{86BD7C23-3F12-3478-951F-754241C2F807}"/>
                  </a:ext>
                </a:extLst>
              </p:cNvPr>
              <p:cNvSpPr txBox="1"/>
              <p:nvPr/>
            </p:nvSpPr>
            <p:spPr>
              <a:xfrm>
                <a:off x="2408786" y="4885370"/>
                <a:ext cx="466794" cy="369332"/>
              </a:xfrm>
              <a:prstGeom prst="rect">
                <a:avLst/>
              </a:prstGeom>
              <a:noFill/>
            </p:spPr>
            <p:txBody>
              <a:bodyPr wrap="none" rtlCol="0">
                <a:spAutoFit/>
              </a:bodyPr>
              <a:lstStyle/>
              <a:p>
                <a:pPr algn="l"/>
                <a:r>
                  <a:rPr lang="en-US" spc="0" baseline="0" dirty="0">
                    <a:ln/>
                    <a:solidFill>
                      <a:srgbClr val="262626"/>
                    </a:solidFill>
                    <a:latin typeface="Helvetica-Light"/>
                    <a:sym typeface="Helvetica-Light"/>
                    <a:rtl val="0"/>
                  </a:rPr>
                  <a:t>A1</a:t>
                </a:r>
              </a:p>
            </p:txBody>
          </p:sp>
          <p:grpSp>
            <p:nvGrpSpPr>
              <p:cNvPr id="18387" name="Group 18386">
                <a:extLst>
                  <a:ext uri="{FF2B5EF4-FFF2-40B4-BE49-F238E27FC236}">
                    <a16:creationId xmlns:a16="http://schemas.microsoft.com/office/drawing/2014/main" id="{3B5A8EF6-F647-83E2-6353-AA32382697E4}"/>
                  </a:ext>
                </a:extLst>
              </p:cNvPr>
              <p:cNvGrpSpPr/>
              <p:nvPr/>
            </p:nvGrpSpPr>
            <p:grpSpPr>
              <a:xfrm>
                <a:off x="1989185" y="2883328"/>
                <a:ext cx="2608448" cy="2046917"/>
                <a:chOff x="1153910" y="2883328"/>
                <a:chExt cx="2608448" cy="2046917"/>
              </a:xfrm>
            </p:grpSpPr>
            <p:pic>
              <p:nvPicPr>
                <p:cNvPr id="18388" name="Picture 18387">
                  <a:extLst>
                    <a:ext uri="{FF2B5EF4-FFF2-40B4-BE49-F238E27FC236}">
                      <a16:creationId xmlns:a16="http://schemas.microsoft.com/office/drawing/2014/main" id="{D26471AE-8F72-9D3F-75D4-0EEF31E0C966}"/>
                    </a:ext>
                  </a:extLst>
                </p:cNvPr>
                <p:cNvPicPr>
                  <a:picLocks noChangeAspect="1"/>
                </p:cNvPicPr>
                <p:nvPr/>
              </p:nvPicPr>
              <p:blipFill>
                <a:blip r:embed="rId3"/>
                <a:stretch>
                  <a:fillRect/>
                </a:stretch>
              </p:blipFill>
              <p:spPr>
                <a:xfrm>
                  <a:off x="2500353" y="3665086"/>
                  <a:ext cx="1262005" cy="1265159"/>
                </a:xfrm>
                <a:custGeom>
                  <a:avLst/>
                  <a:gdLst>
                    <a:gd name="connsiteX0" fmla="*/ 46 w 1447800"/>
                    <a:gd name="connsiteY0" fmla="*/ -29 h 1451419"/>
                    <a:gd name="connsiteX1" fmla="*/ 1447846 w 1447800"/>
                    <a:gd name="connsiteY1" fmla="*/ -29 h 1451419"/>
                    <a:gd name="connsiteX2" fmla="*/ 1447846 w 1447800"/>
                    <a:gd name="connsiteY2" fmla="*/ 1451390 h 1451419"/>
                    <a:gd name="connsiteX3" fmla="*/ 46 w 1447800"/>
                    <a:gd name="connsiteY3" fmla="*/ 1451390 h 1451419"/>
                  </a:gdLst>
                  <a:ahLst/>
                  <a:cxnLst>
                    <a:cxn ang="0">
                      <a:pos x="connsiteX0" y="connsiteY0"/>
                    </a:cxn>
                    <a:cxn ang="0">
                      <a:pos x="connsiteX1" y="connsiteY1"/>
                    </a:cxn>
                    <a:cxn ang="0">
                      <a:pos x="connsiteX2" y="connsiteY2"/>
                    </a:cxn>
                    <a:cxn ang="0">
                      <a:pos x="connsiteX3" y="connsiteY3"/>
                    </a:cxn>
                  </a:cxnLst>
                  <a:rect l="l" t="t" r="r" b="b"/>
                  <a:pathLst>
                    <a:path w="1447800" h="1451419">
                      <a:moveTo>
                        <a:pt x="46" y="-29"/>
                      </a:moveTo>
                      <a:lnTo>
                        <a:pt x="1447846" y="-29"/>
                      </a:lnTo>
                      <a:lnTo>
                        <a:pt x="1447846" y="1451390"/>
                      </a:lnTo>
                      <a:lnTo>
                        <a:pt x="46" y="1451390"/>
                      </a:lnTo>
                      <a:close/>
                    </a:path>
                  </a:pathLst>
                </a:custGeom>
              </p:spPr>
            </p:pic>
            <p:pic>
              <p:nvPicPr>
                <p:cNvPr id="18389" name="Picture 18388">
                  <a:extLst>
                    <a:ext uri="{FF2B5EF4-FFF2-40B4-BE49-F238E27FC236}">
                      <a16:creationId xmlns:a16="http://schemas.microsoft.com/office/drawing/2014/main" id="{76FD481C-F610-6442-43D4-5B58D3A18532}"/>
                    </a:ext>
                  </a:extLst>
                </p:cNvPr>
                <p:cNvPicPr>
                  <a:picLocks noChangeAspect="1"/>
                </p:cNvPicPr>
                <p:nvPr/>
              </p:nvPicPr>
              <p:blipFill>
                <a:blip r:embed="rId4"/>
                <a:stretch>
                  <a:fillRect/>
                </a:stretch>
              </p:blipFill>
              <p:spPr>
                <a:xfrm>
                  <a:off x="1153910" y="3622659"/>
                  <a:ext cx="1262005" cy="1265159"/>
                </a:xfrm>
                <a:custGeom>
                  <a:avLst/>
                  <a:gdLst>
                    <a:gd name="connsiteX0" fmla="*/ -116 w 1447800"/>
                    <a:gd name="connsiteY0" fmla="*/ -35 h 1451419"/>
                    <a:gd name="connsiteX1" fmla="*/ 1447684 w 1447800"/>
                    <a:gd name="connsiteY1" fmla="*/ -35 h 1451419"/>
                    <a:gd name="connsiteX2" fmla="*/ 1447684 w 1447800"/>
                    <a:gd name="connsiteY2" fmla="*/ 1451385 h 1451419"/>
                    <a:gd name="connsiteX3" fmla="*/ -116 w 1447800"/>
                    <a:gd name="connsiteY3" fmla="*/ 1451385 h 1451419"/>
                  </a:gdLst>
                  <a:ahLst/>
                  <a:cxnLst>
                    <a:cxn ang="0">
                      <a:pos x="connsiteX0" y="connsiteY0"/>
                    </a:cxn>
                    <a:cxn ang="0">
                      <a:pos x="connsiteX1" y="connsiteY1"/>
                    </a:cxn>
                    <a:cxn ang="0">
                      <a:pos x="connsiteX2" y="connsiteY2"/>
                    </a:cxn>
                    <a:cxn ang="0">
                      <a:pos x="connsiteX3" y="connsiteY3"/>
                    </a:cxn>
                  </a:cxnLst>
                  <a:rect l="l" t="t" r="r" b="b"/>
                  <a:pathLst>
                    <a:path w="1447800" h="1451419">
                      <a:moveTo>
                        <a:pt x="-116" y="-35"/>
                      </a:moveTo>
                      <a:lnTo>
                        <a:pt x="1447684" y="-35"/>
                      </a:lnTo>
                      <a:lnTo>
                        <a:pt x="1447684" y="1451385"/>
                      </a:lnTo>
                      <a:lnTo>
                        <a:pt x="-116" y="1451385"/>
                      </a:lnTo>
                      <a:close/>
                    </a:path>
                  </a:pathLst>
                </a:custGeom>
              </p:spPr>
            </p:pic>
            <p:sp>
              <p:nvSpPr>
                <p:cNvPr id="18398" name="TextBox 18397">
                  <a:extLst>
                    <a:ext uri="{FF2B5EF4-FFF2-40B4-BE49-F238E27FC236}">
                      <a16:creationId xmlns:a16="http://schemas.microsoft.com/office/drawing/2014/main" id="{A2799186-0226-911C-08E5-052D80ADF239}"/>
                    </a:ext>
                  </a:extLst>
                </p:cNvPr>
                <p:cNvSpPr txBox="1"/>
                <p:nvPr/>
              </p:nvSpPr>
              <p:spPr>
                <a:xfrm>
                  <a:off x="1828578" y="2883328"/>
                  <a:ext cx="1441420" cy="369332"/>
                </a:xfrm>
                <a:prstGeom prst="rect">
                  <a:avLst/>
                </a:prstGeom>
                <a:noFill/>
              </p:spPr>
              <p:txBody>
                <a:bodyPr wrap="none" rtlCol="0">
                  <a:spAutoFit/>
                </a:bodyPr>
                <a:lstStyle/>
                <a:p>
                  <a:pPr algn="l"/>
                  <a:r>
                    <a:rPr lang="en-US" spc="0" baseline="0" dirty="0">
                      <a:ln/>
                      <a:solidFill>
                        <a:srgbClr val="231F20"/>
                      </a:solidFill>
                      <a:latin typeface="Helvetica-Light"/>
                      <a:sym typeface="Helvetica-Light"/>
                      <a:rtl val="0"/>
                    </a:rPr>
                    <a:t>At encoding</a:t>
                  </a:r>
                </a:p>
              </p:txBody>
            </p:sp>
          </p:grpSp>
        </p:grpSp>
        <p:sp>
          <p:nvSpPr>
            <p:cNvPr id="18399" name="TextBox 18398">
              <a:extLst>
                <a:ext uri="{FF2B5EF4-FFF2-40B4-BE49-F238E27FC236}">
                  <a16:creationId xmlns:a16="http://schemas.microsoft.com/office/drawing/2014/main" id="{AAAEBD81-6DEC-E454-940F-9CC2F86388C7}"/>
                </a:ext>
              </a:extLst>
            </p:cNvPr>
            <p:cNvSpPr txBox="1"/>
            <p:nvPr/>
          </p:nvSpPr>
          <p:spPr>
            <a:xfrm>
              <a:off x="1604970" y="1788822"/>
              <a:ext cx="2480166" cy="369332"/>
            </a:xfrm>
            <a:prstGeom prst="rect">
              <a:avLst/>
            </a:prstGeom>
            <a:noFill/>
          </p:spPr>
          <p:txBody>
            <a:bodyPr wrap="none" rtlCol="0">
              <a:spAutoFit/>
            </a:bodyPr>
            <a:lstStyle/>
            <a:p>
              <a:pPr algn="l"/>
              <a:r>
                <a:rPr lang="en-US" b="1" dirty="0">
                  <a:ln/>
                  <a:solidFill>
                    <a:srgbClr val="231F20"/>
                  </a:solidFill>
                  <a:latin typeface="Helvetica-Light"/>
                  <a:sym typeface="Helvetica-Light"/>
                  <a:rtl val="0"/>
                </a:rPr>
                <a:t>Viewing the difference</a:t>
              </a:r>
              <a:endParaRPr lang="en-US" b="1" spc="0" baseline="0" dirty="0">
                <a:ln/>
                <a:solidFill>
                  <a:srgbClr val="231F20"/>
                </a:solidFill>
                <a:latin typeface="Helvetica-Light"/>
                <a:sym typeface="Helvetica-Light"/>
                <a:rtl val="0"/>
              </a:endParaRPr>
            </a:p>
          </p:txBody>
        </p:sp>
      </p:grpSp>
    </p:spTree>
    <p:extLst>
      <p:ext uri="{BB962C8B-B14F-4D97-AF65-F5344CB8AC3E}">
        <p14:creationId xmlns:p14="http://schemas.microsoft.com/office/powerpoint/2010/main" val="2421575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40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45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75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75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77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57"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95" name="TextBox 18294">
            <a:extLst>
              <a:ext uri="{FF2B5EF4-FFF2-40B4-BE49-F238E27FC236}">
                <a16:creationId xmlns:a16="http://schemas.microsoft.com/office/drawing/2014/main" id="{DAD4D5CB-DE47-C2A0-1FA7-563C2391713B}"/>
              </a:ext>
            </a:extLst>
          </p:cNvPr>
          <p:cNvSpPr txBox="1"/>
          <p:nvPr/>
        </p:nvSpPr>
        <p:spPr>
          <a:xfrm>
            <a:off x="931994" y="5312888"/>
            <a:ext cx="10328012" cy="400110"/>
          </a:xfrm>
          <a:prstGeom prst="rect">
            <a:avLst/>
          </a:prstGeom>
          <a:noFill/>
        </p:spPr>
        <p:txBody>
          <a:bodyPr wrap="square" rtlCol="0">
            <a:spAutoFit/>
          </a:bodyPr>
          <a:lstStyle/>
          <a:p>
            <a:r>
              <a:rPr lang="en-US" sz="2000" dirty="0">
                <a:latin typeface="Helvetica" pitchFamily="2" charset="0"/>
              </a:rPr>
              <a:t>Diagnostic gaze patterns were recapitulated during successful discrimination</a:t>
            </a:r>
          </a:p>
        </p:txBody>
      </p:sp>
      <p:sp>
        <p:nvSpPr>
          <p:cNvPr id="17747" name="Freeform 17746">
            <a:extLst>
              <a:ext uri="{FF2B5EF4-FFF2-40B4-BE49-F238E27FC236}">
                <a16:creationId xmlns:a16="http://schemas.microsoft.com/office/drawing/2014/main" id="{51B53D27-D022-69AD-1D94-FACE13E53780}"/>
              </a:ext>
            </a:extLst>
          </p:cNvPr>
          <p:cNvSpPr/>
          <p:nvPr/>
        </p:nvSpPr>
        <p:spPr>
          <a:xfrm>
            <a:off x="6674887" y="4434590"/>
            <a:ext cx="37159" cy="7803"/>
          </a:xfrm>
          <a:custGeom>
            <a:avLst/>
            <a:gdLst>
              <a:gd name="connsiteX0" fmla="*/ 0 w 10705"/>
              <a:gd name="connsiteY0" fmla="*/ 0 h 2248"/>
              <a:gd name="connsiteX1" fmla="*/ 10705 w 10705"/>
              <a:gd name="connsiteY1" fmla="*/ 0 h 2248"/>
            </a:gdLst>
            <a:ahLst/>
            <a:cxnLst>
              <a:cxn ang="0">
                <a:pos x="connsiteX0" y="connsiteY0"/>
              </a:cxn>
              <a:cxn ang="0">
                <a:pos x="connsiteX1" y="connsiteY1"/>
              </a:cxn>
            </a:cxnLst>
            <a:rect l="l" t="t" r="r" b="b"/>
            <a:pathLst>
              <a:path w="10705" h="2248">
                <a:moveTo>
                  <a:pt x="0" y="0"/>
                </a:moveTo>
                <a:lnTo>
                  <a:pt x="10705" y="0"/>
                </a:lnTo>
              </a:path>
            </a:pathLst>
          </a:custGeom>
          <a:ln w="4498" cap="sq">
            <a:solidFill>
              <a:srgbClr val="262626"/>
            </a:solidFill>
            <a:prstDash val="solid"/>
            <a:round/>
          </a:ln>
        </p:spPr>
        <p:txBody>
          <a:bodyPr rtlCol="0" anchor="ctr"/>
          <a:lstStyle/>
          <a:p>
            <a:endParaRPr lang="en-US"/>
          </a:p>
        </p:txBody>
      </p:sp>
      <p:grpSp>
        <p:nvGrpSpPr>
          <p:cNvPr id="50" name="Group 49">
            <a:extLst>
              <a:ext uri="{FF2B5EF4-FFF2-40B4-BE49-F238E27FC236}">
                <a16:creationId xmlns:a16="http://schemas.microsoft.com/office/drawing/2014/main" id="{67F918C8-262E-0114-0976-F1B4A2FB6DC3}"/>
              </a:ext>
            </a:extLst>
          </p:cNvPr>
          <p:cNvGrpSpPr/>
          <p:nvPr/>
        </p:nvGrpSpPr>
        <p:grpSpPr>
          <a:xfrm>
            <a:off x="6754515" y="1269551"/>
            <a:ext cx="1532714" cy="3474720"/>
            <a:chOff x="5469558" y="1399500"/>
            <a:chExt cx="1774721" cy="4023360"/>
          </a:xfrm>
        </p:grpSpPr>
        <p:grpSp>
          <p:nvGrpSpPr>
            <p:cNvPr id="18459" name="Graphic 4479">
              <a:extLst>
                <a:ext uri="{FF2B5EF4-FFF2-40B4-BE49-F238E27FC236}">
                  <a16:creationId xmlns:a16="http://schemas.microsoft.com/office/drawing/2014/main" id="{9C36D1F1-9765-4EEE-B8D5-5F8E264C1330}"/>
                </a:ext>
              </a:extLst>
            </p:cNvPr>
            <p:cNvGrpSpPr/>
            <p:nvPr/>
          </p:nvGrpSpPr>
          <p:grpSpPr>
            <a:xfrm>
              <a:off x="5469558" y="5276066"/>
              <a:ext cx="671871" cy="146794"/>
              <a:chOff x="5438563" y="5768006"/>
              <a:chExt cx="167165" cy="36523"/>
            </a:xfrm>
            <a:solidFill>
              <a:srgbClr val="231F20"/>
            </a:solidFill>
          </p:grpSpPr>
          <p:sp>
            <p:nvSpPr>
              <p:cNvPr id="18460" name="Freeform 18459">
                <a:extLst>
                  <a:ext uri="{FF2B5EF4-FFF2-40B4-BE49-F238E27FC236}">
                    <a16:creationId xmlns:a16="http://schemas.microsoft.com/office/drawing/2014/main" id="{6E59687C-1853-A8C6-83E1-F820D30861F5}"/>
                  </a:ext>
                </a:extLst>
              </p:cNvPr>
              <p:cNvSpPr/>
              <p:nvPr/>
            </p:nvSpPr>
            <p:spPr>
              <a:xfrm>
                <a:off x="5438563" y="5775023"/>
                <a:ext cx="24896" cy="29461"/>
              </a:xfrm>
              <a:custGeom>
                <a:avLst/>
                <a:gdLst>
                  <a:gd name="connsiteX0" fmla="*/ 21163 w 24896"/>
                  <a:gd name="connsiteY0" fmla="*/ 9558 h 29461"/>
                  <a:gd name="connsiteX1" fmla="*/ 18194 w 24896"/>
                  <a:gd name="connsiteY1" fmla="*/ 4678 h 29461"/>
                  <a:gd name="connsiteX2" fmla="*/ 12841 w 24896"/>
                  <a:gd name="connsiteY2" fmla="*/ 2923 h 29461"/>
                  <a:gd name="connsiteX3" fmla="*/ 8569 w 24896"/>
                  <a:gd name="connsiteY3" fmla="*/ 3958 h 29461"/>
                  <a:gd name="connsiteX4" fmla="*/ 5645 w 24896"/>
                  <a:gd name="connsiteY4" fmla="*/ 6679 h 29461"/>
                  <a:gd name="connsiteX5" fmla="*/ 3981 w 24896"/>
                  <a:gd name="connsiteY5" fmla="*/ 10502 h 29461"/>
                  <a:gd name="connsiteX6" fmla="*/ 3441 w 24896"/>
                  <a:gd name="connsiteY6" fmla="*/ 14798 h 29461"/>
                  <a:gd name="connsiteX7" fmla="*/ 3958 w 24896"/>
                  <a:gd name="connsiteY7" fmla="*/ 19116 h 29461"/>
                  <a:gd name="connsiteX8" fmla="*/ 5600 w 24896"/>
                  <a:gd name="connsiteY8" fmla="*/ 22894 h 29461"/>
                  <a:gd name="connsiteX9" fmla="*/ 8524 w 24896"/>
                  <a:gd name="connsiteY9" fmla="*/ 25571 h 29461"/>
                  <a:gd name="connsiteX10" fmla="*/ 12841 w 24896"/>
                  <a:gd name="connsiteY10" fmla="*/ 26560 h 29461"/>
                  <a:gd name="connsiteX11" fmla="*/ 18644 w 24896"/>
                  <a:gd name="connsiteY11" fmla="*/ 24558 h 29461"/>
                  <a:gd name="connsiteX12" fmla="*/ 21433 w 24896"/>
                  <a:gd name="connsiteY12" fmla="*/ 19049 h 29461"/>
                  <a:gd name="connsiteX13" fmla="*/ 24896 w 24896"/>
                  <a:gd name="connsiteY13" fmla="*/ 19049 h 29461"/>
                  <a:gd name="connsiteX14" fmla="*/ 23524 w 24896"/>
                  <a:gd name="connsiteY14" fmla="*/ 23277 h 29461"/>
                  <a:gd name="connsiteX15" fmla="*/ 21096 w 24896"/>
                  <a:gd name="connsiteY15" fmla="*/ 26560 h 29461"/>
                  <a:gd name="connsiteX16" fmla="*/ 17564 w 24896"/>
                  <a:gd name="connsiteY16" fmla="*/ 28697 h 29461"/>
                  <a:gd name="connsiteX17" fmla="*/ 12864 w 24896"/>
                  <a:gd name="connsiteY17" fmla="*/ 29461 h 29461"/>
                  <a:gd name="connsiteX18" fmla="*/ 7085 w 24896"/>
                  <a:gd name="connsiteY18" fmla="*/ 28337 h 29461"/>
                  <a:gd name="connsiteX19" fmla="*/ 3081 w 24896"/>
                  <a:gd name="connsiteY19" fmla="*/ 25233 h 29461"/>
                  <a:gd name="connsiteX20" fmla="*/ 765 w 24896"/>
                  <a:gd name="connsiteY20" fmla="*/ 20556 h 29461"/>
                  <a:gd name="connsiteX21" fmla="*/ 0 w 24896"/>
                  <a:gd name="connsiteY21" fmla="*/ 14776 h 29461"/>
                  <a:gd name="connsiteX22" fmla="*/ 832 w 24896"/>
                  <a:gd name="connsiteY22" fmla="*/ 9198 h 29461"/>
                  <a:gd name="connsiteX23" fmla="*/ 3283 w 24896"/>
                  <a:gd name="connsiteY23" fmla="*/ 4475 h 29461"/>
                  <a:gd name="connsiteX24" fmla="*/ 7309 w 24896"/>
                  <a:gd name="connsiteY24" fmla="*/ 1214 h 29461"/>
                  <a:gd name="connsiteX25" fmla="*/ 12841 w 24896"/>
                  <a:gd name="connsiteY25" fmla="*/ 0 h 29461"/>
                  <a:gd name="connsiteX26" fmla="*/ 20690 w 24896"/>
                  <a:gd name="connsiteY26" fmla="*/ 2316 h 29461"/>
                  <a:gd name="connsiteX27" fmla="*/ 24446 w 24896"/>
                  <a:gd name="connsiteY27" fmla="*/ 9558 h 29461"/>
                  <a:gd name="connsiteX28" fmla="*/ 21163 w 24896"/>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6" h="29461">
                    <a:moveTo>
                      <a:pt x="21163" y="9558"/>
                    </a:moveTo>
                    <a:cubicBezTo>
                      <a:pt x="20578" y="7466"/>
                      <a:pt x="19588" y="5847"/>
                      <a:pt x="18194" y="4678"/>
                    </a:cubicBezTo>
                    <a:cubicBezTo>
                      <a:pt x="16800" y="3508"/>
                      <a:pt x="15001" y="2923"/>
                      <a:pt x="12841" y="2923"/>
                    </a:cubicBezTo>
                    <a:cubicBezTo>
                      <a:pt x="11177" y="2923"/>
                      <a:pt x="9761" y="3261"/>
                      <a:pt x="8569" y="3958"/>
                    </a:cubicBezTo>
                    <a:cubicBezTo>
                      <a:pt x="7377" y="4633"/>
                      <a:pt x="6410" y="5555"/>
                      <a:pt x="5645" y="6679"/>
                    </a:cubicBezTo>
                    <a:cubicBezTo>
                      <a:pt x="4881" y="7804"/>
                      <a:pt x="4340" y="9086"/>
                      <a:pt x="3981" y="10502"/>
                    </a:cubicBezTo>
                    <a:cubicBezTo>
                      <a:pt x="3621" y="11919"/>
                      <a:pt x="3441" y="13359"/>
                      <a:pt x="3441" y="14798"/>
                    </a:cubicBezTo>
                    <a:cubicBezTo>
                      <a:pt x="3441" y="16237"/>
                      <a:pt x="3621" y="17722"/>
                      <a:pt x="3958" y="19116"/>
                    </a:cubicBezTo>
                    <a:cubicBezTo>
                      <a:pt x="4296" y="20510"/>
                      <a:pt x="4858" y="21770"/>
                      <a:pt x="5600" y="22894"/>
                    </a:cubicBezTo>
                    <a:cubicBezTo>
                      <a:pt x="6342" y="24019"/>
                      <a:pt x="7332" y="24896"/>
                      <a:pt x="8524" y="25571"/>
                    </a:cubicBezTo>
                    <a:cubicBezTo>
                      <a:pt x="9716" y="26245"/>
                      <a:pt x="11155" y="26560"/>
                      <a:pt x="12841" y="26560"/>
                    </a:cubicBezTo>
                    <a:cubicBezTo>
                      <a:pt x="15248" y="26560"/>
                      <a:pt x="17182" y="25886"/>
                      <a:pt x="18644" y="24558"/>
                    </a:cubicBezTo>
                    <a:cubicBezTo>
                      <a:pt x="20106" y="23232"/>
                      <a:pt x="21028" y="21388"/>
                      <a:pt x="21433" y="19049"/>
                    </a:cubicBezTo>
                    <a:lnTo>
                      <a:pt x="24896" y="19049"/>
                    </a:lnTo>
                    <a:cubicBezTo>
                      <a:pt x="24603" y="20600"/>
                      <a:pt x="24154" y="22017"/>
                      <a:pt x="23524" y="23277"/>
                    </a:cubicBezTo>
                    <a:cubicBezTo>
                      <a:pt x="22894" y="24558"/>
                      <a:pt x="22085" y="25660"/>
                      <a:pt x="21096" y="26560"/>
                    </a:cubicBezTo>
                    <a:cubicBezTo>
                      <a:pt x="20106" y="27482"/>
                      <a:pt x="18937" y="28179"/>
                      <a:pt x="17564" y="28697"/>
                    </a:cubicBezTo>
                    <a:cubicBezTo>
                      <a:pt x="16192" y="29214"/>
                      <a:pt x="14641" y="29461"/>
                      <a:pt x="12864" y="29461"/>
                    </a:cubicBezTo>
                    <a:cubicBezTo>
                      <a:pt x="10638" y="29461"/>
                      <a:pt x="8704" y="29079"/>
                      <a:pt x="7085" y="28337"/>
                    </a:cubicBezTo>
                    <a:cubicBezTo>
                      <a:pt x="5465" y="27572"/>
                      <a:pt x="4138" y="26538"/>
                      <a:pt x="3081" y="25233"/>
                    </a:cubicBezTo>
                    <a:cubicBezTo>
                      <a:pt x="2024" y="23929"/>
                      <a:pt x="1260" y="22355"/>
                      <a:pt x="765" y="20556"/>
                    </a:cubicBezTo>
                    <a:cubicBezTo>
                      <a:pt x="270" y="18756"/>
                      <a:pt x="0" y="16822"/>
                      <a:pt x="0" y="14776"/>
                    </a:cubicBezTo>
                    <a:cubicBezTo>
                      <a:pt x="0" y="12841"/>
                      <a:pt x="270" y="10975"/>
                      <a:pt x="832" y="9198"/>
                    </a:cubicBezTo>
                    <a:cubicBezTo>
                      <a:pt x="1395" y="7421"/>
                      <a:pt x="2204" y="5847"/>
                      <a:pt x="3283" y="4475"/>
                    </a:cubicBezTo>
                    <a:cubicBezTo>
                      <a:pt x="4363" y="3104"/>
                      <a:pt x="5712" y="2024"/>
                      <a:pt x="7309" y="1214"/>
                    </a:cubicBezTo>
                    <a:cubicBezTo>
                      <a:pt x="8906" y="405"/>
                      <a:pt x="10750" y="0"/>
                      <a:pt x="12841" y="0"/>
                    </a:cubicBezTo>
                    <a:cubicBezTo>
                      <a:pt x="16080" y="0"/>
                      <a:pt x="18689" y="765"/>
                      <a:pt x="20690" y="2316"/>
                    </a:cubicBezTo>
                    <a:cubicBezTo>
                      <a:pt x="22692" y="3868"/>
                      <a:pt x="23929" y="6274"/>
                      <a:pt x="24446" y="9558"/>
                    </a:cubicBezTo>
                    <a:lnTo>
                      <a:pt x="21163" y="9558"/>
                    </a:lnTo>
                    <a:close/>
                  </a:path>
                </a:pathLst>
              </a:custGeom>
              <a:solidFill>
                <a:srgbClr val="231F20"/>
              </a:solidFill>
              <a:ln w="2249" cap="flat">
                <a:noFill/>
                <a:prstDash val="solid"/>
                <a:miter/>
              </a:ln>
            </p:spPr>
            <p:txBody>
              <a:bodyPr rtlCol="0" anchor="ctr"/>
              <a:lstStyle/>
              <a:p>
                <a:endParaRPr lang="en-US"/>
              </a:p>
            </p:txBody>
          </p:sp>
          <p:sp>
            <p:nvSpPr>
              <p:cNvPr id="18461" name="Freeform 18460">
                <a:extLst>
                  <a:ext uri="{FF2B5EF4-FFF2-40B4-BE49-F238E27FC236}">
                    <a16:creationId xmlns:a16="http://schemas.microsoft.com/office/drawing/2014/main" id="{44039053-2491-41F0-4F86-2D392FDA46BB}"/>
                  </a:ext>
                </a:extLst>
              </p:cNvPr>
              <p:cNvSpPr/>
              <p:nvPr/>
            </p:nvSpPr>
            <p:spPr>
              <a:xfrm>
                <a:off x="5468092" y="5775000"/>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4 w 25908"/>
                  <a:gd name="connsiteY3" fmla="*/ 21185 h 29483"/>
                  <a:gd name="connsiteX4" fmla="*/ 0 w 25908"/>
                  <a:gd name="connsiteY4" fmla="*/ 14753 h 29483"/>
                  <a:gd name="connsiteX5" fmla="*/ 809 w 25908"/>
                  <a:gd name="connsiteY5" fmla="*/ 8996 h 29483"/>
                  <a:gd name="connsiteX6" fmla="*/ 3238 w 25908"/>
                  <a:gd name="connsiteY6" fmla="*/ 4318 h 29483"/>
                  <a:gd name="connsiteX7" fmla="*/ 7287 w 25908"/>
                  <a:gd name="connsiteY7" fmla="*/ 1170 h 29483"/>
                  <a:gd name="connsiteX8" fmla="*/ 12954 w 25908"/>
                  <a:gd name="connsiteY8" fmla="*/ 0 h 29483"/>
                  <a:gd name="connsiteX9" fmla="*/ 18666 w 25908"/>
                  <a:gd name="connsiteY9" fmla="*/ 1170 h 29483"/>
                  <a:gd name="connsiteX10" fmla="*/ 22714 w 25908"/>
                  <a:gd name="connsiteY10" fmla="*/ 4295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45 w 25908"/>
                  <a:gd name="connsiteY17" fmla="*/ 14753 h 29483"/>
                  <a:gd name="connsiteX18" fmla="*/ 21905 w 25908"/>
                  <a:gd name="connsiteY18" fmla="*/ 10120 h 29483"/>
                  <a:gd name="connsiteX19" fmla="*/ 20241 w 25908"/>
                  <a:gd name="connsiteY19" fmla="*/ 6364 h 29483"/>
                  <a:gd name="connsiteX20" fmla="*/ 17317 w 25908"/>
                  <a:gd name="connsiteY20" fmla="*/ 3846 h 29483"/>
                  <a:gd name="connsiteX21" fmla="*/ 12954 w 25908"/>
                  <a:gd name="connsiteY21" fmla="*/ 2923 h 29483"/>
                  <a:gd name="connsiteX22" fmla="*/ 8613 w 25908"/>
                  <a:gd name="connsiteY22" fmla="*/ 3913 h 29483"/>
                  <a:gd name="connsiteX23" fmla="*/ 5667 w 25908"/>
                  <a:gd name="connsiteY23" fmla="*/ 6567 h 29483"/>
                  <a:gd name="connsiteX24" fmla="*/ 4003 w 25908"/>
                  <a:gd name="connsiteY24" fmla="*/ 10345 h 29483"/>
                  <a:gd name="connsiteX25" fmla="*/ 3463 w 25908"/>
                  <a:gd name="connsiteY25" fmla="*/ 14753 h 29483"/>
                  <a:gd name="connsiteX26" fmla="*/ 4093 w 25908"/>
                  <a:gd name="connsiteY26" fmla="*/ 19521 h 29483"/>
                  <a:gd name="connsiteX27" fmla="*/ 5892 w 25908"/>
                  <a:gd name="connsiteY27" fmla="*/ 23277 h 29483"/>
                  <a:gd name="connsiteX28" fmla="*/ 8861 w 25908"/>
                  <a:gd name="connsiteY28" fmla="*/ 25705 h 29483"/>
                  <a:gd name="connsiteX29" fmla="*/ 12954 w 25908"/>
                  <a:gd name="connsiteY29" fmla="*/ 26560 h 29483"/>
                  <a:gd name="connsiteX30" fmla="*/ 17294 w 25908"/>
                  <a:gd name="connsiteY30" fmla="*/ 25571 h 29483"/>
                  <a:gd name="connsiteX31" fmla="*/ 20241 w 25908"/>
                  <a:gd name="connsiteY31" fmla="*/ 22894 h 29483"/>
                  <a:gd name="connsiteX32" fmla="*/ 21905 w 25908"/>
                  <a:gd name="connsiteY32" fmla="*/ 19116 h 29483"/>
                  <a:gd name="connsiteX33" fmla="*/ 22445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09"/>
                      <a:pt x="4993" y="26987"/>
                      <a:pt x="3823" y="25773"/>
                    </a:cubicBezTo>
                    <a:cubicBezTo>
                      <a:pt x="2654" y="24558"/>
                      <a:pt x="1732" y="23029"/>
                      <a:pt x="1034" y="21185"/>
                    </a:cubicBezTo>
                    <a:cubicBezTo>
                      <a:pt x="360" y="19341"/>
                      <a:pt x="0" y="17205"/>
                      <a:pt x="0" y="14753"/>
                    </a:cubicBezTo>
                    <a:cubicBezTo>
                      <a:pt x="0" y="12707"/>
                      <a:pt x="270" y="10795"/>
                      <a:pt x="809" y="8996"/>
                    </a:cubicBezTo>
                    <a:cubicBezTo>
                      <a:pt x="1349" y="7219"/>
                      <a:pt x="2159" y="5667"/>
                      <a:pt x="3238" y="4318"/>
                    </a:cubicBezTo>
                    <a:cubicBezTo>
                      <a:pt x="4318" y="2991"/>
                      <a:pt x="5667" y="1934"/>
                      <a:pt x="7287" y="1170"/>
                    </a:cubicBezTo>
                    <a:cubicBezTo>
                      <a:pt x="8906" y="405"/>
                      <a:pt x="10795" y="0"/>
                      <a:pt x="12954" y="0"/>
                    </a:cubicBezTo>
                    <a:cubicBezTo>
                      <a:pt x="15113" y="0"/>
                      <a:pt x="17047" y="382"/>
                      <a:pt x="18666" y="1170"/>
                    </a:cubicBezTo>
                    <a:cubicBezTo>
                      <a:pt x="20286" y="1957"/>
                      <a:pt x="21635" y="2991"/>
                      <a:pt x="22714" y="4295"/>
                    </a:cubicBezTo>
                    <a:cubicBezTo>
                      <a:pt x="23794" y="5600"/>
                      <a:pt x="24603" y="7174"/>
                      <a:pt x="25121" y="8973"/>
                    </a:cubicBezTo>
                    <a:cubicBezTo>
                      <a:pt x="25638" y="10772"/>
                      <a:pt x="25908" y="12707"/>
                      <a:pt x="25908" y="14753"/>
                    </a:cubicBezTo>
                    <a:cubicBezTo>
                      <a:pt x="25908" y="16979"/>
                      <a:pt x="25593" y="19004"/>
                      <a:pt x="24986" y="20803"/>
                    </a:cubicBezTo>
                    <a:cubicBezTo>
                      <a:pt x="24378" y="22602"/>
                      <a:pt x="23502" y="24154"/>
                      <a:pt x="22377" y="25436"/>
                    </a:cubicBezTo>
                    <a:cubicBezTo>
                      <a:pt x="21253" y="26718"/>
                      <a:pt x="19880" y="27730"/>
                      <a:pt x="18284" y="28427"/>
                    </a:cubicBezTo>
                    <a:cubicBezTo>
                      <a:pt x="16687" y="29124"/>
                      <a:pt x="14910" y="29484"/>
                      <a:pt x="12977" y="29484"/>
                    </a:cubicBezTo>
                    <a:close/>
                    <a:moveTo>
                      <a:pt x="22445" y="14753"/>
                    </a:moveTo>
                    <a:cubicBezTo>
                      <a:pt x="22445" y="13089"/>
                      <a:pt x="22264" y="11560"/>
                      <a:pt x="21905" y="10120"/>
                    </a:cubicBezTo>
                    <a:cubicBezTo>
                      <a:pt x="21545" y="8681"/>
                      <a:pt x="20982" y="7421"/>
                      <a:pt x="20241" y="6364"/>
                    </a:cubicBezTo>
                    <a:cubicBezTo>
                      <a:pt x="19476" y="5308"/>
                      <a:pt x="18509" y="4475"/>
                      <a:pt x="17317" y="3846"/>
                    </a:cubicBezTo>
                    <a:cubicBezTo>
                      <a:pt x="16125" y="3238"/>
                      <a:pt x="14663" y="2923"/>
                      <a:pt x="12954" y="2923"/>
                    </a:cubicBezTo>
                    <a:cubicBezTo>
                      <a:pt x="11245" y="2923"/>
                      <a:pt x="9805" y="3261"/>
                      <a:pt x="8613" y="3913"/>
                    </a:cubicBezTo>
                    <a:cubicBezTo>
                      <a:pt x="7399" y="4588"/>
                      <a:pt x="6432" y="5465"/>
                      <a:pt x="5667" y="6567"/>
                    </a:cubicBezTo>
                    <a:cubicBezTo>
                      <a:pt x="4903" y="7669"/>
                      <a:pt x="4363" y="8928"/>
                      <a:pt x="4003" y="10345"/>
                    </a:cubicBezTo>
                    <a:cubicBezTo>
                      <a:pt x="3643" y="11762"/>
                      <a:pt x="3463" y="13224"/>
                      <a:pt x="3463" y="14753"/>
                    </a:cubicBezTo>
                    <a:cubicBezTo>
                      <a:pt x="3463" y="16485"/>
                      <a:pt x="3666" y="18081"/>
                      <a:pt x="4093" y="19521"/>
                    </a:cubicBezTo>
                    <a:cubicBezTo>
                      <a:pt x="4498" y="20983"/>
                      <a:pt x="5105" y="22220"/>
                      <a:pt x="5892" y="23277"/>
                    </a:cubicBezTo>
                    <a:cubicBezTo>
                      <a:pt x="6679" y="24311"/>
                      <a:pt x="7669" y="25121"/>
                      <a:pt x="8861" y="25705"/>
                    </a:cubicBezTo>
                    <a:cubicBezTo>
                      <a:pt x="10053" y="26290"/>
                      <a:pt x="11424" y="26560"/>
                      <a:pt x="12954" y="26560"/>
                    </a:cubicBezTo>
                    <a:cubicBezTo>
                      <a:pt x="14641" y="26560"/>
                      <a:pt x="16102" y="26223"/>
                      <a:pt x="17294" y="25571"/>
                    </a:cubicBezTo>
                    <a:cubicBezTo>
                      <a:pt x="18509" y="24896"/>
                      <a:pt x="19476" y="24019"/>
                      <a:pt x="20241" y="22894"/>
                    </a:cubicBezTo>
                    <a:cubicBezTo>
                      <a:pt x="21005" y="21770"/>
                      <a:pt x="21545" y="20510"/>
                      <a:pt x="21905" y="19116"/>
                    </a:cubicBezTo>
                    <a:cubicBezTo>
                      <a:pt x="22264" y="17722"/>
                      <a:pt x="22445" y="16260"/>
                      <a:pt x="22445" y="14753"/>
                    </a:cubicBezTo>
                    <a:close/>
                  </a:path>
                </a:pathLst>
              </a:custGeom>
              <a:solidFill>
                <a:srgbClr val="231F20"/>
              </a:solidFill>
              <a:ln w="2249" cap="flat">
                <a:noFill/>
                <a:prstDash val="solid"/>
                <a:miter/>
              </a:ln>
            </p:spPr>
            <p:txBody>
              <a:bodyPr rtlCol="0" anchor="ctr"/>
              <a:lstStyle/>
              <a:p>
                <a:endParaRPr lang="en-US"/>
              </a:p>
            </p:txBody>
          </p:sp>
          <p:sp>
            <p:nvSpPr>
              <p:cNvPr id="18462" name="Freeform 18461">
                <a:extLst>
                  <a:ext uri="{FF2B5EF4-FFF2-40B4-BE49-F238E27FC236}">
                    <a16:creationId xmlns:a16="http://schemas.microsoft.com/office/drawing/2014/main" id="{918E16D0-A416-C82F-374B-3D6FDC37FAA4}"/>
                  </a:ext>
                </a:extLst>
              </p:cNvPr>
              <p:cNvSpPr/>
              <p:nvPr/>
            </p:nvSpPr>
            <p:spPr>
              <a:xfrm>
                <a:off x="5500094" y="5775023"/>
                <a:ext cx="12481" cy="28718"/>
              </a:xfrm>
              <a:custGeom>
                <a:avLst/>
                <a:gdLst>
                  <a:gd name="connsiteX0" fmla="*/ 3238 w 12481"/>
                  <a:gd name="connsiteY0" fmla="*/ 28719 h 28718"/>
                  <a:gd name="connsiteX1" fmla="*/ 0 w 12481"/>
                  <a:gd name="connsiteY1" fmla="*/ 28719 h 28718"/>
                  <a:gd name="connsiteX2" fmla="*/ 0 w 12481"/>
                  <a:gd name="connsiteY2" fmla="*/ 765 h 28718"/>
                  <a:gd name="connsiteX3" fmla="*/ 3238 w 12481"/>
                  <a:gd name="connsiteY3" fmla="*/ 765 h 28718"/>
                  <a:gd name="connsiteX4" fmla="*/ 3238 w 12481"/>
                  <a:gd name="connsiteY4" fmla="*/ 6005 h 28718"/>
                  <a:gd name="connsiteX5" fmla="*/ 3351 w 12481"/>
                  <a:gd name="connsiteY5" fmla="*/ 6005 h 28718"/>
                  <a:gd name="connsiteX6" fmla="*/ 6837 w 12481"/>
                  <a:gd name="connsiteY6" fmla="*/ 1327 h 28718"/>
                  <a:gd name="connsiteX7" fmla="*/ 12482 w 12481"/>
                  <a:gd name="connsiteY7" fmla="*/ 0 h 28718"/>
                  <a:gd name="connsiteX8" fmla="*/ 12482 w 12481"/>
                  <a:gd name="connsiteY8" fmla="*/ 3508 h 28718"/>
                  <a:gd name="connsiteX9" fmla="*/ 7939 w 12481"/>
                  <a:gd name="connsiteY9" fmla="*/ 4363 h 28718"/>
                  <a:gd name="connsiteX10" fmla="*/ 5105 w 12481"/>
                  <a:gd name="connsiteY10" fmla="*/ 6837 h 28718"/>
                  <a:gd name="connsiteX11" fmla="*/ 3643 w 12481"/>
                  <a:gd name="connsiteY11" fmla="*/ 10525 h 28718"/>
                  <a:gd name="connsiteX12" fmla="*/ 3238 w 12481"/>
                  <a:gd name="connsiteY12" fmla="*/ 14978 h 28718"/>
                  <a:gd name="connsiteX13" fmla="*/ 3238 w 12481"/>
                  <a:gd name="connsiteY13" fmla="*/ 28697 h 287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8">
                    <a:moveTo>
                      <a:pt x="3238" y="28719"/>
                    </a:moveTo>
                    <a:lnTo>
                      <a:pt x="0" y="28719"/>
                    </a:lnTo>
                    <a:lnTo>
                      <a:pt x="0" y="765"/>
                    </a:lnTo>
                    <a:lnTo>
                      <a:pt x="3238" y="765"/>
                    </a:lnTo>
                    <a:lnTo>
                      <a:pt x="3238" y="6005"/>
                    </a:lnTo>
                    <a:lnTo>
                      <a:pt x="3351" y="6005"/>
                    </a:lnTo>
                    <a:cubicBezTo>
                      <a:pt x="4250" y="3778"/>
                      <a:pt x="5420" y="2226"/>
                      <a:pt x="6837" y="1327"/>
                    </a:cubicBezTo>
                    <a:cubicBezTo>
                      <a:pt x="8254" y="450"/>
                      <a:pt x="10143" y="0"/>
                      <a:pt x="12482" y="0"/>
                    </a:cubicBezTo>
                    <a:lnTo>
                      <a:pt x="12482" y="3508"/>
                    </a:lnTo>
                    <a:cubicBezTo>
                      <a:pt x="10638" y="3463"/>
                      <a:pt x="9131" y="3756"/>
                      <a:pt x="7939" y="4363"/>
                    </a:cubicBezTo>
                    <a:cubicBezTo>
                      <a:pt x="6747" y="4970"/>
                      <a:pt x="5802" y="5802"/>
                      <a:pt x="5105" y="6837"/>
                    </a:cubicBezTo>
                    <a:cubicBezTo>
                      <a:pt x="4408" y="7871"/>
                      <a:pt x="3913" y="9108"/>
                      <a:pt x="3643" y="10525"/>
                    </a:cubicBezTo>
                    <a:cubicBezTo>
                      <a:pt x="3373" y="11942"/>
                      <a:pt x="3238" y="13426"/>
                      <a:pt x="3238" y="14978"/>
                    </a:cubicBezTo>
                    <a:lnTo>
                      <a:pt x="3238" y="28697"/>
                    </a:lnTo>
                    <a:close/>
                  </a:path>
                </a:pathLst>
              </a:custGeom>
              <a:solidFill>
                <a:srgbClr val="231F20"/>
              </a:solidFill>
              <a:ln w="2249" cap="flat">
                <a:noFill/>
                <a:prstDash val="solid"/>
                <a:miter/>
              </a:ln>
            </p:spPr>
            <p:txBody>
              <a:bodyPr rtlCol="0" anchor="ctr"/>
              <a:lstStyle/>
              <a:p>
                <a:endParaRPr lang="en-US"/>
              </a:p>
            </p:txBody>
          </p:sp>
          <p:sp>
            <p:nvSpPr>
              <p:cNvPr id="18463" name="Freeform 18462">
                <a:extLst>
                  <a:ext uri="{FF2B5EF4-FFF2-40B4-BE49-F238E27FC236}">
                    <a16:creationId xmlns:a16="http://schemas.microsoft.com/office/drawing/2014/main" id="{869F6506-3F60-D472-FA60-24827C48BC31}"/>
                  </a:ext>
                </a:extLst>
              </p:cNvPr>
              <p:cNvSpPr/>
              <p:nvPr/>
            </p:nvSpPr>
            <p:spPr>
              <a:xfrm>
                <a:off x="5518064" y="5775023"/>
                <a:ext cx="12481" cy="28718"/>
              </a:xfrm>
              <a:custGeom>
                <a:avLst/>
                <a:gdLst>
                  <a:gd name="connsiteX0" fmla="*/ 3238 w 12481"/>
                  <a:gd name="connsiteY0" fmla="*/ 28719 h 28718"/>
                  <a:gd name="connsiteX1" fmla="*/ 0 w 12481"/>
                  <a:gd name="connsiteY1" fmla="*/ 28719 h 28718"/>
                  <a:gd name="connsiteX2" fmla="*/ 0 w 12481"/>
                  <a:gd name="connsiteY2" fmla="*/ 765 h 28718"/>
                  <a:gd name="connsiteX3" fmla="*/ 3238 w 12481"/>
                  <a:gd name="connsiteY3" fmla="*/ 765 h 28718"/>
                  <a:gd name="connsiteX4" fmla="*/ 3238 w 12481"/>
                  <a:gd name="connsiteY4" fmla="*/ 6005 h 28718"/>
                  <a:gd name="connsiteX5" fmla="*/ 3351 w 12481"/>
                  <a:gd name="connsiteY5" fmla="*/ 6005 h 28718"/>
                  <a:gd name="connsiteX6" fmla="*/ 6837 w 12481"/>
                  <a:gd name="connsiteY6" fmla="*/ 1327 h 28718"/>
                  <a:gd name="connsiteX7" fmla="*/ 12482 w 12481"/>
                  <a:gd name="connsiteY7" fmla="*/ 0 h 28718"/>
                  <a:gd name="connsiteX8" fmla="*/ 12482 w 12481"/>
                  <a:gd name="connsiteY8" fmla="*/ 3508 h 28718"/>
                  <a:gd name="connsiteX9" fmla="*/ 7939 w 12481"/>
                  <a:gd name="connsiteY9" fmla="*/ 4363 h 28718"/>
                  <a:gd name="connsiteX10" fmla="*/ 5105 w 12481"/>
                  <a:gd name="connsiteY10" fmla="*/ 6837 h 28718"/>
                  <a:gd name="connsiteX11" fmla="*/ 3643 w 12481"/>
                  <a:gd name="connsiteY11" fmla="*/ 10525 h 28718"/>
                  <a:gd name="connsiteX12" fmla="*/ 3238 w 12481"/>
                  <a:gd name="connsiteY12" fmla="*/ 14978 h 28718"/>
                  <a:gd name="connsiteX13" fmla="*/ 3238 w 12481"/>
                  <a:gd name="connsiteY13" fmla="*/ 28697 h 287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8">
                    <a:moveTo>
                      <a:pt x="3238" y="28719"/>
                    </a:moveTo>
                    <a:lnTo>
                      <a:pt x="0" y="28719"/>
                    </a:lnTo>
                    <a:lnTo>
                      <a:pt x="0" y="765"/>
                    </a:lnTo>
                    <a:lnTo>
                      <a:pt x="3238" y="765"/>
                    </a:lnTo>
                    <a:lnTo>
                      <a:pt x="3238" y="6005"/>
                    </a:lnTo>
                    <a:lnTo>
                      <a:pt x="3351" y="6005"/>
                    </a:lnTo>
                    <a:cubicBezTo>
                      <a:pt x="4250" y="3778"/>
                      <a:pt x="5420" y="2226"/>
                      <a:pt x="6837" y="1327"/>
                    </a:cubicBezTo>
                    <a:cubicBezTo>
                      <a:pt x="8254" y="450"/>
                      <a:pt x="10143" y="0"/>
                      <a:pt x="12482" y="0"/>
                    </a:cubicBezTo>
                    <a:lnTo>
                      <a:pt x="12482" y="3508"/>
                    </a:lnTo>
                    <a:cubicBezTo>
                      <a:pt x="10638" y="3463"/>
                      <a:pt x="9131" y="3756"/>
                      <a:pt x="7939" y="4363"/>
                    </a:cubicBezTo>
                    <a:cubicBezTo>
                      <a:pt x="6747" y="4970"/>
                      <a:pt x="5802" y="5802"/>
                      <a:pt x="5105" y="6837"/>
                    </a:cubicBezTo>
                    <a:cubicBezTo>
                      <a:pt x="4408" y="7871"/>
                      <a:pt x="3913" y="9108"/>
                      <a:pt x="3643" y="10525"/>
                    </a:cubicBezTo>
                    <a:cubicBezTo>
                      <a:pt x="3373" y="11942"/>
                      <a:pt x="3238" y="13426"/>
                      <a:pt x="3238" y="14978"/>
                    </a:cubicBezTo>
                    <a:lnTo>
                      <a:pt x="3238" y="28697"/>
                    </a:lnTo>
                    <a:close/>
                  </a:path>
                </a:pathLst>
              </a:custGeom>
              <a:solidFill>
                <a:srgbClr val="231F20"/>
              </a:solidFill>
              <a:ln w="2249" cap="flat">
                <a:noFill/>
                <a:prstDash val="solid"/>
                <a:miter/>
              </a:ln>
            </p:spPr>
            <p:txBody>
              <a:bodyPr rtlCol="0" anchor="ctr"/>
              <a:lstStyle/>
              <a:p>
                <a:endParaRPr lang="en-US"/>
              </a:p>
            </p:txBody>
          </p:sp>
          <p:sp>
            <p:nvSpPr>
              <p:cNvPr id="18464" name="Freeform 18463">
                <a:extLst>
                  <a:ext uri="{FF2B5EF4-FFF2-40B4-BE49-F238E27FC236}">
                    <a16:creationId xmlns:a16="http://schemas.microsoft.com/office/drawing/2014/main" id="{94E05D59-0571-9FAE-F362-51B0F7A4A0F7}"/>
                  </a:ext>
                </a:extLst>
              </p:cNvPr>
              <p:cNvSpPr/>
              <p:nvPr/>
            </p:nvSpPr>
            <p:spPr>
              <a:xfrm>
                <a:off x="5534369" y="5775045"/>
                <a:ext cx="25167" cy="29483"/>
              </a:xfrm>
              <a:custGeom>
                <a:avLst/>
                <a:gdLst>
                  <a:gd name="connsiteX0" fmla="*/ 3509 w 25167"/>
                  <a:gd name="connsiteY0" fmla="*/ 15473 h 29483"/>
                  <a:gd name="connsiteX1" fmla="*/ 4093 w 25167"/>
                  <a:gd name="connsiteY1" fmla="*/ 19768 h 29483"/>
                  <a:gd name="connsiteX2" fmla="*/ 5847 w 25167"/>
                  <a:gd name="connsiteY2" fmla="*/ 23277 h 29483"/>
                  <a:gd name="connsiteX3" fmla="*/ 8793 w 25167"/>
                  <a:gd name="connsiteY3" fmla="*/ 25660 h 29483"/>
                  <a:gd name="connsiteX4" fmla="*/ 12886 w 25167"/>
                  <a:gd name="connsiteY4" fmla="*/ 26560 h 29483"/>
                  <a:gd name="connsiteX5" fmla="*/ 18329 w 25167"/>
                  <a:gd name="connsiteY5" fmla="*/ 24896 h 29483"/>
                  <a:gd name="connsiteX6" fmla="*/ 21343 w 25167"/>
                  <a:gd name="connsiteY6" fmla="*/ 20151 h 29483"/>
                  <a:gd name="connsiteX7" fmla="*/ 24963 w 25167"/>
                  <a:gd name="connsiteY7" fmla="*/ 20151 h 29483"/>
                  <a:gd name="connsiteX8" fmla="*/ 23389 w 25167"/>
                  <a:gd name="connsiteY8" fmla="*/ 23839 h 29483"/>
                  <a:gd name="connsiteX9" fmla="*/ 20960 w 25167"/>
                  <a:gd name="connsiteY9" fmla="*/ 26807 h 29483"/>
                  <a:gd name="connsiteX10" fmla="*/ 17497 w 25167"/>
                  <a:gd name="connsiteY10" fmla="*/ 28786 h 29483"/>
                  <a:gd name="connsiteX11" fmla="*/ 12864 w 25167"/>
                  <a:gd name="connsiteY11" fmla="*/ 29484 h 29483"/>
                  <a:gd name="connsiteX12" fmla="*/ 7084 w 25167"/>
                  <a:gd name="connsiteY12" fmla="*/ 28359 h 29483"/>
                  <a:gd name="connsiteX13" fmla="*/ 3081 w 25167"/>
                  <a:gd name="connsiteY13" fmla="*/ 25256 h 29483"/>
                  <a:gd name="connsiteX14" fmla="*/ 764 w 25167"/>
                  <a:gd name="connsiteY14" fmla="*/ 20623 h 29483"/>
                  <a:gd name="connsiteX15" fmla="*/ 0 w 25167"/>
                  <a:gd name="connsiteY15" fmla="*/ 14866 h 29483"/>
                  <a:gd name="connsiteX16" fmla="*/ 899 w 25167"/>
                  <a:gd name="connsiteY16" fmla="*/ 9086 h 29483"/>
                  <a:gd name="connsiteX17" fmla="*/ 3441 w 25167"/>
                  <a:gd name="connsiteY17" fmla="*/ 4363 h 29483"/>
                  <a:gd name="connsiteX18" fmla="*/ 7467 w 25167"/>
                  <a:gd name="connsiteY18" fmla="*/ 1169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7 w 25167"/>
                  <a:gd name="connsiteY23" fmla="*/ 12774 h 29483"/>
                  <a:gd name="connsiteX24" fmla="*/ 21185 w 25167"/>
                  <a:gd name="connsiteY24" fmla="*/ 8906 h 29483"/>
                  <a:gd name="connsiteX25" fmla="*/ 19521 w 25167"/>
                  <a:gd name="connsiteY25" fmla="*/ 5780 h 29483"/>
                  <a:gd name="connsiteX26" fmla="*/ 16732 w 25167"/>
                  <a:gd name="connsiteY26" fmla="*/ 3666 h 29483"/>
                  <a:gd name="connsiteX27" fmla="*/ 12909 w 25167"/>
                  <a:gd name="connsiteY27" fmla="*/ 2878 h 29483"/>
                  <a:gd name="connsiteX28" fmla="*/ 9108 w 25167"/>
                  <a:gd name="connsiteY28" fmla="*/ 3688 h 29483"/>
                  <a:gd name="connsiteX29" fmla="*/ 6297 w 25167"/>
                  <a:gd name="connsiteY29" fmla="*/ 5847 h 29483"/>
                  <a:gd name="connsiteX30" fmla="*/ 4430 w 25167"/>
                  <a:gd name="connsiteY30" fmla="*/ 8973 h 29483"/>
                  <a:gd name="connsiteX31" fmla="*/ 3509 w 25167"/>
                  <a:gd name="connsiteY31" fmla="*/ 12751 h 29483"/>
                  <a:gd name="connsiteX32" fmla="*/ 21747 w 25167"/>
                  <a:gd name="connsiteY32" fmla="*/ 12751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9" y="15473"/>
                    </a:moveTo>
                    <a:cubicBezTo>
                      <a:pt x="3509" y="16979"/>
                      <a:pt x="3711" y="18419"/>
                      <a:pt x="4093" y="19768"/>
                    </a:cubicBezTo>
                    <a:cubicBezTo>
                      <a:pt x="4498" y="21117"/>
                      <a:pt x="5083" y="22287"/>
                      <a:pt x="5847" y="23277"/>
                    </a:cubicBezTo>
                    <a:cubicBezTo>
                      <a:pt x="6612" y="24266"/>
                      <a:pt x="7601" y="25053"/>
                      <a:pt x="8793" y="25660"/>
                    </a:cubicBezTo>
                    <a:cubicBezTo>
                      <a:pt x="9985" y="26245"/>
                      <a:pt x="11357" y="26560"/>
                      <a:pt x="12886" y="26560"/>
                    </a:cubicBezTo>
                    <a:cubicBezTo>
                      <a:pt x="15000" y="26560"/>
                      <a:pt x="16822" y="25998"/>
                      <a:pt x="18329" y="24896"/>
                    </a:cubicBezTo>
                    <a:cubicBezTo>
                      <a:pt x="19836" y="23794"/>
                      <a:pt x="20848" y="22197"/>
                      <a:pt x="21343" y="20151"/>
                    </a:cubicBezTo>
                    <a:lnTo>
                      <a:pt x="24963" y="20151"/>
                    </a:lnTo>
                    <a:cubicBezTo>
                      <a:pt x="24558" y="21477"/>
                      <a:pt x="24041" y="22714"/>
                      <a:pt x="23389" y="23839"/>
                    </a:cubicBezTo>
                    <a:cubicBezTo>
                      <a:pt x="22737" y="24963"/>
                      <a:pt x="21927" y="25953"/>
                      <a:pt x="20960" y="26807"/>
                    </a:cubicBezTo>
                    <a:cubicBezTo>
                      <a:pt x="19993" y="27662"/>
                      <a:pt x="18846" y="28314"/>
                      <a:pt x="17497" y="28786"/>
                    </a:cubicBezTo>
                    <a:cubicBezTo>
                      <a:pt x="16170" y="29259"/>
                      <a:pt x="14618" y="29484"/>
                      <a:pt x="12864" y="29484"/>
                    </a:cubicBezTo>
                    <a:cubicBezTo>
                      <a:pt x="10638" y="29484"/>
                      <a:pt x="8703" y="29101"/>
                      <a:pt x="7084" y="28359"/>
                    </a:cubicBezTo>
                    <a:cubicBezTo>
                      <a:pt x="5465" y="27594"/>
                      <a:pt x="4138" y="26560"/>
                      <a:pt x="3081" y="25256"/>
                    </a:cubicBezTo>
                    <a:cubicBezTo>
                      <a:pt x="2046" y="23951"/>
                      <a:pt x="1260" y="22400"/>
                      <a:pt x="764" y="20623"/>
                    </a:cubicBezTo>
                    <a:cubicBezTo>
                      <a:pt x="270" y="18846"/>
                      <a:pt x="0" y="16934"/>
                      <a:pt x="0" y="14866"/>
                    </a:cubicBezTo>
                    <a:cubicBezTo>
                      <a:pt x="0" y="12796"/>
                      <a:pt x="292" y="10885"/>
                      <a:pt x="899" y="9086"/>
                    </a:cubicBezTo>
                    <a:cubicBezTo>
                      <a:pt x="1484" y="7287"/>
                      <a:pt x="2339" y="5712"/>
                      <a:pt x="3441" y="4363"/>
                    </a:cubicBezTo>
                    <a:cubicBezTo>
                      <a:pt x="4543" y="3014"/>
                      <a:pt x="5869" y="1957"/>
                      <a:pt x="7467" y="1169"/>
                    </a:cubicBezTo>
                    <a:cubicBezTo>
                      <a:pt x="9063" y="382"/>
                      <a:pt x="10840" y="0"/>
                      <a:pt x="12864" y="0"/>
                    </a:cubicBezTo>
                    <a:cubicBezTo>
                      <a:pt x="16710" y="0"/>
                      <a:pt x="19746" y="1327"/>
                      <a:pt x="21927" y="3958"/>
                    </a:cubicBezTo>
                    <a:cubicBezTo>
                      <a:pt x="24131" y="6612"/>
                      <a:pt x="25211" y="10435"/>
                      <a:pt x="25166" y="15473"/>
                    </a:cubicBezTo>
                    <a:lnTo>
                      <a:pt x="3463" y="15473"/>
                    </a:lnTo>
                    <a:close/>
                    <a:moveTo>
                      <a:pt x="21747" y="12774"/>
                    </a:moveTo>
                    <a:cubicBezTo>
                      <a:pt x="21747" y="11402"/>
                      <a:pt x="21567" y="10120"/>
                      <a:pt x="21185" y="8906"/>
                    </a:cubicBezTo>
                    <a:cubicBezTo>
                      <a:pt x="20803" y="7691"/>
                      <a:pt x="20241" y="6657"/>
                      <a:pt x="19521" y="5780"/>
                    </a:cubicBezTo>
                    <a:cubicBezTo>
                      <a:pt x="18778" y="4903"/>
                      <a:pt x="17857" y="4206"/>
                      <a:pt x="16732" y="3666"/>
                    </a:cubicBezTo>
                    <a:cubicBezTo>
                      <a:pt x="15608" y="3148"/>
                      <a:pt x="14348" y="2878"/>
                      <a:pt x="12909" y="2878"/>
                    </a:cubicBezTo>
                    <a:cubicBezTo>
                      <a:pt x="11469" y="2878"/>
                      <a:pt x="10210" y="3148"/>
                      <a:pt x="9108" y="3688"/>
                    </a:cubicBezTo>
                    <a:cubicBezTo>
                      <a:pt x="8006" y="4228"/>
                      <a:pt x="7084" y="4948"/>
                      <a:pt x="6297" y="5847"/>
                    </a:cubicBezTo>
                    <a:cubicBezTo>
                      <a:pt x="5532" y="6747"/>
                      <a:pt x="4903" y="7781"/>
                      <a:pt x="4430" y="8973"/>
                    </a:cubicBezTo>
                    <a:cubicBezTo>
                      <a:pt x="3958" y="10165"/>
                      <a:pt x="3666" y="11425"/>
                      <a:pt x="3509" y="12751"/>
                    </a:cubicBezTo>
                    <a:lnTo>
                      <a:pt x="21747" y="12751"/>
                    </a:lnTo>
                    <a:close/>
                  </a:path>
                </a:pathLst>
              </a:custGeom>
              <a:solidFill>
                <a:srgbClr val="231F20"/>
              </a:solidFill>
              <a:ln w="2249" cap="flat">
                <a:noFill/>
                <a:prstDash val="solid"/>
                <a:miter/>
              </a:ln>
            </p:spPr>
            <p:txBody>
              <a:bodyPr rtlCol="0" anchor="ctr"/>
              <a:lstStyle/>
              <a:p>
                <a:endParaRPr lang="en-US"/>
              </a:p>
            </p:txBody>
          </p:sp>
          <p:sp>
            <p:nvSpPr>
              <p:cNvPr id="18465" name="Freeform 18464">
                <a:extLst>
                  <a:ext uri="{FF2B5EF4-FFF2-40B4-BE49-F238E27FC236}">
                    <a16:creationId xmlns:a16="http://schemas.microsoft.com/office/drawing/2014/main" id="{893BFAE9-BDEA-919D-DEAB-96FE00E5D9BE}"/>
                  </a:ext>
                </a:extLst>
              </p:cNvPr>
              <p:cNvSpPr/>
              <p:nvPr/>
            </p:nvSpPr>
            <p:spPr>
              <a:xfrm>
                <a:off x="5564527" y="5775023"/>
                <a:ext cx="24896" cy="29461"/>
              </a:xfrm>
              <a:custGeom>
                <a:avLst/>
                <a:gdLst>
                  <a:gd name="connsiteX0" fmla="*/ 21163 w 24896"/>
                  <a:gd name="connsiteY0" fmla="*/ 9558 h 29461"/>
                  <a:gd name="connsiteX1" fmla="*/ 18194 w 24896"/>
                  <a:gd name="connsiteY1" fmla="*/ 4678 h 29461"/>
                  <a:gd name="connsiteX2" fmla="*/ 12841 w 24896"/>
                  <a:gd name="connsiteY2" fmla="*/ 2923 h 29461"/>
                  <a:gd name="connsiteX3" fmla="*/ 8569 w 24896"/>
                  <a:gd name="connsiteY3" fmla="*/ 3958 h 29461"/>
                  <a:gd name="connsiteX4" fmla="*/ 5645 w 24896"/>
                  <a:gd name="connsiteY4" fmla="*/ 6679 h 29461"/>
                  <a:gd name="connsiteX5" fmla="*/ 3981 w 24896"/>
                  <a:gd name="connsiteY5" fmla="*/ 10502 h 29461"/>
                  <a:gd name="connsiteX6" fmla="*/ 3441 w 24896"/>
                  <a:gd name="connsiteY6" fmla="*/ 14798 h 29461"/>
                  <a:gd name="connsiteX7" fmla="*/ 3958 w 24896"/>
                  <a:gd name="connsiteY7" fmla="*/ 19116 h 29461"/>
                  <a:gd name="connsiteX8" fmla="*/ 5600 w 24896"/>
                  <a:gd name="connsiteY8" fmla="*/ 22894 h 29461"/>
                  <a:gd name="connsiteX9" fmla="*/ 8524 w 24896"/>
                  <a:gd name="connsiteY9" fmla="*/ 25571 h 29461"/>
                  <a:gd name="connsiteX10" fmla="*/ 12841 w 24896"/>
                  <a:gd name="connsiteY10" fmla="*/ 26560 h 29461"/>
                  <a:gd name="connsiteX11" fmla="*/ 18644 w 24896"/>
                  <a:gd name="connsiteY11" fmla="*/ 24558 h 29461"/>
                  <a:gd name="connsiteX12" fmla="*/ 21433 w 24896"/>
                  <a:gd name="connsiteY12" fmla="*/ 19049 h 29461"/>
                  <a:gd name="connsiteX13" fmla="*/ 24896 w 24896"/>
                  <a:gd name="connsiteY13" fmla="*/ 19049 h 29461"/>
                  <a:gd name="connsiteX14" fmla="*/ 23524 w 24896"/>
                  <a:gd name="connsiteY14" fmla="*/ 23277 h 29461"/>
                  <a:gd name="connsiteX15" fmla="*/ 21096 w 24896"/>
                  <a:gd name="connsiteY15" fmla="*/ 26560 h 29461"/>
                  <a:gd name="connsiteX16" fmla="*/ 17564 w 24896"/>
                  <a:gd name="connsiteY16" fmla="*/ 28697 h 29461"/>
                  <a:gd name="connsiteX17" fmla="*/ 12864 w 24896"/>
                  <a:gd name="connsiteY17" fmla="*/ 29461 h 29461"/>
                  <a:gd name="connsiteX18" fmla="*/ 7085 w 24896"/>
                  <a:gd name="connsiteY18" fmla="*/ 28337 h 29461"/>
                  <a:gd name="connsiteX19" fmla="*/ 3081 w 24896"/>
                  <a:gd name="connsiteY19" fmla="*/ 25233 h 29461"/>
                  <a:gd name="connsiteX20" fmla="*/ 765 w 24896"/>
                  <a:gd name="connsiteY20" fmla="*/ 20556 h 29461"/>
                  <a:gd name="connsiteX21" fmla="*/ 0 w 24896"/>
                  <a:gd name="connsiteY21" fmla="*/ 14776 h 29461"/>
                  <a:gd name="connsiteX22" fmla="*/ 832 w 24896"/>
                  <a:gd name="connsiteY22" fmla="*/ 9198 h 29461"/>
                  <a:gd name="connsiteX23" fmla="*/ 3283 w 24896"/>
                  <a:gd name="connsiteY23" fmla="*/ 4475 h 29461"/>
                  <a:gd name="connsiteX24" fmla="*/ 7309 w 24896"/>
                  <a:gd name="connsiteY24" fmla="*/ 1214 h 29461"/>
                  <a:gd name="connsiteX25" fmla="*/ 12841 w 24896"/>
                  <a:gd name="connsiteY25" fmla="*/ 0 h 29461"/>
                  <a:gd name="connsiteX26" fmla="*/ 20690 w 24896"/>
                  <a:gd name="connsiteY26" fmla="*/ 2316 h 29461"/>
                  <a:gd name="connsiteX27" fmla="*/ 24446 w 24896"/>
                  <a:gd name="connsiteY27" fmla="*/ 9558 h 29461"/>
                  <a:gd name="connsiteX28" fmla="*/ 21163 w 24896"/>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6" h="29461">
                    <a:moveTo>
                      <a:pt x="21163" y="9558"/>
                    </a:moveTo>
                    <a:cubicBezTo>
                      <a:pt x="20578" y="7466"/>
                      <a:pt x="19588" y="5847"/>
                      <a:pt x="18194" y="4678"/>
                    </a:cubicBezTo>
                    <a:cubicBezTo>
                      <a:pt x="16800" y="3508"/>
                      <a:pt x="15000" y="2923"/>
                      <a:pt x="12841" y="2923"/>
                    </a:cubicBezTo>
                    <a:cubicBezTo>
                      <a:pt x="11177" y="2923"/>
                      <a:pt x="9761" y="3261"/>
                      <a:pt x="8569" y="3958"/>
                    </a:cubicBezTo>
                    <a:cubicBezTo>
                      <a:pt x="7377" y="4633"/>
                      <a:pt x="6410" y="5555"/>
                      <a:pt x="5645" y="6679"/>
                    </a:cubicBezTo>
                    <a:cubicBezTo>
                      <a:pt x="4880" y="7804"/>
                      <a:pt x="4340" y="9086"/>
                      <a:pt x="3981" y="10502"/>
                    </a:cubicBezTo>
                    <a:cubicBezTo>
                      <a:pt x="3621" y="11919"/>
                      <a:pt x="3441" y="13359"/>
                      <a:pt x="3441" y="14798"/>
                    </a:cubicBezTo>
                    <a:cubicBezTo>
                      <a:pt x="3441" y="16237"/>
                      <a:pt x="3621" y="17722"/>
                      <a:pt x="3958" y="19116"/>
                    </a:cubicBezTo>
                    <a:cubicBezTo>
                      <a:pt x="4296" y="20510"/>
                      <a:pt x="4858" y="21770"/>
                      <a:pt x="5600" y="22894"/>
                    </a:cubicBezTo>
                    <a:cubicBezTo>
                      <a:pt x="6342" y="24019"/>
                      <a:pt x="7332" y="24896"/>
                      <a:pt x="8524" y="25571"/>
                    </a:cubicBezTo>
                    <a:cubicBezTo>
                      <a:pt x="9716" y="26245"/>
                      <a:pt x="11155" y="26560"/>
                      <a:pt x="12841" y="26560"/>
                    </a:cubicBezTo>
                    <a:cubicBezTo>
                      <a:pt x="15248" y="26560"/>
                      <a:pt x="17182" y="25886"/>
                      <a:pt x="18644" y="24558"/>
                    </a:cubicBezTo>
                    <a:cubicBezTo>
                      <a:pt x="20106" y="23232"/>
                      <a:pt x="21028" y="21388"/>
                      <a:pt x="21433" y="19049"/>
                    </a:cubicBezTo>
                    <a:lnTo>
                      <a:pt x="24896" y="19049"/>
                    </a:lnTo>
                    <a:cubicBezTo>
                      <a:pt x="24603" y="20600"/>
                      <a:pt x="24154" y="22017"/>
                      <a:pt x="23524" y="23277"/>
                    </a:cubicBezTo>
                    <a:cubicBezTo>
                      <a:pt x="22894" y="24558"/>
                      <a:pt x="22085" y="25660"/>
                      <a:pt x="21096" y="26560"/>
                    </a:cubicBezTo>
                    <a:cubicBezTo>
                      <a:pt x="20106" y="27482"/>
                      <a:pt x="18936" y="28179"/>
                      <a:pt x="17564" y="28697"/>
                    </a:cubicBezTo>
                    <a:cubicBezTo>
                      <a:pt x="16192" y="29214"/>
                      <a:pt x="14641" y="29461"/>
                      <a:pt x="12864" y="29461"/>
                    </a:cubicBezTo>
                    <a:cubicBezTo>
                      <a:pt x="10638" y="29461"/>
                      <a:pt x="8704" y="29079"/>
                      <a:pt x="7085" y="28337"/>
                    </a:cubicBezTo>
                    <a:cubicBezTo>
                      <a:pt x="5465" y="27572"/>
                      <a:pt x="4138" y="26538"/>
                      <a:pt x="3081" y="25233"/>
                    </a:cubicBezTo>
                    <a:cubicBezTo>
                      <a:pt x="2024" y="23929"/>
                      <a:pt x="1260" y="22355"/>
                      <a:pt x="765" y="20556"/>
                    </a:cubicBezTo>
                    <a:cubicBezTo>
                      <a:pt x="270" y="18756"/>
                      <a:pt x="0" y="16822"/>
                      <a:pt x="0" y="14776"/>
                    </a:cubicBezTo>
                    <a:cubicBezTo>
                      <a:pt x="0" y="12841"/>
                      <a:pt x="270" y="10975"/>
                      <a:pt x="832" y="9198"/>
                    </a:cubicBezTo>
                    <a:cubicBezTo>
                      <a:pt x="1395" y="7421"/>
                      <a:pt x="2204" y="5847"/>
                      <a:pt x="3283" y="4475"/>
                    </a:cubicBezTo>
                    <a:cubicBezTo>
                      <a:pt x="4363" y="3104"/>
                      <a:pt x="5712" y="2024"/>
                      <a:pt x="7309" y="1214"/>
                    </a:cubicBezTo>
                    <a:cubicBezTo>
                      <a:pt x="8906" y="405"/>
                      <a:pt x="10750" y="0"/>
                      <a:pt x="12841" y="0"/>
                    </a:cubicBezTo>
                    <a:cubicBezTo>
                      <a:pt x="16080" y="0"/>
                      <a:pt x="18689" y="765"/>
                      <a:pt x="20690" y="2316"/>
                    </a:cubicBezTo>
                    <a:cubicBezTo>
                      <a:pt x="22692" y="3868"/>
                      <a:pt x="23929" y="6274"/>
                      <a:pt x="24446" y="9558"/>
                    </a:cubicBezTo>
                    <a:lnTo>
                      <a:pt x="21163" y="9558"/>
                    </a:lnTo>
                    <a:close/>
                  </a:path>
                </a:pathLst>
              </a:custGeom>
              <a:solidFill>
                <a:srgbClr val="231F20"/>
              </a:solidFill>
              <a:ln w="2249" cap="flat">
                <a:noFill/>
                <a:prstDash val="solid"/>
                <a:miter/>
              </a:ln>
            </p:spPr>
            <p:txBody>
              <a:bodyPr rtlCol="0" anchor="ctr"/>
              <a:lstStyle/>
              <a:p>
                <a:endParaRPr lang="en-US"/>
              </a:p>
            </p:txBody>
          </p:sp>
          <p:sp>
            <p:nvSpPr>
              <p:cNvPr id="18466" name="Freeform 18465">
                <a:extLst>
                  <a:ext uri="{FF2B5EF4-FFF2-40B4-BE49-F238E27FC236}">
                    <a16:creationId xmlns:a16="http://schemas.microsoft.com/office/drawing/2014/main" id="{90C4243B-75EF-6807-D1F4-A539FD11BDB5}"/>
                  </a:ext>
                </a:extLst>
              </p:cNvPr>
              <p:cNvSpPr/>
              <p:nvPr/>
            </p:nvSpPr>
            <p:spPr>
              <a:xfrm>
                <a:off x="5593111" y="5768006"/>
                <a:ext cx="12616" cy="36500"/>
              </a:xfrm>
              <a:custGeom>
                <a:avLst/>
                <a:gdLst>
                  <a:gd name="connsiteX0" fmla="*/ 12617 w 12616"/>
                  <a:gd name="connsiteY0" fmla="*/ 35848 h 36500"/>
                  <a:gd name="connsiteX1" fmla="*/ 11043 w 12616"/>
                  <a:gd name="connsiteY1" fmla="*/ 36231 h 36500"/>
                  <a:gd name="connsiteX2" fmla="*/ 8884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1 h 36500"/>
                  <a:gd name="connsiteX8" fmla="*/ 3936 w 12616"/>
                  <a:gd name="connsiteY8" fmla="*/ 7781 h 36500"/>
                  <a:gd name="connsiteX9" fmla="*/ 3936 w 12616"/>
                  <a:gd name="connsiteY9" fmla="*/ 0 h 36500"/>
                  <a:gd name="connsiteX10" fmla="*/ 7175 w 12616"/>
                  <a:gd name="connsiteY10" fmla="*/ 0 h 36500"/>
                  <a:gd name="connsiteX11" fmla="*/ 7175 w 12616"/>
                  <a:gd name="connsiteY11" fmla="*/ 7781 h 36500"/>
                  <a:gd name="connsiteX12" fmla="*/ 12414 w 12616"/>
                  <a:gd name="connsiteY12" fmla="*/ 7781 h 36500"/>
                  <a:gd name="connsiteX13" fmla="*/ 12414 w 12616"/>
                  <a:gd name="connsiteY13" fmla="*/ 10480 h 36500"/>
                  <a:gd name="connsiteX14" fmla="*/ 7175 w 12616"/>
                  <a:gd name="connsiteY14" fmla="*/ 10480 h 36500"/>
                  <a:gd name="connsiteX15" fmla="*/ 7175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5 h 36500"/>
                  <a:gd name="connsiteX21" fmla="*/ 12617 w 12616"/>
                  <a:gd name="connsiteY21" fmla="*/ 33195 h 36500"/>
                  <a:gd name="connsiteX22" fmla="*/ 12617 w 12616"/>
                  <a:gd name="connsiteY22" fmla="*/ 35848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616" h="36500">
                    <a:moveTo>
                      <a:pt x="12617" y="35848"/>
                    </a:moveTo>
                    <a:cubicBezTo>
                      <a:pt x="12212" y="35916"/>
                      <a:pt x="11695" y="36051"/>
                      <a:pt x="11043" y="36231"/>
                    </a:cubicBezTo>
                    <a:cubicBezTo>
                      <a:pt x="10390" y="36410"/>
                      <a:pt x="9671" y="36501"/>
                      <a:pt x="8884" y="36501"/>
                    </a:cubicBezTo>
                    <a:cubicBezTo>
                      <a:pt x="7264" y="36501"/>
                      <a:pt x="6028" y="36096"/>
                      <a:pt x="5195" y="35286"/>
                    </a:cubicBezTo>
                    <a:cubicBezTo>
                      <a:pt x="4363" y="34476"/>
                      <a:pt x="3936" y="33037"/>
                      <a:pt x="3936" y="30946"/>
                    </a:cubicBezTo>
                    <a:lnTo>
                      <a:pt x="3936" y="10480"/>
                    </a:lnTo>
                    <a:lnTo>
                      <a:pt x="0" y="10480"/>
                    </a:lnTo>
                    <a:lnTo>
                      <a:pt x="0" y="7781"/>
                    </a:lnTo>
                    <a:lnTo>
                      <a:pt x="3936" y="7781"/>
                    </a:lnTo>
                    <a:lnTo>
                      <a:pt x="3936" y="0"/>
                    </a:lnTo>
                    <a:lnTo>
                      <a:pt x="7175" y="0"/>
                    </a:lnTo>
                    <a:lnTo>
                      <a:pt x="7175" y="7781"/>
                    </a:lnTo>
                    <a:lnTo>
                      <a:pt x="12414" y="7781"/>
                    </a:lnTo>
                    <a:lnTo>
                      <a:pt x="12414" y="10480"/>
                    </a:lnTo>
                    <a:lnTo>
                      <a:pt x="7175" y="10480"/>
                    </a:lnTo>
                    <a:lnTo>
                      <a:pt x="7175" y="29641"/>
                    </a:lnTo>
                    <a:cubicBezTo>
                      <a:pt x="7175" y="30316"/>
                      <a:pt x="7175" y="30923"/>
                      <a:pt x="7219" y="31418"/>
                    </a:cubicBezTo>
                    <a:cubicBezTo>
                      <a:pt x="7264" y="31913"/>
                      <a:pt x="7354" y="32340"/>
                      <a:pt x="7534" y="32655"/>
                    </a:cubicBezTo>
                    <a:cubicBezTo>
                      <a:pt x="7714" y="32970"/>
                      <a:pt x="7984" y="33217"/>
                      <a:pt x="8366" y="33352"/>
                    </a:cubicBezTo>
                    <a:cubicBezTo>
                      <a:pt x="8749" y="33487"/>
                      <a:pt x="9266" y="33577"/>
                      <a:pt x="9963" y="33577"/>
                    </a:cubicBezTo>
                    <a:cubicBezTo>
                      <a:pt x="10390" y="33577"/>
                      <a:pt x="10840" y="33532"/>
                      <a:pt x="11290" y="33465"/>
                    </a:cubicBezTo>
                    <a:cubicBezTo>
                      <a:pt x="11739" y="33397"/>
                      <a:pt x="12190" y="33307"/>
                      <a:pt x="12617" y="33195"/>
                    </a:cubicBezTo>
                    <a:lnTo>
                      <a:pt x="12617" y="35848"/>
                    </a:lnTo>
                    <a:close/>
                  </a:path>
                </a:pathLst>
              </a:custGeom>
              <a:solidFill>
                <a:srgbClr val="231F20"/>
              </a:solidFill>
              <a:ln w="2249" cap="flat">
                <a:noFill/>
                <a:prstDash val="solid"/>
                <a:miter/>
              </a:ln>
            </p:spPr>
            <p:txBody>
              <a:bodyPr rtlCol="0" anchor="ctr"/>
              <a:lstStyle/>
              <a:p>
                <a:endParaRPr lang="en-US"/>
              </a:p>
            </p:txBody>
          </p:sp>
        </p:grpSp>
        <p:grpSp>
          <p:nvGrpSpPr>
            <p:cNvPr id="18467" name="Graphic 4479">
              <a:extLst>
                <a:ext uri="{FF2B5EF4-FFF2-40B4-BE49-F238E27FC236}">
                  <a16:creationId xmlns:a16="http://schemas.microsoft.com/office/drawing/2014/main" id="{BBD5A3DD-D4F2-9DD1-553B-25FC11A52010}"/>
                </a:ext>
              </a:extLst>
            </p:cNvPr>
            <p:cNvGrpSpPr/>
            <p:nvPr/>
          </p:nvGrpSpPr>
          <p:grpSpPr>
            <a:xfrm>
              <a:off x="6312577" y="5263502"/>
              <a:ext cx="833937" cy="159358"/>
              <a:chOff x="5683047" y="5764880"/>
              <a:chExt cx="207488" cy="39649"/>
            </a:xfrm>
            <a:solidFill>
              <a:srgbClr val="231F20"/>
            </a:solidFill>
          </p:grpSpPr>
          <p:sp>
            <p:nvSpPr>
              <p:cNvPr id="18468" name="Freeform 18467">
                <a:extLst>
                  <a:ext uri="{FF2B5EF4-FFF2-40B4-BE49-F238E27FC236}">
                    <a16:creationId xmlns:a16="http://schemas.microsoft.com/office/drawing/2014/main" id="{BA986BAE-E584-53A5-A901-A82B9DE1E659}"/>
                  </a:ext>
                </a:extLst>
              </p:cNvPr>
              <p:cNvSpPr/>
              <p:nvPr/>
            </p:nvSpPr>
            <p:spPr>
              <a:xfrm>
                <a:off x="5683047" y="5764880"/>
                <a:ext cx="3553" cy="38861"/>
              </a:xfrm>
              <a:custGeom>
                <a:avLst/>
                <a:gdLst>
                  <a:gd name="connsiteX0" fmla="*/ 0 w 3553"/>
                  <a:gd name="connsiteY0" fmla="*/ 4813 h 38861"/>
                  <a:gd name="connsiteX1" fmla="*/ 0 w 3553"/>
                  <a:gd name="connsiteY1" fmla="*/ 0 h 38861"/>
                  <a:gd name="connsiteX2" fmla="*/ 3554 w 3553"/>
                  <a:gd name="connsiteY2" fmla="*/ 0 h 38861"/>
                  <a:gd name="connsiteX3" fmla="*/ 3554 w 3553"/>
                  <a:gd name="connsiteY3" fmla="*/ 4813 h 38861"/>
                  <a:gd name="connsiteX4" fmla="*/ 0 w 3553"/>
                  <a:gd name="connsiteY4" fmla="*/ 4813 h 38861"/>
                  <a:gd name="connsiteX5" fmla="*/ 158 w 3553"/>
                  <a:gd name="connsiteY5" fmla="*/ 38862 h 38861"/>
                  <a:gd name="connsiteX6" fmla="*/ 158 w 3553"/>
                  <a:gd name="connsiteY6" fmla="*/ 10907 h 38861"/>
                  <a:gd name="connsiteX7" fmla="*/ 3396 w 3553"/>
                  <a:gd name="connsiteY7" fmla="*/ 10907 h 38861"/>
                  <a:gd name="connsiteX8" fmla="*/ 3396 w 3553"/>
                  <a:gd name="connsiteY8" fmla="*/ 38862 h 38861"/>
                  <a:gd name="connsiteX9" fmla="*/ 158 w 3553"/>
                  <a:gd name="connsiteY9" fmla="*/ 38862 h 38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53" h="38861">
                    <a:moveTo>
                      <a:pt x="0" y="4813"/>
                    </a:moveTo>
                    <a:lnTo>
                      <a:pt x="0" y="0"/>
                    </a:lnTo>
                    <a:lnTo>
                      <a:pt x="3554" y="0"/>
                    </a:lnTo>
                    <a:lnTo>
                      <a:pt x="3554" y="4813"/>
                    </a:lnTo>
                    <a:lnTo>
                      <a:pt x="0" y="4813"/>
                    </a:lnTo>
                    <a:close/>
                    <a:moveTo>
                      <a:pt x="158" y="38862"/>
                    </a:moveTo>
                    <a:lnTo>
                      <a:pt x="158" y="10907"/>
                    </a:lnTo>
                    <a:lnTo>
                      <a:pt x="3396" y="10907"/>
                    </a:lnTo>
                    <a:lnTo>
                      <a:pt x="3396" y="38862"/>
                    </a:lnTo>
                    <a:lnTo>
                      <a:pt x="158" y="38862"/>
                    </a:lnTo>
                    <a:close/>
                  </a:path>
                </a:pathLst>
              </a:custGeom>
              <a:solidFill>
                <a:srgbClr val="231F20"/>
              </a:solidFill>
              <a:ln w="2249" cap="flat">
                <a:noFill/>
                <a:prstDash val="solid"/>
                <a:miter/>
              </a:ln>
            </p:spPr>
            <p:txBody>
              <a:bodyPr rtlCol="0" anchor="ctr"/>
              <a:lstStyle/>
              <a:p>
                <a:endParaRPr lang="en-US"/>
              </a:p>
            </p:txBody>
          </p:sp>
          <p:sp>
            <p:nvSpPr>
              <p:cNvPr id="18469" name="Freeform 18468">
                <a:extLst>
                  <a:ext uri="{FF2B5EF4-FFF2-40B4-BE49-F238E27FC236}">
                    <a16:creationId xmlns:a16="http://schemas.microsoft.com/office/drawing/2014/main" id="{98A22E41-51F3-3ECF-61D5-0BD97A5EC500}"/>
                  </a:ext>
                </a:extLst>
              </p:cNvPr>
              <p:cNvSpPr/>
              <p:nvPr/>
            </p:nvSpPr>
            <p:spPr>
              <a:xfrm>
                <a:off x="5694697" y="5775023"/>
                <a:ext cx="22196" cy="28741"/>
              </a:xfrm>
              <a:custGeom>
                <a:avLst/>
                <a:gdLst>
                  <a:gd name="connsiteX0" fmla="*/ 3238 w 22196"/>
                  <a:gd name="connsiteY0" fmla="*/ 28719 h 28741"/>
                  <a:gd name="connsiteX1" fmla="*/ 0 w 22196"/>
                  <a:gd name="connsiteY1" fmla="*/ 28719 h 28741"/>
                  <a:gd name="connsiteX2" fmla="*/ 0 w 22196"/>
                  <a:gd name="connsiteY2" fmla="*/ 765 h 28741"/>
                  <a:gd name="connsiteX3" fmla="*/ 3238 w 22196"/>
                  <a:gd name="connsiteY3" fmla="*/ 765 h 28741"/>
                  <a:gd name="connsiteX4" fmla="*/ 3238 w 22196"/>
                  <a:gd name="connsiteY4" fmla="*/ 4655 h 28741"/>
                  <a:gd name="connsiteX5" fmla="*/ 7264 w 22196"/>
                  <a:gd name="connsiteY5" fmla="*/ 1304 h 28741"/>
                  <a:gd name="connsiteX6" fmla="*/ 12257 w 22196"/>
                  <a:gd name="connsiteY6" fmla="*/ 0 h 28741"/>
                  <a:gd name="connsiteX7" fmla="*/ 17069 w 22196"/>
                  <a:gd name="connsiteY7" fmla="*/ 899 h 28741"/>
                  <a:gd name="connsiteX8" fmla="*/ 20803 w 22196"/>
                  <a:gd name="connsiteY8" fmla="*/ 4003 h 28741"/>
                  <a:gd name="connsiteX9" fmla="*/ 22017 w 22196"/>
                  <a:gd name="connsiteY9" fmla="*/ 7107 h 28741"/>
                  <a:gd name="connsiteX10" fmla="*/ 22197 w 22196"/>
                  <a:gd name="connsiteY10" fmla="*/ 10435 h 28741"/>
                  <a:gd name="connsiteX11" fmla="*/ 22197 w 22196"/>
                  <a:gd name="connsiteY11" fmla="*/ 28741 h 28741"/>
                  <a:gd name="connsiteX12" fmla="*/ 18959 w 22196"/>
                  <a:gd name="connsiteY12" fmla="*/ 28741 h 28741"/>
                  <a:gd name="connsiteX13" fmla="*/ 18959 w 22196"/>
                  <a:gd name="connsiteY13" fmla="*/ 10502 h 28741"/>
                  <a:gd name="connsiteX14" fmla="*/ 17294 w 22196"/>
                  <a:gd name="connsiteY14" fmla="*/ 4835 h 28741"/>
                  <a:gd name="connsiteX15" fmla="*/ 11739 w 22196"/>
                  <a:gd name="connsiteY15" fmla="*/ 2946 h 28741"/>
                  <a:gd name="connsiteX16" fmla="*/ 8996 w 22196"/>
                  <a:gd name="connsiteY16" fmla="*/ 3396 h 28741"/>
                  <a:gd name="connsiteX17" fmla="*/ 6747 w 22196"/>
                  <a:gd name="connsiteY17" fmla="*/ 4610 h 28741"/>
                  <a:gd name="connsiteX18" fmla="*/ 5038 w 22196"/>
                  <a:gd name="connsiteY18" fmla="*/ 6342 h 28741"/>
                  <a:gd name="connsiteX19" fmla="*/ 3958 w 22196"/>
                  <a:gd name="connsiteY19" fmla="*/ 8389 h 28741"/>
                  <a:gd name="connsiteX20" fmla="*/ 3373 w 22196"/>
                  <a:gd name="connsiteY20" fmla="*/ 10975 h 28741"/>
                  <a:gd name="connsiteX21" fmla="*/ 3261 w 22196"/>
                  <a:gd name="connsiteY21" fmla="*/ 13674 h 28741"/>
                  <a:gd name="connsiteX22" fmla="*/ 3261 w 22196"/>
                  <a:gd name="connsiteY22" fmla="*/ 28741 h 28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2196" h="28741">
                    <a:moveTo>
                      <a:pt x="3238" y="28719"/>
                    </a:moveTo>
                    <a:lnTo>
                      <a:pt x="0" y="28719"/>
                    </a:lnTo>
                    <a:lnTo>
                      <a:pt x="0" y="765"/>
                    </a:lnTo>
                    <a:lnTo>
                      <a:pt x="3238" y="765"/>
                    </a:lnTo>
                    <a:lnTo>
                      <a:pt x="3238" y="4655"/>
                    </a:lnTo>
                    <a:cubicBezTo>
                      <a:pt x="4543" y="3283"/>
                      <a:pt x="5869" y="2181"/>
                      <a:pt x="7264" y="1304"/>
                    </a:cubicBezTo>
                    <a:cubicBezTo>
                      <a:pt x="8658" y="450"/>
                      <a:pt x="10322" y="0"/>
                      <a:pt x="12257" y="0"/>
                    </a:cubicBezTo>
                    <a:cubicBezTo>
                      <a:pt x="13988" y="0"/>
                      <a:pt x="15585" y="292"/>
                      <a:pt x="17069" y="899"/>
                    </a:cubicBezTo>
                    <a:cubicBezTo>
                      <a:pt x="18554" y="1507"/>
                      <a:pt x="19790" y="2519"/>
                      <a:pt x="20803" y="4003"/>
                    </a:cubicBezTo>
                    <a:cubicBezTo>
                      <a:pt x="21477" y="5015"/>
                      <a:pt x="21882" y="6050"/>
                      <a:pt x="22017" y="7107"/>
                    </a:cubicBezTo>
                    <a:cubicBezTo>
                      <a:pt x="22152" y="8164"/>
                      <a:pt x="22197" y="9266"/>
                      <a:pt x="22197" y="10435"/>
                    </a:cubicBezTo>
                    <a:lnTo>
                      <a:pt x="22197" y="28741"/>
                    </a:lnTo>
                    <a:lnTo>
                      <a:pt x="18959" y="28741"/>
                    </a:lnTo>
                    <a:lnTo>
                      <a:pt x="18959" y="10502"/>
                    </a:lnTo>
                    <a:cubicBezTo>
                      <a:pt x="18959" y="7984"/>
                      <a:pt x="18396" y="6095"/>
                      <a:pt x="17294" y="4835"/>
                    </a:cubicBezTo>
                    <a:cubicBezTo>
                      <a:pt x="16170" y="3576"/>
                      <a:pt x="14326" y="2946"/>
                      <a:pt x="11739" y="2946"/>
                    </a:cubicBezTo>
                    <a:cubicBezTo>
                      <a:pt x="10728" y="2946"/>
                      <a:pt x="9805" y="3104"/>
                      <a:pt x="8996" y="3396"/>
                    </a:cubicBezTo>
                    <a:cubicBezTo>
                      <a:pt x="8186" y="3688"/>
                      <a:pt x="7421" y="4115"/>
                      <a:pt x="6747" y="4610"/>
                    </a:cubicBezTo>
                    <a:cubicBezTo>
                      <a:pt x="6072" y="5105"/>
                      <a:pt x="5510" y="5690"/>
                      <a:pt x="5038" y="6342"/>
                    </a:cubicBezTo>
                    <a:cubicBezTo>
                      <a:pt x="4565" y="6994"/>
                      <a:pt x="4205" y="7669"/>
                      <a:pt x="3958" y="8389"/>
                    </a:cubicBezTo>
                    <a:cubicBezTo>
                      <a:pt x="3643" y="9288"/>
                      <a:pt x="3441" y="10143"/>
                      <a:pt x="3373" y="10975"/>
                    </a:cubicBezTo>
                    <a:cubicBezTo>
                      <a:pt x="3306" y="11807"/>
                      <a:pt x="3261" y="12706"/>
                      <a:pt x="3261" y="13674"/>
                    </a:cubicBezTo>
                    <a:lnTo>
                      <a:pt x="3261" y="28741"/>
                    </a:lnTo>
                    <a:close/>
                  </a:path>
                </a:pathLst>
              </a:custGeom>
              <a:solidFill>
                <a:srgbClr val="231F20"/>
              </a:solidFill>
              <a:ln w="2249" cap="flat">
                <a:noFill/>
                <a:prstDash val="solid"/>
                <a:miter/>
              </a:ln>
            </p:spPr>
            <p:txBody>
              <a:bodyPr rtlCol="0" anchor="ctr"/>
              <a:lstStyle/>
              <a:p>
                <a:endParaRPr lang="en-US"/>
              </a:p>
            </p:txBody>
          </p:sp>
          <p:sp>
            <p:nvSpPr>
              <p:cNvPr id="18470" name="Freeform 18469">
                <a:extLst>
                  <a:ext uri="{FF2B5EF4-FFF2-40B4-BE49-F238E27FC236}">
                    <a16:creationId xmlns:a16="http://schemas.microsoft.com/office/drawing/2014/main" id="{5FAF9108-9BB5-CEC3-9BE8-92CA8C085AA1}"/>
                  </a:ext>
                </a:extLst>
              </p:cNvPr>
              <p:cNvSpPr/>
              <p:nvPr/>
            </p:nvSpPr>
            <p:spPr>
              <a:xfrm>
                <a:off x="5723371" y="5775023"/>
                <a:ext cx="24895" cy="29461"/>
              </a:xfrm>
              <a:custGeom>
                <a:avLst/>
                <a:gdLst>
                  <a:gd name="connsiteX0" fmla="*/ 21163 w 24895"/>
                  <a:gd name="connsiteY0" fmla="*/ 9558 h 29461"/>
                  <a:gd name="connsiteX1" fmla="*/ 18194 w 24895"/>
                  <a:gd name="connsiteY1" fmla="*/ 4678 h 29461"/>
                  <a:gd name="connsiteX2" fmla="*/ 12841 w 24895"/>
                  <a:gd name="connsiteY2" fmla="*/ 2923 h 29461"/>
                  <a:gd name="connsiteX3" fmla="*/ 8568 w 24895"/>
                  <a:gd name="connsiteY3" fmla="*/ 3958 h 29461"/>
                  <a:gd name="connsiteX4" fmla="*/ 5645 w 24895"/>
                  <a:gd name="connsiteY4" fmla="*/ 6679 h 29461"/>
                  <a:gd name="connsiteX5" fmla="*/ 3981 w 24895"/>
                  <a:gd name="connsiteY5" fmla="*/ 10502 h 29461"/>
                  <a:gd name="connsiteX6" fmla="*/ 3441 w 24895"/>
                  <a:gd name="connsiteY6" fmla="*/ 14798 h 29461"/>
                  <a:gd name="connsiteX7" fmla="*/ 3958 w 24895"/>
                  <a:gd name="connsiteY7" fmla="*/ 19116 h 29461"/>
                  <a:gd name="connsiteX8" fmla="*/ 5600 w 24895"/>
                  <a:gd name="connsiteY8" fmla="*/ 22894 h 29461"/>
                  <a:gd name="connsiteX9" fmla="*/ 8523 w 24895"/>
                  <a:gd name="connsiteY9" fmla="*/ 25571 h 29461"/>
                  <a:gd name="connsiteX10" fmla="*/ 12841 w 24895"/>
                  <a:gd name="connsiteY10" fmla="*/ 26560 h 29461"/>
                  <a:gd name="connsiteX11" fmla="*/ 18643 w 24895"/>
                  <a:gd name="connsiteY11" fmla="*/ 24558 h 29461"/>
                  <a:gd name="connsiteX12" fmla="*/ 21433 w 24895"/>
                  <a:gd name="connsiteY12" fmla="*/ 19049 h 29461"/>
                  <a:gd name="connsiteX13" fmla="*/ 24896 w 24895"/>
                  <a:gd name="connsiteY13" fmla="*/ 19049 h 29461"/>
                  <a:gd name="connsiteX14" fmla="*/ 23524 w 24895"/>
                  <a:gd name="connsiteY14" fmla="*/ 23277 h 29461"/>
                  <a:gd name="connsiteX15" fmla="*/ 21095 w 24895"/>
                  <a:gd name="connsiteY15" fmla="*/ 26560 h 29461"/>
                  <a:gd name="connsiteX16" fmla="*/ 17564 w 24895"/>
                  <a:gd name="connsiteY16" fmla="*/ 28697 h 29461"/>
                  <a:gd name="connsiteX17" fmla="*/ 12864 w 24895"/>
                  <a:gd name="connsiteY17" fmla="*/ 29461 h 29461"/>
                  <a:gd name="connsiteX18" fmla="*/ 7084 w 24895"/>
                  <a:gd name="connsiteY18" fmla="*/ 28337 h 29461"/>
                  <a:gd name="connsiteX19" fmla="*/ 3081 w 24895"/>
                  <a:gd name="connsiteY19" fmla="*/ 25233 h 29461"/>
                  <a:gd name="connsiteX20" fmla="*/ 764 w 24895"/>
                  <a:gd name="connsiteY20" fmla="*/ 20556 h 29461"/>
                  <a:gd name="connsiteX21" fmla="*/ 0 w 24895"/>
                  <a:gd name="connsiteY21" fmla="*/ 14776 h 29461"/>
                  <a:gd name="connsiteX22" fmla="*/ 832 w 24895"/>
                  <a:gd name="connsiteY22" fmla="*/ 9198 h 29461"/>
                  <a:gd name="connsiteX23" fmla="*/ 3283 w 24895"/>
                  <a:gd name="connsiteY23" fmla="*/ 4475 h 29461"/>
                  <a:gd name="connsiteX24" fmla="*/ 7309 w 24895"/>
                  <a:gd name="connsiteY24" fmla="*/ 1214 h 29461"/>
                  <a:gd name="connsiteX25" fmla="*/ 12841 w 24895"/>
                  <a:gd name="connsiteY25" fmla="*/ 0 h 29461"/>
                  <a:gd name="connsiteX26" fmla="*/ 20690 w 24895"/>
                  <a:gd name="connsiteY26" fmla="*/ 2316 h 29461"/>
                  <a:gd name="connsiteX27" fmla="*/ 24446 w 24895"/>
                  <a:gd name="connsiteY27" fmla="*/ 9558 h 29461"/>
                  <a:gd name="connsiteX28" fmla="*/ 21163 w 24895"/>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5" h="29461">
                    <a:moveTo>
                      <a:pt x="21163" y="9558"/>
                    </a:moveTo>
                    <a:cubicBezTo>
                      <a:pt x="20578" y="7466"/>
                      <a:pt x="19588" y="5847"/>
                      <a:pt x="18194" y="4678"/>
                    </a:cubicBezTo>
                    <a:cubicBezTo>
                      <a:pt x="16800" y="3508"/>
                      <a:pt x="15000" y="2923"/>
                      <a:pt x="12841" y="2923"/>
                    </a:cubicBezTo>
                    <a:cubicBezTo>
                      <a:pt x="11177" y="2923"/>
                      <a:pt x="9760" y="3261"/>
                      <a:pt x="8568" y="3958"/>
                    </a:cubicBezTo>
                    <a:cubicBezTo>
                      <a:pt x="7377" y="4633"/>
                      <a:pt x="6409" y="5555"/>
                      <a:pt x="5645" y="6679"/>
                    </a:cubicBezTo>
                    <a:cubicBezTo>
                      <a:pt x="4880" y="7804"/>
                      <a:pt x="4340" y="9086"/>
                      <a:pt x="3981" y="10502"/>
                    </a:cubicBezTo>
                    <a:cubicBezTo>
                      <a:pt x="3621" y="11919"/>
                      <a:pt x="3441" y="13359"/>
                      <a:pt x="3441" y="14798"/>
                    </a:cubicBezTo>
                    <a:cubicBezTo>
                      <a:pt x="3441" y="16237"/>
                      <a:pt x="3621" y="17722"/>
                      <a:pt x="3958" y="19116"/>
                    </a:cubicBezTo>
                    <a:cubicBezTo>
                      <a:pt x="4295" y="20510"/>
                      <a:pt x="4858" y="21770"/>
                      <a:pt x="5600" y="22894"/>
                    </a:cubicBezTo>
                    <a:cubicBezTo>
                      <a:pt x="6342" y="24019"/>
                      <a:pt x="7332" y="24896"/>
                      <a:pt x="8523" y="25571"/>
                    </a:cubicBezTo>
                    <a:cubicBezTo>
                      <a:pt x="9715" y="26245"/>
                      <a:pt x="11155" y="26560"/>
                      <a:pt x="12841" y="26560"/>
                    </a:cubicBezTo>
                    <a:cubicBezTo>
                      <a:pt x="15248" y="26560"/>
                      <a:pt x="17182" y="25886"/>
                      <a:pt x="18643" y="24558"/>
                    </a:cubicBezTo>
                    <a:cubicBezTo>
                      <a:pt x="20106" y="23232"/>
                      <a:pt x="21027" y="21388"/>
                      <a:pt x="21433" y="19049"/>
                    </a:cubicBezTo>
                    <a:lnTo>
                      <a:pt x="24896" y="19049"/>
                    </a:lnTo>
                    <a:cubicBezTo>
                      <a:pt x="24603" y="20600"/>
                      <a:pt x="24154" y="22017"/>
                      <a:pt x="23524" y="23277"/>
                    </a:cubicBezTo>
                    <a:cubicBezTo>
                      <a:pt x="22894" y="24558"/>
                      <a:pt x="22084" y="25660"/>
                      <a:pt x="21095" y="26560"/>
                    </a:cubicBezTo>
                    <a:cubicBezTo>
                      <a:pt x="20106" y="27482"/>
                      <a:pt x="18936" y="28179"/>
                      <a:pt x="17564" y="28697"/>
                    </a:cubicBezTo>
                    <a:cubicBezTo>
                      <a:pt x="16192" y="29214"/>
                      <a:pt x="14641" y="29461"/>
                      <a:pt x="12864" y="29461"/>
                    </a:cubicBezTo>
                    <a:cubicBezTo>
                      <a:pt x="10638" y="29461"/>
                      <a:pt x="8703" y="29079"/>
                      <a:pt x="7084" y="28337"/>
                    </a:cubicBezTo>
                    <a:cubicBezTo>
                      <a:pt x="5465" y="27572"/>
                      <a:pt x="4138" y="26538"/>
                      <a:pt x="3081" y="25233"/>
                    </a:cubicBezTo>
                    <a:cubicBezTo>
                      <a:pt x="2024" y="23929"/>
                      <a:pt x="1259" y="22355"/>
                      <a:pt x="764" y="20556"/>
                    </a:cubicBezTo>
                    <a:cubicBezTo>
                      <a:pt x="270" y="18756"/>
                      <a:pt x="0" y="16822"/>
                      <a:pt x="0" y="14776"/>
                    </a:cubicBezTo>
                    <a:cubicBezTo>
                      <a:pt x="0" y="12841"/>
                      <a:pt x="270" y="10975"/>
                      <a:pt x="832" y="9198"/>
                    </a:cubicBezTo>
                    <a:cubicBezTo>
                      <a:pt x="1394" y="7421"/>
                      <a:pt x="2204" y="5847"/>
                      <a:pt x="3283" y="4475"/>
                    </a:cubicBezTo>
                    <a:cubicBezTo>
                      <a:pt x="4363" y="3104"/>
                      <a:pt x="5712" y="2024"/>
                      <a:pt x="7309" y="1214"/>
                    </a:cubicBezTo>
                    <a:cubicBezTo>
                      <a:pt x="8906" y="405"/>
                      <a:pt x="10750" y="0"/>
                      <a:pt x="12841" y="0"/>
                    </a:cubicBezTo>
                    <a:cubicBezTo>
                      <a:pt x="16080" y="0"/>
                      <a:pt x="18688" y="765"/>
                      <a:pt x="20690" y="2316"/>
                    </a:cubicBezTo>
                    <a:cubicBezTo>
                      <a:pt x="22692" y="3868"/>
                      <a:pt x="23929" y="6274"/>
                      <a:pt x="24446" y="9558"/>
                    </a:cubicBezTo>
                    <a:lnTo>
                      <a:pt x="21163" y="9558"/>
                    </a:lnTo>
                    <a:close/>
                  </a:path>
                </a:pathLst>
              </a:custGeom>
              <a:solidFill>
                <a:srgbClr val="231F20"/>
              </a:solidFill>
              <a:ln w="2249" cap="flat">
                <a:noFill/>
                <a:prstDash val="solid"/>
                <a:miter/>
              </a:ln>
            </p:spPr>
            <p:txBody>
              <a:bodyPr rtlCol="0" anchor="ctr"/>
              <a:lstStyle/>
              <a:p>
                <a:endParaRPr lang="en-US"/>
              </a:p>
            </p:txBody>
          </p:sp>
          <p:sp>
            <p:nvSpPr>
              <p:cNvPr id="18471" name="Freeform 18470">
                <a:extLst>
                  <a:ext uri="{FF2B5EF4-FFF2-40B4-BE49-F238E27FC236}">
                    <a16:creationId xmlns:a16="http://schemas.microsoft.com/office/drawing/2014/main" id="{DF3E3BCA-4C52-E6BA-1D1D-512570112B2C}"/>
                  </a:ext>
                </a:extLst>
              </p:cNvPr>
              <p:cNvSpPr/>
              <p:nvPr/>
            </p:nvSpPr>
            <p:spPr>
              <a:xfrm>
                <a:off x="5752900" y="5775000"/>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4 w 25908"/>
                  <a:gd name="connsiteY3" fmla="*/ 21185 h 29483"/>
                  <a:gd name="connsiteX4" fmla="*/ 0 w 25908"/>
                  <a:gd name="connsiteY4" fmla="*/ 14753 h 29483"/>
                  <a:gd name="connsiteX5" fmla="*/ 810 w 25908"/>
                  <a:gd name="connsiteY5" fmla="*/ 8996 h 29483"/>
                  <a:gd name="connsiteX6" fmla="*/ 3238 w 25908"/>
                  <a:gd name="connsiteY6" fmla="*/ 4318 h 29483"/>
                  <a:gd name="connsiteX7" fmla="*/ 7287 w 25908"/>
                  <a:gd name="connsiteY7" fmla="*/ 1170 h 29483"/>
                  <a:gd name="connsiteX8" fmla="*/ 12954 w 25908"/>
                  <a:gd name="connsiteY8" fmla="*/ 0 h 29483"/>
                  <a:gd name="connsiteX9" fmla="*/ 18666 w 25908"/>
                  <a:gd name="connsiteY9" fmla="*/ 1170 h 29483"/>
                  <a:gd name="connsiteX10" fmla="*/ 22715 w 25908"/>
                  <a:gd name="connsiteY10" fmla="*/ 4295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45 w 25908"/>
                  <a:gd name="connsiteY17" fmla="*/ 14753 h 29483"/>
                  <a:gd name="connsiteX18" fmla="*/ 21905 w 25908"/>
                  <a:gd name="connsiteY18" fmla="*/ 10120 h 29483"/>
                  <a:gd name="connsiteX19" fmla="*/ 20241 w 25908"/>
                  <a:gd name="connsiteY19" fmla="*/ 6364 h 29483"/>
                  <a:gd name="connsiteX20" fmla="*/ 17317 w 25908"/>
                  <a:gd name="connsiteY20" fmla="*/ 3846 h 29483"/>
                  <a:gd name="connsiteX21" fmla="*/ 12954 w 25908"/>
                  <a:gd name="connsiteY21" fmla="*/ 2923 h 29483"/>
                  <a:gd name="connsiteX22" fmla="*/ 8614 w 25908"/>
                  <a:gd name="connsiteY22" fmla="*/ 3913 h 29483"/>
                  <a:gd name="connsiteX23" fmla="*/ 5667 w 25908"/>
                  <a:gd name="connsiteY23" fmla="*/ 6567 h 29483"/>
                  <a:gd name="connsiteX24" fmla="*/ 4003 w 25908"/>
                  <a:gd name="connsiteY24" fmla="*/ 10345 h 29483"/>
                  <a:gd name="connsiteX25" fmla="*/ 3463 w 25908"/>
                  <a:gd name="connsiteY25" fmla="*/ 14753 h 29483"/>
                  <a:gd name="connsiteX26" fmla="*/ 4093 w 25908"/>
                  <a:gd name="connsiteY26" fmla="*/ 19521 h 29483"/>
                  <a:gd name="connsiteX27" fmla="*/ 5893 w 25908"/>
                  <a:gd name="connsiteY27" fmla="*/ 23277 h 29483"/>
                  <a:gd name="connsiteX28" fmla="*/ 8861 w 25908"/>
                  <a:gd name="connsiteY28" fmla="*/ 25705 h 29483"/>
                  <a:gd name="connsiteX29" fmla="*/ 12954 w 25908"/>
                  <a:gd name="connsiteY29" fmla="*/ 26560 h 29483"/>
                  <a:gd name="connsiteX30" fmla="*/ 17294 w 25908"/>
                  <a:gd name="connsiteY30" fmla="*/ 25571 h 29483"/>
                  <a:gd name="connsiteX31" fmla="*/ 20241 w 25908"/>
                  <a:gd name="connsiteY31" fmla="*/ 22894 h 29483"/>
                  <a:gd name="connsiteX32" fmla="*/ 21905 w 25908"/>
                  <a:gd name="connsiteY32" fmla="*/ 19116 h 29483"/>
                  <a:gd name="connsiteX33" fmla="*/ 22445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09"/>
                      <a:pt x="4993" y="26987"/>
                      <a:pt x="3823" y="25773"/>
                    </a:cubicBezTo>
                    <a:cubicBezTo>
                      <a:pt x="2654" y="24558"/>
                      <a:pt x="1732" y="23029"/>
                      <a:pt x="1034" y="21185"/>
                    </a:cubicBezTo>
                    <a:cubicBezTo>
                      <a:pt x="360" y="19341"/>
                      <a:pt x="0" y="17205"/>
                      <a:pt x="0" y="14753"/>
                    </a:cubicBezTo>
                    <a:cubicBezTo>
                      <a:pt x="0" y="12707"/>
                      <a:pt x="270" y="10795"/>
                      <a:pt x="810" y="8996"/>
                    </a:cubicBezTo>
                    <a:cubicBezTo>
                      <a:pt x="1350" y="7219"/>
                      <a:pt x="2159" y="5667"/>
                      <a:pt x="3238" y="4318"/>
                    </a:cubicBezTo>
                    <a:cubicBezTo>
                      <a:pt x="4318" y="2991"/>
                      <a:pt x="5667" y="1934"/>
                      <a:pt x="7287" y="1170"/>
                    </a:cubicBezTo>
                    <a:cubicBezTo>
                      <a:pt x="8906" y="405"/>
                      <a:pt x="10795" y="0"/>
                      <a:pt x="12954" y="0"/>
                    </a:cubicBezTo>
                    <a:cubicBezTo>
                      <a:pt x="15113" y="0"/>
                      <a:pt x="17047" y="382"/>
                      <a:pt x="18666" y="1170"/>
                    </a:cubicBezTo>
                    <a:cubicBezTo>
                      <a:pt x="20286" y="1957"/>
                      <a:pt x="21635" y="2991"/>
                      <a:pt x="22715" y="4295"/>
                    </a:cubicBezTo>
                    <a:cubicBezTo>
                      <a:pt x="23794" y="5600"/>
                      <a:pt x="24603" y="7174"/>
                      <a:pt x="25121" y="8973"/>
                    </a:cubicBezTo>
                    <a:cubicBezTo>
                      <a:pt x="25638" y="10772"/>
                      <a:pt x="25908" y="12707"/>
                      <a:pt x="25908" y="14753"/>
                    </a:cubicBezTo>
                    <a:cubicBezTo>
                      <a:pt x="25908" y="16979"/>
                      <a:pt x="25593" y="19004"/>
                      <a:pt x="24986" y="20803"/>
                    </a:cubicBezTo>
                    <a:cubicBezTo>
                      <a:pt x="24379" y="22602"/>
                      <a:pt x="23502" y="24154"/>
                      <a:pt x="22377" y="25436"/>
                    </a:cubicBezTo>
                    <a:cubicBezTo>
                      <a:pt x="21253" y="26718"/>
                      <a:pt x="19881" y="27730"/>
                      <a:pt x="18284" y="28427"/>
                    </a:cubicBezTo>
                    <a:cubicBezTo>
                      <a:pt x="16687" y="29124"/>
                      <a:pt x="14911" y="29484"/>
                      <a:pt x="12977" y="29484"/>
                    </a:cubicBezTo>
                    <a:close/>
                    <a:moveTo>
                      <a:pt x="22445" y="14753"/>
                    </a:moveTo>
                    <a:cubicBezTo>
                      <a:pt x="22445" y="13089"/>
                      <a:pt x="22265" y="11560"/>
                      <a:pt x="21905" y="10120"/>
                    </a:cubicBezTo>
                    <a:cubicBezTo>
                      <a:pt x="21545" y="8681"/>
                      <a:pt x="20983" y="7421"/>
                      <a:pt x="20241" y="6364"/>
                    </a:cubicBezTo>
                    <a:cubicBezTo>
                      <a:pt x="19476" y="5308"/>
                      <a:pt x="18509" y="4475"/>
                      <a:pt x="17317" y="3846"/>
                    </a:cubicBezTo>
                    <a:cubicBezTo>
                      <a:pt x="16125" y="3238"/>
                      <a:pt x="14663" y="2923"/>
                      <a:pt x="12954" y="2923"/>
                    </a:cubicBezTo>
                    <a:cubicBezTo>
                      <a:pt x="11245" y="2923"/>
                      <a:pt x="9806" y="3261"/>
                      <a:pt x="8614" y="3913"/>
                    </a:cubicBezTo>
                    <a:cubicBezTo>
                      <a:pt x="7399" y="4588"/>
                      <a:pt x="6432" y="5465"/>
                      <a:pt x="5667" y="6567"/>
                    </a:cubicBezTo>
                    <a:cubicBezTo>
                      <a:pt x="4903" y="7669"/>
                      <a:pt x="4363" y="8928"/>
                      <a:pt x="4003" y="10345"/>
                    </a:cubicBezTo>
                    <a:cubicBezTo>
                      <a:pt x="3644" y="11762"/>
                      <a:pt x="3463" y="13224"/>
                      <a:pt x="3463" y="14753"/>
                    </a:cubicBezTo>
                    <a:cubicBezTo>
                      <a:pt x="3463" y="16485"/>
                      <a:pt x="3666" y="18081"/>
                      <a:pt x="4093" y="19521"/>
                    </a:cubicBezTo>
                    <a:cubicBezTo>
                      <a:pt x="4498" y="20983"/>
                      <a:pt x="5105" y="22220"/>
                      <a:pt x="5893" y="23277"/>
                    </a:cubicBezTo>
                    <a:cubicBezTo>
                      <a:pt x="6679" y="24311"/>
                      <a:pt x="7669" y="25121"/>
                      <a:pt x="8861" y="25705"/>
                    </a:cubicBezTo>
                    <a:cubicBezTo>
                      <a:pt x="10053" y="26290"/>
                      <a:pt x="11425" y="26560"/>
                      <a:pt x="12954" y="26560"/>
                    </a:cubicBezTo>
                    <a:cubicBezTo>
                      <a:pt x="14641" y="26560"/>
                      <a:pt x="16102" y="26223"/>
                      <a:pt x="17294" y="25571"/>
                    </a:cubicBezTo>
                    <a:cubicBezTo>
                      <a:pt x="18509" y="24896"/>
                      <a:pt x="19476" y="24019"/>
                      <a:pt x="20241" y="22894"/>
                    </a:cubicBezTo>
                    <a:cubicBezTo>
                      <a:pt x="21005" y="21770"/>
                      <a:pt x="21545" y="20510"/>
                      <a:pt x="21905" y="19116"/>
                    </a:cubicBezTo>
                    <a:cubicBezTo>
                      <a:pt x="22265" y="17722"/>
                      <a:pt x="22445" y="16260"/>
                      <a:pt x="22445" y="14753"/>
                    </a:cubicBezTo>
                    <a:close/>
                  </a:path>
                </a:pathLst>
              </a:custGeom>
              <a:solidFill>
                <a:srgbClr val="231F20"/>
              </a:solidFill>
              <a:ln w="2249" cap="flat">
                <a:noFill/>
                <a:prstDash val="solid"/>
                <a:miter/>
              </a:ln>
            </p:spPr>
            <p:txBody>
              <a:bodyPr rtlCol="0" anchor="ctr"/>
              <a:lstStyle/>
              <a:p>
                <a:endParaRPr lang="en-US"/>
              </a:p>
            </p:txBody>
          </p:sp>
          <p:sp>
            <p:nvSpPr>
              <p:cNvPr id="18472" name="Freeform 18471">
                <a:extLst>
                  <a:ext uri="{FF2B5EF4-FFF2-40B4-BE49-F238E27FC236}">
                    <a16:creationId xmlns:a16="http://schemas.microsoft.com/office/drawing/2014/main" id="{DBEE0F74-1A55-4E44-71C1-B13916F26C28}"/>
                  </a:ext>
                </a:extLst>
              </p:cNvPr>
              <p:cNvSpPr/>
              <p:nvPr/>
            </p:nvSpPr>
            <p:spPr>
              <a:xfrm>
                <a:off x="5784902" y="5775023"/>
                <a:ext cx="12481" cy="28718"/>
              </a:xfrm>
              <a:custGeom>
                <a:avLst/>
                <a:gdLst>
                  <a:gd name="connsiteX0" fmla="*/ 3238 w 12481"/>
                  <a:gd name="connsiteY0" fmla="*/ 28719 h 28718"/>
                  <a:gd name="connsiteX1" fmla="*/ 0 w 12481"/>
                  <a:gd name="connsiteY1" fmla="*/ 28719 h 28718"/>
                  <a:gd name="connsiteX2" fmla="*/ 0 w 12481"/>
                  <a:gd name="connsiteY2" fmla="*/ 765 h 28718"/>
                  <a:gd name="connsiteX3" fmla="*/ 3238 w 12481"/>
                  <a:gd name="connsiteY3" fmla="*/ 765 h 28718"/>
                  <a:gd name="connsiteX4" fmla="*/ 3238 w 12481"/>
                  <a:gd name="connsiteY4" fmla="*/ 6005 h 28718"/>
                  <a:gd name="connsiteX5" fmla="*/ 3351 w 12481"/>
                  <a:gd name="connsiteY5" fmla="*/ 6005 h 28718"/>
                  <a:gd name="connsiteX6" fmla="*/ 6837 w 12481"/>
                  <a:gd name="connsiteY6" fmla="*/ 1327 h 28718"/>
                  <a:gd name="connsiteX7" fmla="*/ 12482 w 12481"/>
                  <a:gd name="connsiteY7" fmla="*/ 0 h 28718"/>
                  <a:gd name="connsiteX8" fmla="*/ 12482 w 12481"/>
                  <a:gd name="connsiteY8" fmla="*/ 3508 h 28718"/>
                  <a:gd name="connsiteX9" fmla="*/ 7939 w 12481"/>
                  <a:gd name="connsiteY9" fmla="*/ 4363 h 28718"/>
                  <a:gd name="connsiteX10" fmla="*/ 5105 w 12481"/>
                  <a:gd name="connsiteY10" fmla="*/ 6837 h 28718"/>
                  <a:gd name="connsiteX11" fmla="*/ 3644 w 12481"/>
                  <a:gd name="connsiteY11" fmla="*/ 10525 h 28718"/>
                  <a:gd name="connsiteX12" fmla="*/ 3238 w 12481"/>
                  <a:gd name="connsiteY12" fmla="*/ 14978 h 28718"/>
                  <a:gd name="connsiteX13" fmla="*/ 3238 w 12481"/>
                  <a:gd name="connsiteY13" fmla="*/ 28697 h 287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8">
                    <a:moveTo>
                      <a:pt x="3238" y="28719"/>
                    </a:moveTo>
                    <a:lnTo>
                      <a:pt x="0" y="28719"/>
                    </a:lnTo>
                    <a:lnTo>
                      <a:pt x="0" y="765"/>
                    </a:lnTo>
                    <a:lnTo>
                      <a:pt x="3238" y="765"/>
                    </a:lnTo>
                    <a:lnTo>
                      <a:pt x="3238" y="6005"/>
                    </a:lnTo>
                    <a:lnTo>
                      <a:pt x="3351" y="6005"/>
                    </a:lnTo>
                    <a:cubicBezTo>
                      <a:pt x="4251" y="3778"/>
                      <a:pt x="5420" y="2226"/>
                      <a:pt x="6837" y="1327"/>
                    </a:cubicBezTo>
                    <a:cubicBezTo>
                      <a:pt x="8254" y="450"/>
                      <a:pt x="10143" y="0"/>
                      <a:pt x="12482" y="0"/>
                    </a:cubicBezTo>
                    <a:lnTo>
                      <a:pt x="12482" y="3508"/>
                    </a:lnTo>
                    <a:cubicBezTo>
                      <a:pt x="10638" y="3463"/>
                      <a:pt x="9131" y="3756"/>
                      <a:pt x="7939" y="4363"/>
                    </a:cubicBezTo>
                    <a:cubicBezTo>
                      <a:pt x="6747" y="4970"/>
                      <a:pt x="5802" y="5802"/>
                      <a:pt x="5105" y="6837"/>
                    </a:cubicBezTo>
                    <a:cubicBezTo>
                      <a:pt x="4408" y="7871"/>
                      <a:pt x="3913" y="9108"/>
                      <a:pt x="3644" y="10525"/>
                    </a:cubicBezTo>
                    <a:cubicBezTo>
                      <a:pt x="3373" y="11942"/>
                      <a:pt x="3238" y="13426"/>
                      <a:pt x="3238" y="14978"/>
                    </a:cubicBezTo>
                    <a:lnTo>
                      <a:pt x="3238" y="28697"/>
                    </a:lnTo>
                    <a:close/>
                  </a:path>
                </a:pathLst>
              </a:custGeom>
              <a:solidFill>
                <a:srgbClr val="231F20"/>
              </a:solidFill>
              <a:ln w="2249" cap="flat">
                <a:noFill/>
                <a:prstDash val="solid"/>
                <a:miter/>
              </a:ln>
            </p:spPr>
            <p:txBody>
              <a:bodyPr rtlCol="0" anchor="ctr"/>
              <a:lstStyle/>
              <a:p>
                <a:endParaRPr lang="en-US"/>
              </a:p>
            </p:txBody>
          </p:sp>
          <p:sp>
            <p:nvSpPr>
              <p:cNvPr id="18473" name="Freeform 18472">
                <a:extLst>
                  <a:ext uri="{FF2B5EF4-FFF2-40B4-BE49-F238E27FC236}">
                    <a16:creationId xmlns:a16="http://schemas.microsoft.com/office/drawing/2014/main" id="{2FEE0BF2-F8C3-0B4E-A56D-9B857FB60D72}"/>
                  </a:ext>
                </a:extLst>
              </p:cNvPr>
              <p:cNvSpPr/>
              <p:nvPr/>
            </p:nvSpPr>
            <p:spPr>
              <a:xfrm>
                <a:off x="5802871" y="5775023"/>
                <a:ext cx="12481" cy="28718"/>
              </a:xfrm>
              <a:custGeom>
                <a:avLst/>
                <a:gdLst>
                  <a:gd name="connsiteX0" fmla="*/ 3238 w 12481"/>
                  <a:gd name="connsiteY0" fmla="*/ 28719 h 28718"/>
                  <a:gd name="connsiteX1" fmla="*/ 0 w 12481"/>
                  <a:gd name="connsiteY1" fmla="*/ 28719 h 28718"/>
                  <a:gd name="connsiteX2" fmla="*/ 0 w 12481"/>
                  <a:gd name="connsiteY2" fmla="*/ 765 h 28718"/>
                  <a:gd name="connsiteX3" fmla="*/ 3238 w 12481"/>
                  <a:gd name="connsiteY3" fmla="*/ 765 h 28718"/>
                  <a:gd name="connsiteX4" fmla="*/ 3238 w 12481"/>
                  <a:gd name="connsiteY4" fmla="*/ 6005 h 28718"/>
                  <a:gd name="connsiteX5" fmla="*/ 3351 w 12481"/>
                  <a:gd name="connsiteY5" fmla="*/ 6005 h 28718"/>
                  <a:gd name="connsiteX6" fmla="*/ 6837 w 12481"/>
                  <a:gd name="connsiteY6" fmla="*/ 1327 h 28718"/>
                  <a:gd name="connsiteX7" fmla="*/ 12482 w 12481"/>
                  <a:gd name="connsiteY7" fmla="*/ 0 h 28718"/>
                  <a:gd name="connsiteX8" fmla="*/ 12482 w 12481"/>
                  <a:gd name="connsiteY8" fmla="*/ 3508 h 28718"/>
                  <a:gd name="connsiteX9" fmla="*/ 7939 w 12481"/>
                  <a:gd name="connsiteY9" fmla="*/ 4363 h 28718"/>
                  <a:gd name="connsiteX10" fmla="*/ 5105 w 12481"/>
                  <a:gd name="connsiteY10" fmla="*/ 6837 h 28718"/>
                  <a:gd name="connsiteX11" fmla="*/ 3644 w 12481"/>
                  <a:gd name="connsiteY11" fmla="*/ 10525 h 28718"/>
                  <a:gd name="connsiteX12" fmla="*/ 3238 w 12481"/>
                  <a:gd name="connsiteY12" fmla="*/ 14978 h 28718"/>
                  <a:gd name="connsiteX13" fmla="*/ 3238 w 12481"/>
                  <a:gd name="connsiteY13" fmla="*/ 28697 h 287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8">
                    <a:moveTo>
                      <a:pt x="3238" y="28719"/>
                    </a:moveTo>
                    <a:lnTo>
                      <a:pt x="0" y="28719"/>
                    </a:lnTo>
                    <a:lnTo>
                      <a:pt x="0" y="765"/>
                    </a:lnTo>
                    <a:lnTo>
                      <a:pt x="3238" y="765"/>
                    </a:lnTo>
                    <a:lnTo>
                      <a:pt x="3238" y="6005"/>
                    </a:lnTo>
                    <a:lnTo>
                      <a:pt x="3351" y="6005"/>
                    </a:lnTo>
                    <a:cubicBezTo>
                      <a:pt x="4251" y="3778"/>
                      <a:pt x="5420" y="2226"/>
                      <a:pt x="6837" y="1327"/>
                    </a:cubicBezTo>
                    <a:cubicBezTo>
                      <a:pt x="8254" y="450"/>
                      <a:pt x="10143" y="0"/>
                      <a:pt x="12482" y="0"/>
                    </a:cubicBezTo>
                    <a:lnTo>
                      <a:pt x="12482" y="3508"/>
                    </a:lnTo>
                    <a:cubicBezTo>
                      <a:pt x="10638" y="3463"/>
                      <a:pt x="9131" y="3756"/>
                      <a:pt x="7939" y="4363"/>
                    </a:cubicBezTo>
                    <a:cubicBezTo>
                      <a:pt x="6747" y="4970"/>
                      <a:pt x="5802" y="5802"/>
                      <a:pt x="5105" y="6837"/>
                    </a:cubicBezTo>
                    <a:cubicBezTo>
                      <a:pt x="4408" y="7871"/>
                      <a:pt x="3913" y="9108"/>
                      <a:pt x="3644" y="10525"/>
                    </a:cubicBezTo>
                    <a:cubicBezTo>
                      <a:pt x="3373" y="11942"/>
                      <a:pt x="3238" y="13426"/>
                      <a:pt x="3238" y="14978"/>
                    </a:cubicBezTo>
                    <a:lnTo>
                      <a:pt x="3238" y="28697"/>
                    </a:lnTo>
                    <a:close/>
                  </a:path>
                </a:pathLst>
              </a:custGeom>
              <a:solidFill>
                <a:srgbClr val="231F20"/>
              </a:solidFill>
              <a:ln w="2249" cap="flat">
                <a:noFill/>
                <a:prstDash val="solid"/>
                <a:miter/>
              </a:ln>
            </p:spPr>
            <p:txBody>
              <a:bodyPr rtlCol="0" anchor="ctr"/>
              <a:lstStyle/>
              <a:p>
                <a:endParaRPr lang="en-US"/>
              </a:p>
            </p:txBody>
          </p:sp>
          <p:sp>
            <p:nvSpPr>
              <p:cNvPr id="18474" name="Freeform 18473">
                <a:extLst>
                  <a:ext uri="{FF2B5EF4-FFF2-40B4-BE49-F238E27FC236}">
                    <a16:creationId xmlns:a16="http://schemas.microsoft.com/office/drawing/2014/main" id="{BFD9D788-4EAE-ED77-3AB0-729BE7774CEE}"/>
                  </a:ext>
                </a:extLst>
              </p:cNvPr>
              <p:cNvSpPr/>
              <p:nvPr/>
            </p:nvSpPr>
            <p:spPr>
              <a:xfrm>
                <a:off x="5819176" y="5775045"/>
                <a:ext cx="25167" cy="29483"/>
              </a:xfrm>
              <a:custGeom>
                <a:avLst/>
                <a:gdLst>
                  <a:gd name="connsiteX0" fmla="*/ 3509 w 25167"/>
                  <a:gd name="connsiteY0" fmla="*/ 15473 h 29483"/>
                  <a:gd name="connsiteX1" fmla="*/ 4093 w 25167"/>
                  <a:gd name="connsiteY1" fmla="*/ 19768 h 29483"/>
                  <a:gd name="connsiteX2" fmla="*/ 5848 w 25167"/>
                  <a:gd name="connsiteY2" fmla="*/ 23277 h 29483"/>
                  <a:gd name="connsiteX3" fmla="*/ 8794 w 25167"/>
                  <a:gd name="connsiteY3" fmla="*/ 25660 h 29483"/>
                  <a:gd name="connsiteX4" fmla="*/ 12886 w 25167"/>
                  <a:gd name="connsiteY4" fmla="*/ 26560 h 29483"/>
                  <a:gd name="connsiteX5" fmla="*/ 18329 w 25167"/>
                  <a:gd name="connsiteY5" fmla="*/ 24896 h 29483"/>
                  <a:gd name="connsiteX6" fmla="*/ 21343 w 25167"/>
                  <a:gd name="connsiteY6" fmla="*/ 20151 h 29483"/>
                  <a:gd name="connsiteX7" fmla="*/ 24964 w 25167"/>
                  <a:gd name="connsiteY7" fmla="*/ 20151 h 29483"/>
                  <a:gd name="connsiteX8" fmla="*/ 23389 w 25167"/>
                  <a:gd name="connsiteY8" fmla="*/ 23839 h 29483"/>
                  <a:gd name="connsiteX9" fmla="*/ 20960 w 25167"/>
                  <a:gd name="connsiteY9" fmla="*/ 26807 h 29483"/>
                  <a:gd name="connsiteX10" fmla="*/ 17497 w 25167"/>
                  <a:gd name="connsiteY10" fmla="*/ 28786 h 29483"/>
                  <a:gd name="connsiteX11" fmla="*/ 12864 w 25167"/>
                  <a:gd name="connsiteY11" fmla="*/ 29484 h 29483"/>
                  <a:gd name="connsiteX12" fmla="*/ 7085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7 w 25167"/>
                  <a:gd name="connsiteY18" fmla="*/ 1169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8 w 25167"/>
                  <a:gd name="connsiteY23" fmla="*/ 12774 h 29483"/>
                  <a:gd name="connsiteX24" fmla="*/ 21186 w 25167"/>
                  <a:gd name="connsiteY24" fmla="*/ 8906 h 29483"/>
                  <a:gd name="connsiteX25" fmla="*/ 19521 w 25167"/>
                  <a:gd name="connsiteY25" fmla="*/ 5780 h 29483"/>
                  <a:gd name="connsiteX26" fmla="*/ 16732 w 25167"/>
                  <a:gd name="connsiteY26" fmla="*/ 3666 h 29483"/>
                  <a:gd name="connsiteX27" fmla="*/ 12909 w 25167"/>
                  <a:gd name="connsiteY27" fmla="*/ 2878 h 29483"/>
                  <a:gd name="connsiteX28" fmla="*/ 9108 w 25167"/>
                  <a:gd name="connsiteY28" fmla="*/ 3688 h 29483"/>
                  <a:gd name="connsiteX29" fmla="*/ 6297 w 25167"/>
                  <a:gd name="connsiteY29" fmla="*/ 5847 h 29483"/>
                  <a:gd name="connsiteX30" fmla="*/ 4430 w 25167"/>
                  <a:gd name="connsiteY30" fmla="*/ 8973 h 29483"/>
                  <a:gd name="connsiteX31" fmla="*/ 3509 w 25167"/>
                  <a:gd name="connsiteY31" fmla="*/ 12751 h 29483"/>
                  <a:gd name="connsiteX32" fmla="*/ 21748 w 25167"/>
                  <a:gd name="connsiteY32" fmla="*/ 12751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9" y="15473"/>
                    </a:moveTo>
                    <a:cubicBezTo>
                      <a:pt x="3509" y="16979"/>
                      <a:pt x="3711" y="18419"/>
                      <a:pt x="4093" y="19768"/>
                    </a:cubicBezTo>
                    <a:cubicBezTo>
                      <a:pt x="4498" y="21117"/>
                      <a:pt x="5083" y="22287"/>
                      <a:pt x="5848" y="23277"/>
                    </a:cubicBezTo>
                    <a:cubicBezTo>
                      <a:pt x="6612" y="24266"/>
                      <a:pt x="7602" y="25053"/>
                      <a:pt x="8794" y="25660"/>
                    </a:cubicBezTo>
                    <a:cubicBezTo>
                      <a:pt x="9985" y="26245"/>
                      <a:pt x="11357" y="26560"/>
                      <a:pt x="12886" y="26560"/>
                    </a:cubicBezTo>
                    <a:cubicBezTo>
                      <a:pt x="15001" y="26560"/>
                      <a:pt x="16822" y="25998"/>
                      <a:pt x="18329" y="24896"/>
                    </a:cubicBezTo>
                    <a:cubicBezTo>
                      <a:pt x="19836" y="23794"/>
                      <a:pt x="20848" y="22197"/>
                      <a:pt x="21343" y="20151"/>
                    </a:cubicBezTo>
                    <a:lnTo>
                      <a:pt x="24964" y="20151"/>
                    </a:lnTo>
                    <a:cubicBezTo>
                      <a:pt x="24559" y="21477"/>
                      <a:pt x="24041" y="22714"/>
                      <a:pt x="23389" y="23839"/>
                    </a:cubicBezTo>
                    <a:cubicBezTo>
                      <a:pt x="22737" y="24963"/>
                      <a:pt x="21927" y="25953"/>
                      <a:pt x="20960" y="26807"/>
                    </a:cubicBezTo>
                    <a:cubicBezTo>
                      <a:pt x="19994" y="27662"/>
                      <a:pt x="18847" y="28314"/>
                      <a:pt x="17497" y="28786"/>
                    </a:cubicBezTo>
                    <a:cubicBezTo>
                      <a:pt x="16170" y="29259"/>
                      <a:pt x="14618" y="29484"/>
                      <a:pt x="12864" y="29484"/>
                    </a:cubicBezTo>
                    <a:cubicBezTo>
                      <a:pt x="10638" y="29484"/>
                      <a:pt x="8704" y="29101"/>
                      <a:pt x="7085" y="28359"/>
                    </a:cubicBezTo>
                    <a:cubicBezTo>
                      <a:pt x="5465" y="27594"/>
                      <a:pt x="4138" y="26560"/>
                      <a:pt x="3081" y="25256"/>
                    </a:cubicBezTo>
                    <a:cubicBezTo>
                      <a:pt x="2047" y="23951"/>
                      <a:pt x="1260" y="22400"/>
                      <a:pt x="765" y="20623"/>
                    </a:cubicBezTo>
                    <a:cubicBezTo>
                      <a:pt x="270" y="18846"/>
                      <a:pt x="0" y="16934"/>
                      <a:pt x="0" y="14866"/>
                    </a:cubicBezTo>
                    <a:cubicBezTo>
                      <a:pt x="0" y="12796"/>
                      <a:pt x="293" y="10885"/>
                      <a:pt x="900" y="9086"/>
                    </a:cubicBezTo>
                    <a:cubicBezTo>
                      <a:pt x="1485" y="7287"/>
                      <a:pt x="2339" y="5712"/>
                      <a:pt x="3441" y="4363"/>
                    </a:cubicBezTo>
                    <a:cubicBezTo>
                      <a:pt x="4543" y="3014"/>
                      <a:pt x="5870" y="1957"/>
                      <a:pt x="7467" y="1169"/>
                    </a:cubicBezTo>
                    <a:cubicBezTo>
                      <a:pt x="9063" y="382"/>
                      <a:pt x="10840" y="0"/>
                      <a:pt x="12864" y="0"/>
                    </a:cubicBezTo>
                    <a:cubicBezTo>
                      <a:pt x="16710" y="0"/>
                      <a:pt x="19746" y="1327"/>
                      <a:pt x="21927" y="3958"/>
                    </a:cubicBezTo>
                    <a:cubicBezTo>
                      <a:pt x="24131" y="6612"/>
                      <a:pt x="25211" y="10435"/>
                      <a:pt x="25166" y="15473"/>
                    </a:cubicBezTo>
                    <a:lnTo>
                      <a:pt x="3463" y="15473"/>
                    </a:lnTo>
                    <a:close/>
                    <a:moveTo>
                      <a:pt x="21748" y="12774"/>
                    </a:moveTo>
                    <a:cubicBezTo>
                      <a:pt x="21748" y="11402"/>
                      <a:pt x="21568" y="10120"/>
                      <a:pt x="21186" y="8906"/>
                    </a:cubicBezTo>
                    <a:cubicBezTo>
                      <a:pt x="20803" y="7691"/>
                      <a:pt x="20241" y="6657"/>
                      <a:pt x="19521" y="5780"/>
                    </a:cubicBezTo>
                    <a:cubicBezTo>
                      <a:pt x="18779" y="4903"/>
                      <a:pt x="17857" y="4206"/>
                      <a:pt x="16732" y="3666"/>
                    </a:cubicBezTo>
                    <a:cubicBezTo>
                      <a:pt x="15608" y="3148"/>
                      <a:pt x="14349" y="2878"/>
                      <a:pt x="12909" y="2878"/>
                    </a:cubicBezTo>
                    <a:cubicBezTo>
                      <a:pt x="11470" y="2878"/>
                      <a:pt x="10210" y="3148"/>
                      <a:pt x="9108" y="3688"/>
                    </a:cubicBezTo>
                    <a:cubicBezTo>
                      <a:pt x="8006" y="4228"/>
                      <a:pt x="7085" y="4948"/>
                      <a:pt x="6297" y="5847"/>
                    </a:cubicBezTo>
                    <a:cubicBezTo>
                      <a:pt x="5532" y="6747"/>
                      <a:pt x="4903" y="7781"/>
                      <a:pt x="4430" y="8973"/>
                    </a:cubicBezTo>
                    <a:cubicBezTo>
                      <a:pt x="3958" y="10165"/>
                      <a:pt x="3666" y="11425"/>
                      <a:pt x="3509" y="12751"/>
                    </a:cubicBezTo>
                    <a:lnTo>
                      <a:pt x="21748" y="12751"/>
                    </a:lnTo>
                    <a:close/>
                  </a:path>
                </a:pathLst>
              </a:custGeom>
              <a:solidFill>
                <a:srgbClr val="231F20"/>
              </a:solidFill>
              <a:ln w="2249" cap="flat">
                <a:noFill/>
                <a:prstDash val="solid"/>
                <a:miter/>
              </a:ln>
            </p:spPr>
            <p:txBody>
              <a:bodyPr rtlCol="0" anchor="ctr"/>
              <a:lstStyle/>
              <a:p>
                <a:endParaRPr lang="en-US"/>
              </a:p>
            </p:txBody>
          </p:sp>
          <p:sp>
            <p:nvSpPr>
              <p:cNvPr id="18475" name="Freeform 18474">
                <a:extLst>
                  <a:ext uri="{FF2B5EF4-FFF2-40B4-BE49-F238E27FC236}">
                    <a16:creationId xmlns:a16="http://schemas.microsoft.com/office/drawing/2014/main" id="{7C48C774-C745-E392-D529-61A3E78DAB53}"/>
                  </a:ext>
                </a:extLst>
              </p:cNvPr>
              <p:cNvSpPr/>
              <p:nvPr/>
            </p:nvSpPr>
            <p:spPr>
              <a:xfrm>
                <a:off x="5849335" y="5775023"/>
                <a:ext cx="24895" cy="29461"/>
              </a:xfrm>
              <a:custGeom>
                <a:avLst/>
                <a:gdLst>
                  <a:gd name="connsiteX0" fmla="*/ 21163 w 24895"/>
                  <a:gd name="connsiteY0" fmla="*/ 9558 h 29461"/>
                  <a:gd name="connsiteX1" fmla="*/ 18194 w 24895"/>
                  <a:gd name="connsiteY1" fmla="*/ 4678 h 29461"/>
                  <a:gd name="connsiteX2" fmla="*/ 12841 w 24895"/>
                  <a:gd name="connsiteY2" fmla="*/ 2923 h 29461"/>
                  <a:gd name="connsiteX3" fmla="*/ 8568 w 24895"/>
                  <a:gd name="connsiteY3" fmla="*/ 3958 h 29461"/>
                  <a:gd name="connsiteX4" fmla="*/ 5645 w 24895"/>
                  <a:gd name="connsiteY4" fmla="*/ 6679 h 29461"/>
                  <a:gd name="connsiteX5" fmla="*/ 3981 w 24895"/>
                  <a:gd name="connsiteY5" fmla="*/ 10502 h 29461"/>
                  <a:gd name="connsiteX6" fmla="*/ 3440 w 24895"/>
                  <a:gd name="connsiteY6" fmla="*/ 14798 h 29461"/>
                  <a:gd name="connsiteX7" fmla="*/ 3958 w 24895"/>
                  <a:gd name="connsiteY7" fmla="*/ 19116 h 29461"/>
                  <a:gd name="connsiteX8" fmla="*/ 5600 w 24895"/>
                  <a:gd name="connsiteY8" fmla="*/ 22894 h 29461"/>
                  <a:gd name="connsiteX9" fmla="*/ 8523 w 24895"/>
                  <a:gd name="connsiteY9" fmla="*/ 25571 h 29461"/>
                  <a:gd name="connsiteX10" fmla="*/ 12841 w 24895"/>
                  <a:gd name="connsiteY10" fmla="*/ 26560 h 29461"/>
                  <a:gd name="connsiteX11" fmla="*/ 18643 w 24895"/>
                  <a:gd name="connsiteY11" fmla="*/ 24558 h 29461"/>
                  <a:gd name="connsiteX12" fmla="*/ 21432 w 24895"/>
                  <a:gd name="connsiteY12" fmla="*/ 19049 h 29461"/>
                  <a:gd name="connsiteX13" fmla="*/ 24896 w 24895"/>
                  <a:gd name="connsiteY13" fmla="*/ 19049 h 29461"/>
                  <a:gd name="connsiteX14" fmla="*/ 23524 w 24895"/>
                  <a:gd name="connsiteY14" fmla="*/ 23277 h 29461"/>
                  <a:gd name="connsiteX15" fmla="*/ 21095 w 24895"/>
                  <a:gd name="connsiteY15" fmla="*/ 26560 h 29461"/>
                  <a:gd name="connsiteX16" fmla="*/ 17564 w 24895"/>
                  <a:gd name="connsiteY16" fmla="*/ 28697 h 29461"/>
                  <a:gd name="connsiteX17" fmla="*/ 12864 w 24895"/>
                  <a:gd name="connsiteY17" fmla="*/ 29461 h 29461"/>
                  <a:gd name="connsiteX18" fmla="*/ 7084 w 24895"/>
                  <a:gd name="connsiteY18" fmla="*/ 28337 h 29461"/>
                  <a:gd name="connsiteX19" fmla="*/ 3081 w 24895"/>
                  <a:gd name="connsiteY19" fmla="*/ 25233 h 29461"/>
                  <a:gd name="connsiteX20" fmla="*/ 764 w 24895"/>
                  <a:gd name="connsiteY20" fmla="*/ 20556 h 29461"/>
                  <a:gd name="connsiteX21" fmla="*/ 0 w 24895"/>
                  <a:gd name="connsiteY21" fmla="*/ 14776 h 29461"/>
                  <a:gd name="connsiteX22" fmla="*/ 832 w 24895"/>
                  <a:gd name="connsiteY22" fmla="*/ 9198 h 29461"/>
                  <a:gd name="connsiteX23" fmla="*/ 3283 w 24895"/>
                  <a:gd name="connsiteY23" fmla="*/ 4475 h 29461"/>
                  <a:gd name="connsiteX24" fmla="*/ 7309 w 24895"/>
                  <a:gd name="connsiteY24" fmla="*/ 1214 h 29461"/>
                  <a:gd name="connsiteX25" fmla="*/ 12841 w 24895"/>
                  <a:gd name="connsiteY25" fmla="*/ 0 h 29461"/>
                  <a:gd name="connsiteX26" fmla="*/ 20690 w 24895"/>
                  <a:gd name="connsiteY26" fmla="*/ 2316 h 29461"/>
                  <a:gd name="connsiteX27" fmla="*/ 24446 w 24895"/>
                  <a:gd name="connsiteY27" fmla="*/ 9558 h 29461"/>
                  <a:gd name="connsiteX28" fmla="*/ 21163 w 24895"/>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5" h="29461">
                    <a:moveTo>
                      <a:pt x="21163" y="9558"/>
                    </a:moveTo>
                    <a:cubicBezTo>
                      <a:pt x="20578" y="7466"/>
                      <a:pt x="19588" y="5847"/>
                      <a:pt x="18194" y="4678"/>
                    </a:cubicBezTo>
                    <a:cubicBezTo>
                      <a:pt x="16800" y="3508"/>
                      <a:pt x="15000" y="2923"/>
                      <a:pt x="12841" y="2923"/>
                    </a:cubicBezTo>
                    <a:cubicBezTo>
                      <a:pt x="11177" y="2923"/>
                      <a:pt x="9760" y="3261"/>
                      <a:pt x="8568" y="3958"/>
                    </a:cubicBezTo>
                    <a:cubicBezTo>
                      <a:pt x="7376" y="4633"/>
                      <a:pt x="6409" y="5555"/>
                      <a:pt x="5645" y="6679"/>
                    </a:cubicBezTo>
                    <a:cubicBezTo>
                      <a:pt x="4880" y="7804"/>
                      <a:pt x="4340" y="9086"/>
                      <a:pt x="3981" y="10502"/>
                    </a:cubicBezTo>
                    <a:cubicBezTo>
                      <a:pt x="3621" y="11919"/>
                      <a:pt x="3440" y="13359"/>
                      <a:pt x="3440" y="14798"/>
                    </a:cubicBezTo>
                    <a:cubicBezTo>
                      <a:pt x="3440" y="16237"/>
                      <a:pt x="3621" y="17722"/>
                      <a:pt x="3958" y="19116"/>
                    </a:cubicBezTo>
                    <a:cubicBezTo>
                      <a:pt x="4295" y="20510"/>
                      <a:pt x="4858" y="21770"/>
                      <a:pt x="5600" y="22894"/>
                    </a:cubicBezTo>
                    <a:cubicBezTo>
                      <a:pt x="6342" y="24019"/>
                      <a:pt x="7332" y="24896"/>
                      <a:pt x="8523" y="25571"/>
                    </a:cubicBezTo>
                    <a:cubicBezTo>
                      <a:pt x="9715" y="26245"/>
                      <a:pt x="11155" y="26560"/>
                      <a:pt x="12841" y="26560"/>
                    </a:cubicBezTo>
                    <a:cubicBezTo>
                      <a:pt x="15247" y="26560"/>
                      <a:pt x="17182" y="25886"/>
                      <a:pt x="18643" y="24558"/>
                    </a:cubicBezTo>
                    <a:cubicBezTo>
                      <a:pt x="20106" y="23232"/>
                      <a:pt x="21027" y="21388"/>
                      <a:pt x="21432" y="19049"/>
                    </a:cubicBezTo>
                    <a:lnTo>
                      <a:pt x="24896" y="19049"/>
                    </a:lnTo>
                    <a:cubicBezTo>
                      <a:pt x="24603" y="20600"/>
                      <a:pt x="24154" y="22017"/>
                      <a:pt x="23524" y="23277"/>
                    </a:cubicBezTo>
                    <a:cubicBezTo>
                      <a:pt x="22894" y="24558"/>
                      <a:pt x="22084" y="25660"/>
                      <a:pt x="21095" y="26560"/>
                    </a:cubicBezTo>
                    <a:cubicBezTo>
                      <a:pt x="20106" y="27482"/>
                      <a:pt x="18936" y="28179"/>
                      <a:pt x="17564" y="28697"/>
                    </a:cubicBezTo>
                    <a:cubicBezTo>
                      <a:pt x="16192" y="29214"/>
                      <a:pt x="14641" y="29461"/>
                      <a:pt x="12864" y="29461"/>
                    </a:cubicBezTo>
                    <a:cubicBezTo>
                      <a:pt x="10638" y="29461"/>
                      <a:pt x="8703" y="29079"/>
                      <a:pt x="7084" y="28337"/>
                    </a:cubicBezTo>
                    <a:cubicBezTo>
                      <a:pt x="5465" y="27572"/>
                      <a:pt x="4138" y="26538"/>
                      <a:pt x="3081" y="25233"/>
                    </a:cubicBezTo>
                    <a:cubicBezTo>
                      <a:pt x="2024" y="23929"/>
                      <a:pt x="1259" y="22355"/>
                      <a:pt x="764" y="20556"/>
                    </a:cubicBezTo>
                    <a:cubicBezTo>
                      <a:pt x="270" y="18756"/>
                      <a:pt x="0" y="16822"/>
                      <a:pt x="0" y="14776"/>
                    </a:cubicBezTo>
                    <a:cubicBezTo>
                      <a:pt x="0" y="12841"/>
                      <a:pt x="270" y="10975"/>
                      <a:pt x="832" y="9198"/>
                    </a:cubicBezTo>
                    <a:cubicBezTo>
                      <a:pt x="1394" y="7421"/>
                      <a:pt x="2204" y="5847"/>
                      <a:pt x="3283" y="4475"/>
                    </a:cubicBezTo>
                    <a:cubicBezTo>
                      <a:pt x="4363" y="3104"/>
                      <a:pt x="5712" y="2024"/>
                      <a:pt x="7309" y="1214"/>
                    </a:cubicBezTo>
                    <a:cubicBezTo>
                      <a:pt x="8906" y="405"/>
                      <a:pt x="10750" y="0"/>
                      <a:pt x="12841" y="0"/>
                    </a:cubicBezTo>
                    <a:cubicBezTo>
                      <a:pt x="16080" y="0"/>
                      <a:pt x="18688" y="765"/>
                      <a:pt x="20690" y="2316"/>
                    </a:cubicBezTo>
                    <a:cubicBezTo>
                      <a:pt x="22692" y="3868"/>
                      <a:pt x="23929" y="6274"/>
                      <a:pt x="24446" y="9558"/>
                    </a:cubicBezTo>
                    <a:lnTo>
                      <a:pt x="21163" y="9558"/>
                    </a:lnTo>
                    <a:close/>
                  </a:path>
                </a:pathLst>
              </a:custGeom>
              <a:solidFill>
                <a:srgbClr val="231F20"/>
              </a:solidFill>
              <a:ln w="2249" cap="flat">
                <a:noFill/>
                <a:prstDash val="solid"/>
                <a:miter/>
              </a:ln>
            </p:spPr>
            <p:txBody>
              <a:bodyPr rtlCol="0" anchor="ctr"/>
              <a:lstStyle/>
              <a:p>
                <a:endParaRPr lang="en-US"/>
              </a:p>
            </p:txBody>
          </p:sp>
          <p:sp>
            <p:nvSpPr>
              <p:cNvPr id="18476" name="Freeform 18475">
                <a:extLst>
                  <a:ext uri="{FF2B5EF4-FFF2-40B4-BE49-F238E27FC236}">
                    <a16:creationId xmlns:a16="http://schemas.microsoft.com/office/drawing/2014/main" id="{ECF94B80-4A7E-FBFE-5DFF-A2A39CD03276}"/>
                  </a:ext>
                </a:extLst>
              </p:cNvPr>
              <p:cNvSpPr/>
              <p:nvPr/>
            </p:nvSpPr>
            <p:spPr>
              <a:xfrm>
                <a:off x="5877919" y="5768006"/>
                <a:ext cx="12616" cy="36500"/>
              </a:xfrm>
              <a:custGeom>
                <a:avLst/>
                <a:gdLst>
                  <a:gd name="connsiteX0" fmla="*/ 12616 w 12616"/>
                  <a:gd name="connsiteY0" fmla="*/ 35848 h 36500"/>
                  <a:gd name="connsiteX1" fmla="*/ 11042 w 12616"/>
                  <a:gd name="connsiteY1" fmla="*/ 36231 h 36500"/>
                  <a:gd name="connsiteX2" fmla="*/ 8883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1 h 36500"/>
                  <a:gd name="connsiteX8" fmla="*/ 3936 w 12616"/>
                  <a:gd name="connsiteY8" fmla="*/ 7781 h 36500"/>
                  <a:gd name="connsiteX9" fmla="*/ 3936 w 12616"/>
                  <a:gd name="connsiteY9" fmla="*/ 0 h 36500"/>
                  <a:gd name="connsiteX10" fmla="*/ 7174 w 12616"/>
                  <a:gd name="connsiteY10" fmla="*/ 0 h 36500"/>
                  <a:gd name="connsiteX11" fmla="*/ 7174 w 12616"/>
                  <a:gd name="connsiteY11" fmla="*/ 7781 h 36500"/>
                  <a:gd name="connsiteX12" fmla="*/ 12414 w 12616"/>
                  <a:gd name="connsiteY12" fmla="*/ 7781 h 36500"/>
                  <a:gd name="connsiteX13" fmla="*/ 12414 w 12616"/>
                  <a:gd name="connsiteY13" fmla="*/ 10480 h 36500"/>
                  <a:gd name="connsiteX14" fmla="*/ 7174 w 12616"/>
                  <a:gd name="connsiteY14" fmla="*/ 10480 h 36500"/>
                  <a:gd name="connsiteX15" fmla="*/ 7174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5 h 36500"/>
                  <a:gd name="connsiteX21" fmla="*/ 12616 w 12616"/>
                  <a:gd name="connsiteY21" fmla="*/ 33195 h 36500"/>
                  <a:gd name="connsiteX22" fmla="*/ 12616 w 12616"/>
                  <a:gd name="connsiteY22" fmla="*/ 35848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616" h="36500">
                    <a:moveTo>
                      <a:pt x="12616" y="35848"/>
                    </a:moveTo>
                    <a:cubicBezTo>
                      <a:pt x="12212" y="35916"/>
                      <a:pt x="11694" y="36051"/>
                      <a:pt x="11042" y="36231"/>
                    </a:cubicBezTo>
                    <a:cubicBezTo>
                      <a:pt x="10390" y="36410"/>
                      <a:pt x="9671" y="36501"/>
                      <a:pt x="8883" y="36501"/>
                    </a:cubicBezTo>
                    <a:cubicBezTo>
                      <a:pt x="7264" y="36501"/>
                      <a:pt x="6027" y="36096"/>
                      <a:pt x="5195" y="35286"/>
                    </a:cubicBezTo>
                    <a:cubicBezTo>
                      <a:pt x="4363" y="34476"/>
                      <a:pt x="3936" y="33037"/>
                      <a:pt x="3936" y="30946"/>
                    </a:cubicBezTo>
                    <a:lnTo>
                      <a:pt x="3936" y="10480"/>
                    </a:lnTo>
                    <a:lnTo>
                      <a:pt x="0" y="10480"/>
                    </a:lnTo>
                    <a:lnTo>
                      <a:pt x="0" y="7781"/>
                    </a:lnTo>
                    <a:lnTo>
                      <a:pt x="3936" y="7781"/>
                    </a:lnTo>
                    <a:lnTo>
                      <a:pt x="3936" y="0"/>
                    </a:lnTo>
                    <a:lnTo>
                      <a:pt x="7174" y="0"/>
                    </a:lnTo>
                    <a:lnTo>
                      <a:pt x="7174" y="7781"/>
                    </a:lnTo>
                    <a:lnTo>
                      <a:pt x="12414" y="7781"/>
                    </a:lnTo>
                    <a:lnTo>
                      <a:pt x="12414" y="10480"/>
                    </a:lnTo>
                    <a:lnTo>
                      <a:pt x="7174" y="10480"/>
                    </a:lnTo>
                    <a:lnTo>
                      <a:pt x="7174" y="29641"/>
                    </a:lnTo>
                    <a:cubicBezTo>
                      <a:pt x="7174" y="30316"/>
                      <a:pt x="7174" y="30923"/>
                      <a:pt x="7219" y="31418"/>
                    </a:cubicBezTo>
                    <a:cubicBezTo>
                      <a:pt x="7264" y="31913"/>
                      <a:pt x="7354" y="32340"/>
                      <a:pt x="7534" y="32655"/>
                    </a:cubicBezTo>
                    <a:cubicBezTo>
                      <a:pt x="7714" y="32970"/>
                      <a:pt x="7984" y="33217"/>
                      <a:pt x="8366" y="33352"/>
                    </a:cubicBezTo>
                    <a:cubicBezTo>
                      <a:pt x="8748" y="33487"/>
                      <a:pt x="9265" y="33577"/>
                      <a:pt x="9963" y="33577"/>
                    </a:cubicBezTo>
                    <a:cubicBezTo>
                      <a:pt x="10390" y="33577"/>
                      <a:pt x="10840" y="33532"/>
                      <a:pt x="11290" y="33465"/>
                    </a:cubicBezTo>
                    <a:cubicBezTo>
                      <a:pt x="11739" y="33397"/>
                      <a:pt x="12189" y="33307"/>
                      <a:pt x="12616" y="33195"/>
                    </a:cubicBezTo>
                    <a:lnTo>
                      <a:pt x="12616" y="35848"/>
                    </a:lnTo>
                    <a:close/>
                  </a:path>
                </a:pathLst>
              </a:custGeom>
              <a:solidFill>
                <a:srgbClr val="231F20"/>
              </a:solidFill>
              <a:ln w="2249" cap="flat">
                <a:noFill/>
                <a:prstDash val="solid"/>
                <a:miter/>
              </a:ln>
            </p:spPr>
            <p:txBody>
              <a:bodyPr rtlCol="0" anchor="ctr"/>
              <a:lstStyle/>
              <a:p>
                <a:endParaRPr lang="en-US"/>
              </a:p>
            </p:txBody>
          </p:sp>
        </p:grpSp>
        <p:grpSp>
          <p:nvGrpSpPr>
            <p:cNvPr id="48" name="Group 47">
              <a:extLst>
                <a:ext uri="{FF2B5EF4-FFF2-40B4-BE49-F238E27FC236}">
                  <a16:creationId xmlns:a16="http://schemas.microsoft.com/office/drawing/2014/main" id="{3ADE823A-D42E-C7DF-B605-D2886A9C9DCD}"/>
                </a:ext>
              </a:extLst>
            </p:cNvPr>
            <p:cNvGrpSpPr/>
            <p:nvPr/>
          </p:nvGrpSpPr>
          <p:grpSpPr>
            <a:xfrm>
              <a:off x="5555850" y="1399500"/>
              <a:ext cx="1688429" cy="3400841"/>
              <a:chOff x="5555850" y="1399500"/>
              <a:chExt cx="1688429" cy="3400841"/>
            </a:xfrm>
          </p:grpSpPr>
          <p:sp>
            <p:nvSpPr>
              <p:cNvPr id="18316" name="Freeform 18315">
                <a:extLst>
                  <a:ext uri="{FF2B5EF4-FFF2-40B4-BE49-F238E27FC236}">
                    <a16:creationId xmlns:a16="http://schemas.microsoft.com/office/drawing/2014/main" id="{867FA937-B669-8A3B-FB7B-2E86F0729C70}"/>
                  </a:ext>
                </a:extLst>
              </p:cNvPr>
              <p:cNvSpPr/>
              <p:nvPr/>
            </p:nvSpPr>
            <p:spPr>
              <a:xfrm>
                <a:off x="5882547" y="1399500"/>
                <a:ext cx="483225" cy="3400841"/>
              </a:xfrm>
              <a:custGeom>
                <a:avLst/>
                <a:gdLst>
                  <a:gd name="connsiteX0" fmla="*/ 0 w 120229"/>
                  <a:gd name="connsiteY0" fmla="*/ 837332 h 846147"/>
                  <a:gd name="connsiteX1" fmla="*/ 0 w 120229"/>
                  <a:gd name="connsiteY1" fmla="*/ 846148 h 846147"/>
                  <a:gd name="connsiteX2" fmla="*/ 135 w 120229"/>
                  <a:gd name="connsiteY2" fmla="*/ 846148 h 846147"/>
                  <a:gd name="connsiteX3" fmla="*/ 203 w 120229"/>
                  <a:gd name="connsiteY3" fmla="*/ 837332 h 846147"/>
                  <a:gd name="connsiteX4" fmla="*/ 293 w 120229"/>
                  <a:gd name="connsiteY4" fmla="*/ 828516 h 846147"/>
                  <a:gd name="connsiteX5" fmla="*/ 405 w 120229"/>
                  <a:gd name="connsiteY5" fmla="*/ 819700 h 846147"/>
                  <a:gd name="connsiteX6" fmla="*/ 562 w 120229"/>
                  <a:gd name="connsiteY6" fmla="*/ 810907 h 846147"/>
                  <a:gd name="connsiteX7" fmla="*/ 787 w 120229"/>
                  <a:gd name="connsiteY7" fmla="*/ 802091 h 846147"/>
                  <a:gd name="connsiteX8" fmla="*/ 1057 w 120229"/>
                  <a:gd name="connsiteY8" fmla="*/ 793275 h 846147"/>
                  <a:gd name="connsiteX9" fmla="*/ 1417 w 120229"/>
                  <a:gd name="connsiteY9" fmla="*/ 784459 h 846147"/>
                  <a:gd name="connsiteX10" fmla="*/ 1844 w 120229"/>
                  <a:gd name="connsiteY10" fmla="*/ 775643 h 846147"/>
                  <a:gd name="connsiteX11" fmla="*/ 2384 w 120229"/>
                  <a:gd name="connsiteY11" fmla="*/ 766827 h 846147"/>
                  <a:gd name="connsiteX12" fmla="*/ 3059 w 120229"/>
                  <a:gd name="connsiteY12" fmla="*/ 758034 h 846147"/>
                  <a:gd name="connsiteX13" fmla="*/ 3824 w 120229"/>
                  <a:gd name="connsiteY13" fmla="*/ 749218 h 846147"/>
                  <a:gd name="connsiteX14" fmla="*/ 4746 w 120229"/>
                  <a:gd name="connsiteY14" fmla="*/ 740402 h 846147"/>
                  <a:gd name="connsiteX15" fmla="*/ 5780 w 120229"/>
                  <a:gd name="connsiteY15" fmla="*/ 731586 h 846147"/>
                  <a:gd name="connsiteX16" fmla="*/ 6949 w 120229"/>
                  <a:gd name="connsiteY16" fmla="*/ 722770 h 846147"/>
                  <a:gd name="connsiteX17" fmla="*/ 8254 w 120229"/>
                  <a:gd name="connsiteY17" fmla="*/ 713954 h 846147"/>
                  <a:gd name="connsiteX18" fmla="*/ 9671 w 120229"/>
                  <a:gd name="connsiteY18" fmla="*/ 705138 h 846147"/>
                  <a:gd name="connsiteX19" fmla="*/ 11200 w 120229"/>
                  <a:gd name="connsiteY19" fmla="*/ 696345 h 846147"/>
                  <a:gd name="connsiteX20" fmla="*/ 12797 w 120229"/>
                  <a:gd name="connsiteY20" fmla="*/ 687529 h 846147"/>
                  <a:gd name="connsiteX21" fmla="*/ 14439 w 120229"/>
                  <a:gd name="connsiteY21" fmla="*/ 678713 h 846147"/>
                  <a:gd name="connsiteX22" fmla="*/ 16148 w 120229"/>
                  <a:gd name="connsiteY22" fmla="*/ 669897 h 846147"/>
                  <a:gd name="connsiteX23" fmla="*/ 17857 w 120229"/>
                  <a:gd name="connsiteY23" fmla="*/ 661081 h 846147"/>
                  <a:gd name="connsiteX24" fmla="*/ 19566 w 120229"/>
                  <a:gd name="connsiteY24" fmla="*/ 652265 h 846147"/>
                  <a:gd name="connsiteX25" fmla="*/ 21298 w 120229"/>
                  <a:gd name="connsiteY25" fmla="*/ 643472 h 846147"/>
                  <a:gd name="connsiteX26" fmla="*/ 23007 w 120229"/>
                  <a:gd name="connsiteY26" fmla="*/ 634656 h 846147"/>
                  <a:gd name="connsiteX27" fmla="*/ 24761 w 120229"/>
                  <a:gd name="connsiteY27" fmla="*/ 625840 h 846147"/>
                  <a:gd name="connsiteX28" fmla="*/ 26538 w 120229"/>
                  <a:gd name="connsiteY28" fmla="*/ 617024 h 846147"/>
                  <a:gd name="connsiteX29" fmla="*/ 28427 w 120229"/>
                  <a:gd name="connsiteY29" fmla="*/ 608208 h 846147"/>
                  <a:gd name="connsiteX30" fmla="*/ 30428 w 120229"/>
                  <a:gd name="connsiteY30" fmla="*/ 599392 h 846147"/>
                  <a:gd name="connsiteX31" fmla="*/ 32632 w 120229"/>
                  <a:gd name="connsiteY31" fmla="*/ 590599 h 846147"/>
                  <a:gd name="connsiteX32" fmla="*/ 35061 w 120229"/>
                  <a:gd name="connsiteY32" fmla="*/ 581783 h 846147"/>
                  <a:gd name="connsiteX33" fmla="*/ 37783 w 120229"/>
                  <a:gd name="connsiteY33" fmla="*/ 572967 h 846147"/>
                  <a:gd name="connsiteX34" fmla="*/ 40841 w 120229"/>
                  <a:gd name="connsiteY34" fmla="*/ 564151 h 846147"/>
                  <a:gd name="connsiteX35" fmla="*/ 44260 w 120229"/>
                  <a:gd name="connsiteY35" fmla="*/ 555335 h 846147"/>
                  <a:gd name="connsiteX36" fmla="*/ 48083 w 120229"/>
                  <a:gd name="connsiteY36" fmla="*/ 546519 h 846147"/>
                  <a:gd name="connsiteX37" fmla="*/ 52288 w 120229"/>
                  <a:gd name="connsiteY37" fmla="*/ 537703 h 846147"/>
                  <a:gd name="connsiteX38" fmla="*/ 56854 w 120229"/>
                  <a:gd name="connsiteY38" fmla="*/ 528910 h 846147"/>
                  <a:gd name="connsiteX39" fmla="*/ 61734 w 120229"/>
                  <a:gd name="connsiteY39" fmla="*/ 520094 h 846147"/>
                  <a:gd name="connsiteX40" fmla="*/ 66885 w 120229"/>
                  <a:gd name="connsiteY40" fmla="*/ 511278 h 846147"/>
                  <a:gd name="connsiteX41" fmla="*/ 72214 w 120229"/>
                  <a:gd name="connsiteY41" fmla="*/ 502462 h 846147"/>
                  <a:gd name="connsiteX42" fmla="*/ 77634 w 120229"/>
                  <a:gd name="connsiteY42" fmla="*/ 493646 h 846147"/>
                  <a:gd name="connsiteX43" fmla="*/ 83054 w 120229"/>
                  <a:gd name="connsiteY43" fmla="*/ 484830 h 846147"/>
                  <a:gd name="connsiteX44" fmla="*/ 88362 w 120229"/>
                  <a:gd name="connsiteY44" fmla="*/ 476037 h 846147"/>
                  <a:gd name="connsiteX45" fmla="*/ 93489 w 120229"/>
                  <a:gd name="connsiteY45" fmla="*/ 467221 h 846147"/>
                  <a:gd name="connsiteX46" fmla="*/ 98325 w 120229"/>
                  <a:gd name="connsiteY46" fmla="*/ 458405 h 846147"/>
                  <a:gd name="connsiteX47" fmla="*/ 102778 w 120229"/>
                  <a:gd name="connsiteY47" fmla="*/ 449589 h 846147"/>
                  <a:gd name="connsiteX48" fmla="*/ 106804 w 120229"/>
                  <a:gd name="connsiteY48" fmla="*/ 440773 h 846147"/>
                  <a:gd name="connsiteX49" fmla="*/ 110357 w 120229"/>
                  <a:gd name="connsiteY49" fmla="*/ 431957 h 846147"/>
                  <a:gd name="connsiteX50" fmla="*/ 113393 w 120229"/>
                  <a:gd name="connsiteY50" fmla="*/ 423141 h 846147"/>
                  <a:gd name="connsiteX51" fmla="*/ 115866 w 120229"/>
                  <a:gd name="connsiteY51" fmla="*/ 414348 h 846147"/>
                  <a:gd name="connsiteX52" fmla="*/ 117778 w 120229"/>
                  <a:gd name="connsiteY52" fmla="*/ 405532 h 846147"/>
                  <a:gd name="connsiteX53" fmla="*/ 119150 w 120229"/>
                  <a:gd name="connsiteY53" fmla="*/ 396716 h 846147"/>
                  <a:gd name="connsiteX54" fmla="*/ 119960 w 120229"/>
                  <a:gd name="connsiteY54" fmla="*/ 387900 h 846147"/>
                  <a:gd name="connsiteX55" fmla="*/ 120230 w 120229"/>
                  <a:gd name="connsiteY55" fmla="*/ 379084 h 846147"/>
                  <a:gd name="connsiteX56" fmla="*/ 119960 w 120229"/>
                  <a:gd name="connsiteY56" fmla="*/ 370268 h 846147"/>
                  <a:gd name="connsiteX57" fmla="*/ 119173 w 120229"/>
                  <a:gd name="connsiteY57" fmla="*/ 361475 h 846147"/>
                  <a:gd name="connsiteX58" fmla="*/ 117891 w 120229"/>
                  <a:gd name="connsiteY58" fmla="*/ 352659 h 846147"/>
                  <a:gd name="connsiteX59" fmla="*/ 116137 w 120229"/>
                  <a:gd name="connsiteY59" fmla="*/ 343843 h 846147"/>
                  <a:gd name="connsiteX60" fmla="*/ 113933 w 120229"/>
                  <a:gd name="connsiteY60" fmla="*/ 335027 h 846147"/>
                  <a:gd name="connsiteX61" fmla="*/ 111301 w 120229"/>
                  <a:gd name="connsiteY61" fmla="*/ 326211 h 846147"/>
                  <a:gd name="connsiteX62" fmla="*/ 108288 w 120229"/>
                  <a:gd name="connsiteY62" fmla="*/ 317395 h 846147"/>
                  <a:gd name="connsiteX63" fmla="*/ 104892 w 120229"/>
                  <a:gd name="connsiteY63" fmla="*/ 308579 h 846147"/>
                  <a:gd name="connsiteX64" fmla="*/ 101136 w 120229"/>
                  <a:gd name="connsiteY64" fmla="*/ 299786 h 846147"/>
                  <a:gd name="connsiteX65" fmla="*/ 97110 w 120229"/>
                  <a:gd name="connsiteY65" fmla="*/ 290970 h 846147"/>
                  <a:gd name="connsiteX66" fmla="*/ 92815 w 120229"/>
                  <a:gd name="connsiteY66" fmla="*/ 282154 h 846147"/>
                  <a:gd name="connsiteX67" fmla="*/ 88294 w 120229"/>
                  <a:gd name="connsiteY67" fmla="*/ 273338 h 846147"/>
                  <a:gd name="connsiteX68" fmla="*/ 83617 w 120229"/>
                  <a:gd name="connsiteY68" fmla="*/ 264522 h 846147"/>
                  <a:gd name="connsiteX69" fmla="*/ 78781 w 120229"/>
                  <a:gd name="connsiteY69" fmla="*/ 255706 h 846147"/>
                  <a:gd name="connsiteX70" fmla="*/ 73879 w 120229"/>
                  <a:gd name="connsiteY70" fmla="*/ 246913 h 846147"/>
                  <a:gd name="connsiteX71" fmla="*/ 68931 w 120229"/>
                  <a:gd name="connsiteY71" fmla="*/ 238097 h 846147"/>
                  <a:gd name="connsiteX72" fmla="*/ 63983 w 120229"/>
                  <a:gd name="connsiteY72" fmla="*/ 229281 h 846147"/>
                  <a:gd name="connsiteX73" fmla="*/ 59080 w 120229"/>
                  <a:gd name="connsiteY73" fmla="*/ 220465 h 846147"/>
                  <a:gd name="connsiteX74" fmla="*/ 54223 w 120229"/>
                  <a:gd name="connsiteY74" fmla="*/ 211649 h 846147"/>
                  <a:gd name="connsiteX75" fmla="*/ 49500 w 120229"/>
                  <a:gd name="connsiteY75" fmla="*/ 202833 h 846147"/>
                  <a:gd name="connsiteX76" fmla="*/ 44890 w 120229"/>
                  <a:gd name="connsiteY76" fmla="*/ 194040 h 846147"/>
                  <a:gd name="connsiteX77" fmla="*/ 40437 w 120229"/>
                  <a:gd name="connsiteY77" fmla="*/ 185224 h 846147"/>
                  <a:gd name="connsiteX78" fmla="*/ 36186 w 120229"/>
                  <a:gd name="connsiteY78" fmla="*/ 176408 h 846147"/>
                  <a:gd name="connsiteX79" fmla="*/ 32160 w 120229"/>
                  <a:gd name="connsiteY79" fmla="*/ 167592 h 846147"/>
                  <a:gd name="connsiteX80" fmla="*/ 28337 w 120229"/>
                  <a:gd name="connsiteY80" fmla="*/ 158776 h 846147"/>
                  <a:gd name="connsiteX81" fmla="*/ 24761 w 120229"/>
                  <a:gd name="connsiteY81" fmla="*/ 149960 h 846147"/>
                  <a:gd name="connsiteX82" fmla="*/ 21455 w 120229"/>
                  <a:gd name="connsiteY82" fmla="*/ 141144 h 846147"/>
                  <a:gd name="connsiteX83" fmla="*/ 18442 w 120229"/>
                  <a:gd name="connsiteY83" fmla="*/ 132351 h 846147"/>
                  <a:gd name="connsiteX84" fmla="*/ 15676 w 120229"/>
                  <a:gd name="connsiteY84" fmla="*/ 123535 h 846147"/>
                  <a:gd name="connsiteX85" fmla="*/ 13202 w 120229"/>
                  <a:gd name="connsiteY85" fmla="*/ 114719 h 846147"/>
                  <a:gd name="connsiteX86" fmla="*/ 10998 w 120229"/>
                  <a:gd name="connsiteY86" fmla="*/ 105903 h 846147"/>
                  <a:gd name="connsiteX87" fmla="*/ 9041 w 120229"/>
                  <a:gd name="connsiteY87" fmla="*/ 97087 h 846147"/>
                  <a:gd name="connsiteX88" fmla="*/ 7377 w 120229"/>
                  <a:gd name="connsiteY88" fmla="*/ 88272 h 846147"/>
                  <a:gd name="connsiteX89" fmla="*/ 5938 w 120229"/>
                  <a:gd name="connsiteY89" fmla="*/ 79478 h 846147"/>
                  <a:gd name="connsiteX90" fmla="*/ 4723 w 120229"/>
                  <a:gd name="connsiteY90" fmla="*/ 70662 h 846147"/>
                  <a:gd name="connsiteX91" fmla="*/ 3711 w 120229"/>
                  <a:gd name="connsiteY91" fmla="*/ 61846 h 846147"/>
                  <a:gd name="connsiteX92" fmla="*/ 2879 w 120229"/>
                  <a:gd name="connsiteY92" fmla="*/ 53030 h 846147"/>
                  <a:gd name="connsiteX93" fmla="*/ 2204 w 120229"/>
                  <a:gd name="connsiteY93" fmla="*/ 44214 h 846147"/>
                  <a:gd name="connsiteX94" fmla="*/ 1665 w 120229"/>
                  <a:gd name="connsiteY94" fmla="*/ 35399 h 846147"/>
                  <a:gd name="connsiteX95" fmla="*/ 1237 w 120229"/>
                  <a:gd name="connsiteY95" fmla="*/ 26583 h 846147"/>
                  <a:gd name="connsiteX96" fmla="*/ 900 w 120229"/>
                  <a:gd name="connsiteY96" fmla="*/ 17789 h 846147"/>
                  <a:gd name="connsiteX97" fmla="*/ 652 w 120229"/>
                  <a:gd name="connsiteY97" fmla="*/ 8973 h 846147"/>
                  <a:gd name="connsiteX98" fmla="*/ 473 w 120229"/>
                  <a:gd name="connsiteY98" fmla="*/ 157 h 846147"/>
                  <a:gd name="connsiteX99" fmla="*/ 473 w 120229"/>
                  <a:gd name="connsiteY99" fmla="*/ 0 h 846147"/>
                  <a:gd name="connsiteX100" fmla="*/ 0 w 120229"/>
                  <a:gd name="connsiteY100" fmla="*/ 0 h 846147"/>
                  <a:gd name="connsiteX101" fmla="*/ 0 w 120229"/>
                  <a:gd name="connsiteY101" fmla="*/ 0 h 846147"/>
                  <a:gd name="connsiteX102" fmla="*/ 0 w 120229"/>
                  <a:gd name="connsiteY102" fmla="*/ 157 h 846147"/>
                  <a:gd name="connsiteX103" fmla="*/ 0 w 120229"/>
                  <a:gd name="connsiteY103" fmla="*/ 8973 h 846147"/>
                  <a:gd name="connsiteX104" fmla="*/ 0 w 120229"/>
                  <a:gd name="connsiteY104" fmla="*/ 17789 h 846147"/>
                  <a:gd name="connsiteX105" fmla="*/ 0 w 120229"/>
                  <a:gd name="connsiteY105" fmla="*/ 26583 h 846147"/>
                  <a:gd name="connsiteX106" fmla="*/ 0 w 120229"/>
                  <a:gd name="connsiteY106" fmla="*/ 35399 h 846147"/>
                  <a:gd name="connsiteX107" fmla="*/ 0 w 120229"/>
                  <a:gd name="connsiteY107" fmla="*/ 44214 h 846147"/>
                  <a:gd name="connsiteX108" fmla="*/ 0 w 120229"/>
                  <a:gd name="connsiteY108" fmla="*/ 53030 h 846147"/>
                  <a:gd name="connsiteX109" fmla="*/ 0 w 120229"/>
                  <a:gd name="connsiteY109" fmla="*/ 61846 h 846147"/>
                  <a:gd name="connsiteX110" fmla="*/ 0 w 120229"/>
                  <a:gd name="connsiteY110" fmla="*/ 70662 h 846147"/>
                  <a:gd name="connsiteX111" fmla="*/ 0 w 120229"/>
                  <a:gd name="connsiteY111" fmla="*/ 79478 h 846147"/>
                  <a:gd name="connsiteX112" fmla="*/ 0 w 120229"/>
                  <a:gd name="connsiteY112" fmla="*/ 88272 h 846147"/>
                  <a:gd name="connsiteX113" fmla="*/ 0 w 120229"/>
                  <a:gd name="connsiteY113" fmla="*/ 97087 h 846147"/>
                  <a:gd name="connsiteX114" fmla="*/ 0 w 120229"/>
                  <a:gd name="connsiteY114" fmla="*/ 105903 h 846147"/>
                  <a:gd name="connsiteX115" fmla="*/ 0 w 120229"/>
                  <a:gd name="connsiteY115" fmla="*/ 114719 h 846147"/>
                  <a:gd name="connsiteX116" fmla="*/ 0 w 120229"/>
                  <a:gd name="connsiteY116" fmla="*/ 123535 h 846147"/>
                  <a:gd name="connsiteX117" fmla="*/ 0 w 120229"/>
                  <a:gd name="connsiteY117" fmla="*/ 132351 h 846147"/>
                  <a:gd name="connsiteX118" fmla="*/ 0 w 120229"/>
                  <a:gd name="connsiteY118" fmla="*/ 141144 h 846147"/>
                  <a:gd name="connsiteX119" fmla="*/ 0 w 120229"/>
                  <a:gd name="connsiteY119" fmla="*/ 149960 h 846147"/>
                  <a:gd name="connsiteX120" fmla="*/ 0 w 120229"/>
                  <a:gd name="connsiteY120" fmla="*/ 158776 h 846147"/>
                  <a:gd name="connsiteX121" fmla="*/ 0 w 120229"/>
                  <a:gd name="connsiteY121" fmla="*/ 167592 h 846147"/>
                  <a:gd name="connsiteX122" fmla="*/ 0 w 120229"/>
                  <a:gd name="connsiteY122" fmla="*/ 176408 h 846147"/>
                  <a:gd name="connsiteX123" fmla="*/ 0 w 120229"/>
                  <a:gd name="connsiteY123" fmla="*/ 185224 h 846147"/>
                  <a:gd name="connsiteX124" fmla="*/ 0 w 120229"/>
                  <a:gd name="connsiteY124" fmla="*/ 194040 h 846147"/>
                  <a:gd name="connsiteX125" fmla="*/ 0 w 120229"/>
                  <a:gd name="connsiteY125" fmla="*/ 202833 h 846147"/>
                  <a:gd name="connsiteX126" fmla="*/ 0 w 120229"/>
                  <a:gd name="connsiteY126" fmla="*/ 211649 h 846147"/>
                  <a:gd name="connsiteX127" fmla="*/ 0 w 120229"/>
                  <a:gd name="connsiteY127" fmla="*/ 220465 h 846147"/>
                  <a:gd name="connsiteX128" fmla="*/ 0 w 120229"/>
                  <a:gd name="connsiteY128" fmla="*/ 229281 h 846147"/>
                  <a:gd name="connsiteX129" fmla="*/ 0 w 120229"/>
                  <a:gd name="connsiteY129" fmla="*/ 238097 h 846147"/>
                  <a:gd name="connsiteX130" fmla="*/ 0 w 120229"/>
                  <a:gd name="connsiteY130" fmla="*/ 246913 h 846147"/>
                  <a:gd name="connsiteX131" fmla="*/ 0 w 120229"/>
                  <a:gd name="connsiteY131" fmla="*/ 255706 h 846147"/>
                  <a:gd name="connsiteX132" fmla="*/ 0 w 120229"/>
                  <a:gd name="connsiteY132" fmla="*/ 264522 h 846147"/>
                  <a:gd name="connsiteX133" fmla="*/ 0 w 120229"/>
                  <a:gd name="connsiteY133" fmla="*/ 273338 h 846147"/>
                  <a:gd name="connsiteX134" fmla="*/ 0 w 120229"/>
                  <a:gd name="connsiteY134" fmla="*/ 282154 h 846147"/>
                  <a:gd name="connsiteX135" fmla="*/ 0 w 120229"/>
                  <a:gd name="connsiteY135" fmla="*/ 290970 h 846147"/>
                  <a:gd name="connsiteX136" fmla="*/ 0 w 120229"/>
                  <a:gd name="connsiteY136" fmla="*/ 299786 h 846147"/>
                  <a:gd name="connsiteX137" fmla="*/ 0 w 120229"/>
                  <a:gd name="connsiteY137" fmla="*/ 308579 h 846147"/>
                  <a:gd name="connsiteX138" fmla="*/ 0 w 120229"/>
                  <a:gd name="connsiteY138" fmla="*/ 317395 h 846147"/>
                  <a:gd name="connsiteX139" fmla="*/ 0 w 120229"/>
                  <a:gd name="connsiteY139" fmla="*/ 326211 h 846147"/>
                  <a:gd name="connsiteX140" fmla="*/ 0 w 120229"/>
                  <a:gd name="connsiteY140" fmla="*/ 335027 h 846147"/>
                  <a:gd name="connsiteX141" fmla="*/ 0 w 120229"/>
                  <a:gd name="connsiteY141" fmla="*/ 343843 h 846147"/>
                  <a:gd name="connsiteX142" fmla="*/ 0 w 120229"/>
                  <a:gd name="connsiteY142" fmla="*/ 352659 h 846147"/>
                  <a:gd name="connsiteX143" fmla="*/ 0 w 120229"/>
                  <a:gd name="connsiteY143" fmla="*/ 361475 h 846147"/>
                  <a:gd name="connsiteX144" fmla="*/ 0 w 120229"/>
                  <a:gd name="connsiteY144" fmla="*/ 370268 h 846147"/>
                  <a:gd name="connsiteX145" fmla="*/ 0 w 120229"/>
                  <a:gd name="connsiteY145" fmla="*/ 379084 h 846147"/>
                  <a:gd name="connsiteX146" fmla="*/ 0 w 120229"/>
                  <a:gd name="connsiteY146" fmla="*/ 387900 h 846147"/>
                  <a:gd name="connsiteX147" fmla="*/ 0 w 120229"/>
                  <a:gd name="connsiteY147" fmla="*/ 396716 h 846147"/>
                  <a:gd name="connsiteX148" fmla="*/ 0 w 120229"/>
                  <a:gd name="connsiteY148" fmla="*/ 405532 h 846147"/>
                  <a:gd name="connsiteX149" fmla="*/ 0 w 120229"/>
                  <a:gd name="connsiteY149" fmla="*/ 414348 h 846147"/>
                  <a:gd name="connsiteX150" fmla="*/ 0 w 120229"/>
                  <a:gd name="connsiteY150" fmla="*/ 423141 h 846147"/>
                  <a:gd name="connsiteX151" fmla="*/ 0 w 120229"/>
                  <a:gd name="connsiteY151" fmla="*/ 431957 h 846147"/>
                  <a:gd name="connsiteX152" fmla="*/ 0 w 120229"/>
                  <a:gd name="connsiteY152" fmla="*/ 440773 h 846147"/>
                  <a:gd name="connsiteX153" fmla="*/ 0 w 120229"/>
                  <a:gd name="connsiteY153" fmla="*/ 449589 h 846147"/>
                  <a:gd name="connsiteX154" fmla="*/ 0 w 120229"/>
                  <a:gd name="connsiteY154" fmla="*/ 458405 h 846147"/>
                  <a:gd name="connsiteX155" fmla="*/ 0 w 120229"/>
                  <a:gd name="connsiteY155" fmla="*/ 467221 h 846147"/>
                  <a:gd name="connsiteX156" fmla="*/ 0 w 120229"/>
                  <a:gd name="connsiteY156" fmla="*/ 476037 h 846147"/>
                  <a:gd name="connsiteX157" fmla="*/ 0 w 120229"/>
                  <a:gd name="connsiteY157" fmla="*/ 484830 h 846147"/>
                  <a:gd name="connsiteX158" fmla="*/ 0 w 120229"/>
                  <a:gd name="connsiteY158" fmla="*/ 493646 h 846147"/>
                  <a:gd name="connsiteX159" fmla="*/ 0 w 120229"/>
                  <a:gd name="connsiteY159" fmla="*/ 502462 h 846147"/>
                  <a:gd name="connsiteX160" fmla="*/ 0 w 120229"/>
                  <a:gd name="connsiteY160" fmla="*/ 511278 h 846147"/>
                  <a:gd name="connsiteX161" fmla="*/ 0 w 120229"/>
                  <a:gd name="connsiteY161" fmla="*/ 520094 h 846147"/>
                  <a:gd name="connsiteX162" fmla="*/ 0 w 120229"/>
                  <a:gd name="connsiteY162" fmla="*/ 528910 h 846147"/>
                  <a:gd name="connsiteX163" fmla="*/ 0 w 120229"/>
                  <a:gd name="connsiteY163" fmla="*/ 537703 h 846147"/>
                  <a:gd name="connsiteX164" fmla="*/ 0 w 120229"/>
                  <a:gd name="connsiteY164" fmla="*/ 546519 h 846147"/>
                  <a:gd name="connsiteX165" fmla="*/ 0 w 120229"/>
                  <a:gd name="connsiteY165" fmla="*/ 555335 h 846147"/>
                  <a:gd name="connsiteX166" fmla="*/ 0 w 120229"/>
                  <a:gd name="connsiteY166" fmla="*/ 564151 h 846147"/>
                  <a:gd name="connsiteX167" fmla="*/ 0 w 120229"/>
                  <a:gd name="connsiteY167" fmla="*/ 572967 h 846147"/>
                  <a:gd name="connsiteX168" fmla="*/ 0 w 120229"/>
                  <a:gd name="connsiteY168" fmla="*/ 581783 h 846147"/>
                  <a:gd name="connsiteX169" fmla="*/ 0 w 120229"/>
                  <a:gd name="connsiteY169" fmla="*/ 590599 h 846147"/>
                  <a:gd name="connsiteX170" fmla="*/ 0 w 120229"/>
                  <a:gd name="connsiteY170" fmla="*/ 599392 h 846147"/>
                  <a:gd name="connsiteX171" fmla="*/ 0 w 120229"/>
                  <a:gd name="connsiteY171" fmla="*/ 608208 h 846147"/>
                  <a:gd name="connsiteX172" fmla="*/ 0 w 120229"/>
                  <a:gd name="connsiteY172" fmla="*/ 617024 h 846147"/>
                  <a:gd name="connsiteX173" fmla="*/ 0 w 120229"/>
                  <a:gd name="connsiteY173" fmla="*/ 625840 h 846147"/>
                  <a:gd name="connsiteX174" fmla="*/ 0 w 120229"/>
                  <a:gd name="connsiteY174" fmla="*/ 634656 h 846147"/>
                  <a:gd name="connsiteX175" fmla="*/ 0 w 120229"/>
                  <a:gd name="connsiteY175" fmla="*/ 643472 h 846147"/>
                  <a:gd name="connsiteX176" fmla="*/ 0 w 120229"/>
                  <a:gd name="connsiteY176" fmla="*/ 652265 h 846147"/>
                  <a:gd name="connsiteX177" fmla="*/ 0 w 120229"/>
                  <a:gd name="connsiteY177" fmla="*/ 661081 h 846147"/>
                  <a:gd name="connsiteX178" fmla="*/ 0 w 120229"/>
                  <a:gd name="connsiteY178" fmla="*/ 669897 h 846147"/>
                  <a:gd name="connsiteX179" fmla="*/ 0 w 120229"/>
                  <a:gd name="connsiteY179" fmla="*/ 678713 h 846147"/>
                  <a:gd name="connsiteX180" fmla="*/ 0 w 120229"/>
                  <a:gd name="connsiteY180" fmla="*/ 687529 h 846147"/>
                  <a:gd name="connsiteX181" fmla="*/ 0 w 120229"/>
                  <a:gd name="connsiteY181" fmla="*/ 696345 h 846147"/>
                  <a:gd name="connsiteX182" fmla="*/ 0 w 120229"/>
                  <a:gd name="connsiteY182" fmla="*/ 705138 h 846147"/>
                  <a:gd name="connsiteX183" fmla="*/ 0 w 120229"/>
                  <a:gd name="connsiteY183" fmla="*/ 713954 h 846147"/>
                  <a:gd name="connsiteX184" fmla="*/ 0 w 120229"/>
                  <a:gd name="connsiteY184" fmla="*/ 722770 h 846147"/>
                  <a:gd name="connsiteX185" fmla="*/ 0 w 120229"/>
                  <a:gd name="connsiteY185" fmla="*/ 731586 h 846147"/>
                  <a:gd name="connsiteX186" fmla="*/ 0 w 120229"/>
                  <a:gd name="connsiteY186" fmla="*/ 740402 h 846147"/>
                  <a:gd name="connsiteX187" fmla="*/ 0 w 120229"/>
                  <a:gd name="connsiteY187" fmla="*/ 749218 h 846147"/>
                  <a:gd name="connsiteX188" fmla="*/ 0 w 120229"/>
                  <a:gd name="connsiteY188" fmla="*/ 758034 h 846147"/>
                  <a:gd name="connsiteX189" fmla="*/ 0 w 120229"/>
                  <a:gd name="connsiteY189" fmla="*/ 766827 h 846147"/>
                  <a:gd name="connsiteX190" fmla="*/ 0 w 120229"/>
                  <a:gd name="connsiteY190" fmla="*/ 775643 h 846147"/>
                  <a:gd name="connsiteX191" fmla="*/ 0 w 120229"/>
                  <a:gd name="connsiteY191" fmla="*/ 784459 h 846147"/>
                  <a:gd name="connsiteX192" fmla="*/ 0 w 120229"/>
                  <a:gd name="connsiteY192" fmla="*/ 793275 h 846147"/>
                  <a:gd name="connsiteX193" fmla="*/ 0 w 120229"/>
                  <a:gd name="connsiteY193" fmla="*/ 802091 h 846147"/>
                  <a:gd name="connsiteX194" fmla="*/ 0 w 120229"/>
                  <a:gd name="connsiteY194" fmla="*/ 810907 h 846147"/>
                  <a:gd name="connsiteX195" fmla="*/ 0 w 120229"/>
                  <a:gd name="connsiteY195" fmla="*/ 819700 h 846147"/>
                  <a:gd name="connsiteX196" fmla="*/ 0 w 120229"/>
                  <a:gd name="connsiteY196" fmla="*/ 828516 h 846147"/>
                  <a:gd name="connsiteX197" fmla="*/ 0 w 120229"/>
                  <a:gd name="connsiteY197" fmla="*/ 837332 h 8461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Lst>
                <a:rect l="l" t="t" r="r" b="b"/>
                <a:pathLst>
                  <a:path w="120229" h="846147">
                    <a:moveTo>
                      <a:pt x="0" y="837332"/>
                    </a:moveTo>
                    <a:lnTo>
                      <a:pt x="0" y="846148"/>
                    </a:lnTo>
                    <a:lnTo>
                      <a:pt x="135" y="846148"/>
                    </a:lnTo>
                    <a:lnTo>
                      <a:pt x="203" y="837332"/>
                    </a:lnTo>
                    <a:lnTo>
                      <a:pt x="293" y="828516"/>
                    </a:lnTo>
                    <a:lnTo>
                      <a:pt x="405" y="819700"/>
                    </a:lnTo>
                    <a:lnTo>
                      <a:pt x="562" y="810907"/>
                    </a:lnTo>
                    <a:lnTo>
                      <a:pt x="787" y="802091"/>
                    </a:lnTo>
                    <a:lnTo>
                      <a:pt x="1057" y="793275"/>
                    </a:lnTo>
                    <a:lnTo>
                      <a:pt x="1417" y="784459"/>
                    </a:lnTo>
                    <a:lnTo>
                      <a:pt x="1844" y="775643"/>
                    </a:lnTo>
                    <a:lnTo>
                      <a:pt x="2384" y="766827"/>
                    </a:lnTo>
                    <a:lnTo>
                      <a:pt x="3059" y="758034"/>
                    </a:lnTo>
                    <a:lnTo>
                      <a:pt x="3824" y="749218"/>
                    </a:lnTo>
                    <a:lnTo>
                      <a:pt x="4746" y="740402"/>
                    </a:lnTo>
                    <a:lnTo>
                      <a:pt x="5780" y="731586"/>
                    </a:lnTo>
                    <a:lnTo>
                      <a:pt x="6949" y="722770"/>
                    </a:lnTo>
                    <a:lnTo>
                      <a:pt x="8254" y="713954"/>
                    </a:lnTo>
                    <a:lnTo>
                      <a:pt x="9671" y="705138"/>
                    </a:lnTo>
                    <a:lnTo>
                      <a:pt x="11200" y="696345"/>
                    </a:lnTo>
                    <a:lnTo>
                      <a:pt x="12797" y="687529"/>
                    </a:lnTo>
                    <a:lnTo>
                      <a:pt x="14439" y="678713"/>
                    </a:lnTo>
                    <a:lnTo>
                      <a:pt x="16148" y="669897"/>
                    </a:lnTo>
                    <a:lnTo>
                      <a:pt x="17857" y="661081"/>
                    </a:lnTo>
                    <a:lnTo>
                      <a:pt x="19566" y="652265"/>
                    </a:lnTo>
                    <a:lnTo>
                      <a:pt x="21298" y="643472"/>
                    </a:lnTo>
                    <a:lnTo>
                      <a:pt x="23007" y="634656"/>
                    </a:lnTo>
                    <a:lnTo>
                      <a:pt x="24761" y="625840"/>
                    </a:lnTo>
                    <a:lnTo>
                      <a:pt x="26538" y="617024"/>
                    </a:lnTo>
                    <a:lnTo>
                      <a:pt x="28427" y="608208"/>
                    </a:lnTo>
                    <a:lnTo>
                      <a:pt x="30428" y="599392"/>
                    </a:lnTo>
                    <a:lnTo>
                      <a:pt x="32632" y="590599"/>
                    </a:lnTo>
                    <a:lnTo>
                      <a:pt x="35061" y="581783"/>
                    </a:lnTo>
                    <a:lnTo>
                      <a:pt x="37783" y="572967"/>
                    </a:lnTo>
                    <a:lnTo>
                      <a:pt x="40841" y="564151"/>
                    </a:lnTo>
                    <a:lnTo>
                      <a:pt x="44260" y="555335"/>
                    </a:lnTo>
                    <a:lnTo>
                      <a:pt x="48083" y="546519"/>
                    </a:lnTo>
                    <a:lnTo>
                      <a:pt x="52288" y="537703"/>
                    </a:lnTo>
                    <a:lnTo>
                      <a:pt x="56854" y="528910"/>
                    </a:lnTo>
                    <a:lnTo>
                      <a:pt x="61734" y="520094"/>
                    </a:lnTo>
                    <a:lnTo>
                      <a:pt x="66885" y="511278"/>
                    </a:lnTo>
                    <a:lnTo>
                      <a:pt x="72214" y="502462"/>
                    </a:lnTo>
                    <a:lnTo>
                      <a:pt x="77634" y="493646"/>
                    </a:lnTo>
                    <a:lnTo>
                      <a:pt x="83054" y="484830"/>
                    </a:lnTo>
                    <a:lnTo>
                      <a:pt x="88362" y="476037"/>
                    </a:lnTo>
                    <a:lnTo>
                      <a:pt x="93489" y="467221"/>
                    </a:lnTo>
                    <a:lnTo>
                      <a:pt x="98325" y="458405"/>
                    </a:lnTo>
                    <a:lnTo>
                      <a:pt x="102778" y="449589"/>
                    </a:lnTo>
                    <a:lnTo>
                      <a:pt x="106804" y="440773"/>
                    </a:lnTo>
                    <a:lnTo>
                      <a:pt x="110357" y="431957"/>
                    </a:lnTo>
                    <a:lnTo>
                      <a:pt x="113393" y="423141"/>
                    </a:lnTo>
                    <a:lnTo>
                      <a:pt x="115866" y="414348"/>
                    </a:lnTo>
                    <a:lnTo>
                      <a:pt x="117778" y="405532"/>
                    </a:lnTo>
                    <a:lnTo>
                      <a:pt x="119150" y="396716"/>
                    </a:lnTo>
                    <a:lnTo>
                      <a:pt x="119960" y="387900"/>
                    </a:lnTo>
                    <a:lnTo>
                      <a:pt x="120230" y="379084"/>
                    </a:lnTo>
                    <a:lnTo>
                      <a:pt x="119960" y="370268"/>
                    </a:lnTo>
                    <a:lnTo>
                      <a:pt x="119173" y="361475"/>
                    </a:lnTo>
                    <a:lnTo>
                      <a:pt x="117891" y="352659"/>
                    </a:lnTo>
                    <a:lnTo>
                      <a:pt x="116137" y="343843"/>
                    </a:lnTo>
                    <a:lnTo>
                      <a:pt x="113933" y="335027"/>
                    </a:lnTo>
                    <a:lnTo>
                      <a:pt x="111301" y="326211"/>
                    </a:lnTo>
                    <a:lnTo>
                      <a:pt x="108288" y="317395"/>
                    </a:lnTo>
                    <a:lnTo>
                      <a:pt x="104892" y="308579"/>
                    </a:lnTo>
                    <a:lnTo>
                      <a:pt x="101136" y="299786"/>
                    </a:lnTo>
                    <a:lnTo>
                      <a:pt x="97110" y="290970"/>
                    </a:lnTo>
                    <a:lnTo>
                      <a:pt x="92815" y="282154"/>
                    </a:lnTo>
                    <a:lnTo>
                      <a:pt x="88294" y="273338"/>
                    </a:lnTo>
                    <a:lnTo>
                      <a:pt x="83617" y="264522"/>
                    </a:lnTo>
                    <a:lnTo>
                      <a:pt x="78781" y="255706"/>
                    </a:lnTo>
                    <a:lnTo>
                      <a:pt x="73879" y="246913"/>
                    </a:lnTo>
                    <a:lnTo>
                      <a:pt x="68931" y="238097"/>
                    </a:lnTo>
                    <a:lnTo>
                      <a:pt x="63983" y="229281"/>
                    </a:lnTo>
                    <a:lnTo>
                      <a:pt x="59080" y="220465"/>
                    </a:lnTo>
                    <a:lnTo>
                      <a:pt x="54223" y="211649"/>
                    </a:lnTo>
                    <a:lnTo>
                      <a:pt x="49500" y="202833"/>
                    </a:lnTo>
                    <a:lnTo>
                      <a:pt x="44890" y="194040"/>
                    </a:lnTo>
                    <a:lnTo>
                      <a:pt x="40437" y="185224"/>
                    </a:lnTo>
                    <a:lnTo>
                      <a:pt x="36186" y="176408"/>
                    </a:lnTo>
                    <a:lnTo>
                      <a:pt x="32160" y="167592"/>
                    </a:lnTo>
                    <a:lnTo>
                      <a:pt x="28337" y="158776"/>
                    </a:lnTo>
                    <a:lnTo>
                      <a:pt x="24761" y="149960"/>
                    </a:lnTo>
                    <a:lnTo>
                      <a:pt x="21455" y="141144"/>
                    </a:lnTo>
                    <a:lnTo>
                      <a:pt x="18442" y="132351"/>
                    </a:lnTo>
                    <a:lnTo>
                      <a:pt x="15676" y="123535"/>
                    </a:lnTo>
                    <a:lnTo>
                      <a:pt x="13202" y="114719"/>
                    </a:lnTo>
                    <a:lnTo>
                      <a:pt x="10998" y="105903"/>
                    </a:lnTo>
                    <a:lnTo>
                      <a:pt x="9041" y="97087"/>
                    </a:lnTo>
                    <a:lnTo>
                      <a:pt x="7377" y="88272"/>
                    </a:lnTo>
                    <a:lnTo>
                      <a:pt x="5938" y="79478"/>
                    </a:lnTo>
                    <a:lnTo>
                      <a:pt x="4723" y="70662"/>
                    </a:lnTo>
                    <a:lnTo>
                      <a:pt x="3711" y="61846"/>
                    </a:lnTo>
                    <a:lnTo>
                      <a:pt x="2879" y="53030"/>
                    </a:lnTo>
                    <a:lnTo>
                      <a:pt x="2204" y="44214"/>
                    </a:lnTo>
                    <a:lnTo>
                      <a:pt x="1665" y="35399"/>
                    </a:lnTo>
                    <a:lnTo>
                      <a:pt x="1237" y="26583"/>
                    </a:lnTo>
                    <a:lnTo>
                      <a:pt x="900" y="17789"/>
                    </a:lnTo>
                    <a:lnTo>
                      <a:pt x="652" y="8973"/>
                    </a:lnTo>
                    <a:lnTo>
                      <a:pt x="473" y="157"/>
                    </a:lnTo>
                    <a:lnTo>
                      <a:pt x="473" y="0"/>
                    </a:lnTo>
                    <a:lnTo>
                      <a:pt x="0" y="0"/>
                    </a:lnTo>
                    <a:lnTo>
                      <a:pt x="0" y="0"/>
                    </a:lnTo>
                    <a:lnTo>
                      <a:pt x="0" y="157"/>
                    </a:lnTo>
                    <a:lnTo>
                      <a:pt x="0" y="8973"/>
                    </a:lnTo>
                    <a:lnTo>
                      <a:pt x="0" y="17789"/>
                    </a:lnTo>
                    <a:lnTo>
                      <a:pt x="0" y="26583"/>
                    </a:lnTo>
                    <a:lnTo>
                      <a:pt x="0" y="35399"/>
                    </a:lnTo>
                    <a:lnTo>
                      <a:pt x="0" y="44214"/>
                    </a:lnTo>
                    <a:lnTo>
                      <a:pt x="0" y="53030"/>
                    </a:lnTo>
                    <a:lnTo>
                      <a:pt x="0" y="61846"/>
                    </a:lnTo>
                    <a:lnTo>
                      <a:pt x="0" y="70662"/>
                    </a:lnTo>
                    <a:lnTo>
                      <a:pt x="0" y="79478"/>
                    </a:lnTo>
                    <a:lnTo>
                      <a:pt x="0" y="88272"/>
                    </a:lnTo>
                    <a:lnTo>
                      <a:pt x="0" y="97087"/>
                    </a:lnTo>
                    <a:lnTo>
                      <a:pt x="0" y="105903"/>
                    </a:lnTo>
                    <a:lnTo>
                      <a:pt x="0" y="114719"/>
                    </a:lnTo>
                    <a:lnTo>
                      <a:pt x="0" y="123535"/>
                    </a:lnTo>
                    <a:lnTo>
                      <a:pt x="0" y="132351"/>
                    </a:lnTo>
                    <a:lnTo>
                      <a:pt x="0" y="141144"/>
                    </a:lnTo>
                    <a:lnTo>
                      <a:pt x="0" y="149960"/>
                    </a:lnTo>
                    <a:lnTo>
                      <a:pt x="0" y="158776"/>
                    </a:lnTo>
                    <a:lnTo>
                      <a:pt x="0" y="167592"/>
                    </a:lnTo>
                    <a:lnTo>
                      <a:pt x="0" y="176408"/>
                    </a:lnTo>
                    <a:lnTo>
                      <a:pt x="0" y="185224"/>
                    </a:lnTo>
                    <a:lnTo>
                      <a:pt x="0" y="194040"/>
                    </a:lnTo>
                    <a:lnTo>
                      <a:pt x="0" y="202833"/>
                    </a:lnTo>
                    <a:lnTo>
                      <a:pt x="0" y="211649"/>
                    </a:lnTo>
                    <a:lnTo>
                      <a:pt x="0" y="220465"/>
                    </a:lnTo>
                    <a:lnTo>
                      <a:pt x="0" y="229281"/>
                    </a:lnTo>
                    <a:lnTo>
                      <a:pt x="0" y="238097"/>
                    </a:lnTo>
                    <a:lnTo>
                      <a:pt x="0" y="246913"/>
                    </a:lnTo>
                    <a:lnTo>
                      <a:pt x="0" y="255706"/>
                    </a:lnTo>
                    <a:lnTo>
                      <a:pt x="0" y="264522"/>
                    </a:lnTo>
                    <a:lnTo>
                      <a:pt x="0" y="273338"/>
                    </a:lnTo>
                    <a:lnTo>
                      <a:pt x="0" y="282154"/>
                    </a:lnTo>
                    <a:lnTo>
                      <a:pt x="0" y="290970"/>
                    </a:lnTo>
                    <a:lnTo>
                      <a:pt x="0" y="299786"/>
                    </a:lnTo>
                    <a:lnTo>
                      <a:pt x="0" y="308579"/>
                    </a:lnTo>
                    <a:lnTo>
                      <a:pt x="0" y="317395"/>
                    </a:lnTo>
                    <a:lnTo>
                      <a:pt x="0" y="326211"/>
                    </a:lnTo>
                    <a:lnTo>
                      <a:pt x="0" y="335027"/>
                    </a:lnTo>
                    <a:lnTo>
                      <a:pt x="0" y="343843"/>
                    </a:lnTo>
                    <a:lnTo>
                      <a:pt x="0" y="352659"/>
                    </a:lnTo>
                    <a:lnTo>
                      <a:pt x="0" y="361475"/>
                    </a:lnTo>
                    <a:lnTo>
                      <a:pt x="0" y="370268"/>
                    </a:lnTo>
                    <a:lnTo>
                      <a:pt x="0" y="379084"/>
                    </a:lnTo>
                    <a:lnTo>
                      <a:pt x="0" y="387900"/>
                    </a:lnTo>
                    <a:lnTo>
                      <a:pt x="0" y="396716"/>
                    </a:lnTo>
                    <a:lnTo>
                      <a:pt x="0" y="405532"/>
                    </a:lnTo>
                    <a:lnTo>
                      <a:pt x="0" y="414348"/>
                    </a:lnTo>
                    <a:lnTo>
                      <a:pt x="0" y="423141"/>
                    </a:lnTo>
                    <a:lnTo>
                      <a:pt x="0" y="431957"/>
                    </a:lnTo>
                    <a:lnTo>
                      <a:pt x="0" y="440773"/>
                    </a:lnTo>
                    <a:lnTo>
                      <a:pt x="0" y="449589"/>
                    </a:lnTo>
                    <a:lnTo>
                      <a:pt x="0" y="458405"/>
                    </a:lnTo>
                    <a:lnTo>
                      <a:pt x="0" y="467221"/>
                    </a:lnTo>
                    <a:lnTo>
                      <a:pt x="0" y="476037"/>
                    </a:lnTo>
                    <a:lnTo>
                      <a:pt x="0" y="484830"/>
                    </a:lnTo>
                    <a:lnTo>
                      <a:pt x="0" y="493646"/>
                    </a:lnTo>
                    <a:lnTo>
                      <a:pt x="0" y="502462"/>
                    </a:lnTo>
                    <a:lnTo>
                      <a:pt x="0" y="511278"/>
                    </a:lnTo>
                    <a:lnTo>
                      <a:pt x="0" y="520094"/>
                    </a:lnTo>
                    <a:lnTo>
                      <a:pt x="0" y="528910"/>
                    </a:lnTo>
                    <a:lnTo>
                      <a:pt x="0" y="537703"/>
                    </a:lnTo>
                    <a:lnTo>
                      <a:pt x="0" y="546519"/>
                    </a:lnTo>
                    <a:lnTo>
                      <a:pt x="0" y="555335"/>
                    </a:lnTo>
                    <a:lnTo>
                      <a:pt x="0" y="564151"/>
                    </a:lnTo>
                    <a:lnTo>
                      <a:pt x="0" y="572967"/>
                    </a:lnTo>
                    <a:lnTo>
                      <a:pt x="0" y="581783"/>
                    </a:lnTo>
                    <a:lnTo>
                      <a:pt x="0" y="590599"/>
                    </a:lnTo>
                    <a:lnTo>
                      <a:pt x="0" y="599392"/>
                    </a:lnTo>
                    <a:lnTo>
                      <a:pt x="0" y="608208"/>
                    </a:lnTo>
                    <a:lnTo>
                      <a:pt x="0" y="617024"/>
                    </a:lnTo>
                    <a:lnTo>
                      <a:pt x="0" y="625840"/>
                    </a:lnTo>
                    <a:lnTo>
                      <a:pt x="0" y="634656"/>
                    </a:lnTo>
                    <a:lnTo>
                      <a:pt x="0" y="643472"/>
                    </a:lnTo>
                    <a:lnTo>
                      <a:pt x="0" y="652265"/>
                    </a:lnTo>
                    <a:lnTo>
                      <a:pt x="0" y="661081"/>
                    </a:lnTo>
                    <a:lnTo>
                      <a:pt x="0" y="669897"/>
                    </a:lnTo>
                    <a:lnTo>
                      <a:pt x="0" y="678713"/>
                    </a:lnTo>
                    <a:lnTo>
                      <a:pt x="0" y="687529"/>
                    </a:lnTo>
                    <a:lnTo>
                      <a:pt x="0" y="696345"/>
                    </a:lnTo>
                    <a:lnTo>
                      <a:pt x="0" y="705138"/>
                    </a:lnTo>
                    <a:lnTo>
                      <a:pt x="0" y="713954"/>
                    </a:lnTo>
                    <a:lnTo>
                      <a:pt x="0" y="722770"/>
                    </a:lnTo>
                    <a:lnTo>
                      <a:pt x="0" y="731586"/>
                    </a:lnTo>
                    <a:lnTo>
                      <a:pt x="0" y="740402"/>
                    </a:lnTo>
                    <a:lnTo>
                      <a:pt x="0" y="749218"/>
                    </a:lnTo>
                    <a:lnTo>
                      <a:pt x="0" y="758034"/>
                    </a:lnTo>
                    <a:lnTo>
                      <a:pt x="0" y="766827"/>
                    </a:lnTo>
                    <a:lnTo>
                      <a:pt x="0" y="775643"/>
                    </a:lnTo>
                    <a:lnTo>
                      <a:pt x="0" y="784459"/>
                    </a:lnTo>
                    <a:lnTo>
                      <a:pt x="0" y="793275"/>
                    </a:lnTo>
                    <a:lnTo>
                      <a:pt x="0" y="802091"/>
                    </a:lnTo>
                    <a:lnTo>
                      <a:pt x="0" y="810907"/>
                    </a:lnTo>
                    <a:lnTo>
                      <a:pt x="0" y="819700"/>
                    </a:lnTo>
                    <a:lnTo>
                      <a:pt x="0" y="828516"/>
                    </a:lnTo>
                    <a:lnTo>
                      <a:pt x="0" y="837332"/>
                    </a:lnTo>
                    <a:close/>
                  </a:path>
                </a:pathLst>
              </a:custGeom>
              <a:solidFill>
                <a:srgbClr val="B4AED3">
                  <a:alpha val="50000"/>
                </a:srgbClr>
              </a:solidFill>
              <a:ln w="2249" cap="flat">
                <a:noFill/>
                <a:prstDash val="solid"/>
                <a:miter/>
              </a:ln>
            </p:spPr>
            <p:txBody>
              <a:bodyPr rtlCol="0" anchor="ctr"/>
              <a:lstStyle/>
              <a:p>
                <a:endParaRPr lang="en-US"/>
              </a:p>
            </p:txBody>
          </p:sp>
          <p:sp>
            <p:nvSpPr>
              <p:cNvPr id="17765" name="Freeform 17764">
                <a:extLst>
                  <a:ext uri="{FF2B5EF4-FFF2-40B4-BE49-F238E27FC236}">
                    <a16:creationId xmlns:a16="http://schemas.microsoft.com/office/drawing/2014/main" id="{A996CF7E-38AE-2DCC-6583-691102424262}"/>
                  </a:ext>
                </a:extLst>
              </p:cNvPr>
              <p:cNvSpPr/>
              <p:nvPr/>
            </p:nvSpPr>
            <p:spPr>
              <a:xfrm>
                <a:off x="5647625" y="2773703"/>
                <a:ext cx="902184" cy="313563"/>
              </a:xfrm>
              <a:custGeom>
                <a:avLst/>
                <a:gdLst>
                  <a:gd name="connsiteX0" fmla="*/ 0 w 224468"/>
                  <a:gd name="connsiteY0" fmla="*/ 0 h 78016"/>
                  <a:gd name="connsiteX1" fmla="*/ 224468 w 224468"/>
                  <a:gd name="connsiteY1" fmla="*/ 78016 h 78016"/>
                </a:gdLst>
                <a:ahLst/>
                <a:cxnLst>
                  <a:cxn ang="0">
                    <a:pos x="connsiteX0" y="connsiteY0"/>
                  </a:cxn>
                  <a:cxn ang="0">
                    <a:pos x="connsiteX1" y="connsiteY1"/>
                  </a:cxn>
                </a:cxnLst>
                <a:rect l="l" t="t" r="r" b="b"/>
                <a:pathLst>
                  <a:path w="224468" h="78016">
                    <a:moveTo>
                      <a:pt x="0" y="0"/>
                    </a:moveTo>
                    <a:lnTo>
                      <a:pt x="224468" y="78016"/>
                    </a:lnTo>
                  </a:path>
                </a:pathLst>
              </a:custGeom>
              <a:ln w="4498" cap="flat">
                <a:solidFill>
                  <a:srgbClr val="B3B3B3">
                    <a:alpha val="40000"/>
                  </a:srgbClr>
                </a:solidFill>
                <a:prstDash val="solid"/>
                <a:round/>
              </a:ln>
            </p:spPr>
            <p:txBody>
              <a:bodyPr rtlCol="0" anchor="ctr"/>
              <a:lstStyle/>
              <a:p>
                <a:endParaRPr lang="en-US"/>
              </a:p>
            </p:txBody>
          </p:sp>
          <p:sp>
            <p:nvSpPr>
              <p:cNvPr id="17767" name="Freeform 17766">
                <a:extLst>
                  <a:ext uri="{FF2B5EF4-FFF2-40B4-BE49-F238E27FC236}">
                    <a16:creationId xmlns:a16="http://schemas.microsoft.com/office/drawing/2014/main" id="{CDCD91D5-24C7-8AD1-1C99-82128E4D5E6E}"/>
                  </a:ext>
                </a:extLst>
              </p:cNvPr>
              <p:cNvSpPr/>
              <p:nvPr/>
            </p:nvSpPr>
            <p:spPr>
              <a:xfrm>
                <a:off x="5602702" y="2209125"/>
                <a:ext cx="938067" cy="728003"/>
              </a:xfrm>
              <a:custGeom>
                <a:avLst/>
                <a:gdLst>
                  <a:gd name="connsiteX0" fmla="*/ 0 w 233396"/>
                  <a:gd name="connsiteY0" fmla="*/ 0 h 181131"/>
                  <a:gd name="connsiteX1" fmla="*/ 233397 w 233396"/>
                  <a:gd name="connsiteY1" fmla="*/ 181131 h 181131"/>
                </a:gdLst>
                <a:ahLst/>
                <a:cxnLst>
                  <a:cxn ang="0">
                    <a:pos x="connsiteX0" y="connsiteY0"/>
                  </a:cxn>
                  <a:cxn ang="0">
                    <a:pos x="connsiteX1" y="connsiteY1"/>
                  </a:cxn>
                </a:cxnLst>
                <a:rect l="l" t="t" r="r" b="b"/>
                <a:pathLst>
                  <a:path w="233396" h="181131">
                    <a:moveTo>
                      <a:pt x="0" y="0"/>
                    </a:moveTo>
                    <a:lnTo>
                      <a:pt x="233397" y="181131"/>
                    </a:lnTo>
                  </a:path>
                </a:pathLst>
              </a:custGeom>
              <a:ln w="4498" cap="flat">
                <a:solidFill>
                  <a:srgbClr val="B3B3B3">
                    <a:alpha val="40000"/>
                  </a:srgbClr>
                </a:solidFill>
                <a:prstDash val="solid"/>
                <a:round/>
              </a:ln>
            </p:spPr>
            <p:txBody>
              <a:bodyPr rtlCol="0" anchor="ctr"/>
              <a:lstStyle/>
              <a:p>
                <a:endParaRPr lang="en-US"/>
              </a:p>
            </p:txBody>
          </p:sp>
          <p:sp>
            <p:nvSpPr>
              <p:cNvPr id="17769" name="Freeform 17768">
                <a:extLst>
                  <a:ext uri="{FF2B5EF4-FFF2-40B4-BE49-F238E27FC236}">
                    <a16:creationId xmlns:a16="http://schemas.microsoft.com/office/drawing/2014/main" id="{51667F0B-DCDF-6259-C1D8-A056BB954D61}"/>
                  </a:ext>
                </a:extLst>
              </p:cNvPr>
              <p:cNvSpPr/>
              <p:nvPr/>
            </p:nvSpPr>
            <p:spPr>
              <a:xfrm>
                <a:off x="5698335" y="2500992"/>
                <a:ext cx="839544" cy="293676"/>
              </a:xfrm>
              <a:custGeom>
                <a:avLst/>
                <a:gdLst>
                  <a:gd name="connsiteX0" fmla="*/ 0 w 208883"/>
                  <a:gd name="connsiteY0" fmla="*/ 0 h 73068"/>
                  <a:gd name="connsiteX1" fmla="*/ 208883 w 208883"/>
                  <a:gd name="connsiteY1" fmla="*/ 73069 h 73068"/>
                </a:gdLst>
                <a:ahLst/>
                <a:cxnLst>
                  <a:cxn ang="0">
                    <a:pos x="connsiteX0" y="connsiteY0"/>
                  </a:cxn>
                  <a:cxn ang="0">
                    <a:pos x="connsiteX1" y="connsiteY1"/>
                  </a:cxn>
                </a:cxnLst>
                <a:rect l="l" t="t" r="r" b="b"/>
                <a:pathLst>
                  <a:path w="208883" h="73068">
                    <a:moveTo>
                      <a:pt x="0" y="0"/>
                    </a:moveTo>
                    <a:lnTo>
                      <a:pt x="208883" y="73069"/>
                    </a:lnTo>
                  </a:path>
                </a:pathLst>
              </a:custGeom>
              <a:ln w="4498" cap="flat">
                <a:solidFill>
                  <a:srgbClr val="B3B3B3">
                    <a:alpha val="40000"/>
                  </a:srgbClr>
                </a:solidFill>
                <a:prstDash val="solid"/>
                <a:round/>
              </a:ln>
            </p:spPr>
            <p:txBody>
              <a:bodyPr rtlCol="0" anchor="ctr"/>
              <a:lstStyle/>
              <a:p>
                <a:endParaRPr lang="en-US"/>
              </a:p>
            </p:txBody>
          </p:sp>
          <p:sp>
            <p:nvSpPr>
              <p:cNvPr id="17771" name="Freeform 17770">
                <a:extLst>
                  <a:ext uri="{FF2B5EF4-FFF2-40B4-BE49-F238E27FC236}">
                    <a16:creationId xmlns:a16="http://schemas.microsoft.com/office/drawing/2014/main" id="{46C6E96D-4963-6222-EB46-0E98DD030AAA}"/>
                  </a:ext>
                </a:extLst>
              </p:cNvPr>
              <p:cNvSpPr/>
              <p:nvPr/>
            </p:nvSpPr>
            <p:spPr>
              <a:xfrm>
                <a:off x="5613727" y="2542394"/>
                <a:ext cx="969525" cy="942046"/>
              </a:xfrm>
              <a:custGeom>
                <a:avLst/>
                <a:gdLst>
                  <a:gd name="connsiteX0" fmla="*/ 0 w 241223"/>
                  <a:gd name="connsiteY0" fmla="*/ 0 h 234386"/>
                  <a:gd name="connsiteX1" fmla="*/ 241223 w 241223"/>
                  <a:gd name="connsiteY1" fmla="*/ 234386 h 234386"/>
                </a:gdLst>
                <a:ahLst/>
                <a:cxnLst>
                  <a:cxn ang="0">
                    <a:pos x="connsiteX0" y="connsiteY0"/>
                  </a:cxn>
                  <a:cxn ang="0">
                    <a:pos x="connsiteX1" y="connsiteY1"/>
                  </a:cxn>
                </a:cxnLst>
                <a:rect l="l" t="t" r="r" b="b"/>
                <a:pathLst>
                  <a:path w="241223" h="234386">
                    <a:moveTo>
                      <a:pt x="0" y="0"/>
                    </a:moveTo>
                    <a:lnTo>
                      <a:pt x="241223" y="234386"/>
                    </a:lnTo>
                  </a:path>
                </a:pathLst>
              </a:custGeom>
              <a:ln w="4498" cap="flat">
                <a:solidFill>
                  <a:srgbClr val="B3B3B3">
                    <a:alpha val="40000"/>
                  </a:srgbClr>
                </a:solidFill>
                <a:prstDash val="solid"/>
                <a:round/>
              </a:ln>
            </p:spPr>
            <p:txBody>
              <a:bodyPr rtlCol="0" anchor="ctr"/>
              <a:lstStyle/>
              <a:p>
                <a:endParaRPr lang="en-US"/>
              </a:p>
            </p:txBody>
          </p:sp>
          <p:sp>
            <p:nvSpPr>
              <p:cNvPr id="17773" name="Freeform 17772">
                <a:extLst>
                  <a:ext uri="{FF2B5EF4-FFF2-40B4-BE49-F238E27FC236}">
                    <a16:creationId xmlns:a16="http://schemas.microsoft.com/office/drawing/2014/main" id="{6CB843BC-5CAF-E003-9D99-00036CFF4372}"/>
                  </a:ext>
                </a:extLst>
              </p:cNvPr>
              <p:cNvSpPr/>
              <p:nvPr/>
            </p:nvSpPr>
            <p:spPr>
              <a:xfrm>
                <a:off x="5589053" y="3261085"/>
                <a:ext cx="942315" cy="123108"/>
              </a:xfrm>
              <a:custGeom>
                <a:avLst/>
                <a:gdLst>
                  <a:gd name="connsiteX0" fmla="*/ 0 w 234453"/>
                  <a:gd name="connsiteY0" fmla="*/ 0 h 30630"/>
                  <a:gd name="connsiteX1" fmla="*/ 234454 w 234453"/>
                  <a:gd name="connsiteY1" fmla="*/ 30631 h 30630"/>
                </a:gdLst>
                <a:ahLst/>
                <a:cxnLst>
                  <a:cxn ang="0">
                    <a:pos x="connsiteX0" y="connsiteY0"/>
                  </a:cxn>
                  <a:cxn ang="0">
                    <a:pos x="connsiteX1" y="connsiteY1"/>
                  </a:cxn>
                </a:cxnLst>
                <a:rect l="l" t="t" r="r" b="b"/>
                <a:pathLst>
                  <a:path w="234453" h="30630">
                    <a:moveTo>
                      <a:pt x="0" y="0"/>
                    </a:moveTo>
                    <a:lnTo>
                      <a:pt x="234454" y="30631"/>
                    </a:lnTo>
                  </a:path>
                </a:pathLst>
              </a:custGeom>
              <a:ln w="4498" cap="flat">
                <a:solidFill>
                  <a:srgbClr val="B3B3B3">
                    <a:alpha val="40000"/>
                  </a:srgbClr>
                </a:solidFill>
                <a:prstDash val="solid"/>
                <a:round/>
              </a:ln>
            </p:spPr>
            <p:txBody>
              <a:bodyPr rtlCol="0" anchor="ctr"/>
              <a:lstStyle/>
              <a:p>
                <a:endParaRPr lang="en-US"/>
              </a:p>
            </p:txBody>
          </p:sp>
          <p:sp>
            <p:nvSpPr>
              <p:cNvPr id="17775" name="Freeform 17774">
                <a:extLst>
                  <a:ext uri="{FF2B5EF4-FFF2-40B4-BE49-F238E27FC236}">
                    <a16:creationId xmlns:a16="http://schemas.microsoft.com/office/drawing/2014/main" id="{FEDE2C1C-2776-6F5F-55AD-4C351FBE7E75}"/>
                  </a:ext>
                </a:extLst>
              </p:cNvPr>
              <p:cNvSpPr/>
              <p:nvPr/>
            </p:nvSpPr>
            <p:spPr>
              <a:xfrm>
                <a:off x="5659646" y="2409969"/>
                <a:ext cx="935358" cy="1123819"/>
              </a:xfrm>
              <a:custGeom>
                <a:avLst/>
                <a:gdLst>
                  <a:gd name="connsiteX0" fmla="*/ 0 w 232722"/>
                  <a:gd name="connsiteY0" fmla="*/ 0 h 279612"/>
                  <a:gd name="connsiteX1" fmla="*/ 232722 w 232722"/>
                  <a:gd name="connsiteY1" fmla="*/ 279613 h 279612"/>
                </a:gdLst>
                <a:ahLst/>
                <a:cxnLst>
                  <a:cxn ang="0">
                    <a:pos x="connsiteX0" y="connsiteY0"/>
                  </a:cxn>
                  <a:cxn ang="0">
                    <a:pos x="connsiteX1" y="connsiteY1"/>
                  </a:cxn>
                </a:cxnLst>
                <a:rect l="l" t="t" r="r" b="b"/>
                <a:pathLst>
                  <a:path w="232722" h="279612">
                    <a:moveTo>
                      <a:pt x="0" y="0"/>
                    </a:moveTo>
                    <a:lnTo>
                      <a:pt x="232722" y="279613"/>
                    </a:lnTo>
                  </a:path>
                </a:pathLst>
              </a:custGeom>
              <a:ln w="4498" cap="flat">
                <a:solidFill>
                  <a:srgbClr val="B3B3B3">
                    <a:alpha val="40000"/>
                  </a:srgbClr>
                </a:solidFill>
                <a:prstDash val="solid"/>
                <a:round/>
              </a:ln>
            </p:spPr>
            <p:txBody>
              <a:bodyPr rtlCol="0" anchor="ctr"/>
              <a:lstStyle/>
              <a:p>
                <a:endParaRPr lang="en-US"/>
              </a:p>
            </p:txBody>
          </p:sp>
          <p:sp>
            <p:nvSpPr>
              <p:cNvPr id="17777" name="Freeform 17776">
                <a:extLst>
                  <a:ext uri="{FF2B5EF4-FFF2-40B4-BE49-F238E27FC236}">
                    <a16:creationId xmlns:a16="http://schemas.microsoft.com/office/drawing/2014/main" id="{BCA72DBA-95DA-FB70-C3B5-506BC9D18482}"/>
                  </a:ext>
                </a:extLst>
              </p:cNvPr>
              <p:cNvSpPr/>
              <p:nvPr/>
            </p:nvSpPr>
            <p:spPr>
              <a:xfrm>
                <a:off x="5635511" y="2599157"/>
                <a:ext cx="899832" cy="358666"/>
              </a:xfrm>
              <a:custGeom>
                <a:avLst/>
                <a:gdLst>
                  <a:gd name="connsiteX0" fmla="*/ 0 w 223883"/>
                  <a:gd name="connsiteY0" fmla="*/ 0 h 89238"/>
                  <a:gd name="connsiteX1" fmla="*/ 223884 w 223883"/>
                  <a:gd name="connsiteY1" fmla="*/ 89239 h 89238"/>
                </a:gdLst>
                <a:ahLst/>
                <a:cxnLst>
                  <a:cxn ang="0">
                    <a:pos x="connsiteX0" y="connsiteY0"/>
                  </a:cxn>
                  <a:cxn ang="0">
                    <a:pos x="connsiteX1" y="connsiteY1"/>
                  </a:cxn>
                </a:cxnLst>
                <a:rect l="l" t="t" r="r" b="b"/>
                <a:pathLst>
                  <a:path w="223883" h="89238">
                    <a:moveTo>
                      <a:pt x="0" y="0"/>
                    </a:moveTo>
                    <a:lnTo>
                      <a:pt x="223884" y="89239"/>
                    </a:lnTo>
                  </a:path>
                </a:pathLst>
              </a:custGeom>
              <a:ln w="4498" cap="flat">
                <a:solidFill>
                  <a:srgbClr val="B3B3B3">
                    <a:alpha val="40000"/>
                  </a:srgbClr>
                </a:solidFill>
                <a:prstDash val="solid"/>
                <a:round/>
              </a:ln>
            </p:spPr>
            <p:txBody>
              <a:bodyPr rtlCol="0" anchor="ctr"/>
              <a:lstStyle/>
              <a:p>
                <a:endParaRPr lang="en-US"/>
              </a:p>
            </p:txBody>
          </p:sp>
          <p:sp>
            <p:nvSpPr>
              <p:cNvPr id="17779" name="Freeform 17778">
                <a:extLst>
                  <a:ext uri="{FF2B5EF4-FFF2-40B4-BE49-F238E27FC236}">
                    <a16:creationId xmlns:a16="http://schemas.microsoft.com/office/drawing/2014/main" id="{825C5449-75E9-8B26-2168-9040B05BEB51}"/>
                  </a:ext>
                </a:extLst>
              </p:cNvPr>
              <p:cNvSpPr/>
              <p:nvPr/>
            </p:nvSpPr>
            <p:spPr>
              <a:xfrm>
                <a:off x="5662540" y="2820342"/>
                <a:ext cx="838186" cy="874978"/>
              </a:xfrm>
              <a:custGeom>
                <a:avLst/>
                <a:gdLst>
                  <a:gd name="connsiteX0" fmla="*/ 0 w 208545"/>
                  <a:gd name="connsiteY0" fmla="*/ 0 h 217699"/>
                  <a:gd name="connsiteX1" fmla="*/ 208546 w 208545"/>
                  <a:gd name="connsiteY1" fmla="*/ 217699 h 217699"/>
                </a:gdLst>
                <a:ahLst/>
                <a:cxnLst>
                  <a:cxn ang="0">
                    <a:pos x="connsiteX0" y="connsiteY0"/>
                  </a:cxn>
                  <a:cxn ang="0">
                    <a:pos x="connsiteX1" y="connsiteY1"/>
                  </a:cxn>
                </a:cxnLst>
                <a:rect l="l" t="t" r="r" b="b"/>
                <a:pathLst>
                  <a:path w="208545" h="217699">
                    <a:moveTo>
                      <a:pt x="0" y="0"/>
                    </a:moveTo>
                    <a:lnTo>
                      <a:pt x="208546" y="217699"/>
                    </a:lnTo>
                  </a:path>
                </a:pathLst>
              </a:custGeom>
              <a:ln w="4498" cap="flat">
                <a:solidFill>
                  <a:srgbClr val="B3B3B3">
                    <a:alpha val="40000"/>
                  </a:srgbClr>
                </a:solidFill>
                <a:prstDash val="solid"/>
                <a:round/>
              </a:ln>
            </p:spPr>
            <p:txBody>
              <a:bodyPr rtlCol="0" anchor="ctr"/>
              <a:lstStyle/>
              <a:p>
                <a:endParaRPr lang="en-US"/>
              </a:p>
            </p:txBody>
          </p:sp>
          <p:sp>
            <p:nvSpPr>
              <p:cNvPr id="17781" name="Freeform 17780">
                <a:extLst>
                  <a:ext uri="{FF2B5EF4-FFF2-40B4-BE49-F238E27FC236}">
                    <a16:creationId xmlns:a16="http://schemas.microsoft.com/office/drawing/2014/main" id="{51C96DC2-534F-B3C8-36BE-3628402A6118}"/>
                  </a:ext>
                </a:extLst>
              </p:cNvPr>
              <p:cNvSpPr/>
              <p:nvPr/>
            </p:nvSpPr>
            <p:spPr>
              <a:xfrm>
                <a:off x="5707013" y="2532720"/>
                <a:ext cx="905347" cy="627487"/>
              </a:xfrm>
              <a:custGeom>
                <a:avLst/>
                <a:gdLst>
                  <a:gd name="connsiteX0" fmla="*/ 0 w 225255"/>
                  <a:gd name="connsiteY0" fmla="*/ 0 h 156122"/>
                  <a:gd name="connsiteX1" fmla="*/ 225256 w 225255"/>
                  <a:gd name="connsiteY1" fmla="*/ 156123 h 156122"/>
                </a:gdLst>
                <a:ahLst/>
                <a:cxnLst>
                  <a:cxn ang="0">
                    <a:pos x="connsiteX0" y="connsiteY0"/>
                  </a:cxn>
                  <a:cxn ang="0">
                    <a:pos x="connsiteX1" y="connsiteY1"/>
                  </a:cxn>
                </a:cxnLst>
                <a:rect l="l" t="t" r="r" b="b"/>
                <a:pathLst>
                  <a:path w="225255" h="156122">
                    <a:moveTo>
                      <a:pt x="0" y="0"/>
                    </a:moveTo>
                    <a:lnTo>
                      <a:pt x="225256" y="156123"/>
                    </a:lnTo>
                  </a:path>
                </a:pathLst>
              </a:custGeom>
              <a:ln w="4498" cap="flat">
                <a:solidFill>
                  <a:srgbClr val="B3B3B3">
                    <a:alpha val="40000"/>
                  </a:srgbClr>
                </a:solidFill>
                <a:prstDash val="solid"/>
                <a:round/>
              </a:ln>
            </p:spPr>
            <p:txBody>
              <a:bodyPr rtlCol="0" anchor="ctr"/>
              <a:lstStyle/>
              <a:p>
                <a:endParaRPr lang="en-US"/>
              </a:p>
            </p:txBody>
          </p:sp>
          <p:sp>
            <p:nvSpPr>
              <p:cNvPr id="17783" name="Freeform 17782">
                <a:extLst>
                  <a:ext uri="{FF2B5EF4-FFF2-40B4-BE49-F238E27FC236}">
                    <a16:creationId xmlns:a16="http://schemas.microsoft.com/office/drawing/2014/main" id="{AFB0F2A0-91AA-6C51-144D-3FF7211D0F15}"/>
                  </a:ext>
                </a:extLst>
              </p:cNvPr>
              <p:cNvSpPr/>
              <p:nvPr/>
            </p:nvSpPr>
            <p:spPr>
              <a:xfrm>
                <a:off x="5616166" y="3738438"/>
                <a:ext cx="984260" cy="126814"/>
              </a:xfrm>
              <a:custGeom>
                <a:avLst/>
                <a:gdLst>
                  <a:gd name="connsiteX0" fmla="*/ 0 w 244889"/>
                  <a:gd name="connsiteY0" fmla="*/ 31553 h 31552"/>
                  <a:gd name="connsiteX1" fmla="*/ 244889 w 244889"/>
                  <a:gd name="connsiteY1" fmla="*/ 0 h 31552"/>
                </a:gdLst>
                <a:ahLst/>
                <a:cxnLst>
                  <a:cxn ang="0">
                    <a:pos x="connsiteX0" y="connsiteY0"/>
                  </a:cxn>
                  <a:cxn ang="0">
                    <a:pos x="connsiteX1" y="connsiteY1"/>
                  </a:cxn>
                </a:cxnLst>
                <a:rect l="l" t="t" r="r" b="b"/>
                <a:pathLst>
                  <a:path w="244889" h="31552">
                    <a:moveTo>
                      <a:pt x="0" y="31553"/>
                    </a:moveTo>
                    <a:lnTo>
                      <a:pt x="244889" y="0"/>
                    </a:lnTo>
                  </a:path>
                </a:pathLst>
              </a:custGeom>
              <a:ln w="4498" cap="flat">
                <a:solidFill>
                  <a:srgbClr val="B3B3B3">
                    <a:alpha val="40000"/>
                  </a:srgbClr>
                </a:solidFill>
                <a:prstDash val="solid"/>
                <a:round/>
              </a:ln>
            </p:spPr>
            <p:txBody>
              <a:bodyPr rtlCol="0" anchor="ctr"/>
              <a:lstStyle/>
              <a:p>
                <a:endParaRPr lang="en-US"/>
              </a:p>
            </p:txBody>
          </p:sp>
          <p:sp>
            <p:nvSpPr>
              <p:cNvPr id="17785" name="Freeform 17784">
                <a:extLst>
                  <a:ext uri="{FF2B5EF4-FFF2-40B4-BE49-F238E27FC236}">
                    <a16:creationId xmlns:a16="http://schemas.microsoft.com/office/drawing/2014/main" id="{C12A1776-4625-49D3-EA94-64431CBBCDCD}"/>
                  </a:ext>
                </a:extLst>
              </p:cNvPr>
              <p:cNvSpPr/>
              <p:nvPr/>
            </p:nvSpPr>
            <p:spPr>
              <a:xfrm>
                <a:off x="5688661" y="2857311"/>
                <a:ext cx="807724" cy="279845"/>
              </a:xfrm>
              <a:custGeom>
                <a:avLst/>
                <a:gdLst>
                  <a:gd name="connsiteX0" fmla="*/ 0 w 200966"/>
                  <a:gd name="connsiteY0" fmla="*/ 0 h 69627"/>
                  <a:gd name="connsiteX1" fmla="*/ 200967 w 200966"/>
                  <a:gd name="connsiteY1" fmla="*/ 69628 h 69627"/>
                </a:gdLst>
                <a:ahLst/>
                <a:cxnLst>
                  <a:cxn ang="0">
                    <a:pos x="connsiteX0" y="connsiteY0"/>
                  </a:cxn>
                  <a:cxn ang="0">
                    <a:pos x="connsiteX1" y="connsiteY1"/>
                  </a:cxn>
                </a:cxnLst>
                <a:rect l="l" t="t" r="r" b="b"/>
                <a:pathLst>
                  <a:path w="200966" h="69627">
                    <a:moveTo>
                      <a:pt x="0" y="0"/>
                    </a:moveTo>
                    <a:lnTo>
                      <a:pt x="200967" y="69628"/>
                    </a:lnTo>
                  </a:path>
                </a:pathLst>
              </a:custGeom>
              <a:ln w="4498" cap="flat">
                <a:solidFill>
                  <a:srgbClr val="B3B3B3">
                    <a:alpha val="40000"/>
                  </a:srgbClr>
                </a:solidFill>
                <a:prstDash val="solid"/>
                <a:round/>
              </a:ln>
            </p:spPr>
            <p:txBody>
              <a:bodyPr rtlCol="0" anchor="ctr"/>
              <a:lstStyle/>
              <a:p>
                <a:endParaRPr lang="en-US"/>
              </a:p>
            </p:txBody>
          </p:sp>
          <p:sp>
            <p:nvSpPr>
              <p:cNvPr id="17787" name="Freeform 17786">
                <a:extLst>
                  <a:ext uri="{FF2B5EF4-FFF2-40B4-BE49-F238E27FC236}">
                    <a16:creationId xmlns:a16="http://schemas.microsoft.com/office/drawing/2014/main" id="{AE708C1E-EA08-137A-1EAD-E5E162CDBAE0}"/>
                  </a:ext>
                </a:extLst>
              </p:cNvPr>
              <p:cNvSpPr/>
              <p:nvPr/>
            </p:nvSpPr>
            <p:spPr>
              <a:xfrm>
                <a:off x="5705204" y="3065209"/>
                <a:ext cx="874523" cy="465509"/>
              </a:xfrm>
              <a:custGeom>
                <a:avLst/>
                <a:gdLst>
                  <a:gd name="connsiteX0" fmla="*/ 0 w 217586"/>
                  <a:gd name="connsiteY0" fmla="*/ 115821 h 115821"/>
                  <a:gd name="connsiteX1" fmla="*/ 217587 w 217586"/>
                  <a:gd name="connsiteY1" fmla="*/ 0 h 115821"/>
                </a:gdLst>
                <a:ahLst/>
                <a:cxnLst>
                  <a:cxn ang="0">
                    <a:pos x="connsiteX0" y="connsiteY0"/>
                  </a:cxn>
                  <a:cxn ang="0">
                    <a:pos x="connsiteX1" y="connsiteY1"/>
                  </a:cxn>
                </a:cxnLst>
                <a:rect l="l" t="t" r="r" b="b"/>
                <a:pathLst>
                  <a:path w="217586" h="115821">
                    <a:moveTo>
                      <a:pt x="0" y="115821"/>
                    </a:moveTo>
                    <a:lnTo>
                      <a:pt x="217587" y="0"/>
                    </a:lnTo>
                  </a:path>
                </a:pathLst>
              </a:custGeom>
              <a:ln w="4498" cap="flat">
                <a:solidFill>
                  <a:srgbClr val="B3B3B3">
                    <a:alpha val="40000"/>
                  </a:srgbClr>
                </a:solidFill>
                <a:prstDash val="solid"/>
                <a:round/>
              </a:ln>
            </p:spPr>
            <p:txBody>
              <a:bodyPr rtlCol="0" anchor="ctr"/>
              <a:lstStyle/>
              <a:p>
                <a:endParaRPr lang="en-US"/>
              </a:p>
            </p:txBody>
          </p:sp>
          <p:sp>
            <p:nvSpPr>
              <p:cNvPr id="17789" name="Freeform 17788">
                <a:extLst>
                  <a:ext uri="{FF2B5EF4-FFF2-40B4-BE49-F238E27FC236}">
                    <a16:creationId xmlns:a16="http://schemas.microsoft.com/office/drawing/2014/main" id="{BA9FE5BD-CC0F-FD20-0925-92906E3CA396}"/>
                  </a:ext>
                </a:extLst>
              </p:cNvPr>
              <p:cNvSpPr/>
              <p:nvPr/>
            </p:nvSpPr>
            <p:spPr>
              <a:xfrm>
                <a:off x="5684505" y="3565158"/>
                <a:ext cx="851835" cy="377376"/>
              </a:xfrm>
              <a:custGeom>
                <a:avLst/>
                <a:gdLst>
                  <a:gd name="connsiteX0" fmla="*/ 0 w 211941"/>
                  <a:gd name="connsiteY0" fmla="*/ 93894 h 93893"/>
                  <a:gd name="connsiteX1" fmla="*/ 211942 w 211941"/>
                  <a:gd name="connsiteY1" fmla="*/ 0 h 93893"/>
                </a:gdLst>
                <a:ahLst/>
                <a:cxnLst>
                  <a:cxn ang="0">
                    <a:pos x="connsiteX0" y="connsiteY0"/>
                  </a:cxn>
                  <a:cxn ang="0">
                    <a:pos x="connsiteX1" y="connsiteY1"/>
                  </a:cxn>
                </a:cxnLst>
                <a:rect l="l" t="t" r="r" b="b"/>
                <a:pathLst>
                  <a:path w="211941" h="93893">
                    <a:moveTo>
                      <a:pt x="0" y="93894"/>
                    </a:moveTo>
                    <a:lnTo>
                      <a:pt x="211942" y="0"/>
                    </a:lnTo>
                  </a:path>
                </a:pathLst>
              </a:custGeom>
              <a:ln w="4498" cap="flat">
                <a:solidFill>
                  <a:srgbClr val="B3B3B3">
                    <a:alpha val="40000"/>
                  </a:srgbClr>
                </a:solidFill>
                <a:prstDash val="solid"/>
                <a:round/>
              </a:ln>
            </p:spPr>
            <p:txBody>
              <a:bodyPr rtlCol="0" anchor="ctr"/>
              <a:lstStyle/>
              <a:p>
                <a:endParaRPr lang="en-US"/>
              </a:p>
            </p:txBody>
          </p:sp>
          <p:sp>
            <p:nvSpPr>
              <p:cNvPr id="17791" name="Freeform 17790">
                <a:extLst>
                  <a:ext uri="{FF2B5EF4-FFF2-40B4-BE49-F238E27FC236}">
                    <a16:creationId xmlns:a16="http://schemas.microsoft.com/office/drawing/2014/main" id="{96171A65-8300-58FE-A07C-5EAEB20C2EA1}"/>
                  </a:ext>
                </a:extLst>
              </p:cNvPr>
              <p:cNvSpPr/>
              <p:nvPr/>
            </p:nvSpPr>
            <p:spPr>
              <a:xfrm>
                <a:off x="5723732" y="3037733"/>
                <a:ext cx="862052" cy="576600"/>
              </a:xfrm>
              <a:custGeom>
                <a:avLst/>
                <a:gdLst>
                  <a:gd name="connsiteX0" fmla="*/ 0 w 214483"/>
                  <a:gd name="connsiteY0" fmla="*/ 0 h 143461"/>
                  <a:gd name="connsiteX1" fmla="*/ 214483 w 214483"/>
                  <a:gd name="connsiteY1" fmla="*/ 143461 h 143461"/>
                </a:gdLst>
                <a:ahLst/>
                <a:cxnLst>
                  <a:cxn ang="0">
                    <a:pos x="connsiteX0" y="connsiteY0"/>
                  </a:cxn>
                  <a:cxn ang="0">
                    <a:pos x="connsiteX1" y="connsiteY1"/>
                  </a:cxn>
                </a:cxnLst>
                <a:rect l="l" t="t" r="r" b="b"/>
                <a:pathLst>
                  <a:path w="214483" h="143461">
                    <a:moveTo>
                      <a:pt x="0" y="0"/>
                    </a:moveTo>
                    <a:lnTo>
                      <a:pt x="214483" y="143461"/>
                    </a:lnTo>
                  </a:path>
                </a:pathLst>
              </a:custGeom>
              <a:ln w="4498" cap="flat">
                <a:solidFill>
                  <a:srgbClr val="B3B3B3">
                    <a:alpha val="40000"/>
                  </a:srgbClr>
                </a:solidFill>
                <a:prstDash val="solid"/>
                <a:round/>
              </a:ln>
            </p:spPr>
            <p:txBody>
              <a:bodyPr rtlCol="0" anchor="ctr"/>
              <a:lstStyle/>
              <a:p>
                <a:endParaRPr lang="en-US"/>
              </a:p>
            </p:txBody>
          </p:sp>
          <p:sp>
            <p:nvSpPr>
              <p:cNvPr id="18296" name="Freeform 18295">
                <a:extLst>
                  <a:ext uri="{FF2B5EF4-FFF2-40B4-BE49-F238E27FC236}">
                    <a16:creationId xmlns:a16="http://schemas.microsoft.com/office/drawing/2014/main" id="{DAEE541E-154D-F0E8-8556-FB327B19887C}"/>
                  </a:ext>
                </a:extLst>
              </p:cNvPr>
              <p:cNvSpPr/>
              <p:nvPr/>
            </p:nvSpPr>
            <p:spPr>
              <a:xfrm>
                <a:off x="5600801" y="2901422"/>
                <a:ext cx="1028097" cy="494704"/>
              </a:xfrm>
              <a:custGeom>
                <a:avLst/>
                <a:gdLst>
                  <a:gd name="connsiteX0" fmla="*/ 0 w 255796"/>
                  <a:gd name="connsiteY0" fmla="*/ 0 h 123085"/>
                  <a:gd name="connsiteX1" fmla="*/ 255796 w 255796"/>
                  <a:gd name="connsiteY1" fmla="*/ 123085 h 123085"/>
                </a:gdLst>
                <a:ahLst/>
                <a:cxnLst>
                  <a:cxn ang="0">
                    <a:pos x="connsiteX0" y="connsiteY0"/>
                  </a:cxn>
                  <a:cxn ang="0">
                    <a:pos x="connsiteX1" y="connsiteY1"/>
                  </a:cxn>
                </a:cxnLst>
                <a:rect l="l" t="t" r="r" b="b"/>
                <a:pathLst>
                  <a:path w="255796" h="123085">
                    <a:moveTo>
                      <a:pt x="0" y="0"/>
                    </a:moveTo>
                    <a:lnTo>
                      <a:pt x="255796" y="123085"/>
                    </a:lnTo>
                  </a:path>
                </a:pathLst>
              </a:custGeom>
              <a:ln w="4498" cap="flat">
                <a:solidFill>
                  <a:srgbClr val="B3B3B3">
                    <a:alpha val="40000"/>
                  </a:srgbClr>
                </a:solidFill>
                <a:prstDash val="solid"/>
                <a:round/>
              </a:ln>
            </p:spPr>
            <p:txBody>
              <a:bodyPr rtlCol="0" anchor="ctr"/>
              <a:lstStyle/>
              <a:p>
                <a:endParaRPr lang="en-US"/>
              </a:p>
            </p:txBody>
          </p:sp>
          <p:sp>
            <p:nvSpPr>
              <p:cNvPr id="18298" name="Freeform 18297">
                <a:extLst>
                  <a:ext uri="{FF2B5EF4-FFF2-40B4-BE49-F238E27FC236}">
                    <a16:creationId xmlns:a16="http://schemas.microsoft.com/office/drawing/2014/main" id="{868E06B5-1B7E-2F82-7378-921AFF57C0AC}"/>
                  </a:ext>
                </a:extLst>
              </p:cNvPr>
              <p:cNvSpPr/>
              <p:nvPr/>
            </p:nvSpPr>
            <p:spPr>
              <a:xfrm>
                <a:off x="5659915" y="3183080"/>
                <a:ext cx="819026" cy="127268"/>
              </a:xfrm>
              <a:custGeom>
                <a:avLst/>
                <a:gdLst>
                  <a:gd name="connsiteX0" fmla="*/ 0 w 203778"/>
                  <a:gd name="connsiteY0" fmla="*/ 0 h 31665"/>
                  <a:gd name="connsiteX1" fmla="*/ 203778 w 203778"/>
                  <a:gd name="connsiteY1" fmla="*/ 31665 h 31665"/>
                </a:gdLst>
                <a:ahLst/>
                <a:cxnLst>
                  <a:cxn ang="0">
                    <a:pos x="connsiteX0" y="connsiteY0"/>
                  </a:cxn>
                  <a:cxn ang="0">
                    <a:pos x="connsiteX1" y="connsiteY1"/>
                  </a:cxn>
                </a:cxnLst>
                <a:rect l="l" t="t" r="r" b="b"/>
                <a:pathLst>
                  <a:path w="203778" h="31665">
                    <a:moveTo>
                      <a:pt x="0" y="0"/>
                    </a:moveTo>
                    <a:lnTo>
                      <a:pt x="203778" y="31665"/>
                    </a:lnTo>
                  </a:path>
                </a:pathLst>
              </a:custGeom>
              <a:ln w="4498" cap="flat">
                <a:solidFill>
                  <a:srgbClr val="B3B3B3">
                    <a:alpha val="40000"/>
                  </a:srgbClr>
                </a:solidFill>
                <a:prstDash val="solid"/>
                <a:round/>
              </a:ln>
            </p:spPr>
            <p:txBody>
              <a:bodyPr rtlCol="0" anchor="ctr"/>
              <a:lstStyle/>
              <a:p>
                <a:endParaRPr lang="en-US"/>
              </a:p>
            </p:txBody>
          </p:sp>
          <p:sp>
            <p:nvSpPr>
              <p:cNvPr id="18300" name="Freeform 18299">
                <a:extLst>
                  <a:ext uri="{FF2B5EF4-FFF2-40B4-BE49-F238E27FC236}">
                    <a16:creationId xmlns:a16="http://schemas.microsoft.com/office/drawing/2014/main" id="{78D6F90F-6CDF-C23E-4252-3782005769D2}"/>
                  </a:ext>
                </a:extLst>
              </p:cNvPr>
              <p:cNvSpPr/>
              <p:nvPr/>
            </p:nvSpPr>
            <p:spPr>
              <a:xfrm>
                <a:off x="5724006" y="3040716"/>
                <a:ext cx="867835" cy="269633"/>
              </a:xfrm>
              <a:custGeom>
                <a:avLst/>
                <a:gdLst>
                  <a:gd name="connsiteX0" fmla="*/ 0 w 215922"/>
                  <a:gd name="connsiteY0" fmla="*/ 0 h 67086"/>
                  <a:gd name="connsiteX1" fmla="*/ 215923 w 215922"/>
                  <a:gd name="connsiteY1" fmla="*/ 67086 h 67086"/>
                </a:gdLst>
                <a:ahLst/>
                <a:cxnLst>
                  <a:cxn ang="0">
                    <a:pos x="connsiteX0" y="connsiteY0"/>
                  </a:cxn>
                  <a:cxn ang="0">
                    <a:pos x="connsiteX1" y="connsiteY1"/>
                  </a:cxn>
                </a:cxnLst>
                <a:rect l="l" t="t" r="r" b="b"/>
                <a:pathLst>
                  <a:path w="215922" h="67086">
                    <a:moveTo>
                      <a:pt x="0" y="0"/>
                    </a:moveTo>
                    <a:lnTo>
                      <a:pt x="215923" y="67086"/>
                    </a:lnTo>
                  </a:path>
                </a:pathLst>
              </a:custGeom>
              <a:ln w="4498" cap="flat">
                <a:solidFill>
                  <a:srgbClr val="B3B3B3">
                    <a:alpha val="40000"/>
                  </a:srgbClr>
                </a:solidFill>
                <a:prstDash val="solid"/>
                <a:round/>
              </a:ln>
            </p:spPr>
            <p:txBody>
              <a:bodyPr rtlCol="0" anchor="ctr"/>
              <a:lstStyle/>
              <a:p>
                <a:endParaRPr lang="en-US"/>
              </a:p>
            </p:txBody>
          </p:sp>
          <p:sp>
            <p:nvSpPr>
              <p:cNvPr id="18302" name="Freeform 18301">
                <a:extLst>
                  <a:ext uri="{FF2B5EF4-FFF2-40B4-BE49-F238E27FC236}">
                    <a16:creationId xmlns:a16="http://schemas.microsoft.com/office/drawing/2014/main" id="{4D0CCB2B-17FC-4ADC-88E0-A8EED369821F}"/>
                  </a:ext>
                </a:extLst>
              </p:cNvPr>
              <p:cNvSpPr/>
              <p:nvPr/>
            </p:nvSpPr>
            <p:spPr>
              <a:xfrm>
                <a:off x="5709814" y="3268046"/>
                <a:ext cx="842072" cy="387138"/>
              </a:xfrm>
              <a:custGeom>
                <a:avLst/>
                <a:gdLst>
                  <a:gd name="connsiteX0" fmla="*/ 0 w 209512"/>
                  <a:gd name="connsiteY0" fmla="*/ 0 h 96322"/>
                  <a:gd name="connsiteX1" fmla="*/ 209513 w 209512"/>
                  <a:gd name="connsiteY1" fmla="*/ 96323 h 96322"/>
                </a:gdLst>
                <a:ahLst/>
                <a:cxnLst>
                  <a:cxn ang="0">
                    <a:pos x="connsiteX0" y="connsiteY0"/>
                  </a:cxn>
                  <a:cxn ang="0">
                    <a:pos x="connsiteX1" y="connsiteY1"/>
                  </a:cxn>
                </a:cxnLst>
                <a:rect l="l" t="t" r="r" b="b"/>
                <a:pathLst>
                  <a:path w="209512" h="96322">
                    <a:moveTo>
                      <a:pt x="0" y="0"/>
                    </a:moveTo>
                    <a:lnTo>
                      <a:pt x="209513" y="96323"/>
                    </a:lnTo>
                  </a:path>
                </a:pathLst>
              </a:custGeom>
              <a:ln w="4498" cap="flat">
                <a:solidFill>
                  <a:srgbClr val="B3B3B3">
                    <a:alpha val="40000"/>
                  </a:srgbClr>
                </a:solidFill>
                <a:prstDash val="solid"/>
                <a:round/>
              </a:ln>
            </p:spPr>
            <p:txBody>
              <a:bodyPr rtlCol="0" anchor="ctr"/>
              <a:lstStyle/>
              <a:p>
                <a:endParaRPr lang="en-US"/>
              </a:p>
            </p:txBody>
          </p:sp>
          <p:sp>
            <p:nvSpPr>
              <p:cNvPr id="18304" name="Freeform 18303">
                <a:extLst>
                  <a:ext uri="{FF2B5EF4-FFF2-40B4-BE49-F238E27FC236}">
                    <a16:creationId xmlns:a16="http://schemas.microsoft.com/office/drawing/2014/main" id="{098F65C0-6E4E-8FD2-4E73-C9ACF9FF6E3B}"/>
                  </a:ext>
                </a:extLst>
              </p:cNvPr>
              <p:cNvSpPr/>
              <p:nvPr/>
            </p:nvSpPr>
            <p:spPr>
              <a:xfrm>
                <a:off x="5747414" y="2998413"/>
                <a:ext cx="741471" cy="554092"/>
              </a:xfrm>
              <a:custGeom>
                <a:avLst/>
                <a:gdLst>
                  <a:gd name="connsiteX0" fmla="*/ 0 w 184482"/>
                  <a:gd name="connsiteY0" fmla="*/ 0 h 137861"/>
                  <a:gd name="connsiteX1" fmla="*/ 184482 w 184482"/>
                  <a:gd name="connsiteY1" fmla="*/ 137861 h 137861"/>
                </a:gdLst>
                <a:ahLst/>
                <a:cxnLst>
                  <a:cxn ang="0">
                    <a:pos x="connsiteX0" y="connsiteY0"/>
                  </a:cxn>
                  <a:cxn ang="0">
                    <a:pos x="connsiteX1" y="connsiteY1"/>
                  </a:cxn>
                </a:cxnLst>
                <a:rect l="l" t="t" r="r" b="b"/>
                <a:pathLst>
                  <a:path w="184482" h="137861">
                    <a:moveTo>
                      <a:pt x="0" y="0"/>
                    </a:moveTo>
                    <a:lnTo>
                      <a:pt x="184482" y="137861"/>
                    </a:lnTo>
                  </a:path>
                </a:pathLst>
              </a:custGeom>
              <a:ln w="4498" cap="flat">
                <a:solidFill>
                  <a:srgbClr val="B3B3B3">
                    <a:alpha val="40000"/>
                  </a:srgbClr>
                </a:solidFill>
                <a:prstDash val="solid"/>
                <a:round/>
              </a:ln>
            </p:spPr>
            <p:txBody>
              <a:bodyPr rtlCol="0" anchor="ctr"/>
              <a:lstStyle/>
              <a:p>
                <a:endParaRPr lang="en-US"/>
              </a:p>
            </p:txBody>
          </p:sp>
          <p:sp>
            <p:nvSpPr>
              <p:cNvPr id="18306" name="Freeform 18305">
                <a:extLst>
                  <a:ext uri="{FF2B5EF4-FFF2-40B4-BE49-F238E27FC236}">
                    <a16:creationId xmlns:a16="http://schemas.microsoft.com/office/drawing/2014/main" id="{7B9265A1-1849-E95F-E1F3-578B1FCAD4BE}"/>
                  </a:ext>
                </a:extLst>
              </p:cNvPr>
              <p:cNvSpPr/>
              <p:nvPr/>
            </p:nvSpPr>
            <p:spPr>
              <a:xfrm>
                <a:off x="5610202" y="3304291"/>
                <a:ext cx="1013905" cy="256888"/>
              </a:xfrm>
              <a:custGeom>
                <a:avLst/>
                <a:gdLst>
                  <a:gd name="connsiteX0" fmla="*/ 0 w 252265"/>
                  <a:gd name="connsiteY0" fmla="*/ 0 h 63915"/>
                  <a:gd name="connsiteX1" fmla="*/ 252265 w 252265"/>
                  <a:gd name="connsiteY1" fmla="*/ 63915 h 63915"/>
                </a:gdLst>
                <a:ahLst/>
                <a:cxnLst>
                  <a:cxn ang="0">
                    <a:pos x="connsiteX0" y="connsiteY0"/>
                  </a:cxn>
                  <a:cxn ang="0">
                    <a:pos x="connsiteX1" y="connsiteY1"/>
                  </a:cxn>
                </a:cxnLst>
                <a:rect l="l" t="t" r="r" b="b"/>
                <a:pathLst>
                  <a:path w="252265" h="63915">
                    <a:moveTo>
                      <a:pt x="0" y="0"/>
                    </a:moveTo>
                    <a:lnTo>
                      <a:pt x="252265" y="63915"/>
                    </a:lnTo>
                  </a:path>
                </a:pathLst>
              </a:custGeom>
              <a:ln w="4498" cap="flat">
                <a:solidFill>
                  <a:srgbClr val="B3B3B3">
                    <a:alpha val="40000"/>
                  </a:srgbClr>
                </a:solidFill>
                <a:prstDash val="solid"/>
                <a:round/>
              </a:ln>
            </p:spPr>
            <p:txBody>
              <a:bodyPr rtlCol="0" anchor="ctr"/>
              <a:lstStyle/>
              <a:p>
                <a:endParaRPr lang="en-US"/>
              </a:p>
            </p:txBody>
          </p:sp>
          <p:sp>
            <p:nvSpPr>
              <p:cNvPr id="18308" name="Freeform 18307">
                <a:extLst>
                  <a:ext uri="{FF2B5EF4-FFF2-40B4-BE49-F238E27FC236}">
                    <a16:creationId xmlns:a16="http://schemas.microsoft.com/office/drawing/2014/main" id="{B40A1A68-7EBA-6AE6-98A0-5BAD9E71B7F3}"/>
                  </a:ext>
                </a:extLst>
              </p:cNvPr>
              <p:cNvSpPr/>
              <p:nvPr/>
            </p:nvSpPr>
            <p:spPr>
              <a:xfrm>
                <a:off x="5633614" y="2745770"/>
                <a:ext cx="976394" cy="428359"/>
              </a:xfrm>
              <a:custGeom>
                <a:avLst/>
                <a:gdLst>
                  <a:gd name="connsiteX0" fmla="*/ 0 w 242932"/>
                  <a:gd name="connsiteY0" fmla="*/ 0 h 106578"/>
                  <a:gd name="connsiteX1" fmla="*/ 242933 w 242932"/>
                  <a:gd name="connsiteY1" fmla="*/ 106578 h 106578"/>
                </a:gdLst>
                <a:ahLst/>
                <a:cxnLst>
                  <a:cxn ang="0">
                    <a:pos x="connsiteX0" y="connsiteY0"/>
                  </a:cxn>
                  <a:cxn ang="0">
                    <a:pos x="connsiteX1" y="connsiteY1"/>
                  </a:cxn>
                </a:cxnLst>
                <a:rect l="l" t="t" r="r" b="b"/>
                <a:pathLst>
                  <a:path w="242932" h="106578">
                    <a:moveTo>
                      <a:pt x="0" y="0"/>
                    </a:moveTo>
                    <a:lnTo>
                      <a:pt x="242933" y="106578"/>
                    </a:lnTo>
                  </a:path>
                </a:pathLst>
              </a:custGeom>
              <a:ln w="4498" cap="flat">
                <a:solidFill>
                  <a:srgbClr val="B3B3B3">
                    <a:alpha val="40000"/>
                  </a:srgbClr>
                </a:solidFill>
                <a:prstDash val="solid"/>
                <a:round/>
              </a:ln>
            </p:spPr>
            <p:txBody>
              <a:bodyPr rtlCol="0" anchor="ctr"/>
              <a:lstStyle/>
              <a:p>
                <a:endParaRPr lang="en-US"/>
              </a:p>
            </p:txBody>
          </p:sp>
          <p:sp>
            <p:nvSpPr>
              <p:cNvPr id="18310" name="Freeform 18309">
                <a:extLst>
                  <a:ext uri="{FF2B5EF4-FFF2-40B4-BE49-F238E27FC236}">
                    <a16:creationId xmlns:a16="http://schemas.microsoft.com/office/drawing/2014/main" id="{5DFA8638-6086-DC1F-9960-CB7F1CC33E0C}"/>
                  </a:ext>
                </a:extLst>
              </p:cNvPr>
              <p:cNvSpPr/>
              <p:nvPr/>
            </p:nvSpPr>
            <p:spPr>
              <a:xfrm>
                <a:off x="5654855" y="2900879"/>
                <a:ext cx="953979" cy="347187"/>
              </a:xfrm>
              <a:custGeom>
                <a:avLst/>
                <a:gdLst>
                  <a:gd name="connsiteX0" fmla="*/ 0 w 237355"/>
                  <a:gd name="connsiteY0" fmla="*/ 86382 h 86382"/>
                  <a:gd name="connsiteX1" fmla="*/ 237355 w 237355"/>
                  <a:gd name="connsiteY1" fmla="*/ 0 h 86382"/>
                </a:gdLst>
                <a:ahLst/>
                <a:cxnLst>
                  <a:cxn ang="0">
                    <a:pos x="connsiteX0" y="connsiteY0"/>
                  </a:cxn>
                  <a:cxn ang="0">
                    <a:pos x="connsiteX1" y="connsiteY1"/>
                  </a:cxn>
                </a:cxnLst>
                <a:rect l="l" t="t" r="r" b="b"/>
                <a:pathLst>
                  <a:path w="237355" h="86382">
                    <a:moveTo>
                      <a:pt x="0" y="86382"/>
                    </a:moveTo>
                    <a:lnTo>
                      <a:pt x="237355" y="0"/>
                    </a:lnTo>
                  </a:path>
                </a:pathLst>
              </a:custGeom>
              <a:ln w="4498" cap="flat">
                <a:solidFill>
                  <a:srgbClr val="B3B3B3">
                    <a:alpha val="40000"/>
                  </a:srgbClr>
                </a:solidFill>
                <a:prstDash val="solid"/>
                <a:round/>
              </a:ln>
            </p:spPr>
            <p:txBody>
              <a:bodyPr rtlCol="0" anchor="ctr"/>
              <a:lstStyle/>
              <a:p>
                <a:endParaRPr lang="en-US"/>
              </a:p>
            </p:txBody>
          </p:sp>
          <p:sp>
            <p:nvSpPr>
              <p:cNvPr id="18312" name="Freeform 18311">
                <a:extLst>
                  <a:ext uri="{FF2B5EF4-FFF2-40B4-BE49-F238E27FC236}">
                    <a16:creationId xmlns:a16="http://schemas.microsoft.com/office/drawing/2014/main" id="{73EE3BDB-EB2F-6F64-BDE1-A9ED18DA108A}"/>
                  </a:ext>
                </a:extLst>
              </p:cNvPr>
              <p:cNvSpPr/>
              <p:nvPr/>
            </p:nvSpPr>
            <p:spPr>
              <a:xfrm>
                <a:off x="5643376" y="2785906"/>
                <a:ext cx="979469" cy="168759"/>
              </a:xfrm>
              <a:custGeom>
                <a:avLst/>
                <a:gdLst>
                  <a:gd name="connsiteX0" fmla="*/ 0 w 243697"/>
                  <a:gd name="connsiteY0" fmla="*/ 0 h 41988"/>
                  <a:gd name="connsiteX1" fmla="*/ 243697 w 243697"/>
                  <a:gd name="connsiteY1" fmla="*/ 41988 h 41988"/>
                </a:gdLst>
                <a:ahLst/>
                <a:cxnLst>
                  <a:cxn ang="0">
                    <a:pos x="connsiteX0" y="connsiteY0"/>
                  </a:cxn>
                  <a:cxn ang="0">
                    <a:pos x="connsiteX1" y="connsiteY1"/>
                  </a:cxn>
                </a:cxnLst>
                <a:rect l="l" t="t" r="r" b="b"/>
                <a:pathLst>
                  <a:path w="243697" h="41988">
                    <a:moveTo>
                      <a:pt x="0" y="0"/>
                    </a:moveTo>
                    <a:lnTo>
                      <a:pt x="243697" y="41988"/>
                    </a:lnTo>
                  </a:path>
                </a:pathLst>
              </a:custGeom>
              <a:ln w="4498" cap="flat">
                <a:solidFill>
                  <a:srgbClr val="B3B3B3">
                    <a:alpha val="40000"/>
                  </a:srgbClr>
                </a:solidFill>
                <a:prstDash val="solid"/>
                <a:round/>
              </a:ln>
            </p:spPr>
            <p:txBody>
              <a:bodyPr rtlCol="0" anchor="ctr"/>
              <a:lstStyle/>
              <a:p>
                <a:endParaRPr lang="en-US"/>
              </a:p>
            </p:txBody>
          </p:sp>
          <p:sp>
            <p:nvSpPr>
              <p:cNvPr id="18314" name="Freeform 18313">
                <a:extLst>
                  <a:ext uri="{FF2B5EF4-FFF2-40B4-BE49-F238E27FC236}">
                    <a16:creationId xmlns:a16="http://schemas.microsoft.com/office/drawing/2014/main" id="{6BF06B25-A6DC-E0E3-FB3C-C09192D06CBC}"/>
                  </a:ext>
                </a:extLst>
              </p:cNvPr>
              <p:cNvSpPr/>
              <p:nvPr/>
            </p:nvSpPr>
            <p:spPr>
              <a:xfrm>
                <a:off x="5699416" y="2919774"/>
                <a:ext cx="797604" cy="250650"/>
              </a:xfrm>
              <a:custGeom>
                <a:avLst/>
                <a:gdLst>
                  <a:gd name="connsiteX0" fmla="*/ 0 w 198448"/>
                  <a:gd name="connsiteY0" fmla="*/ 62364 h 62363"/>
                  <a:gd name="connsiteX1" fmla="*/ 198448 w 198448"/>
                  <a:gd name="connsiteY1" fmla="*/ 0 h 62363"/>
                </a:gdLst>
                <a:ahLst/>
                <a:cxnLst>
                  <a:cxn ang="0">
                    <a:pos x="connsiteX0" y="connsiteY0"/>
                  </a:cxn>
                  <a:cxn ang="0">
                    <a:pos x="connsiteX1" y="connsiteY1"/>
                  </a:cxn>
                </a:cxnLst>
                <a:rect l="l" t="t" r="r" b="b"/>
                <a:pathLst>
                  <a:path w="198448" h="62363">
                    <a:moveTo>
                      <a:pt x="0" y="62364"/>
                    </a:moveTo>
                    <a:lnTo>
                      <a:pt x="198448" y="0"/>
                    </a:lnTo>
                  </a:path>
                </a:pathLst>
              </a:custGeom>
              <a:ln w="4498" cap="flat">
                <a:solidFill>
                  <a:srgbClr val="B3B3B3">
                    <a:alpha val="40000"/>
                  </a:srgbClr>
                </a:solidFill>
                <a:prstDash val="solid"/>
                <a:round/>
              </a:ln>
            </p:spPr>
            <p:txBody>
              <a:bodyPr rtlCol="0" anchor="ctr"/>
              <a:lstStyle/>
              <a:p>
                <a:endParaRPr lang="en-US"/>
              </a:p>
            </p:txBody>
          </p:sp>
          <p:sp>
            <p:nvSpPr>
              <p:cNvPr id="18317" name="Freeform 18316">
                <a:extLst>
                  <a:ext uri="{FF2B5EF4-FFF2-40B4-BE49-F238E27FC236}">
                    <a16:creationId xmlns:a16="http://schemas.microsoft.com/office/drawing/2014/main" id="{01ABD2A5-3720-53B5-789D-73B010120743}"/>
                  </a:ext>
                </a:extLst>
              </p:cNvPr>
              <p:cNvSpPr/>
              <p:nvPr/>
            </p:nvSpPr>
            <p:spPr>
              <a:xfrm rot="19696800">
                <a:off x="5614354" y="2739404"/>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6" y="16552"/>
                      <a:pt x="0" y="12847"/>
                      <a:pt x="0" y="8276"/>
                    </a:cubicBezTo>
                    <a:cubicBezTo>
                      <a:pt x="0" y="3705"/>
                      <a:pt x="3706"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8318" name="Freeform 18317">
                <a:extLst>
                  <a:ext uri="{FF2B5EF4-FFF2-40B4-BE49-F238E27FC236}">
                    <a16:creationId xmlns:a16="http://schemas.microsoft.com/office/drawing/2014/main" id="{B8FC0F29-A003-C81A-68DD-A8F537A353A8}"/>
                  </a:ext>
                </a:extLst>
              </p:cNvPr>
              <p:cNvSpPr/>
              <p:nvPr/>
            </p:nvSpPr>
            <p:spPr>
              <a:xfrm rot="19696800">
                <a:off x="5569455" y="2174853"/>
                <a:ext cx="66526" cy="66526"/>
              </a:xfrm>
              <a:custGeom>
                <a:avLst/>
                <a:gdLst>
                  <a:gd name="connsiteX0" fmla="*/ 16553 w 16552"/>
                  <a:gd name="connsiteY0" fmla="*/ 8276 h 16552"/>
                  <a:gd name="connsiteX1" fmla="*/ 8277 w 16552"/>
                  <a:gd name="connsiteY1" fmla="*/ 16552 h 16552"/>
                  <a:gd name="connsiteX2" fmla="*/ 1 w 16552"/>
                  <a:gd name="connsiteY2" fmla="*/ 8276 h 16552"/>
                  <a:gd name="connsiteX3" fmla="*/ 8277 w 16552"/>
                  <a:gd name="connsiteY3" fmla="*/ 0 h 16552"/>
                  <a:gd name="connsiteX4" fmla="*/ 16553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3" y="8276"/>
                    </a:moveTo>
                    <a:cubicBezTo>
                      <a:pt x="16553" y="12847"/>
                      <a:pt x="12847" y="16552"/>
                      <a:pt x="8277" y="16552"/>
                    </a:cubicBezTo>
                    <a:cubicBezTo>
                      <a:pt x="3706" y="16552"/>
                      <a:pt x="1" y="12847"/>
                      <a:pt x="1" y="8276"/>
                    </a:cubicBezTo>
                    <a:cubicBezTo>
                      <a:pt x="1" y="3705"/>
                      <a:pt x="3706" y="0"/>
                      <a:pt x="8277" y="0"/>
                    </a:cubicBezTo>
                    <a:cubicBezTo>
                      <a:pt x="12847" y="0"/>
                      <a:pt x="16553" y="3705"/>
                      <a:pt x="16553"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8319" name="Freeform 18318">
                <a:extLst>
                  <a:ext uri="{FF2B5EF4-FFF2-40B4-BE49-F238E27FC236}">
                    <a16:creationId xmlns:a16="http://schemas.microsoft.com/office/drawing/2014/main" id="{7200C824-13E3-5540-CA70-EF26947E3DE0}"/>
                  </a:ext>
                </a:extLst>
              </p:cNvPr>
              <p:cNvSpPr/>
              <p:nvPr/>
            </p:nvSpPr>
            <p:spPr>
              <a:xfrm rot="19696800">
                <a:off x="5665060" y="2466668"/>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8320" name="Freeform 18319">
                <a:extLst>
                  <a:ext uri="{FF2B5EF4-FFF2-40B4-BE49-F238E27FC236}">
                    <a16:creationId xmlns:a16="http://schemas.microsoft.com/office/drawing/2014/main" id="{FCF60F15-44BB-0D6B-E268-2CF4E420C6E3}"/>
                  </a:ext>
                </a:extLst>
              </p:cNvPr>
              <p:cNvSpPr/>
              <p:nvPr/>
            </p:nvSpPr>
            <p:spPr>
              <a:xfrm rot="19696800">
                <a:off x="5580512" y="2508130"/>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6" y="16552"/>
                      <a:pt x="0" y="12847"/>
                      <a:pt x="0" y="8276"/>
                    </a:cubicBezTo>
                    <a:cubicBezTo>
                      <a:pt x="0" y="3705"/>
                      <a:pt x="3706"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8321" name="Freeform 18320">
                <a:extLst>
                  <a:ext uri="{FF2B5EF4-FFF2-40B4-BE49-F238E27FC236}">
                    <a16:creationId xmlns:a16="http://schemas.microsoft.com/office/drawing/2014/main" id="{D7D241F2-C579-6420-BB29-F6DD14533AF0}"/>
                  </a:ext>
                </a:extLst>
              </p:cNvPr>
              <p:cNvSpPr/>
              <p:nvPr/>
            </p:nvSpPr>
            <p:spPr>
              <a:xfrm rot="19696800">
                <a:off x="5555850" y="3226724"/>
                <a:ext cx="66526" cy="66526"/>
              </a:xfrm>
              <a:custGeom>
                <a:avLst/>
                <a:gdLst>
                  <a:gd name="connsiteX0" fmla="*/ 16553 w 16552"/>
                  <a:gd name="connsiteY0" fmla="*/ 8276 h 16552"/>
                  <a:gd name="connsiteX1" fmla="*/ 8277 w 16552"/>
                  <a:gd name="connsiteY1" fmla="*/ 16552 h 16552"/>
                  <a:gd name="connsiteX2" fmla="*/ 1 w 16552"/>
                  <a:gd name="connsiteY2" fmla="*/ 8276 h 16552"/>
                  <a:gd name="connsiteX3" fmla="*/ 8277 w 16552"/>
                  <a:gd name="connsiteY3" fmla="*/ 0 h 16552"/>
                  <a:gd name="connsiteX4" fmla="*/ 16553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3" y="8276"/>
                    </a:moveTo>
                    <a:cubicBezTo>
                      <a:pt x="16553" y="12847"/>
                      <a:pt x="12847" y="16552"/>
                      <a:pt x="8277" y="16552"/>
                    </a:cubicBezTo>
                    <a:cubicBezTo>
                      <a:pt x="3706" y="16552"/>
                      <a:pt x="1" y="12847"/>
                      <a:pt x="1" y="8276"/>
                    </a:cubicBezTo>
                    <a:cubicBezTo>
                      <a:pt x="1" y="3705"/>
                      <a:pt x="3706" y="0"/>
                      <a:pt x="8277" y="0"/>
                    </a:cubicBezTo>
                    <a:cubicBezTo>
                      <a:pt x="12847" y="0"/>
                      <a:pt x="16553" y="3705"/>
                      <a:pt x="16553"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8322" name="Freeform 18321">
                <a:extLst>
                  <a:ext uri="{FF2B5EF4-FFF2-40B4-BE49-F238E27FC236}">
                    <a16:creationId xmlns:a16="http://schemas.microsoft.com/office/drawing/2014/main" id="{74D77FC3-F83E-E859-C3B5-1829B88AB7A0}"/>
                  </a:ext>
                </a:extLst>
              </p:cNvPr>
              <p:cNvSpPr/>
              <p:nvPr/>
            </p:nvSpPr>
            <p:spPr>
              <a:xfrm rot="19696800">
                <a:off x="5626415" y="2375685"/>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6"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8323" name="Freeform 18322">
                <a:extLst>
                  <a:ext uri="{FF2B5EF4-FFF2-40B4-BE49-F238E27FC236}">
                    <a16:creationId xmlns:a16="http://schemas.microsoft.com/office/drawing/2014/main" id="{E2F0339E-6EE8-A8E3-AE5E-0BA08D512F2B}"/>
                  </a:ext>
                </a:extLst>
              </p:cNvPr>
              <p:cNvSpPr/>
              <p:nvPr/>
            </p:nvSpPr>
            <p:spPr>
              <a:xfrm rot="19696800">
                <a:off x="5577807" y="2117499"/>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8324" name="Freeform 18323">
                <a:extLst>
                  <a:ext uri="{FF2B5EF4-FFF2-40B4-BE49-F238E27FC236}">
                    <a16:creationId xmlns:a16="http://schemas.microsoft.com/office/drawing/2014/main" id="{51281388-8E45-31CD-2213-1131DFC47563}"/>
                  </a:ext>
                </a:extLst>
              </p:cNvPr>
              <p:cNvSpPr/>
              <p:nvPr/>
            </p:nvSpPr>
            <p:spPr>
              <a:xfrm rot="19696800">
                <a:off x="5602220" y="2564849"/>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8325" name="Freeform 18324">
                <a:extLst>
                  <a:ext uri="{FF2B5EF4-FFF2-40B4-BE49-F238E27FC236}">
                    <a16:creationId xmlns:a16="http://schemas.microsoft.com/office/drawing/2014/main" id="{EE804FEC-527C-482C-63A2-A6195B0B99B1}"/>
                  </a:ext>
                </a:extLst>
              </p:cNvPr>
              <p:cNvSpPr/>
              <p:nvPr/>
            </p:nvSpPr>
            <p:spPr>
              <a:xfrm rot="19696800">
                <a:off x="5629329" y="2786063"/>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8326" name="Freeform 18325">
                <a:extLst>
                  <a:ext uri="{FF2B5EF4-FFF2-40B4-BE49-F238E27FC236}">
                    <a16:creationId xmlns:a16="http://schemas.microsoft.com/office/drawing/2014/main" id="{173D8DE4-47E3-B1CB-3219-3314C34BFAF3}"/>
                  </a:ext>
                </a:extLst>
              </p:cNvPr>
              <p:cNvSpPr/>
              <p:nvPr/>
            </p:nvSpPr>
            <p:spPr>
              <a:xfrm rot="19696800">
                <a:off x="5673758" y="2498404"/>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6"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8327" name="Freeform 18326">
                <a:extLst>
                  <a:ext uri="{FF2B5EF4-FFF2-40B4-BE49-F238E27FC236}">
                    <a16:creationId xmlns:a16="http://schemas.microsoft.com/office/drawing/2014/main" id="{08D1AE5D-3616-2655-D8C0-C3FB9239031B}"/>
                  </a:ext>
                </a:extLst>
              </p:cNvPr>
              <p:cNvSpPr/>
              <p:nvPr/>
            </p:nvSpPr>
            <p:spPr>
              <a:xfrm rot="19696800">
                <a:off x="5583004" y="3830972"/>
                <a:ext cx="66526" cy="66526"/>
              </a:xfrm>
              <a:custGeom>
                <a:avLst/>
                <a:gdLst>
                  <a:gd name="connsiteX0" fmla="*/ 16553 w 16552"/>
                  <a:gd name="connsiteY0" fmla="*/ 8276 h 16552"/>
                  <a:gd name="connsiteX1" fmla="*/ 8277 w 16552"/>
                  <a:gd name="connsiteY1" fmla="*/ 16552 h 16552"/>
                  <a:gd name="connsiteX2" fmla="*/ 1 w 16552"/>
                  <a:gd name="connsiteY2" fmla="*/ 8276 h 16552"/>
                  <a:gd name="connsiteX3" fmla="*/ 8277 w 16552"/>
                  <a:gd name="connsiteY3" fmla="*/ 0 h 16552"/>
                  <a:gd name="connsiteX4" fmla="*/ 16553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3" y="8276"/>
                    </a:moveTo>
                    <a:cubicBezTo>
                      <a:pt x="16553" y="12847"/>
                      <a:pt x="12847" y="16552"/>
                      <a:pt x="8277" y="16552"/>
                    </a:cubicBezTo>
                    <a:cubicBezTo>
                      <a:pt x="3706" y="16552"/>
                      <a:pt x="1" y="12847"/>
                      <a:pt x="1" y="8276"/>
                    </a:cubicBezTo>
                    <a:cubicBezTo>
                      <a:pt x="1" y="3705"/>
                      <a:pt x="3706" y="0"/>
                      <a:pt x="8277" y="0"/>
                    </a:cubicBezTo>
                    <a:cubicBezTo>
                      <a:pt x="12847" y="0"/>
                      <a:pt x="16553" y="3705"/>
                      <a:pt x="16553"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8328" name="Freeform 18327">
                <a:extLst>
                  <a:ext uri="{FF2B5EF4-FFF2-40B4-BE49-F238E27FC236}">
                    <a16:creationId xmlns:a16="http://schemas.microsoft.com/office/drawing/2014/main" id="{E898786A-EE90-B581-D368-0F7AA13A706E}"/>
                  </a:ext>
                </a:extLst>
              </p:cNvPr>
              <p:cNvSpPr/>
              <p:nvPr/>
            </p:nvSpPr>
            <p:spPr>
              <a:xfrm rot="19696800">
                <a:off x="5655438" y="2823027"/>
                <a:ext cx="66526" cy="66526"/>
              </a:xfrm>
              <a:custGeom>
                <a:avLst/>
                <a:gdLst>
                  <a:gd name="connsiteX0" fmla="*/ 16553 w 16552"/>
                  <a:gd name="connsiteY0" fmla="*/ 8276 h 16552"/>
                  <a:gd name="connsiteX1" fmla="*/ 8277 w 16552"/>
                  <a:gd name="connsiteY1" fmla="*/ 16552 h 16552"/>
                  <a:gd name="connsiteX2" fmla="*/ 1 w 16552"/>
                  <a:gd name="connsiteY2" fmla="*/ 8276 h 16552"/>
                  <a:gd name="connsiteX3" fmla="*/ 8277 w 16552"/>
                  <a:gd name="connsiteY3" fmla="*/ 0 h 16552"/>
                  <a:gd name="connsiteX4" fmla="*/ 16553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3" y="8276"/>
                    </a:moveTo>
                    <a:cubicBezTo>
                      <a:pt x="16553" y="12847"/>
                      <a:pt x="12847" y="16552"/>
                      <a:pt x="8277" y="16552"/>
                    </a:cubicBezTo>
                    <a:cubicBezTo>
                      <a:pt x="3706" y="16552"/>
                      <a:pt x="1" y="12847"/>
                      <a:pt x="1" y="8276"/>
                    </a:cubicBezTo>
                    <a:cubicBezTo>
                      <a:pt x="1" y="3705"/>
                      <a:pt x="3706" y="0"/>
                      <a:pt x="8277" y="0"/>
                    </a:cubicBezTo>
                    <a:cubicBezTo>
                      <a:pt x="12848" y="0"/>
                      <a:pt x="16553" y="3705"/>
                      <a:pt x="16553"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8329" name="Freeform 18328">
                <a:extLst>
                  <a:ext uri="{FF2B5EF4-FFF2-40B4-BE49-F238E27FC236}">
                    <a16:creationId xmlns:a16="http://schemas.microsoft.com/office/drawing/2014/main" id="{C1E650F3-12E2-730C-D282-0AA5D7A032A9}"/>
                  </a:ext>
                </a:extLst>
              </p:cNvPr>
              <p:cNvSpPr/>
              <p:nvPr/>
            </p:nvSpPr>
            <p:spPr>
              <a:xfrm rot="19696800">
                <a:off x="5671949" y="3496341"/>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8330" name="Freeform 18329">
                <a:extLst>
                  <a:ext uri="{FF2B5EF4-FFF2-40B4-BE49-F238E27FC236}">
                    <a16:creationId xmlns:a16="http://schemas.microsoft.com/office/drawing/2014/main" id="{66CD538A-7225-9962-4375-01B3080F1495}"/>
                  </a:ext>
                </a:extLst>
              </p:cNvPr>
              <p:cNvSpPr/>
              <p:nvPr/>
            </p:nvSpPr>
            <p:spPr>
              <a:xfrm rot="19696800">
                <a:off x="5651302" y="3908237"/>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8331" name="Freeform 18330">
                <a:extLst>
                  <a:ext uri="{FF2B5EF4-FFF2-40B4-BE49-F238E27FC236}">
                    <a16:creationId xmlns:a16="http://schemas.microsoft.com/office/drawing/2014/main" id="{46C75F33-B9D0-9569-66D9-FA8A3C99C514}"/>
                  </a:ext>
                </a:extLst>
              </p:cNvPr>
              <p:cNvSpPr/>
              <p:nvPr/>
            </p:nvSpPr>
            <p:spPr>
              <a:xfrm rot="19696800">
                <a:off x="5690554" y="3003433"/>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8332" name="Freeform 18331">
                <a:extLst>
                  <a:ext uri="{FF2B5EF4-FFF2-40B4-BE49-F238E27FC236}">
                    <a16:creationId xmlns:a16="http://schemas.microsoft.com/office/drawing/2014/main" id="{F78E965E-35C2-18A2-96D3-F9D97556FA14}"/>
                  </a:ext>
                </a:extLst>
              </p:cNvPr>
              <p:cNvSpPr/>
              <p:nvPr/>
            </p:nvSpPr>
            <p:spPr>
              <a:xfrm rot="19696800">
                <a:off x="5567558" y="2867062"/>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6"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8333" name="Freeform 18332">
                <a:extLst>
                  <a:ext uri="{FF2B5EF4-FFF2-40B4-BE49-F238E27FC236}">
                    <a16:creationId xmlns:a16="http://schemas.microsoft.com/office/drawing/2014/main" id="{9CEAB349-07EC-2BE6-A983-9ED024D5F72D}"/>
                  </a:ext>
                </a:extLst>
              </p:cNvPr>
              <p:cNvSpPr/>
              <p:nvPr/>
            </p:nvSpPr>
            <p:spPr>
              <a:xfrm rot="19696800">
                <a:off x="5626729" y="3148780"/>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8334" name="Freeform 18333">
                <a:extLst>
                  <a:ext uri="{FF2B5EF4-FFF2-40B4-BE49-F238E27FC236}">
                    <a16:creationId xmlns:a16="http://schemas.microsoft.com/office/drawing/2014/main" id="{D82DFBF1-D70E-0268-F2E7-FF0A38B0A5E1}"/>
                  </a:ext>
                </a:extLst>
              </p:cNvPr>
              <p:cNvSpPr/>
              <p:nvPr/>
            </p:nvSpPr>
            <p:spPr>
              <a:xfrm rot="19696800">
                <a:off x="5690815" y="3006371"/>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8335" name="Freeform 18334">
                <a:extLst>
                  <a:ext uri="{FF2B5EF4-FFF2-40B4-BE49-F238E27FC236}">
                    <a16:creationId xmlns:a16="http://schemas.microsoft.com/office/drawing/2014/main" id="{7F69F432-2E84-ED2A-C892-3D4B257CA888}"/>
                  </a:ext>
                </a:extLst>
              </p:cNvPr>
              <p:cNvSpPr/>
              <p:nvPr/>
            </p:nvSpPr>
            <p:spPr>
              <a:xfrm rot="19696800">
                <a:off x="5676603" y="3233690"/>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8336" name="Freeform 18335">
                <a:extLst>
                  <a:ext uri="{FF2B5EF4-FFF2-40B4-BE49-F238E27FC236}">
                    <a16:creationId xmlns:a16="http://schemas.microsoft.com/office/drawing/2014/main" id="{3FDEA7BB-DBD1-FF9F-7262-513007B83782}"/>
                  </a:ext>
                </a:extLst>
              </p:cNvPr>
              <p:cNvSpPr/>
              <p:nvPr/>
            </p:nvSpPr>
            <p:spPr>
              <a:xfrm rot="19696800">
                <a:off x="5714159" y="2964134"/>
                <a:ext cx="66526" cy="66526"/>
              </a:xfrm>
              <a:custGeom>
                <a:avLst/>
                <a:gdLst>
                  <a:gd name="connsiteX0" fmla="*/ 16553 w 16552"/>
                  <a:gd name="connsiteY0" fmla="*/ 8276 h 16552"/>
                  <a:gd name="connsiteX1" fmla="*/ 8277 w 16552"/>
                  <a:gd name="connsiteY1" fmla="*/ 16552 h 16552"/>
                  <a:gd name="connsiteX2" fmla="*/ 1 w 16552"/>
                  <a:gd name="connsiteY2" fmla="*/ 8276 h 16552"/>
                  <a:gd name="connsiteX3" fmla="*/ 8277 w 16552"/>
                  <a:gd name="connsiteY3" fmla="*/ 0 h 16552"/>
                  <a:gd name="connsiteX4" fmla="*/ 16553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3" y="8276"/>
                    </a:moveTo>
                    <a:cubicBezTo>
                      <a:pt x="16553" y="12847"/>
                      <a:pt x="12847" y="16552"/>
                      <a:pt x="8277" y="16552"/>
                    </a:cubicBezTo>
                    <a:cubicBezTo>
                      <a:pt x="3706" y="16552"/>
                      <a:pt x="1" y="12847"/>
                      <a:pt x="1" y="8276"/>
                    </a:cubicBezTo>
                    <a:cubicBezTo>
                      <a:pt x="1" y="3705"/>
                      <a:pt x="3706" y="0"/>
                      <a:pt x="8277" y="0"/>
                    </a:cubicBezTo>
                    <a:cubicBezTo>
                      <a:pt x="12848" y="0"/>
                      <a:pt x="16553" y="3705"/>
                      <a:pt x="16553"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8337" name="Freeform 18336">
                <a:extLst>
                  <a:ext uri="{FF2B5EF4-FFF2-40B4-BE49-F238E27FC236}">
                    <a16:creationId xmlns:a16="http://schemas.microsoft.com/office/drawing/2014/main" id="{F443C4AB-DA67-8CAB-8370-1970D004ACA3}"/>
                  </a:ext>
                </a:extLst>
              </p:cNvPr>
              <p:cNvSpPr/>
              <p:nvPr/>
            </p:nvSpPr>
            <p:spPr>
              <a:xfrm rot="19696800">
                <a:off x="5576943" y="3269983"/>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8338" name="Freeform 18337">
                <a:extLst>
                  <a:ext uri="{FF2B5EF4-FFF2-40B4-BE49-F238E27FC236}">
                    <a16:creationId xmlns:a16="http://schemas.microsoft.com/office/drawing/2014/main" id="{92CDED5E-B26C-7F56-40A3-14F5AF0057AC}"/>
                  </a:ext>
                </a:extLst>
              </p:cNvPr>
              <p:cNvSpPr/>
              <p:nvPr/>
            </p:nvSpPr>
            <p:spPr>
              <a:xfrm rot="19696800">
                <a:off x="5600407" y="2711442"/>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8339" name="Freeform 18338">
                <a:extLst>
                  <a:ext uri="{FF2B5EF4-FFF2-40B4-BE49-F238E27FC236}">
                    <a16:creationId xmlns:a16="http://schemas.microsoft.com/office/drawing/2014/main" id="{82A24B3F-38F5-41C5-C20D-74E1FA2A0030}"/>
                  </a:ext>
                </a:extLst>
              </p:cNvPr>
              <p:cNvSpPr/>
              <p:nvPr/>
            </p:nvSpPr>
            <p:spPr>
              <a:xfrm rot="19696800">
                <a:off x="5621612" y="3213775"/>
                <a:ext cx="66526" cy="66526"/>
              </a:xfrm>
              <a:custGeom>
                <a:avLst/>
                <a:gdLst>
                  <a:gd name="connsiteX0" fmla="*/ 16553 w 16552"/>
                  <a:gd name="connsiteY0" fmla="*/ 8276 h 16552"/>
                  <a:gd name="connsiteX1" fmla="*/ 8277 w 16552"/>
                  <a:gd name="connsiteY1" fmla="*/ 16552 h 16552"/>
                  <a:gd name="connsiteX2" fmla="*/ 1 w 16552"/>
                  <a:gd name="connsiteY2" fmla="*/ 8276 h 16552"/>
                  <a:gd name="connsiteX3" fmla="*/ 8277 w 16552"/>
                  <a:gd name="connsiteY3" fmla="*/ 0 h 16552"/>
                  <a:gd name="connsiteX4" fmla="*/ 16553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3" y="8276"/>
                    </a:moveTo>
                    <a:cubicBezTo>
                      <a:pt x="16553" y="12847"/>
                      <a:pt x="12847" y="16552"/>
                      <a:pt x="8277" y="16552"/>
                    </a:cubicBezTo>
                    <a:cubicBezTo>
                      <a:pt x="3706" y="16552"/>
                      <a:pt x="1" y="12847"/>
                      <a:pt x="1" y="8276"/>
                    </a:cubicBezTo>
                    <a:cubicBezTo>
                      <a:pt x="1" y="3705"/>
                      <a:pt x="3706" y="0"/>
                      <a:pt x="8277" y="0"/>
                    </a:cubicBezTo>
                    <a:cubicBezTo>
                      <a:pt x="12848" y="0"/>
                      <a:pt x="16553" y="3705"/>
                      <a:pt x="16553"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8340" name="Freeform 18339">
                <a:extLst>
                  <a:ext uri="{FF2B5EF4-FFF2-40B4-BE49-F238E27FC236}">
                    <a16:creationId xmlns:a16="http://schemas.microsoft.com/office/drawing/2014/main" id="{D10E884C-2CC7-E481-FCC5-7FC9D1674F05}"/>
                  </a:ext>
                </a:extLst>
              </p:cNvPr>
              <p:cNvSpPr/>
              <p:nvPr/>
            </p:nvSpPr>
            <p:spPr>
              <a:xfrm rot="19696800">
                <a:off x="5610198" y="2751566"/>
                <a:ext cx="66526" cy="66526"/>
              </a:xfrm>
              <a:custGeom>
                <a:avLst/>
                <a:gdLst>
                  <a:gd name="connsiteX0" fmla="*/ 16553 w 16552"/>
                  <a:gd name="connsiteY0" fmla="*/ 8276 h 16552"/>
                  <a:gd name="connsiteX1" fmla="*/ 8277 w 16552"/>
                  <a:gd name="connsiteY1" fmla="*/ 16552 h 16552"/>
                  <a:gd name="connsiteX2" fmla="*/ 1 w 16552"/>
                  <a:gd name="connsiteY2" fmla="*/ 8276 h 16552"/>
                  <a:gd name="connsiteX3" fmla="*/ 8277 w 16552"/>
                  <a:gd name="connsiteY3" fmla="*/ 0 h 16552"/>
                  <a:gd name="connsiteX4" fmla="*/ 16553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3" y="8276"/>
                    </a:moveTo>
                    <a:cubicBezTo>
                      <a:pt x="16553" y="12847"/>
                      <a:pt x="12847" y="16552"/>
                      <a:pt x="8277" y="16552"/>
                    </a:cubicBezTo>
                    <a:cubicBezTo>
                      <a:pt x="3706" y="16552"/>
                      <a:pt x="1" y="12847"/>
                      <a:pt x="1" y="8276"/>
                    </a:cubicBezTo>
                    <a:cubicBezTo>
                      <a:pt x="1" y="3706"/>
                      <a:pt x="3706" y="0"/>
                      <a:pt x="8277" y="0"/>
                    </a:cubicBezTo>
                    <a:cubicBezTo>
                      <a:pt x="12847" y="0"/>
                      <a:pt x="16553" y="3705"/>
                      <a:pt x="16553"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8341" name="Freeform 18340">
                <a:extLst>
                  <a:ext uri="{FF2B5EF4-FFF2-40B4-BE49-F238E27FC236}">
                    <a16:creationId xmlns:a16="http://schemas.microsoft.com/office/drawing/2014/main" id="{0903911B-83DC-24A9-72A5-0F17FA65C7C3}"/>
                  </a:ext>
                </a:extLst>
              </p:cNvPr>
              <p:cNvSpPr/>
              <p:nvPr/>
            </p:nvSpPr>
            <p:spPr>
              <a:xfrm rot="19696800">
                <a:off x="5666238" y="3136140"/>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8342" name="Freeform 18341">
                <a:extLst>
                  <a:ext uri="{FF2B5EF4-FFF2-40B4-BE49-F238E27FC236}">
                    <a16:creationId xmlns:a16="http://schemas.microsoft.com/office/drawing/2014/main" id="{EF119B28-2292-BDC6-288B-5E0CE5C53F94}"/>
                  </a:ext>
                </a:extLst>
              </p:cNvPr>
              <p:cNvSpPr/>
              <p:nvPr/>
            </p:nvSpPr>
            <p:spPr>
              <a:xfrm>
                <a:off x="5794688" y="2584965"/>
                <a:ext cx="175716" cy="666357"/>
              </a:xfrm>
              <a:custGeom>
                <a:avLst/>
                <a:gdLst>
                  <a:gd name="connsiteX0" fmla="*/ 0 w 43719"/>
                  <a:gd name="connsiteY0" fmla="*/ 0 h 165793"/>
                  <a:gd name="connsiteX1" fmla="*/ 43719 w 43719"/>
                  <a:gd name="connsiteY1" fmla="*/ 0 h 165793"/>
                  <a:gd name="connsiteX2" fmla="*/ 43719 w 43719"/>
                  <a:gd name="connsiteY2" fmla="*/ 165793 h 165793"/>
                  <a:gd name="connsiteX3" fmla="*/ 0 w 43719"/>
                  <a:gd name="connsiteY3" fmla="*/ 165793 h 165793"/>
                </a:gdLst>
                <a:ahLst/>
                <a:cxnLst>
                  <a:cxn ang="0">
                    <a:pos x="connsiteX0" y="connsiteY0"/>
                  </a:cxn>
                  <a:cxn ang="0">
                    <a:pos x="connsiteX1" y="connsiteY1"/>
                  </a:cxn>
                  <a:cxn ang="0">
                    <a:pos x="connsiteX2" y="connsiteY2"/>
                  </a:cxn>
                  <a:cxn ang="0">
                    <a:pos x="connsiteX3" y="connsiteY3"/>
                  </a:cxn>
                </a:cxnLst>
                <a:rect l="l" t="t" r="r" b="b"/>
                <a:pathLst>
                  <a:path w="43719" h="165793">
                    <a:moveTo>
                      <a:pt x="0" y="0"/>
                    </a:moveTo>
                    <a:lnTo>
                      <a:pt x="43719" y="0"/>
                    </a:lnTo>
                    <a:lnTo>
                      <a:pt x="43719" y="165793"/>
                    </a:lnTo>
                    <a:lnTo>
                      <a:pt x="0" y="165793"/>
                    </a:lnTo>
                    <a:close/>
                  </a:path>
                </a:pathLst>
              </a:custGeom>
              <a:solidFill>
                <a:srgbClr val="B4AED3"/>
              </a:solidFill>
              <a:ln w="2249" cap="flat">
                <a:noFill/>
                <a:prstDash val="solid"/>
                <a:miter/>
              </a:ln>
            </p:spPr>
            <p:txBody>
              <a:bodyPr rtlCol="0" anchor="ctr"/>
              <a:lstStyle/>
              <a:p>
                <a:endParaRPr lang="en-US"/>
              </a:p>
            </p:txBody>
          </p:sp>
          <p:sp>
            <p:nvSpPr>
              <p:cNvPr id="18343" name="Freeform 18342">
                <a:extLst>
                  <a:ext uri="{FF2B5EF4-FFF2-40B4-BE49-F238E27FC236}">
                    <a16:creationId xmlns:a16="http://schemas.microsoft.com/office/drawing/2014/main" id="{B8EA414B-7EEA-0C5C-291D-AD4EE84C5AB4}"/>
                  </a:ext>
                </a:extLst>
              </p:cNvPr>
              <p:cNvSpPr/>
              <p:nvPr/>
            </p:nvSpPr>
            <p:spPr>
              <a:xfrm>
                <a:off x="5794688" y="2584965"/>
                <a:ext cx="175716" cy="666357"/>
              </a:xfrm>
              <a:custGeom>
                <a:avLst/>
                <a:gdLst>
                  <a:gd name="connsiteX0" fmla="*/ 0 w 43719"/>
                  <a:gd name="connsiteY0" fmla="*/ 0 h 165793"/>
                  <a:gd name="connsiteX1" fmla="*/ 43719 w 43719"/>
                  <a:gd name="connsiteY1" fmla="*/ 0 h 165793"/>
                  <a:gd name="connsiteX2" fmla="*/ 43719 w 43719"/>
                  <a:gd name="connsiteY2" fmla="*/ 165793 h 165793"/>
                  <a:gd name="connsiteX3" fmla="*/ 0 w 43719"/>
                  <a:gd name="connsiteY3" fmla="*/ 165793 h 165793"/>
                </a:gdLst>
                <a:ahLst/>
                <a:cxnLst>
                  <a:cxn ang="0">
                    <a:pos x="connsiteX0" y="connsiteY0"/>
                  </a:cxn>
                  <a:cxn ang="0">
                    <a:pos x="connsiteX1" y="connsiteY1"/>
                  </a:cxn>
                  <a:cxn ang="0">
                    <a:pos x="connsiteX2" y="connsiteY2"/>
                  </a:cxn>
                  <a:cxn ang="0">
                    <a:pos x="connsiteX3" y="connsiteY3"/>
                  </a:cxn>
                </a:cxnLst>
                <a:rect l="l" t="t" r="r" b="b"/>
                <a:pathLst>
                  <a:path w="43719" h="165793">
                    <a:moveTo>
                      <a:pt x="0" y="0"/>
                    </a:moveTo>
                    <a:lnTo>
                      <a:pt x="43719" y="0"/>
                    </a:lnTo>
                    <a:lnTo>
                      <a:pt x="43719" y="165793"/>
                    </a:lnTo>
                    <a:lnTo>
                      <a:pt x="0" y="165793"/>
                    </a:lnTo>
                    <a:close/>
                  </a:path>
                </a:pathLst>
              </a:custGeom>
              <a:noFill/>
              <a:ln w="4498" cap="flat">
                <a:solidFill>
                  <a:srgbClr val="000000"/>
                </a:solidFill>
                <a:prstDash val="solid"/>
                <a:miter/>
              </a:ln>
            </p:spPr>
            <p:txBody>
              <a:bodyPr rtlCol="0" anchor="ctr"/>
              <a:lstStyle/>
              <a:p>
                <a:endParaRPr lang="en-US"/>
              </a:p>
            </p:txBody>
          </p:sp>
          <p:sp>
            <p:nvSpPr>
              <p:cNvPr id="18344" name="Freeform 18343">
                <a:extLst>
                  <a:ext uri="{FF2B5EF4-FFF2-40B4-BE49-F238E27FC236}">
                    <a16:creationId xmlns:a16="http://schemas.microsoft.com/office/drawing/2014/main" id="{0151ABF2-FA9F-3A14-D6B1-0AD67A9628BB}"/>
                  </a:ext>
                </a:extLst>
              </p:cNvPr>
              <p:cNvSpPr/>
              <p:nvPr/>
            </p:nvSpPr>
            <p:spPr>
              <a:xfrm>
                <a:off x="5794688" y="2901422"/>
                <a:ext cx="175716" cy="9035"/>
              </a:xfrm>
              <a:custGeom>
                <a:avLst/>
                <a:gdLst>
                  <a:gd name="connsiteX0" fmla="*/ 0 w 43719"/>
                  <a:gd name="connsiteY0" fmla="*/ 0 h 2248"/>
                  <a:gd name="connsiteX1" fmla="*/ 43720 w 43719"/>
                  <a:gd name="connsiteY1" fmla="*/ 0 h 2248"/>
                </a:gdLst>
                <a:ahLst/>
                <a:cxnLst>
                  <a:cxn ang="0">
                    <a:pos x="connsiteX0" y="connsiteY0"/>
                  </a:cxn>
                  <a:cxn ang="0">
                    <a:pos x="connsiteX1" y="connsiteY1"/>
                  </a:cxn>
                </a:cxnLst>
                <a:rect l="l" t="t" r="r" b="b"/>
                <a:pathLst>
                  <a:path w="43719" h="2248">
                    <a:moveTo>
                      <a:pt x="0" y="0"/>
                    </a:moveTo>
                    <a:lnTo>
                      <a:pt x="43720" y="0"/>
                    </a:lnTo>
                  </a:path>
                </a:pathLst>
              </a:custGeom>
              <a:ln w="4498" cap="flat">
                <a:solidFill>
                  <a:srgbClr val="000000"/>
                </a:solidFill>
                <a:prstDash val="solid"/>
                <a:round/>
              </a:ln>
            </p:spPr>
            <p:txBody>
              <a:bodyPr rtlCol="0" anchor="ctr"/>
              <a:lstStyle/>
              <a:p>
                <a:endParaRPr lang="en-US"/>
              </a:p>
            </p:txBody>
          </p:sp>
          <p:sp>
            <p:nvSpPr>
              <p:cNvPr id="18345" name="Freeform 18344">
                <a:extLst>
                  <a:ext uri="{FF2B5EF4-FFF2-40B4-BE49-F238E27FC236}">
                    <a16:creationId xmlns:a16="http://schemas.microsoft.com/office/drawing/2014/main" id="{B4EBEBED-F7A2-A137-F83B-9F3E48330636}"/>
                  </a:ext>
                </a:extLst>
              </p:cNvPr>
              <p:cNvSpPr/>
              <p:nvPr/>
            </p:nvSpPr>
            <p:spPr>
              <a:xfrm>
                <a:off x="6761054" y="2176039"/>
                <a:ext cx="483225" cy="2181027"/>
              </a:xfrm>
              <a:custGeom>
                <a:avLst/>
                <a:gdLst>
                  <a:gd name="connsiteX0" fmla="*/ 247 w 120229"/>
                  <a:gd name="connsiteY0" fmla="*/ 542651 h 542651"/>
                  <a:gd name="connsiteX1" fmla="*/ 337 w 120229"/>
                  <a:gd name="connsiteY1" fmla="*/ 537186 h 542651"/>
                  <a:gd name="connsiteX2" fmla="*/ 472 w 120229"/>
                  <a:gd name="connsiteY2" fmla="*/ 531699 h 542651"/>
                  <a:gd name="connsiteX3" fmla="*/ 652 w 120229"/>
                  <a:gd name="connsiteY3" fmla="*/ 526211 h 542651"/>
                  <a:gd name="connsiteX4" fmla="*/ 877 w 120229"/>
                  <a:gd name="connsiteY4" fmla="*/ 520746 h 542651"/>
                  <a:gd name="connsiteX5" fmla="*/ 1192 w 120229"/>
                  <a:gd name="connsiteY5" fmla="*/ 515259 h 542651"/>
                  <a:gd name="connsiteX6" fmla="*/ 1574 w 120229"/>
                  <a:gd name="connsiteY6" fmla="*/ 509771 h 542651"/>
                  <a:gd name="connsiteX7" fmla="*/ 2069 w 120229"/>
                  <a:gd name="connsiteY7" fmla="*/ 504284 h 542651"/>
                  <a:gd name="connsiteX8" fmla="*/ 2721 w 120229"/>
                  <a:gd name="connsiteY8" fmla="*/ 498819 h 542651"/>
                  <a:gd name="connsiteX9" fmla="*/ 3508 w 120229"/>
                  <a:gd name="connsiteY9" fmla="*/ 493331 h 542651"/>
                  <a:gd name="connsiteX10" fmla="*/ 4498 w 120229"/>
                  <a:gd name="connsiteY10" fmla="*/ 487844 h 542651"/>
                  <a:gd name="connsiteX11" fmla="*/ 5690 w 120229"/>
                  <a:gd name="connsiteY11" fmla="*/ 482356 h 542651"/>
                  <a:gd name="connsiteX12" fmla="*/ 7152 w 120229"/>
                  <a:gd name="connsiteY12" fmla="*/ 476892 h 542651"/>
                  <a:gd name="connsiteX13" fmla="*/ 8906 w 120229"/>
                  <a:gd name="connsiteY13" fmla="*/ 471404 h 542651"/>
                  <a:gd name="connsiteX14" fmla="*/ 10952 w 120229"/>
                  <a:gd name="connsiteY14" fmla="*/ 465917 h 542651"/>
                  <a:gd name="connsiteX15" fmla="*/ 13359 w 120229"/>
                  <a:gd name="connsiteY15" fmla="*/ 460429 h 542651"/>
                  <a:gd name="connsiteX16" fmla="*/ 16147 w 120229"/>
                  <a:gd name="connsiteY16" fmla="*/ 454964 h 542651"/>
                  <a:gd name="connsiteX17" fmla="*/ 19318 w 120229"/>
                  <a:gd name="connsiteY17" fmla="*/ 449477 h 542651"/>
                  <a:gd name="connsiteX18" fmla="*/ 22894 w 120229"/>
                  <a:gd name="connsiteY18" fmla="*/ 443989 h 542651"/>
                  <a:gd name="connsiteX19" fmla="*/ 26897 w 120229"/>
                  <a:gd name="connsiteY19" fmla="*/ 438524 h 542651"/>
                  <a:gd name="connsiteX20" fmla="*/ 31305 w 120229"/>
                  <a:gd name="connsiteY20" fmla="*/ 433037 h 542651"/>
                  <a:gd name="connsiteX21" fmla="*/ 36096 w 120229"/>
                  <a:gd name="connsiteY21" fmla="*/ 427549 h 542651"/>
                  <a:gd name="connsiteX22" fmla="*/ 41246 w 120229"/>
                  <a:gd name="connsiteY22" fmla="*/ 422062 h 542651"/>
                  <a:gd name="connsiteX23" fmla="*/ 46733 w 120229"/>
                  <a:gd name="connsiteY23" fmla="*/ 416597 h 542651"/>
                  <a:gd name="connsiteX24" fmla="*/ 52468 w 120229"/>
                  <a:gd name="connsiteY24" fmla="*/ 411110 h 542651"/>
                  <a:gd name="connsiteX25" fmla="*/ 58383 w 120229"/>
                  <a:gd name="connsiteY25" fmla="*/ 405622 h 542651"/>
                  <a:gd name="connsiteX26" fmla="*/ 64432 w 120229"/>
                  <a:gd name="connsiteY26" fmla="*/ 400135 h 542651"/>
                  <a:gd name="connsiteX27" fmla="*/ 70527 w 120229"/>
                  <a:gd name="connsiteY27" fmla="*/ 394670 h 542651"/>
                  <a:gd name="connsiteX28" fmla="*/ 76555 w 120229"/>
                  <a:gd name="connsiteY28" fmla="*/ 389182 h 542651"/>
                  <a:gd name="connsiteX29" fmla="*/ 82447 w 120229"/>
                  <a:gd name="connsiteY29" fmla="*/ 383695 h 542651"/>
                  <a:gd name="connsiteX30" fmla="*/ 88092 w 120229"/>
                  <a:gd name="connsiteY30" fmla="*/ 378207 h 542651"/>
                  <a:gd name="connsiteX31" fmla="*/ 93444 w 120229"/>
                  <a:gd name="connsiteY31" fmla="*/ 372742 h 542651"/>
                  <a:gd name="connsiteX32" fmla="*/ 98392 w 120229"/>
                  <a:gd name="connsiteY32" fmla="*/ 367255 h 542651"/>
                  <a:gd name="connsiteX33" fmla="*/ 102867 w 120229"/>
                  <a:gd name="connsiteY33" fmla="*/ 361767 h 542651"/>
                  <a:gd name="connsiteX34" fmla="*/ 106871 w 120229"/>
                  <a:gd name="connsiteY34" fmla="*/ 356280 h 542651"/>
                  <a:gd name="connsiteX35" fmla="*/ 110312 w 120229"/>
                  <a:gd name="connsiteY35" fmla="*/ 350815 h 542651"/>
                  <a:gd name="connsiteX36" fmla="*/ 113212 w 120229"/>
                  <a:gd name="connsiteY36" fmla="*/ 345328 h 542651"/>
                  <a:gd name="connsiteX37" fmla="*/ 115574 w 120229"/>
                  <a:gd name="connsiteY37" fmla="*/ 339840 h 542651"/>
                  <a:gd name="connsiteX38" fmla="*/ 117373 w 120229"/>
                  <a:gd name="connsiteY38" fmla="*/ 334375 h 542651"/>
                  <a:gd name="connsiteX39" fmla="*/ 118700 w 120229"/>
                  <a:gd name="connsiteY39" fmla="*/ 328888 h 542651"/>
                  <a:gd name="connsiteX40" fmla="*/ 119577 w 120229"/>
                  <a:gd name="connsiteY40" fmla="*/ 323400 h 542651"/>
                  <a:gd name="connsiteX41" fmla="*/ 120072 w 120229"/>
                  <a:gd name="connsiteY41" fmla="*/ 317913 h 542651"/>
                  <a:gd name="connsiteX42" fmla="*/ 120229 w 120229"/>
                  <a:gd name="connsiteY42" fmla="*/ 312448 h 542651"/>
                  <a:gd name="connsiteX43" fmla="*/ 120139 w 120229"/>
                  <a:gd name="connsiteY43" fmla="*/ 306960 h 542651"/>
                  <a:gd name="connsiteX44" fmla="*/ 119870 w 120229"/>
                  <a:gd name="connsiteY44" fmla="*/ 301473 h 542651"/>
                  <a:gd name="connsiteX45" fmla="*/ 119464 w 120229"/>
                  <a:gd name="connsiteY45" fmla="*/ 295985 h 542651"/>
                  <a:gd name="connsiteX46" fmla="*/ 118992 w 120229"/>
                  <a:gd name="connsiteY46" fmla="*/ 290521 h 542651"/>
                  <a:gd name="connsiteX47" fmla="*/ 118520 w 120229"/>
                  <a:gd name="connsiteY47" fmla="*/ 285033 h 542651"/>
                  <a:gd name="connsiteX48" fmla="*/ 118048 w 120229"/>
                  <a:gd name="connsiteY48" fmla="*/ 279546 h 542651"/>
                  <a:gd name="connsiteX49" fmla="*/ 117643 w 120229"/>
                  <a:gd name="connsiteY49" fmla="*/ 274058 h 542651"/>
                  <a:gd name="connsiteX50" fmla="*/ 117283 w 120229"/>
                  <a:gd name="connsiteY50" fmla="*/ 268593 h 542651"/>
                  <a:gd name="connsiteX51" fmla="*/ 116991 w 120229"/>
                  <a:gd name="connsiteY51" fmla="*/ 263106 h 542651"/>
                  <a:gd name="connsiteX52" fmla="*/ 116721 w 120229"/>
                  <a:gd name="connsiteY52" fmla="*/ 257618 h 542651"/>
                  <a:gd name="connsiteX53" fmla="*/ 116451 w 120229"/>
                  <a:gd name="connsiteY53" fmla="*/ 252131 h 542651"/>
                  <a:gd name="connsiteX54" fmla="*/ 116136 w 120229"/>
                  <a:gd name="connsiteY54" fmla="*/ 246666 h 542651"/>
                  <a:gd name="connsiteX55" fmla="*/ 115731 w 120229"/>
                  <a:gd name="connsiteY55" fmla="*/ 241178 h 542651"/>
                  <a:gd name="connsiteX56" fmla="*/ 115192 w 120229"/>
                  <a:gd name="connsiteY56" fmla="*/ 235691 h 542651"/>
                  <a:gd name="connsiteX57" fmla="*/ 114449 w 120229"/>
                  <a:gd name="connsiteY57" fmla="*/ 230226 h 542651"/>
                  <a:gd name="connsiteX58" fmla="*/ 113437 w 120229"/>
                  <a:gd name="connsiteY58" fmla="*/ 224738 h 542651"/>
                  <a:gd name="connsiteX59" fmla="*/ 112110 w 120229"/>
                  <a:gd name="connsiteY59" fmla="*/ 219251 h 542651"/>
                  <a:gd name="connsiteX60" fmla="*/ 110401 w 120229"/>
                  <a:gd name="connsiteY60" fmla="*/ 213764 h 542651"/>
                  <a:gd name="connsiteX61" fmla="*/ 108310 w 120229"/>
                  <a:gd name="connsiteY61" fmla="*/ 208298 h 542651"/>
                  <a:gd name="connsiteX62" fmla="*/ 105769 w 120229"/>
                  <a:gd name="connsiteY62" fmla="*/ 202811 h 542651"/>
                  <a:gd name="connsiteX63" fmla="*/ 102777 w 120229"/>
                  <a:gd name="connsiteY63" fmla="*/ 197324 h 542651"/>
                  <a:gd name="connsiteX64" fmla="*/ 99314 w 120229"/>
                  <a:gd name="connsiteY64" fmla="*/ 191836 h 542651"/>
                  <a:gd name="connsiteX65" fmla="*/ 95423 w 120229"/>
                  <a:gd name="connsiteY65" fmla="*/ 186371 h 542651"/>
                  <a:gd name="connsiteX66" fmla="*/ 91128 w 120229"/>
                  <a:gd name="connsiteY66" fmla="*/ 180884 h 542651"/>
                  <a:gd name="connsiteX67" fmla="*/ 86450 w 120229"/>
                  <a:gd name="connsiteY67" fmla="*/ 175396 h 542651"/>
                  <a:gd name="connsiteX68" fmla="*/ 81457 w 120229"/>
                  <a:gd name="connsiteY68" fmla="*/ 169909 h 542651"/>
                  <a:gd name="connsiteX69" fmla="*/ 76194 w 120229"/>
                  <a:gd name="connsiteY69" fmla="*/ 164444 h 542651"/>
                  <a:gd name="connsiteX70" fmla="*/ 70752 w 120229"/>
                  <a:gd name="connsiteY70" fmla="*/ 158956 h 542651"/>
                  <a:gd name="connsiteX71" fmla="*/ 65220 w 120229"/>
                  <a:gd name="connsiteY71" fmla="*/ 153469 h 542651"/>
                  <a:gd name="connsiteX72" fmla="*/ 59620 w 120229"/>
                  <a:gd name="connsiteY72" fmla="*/ 147982 h 542651"/>
                  <a:gd name="connsiteX73" fmla="*/ 54088 w 120229"/>
                  <a:gd name="connsiteY73" fmla="*/ 142516 h 542651"/>
                  <a:gd name="connsiteX74" fmla="*/ 48645 w 120229"/>
                  <a:gd name="connsiteY74" fmla="*/ 137029 h 542651"/>
                  <a:gd name="connsiteX75" fmla="*/ 43405 w 120229"/>
                  <a:gd name="connsiteY75" fmla="*/ 131542 h 542651"/>
                  <a:gd name="connsiteX76" fmla="*/ 38389 w 120229"/>
                  <a:gd name="connsiteY76" fmla="*/ 126077 h 542651"/>
                  <a:gd name="connsiteX77" fmla="*/ 33667 w 120229"/>
                  <a:gd name="connsiteY77" fmla="*/ 120589 h 542651"/>
                  <a:gd name="connsiteX78" fmla="*/ 29259 w 120229"/>
                  <a:gd name="connsiteY78" fmla="*/ 115102 h 542651"/>
                  <a:gd name="connsiteX79" fmla="*/ 25211 w 120229"/>
                  <a:gd name="connsiteY79" fmla="*/ 109614 h 542651"/>
                  <a:gd name="connsiteX80" fmla="*/ 21522 w 120229"/>
                  <a:gd name="connsiteY80" fmla="*/ 104149 h 542651"/>
                  <a:gd name="connsiteX81" fmla="*/ 18216 w 120229"/>
                  <a:gd name="connsiteY81" fmla="*/ 98662 h 542651"/>
                  <a:gd name="connsiteX82" fmla="*/ 15271 w 120229"/>
                  <a:gd name="connsiteY82" fmla="*/ 93174 h 542651"/>
                  <a:gd name="connsiteX83" fmla="*/ 12684 w 120229"/>
                  <a:gd name="connsiteY83" fmla="*/ 87687 h 542651"/>
                  <a:gd name="connsiteX84" fmla="*/ 10435 w 120229"/>
                  <a:gd name="connsiteY84" fmla="*/ 82222 h 542651"/>
                  <a:gd name="connsiteX85" fmla="*/ 8501 w 120229"/>
                  <a:gd name="connsiteY85" fmla="*/ 76734 h 542651"/>
                  <a:gd name="connsiteX86" fmla="*/ 6881 w 120229"/>
                  <a:gd name="connsiteY86" fmla="*/ 71247 h 542651"/>
                  <a:gd name="connsiteX87" fmla="*/ 5510 w 120229"/>
                  <a:gd name="connsiteY87" fmla="*/ 65760 h 542651"/>
                  <a:gd name="connsiteX88" fmla="*/ 4363 w 120229"/>
                  <a:gd name="connsiteY88" fmla="*/ 60295 h 542651"/>
                  <a:gd name="connsiteX89" fmla="*/ 3418 w 120229"/>
                  <a:gd name="connsiteY89" fmla="*/ 54807 h 542651"/>
                  <a:gd name="connsiteX90" fmla="*/ 2654 w 120229"/>
                  <a:gd name="connsiteY90" fmla="*/ 49320 h 542651"/>
                  <a:gd name="connsiteX91" fmla="*/ 2046 w 120229"/>
                  <a:gd name="connsiteY91" fmla="*/ 43855 h 542651"/>
                  <a:gd name="connsiteX92" fmla="*/ 1574 w 120229"/>
                  <a:gd name="connsiteY92" fmla="*/ 38367 h 542651"/>
                  <a:gd name="connsiteX93" fmla="*/ 1192 w 120229"/>
                  <a:gd name="connsiteY93" fmla="*/ 32880 h 542651"/>
                  <a:gd name="connsiteX94" fmla="*/ 877 w 120229"/>
                  <a:gd name="connsiteY94" fmla="*/ 27392 h 542651"/>
                  <a:gd name="connsiteX95" fmla="*/ 652 w 120229"/>
                  <a:gd name="connsiteY95" fmla="*/ 21927 h 542651"/>
                  <a:gd name="connsiteX96" fmla="*/ 495 w 120229"/>
                  <a:gd name="connsiteY96" fmla="*/ 16440 h 542651"/>
                  <a:gd name="connsiteX97" fmla="*/ 360 w 120229"/>
                  <a:gd name="connsiteY97" fmla="*/ 10952 h 542651"/>
                  <a:gd name="connsiteX98" fmla="*/ 247 w 120229"/>
                  <a:gd name="connsiteY98" fmla="*/ 5465 h 542651"/>
                  <a:gd name="connsiteX99" fmla="*/ 180 w 120229"/>
                  <a:gd name="connsiteY99" fmla="*/ 0 h 542651"/>
                  <a:gd name="connsiteX100" fmla="*/ 0 w 120229"/>
                  <a:gd name="connsiteY100" fmla="*/ 0 h 542651"/>
                  <a:gd name="connsiteX101" fmla="*/ 0 w 120229"/>
                  <a:gd name="connsiteY101" fmla="*/ 5465 h 542651"/>
                  <a:gd name="connsiteX102" fmla="*/ 0 w 120229"/>
                  <a:gd name="connsiteY102" fmla="*/ 10952 h 542651"/>
                  <a:gd name="connsiteX103" fmla="*/ 0 w 120229"/>
                  <a:gd name="connsiteY103" fmla="*/ 16440 h 542651"/>
                  <a:gd name="connsiteX104" fmla="*/ 0 w 120229"/>
                  <a:gd name="connsiteY104" fmla="*/ 21927 h 542651"/>
                  <a:gd name="connsiteX105" fmla="*/ 0 w 120229"/>
                  <a:gd name="connsiteY105" fmla="*/ 27392 h 542651"/>
                  <a:gd name="connsiteX106" fmla="*/ 0 w 120229"/>
                  <a:gd name="connsiteY106" fmla="*/ 32880 h 542651"/>
                  <a:gd name="connsiteX107" fmla="*/ 0 w 120229"/>
                  <a:gd name="connsiteY107" fmla="*/ 38367 h 542651"/>
                  <a:gd name="connsiteX108" fmla="*/ 0 w 120229"/>
                  <a:gd name="connsiteY108" fmla="*/ 43855 h 542651"/>
                  <a:gd name="connsiteX109" fmla="*/ 0 w 120229"/>
                  <a:gd name="connsiteY109" fmla="*/ 49320 h 542651"/>
                  <a:gd name="connsiteX110" fmla="*/ 0 w 120229"/>
                  <a:gd name="connsiteY110" fmla="*/ 54807 h 542651"/>
                  <a:gd name="connsiteX111" fmla="*/ 0 w 120229"/>
                  <a:gd name="connsiteY111" fmla="*/ 60295 h 542651"/>
                  <a:gd name="connsiteX112" fmla="*/ 0 w 120229"/>
                  <a:gd name="connsiteY112" fmla="*/ 65760 h 542651"/>
                  <a:gd name="connsiteX113" fmla="*/ 0 w 120229"/>
                  <a:gd name="connsiteY113" fmla="*/ 71247 h 542651"/>
                  <a:gd name="connsiteX114" fmla="*/ 0 w 120229"/>
                  <a:gd name="connsiteY114" fmla="*/ 76734 h 542651"/>
                  <a:gd name="connsiteX115" fmla="*/ 0 w 120229"/>
                  <a:gd name="connsiteY115" fmla="*/ 82222 h 542651"/>
                  <a:gd name="connsiteX116" fmla="*/ 0 w 120229"/>
                  <a:gd name="connsiteY116" fmla="*/ 87687 h 542651"/>
                  <a:gd name="connsiteX117" fmla="*/ 0 w 120229"/>
                  <a:gd name="connsiteY117" fmla="*/ 93174 h 542651"/>
                  <a:gd name="connsiteX118" fmla="*/ 0 w 120229"/>
                  <a:gd name="connsiteY118" fmla="*/ 98662 h 542651"/>
                  <a:gd name="connsiteX119" fmla="*/ 0 w 120229"/>
                  <a:gd name="connsiteY119" fmla="*/ 104149 h 542651"/>
                  <a:gd name="connsiteX120" fmla="*/ 0 w 120229"/>
                  <a:gd name="connsiteY120" fmla="*/ 109614 h 542651"/>
                  <a:gd name="connsiteX121" fmla="*/ 0 w 120229"/>
                  <a:gd name="connsiteY121" fmla="*/ 115102 h 542651"/>
                  <a:gd name="connsiteX122" fmla="*/ 0 w 120229"/>
                  <a:gd name="connsiteY122" fmla="*/ 120589 h 542651"/>
                  <a:gd name="connsiteX123" fmla="*/ 0 w 120229"/>
                  <a:gd name="connsiteY123" fmla="*/ 126077 h 542651"/>
                  <a:gd name="connsiteX124" fmla="*/ 0 w 120229"/>
                  <a:gd name="connsiteY124" fmla="*/ 131542 h 542651"/>
                  <a:gd name="connsiteX125" fmla="*/ 0 w 120229"/>
                  <a:gd name="connsiteY125" fmla="*/ 137029 h 542651"/>
                  <a:gd name="connsiteX126" fmla="*/ 0 w 120229"/>
                  <a:gd name="connsiteY126" fmla="*/ 142516 h 542651"/>
                  <a:gd name="connsiteX127" fmla="*/ 0 w 120229"/>
                  <a:gd name="connsiteY127" fmla="*/ 147982 h 542651"/>
                  <a:gd name="connsiteX128" fmla="*/ 0 w 120229"/>
                  <a:gd name="connsiteY128" fmla="*/ 153469 h 542651"/>
                  <a:gd name="connsiteX129" fmla="*/ 0 w 120229"/>
                  <a:gd name="connsiteY129" fmla="*/ 158956 h 542651"/>
                  <a:gd name="connsiteX130" fmla="*/ 0 w 120229"/>
                  <a:gd name="connsiteY130" fmla="*/ 164444 h 542651"/>
                  <a:gd name="connsiteX131" fmla="*/ 0 w 120229"/>
                  <a:gd name="connsiteY131" fmla="*/ 169909 h 542651"/>
                  <a:gd name="connsiteX132" fmla="*/ 0 w 120229"/>
                  <a:gd name="connsiteY132" fmla="*/ 175396 h 542651"/>
                  <a:gd name="connsiteX133" fmla="*/ 0 w 120229"/>
                  <a:gd name="connsiteY133" fmla="*/ 180884 h 542651"/>
                  <a:gd name="connsiteX134" fmla="*/ 0 w 120229"/>
                  <a:gd name="connsiteY134" fmla="*/ 186371 h 542651"/>
                  <a:gd name="connsiteX135" fmla="*/ 0 w 120229"/>
                  <a:gd name="connsiteY135" fmla="*/ 191836 h 542651"/>
                  <a:gd name="connsiteX136" fmla="*/ 0 w 120229"/>
                  <a:gd name="connsiteY136" fmla="*/ 197324 h 542651"/>
                  <a:gd name="connsiteX137" fmla="*/ 0 w 120229"/>
                  <a:gd name="connsiteY137" fmla="*/ 202811 h 542651"/>
                  <a:gd name="connsiteX138" fmla="*/ 0 w 120229"/>
                  <a:gd name="connsiteY138" fmla="*/ 208298 h 542651"/>
                  <a:gd name="connsiteX139" fmla="*/ 0 w 120229"/>
                  <a:gd name="connsiteY139" fmla="*/ 213764 h 542651"/>
                  <a:gd name="connsiteX140" fmla="*/ 0 w 120229"/>
                  <a:gd name="connsiteY140" fmla="*/ 219251 h 542651"/>
                  <a:gd name="connsiteX141" fmla="*/ 0 w 120229"/>
                  <a:gd name="connsiteY141" fmla="*/ 224738 h 542651"/>
                  <a:gd name="connsiteX142" fmla="*/ 0 w 120229"/>
                  <a:gd name="connsiteY142" fmla="*/ 230226 h 542651"/>
                  <a:gd name="connsiteX143" fmla="*/ 0 w 120229"/>
                  <a:gd name="connsiteY143" fmla="*/ 235691 h 542651"/>
                  <a:gd name="connsiteX144" fmla="*/ 0 w 120229"/>
                  <a:gd name="connsiteY144" fmla="*/ 241178 h 542651"/>
                  <a:gd name="connsiteX145" fmla="*/ 0 w 120229"/>
                  <a:gd name="connsiteY145" fmla="*/ 246666 h 542651"/>
                  <a:gd name="connsiteX146" fmla="*/ 0 w 120229"/>
                  <a:gd name="connsiteY146" fmla="*/ 252131 h 542651"/>
                  <a:gd name="connsiteX147" fmla="*/ 0 w 120229"/>
                  <a:gd name="connsiteY147" fmla="*/ 257618 h 542651"/>
                  <a:gd name="connsiteX148" fmla="*/ 0 w 120229"/>
                  <a:gd name="connsiteY148" fmla="*/ 263106 h 542651"/>
                  <a:gd name="connsiteX149" fmla="*/ 0 w 120229"/>
                  <a:gd name="connsiteY149" fmla="*/ 268593 h 542651"/>
                  <a:gd name="connsiteX150" fmla="*/ 0 w 120229"/>
                  <a:gd name="connsiteY150" fmla="*/ 274058 h 542651"/>
                  <a:gd name="connsiteX151" fmla="*/ 0 w 120229"/>
                  <a:gd name="connsiteY151" fmla="*/ 279546 h 542651"/>
                  <a:gd name="connsiteX152" fmla="*/ 0 w 120229"/>
                  <a:gd name="connsiteY152" fmla="*/ 285033 h 542651"/>
                  <a:gd name="connsiteX153" fmla="*/ 0 w 120229"/>
                  <a:gd name="connsiteY153" fmla="*/ 290521 h 542651"/>
                  <a:gd name="connsiteX154" fmla="*/ 0 w 120229"/>
                  <a:gd name="connsiteY154" fmla="*/ 295985 h 542651"/>
                  <a:gd name="connsiteX155" fmla="*/ 0 w 120229"/>
                  <a:gd name="connsiteY155" fmla="*/ 301473 h 542651"/>
                  <a:gd name="connsiteX156" fmla="*/ 0 w 120229"/>
                  <a:gd name="connsiteY156" fmla="*/ 306960 h 542651"/>
                  <a:gd name="connsiteX157" fmla="*/ 0 w 120229"/>
                  <a:gd name="connsiteY157" fmla="*/ 312448 h 542651"/>
                  <a:gd name="connsiteX158" fmla="*/ 0 w 120229"/>
                  <a:gd name="connsiteY158" fmla="*/ 317913 h 542651"/>
                  <a:gd name="connsiteX159" fmla="*/ 0 w 120229"/>
                  <a:gd name="connsiteY159" fmla="*/ 323400 h 542651"/>
                  <a:gd name="connsiteX160" fmla="*/ 0 w 120229"/>
                  <a:gd name="connsiteY160" fmla="*/ 328888 h 542651"/>
                  <a:gd name="connsiteX161" fmla="*/ 0 w 120229"/>
                  <a:gd name="connsiteY161" fmla="*/ 334375 h 542651"/>
                  <a:gd name="connsiteX162" fmla="*/ 0 w 120229"/>
                  <a:gd name="connsiteY162" fmla="*/ 339840 h 542651"/>
                  <a:gd name="connsiteX163" fmla="*/ 0 w 120229"/>
                  <a:gd name="connsiteY163" fmla="*/ 345328 h 542651"/>
                  <a:gd name="connsiteX164" fmla="*/ 0 w 120229"/>
                  <a:gd name="connsiteY164" fmla="*/ 350815 h 542651"/>
                  <a:gd name="connsiteX165" fmla="*/ 0 w 120229"/>
                  <a:gd name="connsiteY165" fmla="*/ 356280 h 542651"/>
                  <a:gd name="connsiteX166" fmla="*/ 0 w 120229"/>
                  <a:gd name="connsiteY166" fmla="*/ 361767 h 542651"/>
                  <a:gd name="connsiteX167" fmla="*/ 0 w 120229"/>
                  <a:gd name="connsiteY167" fmla="*/ 367255 h 542651"/>
                  <a:gd name="connsiteX168" fmla="*/ 0 w 120229"/>
                  <a:gd name="connsiteY168" fmla="*/ 372742 h 542651"/>
                  <a:gd name="connsiteX169" fmla="*/ 0 w 120229"/>
                  <a:gd name="connsiteY169" fmla="*/ 378207 h 542651"/>
                  <a:gd name="connsiteX170" fmla="*/ 0 w 120229"/>
                  <a:gd name="connsiteY170" fmla="*/ 383695 h 542651"/>
                  <a:gd name="connsiteX171" fmla="*/ 0 w 120229"/>
                  <a:gd name="connsiteY171" fmla="*/ 389182 h 542651"/>
                  <a:gd name="connsiteX172" fmla="*/ 0 w 120229"/>
                  <a:gd name="connsiteY172" fmla="*/ 394670 h 542651"/>
                  <a:gd name="connsiteX173" fmla="*/ 0 w 120229"/>
                  <a:gd name="connsiteY173" fmla="*/ 400135 h 542651"/>
                  <a:gd name="connsiteX174" fmla="*/ 0 w 120229"/>
                  <a:gd name="connsiteY174" fmla="*/ 405622 h 542651"/>
                  <a:gd name="connsiteX175" fmla="*/ 0 w 120229"/>
                  <a:gd name="connsiteY175" fmla="*/ 411110 h 542651"/>
                  <a:gd name="connsiteX176" fmla="*/ 0 w 120229"/>
                  <a:gd name="connsiteY176" fmla="*/ 416597 h 542651"/>
                  <a:gd name="connsiteX177" fmla="*/ 0 w 120229"/>
                  <a:gd name="connsiteY177" fmla="*/ 422062 h 542651"/>
                  <a:gd name="connsiteX178" fmla="*/ 0 w 120229"/>
                  <a:gd name="connsiteY178" fmla="*/ 427549 h 542651"/>
                  <a:gd name="connsiteX179" fmla="*/ 0 w 120229"/>
                  <a:gd name="connsiteY179" fmla="*/ 433037 h 542651"/>
                  <a:gd name="connsiteX180" fmla="*/ 0 w 120229"/>
                  <a:gd name="connsiteY180" fmla="*/ 438524 h 542651"/>
                  <a:gd name="connsiteX181" fmla="*/ 0 w 120229"/>
                  <a:gd name="connsiteY181" fmla="*/ 443989 h 542651"/>
                  <a:gd name="connsiteX182" fmla="*/ 0 w 120229"/>
                  <a:gd name="connsiteY182" fmla="*/ 449477 h 542651"/>
                  <a:gd name="connsiteX183" fmla="*/ 0 w 120229"/>
                  <a:gd name="connsiteY183" fmla="*/ 454964 h 542651"/>
                  <a:gd name="connsiteX184" fmla="*/ 0 w 120229"/>
                  <a:gd name="connsiteY184" fmla="*/ 460429 h 542651"/>
                  <a:gd name="connsiteX185" fmla="*/ 0 w 120229"/>
                  <a:gd name="connsiteY185" fmla="*/ 465917 h 542651"/>
                  <a:gd name="connsiteX186" fmla="*/ 0 w 120229"/>
                  <a:gd name="connsiteY186" fmla="*/ 471404 h 542651"/>
                  <a:gd name="connsiteX187" fmla="*/ 0 w 120229"/>
                  <a:gd name="connsiteY187" fmla="*/ 476892 h 542651"/>
                  <a:gd name="connsiteX188" fmla="*/ 0 w 120229"/>
                  <a:gd name="connsiteY188" fmla="*/ 482356 h 542651"/>
                  <a:gd name="connsiteX189" fmla="*/ 0 w 120229"/>
                  <a:gd name="connsiteY189" fmla="*/ 487844 h 542651"/>
                  <a:gd name="connsiteX190" fmla="*/ 0 w 120229"/>
                  <a:gd name="connsiteY190" fmla="*/ 493331 h 542651"/>
                  <a:gd name="connsiteX191" fmla="*/ 0 w 120229"/>
                  <a:gd name="connsiteY191" fmla="*/ 498819 h 542651"/>
                  <a:gd name="connsiteX192" fmla="*/ 0 w 120229"/>
                  <a:gd name="connsiteY192" fmla="*/ 504284 h 542651"/>
                  <a:gd name="connsiteX193" fmla="*/ 0 w 120229"/>
                  <a:gd name="connsiteY193" fmla="*/ 509771 h 542651"/>
                  <a:gd name="connsiteX194" fmla="*/ 0 w 120229"/>
                  <a:gd name="connsiteY194" fmla="*/ 515259 h 542651"/>
                  <a:gd name="connsiteX195" fmla="*/ 0 w 120229"/>
                  <a:gd name="connsiteY195" fmla="*/ 520746 h 542651"/>
                  <a:gd name="connsiteX196" fmla="*/ 0 w 120229"/>
                  <a:gd name="connsiteY196" fmla="*/ 526211 h 542651"/>
                  <a:gd name="connsiteX197" fmla="*/ 0 w 120229"/>
                  <a:gd name="connsiteY197" fmla="*/ 531699 h 542651"/>
                  <a:gd name="connsiteX198" fmla="*/ 0 w 120229"/>
                  <a:gd name="connsiteY198" fmla="*/ 537186 h 542651"/>
                  <a:gd name="connsiteX199" fmla="*/ 0 w 120229"/>
                  <a:gd name="connsiteY199" fmla="*/ 542651 h 542651"/>
                  <a:gd name="connsiteX200" fmla="*/ 247 w 120229"/>
                  <a:gd name="connsiteY200" fmla="*/ 542651 h 5426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120229" h="542651">
                    <a:moveTo>
                      <a:pt x="247" y="542651"/>
                    </a:moveTo>
                    <a:lnTo>
                      <a:pt x="337" y="537186"/>
                    </a:lnTo>
                    <a:lnTo>
                      <a:pt x="472" y="531699"/>
                    </a:lnTo>
                    <a:lnTo>
                      <a:pt x="652" y="526211"/>
                    </a:lnTo>
                    <a:lnTo>
                      <a:pt x="877" y="520746"/>
                    </a:lnTo>
                    <a:lnTo>
                      <a:pt x="1192" y="515259"/>
                    </a:lnTo>
                    <a:lnTo>
                      <a:pt x="1574" y="509771"/>
                    </a:lnTo>
                    <a:lnTo>
                      <a:pt x="2069" y="504284"/>
                    </a:lnTo>
                    <a:lnTo>
                      <a:pt x="2721" y="498819"/>
                    </a:lnTo>
                    <a:lnTo>
                      <a:pt x="3508" y="493331"/>
                    </a:lnTo>
                    <a:lnTo>
                      <a:pt x="4498" y="487844"/>
                    </a:lnTo>
                    <a:lnTo>
                      <a:pt x="5690" y="482356"/>
                    </a:lnTo>
                    <a:lnTo>
                      <a:pt x="7152" y="476892"/>
                    </a:lnTo>
                    <a:lnTo>
                      <a:pt x="8906" y="471404"/>
                    </a:lnTo>
                    <a:lnTo>
                      <a:pt x="10952" y="465917"/>
                    </a:lnTo>
                    <a:lnTo>
                      <a:pt x="13359" y="460429"/>
                    </a:lnTo>
                    <a:lnTo>
                      <a:pt x="16147" y="454964"/>
                    </a:lnTo>
                    <a:lnTo>
                      <a:pt x="19318" y="449477"/>
                    </a:lnTo>
                    <a:lnTo>
                      <a:pt x="22894" y="443989"/>
                    </a:lnTo>
                    <a:lnTo>
                      <a:pt x="26897" y="438524"/>
                    </a:lnTo>
                    <a:lnTo>
                      <a:pt x="31305" y="433037"/>
                    </a:lnTo>
                    <a:lnTo>
                      <a:pt x="36096" y="427549"/>
                    </a:lnTo>
                    <a:lnTo>
                      <a:pt x="41246" y="422062"/>
                    </a:lnTo>
                    <a:lnTo>
                      <a:pt x="46733" y="416597"/>
                    </a:lnTo>
                    <a:lnTo>
                      <a:pt x="52468" y="411110"/>
                    </a:lnTo>
                    <a:lnTo>
                      <a:pt x="58383" y="405622"/>
                    </a:lnTo>
                    <a:lnTo>
                      <a:pt x="64432" y="400135"/>
                    </a:lnTo>
                    <a:lnTo>
                      <a:pt x="70527" y="394670"/>
                    </a:lnTo>
                    <a:lnTo>
                      <a:pt x="76555" y="389182"/>
                    </a:lnTo>
                    <a:lnTo>
                      <a:pt x="82447" y="383695"/>
                    </a:lnTo>
                    <a:lnTo>
                      <a:pt x="88092" y="378207"/>
                    </a:lnTo>
                    <a:lnTo>
                      <a:pt x="93444" y="372742"/>
                    </a:lnTo>
                    <a:lnTo>
                      <a:pt x="98392" y="367255"/>
                    </a:lnTo>
                    <a:lnTo>
                      <a:pt x="102867" y="361767"/>
                    </a:lnTo>
                    <a:lnTo>
                      <a:pt x="106871" y="356280"/>
                    </a:lnTo>
                    <a:lnTo>
                      <a:pt x="110312" y="350815"/>
                    </a:lnTo>
                    <a:lnTo>
                      <a:pt x="113212" y="345328"/>
                    </a:lnTo>
                    <a:lnTo>
                      <a:pt x="115574" y="339840"/>
                    </a:lnTo>
                    <a:lnTo>
                      <a:pt x="117373" y="334375"/>
                    </a:lnTo>
                    <a:lnTo>
                      <a:pt x="118700" y="328888"/>
                    </a:lnTo>
                    <a:lnTo>
                      <a:pt x="119577" y="323400"/>
                    </a:lnTo>
                    <a:lnTo>
                      <a:pt x="120072" y="317913"/>
                    </a:lnTo>
                    <a:lnTo>
                      <a:pt x="120229" y="312448"/>
                    </a:lnTo>
                    <a:lnTo>
                      <a:pt x="120139" y="306960"/>
                    </a:lnTo>
                    <a:lnTo>
                      <a:pt x="119870" y="301473"/>
                    </a:lnTo>
                    <a:lnTo>
                      <a:pt x="119464" y="295985"/>
                    </a:lnTo>
                    <a:lnTo>
                      <a:pt x="118992" y="290521"/>
                    </a:lnTo>
                    <a:lnTo>
                      <a:pt x="118520" y="285033"/>
                    </a:lnTo>
                    <a:lnTo>
                      <a:pt x="118048" y="279546"/>
                    </a:lnTo>
                    <a:lnTo>
                      <a:pt x="117643" y="274058"/>
                    </a:lnTo>
                    <a:lnTo>
                      <a:pt x="117283" y="268593"/>
                    </a:lnTo>
                    <a:lnTo>
                      <a:pt x="116991" y="263106"/>
                    </a:lnTo>
                    <a:lnTo>
                      <a:pt x="116721" y="257618"/>
                    </a:lnTo>
                    <a:lnTo>
                      <a:pt x="116451" y="252131"/>
                    </a:lnTo>
                    <a:lnTo>
                      <a:pt x="116136" y="246666"/>
                    </a:lnTo>
                    <a:lnTo>
                      <a:pt x="115731" y="241178"/>
                    </a:lnTo>
                    <a:lnTo>
                      <a:pt x="115192" y="235691"/>
                    </a:lnTo>
                    <a:lnTo>
                      <a:pt x="114449" y="230226"/>
                    </a:lnTo>
                    <a:lnTo>
                      <a:pt x="113437" y="224738"/>
                    </a:lnTo>
                    <a:lnTo>
                      <a:pt x="112110" y="219251"/>
                    </a:lnTo>
                    <a:lnTo>
                      <a:pt x="110401" y="213764"/>
                    </a:lnTo>
                    <a:lnTo>
                      <a:pt x="108310" y="208298"/>
                    </a:lnTo>
                    <a:lnTo>
                      <a:pt x="105769" y="202811"/>
                    </a:lnTo>
                    <a:lnTo>
                      <a:pt x="102777" y="197324"/>
                    </a:lnTo>
                    <a:lnTo>
                      <a:pt x="99314" y="191836"/>
                    </a:lnTo>
                    <a:lnTo>
                      <a:pt x="95423" y="186371"/>
                    </a:lnTo>
                    <a:lnTo>
                      <a:pt x="91128" y="180884"/>
                    </a:lnTo>
                    <a:lnTo>
                      <a:pt x="86450" y="175396"/>
                    </a:lnTo>
                    <a:lnTo>
                      <a:pt x="81457" y="169909"/>
                    </a:lnTo>
                    <a:lnTo>
                      <a:pt x="76194" y="164444"/>
                    </a:lnTo>
                    <a:lnTo>
                      <a:pt x="70752" y="158956"/>
                    </a:lnTo>
                    <a:lnTo>
                      <a:pt x="65220" y="153469"/>
                    </a:lnTo>
                    <a:lnTo>
                      <a:pt x="59620" y="147982"/>
                    </a:lnTo>
                    <a:lnTo>
                      <a:pt x="54088" y="142516"/>
                    </a:lnTo>
                    <a:lnTo>
                      <a:pt x="48645" y="137029"/>
                    </a:lnTo>
                    <a:lnTo>
                      <a:pt x="43405" y="131542"/>
                    </a:lnTo>
                    <a:lnTo>
                      <a:pt x="38389" y="126077"/>
                    </a:lnTo>
                    <a:lnTo>
                      <a:pt x="33667" y="120589"/>
                    </a:lnTo>
                    <a:lnTo>
                      <a:pt x="29259" y="115102"/>
                    </a:lnTo>
                    <a:lnTo>
                      <a:pt x="25211" y="109614"/>
                    </a:lnTo>
                    <a:lnTo>
                      <a:pt x="21522" y="104149"/>
                    </a:lnTo>
                    <a:lnTo>
                      <a:pt x="18216" y="98662"/>
                    </a:lnTo>
                    <a:lnTo>
                      <a:pt x="15271" y="93174"/>
                    </a:lnTo>
                    <a:lnTo>
                      <a:pt x="12684" y="87687"/>
                    </a:lnTo>
                    <a:lnTo>
                      <a:pt x="10435" y="82222"/>
                    </a:lnTo>
                    <a:lnTo>
                      <a:pt x="8501" y="76734"/>
                    </a:lnTo>
                    <a:lnTo>
                      <a:pt x="6881" y="71247"/>
                    </a:lnTo>
                    <a:lnTo>
                      <a:pt x="5510" y="65760"/>
                    </a:lnTo>
                    <a:lnTo>
                      <a:pt x="4363" y="60295"/>
                    </a:lnTo>
                    <a:lnTo>
                      <a:pt x="3418" y="54807"/>
                    </a:lnTo>
                    <a:lnTo>
                      <a:pt x="2654" y="49320"/>
                    </a:lnTo>
                    <a:lnTo>
                      <a:pt x="2046" y="43855"/>
                    </a:lnTo>
                    <a:lnTo>
                      <a:pt x="1574" y="38367"/>
                    </a:lnTo>
                    <a:lnTo>
                      <a:pt x="1192" y="32880"/>
                    </a:lnTo>
                    <a:lnTo>
                      <a:pt x="877" y="27392"/>
                    </a:lnTo>
                    <a:lnTo>
                      <a:pt x="652" y="21927"/>
                    </a:lnTo>
                    <a:lnTo>
                      <a:pt x="495" y="16440"/>
                    </a:lnTo>
                    <a:lnTo>
                      <a:pt x="360" y="10952"/>
                    </a:lnTo>
                    <a:lnTo>
                      <a:pt x="247" y="5465"/>
                    </a:lnTo>
                    <a:lnTo>
                      <a:pt x="180" y="0"/>
                    </a:lnTo>
                    <a:lnTo>
                      <a:pt x="0" y="0"/>
                    </a:lnTo>
                    <a:lnTo>
                      <a:pt x="0" y="5465"/>
                    </a:lnTo>
                    <a:lnTo>
                      <a:pt x="0" y="10952"/>
                    </a:lnTo>
                    <a:lnTo>
                      <a:pt x="0" y="16440"/>
                    </a:lnTo>
                    <a:lnTo>
                      <a:pt x="0" y="21927"/>
                    </a:lnTo>
                    <a:lnTo>
                      <a:pt x="0" y="27392"/>
                    </a:lnTo>
                    <a:lnTo>
                      <a:pt x="0" y="32880"/>
                    </a:lnTo>
                    <a:lnTo>
                      <a:pt x="0" y="38367"/>
                    </a:lnTo>
                    <a:lnTo>
                      <a:pt x="0" y="43855"/>
                    </a:lnTo>
                    <a:lnTo>
                      <a:pt x="0" y="49320"/>
                    </a:lnTo>
                    <a:lnTo>
                      <a:pt x="0" y="54807"/>
                    </a:lnTo>
                    <a:lnTo>
                      <a:pt x="0" y="60295"/>
                    </a:lnTo>
                    <a:lnTo>
                      <a:pt x="0" y="65760"/>
                    </a:lnTo>
                    <a:lnTo>
                      <a:pt x="0" y="71247"/>
                    </a:lnTo>
                    <a:lnTo>
                      <a:pt x="0" y="76734"/>
                    </a:lnTo>
                    <a:lnTo>
                      <a:pt x="0" y="82222"/>
                    </a:lnTo>
                    <a:lnTo>
                      <a:pt x="0" y="87687"/>
                    </a:lnTo>
                    <a:lnTo>
                      <a:pt x="0" y="93174"/>
                    </a:lnTo>
                    <a:lnTo>
                      <a:pt x="0" y="98662"/>
                    </a:lnTo>
                    <a:lnTo>
                      <a:pt x="0" y="104149"/>
                    </a:lnTo>
                    <a:lnTo>
                      <a:pt x="0" y="109614"/>
                    </a:lnTo>
                    <a:lnTo>
                      <a:pt x="0" y="115102"/>
                    </a:lnTo>
                    <a:lnTo>
                      <a:pt x="0" y="120589"/>
                    </a:lnTo>
                    <a:lnTo>
                      <a:pt x="0" y="126077"/>
                    </a:lnTo>
                    <a:lnTo>
                      <a:pt x="0" y="131542"/>
                    </a:lnTo>
                    <a:lnTo>
                      <a:pt x="0" y="137029"/>
                    </a:lnTo>
                    <a:lnTo>
                      <a:pt x="0" y="142516"/>
                    </a:lnTo>
                    <a:lnTo>
                      <a:pt x="0" y="147982"/>
                    </a:lnTo>
                    <a:lnTo>
                      <a:pt x="0" y="153469"/>
                    </a:lnTo>
                    <a:lnTo>
                      <a:pt x="0" y="158956"/>
                    </a:lnTo>
                    <a:lnTo>
                      <a:pt x="0" y="164444"/>
                    </a:lnTo>
                    <a:lnTo>
                      <a:pt x="0" y="169909"/>
                    </a:lnTo>
                    <a:lnTo>
                      <a:pt x="0" y="175396"/>
                    </a:lnTo>
                    <a:lnTo>
                      <a:pt x="0" y="180884"/>
                    </a:lnTo>
                    <a:lnTo>
                      <a:pt x="0" y="186371"/>
                    </a:lnTo>
                    <a:lnTo>
                      <a:pt x="0" y="191836"/>
                    </a:lnTo>
                    <a:lnTo>
                      <a:pt x="0" y="197324"/>
                    </a:lnTo>
                    <a:lnTo>
                      <a:pt x="0" y="202811"/>
                    </a:lnTo>
                    <a:lnTo>
                      <a:pt x="0" y="208298"/>
                    </a:lnTo>
                    <a:lnTo>
                      <a:pt x="0" y="213764"/>
                    </a:lnTo>
                    <a:lnTo>
                      <a:pt x="0" y="219251"/>
                    </a:lnTo>
                    <a:lnTo>
                      <a:pt x="0" y="224738"/>
                    </a:lnTo>
                    <a:lnTo>
                      <a:pt x="0" y="230226"/>
                    </a:lnTo>
                    <a:lnTo>
                      <a:pt x="0" y="235691"/>
                    </a:lnTo>
                    <a:lnTo>
                      <a:pt x="0" y="241178"/>
                    </a:lnTo>
                    <a:lnTo>
                      <a:pt x="0" y="246666"/>
                    </a:lnTo>
                    <a:lnTo>
                      <a:pt x="0" y="252131"/>
                    </a:lnTo>
                    <a:lnTo>
                      <a:pt x="0" y="257618"/>
                    </a:lnTo>
                    <a:lnTo>
                      <a:pt x="0" y="263106"/>
                    </a:lnTo>
                    <a:lnTo>
                      <a:pt x="0" y="268593"/>
                    </a:lnTo>
                    <a:lnTo>
                      <a:pt x="0" y="274058"/>
                    </a:lnTo>
                    <a:lnTo>
                      <a:pt x="0" y="279546"/>
                    </a:lnTo>
                    <a:lnTo>
                      <a:pt x="0" y="285033"/>
                    </a:lnTo>
                    <a:lnTo>
                      <a:pt x="0" y="290521"/>
                    </a:lnTo>
                    <a:lnTo>
                      <a:pt x="0" y="295985"/>
                    </a:lnTo>
                    <a:lnTo>
                      <a:pt x="0" y="301473"/>
                    </a:lnTo>
                    <a:lnTo>
                      <a:pt x="0" y="306960"/>
                    </a:lnTo>
                    <a:lnTo>
                      <a:pt x="0" y="312448"/>
                    </a:lnTo>
                    <a:lnTo>
                      <a:pt x="0" y="317913"/>
                    </a:lnTo>
                    <a:lnTo>
                      <a:pt x="0" y="323400"/>
                    </a:lnTo>
                    <a:lnTo>
                      <a:pt x="0" y="328888"/>
                    </a:lnTo>
                    <a:lnTo>
                      <a:pt x="0" y="334375"/>
                    </a:lnTo>
                    <a:lnTo>
                      <a:pt x="0" y="339840"/>
                    </a:lnTo>
                    <a:lnTo>
                      <a:pt x="0" y="345328"/>
                    </a:lnTo>
                    <a:lnTo>
                      <a:pt x="0" y="350815"/>
                    </a:lnTo>
                    <a:lnTo>
                      <a:pt x="0" y="356280"/>
                    </a:lnTo>
                    <a:lnTo>
                      <a:pt x="0" y="361767"/>
                    </a:lnTo>
                    <a:lnTo>
                      <a:pt x="0" y="367255"/>
                    </a:lnTo>
                    <a:lnTo>
                      <a:pt x="0" y="372742"/>
                    </a:lnTo>
                    <a:lnTo>
                      <a:pt x="0" y="378207"/>
                    </a:lnTo>
                    <a:lnTo>
                      <a:pt x="0" y="383695"/>
                    </a:lnTo>
                    <a:lnTo>
                      <a:pt x="0" y="389182"/>
                    </a:lnTo>
                    <a:lnTo>
                      <a:pt x="0" y="394670"/>
                    </a:lnTo>
                    <a:lnTo>
                      <a:pt x="0" y="400135"/>
                    </a:lnTo>
                    <a:lnTo>
                      <a:pt x="0" y="405622"/>
                    </a:lnTo>
                    <a:lnTo>
                      <a:pt x="0" y="411110"/>
                    </a:lnTo>
                    <a:lnTo>
                      <a:pt x="0" y="416597"/>
                    </a:lnTo>
                    <a:lnTo>
                      <a:pt x="0" y="422062"/>
                    </a:lnTo>
                    <a:lnTo>
                      <a:pt x="0" y="427549"/>
                    </a:lnTo>
                    <a:lnTo>
                      <a:pt x="0" y="433037"/>
                    </a:lnTo>
                    <a:lnTo>
                      <a:pt x="0" y="438524"/>
                    </a:lnTo>
                    <a:lnTo>
                      <a:pt x="0" y="443989"/>
                    </a:lnTo>
                    <a:lnTo>
                      <a:pt x="0" y="449477"/>
                    </a:lnTo>
                    <a:lnTo>
                      <a:pt x="0" y="454964"/>
                    </a:lnTo>
                    <a:lnTo>
                      <a:pt x="0" y="460429"/>
                    </a:lnTo>
                    <a:lnTo>
                      <a:pt x="0" y="465917"/>
                    </a:lnTo>
                    <a:lnTo>
                      <a:pt x="0" y="471404"/>
                    </a:lnTo>
                    <a:lnTo>
                      <a:pt x="0" y="476892"/>
                    </a:lnTo>
                    <a:lnTo>
                      <a:pt x="0" y="482356"/>
                    </a:lnTo>
                    <a:lnTo>
                      <a:pt x="0" y="487844"/>
                    </a:lnTo>
                    <a:lnTo>
                      <a:pt x="0" y="493331"/>
                    </a:lnTo>
                    <a:lnTo>
                      <a:pt x="0" y="498819"/>
                    </a:lnTo>
                    <a:lnTo>
                      <a:pt x="0" y="504284"/>
                    </a:lnTo>
                    <a:lnTo>
                      <a:pt x="0" y="509771"/>
                    </a:lnTo>
                    <a:lnTo>
                      <a:pt x="0" y="515259"/>
                    </a:lnTo>
                    <a:lnTo>
                      <a:pt x="0" y="520746"/>
                    </a:lnTo>
                    <a:lnTo>
                      <a:pt x="0" y="526211"/>
                    </a:lnTo>
                    <a:lnTo>
                      <a:pt x="0" y="531699"/>
                    </a:lnTo>
                    <a:lnTo>
                      <a:pt x="0" y="537186"/>
                    </a:lnTo>
                    <a:lnTo>
                      <a:pt x="0" y="542651"/>
                    </a:lnTo>
                    <a:lnTo>
                      <a:pt x="247" y="542651"/>
                    </a:lnTo>
                    <a:close/>
                  </a:path>
                </a:pathLst>
              </a:custGeom>
              <a:solidFill>
                <a:srgbClr val="DAD7E8">
                  <a:alpha val="50000"/>
                </a:srgbClr>
              </a:solidFill>
              <a:ln w="2249" cap="flat">
                <a:noFill/>
                <a:prstDash val="solid"/>
                <a:miter/>
              </a:ln>
            </p:spPr>
            <p:txBody>
              <a:bodyPr rtlCol="0" anchor="ctr"/>
              <a:lstStyle/>
              <a:p>
                <a:endParaRPr lang="en-US"/>
              </a:p>
            </p:txBody>
          </p:sp>
          <p:sp>
            <p:nvSpPr>
              <p:cNvPr id="18346" name="Freeform 18345">
                <a:extLst>
                  <a:ext uri="{FF2B5EF4-FFF2-40B4-BE49-F238E27FC236}">
                    <a16:creationId xmlns:a16="http://schemas.microsoft.com/office/drawing/2014/main" id="{29766AF5-94B7-F334-B73C-03187A5CFC63}"/>
                  </a:ext>
                </a:extLst>
              </p:cNvPr>
              <p:cNvSpPr/>
              <p:nvPr/>
            </p:nvSpPr>
            <p:spPr>
              <a:xfrm rot="19696800">
                <a:off x="6516541" y="3052890"/>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6"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8347" name="Freeform 18346">
                <a:extLst>
                  <a:ext uri="{FF2B5EF4-FFF2-40B4-BE49-F238E27FC236}">
                    <a16:creationId xmlns:a16="http://schemas.microsoft.com/office/drawing/2014/main" id="{EA855FA2-8648-FEE1-2FDD-E36E817D81FA}"/>
                  </a:ext>
                </a:extLst>
              </p:cNvPr>
              <p:cNvSpPr/>
              <p:nvPr/>
            </p:nvSpPr>
            <p:spPr>
              <a:xfrm rot="19696800">
                <a:off x="6507558" y="2902812"/>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6"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8348" name="Freeform 18347">
                <a:extLst>
                  <a:ext uri="{FF2B5EF4-FFF2-40B4-BE49-F238E27FC236}">
                    <a16:creationId xmlns:a16="http://schemas.microsoft.com/office/drawing/2014/main" id="{0CFD8C21-0C09-D2C7-56D3-429664C3159F}"/>
                  </a:ext>
                </a:extLst>
              </p:cNvPr>
              <p:cNvSpPr/>
              <p:nvPr/>
            </p:nvSpPr>
            <p:spPr>
              <a:xfrm rot="19696800">
                <a:off x="6504592" y="2760287"/>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6" y="16552"/>
                      <a:pt x="0" y="12847"/>
                      <a:pt x="0" y="8276"/>
                    </a:cubicBezTo>
                    <a:cubicBezTo>
                      <a:pt x="0" y="3705"/>
                      <a:pt x="3706"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8349" name="Freeform 18348">
                <a:extLst>
                  <a:ext uri="{FF2B5EF4-FFF2-40B4-BE49-F238E27FC236}">
                    <a16:creationId xmlns:a16="http://schemas.microsoft.com/office/drawing/2014/main" id="{8D5C35A5-5AB7-78A0-88EB-4F7D746DAFE3}"/>
                  </a:ext>
                </a:extLst>
              </p:cNvPr>
              <p:cNvSpPr/>
              <p:nvPr/>
            </p:nvSpPr>
            <p:spPr>
              <a:xfrm rot="19696800">
                <a:off x="6549981" y="3450076"/>
                <a:ext cx="66526" cy="66526"/>
              </a:xfrm>
              <a:custGeom>
                <a:avLst/>
                <a:gdLst>
                  <a:gd name="connsiteX0" fmla="*/ 16553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3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3" y="8276"/>
                    </a:moveTo>
                    <a:cubicBezTo>
                      <a:pt x="16553" y="12847"/>
                      <a:pt x="12847" y="16552"/>
                      <a:pt x="8276" y="16552"/>
                    </a:cubicBezTo>
                    <a:cubicBezTo>
                      <a:pt x="3706" y="16552"/>
                      <a:pt x="0" y="12847"/>
                      <a:pt x="0" y="8276"/>
                    </a:cubicBezTo>
                    <a:cubicBezTo>
                      <a:pt x="0" y="3705"/>
                      <a:pt x="3706" y="0"/>
                      <a:pt x="8276" y="0"/>
                    </a:cubicBezTo>
                    <a:cubicBezTo>
                      <a:pt x="12847" y="0"/>
                      <a:pt x="16553" y="3705"/>
                      <a:pt x="16553"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8350" name="Freeform 18349">
                <a:extLst>
                  <a:ext uri="{FF2B5EF4-FFF2-40B4-BE49-F238E27FC236}">
                    <a16:creationId xmlns:a16="http://schemas.microsoft.com/office/drawing/2014/main" id="{3E5C6CA1-B424-C169-817A-DBBF613EA489}"/>
                  </a:ext>
                </a:extLst>
              </p:cNvPr>
              <p:cNvSpPr/>
              <p:nvPr/>
            </p:nvSpPr>
            <p:spPr>
              <a:xfrm rot="19696800">
                <a:off x="6498069" y="3349873"/>
                <a:ext cx="66526" cy="66526"/>
              </a:xfrm>
              <a:custGeom>
                <a:avLst/>
                <a:gdLst>
                  <a:gd name="connsiteX0" fmla="*/ 16553 w 16552"/>
                  <a:gd name="connsiteY0" fmla="*/ 8276 h 16552"/>
                  <a:gd name="connsiteX1" fmla="*/ 8277 w 16552"/>
                  <a:gd name="connsiteY1" fmla="*/ 16552 h 16552"/>
                  <a:gd name="connsiteX2" fmla="*/ 1 w 16552"/>
                  <a:gd name="connsiteY2" fmla="*/ 8276 h 16552"/>
                  <a:gd name="connsiteX3" fmla="*/ 8277 w 16552"/>
                  <a:gd name="connsiteY3" fmla="*/ 0 h 16552"/>
                  <a:gd name="connsiteX4" fmla="*/ 16553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3" y="8276"/>
                    </a:moveTo>
                    <a:cubicBezTo>
                      <a:pt x="16553" y="12847"/>
                      <a:pt x="12847" y="16552"/>
                      <a:pt x="8277" y="16552"/>
                    </a:cubicBezTo>
                    <a:cubicBezTo>
                      <a:pt x="3706" y="16552"/>
                      <a:pt x="1" y="12847"/>
                      <a:pt x="1" y="8276"/>
                    </a:cubicBezTo>
                    <a:cubicBezTo>
                      <a:pt x="1" y="3705"/>
                      <a:pt x="3706" y="0"/>
                      <a:pt x="8277" y="0"/>
                    </a:cubicBezTo>
                    <a:cubicBezTo>
                      <a:pt x="12847" y="0"/>
                      <a:pt x="16553" y="3705"/>
                      <a:pt x="16553"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8351" name="Freeform 18350">
                <a:extLst>
                  <a:ext uri="{FF2B5EF4-FFF2-40B4-BE49-F238E27FC236}">
                    <a16:creationId xmlns:a16="http://schemas.microsoft.com/office/drawing/2014/main" id="{B164BD5F-2F61-A077-68C3-683830E7D87F}"/>
                  </a:ext>
                </a:extLst>
              </p:cNvPr>
              <p:cNvSpPr/>
              <p:nvPr/>
            </p:nvSpPr>
            <p:spPr>
              <a:xfrm rot="19696800">
                <a:off x="6561789" y="3499436"/>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6"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8352" name="Freeform 18351">
                <a:extLst>
                  <a:ext uri="{FF2B5EF4-FFF2-40B4-BE49-F238E27FC236}">
                    <a16:creationId xmlns:a16="http://schemas.microsoft.com/office/drawing/2014/main" id="{4E595BB5-B6FE-0955-C6EB-C06022884D31}"/>
                  </a:ext>
                </a:extLst>
              </p:cNvPr>
              <p:cNvSpPr/>
              <p:nvPr/>
            </p:nvSpPr>
            <p:spPr>
              <a:xfrm rot="19696800">
                <a:off x="6502080" y="2923451"/>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8353" name="Freeform 18352">
                <a:extLst>
                  <a:ext uri="{FF2B5EF4-FFF2-40B4-BE49-F238E27FC236}">
                    <a16:creationId xmlns:a16="http://schemas.microsoft.com/office/drawing/2014/main" id="{B03CE04E-0C68-1ADD-472D-CC8613322DE6}"/>
                  </a:ext>
                </a:extLst>
              </p:cNvPr>
              <p:cNvSpPr/>
              <p:nvPr/>
            </p:nvSpPr>
            <p:spPr>
              <a:xfrm rot="19696800">
                <a:off x="6467455" y="3661004"/>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8354" name="Freeform 18353">
                <a:extLst>
                  <a:ext uri="{FF2B5EF4-FFF2-40B4-BE49-F238E27FC236}">
                    <a16:creationId xmlns:a16="http://schemas.microsoft.com/office/drawing/2014/main" id="{8EF29AB6-E5D8-B9CA-67EC-4E9C0050205C}"/>
                  </a:ext>
                </a:extLst>
              </p:cNvPr>
              <p:cNvSpPr/>
              <p:nvPr/>
            </p:nvSpPr>
            <p:spPr>
              <a:xfrm rot="19696800">
                <a:off x="6579084" y="3125891"/>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8355" name="Freeform 18354">
                <a:extLst>
                  <a:ext uri="{FF2B5EF4-FFF2-40B4-BE49-F238E27FC236}">
                    <a16:creationId xmlns:a16="http://schemas.microsoft.com/office/drawing/2014/main" id="{D06B91BF-F7D7-CBB6-C574-B55F32F13872}"/>
                  </a:ext>
                </a:extLst>
              </p:cNvPr>
              <p:cNvSpPr/>
              <p:nvPr/>
            </p:nvSpPr>
            <p:spPr>
              <a:xfrm rot="19696800">
                <a:off x="6567248" y="3704013"/>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8356" name="Freeform 18355">
                <a:extLst>
                  <a:ext uri="{FF2B5EF4-FFF2-40B4-BE49-F238E27FC236}">
                    <a16:creationId xmlns:a16="http://schemas.microsoft.com/office/drawing/2014/main" id="{4268A7B0-4EF2-76B7-FC25-3B25F8DF0F31}"/>
                  </a:ext>
                </a:extLst>
              </p:cNvPr>
              <p:cNvSpPr/>
              <p:nvPr/>
            </p:nvSpPr>
            <p:spPr>
              <a:xfrm rot="19696800">
                <a:off x="6463166" y="3102808"/>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8357" name="Freeform 18356">
                <a:extLst>
                  <a:ext uri="{FF2B5EF4-FFF2-40B4-BE49-F238E27FC236}">
                    <a16:creationId xmlns:a16="http://schemas.microsoft.com/office/drawing/2014/main" id="{2AB1D93E-000A-3C6A-D200-07D1EF317155}"/>
                  </a:ext>
                </a:extLst>
              </p:cNvPr>
              <p:cNvSpPr/>
              <p:nvPr/>
            </p:nvSpPr>
            <p:spPr>
              <a:xfrm rot="19696800">
                <a:off x="6546484" y="3030872"/>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8358" name="Freeform 18357">
                <a:extLst>
                  <a:ext uri="{FF2B5EF4-FFF2-40B4-BE49-F238E27FC236}">
                    <a16:creationId xmlns:a16="http://schemas.microsoft.com/office/drawing/2014/main" id="{ED4194EE-0686-BDD2-B552-EA8B08D5D0FD}"/>
                  </a:ext>
                </a:extLst>
              </p:cNvPr>
              <p:cNvSpPr/>
              <p:nvPr/>
            </p:nvSpPr>
            <p:spPr>
              <a:xfrm rot="19696800">
                <a:off x="6503073" y="3530838"/>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6"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8359" name="Freeform 18358">
                <a:extLst>
                  <a:ext uri="{FF2B5EF4-FFF2-40B4-BE49-F238E27FC236}">
                    <a16:creationId xmlns:a16="http://schemas.microsoft.com/office/drawing/2014/main" id="{3DD4AAEE-F368-4EA7-5C8B-FA8D8B14045F}"/>
                  </a:ext>
                </a:extLst>
              </p:cNvPr>
              <p:cNvSpPr/>
              <p:nvPr/>
            </p:nvSpPr>
            <p:spPr>
              <a:xfrm rot="19696800">
                <a:off x="6552545" y="3579932"/>
                <a:ext cx="66526" cy="66526"/>
              </a:xfrm>
              <a:custGeom>
                <a:avLst/>
                <a:gdLst>
                  <a:gd name="connsiteX0" fmla="*/ 16553 w 16552"/>
                  <a:gd name="connsiteY0" fmla="*/ 8276 h 16552"/>
                  <a:gd name="connsiteX1" fmla="*/ 8277 w 16552"/>
                  <a:gd name="connsiteY1" fmla="*/ 16552 h 16552"/>
                  <a:gd name="connsiteX2" fmla="*/ 1 w 16552"/>
                  <a:gd name="connsiteY2" fmla="*/ 8276 h 16552"/>
                  <a:gd name="connsiteX3" fmla="*/ 8277 w 16552"/>
                  <a:gd name="connsiteY3" fmla="*/ 0 h 16552"/>
                  <a:gd name="connsiteX4" fmla="*/ 16553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3" y="8276"/>
                    </a:moveTo>
                    <a:cubicBezTo>
                      <a:pt x="16553" y="12847"/>
                      <a:pt x="12847" y="16552"/>
                      <a:pt x="8277" y="16552"/>
                    </a:cubicBezTo>
                    <a:cubicBezTo>
                      <a:pt x="3706" y="16552"/>
                      <a:pt x="1" y="12847"/>
                      <a:pt x="1" y="8276"/>
                    </a:cubicBezTo>
                    <a:cubicBezTo>
                      <a:pt x="1" y="3705"/>
                      <a:pt x="3706" y="0"/>
                      <a:pt x="8277" y="0"/>
                    </a:cubicBezTo>
                    <a:cubicBezTo>
                      <a:pt x="12848" y="0"/>
                      <a:pt x="16553" y="3705"/>
                      <a:pt x="16553"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8360" name="Freeform 18359">
                <a:extLst>
                  <a:ext uri="{FF2B5EF4-FFF2-40B4-BE49-F238E27FC236}">
                    <a16:creationId xmlns:a16="http://schemas.microsoft.com/office/drawing/2014/main" id="{18CB1C4D-D43A-C295-F95B-A9EE75269E89}"/>
                  </a:ext>
                </a:extLst>
              </p:cNvPr>
              <p:cNvSpPr/>
              <p:nvPr/>
            </p:nvSpPr>
            <p:spPr>
              <a:xfrm rot="19696800">
                <a:off x="6595708" y="3361802"/>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6"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8361" name="Freeform 18360">
                <a:extLst>
                  <a:ext uri="{FF2B5EF4-FFF2-40B4-BE49-F238E27FC236}">
                    <a16:creationId xmlns:a16="http://schemas.microsoft.com/office/drawing/2014/main" id="{F239E479-20A8-2093-19E3-492D2E996FC1}"/>
                  </a:ext>
                </a:extLst>
              </p:cNvPr>
              <p:cNvSpPr/>
              <p:nvPr/>
            </p:nvSpPr>
            <p:spPr>
              <a:xfrm rot="19696800">
                <a:off x="6445739" y="3276024"/>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8362" name="Freeform 18361">
                <a:extLst>
                  <a:ext uri="{FF2B5EF4-FFF2-40B4-BE49-F238E27FC236}">
                    <a16:creationId xmlns:a16="http://schemas.microsoft.com/office/drawing/2014/main" id="{340639D2-4E45-CFE2-F85A-69D56B651FBC}"/>
                  </a:ext>
                </a:extLst>
              </p:cNvPr>
              <p:cNvSpPr/>
              <p:nvPr/>
            </p:nvSpPr>
            <p:spPr>
              <a:xfrm rot="19696800">
                <a:off x="6558586" y="3276052"/>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8363" name="Freeform 18362">
                <a:extLst>
                  <a:ext uri="{FF2B5EF4-FFF2-40B4-BE49-F238E27FC236}">
                    <a16:creationId xmlns:a16="http://schemas.microsoft.com/office/drawing/2014/main" id="{519F32C4-8691-BDE1-8A76-7526AB299239}"/>
                  </a:ext>
                </a:extLst>
              </p:cNvPr>
              <p:cNvSpPr/>
              <p:nvPr/>
            </p:nvSpPr>
            <p:spPr>
              <a:xfrm rot="19696800">
                <a:off x="6518615" y="3620848"/>
                <a:ext cx="66526" cy="66526"/>
              </a:xfrm>
              <a:custGeom>
                <a:avLst/>
                <a:gdLst>
                  <a:gd name="connsiteX0" fmla="*/ 16553 w 16552"/>
                  <a:gd name="connsiteY0" fmla="*/ 8276 h 16552"/>
                  <a:gd name="connsiteX1" fmla="*/ 8277 w 16552"/>
                  <a:gd name="connsiteY1" fmla="*/ 16552 h 16552"/>
                  <a:gd name="connsiteX2" fmla="*/ 1 w 16552"/>
                  <a:gd name="connsiteY2" fmla="*/ 8276 h 16552"/>
                  <a:gd name="connsiteX3" fmla="*/ 8277 w 16552"/>
                  <a:gd name="connsiteY3" fmla="*/ 0 h 16552"/>
                  <a:gd name="connsiteX4" fmla="*/ 16553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3" y="8276"/>
                    </a:moveTo>
                    <a:cubicBezTo>
                      <a:pt x="16553" y="12847"/>
                      <a:pt x="12847" y="16552"/>
                      <a:pt x="8277" y="16552"/>
                    </a:cubicBezTo>
                    <a:cubicBezTo>
                      <a:pt x="3706" y="16552"/>
                      <a:pt x="1" y="12847"/>
                      <a:pt x="1" y="8276"/>
                    </a:cubicBezTo>
                    <a:cubicBezTo>
                      <a:pt x="1" y="3705"/>
                      <a:pt x="3706" y="0"/>
                      <a:pt x="8277" y="0"/>
                    </a:cubicBezTo>
                    <a:cubicBezTo>
                      <a:pt x="12848" y="0"/>
                      <a:pt x="16553" y="3705"/>
                      <a:pt x="16553"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8364" name="Freeform 18363">
                <a:extLst>
                  <a:ext uri="{FF2B5EF4-FFF2-40B4-BE49-F238E27FC236}">
                    <a16:creationId xmlns:a16="http://schemas.microsoft.com/office/drawing/2014/main" id="{29584C41-818B-8047-22D3-F56034A426BF}"/>
                  </a:ext>
                </a:extLst>
              </p:cNvPr>
              <p:cNvSpPr/>
              <p:nvPr/>
            </p:nvSpPr>
            <p:spPr>
              <a:xfrm rot="19696800">
                <a:off x="6455690" y="3518177"/>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6"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8365" name="Freeform 18364">
                <a:extLst>
                  <a:ext uri="{FF2B5EF4-FFF2-40B4-BE49-F238E27FC236}">
                    <a16:creationId xmlns:a16="http://schemas.microsoft.com/office/drawing/2014/main" id="{AEBF85B9-1122-9B06-3AB3-125D898852D0}"/>
                  </a:ext>
                </a:extLst>
              </p:cNvPr>
              <p:cNvSpPr/>
              <p:nvPr/>
            </p:nvSpPr>
            <p:spPr>
              <a:xfrm rot="19696800">
                <a:off x="6590917" y="3526867"/>
                <a:ext cx="66526" cy="66526"/>
              </a:xfrm>
              <a:custGeom>
                <a:avLst/>
                <a:gdLst>
                  <a:gd name="connsiteX0" fmla="*/ 16553 w 16552"/>
                  <a:gd name="connsiteY0" fmla="*/ 8276 h 16552"/>
                  <a:gd name="connsiteX1" fmla="*/ 8277 w 16552"/>
                  <a:gd name="connsiteY1" fmla="*/ 16552 h 16552"/>
                  <a:gd name="connsiteX2" fmla="*/ 1 w 16552"/>
                  <a:gd name="connsiteY2" fmla="*/ 8276 h 16552"/>
                  <a:gd name="connsiteX3" fmla="*/ 8277 w 16552"/>
                  <a:gd name="connsiteY3" fmla="*/ 0 h 16552"/>
                  <a:gd name="connsiteX4" fmla="*/ 16553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3" y="8276"/>
                    </a:moveTo>
                    <a:cubicBezTo>
                      <a:pt x="16553" y="12847"/>
                      <a:pt x="12847" y="16552"/>
                      <a:pt x="8277" y="16552"/>
                    </a:cubicBezTo>
                    <a:cubicBezTo>
                      <a:pt x="3706" y="16552"/>
                      <a:pt x="1" y="12847"/>
                      <a:pt x="1" y="8276"/>
                    </a:cubicBezTo>
                    <a:cubicBezTo>
                      <a:pt x="1" y="3705"/>
                      <a:pt x="3706" y="0"/>
                      <a:pt x="8277" y="0"/>
                    </a:cubicBezTo>
                    <a:cubicBezTo>
                      <a:pt x="12847" y="0"/>
                      <a:pt x="16553" y="3705"/>
                      <a:pt x="16553"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8366" name="Freeform 18365">
                <a:extLst>
                  <a:ext uri="{FF2B5EF4-FFF2-40B4-BE49-F238E27FC236}">
                    <a16:creationId xmlns:a16="http://schemas.microsoft.com/office/drawing/2014/main" id="{A025D4F7-4807-EE7C-BFC7-1AC254C1BCA9}"/>
                  </a:ext>
                </a:extLst>
              </p:cNvPr>
              <p:cNvSpPr/>
              <p:nvPr/>
            </p:nvSpPr>
            <p:spPr>
              <a:xfrm rot="19696800">
                <a:off x="6576813" y="3139781"/>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8367" name="Freeform 18366">
                <a:extLst>
                  <a:ext uri="{FF2B5EF4-FFF2-40B4-BE49-F238E27FC236}">
                    <a16:creationId xmlns:a16="http://schemas.microsoft.com/office/drawing/2014/main" id="{8E5B5412-B7CE-2300-83C2-8832C7DBE2FB}"/>
                  </a:ext>
                </a:extLst>
              </p:cNvPr>
              <p:cNvSpPr/>
              <p:nvPr/>
            </p:nvSpPr>
            <p:spPr>
              <a:xfrm rot="19696800">
                <a:off x="6575595" y="2866567"/>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8368" name="Freeform 18367">
                <a:extLst>
                  <a:ext uri="{FF2B5EF4-FFF2-40B4-BE49-F238E27FC236}">
                    <a16:creationId xmlns:a16="http://schemas.microsoft.com/office/drawing/2014/main" id="{5831A914-D6F1-AA12-2E73-A8359F473942}"/>
                  </a:ext>
                </a:extLst>
              </p:cNvPr>
              <p:cNvSpPr/>
              <p:nvPr/>
            </p:nvSpPr>
            <p:spPr>
              <a:xfrm rot="19696800">
                <a:off x="6589578" y="2920316"/>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8369" name="Freeform 18368">
                <a:extLst>
                  <a:ext uri="{FF2B5EF4-FFF2-40B4-BE49-F238E27FC236}">
                    <a16:creationId xmlns:a16="http://schemas.microsoft.com/office/drawing/2014/main" id="{84CC0A2E-3C65-2B24-AE64-95D1A4FB5CBE}"/>
                  </a:ext>
                </a:extLst>
              </p:cNvPr>
              <p:cNvSpPr/>
              <p:nvPr/>
            </p:nvSpPr>
            <p:spPr>
              <a:xfrm rot="19696800">
                <a:off x="6463753" y="2885474"/>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8370" name="Freeform 18369">
                <a:extLst>
                  <a:ext uri="{FF2B5EF4-FFF2-40B4-BE49-F238E27FC236}">
                    <a16:creationId xmlns:a16="http://schemas.microsoft.com/office/drawing/2014/main" id="{560B6C2A-A30D-A4B9-84B1-9866F13BDBEC}"/>
                  </a:ext>
                </a:extLst>
              </p:cNvPr>
              <p:cNvSpPr/>
              <p:nvPr/>
            </p:nvSpPr>
            <p:spPr>
              <a:xfrm>
                <a:off x="6673194" y="3011520"/>
                <a:ext cx="175716" cy="545322"/>
              </a:xfrm>
              <a:custGeom>
                <a:avLst/>
                <a:gdLst>
                  <a:gd name="connsiteX0" fmla="*/ 0 w 43719"/>
                  <a:gd name="connsiteY0" fmla="*/ 0 h 135679"/>
                  <a:gd name="connsiteX1" fmla="*/ 43720 w 43719"/>
                  <a:gd name="connsiteY1" fmla="*/ 0 h 135679"/>
                  <a:gd name="connsiteX2" fmla="*/ 43720 w 43719"/>
                  <a:gd name="connsiteY2" fmla="*/ 135680 h 135679"/>
                  <a:gd name="connsiteX3" fmla="*/ 0 w 43719"/>
                  <a:gd name="connsiteY3" fmla="*/ 135680 h 135679"/>
                </a:gdLst>
                <a:ahLst/>
                <a:cxnLst>
                  <a:cxn ang="0">
                    <a:pos x="connsiteX0" y="connsiteY0"/>
                  </a:cxn>
                  <a:cxn ang="0">
                    <a:pos x="connsiteX1" y="connsiteY1"/>
                  </a:cxn>
                  <a:cxn ang="0">
                    <a:pos x="connsiteX2" y="connsiteY2"/>
                  </a:cxn>
                  <a:cxn ang="0">
                    <a:pos x="connsiteX3" y="connsiteY3"/>
                  </a:cxn>
                </a:cxnLst>
                <a:rect l="l" t="t" r="r" b="b"/>
                <a:pathLst>
                  <a:path w="43719" h="135679">
                    <a:moveTo>
                      <a:pt x="0" y="0"/>
                    </a:moveTo>
                    <a:lnTo>
                      <a:pt x="43720" y="0"/>
                    </a:lnTo>
                    <a:lnTo>
                      <a:pt x="43720" y="135680"/>
                    </a:lnTo>
                    <a:lnTo>
                      <a:pt x="0" y="135680"/>
                    </a:lnTo>
                    <a:close/>
                  </a:path>
                </a:pathLst>
              </a:custGeom>
              <a:solidFill>
                <a:srgbClr val="DAD7E8"/>
              </a:solidFill>
              <a:ln w="2249" cap="flat">
                <a:noFill/>
                <a:prstDash val="solid"/>
                <a:miter/>
              </a:ln>
            </p:spPr>
            <p:txBody>
              <a:bodyPr rtlCol="0" anchor="ctr"/>
              <a:lstStyle/>
              <a:p>
                <a:endParaRPr lang="en-US"/>
              </a:p>
            </p:txBody>
          </p:sp>
          <p:sp>
            <p:nvSpPr>
              <p:cNvPr id="18371" name="Freeform 18370">
                <a:extLst>
                  <a:ext uri="{FF2B5EF4-FFF2-40B4-BE49-F238E27FC236}">
                    <a16:creationId xmlns:a16="http://schemas.microsoft.com/office/drawing/2014/main" id="{9044DD04-3AD9-D17E-A6A0-38981ED31609}"/>
                  </a:ext>
                </a:extLst>
              </p:cNvPr>
              <p:cNvSpPr/>
              <p:nvPr/>
            </p:nvSpPr>
            <p:spPr>
              <a:xfrm>
                <a:off x="6673194" y="3011520"/>
                <a:ext cx="175716" cy="545322"/>
              </a:xfrm>
              <a:custGeom>
                <a:avLst/>
                <a:gdLst>
                  <a:gd name="connsiteX0" fmla="*/ 0 w 43719"/>
                  <a:gd name="connsiteY0" fmla="*/ 0 h 135679"/>
                  <a:gd name="connsiteX1" fmla="*/ 43720 w 43719"/>
                  <a:gd name="connsiteY1" fmla="*/ 0 h 135679"/>
                  <a:gd name="connsiteX2" fmla="*/ 43720 w 43719"/>
                  <a:gd name="connsiteY2" fmla="*/ 135680 h 135679"/>
                  <a:gd name="connsiteX3" fmla="*/ 0 w 43719"/>
                  <a:gd name="connsiteY3" fmla="*/ 135680 h 135679"/>
                </a:gdLst>
                <a:ahLst/>
                <a:cxnLst>
                  <a:cxn ang="0">
                    <a:pos x="connsiteX0" y="connsiteY0"/>
                  </a:cxn>
                  <a:cxn ang="0">
                    <a:pos x="connsiteX1" y="connsiteY1"/>
                  </a:cxn>
                  <a:cxn ang="0">
                    <a:pos x="connsiteX2" y="connsiteY2"/>
                  </a:cxn>
                  <a:cxn ang="0">
                    <a:pos x="connsiteX3" y="connsiteY3"/>
                  </a:cxn>
                </a:cxnLst>
                <a:rect l="l" t="t" r="r" b="b"/>
                <a:pathLst>
                  <a:path w="43719" h="135679">
                    <a:moveTo>
                      <a:pt x="0" y="0"/>
                    </a:moveTo>
                    <a:lnTo>
                      <a:pt x="43720" y="0"/>
                    </a:lnTo>
                    <a:lnTo>
                      <a:pt x="43720" y="135680"/>
                    </a:lnTo>
                    <a:lnTo>
                      <a:pt x="0" y="135680"/>
                    </a:lnTo>
                    <a:close/>
                  </a:path>
                </a:pathLst>
              </a:custGeom>
              <a:noFill/>
              <a:ln w="4498" cap="flat">
                <a:solidFill>
                  <a:srgbClr val="000000"/>
                </a:solidFill>
                <a:prstDash val="solid"/>
                <a:miter/>
              </a:ln>
            </p:spPr>
            <p:txBody>
              <a:bodyPr rtlCol="0" anchor="ctr"/>
              <a:lstStyle/>
              <a:p>
                <a:endParaRPr lang="en-US"/>
              </a:p>
            </p:txBody>
          </p:sp>
          <p:sp>
            <p:nvSpPr>
              <p:cNvPr id="18372" name="Freeform 18371">
                <a:extLst>
                  <a:ext uri="{FF2B5EF4-FFF2-40B4-BE49-F238E27FC236}">
                    <a16:creationId xmlns:a16="http://schemas.microsoft.com/office/drawing/2014/main" id="{1E686736-FD6E-79AC-5F71-F9C9C9E56FB9}"/>
                  </a:ext>
                </a:extLst>
              </p:cNvPr>
              <p:cNvSpPr/>
              <p:nvPr/>
            </p:nvSpPr>
            <p:spPr>
              <a:xfrm>
                <a:off x="6673194" y="3310348"/>
                <a:ext cx="175716" cy="9035"/>
              </a:xfrm>
              <a:custGeom>
                <a:avLst/>
                <a:gdLst>
                  <a:gd name="connsiteX0" fmla="*/ 0 w 43719"/>
                  <a:gd name="connsiteY0" fmla="*/ 0 h 2248"/>
                  <a:gd name="connsiteX1" fmla="*/ 43720 w 43719"/>
                  <a:gd name="connsiteY1" fmla="*/ 0 h 2248"/>
                </a:gdLst>
                <a:ahLst/>
                <a:cxnLst>
                  <a:cxn ang="0">
                    <a:pos x="connsiteX0" y="connsiteY0"/>
                  </a:cxn>
                  <a:cxn ang="0">
                    <a:pos x="connsiteX1" y="connsiteY1"/>
                  </a:cxn>
                </a:cxnLst>
                <a:rect l="l" t="t" r="r" b="b"/>
                <a:pathLst>
                  <a:path w="43719" h="2248">
                    <a:moveTo>
                      <a:pt x="0" y="0"/>
                    </a:moveTo>
                    <a:lnTo>
                      <a:pt x="43720" y="0"/>
                    </a:lnTo>
                  </a:path>
                </a:pathLst>
              </a:custGeom>
              <a:ln w="4498" cap="flat">
                <a:solidFill>
                  <a:srgbClr val="000000"/>
                </a:solidFill>
                <a:prstDash val="solid"/>
                <a:round/>
              </a:ln>
            </p:spPr>
            <p:txBody>
              <a:bodyPr rtlCol="0" anchor="ctr"/>
              <a:lstStyle/>
              <a:p>
                <a:endParaRPr lang="en-US"/>
              </a:p>
            </p:txBody>
          </p:sp>
          <p:sp>
            <p:nvSpPr>
              <p:cNvPr id="18429" name="Freeform 18428">
                <a:extLst>
                  <a:ext uri="{FF2B5EF4-FFF2-40B4-BE49-F238E27FC236}">
                    <a16:creationId xmlns:a16="http://schemas.microsoft.com/office/drawing/2014/main" id="{6D293100-FAC6-D05D-B37B-2794BCBC8655}"/>
                  </a:ext>
                </a:extLst>
              </p:cNvPr>
              <p:cNvSpPr/>
              <p:nvPr/>
            </p:nvSpPr>
            <p:spPr>
              <a:xfrm>
                <a:off x="5992372" y="1894385"/>
                <a:ext cx="878591" cy="65983"/>
              </a:xfrm>
              <a:custGeom>
                <a:avLst/>
                <a:gdLst>
                  <a:gd name="connsiteX0" fmla="*/ 0 w 218598"/>
                  <a:gd name="connsiteY0" fmla="*/ 16417 h 16417"/>
                  <a:gd name="connsiteX1" fmla="*/ 0 w 218598"/>
                  <a:gd name="connsiteY1" fmla="*/ 0 h 16417"/>
                  <a:gd name="connsiteX2" fmla="*/ 218599 w 218598"/>
                  <a:gd name="connsiteY2" fmla="*/ 0 h 16417"/>
                  <a:gd name="connsiteX3" fmla="*/ 218599 w 218598"/>
                  <a:gd name="connsiteY3" fmla="*/ 16417 h 16417"/>
                </a:gdLst>
                <a:ahLst/>
                <a:cxnLst>
                  <a:cxn ang="0">
                    <a:pos x="connsiteX0" y="connsiteY0"/>
                  </a:cxn>
                  <a:cxn ang="0">
                    <a:pos x="connsiteX1" y="connsiteY1"/>
                  </a:cxn>
                  <a:cxn ang="0">
                    <a:pos x="connsiteX2" y="connsiteY2"/>
                  </a:cxn>
                  <a:cxn ang="0">
                    <a:pos x="connsiteX3" y="connsiteY3"/>
                  </a:cxn>
                </a:cxnLst>
                <a:rect l="l" t="t" r="r" b="b"/>
                <a:pathLst>
                  <a:path w="218598" h="16417">
                    <a:moveTo>
                      <a:pt x="0" y="16417"/>
                    </a:moveTo>
                    <a:lnTo>
                      <a:pt x="0" y="0"/>
                    </a:lnTo>
                    <a:lnTo>
                      <a:pt x="218599" y="0"/>
                    </a:lnTo>
                    <a:lnTo>
                      <a:pt x="218599" y="16417"/>
                    </a:lnTo>
                  </a:path>
                </a:pathLst>
              </a:custGeom>
              <a:noFill/>
              <a:ln w="4498" cap="flat">
                <a:solidFill>
                  <a:srgbClr val="000000"/>
                </a:solidFill>
                <a:prstDash val="solid"/>
                <a:round/>
              </a:ln>
            </p:spPr>
            <p:txBody>
              <a:bodyPr rtlCol="0" anchor="ctr"/>
              <a:lstStyle/>
              <a:p>
                <a:endParaRPr lang="en-US"/>
              </a:p>
            </p:txBody>
          </p:sp>
          <p:grpSp>
            <p:nvGrpSpPr>
              <p:cNvPr id="18430" name="Graphic 4479">
                <a:extLst>
                  <a:ext uri="{FF2B5EF4-FFF2-40B4-BE49-F238E27FC236}">
                    <a16:creationId xmlns:a16="http://schemas.microsoft.com/office/drawing/2014/main" id="{C3E1CB33-D309-7AD2-ACAE-CED314D91C43}"/>
                  </a:ext>
                </a:extLst>
              </p:cNvPr>
              <p:cNvGrpSpPr/>
              <p:nvPr/>
            </p:nvGrpSpPr>
            <p:grpSpPr>
              <a:xfrm>
                <a:off x="6303045" y="1750485"/>
                <a:ext cx="292321" cy="77551"/>
                <a:chOff x="5751618" y="4890823"/>
                <a:chExt cx="72731" cy="19295"/>
              </a:xfrm>
              <a:solidFill>
                <a:srgbClr val="000000"/>
              </a:solidFill>
            </p:grpSpPr>
            <p:sp>
              <p:nvSpPr>
                <p:cNvPr id="18431" name="Freeform 18430">
                  <a:extLst>
                    <a:ext uri="{FF2B5EF4-FFF2-40B4-BE49-F238E27FC236}">
                      <a16:creationId xmlns:a16="http://schemas.microsoft.com/office/drawing/2014/main" id="{32A93C39-F4F2-4FD4-E790-BD9D09B81424}"/>
                    </a:ext>
                  </a:extLst>
                </p:cNvPr>
                <p:cNvSpPr/>
                <p:nvPr/>
              </p:nvSpPr>
              <p:spPr>
                <a:xfrm>
                  <a:off x="5751618" y="4890823"/>
                  <a:ext cx="20240" cy="19295"/>
                </a:xfrm>
                <a:custGeom>
                  <a:avLst/>
                  <a:gdLst>
                    <a:gd name="connsiteX0" fmla="*/ 8704 w 20240"/>
                    <a:gd name="connsiteY0" fmla="*/ 7894 h 19295"/>
                    <a:gd name="connsiteX1" fmla="*/ 8704 w 20240"/>
                    <a:gd name="connsiteY1" fmla="*/ 0 h 19295"/>
                    <a:gd name="connsiteX2" fmla="*/ 11537 w 20240"/>
                    <a:gd name="connsiteY2" fmla="*/ 0 h 19295"/>
                    <a:gd name="connsiteX3" fmla="*/ 11537 w 20240"/>
                    <a:gd name="connsiteY3" fmla="*/ 7894 h 19295"/>
                    <a:gd name="connsiteX4" fmla="*/ 19229 w 20240"/>
                    <a:gd name="connsiteY4" fmla="*/ 5060 h 19295"/>
                    <a:gd name="connsiteX5" fmla="*/ 20241 w 20240"/>
                    <a:gd name="connsiteY5" fmla="*/ 8029 h 19295"/>
                    <a:gd name="connsiteX6" fmla="*/ 12549 w 20240"/>
                    <a:gd name="connsiteY6" fmla="*/ 10525 h 19295"/>
                    <a:gd name="connsiteX7" fmla="*/ 17610 w 20240"/>
                    <a:gd name="connsiteY7" fmla="*/ 17677 h 19295"/>
                    <a:gd name="connsiteX8" fmla="*/ 14978 w 20240"/>
                    <a:gd name="connsiteY8" fmla="*/ 19296 h 19295"/>
                    <a:gd name="connsiteX9" fmla="*/ 9986 w 20240"/>
                    <a:gd name="connsiteY9" fmla="*/ 12009 h 19295"/>
                    <a:gd name="connsiteX10" fmla="*/ 4723 w 20240"/>
                    <a:gd name="connsiteY10" fmla="*/ 19161 h 19295"/>
                    <a:gd name="connsiteX11" fmla="*/ 2362 w 20240"/>
                    <a:gd name="connsiteY11" fmla="*/ 17339 h 19295"/>
                    <a:gd name="connsiteX12" fmla="*/ 7557 w 20240"/>
                    <a:gd name="connsiteY12" fmla="*/ 10525 h 19295"/>
                    <a:gd name="connsiteX13" fmla="*/ 0 w 20240"/>
                    <a:gd name="connsiteY13" fmla="*/ 7826 h 19295"/>
                    <a:gd name="connsiteX14" fmla="*/ 1215 w 20240"/>
                    <a:gd name="connsiteY14" fmla="*/ 4993 h 19295"/>
                    <a:gd name="connsiteX15" fmla="*/ 8704 w 20240"/>
                    <a:gd name="connsiteY15" fmla="*/ 7894 h 19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5">
                      <a:moveTo>
                        <a:pt x="8704" y="7894"/>
                      </a:moveTo>
                      <a:lnTo>
                        <a:pt x="8704" y="0"/>
                      </a:lnTo>
                      <a:lnTo>
                        <a:pt x="11537" y="0"/>
                      </a:lnTo>
                      <a:lnTo>
                        <a:pt x="11537" y="7894"/>
                      </a:lnTo>
                      <a:lnTo>
                        <a:pt x="19229" y="5060"/>
                      </a:lnTo>
                      <a:lnTo>
                        <a:pt x="20241" y="8029"/>
                      </a:lnTo>
                      <a:lnTo>
                        <a:pt x="12549" y="10525"/>
                      </a:lnTo>
                      <a:lnTo>
                        <a:pt x="17610" y="17677"/>
                      </a:lnTo>
                      <a:lnTo>
                        <a:pt x="14978" y="19296"/>
                      </a:lnTo>
                      <a:lnTo>
                        <a:pt x="9986" y="12009"/>
                      </a:lnTo>
                      <a:lnTo>
                        <a:pt x="4723" y="19161"/>
                      </a:lnTo>
                      <a:lnTo>
                        <a:pt x="2362" y="17339"/>
                      </a:lnTo>
                      <a:lnTo>
                        <a:pt x="7557" y="10525"/>
                      </a:lnTo>
                      <a:lnTo>
                        <a:pt x="0" y="7826"/>
                      </a:lnTo>
                      <a:lnTo>
                        <a:pt x="1215" y="4993"/>
                      </a:lnTo>
                      <a:lnTo>
                        <a:pt x="8704" y="7894"/>
                      </a:lnTo>
                      <a:close/>
                    </a:path>
                  </a:pathLst>
                </a:custGeom>
                <a:solidFill>
                  <a:srgbClr val="000000"/>
                </a:solidFill>
                <a:ln w="2249" cap="flat">
                  <a:noFill/>
                  <a:prstDash val="solid"/>
                  <a:miter/>
                </a:ln>
              </p:spPr>
              <p:txBody>
                <a:bodyPr rtlCol="0" anchor="ctr"/>
                <a:lstStyle/>
                <a:p>
                  <a:endParaRPr lang="en-US"/>
                </a:p>
              </p:txBody>
            </p:sp>
            <p:sp>
              <p:nvSpPr>
                <p:cNvPr id="18432" name="Freeform 18431">
                  <a:extLst>
                    <a:ext uri="{FF2B5EF4-FFF2-40B4-BE49-F238E27FC236}">
                      <a16:creationId xmlns:a16="http://schemas.microsoft.com/office/drawing/2014/main" id="{7AD8519B-2644-172C-F6EF-2E33BCCD563F}"/>
                    </a:ext>
                  </a:extLst>
                </p:cNvPr>
                <p:cNvSpPr/>
                <p:nvPr/>
              </p:nvSpPr>
              <p:spPr>
                <a:xfrm>
                  <a:off x="5777863" y="4890823"/>
                  <a:ext cx="20240" cy="19295"/>
                </a:xfrm>
                <a:custGeom>
                  <a:avLst/>
                  <a:gdLst>
                    <a:gd name="connsiteX0" fmla="*/ 8703 w 20240"/>
                    <a:gd name="connsiteY0" fmla="*/ 7894 h 19295"/>
                    <a:gd name="connsiteX1" fmla="*/ 8703 w 20240"/>
                    <a:gd name="connsiteY1" fmla="*/ 0 h 19295"/>
                    <a:gd name="connsiteX2" fmla="*/ 11537 w 20240"/>
                    <a:gd name="connsiteY2" fmla="*/ 0 h 19295"/>
                    <a:gd name="connsiteX3" fmla="*/ 11537 w 20240"/>
                    <a:gd name="connsiteY3" fmla="*/ 7894 h 19295"/>
                    <a:gd name="connsiteX4" fmla="*/ 19229 w 20240"/>
                    <a:gd name="connsiteY4" fmla="*/ 5060 h 19295"/>
                    <a:gd name="connsiteX5" fmla="*/ 20241 w 20240"/>
                    <a:gd name="connsiteY5" fmla="*/ 8029 h 19295"/>
                    <a:gd name="connsiteX6" fmla="*/ 12549 w 20240"/>
                    <a:gd name="connsiteY6" fmla="*/ 10525 h 19295"/>
                    <a:gd name="connsiteX7" fmla="*/ 17609 w 20240"/>
                    <a:gd name="connsiteY7" fmla="*/ 17677 h 19295"/>
                    <a:gd name="connsiteX8" fmla="*/ 14978 w 20240"/>
                    <a:gd name="connsiteY8" fmla="*/ 19296 h 19295"/>
                    <a:gd name="connsiteX9" fmla="*/ 9985 w 20240"/>
                    <a:gd name="connsiteY9" fmla="*/ 12009 h 19295"/>
                    <a:gd name="connsiteX10" fmla="*/ 4722 w 20240"/>
                    <a:gd name="connsiteY10" fmla="*/ 19161 h 19295"/>
                    <a:gd name="connsiteX11" fmla="*/ 2362 w 20240"/>
                    <a:gd name="connsiteY11" fmla="*/ 17339 h 19295"/>
                    <a:gd name="connsiteX12" fmla="*/ 7556 w 20240"/>
                    <a:gd name="connsiteY12" fmla="*/ 10525 h 19295"/>
                    <a:gd name="connsiteX13" fmla="*/ 0 w 20240"/>
                    <a:gd name="connsiteY13" fmla="*/ 7826 h 19295"/>
                    <a:gd name="connsiteX14" fmla="*/ 1215 w 20240"/>
                    <a:gd name="connsiteY14" fmla="*/ 4993 h 19295"/>
                    <a:gd name="connsiteX15" fmla="*/ 8703 w 20240"/>
                    <a:gd name="connsiteY15" fmla="*/ 7894 h 19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5">
                      <a:moveTo>
                        <a:pt x="8703" y="7894"/>
                      </a:moveTo>
                      <a:lnTo>
                        <a:pt x="8703" y="0"/>
                      </a:lnTo>
                      <a:lnTo>
                        <a:pt x="11537" y="0"/>
                      </a:lnTo>
                      <a:lnTo>
                        <a:pt x="11537" y="7894"/>
                      </a:lnTo>
                      <a:lnTo>
                        <a:pt x="19229" y="5060"/>
                      </a:lnTo>
                      <a:lnTo>
                        <a:pt x="20241" y="8029"/>
                      </a:lnTo>
                      <a:lnTo>
                        <a:pt x="12549" y="10525"/>
                      </a:lnTo>
                      <a:lnTo>
                        <a:pt x="17609" y="17677"/>
                      </a:lnTo>
                      <a:lnTo>
                        <a:pt x="14978" y="19296"/>
                      </a:lnTo>
                      <a:lnTo>
                        <a:pt x="9985" y="12009"/>
                      </a:lnTo>
                      <a:lnTo>
                        <a:pt x="4722" y="19161"/>
                      </a:lnTo>
                      <a:lnTo>
                        <a:pt x="2362" y="17339"/>
                      </a:lnTo>
                      <a:lnTo>
                        <a:pt x="7556" y="10525"/>
                      </a:lnTo>
                      <a:lnTo>
                        <a:pt x="0" y="7826"/>
                      </a:lnTo>
                      <a:lnTo>
                        <a:pt x="1215" y="4993"/>
                      </a:lnTo>
                      <a:lnTo>
                        <a:pt x="8703" y="7894"/>
                      </a:lnTo>
                      <a:close/>
                    </a:path>
                  </a:pathLst>
                </a:custGeom>
                <a:solidFill>
                  <a:srgbClr val="000000"/>
                </a:solidFill>
                <a:ln w="2249" cap="flat">
                  <a:noFill/>
                  <a:prstDash val="solid"/>
                  <a:miter/>
                </a:ln>
              </p:spPr>
              <p:txBody>
                <a:bodyPr rtlCol="0" anchor="ctr"/>
                <a:lstStyle/>
                <a:p>
                  <a:endParaRPr lang="en-US"/>
                </a:p>
              </p:txBody>
            </p:sp>
            <p:sp>
              <p:nvSpPr>
                <p:cNvPr id="18433" name="Freeform 18432">
                  <a:extLst>
                    <a:ext uri="{FF2B5EF4-FFF2-40B4-BE49-F238E27FC236}">
                      <a16:creationId xmlns:a16="http://schemas.microsoft.com/office/drawing/2014/main" id="{73F5868D-FEC7-3B1F-A3D5-4B5E5115EC70}"/>
                    </a:ext>
                  </a:extLst>
                </p:cNvPr>
                <p:cNvSpPr/>
                <p:nvPr/>
              </p:nvSpPr>
              <p:spPr>
                <a:xfrm>
                  <a:off x="5804108" y="4890823"/>
                  <a:ext cx="20240" cy="19295"/>
                </a:xfrm>
                <a:custGeom>
                  <a:avLst/>
                  <a:gdLst>
                    <a:gd name="connsiteX0" fmla="*/ 8704 w 20240"/>
                    <a:gd name="connsiteY0" fmla="*/ 7894 h 19295"/>
                    <a:gd name="connsiteX1" fmla="*/ 8704 w 20240"/>
                    <a:gd name="connsiteY1" fmla="*/ 0 h 19295"/>
                    <a:gd name="connsiteX2" fmla="*/ 11537 w 20240"/>
                    <a:gd name="connsiteY2" fmla="*/ 0 h 19295"/>
                    <a:gd name="connsiteX3" fmla="*/ 11537 w 20240"/>
                    <a:gd name="connsiteY3" fmla="*/ 7894 h 19295"/>
                    <a:gd name="connsiteX4" fmla="*/ 19229 w 20240"/>
                    <a:gd name="connsiteY4" fmla="*/ 5060 h 19295"/>
                    <a:gd name="connsiteX5" fmla="*/ 20241 w 20240"/>
                    <a:gd name="connsiteY5" fmla="*/ 8029 h 19295"/>
                    <a:gd name="connsiteX6" fmla="*/ 12549 w 20240"/>
                    <a:gd name="connsiteY6" fmla="*/ 10525 h 19295"/>
                    <a:gd name="connsiteX7" fmla="*/ 17610 w 20240"/>
                    <a:gd name="connsiteY7" fmla="*/ 17677 h 19295"/>
                    <a:gd name="connsiteX8" fmla="*/ 14978 w 20240"/>
                    <a:gd name="connsiteY8" fmla="*/ 19296 h 19295"/>
                    <a:gd name="connsiteX9" fmla="*/ 9985 w 20240"/>
                    <a:gd name="connsiteY9" fmla="*/ 12009 h 19295"/>
                    <a:gd name="connsiteX10" fmla="*/ 4723 w 20240"/>
                    <a:gd name="connsiteY10" fmla="*/ 19161 h 19295"/>
                    <a:gd name="connsiteX11" fmla="*/ 2362 w 20240"/>
                    <a:gd name="connsiteY11" fmla="*/ 17339 h 19295"/>
                    <a:gd name="connsiteX12" fmla="*/ 7557 w 20240"/>
                    <a:gd name="connsiteY12" fmla="*/ 10525 h 19295"/>
                    <a:gd name="connsiteX13" fmla="*/ 0 w 20240"/>
                    <a:gd name="connsiteY13" fmla="*/ 7826 h 19295"/>
                    <a:gd name="connsiteX14" fmla="*/ 1215 w 20240"/>
                    <a:gd name="connsiteY14" fmla="*/ 4993 h 19295"/>
                    <a:gd name="connsiteX15" fmla="*/ 8704 w 20240"/>
                    <a:gd name="connsiteY15" fmla="*/ 7894 h 19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5">
                      <a:moveTo>
                        <a:pt x="8704" y="7894"/>
                      </a:moveTo>
                      <a:lnTo>
                        <a:pt x="8704" y="0"/>
                      </a:lnTo>
                      <a:lnTo>
                        <a:pt x="11537" y="0"/>
                      </a:lnTo>
                      <a:lnTo>
                        <a:pt x="11537" y="7894"/>
                      </a:lnTo>
                      <a:lnTo>
                        <a:pt x="19229" y="5060"/>
                      </a:lnTo>
                      <a:lnTo>
                        <a:pt x="20241" y="8029"/>
                      </a:lnTo>
                      <a:lnTo>
                        <a:pt x="12549" y="10525"/>
                      </a:lnTo>
                      <a:lnTo>
                        <a:pt x="17610" y="17677"/>
                      </a:lnTo>
                      <a:lnTo>
                        <a:pt x="14978" y="19296"/>
                      </a:lnTo>
                      <a:lnTo>
                        <a:pt x="9985" y="12009"/>
                      </a:lnTo>
                      <a:lnTo>
                        <a:pt x="4723" y="19161"/>
                      </a:lnTo>
                      <a:lnTo>
                        <a:pt x="2362" y="17339"/>
                      </a:lnTo>
                      <a:lnTo>
                        <a:pt x="7557" y="10525"/>
                      </a:lnTo>
                      <a:lnTo>
                        <a:pt x="0" y="7826"/>
                      </a:lnTo>
                      <a:lnTo>
                        <a:pt x="1215" y="4993"/>
                      </a:lnTo>
                      <a:lnTo>
                        <a:pt x="8704" y="7894"/>
                      </a:lnTo>
                      <a:close/>
                    </a:path>
                  </a:pathLst>
                </a:custGeom>
                <a:solidFill>
                  <a:srgbClr val="000000"/>
                </a:solidFill>
                <a:ln w="2249" cap="flat">
                  <a:noFill/>
                  <a:prstDash val="solid"/>
                  <a:miter/>
                </a:ln>
              </p:spPr>
              <p:txBody>
                <a:bodyPr rtlCol="0" anchor="ctr"/>
                <a:lstStyle/>
                <a:p>
                  <a:endParaRPr lang="en-US"/>
                </a:p>
              </p:txBody>
            </p:sp>
          </p:grpSp>
          <p:grpSp>
            <p:nvGrpSpPr>
              <p:cNvPr id="18495" name="Graphic 4479">
                <a:extLst>
                  <a:ext uri="{FF2B5EF4-FFF2-40B4-BE49-F238E27FC236}">
                    <a16:creationId xmlns:a16="http://schemas.microsoft.com/office/drawing/2014/main" id="{7DCCCB80-B5B5-4A29-D08C-1779F456FEE8}"/>
                  </a:ext>
                </a:extLst>
              </p:cNvPr>
              <p:cNvGrpSpPr/>
              <p:nvPr/>
            </p:nvGrpSpPr>
            <p:grpSpPr>
              <a:xfrm>
                <a:off x="5958478" y="1401578"/>
                <a:ext cx="973139" cy="200482"/>
                <a:chOff x="5665888" y="4804013"/>
                <a:chExt cx="242122" cy="49881"/>
              </a:xfrm>
              <a:solidFill>
                <a:srgbClr val="1A1A1A"/>
              </a:solidFill>
            </p:grpSpPr>
            <p:sp>
              <p:nvSpPr>
                <p:cNvPr id="18496" name="Freeform 18495">
                  <a:extLst>
                    <a:ext uri="{FF2B5EF4-FFF2-40B4-BE49-F238E27FC236}">
                      <a16:creationId xmlns:a16="http://schemas.microsoft.com/office/drawing/2014/main" id="{414FD87D-6355-C586-82A0-FAF44D938860}"/>
                    </a:ext>
                  </a:extLst>
                </p:cNvPr>
                <p:cNvSpPr/>
                <p:nvPr/>
              </p:nvSpPr>
              <p:spPr>
                <a:xfrm>
                  <a:off x="5665888" y="4814156"/>
                  <a:ext cx="24896" cy="29461"/>
                </a:xfrm>
                <a:custGeom>
                  <a:avLst/>
                  <a:gdLst>
                    <a:gd name="connsiteX0" fmla="*/ 21163 w 24896"/>
                    <a:gd name="connsiteY0" fmla="*/ 9558 h 29461"/>
                    <a:gd name="connsiteX1" fmla="*/ 18194 w 24896"/>
                    <a:gd name="connsiteY1" fmla="*/ 4678 h 29461"/>
                    <a:gd name="connsiteX2" fmla="*/ 12841 w 24896"/>
                    <a:gd name="connsiteY2" fmla="*/ 2923 h 29461"/>
                    <a:gd name="connsiteX3" fmla="*/ 8569 w 24896"/>
                    <a:gd name="connsiteY3" fmla="*/ 3958 h 29461"/>
                    <a:gd name="connsiteX4" fmla="*/ 5645 w 24896"/>
                    <a:gd name="connsiteY4" fmla="*/ 6679 h 29461"/>
                    <a:gd name="connsiteX5" fmla="*/ 3981 w 24896"/>
                    <a:gd name="connsiteY5" fmla="*/ 10502 h 29461"/>
                    <a:gd name="connsiteX6" fmla="*/ 3441 w 24896"/>
                    <a:gd name="connsiteY6" fmla="*/ 14798 h 29461"/>
                    <a:gd name="connsiteX7" fmla="*/ 3958 w 24896"/>
                    <a:gd name="connsiteY7" fmla="*/ 19116 h 29461"/>
                    <a:gd name="connsiteX8" fmla="*/ 5600 w 24896"/>
                    <a:gd name="connsiteY8" fmla="*/ 22894 h 29461"/>
                    <a:gd name="connsiteX9" fmla="*/ 8524 w 24896"/>
                    <a:gd name="connsiteY9" fmla="*/ 25571 h 29461"/>
                    <a:gd name="connsiteX10" fmla="*/ 12841 w 24896"/>
                    <a:gd name="connsiteY10" fmla="*/ 26560 h 29461"/>
                    <a:gd name="connsiteX11" fmla="*/ 18644 w 24896"/>
                    <a:gd name="connsiteY11" fmla="*/ 24558 h 29461"/>
                    <a:gd name="connsiteX12" fmla="*/ 21433 w 24896"/>
                    <a:gd name="connsiteY12" fmla="*/ 19049 h 29461"/>
                    <a:gd name="connsiteX13" fmla="*/ 24896 w 24896"/>
                    <a:gd name="connsiteY13" fmla="*/ 19049 h 29461"/>
                    <a:gd name="connsiteX14" fmla="*/ 23524 w 24896"/>
                    <a:gd name="connsiteY14" fmla="*/ 23277 h 29461"/>
                    <a:gd name="connsiteX15" fmla="*/ 21095 w 24896"/>
                    <a:gd name="connsiteY15" fmla="*/ 26560 h 29461"/>
                    <a:gd name="connsiteX16" fmla="*/ 17564 w 24896"/>
                    <a:gd name="connsiteY16" fmla="*/ 28697 h 29461"/>
                    <a:gd name="connsiteX17" fmla="*/ 12864 w 24896"/>
                    <a:gd name="connsiteY17" fmla="*/ 29461 h 29461"/>
                    <a:gd name="connsiteX18" fmla="*/ 7084 w 24896"/>
                    <a:gd name="connsiteY18" fmla="*/ 28337 h 29461"/>
                    <a:gd name="connsiteX19" fmla="*/ 3081 w 24896"/>
                    <a:gd name="connsiteY19" fmla="*/ 25233 h 29461"/>
                    <a:gd name="connsiteX20" fmla="*/ 765 w 24896"/>
                    <a:gd name="connsiteY20" fmla="*/ 20556 h 29461"/>
                    <a:gd name="connsiteX21" fmla="*/ 0 w 24896"/>
                    <a:gd name="connsiteY21" fmla="*/ 14776 h 29461"/>
                    <a:gd name="connsiteX22" fmla="*/ 832 w 24896"/>
                    <a:gd name="connsiteY22" fmla="*/ 9198 h 29461"/>
                    <a:gd name="connsiteX23" fmla="*/ 3283 w 24896"/>
                    <a:gd name="connsiteY23" fmla="*/ 4475 h 29461"/>
                    <a:gd name="connsiteX24" fmla="*/ 7309 w 24896"/>
                    <a:gd name="connsiteY24" fmla="*/ 1214 h 29461"/>
                    <a:gd name="connsiteX25" fmla="*/ 12841 w 24896"/>
                    <a:gd name="connsiteY25" fmla="*/ 0 h 29461"/>
                    <a:gd name="connsiteX26" fmla="*/ 20690 w 24896"/>
                    <a:gd name="connsiteY26" fmla="*/ 2316 h 29461"/>
                    <a:gd name="connsiteX27" fmla="*/ 24446 w 24896"/>
                    <a:gd name="connsiteY27" fmla="*/ 9558 h 29461"/>
                    <a:gd name="connsiteX28" fmla="*/ 21163 w 24896"/>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6" h="29461">
                      <a:moveTo>
                        <a:pt x="21163" y="9558"/>
                      </a:moveTo>
                      <a:cubicBezTo>
                        <a:pt x="20578" y="7466"/>
                        <a:pt x="19588" y="5847"/>
                        <a:pt x="18194" y="4678"/>
                      </a:cubicBezTo>
                      <a:cubicBezTo>
                        <a:pt x="16800" y="3508"/>
                        <a:pt x="15000" y="2923"/>
                        <a:pt x="12841" y="2923"/>
                      </a:cubicBezTo>
                      <a:cubicBezTo>
                        <a:pt x="11177" y="2923"/>
                        <a:pt x="9761" y="3261"/>
                        <a:pt x="8569" y="3958"/>
                      </a:cubicBezTo>
                      <a:cubicBezTo>
                        <a:pt x="7377" y="4633"/>
                        <a:pt x="6409" y="5555"/>
                        <a:pt x="5645" y="6679"/>
                      </a:cubicBezTo>
                      <a:cubicBezTo>
                        <a:pt x="4880" y="7804"/>
                        <a:pt x="4340" y="9086"/>
                        <a:pt x="3981" y="10502"/>
                      </a:cubicBezTo>
                      <a:cubicBezTo>
                        <a:pt x="3621" y="11919"/>
                        <a:pt x="3441" y="13359"/>
                        <a:pt x="3441" y="14798"/>
                      </a:cubicBezTo>
                      <a:cubicBezTo>
                        <a:pt x="3441" y="16237"/>
                        <a:pt x="3621" y="17722"/>
                        <a:pt x="3958" y="19116"/>
                      </a:cubicBezTo>
                      <a:cubicBezTo>
                        <a:pt x="4295" y="20510"/>
                        <a:pt x="4858" y="21770"/>
                        <a:pt x="5600" y="22894"/>
                      </a:cubicBezTo>
                      <a:cubicBezTo>
                        <a:pt x="6342" y="24019"/>
                        <a:pt x="7332" y="24896"/>
                        <a:pt x="8524" y="25571"/>
                      </a:cubicBezTo>
                      <a:cubicBezTo>
                        <a:pt x="9716" y="26245"/>
                        <a:pt x="11155" y="26560"/>
                        <a:pt x="12841" y="26560"/>
                      </a:cubicBezTo>
                      <a:cubicBezTo>
                        <a:pt x="15248" y="26560"/>
                        <a:pt x="17182" y="25886"/>
                        <a:pt x="18644" y="24558"/>
                      </a:cubicBezTo>
                      <a:cubicBezTo>
                        <a:pt x="20106" y="23232"/>
                        <a:pt x="21027" y="21388"/>
                        <a:pt x="21433" y="19049"/>
                      </a:cubicBezTo>
                      <a:lnTo>
                        <a:pt x="24896" y="19049"/>
                      </a:lnTo>
                      <a:cubicBezTo>
                        <a:pt x="24603" y="20600"/>
                        <a:pt x="24154" y="22017"/>
                        <a:pt x="23524" y="23277"/>
                      </a:cubicBezTo>
                      <a:cubicBezTo>
                        <a:pt x="22894" y="24558"/>
                        <a:pt x="22085" y="25660"/>
                        <a:pt x="21095" y="26560"/>
                      </a:cubicBezTo>
                      <a:cubicBezTo>
                        <a:pt x="20106" y="27482"/>
                        <a:pt x="18936" y="28179"/>
                        <a:pt x="17564" y="28697"/>
                      </a:cubicBezTo>
                      <a:cubicBezTo>
                        <a:pt x="16192" y="29214"/>
                        <a:pt x="14641" y="29461"/>
                        <a:pt x="12864" y="29461"/>
                      </a:cubicBezTo>
                      <a:cubicBezTo>
                        <a:pt x="10638" y="29461"/>
                        <a:pt x="8703" y="29079"/>
                        <a:pt x="7084" y="28337"/>
                      </a:cubicBezTo>
                      <a:cubicBezTo>
                        <a:pt x="5465" y="27572"/>
                        <a:pt x="4138" y="26538"/>
                        <a:pt x="3081" y="25233"/>
                      </a:cubicBezTo>
                      <a:cubicBezTo>
                        <a:pt x="2024" y="23929"/>
                        <a:pt x="1260" y="22355"/>
                        <a:pt x="765" y="20556"/>
                      </a:cubicBezTo>
                      <a:cubicBezTo>
                        <a:pt x="270" y="18756"/>
                        <a:pt x="0" y="16822"/>
                        <a:pt x="0" y="14776"/>
                      </a:cubicBezTo>
                      <a:cubicBezTo>
                        <a:pt x="0" y="12841"/>
                        <a:pt x="270" y="10975"/>
                        <a:pt x="832" y="9198"/>
                      </a:cubicBezTo>
                      <a:cubicBezTo>
                        <a:pt x="1394" y="7421"/>
                        <a:pt x="2204" y="5847"/>
                        <a:pt x="3283" y="4475"/>
                      </a:cubicBezTo>
                      <a:cubicBezTo>
                        <a:pt x="4363" y="3104"/>
                        <a:pt x="5712" y="2024"/>
                        <a:pt x="7309" y="1214"/>
                      </a:cubicBezTo>
                      <a:cubicBezTo>
                        <a:pt x="8906" y="405"/>
                        <a:pt x="10750" y="0"/>
                        <a:pt x="12841" y="0"/>
                      </a:cubicBezTo>
                      <a:cubicBezTo>
                        <a:pt x="16080" y="0"/>
                        <a:pt x="18689" y="765"/>
                        <a:pt x="20690" y="2316"/>
                      </a:cubicBezTo>
                      <a:cubicBezTo>
                        <a:pt x="22692" y="3868"/>
                        <a:pt x="23929" y="6274"/>
                        <a:pt x="24446" y="9558"/>
                      </a:cubicBezTo>
                      <a:lnTo>
                        <a:pt x="21163" y="9558"/>
                      </a:lnTo>
                      <a:close/>
                    </a:path>
                  </a:pathLst>
                </a:custGeom>
                <a:solidFill>
                  <a:srgbClr val="1A1A1A"/>
                </a:solidFill>
                <a:ln w="2249" cap="flat">
                  <a:noFill/>
                  <a:prstDash val="solid"/>
                  <a:miter/>
                </a:ln>
              </p:spPr>
              <p:txBody>
                <a:bodyPr rtlCol="0" anchor="ctr"/>
                <a:lstStyle/>
                <a:p>
                  <a:endParaRPr lang="en-US"/>
                </a:p>
              </p:txBody>
            </p:sp>
            <p:sp>
              <p:nvSpPr>
                <p:cNvPr id="18497" name="Freeform 18496">
                  <a:extLst>
                    <a:ext uri="{FF2B5EF4-FFF2-40B4-BE49-F238E27FC236}">
                      <a16:creationId xmlns:a16="http://schemas.microsoft.com/office/drawing/2014/main" id="{E95C2FFE-CAFF-A9D4-F392-1D59B6511428}"/>
                    </a:ext>
                  </a:extLst>
                </p:cNvPr>
                <p:cNvSpPr/>
                <p:nvPr/>
              </p:nvSpPr>
              <p:spPr>
                <a:xfrm>
                  <a:off x="5695416" y="4814133"/>
                  <a:ext cx="25908" cy="29483"/>
                </a:xfrm>
                <a:custGeom>
                  <a:avLst/>
                  <a:gdLst>
                    <a:gd name="connsiteX0" fmla="*/ 12954 w 25908"/>
                    <a:gd name="connsiteY0" fmla="*/ 29484 h 29483"/>
                    <a:gd name="connsiteX1" fmla="*/ 7916 w 25908"/>
                    <a:gd name="connsiteY1" fmla="*/ 28517 h 29483"/>
                    <a:gd name="connsiteX2" fmla="*/ 3824 w 25908"/>
                    <a:gd name="connsiteY2" fmla="*/ 25773 h 29483"/>
                    <a:gd name="connsiteX3" fmla="*/ 1035 w 25908"/>
                    <a:gd name="connsiteY3" fmla="*/ 21185 h 29483"/>
                    <a:gd name="connsiteX4" fmla="*/ 0 w 25908"/>
                    <a:gd name="connsiteY4" fmla="*/ 14753 h 29483"/>
                    <a:gd name="connsiteX5" fmla="*/ 810 w 25908"/>
                    <a:gd name="connsiteY5" fmla="*/ 8996 h 29483"/>
                    <a:gd name="connsiteX6" fmla="*/ 3239 w 25908"/>
                    <a:gd name="connsiteY6" fmla="*/ 4318 h 29483"/>
                    <a:gd name="connsiteX7" fmla="*/ 7287 w 25908"/>
                    <a:gd name="connsiteY7" fmla="*/ 1170 h 29483"/>
                    <a:gd name="connsiteX8" fmla="*/ 12954 w 25908"/>
                    <a:gd name="connsiteY8" fmla="*/ 0 h 29483"/>
                    <a:gd name="connsiteX9" fmla="*/ 18666 w 25908"/>
                    <a:gd name="connsiteY9" fmla="*/ 1170 h 29483"/>
                    <a:gd name="connsiteX10" fmla="*/ 22715 w 25908"/>
                    <a:gd name="connsiteY10" fmla="*/ 4295 h 29483"/>
                    <a:gd name="connsiteX11" fmla="*/ 25121 w 25908"/>
                    <a:gd name="connsiteY11" fmla="*/ 8973 h 29483"/>
                    <a:gd name="connsiteX12" fmla="*/ 25908 w 25908"/>
                    <a:gd name="connsiteY12" fmla="*/ 14753 h 29483"/>
                    <a:gd name="connsiteX13" fmla="*/ 24986 w 25908"/>
                    <a:gd name="connsiteY13" fmla="*/ 20803 h 29483"/>
                    <a:gd name="connsiteX14" fmla="*/ 22378 w 25908"/>
                    <a:gd name="connsiteY14" fmla="*/ 25436 h 29483"/>
                    <a:gd name="connsiteX15" fmla="*/ 18284 w 25908"/>
                    <a:gd name="connsiteY15" fmla="*/ 28427 h 29483"/>
                    <a:gd name="connsiteX16" fmla="*/ 12977 w 25908"/>
                    <a:gd name="connsiteY16" fmla="*/ 29484 h 29483"/>
                    <a:gd name="connsiteX17" fmla="*/ 22445 w 25908"/>
                    <a:gd name="connsiteY17" fmla="*/ 14753 h 29483"/>
                    <a:gd name="connsiteX18" fmla="*/ 21905 w 25908"/>
                    <a:gd name="connsiteY18" fmla="*/ 10120 h 29483"/>
                    <a:gd name="connsiteX19" fmla="*/ 20241 w 25908"/>
                    <a:gd name="connsiteY19" fmla="*/ 6364 h 29483"/>
                    <a:gd name="connsiteX20" fmla="*/ 17317 w 25908"/>
                    <a:gd name="connsiteY20" fmla="*/ 3846 h 29483"/>
                    <a:gd name="connsiteX21" fmla="*/ 12954 w 25908"/>
                    <a:gd name="connsiteY21" fmla="*/ 2923 h 29483"/>
                    <a:gd name="connsiteX22" fmla="*/ 8614 w 25908"/>
                    <a:gd name="connsiteY22" fmla="*/ 3913 h 29483"/>
                    <a:gd name="connsiteX23" fmla="*/ 5667 w 25908"/>
                    <a:gd name="connsiteY23" fmla="*/ 6567 h 29483"/>
                    <a:gd name="connsiteX24" fmla="*/ 4003 w 25908"/>
                    <a:gd name="connsiteY24" fmla="*/ 10345 h 29483"/>
                    <a:gd name="connsiteX25" fmla="*/ 3463 w 25908"/>
                    <a:gd name="connsiteY25" fmla="*/ 14753 h 29483"/>
                    <a:gd name="connsiteX26" fmla="*/ 4093 w 25908"/>
                    <a:gd name="connsiteY26" fmla="*/ 19521 h 29483"/>
                    <a:gd name="connsiteX27" fmla="*/ 5893 w 25908"/>
                    <a:gd name="connsiteY27" fmla="*/ 23277 h 29483"/>
                    <a:gd name="connsiteX28" fmla="*/ 8861 w 25908"/>
                    <a:gd name="connsiteY28" fmla="*/ 25705 h 29483"/>
                    <a:gd name="connsiteX29" fmla="*/ 12954 w 25908"/>
                    <a:gd name="connsiteY29" fmla="*/ 26560 h 29483"/>
                    <a:gd name="connsiteX30" fmla="*/ 17295 w 25908"/>
                    <a:gd name="connsiteY30" fmla="*/ 25571 h 29483"/>
                    <a:gd name="connsiteX31" fmla="*/ 20241 w 25908"/>
                    <a:gd name="connsiteY31" fmla="*/ 22894 h 29483"/>
                    <a:gd name="connsiteX32" fmla="*/ 21905 w 25908"/>
                    <a:gd name="connsiteY32" fmla="*/ 19116 h 29483"/>
                    <a:gd name="connsiteX33" fmla="*/ 22445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9" y="29124"/>
                        <a:pt x="7916" y="28517"/>
                      </a:cubicBezTo>
                      <a:cubicBezTo>
                        <a:pt x="6342" y="27909"/>
                        <a:pt x="4993" y="26987"/>
                        <a:pt x="3824" y="25773"/>
                      </a:cubicBezTo>
                      <a:cubicBezTo>
                        <a:pt x="2654" y="24558"/>
                        <a:pt x="1732" y="23029"/>
                        <a:pt x="1035" y="21185"/>
                      </a:cubicBezTo>
                      <a:cubicBezTo>
                        <a:pt x="360" y="19341"/>
                        <a:pt x="0" y="17205"/>
                        <a:pt x="0" y="14753"/>
                      </a:cubicBezTo>
                      <a:cubicBezTo>
                        <a:pt x="0" y="12707"/>
                        <a:pt x="270" y="10795"/>
                        <a:pt x="810" y="8996"/>
                      </a:cubicBezTo>
                      <a:cubicBezTo>
                        <a:pt x="1350" y="7219"/>
                        <a:pt x="2159" y="5667"/>
                        <a:pt x="3239" y="4318"/>
                      </a:cubicBezTo>
                      <a:cubicBezTo>
                        <a:pt x="4318" y="2991"/>
                        <a:pt x="5667" y="1934"/>
                        <a:pt x="7287" y="1170"/>
                      </a:cubicBezTo>
                      <a:cubicBezTo>
                        <a:pt x="8906" y="405"/>
                        <a:pt x="10795" y="0"/>
                        <a:pt x="12954" y="0"/>
                      </a:cubicBezTo>
                      <a:cubicBezTo>
                        <a:pt x="15113" y="0"/>
                        <a:pt x="17047" y="382"/>
                        <a:pt x="18666" y="1170"/>
                      </a:cubicBezTo>
                      <a:cubicBezTo>
                        <a:pt x="20286" y="1957"/>
                        <a:pt x="21635" y="2991"/>
                        <a:pt x="22715" y="4295"/>
                      </a:cubicBezTo>
                      <a:cubicBezTo>
                        <a:pt x="23794" y="5600"/>
                        <a:pt x="24604" y="7174"/>
                        <a:pt x="25121" y="8973"/>
                      </a:cubicBezTo>
                      <a:cubicBezTo>
                        <a:pt x="25638" y="10772"/>
                        <a:pt x="25908" y="12707"/>
                        <a:pt x="25908" y="14753"/>
                      </a:cubicBezTo>
                      <a:cubicBezTo>
                        <a:pt x="25908" y="16979"/>
                        <a:pt x="25593" y="19004"/>
                        <a:pt x="24986" y="20803"/>
                      </a:cubicBezTo>
                      <a:cubicBezTo>
                        <a:pt x="24379" y="22602"/>
                        <a:pt x="23502" y="24154"/>
                        <a:pt x="22378" y="25436"/>
                      </a:cubicBezTo>
                      <a:cubicBezTo>
                        <a:pt x="21253" y="26718"/>
                        <a:pt x="19881" y="27730"/>
                        <a:pt x="18284" y="28427"/>
                      </a:cubicBezTo>
                      <a:cubicBezTo>
                        <a:pt x="16688" y="29124"/>
                        <a:pt x="14911" y="29484"/>
                        <a:pt x="12977" y="29484"/>
                      </a:cubicBezTo>
                      <a:close/>
                      <a:moveTo>
                        <a:pt x="22445" y="14753"/>
                      </a:moveTo>
                      <a:cubicBezTo>
                        <a:pt x="22445" y="13089"/>
                        <a:pt x="22265" y="11560"/>
                        <a:pt x="21905" y="10120"/>
                      </a:cubicBezTo>
                      <a:cubicBezTo>
                        <a:pt x="21545" y="8681"/>
                        <a:pt x="20983" y="7421"/>
                        <a:pt x="20241" y="6364"/>
                      </a:cubicBezTo>
                      <a:cubicBezTo>
                        <a:pt x="19476" y="5308"/>
                        <a:pt x="18509" y="4475"/>
                        <a:pt x="17317" y="3846"/>
                      </a:cubicBezTo>
                      <a:cubicBezTo>
                        <a:pt x="16125" y="3238"/>
                        <a:pt x="14663" y="2923"/>
                        <a:pt x="12954" y="2923"/>
                      </a:cubicBezTo>
                      <a:cubicBezTo>
                        <a:pt x="11245" y="2923"/>
                        <a:pt x="9806" y="3261"/>
                        <a:pt x="8614" y="3913"/>
                      </a:cubicBezTo>
                      <a:cubicBezTo>
                        <a:pt x="7399" y="4588"/>
                        <a:pt x="6432" y="5465"/>
                        <a:pt x="5667" y="6567"/>
                      </a:cubicBezTo>
                      <a:cubicBezTo>
                        <a:pt x="4903" y="7669"/>
                        <a:pt x="4363" y="8928"/>
                        <a:pt x="4003" y="10345"/>
                      </a:cubicBezTo>
                      <a:cubicBezTo>
                        <a:pt x="3644" y="11762"/>
                        <a:pt x="3463" y="13224"/>
                        <a:pt x="3463" y="14753"/>
                      </a:cubicBezTo>
                      <a:cubicBezTo>
                        <a:pt x="3463" y="16485"/>
                        <a:pt x="3666" y="18081"/>
                        <a:pt x="4093" y="19521"/>
                      </a:cubicBezTo>
                      <a:cubicBezTo>
                        <a:pt x="4498" y="20983"/>
                        <a:pt x="5105" y="22220"/>
                        <a:pt x="5893" y="23277"/>
                      </a:cubicBezTo>
                      <a:cubicBezTo>
                        <a:pt x="6679" y="24311"/>
                        <a:pt x="7669" y="25121"/>
                        <a:pt x="8861" y="25705"/>
                      </a:cubicBezTo>
                      <a:cubicBezTo>
                        <a:pt x="10053" y="26290"/>
                        <a:pt x="11425" y="26560"/>
                        <a:pt x="12954" y="26560"/>
                      </a:cubicBezTo>
                      <a:cubicBezTo>
                        <a:pt x="14641" y="26560"/>
                        <a:pt x="16103" y="26223"/>
                        <a:pt x="17295" y="25571"/>
                      </a:cubicBezTo>
                      <a:cubicBezTo>
                        <a:pt x="18509" y="24896"/>
                        <a:pt x="19476" y="24019"/>
                        <a:pt x="20241" y="22894"/>
                      </a:cubicBezTo>
                      <a:cubicBezTo>
                        <a:pt x="21005" y="21770"/>
                        <a:pt x="21545" y="20510"/>
                        <a:pt x="21905" y="19116"/>
                      </a:cubicBezTo>
                      <a:cubicBezTo>
                        <a:pt x="22265" y="17722"/>
                        <a:pt x="22445" y="16260"/>
                        <a:pt x="22445" y="14753"/>
                      </a:cubicBezTo>
                      <a:close/>
                    </a:path>
                  </a:pathLst>
                </a:custGeom>
                <a:solidFill>
                  <a:srgbClr val="1A1A1A"/>
                </a:solidFill>
                <a:ln w="2249" cap="flat">
                  <a:noFill/>
                  <a:prstDash val="solid"/>
                  <a:miter/>
                </a:ln>
              </p:spPr>
              <p:txBody>
                <a:bodyPr rtlCol="0" anchor="ctr"/>
                <a:lstStyle/>
                <a:p>
                  <a:endParaRPr lang="en-US"/>
                </a:p>
              </p:txBody>
            </p:sp>
            <p:sp>
              <p:nvSpPr>
                <p:cNvPr id="18498" name="Freeform 18497">
                  <a:extLst>
                    <a:ext uri="{FF2B5EF4-FFF2-40B4-BE49-F238E27FC236}">
                      <a16:creationId xmlns:a16="http://schemas.microsoft.com/office/drawing/2014/main" id="{67894A1B-6805-D4D0-50A8-DAB675CA0AA0}"/>
                    </a:ext>
                  </a:extLst>
                </p:cNvPr>
                <p:cNvSpPr/>
                <p:nvPr/>
              </p:nvSpPr>
              <p:spPr>
                <a:xfrm>
                  <a:off x="5726812" y="4814178"/>
                  <a:ext cx="38007" cy="28763"/>
                </a:xfrm>
                <a:custGeom>
                  <a:avLst/>
                  <a:gdLst>
                    <a:gd name="connsiteX0" fmla="*/ 3238 w 38007"/>
                    <a:gd name="connsiteY0" fmla="*/ 28696 h 28763"/>
                    <a:gd name="connsiteX1" fmla="*/ 0 w 38007"/>
                    <a:gd name="connsiteY1" fmla="*/ 28696 h 28763"/>
                    <a:gd name="connsiteX2" fmla="*/ 0 w 38007"/>
                    <a:gd name="connsiteY2" fmla="*/ 742 h 28763"/>
                    <a:gd name="connsiteX3" fmla="*/ 3238 w 38007"/>
                    <a:gd name="connsiteY3" fmla="*/ 742 h 28763"/>
                    <a:gd name="connsiteX4" fmla="*/ 3238 w 38007"/>
                    <a:gd name="connsiteY4" fmla="*/ 4948 h 28763"/>
                    <a:gd name="connsiteX5" fmla="*/ 3351 w 38007"/>
                    <a:gd name="connsiteY5" fmla="*/ 4948 h 28763"/>
                    <a:gd name="connsiteX6" fmla="*/ 6904 w 38007"/>
                    <a:gd name="connsiteY6" fmla="*/ 1259 h 28763"/>
                    <a:gd name="connsiteX7" fmla="*/ 11987 w 38007"/>
                    <a:gd name="connsiteY7" fmla="*/ 0 h 28763"/>
                    <a:gd name="connsiteX8" fmla="*/ 15270 w 38007"/>
                    <a:gd name="connsiteY8" fmla="*/ 427 h 28763"/>
                    <a:gd name="connsiteX9" fmla="*/ 17564 w 38007"/>
                    <a:gd name="connsiteY9" fmla="*/ 1597 h 28763"/>
                    <a:gd name="connsiteX10" fmla="*/ 19138 w 38007"/>
                    <a:gd name="connsiteY10" fmla="*/ 3306 h 28763"/>
                    <a:gd name="connsiteX11" fmla="*/ 20196 w 38007"/>
                    <a:gd name="connsiteY11" fmla="*/ 5420 h 28763"/>
                    <a:gd name="connsiteX12" fmla="*/ 23951 w 38007"/>
                    <a:gd name="connsiteY12" fmla="*/ 1349 h 28763"/>
                    <a:gd name="connsiteX13" fmla="*/ 29326 w 38007"/>
                    <a:gd name="connsiteY13" fmla="*/ 22 h 28763"/>
                    <a:gd name="connsiteX14" fmla="*/ 33891 w 38007"/>
                    <a:gd name="connsiteY14" fmla="*/ 967 h 28763"/>
                    <a:gd name="connsiteX15" fmla="*/ 36501 w 38007"/>
                    <a:gd name="connsiteY15" fmla="*/ 3441 h 28763"/>
                    <a:gd name="connsiteX16" fmla="*/ 37715 w 38007"/>
                    <a:gd name="connsiteY16" fmla="*/ 6972 h 28763"/>
                    <a:gd name="connsiteX17" fmla="*/ 38007 w 38007"/>
                    <a:gd name="connsiteY17" fmla="*/ 11065 h 28763"/>
                    <a:gd name="connsiteX18" fmla="*/ 38007 w 38007"/>
                    <a:gd name="connsiteY18" fmla="*/ 28719 h 28763"/>
                    <a:gd name="connsiteX19" fmla="*/ 34769 w 38007"/>
                    <a:gd name="connsiteY19" fmla="*/ 28719 h 28763"/>
                    <a:gd name="connsiteX20" fmla="*/ 34769 w 38007"/>
                    <a:gd name="connsiteY20" fmla="*/ 9400 h 28763"/>
                    <a:gd name="connsiteX21" fmla="*/ 33509 w 38007"/>
                    <a:gd name="connsiteY21" fmla="*/ 4655 h 28763"/>
                    <a:gd name="connsiteX22" fmla="*/ 28786 w 38007"/>
                    <a:gd name="connsiteY22" fmla="*/ 2923 h 28763"/>
                    <a:gd name="connsiteX23" fmla="*/ 25368 w 38007"/>
                    <a:gd name="connsiteY23" fmla="*/ 3711 h 28763"/>
                    <a:gd name="connsiteX24" fmla="*/ 22490 w 38007"/>
                    <a:gd name="connsiteY24" fmla="*/ 6117 h 28763"/>
                    <a:gd name="connsiteX25" fmla="*/ 21590 w 38007"/>
                    <a:gd name="connsiteY25" fmla="*/ 7759 h 28763"/>
                    <a:gd name="connsiteX26" fmla="*/ 21027 w 38007"/>
                    <a:gd name="connsiteY26" fmla="*/ 9738 h 28763"/>
                    <a:gd name="connsiteX27" fmla="*/ 20735 w 38007"/>
                    <a:gd name="connsiteY27" fmla="*/ 11785 h 28763"/>
                    <a:gd name="connsiteX28" fmla="*/ 20645 w 38007"/>
                    <a:gd name="connsiteY28" fmla="*/ 13674 h 28763"/>
                    <a:gd name="connsiteX29" fmla="*/ 20645 w 38007"/>
                    <a:gd name="connsiteY29" fmla="*/ 28741 h 28763"/>
                    <a:gd name="connsiteX30" fmla="*/ 17407 w 38007"/>
                    <a:gd name="connsiteY30" fmla="*/ 28741 h 28763"/>
                    <a:gd name="connsiteX31" fmla="*/ 17407 w 38007"/>
                    <a:gd name="connsiteY31" fmla="*/ 9423 h 28763"/>
                    <a:gd name="connsiteX32" fmla="*/ 16147 w 38007"/>
                    <a:gd name="connsiteY32" fmla="*/ 4678 h 28763"/>
                    <a:gd name="connsiteX33" fmla="*/ 11424 w 38007"/>
                    <a:gd name="connsiteY33" fmla="*/ 2946 h 28763"/>
                    <a:gd name="connsiteX34" fmla="*/ 8006 w 38007"/>
                    <a:gd name="connsiteY34" fmla="*/ 3733 h 28763"/>
                    <a:gd name="connsiteX35" fmla="*/ 5127 w 38007"/>
                    <a:gd name="connsiteY35" fmla="*/ 6140 h 28763"/>
                    <a:gd name="connsiteX36" fmla="*/ 4228 w 38007"/>
                    <a:gd name="connsiteY36" fmla="*/ 7781 h 28763"/>
                    <a:gd name="connsiteX37" fmla="*/ 3666 w 38007"/>
                    <a:gd name="connsiteY37" fmla="*/ 9760 h 28763"/>
                    <a:gd name="connsiteX38" fmla="*/ 3373 w 38007"/>
                    <a:gd name="connsiteY38" fmla="*/ 11807 h 28763"/>
                    <a:gd name="connsiteX39" fmla="*/ 3283 w 38007"/>
                    <a:gd name="connsiteY39" fmla="*/ 13696 h 28763"/>
                    <a:gd name="connsiteX40" fmla="*/ 3283 w 38007"/>
                    <a:gd name="connsiteY40" fmla="*/ 28764 h 287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38007" h="28763">
                      <a:moveTo>
                        <a:pt x="3238" y="28696"/>
                      </a:moveTo>
                      <a:lnTo>
                        <a:pt x="0" y="28696"/>
                      </a:lnTo>
                      <a:lnTo>
                        <a:pt x="0" y="742"/>
                      </a:lnTo>
                      <a:lnTo>
                        <a:pt x="3238" y="742"/>
                      </a:lnTo>
                      <a:lnTo>
                        <a:pt x="3238" y="4948"/>
                      </a:lnTo>
                      <a:lnTo>
                        <a:pt x="3351" y="4948"/>
                      </a:lnTo>
                      <a:cubicBezTo>
                        <a:pt x="4183" y="3328"/>
                        <a:pt x="5375" y="2091"/>
                        <a:pt x="6904" y="1259"/>
                      </a:cubicBezTo>
                      <a:cubicBezTo>
                        <a:pt x="8456" y="405"/>
                        <a:pt x="10142" y="0"/>
                        <a:pt x="11987" y="0"/>
                      </a:cubicBezTo>
                      <a:cubicBezTo>
                        <a:pt x="13291" y="0"/>
                        <a:pt x="14371" y="135"/>
                        <a:pt x="15270" y="427"/>
                      </a:cubicBezTo>
                      <a:cubicBezTo>
                        <a:pt x="16170" y="720"/>
                        <a:pt x="16934" y="1102"/>
                        <a:pt x="17564" y="1597"/>
                      </a:cubicBezTo>
                      <a:cubicBezTo>
                        <a:pt x="18194" y="2091"/>
                        <a:pt x="18711" y="2654"/>
                        <a:pt x="19138" y="3306"/>
                      </a:cubicBezTo>
                      <a:cubicBezTo>
                        <a:pt x="19566" y="3958"/>
                        <a:pt x="19903" y="4655"/>
                        <a:pt x="20196" y="5420"/>
                      </a:cubicBezTo>
                      <a:cubicBezTo>
                        <a:pt x="21140" y="3576"/>
                        <a:pt x="22377" y="2226"/>
                        <a:pt x="23951" y="1349"/>
                      </a:cubicBezTo>
                      <a:cubicBezTo>
                        <a:pt x="25525" y="472"/>
                        <a:pt x="27302" y="22"/>
                        <a:pt x="29326" y="22"/>
                      </a:cubicBezTo>
                      <a:cubicBezTo>
                        <a:pt x="31238" y="22"/>
                        <a:pt x="32744" y="337"/>
                        <a:pt x="33891" y="967"/>
                      </a:cubicBezTo>
                      <a:cubicBezTo>
                        <a:pt x="35016" y="1597"/>
                        <a:pt x="35893" y="2429"/>
                        <a:pt x="36501" y="3441"/>
                      </a:cubicBezTo>
                      <a:cubicBezTo>
                        <a:pt x="37108" y="4453"/>
                        <a:pt x="37512" y="5645"/>
                        <a:pt x="37715" y="6972"/>
                      </a:cubicBezTo>
                      <a:cubicBezTo>
                        <a:pt x="37917" y="8299"/>
                        <a:pt x="38007" y="9670"/>
                        <a:pt x="38007" y="11065"/>
                      </a:cubicBezTo>
                      <a:lnTo>
                        <a:pt x="38007" y="28719"/>
                      </a:lnTo>
                      <a:lnTo>
                        <a:pt x="34769" y="28719"/>
                      </a:lnTo>
                      <a:lnTo>
                        <a:pt x="34769" y="9400"/>
                      </a:lnTo>
                      <a:cubicBezTo>
                        <a:pt x="34769" y="7376"/>
                        <a:pt x="34341" y="5802"/>
                        <a:pt x="33509" y="4655"/>
                      </a:cubicBezTo>
                      <a:cubicBezTo>
                        <a:pt x="32654" y="3508"/>
                        <a:pt x="31080" y="2923"/>
                        <a:pt x="28786" y="2923"/>
                      </a:cubicBezTo>
                      <a:cubicBezTo>
                        <a:pt x="27594" y="2923"/>
                        <a:pt x="26447" y="3193"/>
                        <a:pt x="25368" y="3711"/>
                      </a:cubicBezTo>
                      <a:cubicBezTo>
                        <a:pt x="24266" y="4228"/>
                        <a:pt x="23299" y="5038"/>
                        <a:pt x="22490" y="6117"/>
                      </a:cubicBezTo>
                      <a:cubicBezTo>
                        <a:pt x="22129" y="6589"/>
                        <a:pt x="21837" y="7129"/>
                        <a:pt x="21590" y="7759"/>
                      </a:cubicBezTo>
                      <a:cubicBezTo>
                        <a:pt x="21365" y="8389"/>
                        <a:pt x="21163" y="9041"/>
                        <a:pt x="21027" y="9738"/>
                      </a:cubicBezTo>
                      <a:cubicBezTo>
                        <a:pt x="20892" y="10413"/>
                        <a:pt x="20780" y="11110"/>
                        <a:pt x="20735" y="11785"/>
                      </a:cubicBezTo>
                      <a:cubicBezTo>
                        <a:pt x="20690" y="12459"/>
                        <a:pt x="20645" y="13089"/>
                        <a:pt x="20645" y="13674"/>
                      </a:cubicBezTo>
                      <a:lnTo>
                        <a:pt x="20645" y="28741"/>
                      </a:lnTo>
                      <a:lnTo>
                        <a:pt x="17407" y="28741"/>
                      </a:lnTo>
                      <a:lnTo>
                        <a:pt x="17407" y="9423"/>
                      </a:lnTo>
                      <a:cubicBezTo>
                        <a:pt x="17407" y="7399"/>
                        <a:pt x="16979" y="5825"/>
                        <a:pt x="16147" y="4678"/>
                      </a:cubicBezTo>
                      <a:cubicBezTo>
                        <a:pt x="15292" y="3531"/>
                        <a:pt x="13718" y="2946"/>
                        <a:pt x="11424" y="2946"/>
                      </a:cubicBezTo>
                      <a:cubicBezTo>
                        <a:pt x="10232" y="2946"/>
                        <a:pt x="9085" y="3216"/>
                        <a:pt x="8006" y="3733"/>
                      </a:cubicBezTo>
                      <a:cubicBezTo>
                        <a:pt x="6904" y="4250"/>
                        <a:pt x="5937" y="5060"/>
                        <a:pt x="5127" y="6140"/>
                      </a:cubicBezTo>
                      <a:cubicBezTo>
                        <a:pt x="4768" y="6612"/>
                        <a:pt x="4475" y="7152"/>
                        <a:pt x="4228" y="7781"/>
                      </a:cubicBezTo>
                      <a:cubicBezTo>
                        <a:pt x="4003" y="8411"/>
                        <a:pt x="3801" y="9063"/>
                        <a:pt x="3666" y="9760"/>
                      </a:cubicBezTo>
                      <a:cubicBezTo>
                        <a:pt x="3530" y="10435"/>
                        <a:pt x="3418" y="11132"/>
                        <a:pt x="3373" y="11807"/>
                      </a:cubicBezTo>
                      <a:cubicBezTo>
                        <a:pt x="3328" y="12482"/>
                        <a:pt x="3283" y="13111"/>
                        <a:pt x="3283" y="13696"/>
                      </a:cubicBezTo>
                      <a:lnTo>
                        <a:pt x="3283" y="28764"/>
                      </a:lnTo>
                      <a:close/>
                    </a:path>
                  </a:pathLst>
                </a:custGeom>
                <a:solidFill>
                  <a:srgbClr val="1A1A1A"/>
                </a:solidFill>
                <a:ln w="2249" cap="flat">
                  <a:noFill/>
                  <a:prstDash val="solid"/>
                  <a:miter/>
                </a:ln>
              </p:spPr>
              <p:txBody>
                <a:bodyPr rtlCol="0" anchor="ctr"/>
                <a:lstStyle/>
                <a:p>
                  <a:endParaRPr lang="en-US"/>
                </a:p>
              </p:txBody>
            </p:sp>
            <p:sp>
              <p:nvSpPr>
                <p:cNvPr id="18499" name="Freeform 18498">
                  <a:extLst>
                    <a:ext uri="{FF2B5EF4-FFF2-40B4-BE49-F238E27FC236}">
                      <a16:creationId xmlns:a16="http://schemas.microsoft.com/office/drawing/2014/main" id="{52E48260-EF84-F652-276B-2B7CAB563B38}"/>
                    </a:ext>
                  </a:extLst>
                </p:cNvPr>
                <p:cNvSpPr/>
                <p:nvPr/>
              </p:nvSpPr>
              <p:spPr>
                <a:xfrm>
                  <a:off x="5772601" y="4814156"/>
                  <a:ext cx="25682" cy="39738"/>
                </a:xfrm>
                <a:custGeom>
                  <a:avLst/>
                  <a:gdLst>
                    <a:gd name="connsiteX0" fmla="*/ 3238 w 25682"/>
                    <a:gd name="connsiteY0" fmla="*/ 39739 h 39738"/>
                    <a:gd name="connsiteX1" fmla="*/ 0 w 25682"/>
                    <a:gd name="connsiteY1" fmla="*/ 39739 h 39738"/>
                    <a:gd name="connsiteX2" fmla="*/ 0 w 25682"/>
                    <a:gd name="connsiteY2" fmla="*/ 765 h 39738"/>
                    <a:gd name="connsiteX3" fmla="*/ 3238 w 25682"/>
                    <a:gd name="connsiteY3" fmla="*/ 765 h 39738"/>
                    <a:gd name="connsiteX4" fmla="*/ 3238 w 25682"/>
                    <a:gd name="connsiteY4" fmla="*/ 5667 h 39738"/>
                    <a:gd name="connsiteX5" fmla="*/ 3351 w 25682"/>
                    <a:gd name="connsiteY5" fmla="*/ 5667 h 39738"/>
                    <a:gd name="connsiteX6" fmla="*/ 5150 w 25682"/>
                    <a:gd name="connsiteY6" fmla="*/ 3238 h 39738"/>
                    <a:gd name="connsiteX7" fmla="*/ 7579 w 25682"/>
                    <a:gd name="connsiteY7" fmla="*/ 1462 h 39738"/>
                    <a:gd name="connsiteX8" fmla="*/ 10300 w 25682"/>
                    <a:gd name="connsiteY8" fmla="*/ 382 h 39738"/>
                    <a:gd name="connsiteX9" fmla="*/ 13044 w 25682"/>
                    <a:gd name="connsiteY9" fmla="*/ 0 h 39738"/>
                    <a:gd name="connsiteX10" fmla="*/ 18824 w 25682"/>
                    <a:gd name="connsiteY10" fmla="*/ 1124 h 39738"/>
                    <a:gd name="connsiteX11" fmla="*/ 22737 w 25682"/>
                    <a:gd name="connsiteY11" fmla="*/ 4228 h 39738"/>
                    <a:gd name="connsiteX12" fmla="*/ 24986 w 25682"/>
                    <a:gd name="connsiteY12" fmla="*/ 8906 h 39738"/>
                    <a:gd name="connsiteX13" fmla="*/ 25683 w 25682"/>
                    <a:gd name="connsiteY13" fmla="*/ 14685 h 39738"/>
                    <a:gd name="connsiteX14" fmla="*/ 24919 w 25682"/>
                    <a:gd name="connsiteY14" fmla="*/ 20308 h 39738"/>
                    <a:gd name="connsiteX15" fmla="*/ 22625 w 25682"/>
                    <a:gd name="connsiteY15" fmla="*/ 25031 h 39738"/>
                    <a:gd name="connsiteX16" fmla="*/ 18734 w 25682"/>
                    <a:gd name="connsiteY16" fmla="*/ 28269 h 39738"/>
                    <a:gd name="connsiteX17" fmla="*/ 13202 w 25682"/>
                    <a:gd name="connsiteY17" fmla="*/ 29484 h 39738"/>
                    <a:gd name="connsiteX18" fmla="*/ 7512 w 25682"/>
                    <a:gd name="connsiteY18" fmla="*/ 28157 h 39738"/>
                    <a:gd name="connsiteX19" fmla="*/ 3216 w 25682"/>
                    <a:gd name="connsiteY19" fmla="*/ 24244 h 39738"/>
                    <a:gd name="connsiteX20" fmla="*/ 3216 w 25682"/>
                    <a:gd name="connsiteY20" fmla="*/ 39739 h 39738"/>
                    <a:gd name="connsiteX21" fmla="*/ 3238 w 25682"/>
                    <a:gd name="connsiteY21" fmla="*/ 14843 h 39738"/>
                    <a:gd name="connsiteX22" fmla="*/ 3891 w 25682"/>
                    <a:gd name="connsiteY22" fmla="*/ 19341 h 39738"/>
                    <a:gd name="connsiteX23" fmla="*/ 5757 w 25682"/>
                    <a:gd name="connsiteY23" fmla="*/ 23074 h 39738"/>
                    <a:gd name="connsiteX24" fmla="*/ 8726 w 25682"/>
                    <a:gd name="connsiteY24" fmla="*/ 25616 h 39738"/>
                    <a:gd name="connsiteX25" fmla="*/ 12684 w 25682"/>
                    <a:gd name="connsiteY25" fmla="*/ 26560 h 39738"/>
                    <a:gd name="connsiteX26" fmla="*/ 17025 w 25682"/>
                    <a:gd name="connsiteY26" fmla="*/ 25571 h 39738"/>
                    <a:gd name="connsiteX27" fmla="*/ 20083 w 25682"/>
                    <a:gd name="connsiteY27" fmla="*/ 22849 h 39738"/>
                    <a:gd name="connsiteX28" fmla="*/ 21815 w 25682"/>
                    <a:gd name="connsiteY28" fmla="*/ 18824 h 39738"/>
                    <a:gd name="connsiteX29" fmla="*/ 22243 w 25682"/>
                    <a:gd name="connsiteY29" fmla="*/ 13876 h 39738"/>
                    <a:gd name="connsiteX30" fmla="*/ 21523 w 25682"/>
                    <a:gd name="connsiteY30" fmla="*/ 9198 h 39738"/>
                    <a:gd name="connsiteX31" fmla="*/ 19498 w 25682"/>
                    <a:gd name="connsiteY31" fmla="*/ 5780 h 39738"/>
                    <a:gd name="connsiteX32" fmla="*/ 16485 w 25682"/>
                    <a:gd name="connsiteY32" fmla="*/ 3643 h 39738"/>
                    <a:gd name="connsiteX33" fmla="*/ 12706 w 25682"/>
                    <a:gd name="connsiteY33" fmla="*/ 2923 h 39738"/>
                    <a:gd name="connsiteX34" fmla="*/ 8659 w 25682"/>
                    <a:gd name="connsiteY34" fmla="*/ 3846 h 39738"/>
                    <a:gd name="connsiteX35" fmla="*/ 5690 w 25682"/>
                    <a:gd name="connsiteY35" fmla="*/ 6364 h 39738"/>
                    <a:gd name="connsiteX36" fmla="*/ 3891 w 25682"/>
                    <a:gd name="connsiteY36" fmla="*/ 10143 h 39738"/>
                    <a:gd name="connsiteX37" fmla="*/ 3261 w 25682"/>
                    <a:gd name="connsiteY37" fmla="*/ 14866 h 39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682" h="39738">
                      <a:moveTo>
                        <a:pt x="3238" y="39739"/>
                      </a:moveTo>
                      <a:lnTo>
                        <a:pt x="0" y="39739"/>
                      </a:lnTo>
                      <a:lnTo>
                        <a:pt x="0" y="765"/>
                      </a:lnTo>
                      <a:lnTo>
                        <a:pt x="3238" y="765"/>
                      </a:lnTo>
                      <a:lnTo>
                        <a:pt x="3238" y="5667"/>
                      </a:lnTo>
                      <a:lnTo>
                        <a:pt x="3351" y="5667"/>
                      </a:lnTo>
                      <a:cubicBezTo>
                        <a:pt x="3823" y="4768"/>
                        <a:pt x="4430" y="3958"/>
                        <a:pt x="5150" y="3238"/>
                      </a:cubicBezTo>
                      <a:cubicBezTo>
                        <a:pt x="5893" y="2519"/>
                        <a:pt x="6702" y="1934"/>
                        <a:pt x="7579" y="1462"/>
                      </a:cubicBezTo>
                      <a:cubicBezTo>
                        <a:pt x="8456" y="989"/>
                        <a:pt x="9378" y="629"/>
                        <a:pt x="10300" y="382"/>
                      </a:cubicBezTo>
                      <a:cubicBezTo>
                        <a:pt x="11245" y="135"/>
                        <a:pt x="12144" y="0"/>
                        <a:pt x="13044" y="0"/>
                      </a:cubicBezTo>
                      <a:cubicBezTo>
                        <a:pt x="15316" y="0"/>
                        <a:pt x="17227" y="382"/>
                        <a:pt x="18824" y="1124"/>
                      </a:cubicBezTo>
                      <a:cubicBezTo>
                        <a:pt x="20398" y="1889"/>
                        <a:pt x="21702" y="2923"/>
                        <a:pt x="22737" y="4228"/>
                      </a:cubicBezTo>
                      <a:cubicBezTo>
                        <a:pt x="23772" y="5532"/>
                        <a:pt x="24513" y="7107"/>
                        <a:pt x="24986" y="8906"/>
                      </a:cubicBezTo>
                      <a:cubicBezTo>
                        <a:pt x="25458" y="10705"/>
                        <a:pt x="25683" y="12639"/>
                        <a:pt x="25683" y="14685"/>
                      </a:cubicBezTo>
                      <a:cubicBezTo>
                        <a:pt x="25683" y="16620"/>
                        <a:pt x="25436" y="18509"/>
                        <a:pt x="24919" y="20308"/>
                      </a:cubicBezTo>
                      <a:cubicBezTo>
                        <a:pt x="24424" y="22107"/>
                        <a:pt x="23659" y="23681"/>
                        <a:pt x="22625" y="25031"/>
                      </a:cubicBezTo>
                      <a:cubicBezTo>
                        <a:pt x="21590" y="26380"/>
                        <a:pt x="20308" y="27460"/>
                        <a:pt x="18734" y="28269"/>
                      </a:cubicBezTo>
                      <a:cubicBezTo>
                        <a:pt x="17160" y="29079"/>
                        <a:pt x="15316" y="29484"/>
                        <a:pt x="13202" y="29484"/>
                      </a:cubicBezTo>
                      <a:cubicBezTo>
                        <a:pt x="11222" y="29484"/>
                        <a:pt x="9333" y="29034"/>
                        <a:pt x="7512" y="28157"/>
                      </a:cubicBezTo>
                      <a:cubicBezTo>
                        <a:pt x="5690" y="27280"/>
                        <a:pt x="4273" y="25975"/>
                        <a:pt x="3216" y="24244"/>
                      </a:cubicBezTo>
                      <a:lnTo>
                        <a:pt x="3216" y="39739"/>
                      </a:lnTo>
                      <a:close/>
                      <a:moveTo>
                        <a:pt x="3238" y="14843"/>
                      </a:moveTo>
                      <a:cubicBezTo>
                        <a:pt x="3238" y="16417"/>
                        <a:pt x="3463" y="17924"/>
                        <a:pt x="3891" y="19341"/>
                      </a:cubicBezTo>
                      <a:cubicBezTo>
                        <a:pt x="4318" y="20758"/>
                        <a:pt x="4948" y="21995"/>
                        <a:pt x="5757" y="23074"/>
                      </a:cubicBezTo>
                      <a:cubicBezTo>
                        <a:pt x="6567" y="24131"/>
                        <a:pt x="7557" y="24986"/>
                        <a:pt x="8726" y="25616"/>
                      </a:cubicBezTo>
                      <a:cubicBezTo>
                        <a:pt x="9895" y="26245"/>
                        <a:pt x="11222" y="26560"/>
                        <a:pt x="12684" y="26560"/>
                      </a:cubicBezTo>
                      <a:cubicBezTo>
                        <a:pt x="14349" y="26560"/>
                        <a:pt x="15788" y="26223"/>
                        <a:pt x="17025" y="25571"/>
                      </a:cubicBezTo>
                      <a:cubicBezTo>
                        <a:pt x="18262" y="24896"/>
                        <a:pt x="19274" y="23996"/>
                        <a:pt x="20083" y="22849"/>
                      </a:cubicBezTo>
                      <a:cubicBezTo>
                        <a:pt x="20870" y="21702"/>
                        <a:pt x="21455" y="20353"/>
                        <a:pt x="21815" y="18824"/>
                      </a:cubicBezTo>
                      <a:cubicBezTo>
                        <a:pt x="22175" y="17294"/>
                        <a:pt x="22309" y="15653"/>
                        <a:pt x="22243" y="13876"/>
                      </a:cubicBezTo>
                      <a:cubicBezTo>
                        <a:pt x="22243" y="12122"/>
                        <a:pt x="21995" y="10547"/>
                        <a:pt x="21523" y="9198"/>
                      </a:cubicBezTo>
                      <a:cubicBezTo>
                        <a:pt x="21028" y="7849"/>
                        <a:pt x="20353" y="6702"/>
                        <a:pt x="19498" y="5780"/>
                      </a:cubicBezTo>
                      <a:cubicBezTo>
                        <a:pt x="18644" y="4835"/>
                        <a:pt x="17632" y="4138"/>
                        <a:pt x="16485" y="3643"/>
                      </a:cubicBezTo>
                      <a:cubicBezTo>
                        <a:pt x="15338" y="3148"/>
                        <a:pt x="14079" y="2923"/>
                        <a:pt x="12706" y="2923"/>
                      </a:cubicBezTo>
                      <a:cubicBezTo>
                        <a:pt x="11200" y="2923"/>
                        <a:pt x="9851" y="3238"/>
                        <a:pt x="8659" y="3846"/>
                      </a:cubicBezTo>
                      <a:cubicBezTo>
                        <a:pt x="7467" y="4453"/>
                        <a:pt x="6477" y="5285"/>
                        <a:pt x="5690" y="6364"/>
                      </a:cubicBezTo>
                      <a:cubicBezTo>
                        <a:pt x="4903" y="7421"/>
                        <a:pt x="4295" y="8681"/>
                        <a:pt x="3891" y="10143"/>
                      </a:cubicBezTo>
                      <a:cubicBezTo>
                        <a:pt x="3486" y="11604"/>
                        <a:pt x="3261" y="13179"/>
                        <a:pt x="3261" y="14866"/>
                      </a:cubicBezTo>
                      <a:close/>
                    </a:path>
                  </a:pathLst>
                </a:custGeom>
                <a:solidFill>
                  <a:srgbClr val="1A1A1A"/>
                </a:solidFill>
                <a:ln w="2249" cap="flat">
                  <a:noFill/>
                  <a:prstDash val="solid"/>
                  <a:miter/>
                </a:ln>
              </p:spPr>
              <p:txBody>
                <a:bodyPr rtlCol="0" anchor="ctr"/>
                <a:lstStyle/>
                <a:p>
                  <a:endParaRPr lang="en-US"/>
                </a:p>
              </p:txBody>
            </p:sp>
            <p:sp>
              <p:nvSpPr>
                <p:cNvPr id="18500" name="Freeform 18499">
                  <a:extLst>
                    <a:ext uri="{FF2B5EF4-FFF2-40B4-BE49-F238E27FC236}">
                      <a16:creationId xmlns:a16="http://schemas.microsoft.com/office/drawing/2014/main" id="{CA7BF137-63A2-D4CF-8DD1-64AFBB4FE823}"/>
                    </a:ext>
                  </a:extLst>
                </p:cNvPr>
                <p:cNvSpPr/>
                <p:nvPr/>
              </p:nvSpPr>
              <p:spPr>
                <a:xfrm>
                  <a:off x="5803704" y="4814200"/>
                  <a:ext cx="26357" cy="29484"/>
                </a:xfrm>
                <a:custGeom>
                  <a:avLst/>
                  <a:gdLst>
                    <a:gd name="connsiteX0" fmla="*/ 14326 w 26357"/>
                    <a:gd name="connsiteY0" fmla="*/ 12369 h 29484"/>
                    <a:gd name="connsiteX1" fmla="*/ 16507 w 26357"/>
                    <a:gd name="connsiteY1" fmla="*/ 12055 h 29484"/>
                    <a:gd name="connsiteX2" fmla="*/ 18576 w 26357"/>
                    <a:gd name="connsiteY2" fmla="*/ 11470 h 29484"/>
                    <a:gd name="connsiteX3" fmla="*/ 19566 w 26357"/>
                    <a:gd name="connsiteY3" fmla="*/ 10210 h 29484"/>
                    <a:gd name="connsiteX4" fmla="*/ 19746 w 26357"/>
                    <a:gd name="connsiteY4" fmla="*/ 8569 h 29484"/>
                    <a:gd name="connsiteX5" fmla="*/ 18149 w 26357"/>
                    <a:gd name="connsiteY5" fmla="*/ 4498 h 29484"/>
                    <a:gd name="connsiteX6" fmla="*/ 12774 w 26357"/>
                    <a:gd name="connsiteY6" fmla="*/ 2901 h 29484"/>
                    <a:gd name="connsiteX7" fmla="*/ 9693 w 26357"/>
                    <a:gd name="connsiteY7" fmla="*/ 3194 h 29484"/>
                    <a:gd name="connsiteX8" fmla="*/ 7242 w 26357"/>
                    <a:gd name="connsiteY8" fmla="*/ 4228 h 29484"/>
                    <a:gd name="connsiteX9" fmla="*/ 5510 w 26357"/>
                    <a:gd name="connsiteY9" fmla="*/ 6162 h 29484"/>
                    <a:gd name="connsiteX10" fmla="*/ 4610 w 26357"/>
                    <a:gd name="connsiteY10" fmla="*/ 9221 h 29484"/>
                    <a:gd name="connsiteX11" fmla="*/ 1327 w 26357"/>
                    <a:gd name="connsiteY11" fmla="*/ 9221 h 29484"/>
                    <a:gd name="connsiteX12" fmla="*/ 2451 w 26357"/>
                    <a:gd name="connsiteY12" fmla="*/ 4993 h 29484"/>
                    <a:gd name="connsiteX13" fmla="*/ 4970 w 26357"/>
                    <a:gd name="connsiteY13" fmla="*/ 2137 h 29484"/>
                    <a:gd name="connsiteX14" fmla="*/ 8524 w 26357"/>
                    <a:gd name="connsiteY14" fmla="*/ 517 h 29484"/>
                    <a:gd name="connsiteX15" fmla="*/ 12819 w 26357"/>
                    <a:gd name="connsiteY15" fmla="*/ 0 h 29484"/>
                    <a:gd name="connsiteX16" fmla="*/ 16777 w 26357"/>
                    <a:gd name="connsiteY16" fmla="*/ 450 h 29484"/>
                    <a:gd name="connsiteX17" fmla="*/ 20016 w 26357"/>
                    <a:gd name="connsiteY17" fmla="*/ 1912 h 29484"/>
                    <a:gd name="connsiteX18" fmla="*/ 22174 w 26357"/>
                    <a:gd name="connsiteY18" fmla="*/ 4588 h 29484"/>
                    <a:gd name="connsiteX19" fmla="*/ 22962 w 26357"/>
                    <a:gd name="connsiteY19" fmla="*/ 8681 h 29484"/>
                    <a:gd name="connsiteX20" fmla="*/ 22962 w 26357"/>
                    <a:gd name="connsiteY20" fmla="*/ 23906 h 29484"/>
                    <a:gd name="connsiteX21" fmla="*/ 23637 w 26357"/>
                    <a:gd name="connsiteY21" fmla="*/ 26313 h 29484"/>
                    <a:gd name="connsiteX22" fmla="*/ 26358 w 26357"/>
                    <a:gd name="connsiteY22" fmla="*/ 26066 h 29484"/>
                    <a:gd name="connsiteX23" fmla="*/ 26358 w 26357"/>
                    <a:gd name="connsiteY23" fmla="*/ 28607 h 29484"/>
                    <a:gd name="connsiteX24" fmla="*/ 25256 w 26357"/>
                    <a:gd name="connsiteY24" fmla="*/ 28922 h 29484"/>
                    <a:gd name="connsiteX25" fmla="*/ 23816 w 26357"/>
                    <a:gd name="connsiteY25" fmla="*/ 29147 h 29484"/>
                    <a:gd name="connsiteX26" fmla="*/ 22355 w 26357"/>
                    <a:gd name="connsiteY26" fmla="*/ 28989 h 29484"/>
                    <a:gd name="connsiteX27" fmla="*/ 21050 w 26357"/>
                    <a:gd name="connsiteY27" fmla="*/ 28472 h 29484"/>
                    <a:gd name="connsiteX28" fmla="*/ 20263 w 26357"/>
                    <a:gd name="connsiteY28" fmla="*/ 27505 h 29484"/>
                    <a:gd name="connsiteX29" fmla="*/ 19858 w 26357"/>
                    <a:gd name="connsiteY29" fmla="*/ 26268 h 29484"/>
                    <a:gd name="connsiteX30" fmla="*/ 19746 w 26357"/>
                    <a:gd name="connsiteY30" fmla="*/ 24829 h 29484"/>
                    <a:gd name="connsiteX31" fmla="*/ 15045 w 26357"/>
                    <a:gd name="connsiteY31" fmla="*/ 28292 h 29484"/>
                    <a:gd name="connsiteX32" fmla="*/ 9333 w 26357"/>
                    <a:gd name="connsiteY32" fmla="*/ 29484 h 29484"/>
                    <a:gd name="connsiteX33" fmla="*/ 5802 w 26357"/>
                    <a:gd name="connsiteY33" fmla="*/ 28989 h 29484"/>
                    <a:gd name="connsiteX34" fmla="*/ 2811 w 26357"/>
                    <a:gd name="connsiteY34" fmla="*/ 27482 h 29484"/>
                    <a:gd name="connsiteX35" fmla="*/ 764 w 26357"/>
                    <a:gd name="connsiteY35" fmla="*/ 24964 h 29484"/>
                    <a:gd name="connsiteX36" fmla="*/ 0 w 26357"/>
                    <a:gd name="connsiteY36" fmla="*/ 21433 h 29484"/>
                    <a:gd name="connsiteX37" fmla="*/ 9760 w 26357"/>
                    <a:gd name="connsiteY37" fmla="*/ 13022 h 29484"/>
                    <a:gd name="connsiteX38" fmla="*/ 14236 w 26357"/>
                    <a:gd name="connsiteY38" fmla="*/ 12437 h 29484"/>
                    <a:gd name="connsiteX39" fmla="*/ 19791 w 26357"/>
                    <a:gd name="connsiteY39" fmla="*/ 13989 h 29484"/>
                    <a:gd name="connsiteX40" fmla="*/ 15630 w 26357"/>
                    <a:gd name="connsiteY40" fmla="*/ 15113 h 29484"/>
                    <a:gd name="connsiteX41" fmla="*/ 11424 w 26357"/>
                    <a:gd name="connsiteY41" fmla="*/ 15540 h 29484"/>
                    <a:gd name="connsiteX42" fmla="*/ 5622 w 26357"/>
                    <a:gd name="connsiteY42" fmla="*/ 17205 h 29484"/>
                    <a:gd name="connsiteX43" fmla="*/ 3553 w 26357"/>
                    <a:gd name="connsiteY43" fmla="*/ 21478 h 29484"/>
                    <a:gd name="connsiteX44" fmla="*/ 4071 w 26357"/>
                    <a:gd name="connsiteY44" fmla="*/ 23727 h 29484"/>
                    <a:gd name="connsiteX45" fmla="*/ 5420 w 26357"/>
                    <a:gd name="connsiteY45" fmla="*/ 25301 h 29484"/>
                    <a:gd name="connsiteX46" fmla="*/ 7354 w 26357"/>
                    <a:gd name="connsiteY46" fmla="*/ 26223 h 29484"/>
                    <a:gd name="connsiteX47" fmla="*/ 9603 w 26357"/>
                    <a:gd name="connsiteY47" fmla="*/ 26515 h 29484"/>
                    <a:gd name="connsiteX48" fmla="*/ 13381 w 26357"/>
                    <a:gd name="connsiteY48" fmla="*/ 26021 h 29484"/>
                    <a:gd name="connsiteX49" fmla="*/ 16642 w 26357"/>
                    <a:gd name="connsiteY49" fmla="*/ 24536 h 29484"/>
                    <a:gd name="connsiteX50" fmla="*/ 18936 w 26357"/>
                    <a:gd name="connsiteY50" fmla="*/ 21995 h 29484"/>
                    <a:gd name="connsiteX51" fmla="*/ 19791 w 26357"/>
                    <a:gd name="connsiteY51" fmla="*/ 18352 h 29484"/>
                    <a:gd name="connsiteX52" fmla="*/ 19791 w 26357"/>
                    <a:gd name="connsiteY52" fmla="*/ 13989 h 294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6357" h="29484">
                      <a:moveTo>
                        <a:pt x="14326" y="12369"/>
                      </a:moveTo>
                      <a:cubicBezTo>
                        <a:pt x="14933" y="12302"/>
                        <a:pt x="15675" y="12189"/>
                        <a:pt x="16507" y="12055"/>
                      </a:cubicBezTo>
                      <a:cubicBezTo>
                        <a:pt x="17362" y="11920"/>
                        <a:pt x="18037" y="11717"/>
                        <a:pt x="18576" y="11470"/>
                      </a:cubicBezTo>
                      <a:cubicBezTo>
                        <a:pt x="19116" y="11223"/>
                        <a:pt x="19453" y="10795"/>
                        <a:pt x="19566" y="10210"/>
                      </a:cubicBezTo>
                      <a:cubicBezTo>
                        <a:pt x="19701" y="9626"/>
                        <a:pt x="19746" y="9063"/>
                        <a:pt x="19746" y="8569"/>
                      </a:cubicBezTo>
                      <a:cubicBezTo>
                        <a:pt x="19746" y="6904"/>
                        <a:pt x="19206" y="5555"/>
                        <a:pt x="18149" y="4498"/>
                      </a:cubicBezTo>
                      <a:cubicBezTo>
                        <a:pt x="17092" y="3441"/>
                        <a:pt x="15293" y="2901"/>
                        <a:pt x="12774" y="2901"/>
                      </a:cubicBezTo>
                      <a:cubicBezTo>
                        <a:pt x="11649" y="2901"/>
                        <a:pt x="10638" y="2991"/>
                        <a:pt x="9693" y="3194"/>
                      </a:cubicBezTo>
                      <a:cubicBezTo>
                        <a:pt x="8748" y="3396"/>
                        <a:pt x="7939" y="3733"/>
                        <a:pt x="7242" y="4228"/>
                      </a:cubicBezTo>
                      <a:cubicBezTo>
                        <a:pt x="6544" y="4723"/>
                        <a:pt x="5960" y="5353"/>
                        <a:pt x="5510" y="6162"/>
                      </a:cubicBezTo>
                      <a:cubicBezTo>
                        <a:pt x="5060" y="6972"/>
                        <a:pt x="4768" y="7984"/>
                        <a:pt x="4610" y="9221"/>
                      </a:cubicBezTo>
                      <a:lnTo>
                        <a:pt x="1327" y="9221"/>
                      </a:lnTo>
                      <a:cubicBezTo>
                        <a:pt x="1439" y="7557"/>
                        <a:pt x="1822" y="6162"/>
                        <a:pt x="2451" y="4993"/>
                      </a:cubicBezTo>
                      <a:cubicBezTo>
                        <a:pt x="3103" y="3823"/>
                        <a:pt x="3936" y="2879"/>
                        <a:pt x="4970" y="2137"/>
                      </a:cubicBezTo>
                      <a:cubicBezTo>
                        <a:pt x="6005" y="1395"/>
                        <a:pt x="7174" y="855"/>
                        <a:pt x="8524" y="517"/>
                      </a:cubicBezTo>
                      <a:cubicBezTo>
                        <a:pt x="9873" y="180"/>
                        <a:pt x="11312" y="0"/>
                        <a:pt x="12819" y="0"/>
                      </a:cubicBezTo>
                      <a:cubicBezTo>
                        <a:pt x="14213" y="0"/>
                        <a:pt x="15540" y="158"/>
                        <a:pt x="16777" y="450"/>
                      </a:cubicBezTo>
                      <a:cubicBezTo>
                        <a:pt x="18014" y="765"/>
                        <a:pt x="19094" y="1237"/>
                        <a:pt x="20016" y="1912"/>
                      </a:cubicBezTo>
                      <a:cubicBezTo>
                        <a:pt x="20938" y="2586"/>
                        <a:pt x="21657" y="3463"/>
                        <a:pt x="22174" y="4588"/>
                      </a:cubicBezTo>
                      <a:cubicBezTo>
                        <a:pt x="22692" y="5712"/>
                        <a:pt x="22962" y="7062"/>
                        <a:pt x="22962" y="8681"/>
                      </a:cubicBezTo>
                      <a:lnTo>
                        <a:pt x="22962" y="23906"/>
                      </a:lnTo>
                      <a:cubicBezTo>
                        <a:pt x="22962" y="25166"/>
                        <a:pt x="23187" y="25976"/>
                        <a:pt x="23637" y="26313"/>
                      </a:cubicBezTo>
                      <a:cubicBezTo>
                        <a:pt x="24086" y="26650"/>
                        <a:pt x="24986" y="26583"/>
                        <a:pt x="26358" y="26066"/>
                      </a:cubicBezTo>
                      <a:lnTo>
                        <a:pt x="26358" y="28607"/>
                      </a:lnTo>
                      <a:cubicBezTo>
                        <a:pt x="26110" y="28674"/>
                        <a:pt x="25728" y="28787"/>
                        <a:pt x="25256" y="28922"/>
                      </a:cubicBezTo>
                      <a:cubicBezTo>
                        <a:pt x="24761" y="29057"/>
                        <a:pt x="24289" y="29147"/>
                        <a:pt x="23816" y="29147"/>
                      </a:cubicBezTo>
                      <a:cubicBezTo>
                        <a:pt x="23321" y="29147"/>
                        <a:pt x="22827" y="29102"/>
                        <a:pt x="22355" y="28989"/>
                      </a:cubicBezTo>
                      <a:cubicBezTo>
                        <a:pt x="21815" y="28922"/>
                        <a:pt x="21388" y="28742"/>
                        <a:pt x="21050" y="28472"/>
                      </a:cubicBezTo>
                      <a:cubicBezTo>
                        <a:pt x="20735" y="28202"/>
                        <a:pt x="20465" y="27887"/>
                        <a:pt x="20263" y="27505"/>
                      </a:cubicBezTo>
                      <a:cubicBezTo>
                        <a:pt x="20061" y="27123"/>
                        <a:pt x="19925" y="26718"/>
                        <a:pt x="19858" y="26268"/>
                      </a:cubicBezTo>
                      <a:cubicBezTo>
                        <a:pt x="19791" y="25818"/>
                        <a:pt x="19746" y="25346"/>
                        <a:pt x="19746" y="24829"/>
                      </a:cubicBezTo>
                      <a:cubicBezTo>
                        <a:pt x="18374" y="26335"/>
                        <a:pt x="16822" y="27482"/>
                        <a:pt x="15045" y="28292"/>
                      </a:cubicBezTo>
                      <a:cubicBezTo>
                        <a:pt x="13291" y="29079"/>
                        <a:pt x="11380" y="29484"/>
                        <a:pt x="9333" y="29484"/>
                      </a:cubicBezTo>
                      <a:cubicBezTo>
                        <a:pt x="8118" y="29484"/>
                        <a:pt x="6926" y="29327"/>
                        <a:pt x="5802" y="28989"/>
                      </a:cubicBezTo>
                      <a:cubicBezTo>
                        <a:pt x="4677" y="28674"/>
                        <a:pt x="3666" y="28157"/>
                        <a:pt x="2811" y="27482"/>
                      </a:cubicBezTo>
                      <a:cubicBezTo>
                        <a:pt x="1956" y="26808"/>
                        <a:pt x="1260" y="25953"/>
                        <a:pt x="764" y="24964"/>
                      </a:cubicBezTo>
                      <a:cubicBezTo>
                        <a:pt x="270" y="23974"/>
                        <a:pt x="0" y="22804"/>
                        <a:pt x="0" y="21433"/>
                      </a:cubicBezTo>
                      <a:cubicBezTo>
                        <a:pt x="0" y="16687"/>
                        <a:pt x="3261" y="13876"/>
                        <a:pt x="9760" y="13022"/>
                      </a:cubicBezTo>
                      <a:lnTo>
                        <a:pt x="14236" y="12437"/>
                      </a:lnTo>
                      <a:close/>
                      <a:moveTo>
                        <a:pt x="19791" y="13989"/>
                      </a:moveTo>
                      <a:cubicBezTo>
                        <a:pt x="18419" y="14573"/>
                        <a:pt x="17047" y="14933"/>
                        <a:pt x="15630" y="15113"/>
                      </a:cubicBezTo>
                      <a:cubicBezTo>
                        <a:pt x="14236" y="15293"/>
                        <a:pt x="12819" y="15428"/>
                        <a:pt x="11424" y="15540"/>
                      </a:cubicBezTo>
                      <a:cubicBezTo>
                        <a:pt x="8951" y="15720"/>
                        <a:pt x="7016" y="16283"/>
                        <a:pt x="5622" y="17205"/>
                      </a:cubicBezTo>
                      <a:cubicBezTo>
                        <a:pt x="4228" y="18149"/>
                        <a:pt x="3553" y="19566"/>
                        <a:pt x="3553" y="21478"/>
                      </a:cubicBezTo>
                      <a:cubicBezTo>
                        <a:pt x="3553" y="22332"/>
                        <a:pt x="3733" y="23097"/>
                        <a:pt x="4071" y="23727"/>
                      </a:cubicBezTo>
                      <a:cubicBezTo>
                        <a:pt x="4408" y="24356"/>
                        <a:pt x="4858" y="24874"/>
                        <a:pt x="5420" y="25301"/>
                      </a:cubicBezTo>
                      <a:cubicBezTo>
                        <a:pt x="5982" y="25706"/>
                        <a:pt x="6634" y="26021"/>
                        <a:pt x="7354" y="26223"/>
                      </a:cubicBezTo>
                      <a:cubicBezTo>
                        <a:pt x="8073" y="26425"/>
                        <a:pt x="8838" y="26515"/>
                        <a:pt x="9603" y="26515"/>
                      </a:cubicBezTo>
                      <a:cubicBezTo>
                        <a:pt x="10907" y="26515"/>
                        <a:pt x="12167" y="26358"/>
                        <a:pt x="13381" y="26021"/>
                      </a:cubicBezTo>
                      <a:cubicBezTo>
                        <a:pt x="14596" y="25706"/>
                        <a:pt x="15698" y="25211"/>
                        <a:pt x="16642" y="24536"/>
                      </a:cubicBezTo>
                      <a:cubicBezTo>
                        <a:pt x="17586" y="23862"/>
                        <a:pt x="18351" y="23030"/>
                        <a:pt x="18936" y="21995"/>
                      </a:cubicBezTo>
                      <a:cubicBezTo>
                        <a:pt x="19498" y="20960"/>
                        <a:pt x="19791" y="19746"/>
                        <a:pt x="19791" y="18352"/>
                      </a:cubicBezTo>
                      <a:lnTo>
                        <a:pt x="19791" y="13989"/>
                      </a:lnTo>
                      <a:close/>
                    </a:path>
                  </a:pathLst>
                </a:custGeom>
                <a:solidFill>
                  <a:srgbClr val="1A1A1A"/>
                </a:solidFill>
                <a:ln w="2249" cap="flat">
                  <a:noFill/>
                  <a:prstDash val="solid"/>
                  <a:miter/>
                </a:ln>
              </p:spPr>
              <p:txBody>
                <a:bodyPr rtlCol="0" anchor="ctr"/>
                <a:lstStyle/>
                <a:p>
                  <a:endParaRPr lang="en-US"/>
                </a:p>
              </p:txBody>
            </p:sp>
            <p:sp>
              <p:nvSpPr>
                <p:cNvPr id="18501" name="Freeform 18500">
                  <a:extLst>
                    <a:ext uri="{FF2B5EF4-FFF2-40B4-BE49-F238E27FC236}">
                      <a16:creationId xmlns:a16="http://schemas.microsoft.com/office/drawing/2014/main" id="{FB843974-E60D-B47B-265E-7588046B9D85}"/>
                    </a:ext>
                  </a:extLst>
                </p:cNvPr>
                <p:cNvSpPr/>
                <p:nvPr/>
              </p:nvSpPr>
              <p:spPr>
                <a:xfrm>
                  <a:off x="5835369" y="4814156"/>
                  <a:ext cx="12481" cy="28718"/>
                </a:xfrm>
                <a:custGeom>
                  <a:avLst/>
                  <a:gdLst>
                    <a:gd name="connsiteX0" fmla="*/ 3239 w 12481"/>
                    <a:gd name="connsiteY0" fmla="*/ 28719 h 28718"/>
                    <a:gd name="connsiteX1" fmla="*/ 0 w 12481"/>
                    <a:gd name="connsiteY1" fmla="*/ 28719 h 28718"/>
                    <a:gd name="connsiteX2" fmla="*/ 0 w 12481"/>
                    <a:gd name="connsiteY2" fmla="*/ 765 h 28718"/>
                    <a:gd name="connsiteX3" fmla="*/ 3239 w 12481"/>
                    <a:gd name="connsiteY3" fmla="*/ 765 h 28718"/>
                    <a:gd name="connsiteX4" fmla="*/ 3239 w 12481"/>
                    <a:gd name="connsiteY4" fmla="*/ 6005 h 28718"/>
                    <a:gd name="connsiteX5" fmla="*/ 3351 w 12481"/>
                    <a:gd name="connsiteY5" fmla="*/ 6005 h 28718"/>
                    <a:gd name="connsiteX6" fmla="*/ 6837 w 12481"/>
                    <a:gd name="connsiteY6" fmla="*/ 1327 h 28718"/>
                    <a:gd name="connsiteX7" fmla="*/ 12482 w 12481"/>
                    <a:gd name="connsiteY7" fmla="*/ 0 h 28718"/>
                    <a:gd name="connsiteX8" fmla="*/ 12482 w 12481"/>
                    <a:gd name="connsiteY8" fmla="*/ 3508 h 28718"/>
                    <a:gd name="connsiteX9" fmla="*/ 7939 w 12481"/>
                    <a:gd name="connsiteY9" fmla="*/ 4363 h 28718"/>
                    <a:gd name="connsiteX10" fmla="*/ 5105 w 12481"/>
                    <a:gd name="connsiteY10" fmla="*/ 6837 h 28718"/>
                    <a:gd name="connsiteX11" fmla="*/ 3644 w 12481"/>
                    <a:gd name="connsiteY11" fmla="*/ 10525 h 28718"/>
                    <a:gd name="connsiteX12" fmla="*/ 3239 w 12481"/>
                    <a:gd name="connsiteY12" fmla="*/ 14978 h 28718"/>
                    <a:gd name="connsiteX13" fmla="*/ 3239 w 12481"/>
                    <a:gd name="connsiteY13" fmla="*/ 28697 h 287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8">
                      <a:moveTo>
                        <a:pt x="3239" y="28719"/>
                      </a:moveTo>
                      <a:lnTo>
                        <a:pt x="0" y="28719"/>
                      </a:lnTo>
                      <a:lnTo>
                        <a:pt x="0" y="765"/>
                      </a:lnTo>
                      <a:lnTo>
                        <a:pt x="3239" y="765"/>
                      </a:lnTo>
                      <a:lnTo>
                        <a:pt x="3239" y="6005"/>
                      </a:lnTo>
                      <a:lnTo>
                        <a:pt x="3351" y="6005"/>
                      </a:lnTo>
                      <a:cubicBezTo>
                        <a:pt x="4251" y="3778"/>
                        <a:pt x="5420" y="2226"/>
                        <a:pt x="6837" y="1327"/>
                      </a:cubicBezTo>
                      <a:cubicBezTo>
                        <a:pt x="8254" y="450"/>
                        <a:pt x="10143" y="0"/>
                        <a:pt x="12482" y="0"/>
                      </a:cubicBezTo>
                      <a:lnTo>
                        <a:pt x="12482" y="3508"/>
                      </a:lnTo>
                      <a:cubicBezTo>
                        <a:pt x="10638" y="3463"/>
                        <a:pt x="9131" y="3756"/>
                        <a:pt x="7939" y="4363"/>
                      </a:cubicBezTo>
                      <a:cubicBezTo>
                        <a:pt x="6747" y="4970"/>
                        <a:pt x="5802" y="5802"/>
                        <a:pt x="5105" y="6837"/>
                      </a:cubicBezTo>
                      <a:cubicBezTo>
                        <a:pt x="4408" y="7871"/>
                        <a:pt x="3913" y="9108"/>
                        <a:pt x="3644" y="10525"/>
                      </a:cubicBezTo>
                      <a:cubicBezTo>
                        <a:pt x="3373" y="11942"/>
                        <a:pt x="3239" y="13426"/>
                        <a:pt x="3239" y="14978"/>
                      </a:cubicBezTo>
                      <a:lnTo>
                        <a:pt x="3239" y="28697"/>
                      </a:lnTo>
                      <a:close/>
                    </a:path>
                  </a:pathLst>
                </a:custGeom>
                <a:solidFill>
                  <a:srgbClr val="1A1A1A"/>
                </a:solidFill>
                <a:ln w="2249" cap="flat">
                  <a:noFill/>
                  <a:prstDash val="solid"/>
                  <a:miter/>
                </a:ln>
              </p:spPr>
              <p:txBody>
                <a:bodyPr rtlCol="0" anchor="ctr"/>
                <a:lstStyle/>
                <a:p>
                  <a:endParaRPr lang="en-US"/>
                </a:p>
              </p:txBody>
            </p:sp>
            <p:sp>
              <p:nvSpPr>
                <p:cNvPr id="18502" name="Freeform 18501">
                  <a:extLst>
                    <a:ext uri="{FF2B5EF4-FFF2-40B4-BE49-F238E27FC236}">
                      <a16:creationId xmlns:a16="http://schemas.microsoft.com/office/drawing/2014/main" id="{95EBEBAB-0137-2373-71A7-19750F85F6CD}"/>
                    </a:ext>
                  </a:extLst>
                </p:cNvPr>
                <p:cNvSpPr/>
                <p:nvPr/>
              </p:nvSpPr>
              <p:spPr>
                <a:xfrm>
                  <a:off x="5851674" y="4814178"/>
                  <a:ext cx="25167" cy="29483"/>
                </a:xfrm>
                <a:custGeom>
                  <a:avLst/>
                  <a:gdLst>
                    <a:gd name="connsiteX0" fmla="*/ 3509 w 25167"/>
                    <a:gd name="connsiteY0" fmla="*/ 15473 h 29483"/>
                    <a:gd name="connsiteX1" fmla="*/ 4093 w 25167"/>
                    <a:gd name="connsiteY1" fmla="*/ 19768 h 29483"/>
                    <a:gd name="connsiteX2" fmla="*/ 5848 w 25167"/>
                    <a:gd name="connsiteY2" fmla="*/ 23277 h 29483"/>
                    <a:gd name="connsiteX3" fmla="*/ 8794 w 25167"/>
                    <a:gd name="connsiteY3" fmla="*/ 25660 h 29483"/>
                    <a:gd name="connsiteX4" fmla="*/ 12887 w 25167"/>
                    <a:gd name="connsiteY4" fmla="*/ 26560 h 29483"/>
                    <a:gd name="connsiteX5" fmla="*/ 18329 w 25167"/>
                    <a:gd name="connsiteY5" fmla="*/ 24896 h 29483"/>
                    <a:gd name="connsiteX6" fmla="*/ 21343 w 25167"/>
                    <a:gd name="connsiteY6" fmla="*/ 20151 h 29483"/>
                    <a:gd name="connsiteX7" fmla="*/ 24964 w 25167"/>
                    <a:gd name="connsiteY7" fmla="*/ 20151 h 29483"/>
                    <a:gd name="connsiteX8" fmla="*/ 23389 w 25167"/>
                    <a:gd name="connsiteY8" fmla="*/ 23839 h 29483"/>
                    <a:gd name="connsiteX9" fmla="*/ 20960 w 25167"/>
                    <a:gd name="connsiteY9" fmla="*/ 26807 h 29483"/>
                    <a:gd name="connsiteX10" fmla="*/ 17497 w 25167"/>
                    <a:gd name="connsiteY10" fmla="*/ 28786 h 29483"/>
                    <a:gd name="connsiteX11" fmla="*/ 12865 w 25167"/>
                    <a:gd name="connsiteY11" fmla="*/ 29484 h 29483"/>
                    <a:gd name="connsiteX12" fmla="*/ 7085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7 w 25167"/>
                    <a:gd name="connsiteY18" fmla="*/ 1169 h 29483"/>
                    <a:gd name="connsiteX19" fmla="*/ 12865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8 w 25167"/>
                    <a:gd name="connsiteY23" fmla="*/ 12774 h 29483"/>
                    <a:gd name="connsiteX24" fmla="*/ 21186 w 25167"/>
                    <a:gd name="connsiteY24" fmla="*/ 8906 h 29483"/>
                    <a:gd name="connsiteX25" fmla="*/ 19521 w 25167"/>
                    <a:gd name="connsiteY25" fmla="*/ 5780 h 29483"/>
                    <a:gd name="connsiteX26" fmla="*/ 16733 w 25167"/>
                    <a:gd name="connsiteY26" fmla="*/ 3666 h 29483"/>
                    <a:gd name="connsiteX27" fmla="*/ 12909 w 25167"/>
                    <a:gd name="connsiteY27" fmla="*/ 2878 h 29483"/>
                    <a:gd name="connsiteX28" fmla="*/ 9108 w 25167"/>
                    <a:gd name="connsiteY28" fmla="*/ 3688 h 29483"/>
                    <a:gd name="connsiteX29" fmla="*/ 6297 w 25167"/>
                    <a:gd name="connsiteY29" fmla="*/ 5847 h 29483"/>
                    <a:gd name="connsiteX30" fmla="*/ 4431 w 25167"/>
                    <a:gd name="connsiteY30" fmla="*/ 8973 h 29483"/>
                    <a:gd name="connsiteX31" fmla="*/ 3509 w 25167"/>
                    <a:gd name="connsiteY31" fmla="*/ 12751 h 29483"/>
                    <a:gd name="connsiteX32" fmla="*/ 21748 w 25167"/>
                    <a:gd name="connsiteY32" fmla="*/ 12751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9" y="15473"/>
                      </a:moveTo>
                      <a:cubicBezTo>
                        <a:pt x="3509" y="16979"/>
                        <a:pt x="3711" y="18419"/>
                        <a:pt x="4093" y="19768"/>
                      </a:cubicBezTo>
                      <a:cubicBezTo>
                        <a:pt x="4498" y="21117"/>
                        <a:pt x="5083" y="22287"/>
                        <a:pt x="5848" y="23277"/>
                      </a:cubicBezTo>
                      <a:cubicBezTo>
                        <a:pt x="6612" y="24266"/>
                        <a:pt x="7602" y="25053"/>
                        <a:pt x="8794" y="25660"/>
                      </a:cubicBezTo>
                      <a:cubicBezTo>
                        <a:pt x="9986" y="26245"/>
                        <a:pt x="11357" y="26560"/>
                        <a:pt x="12887" y="26560"/>
                      </a:cubicBezTo>
                      <a:cubicBezTo>
                        <a:pt x="15001" y="26560"/>
                        <a:pt x="16823" y="25998"/>
                        <a:pt x="18329" y="24896"/>
                      </a:cubicBezTo>
                      <a:cubicBezTo>
                        <a:pt x="19836" y="23794"/>
                        <a:pt x="20848" y="22197"/>
                        <a:pt x="21343" y="20151"/>
                      </a:cubicBezTo>
                      <a:lnTo>
                        <a:pt x="24964" y="20151"/>
                      </a:lnTo>
                      <a:cubicBezTo>
                        <a:pt x="24559" y="21477"/>
                        <a:pt x="24042" y="22714"/>
                        <a:pt x="23389" y="23839"/>
                      </a:cubicBezTo>
                      <a:cubicBezTo>
                        <a:pt x="22737" y="24963"/>
                        <a:pt x="21927" y="25953"/>
                        <a:pt x="20960" y="26807"/>
                      </a:cubicBezTo>
                      <a:cubicBezTo>
                        <a:pt x="19994" y="27662"/>
                        <a:pt x="18847" y="28314"/>
                        <a:pt x="17497" y="28786"/>
                      </a:cubicBezTo>
                      <a:cubicBezTo>
                        <a:pt x="16170" y="29259"/>
                        <a:pt x="14618" y="29484"/>
                        <a:pt x="12865" y="29484"/>
                      </a:cubicBezTo>
                      <a:cubicBezTo>
                        <a:pt x="10638" y="29484"/>
                        <a:pt x="8704" y="29101"/>
                        <a:pt x="7085" y="28359"/>
                      </a:cubicBezTo>
                      <a:cubicBezTo>
                        <a:pt x="5465" y="27594"/>
                        <a:pt x="4138" y="26560"/>
                        <a:pt x="3081" y="25256"/>
                      </a:cubicBezTo>
                      <a:cubicBezTo>
                        <a:pt x="2047" y="23951"/>
                        <a:pt x="1260" y="22400"/>
                        <a:pt x="765" y="20623"/>
                      </a:cubicBezTo>
                      <a:cubicBezTo>
                        <a:pt x="270" y="18846"/>
                        <a:pt x="0" y="16934"/>
                        <a:pt x="0" y="14866"/>
                      </a:cubicBezTo>
                      <a:cubicBezTo>
                        <a:pt x="0" y="12796"/>
                        <a:pt x="293" y="10885"/>
                        <a:pt x="900" y="9086"/>
                      </a:cubicBezTo>
                      <a:cubicBezTo>
                        <a:pt x="1485" y="7287"/>
                        <a:pt x="2339" y="5712"/>
                        <a:pt x="3441" y="4363"/>
                      </a:cubicBezTo>
                      <a:cubicBezTo>
                        <a:pt x="4543" y="3014"/>
                        <a:pt x="5870" y="1957"/>
                        <a:pt x="7467" y="1169"/>
                      </a:cubicBezTo>
                      <a:cubicBezTo>
                        <a:pt x="9063" y="382"/>
                        <a:pt x="10840" y="0"/>
                        <a:pt x="12865" y="0"/>
                      </a:cubicBezTo>
                      <a:cubicBezTo>
                        <a:pt x="16710" y="0"/>
                        <a:pt x="19746" y="1327"/>
                        <a:pt x="21927" y="3958"/>
                      </a:cubicBezTo>
                      <a:cubicBezTo>
                        <a:pt x="24132" y="6612"/>
                        <a:pt x="25211" y="10435"/>
                        <a:pt x="25166" y="15473"/>
                      </a:cubicBezTo>
                      <a:lnTo>
                        <a:pt x="3463" y="15473"/>
                      </a:lnTo>
                      <a:close/>
                      <a:moveTo>
                        <a:pt x="21748" y="12774"/>
                      </a:moveTo>
                      <a:cubicBezTo>
                        <a:pt x="21748" y="11402"/>
                        <a:pt x="21568" y="10120"/>
                        <a:pt x="21186" y="8906"/>
                      </a:cubicBezTo>
                      <a:cubicBezTo>
                        <a:pt x="20803" y="7691"/>
                        <a:pt x="20241" y="6657"/>
                        <a:pt x="19521" y="5780"/>
                      </a:cubicBezTo>
                      <a:cubicBezTo>
                        <a:pt x="18779" y="4903"/>
                        <a:pt x="17857" y="4206"/>
                        <a:pt x="16733" y="3666"/>
                      </a:cubicBezTo>
                      <a:cubicBezTo>
                        <a:pt x="15608" y="3148"/>
                        <a:pt x="14349" y="2878"/>
                        <a:pt x="12909" y="2878"/>
                      </a:cubicBezTo>
                      <a:cubicBezTo>
                        <a:pt x="11470" y="2878"/>
                        <a:pt x="10210" y="3148"/>
                        <a:pt x="9108" y="3688"/>
                      </a:cubicBezTo>
                      <a:cubicBezTo>
                        <a:pt x="8006" y="4228"/>
                        <a:pt x="7085" y="4948"/>
                        <a:pt x="6297" y="5847"/>
                      </a:cubicBezTo>
                      <a:cubicBezTo>
                        <a:pt x="5533" y="6747"/>
                        <a:pt x="4903" y="7781"/>
                        <a:pt x="4431" y="8973"/>
                      </a:cubicBezTo>
                      <a:cubicBezTo>
                        <a:pt x="3958" y="10165"/>
                        <a:pt x="3666" y="11425"/>
                        <a:pt x="3509" y="12751"/>
                      </a:cubicBezTo>
                      <a:lnTo>
                        <a:pt x="21748" y="12751"/>
                      </a:lnTo>
                      <a:close/>
                    </a:path>
                  </a:pathLst>
                </a:custGeom>
                <a:solidFill>
                  <a:srgbClr val="1A1A1A"/>
                </a:solidFill>
                <a:ln w="2249" cap="flat">
                  <a:noFill/>
                  <a:prstDash val="solid"/>
                  <a:miter/>
                </a:ln>
              </p:spPr>
              <p:txBody>
                <a:bodyPr rtlCol="0" anchor="ctr"/>
                <a:lstStyle/>
                <a:p>
                  <a:endParaRPr lang="en-US"/>
                </a:p>
              </p:txBody>
            </p:sp>
            <p:sp>
              <p:nvSpPr>
                <p:cNvPr id="18503" name="Freeform 18502">
                  <a:extLst>
                    <a:ext uri="{FF2B5EF4-FFF2-40B4-BE49-F238E27FC236}">
                      <a16:creationId xmlns:a16="http://schemas.microsoft.com/office/drawing/2014/main" id="{6E395B84-34C1-9DA0-E8FB-35C183C1C077}"/>
                    </a:ext>
                  </a:extLst>
                </p:cNvPr>
                <p:cNvSpPr/>
                <p:nvPr/>
              </p:nvSpPr>
              <p:spPr>
                <a:xfrm>
                  <a:off x="5882327" y="4804013"/>
                  <a:ext cx="25682" cy="39626"/>
                </a:xfrm>
                <a:custGeom>
                  <a:avLst/>
                  <a:gdLst>
                    <a:gd name="connsiteX0" fmla="*/ 22445 w 25682"/>
                    <a:gd name="connsiteY0" fmla="*/ 0 h 39626"/>
                    <a:gd name="connsiteX1" fmla="*/ 25683 w 25682"/>
                    <a:gd name="connsiteY1" fmla="*/ 0 h 39626"/>
                    <a:gd name="connsiteX2" fmla="*/ 25683 w 25682"/>
                    <a:gd name="connsiteY2" fmla="*/ 38862 h 39626"/>
                    <a:gd name="connsiteX3" fmla="*/ 22445 w 25682"/>
                    <a:gd name="connsiteY3" fmla="*/ 38862 h 39626"/>
                    <a:gd name="connsiteX4" fmla="*/ 22445 w 25682"/>
                    <a:gd name="connsiteY4" fmla="*/ 33959 h 39626"/>
                    <a:gd name="connsiteX5" fmla="*/ 22332 w 25682"/>
                    <a:gd name="connsiteY5" fmla="*/ 33959 h 39626"/>
                    <a:gd name="connsiteX6" fmla="*/ 20533 w 25682"/>
                    <a:gd name="connsiteY6" fmla="*/ 36410 h 39626"/>
                    <a:gd name="connsiteX7" fmla="*/ 18104 w 25682"/>
                    <a:gd name="connsiteY7" fmla="*/ 38165 h 39626"/>
                    <a:gd name="connsiteX8" fmla="*/ 15383 w 25682"/>
                    <a:gd name="connsiteY8" fmla="*/ 39244 h 39626"/>
                    <a:gd name="connsiteX9" fmla="*/ 12639 w 25682"/>
                    <a:gd name="connsiteY9" fmla="*/ 39627 h 39626"/>
                    <a:gd name="connsiteX10" fmla="*/ 6859 w 25682"/>
                    <a:gd name="connsiteY10" fmla="*/ 38502 h 39626"/>
                    <a:gd name="connsiteX11" fmla="*/ 2946 w 25682"/>
                    <a:gd name="connsiteY11" fmla="*/ 35399 h 39626"/>
                    <a:gd name="connsiteX12" fmla="*/ 697 w 25682"/>
                    <a:gd name="connsiteY12" fmla="*/ 30721 h 39626"/>
                    <a:gd name="connsiteX13" fmla="*/ 0 w 25682"/>
                    <a:gd name="connsiteY13" fmla="*/ 24941 h 39626"/>
                    <a:gd name="connsiteX14" fmla="*/ 765 w 25682"/>
                    <a:gd name="connsiteY14" fmla="*/ 19318 h 39626"/>
                    <a:gd name="connsiteX15" fmla="*/ 3058 w 25682"/>
                    <a:gd name="connsiteY15" fmla="*/ 14596 h 39626"/>
                    <a:gd name="connsiteX16" fmla="*/ 6949 w 25682"/>
                    <a:gd name="connsiteY16" fmla="*/ 11357 h 39626"/>
                    <a:gd name="connsiteX17" fmla="*/ 12482 w 25682"/>
                    <a:gd name="connsiteY17" fmla="*/ 10143 h 39626"/>
                    <a:gd name="connsiteX18" fmla="*/ 18172 w 25682"/>
                    <a:gd name="connsiteY18" fmla="*/ 11470 h 39626"/>
                    <a:gd name="connsiteX19" fmla="*/ 22467 w 25682"/>
                    <a:gd name="connsiteY19" fmla="*/ 15383 h 39626"/>
                    <a:gd name="connsiteX20" fmla="*/ 22467 w 25682"/>
                    <a:gd name="connsiteY20" fmla="*/ 0 h 39626"/>
                    <a:gd name="connsiteX21" fmla="*/ 22445 w 25682"/>
                    <a:gd name="connsiteY21" fmla="*/ 24784 h 39626"/>
                    <a:gd name="connsiteX22" fmla="*/ 21792 w 25682"/>
                    <a:gd name="connsiteY22" fmla="*/ 20286 h 39626"/>
                    <a:gd name="connsiteX23" fmla="*/ 19925 w 25682"/>
                    <a:gd name="connsiteY23" fmla="*/ 16552 h 39626"/>
                    <a:gd name="connsiteX24" fmla="*/ 16957 w 25682"/>
                    <a:gd name="connsiteY24" fmla="*/ 14011 h 39626"/>
                    <a:gd name="connsiteX25" fmla="*/ 12999 w 25682"/>
                    <a:gd name="connsiteY25" fmla="*/ 13066 h 39626"/>
                    <a:gd name="connsiteX26" fmla="*/ 8636 w 25682"/>
                    <a:gd name="connsiteY26" fmla="*/ 14056 h 39626"/>
                    <a:gd name="connsiteX27" fmla="*/ 5622 w 25682"/>
                    <a:gd name="connsiteY27" fmla="*/ 16777 h 39626"/>
                    <a:gd name="connsiteX28" fmla="*/ 3891 w 25682"/>
                    <a:gd name="connsiteY28" fmla="*/ 20803 h 39626"/>
                    <a:gd name="connsiteX29" fmla="*/ 3463 w 25682"/>
                    <a:gd name="connsiteY29" fmla="*/ 25750 h 39626"/>
                    <a:gd name="connsiteX30" fmla="*/ 4183 w 25682"/>
                    <a:gd name="connsiteY30" fmla="*/ 30428 h 39626"/>
                    <a:gd name="connsiteX31" fmla="*/ 6207 w 25682"/>
                    <a:gd name="connsiteY31" fmla="*/ 33847 h 39626"/>
                    <a:gd name="connsiteX32" fmla="*/ 9221 w 25682"/>
                    <a:gd name="connsiteY32" fmla="*/ 35983 h 39626"/>
                    <a:gd name="connsiteX33" fmla="*/ 12999 w 25682"/>
                    <a:gd name="connsiteY33" fmla="*/ 36703 h 39626"/>
                    <a:gd name="connsiteX34" fmla="*/ 17047 w 25682"/>
                    <a:gd name="connsiteY34" fmla="*/ 35781 h 39626"/>
                    <a:gd name="connsiteX35" fmla="*/ 20016 w 25682"/>
                    <a:gd name="connsiteY35" fmla="*/ 33262 h 39626"/>
                    <a:gd name="connsiteX36" fmla="*/ 21815 w 25682"/>
                    <a:gd name="connsiteY36" fmla="*/ 29484 h 39626"/>
                    <a:gd name="connsiteX37" fmla="*/ 22445 w 25682"/>
                    <a:gd name="connsiteY37" fmla="*/ 24761 h 3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682" h="39626">
                      <a:moveTo>
                        <a:pt x="22445" y="0"/>
                      </a:moveTo>
                      <a:lnTo>
                        <a:pt x="25683" y="0"/>
                      </a:lnTo>
                      <a:lnTo>
                        <a:pt x="25683" y="38862"/>
                      </a:lnTo>
                      <a:lnTo>
                        <a:pt x="22445" y="38862"/>
                      </a:lnTo>
                      <a:lnTo>
                        <a:pt x="22445" y="33959"/>
                      </a:lnTo>
                      <a:lnTo>
                        <a:pt x="22332" y="33959"/>
                      </a:lnTo>
                      <a:cubicBezTo>
                        <a:pt x="21860" y="34904"/>
                        <a:pt x="21253" y="35713"/>
                        <a:pt x="20533" y="36410"/>
                      </a:cubicBezTo>
                      <a:cubicBezTo>
                        <a:pt x="19791" y="37108"/>
                        <a:pt x="18981" y="37693"/>
                        <a:pt x="18104" y="38165"/>
                      </a:cubicBezTo>
                      <a:cubicBezTo>
                        <a:pt x="17227" y="38637"/>
                        <a:pt x="16305" y="38997"/>
                        <a:pt x="15383" y="39244"/>
                      </a:cubicBezTo>
                      <a:cubicBezTo>
                        <a:pt x="14438" y="39492"/>
                        <a:pt x="13539" y="39627"/>
                        <a:pt x="12639" y="39627"/>
                      </a:cubicBezTo>
                      <a:cubicBezTo>
                        <a:pt x="10367" y="39627"/>
                        <a:pt x="8456" y="39244"/>
                        <a:pt x="6859" y="38502"/>
                      </a:cubicBezTo>
                      <a:cubicBezTo>
                        <a:pt x="5263" y="37760"/>
                        <a:pt x="3981" y="36703"/>
                        <a:pt x="2946" y="35399"/>
                      </a:cubicBezTo>
                      <a:cubicBezTo>
                        <a:pt x="1912" y="34094"/>
                        <a:pt x="1170" y="32520"/>
                        <a:pt x="697" y="30721"/>
                      </a:cubicBezTo>
                      <a:cubicBezTo>
                        <a:pt x="225" y="28922"/>
                        <a:pt x="0" y="26987"/>
                        <a:pt x="0" y="24941"/>
                      </a:cubicBezTo>
                      <a:cubicBezTo>
                        <a:pt x="0" y="23007"/>
                        <a:pt x="247" y="21118"/>
                        <a:pt x="765" y="19318"/>
                      </a:cubicBezTo>
                      <a:cubicBezTo>
                        <a:pt x="1260" y="17519"/>
                        <a:pt x="2024" y="15945"/>
                        <a:pt x="3058" y="14596"/>
                      </a:cubicBezTo>
                      <a:cubicBezTo>
                        <a:pt x="4093" y="13246"/>
                        <a:pt x="5375" y="12167"/>
                        <a:pt x="6949" y="11357"/>
                      </a:cubicBezTo>
                      <a:cubicBezTo>
                        <a:pt x="8524" y="10547"/>
                        <a:pt x="10367" y="10143"/>
                        <a:pt x="12482" y="10143"/>
                      </a:cubicBezTo>
                      <a:cubicBezTo>
                        <a:pt x="14461" y="10143"/>
                        <a:pt x="16350" y="10593"/>
                        <a:pt x="18172" y="11470"/>
                      </a:cubicBezTo>
                      <a:cubicBezTo>
                        <a:pt x="19993" y="12347"/>
                        <a:pt x="21410" y="13651"/>
                        <a:pt x="22467" y="15383"/>
                      </a:cubicBezTo>
                      <a:lnTo>
                        <a:pt x="22467" y="0"/>
                      </a:lnTo>
                      <a:close/>
                      <a:moveTo>
                        <a:pt x="22445" y="24784"/>
                      </a:moveTo>
                      <a:cubicBezTo>
                        <a:pt x="22445" y="23209"/>
                        <a:pt x="22219" y="21703"/>
                        <a:pt x="21792" y="20286"/>
                      </a:cubicBezTo>
                      <a:cubicBezTo>
                        <a:pt x="21365" y="18869"/>
                        <a:pt x="20735" y="17632"/>
                        <a:pt x="19925" y="16552"/>
                      </a:cubicBezTo>
                      <a:cubicBezTo>
                        <a:pt x="19116" y="15473"/>
                        <a:pt x="18127" y="14641"/>
                        <a:pt x="16957" y="14011"/>
                      </a:cubicBezTo>
                      <a:cubicBezTo>
                        <a:pt x="15788" y="13381"/>
                        <a:pt x="14461" y="13066"/>
                        <a:pt x="12999" y="13066"/>
                      </a:cubicBezTo>
                      <a:cubicBezTo>
                        <a:pt x="11312" y="13066"/>
                        <a:pt x="9850" y="13404"/>
                        <a:pt x="8636" y="14056"/>
                      </a:cubicBezTo>
                      <a:cubicBezTo>
                        <a:pt x="7422" y="14731"/>
                        <a:pt x="6410" y="15630"/>
                        <a:pt x="5622" y="16777"/>
                      </a:cubicBezTo>
                      <a:cubicBezTo>
                        <a:pt x="4835" y="17924"/>
                        <a:pt x="4250" y="19273"/>
                        <a:pt x="3891" y="20803"/>
                      </a:cubicBezTo>
                      <a:cubicBezTo>
                        <a:pt x="3531" y="22332"/>
                        <a:pt x="3396" y="23974"/>
                        <a:pt x="3463" y="25750"/>
                      </a:cubicBezTo>
                      <a:cubicBezTo>
                        <a:pt x="3463" y="27505"/>
                        <a:pt x="3711" y="29079"/>
                        <a:pt x="4183" y="30428"/>
                      </a:cubicBezTo>
                      <a:cubicBezTo>
                        <a:pt x="4678" y="31778"/>
                        <a:pt x="5352" y="32925"/>
                        <a:pt x="6207" y="33847"/>
                      </a:cubicBezTo>
                      <a:cubicBezTo>
                        <a:pt x="7061" y="34791"/>
                        <a:pt x="8074" y="35488"/>
                        <a:pt x="9221" y="35983"/>
                      </a:cubicBezTo>
                      <a:cubicBezTo>
                        <a:pt x="10367" y="36478"/>
                        <a:pt x="11627" y="36703"/>
                        <a:pt x="12999" y="36703"/>
                      </a:cubicBezTo>
                      <a:cubicBezTo>
                        <a:pt x="14506" y="36703"/>
                        <a:pt x="15855" y="36388"/>
                        <a:pt x="17047" y="35781"/>
                      </a:cubicBezTo>
                      <a:cubicBezTo>
                        <a:pt x="18239" y="35174"/>
                        <a:pt x="19229" y="34342"/>
                        <a:pt x="20016" y="33262"/>
                      </a:cubicBezTo>
                      <a:cubicBezTo>
                        <a:pt x="20803" y="32205"/>
                        <a:pt x="21410" y="30946"/>
                        <a:pt x="21815" y="29484"/>
                      </a:cubicBezTo>
                      <a:cubicBezTo>
                        <a:pt x="22219" y="28022"/>
                        <a:pt x="22445" y="26448"/>
                        <a:pt x="22445" y="24761"/>
                      </a:cubicBezTo>
                      <a:close/>
                    </a:path>
                  </a:pathLst>
                </a:custGeom>
                <a:solidFill>
                  <a:srgbClr val="1A1A1A"/>
                </a:solidFill>
                <a:ln w="2249" cap="flat">
                  <a:noFill/>
                  <a:prstDash val="solid"/>
                  <a:miter/>
                </a:ln>
              </p:spPr>
              <p:txBody>
                <a:bodyPr rtlCol="0" anchor="ctr"/>
                <a:lstStyle/>
                <a:p>
                  <a:endParaRPr lang="en-US"/>
                </a:p>
              </p:txBody>
            </p:sp>
          </p:grpSp>
        </p:grpSp>
      </p:grpSp>
      <p:grpSp>
        <p:nvGrpSpPr>
          <p:cNvPr id="49" name="Group 48">
            <a:extLst>
              <a:ext uri="{FF2B5EF4-FFF2-40B4-BE49-F238E27FC236}">
                <a16:creationId xmlns:a16="http://schemas.microsoft.com/office/drawing/2014/main" id="{42BAE158-B3E2-03FD-3FD8-39CAE8FD3975}"/>
              </a:ext>
            </a:extLst>
          </p:cNvPr>
          <p:cNvGrpSpPr/>
          <p:nvPr/>
        </p:nvGrpSpPr>
        <p:grpSpPr>
          <a:xfrm>
            <a:off x="8368026" y="1271346"/>
            <a:ext cx="1436612" cy="3472925"/>
            <a:chOff x="7337834" y="1401578"/>
            <a:chExt cx="1663446" cy="4021282"/>
          </a:xfrm>
        </p:grpSpPr>
        <p:sp>
          <p:nvSpPr>
            <p:cNvPr id="17776" name="Freeform 17775">
              <a:extLst>
                <a:ext uri="{FF2B5EF4-FFF2-40B4-BE49-F238E27FC236}">
                  <a16:creationId xmlns:a16="http://schemas.microsoft.com/office/drawing/2014/main" id="{958456BD-F0B9-3912-A7C3-81A9BD7E8278}"/>
                </a:ext>
              </a:extLst>
            </p:cNvPr>
            <p:cNvSpPr/>
            <p:nvPr/>
          </p:nvSpPr>
          <p:spPr>
            <a:xfrm>
              <a:off x="7384111" y="3423879"/>
              <a:ext cx="978653" cy="125009"/>
            </a:xfrm>
            <a:custGeom>
              <a:avLst/>
              <a:gdLst>
                <a:gd name="connsiteX0" fmla="*/ 0 w 243494"/>
                <a:gd name="connsiteY0" fmla="*/ 31103 h 31103"/>
                <a:gd name="connsiteX1" fmla="*/ 243495 w 243494"/>
                <a:gd name="connsiteY1" fmla="*/ 0 h 31103"/>
              </a:gdLst>
              <a:ahLst/>
              <a:cxnLst>
                <a:cxn ang="0">
                  <a:pos x="connsiteX0" y="connsiteY0"/>
                </a:cxn>
                <a:cxn ang="0">
                  <a:pos x="connsiteX1" y="connsiteY1"/>
                </a:cxn>
              </a:cxnLst>
              <a:rect l="l" t="t" r="r" b="b"/>
              <a:pathLst>
                <a:path w="243494" h="31103">
                  <a:moveTo>
                    <a:pt x="0" y="31103"/>
                  </a:moveTo>
                  <a:lnTo>
                    <a:pt x="243495" y="0"/>
                  </a:lnTo>
                </a:path>
              </a:pathLst>
            </a:custGeom>
            <a:ln w="4498" cap="flat">
              <a:solidFill>
                <a:srgbClr val="B3B3B3">
                  <a:alpha val="40000"/>
                </a:srgbClr>
              </a:solidFill>
              <a:prstDash val="solid"/>
              <a:round/>
            </a:ln>
          </p:spPr>
          <p:txBody>
            <a:bodyPr rtlCol="0" anchor="ctr"/>
            <a:lstStyle/>
            <a:p>
              <a:endParaRPr lang="en-US"/>
            </a:p>
          </p:txBody>
        </p:sp>
        <p:sp>
          <p:nvSpPr>
            <p:cNvPr id="17782" name="Freeform 17781">
              <a:extLst>
                <a:ext uri="{FF2B5EF4-FFF2-40B4-BE49-F238E27FC236}">
                  <a16:creationId xmlns:a16="http://schemas.microsoft.com/office/drawing/2014/main" id="{1B8E192F-7F21-BD13-9F1E-1266645734A8}"/>
                </a:ext>
              </a:extLst>
            </p:cNvPr>
            <p:cNvSpPr/>
            <p:nvPr/>
          </p:nvSpPr>
          <p:spPr>
            <a:xfrm>
              <a:off x="7349675" y="2953487"/>
              <a:ext cx="1011554" cy="173188"/>
            </a:xfrm>
            <a:custGeom>
              <a:avLst/>
              <a:gdLst>
                <a:gd name="connsiteX0" fmla="*/ 0 w 251680"/>
                <a:gd name="connsiteY0" fmla="*/ 43090 h 43090"/>
                <a:gd name="connsiteX1" fmla="*/ 251681 w 251680"/>
                <a:gd name="connsiteY1" fmla="*/ 0 h 43090"/>
              </a:gdLst>
              <a:ahLst/>
              <a:cxnLst>
                <a:cxn ang="0">
                  <a:pos x="connsiteX0" y="connsiteY0"/>
                </a:cxn>
                <a:cxn ang="0">
                  <a:pos x="connsiteX1" y="connsiteY1"/>
                </a:cxn>
              </a:cxnLst>
              <a:rect l="l" t="t" r="r" b="b"/>
              <a:pathLst>
                <a:path w="251680" h="43090">
                  <a:moveTo>
                    <a:pt x="0" y="43090"/>
                  </a:moveTo>
                  <a:lnTo>
                    <a:pt x="251681" y="0"/>
                  </a:lnTo>
                </a:path>
              </a:pathLst>
            </a:custGeom>
            <a:ln w="4498" cap="flat">
              <a:solidFill>
                <a:srgbClr val="B3B3B3">
                  <a:alpha val="40000"/>
                </a:srgbClr>
              </a:solidFill>
              <a:prstDash val="solid"/>
              <a:round/>
            </a:ln>
          </p:spPr>
          <p:txBody>
            <a:bodyPr rtlCol="0" anchor="ctr"/>
            <a:lstStyle/>
            <a:p>
              <a:endParaRPr lang="en-US"/>
            </a:p>
          </p:txBody>
        </p:sp>
        <p:sp>
          <p:nvSpPr>
            <p:cNvPr id="17788" name="Freeform 17787">
              <a:extLst>
                <a:ext uri="{FF2B5EF4-FFF2-40B4-BE49-F238E27FC236}">
                  <a16:creationId xmlns:a16="http://schemas.microsoft.com/office/drawing/2014/main" id="{6BF4297E-9BE5-43AF-8D6D-CBCF688A5754}"/>
                </a:ext>
              </a:extLst>
            </p:cNvPr>
            <p:cNvSpPr/>
            <p:nvPr/>
          </p:nvSpPr>
          <p:spPr>
            <a:xfrm>
              <a:off x="7344884" y="3241471"/>
              <a:ext cx="966000" cy="346464"/>
            </a:xfrm>
            <a:custGeom>
              <a:avLst/>
              <a:gdLst>
                <a:gd name="connsiteX0" fmla="*/ 0 w 240346"/>
                <a:gd name="connsiteY0" fmla="*/ 86203 h 86202"/>
                <a:gd name="connsiteX1" fmla="*/ 240346 w 240346"/>
                <a:gd name="connsiteY1" fmla="*/ 0 h 86202"/>
              </a:gdLst>
              <a:ahLst/>
              <a:cxnLst>
                <a:cxn ang="0">
                  <a:pos x="connsiteX0" y="connsiteY0"/>
                </a:cxn>
                <a:cxn ang="0">
                  <a:pos x="connsiteX1" y="connsiteY1"/>
                </a:cxn>
              </a:cxnLst>
              <a:rect l="l" t="t" r="r" b="b"/>
              <a:pathLst>
                <a:path w="240346" h="86202">
                  <a:moveTo>
                    <a:pt x="0" y="86203"/>
                  </a:moveTo>
                  <a:lnTo>
                    <a:pt x="240346" y="0"/>
                  </a:lnTo>
                </a:path>
              </a:pathLst>
            </a:custGeom>
            <a:ln w="4498" cap="flat">
              <a:solidFill>
                <a:srgbClr val="B3B3B3">
                  <a:alpha val="40000"/>
                </a:srgbClr>
              </a:solidFill>
              <a:prstDash val="solid"/>
              <a:round/>
            </a:ln>
          </p:spPr>
          <p:txBody>
            <a:bodyPr rtlCol="0" anchor="ctr"/>
            <a:lstStyle/>
            <a:p>
              <a:endParaRPr lang="en-US"/>
            </a:p>
          </p:txBody>
        </p:sp>
        <p:sp>
          <p:nvSpPr>
            <p:cNvPr id="18311" name="Freeform 18310">
              <a:extLst>
                <a:ext uri="{FF2B5EF4-FFF2-40B4-BE49-F238E27FC236}">
                  <a16:creationId xmlns:a16="http://schemas.microsoft.com/office/drawing/2014/main" id="{52E22727-1B06-A6E1-FAA6-69E61D57EB3B}"/>
                </a:ext>
              </a:extLst>
            </p:cNvPr>
            <p:cNvSpPr/>
            <p:nvPr/>
          </p:nvSpPr>
          <p:spPr>
            <a:xfrm>
              <a:off x="7374803" y="3355182"/>
              <a:ext cx="979107" cy="336432"/>
            </a:xfrm>
            <a:custGeom>
              <a:avLst/>
              <a:gdLst>
                <a:gd name="connsiteX0" fmla="*/ 0 w 243607"/>
                <a:gd name="connsiteY0" fmla="*/ 83706 h 83706"/>
                <a:gd name="connsiteX1" fmla="*/ 243607 w 243607"/>
                <a:gd name="connsiteY1" fmla="*/ 0 h 83706"/>
              </a:gdLst>
              <a:ahLst/>
              <a:cxnLst>
                <a:cxn ang="0">
                  <a:pos x="connsiteX0" y="connsiteY0"/>
                </a:cxn>
                <a:cxn ang="0">
                  <a:pos x="connsiteX1" y="connsiteY1"/>
                </a:cxn>
              </a:cxnLst>
              <a:rect l="l" t="t" r="r" b="b"/>
              <a:pathLst>
                <a:path w="243607" h="83706">
                  <a:moveTo>
                    <a:pt x="0" y="83706"/>
                  </a:moveTo>
                  <a:lnTo>
                    <a:pt x="243607" y="0"/>
                  </a:lnTo>
                </a:path>
              </a:pathLst>
            </a:custGeom>
            <a:ln w="4498" cap="flat">
              <a:solidFill>
                <a:srgbClr val="B3B3B3">
                  <a:alpha val="40000"/>
                </a:srgbClr>
              </a:solidFill>
              <a:prstDash val="solid"/>
              <a:round/>
            </a:ln>
          </p:spPr>
          <p:txBody>
            <a:bodyPr rtlCol="0" anchor="ctr"/>
            <a:lstStyle/>
            <a:p>
              <a:endParaRPr lang="en-US"/>
            </a:p>
          </p:txBody>
        </p:sp>
        <p:sp>
          <p:nvSpPr>
            <p:cNvPr id="18313" name="Freeform 18312">
              <a:extLst>
                <a:ext uri="{FF2B5EF4-FFF2-40B4-BE49-F238E27FC236}">
                  <a16:creationId xmlns:a16="http://schemas.microsoft.com/office/drawing/2014/main" id="{FB9536A7-A197-565D-8223-5F0517254F04}"/>
                </a:ext>
              </a:extLst>
            </p:cNvPr>
            <p:cNvSpPr/>
            <p:nvPr/>
          </p:nvSpPr>
          <p:spPr>
            <a:xfrm>
              <a:off x="7337834" y="3068737"/>
              <a:ext cx="960575" cy="221004"/>
            </a:xfrm>
            <a:custGeom>
              <a:avLst/>
              <a:gdLst>
                <a:gd name="connsiteX0" fmla="*/ 0 w 238996"/>
                <a:gd name="connsiteY0" fmla="*/ 54987 h 54987"/>
                <a:gd name="connsiteX1" fmla="*/ 238997 w 238996"/>
                <a:gd name="connsiteY1" fmla="*/ 0 h 54987"/>
              </a:gdLst>
              <a:ahLst/>
              <a:cxnLst>
                <a:cxn ang="0">
                  <a:pos x="connsiteX0" y="connsiteY0"/>
                </a:cxn>
                <a:cxn ang="0">
                  <a:pos x="connsiteX1" y="connsiteY1"/>
                </a:cxn>
              </a:cxnLst>
              <a:rect l="l" t="t" r="r" b="b"/>
              <a:pathLst>
                <a:path w="238996" h="54987">
                  <a:moveTo>
                    <a:pt x="0" y="54987"/>
                  </a:moveTo>
                  <a:lnTo>
                    <a:pt x="238997" y="0"/>
                  </a:lnTo>
                </a:path>
              </a:pathLst>
            </a:custGeom>
            <a:ln w="4498" cap="flat">
              <a:solidFill>
                <a:srgbClr val="B3B3B3">
                  <a:alpha val="40000"/>
                </a:srgbClr>
              </a:solidFill>
              <a:prstDash val="solid"/>
              <a:round/>
            </a:ln>
          </p:spPr>
          <p:txBody>
            <a:bodyPr rtlCol="0" anchor="ctr"/>
            <a:lstStyle/>
            <a:p>
              <a:endParaRPr lang="en-US"/>
            </a:p>
          </p:txBody>
        </p:sp>
        <p:sp>
          <p:nvSpPr>
            <p:cNvPr id="18315" name="Freeform 18314">
              <a:extLst>
                <a:ext uri="{FF2B5EF4-FFF2-40B4-BE49-F238E27FC236}">
                  <a16:creationId xmlns:a16="http://schemas.microsoft.com/office/drawing/2014/main" id="{8793FE98-5054-968A-40BA-0C430D1C37B4}"/>
                </a:ext>
              </a:extLst>
            </p:cNvPr>
            <p:cNvSpPr/>
            <p:nvPr/>
          </p:nvSpPr>
          <p:spPr>
            <a:xfrm>
              <a:off x="7358802" y="3191396"/>
              <a:ext cx="1009295" cy="376383"/>
            </a:xfrm>
            <a:custGeom>
              <a:avLst/>
              <a:gdLst>
                <a:gd name="connsiteX0" fmla="*/ 0 w 251118"/>
                <a:gd name="connsiteY0" fmla="*/ 0 h 93646"/>
                <a:gd name="connsiteX1" fmla="*/ 251119 w 251118"/>
                <a:gd name="connsiteY1" fmla="*/ 93647 h 93646"/>
              </a:gdLst>
              <a:ahLst/>
              <a:cxnLst>
                <a:cxn ang="0">
                  <a:pos x="connsiteX0" y="connsiteY0"/>
                </a:cxn>
                <a:cxn ang="0">
                  <a:pos x="connsiteX1" y="connsiteY1"/>
                </a:cxn>
              </a:cxnLst>
              <a:rect l="l" t="t" r="r" b="b"/>
              <a:pathLst>
                <a:path w="251118" h="93646">
                  <a:moveTo>
                    <a:pt x="0" y="0"/>
                  </a:moveTo>
                  <a:lnTo>
                    <a:pt x="251119" y="93647"/>
                  </a:lnTo>
                </a:path>
              </a:pathLst>
            </a:custGeom>
            <a:ln w="4498" cap="flat">
              <a:solidFill>
                <a:srgbClr val="B3B3B3">
                  <a:alpha val="40000"/>
                </a:srgbClr>
              </a:solidFill>
              <a:prstDash val="solid"/>
              <a:round/>
            </a:ln>
          </p:spPr>
          <p:txBody>
            <a:bodyPr rtlCol="0" anchor="ctr"/>
            <a:lstStyle/>
            <a:p>
              <a:endParaRPr lang="en-US"/>
            </a:p>
          </p:txBody>
        </p:sp>
        <p:grpSp>
          <p:nvGrpSpPr>
            <p:cNvPr id="4" name="Group 3">
              <a:extLst>
                <a:ext uri="{FF2B5EF4-FFF2-40B4-BE49-F238E27FC236}">
                  <a16:creationId xmlns:a16="http://schemas.microsoft.com/office/drawing/2014/main" id="{1E48EA8B-8385-4791-A146-3D6979633064}"/>
                </a:ext>
              </a:extLst>
            </p:cNvPr>
            <p:cNvGrpSpPr/>
            <p:nvPr/>
          </p:nvGrpSpPr>
          <p:grpSpPr>
            <a:xfrm>
              <a:off x="7348775" y="1401578"/>
              <a:ext cx="1652505" cy="4021282"/>
              <a:chOff x="7348775" y="1401578"/>
              <a:chExt cx="1652505" cy="4021282"/>
            </a:xfrm>
          </p:grpSpPr>
          <p:sp>
            <p:nvSpPr>
              <p:cNvPr id="17766" name="Freeform 17765">
                <a:extLst>
                  <a:ext uri="{FF2B5EF4-FFF2-40B4-BE49-F238E27FC236}">
                    <a16:creationId xmlns:a16="http://schemas.microsoft.com/office/drawing/2014/main" id="{0FCD45E9-8F3B-85A0-FAA3-F9913A9F54A5}"/>
                  </a:ext>
                </a:extLst>
              </p:cNvPr>
              <p:cNvSpPr/>
              <p:nvPr/>
            </p:nvSpPr>
            <p:spPr>
              <a:xfrm>
                <a:off x="7437261" y="2766650"/>
                <a:ext cx="886456" cy="1024480"/>
              </a:xfrm>
              <a:custGeom>
                <a:avLst/>
                <a:gdLst>
                  <a:gd name="connsiteX0" fmla="*/ 0 w 220555"/>
                  <a:gd name="connsiteY0" fmla="*/ 0 h 254896"/>
                  <a:gd name="connsiteX1" fmla="*/ 220555 w 220555"/>
                  <a:gd name="connsiteY1" fmla="*/ 254897 h 254896"/>
                </a:gdLst>
                <a:ahLst/>
                <a:cxnLst>
                  <a:cxn ang="0">
                    <a:pos x="connsiteX0" y="connsiteY0"/>
                  </a:cxn>
                  <a:cxn ang="0">
                    <a:pos x="connsiteX1" y="connsiteY1"/>
                  </a:cxn>
                </a:cxnLst>
                <a:rect l="l" t="t" r="r" b="b"/>
                <a:pathLst>
                  <a:path w="220555" h="254896">
                    <a:moveTo>
                      <a:pt x="0" y="0"/>
                    </a:moveTo>
                    <a:lnTo>
                      <a:pt x="220555" y="254897"/>
                    </a:lnTo>
                  </a:path>
                </a:pathLst>
              </a:custGeom>
              <a:ln w="4498" cap="flat">
                <a:solidFill>
                  <a:srgbClr val="B3B3B3">
                    <a:alpha val="40000"/>
                  </a:srgbClr>
                </a:solidFill>
                <a:prstDash val="solid"/>
                <a:round/>
              </a:ln>
            </p:spPr>
            <p:txBody>
              <a:bodyPr rtlCol="0" anchor="ctr"/>
              <a:lstStyle/>
              <a:p>
                <a:endParaRPr lang="en-US"/>
              </a:p>
            </p:txBody>
          </p:sp>
          <p:sp>
            <p:nvSpPr>
              <p:cNvPr id="17768" name="Freeform 17767">
                <a:extLst>
                  <a:ext uri="{FF2B5EF4-FFF2-40B4-BE49-F238E27FC236}">
                    <a16:creationId xmlns:a16="http://schemas.microsoft.com/office/drawing/2014/main" id="{DC41C887-BCDC-2ADC-0679-A43758826182}"/>
                  </a:ext>
                </a:extLst>
              </p:cNvPr>
              <p:cNvSpPr/>
              <p:nvPr/>
            </p:nvSpPr>
            <p:spPr>
              <a:xfrm>
                <a:off x="7472968" y="2841222"/>
                <a:ext cx="906251" cy="1132227"/>
              </a:xfrm>
              <a:custGeom>
                <a:avLst/>
                <a:gdLst>
                  <a:gd name="connsiteX0" fmla="*/ 0 w 225480"/>
                  <a:gd name="connsiteY0" fmla="*/ 0 h 281704"/>
                  <a:gd name="connsiteX1" fmla="*/ 225481 w 225480"/>
                  <a:gd name="connsiteY1" fmla="*/ 281704 h 281704"/>
                </a:gdLst>
                <a:ahLst/>
                <a:cxnLst>
                  <a:cxn ang="0">
                    <a:pos x="connsiteX0" y="connsiteY0"/>
                  </a:cxn>
                  <a:cxn ang="0">
                    <a:pos x="connsiteX1" y="connsiteY1"/>
                  </a:cxn>
                </a:cxnLst>
                <a:rect l="l" t="t" r="r" b="b"/>
                <a:pathLst>
                  <a:path w="225480" h="281704">
                    <a:moveTo>
                      <a:pt x="0" y="0"/>
                    </a:moveTo>
                    <a:lnTo>
                      <a:pt x="225481" y="281704"/>
                    </a:lnTo>
                  </a:path>
                </a:pathLst>
              </a:custGeom>
              <a:ln w="4498" cap="flat">
                <a:solidFill>
                  <a:srgbClr val="B3B3B3">
                    <a:alpha val="40000"/>
                  </a:srgbClr>
                </a:solidFill>
                <a:prstDash val="solid"/>
                <a:round/>
              </a:ln>
            </p:spPr>
            <p:txBody>
              <a:bodyPr rtlCol="0" anchor="ctr"/>
              <a:lstStyle/>
              <a:p>
                <a:endParaRPr lang="en-US"/>
              </a:p>
            </p:txBody>
          </p:sp>
          <p:sp>
            <p:nvSpPr>
              <p:cNvPr id="17770" name="Freeform 17769">
                <a:extLst>
                  <a:ext uri="{FF2B5EF4-FFF2-40B4-BE49-F238E27FC236}">
                    <a16:creationId xmlns:a16="http://schemas.microsoft.com/office/drawing/2014/main" id="{FD6B91AA-BFA6-4639-2068-21F97BDCCD4B}"/>
                  </a:ext>
                </a:extLst>
              </p:cNvPr>
              <p:cNvSpPr/>
              <p:nvPr/>
            </p:nvSpPr>
            <p:spPr>
              <a:xfrm>
                <a:off x="7477486" y="2892021"/>
                <a:ext cx="745989" cy="504286"/>
              </a:xfrm>
              <a:custGeom>
                <a:avLst/>
                <a:gdLst>
                  <a:gd name="connsiteX0" fmla="*/ 0 w 185606"/>
                  <a:gd name="connsiteY0" fmla="*/ 0 h 125469"/>
                  <a:gd name="connsiteX1" fmla="*/ 185607 w 185606"/>
                  <a:gd name="connsiteY1" fmla="*/ 125469 h 125469"/>
                </a:gdLst>
                <a:ahLst/>
                <a:cxnLst>
                  <a:cxn ang="0">
                    <a:pos x="connsiteX0" y="connsiteY0"/>
                  </a:cxn>
                  <a:cxn ang="0">
                    <a:pos x="connsiteX1" y="connsiteY1"/>
                  </a:cxn>
                </a:cxnLst>
                <a:rect l="l" t="t" r="r" b="b"/>
                <a:pathLst>
                  <a:path w="185606" h="125469">
                    <a:moveTo>
                      <a:pt x="0" y="0"/>
                    </a:moveTo>
                    <a:lnTo>
                      <a:pt x="185607" y="125469"/>
                    </a:lnTo>
                  </a:path>
                </a:pathLst>
              </a:custGeom>
              <a:ln w="4498" cap="flat">
                <a:solidFill>
                  <a:srgbClr val="B3B3B3">
                    <a:alpha val="40000"/>
                  </a:srgbClr>
                </a:solidFill>
                <a:prstDash val="solid"/>
                <a:round/>
              </a:ln>
            </p:spPr>
            <p:txBody>
              <a:bodyPr rtlCol="0" anchor="ctr"/>
              <a:lstStyle/>
              <a:p>
                <a:endParaRPr lang="en-US"/>
              </a:p>
            </p:txBody>
          </p:sp>
          <p:sp>
            <p:nvSpPr>
              <p:cNvPr id="17772" name="Freeform 17771">
                <a:extLst>
                  <a:ext uri="{FF2B5EF4-FFF2-40B4-BE49-F238E27FC236}">
                    <a16:creationId xmlns:a16="http://schemas.microsoft.com/office/drawing/2014/main" id="{56EC8D97-C474-6030-C35D-CB7D06398FD3}"/>
                  </a:ext>
                </a:extLst>
              </p:cNvPr>
              <p:cNvSpPr/>
              <p:nvPr/>
            </p:nvSpPr>
            <p:spPr>
              <a:xfrm>
                <a:off x="7393331" y="2863822"/>
                <a:ext cx="943039" cy="300637"/>
              </a:xfrm>
              <a:custGeom>
                <a:avLst/>
                <a:gdLst>
                  <a:gd name="connsiteX0" fmla="*/ 0 w 234633"/>
                  <a:gd name="connsiteY0" fmla="*/ 74800 h 74800"/>
                  <a:gd name="connsiteX1" fmla="*/ 234634 w 234633"/>
                  <a:gd name="connsiteY1" fmla="*/ 0 h 74800"/>
                </a:gdLst>
                <a:ahLst/>
                <a:cxnLst>
                  <a:cxn ang="0">
                    <a:pos x="connsiteX0" y="connsiteY0"/>
                  </a:cxn>
                  <a:cxn ang="0">
                    <a:pos x="connsiteX1" y="connsiteY1"/>
                  </a:cxn>
                </a:cxnLst>
                <a:rect l="l" t="t" r="r" b="b"/>
                <a:pathLst>
                  <a:path w="234633" h="74800">
                    <a:moveTo>
                      <a:pt x="0" y="74800"/>
                    </a:moveTo>
                    <a:lnTo>
                      <a:pt x="234634" y="0"/>
                    </a:lnTo>
                  </a:path>
                </a:pathLst>
              </a:custGeom>
              <a:ln w="4498" cap="flat">
                <a:solidFill>
                  <a:srgbClr val="B3B3B3">
                    <a:alpha val="40000"/>
                  </a:srgbClr>
                </a:solidFill>
                <a:prstDash val="solid"/>
                <a:round/>
              </a:ln>
            </p:spPr>
            <p:txBody>
              <a:bodyPr rtlCol="0" anchor="ctr"/>
              <a:lstStyle/>
              <a:p>
                <a:endParaRPr lang="en-US"/>
              </a:p>
            </p:txBody>
          </p:sp>
          <p:sp>
            <p:nvSpPr>
              <p:cNvPr id="17774" name="Freeform 17773">
                <a:extLst>
                  <a:ext uri="{FF2B5EF4-FFF2-40B4-BE49-F238E27FC236}">
                    <a16:creationId xmlns:a16="http://schemas.microsoft.com/office/drawing/2014/main" id="{67C3B4A2-087A-7E8B-A559-14F75614A9D5}"/>
                  </a:ext>
                </a:extLst>
              </p:cNvPr>
              <p:cNvSpPr/>
              <p:nvPr/>
            </p:nvSpPr>
            <p:spPr>
              <a:xfrm>
                <a:off x="7414665" y="3016218"/>
                <a:ext cx="949638" cy="416695"/>
              </a:xfrm>
              <a:custGeom>
                <a:avLst/>
                <a:gdLst>
                  <a:gd name="connsiteX0" fmla="*/ 0 w 236275"/>
                  <a:gd name="connsiteY0" fmla="*/ 103677 h 103676"/>
                  <a:gd name="connsiteX1" fmla="*/ 236275 w 236275"/>
                  <a:gd name="connsiteY1" fmla="*/ 0 h 103676"/>
                </a:gdLst>
                <a:ahLst/>
                <a:cxnLst>
                  <a:cxn ang="0">
                    <a:pos x="connsiteX0" y="connsiteY0"/>
                  </a:cxn>
                  <a:cxn ang="0">
                    <a:pos x="connsiteX1" y="connsiteY1"/>
                  </a:cxn>
                </a:cxnLst>
                <a:rect l="l" t="t" r="r" b="b"/>
                <a:pathLst>
                  <a:path w="236275" h="103676">
                    <a:moveTo>
                      <a:pt x="0" y="103677"/>
                    </a:moveTo>
                    <a:lnTo>
                      <a:pt x="236275" y="0"/>
                    </a:lnTo>
                  </a:path>
                </a:pathLst>
              </a:custGeom>
              <a:ln w="4498" cap="flat">
                <a:solidFill>
                  <a:srgbClr val="B3B3B3">
                    <a:alpha val="40000"/>
                  </a:srgbClr>
                </a:solidFill>
                <a:prstDash val="solid"/>
                <a:round/>
              </a:ln>
            </p:spPr>
            <p:txBody>
              <a:bodyPr rtlCol="0" anchor="ctr"/>
              <a:lstStyle/>
              <a:p>
                <a:endParaRPr lang="en-US"/>
              </a:p>
            </p:txBody>
          </p:sp>
          <p:sp>
            <p:nvSpPr>
              <p:cNvPr id="17778" name="Freeform 17777">
                <a:extLst>
                  <a:ext uri="{FF2B5EF4-FFF2-40B4-BE49-F238E27FC236}">
                    <a16:creationId xmlns:a16="http://schemas.microsoft.com/office/drawing/2014/main" id="{9F25DD7D-C76B-4D47-AE68-DB9639B1D0DB}"/>
                  </a:ext>
                </a:extLst>
              </p:cNvPr>
              <p:cNvSpPr/>
              <p:nvPr/>
            </p:nvSpPr>
            <p:spPr>
              <a:xfrm>
                <a:off x="7478571" y="3138246"/>
                <a:ext cx="797692" cy="18167"/>
              </a:xfrm>
              <a:custGeom>
                <a:avLst/>
                <a:gdLst>
                  <a:gd name="connsiteX0" fmla="*/ 0 w 198470"/>
                  <a:gd name="connsiteY0" fmla="*/ 0 h 4520"/>
                  <a:gd name="connsiteX1" fmla="*/ 198470 w 198470"/>
                  <a:gd name="connsiteY1" fmla="*/ 4521 h 4520"/>
                </a:gdLst>
                <a:ahLst/>
                <a:cxnLst>
                  <a:cxn ang="0">
                    <a:pos x="connsiteX0" y="connsiteY0"/>
                  </a:cxn>
                  <a:cxn ang="0">
                    <a:pos x="connsiteX1" y="connsiteY1"/>
                  </a:cxn>
                </a:cxnLst>
                <a:rect l="l" t="t" r="r" b="b"/>
                <a:pathLst>
                  <a:path w="198470" h="4520">
                    <a:moveTo>
                      <a:pt x="0" y="0"/>
                    </a:moveTo>
                    <a:lnTo>
                      <a:pt x="198470" y="4521"/>
                    </a:lnTo>
                  </a:path>
                </a:pathLst>
              </a:custGeom>
              <a:ln w="4498" cap="flat">
                <a:solidFill>
                  <a:srgbClr val="B3B3B3">
                    <a:alpha val="40000"/>
                  </a:srgbClr>
                </a:solidFill>
                <a:prstDash val="solid"/>
                <a:round/>
              </a:ln>
            </p:spPr>
            <p:txBody>
              <a:bodyPr rtlCol="0" anchor="ctr"/>
              <a:lstStyle/>
              <a:p>
                <a:endParaRPr lang="en-US"/>
              </a:p>
            </p:txBody>
          </p:sp>
          <p:sp>
            <p:nvSpPr>
              <p:cNvPr id="17780" name="Freeform 17779">
                <a:extLst>
                  <a:ext uri="{FF2B5EF4-FFF2-40B4-BE49-F238E27FC236}">
                    <a16:creationId xmlns:a16="http://schemas.microsoft.com/office/drawing/2014/main" id="{CA5E814B-EC09-5C69-A6FE-6DF01E8F6C39}"/>
                  </a:ext>
                </a:extLst>
              </p:cNvPr>
              <p:cNvSpPr/>
              <p:nvPr/>
            </p:nvSpPr>
            <p:spPr>
              <a:xfrm>
                <a:off x="7392881" y="3592911"/>
                <a:ext cx="876875" cy="13014"/>
              </a:xfrm>
              <a:custGeom>
                <a:avLst/>
                <a:gdLst>
                  <a:gd name="connsiteX0" fmla="*/ 0 w 218171"/>
                  <a:gd name="connsiteY0" fmla="*/ 3239 h 3238"/>
                  <a:gd name="connsiteX1" fmla="*/ 218171 w 218171"/>
                  <a:gd name="connsiteY1" fmla="*/ 0 h 3238"/>
                </a:gdLst>
                <a:ahLst/>
                <a:cxnLst>
                  <a:cxn ang="0">
                    <a:pos x="connsiteX0" y="connsiteY0"/>
                  </a:cxn>
                  <a:cxn ang="0">
                    <a:pos x="connsiteX1" y="connsiteY1"/>
                  </a:cxn>
                </a:cxnLst>
                <a:rect l="l" t="t" r="r" b="b"/>
                <a:pathLst>
                  <a:path w="218171" h="3238">
                    <a:moveTo>
                      <a:pt x="0" y="3239"/>
                    </a:moveTo>
                    <a:lnTo>
                      <a:pt x="218171" y="0"/>
                    </a:lnTo>
                  </a:path>
                </a:pathLst>
              </a:custGeom>
              <a:ln w="4498" cap="flat">
                <a:solidFill>
                  <a:srgbClr val="B3B3B3">
                    <a:alpha val="40000"/>
                  </a:srgbClr>
                </a:solidFill>
                <a:prstDash val="solid"/>
                <a:round/>
              </a:ln>
            </p:spPr>
            <p:txBody>
              <a:bodyPr rtlCol="0" anchor="ctr"/>
              <a:lstStyle/>
              <a:p>
                <a:endParaRPr lang="en-US"/>
              </a:p>
            </p:txBody>
          </p:sp>
          <p:sp>
            <p:nvSpPr>
              <p:cNvPr id="17784" name="Freeform 17783">
                <a:extLst>
                  <a:ext uri="{FF2B5EF4-FFF2-40B4-BE49-F238E27FC236}">
                    <a16:creationId xmlns:a16="http://schemas.microsoft.com/office/drawing/2014/main" id="{20FFF437-E6AB-C3FE-BA97-453E7CD175E6}"/>
                  </a:ext>
                </a:extLst>
              </p:cNvPr>
              <p:cNvSpPr/>
              <p:nvPr/>
            </p:nvSpPr>
            <p:spPr>
              <a:xfrm>
                <a:off x="7392427" y="3135806"/>
                <a:ext cx="976756" cy="876694"/>
              </a:xfrm>
              <a:custGeom>
                <a:avLst/>
                <a:gdLst>
                  <a:gd name="connsiteX0" fmla="*/ 0 w 243022"/>
                  <a:gd name="connsiteY0" fmla="*/ 0 h 218126"/>
                  <a:gd name="connsiteX1" fmla="*/ 243022 w 243022"/>
                  <a:gd name="connsiteY1" fmla="*/ 218126 h 218126"/>
                </a:gdLst>
                <a:ahLst/>
                <a:cxnLst>
                  <a:cxn ang="0">
                    <a:pos x="connsiteX0" y="connsiteY0"/>
                  </a:cxn>
                  <a:cxn ang="0">
                    <a:pos x="connsiteX1" y="connsiteY1"/>
                  </a:cxn>
                </a:cxnLst>
                <a:rect l="l" t="t" r="r" b="b"/>
                <a:pathLst>
                  <a:path w="243022" h="218126">
                    <a:moveTo>
                      <a:pt x="0" y="0"/>
                    </a:moveTo>
                    <a:lnTo>
                      <a:pt x="243022" y="218126"/>
                    </a:lnTo>
                  </a:path>
                </a:pathLst>
              </a:custGeom>
              <a:ln w="4498" cap="flat">
                <a:solidFill>
                  <a:srgbClr val="B3B3B3">
                    <a:alpha val="40000"/>
                  </a:srgbClr>
                </a:solidFill>
                <a:prstDash val="solid"/>
                <a:round/>
              </a:ln>
            </p:spPr>
            <p:txBody>
              <a:bodyPr rtlCol="0" anchor="ctr"/>
              <a:lstStyle/>
              <a:p>
                <a:endParaRPr lang="en-US"/>
              </a:p>
            </p:txBody>
          </p:sp>
          <p:sp>
            <p:nvSpPr>
              <p:cNvPr id="17786" name="Freeform 17785">
                <a:extLst>
                  <a:ext uri="{FF2B5EF4-FFF2-40B4-BE49-F238E27FC236}">
                    <a16:creationId xmlns:a16="http://schemas.microsoft.com/office/drawing/2014/main" id="{9A022F66-8F86-C49D-33DF-89AC98248D7D}"/>
                  </a:ext>
                </a:extLst>
              </p:cNvPr>
              <p:cNvSpPr/>
              <p:nvPr/>
            </p:nvSpPr>
            <p:spPr>
              <a:xfrm>
                <a:off x="7489599" y="3443673"/>
                <a:ext cx="829689" cy="31362"/>
              </a:xfrm>
              <a:custGeom>
                <a:avLst/>
                <a:gdLst>
                  <a:gd name="connsiteX0" fmla="*/ 0 w 206431"/>
                  <a:gd name="connsiteY0" fmla="*/ 7804 h 7803"/>
                  <a:gd name="connsiteX1" fmla="*/ 206432 w 206431"/>
                  <a:gd name="connsiteY1" fmla="*/ 0 h 7803"/>
                </a:gdLst>
                <a:ahLst/>
                <a:cxnLst>
                  <a:cxn ang="0">
                    <a:pos x="connsiteX0" y="connsiteY0"/>
                  </a:cxn>
                  <a:cxn ang="0">
                    <a:pos x="connsiteX1" y="connsiteY1"/>
                  </a:cxn>
                </a:cxnLst>
                <a:rect l="l" t="t" r="r" b="b"/>
                <a:pathLst>
                  <a:path w="206431" h="7803">
                    <a:moveTo>
                      <a:pt x="0" y="7804"/>
                    </a:moveTo>
                    <a:lnTo>
                      <a:pt x="206432" y="0"/>
                    </a:lnTo>
                  </a:path>
                </a:pathLst>
              </a:custGeom>
              <a:ln w="4498" cap="flat">
                <a:solidFill>
                  <a:srgbClr val="B3B3B3">
                    <a:alpha val="40000"/>
                  </a:srgbClr>
                </a:solidFill>
                <a:prstDash val="solid"/>
                <a:round/>
              </a:ln>
            </p:spPr>
            <p:txBody>
              <a:bodyPr rtlCol="0" anchor="ctr"/>
              <a:lstStyle/>
              <a:p>
                <a:endParaRPr lang="en-US"/>
              </a:p>
            </p:txBody>
          </p:sp>
          <p:sp>
            <p:nvSpPr>
              <p:cNvPr id="17790" name="Freeform 17789">
                <a:extLst>
                  <a:ext uri="{FF2B5EF4-FFF2-40B4-BE49-F238E27FC236}">
                    <a16:creationId xmlns:a16="http://schemas.microsoft.com/office/drawing/2014/main" id="{E90256F6-4D64-49D5-0DC2-BA980DD900BA}"/>
                  </a:ext>
                </a:extLst>
              </p:cNvPr>
              <p:cNvSpPr/>
              <p:nvPr/>
            </p:nvSpPr>
            <p:spPr>
              <a:xfrm>
                <a:off x="7505958" y="3768900"/>
                <a:ext cx="728815" cy="318173"/>
              </a:xfrm>
              <a:custGeom>
                <a:avLst/>
                <a:gdLst>
                  <a:gd name="connsiteX0" fmla="*/ 0 w 181333"/>
                  <a:gd name="connsiteY0" fmla="*/ 0 h 79163"/>
                  <a:gd name="connsiteX1" fmla="*/ 181334 w 181333"/>
                  <a:gd name="connsiteY1" fmla="*/ 79163 h 79163"/>
                </a:gdLst>
                <a:ahLst/>
                <a:cxnLst>
                  <a:cxn ang="0">
                    <a:pos x="connsiteX0" y="connsiteY0"/>
                  </a:cxn>
                  <a:cxn ang="0">
                    <a:pos x="connsiteX1" y="connsiteY1"/>
                  </a:cxn>
                </a:cxnLst>
                <a:rect l="l" t="t" r="r" b="b"/>
                <a:pathLst>
                  <a:path w="181333" h="79163">
                    <a:moveTo>
                      <a:pt x="0" y="0"/>
                    </a:moveTo>
                    <a:lnTo>
                      <a:pt x="181334" y="79163"/>
                    </a:lnTo>
                  </a:path>
                </a:pathLst>
              </a:custGeom>
              <a:ln w="4498" cap="flat">
                <a:solidFill>
                  <a:srgbClr val="B3B3B3">
                    <a:alpha val="40000"/>
                  </a:srgbClr>
                </a:solidFill>
                <a:prstDash val="solid"/>
                <a:round/>
              </a:ln>
            </p:spPr>
            <p:txBody>
              <a:bodyPr rtlCol="0" anchor="ctr"/>
              <a:lstStyle/>
              <a:p>
                <a:endParaRPr lang="en-US"/>
              </a:p>
            </p:txBody>
          </p:sp>
          <p:sp>
            <p:nvSpPr>
              <p:cNvPr id="18294" name="Freeform 18293">
                <a:extLst>
                  <a:ext uri="{FF2B5EF4-FFF2-40B4-BE49-F238E27FC236}">
                    <a16:creationId xmlns:a16="http://schemas.microsoft.com/office/drawing/2014/main" id="{781231A9-AF62-FB6F-C4B4-37FC7924606C}"/>
                  </a:ext>
                </a:extLst>
              </p:cNvPr>
              <p:cNvSpPr/>
              <p:nvPr/>
            </p:nvSpPr>
            <p:spPr>
              <a:xfrm>
                <a:off x="7439882" y="3222400"/>
                <a:ext cx="928578" cy="604710"/>
              </a:xfrm>
              <a:custGeom>
                <a:avLst/>
                <a:gdLst>
                  <a:gd name="connsiteX0" fmla="*/ 0 w 231035"/>
                  <a:gd name="connsiteY0" fmla="*/ 0 h 150455"/>
                  <a:gd name="connsiteX1" fmla="*/ 231035 w 231035"/>
                  <a:gd name="connsiteY1" fmla="*/ 150455 h 150455"/>
                </a:gdLst>
                <a:ahLst/>
                <a:cxnLst>
                  <a:cxn ang="0">
                    <a:pos x="connsiteX0" y="connsiteY0"/>
                  </a:cxn>
                  <a:cxn ang="0">
                    <a:pos x="connsiteX1" y="connsiteY1"/>
                  </a:cxn>
                </a:cxnLst>
                <a:rect l="l" t="t" r="r" b="b"/>
                <a:pathLst>
                  <a:path w="231035" h="150455">
                    <a:moveTo>
                      <a:pt x="0" y="0"/>
                    </a:moveTo>
                    <a:lnTo>
                      <a:pt x="231035" y="150455"/>
                    </a:lnTo>
                  </a:path>
                </a:pathLst>
              </a:custGeom>
              <a:ln w="4498" cap="flat">
                <a:solidFill>
                  <a:srgbClr val="B3B3B3">
                    <a:alpha val="40000"/>
                  </a:srgbClr>
                </a:solidFill>
                <a:prstDash val="solid"/>
                <a:round/>
              </a:ln>
            </p:spPr>
            <p:txBody>
              <a:bodyPr rtlCol="0" anchor="ctr"/>
              <a:lstStyle/>
              <a:p>
                <a:endParaRPr lang="en-US"/>
              </a:p>
            </p:txBody>
          </p:sp>
          <p:sp>
            <p:nvSpPr>
              <p:cNvPr id="18297" name="Freeform 18296">
                <a:extLst>
                  <a:ext uri="{FF2B5EF4-FFF2-40B4-BE49-F238E27FC236}">
                    <a16:creationId xmlns:a16="http://schemas.microsoft.com/office/drawing/2014/main" id="{0720A701-192C-B968-8DE9-25666A335E9A}"/>
                  </a:ext>
                </a:extLst>
              </p:cNvPr>
              <p:cNvSpPr/>
              <p:nvPr/>
            </p:nvSpPr>
            <p:spPr>
              <a:xfrm>
                <a:off x="7394778" y="3130380"/>
                <a:ext cx="982901" cy="343208"/>
              </a:xfrm>
              <a:custGeom>
                <a:avLst/>
                <a:gdLst>
                  <a:gd name="connsiteX0" fmla="*/ 0 w 244551"/>
                  <a:gd name="connsiteY0" fmla="*/ 0 h 85392"/>
                  <a:gd name="connsiteX1" fmla="*/ 244552 w 244551"/>
                  <a:gd name="connsiteY1" fmla="*/ 85393 h 85392"/>
                </a:gdLst>
                <a:ahLst/>
                <a:cxnLst>
                  <a:cxn ang="0">
                    <a:pos x="connsiteX0" y="connsiteY0"/>
                  </a:cxn>
                  <a:cxn ang="0">
                    <a:pos x="connsiteX1" y="connsiteY1"/>
                  </a:cxn>
                </a:cxnLst>
                <a:rect l="l" t="t" r="r" b="b"/>
                <a:pathLst>
                  <a:path w="244551" h="85392">
                    <a:moveTo>
                      <a:pt x="0" y="0"/>
                    </a:moveTo>
                    <a:lnTo>
                      <a:pt x="244552" y="85393"/>
                    </a:lnTo>
                  </a:path>
                </a:pathLst>
              </a:custGeom>
              <a:ln w="4498" cap="flat">
                <a:solidFill>
                  <a:srgbClr val="B3B3B3">
                    <a:alpha val="40000"/>
                  </a:srgbClr>
                </a:solidFill>
                <a:prstDash val="solid"/>
                <a:round/>
              </a:ln>
            </p:spPr>
            <p:txBody>
              <a:bodyPr rtlCol="0" anchor="ctr"/>
              <a:lstStyle/>
              <a:p>
                <a:endParaRPr lang="en-US"/>
              </a:p>
            </p:txBody>
          </p:sp>
          <p:sp>
            <p:nvSpPr>
              <p:cNvPr id="18299" name="Freeform 18298">
                <a:extLst>
                  <a:ext uri="{FF2B5EF4-FFF2-40B4-BE49-F238E27FC236}">
                    <a16:creationId xmlns:a16="http://schemas.microsoft.com/office/drawing/2014/main" id="{7F9B3206-817E-1213-37FB-AFB47DEDEF55}"/>
                  </a:ext>
                </a:extLst>
              </p:cNvPr>
              <p:cNvSpPr/>
              <p:nvPr/>
            </p:nvSpPr>
            <p:spPr>
              <a:xfrm>
                <a:off x="7470163" y="2984402"/>
                <a:ext cx="758103" cy="432877"/>
              </a:xfrm>
              <a:custGeom>
                <a:avLst/>
                <a:gdLst>
                  <a:gd name="connsiteX0" fmla="*/ 0 w 188620"/>
                  <a:gd name="connsiteY0" fmla="*/ 0 h 107702"/>
                  <a:gd name="connsiteX1" fmla="*/ 188620 w 188620"/>
                  <a:gd name="connsiteY1" fmla="*/ 107703 h 107702"/>
                </a:gdLst>
                <a:ahLst/>
                <a:cxnLst>
                  <a:cxn ang="0">
                    <a:pos x="connsiteX0" y="connsiteY0"/>
                  </a:cxn>
                  <a:cxn ang="0">
                    <a:pos x="connsiteX1" y="connsiteY1"/>
                  </a:cxn>
                </a:cxnLst>
                <a:rect l="l" t="t" r="r" b="b"/>
                <a:pathLst>
                  <a:path w="188620" h="107702">
                    <a:moveTo>
                      <a:pt x="0" y="0"/>
                    </a:moveTo>
                    <a:lnTo>
                      <a:pt x="188620" y="107703"/>
                    </a:lnTo>
                  </a:path>
                </a:pathLst>
              </a:custGeom>
              <a:ln w="4498" cap="flat">
                <a:solidFill>
                  <a:srgbClr val="B3B3B3">
                    <a:alpha val="40000"/>
                  </a:srgbClr>
                </a:solidFill>
                <a:prstDash val="solid"/>
                <a:round/>
              </a:ln>
            </p:spPr>
            <p:txBody>
              <a:bodyPr rtlCol="0" anchor="ctr"/>
              <a:lstStyle/>
              <a:p>
                <a:endParaRPr lang="en-US"/>
              </a:p>
            </p:txBody>
          </p:sp>
          <p:sp>
            <p:nvSpPr>
              <p:cNvPr id="18301" name="Freeform 18300">
                <a:extLst>
                  <a:ext uri="{FF2B5EF4-FFF2-40B4-BE49-F238E27FC236}">
                    <a16:creationId xmlns:a16="http://schemas.microsoft.com/office/drawing/2014/main" id="{B6D30A06-DBCA-3A1B-0343-5D89AFDA4887}"/>
                  </a:ext>
                </a:extLst>
              </p:cNvPr>
              <p:cNvSpPr/>
              <p:nvPr/>
            </p:nvSpPr>
            <p:spPr>
              <a:xfrm>
                <a:off x="7462751" y="2860116"/>
                <a:ext cx="754216" cy="910950"/>
              </a:xfrm>
              <a:custGeom>
                <a:avLst/>
                <a:gdLst>
                  <a:gd name="connsiteX0" fmla="*/ 0 w 187653"/>
                  <a:gd name="connsiteY0" fmla="*/ 0 h 226649"/>
                  <a:gd name="connsiteX1" fmla="*/ 187653 w 187653"/>
                  <a:gd name="connsiteY1" fmla="*/ 226650 h 226649"/>
                </a:gdLst>
                <a:ahLst/>
                <a:cxnLst>
                  <a:cxn ang="0">
                    <a:pos x="connsiteX0" y="connsiteY0"/>
                  </a:cxn>
                  <a:cxn ang="0">
                    <a:pos x="connsiteX1" y="connsiteY1"/>
                  </a:cxn>
                </a:cxnLst>
                <a:rect l="l" t="t" r="r" b="b"/>
                <a:pathLst>
                  <a:path w="187653" h="226649">
                    <a:moveTo>
                      <a:pt x="0" y="0"/>
                    </a:moveTo>
                    <a:lnTo>
                      <a:pt x="187653" y="226650"/>
                    </a:lnTo>
                  </a:path>
                </a:pathLst>
              </a:custGeom>
              <a:ln w="4498" cap="flat">
                <a:solidFill>
                  <a:srgbClr val="B3B3B3">
                    <a:alpha val="40000"/>
                  </a:srgbClr>
                </a:solidFill>
                <a:prstDash val="solid"/>
                <a:round/>
              </a:ln>
            </p:spPr>
            <p:txBody>
              <a:bodyPr rtlCol="0" anchor="ctr"/>
              <a:lstStyle/>
              <a:p>
                <a:endParaRPr lang="en-US"/>
              </a:p>
            </p:txBody>
          </p:sp>
          <p:sp>
            <p:nvSpPr>
              <p:cNvPr id="18303" name="Freeform 18302">
                <a:extLst>
                  <a:ext uri="{FF2B5EF4-FFF2-40B4-BE49-F238E27FC236}">
                    <a16:creationId xmlns:a16="http://schemas.microsoft.com/office/drawing/2014/main" id="{3FFF759B-4618-D1BC-6537-B73AB9F72A46}"/>
                  </a:ext>
                </a:extLst>
              </p:cNvPr>
              <p:cNvSpPr/>
              <p:nvPr/>
            </p:nvSpPr>
            <p:spPr>
              <a:xfrm>
                <a:off x="7390622" y="3766279"/>
                <a:ext cx="975309" cy="27929"/>
              </a:xfrm>
              <a:custGeom>
                <a:avLst/>
                <a:gdLst>
                  <a:gd name="connsiteX0" fmla="*/ 0 w 242662"/>
                  <a:gd name="connsiteY0" fmla="*/ 6949 h 6949"/>
                  <a:gd name="connsiteX1" fmla="*/ 242663 w 242662"/>
                  <a:gd name="connsiteY1" fmla="*/ 0 h 6949"/>
                </a:gdLst>
                <a:ahLst/>
                <a:cxnLst>
                  <a:cxn ang="0">
                    <a:pos x="connsiteX0" y="connsiteY0"/>
                  </a:cxn>
                  <a:cxn ang="0">
                    <a:pos x="connsiteX1" y="connsiteY1"/>
                  </a:cxn>
                </a:cxnLst>
                <a:rect l="l" t="t" r="r" b="b"/>
                <a:pathLst>
                  <a:path w="242662" h="6949">
                    <a:moveTo>
                      <a:pt x="0" y="6949"/>
                    </a:moveTo>
                    <a:lnTo>
                      <a:pt x="242663" y="0"/>
                    </a:lnTo>
                  </a:path>
                </a:pathLst>
              </a:custGeom>
              <a:ln w="4498" cap="flat">
                <a:solidFill>
                  <a:srgbClr val="B3B3B3">
                    <a:alpha val="40000"/>
                  </a:srgbClr>
                </a:solidFill>
                <a:prstDash val="solid"/>
                <a:round/>
              </a:ln>
            </p:spPr>
            <p:txBody>
              <a:bodyPr rtlCol="0" anchor="ctr"/>
              <a:lstStyle/>
              <a:p>
                <a:endParaRPr lang="en-US"/>
              </a:p>
            </p:txBody>
          </p:sp>
          <p:sp>
            <p:nvSpPr>
              <p:cNvPr id="18305" name="Freeform 18304">
                <a:extLst>
                  <a:ext uri="{FF2B5EF4-FFF2-40B4-BE49-F238E27FC236}">
                    <a16:creationId xmlns:a16="http://schemas.microsoft.com/office/drawing/2014/main" id="{0CC556D4-718E-C9C7-B3AA-3A68A92434FB}"/>
                  </a:ext>
                </a:extLst>
              </p:cNvPr>
              <p:cNvSpPr/>
              <p:nvPr/>
            </p:nvSpPr>
            <p:spPr>
              <a:xfrm>
                <a:off x="7425240" y="3351477"/>
                <a:ext cx="816494" cy="161616"/>
              </a:xfrm>
              <a:custGeom>
                <a:avLst/>
                <a:gdLst>
                  <a:gd name="connsiteX0" fmla="*/ 0 w 203148"/>
                  <a:gd name="connsiteY0" fmla="*/ 40211 h 40211"/>
                  <a:gd name="connsiteX1" fmla="*/ 203148 w 203148"/>
                  <a:gd name="connsiteY1" fmla="*/ 0 h 40211"/>
                </a:gdLst>
                <a:ahLst/>
                <a:cxnLst>
                  <a:cxn ang="0">
                    <a:pos x="connsiteX0" y="connsiteY0"/>
                  </a:cxn>
                  <a:cxn ang="0">
                    <a:pos x="connsiteX1" y="connsiteY1"/>
                  </a:cxn>
                </a:cxnLst>
                <a:rect l="l" t="t" r="r" b="b"/>
                <a:pathLst>
                  <a:path w="203148" h="40211">
                    <a:moveTo>
                      <a:pt x="0" y="40211"/>
                    </a:moveTo>
                    <a:lnTo>
                      <a:pt x="203148" y="0"/>
                    </a:lnTo>
                  </a:path>
                </a:pathLst>
              </a:custGeom>
              <a:ln w="4498" cap="flat">
                <a:solidFill>
                  <a:srgbClr val="B3B3B3">
                    <a:alpha val="40000"/>
                  </a:srgbClr>
                </a:solidFill>
                <a:prstDash val="solid"/>
                <a:round/>
              </a:ln>
            </p:spPr>
            <p:txBody>
              <a:bodyPr rtlCol="0" anchor="ctr"/>
              <a:lstStyle/>
              <a:p>
                <a:endParaRPr lang="en-US"/>
              </a:p>
            </p:txBody>
          </p:sp>
          <p:sp>
            <p:nvSpPr>
              <p:cNvPr id="18307" name="Freeform 18306">
                <a:extLst>
                  <a:ext uri="{FF2B5EF4-FFF2-40B4-BE49-F238E27FC236}">
                    <a16:creationId xmlns:a16="http://schemas.microsoft.com/office/drawing/2014/main" id="{0DB26A29-EE65-F588-CB2D-97B2987CE6C3}"/>
                  </a:ext>
                </a:extLst>
              </p:cNvPr>
              <p:cNvSpPr/>
              <p:nvPr/>
            </p:nvSpPr>
            <p:spPr>
              <a:xfrm>
                <a:off x="7403906" y="3285493"/>
                <a:ext cx="966543" cy="110998"/>
              </a:xfrm>
              <a:custGeom>
                <a:avLst/>
                <a:gdLst>
                  <a:gd name="connsiteX0" fmla="*/ 0 w 240481"/>
                  <a:gd name="connsiteY0" fmla="*/ 27617 h 27617"/>
                  <a:gd name="connsiteX1" fmla="*/ 240481 w 240481"/>
                  <a:gd name="connsiteY1" fmla="*/ 0 h 27617"/>
                </a:gdLst>
                <a:ahLst/>
                <a:cxnLst>
                  <a:cxn ang="0">
                    <a:pos x="connsiteX0" y="connsiteY0"/>
                  </a:cxn>
                  <a:cxn ang="0">
                    <a:pos x="connsiteX1" y="connsiteY1"/>
                  </a:cxn>
                </a:cxnLst>
                <a:rect l="l" t="t" r="r" b="b"/>
                <a:pathLst>
                  <a:path w="240481" h="27617">
                    <a:moveTo>
                      <a:pt x="0" y="27617"/>
                    </a:moveTo>
                    <a:lnTo>
                      <a:pt x="240481" y="0"/>
                    </a:lnTo>
                  </a:path>
                </a:pathLst>
              </a:custGeom>
              <a:ln w="4498" cap="flat">
                <a:solidFill>
                  <a:srgbClr val="B3B3B3">
                    <a:alpha val="40000"/>
                  </a:srgbClr>
                </a:solidFill>
                <a:prstDash val="solid"/>
                <a:round/>
              </a:ln>
            </p:spPr>
            <p:txBody>
              <a:bodyPr rtlCol="0" anchor="ctr"/>
              <a:lstStyle/>
              <a:p>
                <a:endParaRPr lang="en-US"/>
              </a:p>
            </p:txBody>
          </p:sp>
          <p:sp>
            <p:nvSpPr>
              <p:cNvPr id="18309" name="Freeform 18308">
                <a:extLst>
                  <a:ext uri="{FF2B5EF4-FFF2-40B4-BE49-F238E27FC236}">
                    <a16:creationId xmlns:a16="http://schemas.microsoft.com/office/drawing/2014/main" id="{1F52AFB6-BE39-73CB-46CE-DB0056F08C68}"/>
                  </a:ext>
                </a:extLst>
              </p:cNvPr>
              <p:cNvSpPr/>
              <p:nvPr/>
            </p:nvSpPr>
            <p:spPr>
              <a:xfrm>
                <a:off x="7389987" y="3067922"/>
                <a:ext cx="860786" cy="311030"/>
              </a:xfrm>
              <a:custGeom>
                <a:avLst/>
                <a:gdLst>
                  <a:gd name="connsiteX0" fmla="*/ 0 w 214168"/>
                  <a:gd name="connsiteY0" fmla="*/ 77387 h 77386"/>
                  <a:gd name="connsiteX1" fmla="*/ 214168 w 214168"/>
                  <a:gd name="connsiteY1" fmla="*/ 0 h 77386"/>
                </a:gdLst>
                <a:ahLst/>
                <a:cxnLst>
                  <a:cxn ang="0">
                    <a:pos x="connsiteX0" y="connsiteY0"/>
                  </a:cxn>
                  <a:cxn ang="0">
                    <a:pos x="connsiteX1" y="connsiteY1"/>
                  </a:cxn>
                </a:cxnLst>
                <a:rect l="l" t="t" r="r" b="b"/>
                <a:pathLst>
                  <a:path w="214168" h="77386">
                    <a:moveTo>
                      <a:pt x="0" y="77387"/>
                    </a:moveTo>
                    <a:lnTo>
                      <a:pt x="214168" y="0"/>
                    </a:lnTo>
                  </a:path>
                </a:pathLst>
              </a:custGeom>
              <a:ln w="4498" cap="flat">
                <a:solidFill>
                  <a:srgbClr val="B3B3B3">
                    <a:alpha val="40000"/>
                  </a:srgbClr>
                </a:solidFill>
                <a:prstDash val="solid"/>
                <a:round/>
              </a:ln>
            </p:spPr>
            <p:txBody>
              <a:bodyPr rtlCol="0" anchor="ctr"/>
              <a:lstStyle/>
              <a:p>
                <a:endParaRPr lang="en-US"/>
              </a:p>
            </p:txBody>
          </p:sp>
          <p:sp>
            <p:nvSpPr>
              <p:cNvPr id="18373" name="Freeform 18372">
                <a:extLst>
                  <a:ext uri="{FF2B5EF4-FFF2-40B4-BE49-F238E27FC236}">
                    <a16:creationId xmlns:a16="http://schemas.microsoft.com/office/drawing/2014/main" id="{C39CA564-592B-E3C1-8088-48F9286EB112}"/>
                  </a:ext>
                </a:extLst>
              </p:cNvPr>
              <p:cNvSpPr/>
              <p:nvPr/>
            </p:nvSpPr>
            <p:spPr>
              <a:xfrm>
                <a:off x="7639556" y="2172876"/>
                <a:ext cx="483225" cy="2215102"/>
              </a:xfrm>
              <a:custGeom>
                <a:avLst/>
                <a:gdLst>
                  <a:gd name="connsiteX0" fmla="*/ 0 w 120229"/>
                  <a:gd name="connsiteY0" fmla="*/ 551130 h 551129"/>
                  <a:gd name="connsiteX1" fmla="*/ 203 w 120229"/>
                  <a:gd name="connsiteY1" fmla="*/ 551130 h 551129"/>
                  <a:gd name="connsiteX2" fmla="*/ 292 w 120229"/>
                  <a:gd name="connsiteY2" fmla="*/ 545552 h 551129"/>
                  <a:gd name="connsiteX3" fmla="*/ 427 w 120229"/>
                  <a:gd name="connsiteY3" fmla="*/ 539975 h 551129"/>
                  <a:gd name="connsiteX4" fmla="*/ 585 w 120229"/>
                  <a:gd name="connsiteY4" fmla="*/ 534420 h 551129"/>
                  <a:gd name="connsiteX5" fmla="*/ 787 w 120229"/>
                  <a:gd name="connsiteY5" fmla="*/ 528843 h 551129"/>
                  <a:gd name="connsiteX6" fmla="*/ 1079 w 120229"/>
                  <a:gd name="connsiteY6" fmla="*/ 523288 h 551129"/>
                  <a:gd name="connsiteX7" fmla="*/ 1439 w 120229"/>
                  <a:gd name="connsiteY7" fmla="*/ 517710 h 551129"/>
                  <a:gd name="connsiteX8" fmla="*/ 1912 w 120229"/>
                  <a:gd name="connsiteY8" fmla="*/ 512155 h 551129"/>
                  <a:gd name="connsiteX9" fmla="*/ 2497 w 120229"/>
                  <a:gd name="connsiteY9" fmla="*/ 506578 h 551129"/>
                  <a:gd name="connsiteX10" fmla="*/ 3238 w 120229"/>
                  <a:gd name="connsiteY10" fmla="*/ 501023 h 551129"/>
                  <a:gd name="connsiteX11" fmla="*/ 4116 w 120229"/>
                  <a:gd name="connsiteY11" fmla="*/ 495446 h 551129"/>
                  <a:gd name="connsiteX12" fmla="*/ 5218 w 120229"/>
                  <a:gd name="connsiteY12" fmla="*/ 489890 h 551129"/>
                  <a:gd name="connsiteX13" fmla="*/ 6522 w 120229"/>
                  <a:gd name="connsiteY13" fmla="*/ 484313 h 551129"/>
                  <a:gd name="connsiteX14" fmla="*/ 8074 w 120229"/>
                  <a:gd name="connsiteY14" fmla="*/ 478758 h 551129"/>
                  <a:gd name="connsiteX15" fmla="*/ 9873 w 120229"/>
                  <a:gd name="connsiteY15" fmla="*/ 473181 h 551129"/>
                  <a:gd name="connsiteX16" fmla="*/ 11965 w 120229"/>
                  <a:gd name="connsiteY16" fmla="*/ 467626 h 551129"/>
                  <a:gd name="connsiteX17" fmla="*/ 14348 w 120229"/>
                  <a:gd name="connsiteY17" fmla="*/ 462048 h 551129"/>
                  <a:gd name="connsiteX18" fmla="*/ 17047 w 120229"/>
                  <a:gd name="connsiteY18" fmla="*/ 456493 h 551129"/>
                  <a:gd name="connsiteX19" fmla="*/ 20061 w 120229"/>
                  <a:gd name="connsiteY19" fmla="*/ 450916 h 551129"/>
                  <a:gd name="connsiteX20" fmla="*/ 23366 w 120229"/>
                  <a:gd name="connsiteY20" fmla="*/ 445361 h 551129"/>
                  <a:gd name="connsiteX21" fmla="*/ 26988 w 120229"/>
                  <a:gd name="connsiteY21" fmla="*/ 439784 h 551129"/>
                  <a:gd name="connsiteX22" fmla="*/ 30901 w 120229"/>
                  <a:gd name="connsiteY22" fmla="*/ 434206 h 551129"/>
                  <a:gd name="connsiteX23" fmla="*/ 35084 w 120229"/>
                  <a:gd name="connsiteY23" fmla="*/ 428651 h 551129"/>
                  <a:gd name="connsiteX24" fmla="*/ 39469 w 120229"/>
                  <a:gd name="connsiteY24" fmla="*/ 423074 h 551129"/>
                  <a:gd name="connsiteX25" fmla="*/ 44080 w 120229"/>
                  <a:gd name="connsiteY25" fmla="*/ 417519 h 551129"/>
                  <a:gd name="connsiteX26" fmla="*/ 48825 w 120229"/>
                  <a:gd name="connsiteY26" fmla="*/ 411942 h 551129"/>
                  <a:gd name="connsiteX27" fmla="*/ 53682 w 120229"/>
                  <a:gd name="connsiteY27" fmla="*/ 406387 h 551129"/>
                  <a:gd name="connsiteX28" fmla="*/ 58608 w 120229"/>
                  <a:gd name="connsiteY28" fmla="*/ 400809 h 551129"/>
                  <a:gd name="connsiteX29" fmla="*/ 63533 w 120229"/>
                  <a:gd name="connsiteY29" fmla="*/ 395254 h 551129"/>
                  <a:gd name="connsiteX30" fmla="*/ 68436 w 120229"/>
                  <a:gd name="connsiteY30" fmla="*/ 389677 h 551129"/>
                  <a:gd name="connsiteX31" fmla="*/ 73249 w 120229"/>
                  <a:gd name="connsiteY31" fmla="*/ 384122 h 551129"/>
                  <a:gd name="connsiteX32" fmla="*/ 77926 w 120229"/>
                  <a:gd name="connsiteY32" fmla="*/ 378545 h 551129"/>
                  <a:gd name="connsiteX33" fmla="*/ 82424 w 120229"/>
                  <a:gd name="connsiteY33" fmla="*/ 372990 h 551129"/>
                  <a:gd name="connsiteX34" fmla="*/ 86697 w 120229"/>
                  <a:gd name="connsiteY34" fmla="*/ 367412 h 551129"/>
                  <a:gd name="connsiteX35" fmla="*/ 90746 w 120229"/>
                  <a:gd name="connsiteY35" fmla="*/ 361857 h 551129"/>
                  <a:gd name="connsiteX36" fmla="*/ 94524 w 120229"/>
                  <a:gd name="connsiteY36" fmla="*/ 356280 h 551129"/>
                  <a:gd name="connsiteX37" fmla="*/ 98032 w 120229"/>
                  <a:gd name="connsiteY37" fmla="*/ 350725 h 551129"/>
                  <a:gd name="connsiteX38" fmla="*/ 101248 w 120229"/>
                  <a:gd name="connsiteY38" fmla="*/ 345148 h 551129"/>
                  <a:gd name="connsiteX39" fmla="*/ 104149 w 120229"/>
                  <a:gd name="connsiteY39" fmla="*/ 339593 h 551129"/>
                  <a:gd name="connsiteX40" fmla="*/ 106803 w 120229"/>
                  <a:gd name="connsiteY40" fmla="*/ 334015 h 551129"/>
                  <a:gd name="connsiteX41" fmla="*/ 109165 w 120229"/>
                  <a:gd name="connsiteY41" fmla="*/ 328438 h 551129"/>
                  <a:gd name="connsiteX42" fmla="*/ 111256 w 120229"/>
                  <a:gd name="connsiteY42" fmla="*/ 322883 h 551129"/>
                  <a:gd name="connsiteX43" fmla="*/ 113123 w 120229"/>
                  <a:gd name="connsiteY43" fmla="*/ 317305 h 551129"/>
                  <a:gd name="connsiteX44" fmla="*/ 114742 w 120229"/>
                  <a:gd name="connsiteY44" fmla="*/ 311751 h 551129"/>
                  <a:gd name="connsiteX45" fmla="*/ 116158 w 120229"/>
                  <a:gd name="connsiteY45" fmla="*/ 306173 h 551129"/>
                  <a:gd name="connsiteX46" fmla="*/ 117373 w 120229"/>
                  <a:gd name="connsiteY46" fmla="*/ 300618 h 551129"/>
                  <a:gd name="connsiteX47" fmla="*/ 118385 w 120229"/>
                  <a:gd name="connsiteY47" fmla="*/ 295041 h 551129"/>
                  <a:gd name="connsiteX48" fmla="*/ 119195 w 120229"/>
                  <a:gd name="connsiteY48" fmla="*/ 289486 h 551129"/>
                  <a:gd name="connsiteX49" fmla="*/ 119780 w 120229"/>
                  <a:gd name="connsiteY49" fmla="*/ 283908 h 551129"/>
                  <a:gd name="connsiteX50" fmla="*/ 120117 w 120229"/>
                  <a:gd name="connsiteY50" fmla="*/ 278354 h 551129"/>
                  <a:gd name="connsiteX51" fmla="*/ 120229 w 120229"/>
                  <a:gd name="connsiteY51" fmla="*/ 272776 h 551129"/>
                  <a:gd name="connsiteX52" fmla="*/ 120049 w 120229"/>
                  <a:gd name="connsiteY52" fmla="*/ 267221 h 551129"/>
                  <a:gd name="connsiteX53" fmla="*/ 119577 w 120229"/>
                  <a:gd name="connsiteY53" fmla="*/ 261644 h 551129"/>
                  <a:gd name="connsiteX54" fmla="*/ 118768 w 120229"/>
                  <a:gd name="connsiteY54" fmla="*/ 256089 h 551129"/>
                  <a:gd name="connsiteX55" fmla="*/ 117643 w 120229"/>
                  <a:gd name="connsiteY55" fmla="*/ 250511 h 551129"/>
                  <a:gd name="connsiteX56" fmla="*/ 116158 w 120229"/>
                  <a:gd name="connsiteY56" fmla="*/ 244957 h 551129"/>
                  <a:gd name="connsiteX57" fmla="*/ 114315 w 120229"/>
                  <a:gd name="connsiteY57" fmla="*/ 239379 h 551129"/>
                  <a:gd name="connsiteX58" fmla="*/ 112133 w 120229"/>
                  <a:gd name="connsiteY58" fmla="*/ 233824 h 551129"/>
                  <a:gd name="connsiteX59" fmla="*/ 109637 w 120229"/>
                  <a:gd name="connsiteY59" fmla="*/ 228247 h 551129"/>
                  <a:gd name="connsiteX60" fmla="*/ 106826 w 120229"/>
                  <a:gd name="connsiteY60" fmla="*/ 222692 h 551129"/>
                  <a:gd name="connsiteX61" fmla="*/ 103722 w 120229"/>
                  <a:gd name="connsiteY61" fmla="*/ 217114 h 551129"/>
                  <a:gd name="connsiteX62" fmla="*/ 100371 w 120229"/>
                  <a:gd name="connsiteY62" fmla="*/ 211537 h 551129"/>
                  <a:gd name="connsiteX63" fmla="*/ 96795 w 120229"/>
                  <a:gd name="connsiteY63" fmla="*/ 205982 h 551129"/>
                  <a:gd name="connsiteX64" fmla="*/ 93017 w 120229"/>
                  <a:gd name="connsiteY64" fmla="*/ 200405 h 551129"/>
                  <a:gd name="connsiteX65" fmla="*/ 89081 w 120229"/>
                  <a:gd name="connsiteY65" fmla="*/ 194850 h 551129"/>
                  <a:gd name="connsiteX66" fmla="*/ 85011 w 120229"/>
                  <a:gd name="connsiteY66" fmla="*/ 189272 h 551129"/>
                  <a:gd name="connsiteX67" fmla="*/ 80805 w 120229"/>
                  <a:gd name="connsiteY67" fmla="*/ 183718 h 551129"/>
                  <a:gd name="connsiteX68" fmla="*/ 76487 w 120229"/>
                  <a:gd name="connsiteY68" fmla="*/ 178140 h 551129"/>
                  <a:gd name="connsiteX69" fmla="*/ 72102 w 120229"/>
                  <a:gd name="connsiteY69" fmla="*/ 172585 h 551129"/>
                  <a:gd name="connsiteX70" fmla="*/ 67649 w 120229"/>
                  <a:gd name="connsiteY70" fmla="*/ 167008 h 551129"/>
                  <a:gd name="connsiteX71" fmla="*/ 63151 w 120229"/>
                  <a:gd name="connsiteY71" fmla="*/ 161453 h 551129"/>
                  <a:gd name="connsiteX72" fmla="*/ 58630 w 120229"/>
                  <a:gd name="connsiteY72" fmla="*/ 155875 h 551129"/>
                  <a:gd name="connsiteX73" fmla="*/ 54133 w 120229"/>
                  <a:gd name="connsiteY73" fmla="*/ 150320 h 551129"/>
                  <a:gd name="connsiteX74" fmla="*/ 49635 w 120229"/>
                  <a:gd name="connsiteY74" fmla="*/ 144743 h 551129"/>
                  <a:gd name="connsiteX75" fmla="*/ 45204 w 120229"/>
                  <a:gd name="connsiteY75" fmla="*/ 139188 h 551129"/>
                  <a:gd name="connsiteX76" fmla="*/ 40863 w 120229"/>
                  <a:gd name="connsiteY76" fmla="*/ 133611 h 551129"/>
                  <a:gd name="connsiteX77" fmla="*/ 36658 w 120229"/>
                  <a:gd name="connsiteY77" fmla="*/ 128056 h 551129"/>
                  <a:gd name="connsiteX78" fmla="*/ 32610 w 120229"/>
                  <a:gd name="connsiteY78" fmla="*/ 122478 h 551129"/>
                  <a:gd name="connsiteX79" fmla="*/ 28764 w 120229"/>
                  <a:gd name="connsiteY79" fmla="*/ 116923 h 551129"/>
                  <a:gd name="connsiteX80" fmla="*/ 25143 w 120229"/>
                  <a:gd name="connsiteY80" fmla="*/ 111346 h 551129"/>
                  <a:gd name="connsiteX81" fmla="*/ 21770 w 120229"/>
                  <a:gd name="connsiteY81" fmla="*/ 105769 h 551129"/>
                  <a:gd name="connsiteX82" fmla="*/ 18666 w 120229"/>
                  <a:gd name="connsiteY82" fmla="*/ 100214 h 551129"/>
                  <a:gd name="connsiteX83" fmla="*/ 15855 w 120229"/>
                  <a:gd name="connsiteY83" fmla="*/ 94636 h 551129"/>
                  <a:gd name="connsiteX84" fmla="*/ 13314 w 120229"/>
                  <a:gd name="connsiteY84" fmla="*/ 89081 h 551129"/>
                  <a:gd name="connsiteX85" fmla="*/ 11087 w 120229"/>
                  <a:gd name="connsiteY85" fmla="*/ 83504 h 551129"/>
                  <a:gd name="connsiteX86" fmla="*/ 9108 w 120229"/>
                  <a:gd name="connsiteY86" fmla="*/ 77949 h 551129"/>
                  <a:gd name="connsiteX87" fmla="*/ 7422 w 120229"/>
                  <a:gd name="connsiteY87" fmla="*/ 72372 h 551129"/>
                  <a:gd name="connsiteX88" fmla="*/ 5982 w 120229"/>
                  <a:gd name="connsiteY88" fmla="*/ 66816 h 551129"/>
                  <a:gd name="connsiteX89" fmla="*/ 4768 w 120229"/>
                  <a:gd name="connsiteY89" fmla="*/ 61239 h 551129"/>
                  <a:gd name="connsiteX90" fmla="*/ 3756 w 120229"/>
                  <a:gd name="connsiteY90" fmla="*/ 55684 h 551129"/>
                  <a:gd name="connsiteX91" fmla="*/ 2924 w 120229"/>
                  <a:gd name="connsiteY91" fmla="*/ 50107 h 551129"/>
                  <a:gd name="connsiteX92" fmla="*/ 2249 w 120229"/>
                  <a:gd name="connsiteY92" fmla="*/ 44552 h 551129"/>
                  <a:gd name="connsiteX93" fmla="*/ 1709 w 120229"/>
                  <a:gd name="connsiteY93" fmla="*/ 38974 h 551129"/>
                  <a:gd name="connsiteX94" fmla="*/ 1282 w 120229"/>
                  <a:gd name="connsiteY94" fmla="*/ 33419 h 551129"/>
                  <a:gd name="connsiteX95" fmla="*/ 944 w 120229"/>
                  <a:gd name="connsiteY95" fmla="*/ 27842 h 551129"/>
                  <a:gd name="connsiteX96" fmla="*/ 697 w 120229"/>
                  <a:gd name="connsiteY96" fmla="*/ 22287 h 551129"/>
                  <a:gd name="connsiteX97" fmla="*/ 517 w 120229"/>
                  <a:gd name="connsiteY97" fmla="*/ 16710 h 551129"/>
                  <a:gd name="connsiteX98" fmla="*/ 360 w 120229"/>
                  <a:gd name="connsiteY98" fmla="*/ 11155 h 551129"/>
                  <a:gd name="connsiteX99" fmla="*/ 248 w 120229"/>
                  <a:gd name="connsiteY99" fmla="*/ 5577 h 551129"/>
                  <a:gd name="connsiteX100" fmla="*/ 180 w 120229"/>
                  <a:gd name="connsiteY100" fmla="*/ 0 h 551129"/>
                  <a:gd name="connsiteX101" fmla="*/ 0 w 120229"/>
                  <a:gd name="connsiteY101" fmla="*/ 0 h 551129"/>
                  <a:gd name="connsiteX102" fmla="*/ 0 w 120229"/>
                  <a:gd name="connsiteY102" fmla="*/ 5577 h 551129"/>
                  <a:gd name="connsiteX103" fmla="*/ 0 w 120229"/>
                  <a:gd name="connsiteY103" fmla="*/ 11155 h 551129"/>
                  <a:gd name="connsiteX104" fmla="*/ 0 w 120229"/>
                  <a:gd name="connsiteY104" fmla="*/ 16710 h 551129"/>
                  <a:gd name="connsiteX105" fmla="*/ 0 w 120229"/>
                  <a:gd name="connsiteY105" fmla="*/ 22287 h 551129"/>
                  <a:gd name="connsiteX106" fmla="*/ 0 w 120229"/>
                  <a:gd name="connsiteY106" fmla="*/ 27842 h 551129"/>
                  <a:gd name="connsiteX107" fmla="*/ 0 w 120229"/>
                  <a:gd name="connsiteY107" fmla="*/ 33419 h 551129"/>
                  <a:gd name="connsiteX108" fmla="*/ 0 w 120229"/>
                  <a:gd name="connsiteY108" fmla="*/ 38974 h 551129"/>
                  <a:gd name="connsiteX109" fmla="*/ 0 w 120229"/>
                  <a:gd name="connsiteY109" fmla="*/ 44552 h 551129"/>
                  <a:gd name="connsiteX110" fmla="*/ 0 w 120229"/>
                  <a:gd name="connsiteY110" fmla="*/ 50107 h 551129"/>
                  <a:gd name="connsiteX111" fmla="*/ 0 w 120229"/>
                  <a:gd name="connsiteY111" fmla="*/ 55684 h 551129"/>
                  <a:gd name="connsiteX112" fmla="*/ 0 w 120229"/>
                  <a:gd name="connsiteY112" fmla="*/ 61239 h 551129"/>
                  <a:gd name="connsiteX113" fmla="*/ 0 w 120229"/>
                  <a:gd name="connsiteY113" fmla="*/ 66816 h 551129"/>
                  <a:gd name="connsiteX114" fmla="*/ 0 w 120229"/>
                  <a:gd name="connsiteY114" fmla="*/ 72372 h 551129"/>
                  <a:gd name="connsiteX115" fmla="*/ 0 w 120229"/>
                  <a:gd name="connsiteY115" fmla="*/ 77949 h 551129"/>
                  <a:gd name="connsiteX116" fmla="*/ 0 w 120229"/>
                  <a:gd name="connsiteY116" fmla="*/ 83504 h 551129"/>
                  <a:gd name="connsiteX117" fmla="*/ 0 w 120229"/>
                  <a:gd name="connsiteY117" fmla="*/ 89081 h 551129"/>
                  <a:gd name="connsiteX118" fmla="*/ 0 w 120229"/>
                  <a:gd name="connsiteY118" fmla="*/ 94636 h 551129"/>
                  <a:gd name="connsiteX119" fmla="*/ 0 w 120229"/>
                  <a:gd name="connsiteY119" fmla="*/ 100214 h 551129"/>
                  <a:gd name="connsiteX120" fmla="*/ 0 w 120229"/>
                  <a:gd name="connsiteY120" fmla="*/ 105769 h 551129"/>
                  <a:gd name="connsiteX121" fmla="*/ 0 w 120229"/>
                  <a:gd name="connsiteY121" fmla="*/ 111346 h 551129"/>
                  <a:gd name="connsiteX122" fmla="*/ 0 w 120229"/>
                  <a:gd name="connsiteY122" fmla="*/ 116923 h 551129"/>
                  <a:gd name="connsiteX123" fmla="*/ 0 w 120229"/>
                  <a:gd name="connsiteY123" fmla="*/ 122478 h 551129"/>
                  <a:gd name="connsiteX124" fmla="*/ 0 w 120229"/>
                  <a:gd name="connsiteY124" fmla="*/ 128056 h 551129"/>
                  <a:gd name="connsiteX125" fmla="*/ 0 w 120229"/>
                  <a:gd name="connsiteY125" fmla="*/ 133611 h 551129"/>
                  <a:gd name="connsiteX126" fmla="*/ 0 w 120229"/>
                  <a:gd name="connsiteY126" fmla="*/ 139188 h 551129"/>
                  <a:gd name="connsiteX127" fmla="*/ 0 w 120229"/>
                  <a:gd name="connsiteY127" fmla="*/ 144743 h 551129"/>
                  <a:gd name="connsiteX128" fmla="*/ 0 w 120229"/>
                  <a:gd name="connsiteY128" fmla="*/ 150320 h 551129"/>
                  <a:gd name="connsiteX129" fmla="*/ 0 w 120229"/>
                  <a:gd name="connsiteY129" fmla="*/ 155875 h 551129"/>
                  <a:gd name="connsiteX130" fmla="*/ 0 w 120229"/>
                  <a:gd name="connsiteY130" fmla="*/ 161453 h 551129"/>
                  <a:gd name="connsiteX131" fmla="*/ 0 w 120229"/>
                  <a:gd name="connsiteY131" fmla="*/ 167008 h 551129"/>
                  <a:gd name="connsiteX132" fmla="*/ 0 w 120229"/>
                  <a:gd name="connsiteY132" fmla="*/ 172585 h 551129"/>
                  <a:gd name="connsiteX133" fmla="*/ 0 w 120229"/>
                  <a:gd name="connsiteY133" fmla="*/ 178140 h 551129"/>
                  <a:gd name="connsiteX134" fmla="*/ 0 w 120229"/>
                  <a:gd name="connsiteY134" fmla="*/ 183718 h 551129"/>
                  <a:gd name="connsiteX135" fmla="*/ 0 w 120229"/>
                  <a:gd name="connsiteY135" fmla="*/ 189272 h 551129"/>
                  <a:gd name="connsiteX136" fmla="*/ 0 w 120229"/>
                  <a:gd name="connsiteY136" fmla="*/ 194850 h 551129"/>
                  <a:gd name="connsiteX137" fmla="*/ 0 w 120229"/>
                  <a:gd name="connsiteY137" fmla="*/ 200405 h 551129"/>
                  <a:gd name="connsiteX138" fmla="*/ 0 w 120229"/>
                  <a:gd name="connsiteY138" fmla="*/ 205982 h 551129"/>
                  <a:gd name="connsiteX139" fmla="*/ 0 w 120229"/>
                  <a:gd name="connsiteY139" fmla="*/ 211537 h 551129"/>
                  <a:gd name="connsiteX140" fmla="*/ 0 w 120229"/>
                  <a:gd name="connsiteY140" fmla="*/ 217114 h 551129"/>
                  <a:gd name="connsiteX141" fmla="*/ 0 w 120229"/>
                  <a:gd name="connsiteY141" fmla="*/ 222692 h 551129"/>
                  <a:gd name="connsiteX142" fmla="*/ 0 w 120229"/>
                  <a:gd name="connsiteY142" fmla="*/ 228247 h 551129"/>
                  <a:gd name="connsiteX143" fmla="*/ 0 w 120229"/>
                  <a:gd name="connsiteY143" fmla="*/ 233824 h 551129"/>
                  <a:gd name="connsiteX144" fmla="*/ 0 w 120229"/>
                  <a:gd name="connsiteY144" fmla="*/ 239379 h 551129"/>
                  <a:gd name="connsiteX145" fmla="*/ 0 w 120229"/>
                  <a:gd name="connsiteY145" fmla="*/ 244957 h 551129"/>
                  <a:gd name="connsiteX146" fmla="*/ 0 w 120229"/>
                  <a:gd name="connsiteY146" fmla="*/ 250511 h 551129"/>
                  <a:gd name="connsiteX147" fmla="*/ 0 w 120229"/>
                  <a:gd name="connsiteY147" fmla="*/ 256089 h 551129"/>
                  <a:gd name="connsiteX148" fmla="*/ 0 w 120229"/>
                  <a:gd name="connsiteY148" fmla="*/ 261644 h 551129"/>
                  <a:gd name="connsiteX149" fmla="*/ 0 w 120229"/>
                  <a:gd name="connsiteY149" fmla="*/ 267221 h 551129"/>
                  <a:gd name="connsiteX150" fmla="*/ 0 w 120229"/>
                  <a:gd name="connsiteY150" fmla="*/ 272776 h 551129"/>
                  <a:gd name="connsiteX151" fmla="*/ 0 w 120229"/>
                  <a:gd name="connsiteY151" fmla="*/ 278354 h 551129"/>
                  <a:gd name="connsiteX152" fmla="*/ 0 w 120229"/>
                  <a:gd name="connsiteY152" fmla="*/ 283908 h 551129"/>
                  <a:gd name="connsiteX153" fmla="*/ 0 w 120229"/>
                  <a:gd name="connsiteY153" fmla="*/ 289486 h 551129"/>
                  <a:gd name="connsiteX154" fmla="*/ 0 w 120229"/>
                  <a:gd name="connsiteY154" fmla="*/ 295041 h 551129"/>
                  <a:gd name="connsiteX155" fmla="*/ 0 w 120229"/>
                  <a:gd name="connsiteY155" fmla="*/ 300618 h 551129"/>
                  <a:gd name="connsiteX156" fmla="*/ 0 w 120229"/>
                  <a:gd name="connsiteY156" fmla="*/ 306173 h 551129"/>
                  <a:gd name="connsiteX157" fmla="*/ 0 w 120229"/>
                  <a:gd name="connsiteY157" fmla="*/ 311751 h 551129"/>
                  <a:gd name="connsiteX158" fmla="*/ 0 w 120229"/>
                  <a:gd name="connsiteY158" fmla="*/ 317305 h 551129"/>
                  <a:gd name="connsiteX159" fmla="*/ 0 w 120229"/>
                  <a:gd name="connsiteY159" fmla="*/ 322883 h 551129"/>
                  <a:gd name="connsiteX160" fmla="*/ 0 w 120229"/>
                  <a:gd name="connsiteY160" fmla="*/ 328438 h 551129"/>
                  <a:gd name="connsiteX161" fmla="*/ 0 w 120229"/>
                  <a:gd name="connsiteY161" fmla="*/ 334015 h 551129"/>
                  <a:gd name="connsiteX162" fmla="*/ 0 w 120229"/>
                  <a:gd name="connsiteY162" fmla="*/ 339593 h 551129"/>
                  <a:gd name="connsiteX163" fmla="*/ 0 w 120229"/>
                  <a:gd name="connsiteY163" fmla="*/ 345148 h 551129"/>
                  <a:gd name="connsiteX164" fmla="*/ 0 w 120229"/>
                  <a:gd name="connsiteY164" fmla="*/ 350725 h 551129"/>
                  <a:gd name="connsiteX165" fmla="*/ 0 w 120229"/>
                  <a:gd name="connsiteY165" fmla="*/ 356280 h 551129"/>
                  <a:gd name="connsiteX166" fmla="*/ 0 w 120229"/>
                  <a:gd name="connsiteY166" fmla="*/ 361857 h 551129"/>
                  <a:gd name="connsiteX167" fmla="*/ 0 w 120229"/>
                  <a:gd name="connsiteY167" fmla="*/ 367412 h 551129"/>
                  <a:gd name="connsiteX168" fmla="*/ 0 w 120229"/>
                  <a:gd name="connsiteY168" fmla="*/ 372990 h 551129"/>
                  <a:gd name="connsiteX169" fmla="*/ 0 w 120229"/>
                  <a:gd name="connsiteY169" fmla="*/ 378545 h 551129"/>
                  <a:gd name="connsiteX170" fmla="*/ 0 w 120229"/>
                  <a:gd name="connsiteY170" fmla="*/ 384122 h 551129"/>
                  <a:gd name="connsiteX171" fmla="*/ 0 w 120229"/>
                  <a:gd name="connsiteY171" fmla="*/ 389677 h 551129"/>
                  <a:gd name="connsiteX172" fmla="*/ 0 w 120229"/>
                  <a:gd name="connsiteY172" fmla="*/ 395254 h 551129"/>
                  <a:gd name="connsiteX173" fmla="*/ 0 w 120229"/>
                  <a:gd name="connsiteY173" fmla="*/ 400809 h 551129"/>
                  <a:gd name="connsiteX174" fmla="*/ 0 w 120229"/>
                  <a:gd name="connsiteY174" fmla="*/ 406387 h 551129"/>
                  <a:gd name="connsiteX175" fmla="*/ 0 w 120229"/>
                  <a:gd name="connsiteY175" fmla="*/ 411942 h 551129"/>
                  <a:gd name="connsiteX176" fmla="*/ 0 w 120229"/>
                  <a:gd name="connsiteY176" fmla="*/ 417519 h 551129"/>
                  <a:gd name="connsiteX177" fmla="*/ 0 w 120229"/>
                  <a:gd name="connsiteY177" fmla="*/ 423074 h 551129"/>
                  <a:gd name="connsiteX178" fmla="*/ 0 w 120229"/>
                  <a:gd name="connsiteY178" fmla="*/ 428651 h 551129"/>
                  <a:gd name="connsiteX179" fmla="*/ 0 w 120229"/>
                  <a:gd name="connsiteY179" fmla="*/ 434206 h 551129"/>
                  <a:gd name="connsiteX180" fmla="*/ 0 w 120229"/>
                  <a:gd name="connsiteY180" fmla="*/ 439784 h 551129"/>
                  <a:gd name="connsiteX181" fmla="*/ 0 w 120229"/>
                  <a:gd name="connsiteY181" fmla="*/ 445361 h 551129"/>
                  <a:gd name="connsiteX182" fmla="*/ 0 w 120229"/>
                  <a:gd name="connsiteY182" fmla="*/ 450916 h 551129"/>
                  <a:gd name="connsiteX183" fmla="*/ 0 w 120229"/>
                  <a:gd name="connsiteY183" fmla="*/ 456493 h 551129"/>
                  <a:gd name="connsiteX184" fmla="*/ 0 w 120229"/>
                  <a:gd name="connsiteY184" fmla="*/ 462048 h 551129"/>
                  <a:gd name="connsiteX185" fmla="*/ 0 w 120229"/>
                  <a:gd name="connsiteY185" fmla="*/ 467626 h 551129"/>
                  <a:gd name="connsiteX186" fmla="*/ 0 w 120229"/>
                  <a:gd name="connsiteY186" fmla="*/ 473181 h 551129"/>
                  <a:gd name="connsiteX187" fmla="*/ 0 w 120229"/>
                  <a:gd name="connsiteY187" fmla="*/ 478758 h 551129"/>
                  <a:gd name="connsiteX188" fmla="*/ 0 w 120229"/>
                  <a:gd name="connsiteY188" fmla="*/ 484313 h 551129"/>
                  <a:gd name="connsiteX189" fmla="*/ 0 w 120229"/>
                  <a:gd name="connsiteY189" fmla="*/ 489890 h 551129"/>
                  <a:gd name="connsiteX190" fmla="*/ 0 w 120229"/>
                  <a:gd name="connsiteY190" fmla="*/ 495446 h 551129"/>
                  <a:gd name="connsiteX191" fmla="*/ 0 w 120229"/>
                  <a:gd name="connsiteY191" fmla="*/ 501023 h 551129"/>
                  <a:gd name="connsiteX192" fmla="*/ 0 w 120229"/>
                  <a:gd name="connsiteY192" fmla="*/ 506578 h 551129"/>
                  <a:gd name="connsiteX193" fmla="*/ 0 w 120229"/>
                  <a:gd name="connsiteY193" fmla="*/ 512155 h 551129"/>
                  <a:gd name="connsiteX194" fmla="*/ 0 w 120229"/>
                  <a:gd name="connsiteY194" fmla="*/ 517710 h 551129"/>
                  <a:gd name="connsiteX195" fmla="*/ 0 w 120229"/>
                  <a:gd name="connsiteY195" fmla="*/ 523288 h 551129"/>
                  <a:gd name="connsiteX196" fmla="*/ 0 w 120229"/>
                  <a:gd name="connsiteY196" fmla="*/ 528843 h 551129"/>
                  <a:gd name="connsiteX197" fmla="*/ 0 w 120229"/>
                  <a:gd name="connsiteY197" fmla="*/ 534420 h 551129"/>
                  <a:gd name="connsiteX198" fmla="*/ 0 w 120229"/>
                  <a:gd name="connsiteY198" fmla="*/ 539975 h 551129"/>
                  <a:gd name="connsiteX199" fmla="*/ 0 w 120229"/>
                  <a:gd name="connsiteY199" fmla="*/ 545552 h 551129"/>
                  <a:gd name="connsiteX200" fmla="*/ 0 w 120229"/>
                  <a:gd name="connsiteY200" fmla="*/ 551130 h 551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120229" h="551129">
                    <a:moveTo>
                      <a:pt x="0" y="551130"/>
                    </a:moveTo>
                    <a:lnTo>
                      <a:pt x="203" y="551130"/>
                    </a:lnTo>
                    <a:lnTo>
                      <a:pt x="292" y="545552"/>
                    </a:lnTo>
                    <a:lnTo>
                      <a:pt x="427" y="539975"/>
                    </a:lnTo>
                    <a:lnTo>
                      <a:pt x="585" y="534420"/>
                    </a:lnTo>
                    <a:lnTo>
                      <a:pt x="787" y="528843"/>
                    </a:lnTo>
                    <a:lnTo>
                      <a:pt x="1079" y="523288"/>
                    </a:lnTo>
                    <a:lnTo>
                      <a:pt x="1439" y="517710"/>
                    </a:lnTo>
                    <a:lnTo>
                      <a:pt x="1912" y="512155"/>
                    </a:lnTo>
                    <a:lnTo>
                      <a:pt x="2497" y="506578"/>
                    </a:lnTo>
                    <a:lnTo>
                      <a:pt x="3238" y="501023"/>
                    </a:lnTo>
                    <a:lnTo>
                      <a:pt x="4116" y="495446"/>
                    </a:lnTo>
                    <a:lnTo>
                      <a:pt x="5218" y="489890"/>
                    </a:lnTo>
                    <a:lnTo>
                      <a:pt x="6522" y="484313"/>
                    </a:lnTo>
                    <a:lnTo>
                      <a:pt x="8074" y="478758"/>
                    </a:lnTo>
                    <a:lnTo>
                      <a:pt x="9873" y="473181"/>
                    </a:lnTo>
                    <a:lnTo>
                      <a:pt x="11965" y="467626"/>
                    </a:lnTo>
                    <a:lnTo>
                      <a:pt x="14348" y="462048"/>
                    </a:lnTo>
                    <a:lnTo>
                      <a:pt x="17047" y="456493"/>
                    </a:lnTo>
                    <a:lnTo>
                      <a:pt x="20061" y="450916"/>
                    </a:lnTo>
                    <a:lnTo>
                      <a:pt x="23366" y="445361"/>
                    </a:lnTo>
                    <a:lnTo>
                      <a:pt x="26988" y="439784"/>
                    </a:lnTo>
                    <a:lnTo>
                      <a:pt x="30901" y="434206"/>
                    </a:lnTo>
                    <a:lnTo>
                      <a:pt x="35084" y="428651"/>
                    </a:lnTo>
                    <a:lnTo>
                      <a:pt x="39469" y="423074"/>
                    </a:lnTo>
                    <a:lnTo>
                      <a:pt x="44080" y="417519"/>
                    </a:lnTo>
                    <a:lnTo>
                      <a:pt x="48825" y="411942"/>
                    </a:lnTo>
                    <a:lnTo>
                      <a:pt x="53682" y="406387"/>
                    </a:lnTo>
                    <a:lnTo>
                      <a:pt x="58608" y="400809"/>
                    </a:lnTo>
                    <a:lnTo>
                      <a:pt x="63533" y="395254"/>
                    </a:lnTo>
                    <a:lnTo>
                      <a:pt x="68436" y="389677"/>
                    </a:lnTo>
                    <a:lnTo>
                      <a:pt x="73249" y="384122"/>
                    </a:lnTo>
                    <a:lnTo>
                      <a:pt x="77926" y="378545"/>
                    </a:lnTo>
                    <a:lnTo>
                      <a:pt x="82424" y="372990"/>
                    </a:lnTo>
                    <a:lnTo>
                      <a:pt x="86697" y="367412"/>
                    </a:lnTo>
                    <a:lnTo>
                      <a:pt x="90746" y="361857"/>
                    </a:lnTo>
                    <a:lnTo>
                      <a:pt x="94524" y="356280"/>
                    </a:lnTo>
                    <a:lnTo>
                      <a:pt x="98032" y="350725"/>
                    </a:lnTo>
                    <a:lnTo>
                      <a:pt x="101248" y="345148"/>
                    </a:lnTo>
                    <a:lnTo>
                      <a:pt x="104149" y="339593"/>
                    </a:lnTo>
                    <a:lnTo>
                      <a:pt x="106803" y="334015"/>
                    </a:lnTo>
                    <a:lnTo>
                      <a:pt x="109165" y="328438"/>
                    </a:lnTo>
                    <a:lnTo>
                      <a:pt x="111256" y="322883"/>
                    </a:lnTo>
                    <a:lnTo>
                      <a:pt x="113123" y="317305"/>
                    </a:lnTo>
                    <a:lnTo>
                      <a:pt x="114742" y="311751"/>
                    </a:lnTo>
                    <a:lnTo>
                      <a:pt x="116158" y="306173"/>
                    </a:lnTo>
                    <a:lnTo>
                      <a:pt x="117373" y="300618"/>
                    </a:lnTo>
                    <a:lnTo>
                      <a:pt x="118385" y="295041"/>
                    </a:lnTo>
                    <a:lnTo>
                      <a:pt x="119195" y="289486"/>
                    </a:lnTo>
                    <a:lnTo>
                      <a:pt x="119780" y="283908"/>
                    </a:lnTo>
                    <a:lnTo>
                      <a:pt x="120117" y="278354"/>
                    </a:lnTo>
                    <a:lnTo>
                      <a:pt x="120229" y="272776"/>
                    </a:lnTo>
                    <a:lnTo>
                      <a:pt x="120049" y="267221"/>
                    </a:lnTo>
                    <a:lnTo>
                      <a:pt x="119577" y="261644"/>
                    </a:lnTo>
                    <a:lnTo>
                      <a:pt x="118768" y="256089"/>
                    </a:lnTo>
                    <a:lnTo>
                      <a:pt x="117643" y="250511"/>
                    </a:lnTo>
                    <a:lnTo>
                      <a:pt x="116158" y="244957"/>
                    </a:lnTo>
                    <a:lnTo>
                      <a:pt x="114315" y="239379"/>
                    </a:lnTo>
                    <a:lnTo>
                      <a:pt x="112133" y="233824"/>
                    </a:lnTo>
                    <a:lnTo>
                      <a:pt x="109637" y="228247"/>
                    </a:lnTo>
                    <a:lnTo>
                      <a:pt x="106826" y="222692"/>
                    </a:lnTo>
                    <a:lnTo>
                      <a:pt x="103722" y="217114"/>
                    </a:lnTo>
                    <a:lnTo>
                      <a:pt x="100371" y="211537"/>
                    </a:lnTo>
                    <a:lnTo>
                      <a:pt x="96795" y="205982"/>
                    </a:lnTo>
                    <a:lnTo>
                      <a:pt x="93017" y="200405"/>
                    </a:lnTo>
                    <a:lnTo>
                      <a:pt x="89081" y="194850"/>
                    </a:lnTo>
                    <a:lnTo>
                      <a:pt x="85011" y="189272"/>
                    </a:lnTo>
                    <a:lnTo>
                      <a:pt x="80805" y="183718"/>
                    </a:lnTo>
                    <a:lnTo>
                      <a:pt x="76487" y="178140"/>
                    </a:lnTo>
                    <a:lnTo>
                      <a:pt x="72102" y="172585"/>
                    </a:lnTo>
                    <a:lnTo>
                      <a:pt x="67649" y="167008"/>
                    </a:lnTo>
                    <a:lnTo>
                      <a:pt x="63151" y="161453"/>
                    </a:lnTo>
                    <a:lnTo>
                      <a:pt x="58630" y="155875"/>
                    </a:lnTo>
                    <a:lnTo>
                      <a:pt x="54133" y="150320"/>
                    </a:lnTo>
                    <a:lnTo>
                      <a:pt x="49635" y="144743"/>
                    </a:lnTo>
                    <a:lnTo>
                      <a:pt x="45204" y="139188"/>
                    </a:lnTo>
                    <a:lnTo>
                      <a:pt x="40863" y="133611"/>
                    </a:lnTo>
                    <a:lnTo>
                      <a:pt x="36658" y="128056"/>
                    </a:lnTo>
                    <a:lnTo>
                      <a:pt x="32610" y="122478"/>
                    </a:lnTo>
                    <a:lnTo>
                      <a:pt x="28764" y="116923"/>
                    </a:lnTo>
                    <a:lnTo>
                      <a:pt x="25143" y="111346"/>
                    </a:lnTo>
                    <a:lnTo>
                      <a:pt x="21770" y="105769"/>
                    </a:lnTo>
                    <a:lnTo>
                      <a:pt x="18666" y="100214"/>
                    </a:lnTo>
                    <a:lnTo>
                      <a:pt x="15855" y="94636"/>
                    </a:lnTo>
                    <a:lnTo>
                      <a:pt x="13314" y="89081"/>
                    </a:lnTo>
                    <a:lnTo>
                      <a:pt x="11087" y="83504"/>
                    </a:lnTo>
                    <a:lnTo>
                      <a:pt x="9108" y="77949"/>
                    </a:lnTo>
                    <a:lnTo>
                      <a:pt x="7422" y="72372"/>
                    </a:lnTo>
                    <a:lnTo>
                      <a:pt x="5982" y="66816"/>
                    </a:lnTo>
                    <a:lnTo>
                      <a:pt x="4768" y="61239"/>
                    </a:lnTo>
                    <a:lnTo>
                      <a:pt x="3756" y="55684"/>
                    </a:lnTo>
                    <a:lnTo>
                      <a:pt x="2924" y="50107"/>
                    </a:lnTo>
                    <a:lnTo>
                      <a:pt x="2249" y="44552"/>
                    </a:lnTo>
                    <a:lnTo>
                      <a:pt x="1709" y="38974"/>
                    </a:lnTo>
                    <a:lnTo>
                      <a:pt x="1282" y="33419"/>
                    </a:lnTo>
                    <a:lnTo>
                      <a:pt x="944" y="27842"/>
                    </a:lnTo>
                    <a:lnTo>
                      <a:pt x="697" y="22287"/>
                    </a:lnTo>
                    <a:lnTo>
                      <a:pt x="517" y="16710"/>
                    </a:lnTo>
                    <a:lnTo>
                      <a:pt x="360" y="11155"/>
                    </a:lnTo>
                    <a:lnTo>
                      <a:pt x="248" y="5577"/>
                    </a:lnTo>
                    <a:lnTo>
                      <a:pt x="180" y="0"/>
                    </a:lnTo>
                    <a:lnTo>
                      <a:pt x="0" y="0"/>
                    </a:lnTo>
                    <a:lnTo>
                      <a:pt x="0" y="5577"/>
                    </a:lnTo>
                    <a:lnTo>
                      <a:pt x="0" y="11155"/>
                    </a:lnTo>
                    <a:lnTo>
                      <a:pt x="0" y="16710"/>
                    </a:lnTo>
                    <a:lnTo>
                      <a:pt x="0" y="22287"/>
                    </a:lnTo>
                    <a:lnTo>
                      <a:pt x="0" y="27842"/>
                    </a:lnTo>
                    <a:lnTo>
                      <a:pt x="0" y="33419"/>
                    </a:lnTo>
                    <a:lnTo>
                      <a:pt x="0" y="38974"/>
                    </a:lnTo>
                    <a:lnTo>
                      <a:pt x="0" y="44552"/>
                    </a:lnTo>
                    <a:lnTo>
                      <a:pt x="0" y="50107"/>
                    </a:lnTo>
                    <a:lnTo>
                      <a:pt x="0" y="55684"/>
                    </a:lnTo>
                    <a:lnTo>
                      <a:pt x="0" y="61239"/>
                    </a:lnTo>
                    <a:lnTo>
                      <a:pt x="0" y="66816"/>
                    </a:lnTo>
                    <a:lnTo>
                      <a:pt x="0" y="72372"/>
                    </a:lnTo>
                    <a:lnTo>
                      <a:pt x="0" y="77949"/>
                    </a:lnTo>
                    <a:lnTo>
                      <a:pt x="0" y="83504"/>
                    </a:lnTo>
                    <a:lnTo>
                      <a:pt x="0" y="89081"/>
                    </a:lnTo>
                    <a:lnTo>
                      <a:pt x="0" y="94636"/>
                    </a:lnTo>
                    <a:lnTo>
                      <a:pt x="0" y="100214"/>
                    </a:lnTo>
                    <a:lnTo>
                      <a:pt x="0" y="105769"/>
                    </a:lnTo>
                    <a:lnTo>
                      <a:pt x="0" y="111346"/>
                    </a:lnTo>
                    <a:lnTo>
                      <a:pt x="0" y="116923"/>
                    </a:lnTo>
                    <a:lnTo>
                      <a:pt x="0" y="122478"/>
                    </a:lnTo>
                    <a:lnTo>
                      <a:pt x="0" y="128056"/>
                    </a:lnTo>
                    <a:lnTo>
                      <a:pt x="0" y="133611"/>
                    </a:lnTo>
                    <a:lnTo>
                      <a:pt x="0" y="139188"/>
                    </a:lnTo>
                    <a:lnTo>
                      <a:pt x="0" y="144743"/>
                    </a:lnTo>
                    <a:lnTo>
                      <a:pt x="0" y="150320"/>
                    </a:lnTo>
                    <a:lnTo>
                      <a:pt x="0" y="155875"/>
                    </a:lnTo>
                    <a:lnTo>
                      <a:pt x="0" y="161453"/>
                    </a:lnTo>
                    <a:lnTo>
                      <a:pt x="0" y="167008"/>
                    </a:lnTo>
                    <a:lnTo>
                      <a:pt x="0" y="172585"/>
                    </a:lnTo>
                    <a:lnTo>
                      <a:pt x="0" y="178140"/>
                    </a:lnTo>
                    <a:lnTo>
                      <a:pt x="0" y="183718"/>
                    </a:lnTo>
                    <a:lnTo>
                      <a:pt x="0" y="189272"/>
                    </a:lnTo>
                    <a:lnTo>
                      <a:pt x="0" y="194850"/>
                    </a:lnTo>
                    <a:lnTo>
                      <a:pt x="0" y="200405"/>
                    </a:lnTo>
                    <a:lnTo>
                      <a:pt x="0" y="205982"/>
                    </a:lnTo>
                    <a:lnTo>
                      <a:pt x="0" y="211537"/>
                    </a:lnTo>
                    <a:lnTo>
                      <a:pt x="0" y="217114"/>
                    </a:lnTo>
                    <a:lnTo>
                      <a:pt x="0" y="222692"/>
                    </a:lnTo>
                    <a:lnTo>
                      <a:pt x="0" y="228247"/>
                    </a:lnTo>
                    <a:lnTo>
                      <a:pt x="0" y="233824"/>
                    </a:lnTo>
                    <a:lnTo>
                      <a:pt x="0" y="239379"/>
                    </a:lnTo>
                    <a:lnTo>
                      <a:pt x="0" y="244957"/>
                    </a:lnTo>
                    <a:lnTo>
                      <a:pt x="0" y="250511"/>
                    </a:lnTo>
                    <a:lnTo>
                      <a:pt x="0" y="256089"/>
                    </a:lnTo>
                    <a:lnTo>
                      <a:pt x="0" y="261644"/>
                    </a:lnTo>
                    <a:lnTo>
                      <a:pt x="0" y="267221"/>
                    </a:lnTo>
                    <a:lnTo>
                      <a:pt x="0" y="272776"/>
                    </a:lnTo>
                    <a:lnTo>
                      <a:pt x="0" y="278354"/>
                    </a:lnTo>
                    <a:lnTo>
                      <a:pt x="0" y="283908"/>
                    </a:lnTo>
                    <a:lnTo>
                      <a:pt x="0" y="289486"/>
                    </a:lnTo>
                    <a:lnTo>
                      <a:pt x="0" y="295041"/>
                    </a:lnTo>
                    <a:lnTo>
                      <a:pt x="0" y="300618"/>
                    </a:lnTo>
                    <a:lnTo>
                      <a:pt x="0" y="306173"/>
                    </a:lnTo>
                    <a:lnTo>
                      <a:pt x="0" y="311751"/>
                    </a:lnTo>
                    <a:lnTo>
                      <a:pt x="0" y="317305"/>
                    </a:lnTo>
                    <a:lnTo>
                      <a:pt x="0" y="322883"/>
                    </a:lnTo>
                    <a:lnTo>
                      <a:pt x="0" y="328438"/>
                    </a:lnTo>
                    <a:lnTo>
                      <a:pt x="0" y="334015"/>
                    </a:lnTo>
                    <a:lnTo>
                      <a:pt x="0" y="339593"/>
                    </a:lnTo>
                    <a:lnTo>
                      <a:pt x="0" y="345148"/>
                    </a:lnTo>
                    <a:lnTo>
                      <a:pt x="0" y="350725"/>
                    </a:lnTo>
                    <a:lnTo>
                      <a:pt x="0" y="356280"/>
                    </a:lnTo>
                    <a:lnTo>
                      <a:pt x="0" y="361857"/>
                    </a:lnTo>
                    <a:lnTo>
                      <a:pt x="0" y="367412"/>
                    </a:lnTo>
                    <a:lnTo>
                      <a:pt x="0" y="372990"/>
                    </a:lnTo>
                    <a:lnTo>
                      <a:pt x="0" y="378545"/>
                    </a:lnTo>
                    <a:lnTo>
                      <a:pt x="0" y="384122"/>
                    </a:lnTo>
                    <a:lnTo>
                      <a:pt x="0" y="389677"/>
                    </a:lnTo>
                    <a:lnTo>
                      <a:pt x="0" y="395254"/>
                    </a:lnTo>
                    <a:lnTo>
                      <a:pt x="0" y="400809"/>
                    </a:lnTo>
                    <a:lnTo>
                      <a:pt x="0" y="406387"/>
                    </a:lnTo>
                    <a:lnTo>
                      <a:pt x="0" y="411942"/>
                    </a:lnTo>
                    <a:lnTo>
                      <a:pt x="0" y="417519"/>
                    </a:lnTo>
                    <a:lnTo>
                      <a:pt x="0" y="423074"/>
                    </a:lnTo>
                    <a:lnTo>
                      <a:pt x="0" y="428651"/>
                    </a:lnTo>
                    <a:lnTo>
                      <a:pt x="0" y="434206"/>
                    </a:lnTo>
                    <a:lnTo>
                      <a:pt x="0" y="439784"/>
                    </a:lnTo>
                    <a:lnTo>
                      <a:pt x="0" y="445361"/>
                    </a:lnTo>
                    <a:lnTo>
                      <a:pt x="0" y="450916"/>
                    </a:lnTo>
                    <a:lnTo>
                      <a:pt x="0" y="456493"/>
                    </a:lnTo>
                    <a:lnTo>
                      <a:pt x="0" y="462048"/>
                    </a:lnTo>
                    <a:lnTo>
                      <a:pt x="0" y="467626"/>
                    </a:lnTo>
                    <a:lnTo>
                      <a:pt x="0" y="473181"/>
                    </a:lnTo>
                    <a:lnTo>
                      <a:pt x="0" y="478758"/>
                    </a:lnTo>
                    <a:lnTo>
                      <a:pt x="0" y="484313"/>
                    </a:lnTo>
                    <a:lnTo>
                      <a:pt x="0" y="489890"/>
                    </a:lnTo>
                    <a:lnTo>
                      <a:pt x="0" y="495446"/>
                    </a:lnTo>
                    <a:lnTo>
                      <a:pt x="0" y="501023"/>
                    </a:lnTo>
                    <a:lnTo>
                      <a:pt x="0" y="506578"/>
                    </a:lnTo>
                    <a:lnTo>
                      <a:pt x="0" y="512155"/>
                    </a:lnTo>
                    <a:lnTo>
                      <a:pt x="0" y="517710"/>
                    </a:lnTo>
                    <a:lnTo>
                      <a:pt x="0" y="523288"/>
                    </a:lnTo>
                    <a:lnTo>
                      <a:pt x="0" y="528843"/>
                    </a:lnTo>
                    <a:lnTo>
                      <a:pt x="0" y="534420"/>
                    </a:lnTo>
                    <a:lnTo>
                      <a:pt x="0" y="539975"/>
                    </a:lnTo>
                    <a:lnTo>
                      <a:pt x="0" y="545552"/>
                    </a:lnTo>
                    <a:lnTo>
                      <a:pt x="0" y="551130"/>
                    </a:lnTo>
                    <a:close/>
                  </a:path>
                </a:pathLst>
              </a:custGeom>
              <a:solidFill>
                <a:srgbClr val="B4E4FA">
                  <a:alpha val="50000"/>
                </a:srgbClr>
              </a:solidFill>
              <a:ln w="2249" cap="flat">
                <a:noFill/>
                <a:prstDash val="solid"/>
                <a:miter/>
              </a:ln>
            </p:spPr>
            <p:txBody>
              <a:bodyPr rtlCol="0" anchor="ctr"/>
              <a:lstStyle/>
              <a:p>
                <a:endParaRPr lang="en-US"/>
              </a:p>
            </p:txBody>
          </p:sp>
          <p:sp>
            <p:nvSpPr>
              <p:cNvPr id="18374" name="Freeform 18373">
                <a:extLst>
                  <a:ext uri="{FF2B5EF4-FFF2-40B4-BE49-F238E27FC236}">
                    <a16:creationId xmlns:a16="http://schemas.microsoft.com/office/drawing/2014/main" id="{B40A0193-D31B-4867-3410-D9A231647076}"/>
                  </a:ext>
                </a:extLst>
              </p:cNvPr>
              <p:cNvSpPr/>
              <p:nvPr/>
            </p:nvSpPr>
            <p:spPr>
              <a:xfrm rot="20803200">
                <a:off x="7733131" y="2734500"/>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8375" name="Freeform 18374">
                <a:extLst>
                  <a:ext uri="{FF2B5EF4-FFF2-40B4-BE49-F238E27FC236}">
                    <a16:creationId xmlns:a16="http://schemas.microsoft.com/office/drawing/2014/main" id="{7604BF0A-A0B8-38E0-502E-C7497F32FA5B}"/>
                  </a:ext>
                </a:extLst>
              </p:cNvPr>
              <p:cNvSpPr/>
              <p:nvPr/>
            </p:nvSpPr>
            <p:spPr>
              <a:xfrm rot="20803200">
                <a:off x="7439400" y="2809024"/>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8376" name="Freeform 18375">
                <a:extLst>
                  <a:ext uri="{FF2B5EF4-FFF2-40B4-BE49-F238E27FC236}">
                    <a16:creationId xmlns:a16="http://schemas.microsoft.com/office/drawing/2014/main" id="{92740756-4964-B681-D032-8DFD752DFC2C}"/>
                  </a:ext>
                </a:extLst>
              </p:cNvPr>
              <p:cNvSpPr/>
              <p:nvPr/>
            </p:nvSpPr>
            <p:spPr>
              <a:xfrm rot="20803200">
                <a:off x="7443897" y="2859779"/>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8377" name="Freeform 18376">
                <a:extLst>
                  <a:ext uri="{FF2B5EF4-FFF2-40B4-BE49-F238E27FC236}">
                    <a16:creationId xmlns:a16="http://schemas.microsoft.com/office/drawing/2014/main" id="{2AADDC86-72E8-A607-6004-D15AE15A882B}"/>
                  </a:ext>
                </a:extLst>
              </p:cNvPr>
              <p:cNvSpPr/>
              <p:nvPr/>
            </p:nvSpPr>
            <p:spPr>
              <a:xfrm rot="20803200">
                <a:off x="7689286" y="3132281"/>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6"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8378" name="Freeform 18377">
                <a:extLst>
                  <a:ext uri="{FF2B5EF4-FFF2-40B4-BE49-F238E27FC236}">
                    <a16:creationId xmlns:a16="http://schemas.microsoft.com/office/drawing/2014/main" id="{7B03A62E-9D28-AEBC-1728-1F4AD8E7D46D}"/>
                  </a:ext>
                </a:extLst>
              </p:cNvPr>
              <p:cNvSpPr/>
              <p:nvPr/>
            </p:nvSpPr>
            <p:spPr>
              <a:xfrm rot="20803200">
                <a:off x="7710523" y="3400704"/>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8379" name="Freeform 18378">
                <a:extLst>
                  <a:ext uri="{FF2B5EF4-FFF2-40B4-BE49-F238E27FC236}">
                    <a16:creationId xmlns:a16="http://schemas.microsoft.com/office/drawing/2014/main" id="{E29BF0E8-7679-143A-4D25-D6838711E5DC}"/>
                  </a:ext>
                </a:extLst>
              </p:cNvPr>
              <p:cNvSpPr/>
              <p:nvPr/>
            </p:nvSpPr>
            <p:spPr>
              <a:xfrm rot="20803200">
                <a:off x="7680038" y="3516682"/>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6"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8380" name="Freeform 18379">
                <a:extLst>
                  <a:ext uri="{FF2B5EF4-FFF2-40B4-BE49-F238E27FC236}">
                    <a16:creationId xmlns:a16="http://schemas.microsoft.com/office/drawing/2014/main" id="{0E50B71A-0952-3FCF-5D30-6A32C8BF2659}"/>
                  </a:ext>
                </a:extLst>
              </p:cNvPr>
              <p:cNvSpPr/>
              <p:nvPr/>
            </p:nvSpPr>
            <p:spPr>
              <a:xfrm rot="20803200">
                <a:off x="7444930" y="3106036"/>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6"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8381" name="Freeform 18380">
                <a:extLst>
                  <a:ext uri="{FF2B5EF4-FFF2-40B4-BE49-F238E27FC236}">
                    <a16:creationId xmlns:a16="http://schemas.microsoft.com/office/drawing/2014/main" id="{D79B0458-5583-3002-494E-7C58C455EA42}"/>
                  </a:ext>
                </a:extLst>
              </p:cNvPr>
              <p:cNvSpPr/>
              <p:nvPr/>
            </p:nvSpPr>
            <p:spPr>
              <a:xfrm rot="20803200">
                <a:off x="7688747" y="3573727"/>
                <a:ext cx="66526" cy="66526"/>
              </a:xfrm>
              <a:custGeom>
                <a:avLst/>
                <a:gdLst>
                  <a:gd name="connsiteX0" fmla="*/ 16553 w 16552"/>
                  <a:gd name="connsiteY0" fmla="*/ 8276 h 16552"/>
                  <a:gd name="connsiteX1" fmla="*/ 8277 w 16552"/>
                  <a:gd name="connsiteY1" fmla="*/ 16553 h 16552"/>
                  <a:gd name="connsiteX2" fmla="*/ 0 w 16552"/>
                  <a:gd name="connsiteY2" fmla="*/ 8276 h 16552"/>
                  <a:gd name="connsiteX3" fmla="*/ 8277 w 16552"/>
                  <a:gd name="connsiteY3" fmla="*/ 0 h 16552"/>
                  <a:gd name="connsiteX4" fmla="*/ 16553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3" y="8276"/>
                    </a:moveTo>
                    <a:cubicBezTo>
                      <a:pt x="16553" y="12847"/>
                      <a:pt x="12847" y="16553"/>
                      <a:pt x="8277" y="16553"/>
                    </a:cubicBezTo>
                    <a:cubicBezTo>
                      <a:pt x="3706" y="16553"/>
                      <a:pt x="0" y="12847"/>
                      <a:pt x="0" y="8276"/>
                    </a:cubicBezTo>
                    <a:cubicBezTo>
                      <a:pt x="0" y="3706"/>
                      <a:pt x="3706" y="0"/>
                      <a:pt x="8277" y="0"/>
                    </a:cubicBezTo>
                    <a:cubicBezTo>
                      <a:pt x="12847" y="0"/>
                      <a:pt x="16553" y="3705"/>
                      <a:pt x="16553"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8382" name="Freeform 18381">
                <a:extLst>
                  <a:ext uri="{FF2B5EF4-FFF2-40B4-BE49-F238E27FC236}">
                    <a16:creationId xmlns:a16="http://schemas.microsoft.com/office/drawing/2014/main" id="{08EACDFF-87AA-0E99-5E3E-A8107346C399}"/>
                  </a:ext>
                </a:extLst>
              </p:cNvPr>
              <p:cNvSpPr/>
              <p:nvPr/>
            </p:nvSpPr>
            <p:spPr>
              <a:xfrm rot="20803200">
                <a:off x="7645617" y="3094509"/>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6" y="16553"/>
                      <a:pt x="0" y="12847"/>
                      <a:pt x="0" y="8276"/>
                    </a:cubicBezTo>
                    <a:cubicBezTo>
                      <a:pt x="0" y="3706"/>
                      <a:pt x="3706"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8383" name="Freeform 18382">
                <a:extLst>
                  <a:ext uri="{FF2B5EF4-FFF2-40B4-BE49-F238E27FC236}">
                    <a16:creationId xmlns:a16="http://schemas.microsoft.com/office/drawing/2014/main" id="{2232EF32-A707-CB32-F4A4-27362B488380}"/>
                  </a:ext>
                </a:extLst>
              </p:cNvPr>
              <p:cNvSpPr/>
              <p:nvPr/>
            </p:nvSpPr>
            <p:spPr>
              <a:xfrm rot="20803200">
                <a:off x="7688422" y="3103608"/>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8384" name="Freeform 18383">
                <a:extLst>
                  <a:ext uri="{FF2B5EF4-FFF2-40B4-BE49-F238E27FC236}">
                    <a16:creationId xmlns:a16="http://schemas.microsoft.com/office/drawing/2014/main" id="{3BC6480A-8FE4-E615-20E5-8F5DB4014FFF}"/>
                  </a:ext>
                </a:extLst>
              </p:cNvPr>
              <p:cNvSpPr/>
              <p:nvPr/>
            </p:nvSpPr>
            <p:spPr>
              <a:xfrm rot="20803200">
                <a:off x="7456015" y="3442861"/>
                <a:ext cx="66526" cy="66526"/>
              </a:xfrm>
              <a:custGeom>
                <a:avLst/>
                <a:gdLst>
                  <a:gd name="connsiteX0" fmla="*/ 16553 w 16552"/>
                  <a:gd name="connsiteY0" fmla="*/ 8276 h 16552"/>
                  <a:gd name="connsiteX1" fmla="*/ 8277 w 16552"/>
                  <a:gd name="connsiteY1" fmla="*/ 16553 h 16552"/>
                  <a:gd name="connsiteX2" fmla="*/ 0 w 16552"/>
                  <a:gd name="connsiteY2" fmla="*/ 8276 h 16552"/>
                  <a:gd name="connsiteX3" fmla="*/ 8277 w 16552"/>
                  <a:gd name="connsiteY3" fmla="*/ 0 h 16552"/>
                  <a:gd name="connsiteX4" fmla="*/ 16553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3" y="8276"/>
                    </a:moveTo>
                    <a:cubicBezTo>
                      <a:pt x="16553" y="12847"/>
                      <a:pt x="12847" y="16553"/>
                      <a:pt x="8277" y="16553"/>
                    </a:cubicBezTo>
                    <a:cubicBezTo>
                      <a:pt x="3706" y="16553"/>
                      <a:pt x="0" y="12847"/>
                      <a:pt x="0" y="8276"/>
                    </a:cubicBezTo>
                    <a:cubicBezTo>
                      <a:pt x="0" y="3706"/>
                      <a:pt x="3706" y="0"/>
                      <a:pt x="8277" y="0"/>
                    </a:cubicBezTo>
                    <a:cubicBezTo>
                      <a:pt x="12847" y="0"/>
                      <a:pt x="16553" y="3705"/>
                      <a:pt x="16553"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8385" name="Freeform 18384">
                <a:extLst>
                  <a:ext uri="{FF2B5EF4-FFF2-40B4-BE49-F238E27FC236}">
                    <a16:creationId xmlns:a16="http://schemas.microsoft.com/office/drawing/2014/main" id="{26C5801B-62CD-FE57-541A-2A9470194D9E}"/>
                  </a:ext>
                </a:extLst>
              </p:cNvPr>
              <p:cNvSpPr/>
              <p:nvPr/>
            </p:nvSpPr>
            <p:spPr>
              <a:xfrm rot="20803200">
                <a:off x="7640794" y="3555745"/>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8386" name="Freeform 18385">
                <a:extLst>
                  <a:ext uri="{FF2B5EF4-FFF2-40B4-BE49-F238E27FC236}">
                    <a16:creationId xmlns:a16="http://schemas.microsoft.com/office/drawing/2014/main" id="{77DEB2E2-55F4-E48A-68D3-98568025ADF0}"/>
                  </a:ext>
                </a:extLst>
              </p:cNvPr>
              <p:cNvSpPr/>
              <p:nvPr/>
            </p:nvSpPr>
            <p:spPr>
              <a:xfrm rot="20803200">
                <a:off x="7472281" y="3736674"/>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6"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8387" name="Freeform 18386">
                <a:extLst>
                  <a:ext uri="{FF2B5EF4-FFF2-40B4-BE49-F238E27FC236}">
                    <a16:creationId xmlns:a16="http://schemas.microsoft.com/office/drawing/2014/main" id="{FBA6491F-EA2D-2C58-787A-CC203B437D0C}"/>
                  </a:ext>
                </a:extLst>
              </p:cNvPr>
              <p:cNvSpPr/>
              <p:nvPr/>
            </p:nvSpPr>
            <p:spPr>
              <a:xfrm rot="20803200">
                <a:off x="7735788" y="3190182"/>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8388" name="Freeform 18387">
                <a:extLst>
                  <a:ext uri="{FF2B5EF4-FFF2-40B4-BE49-F238E27FC236}">
                    <a16:creationId xmlns:a16="http://schemas.microsoft.com/office/drawing/2014/main" id="{8E0DEDB8-455D-B145-4961-FC6BD701D6E6}"/>
                  </a:ext>
                </a:extLst>
              </p:cNvPr>
              <p:cNvSpPr/>
              <p:nvPr/>
            </p:nvSpPr>
            <p:spPr>
              <a:xfrm rot="20803200">
                <a:off x="7690640" y="3098170"/>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8389" name="Freeform 18388">
                <a:extLst>
                  <a:ext uri="{FF2B5EF4-FFF2-40B4-BE49-F238E27FC236}">
                    <a16:creationId xmlns:a16="http://schemas.microsoft.com/office/drawing/2014/main" id="{2B196E74-F2EF-2020-BE78-ABB78D40F2E9}"/>
                  </a:ext>
                </a:extLst>
              </p:cNvPr>
              <p:cNvSpPr/>
              <p:nvPr/>
            </p:nvSpPr>
            <p:spPr>
              <a:xfrm rot="20803200">
                <a:off x="7436570" y="2952180"/>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8390" name="Freeform 18389">
                <a:extLst>
                  <a:ext uri="{FF2B5EF4-FFF2-40B4-BE49-F238E27FC236}">
                    <a16:creationId xmlns:a16="http://schemas.microsoft.com/office/drawing/2014/main" id="{A6D01982-6899-8926-31C6-FDEA4A582E6C}"/>
                  </a:ext>
                </a:extLst>
              </p:cNvPr>
              <p:cNvSpPr/>
              <p:nvPr/>
            </p:nvSpPr>
            <p:spPr>
              <a:xfrm rot="20803200">
                <a:off x="7429191" y="2827951"/>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6"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8391" name="Freeform 18390">
                <a:extLst>
                  <a:ext uri="{FF2B5EF4-FFF2-40B4-BE49-F238E27FC236}">
                    <a16:creationId xmlns:a16="http://schemas.microsoft.com/office/drawing/2014/main" id="{59195949-0A13-EDBA-42D8-F2F2499D3811}"/>
                  </a:ext>
                </a:extLst>
              </p:cNvPr>
              <p:cNvSpPr/>
              <p:nvPr/>
            </p:nvSpPr>
            <p:spPr>
              <a:xfrm rot="20803200">
                <a:off x="7686500" y="3761995"/>
                <a:ext cx="66526" cy="66526"/>
              </a:xfrm>
              <a:custGeom>
                <a:avLst/>
                <a:gdLst>
                  <a:gd name="connsiteX0" fmla="*/ 16553 w 16552"/>
                  <a:gd name="connsiteY0" fmla="*/ 8276 h 16552"/>
                  <a:gd name="connsiteX1" fmla="*/ 8277 w 16552"/>
                  <a:gd name="connsiteY1" fmla="*/ 16553 h 16552"/>
                  <a:gd name="connsiteX2" fmla="*/ 1 w 16552"/>
                  <a:gd name="connsiteY2" fmla="*/ 8276 h 16552"/>
                  <a:gd name="connsiteX3" fmla="*/ 8277 w 16552"/>
                  <a:gd name="connsiteY3" fmla="*/ 0 h 16552"/>
                  <a:gd name="connsiteX4" fmla="*/ 16553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3" y="8276"/>
                    </a:moveTo>
                    <a:cubicBezTo>
                      <a:pt x="16553" y="12847"/>
                      <a:pt x="12847" y="16553"/>
                      <a:pt x="8277" y="16553"/>
                    </a:cubicBezTo>
                    <a:cubicBezTo>
                      <a:pt x="3706" y="16553"/>
                      <a:pt x="1" y="12847"/>
                      <a:pt x="1" y="8276"/>
                    </a:cubicBezTo>
                    <a:cubicBezTo>
                      <a:pt x="1" y="3706"/>
                      <a:pt x="3706" y="0"/>
                      <a:pt x="8277" y="0"/>
                    </a:cubicBezTo>
                    <a:cubicBezTo>
                      <a:pt x="12847" y="0"/>
                      <a:pt x="16553" y="3705"/>
                      <a:pt x="16553"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8392" name="Freeform 18391">
                <a:extLst>
                  <a:ext uri="{FF2B5EF4-FFF2-40B4-BE49-F238E27FC236}">
                    <a16:creationId xmlns:a16="http://schemas.microsoft.com/office/drawing/2014/main" id="{A5C812DE-D9F2-1FB5-0CA4-BCEC319AF731}"/>
                  </a:ext>
                </a:extLst>
              </p:cNvPr>
              <p:cNvSpPr/>
              <p:nvPr/>
            </p:nvSpPr>
            <p:spPr>
              <a:xfrm rot="20803200">
                <a:off x="7721150" y="3480895"/>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8393" name="Freeform 18392">
                <a:extLst>
                  <a:ext uri="{FF2B5EF4-FFF2-40B4-BE49-F238E27FC236}">
                    <a16:creationId xmlns:a16="http://schemas.microsoft.com/office/drawing/2014/main" id="{EC2A76AD-CA31-AC9D-13D0-C2DA0921D609}"/>
                  </a:ext>
                </a:extLst>
              </p:cNvPr>
              <p:cNvSpPr/>
              <p:nvPr/>
            </p:nvSpPr>
            <p:spPr>
              <a:xfrm rot="20803200">
                <a:off x="7699820" y="3364266"/>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6" y="16553"/>
                      <a:pt x="0" y="12847"/>
                      <a:pt x="0" y="8276"/>
                    </a:cubicBezTo>
                    <a:cubicBezTo>
                      <a:pt x="0" y="3706"/>
                      <a:pt x="3706"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8394" name="Freeform 18393">
                <a:extLst>
                  <a:ext uri="{FF2B5EF4-FFF2-40B4-BE49-F238E27FC236}">
                    <a16:creationId xmlns:a16="http://schemas.microsoft.com/office/drawing/2014/main" id="{AE9164D3-52C2-4EF5-E74D-D20A91CFD395}"/>
                  </a:ext>
                </a:extLst>
              </p:cNvPr>
              <p:cNvSpPr/>
              <p:nvPr/>
            </p:nvSpPr>
            <p:spPr>
              <a:xfrm rot="20803200">
                <a:off x="7685950" y="3346782"/>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8395" name="Freeform 18394">
                <a:extLst>
                  <a:ext uri="{FF2B5EF4-FFF2-40B4-BE49-F238E27FC236}">
                    <a16:creationId xmlns:a16="http://schemas.microsoft.com/office/drawing/2014/main" id="{432420E8-4FA9-8893-2576-EE323688D17E}"/>
                  </a:ext>
                </a:extLst>
              </p:cNvPr>
              <p:cNvSpPr/>
              <p:nvPr/>
            </p:nvSpPr>
            <p:spPr>
              <a:xfrm rot="20803200">
                <a:off x="7670769" y="3659448"/>
                <a:ext cx="66526" cy="66526"/>
              </a:xfrm>
              <a:custGeom>
                <a:avLst/>
                <a:gdLst>
                  <a:gd name="connsiteX0" fmla="*/ 16553 w 16552"/>
                  <a:gd name="connsiteY0" fmla="*/ 8276 h 16552"/>
                  <a:gd name="connsiteX1" fmla="*/ 8277 w 16552"/>
                  <a:gd name="connsiteY1" fmla="*/ 16553 h 16552"/>
                  <a:gd name="connsiteX2" fmla="*/ 1 w 16552"/>
                  <a:gd name="connsiteY2" fmla="*/ 8276 h 16552"/>
                  <a:gd name="connsiteX3" fmla="*/ 8277 w 16552"/>
                  <a:gd name="connsiteY3" fmla="*/ 0 h 16552"/>
                  <a:gd name="connsiteX4" fmla="*/ 16553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3" y="8276"/>
                    </a:moveTo>
                    <a:cubicBezTo>
                      <a:pt x="16553" y="12847"/>
                      <a:pt x="12847" y="16553"/>
                      <a:pt x="8277" y="16553"/>
                    </a:cubicBezTo>
                    <a:cubicBezTo>
                      <a:pt x="3706" y="16553"/>
                      <a:pt x="1" y="12847"/>
                      <a:pt x="1" y="8276"/>
                    </a:cubicBezTo>
                    <a:cubicBezTo>
                      <a:pt x="1" y="3706"/>
                      <a:pt x="3706" y="0"/>
                      <a:pt x="8277" y="0"/>
                    </a:cubicBezTo>
                    <a:cubicBezTo>
                      <a:pt x="12847" y="0"/>
                      <a:pt x="16553" y="3705"/>
                      <a:pt x="16553"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8396" name="Freeform 18395">
                <a:extLst>
                  <a:ext uri="{FF2B5EF4-FFF2-40B4-BE49-F238E27FC236}">
                    <a16:creationId xmlns:a16="http://schemas.microsoft.com/office/drawing/2014/main" id="{0A2B9A14-4DC7-2984-EEA5-46F90143FF48}"/>
                  </a:ext>
                </a:extLst>
              </p:cNvPr>
              <p:cNvSpPr/>
              <p:nvPr/>
            </p:nvSpPr>
            <p:spPr>
              <a:xfrm rot="20803200">
                <a:off x="7633768" y="3257560"/>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8397" name="Freeform 18396">
                <a:extLst>
                  <a:ext uri="{FF2B5EF4-FFF2-40B4-BE49-F238E27FC236}">
                    <a16:creationId xmlns:a16="http://schemas.microsoft.com/office/drawing/2014/main" id="{99E424BA-5D35-F294-DD94-AC3B42788075}"/>
                  </a:ext>
                </a:extLst>
              </p:cNvPr>
              <p:cNvSpPr/>
              <p:nvPr/>
            </p:nvSpPr>
            <p:spPr>
              <a:xfrm rot="20803200">
                <a:off x="7654636" y="3159218"/>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6" y="16553"/>
                      <a:pt x="0" y="12847"/>
                      <a:pt x="0" y="8276"/>
                    </a:cubicBezTo>
                    <a:cubicBezTo>
                      <a:pt x="0" y="3706"/>
                      <a:pt x="3706"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8398" name="Freeform 18397">
                <a:extLst>
                  <a:ext uri="{FF2B5EF4-FFF2-40B4-BE49-F238E27FC236}">
                    <a16:creationId xmlns:a16="http://schemas.microsoft.com/office/drawing/2014/main" id="{79B61E2F-0D93-853B-E6C2-3E66A4E94919}"/>
                  </a:ext>
                </a:extLst>
              </p:cNvPr>
              <p:cNvSpPr/>
              <p:nvPr/>
            </p:nvSpPr>
            <p:spPr>
              <a:xfrm>
                <a:off x="7551696" y="3128483"/>
                <a:ext cx="175716" cy="402415"/>
              </a:xfrm>
              <a:custGeom>
                <a:avLst/>
                <a:gdLst>
                  <a:gd name="connsiteX0" fmla="*/ 0 w 43719"/>
                  <a:gd name="connsiteY0" fmla="*/ 0 h 100123"/>
                  <a:gd name="connsiteX1" fmla="*/ 43720 w 43719"/>
                  <a:gd name="connsiteY1" fmla="*/ 0 h 100123"/>
                  <a:gd name="connsiteX2" fmla="*/ 43720 w 43719"/>
                  <a:gd name="connsiteY2" fmla="*/ 100124 h 100123"/>
                  <a:gd name="connsiteX3" fmla="*/ 0 w 43719"/>
                  <a:gd name="connsiteY3" fmla="*/ 100124 h 100123"/>
                </a:gdLst>
                <a:ahLst/>
                <a:cxnLst>
                  <a:cxn ang="0">
                    <a:pos x="connsiteX0" y="connsiteY0"/>
                  </a:cxn>
                  <a:cxn ang="0">
                    <a:pos x="connsiteX1" y="connsiteY1"/>
                  </a:cxn>
                  <a:cxn ang="0">
                    <a:pos x="connsiteX2" y="connsiteY2"/>
                  </a:cxn>
                  <a:cxn ang="0">
                    <a:pos x="connsiteX3" y="connsiteY3"/>
                  </a:cxn>
                </a:cxnLst>
                <a:rect l="l" t="t" r="r" b="b"/>
                <a:pathLst>
                  <a:path w="43719" h="100123">
                    <a:moveTo>
                      <a:pt x="0" y="0"/>
                    </a:moveTo>
                    <a:lnTo>
                      <a:pt x="43720" y="0"/>
                    </a:lnTo>
                    <a:lnTo>
                      <a:pt x="43720" y="100124"/>
                    </a:lnTo>
                    <a:lnTo>
                      <a:pt x="0" y="100124"/>
                    </a:lnTo>
                    <a:close/>
                  </a:path>
                </a:pathLst>
              </a:custGeom>
              <a:solidFill>
                <a:srgbClr val="B4E4FA"/>
              </a:solidFill>
              <a:ln w="2249" cap="flat">
                <a:noFill/>
                <a:prstDash val="solid"/>
                <a:miter/>
              </a:ln>
            </p:spPr>
            <p:txBody>
              <a:bodyPr rtlCol="0" anchor="ctr"/>
              <a:lstStyle/>
              <a:p>
                <a:endParaRPr lang="en-US"/>
              </a:p>
            </p:txBody>
          </p:sp>
          <p:sp>
            <p:nvSpPr>
              <p:cNvPr id="18399" name="Freeform 18398">
                <a:extLst>
                  <a:ext uri="{FF2B5EF4-FFF2-40B4-BE49-F238E27FC236}">
                    <a16:creationId xmlns:a16="http://schemas.microsoft.com/office/drawing/2014/main" id="{FBEBC021-E77D-AB98-F9A8-1951C23CC4FC}"/>
                  </a:ext>
                </a:extLst>
              </p:cNvPr>
              <p:cNvSpPr/>
              <p:nvPr/>
            </p:nvSpPr>
            <p:spPr>
              <a:xfrm>
                <a:off x="7551696" y="3128483"/>
                <a:ext cx="175716" cy="402415"/>
              </a:xfrm>
              <a:custGeom>
                <a:avLst/>
                <a:gdLst>
                  <a:gd name="connsiteX0" fmla="*/ 0 w 43719"/>
                  <a:gd name="connsiteY0" fmla="*/ 0 h 100123"/>
                  <a:gd name="connsiteX1" fmla="*/ 43720 w 43719"/>
                  <a:gd name="connsiteY1" fmla="*/ 0 h 100123"/>
                  <a:gd name="connsiteX2" fmla="*/ 43720 w 43719"/>
                  <a:gd name="connsiteY2" fmla="*/ 100124 h 100123"/>
                  <a:gd name="connsiteX3" fmla="*/ 0 w 43719"/>
                  <a:gd name="connsiteY3" fmla="*/ 100124 h 100123"/>
                </a:gdLst>
                <a:ahLst/>
                <a:cxnLst>
                  <a:cxn ang="0">
                    <a:pos x="connsiteX0" y="connsiteY0"/>
                  </a:cxn>
                  <a:cxn ang="0">
                    <a:pos x="connsiteX1" y="connsiteY1"/>
                  </a:cxn>
                  <a:cxn ang="0">
                    <a:pos x="connsiteX2" y="connsiteY2"/>
                  </a:cxn>
                  <a:cxn ang="0">
                    <a:pos x="connsiteX3" y="connsiteY3"/>
                  </a:cxn>
                </a:cxnLst>
                <a:rect l="l" t="t" r="r" b="b"/>
                <a:pathLst>
                  <a:path w="43719" h="100123">
                    <a:moveTo>
                      <a:pt x="0" y="0"/>
                    </a:moveTo>
                    <a:lnTo>
                      <a:pt x="43720" y="0"/>
                    </a:lnTo>
                    <a:lnTo>
                      <a:pt x="43720" y="100124"/>
                    </a:lnTo>
                    <a:lnTo>
                      <a:pt x="0" y="100124"/>
                    </a:lnTo>
                    <a:close/>
                  </a:path>
                </a:pathLst>
              </a:custGeom>
              <a:noFill/>
              <a:ln w="4498" cap="flat">
                <a:solidFill>
                  <a:srgbClr val="000000"/>
                </a:solidFill>
                <a:prstDash val="solid"/>
                <a:miter/>
              </a:ln>
            </p:spPr>
            <p:txBody>
              <a:bodyPr rtlCol="0" anchor="ctr"/>
              <a:lstStyle/>
              <a:p>
                <a:endParaRPr lang="en-US"/>
              </a:p>
            </p:txBody>
          </p:sp>
          <p:sp>
            <p:nvSpPr>
              <p:cNvPr id="18400" name="Freeform 18399">
                <a:extLst>
                  <a:ext uri="{FF2B5EF4-FFF2-40B4-BE49-F238E27FC236}">
                    <a16:creationId xmlns:a16="http://schemas.microsoft.com/office/drawing/2014/main" id="{C458F1FE-211D-090B-BFB0-416D9CDD3BC2}"/>
                  </a:ext>
                </a:extLst>
              </p:cNvPr>
              <p:cNvSpPr/>
              <p:nvPr/>
            </p:nvSpPr>
            <p:spPr>
              <a:xfrm>
                <a:off x="7551696" y="3256113"/>
                <a:ext cx="175716" cy="9035"/>
              </a:xfrm>
              <a:custGeom>
                <a:avLst/>
                <a:gdLst>
                  <a:gd name="connsiteX0" fmla="*/ 0 w 43719"/>
                  <a:gd name="connsiteY0" fmla="*/ 0 h 2248"/>
                  <a:gd name="connsiteX1" fmla="*/ 43720 w 43719"/>
                  <a:gd name="connsiteY1" fmla="*/ 0 h 2248"/>
                </a:gdLst>
                <a:ahLst/>
                <a:cxnLst>
                  <a:cxn ang="0">
                    <a:pos x="connsiteX0" y="connsiteY0"/>
                  </a:cxn>
                  <a:cxn ang="0">
                    <a:pos x="connsiteX1" y="connsiteY1"/>
                  </a:cxn>
                </a:cxnLst>
                <a:rect l="l" t="t" r="r" b="b"/>
                <a:pathLst>
                  <a:path w="43719" h="2248">
                    <a:moveTo>
                      <a:pt x="0" y="0"/>
                    </a:moveTo>
                    <a:lnTo>
                      <a:pt x="43720" y="0"/>
                    </a:lnTo>
                  </a:path>
                </a:pathLst>
              </a:custGeom>
              <a:ln w="4498" cap="flat">
                <a:solidFill>
                  <a:srgbClr val="000000"/>
                </a:solidFill>
                <a:prstDash val="solid"/>
                <a:round/>
              </a:ln>
            </p:spPr>
            <p:txBody>
              <a:bodyPr rtlCol="0" anchor="ctr"/>
              <a:lstStyle/>
              <a:p>
                <a:endParaRPr lang="en-US"/>
              </a:p>
            </p:txBody>
          </p:sp>
          <p:sp>
            <p:nvSpPr>
              <p:cNvPr id="18401" name="Freeform 18400">
                <a:extLst>
                  <a:ext uri="{FF2B5EF4-FFF2-40B4-BE49-F238E27FC236}">
                    <a16:creationId xmlns:a16="http://schemas.microsoft.com/office/drawing/2014/main" id="{E87B2BA3-F73D-14B6-10E6-4CD1EC9CF58A}"/>
                  </a:ext>
                </a:extLst>
              </p:cNvPr>
              <p:cNvSpPr/>
              <p:nvPr/>
            </p:nvSpPr>
            <p:spPr>
              <a:xfrm>
                <a:off x="8518147" y="2103006"/>
                <a:ext cx="483133" cy="2744970"/>
              </a:xfrm>
              <a:custGeom>
                <a:avLst/>
                <a:gdLst>
                  <a:gd name="connsiteX0" fmla="*/ 0 w 120206"/>
                  <a:gd name="connsiteY0" fmla="*/ 676059 h 682963"/>
                  <a:gd name="connsiteX1" fmla="*/ 0 w 120206"/>
                  <a:gd name="connsiteY1" fmla="*/ 682963 h 682963"/>
                  <a:gd name="connsiteX2" fmla="*/ 158 w 120206"/>
                  <a:gd name="connsiteY2" fmla="*/ 682963 h 682963"/>
                  <a:gd name="connsiteX3" fmla="*/ 225 w 120206"/>
                  <a:gd name="connsiteY3" fmla="*/ 676059 h 682963"/>
                  <a:gd name="connsiteX4" fmla="*/ 315 w 120206"/>
                  <a:gd name="connsiteY4" fmla="*/ 669155 h 682963"/>
                  <a:gd name="connsiteX5" fmla="*/ 427 w 120206"/>
                  <a:gd name="connsiteY5" fmla="*/ 662251 h 682963"/>
                  <a:gd name="connsiteX6" fmla="*/ 607 w 120206"/>
                  <a:gd name="connsiteY6" fmla="*/ 655369 h 682963"/>
                  <a:gd name="connsiteX7" fmla="*/ 810 w 120206"/>
                  <a:gd name="connsiteY7" fmla="*/ 648464 h 682963"/>
                  <a:gd name="connsiteX8" fmla="*/ 1079 w 120206"/>
                  <a:gd name="connsiteY8" fmla="*/ 641560 h 682963"/>
                  <a:gd name="connsiteX9" fmla="*/ 1417 w 120206"/>
                  <a:gd name="connsiteY9" fmla="*/ 634656 h 682963"/>
                  <a:gd name="connsiteX10" fmla="*/ 1867 w 120206"/>
                  <a:gd name="connsiteY10" fmla="*/ 627774 h 682963"/>
                  <a:gd name="connsiteX11" fmla="*/ 2407 w 120206"/>
                  <a:gd name="connsiteY11" fmla="*/ 620870 h 682963"/>
                  <a:gd name="connsiteX12" fmla="*/ 3059 w 120206"/>
                  <a:gd name="connsiteY12" fmla="*/ 613966 h 682963"/>
                  <a:gd name="connsiteX13" fmla="*/ 3891 w 120206"/>
                  <a:gd name="connsiteY13" fmla="*/ 607061 h 682963"/>
                  <a:gd name="connsiteX14" fmla="*/ 4858 w 120206"/>
                  <a:gd name="connsiteY14" fmla="*/ 600179 h 682963"/>
                  <a:gd name="connsiteX15" fmla="*/ 6005 w 120206"/>
                  <a:gd name="connsiteY15" fmla="*/ 593275 h 682963"/>
                  <a:gd name="connsiteX16" fmla="*/ 7377 w 120206"/>
                  <a:gd name="connsiteY16" fmla="*/ 586371 h 682963"/>
                  <a:gd name="connsiteX17" fmla="*/ 8951 w 120206"/>
                  <a:gd name="connsiteY17" fmla="*/ 579467 h 682963"/>
                  <a:gd name="connsiteX18" fmla="*/ 10750 w 120206"/>
                  <a:gd name="connsiteY18" fmla="*/ 572585 h 682963"/>
                  <a:gd name="connsiteX19" fmla="*/ 12796 w 120206"/>
                  <a:gd name="connsiteY19" fmla="*/ 565680 h 682963"/>
                  <a:gd name="connsiteX20" fmla="*/ 15090 w 120206"/>
                  <a:gd name="connsiteY20" fmla="*/ 558776 h 682963"/>
                  <a:gd name="connsiteX21" fmla="*/ 17655 w 120206"/>
                  <a:gd name="connsiteY21" fmla="*/ 551872 h 682963"/>
                  <a:gd name="connsiteX22" fmla="*/ 20443 w 120206"/>
                  <a:gd name="connsiteY22" fmla="*/ 544990 h 682963"/>
                  <a:gd name="connsiteX23" fmla="*/ 23456 w 120206"/>
                  <a:gd name="connsiteY23" fmla="*/ 538086 h 682963"/>
                  <a:gd name="connsiteX24" fmla="*/ 26695 w 120206"/>
                  <a:gd name="connsiteY24" fmla="*/ 531181 h 682963"/>
                  <a:gd name="connsiteX25" fmla="*/ 30136 w 120206"/>
                  <a:gd name="connsiteY25" fmla="*/ 524277 h 682963"/>
                  <a:gd name="connsiteX26" fmla="*/ 33757 w 120206"/>
                  <a:gd name="connsiteY26" fmla="*/ 517395 h 682963"/>
                  <a:gd name="connsiteX27" fmla="*/ 37512 w 120206"/>
                  <a:gd name="connsiteY27" fmla="*/ 510491 h 682963"/>
                  <a:gd name="connsiteX28" fmla="*/ 41381 w 120206"/>
                  <a:gd name="connsiteY28" fmla="*/ 503587 h 682963"/>
                  <a:gd name="connsiteX29" fmla="*/ 45339 w 120206"/>
                  <a:gd name="connsiteY29" fmla="*/ 496682 h 682963"/>
                  <a:gd name="connsiteX30" fmla="*/ 49342 w 120206"/>
                  <a:gd name="connsiteY30" fmla="*/ 489801 h 682963"/>
                  <a:gd name="connsiteX31" fmla="*/ 53345 w 120206"/>
                  <a:gd name="connsiteY31" fmla="*/ 482896 h 682963"/>
                  <a:gd name="connsiteX32" fmla="*/ 57348 w 120206"/>
                  <a:gd name="connsiteY32" fmla="*/ 475992 h 682963"/>
                  <a:gd name="connsiteX33" fmla="*/ 61307 w 120206"/>
                  <a:gd name="connsiteY33" fmla="*/ 469110 h 682963"/>
                  <a:gd name="connsiteX34" fmla="*/ 65220 w 120206"/>
                  <a:gd name="connsiteY34" fmla="*/ 462206 h 682963"/>
                  <a:gd name="connsiteX35" fmla="*/ 69065 w 120206"/>
                  <a:gd name="connsiteY35" fmla="*/ 455301 h 682963"/>
                  <a:gd name="connsiteX36" fmla="*/ 72822 w 120206"/>
                  <a:gd name="connsiteY36" fmla="*/ 448397 h 682963"/>
                  <a:gd name="connsiteX37" fmla="*/ 76510 w 120206"/>
                  <a:gd name="connsiteY37" fmla="*/ 441515 h 682963"/>
                  <a:gd name="connsiteX38" fmla="*/ 80131 w 120206"/>
                  <a:gd name="connsiteY38" fmla="*/ 434611 h 682963"/>
                  <a:gd name="connsiteX39" fmla="*/ 83661 w 120206"/>
                  <a:gd name="connsiteY39" fmla="*/ 427707 h 682963"/>
                  <a:gd name="connsiteX40" fmla="*/ 87102 w 120206"/>
                  <a:gd name="connsiteY40" fmla="*/ 420803 h 682963"/>
                  <a:gd name="connsiteX41" fmla="*/ 90498 w 120206"/>
                  <a:gd name="connsiteY41" fmla="*/ 413921 h 682963"/>
                  <a:gd name="connsiteX42" fmla="*/ 93804 w 120206"/>
                  <a:gd name="connsiteY42" fmla="*/ 407016 h 682963"/>
                  <a:gd name="connsiteX43" fmla="*/ 97043 w 120206"/>
                  <a:gd name="connsiteY43" fmla="*/ 400112 h 682963"/>
                  <a:gd name="connsiteX44" fmla="*/ 100214 w 120206"/>
                  <a:gd name="connsiteY44" fmla="*/ 393208 h 682963"/>
                  <a:gd name="connsiteX45" fmla="*/ 103250 w 120206"/>
                  <a:gd name="connsiteY45" fmla="*/ 386326 h 682963"/>
                  <a:gd name="connsiteX46" fmla="*/ 106173 w 120206"/>
                  <a:gd name="connsiteY46" fmla="*/ 379422 h 682963"/>
                  <a:gd name="connsiteX47" fmla="*/ 108939 w 120206"/>
                  <a:gd name="connsiteY47" fmla="*/ 372517 h 682963"/>
                  <a:gd name="connsiteX48" fmla="*/ 111504 w 120206"/>
                  <a:gd name="connsiteY48" fmla="*/ 365613 h 682963"/>
                  <a:gd name="connsiteX49" fmla="*/ 113820 w 120206"/>
                  <a:gd name="connsiteY49" fmla="*/ 358731 h 682963"/>
                  <a:gd name="connsiteX50" fmla="*/ 115844 w 120206"/>
                  <a:gd name="connsiteY50" fmla="*/ 351827 h 682963"/>
                  <a:gd name="connsiteX51" fmla="*/ 117531 w 120206"/>
                  <a:gd name="connsiteY51" fmla="*/ 344923 h 682963"/>
                  <a:gd name="connsiteX52" fmla="*/ 118858 w 120206"/>
                  <a:gd name="connsiteY52" fmla="*/ 338019 h 682963"/>
                  <a:gd name="connsiteX53" fmla="*/ 119757 w 120206"/>
                  <a:gd name="connsiteY53" fmla="*/ 331137 h 682963"/>
                  <a:gd name="connsiteX54" fmla="*/ 120207 w 120206"/>
                  <a:gd name="connsiteY54" fmla="*/ 324232 h 682963"/>
                  <a:gd name="connsiteX55" fmla="*/ 120207 w 120206"/>
                  <a:gd name="connsiteY55" fmla="*/ 317328 h 682963"/>
                  <a:gd name="connsiteX56" fmla="*/ 119690 w 120206"/>
                  <a:gd name="connsiteY56" fmla="*/ 310424 h 682963"/>
                  <a:gd name="connsiteX57" fmla="*/ 118700 w 120206"/>
                  <a:gd name="connsiteY57" fmla="*/ 303542 h 682963"/>
                  <a:gd name="connsiteX58" fmla="*/ 117238 w 120206"/>
                  <a:gd name="connsiteY58" fmla="*/ 296638 h 682963"/>
                  <a:gd name="connsiteX59" fmla="*/ 115282 w 120206"/>
                  <a:gd name="connsiteY59" fmla="*/ 289733 h 682963"/>
                  <a:gd name="connsiteX60" fmla="*/ 112875 w 120206"/>
                  <a:gd name="connsiteY60" fmla="*/ 282829 h 682963"/>
                  <a:gd name="connsiteX61" fmla="*/ 110041 w 120206"/>
                  <a:gd name="connsiteY61" fmla="*/ 275947 h 682963"/>
                  <a:gd name="connsiteX62" fmla="*/ 106826 w 120206"/>
                  <a:gd name="connsiteY62" fmla="*/ 269043 h 682963"/>
                  <a:gd name="connsiteX63" fmla="*/ 103250 w 120206"/>
                  <a:gd name="connsiteY63" fmla="*/ 262138 h 682963"/>
                  <a:gd name="connsiteX64" fmla="*/ 99359 w 120206"/>
                  <a:gd name="connsiteY64" fmla="*/ 255234 h 682963"/>
                  <a:gd name="connsiteX65" fmla="*/ 95176 w 120206"/>
                  <a:gd name="connsiteY65" fmla="*/ 248352 h 682963"/>
                  <a:gd name="connsiteX66" fmla="*/ 90746 w 120206"/>
                  <a:gd name="connsiteY66" fmla="*/ 241448 h 682963"/>
                  <a:gd name="connsiteX67" fmla="*/ 86113 w 120206"/>
                  <a:gd name="connsiteY67" fmla="*/ 234544 h 682963"/>
                  <a:gd name="connsiteX68" fmla="*/ 81300 w 120206"/>
                  <a:gd name="connsiteY68" fmla="*/ 227639 h 682963"/>
                  <a:gd name="connsiteX69" fmla="*/ 76375 w 120206"/>
                  <a:gd name="connsiteY69" fmla="*/ 220758 h 682963"/>
                  <a:gd name="connsiteX70" fmla="*/ 71359 w 120206"/>
                  <a:gd name="connsiteY70" fmla="*/ 213853 h 682963"/>
                  <a:gd name="connsiteX71" fmla="*/ 66299 w 120206"/>
                  <a:gd name="connsiteY71" fmla="*/ 206949 h 682963"/>
                  <a:gd name="connsiteX72" fmla="*/ 61239 w 120206"/>
                  <a:gd name="connsiteY72" fmla="*/ 200067 h 682963"/>
                  <a:gd name="connsiteX73" fmla="*/ 56201 w 120206"/>
                  <a:gd name="connsiteY73" fmla="*/ 193163 h 682963"/>
                  <a:gd name="connsiteX74" fmla="*/ 51254 w 120206"/>
                  <a:gd name="connsiteY74" fmla="*/ 186259 h 682963"/>
                  <a:gd name="connsiteX75" fmla="*/ 46419 w 120206"/>
                  <a:gd name="connsiteY75" fmla="*/ 179354 h 682963"/>
                  <a:gd name="connsiteX76" fmla="*/ 41763 w 120206"/>
                  <a:gd name="connsiteY76" fmla="*/ 172472 h 682963"/>
                  <a:gd name="connsiteX77" fmla="*/ 37265 w 120206"/>
                  <a:gd name="connsiteY77" fmla="*/ 165568 h 682963"/>
                  <a:gd name="connsiteX78" fmla="*/ 33015 w 120206"/>
                  <a:gd name="connsiteY78" fmla="*/ 158664 h 682963"/>
                  <a:gd name="connsiteX79" fmla="*/ 29012 w 120206"/>
                  <a:gd name="connsiteY79" fmla="*/ 151760 h 682963"/>
                  <a:gd name="connsiteX80" fmla="*/ 25301 w 120206"/>
                  <a:gd name="connsiteY80" fmla="*/ 144878 h 682963"/>
                  <a:gd name="connsiteX81" fmla="*/ 21860 w 120206"/>
                  <a:gd name="connsiteY81" fmla="*/ 137974 h 682963"/>
                  <a:gd name="connsiteX82" fmla="*/ 18734 w 120206"/>
                  <a:gd name="connsiteY82" fmla="*/ 131069 h 682963"/>
                  <a:gd name="connsiteX83" fmla="*/ 15923 w 120206"/>
                  <a:gd name="connsiteY83" fmla="*/ 124165 h 682963"/>
                  <a:gd name="connsiteX84" fmla="*/ 13404 w 120206"/>
                  <a:gd name="connsiteY84" fmla="*/ 117283 h 682963"/>
                  <a:gd name="connsiteX85" fmla="*/ 11177 w 120206"/>
                  <a:gd name="connsiteY85" fmla="*/ 110379 h 682963"/>
                  <a:gd name="connsiteX86" fmla="*/ 9221 w 120206"/>
                  <a:gd name="connsiteY86" fmla="*/ 103475 h 682963"/>
                  <a:gd name="connsiteX87" fmla="*/ 7557 w 120206"/>
                  <a:gd name="connsiteY87" fmla="*/ 96570 h 682963"/>
                  <a:gd name="connsiteX88" fmla="*/ 6117 w 120206"/>
                  <a:gd name="connsiteY88" fmla="*/ 89688 h 682963"/>
                  <a:gd name="connsiteX89" fmla="*/ 4903 w 120206"/>
                  <a:gd name="connsiteY89" fmla="*/ 82784 h 682963"/>
                  <a:gd name="connsiteX90" fmla="*/ 3891 w 120206"/>
                  <a:gd name="connsiteY90" fmla="*/ 75880 h 682963"/>
                  <a:gd name="connsiteX91" fmla="*/ 3059 w 120206"/>
                  <a:gd name="connsiteY91" fmla="*/ 68976 h 682963"/>
                  <a:gd name="connsiteX92" fmla="*/ 2384 w 120206"/>
                  <a:gd name="connsiteY92" fmla="*/ 62094 h 682963"/>
                  <a:gd name="connsiteX93" fmla="*/ 1844 w 120206"/>
                  <a:gd name="connsiteY93" fmla="*/ 55190 h 682963"/>
                  <a:gd name="connsiteX94" fmla="*/ 1395 w 120206"/>
                  <a:gd name="connsiteY94" fmla="*/ 48285 h 682963"/>
                  <a:gd name="connsiteX95" fmla="*/ 1057 w 120206"/>
                  <a:gd name="connsiteY95" fmla="*/ 41381 h 682963"/>
                  <a:gd name="connsiteX96" fmla="*/ 787 w 120206"/>
                  <a:gd name="connsiteY96" fmla="*/ 34499 h 682963"/>
                  <a:gd name="connsiteX97" fmla="*/ 585 w 120206"/>
                  <a:gd name="connsiteY97" fmla="*/ 27595 h 682963"/>
                  <a:gd name="connsiteX98" fmla="*/ 427 w 120206"/>
                  <a:gd name="connsiteY98" fmla="*/ 20690 h 682963"/>
                  <a:gd name="connsiteX99" fmla="*/ 293 w 120206"/>
                  <a:gd name="connsiteY99" fmla="*/ 13786 h 682963"/>
                  <a:gd name="connsiteX100" fmla="*/ 203 w 120206"/>
                  <a:gd name="connsiteY100" fmla="*/ 6904 h 682963"/>
                  <a:gd name="connsiteX101" fmla="*/ 158 w 120206"/>
                  <a:gd name="connsiteY101" fmla="*/ 0 h 682963"/>
                  <a:gd name="connsiteX102" fmla="*/ 0 w 120206"/>
                  <a:gd name="connsiteY102" fmla="*/ 0 h 682963"/>
                  <a:gd name="connsiteX103" fmla="*/ 0 w 120206"/>
                  <a:gd name="connsiteY103" fmla="*/ 6904 h 682963"/>
                  <a:gd name="connsiteX104" fmla="*/ 0 w 120206"/>
                  <a:gd name="connsiteY104" fmla="*/ 13786 h 682963"/>
                  <a:gd name="connsiteX105" fmla="*/ 0 w 120206"/>
                  <a:gd name="connsiteY105" fmla="*/ 20690 h 682963"/>
                  <a:gd name="connsiteX106" fmla="*/ 0 w 120206"/>
                  <a:gd name="connsiteY106" fmla="*/ 27595 h 682963"/>
                  <a:gd name="connsiteX107" fmla="*/ 0 w 120206"/>
                  <a:gd name="connsiteY107" fmla="*/ 34499 h 682963"/>
                  <a:gd name="connsiteX108" fmla="*/ 0 w 120206"/>
                  <a:gd name="connsiteY108" fmla="*/ 41381 h 682963"/>
                  <a:gd name="connsiteX109" fmla="*/ 0 w 120206"/>
                  <a:gd name="connsiteY109" fmla="*/ 48285 h 682963"/>
                  <a:gd name="connsiteX110" fmla="*/ 0 w 120206"/>
                  <a:gd name="connsiteY110" fmla="*/ 55190 h 682963"/>
                  <a:gd name="connsiteX111" fmla="*/ 0 w 120206"/>
                  <a:gd name="connsiteY111" fmla="*/ 62094 h 682963"/>
                  <a:gd name="connsiteX112" fmla="*/ 0 w 120206"/>
                  <a:gd name="connsiteY112" fmla="*/ 68976 h 682963"/>
                  <a:gd name="connsiteX113" fmla="*/ 0 w 120206"/>
                  <a:gd name="connsiteY113" fmla="*/ 75880 h 682963"/>
                  <a:gd name="connsiteX114" fmla="*/ 0 w 120206"/>
                  <a:gd name="connsiteY114" fmla="*/ 82784 h 682963"/>
                  <a:gd name="connsiteX115" fmla="*/ 0 w 120206"/>
                  <a:gd name="connsiteY115" fmla="*/ 89688 h 682963"/>
                  <a:gd name="connsiteX116" fmla="*/ 0 w 120206"/>
                  <a:gd name="connsiteY116" fmla="*/ 96570 h 682963"/>
                  <a:gd name="connsiteX117" fmla="*/ 0 w 120206"/>
                  <a:gd name="connsiteY117" fmla="*/ 103475 h 682963"/>
                  <a:gd name="connsiteX118" fmla="*/ 0 w 120206"/>
                  <a:gd name="connsiteY118" fmla="*/ 110379 h 682963"/>
                  <a:gd name="connsiteX119" fmla="*/ 0 w 120206"/>
                  <a:gd name="connsiteY119" fmla="*/ 117283 h 682963"/>
                  <a:gd name="connsiteX120" fmla="*/ 0 w 120206"/>
                  <a:gd name="connsiteY120" fmla="*/ 124165 h 682963"/>
                  <a:gd name="connsiteX121" fmla="*/ 0 w 120206"/>
                  <a:gd name="connsiteY121" fmla="*/ 131069 h 682963"/>
                  <a:gd name="connsiteX122" fmla="*/ 0 w 120206"/>
                  <a:gd name="connsiteY122" fmla="*/ 137974 h 682963"/>
                  <a:gd name="connsiteX123" fmla="*/ 0 w 120206"/>
                  <a:gd name="connsiteY123" fmla="*/ 144878 h 682963"/>
                  <a:gd name="connsiteX124" fmla="*/ 0 w 120206"/>
                  <a:gd name="connsiteY124" fmla="*/ 151760 h 682963"/>
                  <a:gd name="connsiteX125" fmla="*/ 0 w 120206"/>
                  <a:gd name="connsiteY125" fmla="*/ 158664 h 682963"/>
                  <a:gd name="connsiteX126" fmla="*/ 0 w 120206"/>
                  <a:gd name="connsiteY126" fmla="*/ 165568 h 682963"/>
                  <a:gd name="connsiteX127" fmla="*/ 0 w 120206"/>
                  <a:gd name="connsiteY127" fmla="*/ 172472 h 682963"/>
                  <a:gd name="connsiteX128" fmla="*/ 0 w 120206"/>
                  <a:gd name="connsiteY128" fmla="*/ 179354 h 682963"/>
                  <a:gd name="connsiteX129" fmla="*/ 0 w 120206"/>
                  <a:gd name="connsiteY129" fmla="*/ 186259 h 682963"/>
                  <a:gd name="connsiteX130" fmla="*/ 0 w 120206"/>
                  <a:gd name="connsiteY130" fmla="*/ 193163 h 682963"/>
                  <a:gd name="connsiteX131" fmla="*/ 0 w 120206"/>
                  <a:gd name="connsiteY131" fmla="*/ 200067 h 682963"/>
                  <a:gd name="connsiteX132" fmla="*/ 0 w 120206"/>
                  <a:gd name="connsiteY132" fmla="*/ 206949 h 682963"/>
                  <a:gd name="connsiteX133" fmla="*/ 0 w 120206"/>
                  <a:gd name="connsiteY133" fmla="*/ 213853 h 682963"/>
                  <a:gd name="connsiteX134" fmla="*/ 0 w 120206"/>
                  <a:gd name="connsiteY134" fmla="*/ 220758 h 682963"/>
                  <a:gd name="connsiteX135" fmla="*/ 0 w 120206"/>
                  <a:gd name="connsiteY135" fmla="*/ 227639 h 682963"/>
                  <a:gd name="connsiteX136" fmla="*/ 0 w 120206"/>
                  <a:gd name="connsiteY136" fmla="*/ 234544 h 682963"/>
                  <a:gd name="connsiteX137" fmla="*/ 0 w 120206"/>
                  <a:gd name="connsiteY137" fmla="*/ 241448 h 682963"/>
                  <a:gd name="connsiteX138" fmla="*/ 0 w 120206"/>
                  <a:gd name="connsiteY138" fmla="*/ 248352 h 682963"/>
                  <a:gd name="connsiteX139" fmla="*/ 0 w 120206"/>
                  <a:gd name="connsiteY139" fmla="*/ 255234 h 682963"/>
                  <a:gd name="connsiteX140" fmla="*/ 0 w 120206"/>
                  <a:gd name="connsiteY140" fmla="*/ 262138 h 682963"/>
                  <a:gd name="connsiteX141" fmla="*/ 0 w 120206"/>
                  <a:gd name="connsiteY141" fmla="*/ 269043 h 682963"/>
                  <a:gd name="connsiteX142" fmla="*/ 0 w 120206"/>
                  <a:gd name="connsiteY142" fmla="*/ 275947 h 682963"/>
                  <a:gd name="connsiteX143" fmla="*/ 0 w 120206"/>
                  <a:gd name="connsiteY143" fmla="*/ 282829 h 682963"/>
                  <a:gd name="connsiteX144" fmla="*/ 0 w 120206"/>
                  <a:gd name="connsiteY144" fmla="*/ 289733 h 682963"/>
                  <a:gd name="connsiteX145" fmla="*/ 0 w 120206"/>
                  <a:gd name="connsiteY145" fmla="*/ 296638 h 682963"/>
                  <a:gd name="connsiteX146" fmla="*/ 0 w 120206"/>
                  <a:gd name="connsiteY146" fmla="*/ 303542 h 682963"/>
                  <a:gd name="connsiteX147" fmla="*/ 0 w 120206"/>
                  <a:gd name="connsiteY147" fmla="*/ 310424 h 682963"/>
                  <a:gd name="connsiteX148" fmla="*/ 0 w 120206"/>
                  <a:gd name="connsiteY148" fmla="*/ 317328 h 682963"/>
                  <a:gd name="connsiteX149" fmla="*/ 0 w 120206"/>
                  <a:gd name="connsiteY149" fmla="*/ 324232 h 682963"/>
                  <a:gd name="connsiteX150" fmla="*/ 0 w 120206"/>
                  <a:gd name="connsiteY150" fmla="*/ 331137 h 682963"/>
                  <a:gd name="connsiteX151" fmla="*/ 0 w 120206"/>
                  <a:gd name="connsiteY151" fmla="*/ 338019 h 682963"/>
                  <a:gd name="connsiteX152" fmla="*/ 0 w 120206"/>
                  <a:gd name="connsiteY152" fmla="*/ 344923 h 682963"/>
                  <a:gd name="connsiteX153" fmla="*/ 0 w 120206"/>
                  <a:gd name="connsiteY153" fmla="*/ 351827 h 682963"/>
                  <a:gd name="connsiteX154" fmla="*/ 0 w 120206"/>
                  <a:gd name="connsiteY154" fmla="*/ 358731 h 682963"/>
                  <a:gd name="connsiteX155" fmla="*/ 0 w 120206"/>
                  <a:gd name="connsiteY155" fmla="*/ 365613 h 682963"/>
                  <a:gd name="connsiteX156" fmla="*/ 0 w 120206"/>
                  <a:gd name="connsiteY156" fmla="*/ 372517 h 682963"/>
                  <a:gd name="connsiteX157" fmla="*/ 0 w 120206"/>
                  <a:gd name="connsiteY157" fmla="*/ 379422 h 682963"/>
                  <a:gd name="connsiteX158" fmla="*/ 0 w 120206"/>
                  <a:gd name="connsiteY158" fmla="*/ 386326 h 682963"/>
                  <a:gd name="connsiteX159" fmla="*/ 0 w 120206"/>
                  <a:gd name="connsiteY159" fmla="*/ 393208 h 682963"/>
                  <a:gd name="connsiteX160" fmla="*/ 0 w 120206"/>
                  <a:gd name="connsiteY160" fmla="*/ 400112 h 682963"/>
                  <a:gd name="connsiteX161" fmla="*/ 0 w 120206"/>
                  <a:gd name="connsiteY161" fmla="*/ 407016 h 682963"/>
                  <a:gd name="connsiteX162" fmla="*/ 0 w 120206"/>
                  <a:gd name="connsiteY162" fmla="*/ 413921 h 682963"/>
                  <a:gd name="connsiteX163" fmla="*/ 0 w 120206"/>
                  <a:gd name="connsiteY163" fmla="*/ 420803 h 682963"/>
                  <a:gd name="connsiteX164" fmla="*/ 0 w 120206"/>
                  <a:gd name="connsiteY164" fmla="*/ 427707 h 682963"/>
                  <a:gd name="connsiteX165" fmla="*/ 0 w 120206"/>
                  <a:gd name="connsiteY165" fmla="*/ 434611 h 682963"/>
                  <a:gd name="connsiteX166" fmla="*/ 0 w 120206"/>
                  <a:gd name="connsiteY166" fmla="*/ 441515 h 682963"/>
                  <a:gd name="connsiteX167" fmla="*/ 0 w 120206"/>
                  <a:gd name="connsiteY167" fmla="*/ 448397 h 682963"/>
                  <a:gd name="connsiteX168" fmla="*/ 0 w 120206"/>
                  <a:gd name="connsiteY168" fmla="*/ 455301 h 682963"/>
                  <a:gd name="connsiteX169" fmla="*/ 0 w 120206"/>
                  <a:gd name="connsiteY169" fmla="*/ 462206 h 682963"/>
                  <a:gd name="connsiteX170" fmla="*/ 0 w 120206"/>
                  <a:gd name="connsiteY170" fmla="*/ 469110 h 682963"/>
                  <a:gd name="connsiteX171" fmla="*/ 0 w 120206"/>
                  <a:gd name="connsiteY171" fmla="*/ 475992 h 682963"/>
                  <a:gd name="connsiteX172" fmla="*/ 0 w 120206"/>
                  <a:gd name="connsiteY172" fmla="*/ 482896 h 682963"/>
                  <a:gd name="connsiteX173" fmla="*/ 0 w 120206"/>
                  <a:gd name="connsiteY173" fmla="*/ 489801 h 682963"/>
                  <a:gd name="connsiteX174" fmla="*/ 0 w 120206"/>
                  <a:gd name="connsiteY174" fmla="*/ 496682 h 682963"/>
                  <a:gd name="connsiteX175" fmla="*/ 0 w 120206"/>
                  <a:gd name="connsiteY175" fmla="*/ 503587 h 682963"/>
                  <a:gd name="connsiteX176" fmla="*/ 0 w 120206"/>
                  <a:gd name="connsiteY176" fmla="*/ 510491 h 682963"/>
                  <a:gd name="connsiteX177" fmla="*/ 0 w 120206"/>
                  <a:gd name="connsiteY177" fmla="*/ 517395 h 682963"/>
                  <a:gd name="connsiteX178" fmla="*/ 0 w 120206"/>
                  <a:gd name="connsiteY178" fmla="*/ 524277 h 682963"/>
                  <a:gd name="connsiteX179" fmla="*/ 0 w 120206"/>
                  <a:gd name="connsiteY179" fmla="*/ 531181 h 682963"/>
                  <a:gd name="connsiteX180" fmla="*/ 0 w 120206"/>
                  <a:gd name="connsiteY180" fmla="*/ 538086 h 682963"/>
                  <a:gd name="connsiteX181" fmla="*/ 0 w 120206"/>
                  <a:gd name="connsiteY181" fmla="*/ 544990 h 682963"/>
                  <a:gd name="connsiteX182" fmla="*/ 0 w 120206"/>
                  <a:gd name="connsiteY182" fmla="*/ 551872 h 682963"/>
                  <a:gd name="connsiteX183" fmla="*/ 0 w 120206"/>
                  <a:gd name="connsiteY183" fmla="*/ 558776 h 682963"/>
                  <a:gd name="connsiteX184" fmla="*/ 0 w 120206"/>
                  <a:gd name="connsiteY184" fmla="*/ 565680 h 682963"/>
                  <a:gd name="connsiteX185" fmla="*/ 0 w 120206"/>
                  <a:gd name="connsiteY185" fmla="*/ 572585 h 682963"/>
                  <a:gd name="connsiteX186" fmla="*/ 0 w 120206"/>
                  <a:gd name="connsiteY186" fmla="*/ 579467 h 682963"/>
                  <a:gd name="connsiteX187" fmla="*/ 0 w 120206"/>
                  <a:gd name="connsiteY187" fmla="*/ 586371 h 682963"/>
                  <a:gd name="connsiteX188" fmla="*/ 0 w 120206"/>
                  <a:gd name="connsiteY188" fmla="*/ 593275 h 682963"/>
                  <a:gd name="connsiteX189" fmla="*/ 0 w 120206"/>
                  <a:gd name="connsiteY189" fmla="*/ 600179 h 682963"/>
                  <a:gd name="connsiteX190" fmla="*/ 0 w 120206"/>
                  <a:gd name="connsiteY190" fmla="*/ 607061 h 682963"/>
                  <a:gd name="connsiteX191" fmla="*/ 0 w 120206"/>
                  <a:gd name="connsiteY191" fmla="*/ 613966 h 682963"/>
                  <a:gd name="connsiteX192" fmla="*/ 0 w 120206"/>
                  <a:gd name="connsiteY192" fmla="*/ 620870 h 682963"/>
                  <a:gd name="connsiteX193" fmla="*/ 0 w 120206"/>
                  <a:gd name="connsiteY193" fmla="*/ 627774 h 682963"/>
                  <a:gd name="connsiteX194" fmla="*/ 0 w 120206"/>
                  <a:gd name="connsiteY194" fmla="*/ 634656 h 682963"/>
                  <a:gd name="connsiteX195" fmla="*/ 0 w 120206"/>
                  <a:gd name="connsiteY195" fmla="*/ 641560 h 682963"/>
                  <a:gd name="connsiteX196" fmla="*/ 0 w 120206"/>
                  <a:gd name="connsiteY196" fmla="*/ 648464 h 682963"/>
                  <a:gd name="connsiteX197" fmla="*/ 0 w 120206"/>
                  <a:gd name="connsiteY197" fmla="*/ 655369 h 682963"/>
                  <a:gd name="connsiteX198" fmla="*/ 0 w 120206"/>
                  <a:gd name="connsiteY198" fmla="*/ 662251 h 682963"/>
                  <a:gd name="connsiteX199" fmla="*/ 0 w 120206"/>
                  <a:gd name="connsiteY199" fmla="*/ 669155 h 682963"/>
                  <a:gd name="connsiteX200" fmla="*/ 0 w 120206"/>
                  <a:gd name="connsiteY200" fmla="*/ 676059 h 6829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120206" h="682963">
                    <a:moveTo>
                      <a:pt x="0" y="676059"/>
                    </a:moveTo>
                    <a:lnTo>
                      <a:pt x="0" y="682963"/>
                    </a:lnTo>
                    <a:lnTo>
                      <a:pt x="158" y="682963"/>
                    </a:lnTo>
                    <a:lnTo>
                      <a:pt x="225" y="676059"/>
                    </a:lnTo>
                    <a:lnTo>
                      <a:pt x="315" y="669155"/>
                    </a:lnTo>
                    <a:lnTo>
                      <a:pt x="427" y="662251"/>
                    </a:lnTo>
                    <a:lnTo>
                      <a:pt x="607" y="655369"/>
                    </a:lnTo>
                    <a:lnTo>
                      <a:pt x="810" y="648464"/>
                    </a:lnTo>
                    <a:lnTo>
                      <a:pt x="1079" y="641560"/>
                    </a:lnTo>
                    <a:lnTo>
                      <a:pt x="1417" y="634656"/>
                    </a:lnTo>
                    <a:lnTo>
                      <a:pt x="1867" y="627774"/>
                    </a:lnTo>
                    <a:lnTo>
                      <a:pt x="2407" y="620870"/>
                    </a:lnTo>
                    <a:lnTo>
                      <a:pt x="3059" y="613966"/>
                    </a:lnTo>
                    <a:lnTo>
                      <a:pt x="3891" y="607061"/>
                    </a:lnTo>
                    <a:lnTo>
                      <a:pt x="4858" y="600179"/>
                    </a:lnTo>
                    <a:lnTo>
                      <a:pt x="6005" y="593275"/>
                    </a:lnTo>
                    <a:lnTo>
                      <a:pt x="7377" y="586371"/>
                    </a:lnTo>
                    <a:lnTo>
                      <a:pt x="8951" y="579467"/>
                    </a:lnTo>
                    <a:lnTo>
                      <a:pt x="10750" y="572585"/>
                    </a:lnTo>
                    <a:lnTo>
                      <a:pt x="12796" y="565680"/>
                    </a:lnTo>
                    <a:lnTo>
                      <a:pt x="15090" y="558776"/>
                    </a:lnTo>
                    <a:lnTo>
                      <a:pt x="17655" y="551872"/>
                    </a:lnTo>
                    <a:lnTo>
                      <a:pt x="20443" y="544990"/>
                    </a:lnTo>
                    <a:lnTo>
                      <a:pt x="23456" y="538086"/>
                    </a:lnTo>
                    <a:lnTo>
                      <a:pt x="26695" y="531181"/>
                    </a:lnTo>
                    <a:lnTo>
                      <a:pt x="30136" y="524277"/>
                    </a:lnTo>
                    <a:lnTo>
                      <a:pt x="33757" y="517395"/>
                    </a:lnTo>
                    <a:lnTo>
                      <a:pt x="37512" y="510491"/>
                    </a:lnTo>
                    <a:lnTo>
                      <a:pt x="41381" y="503587"/>
                    </a:lnTo>
                    <a:lnTo>
                      <a:pt x="45339" y="496682"/>
                    </a:lnTo>
                    <a:lnTo>
                      <a:pt x="49342" y="489801"/>
                    </a:lnTo>
                    <a:lnTo>
                      <a:pt x="53345" y="482896"/>
                    </a:lnTo>
                    <a:lnTo>
                      <a:pt x="57348" y="475992"/>
                    </a:lnTo>
                    <a:lnTo>
                      <a:pt x="61307" y="469110"/>
                    </a:lnTo>
                    <a:lnTo>
                      <a:pt x="65220" y="462206"/>
                    </a:lnTo>
                    <a:lnTo>
                      <a:pt x="69065" y="455301"/>
                    </a:lnTo>
                    <a:lnTo>
                      <a:pt x="72822" y="448397"/>
                    </a:lnTo>
                    <a:lnTo>
                      <a:pt x="76510" y="441515"/>
                    </a:lnTo>
                    <a:lnTo>
                      <a:pt x="80131" y="434611"/>
                    </a:lnTo>
                    <a:lnTo>
                      <a:pt x="83661" y="427707"/>
                    </a:lnTo>
                    <a:lnTo>
                      <a:pt x="87102" y="420803"/>
                    </a:lnTo>
                    <a:lnTo>
                      <a:pt x="90498" y="413921"/>
                    </a:lnTo>
                    <a:lnTo>
                      <a:pt x="93804" y="407016"/>
                    </a:lnTo>
                    <a:lnTo>
                      <a:pt x="97043" y="400112"/>
                    </a:lnTo>
                    <a:lnTo>
                      <a:pt x="100214" y="393208"/>
                    </a:lnTo>
                    <a:lnTo>
                      <a:pt x="103250" y="386326"/>
                    </a:lnTo>
                    <a:lnTo>
                      <a:pt x="106173" y="379422"/>
                    </a:lnTo>
                    <a:lnTo>
                      <a:pt x="108939" y="372517"/>
                    </a:lnTo>
                    <a:lnTo>
                      <a:pt x="111504" y="365613"/>
                    </a:lnTo>
                    <a:lnTo>
                      <a:pt x="113820" y="358731"/>
                    </a:lnTo>
                    <a:lnTo>
                      <a:pt x="115844" y="351827"/>
                    </a:lnTo>
                    <a:lnTo>
                      <a:pt x="117531" y="344923"/>
                    </a:lnTo>
                    <a:lnTo>
                      <a:pt x="118858" y="338019"/>
                    </a:lnTo>
                    <a:lnTo>
                      <a:pt x="119757" y="331137"/>
                    </a:lnTo>
                    <a:lnTo>
                      <a:pt x="120207" y="324232"/>
                    </a:lnTo>
                    <a:lnTo>
                      <a:pt x="120207" y="317328"/>
                    </a:lnTo>
                    <a:lnTo>
                      <a:pt x="119690" y="310424"/>
                    </a:lnTo>
                    <a:lnTo>
                      <a:pt x="118700" y="303542"/>
                    </a:lnTo>
                    <a:lnTo>
                      <a:pt x="117238" y="296638"/>
                    </a:lnTo>
                    <a:lnTo>
                      <a:pt x="115282" y="289733"/>
                    </a:lnTo>
                    <a:lnTo>
                      <a:pt x="112875" y="282829"/>
                    </a:lnTo>
                    <a:lnTo>
                      <a:pt x="110041" y="275947"/>
                    </a:lnTo>
                    <a:lnTo>
                      <a:pt x="106826" y="269043"/>
                    </a:lnTo>
                    <a:lnTo>
                      <a:pt x="103250" y="262138"/>
                    </a:lnTo>
                    <a:lnTo>
                      <a:pt x="99359" y="255234"/>
                    </a:lnTo>
                    <a:lnTo>
                      <a:pt x="95176" y="248352"/>
                    </a:lnTo>
                    <a:lnTo>
                      <a:pt x="90746" y="241448"/>
                    </a:lnTo>
                    <a:lnTo>
                      <a:pt x="86113" y="234544"/>
                    </a:lnTo>
                    <a:lnTo>
                      <a:pt x="81300" y="227639"/>
                    </a:lnTo>
                    <a:lnTo>
                      <a:pt x="76375" y="220758"/>
                    </a:lnTo>
                    <a:lnTo>
                      <a:pt x="71359" y="213853"/>
                    </a:lnTo>
                    <a:lnTo>
                      <a:pt x="66299" y="206949"/>
                    </a:lnTo>
                    <a:lnTo>
                      <a:pt x="61239" y="200067"/>
                    </a:lnTo>
                    <a:lnTo>
                      <a:pt x="56201" y="193163"/>
                    </a:lnTo>
                    <a:lnTo>
                      <a:pt x="51254" y="186259"/>
                    </a:lnTo>
                    <a:lnTo>
                      <a:pt x="46419" y="179354"/>
                    </a:lnTo>
                    <a:lnTo>
                      <a:pt x="41763" y="172472"/>
                    </a:lnTo>
                    <a:lnTo>
                      <a:pt x="37265" y="165568"/>
                    </a:lnTo>
                    <a:lnTo>
                      <a:pt x="33015" y="158664"/>
                    </a:lnTo>
                    <a:lnTo>
                      <a:pt x="29012" y="151760"/>
                    </a:lnTo>
                    <a:lnTo>
                      <a:pt x="25301" y="144878"/>
                    </a:lnTo>
                    <a:lnTo>
                      <a:pt x="21860" y="137974"/>
                    </a:lnTo>
                    <a:lnTo>
                      <a:pt x="18734" y="131069"/>
                    </a:lnTo>
                    <a:lnTo>
                      <a:pt x="15923" y="124165"/>
                    </a:lnTo>
                    <a:lnTo>
                      <a:pt x="13404" y="117283"/>
                    </a:lnTo>
                    <a:lnTo>
                      <a:pt x="11177" y="110379"/>
                    </a:lnTo>
                    <a:lnTo>
                      <a:pt x="9221" y="103475"/>
                    </a:lnTo>
                    <a:lnTo>
                      <a:pt x="7557" y="96570"/>
                    </a:lnTo>
                    <a:lnTo>
                      <a:pt x="6117" y="89688"/>
                    </a:lnTo>
                    <a:lnTo>
                      <a:pt x="4903" y="82784"/>
                    </a:lnTo>
                    <a:lnTo>
                      <a:pt x="3891" y="75880"/>
                    </a:lnTo>
                    <a:lnTo>
                      <a:pt x="3059" y="68976"/>
                    </a:lnTo>
                    <a:lnTo>
                      <a:pt x="2384" y="62094"/>
                    </a:lnTo>
                    <a:lnTo>
                      <a:pt x="1844" y="55190"/>
                    </a:lnTo>
                    <a:lnTo>
                      <a:pt x="1395" y="48285"/>
                    </a:lnTo>
                    <a:lnTo>
                      <a:pt x="1057" y="41381"/>
                    </a:lnTo>
                    <a:lnTo>
                      <a:pt x="787" y="34499"/>
                    </a:lnTo>
                    <a:lnTo>
                      <a:pt x="585" y="27595"/>
                    </a:lnTo>
                    <a:lnTo>
                      <a:pt x="427" y="20690"/>
                    </a:lnTo>
                    <a:lnTo>
                      <a:pt x="293" y="13786"/>
                    </a:lnTo>
                    <a:lnTo>
                      <a:pt x="203" y="6904"/>
                    </a:lnTo>
                    <a:lnTo>
                      <a:pt x="158" y="0"/>
                    </a:lnTo>
                    <a:lnTo>
                      <a:pt x="0" y="0"/>
                    </a:lnTo>
                    <a:lnTo>
                      <a:pt x="0" y="6904"/>
                    </a:lnTo>
                    <a:lnTo>
                      <a:pt x="0" y="13786"/>
                    </a:lnTo>
                    <a:lnTo>
                      <a:pt x="0" y="20690"/>
                    </a:lnTo>
                    <a:lnTo>
                      <a:pt x="0" y="27595"/>
                    </a:lnTo>
                    <a:lnTo>
                      <a:pt x="0" y="34499"/>
                    </a:lnTo>
                    <a:lnTo>
                      <a:pt x="0" y="41381"/>
                    </a:lnTo>
                    <a:lnTo>
                      <a:pt x="0" y="48285"/>
                    </a:lnTo>
                    <a:lnTo>
                      <a:pt x="0" y="55190"/>
                    </a:lnTo>
                    <a:lnTo>
                      <a:pt x="0" y="62094"/>
                    </a:lnTo>
                    <a:lnTo>
                      <a:pt x="0" y="68976"/>
                    </a:lnTo>
                    <a:lnTo>
                      <a:pt x="0" y="75880"/>
                    </a:lnTo>
                    <a:lnTo>
                      <a:pt x="0" y="82784"/>
                    </a:lnTo>
                    <a:lnTo>
                      <a:pt x="0" y="89688"/>
                    </a:lnTo>
                    <a:lnTo>
                      <a:pt x="0" y="96570"/>
                    </a:lnTo>
                    <a:lnTo>
                      <a:pt x="0" y="103475"/>
                    </a:lnTo>
                    <a:lnTo>
                      <a:pt x="0" y="110379"/>
                    </a:lnTo>
                    <a:lnTo>
                      <a:pt x="0" y="117283"/>
                    </a:lnTo>
                    <a:lnTo>
                      <a:pt x="0" y="124165"/>
                    </a:lnTo>
                    <a:lnTo>
                      <a:pt x="0" y="131069"/>
                    </a:lnTo>
                    <a:lnTo>
                      <a:pt x="0" y="137974"/>
                    </a:lnTo>
                    <a:lnTo>
                      <a:pt x="0" y="144878"/>
                    </a:lnTo>
                    <a:lnTo>
                      <a:pt x="0" y="151760"/>
                    </a:lnTo>
                    <a:lnTo>
                      <a:pt x="0" y="158664"/>
                    </a:lnTo>
                    <a:lnTo>
                      <a:pt x="0" y="165568"/>
                    </a:lnTo>
                    <a:lnTo>
                      <a:pt x="0" y="172472"/>
                    </a:lnTo>
                    <a:lnTo>
                      <a:pt x="0" y="179354"/>
                    </a:lnTo>
                    <a:lnTo>
                      <a:pt x="0" y="186259"/>
                    </a:lnTo>
                    <a:lnTo>
                      <a:pt x="0" y="193163"/>
                    </a:lnTo>
                    <a:lnTo>
                      <a:pt x="0" y="200067"/>
                    </a:lnTo>
                    <a:lnTo>
                      <a:pt x="0" y="206949"/>
                    </a:lnTo>
                    <a:lnTo>
                      <a:pt x="0" y="213853"/>
                    </a:lnTo>
                    <a:lnTo>
                      <a:pt x="0" y="220758"/>
                    </a:lnTo>
                    <a:lnTo>
                      <a:pt x="0" y="227639"/>
                    </a:lnTo>
                    <a:lnTo>
                      <a:pt x="0" y="234544"/>
                    </a:lnTo>
                    <a:lnTo>
                      <a:pt x="0" y="241448"/>
                    </a:lnTo>
                    <a:lnTo>
                      <a:pt x="0" y="248352"/>
                    </a:lnTo>
                    <a:lnTo>
                      <a:pt x="0" y="255234"/>
                    </a:lnTo>
                    <a:lnTo>
                      <a:pt x="0" y="262138"/>
                    </a:lnTo>
                    <a:lnTo>
                      <a:pt x="0" y="269043"/>
                    </a:lnTo>
                    <a:lnTo>
                      <a:pt x="0" y="275947"/>
                    </a:lnTo>
                    <a:lnTo>
                      <a:pt x="0" y="282829"/>
                    </a:lnTo>
                    <a:lnTo>
                      <a:pt x="0" y="289733"/>
                    </a:lnTo>
                    <a:lnTo>
                      <a:pt x="0" y="296638"/>
                    </a:lnTo>
                    <a:lnTo>
                      <a:pt x="0" y="303542"/>
                    </a:lnTo>
                    <a:lnTo>
                      <a:pt x="0" y="310424"/>
                    </a:lnTo>
                    <a:lnTo>
                      <a:pt x="0" y="317328"/>
                    </a:lnTo>
                    <a:lnTo>
                      <a:pt x="0" y="324232"/>
                    </a:lnTo>
                    <a:lnTo>
                      <a:pt x="0" y="331137"/>
                    </a:lnTo>
                    <a:lnTo>
                      <a:pt x="0" y="338019"/>
                    </a:lnTo>
                    <a:lnTo>
                      <a:pt x="0" y="344923"/>
                    </a:lnTo>
                    <a:lnTo>
                      <a:pt x="0" y="351827"/>
                    </a:lnTo>
                    <a:lnTo>
                      <a:pt x="0" y="358731"/>
                    </a:lnTo>
                    <a:lnTo>
                      <a:pt x="0" y="365613"/>
                    </a:lnTo>
                    <a:lnTo>
                      <a:pt x="0" y="372517"/>
                    </a:lnTo>
                    <a:lnTo>
                      <a:pt x="0" y="379422"/>
                    </a:lnTo>
                    <a:lnTo>
                      <a:pt x="0" y="386326"/>
                    </a:lnTo>
                    <a:lnTo>
                      <a:pt x="0" y="393208"/>
                    </a:lnTo>
                    <a:lnTo>
                      <a:pt x="0" y="400112"/>
                    </a:lnTo>
                    <a:lnTo>
                      <a:pt x="0" y="407016"/>
                    </a:lnTo>
                    <a:lnTo>
                      <a:pt x="0" y="413921"/>
                    </a:lnTo>
                    <a:lnTo>
                      <a:pt x="0" y="420803"/>
                    </a:lnTo>
                    <a:lnTo>
                      <a:pt x="0" y="427707"/>
                    </a:lnTo>
                    <a:lnTo>
                      <a:pt x="0" y="434611"/>
                    </a:lnTo>
                    <a:lnTo>
                      <a:pt x="0" y="441515"/>
                    </a:lnTo>
                    <a:lnTo>
                      <a:pt x="0" y="448397"/>
                    </a:lnTo>
                    <a:lnTo>
                      <a:pt x="0" y="455301"/>
                    </a:lnTo>
                    <a:lnTo>
                      <a:pt x="0" y="462206"/>
                    </a:lnTo>
                    <a:lnTo>
                      <a:pt x="0" y="469110"/>
                    </a:lnTo>
                    <a:lnTo>
                      <a:pt x="0" y="475992"/>
                    </a:lnTo>
                    <a:lnTo>
                      <a:pt x="0" y="482896"/>
                    </a:lnTo>
                    <a:lnTo>
                      <a:pt x="0" y="489801"/>
                    </a:lnTo>
                    <a:lnTo>
                      <a:pt x="0" y="496682"/>
                    </a:lnTo>
                    <a:lnTo>
                      <a:pt x="0" y="503587"/>
                    </a:lnTo>
                    <a:lnTo>
                      <a:pt x="0" y="510491"/>
                    </a:lnTo>
                    <a:lnTo>
                      <a:pt x="0" y="517395"/>
                    </a:lnTo>
                    <a:lnTo>
                      <a:pt x="0" y="524277"/>
                    </a:lnTo>
                    <a:lnTo>
                      <a:pt x="0" y="531181"/>
                    </a:lnTo>
                    <a:lnTo>
                      <a:pt x="0" y="538086"/>
                    </a:lnTo>
                    <a:lnTo>
                      <a:pt x="0" y="544990"/>
                    </a:lnTo>
                    <a:lnTo>
                      <a:pt x="0" y="551872"/>
                    </a:lnTo>
                    <a:lnTo>
                      <a:pt x="0" y="558776"/>
                    </a:lnTo>
                    <a:lnTo>
                      <a:pt x="0" y="565680"/>
                    </a:lnTo>
                    <a:lnTo>
                      <a:pt x="0" y="572585"/>
                    </a:lnTo>
                    <a:lnTo>
                      <a:pt x="0" y="579467"/>
                    </a:lnTo>
                    <a:lnTo>
                      <a:pt x="0" y="586371"/>
                    </a:lnTo>
                    <a:lnTo>
                      <a:pt x="0" y="593275"/>
                    </a:lnTo>
                    <a:lnTo>
                      <a:pt x="0" y="600179"/>
                    </a:lnTo>
                    <a:lnTo>
                      <a:pt x="0" y="607061"/>
                    </a:lnTo>
                    <a:lnTo>
                      <a:pt x="0" y="613966"/>
                    </a:lnTo>
                    <a:lnTo>
                      <a:pt x="0" y="620870"/>
                    </a:lnTo>
                    <a:lnTo>
                      <a:pt x="0" y="627774"/>
                    </a:lnTo>
                    <a:lnTo>
                      <a:pt x="0" y="634656"/>
                    </a:lnTo>
                    <a:lnTo>
                      <a:pt x="0" y="641560"/>
                    </a:lnTo>
                    <a:lnTo>
                      <a:pt x="0" y="648464"/>
                    </a:lnTo>
                    <a:lnTo>
                      <a:pt x="0" y="655369"/>
                    </a:lnTo>
                    <a:lnTo>
                      <a:pt x="0" y="662251"/>
                    </a:lnTo>
                    <a:lnTo>
                      <a:pt x="0" y="669155"/>
                    </a:lnTo>
                    <a:lnTo>
                      <a:pt x="0" y="676059"/>
                    </a:lnTo>
                    <a:close/>
                  </a:path>
                </a:pathLst>
              </a:custGeom>
              <a:solidFill>
                <a:srgbClr val="DAF1FD">
                  <a:alpha val="50000"/>
                </a:srgbClr>
              </a:solidFill>
              <a:ln w="2249" cap="flat">
                <a:noFill/>
                <a:prstDash val="solid"/>
                <a:miter/>
              </a:ln>
            </p:spPr>
            <p:txBody>
              <a:bodyPr rtlCol="0" anchor="ctr"/>
              <a:lstStyle/>
              <a:p>
                <a:endParaRPr lang="en-US"/>
              </a:p>
            </p:txBody>
          </p:sp>
          <p:sp>
            <p:nvSpPr>
              <p:cNvPr id="18402" name="Freeform 18401">
                <a:extLst>
                  <a:ext uri="{FF2B5EF4-FFF2-40B4-BE49-F238E27FC236}">
                    <a16:creationId xmlns:a16="http://schemas.microsoft.com/office/drawing/2014/main" id="{F58DCAB3-D102-40CB-7D24-4766C320FC19}"/>
                  </a:ext>
                </a:extLst>
              </p:cNvPr>
              <p:cNvSpPr/>
              <p:nvPr/>
            </p:nvSpPr>
            <p:spPr>
              <a:xfrm rot="20803200">
                <a:off x="8290093" y="3758932"/>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6"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8403" name="Freeform 18402">
                <a:extLst>
                  <a:ext uri="{FF2B5EF4-FFF2-40B4-BE49-F238E27FC236}">
                    <a16:creationId xmlns:a16="http://schemas.microsoft.com/office/drawing/2014/main" id="{F543DA31-FD10-8E20-4C59-A0900D6FF7D6}"/>
                  </a:ext>
                </a:extLst>
              </p:cNvPr>
              <p:cNvSpPr/>
              <p:nvPr/>
            </p:nvSpPr>
            <p:spPr>
              <a:xfrm rot="20803200">
                <a:off x="8345586" y="3941251"/>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8404" name="Freeform 18403">
                <a:extLst>
                  <a:ext uri="{FF2B5EF4-FFF2-40B4-BE49-F238E27FC236}">
                    <a16:creationId xmlns:a16="http://schemas.microsoft.com/office/drawing/2014/main" id="{7C17F360-834E-C5D0-8ACF-328DD4EA0516}"/>
                  </a:ext>
                </a:extLst>
              </p:cNvPr>
              <p:cNvSpPr/>
              <p:nvPr/>
            </p:nvSpPr>
            <p:spPr>
              <a:xfrm rot="20803200">
                <a:off x="8189878" y="3364157"/>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6"/>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8405" name="Freeform 18404">
                <a:extLst>
                  <a:ext uri="{FF2B5EF4-FFF2-40B4-BE49-F238E27FC236}">
                    <a16:creationId xmlns:a16="http://schemas.microsoft.com/office/drawing/2014/main" id="{F093C943-9895-77F7-789E-06FA2BBD1BA2}"/>
                  </a:ext>
                </a:extLst>
              </p:cNvPr>
              <p:cNvSpPr/>
              <p:nvPr/>
            </p:nvSpPr>
            <p:spPr>
              <a:xfrm rot="20803200">
                <a:off x="8302810" y="2831632"/>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8406" name="Freeform 18405">
                <a:extLst>
                  <a:ext uri="{FF2B5EF4-FFF2-40B4-BE49-F238E27FC236}">
                    <a16:creationId xmlns:a16="http://schemas.microsoft.com/office/drawing/2014/main" id="{648FD4B9-698D-C4F1-45A1-08B7117B9352}"/>
                  </a:ext>
                </a:extLst>
              </p:cNvPr>
              <p:cNvSpPr/>
              <p:nvPr/>
            </p:nvSpPr>
            <p:spPr>
              <a:xfrm rot="20803200">
                <a:off x="8330743" y="2984025"/>
                <a:ext cx="66526" cy="66526"/>
              </a:xfrm>
              <a:custGeom>
                <a:avLst/>
                <a:gdLst>
                  <a:gd name="connsiteX0" fmla="*/ 16553 w 16552"/>
                  <a:gd name="connsiteY0" fmla="*/ 8276 h 16552"/>
                  <a:gd name="connsiteX1" fmla="*/ 8277 w 16552"/>
                  <a:gd name="connsiteY1" fmla="*/ 16553 h 16552"/>
                  <a:gd name="connsiteX2" fmla="*/ 1 w 16552"/>
                  <a:gd name="connsiteY2" fmla="*/ 8276 h 16552"/>
                  <a:gd name="connsiteX3" fmla="*/ 8277 w 16552"/>
                  <a:gd name="connsiteY3" fmla="*/ 0 h 16552"/>
                  <a:gd name="connsiteX4" fmla="*/ 16553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3" y="8276"/>
                    </a:moveTo>
                    <a:cubicBezTo>
                      <a:pt x="16553" y="12847"/>
                      <a:pt x="12847" y="16553"/>
                      <a:pt x="8277" y="16553"/>
                    </a:cubicBezTo>
                    <a:cubicBezTo>
                      <a:pt x="3706" y="16553"/>
                      <a:pt x="1" y="12847"/>
                      <a:pt x="1" y="8276"/>
                    </a:cubicBezTo>
                    <a:cubicBezTo>
                      <a:pt x="1" y="3706"/>
                      <a:pt x="3706" y="0"/>
                      <a:pt x="8277" y="0"/>
                    </a:cubicBezTo>
                    <a:cubicBezTo>
                      <a:pt x="12847" y="0"/>
                      <a:pt x="16553" y="3705"/>
                      <a:pt x="16553"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8407" name="Freeform 18406">
                <a:extLst>
                  <a:ext uri="{FF2B5EF4-FFF2-40B4-BE49-F238E27FC236}">
                    <a16:creationId xmlns:a16="http://schemas.microsoft.com/office/drawing/2014/main" id="{693F04EB-202A-AA06-7E41-4239F44366A6}"/>
                  </a:ext>
                </a:extLst>
              </p:cNvPr>
              <p:cNvSpPr/>
              <p:nvPr/>
            </p:nvSpPr>
            <p:spPr>
              <a:xfrm rot="20803200">
                <a:off x="8329156" y="3391713"/>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8408" name="Freeform 18407">
                <a:extLst>
                  <a:ext uri="{FF2B5EF4-FFF2-40B4-BE49-F238E27FC236}">
                    <a16:creationId xmlns:a16="http://schemas.microsoft.com/office/drawing/2014/main" id="{0B94EB59-3722-48F4-5F2C-EEA1F2FA84E8}"/>
                  </a:ext>
                </a:extLst>
              </p:cNvPr>
              <p:cNvSpPr/>
              <p:nvPr/>
            </p:nvSpPr>
            <p:spPr>
              <a:xfrm rot="20803200">
                <a:off x="8242642" y="3124243"/>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6"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8409" name="Freeform 18408">
                <a:extLst>
                  <a:ext uri="{FF2B5EF4-FFF2-40B4-BE49-F238E27FC236}">
                    <a16:creationId xmlns:a16="http://schemas.microsoft.com/office/drawing/2014/main" id="{9BF26FFE-4D3C-4065-99A0-05009F870708}"/>
                  </a:ext>
                </a:extLst>
              </p:cNvPr>
              <p:cNvSpPr/>
              <p:nvPr/>
            </p:nvSpPr>
            <p:spPr>
              <a:xfrm rot="20803200">
                <a:off x="8236151" y="3560777"/>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6"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8410" name="Freeform 18409">
                <a:extLst>
                  <a:ext uri="{FF2B5EF4-FFF2-40B4-BE49-F238E27FC236}">
                    <a16:creationId xmlns:a16="http://schemas.microsoft.com/office/drawing/2014/main" id="{3E4E27E1-0FE3-B65C-CCE8-7B58173D1FCA}"/>
                  </a:ext>
                </a:extLst>
              </p:cNvPr>
              <p:cNvSpPr/>
              <p:nvPr/>
            </p:nvSpPr>
            <p:spPr>
              <a:xfrm rot="20803200">
                <a:off x="8327620" y="2921329"/>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8411" name="Freeform 18410">
                <a:extLst>
                  <a:ext uri="{FF2B5EF4-FFF2-40B4-BE49-F238E27FC236}">
                    <a16:creationId xmlns:a16="http://schemas.microsoft.com/office/drawing/2014/main" id="{62329956-4281-0174-CA06-A752B6A30C50}"/>
                  </a:ext>
                </a:extLst>
              </p:cNvPr>
              <p:cNvSpPr/>
              <p:nvPr/>
            </p:nvSpPr>
            <p:spPr>
              <a:xfrm rot="20803200">
                <a:off x="8335570" y="3980386"/>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6"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8412" name="Freeform 18411">
                <a:extLst>
                  <a:ext uri="{FF2B5EF4-FFF2-40B4-BE49-F238E27FC236}">
                    <a16:creationId xmlns:a16="http://schemas.microsoft.com/office/drawing/2014/main" id="{48D1D8B8-F414-31DF-AE93-4A671F7C93A4}"/>
                  </a:ext>
                </a:extLst>
              </p:cNvPr>
              <p:cNvSpPr/>
              <p:nvPr/>
            </p:nvSpPr>
            <p:spPr>
              <a:xfrm rot="20803200">
                <a:off x="8285692" y="3411475"/>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6" y="16552"/>
                      <a:pt x="8276" y="16552"/>
                    </a:cubicBezTo>
                    <a:cubicBezTo>
                      <a:pt x="3705" y="16552"/>
                      <a:pt x="0" y="12847"/>
                      <a:pt x="0" y="8276"/>
                    </a:cubicBezTo>
                    <a:cubicBezTo>
                      <a:pt x="0" y="3706"/>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8413" name="Freeform 18412">
                <a:extLst>
                  <a:ext uri="{FF2B5EF4-FFF2-40B4-BE49-F238E27FC236}">
                    <a16:creationId xmlns:a16="http://schemas.microsoft.com/office/drawing/2014/main" id="{689B6CD8-2907-F858-4C87-B5239A959E32}"/>
                  </a:ext>
                </a:extLst>
              </p:cNvPr>
              <p:cNvSpPr/>
              <p:nvPr/>
            </p:nvSpPr>
            <p:spPr>
              <a:xfrm rot="20803200">
                <a:off x="8277252" y="3209289"/>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6"/>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8414" name="Freeform 18413">
                <a:extLst>
                  <a:ext uri="{FF2B5EF4-FFF2-40B4-BE49-F238E27FC236}">
                    <a16:creationId xmlns:a16="http://schemas.microsoft.com/office/drawing/2014/main" id="{BBCC0DD8-7A69-A2AE-987C-CF4F9383A8DC}"/>
                  </a:ext>
                </a:extLst>
              </p:cNvPr>
              <p:cNvSpPr/>
              <p:nvPr/>
            </p:nvSpPr>
            <p:spPr>
              <a:xfrm rot="20803200">
                <a:off x="8201096" y="4054914"/>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8415" name="Freeform 18414">
                <a:extLst>
                  <a:ext uri="{FF2B5EF4-FFF2-40B4-BE49-F238E27FC236}">
                    <a16:creationId xmlns:a16="http://schemas.microsoft.com/office/drawing/2014/main" id="{0FCCE2A4-C8DA-9D2F-55A0-E4A7CA060953}"/>
                  </a:ext>
                </a:extLst>
              </p:cNvPr>
              <p:cNvSpPr/>
              <p:nvPr/>
            </p:nvSpPr>
            <p:spPr>
              <a:xfrm rot="20803200">
                <a:off x="8334855" y="3794964"/>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6" y="16553"/>
                      <a:pt x="0" y="12847"/>
                      <a:pt x="0" y="8276"/>
                    </a:cubicBezTo>
                    <a:cubicBezTo>
                      <a:pt x="0" y="3706"/>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8416" name="Freeform 18415">
                <a:extLst>
                  <a:ext uri="{FF2B5EF4-FFF2-40B4-BE49-F238E27FC236}">
                    <a16:creationId xmlns:a16="http://schemas.microsoft.com/office/drawing/2014/main" id="{C2CE7B93-0D0F-CB78-320C-112D8188326B}"/>
                  </a:ext>
                </a:extLst>
              </p:cNvPr>
              <p:cNvSpPr/>
              <p:nvPr/>
            </p:nvSpPr>
            <p:spPr>
              <a:xfrm rot="20803200">
                <a:off x="8344063" y="3441463"/>
                <a:ext cx="66526" cy="66526"/>
              </a:xfrm>
              <a:custGeom>
                <a:avLst/>
                <a:gdLst>
                  <a:gd name="connsiteX0" fmla="*/ 16553 w 16552"/>
                  <a:gd name="connsiteY0" fmla="*/ 8276 h 16552"/>
                  <a:gd name="connsiteX1" fmla="*/ 8277 w 16552"/>
                  <a:gd name="connsiteY1" fmla="*/ 16553 h 16552"/>
                  <a:gd name="connsiteX2" fmla="*/ 0 w 16552"/>
                  <a:gd name="connsiteY2" fmla="*/ 8276 h 16552"/>
                  <a:gd name="connsiteX3" fmla="*/ 8277 w 16552"/>
                  <a:gd name="connsiteY3" fmla="*/ 0 h 16552"/>
                  <a:gd name="connsiteX4" fmla="*/ 16553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3" y="8276"/>
                    </a:moveTo>
                    <a:cubicBezTo>
                      <a:pt x="16553" y="12847"/>
                      <a:pt x="12847" y="16553"/>
                      <a:pt x="8277" y="16553"/>
                    </a:cubicBezTo>
                    <a:cubicBezTo>
                      <a:pt x="3706" y="16553"/>
                      <a:pt x="0" y="12847"/>
                      <a:pt x="0" y="8276"/>
                    </a:cubicBezTo>
                    <a:cubicBezTo>
                      <a:pt x="0" y="3706"/>
                      <a:pt x="3706" y="0"/>
                      <a:pt x="8277" y="0"/>
                    </a:cubicBezTo>
                    <a:cubicBezTo>
                      <a:pt x="12847" y="0"/>
                      <a:pt x="16553" y="3705"/>
                      <a:pt x="16553"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8417" name="Freeform 18416">
                <a:extLst>
                  <a:ext uri="{FF2B5EF4-FFF2-40B4-BE49-F238E27FC236}">
                    <a16:creationId xmlns:a16="http://schemas.microsoft.com/office/drawing/2014/main" id="{CC189A24-4532-054A-64E1-7C92EEE868C4}"/>
                  </a:ext>
                </a:extLst>
              </p:cNvPr>
              <p:cNvSpPr/>
              <p:nvPr/>
            </p:nvSpPr>
            <p:spPr>
              <a:xfrm rot="20803200">
                <a:off x="8194657" y="3385093"/>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8418" name="Freeform 18417">
                <a:extLst>
                  <a:ext uri="{FF2B5EF4-FFF2-40B4-BE49-F238E27FC236}">
                    <a16:creationId xmlns:a16="http://schemas.microsoft.com/office/drawing/2014/main" id="{79DBF073-6721-A475-DF47-C39BBA0BCBAD}"/>
                  </a:ext>
                </a:extLst>
              </p:cNvPr>
              <p:cNvSpPr/>
              <p:nvPr/>
            </p:nvSpPr>
            <p:spPr>
              <a:xfrm rot="20803200">
                <a:off x="8183307" y="3738884"/>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8419" name="Freeform 18418">
                <a:extLst>
                  <a:ext uri="{FF2B5EF4-FFF2-40B4-BE49-F238E27FC236}">
                    <a16:creationId xmlns:a16="http://schemas.microsoft.com/office/drawing/2014/main" id="{55E55773-92A3-F9E5-D738-8ED3990AF879}"/>
                  </a:ext>
                </a:extLst>
              </p:cNvPr>
              <p:cNvSpPr/>
              <p:nvPr/>
            </p:nvSpPr>
            <p:spPr>
              <a:xfrm rot="20803200">
                <a:off x="8332339" y="3734081"/>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8420" name="Freeform 18419">
                <a:extLst>
                  <a:ext uri="{FF2B5EF4-FFF2-40B4-BE49-F238E27FC236}">
                    <a16:creationId xmlns:a16="http://schemas.microsoft.com/office/drawing/2014/main" id="{C6E62D1B-9F51-8A24-0005-F33CBC40606C}"/>
                  </a:ext>
                </a:extLst>
              </p:cNvPr>
              <p:cNvSpPr/>
              <p:nvPr/>
            </p:nvSpPr>
            <p:spPr>
              <a:xfrm rot="20803200">
                <a:off x="8208105" y="3319311"/>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8421" name="Freeform 18420">
                <a:extLst>
                  <a:ext uri="{FF2B5EF4-FFF2-40B4-BE49-F238E27FC236}">
                    <a16:creationId xmlns:a16="http://schemas.microsoft.com/office/drawing/2014/main" id="{5E0F2E71-3442-1526-7C9F-01C62F156361}"/>
                  </a:ext>
                </a:extLst>
              </p:cNvPr>
              <p:cNvSpPr/>
              <p:nvPr/>
            </p:nvSpPr>
            <p:spPr>
              <a:xfrm rot="20803200">
                <a:off x="8336840" y="3253364"/>
                <a:ext cx="66526" cy="6652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6"/>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8422" name="Freeform 18421">
                <a:extLst>
                  <a:ext uri="{FF2B5EF4-FFF2-40B4-BE49-F238E27FC236}">
                    <a16:creationId xmlns:a16="http://schemas.microsoft.com/office/drawing/2014/main" id="{089446BE-D4AC-1E3D-E2EA-4FC9D3F3CB68}"/>
                  </a:ext>
                </a:extLst>
              </p:cNvPr>
              <p:cNvSpPr/>
              <p:nvPr/>
            </p:nvSpPr>
            <p:spPr>
              <a:xfrm rot="20803200">
                <a:off x="8217209" y="3035748"/>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8423" name="Freeform 18422">
                <a:extLst>
                  <a:ext uri="{FF2B5EF4-FFF2-40B4-BE49-F238E27FC236}">
                    <a16:creationId xmlns:a16="http://schemas.microsoft.com/office/drawing/2014/main" id="{596A6432-3C6E-9B2B-CFEE-DE16D07D82A5}"/>
                  </a:ext>
                </a:extLst>
              </p:cNvPr>
              <p:cNvSpPr/>
              <p:nvPr/>
            </p:nvSpPr>
            <p:spPr>
              <a:xfrm rot="20803200">
                <a:off x="8320301" y="3323001"/>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8424" name="Freeform 18423">
                <a:extLst>
                  <a:ext uri="{FF2B5EF4-FFF2-40B4-BE49-F238E27FC236}">
                    <a16:creationId xmlns:a16="http://schemas.microsoft.com/office/drawing/2014/main" id="{333E31A6-F285-44BD-366B-B61E84AE28C2}"/>
                  </a:ext>
                </a:extLst>
              </p:cNvPr>
              <p:cNvSpPr/>
              <p:nvPr/>
            </p:nvSpPr>
            <p:spPr>
              <a:xfrm rot="20803200">
                <a:off x="8264844" y="3036536"/>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6" y="16553"/>
                      <a:pt x="0" y="12847"/>
                      <a:pt x="0" y="8276"/>
                    </a:cubicBezTo>
                    <a:cubicBezTo>
                      <a:pt x="0" y="3706"/>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8425" name="Freeform 18424">
                <a:extLst>
                  <a:ext uri="{FF2B5EF4-FFF2-40B4-BE49-F238E27FC236}">
                    <a16:creationId xmlns:a16="http://schemas.microsoft.com/office/drawing/2014/main" id="{78A9CFD6-37F2-5DA8-6AF5-376156EA747A}"/>
                  </a:ext>
                </a:extLst>
              </p:cNvPr>
              <p:cNvSpPr/>
              <p:nvPr/>
            </p:nvSpPr>
            <p:spPr>
              <a:xfrm rot="20803200">
                <a:off x="8334497" y="3535605"/>
                <a:ext cx="66526" cy="66526"/>
              </a:xfrm>
              <a:custGeom>
                <a:avLst/>
                <a:gdLst>
                  <a:gd name="connsiteX0" fmla="*/ 16552 w 16552"/>
                  <a:gd name="connsiteY0" fmla="*/ 8276 h 16552"/>
                  <a:gd name="connsiteX1" fmla="*/ 8276 w 16552"/>
                  <a:gd name="connsiteY1" fmla="*/ 16553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3"/>
                      <a:pt x="8276" y="16553"/>
                    </a:cubicBezTo>
                    <a:cubicBezTo>
                      <a:pt x="3705" y="16553"/>
                      <a:pt x="0" y="12847"/>
                      <a:pt x="0" y="8276"/>
                    </a:cubicBezTo>
                    <a:cubicBezTo>
                      <a:pt x="0" y="3706"/>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8426" name="Freeform 18425">
                <a:extLst>
                  <a:ext uri="{FF2B5EF4-FFF2-40B4-BE49-F238E27FC236}">
                    <a16:creationId xmlns:a16="http://schemas.microsoft.com/office/drawing/2014/main" id="{E248B15C-D888-1E5B-8ADC-32C7B1B24731}"/>
                  </a:ext>
                </a:extLst>
              </p:cNvPr>
              <p:cNvSpPr/>
              <p:nvPr/>
            </p:nvSpPr>
            <p:spPr>
              <a:xfrm>
                <a:off x="8430291" y="3198899"/>
                <a:ext cx="175716" cy="569727"/>
              </a:xfrm>
              <a:custGeom>
                <a:avLst/>
                <a:gdLst>
                  <a:gd name="connsiteX0" fmla="*/ 0 w 43719"/>
                  <a:gd name="connsiteY0" fmla="*/ 0 h 141751"/>
                  <a:gd name="connsiteX1" fmla="*/ 43720 w 43719"/>
                  <a:gd name="connsiteY1" fmla="*/ 0 h 141751"/>
                  <a:gd name="connsiteX2" fmla="*/ 43720 w 43719"/>
                  <a:gd name="connsiteY2" fmla="*/ 141752 h 141751"/>
                  <a:gd name="connsiteX3" fmla="*/ 0 w 43719"/>
                  <a:gd name="connsiteY3" fmla="*/ 141752 h 141751"/>
                </a:gdLst>
                <a:ahLst/>
                <a:cxnLst>
                  <a:cxn ang="0">
                    <a:pos x="connsiteX0" y="connsiteY0"/>
                  </a:cxn>
                  <a:cxn ang="0">
                    <a:pos x="connsiteX1" y="connsiteY1"/>
                  </a:cxn>
                  <a:cxn ang="0">
                    <a:pos x="connsiteX2" y="connsiteY2"/>
                  </a:cxn>
                  <a:cxn ang="0">
                    <a:pos x="connsiteX3" y="connsiteY3"/>
                  </a:cxn>
                </a:cxnLst>
                <a:rect l="l" t="t" r="r" b="b"/>
                <a:pathLst>
                  <a:path w="43719" h="141751">
                    <a:moveTo>
                      <a:pt x="0" y="0"/>
                    </a:moveTo>
                    <a:lnTo>
                      <a:pt x="43720" y="0"/>
                    </a:lnTo>
                    <a:lnTo>
                      <a:pt x="43720" y="141752"/>
                    </a:lnTo>
                    <a:lnTo>
                      <a:pt x="0" y="141752"/>
                    </a:lnTo>
                    <a:close/>
                  </a:path>
                </a:pathLst>
              </a:custGeom>
              <a:solidFill>
                <a:srgbClr val="DAF1FD"/>
              </a:solidFill>
              <a:ln w="2249" cap="flat">
                <a:noFill/>
                <a:prstDash val="solid"/>
                <a:miter/>
              </a:ln>
            </p:spPr>
            <p:txBody>
              <a:bodyPr rtlCol="0" anchor="ctr"/>
              <a:lstStyle/>
              <a:p>
                <a:endParaRPr lang="en-US"/>
              </a:p>
            </p:txBody>
          </p:sp>
          <p:sp>
            <p:nvSpPr>
              <p:cNvPr id="18427" name="Freeform 18426">
                <a:extLst>
                  <a:ext uri="{FF2B5EF4-FFF2-40B4-BE49-F238E27FC236}">
                    <a16:creationId xmlns:a16="http://schemas.microsoft.com/office/drawing/2014/main" id="{83F6208D-5F10-4023-63AE-4A1F59122188}"/>
                  </a:ext>
                </a:extLst>
              </p:cNvPr>
              <p:cNvSpPr/>
              <p:nvPr/>
            </p:nvSpPr>
            <p:spPr>
              <a:xfrm>
                <a:off x="8430291" y="3198899"/>
                <a:ext cx="175716" cy="569727"/>
              </a:xfrm>
              <a:custGeom>
                <a:avLst/>
                <a:gdLst>
                  <a:gd name="connsiteX0" fmla="*/ 0 w 43719"/>
                  <a:gd name="connsiteY0" fmla="*/ 0 h 141751"/>
                  <a:gd name="connsiteX1" fmla="*/ 43720 w 43719"/>
                  <a:gd name="connsiteY1" fmla="*/ 0 h 141751"/>
                  <a:gd name="connsiteX2" fmla="*/ 43720 w 43719"/>
                  <a:gd name="connsiteY2" fmla="*/ 141752 h 141751"/>
                  <a:gd name="connsiteX3" fmla="*/ 0 w 43719"/>
                  <a:gd name="connsiteY3" fmla="*/ 141752 h 141751"/>
                </a:gdLst>
                <a:ahLst/>
                <a:cxnLst>
                  <a:cxn ang="0">
                    <a:pos x="connsiteX0" y="connsiteY0"/>
                  </a:cxn>
                  <a:cxn ang="0">
                    <a:pos x="connsiteX1" y="connsiteY1"/>
                  </a:cxn>
                  <a:cxn ang="0">
                    <a:pos x="connsiteX2" y="connsiteY2"/>
                  </a:cxn>
                  <a:cxn ang="0">
                    <a:pos x="connsiteX3" y="connsiteY3"/>
                  </a:cxn>
                </a:cxnLst>
                <a:rect l="l" t="t" r="r" b="b"/>
                <a:pathLst>
                  <a:path w="43719" h="141751">
                    <a:moveTo>
                      <a:pt x="0" y="0"/>
                    </a:moveTo>
                    <a:lnTo>
                      <a:pt x="43720" y="0"/>
                    </a:lnTo>
                    <a:lnTo>
                      <a:pt x="43720" y="141752"/>
                    </a:lnTo>
                    <a:lnTo>
                      <a:pt x="0" y="141752"/>
                    </a:lnTo>
                    <a:close/>
                  </a:path>
                </a:pathLst>
              </a:custGeom>
              <a:noFill/>
              <a:ln w="4498" cap="flat">
                <a:solidFill>
                  <a:srgbClr val="000000"/>
                </a:solidFill>
                <a:prstDash val="solid"/>
                <a:miter/>
              </a:ln>
            </p:spPr>
            <p:txBody>
              <a:bodyPr rtlCol="0" anchor="ctr"/>
              <a:lstStyle/>
              <a:p>
                <a:endParaRPr lang="en-US"/>
              </a:p>
            </p:txBody>
          </p:sp>
          <p:sp>
            <p:nvSpPr>
              <p:cNvPr id="18428" name="Freeform 18427">
                <a:extLst>
                  <a:ext uri="{FF2B5EF4-FFF2-40B4-BE49-F238E27FC236}">
                    <a16:creationId xmlns:a16="http://schemas.microsoft.com/office/drawing/2014/main" id="{6AD7015B-DA7E-8076-5627-254B7F042B3C}"/>
                  </a:ext>
                </a:extLst>
              </p:cNvPr>
              <p:cNvSpPr/>
              <p:nvPr/>
            </p:nvSpPr>
            <p:spPr>
              <a:xfrm>
                <a:off x="8430291" y="3420623"/>
                <a:ext cx="175716" cy="9035"/>
              </a:xfrm>
              <a:custGeom>
                <a:avLst/>
                <a:gdLst>
                  <a:gd name="connsiteX0" fmla="*/ 0 w 43719"/>
                  <a:gd name="connsiteY0" fmla="*/ 0 h 2248"/>
                  <a:gd name="connsiteX1" fmla="*/ 43720 w 43719"/>
                  <a:gd name="connsiteY1" fmla="*/ 0 h 2248"/>
                </a:gdLst>
                <a:ahLst/>
                <a:cxnLst>
                  <a:cxn ang="0">
                    <a:pos x="connsiteX0" y="connsiteY0"/>
                  </a:cxn>
                  <a:cxn ang="0">
                    <a:pos x="connsiteX1" y="connsiteY1"/>
                  </a:cxn>
                </a:cxnLst>
                <a:rect l="l" t="t" r="r" b="b"/>
                <a:pathLst>
                  <a:path w="43719" h="2248">
                    <a:moveTo>
                      <a:pt x="0" y="0"/>
                    </a:moveTo>
                    <a:lnTo>
                      <a:pt x="43720" y="0"/>
                    </a:lnTo>
                  </a:path>
                </a:pathLst>
              </a:custGeom>
              <a:ln w="4498" cap="flat">
                <a:solidFill>
                  <a:srgbClr val="000000"/>
                </a:solidFill>
                <a:prstDash val="solid"/>
                <a:round/>
              </a:ln>
            </p:spPr>
            <p:txBody>
              <a:bodyPr rtlCol="0" anchor="ctr"/>
              <a:lstStyle/>
              <a:p>
                <a:endParaRPr lang="en-US"/>
              </a:p>
            </p:txBody>
          </p:sp>
          <p:sp>
            <p:nvSpPr>
              <p:cNvPr id="18434" name="Freeform 18433">
                <a:extLst>
                  <a:ext uri="{FF2B5EF4-FFF2-40B4-BE49-F238E27FC236}">
                    <a16:creationId xmlns:a16="http://schemas.microsoft.com/office/drawing/2014/main" id="{8EBDFA4E-8807-64C0-2203-46CBE2A16326}"/>
                  </a:ext>
                </a:extLst>
              </p:cNvPr>
              <p:cNvSpPr/>
              <p:nvPr/>
            </p:nvSpPr>
            <p:spPr>
              <a:xfrm>
                <a:off x="7694422" y="1894297"/>
                <a:ext cx="844335" cy="65891"/>
              </a:xfrm>
              <a:custGeom>
                <a:avLst/>
                <a:gdLst>
                  <a:gd name="connsiteX0" fmla="*/ 0 w 210075"/>
                  <a:gd name="connsiteY0" fmla="*/ 16395 h 16394"/>
                  <a:gd name="connsiteX1" fmla="*/ 0 w 210075"/>
                  <a:gd name="connsiteY1" fmla="*/ 0 h 16394"/>
                  <a:gd name="connsiteX2" fmla="*/ 210075 w 210075"/>
                  <a:gd name="connsiteY2" fmla="*/ 0 h 16394"/>
                  <a:gd name="connsiteX3" fmla="*/ 210075 w 210075"/>
                  <a:gd name="connsiteY3" fmla="*/ 16395 h 16394"/>
                </a:gdLst>
                <a:ahLst/>
                <a:cxnLst>
                  <a:cxn ang="0">
                    <a:pos x="connsiteX0" y="connsiteY0"/>
                  </a:cxn>
                  <a:cxn ang="0">
                    <a:pos x="connsiteX1" y="connsiteY1"/>
                  </a:cxn>
                  <a:cxn ang="0">
                    <a:pos x="connsiteX2" y="connsiteY2"/>
                  </a:cxn>
                  <a:cxn ang="0">
                    <a:pos x="connsiteX3" y="connsiteY3"/>
                  </a:cxn>
                </a:cxnLst>
                <a:rect l="l" t="t" r="r" b="b"/>
                <a:pathLst>
                  <a:path w="210075" h="16394">
                    <a:moveTo>
                      <a:pt x="0" y="16395"/>
                    </a:moveTo>
                    <a:lnTo>
                      <a:pt x="0" y="0"/>
                    </a:lnTo>
                    <a:lnTo>
                      <a:pt x="210075" y="0"/>
                    </a:lnTo>
                    <a:lnTo>
                      <a:pt x="210075" y="16395"/>
                    </a:lnTo>
                  </a:path>
                </a:pathLst>
              </a:custGeom>
              <a:noFill/>
              <a:ln w="4498" cap="flat">
                <a:solidFill>
                  <a:srgbClr val="000000"/>
                </a:solidFill>
                <a:prstDash val="solid"/>
                <a:round/>
              </a:ln>
            </p:spPr>
            <p:txBody>
              <a:bodyPr rtlCol="0" anchor="ctr"/>
              <a:lstStyle/>
              <a:p>
                <a:endParaRPr lang="en-US"/>
              </a:p>
            </p:txBody>
          </p:sp>
          <p:grpSp>
            <p:nvGrpSpPr>
              <p:cNvPr id="18435" name="Graphic 4479">
                <a:extLst>
                  <a:ext uri="{FF2B5EF4-FFF2-40B4-BE49-F238E27FC236}">
                    <a16:creationId xmlns:a16="http://schemas.microsoft.com/office/drawing/2014/main" id="{6844D2E4-4042-F54D-379A-013EC33781B5}"/>
                  </a:ext>
                </a:extLst>
              </p:cNvPr>
              <p:cNvGrpSpPr/>
              <p:nvPr/>
            </p:nvGrpSpPr>
            <p:grpSpPr>
              <a:xfrm>
                <a:off x="7948058" y="1720205"/>
                <a:ext cx="299463" cy="118317"/>
                <a:chOff x="6160906" y="4883289"/>
                <a:chExt cx="74508" cy="29438"/>
              </a:xfrm>
              <a:solidFill>
                <a:srgbClr val="000000"/>
              </a:solidFill>
            </p:grpSpPr>
            <p:sp>
              <p:nvSpPr>
                <p:cNvPr id="18436" name="Freeform 18435">
                  <a:extLst>
                    <a:ext uri="{FF2B5EF4-FFF2-40B4-BE49-F238E27FC236}">
                      <a16:creationId xmlns:a16="http://schemas.microsoft.com/office/drawing/2014/main" id="{1EE536E1-9FCF-5BA4-F649-1C36FE1A2E7F}"/>
                    </a:ext>
                  </a:extLst>
                </p:cNvPr>
                <p:cNvSpPr/>
                <p:nvPr/>
              </p:nvSpPr>
              <p:spPr>
                <a:xfrm>
                  <a:off x="6160906" y="4883311"/>
                  <a:ext cx="21298" cy="28741"/>
                </a:xfrm>
                <a:custGeom>
                  <a:avLst/>
                  <a:gdLst>
                    <a:gd name="connsiteX0" fmla="*/ 3104 w 21298"/>
                    <a:gd name="connsiteY0" fmla="*/ 28719 h 28741"/>
                    <a:gd name="connsiteX1" fmla="*/ 0 w 21298"/>
                    <a:gd name="connsiteY1" fmla="*/ 28719 h 28741"/>
                    <a:gd name="connsiteX2" fmla="*/ 0 w 21298"/>
                    <a:gd name="connsiteY2" fmla="*/ 765 h 28741"/>
                    <a:gd name="connsiteX3" fmla="*/ 3104 w 21298"/>
                    <a:gd name="connsiteY3" fmla="*/ 765 h 28741"/>
                    <a:gd name="connsiteX4" fmla="*/ 3104 w 21298"/>
                    <a:gd name="connsiteY4" fmla="*/ 4655 h 28741"/>
                    <a:gd name="connsiteX5" fmla="*/ 6972 w 21298"/>
                    <a:gd name="connsiteY5" fmla="*/ 1304 h 28741"/>
                    <a:gd name="connsiteX6" fmla="*/ 11763 w 21298"/>
                    <a:gd name="connsiteY6" fmla="*/ 0 h 28741"/>
                    <a:gd name="connsiteX7" fmla="*/ 16372 w 21298"/>
                    <a:gd name="connsiteY7" fmla="*/ 899 h 28741"/>
                    <a:gd name="connsiteX8" fmla="*/ 19949 w 21298"/>
                    <a:gd name="connsiteY8" fmla="*/ 4003 h 28741"/>
                    <a:gd name="connsiteX9" fmla="*/ 21118 w 21298"/>
                    <a:gd name="connsiteY9" fmla="*/ 7107 h 28741"/>
                    <a:gd name="connsiteX10" fmla="*/ 21298 w 21298"/>
                    <a:gd name="connsiteY10" fmla="*/ 10435 h 28741"/>
                    <a:gd name="connsiteX11" fmla="*/ 21298 w 21298"/>
                    <a:gd name="connsiteY11" fmla="*/ 28741 h 28741"/>
                    <a:gd name="connsiteX12" fmla="*/ 18194 w 21298"/>
                    <a:gd name="connsiteY12" fmla="*/ 28741 h 28741"/>
                    <a:gd name="connsiteX13" fmla="*/ 18194 w 21298"/>
                    <a:gd name="connsiteY13" fmla="*/ 10502 h 28741"/>
                    <a:gd name="connsiteX14" fmla="*/ 16575 w 21298"/>
                    <a:gd name="connsiteY14" fmla="*/ 4835 h 28741"/>
                    <a:gd name="connsiteX15" fmla="*/ 11222 w 21298"/>
                    <a:gd name="connsiteY15" fmla="*/ 2946 h 28741"/>
                    <a:gd name="connsiteX16" fmla="*/ 8569 w 21298"/>
                    <a:gd name="connsiteY16" fmla="*/ 3396 h 28741"/>
                    <a:gd name="connsiteX17" fmla="*/ 6410 w 21298"/>
                    <a:gd name="connsiteY17" fmla="*/ 4610 h 28741"/>
                    <a:gd name="connsiteX18" fmla="*/ 4768 w 21298"/>
                    <a:gd name="connsiteY18" fmla="*/ 6342 h 28741"/>
                    <a:gd name="connsiteX19" fmla="*/ 3734 w 21298"/>
                    <a:gd name="connsiteY19" fmla="*/ 8389 h 28741"/>
                    <a:gd name="connsiteX20" fmla="*/ 3171 w 21298"/>
                    <a:gd name="connsiteY20" fmla="*/ 10975 h 28741"/>
                    <a:gd name="connsiteX21" fmla="*/ 3059 w 21298"/>
                    <a:gd name="connsiteY21" fmla="*/ 13674 h 28741"/>
                    <a:gd name="connsiteX22" fmla="*/ 3059 w 21298"/>
                    <a:gd name="connsiteY22" fmla="*/ 28741 h 28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1298" h="28741">
                      <a:moveTo>
                        <a:pt x="3104" y="28719"/>
                      </a:moveTo>
                      <a:lnTo>
                        <a:pt x="0" y="28719"/>
                      </a:lnTo>
                      <a:lnTo>
                        <a:pt x="0" y="765"/>
                      </a:lnTo>
                      <a:lnTo>
                        <a:pt x="3104" y="765"/>
                      </a:lnTo>
                      <a:lnTo>
                        <a:pt x="3104" y="4655"/>
                      </a:lnTo>
                      <a:cubicBezTo>
                        <a:pt x="4341" y="3283"/>
                        <a:pt x="5645" y="2181"/>
                        <a:pt x="6972" y="1304"/>
                      </a:cubicBezTo>
                      <a:cubicBezTo>
                        <a:pt x="8299" y="450"/>
                        <a:pt x="9896" y="0"/>
                        <a:pt x="11763" y="0"/>
                      </a:cubicBezTo>
                      <a:cubicBezTo>
                        <a:pt x="13427" y="0"/>
                        <a:pt x="14956" y="292"/>
                        <a:pt x="16372" y="899"/>
                      </a:cubicBezTo>
                      <a:cubicBezTo>
                        <a:pt x="17790" y="1484"/>
                        <a:pt x="18982" y="2519"/>
                        <a:pt x="19949" y="4003"/>
                      </a:cubicBezTo>
                      <a:cubicBezTo>
                        <a:pt x="20601" y="5015"/>
                        <a:pt x="20983" y="6050"/>
                        <a:pt x="21118" y="7107"/>
                      </a:cubicBezTo>
                      <a:cubicBezTo>
                        <a:pt x="21231" y="8164"/>
                        <a:pt x="21298" y="9266"/>
                        <a:pt x="21298" y="10435"/>
                      </a:cubicBezTo>
                      <a:lnTo>
                        <a:pt x="21298" y="28741"/>
                      </a:lnTo>
                      <a:lnTo>
                        <a:pt x="18194" y="28741"/>
                      </a:lnTo>
                      <a:lnTo>
                        <a:pt x="18194" y="10502"/>
                      </a:lnTo>
                      <a:cubicBezTo>
                        <a:pt x="18194" y="7984"/>
                        <a:pt x="17655" y="6095"/>
                        <a:pt x="16575" y="4835"/>
                      </a:cubicBezTo>
                      <a:cubicBezTo>
                        <a:pt x="15496" y="3576"/>
                        <a:pt x="13719" y="2946"/>
                        <a:pt x="11222" y="2946"/>
                      </a:cubicBezTo>
                      <a:cubicBezTo>
                        <a:pt x="10255" y="2946"/>
                        <a:pt x="9379" y="3104"/>
                        <a:pt x="8569" y="3396"/>
                      </a:cubicBezTo>
                      <a:cubicBezTo>
                        <a:pt x="7782" y="3711"/>
                        <a:pt x="7062" y="4115"/>
                        <a:pt x="6410" y="4610"/>
                      </a:cubicBezTo>
                      <a:cubicBezTo>
                        <a:pt x="5780" y="5105"/>
                        <a:pt x="5218" y="5690"/>
                        <a:pt x="4768" y="6342"/>
                      </a:cubicBezTo>
                      <a:cubicBezTo>
                        <a:pt x="4318" y="6994"/>
                        <a:pt x="3981" y="7669"/>
                        <a:pt x="3734" y="8389"/>
                      </a:cubicBezTo>
                      <a:cubicBezTo>
                        <a:pt x="3418" y="9288"/>
                        <a:pt x="3239" y="10143"/>
                        <a:pt x="3171" y="10975"/>
                      </a:cubicBezTo>
                      <a:cubicBezTo>
                        <a:pt x="3104" y="11807"/>
                        <a:pt x="3059" y="12706"/>
                        <a:pt x="3059" y="13674"/>
                      </a:cubicBezTo>
                      <a:lnTo>
                        <a:pt x="3059" y="28741"/>
                      </a:lnTo>
                      <a:close/>
                    </a:path>
                  </a:pathLst>
                </a:custGeom>
                <a:solidFill>
                  <a:srgbClr val="000000"/>
                </a:solidFill>
                <a:ln w="2249" cap="flat">
                  <a:noFill/>
                  <a:prstDash val="solid"/>
                  <a:miter/>
                </a:ln>
              </p:spPr>
              <p:txBody>
                <a:bodyPr rtlCol="0" anchor="ctr"/>
                <a:lstStyle/>
                <a:p>
                  <a:endParaRPr lang="en-US"/>
                </a:p>
              </p:txBody>
            </p:sp>
            <p:sp>
              <p:nvSpPr>
                <p:cNvPr id="18437" name="Freeform 18436">
                  <a:extLst>
                    <a:ext uri="{FF2B5EF4-FFF2-40B4-BE49-F238E27FC236}">
                      <a16:creationId xmlns:a16="http://schemas.microsoft.com/office/drawing/2014/main" id="{115BD937-D979-C8F1-8214-27FF6E2ABC41}"/>
                    </a:ext>
                  </a:extLst>
                </p:cNvPr>
                <p:cNvSpPr/>
                <p:nvPr/>
              </p:nvSpPr>
              <p:spPr>
                <a:xfrm>
                  <a:off x="6191289" y="4907285"/>
                  <a:ext cx="3778" cy="4745"/>
                </a:xfrm>
                <a:custGeom>
                  <a:avLst/>
                  <a:gdLst>
                    <a:gd name="connsiteX0" fmla="*/ 0 w 3778"/>
                    <a:gd name="connsiteY0" fmla="*/ 4745 h 4745"/>
                    <a:gd name="connsiteX1" fmla="*/ 0 w 3778"/>
                    <a:gd name="connsiteY1" fmla="*/ 0 h 4745"/>
                    <a:gd name="connsiteX2" fmla="*/ 3779 w 3778"/>
                    <a:gd name="connsiteY2" fmla="*/ 0 h 4745"/>
                    <a:gd name="connsiteX3" fmla="*/ 3779 w 3778"/>
                    <a:gd name="connsiteY3" fmla="*/ 4745 h 4745"/>
                    <a:gd name="connsiteX4" fmla="*/ 0 w 3778"/>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78" h="4745">
                      <a:moveTo>
                        <a:pt x="0" y="4745"/>
                      </a:moveTo>
                      <a:lnTo>
                        <a:pt x="0" y="0"/>
                      </a:lnTo>
                      <a:lnTo>
                        <a:pt x="3779" y="0"/>
                      </a:lnTo>
                      <a:lnTo>
                        <a:pt x="3779" y="4745"/>
                      </a:lnTo>
                      <a:lnTo>
                        <a:pt x="0" y="4745"/>
                      </a:lnTo>
                      <a:close/>
                    </a:path>
                  </a:pathLst>
                </a:custGeom>
                <a:solidFill>
                  <a:srgbClr val="000000"/>
                </a:solidFill>
                <a:ln w="2249" cap="flat">
                  <a:noFill/>
                  <a:prstDash val="solid"/>
                  <a:miter/>
                </a:ln>
              </p:spPr>
              <p:txBody>
                <a:bodyPr rtlCol="0" anchor="ctr"/>
                <a:lstStyle/>
                <a:p>
                  <a:endParaRPr lang="en-US"/>
                </a:p>
              </p:txBody>
            </p:sp>
            <p:sp>
              <p:nvSpPr>
                <p:cNvPr id="18438" name="Freeform 18437">
                  <a:extLst>
                    <a:ext uri="{FF2B5EF4-FFF2-40B4-BE49-F238E27FC236}">
                      <a16:creationId xmlns:a16="http://schemas.microsoft.com/office/drawing/2014/main" id="{BDFA1AE8-BB9D-4975-8B40-13D8F9DC0B4C}"/>
                    </a:ext>
                  </a:extLst>
                </p:cNvPr>
                <p:cNvSpPr/>
                <p:nvPr/>
              </p:nvSpPr>
              <p:spPr>
                <a:xfrm>
                  <a:off x="6202826" y="4883289"/>
                  <a:ext cx="21162" cy="29438"/>
                </a:xfrm>
                <a:custGeom>
                  <a:avLst/>
                  <a:gdLst>
                    <a:gd name="connsiteX0" fmla="*/ 3126 w 21162"/>
                    <a:gd name="connsiteY0" fmla="*/ 19993 h 29438"/>
                    <a:gd name="connsiteX1" fmla="*/ 5757 w 21162"/>
                    <a:gd name="connsiteY1" fmla="*/ 25098 h 29438"/>
                    <a:gd name="connsiteX2" fmla="*/ 11177 w 21162"/>
                    <a:gd name="connsiteY2" fmla="*/ 26583 h 29438"/>
                    <a:gd name="connsiteX3" fmla="*/ 14146 w 21162"/>
                    <a:gd name="connsiteY3" fmla="*/ 26155 h 29438"/>
                    <a:gd name="connsiteX4" fmla="*/ 16192 w 21162"/>
                    <a:gd name="connsiteY4" fmla="*/ 24986 h 29438"/>
                    <a:gd name="connsiteX5" fmla="*/ 17407 w 21162"/>
                    <a:gd name="connsiteY5" fmla="*/ 23344 h 29438"/>
                    <a:gd name="connsiteX6" fmla="*/ 17812 w 21162"/>
                    <a:gd name="connsiteY6" fmla="*/ 21410 h 29438"/>
                    <a:gd name="connsiteX7" fmla="*/ 16552 w 21162"/>
                    <a:gd name="connsiteY7" fmla="*/ 18351 h 29438"/>
                    <a:gd name="connsiteX8" fmla="*/ 13359 w 21162"/>
                    <a:gd name="connsiteY8" fmla="*/ 16777 h 29438"/>
                    <a:gd name="connsiteX9" fmla="*/ 9220 w 21162"/>
                    <a:gd name="connsiteY9" fmla="*/ 15810 h 29438"/>
                    <a:gd name="connsiteX10" fmla="*/ 5083 w 21162"/>
                    <a:gd name="connsiteY10" fmla="*/ 14596 h 29438"/>
                    <a:gd name="connsiteX11" fmla="*/ 1889 w 21162"/>
                    <a:gd name="connsiteY11" fmla="*/ 12279 h 29438"/>
                    <a:gd name="connsiteX12" fmla="*/ 630 w 21162"/>
                    <a:gd name="connsiteY12" fmla="*/ 8006 h 29438"/>
                    <a:gd name="connsiteX13" fmla="*/ 3081 w 21162"/>
                    <a:gd name="connsiteY13" fmla="*/ 2249 h 29438"/>
                    <a:gd name="connsiteX14" fmla="*/ 10053 w 21162"/>
                    <a:gd name="connsiteY14" fmla="*/ 0 h 29438"/>
                    <a:gd name="connsiteX15" fmla="*/ 17137 w 21162"/>
                    <a:gd name="connsiteY15" fmla="*/ 2024 h 29438"/>
                    <a:gd name="connsiteX16" fmla="*/ 20421 w 21162"/>
                    <a:gd name="connsiteY16" fmla="*/ 8793 h 29438"/>
                    <a:gd name="connsiteX17" fmla="*/ 17249 w 21162"/>
                    <a:gd name="connsiteY17" fmla="*/ 8793 h 29438"/>
                    <a:gd name="connsiteX18" fmla="*/ 14888 w 21162"/>
                    <a:gd name="connsiteY18" fmla="*/ 4228 h 29438"/>
                    <a:gd name="connsiteX19" fmla="*/ 9985 w 21162"/>
                    <a:gd name="connsiteY19" fmla="*/ 2901 h 29438"/>
                    <a:gd name="connsiteX20" fmla="*/ 5465 w 21162"/>
                    <a:gd name="connsiteY20" fmla="*/ 4228 h 29438"/>
                    <a:gd name="connsiteX21" fmla="*/ 3913 w 21162"/>
                    <a:gd name="connsiteY21" fmla="*/ 7714 h 29438"/>
                    <a:gd name="connsiteX22" fmla="*/ 5195 w 21162"/>
                    <a:gd name="connsiteY22" fmla="*/ 10593 h 29438"/>
                    <a:gd name="connsiteX23" fmla="*/ 8389 w 21162"/>
                    <a:gd name="connsiteY23" fmla="*/ 12212 h 29438"/>
                    <a:gd name="connsiteX24" fmla="*/ 12527 w 21162"/>
                    <a:gd name="connsiteY24" fmla="*/ 13314 h 29438"/>
                    <a:gd name="connsiteX25" fmla="*/ 16687 w 21162"/>
                    <a:gd name="connsiteY25" fmla="*/ 14685 h 29438"/>
                    <a:gd name="connsiteX26" fmla="*/ 19881 w 21162"/>
                    <a:gd name="connsiteY26" fmla="*/ 17092 h 29438"/>
                    <a:gd name="connsiteX27" fmla="*/ 21163 w 21162"/>
                    <a:gd name="connsiteY27" fmla="*/ 21298 h 29438"/>
                    <a:gd name="connsiteX28" fmla="*/ 20331 w 21162"/>
                    <a:gd name="connsiteY28" fmla="*/ 24828 h 29438"/>
                    <a:gd name="connsiteX29" fmla="*/ 18059 w 21162"/>
                    <a:gd name="connsiteY29" fmla="*/ 27392 h 29438"/>
                    <a:gd name="connsiteX30" fmla="*/ 14618 w 21162"/>
                    <a:gd name="connsiteY30" fmla="*/ 28922 h 29438"/>
                    <a:gd name="connsiteX31" fmla="*/ 10233 w 21162"/>
                    <a:gd name="connsiteY31" fmla="*/ 29439 h 29438"/>
                    <a:gd name="connsiteX32" fmla="*/ 6005 w 21162"/>
                    <a:gd name="connsiteY32" fmla="*/ 28719 h 29438"/>
                    <a:gd name="connsiteX33" fmla="*/ 2856 w 21162"/>
                    <a:gd name="connsiteY33" fmla="*/ 26695 h 29438"/>
                    <a:gd name="connsiteX34" fmla="*/ 832 w 21162"/>
                    <a:gd name="connsiteY34" fmla="*/ 23681 h 29438"/>
                    <a:gd name="connsiteX35" fmla="*/ 0 w 21162"/>
                    <a:gd name="connsiteY35" fmla="*/ 19948 h 29438"/>
                    <a:gd name="connsiteX36" fmla="*/ 3171 w 21162"/>
                    <a:gd name="connsiteY36" fmla="*/ 19948 h 29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1162" h="29438">
                      <a:moveTo>
                        <a:pt x="3126" y="19993"/>
                      </a:moveTo>
                      <a:cubicBezTo>
                        <a:pt x="3598" y="22400"/>
                        <a:pt x="4475" y="24109"/>
                        <a:pt x="5757" y="25098"/>
                      </a:cubicBezTo>
                      <a:cubicBezTo>
                        <a:pt x="7016" y="26088"/>
                        <a:pt x="8816" y="26583"/>
                        <a:pt x="11177" y="26583"/>
                      </a:cubicBezTo>
                      <a:cubicBezTo>
                        <a:pt x="12324" y="26583"/>
                        <a:pt x="13314" y="26448"/>
                        <a:pt x="14146" y="26155"/>
                      </a:cubicBezTo>
                      <a:cubicBezTo>
                        <a:pt x="14978" y="25863"/>
                        <a:pt x="15653" y="25481"/>
                        <a:pt x="16192" y="24986"/>
                      </a:cubicBezTo>
                      <a:cubicBezTo>
                        <a:pt x="16732" y="24491"/>
                        <a:pt x="17137" y="23951"/>
                        <a:pt x="17407" y="23344"/>
                      </a:cubicBezTo>
                      <a:cubicBezTo>
                        <a:pt x="17677" y="22737"/>
                        <a:pt x="17812" y="22085"/>
                        <a:pt x="17812" y="21410"/>
                      </a:cubicBezTo>
                      <a:cubicBezTo>
                        <a:pt x="17812" y="20038"/>
                        <a:pt x="17384" y="19026"/>
                        <a:pt x="16552" y="18351"/>
                      </a:cubicBezTo>
                      <a:cubicBezTo>
                        <a:pt x="15698" y="17677"/>
                        <a:pt x="14641" y="17160"/>
                        <a:pt x="13359" y="16777"/>
                      </a:cubicBezTo>
                      <a:cubicBezTo>
                        <a:pt x="12077" y="16395"/>
                        <a:pt x="10705" y="16080"/>
                        <a:pt x="9220" y="15810"/>
                      </a:cubicBezTo>
                      <a:cubicBezTo>
                        <a:pt x="7736" y="15540"/>
                        <a:pt x="6342" y="15135"/>
                        <a:pt x="5083" y="14596"/>
                      </a:cubicBezTo>
                      <a:cubicBezTo>
                        <a:pt x="3801" y="14056"/>
                        <a:pt x="2744" y="13291"/>
                        <a:pt x="1889" y="12279"/>
                      </a:cubicBezTo>
                      <a:cubicBezTo>
                        <a:pt x="1034" y="11267"/>
                        <a:pt x="630" y="9850"/>
                        <a:pt x="630" y="8006"/>
                      </a:cubicBezTo>
                      <a:cubicBezTo>
                        <a:pt x="630" y="5667"/>
                        <a:pt x="1462" y="3756"/>
                        <a:pt x="3081" y="2249"/>
                      </a:cubicBezTo>
                      <a:cubicBezTo>
                        <a:pt x="4722" y="765"/>
                        <a:pt x="7039" y="0"/>
                        <a:pt x="10053" y="0"/>
                      </a:cubicBezTo>
                      <a:cubicBezTo>
                        <a:pt x="13067" y="0"/>
                        <a:pt x="15316" y="675"/>
                        <a:pt x="17137" y="2024"/>
                      </a:cubicBezTo>
                      <a:cubicBezTo>
                        <a:pt x="18959" y="3373"/>
                        <a:pt x="20061" y="5622"/>
                        <a:pt x="20421" y="8793"/>
                      </a:cubicBezTo>
                      <a:lnTo>
                        <a:pt x="17249" y="8793"/>
                      </a:lnTo>
                      <a:cubicBezTo>
                        <a:pt x="16980" y="6634"/>
                        <a:pt x="16192" y="5105"/>
                        <a:pt x="14888" y="4228"/>
                      </a:cubicBezTo>
                      <a:cubicBezTo>
                        <a:pt x="13584" y="3351"/>
                        <a:pt x="11965" y="2901"/>
                        <a:pt x="9985" y="2901"/>
                      </a:cubicBezTo>
                      <a:cubicBezTo>
                        <a:pt x="8006" y="2901"/>
                        <a:pt x="6522" y="3351"/>
                        <a:pt x="5465" y="4228"/>
                      </a:cubicBezTo>
                      <a:cubicBezTo>
                        <a:pt x="4430" y="5105"/>
                        <a:pt x="3913" y="6274"/>
                        <a:pt x="3913" y="7714"/>
                      </a:cubicBezTo>
                      <a:cubicBezTo>
                        <a:pt x="3913" y="8973"/>
                        <a:pt x="4340" y="9940"/>
                        <a:pt x="5195" y="10593"/>
                      </a:cubicBezTo>
                      <a:cubicBezTo>
                        <a:pt x="6050" y="11267"/>
                        <a:pt x="7107" y="11807"/>
                        <a:pt x="8389" y="12212"/>
                      </a:cubicBezTo>
                      <a:cubicBezTo>
                        <a:pt x="9671" y="12617"/>
                        <a:pt x="11042" y="12999"/>
                        <a:pt x="12527" y="13314"/>
                      </a:cubicBezTo>
                      <a:cubicBezTo>
                        <a:pt x="14011" y="13629"/>
                        <a:pt x="15405" y="14101"/>
                        <a:pt x="16687" y="14685"/>
                      </a:cubicBezTo>
                      <a:cubicBezTo>
                        <a:pt x="17969" y="15270"/>
                        <a:pt x="19026" y="16080"/>
                        <a:pt x="19881" y="17092"/>
                      </a:cubicBezTo>
                      <a:cubicBezTo>
                        <a:pt x="20735" y="18104"/>
                        <a:pt x="21163" y="19498"/>
                        <a:pt x="21163" y="21298"/>
                      </a:cubicBezTo>
                      <a:cubicBezTo>
                        <a:pt x="21163" y="22624"/>
                        <a:pt x="20893" y="23816"/>
                        <a:pt x="20331" y="24828"/>
                      </a:cubicBezTo>
                      <a:cubicBezTo>
                        <a:pt x="19768" y="25863"/>
                        <a:pt x="19026" y="26718"/>
                        <a:pt x="18059" y="27392"/>
                      </a:cubicBezTo>
                      <a:cubicBezTo>
                        <a:pt x="17092" y="28067"/>
                        <a:pt x="15945" y="28584"/>
                        <a:pt x="14618" y="28922"/>
                      </a:cubicBezTo>
                      <a:cubicBezTo>
                        <a:pt x="13291" y="29259"/>
                        <a:pt x="11830" y="29439"/>
                        <a:pt x="10233" y="29439"/>
                      </a:cubicBezTo>
                      <a:cubicBezTo>
                        <a:pt x="8636" y="29439"/>
                        <a:pt x="7242" y="29191"/>
                        <a:pt x="6005" y="28719"/>
                      </a:cubicBezTo>
                      <a:cubicBezTo>
                        <a:pt x="4768" y="28247"/>
                        <a:pt x="3733" y="27550"/>
                        <a:pt x="2856" y="26695"/>
                      </a:cubicBezTo>
                      <a:cubicBezTo>
                        <a:pt x="2001" y="25841"/>
                        <a:pt x="1327" y="24828"/>
                        <a:pt x="832" y="23681"/>
                      </a:cubicBezTo>
                      <a:cubicBezTo>
                        <a:pt x="360" y="22535"/>
                        <a:pt x="68" y="21298"/>
                        <a:pt x="0" y="19948"/>
                      </a:cubicBezTo>
                      <a:lnTo>
                        <a:pt x="3171" y="19948"/>
                      </a:lnTo>
                      <a:close/>
                    </a:path>
                  </a:pathLst>
                </a:custGeom>
                <a:solidFill>
                  <a:srgbClr val="000000"/>
                </a:solidFill>
                <a:ln w="2249" cap="flat">
                  <a:noFill/>
                  <a:prstDash val="solid"/>
                  <a:miter/>
                </a:ln>
              </p:spPr>
              <p:txBody>
                <a:bodyPr rtlCol="0" anchor="ctr"/>
                <a:lstStyle/>
                <a:p>
                  <a:endParaRPr lang="en-US"/>
                </a:p>
              </p:txBody>
            </p:sp>
            <p:sp>
              <p:nvSpPr>
                <p:cNvPr id="18439" name="Freeform 18438">
                  <a:extLst>
                    <a:ext uri="{FF2B5EF4-FFF2-40B4-BE49-F238E27FC236}">
                      <a16:creationId xmlns:a16="http://schemas.microsoft.com/office/drawing/2014/main" id="{34CF9F04-924A-64B4-0A8B-F7B0E3732FD1}"/>
                    </a:ext>
                  </a:extLst>
                </p:cNvPr>
                <p:cNvSpPr/>
                <p:nvPr/>
              </p:nvSpPr>
              <p:spPr>
                <a:xfrm>
                  <a:off x="6231636" y="4907285"/>
                  <a:ext cx="3778" cy="4745"/>
                </a:xfrm>
                <a:custGeom>
                  <a:avLst/>
                  <a:gdLst>
                    <a:gd name="connsiteX0" fmla="*/ 0 w 3778"/>
                    <a:gd name="connsiteY0" fmla="*/ 4745 h 4745"/>
                    <a:gd name="connsiteX1" fmla="*/ 0 w 3778"/>
                    <a:gd name="connsiteY1" fmla="*/ 0 h 4745"/>
                    <a:gd name="connsiteX2" fmla="*/ 3778 w 3778"/>
                    <a:gd name="connsiteY2" fmla="*/ 0 h 4745"/>
                    <a:gd name="connsiteX3" fmla="*/ 3778 w 3778"/>
                    <a:gd name="connsiteY3" fmla="*/ 4745 h 4745"/>
                    <a:gd name="connsiteX4" fmla="*/ 0 w 3778"/>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78" h="4745">
                      <a:moveTo>
                        <a:pt x="0" y="4745"/>
                      </a:moveTo>
                      <a:lnTo>
                        <a:pt x="0" y="0"/>
                      </a:lnTo>
                      <a:lnTo>
                        <a:pt x="3778" y="0"/>
                      </a:lnTo>
                      <a:lnTo>
                        <a:pt x="3778" y="4745"/>
                      </a:lnTo>
                      <a:lnTo>
                        <a:pt x="0" y="4745"/>
                      </a:lnTo>
                      <a:close/>
                    </a:path>
                  </a:pathLst>
                </a:custGeom>
                <a:solidFill>
                  <a:srgbClr val="000000"/>
                </a:solidFill>
                <a:ln w="2249" cap="flat">
                  <a:noFill/>
                  <a:prstDash val="solid"/>
                  <a:miter/>
                </a:ln>
              </p:spPr>
              <p:txBody>
                <a:bodyPr rtlCol="0" anchor="ctr"/>
                <a:lstStyle/>
                <a:p>
                  <a:endParaRPr lang="en-US"/>
                </a:p>
              </p:txBody>
            </p:sp>
          </p:grpSp>
          <p:grpSp>
            <p:nvGrpSpPr>
              <p:cNvPr id="18477" name="Graphic 4479">
                <a:extLst>
                  <a:ext uri="{FF2B5EF4-FFF2-40B4-BE49-F238E27FC236}">
                    <a16:creationId xmlns:a16="http://schemas.microsoft.com/office/drawing/2014/main" id="{784B8823-636B-54B7-CB9E-52F02670CBC4}"/>
                  </a:ext>
                </a:extLst>
              </p:cNvPr>
              <p:cNvGrpSpPr/>
              <p:nvPr/>
            </p:nvGrpSpPr>
            <p:grpSpPr>
              <a:xfrm>
                <a:off x="7348775" y="5276066"/>
                <a:ext cx="671867" cy="146794"/>
                <a:chOff x="5966304" y="5768006"/>
                <a:chExt cx="167164" cy="36523"/>
              </a:xfrm>
              <a:solidFill>
                <a:srgbClr val="231F20"/>
              </a:solidFill>
            </p:grpSpPr>
            <p:sp>
              <p:nvSpPr>
                <p:cNvPr id="18478" name="Freeform 18477">
                  <a:extLst>
                    <a:ext uri="{FF2B5EF4-FFF2-40B4-BE49-F238E27FC236}">
                      <a16:creationId xmlns:a16="http://schemas.microsoft.com/office/drawing/2014/main" id="{19CD955F-AB8E-1FDF-793A-3A21BEF43829}"/>
                    </a:ext>
                  </a:extLst>
                </p:cNvPr>
                <p:cNvSpPr/>
                <p:nvPr/>
              </p:nvSpPr>
              <p:spPr>
                <a:xfrm>
                  <a:off x="5966304" y="5775023"/>
                  <a:ext cx="24895" cy="29461"/>
                </a:xfrm>
                <a:custGeom>
                  <a:avLst/>
                  <a:gdLst>
                    <a:gd name="connsiteX0" fmla="*/ 21163 w 24895"/>
                    <a:gd name="connsiteY0" fmla="*/ 9558 h 29461"/>
                    <a:gd name="connsiteX1" fmla="*/ 18194 w 24895"/>
                    <a:gd name="connsiteY1" fmla="*/ 4678 h 29461"/>
                    <a:gd name="connsiteX2" fmla="*/ 12841 w 24895"/>
                    <a:gd name="connsiteY2" fmla="*/ 2923 h 29461"/>
                    <a:gd name="connsiteX3" fmla="*/ 8568 w 24895"/>
                    <a:gd name="connsiteY3" fmla="*/ 3958 h 29461"/>
                    <a:gd name="connsiteX4" fmla="*/ 5645 w 24895"/>
                    <a:gd name="connsiteY4" fmla="*/ 6679 h 29461"/>
                    <a:gd name="connsiteX5" fmla="*/ 3980 w 24895"/>
                    <a:gd name="connsiteY5" fmla="*/ 10502 h 29461"/>
                    <a:gd name="connsiteX6" fmla="*/ 3440 w 24895"/>
                    <a:gd name="connsiteY6" fmla="*/ 14798 h 29461"/>
                    <a:gd name="connsiteX7" fmla="*/ 3958 w 24895"/>
                    <a:gd name="connsiteY7" fmla="*/ 19116 h 29461"/>
                    <a:gd name="connsiteX8" fmla="*/ 5600 w 24895"/>
                    <a:gd name="connsiteY8" fmla="*/ 22894 h 29461"/>
                    <a:gd name="connsiteX9" fmla="*/ 8523 w 24895"/>
                    <a:gd name="connsiteY9" fmla="*/ 25571 h 29461"/>
                    <a:gd name="connsiteX10" fmla="*/ 12841 w 24895"/>
                    <a:gd name="connsiteY10" fmla="*/ 26560 h 29461"/>
                    <a:gd name="connsiteX11" fmla="*/ 18643 w 24895"/>
                    <a:gd name="connsiteY11" fmla="*/ 24558 h 29461"/>
                    <a:gd name="connsiteX12" fmla="*/ 21432 w 24895"/>
                    <a:gd name="connsiteY12" fmla="*/ 19049 h 29461"/>
                    <a:gd name="connsiteX13" fmla="*/ 24896 w 24895"/>
                    <a:gd name="connsiteY13" fmla="*/ 19049 h 29461"/>
                    <a:gd name="connsiteX14" fmla="*/ 23524 w 24895"/>
                    <a:gd name="connsiteY14" fmla="*/ 23277 h 29461"/>
                    <a:gd name="connsiteX15" fmla="*/ 21095 w 24895"/>
                    <a:gd name="connsiteY15" fmla="*/ 26560 h 29461"/>
                    <a:gd name="connsiteX16" fmla="*/ 17564 w 24895"/>
                    <a:gd name="connsiteY16" fmla="*/ 28697 h 29461"/>
                    <a:gd name="connsiteX17" fmla="*/ 12864 w 24895"/>
                    <a:gd name="connsiteY17" fmla="*/ 29461 h 29461"/>
                    <a:gd name="connsiteX18" fmla="*/ 7084 w 24895"/>
                    <a:gd name="connsiteY18" fmla="*/ 28337 h 29461"/>
                    <a:gd name="connsiteX19" fmla="*/ 3081 w 24895"/>
                    <a:gd name="connsiteY19" fmla="*/ 25233 h 29461"/>
                    <a:gd name="connsiteX20" fmla="*/ 764 w 24895"/>
                    <a:gd name="connsiteY20" fmla="*/ 20556 h 29461"/>
                    <a:gd name="connsiteX21" fmla="*/ 0 w 24895"/>
                    <a:gd name="connsiteY21" fmla="*/ 14776 h 29461"/>
                    <a:gd name="connsiteX22" fmla="*/ 832 w 24895"/>
                    <a:gd name="connsiteY22" fmla="*/ 9198 h 29461"/>
                    <a:gd name="connsiteX23" fmla="*/ 3283 w 24895"/>
                    <a:gd name="connsiteY23" fmla="*/ 4475 h 29461"/>
                    <a:gd name="connsiteX24" fmla="*/ 7309 w 24895"/>
                    <a:gd name="connsiteY24" fmla="*/ 1214 h 29461"/>
                    <a:gd name="connsiteX25" fmla="*/ 12841 w 24895"/>
                    <a:gd name="connsiteY25" fmla="*/ 0 h 29461"/>
                    <a:gd name="connsiteX26" fmla="*/ 20690 w 24895"/>
                    <a:gd name="connsiteY26" fmla="*/ 2316 h 29461"/>
                    <a:gd name="connsiteX27" fmla="*/ 24446 w 24895"/>
                    <a:gd name="connsiteY27" fmla="*/ 9558 h 29461"/>
                    <a:gd name="connsiteX28" fmla="*/ 21163 w 24895"/>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5" h="29461">
                      <a:moveTo>
                        <a:pt x="21163" y="9558"/>
                      </a:moveTo>
                      <a:cubicBezTo>
                        <a:pt x="20578" y="7466"/>
                        <a:pt x="19588" y="5847"/>
                        <a:pt x="18194" y="4678"/>
                      </a:cubicBezTo>
                      <a:cubicBezTo>
                        <a:pt x="16800" y="3508"/>
                        <a:pt x="15000" y="2923"/>
                        <a:pt x="12841" y="2923"/>
                      </a:cubicBezTo>
                      <a:cubicBezTo>
                        <a:pt x="11177" y="2923"/>
                        <a:pt x="9760" y="3261"/>
                        <a:pt x="8568" y="3958"/>
                      </a:cubicBezTo>
                      <a:cubicBezTo>
                        <a:pt x="7376" y="4633"/>
                        <a:pt x="6409" y="5555"/>
                        <a:pt x="5645" y="6679"/>
                      </a:cubicBezTo>
                      <a:cubicBezTo>
                        <a:pt x="4880" y="7804"/>
                        <a:pt x="4340" y="9086"/>
                        <a:pt x="3980" y="10502"/>
                      </a:cubicBezTo>
                      <a:cubicBezTo>
                        <a:pt x="3621" y="11919"/>
                        <a:pt x="3440" y="13359"/>
                        <a:pt x="3440" y="14798"/>
                      </a:cubicBezTo>
                      <a:cubicBezTo>
                        <a:pt x="3440" y="16237"/>
                        <a:pt x="3621" y="17722"/>
                        <a:pt x="3958" y="19116"/>
                      </a:cubicBezTo>
                      <a:cubicBezTo>
                        <a:pt x="4295" y="20510"/>
                        <a:pt x="4858" y="21770"/>
                        <a:pt x="5600" y="22894"/>
                      </a:cubicBezTo>
                      <a:cubicBezTo>
                        <a:pt x="6342" y="24019"/>
                        <a:pt x="7332" y="24896"/>
                        <a:pt x="8523" y="25571"/>
                      </a:cubicBezTo>
                      <a:cubicBezTo>
                        <a:pt x="9715" y="26245"/>
                        <a:pt x="11155" y="26560"/>
                        <a:pt x="12841" y="26560"/>
                      </a:cubicBezTo>
                      <a:cubicBezTo>
                        <a:pt x="15247" y="26560"/>
                        <a:pt x="17182" y="25886"/>
                        <a:pt x="18643" y="24558"/>
                      </a:cubicBezTo>
                      <a:cubicBezTo>
                        <a:pt x="20106" y="23232"/>
                        <a:pt x="21027" y="21388"/>
                        <a:pt x="21432" y="19049"/>
                      </a:cubicBezTo>
                      <a:lnTo>
                        <a:pt x="24896" y="19049"/>
                      </a:lnTo>
                      <a:cubicBezTo>
                        <a:pt x="24603" y="20600"/>
                        <a:pt x="24154" y="22017"/>
                        <a:pt x="23524" y="23277"/>
                      </a:cubicBezTo>
                      <a:cubicBezTo>
                        <a:pt x="22894" y="24558"/>
                        <a:pt x="22084" y="25660"/>
                        <a:pt x="21095" y="26560"/>
                      </a:cubicBezTo>
                      <a:cubicBezTo>
                        <a:pt x="20106" y="27482"/>
                        <a:pt x="18936" y="28179"/>
                        <a:pt x="17564" y="28697"/>
                      </a:cubicBezTo>
                      <a:cubicBezTo>
                        <a:pt x="16192" y="29214"/>
                        <a:pt x="14641" y="29461"/>
                        <a:pt x="12864" y="29461"/>
                      </a:cubicBezTo>
                      <a:cubicBezTo>
                        <a:pt x="10638" y="29461"/>
                        <a:pt x="8703" y="29079"/>
                        <a:pt x="7084" y="28337"/>
                      </a:cubicBezTo>
                      <a:cubicBezTo>
                        <a:pt x="5465" y="27572"/>
                        <a:pt x="4138" y="26538"/>
                        <a:pt x="3081" y="25233"/>
                      </a:cubicBezTo>
                      <a:cubicBezTo>
                        <a:pt x="2024" y="23929"/>
                        <a:pt x="1259" y="22355"/>
                        <a:pt x="764" y="20556"/>
                      </a:cubicBezTo>
                      <a:cubicBezTo>
                        <a:pt x="270" y="18756"/>
                        <a:pt x="0" y="16822"/>
                        <a:pt x="0" y="14776"/>
                      </a:cubicBezTo>
                      <a:cubicBezTo>
                        <a:pt x="0" y="12841"/>
                        <a:pt x="270" y="10975"/>
                        <a:pt x="832" y="9198"/>
                      </a:cubicBezTo>
                      <a:cubicBezTo>
                        <a:pt x="1394" y="7421"/>
                        <a:pt x="2204" y="5847"/>
                        <a:pt x="3283" y="4475"/>
                      </a:cubicBezTo>
                      <a:cubicBezTo>
                        <a:pt x="4363" y="3104"/>
                        <a:pt x="5712" y="2024"/>
                        <a:pt x="7309" y="1214"/>
                      </a:cubicBezTo>
                      <a:cubicBezTo>
                        <a:pt x="8906" y="405"/>
                        <a:pt x="10750" y="0"/>
                        <a:pt x="12841" y="0"/>
                      </a:cubicBezTo>
                      <a:cubicBezTo>
                        <a:pt x="16080" y="0"/>
                        <a:pt x="18688" y="765"/>
                        <a:pt x="20690" y="2316"/>
                      </a:cubicBezTo>
                      <a:cubicBezTo>
                        <a:pt x="22692" y="3868"/>
                        <a:pt x="23929" y="6274"/>
                        <a:pt x="24446" y="9558"/>
                      </a:cubicBezTo>
                      <a:lnTo>
                        <a:pt x="21163" y="9558"/>
                      </a:lnTo>
                      <a:close/>
                    </a:path>
                  </a:pathLst>
                </a:custGeom>
                <a:solidFill>
                  <a:srgbClr val="231F20"/>
                </a:solidFill>
                <a:ln w="2249" cap="flat">
                  <a:noFill/>
                  <a:prstDash val="solid"/>
                  <a:miter/>
                </a:ln>
              </p:spPr>
              <p:txBody>
                <a:bodyPr rtlCol="0" anchor="ctr"/>
                <a:lstStyle/>
                <a:p>
                  <a:endParaRPr lang="en-US"/>
                </a:p>
              </p:txBody>
            </p:sp>
            <p:sp>
              <p:nvSpPr>
                <p:cNvPr id="18479" name="Freeform 18478">
                  <a:extLst>
                    <a:ext uri="{FF2B5EF4-FFF2-40B4-BE49-F238E27FC236}">
                      <a16:creationId xmlns:a16="http://schemas.microsoft.com/office/drawing/2014/main" id="{7BCD4F1A-BD96-977D-365B-FF98F6A520F7}"/>
                    </a:ext>
                  </a:extLst>
                </p:cNvPr>
                <p:cNvSpPr/>
                <p:nvPr/>
              </p:nvSpPr>
              <p:spPr>
                <a:xfrm>
                  <a:off x="5995832" y="5775000"/>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4 w 25908"/>
                    <a:gd name="connsiteY3" fmla="*/ 21185 h 29483"/>
                    <a:gd name="connsiteX4" fmla="*/ 0 w 25908"/>
                    <a:gd name="connsiteY4" fmla="*/ 14753 h 29483"/>
                    <a:gd name="connsiteX5" fmla="*/ 810 w 25908"/>
                    <a:gd name="connsiteY5" fmla="*/ 8996 h 29483"/>
                    <a:gd name="connsiteX6" fmla="*/ 3238 w 25908"/>
                    <a:gd name="connsiteY6" fmla="*/ 4318 h 29483"/>
                    <a:gd name="connsiteX7" fmla="*/ 7287 w 25908"/>
                    <a:gd name="connsiteY7" fmla="*/ 1170 h 29483"/>
                    <a:gd name="connsiteX8" fmla="*/ 12954 w 25908"/>
                    <a:gd name="connsiteY8" fmla="*/ 0 h 29483"/>
                    <a:gd name="connsiteX9" fmla="*/ 18666 w 25908"/>
                    <a:gd name="connsiteY9" fmla="*/ 1170 h 29483"/>
                    <a:gd name="connsiteX10" fmla="*/ 22715 w 25908"/>
                    <a:gd name="connsiteY10" fmla="*/ 4295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45 w 25908"/>
                    <a:gd name="connsiteY17" fmla="*/ 14753 h 29483"/>
                    <a:gd name="connsiteX18" fmla="*/ 21905 w 25908"/>
                    <a:gd name="connsiteY18" fmla="*/ 10120 h 29483"/>
                    <a:gd name="connsiteX19" fmla="*/ 20241 w 25908"/>
                    <a:gd name="connsiteY19" fmla="*/ 6364 h 29483"/>
                    <a:gd name="connsiteX20" fmla="*/ 17317 w 25908"/>
                    <a:gd name="connsiteY20" fmla="*/ 3846 h 29483"/>
                    <a:gd name="connsiteX21" fmla="*/ 12954 w 25908"/>
                    <a:gd name="connsiteY21" fmla="*/ 2923 h 29483"/>
                    <a:gd name="connsiteX22" fmla="*/ 8614 w 25908"/>
                    <a:gd name="connsiteY22" fmla="*/ 3913 h 29483"/>
                    <a:gd name="connsiteX23" fmla="*/ 5667 w 25908"/>
                    <a:gd name="connsiteY23" fmla="*/ 6567 h 29483"/>
                    <a:gd name="connsiteX24" fmla="*/ 4003 w 25908"/>
                    <a:gd name="connsiteY24" fmla="*/ 10345 h 29483"/>
                    <a:gd name="connsiteX25" fmla="*/ 3463 w 25908"/>
                    <a:gd name="connsiteY25" fmla="*/ 14753 h 29483"/>
                    <a:gd name="connsiteX26" fmla="*/ 4093 w 25908"/>
                    <a:gd name="connsiteY26" fmla="*/ 19521 h 29483"/>
                    <a:gd name="connsiteX27" fmla="*/ 5893 w 25908"/>
                    <a:gd name="connsiteY27" fmla="*/ 23277 h 29483"/>
                    <a:gd name="connsiteX28" fmla="*/ 8861 w 25908"/>
                    <a:gd name="connsiteY28" fmla="*/ 25705 h 29483"/>
                    <a:gd name="connsiteX29" fmla="*/ 12954 w 25908"/>
                    <a:gd name="connsiteY29" fmla="*/ 26560 h 29483"/>
                    <a:gd name="connsiteX30" fmla="*/ 17294 w 25908"/>
                    <a:gd name="connsiteY30" fmla="*/ 25571 h 29483"/>
                    <a:gd name="connsiteX31" fmla="*/ 20241 w 25908"/>
                    <a:gd name="connsiteY31" fmla="*/ 22894 h 29483"/>
                    <a:gd name="connsiteX32" fmla="*/ 21905 w 25908"/>
                    <a:gd name="connsiteY32" fmla="*/ 19116 h 29483"/>
                    <a:gd name="connsiteX33" fmla="*/ 22445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09"/>
                        <a:pt x="4993" y="26987"/>
                        <a:pt x="3823" y="25773"/>
                      </a:cubicBezTo>
                      <a:cubicBezTo>
                        <a:pt x="2654" y="24558"/>
                        <a:pt x="1732" y="23029"/>
                        <a:pt x="1034" y="21185"/>
                      </a:cubicBezTo>
                      <a:cubicBezTo>
                        <a:pt x="360" y="19341"/>
                        <a:pt x="0" y="17205"/>
                        <a:pt x="0" y="14753"/>
                      </a:cubicBezTo>
                      <a:cubicBezTo>
                        <a:pt x="0" y="12707"/>
                        <a:pt x="270" y="10795"/>
                        <a:pt x="810" y="8996"/>
                      </a:cubicBezTo>
                      <a:cubicBezTo>
                        <a:pt x="1350" y="7219"/>
                        <a:pt x="2159" y="5667"/>
                        <a:pt x="3238" y="4318"/>
                      </a:cubicBezTo>
                      <a:cubicBezTo>
                        <a:pt x="4318" y="2991"/>
                        <a:pt x="5667" y="1934"/>
                        <a:pt x="7287" y="1170"/>
                      </a:cubicBezTo>
                      <a:cubicBezTo>
                        <a:pt x="8906" y="405"/>
                        <a:pt x="10795" y="0"/>
                        <a:pt x="12954" y="0"/>
                      </a:cubicBezTo>
                      <a:cubicBezTo>
                        <a:pt x="15113" y="0"/>
                        <a:pt x="17047" y="382"/>
                        <a:pt x="18666" y="1170"/>
                      </a:cubicBezTo>
                      <a:cubicBezTo>
                        <a:pt x="20286" y="1957"/>
                        <a:pt x="21635" y="2991"/>
                        <a:pt x="22715" y="4295"/>
                      </a:cubicBezTo>
                      <a:cubicBezTo>
                        <a:pt x="23794" y="5600"/>
                        <a:pt x="24603" y="7174"/>
                        <a:pt x="25121" y="8973"/>
                      </a:cubicBezTo>
                      <a:cubicBezTo>
                        <a:pt x="25638" y="10772"/>
                        <a:pt x="25908" y="12707"/>
                        <a:pt x="25908" y="14753"/>
                      </a:cubicBezTo>
                      <a:cubicBezTo>
                        <a:pt x="25908" y="16979"/>
                        <a:pt x="25593" y="19004"/>
                        <a:pt x="24986" y="20803"/>
                      </a:cubicBezTo>
                      <a:cubicBezTo>
                        <a:pt x="24379" y="22602"/>
                        <a:pt x="23502" y="24154"/>
                        <a:pt x="22377" y="25436"/>
                      </a:cubicBezTo>
                      <a:cubicBezTo>
                        <a:pt x="21253" y="26718"/>
                        <a:pt x="19881" y="27730"/>
                        <a:pt x="18284" y="28427"/>
                      </a:cubicBezTo>
                      <a:cubicBezTo>
                        <a:pt x="16687" y="29124"/>
                        <a:pt x="14911" y="29484"/>
                        <a:pt x="12977" y="29484"/>
                      </a:cubicBezTo>
                      <a:close/>
                      <a:moveTo>
                        <a:pt x="22445" y="14753"/>
                      </a:moveTo>
                      <a:cubicBezTo>
                        <a:pt x="22445" y="13089"/>
                        <a:pt x="22264" y="11560"/>
                        <a:pt x="21905" y="10120"/>
                      </a:cubicBezTo>
                      <a:cubicBezTo>
                        <a:pt x="21545" y="8681"/>
                        <a:pt x="20983" y="7421"/>
                        <a:pt x="20241" y="6364"/>
                      </a:cubicBezTo>
                      <a:cubicBezTo>
                        <a:pt x="19476" y="5308"/>
                        <a:pt x="18509" y="4475"/>
                        <a:pt x="17317" y="3846"/>
                      </a:cubicBezTo>
                      <a:cubicBezTo>
                        <a:pt x="16125" y="3238"/>
                        <a:pt x="14663" y="2923"/>
                        <a:pt x="12954" y="2923"/>
                      </a:cubicBezTo>
                      <a:cubicBezTo>
                        <a:pt x="11245" y="2923"/>
                        <a:pt x="9806" y="3261"/>
                        <a:pt x="8614" y="3913"/>
                      </a:cubicBezTo>
                      <a:cubicBezTo>
                        <a:pt x="7399" y="4588"/>
                        <a:pt x="6432" y="5465"/>
                        <a:pt x="5667" y="6567"/>
                      </a:cubicBezTo>
                      <a:cubicBezTo>
                        <a:pt x="4903" y="7669"/>
                        <a:pt x="4363" y="8928"/>
                        <a:pt x="4003" y="10345"/>
                      </a:cubicBezTo>
                      <a:cubicBezTo>
                        <a:pt x="3644" y="11762"/>
                        <a:pt x="3463" y="13224"/>
                        <a:pt x="3463" y="14753"/>
                      </a:cubicBezTo>
                      <a:cubicBezTo>
                        <a:pt x="3463" y="16485"/>
                        <a:pt x="3666" y="18081"/>
                        <a:pt x="4093" y="19521"/>
                      </a:cubicBezTo>
                      <a:cubicBezTo>
                        <a:pt x="4498" y="20983"/>
                        <a:pt x="5105" y="22220"/>
                        <a:pt x="5893" y="23277"/>
                      </a:cubicBezTo>
                      <a:cubicBezTo>
                        <a:pt x="6679" y="24311"/>
                        <a:pt x="7669" y="25121"/>
                        <a:pt x="8861" y="25705"/>
                      </a:cubicBezTo>
                      <a:cubicBezTo>
                        <a:pt x="10053" y="26290"/>
                        <a:pt x="11425" y="26560"/>
                        <a:pt x="12954" y="26560"/>
                      </a:cubicBezTo>
                      <a:cubicBezTo>
                        <a:pt x="14641" y="26560"/>
                        <a:pt x="16102" y="26223"/>
                        <a:pt x="17294" y="25571"/>
                      </a:cubicBezTo>
                      <a:cubicBezTo>
                        <a:pt x="18509" y="24896"/>
                        <a:pt x="19476" y="24019"/>
                        <a:pt x="20241" y="22894"/>
                      </a:cubicBezTo>
                      <a:cubicBezTo>
                        <a:pt x="21005" y="21770"/>
                        <a:pt x="21545" y="20510"/>
                        <a:pt x="21905" y="19116"/>
                      </a:cubicBezTo>
                      <a:cubicBezTo>
                        <a:pt x="22264" y="17722"/>
                        <a:pt x="22445" y="16260"/>
                        <a:pt x="22445" y="14753"/>
                      </a:cubicBezTo>
                      <a:close/>
                    </a:path>
                  </a:pathLst>
                </a:custGeom>
                <a:solidFill>
                  <a:srgbClr val="231F20"/>
                </a:solidFill>
                <a:ln w="2249" cap="flat">
                  <a:noFill/>
                  <a:prstDash val="solid"/>
                  <a:miter/>
                </a:ln>
              </p:spPr>
              <p:txBody>
                <a:bodyPr rtlCol="0" anchor="ctr"/>
                <a:lstStyle/>
                <a:p>
                  <a:endParaRPr lang="en-US"/>
                </a:p>
              </p:txBody>
            </p:sp>
            <p:sp>
              <p:nvSpPr>
                <p:cNvPr id="18480" name="Freeform 18479">
                  <a:extLst>
                    <a:ext uri="{FF2B5EF4-FFF2-40B4-BE49-F238E27FC236}">
                      <a16:creationId xmlns:a16="http://schemas.microsoft.com/office/drawing/2014/main" id="{5423182A-9359-CC3A-6647-C76BAFC3A19D}"/>
                    </a:ext>
                  </a:extLst>
                </p:cNvPr>
                <p:cNvSpPr/>
                <p:nvPr/>
              </p:nvSpPr>
              <p:spPr>
                <a:xfrm>
                  <a:off x="6027835" y="5775023"/>
                  <a:ext cx="12481" cy="28718"/>
                </a:xfrm>
                <a:custGeom>
                  <a:avLst/>
                  <a:gdLst>
                    <a:gd name="connsiteX0" fmla="*/ 3238 w 12481"/>
                    <a:gd name="connsiteY0" fmla="*/ 28719 h 28718"/>
                    <a:gd name="connsiteX1" fmla="*/ 0 w 12481"/>
                    <a:gd name="connsiteY1" fmla="*/ 28719 h 28718"/>
                    <a:gd name="connsiteX2" fmla="*/ 0 w 12481"/>
                    <a:gd name="connsiteY2" fmla="*/ 765 h 28718"/>
                    <a:gd name="connsiteX3" fmla="*/ 3238 w 12481"/>
                    <a:gd name="connsiteY3" fmla="*/ 765 h 28718"/>
                    <a:gd name="connsiteX4" fmla="*/ 3238 w 12481"/>
                    <a:gd name="connsiteY4" fmla="*/ 6005 h 28718"/>
                    <a:gd name="connsiteX5" fmla="*/ 3351 w 12481"/>
                    <a:gd name="connsiteY5" fmla="*/ 6005 h 28718"/>
                    <a:gd name="connsiteX6" fmla="*/ 6837 w 12481"/>
                    <a:gd name="connsiteY6" fmla="*/ 1327 h 28718"/>
                    <a:gd name="connsiteX7" fmla="*/ 12482 w 12481"/>
                    <a:gd name="connsiteY7" fmla="*/ 0 h 28718"/>
                    <a:gd name="connsiteX8" fmla="*/ 12482 w 12481"/>
                    <a:gd name="connsiteY8" fmla="*/ 3508 h 28718"/>
                    <a:gd name="connsiteX9" fmla="*/ 7939 w 12481"/>
                    <a:gd name="connsiteY9" fmla="*/ 4363 h 28718"/>
                    <a:gd name="connsiteX10" fmla="*/ 5105 w 12481"/>
                    <a:gd name="connsiteY10" fmla="*/ 6837 h 28718"/>
                    <a:gd name="connsiteX11" fmla="*/ 3644 w 12481"/>
                    <a:gd name="connsiteY11" fmla="*/ 10525 h 28718"/>
                    <a:gd name="connsiteX12" fmla="*/ 3238 w 12481"/>
                    <a:gd name="connsiteY12" fmla="*/ 14978 h 28718"/>
                    <a:gd name="connsiteX13" fmla="*/ 3238 w 12481"/>
                    <a:gd name="connsiteY13" fmla="*/ 28697 h 287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8">
                      <a:moveTo>
                        <a:pt x="3238" y="28719"/>
                      </a:moveTo>
                      <a:lnTo>
                        <a:pt x="0" y="28719"/>
                      </a:lnTo>
                      <a:lnTo>
                        <a:pt x="0" y="765"/>
                      </a:lnTo>
                      <a:lnTo>
                        <a:pt x="3238" y="765"/>
                      </a:lnTo>
                      <a:lnTo>
                        <a:pt x="3238" y="6005"/>
                      </a:lnTo>
                      <a:lnTo>
                        <a:pt x="3351" y="6005"/>
                      </a:lnTo>
                      <a:cubicBezTo>
                        <a:pt x="4251" y="3778"/>
                        <a:pt x="5420" y="2226"/>
                        <a:pt x="6837" y="1327"/>
                      </a:cubicBezTo>
                      <a:cubicBezTo>
                        <a:pt x="8254" y="450"/>
                        <a:pt x="10143" y="0"/>
                        <a:pt x="12482" y="0"/>
                      </a:cubicBezTo>
                      <a:lnTo>
                        <a:pt x="12482" y="3508"/>
                      </a:lnTo>
                      <a:cubicBezTo>
                        <a:pt x="10638" y="3463"/>
                        <a:pt x="9131" y="3756"/>
                        <a:pt x="7939" y="4363"/>
                      </a:cubicBezTo>
                      <a:cubicBezTo>
                        <a:pt x="6747" y="4970"/>
                        <a:pt x="5802" y="5802"/>
                        <a:pt x="5105" y="6837"/>
                      </a:cubicBezTo>
                      <a:cubicBezTo>
                        <a:pt x="4408" y="7871"/>
                        <a:pt x="3913" y="9108"/>
                        <a:pt x="3644" y="10525"/>
                      </a:cubicBezTo>
                      <a:cubicBezTo>
                        <a:pt x="3373" y="11942"/>
                        <a:pt x="3238" y="13426"/>
                        <a:pt x="3238" y="14978"/>
                      </a:cubicBezTo>
                      <a:lnTo>
                        <a:pt x="3238" y="28697"/>
                      </a:lnTo>
                      <a:close/>
                    </a:path>
                  </a:pathLst>
                </a:custGeom>
                <a:solidFill>
                  <a:srgbClr val="231F20"/>
                </a:solidFill>
                <a:ln w="2249" cap="flat">
                  <a:noFill/>
                  <a:prstDash val="solid"/>
                  <a:miter/>
                </a:ln>
              </p:spPr>
              <p:txBody>
                <a:bodyPr rtlCol="0" anchor="ctr"/>
                <a:lstStyle/>
                <a:p>
                  <a:endParaRPr lang="en-US"/>
                </a:p>
              </p:txBody>
            </p:sp>
            <p:sp>
              <p:nvSpPr>
                <p:cNvPr id="18481" name="Freeform 18480">
                  <a:extLst>
                    <a:ext uri="{FF2B5EF4-FFF2-40B4-BE49-F238E27FC236}">
                      <a16:creationId xmlns:a16="http://schemas.microsoft.com/office/drawing/2014/main" id="{01ED2656-E62F-7C8C-063B-394039F34F2A}"/>
                    </a:ext>
                  </a:extLst>
                </p:cNvPr>
                <p:cNvSpPr/>
                <p:nvPr/>
              </p:nvSpPr>
              <p:spPr>
                <a:xfrm>
                  <a:off x="6045804" y="5775023"/>
                  <a:ext cx="12481" cy="28718"/>
                </a:xfrm>
                <a:custGeom>
                  <a:avLst/>
                  <a:gdLst>
                    <a:gd name="connsiteX0" fmla="*/ 3238 w 12481"/>
                    <a:gd name="connsiteY0" fmla="*/ 28719 h 28718"/>
                    <a:gd name="connsiteX1" fmla="*/ 0 w 12481"/>
                    <a:gd name="connsiteY1" fmla="*/ 28719 h 28718"/>
                    <a:gd name="connsiteX2" fmla="*/ 0 w 12481"/>
                    <a:gd name="connsiteY2" fmla="*/ 765 h 28718"/>
                    <a:gd name="connsiteX3" fmla="*/ 3238 w 12481"/>
                    <a:gd name="connsiteY3" fmla="*/ 765 h 28718"/>
                    <a:gd name="connsiteX4" fmla="*/ 3238 w 12481"/>
                    <a:gd name="connsiteY4" fmla="*/ 6005 h 28718"/>
                    <a:gd name="connsiteX5" fmla="*/ 3351 w 12481"/>
                    <a:gd name="connsiteY5" fmla="*/ 6005 h 28718"/>
                    <a:gd name="connsiteX6" fmla="*/ 6837 w 12481"/>
                    <a:gd name="connsiteY6" fmla="*/ 1327 h 28718"/>
                    <a:gd name="connsiteX7" fmla="*/ 12482 w 12481"/>
                    <a:gd name="connsiteY7" fmla="*/ 0 h 28718"/>
                    <a:gd name="connsiteX8" fmla="*/ 12482 w 12481"/>
                    <a:gd name="connsiteY8" fmla="*/ 3508 h 28718"/>
                    <a:gd name="connsiteX9" fmla="*/ 7939 w 12481"/>
                    <a:gd name="connsiteY9" fmla="*/ 4363 h 28718"/>
                    <a:gd name="connsiteX10" fmla="*/ 5105 w 12481"/>
                    <a:gd name="connsiteY10" fmla="*/ 6837 h 28718"/>
                    <a:gd name="connsiteX11" fmla="*/ 3644 w 12481"/>
                    <a:gd name="connsiteY11" fmla="*/ 10525 h 28718"/>
                    <a:gd name="connsiteX12" fmla="*/ 3238 w 12481"/>
                    <a:gd name="connsiteY12" fmla="*/ 14978 h 28718"/>
                    <a:gd name="connsiteX13" fmla="*/ 3238 w 12481"/>
                    <a:gd name="connsiteY13" fmla="*/ 28697 h 287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8">
                      <a:moveTo>
                        <a:pt x="3238" y="28719"/>
                      </a:moveTo>
                      <a:lnTo>
                        <a:pt x="0" y="28719"/>
                      </a:lnTo>
                      <a:lnTo>
                        <a:pt x="0" y="765"/>
                      </a:lnTo>
                      <a:lnTo>
                        <a:pt x="3238" y="765"/>
                      </a:lnTo>
                      <a:lnTo>
                        <a:pt x="3238" y="6005"/>
                      </a:lnTo>
                      <a:lnTo>
                        <a:pt x="3351" y="6005"/>
                      </a:lnTo>
                      <a:cubicBezTo>
                        <a:pt x="4251" y="3778"/>
                        <a:pt x="5420" y="2226"/>
                        <a:pt x="6837" y="1327"/>
                      </a:cubicBezTo>
                      <a:cubicBezTo>
                        <a:pt x="8254" y="450"/>
                        <a:pt x="10143" y="0"/>
                        <a:pt x="12482" y="0"/>
                      </a:cubicBezTo>
                      <a:lnTo>
                        <a:pt x="12482" y="3508"/>
                      </a:lnTo>
                      <a:cubicBezTo>
                        <a:pt x="10638" y="3463"/>
                        <a:pt x="9131" y="3756"/>
                        <a:pt x="7939" y="4363"/>
                      </a:cubicBezTo>
                      <a:cubicBezTo>
                        <a:pt x="6747" y="4970"/>
                        <a:pt x="5802" y="5802"/>
                        <a:pt x="5105" y="6837"/>
                      </a:cubicBezTo>
                      <a:cubicBezTo>
                        <a:pt x="4408" y="7871"/>
                        <a:pt x="3913" y="9108"/>
                        <a:pt x="3644" y="10525"/>
                      </a:cubicBezTo>
                      <a:cubicBezTo>
                        <a:pt x="3373" y="11942"/>
                        <a:pt x="3238" y="13426"/>
                        <a:pt x="3238" y="14978"/>
                      </a:cubicBezTo>
                      <a:lnTo>
                        <a:pt x="3238" y="28697"/>
                      </a:lnTo>
                      <a:close/>
                    </a:path>
                  </a:pathLst>
                </a:custGeom>
                <a:solidFill>
                  <a:srgbClr val="231F20"/>
                </a:solidFill>
                <a:ln w="2249" cap="flat">
                  <a:noFill/>
                  <a:prstDash val="solid"/>
                  <a:miter/>
                </a:ln>
              </p:spPr>
              <p:txBody>
                <a:bodyPr rtlCol="0" anchor="ctr"/>
                <a:lstStyle/>
                <a:p>
                  <a:endParaRPr lang="en-US"/>
                </a:p>
              </p:txBody>
            </p:sp>
            <p:sp>
              <p:nvSpPr>
                <p:cNvPr id="18482" name="Freeform 18481">
                  <a:extLst>
                    <a:ext uri="{FF2B5EF4-FFF2-40B4-BE49-F238E27FC236}">
                      <a16:creationId xmlns:a16="http://schemas.microsoft.com/office/drawing/2014/main" id="{BBED1DEE-DF78-EE45-B5FA-B5C1942BA720}"/>
                    </a:ext>
                  </a:extLst>
                </p:cNvPr>
                <p:cNvSpPr/>
                <p:nvPr/>
              </p:nvSpPr>
              <p:spPr>
                <a:xfrm>
                  <a:off x="6062109" y="5775045"/>
                  <a:ext cx="25167" cy="29483"/>
                </a:xfrm>
                <a:custGeom>
                  <a:avLst/>
                  <a:gdLst>
                    <a:gd name="connsiteX0" fmla="*/ 3509 w 25167"/>
                    <a:gd name="connsiteY0" fmla="*/ 15473 h 29483"/>
                    <a:gd name="connsiteX1" fmla="*/ 4093 w 25167"/>
                    <a:gd name="connsiteY1" fmla="*/ 19768 h 29483"/>
                    <a:gd name="connsiteX2" fmla="*/ 5848 w 25167"/>
                    <a:gd name="connsiteY2" fmla="*/ 23277 h 29483"/>
                    <a:gd name="connsiteX3" fmla="*/ 8794 w 25167"/>
                    <a:gd name="connsiteY3" fmla="*/ 25660 h 29483"/>
                    <a:gd name="connsiteX4" fmla="*/ 12886 w 25167"/>
                    <a:gd name="connsiteY4" fmla="*/ 26560 h 29483"/>
                    <a:gd name="connsiteX5" fmla="*/ 18329 w 25167"/>
                    <a:gd name="connsiteY5" fmla="*/ 24896 h 29483"/>
                    <a:gd name="connsiteX6" fmla="*/ 21343 w 25167"/>
                    <a:gd name="connsiteY6" fmla="*/ 20151 h 29483"/>
                    <a:gd name="connsiteX7" fmla="*/ 24964 w 25167"/>
                    <a:gd name="connsiteY7" fmla="*/ 20151 h 29483"/>
                    <a:gd name="connsiteX8" fmla="*/ 23389 w 25167"/>
                    <a:gd name="connsiteY8" fmla="*/ 23839 h 29483"/>
                    <a:gd name="connsiteX9" fmla="*/ 20960 w 25167"/>
                    <a:gd name="connsiteY9" fmla="*/ 26807 h 29483"/>
                    <a:gd name="connsiteX10" fmla="*/ 17497 w 25167"/>
                    <a:gd name="connsiteY10" fmla="*/ 28786 h 29483"/>
                    <a:gd name="connsiteX11" fmla="*/ 12864 w 25167"/>
                    <a:gd name="connsiteY11" fmla="*/ 29484 h 29483"/>
                    <a:gd name="connsiteX12" fmla="*/ 7085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7 w 25167"/>
                    <a:gd name="connsiteY18" fmla="*/ 1169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7 w 25167"/>
                    <a:gd name="connsiteY23" fmla="*/ 12774 h 29483"/>
                    <a:gd name="connsiteX24" fmla="*/ 21185 w 25167"/>
                    <a:gd name="connsiteY24" fmla="*/ 8906 h 29483"/>
                    <a:gd name="connsiteX25" fmla="*/ 19521 w 25167"/>
                    <a:gd name="connsiteY25" fmla="*/ 5780 h 29483"/>
                    <a:gd name="connsiteX26" fmla="*/ 16732 w 25167"/>
                    <a:gd name="connsiteY26" fmla="*/ 3666 h 29483"/>
                    <a:gd name="connsiteX27" fmla="*/ 12909 w 25167"/>
                    <a:gd name="connsiteY27" fmla="*/ 2878 h 29483"/>
                    <a:gd name="connsiteX28" fmla="*/ 9108 w 25167"/>
                    <a:gd name="connsiteY28" fmla="*/ 3688 h 29483"/>
                    <a:gd name="connsiteX29" fmla="*/ 6297 w 25167"/>
                    <a:gd name="connsiteY29" fmla="*/ 5847 h 29483"/>
                    <a:gd name="connsiteX30" fmla="*/ 4430 w 25167"/>
                    <a:gd name="connsiteY30" fmla="*/ 8973 h 29483"/>
                    <a:gd name="connsiteX31" fmla="*/ 3509 w 25167"/>
                    <a:gd name="connsiteY31" fmla="*/ 12751 h 29483"/>
                    <a:gd name="connsiteX32" fmla="*/ 21747 w 25167"/>
                    <a:gd name="connsiteY32" fmla="*/ 12751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9" y="15473"/>
                      </a:moveTo>
                      <a:cubicBezTo>
                        <a:pt x="3509" y="16979"/>
                        <a:pt x="3711" y="18419"/>
                        <a:pt x="4093" y="19768"/>
                      </a:cubicBezTo>
                      <a:cubicBezTo>
                        <a:pt x="4498" y="21117"/>
                        <a:pt x="5083" y="22287"/>
                        <a:pt x="5848" y="23277"/>
                      </a:cubicBezTo>
                      <a:cubicBezTo>
                        <a:pt x="6612" y="24266"/>
                        <a:pt x="7602" y="25053"/>
                        <a:pt x="8794" y="25660"/>
                      </a:cubicBezTo>
                      <a:cubicBezTo>
                        <a:pt x="9985" y="26245"/>
                        <a:pt x="11357" y="26560"/>
                        <a:pt x="12886" y="26560"/>
                      </a:cubicBezTo>
                      <a:cubicBezTo>
                        <a:pt x="15000" y="26560"/>
                        <a:pt x="16822" y="25998"/>
                        <a:pt x="18329" y="24896"/>
                      </a:cubicBezTo>
                      <a:cubicBezTo>
                        <a:pt x="19836" y="23794"/>
                        <a:pt x="20848" y="22197"/>
                        <a:pt x="21343" y="20151"/>
                      </a:cubicBezTo>
                      <a:lnTo>
                        <a:pt x="24964" y="20151"/>
                      </a:lnTo>
                      <a:cubicBezTo>
                        <a:pt x="24558" y="21477"/>
                        <a:pt x="24041" y="22714"/>
                        <a:pt x="23389" y="23839"/>
                      </a:cubicBezTo>
                      <a:cubicBezTo>
                        <a:pt x="22737" y="24963"/>
                        <a:pt x="21927" y="25953"/>
                        <a:pt x="20960" y="26807"/>
                      </a:cubicBezTo>
                      <a:cubicBezTo>
                        <a:pt x="19994" y="27662"/>
                        <a:pt x="18847" y="28314"/>
                        <a:pt x="17497" y="28786"/>
                      </a:cubicBezTo>
                      <a:cubicBezTo>
                        <a:pt x="16170" y="29259"/>
                        <a:pt x="14618" y="29484"/>
                        <a:pt x="12864" y="29484"/>
                      </a:cubicBezTo>
                      <a:cubicBezTo>
                        <a:pt x="10638" y="29484"/>
                        <a:pt x="8704" y="29101"/>
                        <a:pt x="7085" y="28359"/>
                      </a:cubicBezTo>
                      <a:cubicBezTo>
                        <a:pt x="5465" y="27594"/>
                        <a:pt x="4138" y="26560"/>
                        <a:pt x="3081" y="25256"/>
                      </a:cubicBezTo>
                      <a:cubicBezTo>
                        <a:pt x="2047" y="23951"/>
                        <a:pt x="1260" y="22400"/>
                        <a:pt x="765" y="20623"/>
                      </a:cubicBezTo>
                      <a:cubicBezTo>
                        <a:pt x="270" y="18846"/>
                        <a:pt x="0" y="16934"/>
                        <a:pt x="0" y="14866"/>
                      </a:cubicBezTo>
                      <a:cubicBezTo>
                        <a:pt x="0" y="12796"/>
                        <a:pt x="293" y="10885"/>
                        <a:pt x="900" y="9086"/>
                      </a:cubicBezTo>
                      <a:cubicBezTo>
                        <a:pt x="1485" y="7287"/>
                        <a:pt x="2339" y="5712"/>
                        <a:pt x="3441" y="4363"/>
                      </a:cubicBezTo>
                      <a:cubicBezTo>
                        <a:pt x="4543" y="3014"/>
                        <a:pt x="5870" y="1957"/>
                        <a:pt x="7467" y="1169"/>
                      </a:cubicBezTo>
                      <a:cubicBezTo>
                        <a:pt x="9063" y="382"/>
                        <a:pt x="10840" y="0"/>
                        <a:pt x="12864" y="0"/>
                      </a:cubicBezTo>
                      <a:cubicBezTo>
                        <a:pt x="16710" y="0"/>
                        <a:pt x="19746" y="1327"/>
                        <a:pt x="21927" y="3958"/>
                      </a:cubicBezTo>
                      <a:cubicBezTo>
                        <a:pt x="24131" y="6612"/>
                        <a:pt x="25211" y="10435"/>
                        <a:pt x="25166" y="15473"/>
                      </a:cubicBezTo>
                      <a:lnTo>
                        <a:pt x="3463" y="15473"/>
                      </a:lnTo>
                      <a:close/>
                      <a:moveTo>
                        <a:pt x="21747" y="12774"/>
                      </a:moveTo>
                      <a:cubicBezTo>
                        <a:pt x="21747" y="11402"/>
                        <a:pt x="21568" y="10120"/>
                        <a:pt x="21185" y="8906"/>
                      </a:cubicBezTo>
                      <a:cubicBezTo>
                        <a:pt x="20803" y="7691"/>
                        <a:pt x="20241" y="6657"/>
                        <a:pt x="19521" y="5780"/>
                      </a:cubicBezTo>
                      <a:cubicBezTo>
                        <a:pt x="18779" y="4903"/>
                        <a:pt x="17857" y="4206"/>
                        <a:pt x="16732" y="3666"/>
                      </a:cubicBezTo>
                      <a:cubicBezTo>
                        <a:pt x="15608" y="3148"/>
                        <a:pt x="14349" y="2878"/>
                        <a:pt x="12909" y="2878"/>
                      </a:cubicBezTo>
                      <a:cubicBezTo>
                        <a:pt x="11470" y="2878"/>
                        <a:pt x="10210" y="3148"/>
                        <a:pt x="9108" y="3688"/>
                      </a:cubicBezTo>
                      <a:cubicBezTo>
                        <a:pt x="8006" y="4228"/>
                        <a:pt x="7085" y="4948"/>
                        <a:pt x="6297" y="5847"/>
                      </a:cubicBezTo>
                      <a:cubicBezTo>
                        <a:pt x="5532" y="6747"/>
                        <a:pt x="4903" y="7781"/>
                        <a:pt x="4430" y="8973"/>
                      </a:cubicBezTo>
                      <a:cubicBezTo>
                        <a:pt x="3958" y="10165"/>
                        <a:pt x="3666" y="11425"/>
                        <a:pt x="3509" y="12751"/>
                      </a:cubicBezTo>
                      <a:lnTo>
                        <a:pt x="21747" y="12751"/>
                      </a:lnTo>
                      <a:close/>
                    </a:path>
                  </a:pathLst>
                </a:custGeom>
                <a:solidFill>
                  <a:srgbClr val="231F20"/>
                </a:solidFill>
                <a:ln w="2249" cap="flat">
                  <a:noFill/>
                  <a:prstDash val="solid"/>
                  <a:miter/>
                </a:ln>
              </p:spPr>
              <p:txBody>
                <a:bodyPr rtlCol="0" anchor="ctr"/>
                <a:lstStyle/>
                <a:p>
                  <a:endParaRPr lang="en-US"/>
                </a:p>
              </p:txBody>
            </p:sp>
            <p:sp>
              <p:nvSpPr>
                <p:cNvPr id="18483" name="Freeform 18482">
                  <a:extLst>
                    <a:ext uri="{FF2B5EF4-FFF2-40B4-BE49-F238E27FC236}">
                      <a16:creationId xmlns:a16="http://schemas.microsoft.com/office/drawing/2014/main" id="{FF86AF5E-52AA-E3B5-4709-DA41325D1532}"/>
                    </a:ext>
                  </a:extLst>
                </p:cNvPr>
                <p:cNvSpPr/>
                <p:nvPr/>
              </p:nvSpPr>
              <p:spPr>
                <a:xfrm>
                  <a:off x="6092290" y="5775023"/>
                  <a:ext cx="24896" cy="29461"/>
                </a:xfrm>
                <a:custGeom>
                  <a:avLst/>
                  <a:gdLst>
                    <a:gd name="connsiteX0" fmla="*/ 21163 w 24896"/>
                    <a:gd name="connsiteY0" fmla="*/ 9558 h 29461"/>
                    <a:gd name="connsiteX1" fmla="*/ 18194 w 24896"/>
                    <a:gd name="connsiteY1" fmla="*/ 4678 h 29461"/>
                    <a:gd name="connsiteX2" fmla="*/ 12842 w 24896"/>
                    <a:gd name="connsiteY2" fmla="*/ 2923 h 29461"/>
                    <a:gd name="connsiteX3" fmla="*/ 8569 w 24896"/>
                    <a:gd name="connsiteY3" fmla="*/ 3958 h 29461"/>
                    <a:gd name="connsiteX4" fmla="*/ 5645 w 24896"/>
                    <a:gd name="connsiteY4" fmla="*/ 6679 h 29461"/>
                    <a:gd name="connsiteX5" fmla="*/ 3981 w 24896"/>
                    <a:gd name="connsiteY5" fmla="*/ 10502 h 29461"/>
                    <a:gd name="connsiteX6" fmla="*/ 3441 w 24896"/>
                    <a:gd name="connsiteY6" fmla="*/ 14798 h 29461"/>
                    <a:gd name="connsiteX7" fmla="*/ 3958 w 24896"/>
                    <a:gd name="connsiteY7" fmla="*/ 19116 h 29461"/>
                    <a:gd name="connsiteX8" fmla="*/ 5600 w 24896"/>
                    <a:gd name="connsiteY8" fmla="*/ 22894 h 29461"/>
                    <a:gd name="connsiteX9" fmla="*/ 8524 w 24896"/>
                    <a:gd name="connsiteY9" fmla="*/ 25571 h 29461"/>
                    <a:gd name="connsiteX10" fmla="*/ 12842 w 24896"/>
                    <a:gd name="connsiteY10" fmla="*/ 26560 h 29461"/>
                    <a:gd name="connsiteX11" fmla="*/ 18644 w 24896"/>
                    <a:gd name="connsiteY11" fmla="*/ 24558 h 29461"/>
                    <a:gd name="connsiteX12" fmla="*/ 21433 w 24896"/>
                    <a:gd name="connsiteY12" fmla="*/ 19049 h 29461"/>
                    <a:gd name="connsiteX13" fmla="*/ 24896 w 24896"/>
                    <a:gd name="connsiteY13" fmla="*/ 19049 h 29461"/>
                    <a:gd name="connsiteX14" fmla="*/ 23525 w 24896"/>
                    <a:gd name="connsiteY14" fmla="*/ 23277 h 29461"/>
                    <a:gd name="connsiteX15" fmla="*/ 21096 w 24896"/>
                    <a:gd name="connsiteY15" fmla="*/ 26560 h 29461"/>
                    <a:gd name="connsiteX16" fmla="*/ 17564 w 24896"/>
                    <a:gd name="connsiteY16" fmla="*/ 28697 h 29461"/>
                    <a:gd name="connsiteX17" fmla="*/ 12865 w 24896"/>
                    <a:gd name="connsiteY17" fmla="*/ 29461 h 29461"/>
                    <a:gd name="connsiteX18" fmla="*/ 7085 w 24896"/>
                    <a:gd name="connsiteY18" fmla="*/ 28337 h 29461"/>
                    <a:gd name="connsiteX19" fmla="*/ 3081 w 24896"/>
                    <a:gd name="connsiteY19" fmla="*/ 25233 h 29461"/>
                    <a:gd name="connsiteX20" fmla="*/ 765 w 24896"/>
                    <a:gd name="connsiteY20" fmla="*/ 20556 h 29461"/>
                    <a:gd name="connsiteX21" fmla="*/ 0 w 24896"/>
                    <a:gd name="connsiteY21" fmla="*/ 14776 h 29461"/>
                    <a:gd name="connsiteX22" fmla="*/ 832 w 24896"/>
                    <a:gd name="connsiteY22" fmla="*/ 9198 h 29461"/>
                    <a:gd name="connsiteX23" fmla="*/ 3284 w 24896"/>
                    <a:gd name="connsiteY23" fmla="*/ 4475 h 29461"/>
                    <a:gd name="connsiteX24" fmla="*/ 7309 w 24896"/>
                    <a:gd name="connsiteY24" fmla="*/ 1214 h 29461"/>
                    <a:gd name="connsiteX25" fmla="*/ 12842 w 24896"/>
                    <a:gd name="connsiteY25" fmla="*/ 0 h 29461"/>
                    <a:gd name="connsiteX26" fmla="*/ 20691 w 24896"/>
                    <a:gd name="connsiteY26" fmla="*/ 2316 h 29461"/>
                    <a:gd name="connsiteX27" fmla="*/ 24446 w 24896"/>
                    <a:gd name="connsiteY27" fmla="*/ 9558 h 29461"/>
                    <a:gd name="connsiteX28" fmla="*/ 21163 w 24896"/>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6" h="29461">
                      <a:moveTo>
                        <a:pt x="21163" y="9558"/>
                      </a:moveTo>
                      <a:cubicBezTo>
                        <a:pt x="20578" y="7466"/>
                        <a:pt x="19589" y="5847"/>
                        <a:pt x="18194" y="4678"/>
                      </a:cubicBezTo>
                      <a:cubicBezTo>
                        <a:pt x="16800" y="3508"/>
                        <a:pt x="15001" y="2923"/>
                        <a:pt x="12842" y="2923"/>
                      </a:cubicBezTo>
                      <a:cubicBezTo>
                        <a:pt x="11178" y="2923"/>
                        <a:pt x="9761" y="3261"/>
                        <a:pt x="8569" y="3958"/>
                      </a:cubicBezTo>
                      <a:cubicBezTo>
                        <a:pt x="7377" y="4633"/>
                        <a:pt x="6410" y="5555"/>
                        <a:pt x="5645" y="6679"/>
                      </a:cubicBezTo>
                      <a:cubicBezTo>
                        <a:pt x="4881" y="7804"/>
                        <a:pt x="4341" y="9086"/>
                        <a:pt x="3981" y="10502"/>
                      </a:cubicBezTo>
                      <a:cubicBezTo>
                        <a:pt x="3621" y="11919"/>
                        <a:pt x="3441" y="13359"/>
                        <a:pt x="3441" y="14798"/>
                      </a:cubicBezTo>
                      <a:cubicBezTo>
                        <a:pt x="3441" y="16237"/>
                        <a:pt x="3621" y="17722"/>
                        <a:pt x="3958" y="19116"/>
                      </a:cubicBezTo>
                      <a:cubicBezTo>
                        <a:pt x="4296" y="20510"/>
                        <a:pt x="4858" y="21770"/>
                        <a:pt x="5600" y="22894"/>
                      </a:cubicBezTo>
                      <a:cubicBezTo>
                        <a:pt x="6342" y="24019"/>
                        <a:pt x="7332" y="24896"/>
                        <a:pt x="8524" y="25571"/>
                      </a:cubicBezTo>
                      <a:cubicBezTo>
                        <a:pt x="9716" y="26245"/>
                        <a:pt x="11155" y="26560"/>
                        <a:pt x="12842" y="26560"/>
                      </a:cubicBezTo>
                      <a:cubicBezTo>
                        <a:pt x="15248" y="26560"/>
                        <a:pt x="17182" y="25886"/>
                        <a:pt x="18644" y="24558"/>
                      </a:cubicBezTo>
                      <a:cubicBezTo>
                        <a:pt x="20106" y="23232"/>
                        <a:pt x="21028" y="21388"/>
                        <a:pt x="21433" y="19049"/>
                      </a:cubicBezTo>
                      <a:lnTo>
                        <a:pt x="24896" y="19049"/>
                      </a:lnTo>
                      <a:cubicBezTo>
                        <a:pt x="24604" y="20600"/>
                        <a:pt x="24154" y="22017"/>
                        <a:pt x="23525" y="23277"/>
                      </a:cubicBezTo>
                      <a:cubicBezTo>
                        <a:pt x="22895" y="24558"/>
                        <a:pt x="22085" y="25660"/>
                        <a:pt x="21096" y="26560"/>
                      </a:cubicBezTo>
                      <a:cubicBezTo>
                        <a:pt x="20106" y="27482"/>
                        <a:pt x="18937" y="28179"/>
                        <a:pt x="17564" y="28697"/>
                      </a:cubicBezTo>
                      <a:cubicBezTo>
                        <a:pt x="16193" y="29214"/>
                        <a:pt x="14641" y="29461"/>
                        <a:pt x="12865" y="29461"/>
                      </a:cubicBezTo>
                      <a:cubicBezTo>
                        <a:pt x="10638" y="29461"/>
                        <a:pt x="8704" y="29079"/>
                        <a:pt x="7085" y="28337"/>
                      </a:cubicBezTo>
                      <a:cubicBezTo>
                        <a:pt x="5465" y="27572"/>
                        <a:pt x="4138" y="26538"/>
                        <a:pt x="3081" y="25233"/>
                      </a:cubicBezTo>
                      <a:cubicBezTo>
                        <a:pt x="2024" y="23929"/>
                        <a:pt x="1260" y="22355"/>
                        <a:pt x="765" y="20556"/>
                      </a:cubicBezTo>
                      <a:cubicBezTo>
                        <a:pt x="270" y="18756"/>
                        <a:pt x="0" y="16822"/>
                        <a:pt x="0" y="14776"/>
                      </a:cubicBezTo>
                      <a:cubicBezTo>
                        <a:pt x="0" y="12841"/>
                        <a:pt x="270" y="10975"/>
                        <a:pt x="832" y="9198"/>
                      </a:cubicBezTo>
                      <a:cubicBezTo>
                        <a:pt x="1395" y="7421"/>
                        <a:pt x="2204" y="5847"/>
                        <a:pt x="3284" y="4475"/>
                      </a:cubicBezTo>
                      <a:cubicBezTo>
                        <a:pt x="4363" y="3104"/>
                        <a:pt x="5712" y="2024"/>
                        <a:pt x="7309" y="1214"/>
                      </a:cubicBezTo>
                      <a:cubicBezTo>
                        <a:pt x="8906" y="405"/>
                        <a:pt x="10750" y="0"/>
                        <a:pt x="12842" y="0"/>
                      </a:cubicBezTo>
                      <a:cubicBezTo>
                        <a:pt x="16080" y="0"/>
                        <a:pt x="18689" y="765"/>
                        <a:pt x="20691" y="2316"/>
                      </a:cubicBezTo>
                      <a:cubicBezTo>
                        <a:pt x="22692" y="3868"/>
                        <a:pt x="23929" y="6274"/>
                        <a:pt x="24446" y="9558"/>
                      </a:cubicBezTo>
                      <a:lnTo>
                        <a:pt x="21163" y="9558"/>
                      </a:lnTo>
                      <a:close/>
                    </a:path>
                  </a:pathLst>
                </a:custGeom>
                <a:solidFill>
                  <a:srgbClr val="231F20"/>
                </a:solidFill>
                <a:ln w="2249" cap="flat">
                  <a:noFill/>
                  <a:prstDash val="solid"/>
                  <a:miter/>
                </a:ln>
              </p:spPr>
              <p:txBody>
                <a:bodyPr rtlCol="0" anchor="ctr"/>
                <a:lstStyle/>
                <a:p>
                  <a:endParaRPr lang="en-US"/>
                </a:p>
              </p:txBody>
            </p:sp>
            <p:sp>
              <p:nvSpPr>
                <p:cNvPr id="18484" name="Freeform 18483">
                  <a:extLst>
                    <a:ext uri="{FF2B5EF4-FFF2-40B4-BE49-F238E27FC236}">
                      <a16:creationId xmlns:a16="http://schemas.microsoft.com/office/drawing/2014/main" id="{F967B866-86B5-CA85-A288-6A71354BEFF5}"/>
                    </a:ext>
                  </a:extLst>
                </p:cNvPr>
                <p:cNvSpPr/>
                <p:nvPr/>
              </p:nvSpPr>
              <p:spPr>
                <a:xfrm>
                  <a:off x="6120852" y="5768006"/>
                  <a:ext cx="12616" cy="36500"/>
                </a:xfrm>
                <a:custGeom>
                  <a:avLst/>
                  <a:gdLst>
                    <a:gd name="connsiteX0" fmla="*/ 12616 w 12616"/>
                    <a:gd name="connsiteY0" fmla="*/ 35848 h 36500"/>
                    <a:gd name="connsiteX1" fmla="*/ 11042 w 12616"/>
                    <a:gd name="connsiteY1" fmla="*/ 36231 h 36500"/>
                    <a:gd name="connsiteX2" fmla="*/ 8883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1 h 36500"/>
                    <a:gd name="connsiteX8" fmla="*/ 3936 w 12616"/>
                    <a:gd name="connsiteY8" fmla="*/ 7781 h 36500"/>
                    <a:gd name="connsiteX9" fmla="*/ 3936 w 12616"/>
                    <a:gd name="connsiteY9" fmla="*/ 0 h 36500"/>
                    <a:gd name="connsiteX10" fmla="*/ 7174 w 12616"/>
                    <a:gd name="connsiteY10" fmla="*/ 0 h 36500"/>
                    <a:gd name="connsiteX11" fmla="*/ 7174 w 12616"/>
                    <a:gd name="connsiteY11" fmla="*/ 7781 h 36500"/>
                    <a:gd name="connsiteX12" fmla="*/ 12414 w 12616"/>
                    <a:gd name="connsiteY12" fmla="*/ 7781 h 36500"/>
                    <a:gd name="connsiteX13" fmla="*/ 12414 w 12616"/>
                    <a:gd name="connsiteY13" fmla="*/ 10480 h 36500"/>
                    <a:gd name="connsiteX14" fmla="*/ 7174 w 12616"/>
                    <a:gd name="connsiteY14" fmla="*/ 10480 h 36500"/>
                    <a:gd name="connsiteX15" fmla="*/ 7174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5 h 36500"/>
                    <a:gd name="connsiteX21" fmla="*/ 12616 w 12616"/>
                    <a:gd name="connsiteY21" fmla="*/ 33195 h 36500"/>
                    <a:gd name="connsiteX22" fmla="*/ 12616 w 12616"/>
                    <a:gd name="connsiteY22" fmla="*/ 35848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616" h="36500">
                      <a:moveTo>
                        <a:pt x="12616" y="35848"/>
                      </a:moveTo>
                      <a:cubicBezTo>
                        <a:pt x="12212" y="35916"/>
                        <a:pt x="11694" y="36051"/>
                        <a:pt x="11042" y="36231"/>
                      </a:cubicBezTo>
                      <a:cubicBezTo>
                        <a:pt x="10390" y="36410"/>
                        <a:pt x="9670" y="36501"/>
                        <a:pt x="8883" y="36501"/>
                      </a:cubicBezTo>
                      <a:cubicBezTo>
                        <a:pt x="7264" y="36501"/>
                        <a:pt x="6027" y="36096"/>
                        <a:pt x="5195" y="35286"/>
                      </a:cubicBezTo>
                      <a:cubicBezTo>
                        <a:pt x="4363" y="34476"/>
                        <a:pt x="3936" y="33037"/>
                        <a:pt x="3936" y="30946"/>
                      </a:cubicBezTo>
                      <a:lnTo>
                        <a:pt x="3936" y="10480"/>
                      </a:lnTo>
                      <a:lnTo>
                        <a:pt x="0" y="10480"/>
                      </a:lnTo>
                      <a:lnTo>
                        <a:pt x="0" y="7781"/>
                      </a:lnTo>
                      <a:lnTo>
                        <a:pt x="3936" y="7781"/>
                      </a:lnTo>
                      <a:lnTo>
                        <a:pt x="3936" y="0"/>
                      </a:lnTo>
                      <a:lnTo>
                        <a:pt x="7174" y="0"/>
                      </a:lnTo>
                      <a:lnTo>
                        <a:pt x="7174" y="7781"/>
                      </a:lnTo>
                      <a:lnTo>
                        <a:pt x="12414" y="7781"/>
                      </a:lnTo>
                      <a:lnTo>
                        <a:pt x="12414" y="10480"/>
                      </a:lnTo>
                      <a:lnTo>
                        <a:pt x="7174" y="10480"/>
                      </a:lnTo>
                      <a:lnTo>
                        <a:pt x="7174" y="29641"/>
                      </a:lnTo>
                      <a:cubicBezTo>
                        <a:pt x="7174" y="30316"/>
                        <a:pt x="7174" y="30923"/>
                        <a:pt x="7219" y="31418"/>
                      </a:cubicBezTo>
                      <a:cubicBezTo>
                        <a:pt x="7264" y="31913"/>
                        <a:pt x="7354" y="32340"/>
                        <a:pt x="7534" y="32655"/>
                      </a:cubicBezTo>
                      <a:cubicBezTo>
                        <a:pt x="7714" y="32970"/>
                        <a:pt x="7983" y="33217"/>
                        <a:pt x="8366" y="33352"/>
                      </a:cubicBezTo>
                      <a:cubicBezTo>
                        <a:pt x="8748" y="33487"/>
                        <a:pt x="9265" y="33577"/>
                        <a:pt x="9963" y="33577"/>
                      </a:cubicBezTo>
                      <a:cubicBezTo>
                        <a:pt x="10390" y="33577"/>
                        <a:pt x="10840" y="33532"/>
                        <a:pt x="11290" y="33465"/>
                      </a:cubicBezTo>
                      <a:cubicBezTo>
                        <a:pt x="11739" y="33397"/>
                        <a:pt x="12189" y="33307"/>
                        <a:pt x="12616" y="33195"/>
                      </a:cubicBezTo>
                      <a:lnTo>
                        <a:pt x="12616" y="35848"/>
                      </a:lnTo>
                      <a:close/>
                    </a:path>
                  </a:pathLst>
                </a:custGeom>
                <a:solidFill>
                  <a:srgbClr val="231F20"/>
                </a:solidFill>
                <a:ln w="2249" cap="flat">
                  <a:noFill/>
                  <a:prstDash val="solid"/>
                  <a:miter/>
                </a:ln>
              </p:spPr>
              <p:txBody>
                <a:bodyPr rtlCol="0" anchor="ctr"/>
                <a:lstStyle/>
                <a:p>
                  <a:endParaRPr lang="en-US"/>
                </a:p>
              </p:txBody>
            </p:sp>
          </p:grpSp>
          <p:grpSp>
            <p:nvGrpSpPr>
              <p:cNvPr id="18485" name="Graphic 4479">
                <a:extLst>
                  <a:ext uri="{FF2B5EF4-FFF2-40B4-BE49-F238E27FC236}">
                    <a16:creationId xmlns:a16="http://schemas.microsoft.com/office/drawing/2014/main" id="{5C6C0A98-A625-7846-B2E0-AE0C217B830E}"/>
                  </a:ext>
                </a:extLst>
              </p:cNvPr>
              <p:cNvGrpSpPr/>
              <p:nvPr/>
            </p:nvGrpSpPr>
            <p:grpSpPr>
              <a:xfrm>
                <a:off x="8121065" y="5263502"/>
                <a:ext cx="833849" cy="159358"/>
                <a:chOff x="6203951" y="5764880"/>
                <a:chExt cx="207466" cy="39649"/>
              </a:xfrm>
              <a:solidFill>
                <a:srgbClr val="231F20"/>
              </a:solidFill>
            </p:grpSpPr>
            <p:sp>
              <p:nvSpPr>
                <p:cNvPr id="18486" name="Freeform 18485">
                  <a:extLst>
                    <a:ext uri="{FF2B5EF4-FFF2-40B4-BE49-F238E27FC236}">
                      <a16:creationId xmlns:a16="http://schemas.microsoft.com/office/drawing/2014/main" id="{AAE0D548-095B-8B47-DF0D-E59F4937F201}"/>
                    </a:ext>
                  </a:extLst>
                </p:cNvPr>
                <p:cNvSpPr/>
                <p:nvPr/>
              </p:nvSpPr>
              <p:spPr>
                <a:xfrm>
                  <a:off x="6203951" y="5764880"/>
                  <a:ext cx="3553" cy="38861"/>
                </a:xfrm>
                <a:custGeom>
                  <a:avLst/>
                  <a:gdLst>
                    <a:gd name="connsiteX0" fmla="*/ 0 w 3553"/>
                    <a:gd name="connsiteY0" fmla="*/ 4813 h 38861"/>
                    <a:gd name="connsiteX1" fmla="*/ 0 w 3553"/>
                    <a:gd name="connsiteY1" fmla="*/ 0 h 38861"/>
                    <a:gd name="connsiteX2" fmla="*/ 3554 w 3553"/>
                    <a:gd name="connsiteY2" fmla="*/ 0 h 38861"/>
                    <a:gd name="connsiteX3" fmla="*/ 3554 w 3553"/>
                    <a:gd name="connsiteY3" fmla="*/ 4813 h 38861"/>
                    <a:gd name="connsiteX4" fmla="*/ 0 w 3553"/>
                    <a:gd name="connsiteY4" fmla="*/ 4813 h 38861"/>
                    <a:gd name="connsiteX5" fmla="*/ 158 w 3553"/>
                    <a:gd name="connsiteY5" fmla="*/ 38862 h 38861"/>
                    <a:gd name="connsiteX6" fmla="*/ 158 w 3553"/>
                    <a:gd name="connsiteY6" fmla="*/ 10907 h 38861"/>
                    <a:gd name="connsiteX7" fmla="*/ 3396 w 3553"/>
                    <a:gd name="connsiteY7" fmla="*/ 10907 h 38861"/>
                    <a:gd name="connsiteX8" fmla="*/ 3396 w 3553"/>
                    <a:gd name="connsiteY8" fmla="*/ 38862 h 38861"/>
                    <a:gd name="connsiteX9" fmla="*/ 158 w 3553"/>
                    <a:gd name="connsiteY9" fmla="*/ 38862 h 38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53" h="38861">
                      <a:moveTo>
                        <a:pt x="0" y="4813"/>
                      </a:moveTo>
                      <a:lnTo>
                        <a:pt x="0" y="0"/>
                      </a:lnTo>
                      <a:lnTo>
                        <a:pt x="3554" y="0"/>
                      </a:lnTo>
                      <a:lnTo>
                        <a:pt x="3554" y="4813"/>
                      </a:lnTo>
                      <a:lnTo>
                        <a:pt x="0" y="4813"/>
                      </a:lnTo>
                      <a:close/>
                      <a:moveTo>
                        <a:pt x="158" y="38862"/>
                      </a:moveTo>
                      <a:lnTo>
                        <a:pt x="158" y="10907"/>
                      </a:lnTo>
                      <a:lnTo>
                        <a:pt x="3396" y="10907"/>
                      </a:lnTo>
                      <a:lnTo>
                        <a:pt x="3396" y="38862"/>
                      </a:lnTo>
                      <a:lnTo>
                        <a:pt x="158" y="38862"/>
                      </a:lnTo>
                      <a:close/>
                    </a:path>
                  </a:pathLst>
                </a:custGeom>
                <a:solidFill>
                  <a:srgbClr val="231F20"/>
                </a:solidFill>
                <a:ln w="2249" cap="flat">
                  <a:noFill/>
                  <a:prstDash val="solid"/>
                  <a:miter/>
                </a:ln>
              </p:spPr>
              <p:txBody>
                <a:bodyPr rtlCol="0" anchor="ctr"/>
                <a:lstStyle/>
                <a:p>
                  <a:endParaRPr lang="en-US"/>
                </a:p>
              </p:txBody>
            </p:sp>
            <p:sp>
              <p:nvSpPr>
                <p:cNvPr id="18487" name="Freeform 18486">
                  <a:extLst>
                    <a:ext uri="{FF2B5EF4-FFF2-40B4-BE49-F238E27FC236}">
                      <a16:creationId xmlns:a16="http://schemas.microsoft.com/office/drawing/2014/main" id="{80BD256C-CABB-3C19-AD2E-68FB1C53587C}"/>
                    </a:ext>
                  </a:extLst>
                </p:cNvPr>
                <p:cNvSpPr/>
                <p:nvPr/>
              </p:nvSpPr>
              <p:spPr>
                <a:xfrm>
                  <a:off x="6215600" y="5775023"/>
                  <a:ext cx="22197" cy="28741"/>
                </a:xfrm>
                <a:custGeom>
                  <a:avLst/>
                  <a:gdLst>
                    <a:gd name="connsiteX0" fmla="*/ 3238 w 22197"/>
                    <a:gd name="connsiteY0" fmla="*/ 28719 h 28741"/>
                    <a:gd name="connsiteX1" fmla="*/ 0 w 22197"/>
                    <a:gd name="connsiteY1" fmla="*/ 28719 h 28741"/>
                    <a:gd name="connsiteX2" fmla="*/ 0 w 22197"/>
                    <a:gd name="connsiteY2" fmla="*/ 765 h 28741"/>
                    <a:gd name="connsiteX3" fmla="*/ 3238 w 22197"/>
                    <a:gd name="connsiteY3" fmla="*/ 765 h 28741"/>
                    <a:gd name="connsiteX4" fmla="*/ 3238 w 22197"/>
                    <a:gd name="connsiteY4" fmla="*/ 4655 h 28741"/>
                    <a:gd name="connsiteX5" fmla="*/ 7264 w 22197"/>
                    <a:gd name="connsiteY5" fmla="*/ 1304 h 28741"/>
                    <a:gd name="connsiteX6" fmla="*/ 12257 w 22197"/>
                    <a:gd name="connsiteY6" fmla="*/ 0 h 28741"/>
                    <a:gd name="connsiteX7" fmla="*/ 17070 w 22197"/>
                    <a:gd name="connsiteY7" fmla="*/ 899 h 28741"/>
                    <a:gd name="connsiteX8" fmla="*/ 20803 w 22197"/>
                    <a:gd name="connsiteY8" fmla="*/ 4003 h 28741"/>
                    <a:gd name="connsiteX9" fmla="*/ 22017 w 22197"/>
                    <a:gd name="connsiteY9" fmla="*/ 7107 h 28741"/>
                    <a:gd name="connsiteX10" fmla="*/ 22197 w 22197"/>
                    <a:gd name="connsiteY10" fmla="*/ 10435 h 28741"/>
                    <a:gd name="connsiteX11" fmla="*/ 22197 w 22197"/>
                    <a:gd name="connsiteY11" fmla="*/ 28741 h 28741"/>
                    <a:gd name="connsiteX12" fmla="*/ 18959 w 22197"/>
                    <a:gd name="connsiteY12" fmla="*/ 28741 h 28741"/>
                    <a:gd name="connsiteX13" fmla="*/ 18959 w 22197"/>
                    <a:gd name="connsiteY13" fmla="*/ 10502 h 28741"/>
                    <a:gd name="connsiteX14" fmla="*/ 17294 w 22197"/>
                    <a:gd name="connsiteY14" fmla="*/ 4835 h 28741"/>
                    <a:gd name="connsiteX15" fmla="*/ 11739 w 22197"/>
                    <a:gd name="connsiteY15" fmla="*/ 2946 h 28741"/>
                    <a:gd name="connsiteX16" fmla="*/ 8996 w 22197"/>
                    <a:gd name="connsiteY16" fmla="*/ 3396 h 28741"/>
                    <a:gd name="connsiteX17" fmla="*/ 6747 w 22197"/>
                    <a:gd name="connsiteY17" fmla="*/ 4610 h 28741"/>
                    <a:gd name="connsiteX18" fmla="*/ 5038 w 22197"/>
                    <a:gd name="connsiteY18" fmla="*/ 6342 h 28741"/>
                    <a:gd name="connsiteX19" fmla="*/ 3958 w 22197"/>
                    <a:gd name="connsiteY19" fmla="*/ 8389 h 28741"/>
                    <a:gd name="connsiteX20" fmla="*/ 3373 w 22197"/>
                    <a:gd name="connsiteY20" fmla="*/ 10975 h 28741"/>
                    <a:gd name="connsiteX21" fmla="*/ 3261 w 22197"/>
                    <a:gd name="connsiteY21" fmla="*/ 13674 h 28741"/>
                    <a:gd name="connsiteX22" fmla="*/ 3261 w 22197"/>
                    <a:gd name="connsiteY22" fmla="*/ 28741 h 28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2197" h="28741">
                      <a:moveTo>
                        <a:pt x="3238" y="28719"/>
                      </a:moveTo>
                      <a:lnTo>
                        <a:pt x="0" y="28719"/>
                      </a:lnTo>
                      <a:lnTo>
                        <a:pt x="0" y="765"/>
                      </a:lnTo>
                      <a:lnTo>
                        <a:pt x="3238" y="765"/>
                      </a:lnTo>
                      <a:lnTo>
                        <a:pt x="3238" y="4655"/>
                      </a:lnTo>
                      <a:cubicBezTo>
                        <a:pt x="4543" y="3283"/>
                        <a:pt x="5870" y="2181"/>
                        <a:pt x="7264" y="1304"/>
                      </a:cubicBezTo>
                      <a:cubicBezTo>
                        <a:pt x="8659" y="450"/>
                        <a:pt x="10323" y="0"/>
                        <a:pt x="12257" y="0"/>
                      </a:cubicBezTo>
                      <a:cubicBezTo>
                        <a:pt x="13988" y="0"/>
                        <a:pt x="15585" y="292"/>
                        <a:pt x="17070" y="899"/>
                      </a:cubicBezTo>
                      <a:cubicBezTo>
                        <a:pt x="18554" y="1507"/>
                        <a:pt x="19791" y="2519"/>
                        <a:pt x="20803" y="4003"/>
                      </a:cubicBezTo>
                      <a:cubicBezTo>
                        <a:pt x="21478" y="5015"/>
                        <a:pt x="21882" y="6050"/>
                        <a:pt x="22017" y="7107"/>
                      </a:cubicBezTo>
                      <a:cubicBezTo>
                        <a:pt x="22152" y="8164"/>
                        <a:pt x="22197" y="9266"/>
                        <a:pt x="22197" y="10435"/>
                      </a:cubicBezTo>
                      <a:lnTo>
                        <a:pt x="22197" y="28741"/>
                      </a:lnTo>
                      <a:lnTo>
                        <a:pt x="18959" y="28741"/>
                      </a:lnTo>
                      <a:lnTo>
                        <a:pt x="18959" y="10502"/>
                      </a:lnTo>
                      <a:cubicBezTo>
                        <a:pt x="18959" y="7984"/>
                        <a:pt x="18396" y="6095"/>
                        <a:pt x="17294" y="4835"/>
                      </a:cubicBezTo>
                      <a:cubicBezTo>
                        <a:pt x="16170" y="3576"/>
                        <a:pt x="14326" y="2946"/>
                        <a:pt x="11739" y="2946"/>
                      </a:cubicBezTo>
                      <a:cubicBezTo>
                        <a:pt x="10728" y="2946"/>
                        <a:pt x="9806" y="3104"/>
                        <a:pt x="8996" y="3396"/>
                      </a:cubicBezTo>
                      <a:cubicBezTo>
                        <a:pt x="8187" y="3688"/>
                        <a:pt x="7422" y="4115"/>
                        <a:pt x="6747" y="4610"/>
                      </a:cubicBezTo>
                      <a:cubicBezTo>
                        <a:pt x="6072" y="5105"/>
                        <a:pt x="5510" y="5690"/>
                        <a:pt x="5038" y="6342"/>
                      </a:cubicBezTo>
                      <a:cubicBezTo>
                        <a:pt x="4565" y="6994"/>
                        <a:pt x="4206" y="7669"/>
                        <a:pt x="3958" y="8389"/>
                      </a:cubicBezTo>
                      <a:cubicBezTo>
                        <a:pt x="3644" y="9288"/>
                        <a:pt x="3441" y="10143"/>
                        <a:pt x="3373" y="10975"/>
                      </a:cubicBezTo>
                      <a:cubicBezTo>
                        <a:pt x="3306" y="11807"/>
                        <a:pt x="3261" y="12706"/>
                        <a:pt x="3261" y="13674"/>
                      </a:cubicBezTo>
                      <a:lnTo>
                        <a:pt x="3261" y="28741"/>
                      </a:lnTo>
                      <a:close/>
                    </a:path>
                  </a:pathLst>
                </a:custGeom>
                <a:solidFill>
                  <a:srgbClr val="231F20"/>
                </a:solidFill>
                <a:ln w="2249" cap="flat">
                  <a:noFill/>
                  <a:prstDash val="solid"/>
                  <a:miter/>
                </a:ln>
              </p:spPr>
              <p:txBody>
                <a:bodyPr rtlCol="0" anchor="ctr"/>
                <a:lstStyle/>
                <a:p>
                  <a:endParaRPr lang="en-US"/>
                </a:p>
              </p:txBody>
            </p:sp>
            <p:sp>
              <p:nvSpPr>
                <p:cNvPr id="18488" name="Freeform 18487">
                  <a:extLst>
                    <a:ext uri="{FF2B5EF4-FFF2-40B4-BE49-F238E27FC236}">
                      <a16:creationId xmlns:a16="http://schemas.microsoft.com/office/drawing/2014/main" id="{27AD3F47-3A79-DD85-AC12-996B4102A5C4}"/>
                    </a:ext>
                  </a:extLst>
                </p:cNvPr>
                <p:cNvSpPr/>
                <p:nvPr/>
              </p:nvSpPr>
              <p:spPr>
                <a:xfrm>
                  <a:off x="6244275" y="5775023"/>
                  <a:ext cx="24896" cy="29461"/>
                </a:xfrm>
                <a:custGeom>
                  <a:avLst/>
                  <a:gdLst>
                    <a:gd name="connsiteX0" fmla="*/ 21163 w 24896"/>
                    <a:gd name="connsiteY0" fmla="*/ 9558 h 29461"/>
                    <a:gd name="connsiteX1" fmla="*/ 18194 w 24896"/>
                    <a:gd name="connsiteY1" fmla="*/ 4678 h 29461"/>
                    <a:gd name="connsiteX2" fmla="*/ 12841 w 24896"/>
                    <a:gd name="connsiteY2" fmla="*/ 2923 h 29461"/>
                    <a:gd name="connsiteX3" fmla="*/ 8569 w 24896"/>
                    <a:gd name="connsiteY3" fmla="*/ 3958 h 29461"/>
                    <a:gd name="connsiteX4" fmla="*/ 5645 w 24896"/>
                    <a:gd name="connsiteY4" fmla="*/ 6679 h 29461"/>
                    <a:gd name="connsiteX5" fmla="*/ 3981 w 24896"/>
                    <a:gd name="connsiteY5" fmla="*/ 10502 h 29461"/>
                    <a:gd name="connsiteX6" fmla="*/ 3441 w 24896"/>
                    <a:gd name="connsiteY6" fmla="*/ 14798 h 29461"/>
                    <a:gd name="connsiteX7" fmla="*/ 3958 w 24896"/>
                    <a:gd name="connsiteY7" fmla="*/ 19116 h 29461"/>
                    <a:gd name="connsiteX8" fmla="*/ 5600 w 24896"/>
                    <a:gd name="connsiteY8" fmla="*/ 22894 h 29461"/>
                    <a:gd name="connsiteX9" fmla="*/ 8524 w 24896"/>
                    <a:gd name="connsiteY9" fmla="*/ 25571 h 29461"/>
                    <a:gd name="connsiteX10" fmla="*/ 12841 w 24896"/>
                    <a:gd name="connsiteY10" fmla="*/ 26560 h 29461"/>
                    <a:gd name="connsiteX11" fmla="*/ 18644 w 24896"/>
                    <a:gd name="connsiteY11" fmla="*/ 24558 h 29461"/>
                    <a:gd name="connsiteX12" fmla="*/ 21433 w 24896"/>
                    <a:gd name="connsiteY12" fmla="*/ 19049 h 29461"/>
                    <a:gd name="connsiteX13" fmla="*/ 24896 w 24896"/>
                    <a:gd name="connsiteY13" fmla="*/ 19049 h 29461"/>
                    <a:gd name="connsiteX14" fmla="*/ 23524 w 24896"/>
                    <a:gd name="connsiteY14" fmla="*/ 23277 h 29461"/>
                    <a:gd name="connsiteX15" fmla="*/ 21096 w 24896"/>
                    <a:gd name="connsiteY15" fmla="*/ 26560 h 29461"/>
                    <a:gd name="connsiteX16" fmla="*/ 17564 w 24896"/>
                    <a:gd name="connsiteY16" fmla="*/ 28697 h 29461"/>
                    <a:gd name="connsiteX17" fmla="*/ 12864 w 24896"/>
                    <a:gd name="connsiteY17" fmla="*/ 29461 h 29461"/>
                    <a:gd name="connsiteX18" fmla="*/ 7085 w 24896"/>
                    <a:gd name="connsiteY18" fmla="*/ 28337 h 29461"/>
                    <a:gd name="connsiteX19" fmla="*/ 3081 w 24896"/>
                    <a:gd name="connsiteY19" fmla="*/ 25233 h 29461"/>
                    <a:gd name="connsiteX20" fmla="*/ 765 w 24896"/>
                    <a:gd name="connsiteY20" fmla="*/ 20556 h 29461"/>
                    <a:gd name="connsiteX21" fmla="*/ 0 w 24896"/>
                    <a:gd name="connsiteY21" fmla="*/ 14776 h 29461"/>
                    <a:gd name="connsiteX22" fmla="*/ 832 w 24896"/>
                    <a:gd name="connsiteY22" fmla="*/ 9198 h 29461"/>
                    <a:gd name="connsiteX23" fmla="*/ 3283 w 24896"/>
                    <a:gd name="connsiteY23" fmla="*/ 4475 h 29461"/>
                    <a:gd name="connsiteX24" fmla="*/ 7309 w 24896"/>
                    <a:gd name="connsiteY24" fmla="*/ 1214 h 29461"/>
                    <a:gd name="connsiteX25" fmla="*/ 12841 w 24896"/>
                    <a:gd name="connsiteY25" fmla="*/ 0 h 29461"/>
                    <a:gd name="connsiteX26" fmla="*/ 20690 w 24896"/>
                    <a:gd name="connsiteY26" fmla="*/ 2316 h 29461"/>
                    <a:gd name="connsiteX27" fmla="*/ 24446 w 24896"/>
                    <a:gd name="connsiteY27" fmla="*/ 9558 h 29461"/>
                    <a:gd name="connsiteX28" fmla="*/ 21163 w 24896"/>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6" h="29461">
                      <a:moveTo>
                        <a:pt x="21163" y="9558"/>
                      </a:moveTo>
                      <a:cubicBezTo>
                        <a:pt x="20578" y="7466"/>
                        <a:pt x="19588" y="5847"/>
                        <a:pt x="18194" y="4678"/>
                      </a:cubicBezTo>
                      <a:cubicBezTo>
                        <a:pt x="16800" y="3508"/>
                        <a:pt x="15000" y="2923"/>
                        <a:pt x="12841" y="2923"/>
                      </a:cubicBezTo>
                      <a:cubicBezTo>
                        <a:pt x="11177" y="2923"/>
                        <a:pt x="9761" y="3261"/>
                        <a:pt x="8569" y="3958"/>
                      </a:cubicBezTo>
                      <a:cubicBezTo>
                        <a:pt x="7377" y="4633"/>
                        <a:pt x="6410" y="5555"/>
                        <a:pt x="5645" y="6679"/>
                      </a:cubicBezTo>
                      <a:cubicBezTo>
                        <a:pt x="4880" y="7804"/>
                        <a:pt x="4340" y="9086"/>
                        <a:pt x="3981" y="10502"/>
                      </a:cubicBezTo>
                      <a:cubicBezTo>
                        <a:pt x="3621" y="11919"/>
                        <a:pt x="3441" y="13359"/>
                        <a:pt x="3441" y="14798"/>
                      </a:cubicBezTo>
                      <a:cubicBezTo>
                        <a:pt x="3441" y="16237"/>
                        <a:pt x="3621" y="17722"/>
                        <a:pt x="3958" y="19116"/>
                      </a:cubicBezTo>
                      <a:cubicBezTo>
                        <a:pt x="4296" y="20510"/>
                        <a:pt x="4858" y="21770"/>
                        <a:pt x="5600" y="22894"/>
                      </a:cubicBezTo>
                      <a:cubicBezTo>
                        <a:pt x="6342" y="24019"/>
                        <a:pt x="7332" y="24896"/>
                        <a:pt x="8524" y="25571"/>
                      </a:cubicBezTo>
                      <a:cubicBezTo>
                        <a:pt x="9716" y="26245"/>
                        <a:pt x="11155" y="26560"/>
                        <a:pt x="12841" y="26560"/>
                      </a:cubicBezTo>
                      <a:cubicBezTo>
                        <a:pt x="15248" y="26560"/>
                        <a:pt x="17182" y="25886"/>
                        <a:pt x="18644" y="24558"/>
                      </a:cubicBezTo>
                      <a:cubicBezTo>
                        <a:pt x="20106" y="23232"/>
                        <a:pt x="21028" y="21388"/>
                        <a:pt x="21433" y="19049"/>
                      </a:cubicBezTo>
                      <a:lnTo>
                        <a:pt x="24896" y="19049"/>
                      </a:lnTo>
                      <a:cubicBezTo>
                        <a:pt x="24603" y="20600"/>
                        <a:pt x="24154" y="22017"/>
                        <a:pt x="23524" y="23277"/>
                      </a:cubicBezTo>
                      <a:cubicBezTo>
                        <a:pt x="22894" y="24558"/>
                        <a:pt x="22085" y="25660"/>
                        <a:pt x="21096" y="26560"/>
                      </a:cubicBezTo>
                      <a:cubicBezTo>
                        <a:pt x="20106" y="27482"/>
                        <a:pt x="18936" y="28179"/>
                        <a:pt x="17564" y="28697"/>
                      </a:cubicBezTo>
                      <a:cubicBezTo>
                        <a:pt x="16192" y="29214"/>
                        <a:pt x="14641" y="29461"/>
                        <a:pt x="12864" y="29461"/>
                      </a:cubicBezTo>
                      <a:cubicBezTo>
                        <a:pt x="10638" y="29461"/>
                        <a:pt x="8704" y="29079"/>
                        <a:pt x="7085" y="28337"/>
                      </a:cubicBezTo>
                      <a:cubicBezTo>
                        <a:pt x="5465" y="27572"/>
                        <a:pt x="4138" y="26538"/>
                        <a:pt x="3081" y="25233"/>
                      </a:cubicBezTo>
                      <a:cubicBezTo>
                        <a:pt x="2024" y="23929"/>
                        <a:pt x="1260" y="22355"/>
                        <a:pt x="765" y="20556"/>
                      </a:cubicBezTo>
                      <a:cubicBezTo>
                        <a:pt x="270" y="18756"/>
                        <a:pt x="0" y="16822"/>
                        <a:pt x="0" y="14776"/>
                      </a:cubicBezTo>
                      <a:cubicBezTo>
                        <a:pt x="0" y="12841"/>
                        <a:pt x="270" y="10975"/>
                        <a:pt x="832" y="9198"/>
                      </a:cubicBezTo>
                      <a:cubicBezTo>
                        <a:pt x="1395" y="7421"/>
                        <a:pt x="2204" y="5847"/>
                        <a:pt x="3283" y="4475"/>
                      </a:cubicBezTo>
                      <a:cubicBezTo>
                        <a:pt x="4363" y="3104"/>
                        <a:pt x="5712" y="2024"/>
                        <a:pt x="7309" y="1214"/>
                      </a:cubicBezTo>
                      <a:cubicBezTo>
                        <a:pt x="8906" y="405"/>
                        <a:pt x="10750" y="0"/>
                        <a:pt x="12841" y="0"/>
                      </a:cubicBezTo>
                      <a:cubicBezTo>
                        <a:pt x="16080" y="0"/>
                        <a:pt x="18689" y="765"/>
                        <a:pt x="20690" y="2316"/>
                      </a:cubicBezTo>
                      <a:cubicBezTo>
                        <a:pt x="22692" y="3868"/>
                        <a:pt x="23929" y="6274"/>
                        <a:pt x="24446" y="9558"/>
                      </a:cubicBezTo>
                      <a:lnTo>
                        <a:pt x="21163" y="9558"/>
                      </a:lnTo>
                      <a:close/>
                    </a:path>
                  </a:pathLst>
                </a:custGeom>
                <a:solidFill>
                  <a:srgbClr val="231F20"/>
                </a:solidFill>
                <a:ln w="2249" cap="flat">
                  <a:noFill/>
                  <a:prstDash val="solid"/>
                  <a:miter/>
                </a:ln>
              </p:spPr>
              <p:txBody>
                <a:bodyPr rtlCol="0" anchor="ctr"/>
                <a:lstStyle/>
                <a:p>
                  <a:endParaRPr lang="en-US"/>
                </a:p>
              </p:txBody>
            </p:sp>
            <p:sp>
              <p:nvSpPr>
                <p:cNvPr id="18489" name="Freeform 18488">
                  <a:extLst>
                    <a:ext uri="{FF2B5EF4-FFF2-40B4-BE49-F238E27FC236}">
                      <a16:creationId xmlns:a16="http://schemas.microsoft.com/office/drawing/2014/main" id="{EEE36DF2-3AF3-5157-582D-DEE7BE196307}"/>
                    </a:ext>
                  </a:extLst>
                </p:cNvPr>
                <p:cNvSpPr/>
                <p:nvPr/>
              </p:nvSpPr>
              <p:spPr>
                <a:xfrm>
                  <a:off x="6273781" y="5775000"/>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4 w 25908"/>
                    <a:gd name="connsiteY3" fmla="*/ 21185 h 29483"/>
                    <a:gd name="connsiteX4" fmla="*/ 0 w 25908"/>
                    <a:gd name="connsiteY4" fmla="*/ 14753 h 29483"/>
                    <a:gd name="connsiteX5" fmla="*/ 809 w 25908"/>
                    <a:gd name="connsiteY5" fmla="*/ 8996 h 29483"/>
                    <a:gd name="connsiteX6" fmla="*/ 3238 w 25908"/>
                    <a:gd name="connsiteY6" fmla="*/ 4318 h 29483"/>
                    <a:gd name="connsiteX7" fmla="*/ 7287 w 25908"/>
                    <a:gd name="connsiteY7" fmla="*/ 1170 h 29483"/>
                    <a:gd name="connsiteX8" fmla="*/ 12954 w 25908"/>
                    <a:gd name="connsiteY8" fmla="*/ 0 h 29483"/>
                    <a:gd name="connsiteX9" fmla="*/ 18666 w 25908"/>
                    <a:gd name="connsiteY9" fmla="*/ 1170 h 29483"/>
                    <a:gd name="connsiteX10" fmla="*/ 22714 w 25908"/>
                    <a:gd name="connsiteY10" fmla="*/ 4295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67 w 25908"/>
                    <a:gd name="connsiteY17" fmla="*/ 14753 h 29483"/>
                    <a:gd name="connsiteX18" fmla="*/ 21927 w 25908"/>
                    <a:gd name="connsiteY18" fmla="*/ 10120 h 29483"/>
                    <a:gd name="connsiteX19" fmla="*/ 20263 w 25908"/>
                    <a:gd name="connsiteY19" fmla="*/ 6364 h 29483"/>
                    <a:gd name="connsiteX20" fmla="*/ 17339 w 25908"/>
                    <a:gd name="connsiteY20" fmla="*/ 3846 h 29483"/>
                    <a:gd name="connsiteX21" fmla="*/ 12977 w 25908"/>
                    <a:gd name="connsiteY21" fmla="*/ 2923 h 29483"/>
                    <a:gd name="connsiteX22" fmla="*/ 8636 w 25908"/>
                    <a:gd name="connsiteY22" fmla="*/ 3913 h 29483"/>
                    <a:gd name="connsiteX23" fmla="*/ 5690 w 25908"/>
                    <a:gd name="connsiteY23" fmla="*/ 6567 h 29483"/>
                    <a:gd name="connsiteX24" fmla="*/ 4026 w 25908"/>
                    <a:gd name="connsiteY24" fmla="*/ 10345 h 29483"/>
                    <a:gd name="connsiteX25" fmla="*/ 3485 w 25908"/>
                    <a:gd name="connsiteY25" fmla="*/ 14753 h 29483"/>
                    <a:gd name="connsiteX26" fmla="*/ 4115 w 25908"/>
                    <a:gd name="connsiteY26" fmla="*/ 19521 h 29483"/>
                    <a:gd name="connsiteX27" fmla="*/ 5914 w 25908"/>
                    <a:gd name="connsiteY27" fmla="*/ 23277 h 29483"/>
                    <a:gd name="connsiteX28" fmla="*/ 8883 w 25908"/>
                    <a:gd name="connsiteY28" fmla="*/ 25705 h 29483"/>
                    <a:gd name="connsiteX29" fmla="*/ 12977 w 25908"/>
                    <a:gd name="connsiteY29" fmla="*/ 26560 h 29483"/>
                    <a:gd name="connsiteX30" fmla="*/ 17317 w 25908"/>
                    <a:gd name="connsiteY30" fmla="*/ 25571 h 29483"/>
                    <a:gd name="connsiteX31" fmla="*/ 20263 w 25908"/>
                    <a:gd name="connsiteY31" fmla="*/ 22894 h 29483"/>
                    <a:gd name="connsiteX32" fmla="*/ 21927 w 25908"/>
                    <a:gd name="connsiteY32" fmla="*/ 19116 h 29483"/>
                    <a:gd name="connsiteX33" fmla="*/ 22467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09"/>
                        <a:pt x="4993" y="26987"/>
                        <a:pt x="3823" y="25773"/>
                      </a:cubicBezTo>
                      <a:cubicBezTo>
                        <a:pt x="2654" y="24558"/>
                        <a:pt x="1732" y="23029"/>
                        <a:pt x="1034" y="21185"/>
                      </a:cubicBezTo>
                      <a:cubicBezTo>
                        <a:pt x="360" y="19341"/>
                        <a:pt x="0" y="17205"/>
                        <a:pt x="0" y="14753"/>
                      </a:cubicBezTo>
                      <a:cubicBezTo>
                        <a:pt x="0" y="12707"/>
                        <a:pt x="270" y="10795"/>
                        <a:pt x="809" y="8996"/>
                      </a:cubicBezTo>
                      <a:cubicBezTo>
                        <a:pt x="1349" y="7219"/>
                        <a:pt x="2159" y="5667"/>
                        <a:pt x="3238" y="4318"/>
                      </a:cubicBezTo>
                      <a:cubicBezTo>
                        <a:pt x="4318" y="2991"/>
                        <a:pt x="5667" y="1934"/>
                        <a:pt x="7287" y="1170"/>
                      </a:cubicBezTo>
                      <a:cubicBezTo>
                        <a:pt x="8906" y="405"/>
                        <a:pt x="10795" y="0"/>
                        <a:pt x="12954" y="0"/>
                      </a:cubicBezTo>
                      <a:cubicBezTo>
                        <a:pt x="15113" y="0"/>
                        <a:pt x="17047" y="382"/>
                        <a:pt x="18666" y="1170"/>
                      </a:cubicBezTo>
                      <a:cubicBezTo>
                        <a:pt x="20286" y="1957"/>
                        <a:pt x="21635" y="2991"/>
                        <a:pt x="22714" y="4295"/>
                      </a:cubicBezTo>
                      <a:cubicBezTo>
                        <a:pt x="23794" y="5600"/>
                        <a:pt x="24603" y="7174"/>
                        <a:pt x="25121" y="8973"/>
                      </a:cubicBezTo>
                      <a:cubicBezTo>
                        <a:pt x="25638" y="10772"/>
                        <a:pt x="25908" y="12707"/>
                        <a:pt x="25908" y="14753"/>
                      </a:cubicBezTo>
                      <a:cubicBezTo>
                        <a:pt x="25908" y="16979"/>
                        <a:pt x="25593" y="19004"/>
                        <a:pt x="24986" y="20803"/>
                      </a:cubicBezTo>
                      <a:cubicBezTo>
                        <a:pt x="24378" y="22602"/>
                        <a:pt x="23502" y="24154"/>
                        <a:pt x="22377" y="25436"/>
                      </a:cubicBezTo>
                      <a:cubicBezTo>
                        <a:pt x="21253" y="26718"/>
                        <a:pt x="19880" y="27730"/>
                        <a:pt x="18284" y="28427"/>
                      </a:cubicBezTo>
                      <a:cubicBezTo>
                        <a:pt x="16687" y="29124"/>
                        <a:pt x="14910" y="29484"/>
                        <a:pt x="12977" y="29484"/>
                      </a:cubicBezTo>
                      <a:close/>
                      <a:moveTo>
                        <a:pt x="22467" y="14753"/>
                      </a:moveTo>
                      <a:cubicBezTo>
                        <a:pt x="22467" y="13089"/>
                        <a:pt x="22287" y="11560"/>
                        <a:pt x="21927" y="10120"/>
                      </a:cubicBezTo>
                      <a:cubicBezTo>
                        <a:pt x="21567" y="8681"/>
                        <a:pt x="21005" y="7421"/>
                        <a:pt x="20263" y="6364"/>
                      </a:cubicBezTo>
                      <a:cubicBezTo>
                        <a:pt x="19498" y="5308"/>
                        <a:pt x="18531" y="4475"/>
                        <a:pt x="17339" y="3846"/>
                      </a:cubicBezTo>
                      <a:cubicBezTo>
                        <a:pt x="16147" y="3238"/>
                        <a:pt x="14686" y="2923"/>
                        <a:pt x="12977" y="2923"/>
                      </a:cubicBezTo>
                      <a:cubicBezTo>
                        <a:pt x="11267" y="2923"/>
                        <a:pt x="9828" y="3261"/>
                        <a:pt x="8636" y="3913"/>
                      </a:cubicBezTo>
                      <a:cubicBezTo>
                        <a:pt x="7421" y="4588"/>
                        <a:pt x="6454" y="5465"/>
                        <a:pt x="5690" y="6567"/>
                      </a:cubicBezTo>
                      <a:cubicBezTo>
                        <a:pt x="4925" y="7669"/>
                        <a:pt x="4385" y="8928"/>
                        <a:pt x="4026" y="10345"/>
                      </a:cubicBezTo>
                      <a:cubicBezTo>
                        <a:pt x="3666" y="11762"/>
                        <a:pt x="3485" y="13224"/>
                        <a:pt x="3485" y="14753"/>
                      </a:cubicBezTo>
                      <a:cubicBezTo>
                        <a:pt x="3485" y="16485"/>
                        <a:pt x="3688" y="18081"/>
                        <a:pt x="4115" y="19521"/>
                      </a:cubicBezTo>
                      <a:cubicBezTo>
                        <a:pt x="4520" y="20983"/>
                        <a:pt x="5128" y="22220"/>
                        <a:pt x="5914" y="23277"/>
                      </a:cubicBezTo>
                      <a:cubicBezTo>
                        <a:pt x="6702" y="24311"/>
                        <a:pt x="7691" y="25121"/>
                        <a:pt x="8883" y="25705"/>
                      </a:cubicBezTo>
                      <a:cubicBezTo>
                        <a:pt x="10075" y="26290"/>
                        <a:pt x="11447" y="26560"/>
                        <a:pt x="12977" y="26560"/>
                      </a:cubicBezTo>
                      <a:cubicBezTo>
                        <a:pt x="14663" y="26560"/>
                        <a:pt x="16125" y="26223"/>
                        <a:pt x="17317" y="25571"/>
                      </a:cubicBezTo>
                      <a:cubicBezTo>
                        <a:pt x="18531" y="24896"/>
                        <a:pt x="19498" y="24019"/>
                        <a:pt x="20263" y="22894"/>
                      </a:cubicBezTo>
                      <a:cubicBezTo>
                        <a:pt x="21027" y="21770"/>
                        <a:pt x="21567" y="20510"/>
                        <a:pt x="21927" y="19116"/>
                      </a:cubicBezTo>
                      <a:cubicBezTo>
                        <a:pt x="22287" y="17722"/>
                        <a:pt x="22467" y="16260"/>
                        <a:pt x="22467" y="14753"/>
                      </a:cubicBezTo>
                      <a:close/>
                    </a:path>
                  </a:pathLst>
                </a:custGeom>
                <a:solidFill>
                  <a:srgbClr val="231F20"/>
                </a:solidFill>
                <a:ln w="2249" cap="flat">
                  <a:noFill/>
                  <a:prstDash val="solid"/>
                  <a:miter/>
                </a:ln>
              </p:spPr>
              <p:txBody>
                <a:bodyPr rtlCol="0" anchor="ctr"/>
                <a:lstStyle/>
                <a:p>
                  <a:endParaRPr lang="en-US"/>
                </a:p>
              </p:txBody>
            </p:sp>
            <p:sp>
              <p:nvSpPr>
                <p:cNvPr id="18490" name="Freeform 18489">
                  <a:extLst>
                    <a:ext uri="{FF2B5EF4-FFF2-40B4-BE49-F238E27FC236}">
                      <a16:creationId xmlns:a16="http://schemas.microsoft.com/office/drawing/2014/main" id="{D797B919-9883-893C-E43A-6107DAEF9E6F}"/>
                    </a:ext>
                  </a:extLst>
                </p:cNvPr>
                <p:cNvSpPr/>
                <p:nvPr/>
              </p:nvSpPr>
              <p:spPr>
                <a:xfrm>
                  <a:off x="6305806" y="5775023"/>
                  <a:ext cx="12481" cy="28718"/>
                </a:xfrm>
                <a:custGeom>
                  <a:avLst/>
                  <a:gdLst>
                    <a:gd name="connsiteX0" fmla="*/ 3238 w 12481"/>
                    <a:gd name="connsiteY0" fmla="*/ 28719 h 28718"/>
                    <a:gd name="connsiteX1" fmla="*/ 0 w 12481"/>
                    <a:gd name="connsiteY1" fmla="*/ 28719 h 28718"/>
                    <a:gd name="connsiteX2" fmla="*/ 0 w 12481"/>
                    <a:gd name="connsiteY2" fmla="*/ 765 h 28718"/>
                    <a:gd name="connsiteX3" fmla="*/ 3238 w 12481"/>
                    <a:gd name="connsiteY3" fmla="*/ 765 h 28718"/>
                    <a:gd name="connsiteX4" fmla="*/ 3238 w 12481"/>
                    <a:gd name="connsiteY4" fmla="*/ 6005 h 28718"/>
                    <a:gd name="connsiteX5" fmla="*/ 3351 w 12481"/>
                    <a:gd name="connsiteY5" fmla="*/ 6005 h 28718"/>
                    <a:gd name="connsiteX6" fmla="*/ 6837 w 12481"/>
                    <a:gd name="connsiteY6" fmla="*/ 1327 h 28718"/>
                    <a:gd name="connsiteX7" fmla="*/ 12482 w 12481"/>
                    <a:gd name="connsiteY7" fmla="*/ 0 h 28718"/>
                    <a:gd name="connsiteX8" fmla="*/ 12482 w 12481"/>
                    <a:gd name="connsiteY8" fmla="*/ 3508 h 28718"/>
                    <a:gd name="connsiteX9" fmla="*/ 7939 w 12481"/>
                    <a:gd name="connsiteY9" fmla="*/ 4363 h 28718"/>
                    <a:gd name="connsiteX10" fmla="*/ 5105 w 12481"/>
                    <a:gd name="connsiteY10" fmla="*/ 6837 h 28718"/>
                    <a:gd name="connsiteX11" fmla="*/ 3643 w 12481"/>
                    <a:gd name="connsiteY11" fmla="*/ 10525 h 28718"/>
                    <a:gd name="connsiteX12" fmla="*/ 3238 w 12481"/>
                    <a:gd name="connsiteY12" fmla="*/ 14978 h 28718"/>
                    <a:gd name="connsiteX13" fmla="*/ 3238 w 12481"/>
                    <a:gd name="connsiteY13" fmla="*/ 28697 h 287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8">
                      <a:moveTo>
                        <a:pt x="3238" y="28719"/>
                      </a:moveTo>
                      <a:lnTo>
                        <a:pt x="0" y="28719"/>
                      </a:lnTo>
                      <a:lnTo>
                        <a:pt x="0" y="765"/>
                      </a:lnTo>
                      <a:lnTo>
                        <a:pt x="3238" y="765"/>
                      </a:lnTo>
                      <a:lnTo>
                        <a:pt x="3238" y="6005"/>
                      </a:lnTo>
                      <a:lnTo>
                        <a:pt x="3351" y="6005"/>
                      </a:lnTo>
                      <a:cubicBezTo>
                        <a:pt x="4250" y="3778"/>
                        <a:pt x="5420" y="2226"/>
                        <a:pt x="6837" y="1327"/>
                      </a:cubicBezTo>
                      <a:cubicBezTo>
                        <a:pt x="8254" y="450"/>
                        <a:pt x="10143" y="0"/>
                        <a:pt x="12482" y="0"/>
                      </a:cubicBezTo>
                      <a:lnTo>
                        <a:pt x="12482" y="3508"/>
                      </a:lnTo>
                      <a:cubicBezTo>
                        <a:pt x="10638" y="3463"/>
                        <a:pt x="9130" y="3756"/>
                        <a:pt x="7939" y="4363"/>
                      </a:cubicBezTo>
                      <a:cubicBezTo>
                        <a:pt x="6747" y="4970"/>
                        <a:pt x="5802" y="5802"/>
                        <a:pt x="5105" y="6837"/>
                      </a:cubicBezTo>
                      <a:cubicBezTo>
                        <a:pt x="4408" y="7871"/>
                        <a:pt x="3913" y="9108"/>
                        <a:pt x="3643" y="10525"/>
                      </a:cubicBezTo>
                      <a:cubicBezTo>
                        <a:pt x="3373" y="11942"/>
                        <a:pt x="3238" y="13426"/>
                        <a:pt x="3238" y="14978"/>
                      </a:cubicBezTo>
                      <a:lnTo>
                        <a:pt x="3238" y="28697"/>
                      </a:lnTo>
                      <a:close/>
                    </a:path>
                  </a:pathLst>
                </a:custGeom>
                <a:solidFill>
                  <a:srgbClr val="231F20"/>
                </a:solidFill>
                <a:ln w="2249" cap="flat">
                  <a:noFill/>
                  <a:prstDash val="solid"/>
                  <a:miter/>
                </a:ln>
              </p:spPr>
              <p:txBody>
                <a:bodyPr rtlCol="0" anchor="ctr"/>
                <a:lstStyle/>
                <a:p>
                  <a:endParaRPr lang="en-US"/>
                </a:p>
              </p:txBody>
            </p:sp>
            <p:sp>
              <p:nvSpPr>
                <p:cNvPr id="18491" name="Freeform 18490">
                  <a:extLst>
                    <a:ext uri="{FF2B5EF4-FFF2-40B4-BE49-F238E27FC236}">
                      <a16:creationId xmlns:a16="http://schemas.microsoft.com/office/drawing/2014/main" id="{545B336B-122C-C003-EA19-0C5FAFC6D7B2}"/>
                    </a:ext>
                  </a:extLst>
                </p:cNvPr>
                <p:cNvSpPr/>
                <p:nvPr/>
              </p:nvSpPr>
              <p:spPr>
                <a:xfrm>
                  <a:off x="6323775" y="5775023"/>
                  <a:ext cx="12481" cy="28718"/>
                </a:xfrm>
                <a:custGeom>
                  <a:avLst/>
                  <a:gdLst>
                    <a:gd name="connsiteX0" fmla="*/ 3238 w 12481"/>
                    <a:gd name="connsiteY0" fmla="*/ 28719 h 28718"/>
                    <a:gd name="connsiteX1" fmla="*/ 0 w 12481"/>
                    <a:gd name="connsiteY1" fmla="*/ 28719 h 28718"/>
                    <a:gd name="connsiteX2" fmla="*/ 0 w 12481"/>
                    <a:gd name="connsiteY2" fmla="*/ 765 h 28718"/>
                    <a:gd name="connsiteX3" fmla="*/ 3238 w 12481"/>
                    <a:gd name="connsiteY3" fmla="*/ 765 h 28718"/>
                    <a:gd name="connsiteX4" fmla="*/ 3238 w 12481"/>
                    <a:gd name="connsiteY4" fmla="*/ 6005 h 28718"/>
                    <a:gd name="connsiteX5" fmla="*/ 3351 w 12481"/>
                    <a:gd name="connsiteY5" fmla="*/ 6005 h 28718"/>
                    <a:gd name="connsiteX6" fmla="*/ 6837 w 12481"/>
                    <a:gd name="connsiteY6" fmla="*/ 1327 h 28718"/>
                    <a:gd name="connsiteX7" fmla="*/ 12482 w 12481"/>
                    <a:gd name="connsiteY7" fmla="*/ 0 h 28718"/>
                    <a:gd name="connsiteX8" fmla="*/ 12482 w 12481"/>
                    <a:gd name="connsiteY8" fmla="*/ 3508 h 28718"/>
                    <a:gd name="connsiteX9" fmla="*/ 7939 w 12481"/>
                    <a:gd name="connsiteY9" fmla="*/ 4363 h 28718"/>
                    <a:gd name="connsiteX10" fmla="*/ 5105 w 12481"/>
                    <a:gd name="connsiteY10" fmla="*/ 6837 h 28718"/>
                    <a:gd name="connsiteX11" fmla="*/ 3643 w 12481"/>
                    <a:gd name="connsiteY11" fmla="*/ 10525 h 28718"/>
                    <a:gd name="connsiteX12" fmla="*/ 3238 w 12481"/>
                    <a:gd name="connsiteY12" fmla="*/ 14978 h 28718"/>
                    <a:gd name="connsiteX13" fmla="*/ 3238 w 12481"/>
                    <a:gd name="connsiteY13" fmla="*/ 28697 h 287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8">
                      <a:moveTo>
                        <a:pt x="3238" y="28719"/>
                      </a:moveTo>
                      <a:lnTo>
                        <a:pt x="0" y="28719"/>
                      </a:lnTo>
                      <a:lnTo>
                        <a:pt x="0" y="765"/>
                      </a:lnTo>
                      <a:lnTo>
                        <a:pt x="3238" y="765"/>
                      </a:lnTo>
                      <a:lnTo>
                        <a:pt x="3238" y="6005"/>
                      </a:lnTo>
                      <a:lnTo>
                        <a:pt x="3351" y="6005"/>
                      </a:lnTo>
                      <a:cubicBezTo>
                        <a:pt x="4250" y="3778"/>
                        <a:pt x="5420" y="2226"/>
                        <a:pt x="6837" y="1327"/>
                      </a:cubicBezTo>
                      <a:cubicBezTo>
                        <a:pt x="8254" y="450"/>
                        <a:pt x="10143" y="0"/>
                        <a:pt x="12482" y="0"/>
                      </a:cubicBezTo>
                      <a:lnTo>
                        <a:pt x="12482" y="3508"/>
                      </a:lnTo>
                      <a:cubicBezTo>
                        <a:pt x="10638" y="3463"/>
                        <a:pt x="9131" y="3756"/>
                        <a:pt x="7939" y="4363"/>
                      </a:cubicBezTo>
                      <a:cubicBezTo>
                        <a:pt x="6747" y="4970"/>
                        <a:pt x="5802" y="5802"/>
                        <a:pt x="5105" y="6837"/>
                      </a:cubicBezTo>
                      <a:cubicBezTo>
                        <a:pt x="4408" y="7871"/>
                        <a:pt x="3913" y="9108"/>
                        <a:pt x="3643" y="10525"/>
                      </a:cubicBezTo>
                      <a:cubicBezTo>
                        <a:pt x="3373" y="11942"/>
                        <a:pt x="3238" y="13426"/>
                        <a:pt x="3238" y="14978"/>
                      </a:cubicBezTo>
                      <a:lnTo>
                        <a:pt x="3238" y="28697"/>
                      </a:lnTo>
                      <a:close/>
                    </a:path>
                  </a:pathLst>
                </a:custGeom>
                <a:solidFill>
                  <a:srgbClr val="231F20"/>
                </a:solidFill>
                <a:ln w="2249" cap="flat">
                  <a:noFill/>
                  <a:prstDash val="solid"/>
                  <a:miter/>
                </a:ln>
              </p:spPr>
              <p:txBody>
                <a:bodyPr rtlCol="0" anchor="ctr"/>
                <a:lstStyle/>
                <a:p>
                  <a:endParaRPr lang="en-US"/>
                </a:p>
              </p:txBody>
            </p:sp>
            <p:sp>
              <p:nvSpPr>
                <p:cNvPr id="18492" name="Freeform 18491">
                  <a:extLst>
                    <a:ext uri="{FF2B5EF4-FFF2-40B4-BE49-F238E27FC236}">
                      <a16:creationId xmlns:a16="http://schemas.microsoft.com/office/drawing/2014/main" id="{6C4FD7BA-8EE7-2D62-7940-B86C8B7D98A0}"/>
                    </a:ext>
                  </a:extLst>
                </p:cNvPr>
                <p:cNvSpPr/>
                <p:nvPr/>
              </p:nvSpPr>
              <p:spPr>
                <a:xfrm>
                  <a:off x="6340080" y="5775045"/>
                  <a:ext cx="25167" cy="29483"/>
                </a:xfrm>
                <a:custGeom>
                  <a:avLst/>
                  <a:gdLst>
                    <a:gd name="connsiteX0" fmla="*/ 3509 w 25167"/>
                    <a:gd name="connsiteY0" fmla="*/ 15473 h 29483"/>
                    <a:gd name="connsiteX1" fmla="*/ 4093 w 25167"/>
                    <a:gd name="connsiteY1" fmla="*/ 19768 h 29483"/>
                    <a:gd name="connsiteX2" fmla="*/ 5847 w 25167"/>
                    <a:gd name="connsiteY2" fmla="*/ 23277 h 29483"/>
                    <a:gd name="connsiteX3" fmla="*/ 8793 w 25167"/>
                    <a:gd name="connsiteY3" fmla="*/ 25660 h 29483"/>
                    <a:gd name="connsiteX4" fmla="*/ 12886 w 25167"/>
                    <a:gd name="connsiteY4" fmla="*/ 26560 h 29483"/>
                    <a:gd name="connsiteX5" fmla="*/ 18329 w 25167"/>
                    <a:gd name="connsiteY5" fmla="*/ 24896 h 29483"/>
                    <a:gd name="connsiteX6" fmla="*/ 21343 w 25167"/>
                    <a:gd name="connsiteY6" fmla="*/ 20151 h 29483"/>
                    <a:gd name="connsiteX7" fmla="*/ 24963 w 25167"/>
                    <a:gd name="connsiteY7" fmla="*/ 20151 h 29483"/>
                    <a:gd name="connsiteX8" fmla="*/ 23389 w 25167"/>
                    <a:gd name="connsiteY8" fmla="*/ 23839 h 29483"/>
                    <a:gd name="connsiteX9" fmla="*/ 20960 w 25167"/>
                    <a:gd name="connsiteY9" fmla="*/ 26807 h 29483"/>
                    <a:gd name="connsiteX10" fmla="*/ 17497 w 25167"/>
                    <a:gd name="connsiteY10" fmla="*/ 28786 h 29483"/>
                    <a:gd name="connsiteX11" fmla="*/ 12864 w 25167"/>
                    <a:gd name="connsiteY11" fmla="*/ 29484 h 29483"/>
                    <a:gd name="connsiteX12" fmla="*/ 7084 w 25167"/>
                    <a:gd name="connsiteY12" fmla="*/ 28359 h 29483"/>
                    <a:gd name="connsiteX13" fmla="*/ 3081 w 25167"/>
                    <a:gd name="connsiteY13" fmla="*/ 25256 h 29483"/>
                    <a:gd name="connsiteX14" fmla="*/ 764 w 25167"/>
                    <a:gd name="connsiteY14" fmla="*/ 20623 h 29483"/>
                    <a:gd name="connsiteX15" fmla="*/ 0 w 25167"/>
                    <a:gd name="connsiteY15" fmla="*/ 14866 h 29483"/>
                    <a:gd name="connsiteX16" fmla="*/ 899 w 25167"/>
                    <a:gd name="connsiteY16" fmla="*/ 9086 h 29483"/>
                    <a:gd name="connsiteX17" fmla="*/ 3441 w 25167"/>
                    <a:gd name="connsiteY17" fmla="*/ 4363 h 29483"/>
                    <a:gd name="connsiteX18" fmla="*/ 7466 w 25167"/>
                    <a:gd name="connsiteY18" fmla="*/ 1169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7 w 25167"/>
                    <a:gd name="connsiteY23" fmla="*/ 12774 h 29483"/>
                    <a:gd name="connsiteX24" fmla="*/ 21185 w 25167"/>
                    <a:gd name="connsiteY24" fmla="*/ 8906 h 29483"/>
                    <a:gd name="connsiteX25" fmla="*/ 19521 w 25167"/>
                    <a:gd name="connsiteY25" fmla="*/ 5780 h 29483"/>
                    <a:gd name="connsiteX26" fmla="*/ 16732 w 25167"/>
                    <a:gd name="connsiteY26" fmla="*/ 3666 h 29483"/>
                    <a:gd name="connsiteX27" fmla="*/ 12909 w 25167"/>
                    <a:gd name="connsiteY27" fmla="*/ 2878 h 29483"/>
                    <a:gd name="connsiteX28" fmla="*/ 9108 w 25167"/>
                    <a:gd name="connsiteY28" fmla="*/ 3688 h 29483"/>
                    <a:gd name="connsiteX29" fmla="*/ 6297 w 25167"/>
                    <a:gd name="connsiteY29" fmla="*/ 5847 h 29483"/>
                    <a:gd name="connsiteX30" fmla="*/ 4430 w 25167"/>
                    <a:gd name="connsiteY30" fmla="*/ 8973 h 29483"/>
                    <a:gd name="connsiteX31" fmla="*/ 3509 w 25167"/>
                    <a:gd name="connsiteY31" fmla="*/ 12751 h 29483"/>
                    <a:gd name="connsiteX32" fmla="*/ 21747 w 25167"/>
                    <a:gd name="connsiteY32" fmla="*/ 12751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9" y="15473"/>
                      </a:moveTo>
                      <a:cubicBezTo>
                        <a:pt x="3509" y="16979"/>
                        <a:pt x="3711" y="18419"/>
                        <a:pt x="4093" y="19768"/>
                      </a:cubicBezTo>
                      <a:cubicBezTo>
                        <a:pt x="4498" y="21117"/>
                        <a:pt x="5083" y="22287"/>
                        <a:pt x="5847" y="23277"/>
                      </a:cubicBezTo>
                      <a:cubicBezTo>
                        <a:pt x="6612" y="24266"/>
                        <a:pt x="7601" y="25053"/>
                        <a:pt x="8793" y="25660"/>
                      </a:cubicBezTo>
                      <a:cubicBezTo>
                        <a:pt x="9985" y="26245"/>
                        <a:pt x="11357" y="26560"/>
                        <a:pt x="12886" y="26560"/>
                      </a:cubicBezTo>
                      <a:cubicBezTo>
                        <a:pt x="15000" y="26560"/>
                        <a:pt x="16822" y="25998"/>
                        <a:pt x="18329" y="24896"/>
                      </a:cubicBezTo>
                      <a:cubicBezTo>
                        <a:pt x="19835" y="23794"/>
                        <a:pt x="20848" y="22197"/>
                        <a:pt x="21343" y="20151"/>
                      </a:cubicBezTo>
                      <a:lnTo>
                        <a:pt x="24963" y="20151"/>
                      </a:lnTo>
                      <a:cubicBezTo>
                        <a:pt x="24558" y="21477"/>
                        <a:pt x="24041" y="22714"/>
                        <a:pt x="23389" y="23839"/>
                      </a:cubicBezTo>
                      <a:cubicBezTo>
                        <a:pt x="22737" y="24963"/>
                        <a:pt x="21927" y="25953"/>
                        <a:pt x="20960" y="26807"/>
                      </a:cubicBezTo>
                      <a:cubicBezTo>
                        <a:pt x="19993" y="27662"/>
                        <a:pt x="18846" y="28314"/>
                        <a:pt x="17497" y="28786"/>
                      </a:cubicBezTo>
                      <a:cubicBezTo>
                        <a:pt x="16170" y="29259"/>
                        <a:pt x="14618" y="29484"/>
                        <a:pt x="12864" y="29484"/>
                      </a:cubicBezTo>
                      <a:cubicBezTo>
                        <a:pt x="10638" y="29484"/>
                        <a:pt x="8703" y="29101"/>
                        <a:pt x="7084" y="28359"/>
                      </a:cubicBezTo>
                      <a:cubicBezTo>
                        <a:pt x="5465" y="27594"/>
                        <a:pt x="4138" y="26560"/>
                        <a:pt x="3081" y="25256"/>
                      </a:cubicBezTo>
                      <a:cubicBezTo>
                        <a:pt x="2046" y="23951"/>
                        <a:pt x="1260" y="22400"/>
                        <a:pt x="764" y="20623"/>
                      </a:cubicBezTo>
                      <a:cubicBezTo>
                        <a:pt x="270" y="18846"/>
                        <a:pt x="0" y="16934"/>
                        <a:pt x="0" y="14866"/>
                      </a:cubicBezTo>
                      <a:cubicBezTo>
                        <a:pt x="0" y="12796"/>
                        <a:pt x="292" y="10885"/>
                        <a:pt x="899" y="9086"/>
                      </a:cubicBezTo>
                      <a:cubicBezTo>
                        <a:pt x="1484" y="7287"/>
                        <a:pt x="2339" y="5712"/>
                        <a:pt x="3441" y="4363"/>
                      </a:cubicBezTo>
                      <a:cubicBezTo>
                        <a:pt x="4543" y="3014"/>
                        <a:pt x="5869" y="1957"/>
                        <a:pt x="7466" y="1169"/>
                      </a:cubicBezTo>
                      <a:cubicBezTo>
                        <a:pt x="9063" y="382"/>
                        <a:pt x="10840" y="0"/>
                        <a:pt x="12864" y="0"/>
                      </a:cubicBezTo>
                      <a:cubicBezTo>
                        <a:pt x="16710" y="0"/>
                        <a:pt x="19746" y="1327"/>
                        <a:pt x="21927" y="3958"/>
                      </a:cubicBezTo>
                      <a:cubicBezTo>
                        <a:pt x="24131" y="6612"/>
                        <a:pt x="25211" y="10435"/>
                        <a:pt x="25166" y="15473"/>
                      </a:cubicBezTo>
                      <a:lnTo>
                        <a:pt x="3463" y="15473"/>
                      </a:lnTo>
                      <a:close/>
                      <a:moveTo>
                        <a:pt x="21747" y="12774"/>
                      </a:moveTo>
                      <a:cubicBezTo>
                        <a:pt x="21747" y="11402"/>
                        <a:pt x="21567" y="10120"/>
                        <a:pt x="21185" y="8906"/>
                      </a:cubicBezTo>
                      <a:cubicBezTo>
                        <a:pt x="20803" y="7691"/>
                        <a:pt x="20241" y="6657"/>
                        <a:pt x="19521" y="5780"/>
                      </a:cubicBezTo>
                      <a:cubicBezTo>
                        <a:pt x="18778" y="4903"/>
                        <a:pt x="17857" y="4206"/>
                        <a:pt x="16732" y="3666"/>
                      </a:cubicBezTo>
                      <a:cubicBezTo>
                        <a:pt x="15608" y="3148"/>
                        <a:pt x="14348" y="2878"/>
                        <a:pt x="12909" y="2878"/>
                      </a:cubicBezTo>
                      <a:cubicBezTo>
                        <a:pt x="11469" y="2878"/>
                        <a:pt x="10210" y="3148"/>
                        <a:pt x="9108" y="3688"/>
                      </a:cubicBezTo>
                      <a:cubicBezTo>
                        <a:pt x="8006" y="4228"/>
                        <a:pt x="7084" y="4948"/>
                        <a:pt x="6297" y="5847"/>
                      </a:cubicBezTo>
                      <a:cubicBezTo>
                        <a:pt x="5532" y="6747"/>
                        <a:pt x="4903" y="7781"/>
                        <a:pt x="4430" y="8973"/>
                      </a:cubicBezTo>
                      <a:cubicBezTo>
                        <a:pt x="3958" y="10165"/>
                        <a:pt x="3666" y="11425"/>
                        <a:pt x="3509" y="12751"/>
                      </a:cubicBezTo>
                      <a:lnTo>
                        <a:pt x="21747" y="12751"/>
                      </a:lnTo>
                      <a:close/>
                    </a:path>
                  </a:pathLst>
                </a:custGeom>
                <a:solidFill>
                  <a:srgbClr val="231F20"/>
                </a:solidFill>
                <a:ln w="2249" cap="flat">
                  <a:noFill/>
                  <a:prstDash val="solid"/>
                  <a:miter/>
                </a:ln>
              </p:spPr>
              <p:txBody>
                <a:bodyPr rtlCol="0" anchor="ctr"/>
                <a:lstStyle/>
                <a:p>
                  <a:endParaRPr lang="en-US"/>
                </a:p>
              </p:txBody>
            </p:sp>
            <p:sp>
              <p:nvSpPr>
                <p:cNvPr id="18493" name="Freeform 18492">
                  <a:extLst>
                    <a:ext uri="{FF2B5EF4-FFF2-40B4-BE49-F238E27FC236}">
                      <a16:creationId xmlns:a16="http://schemas.microsoft.com/office/drawing/2014/main" id="{FF540115-0335-503B-E4F2-1F7DDEC7C709}"/>
                    </a:ext>
                  </a:extLst>
                </p:cNvPr>
                <p:cNvSpPr/>
                <p:nvPr/>
              </p:nvSpPr>
              <p:spPr>
                <a:xfrm>
                  <a:off x="6370239" y="5775023"/>
                  <a:ext cx="24896" cy="29461"/>
                </a:xfrm>
                <a:custGeom>
                  <a:avLst/>
                  <a:gdLst>
                    <a:gd name="connsiteX0" fmla="*/ 21163 w 24896"/>
                    <a:gd name="connsiteY0" fmla="*/ 9558 h 29461"/>
                    <a:gd name="connsiteX1" fmla="*/ 18194 w 24896"/>
                    <a:gd name="connsiteY1" fmla="*/ 4678 h 29461"/>
                    <a:gd name="connsiteX2" fmla="*/ 12841 w 24896"/>
                    <a:gd name="connsiteY2" fmla="*/ 2923 h 29461"/>
                    <a:gd name="connsiteX3" fmla="*/ 8569 w 24896"/>
                    <a:gd name="connsiteY3" fmla="*/ 3958 h 29461"/>
                    <a:gd name="connsiteX4" fmla="*/ 5645 w 24896"/>
                    <a:gd name="connsiteY4" fmla="*/ 6679 h 29461"/>
                    <a:gd name="connsiteX5" fmla="*/ 3981 w 24896"/>
                    <a:gd name="connsiteY5" fmla="*/ 10502 h 29461"/>
                    <a:gd name="connsiteX6" fmla="*/ 3441 w 24896"/>
                    <a:gd name="connsiteY6" fmla="*/ 14798 h 29461"/>
                    <a:gd name="connsiteX7" fmla="*/ 3958 w 24896"/>
                    <a:gd name="connsiteY7" fmla="*/ 19116 h 29461"/>
                    <a:gd name="connsiteX8" fmla="*/ 5600 w 24896"/>
                    <a:gd name="connsiteY8" fmla="*/ 22894 h 29461"/>
                    <a:gd name="connsiteX9" fmla="*/ 8524 w 24896"/>
                    <a:gd name="connsiteY9" fmla="*/ 25571 h 29461"/>
                    <a:gd name="connsiteX10" fmla="*/ 12841 w 24896"/>
                    <a:gd name="connsiteY10" fmla="*/ 26560 h 29461"/>
                    <a:gd name="connsiteX11" fmla="*/ 18644 w 24896"/>
                    <a:gd name="connsiteY11" fmla="*/ 24558 h 29461"/>
                    <a:gd name="connsiteX12" fmla="*/ 21433 w 24896"/>
                    <a:gd name="connsiteY12" fmla="*/ 19049 h 29461"/>
                    <a:gd name="connsiteX13" fmla="*/ 24896 w 24896"/>
                    <a:gd name="connsiteY13" fmla="*/ 19049 h 29461"/>
                    <a:gd name="connsiteX14" fmla="*/ 23524 w 24896"/>
                    <a:gd name="connsiteY14" fmla="*/ 23277 h 29461"/>
                    <a:gd name="connsiteX15" fmla="*/ 21096 w 24896"/>
                    <a:gd name="connsiteY15" fmla="*/ 26560 h 29461"/>
                    <a:gd name="connsiteX16" fmla="*/ 17564 w 24896"/>
                    <a:gd name="connsiteY16" fmla="*/ 28697 h 29461"/>
                    <a:gd name="connsiteX17" fmla="*/ 12864 w 24896"/>
                    <a:gd name="connsiteY17" fmla="*/ 29461 h 29461"/>
                    <a:gd name="connsiteX18" fmla="*/ 7085 w 24896"/>
                    <a:gd name="connsiteY18" fmla="*/ 28337 h 29461"/>
                    <a:gd name="connsiteX19" fmla="*/ 3081 w 24896"/>
                    <a:gd name="connsiteY19" fmla="*/ 25233 h 29461"/>
                    <a:gd name="connsiteX20" fmla="*/ 765 w 24896"/>
                    <a:gd name="connsiteY20" fmla="*/ 20556 h 29461"/>
                    <a:gd name="connsiteX21" fmla="*/ 0 w 24896"/>
                    <a:gd name="connsiteY21" fmla="*/ 14776 h 29461"/>
                    <a:gd name="connsiteX22" fmla="*/ 832 w 24896"/>
                    <a:gd name="connsiteY22" fmla="*/ 9198 h 29461"/>
                    <a:gd name="connsiteX23" fmla="*/ 3283 w 24896"/>
                    <a:gd name="connsiteY23" fmla="*/ 4475 h 29461"/>
                    <a:gd name="connsiteX24" fmla="*/ 7309 w 24896"/>
                    <a:gd name="connsiteY24" fmla="*/ 1214 h 29461"/>
                    <a:gd name="connsiteX25" fmla="*/ 12841 w 24896"/>
                    <a:gd name="connsiteY25" fmla="*/ 0 h 29461"/>
                    <a:gd name="connsiteX26" fmla="*/ 20690 w 24896"/>
                    <a:gd name="connsiteY26" fmla="*/ 2316 h 29461"/>
                    <a:gd name="connsiteX27" fmla="*/ 24446 w 24896"/>
                    <a:gd name="connsiteY27" fmla="*/ 9558 h 29461"/>
                    <a:gd name="connsiteX28" fmla="*/ 21163 w 24896"/>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6" h="29461">
                      <a:moveTo>
                        <a:pt x="21163" y="9558"/>
                      </a:moveTo>
                      <a:cubicBezTo>
                        <a:pt x="20578" y="7466"/>
                        <a:pt x="19588" y="5847"/>
                        <a:pt x="18194" y="4678"/>
                      </a:cubicBezTo>
                      <a:cubicBezTo>
                        <a:pt x="16800" y="3508"/>
                        <a:pt x="15000" y="2923"/>
                        <a:pt x="12841" y="2923"/>
                      </a:cubicBezTo>
                      <a:cubicBezTo>
                        <a:pt x="11177" y="2923"/>
                        <a:pt x="9761" y="3261"/>
                        <a:pt x="8569" y="3958"/>
                      </a:cubicBezTo>
                      <a:cubicBezTo>
                        <a:pt x="7377" y="4633"/>
                        <a:pt x="6410" y="5555"/>
                        <a:pt x="5645" y="6679"/>
                      </a:cubicBezTo>
                      <a:cubicBezTo>
                        <a:pt x="4880" y="7804"/>
                        <a:pt x="4340" y="9086"/>
                        <a:pt x="3981" y="10502"/>
                      </a:cubicBezTo>
                      <a:cubicBezTo>
                        <a:pt x="3621" y="11919"/>
                        <a:pt x="3441" y="13359"/>
                        <a:pt x="3441" y="14798"/>
                      </a:cubicBezTo>
                      <a:cubicBezTo>
                        <a:pt x="3441" y="16237"/>
                        <a:pt x="3621" y="17722"/>
                        <a:pt x="3958" y="19116"/>
                      </a:cubicBezTo>
                      <a:cubicBezTo>
                        <a:pt x="4295" y="20510"/>
                        <a:pt x="4858" y="21770"/>
                        <a:pt x="5600" y="22894"/>
                      </a:cubicBezTo>
                      <a:cubicBezTo>
                        <a:pt x="6342" y="24019"/>
                        <a:pt x="7332" y="24896"/>
                        <a:pt x="8524" y="25571"/>
                      </a:cubicBezTo>
                      <a:cubicBezTo>
                        <a:pt x="9716" y="26245"/>
                        <a:pt x="11155" y="26560"/>
                        <a:pt x="12841" y="26560"/>
                      </a:cubicBezTo>
                      <a:cubicBezTo>
                        <a:pt x="15248" y="26560"/>
                        <a:pt x="17182" y="25886"/>
                        <a:pt x="18644" y="24558"/>
                      </a:cubicBezTo>
                      <a:cubicBezTo>
                        <a:pt x="20106" y="23232"/>
                        <a:pt x="21028" y="21388"/>
                        <a:pt x="21433" y="19049"/>
                      </a:cubicBezTo>
                      <a:lnTo>
                        <a:pt x="24896" y="19049"/>
                      </a:lnTo>
                      <a:cubicBezTo>
                        <a:pt x="24603" y="20600"/>
                        <a:pt x="24154" y="22017"/>
                        <a:pt x="23524" y="23277"/>
                      </a:cubicBezTo>
                      <a:cubicBezTo>
                        <a:pt x="22894" y="24558"/>
                        <a:pt x="22085" y="25660"/>
                        <a:pt x="21096" y="26560"/>
                      </a:cubicBezTo>
                      <a:cubicBezTo>
                        <a:pt x="20106" y="27482"/>
                        <a:pt x="18936" y="28179"/>
                        <a:pt x="17564" y="28697"/>
                      </a:cubicBezTo>
                      <a:cubicBezTo>
                        <a:pt x="16192" y="29214"/>
                        <a:pt x="14641" y="29461"/>
                        <a:pt x="12864" y="29461"/>
                      </a:cubicBezTo>
                      <a:cubicBezTo>
                        <a:pt x="10638" y="29461"/>
                        <a:pt x="8704" y="29079"/>
                        <a:pt x="7085" y="28337"/>
                      </a:cubicBezTo>
                      <a:cubicBezTo>
                        <a:pt x="5465" y="27572"/>
                        <a:pt x="4138" y="26538"/>
                        <a:pt x="3081" y="25233"/>
                      </a:cubicBezTo>
                      <a:cubicBezTo>
                        <a:pt x="2024" y="23929"/>
                        <a:pt x="1260" y="22355"/>
                        <a:pt x="765" y="20556"/>
                      </a:cubicBezTo>
                      <a:cubicBezTo>
                        <a:pt x="270" y="18756"/>
                        <a:pt x="0" y="16822"/>
                        <a:pt x="0" y="14776"/>
                      </a:cubicBezTo>
                      <a:cubicBezTo>
                        <a:pt x="0" y="12841"/>
                        <a:pt x="270" y="10975"/>
                        <a:pt x="832" y="9198"/>
                      </a:cubicBezTo>
                      <a:cubicBezTo>
                        <a:pt x="1395" y="7421"/>
                        <a:pt x="2204" y="5847"/>
                        <a:pt x="3283" y="4475"/>
                      </a:cubicBezTo>
                      <a:cubicBezTo>
                        <a:pt x="4363" y="3104"/>
                        <a:pt x="5712" y="2024"/>
                        <a:pt x="7309" y="1214"/>
                      </a:cubicBezTo>
                      <a:cubicBezTo>
                        <a:pt x="8906" y="405"/>
                        <a:pt x="10750" y="0"/>
                        <a:pt x="12841" y="0"/>
                      </a:cubicBezTo>
                      <a:cubicBezTo>
                        <a:pt x="16080" y="0"/>
                        <a:pt x="18689" y="765"/>
                        <a:pt x="20690" y="2316"/>
                      </a:cubicBezTo>
                      <a:cubicBezTo>
                        <a:pt x="22692" y="3868"/>
                        <a:pt x="23929" y="6274"/>
                        <a:pt x="24446" y="9558"/>
                      </a:cubicBezTo>
                      <a:lnTo>
                        <a:pt x="21163" y="9558"/>
                      </a:lnTo>
                      <a:close/>
                    </a:path>
                  </a:pathLst>
                </a:custGeom>
                <a:solidFill>
                  <a:srgbClr val="231F20"/>
                </a:solidFill>
                <a:ln w="2249" cap="flat">
                  <a:noFill/>
                  <a:prstDash val="solid"/>
                  <a:miter/>
                </a:ln>
              </p:spPr>
              <p:txBody>
                <a:bodyPr rtlCol="0" anchor="ctr"/>
                <a:lstStyle/>
                <a:p>
                  <a:endParaRPr lang="en-US"/>
                </a:p>
              </p:txBody>
            </p:sp>
            <p:sp>
              <p:nvSpPr>
                <p:cNvPr id="18494" name="Freeform 18493">
                  <a:extLst>
                    <a:ext uri="{FF2B5EF4-FFF2-40B4-BE49-F238E27FC236}">
                      <a16:creationId xmlns:a16="http://schemas.microsoft.com/office/drawing/2014/main" id="{E1A69665-3DB6-6198-5CA0-ABD4F9EFFE41}"/>
                    </a:ext>
                  </a:extLst>
                </p:cNvPr>
                <p:cNvSpPr/>
                <p:nvPr/>
              </p:nvSpPr>
              <p:spPr>
                <a:xfrm>
                  <a:off x="6398800" y="5768006"/>
                  <a:ext cx="12616" cy="36500"/>
                </a:xfrm>
                <a:custGeom>
                  <a:avLst/>
                  <a:gdLst>
                    <a:gd name="connsiteX0" fmla="*/ 12617 w 12616"/>
                    <a:gd name="connsiteY0" fmla="*/ 35848 h 36500"/>
                    <a:gd name="connsiteX1" fmla="*/ 11043 w 12616"/>
                    <a:gd name="connsiteY1" fmla="*/ 36231 h 36500"/>
                    <a:gd name="connsiteX2" fmla="*/ 8884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1 h 36500"/>
                    <a:gd name="connsiteX8" fmla="*/ 3936 w 12616"/>
                    <a:gd name="connsiteY8" fmla="*/ 7781 h 36500"/>
                    <a:gd name="connsiteX9" fmla="*/ 3936 w 12616"/>
                    <a:gd name="connsiteY9" fmla="*/ 0 h 36500"/>
                    <a:gd name="connsiteX10" fmla="*/ 7175 w 12616"/>
                    <a:gd name="connsiteY10" fmla="*/ 0 h 36500"/>
                    <a:gd name="connsiteX11" fmla="*/ 7175 w 12616"/>
                    <a:gd name="connsiteY11" fmla="*/ 7781 h 36500"/>
                    <a:gd name="connsiteX12" fmla="*/ 12414 w 12616"/>
                    <a:gd name="connsiteY12" fmla="*/ 7781 h 36500"/>
                    <a:gd name="connsiteX13" fmla="*/ 12414 w 12616"/>
                    <a:gd name="connsiteY13" fmla="*/ 10480 h 36500"/>
                    <a:gd name="connsiteX14" fmla="*/ 7175 w 12616"/>
                    <a:gd name="connsiteY14" fmla="*/ 10480 h 36500"/>
                    <a:gd name="connsiteX15" fmla="*/ 7175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5 h 36500"/>
                    <a:gd name="connsiteX21" fmla="*/ 12617 w 12616"/>
                    <a:gd name="connsiteY21" fmla="*/ 33195 h 36500"/>
                    <a:gd name="connsiteX22" fmla="*/ 12617 w 12616"/>
                    <a:gd name="connsiteY22" fmla="*/ 35848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616" h="36500">
                      <a:moveTo>
                        <a:pt x="12617" y="35848"/>
                      </a:moveTo>
                      <a:cubicBezTo>
                        <a:pt x="12212" y="35916"/>
                        <a:pt x="11695" y="36051"/>
                        <a:pt x="11043" y="36231"/>
                      </a:cubicBezTo>
                      <a:cubicBezTo>
                        <a:pt x="10390" y="36410"/>
                        <a:pt x="9671" y="36501"/>
                        <a:pt x="8884" y="36501"/>
                      </a:cubicBezTo>
                      <a:cubicBezTo>
                        <a:pt x="7264" y="36501"/>
                        <a:pt x="6028" y="36096"/>
                        <a:pt x="5195" y="35286"/>
                      </a:cubicBezTo>
                      <a:cubicBezTo>
                        <a:pt x="4363" y="34476"/>
                        <a:pt x="3936" y="33037"/>
                        <a:pt x="3936" y="30946"/>
                      </a:cubicBezTo>
                      <a:lnTo>
                        <a:pt x="3936" y="10480"/>
                      </a:lnTo>
                      <a:lnTo>
                        <a:pt x="0" y="10480"/>
                      </a:lnTo>
                      <a:lnTo>
                        <a:pt x="0" y="7781"/>
                      </a:lnTo>
                      <a:lnTo>
                        <a:pt x="3936" y="7781"/>
                      </a:lnTo>
                      <a:lnTo>
                        <a:pt x="3936" y="0"/>
                      </a:lnTo>
                      <a:lnTo>
                        <a:pt x="7175" y="0"/>
                      </a:lnTo>
                      <a:lnTo>
                        <a:pt x="7175" y="7781"/>
                      </a:lnTo>
                      <a:lnTo>
                        <a:pt x="12414" y="7781"/>
                      </a:lnTo>
                      <a:lnTo>
                        <a:pt x="12414" y="10480"/>
                      </a:lnTo>
                      <a:lnTo>
                        <a:pt x="7175" y="10480"/>
                      </a:lnTo>
                      <a:lnTo>
                        <a:pt x="7175" y="29641"/>
                      </a:lnTo>
                      <a:cubicBezTo>
                        <a:pt x="7175" y="30316"/>
                        <a:pt x="7175" y="30923"/>
                        <a:pt x="7219" y="31418"/>
                      </a:cubicBezTo>
                      <a:cubicBezTo>
                        <a:pt x="7264" y="31913"/>
                        <a:pt x="7354" y="32340"/>
                        <a:pt x="7534" y="32655"/>
                      </a:cubicBezTo>
                      <a:cubicBezTo>
                        <a:pt x="7714" y="32970"/>
                        <a:pt x="7984" y="33217"/>
                        <a:pt x="8366" y="33352"/>
                      </a:cubicBezTo>
                      <a:cubicBezTo>
                        <a:pt x="8749" y="33487"/>
                        <a:pt x="9266" y="33577"/>
                        <a:pt x="9963" y="33577"/>
                      </a:cubicBezTo>
                      <a:cubicBezTo>
                        <a:pt x="10390" y="33577"/>
                        <a:pt x="10840" y="33532"/>
                        <a:pt x="11290" y="33465"/>
                      </a:cubicBezTo>
                      <a:cubicBezTo>
                        <a:pt x="11739" y="33397"/>
                        <a:pt x="12190" y="33307"/>
                        <a:pt x="12617" y="33195"/>
                      </a:cubicBezTo>
                      <a:lnTo>
                        <a:pt x="12617" y="35848"/>
                      </a:lnTo>
                      <a:close/>
                    </a:path>
                  </a:pathLst>
                </a:custGeom>
                <a:solidFill>
                  <a:srgbClr val="231F20"/>
                </a:solidFill>
                <a:ln w="2249" cap="flat">
                  <a:noFill/>
                  <a:prstDash val="solid"/>
                  <a:miter/>
                </a:ln>
              </p:spPr>
              <p:txBody>
                <a:bodyPr rtlCol="0" anchor="ctr"/>
                <a:lstStyle/>
                <a:p>
                  <a:endParaRPr lang="en-US"/>
                </a:p>
              </p:txBody>
            </p:sp>
          </p:grpSp>
          <p:grpSp>
            <p:nvGrpSpPr>
              <p:cNvPr id="18504" name="Graphic 4479">
                <a:extLst>
                  <a:ext uri="{FF2B5EF4-FFF2-40B4-BE49-F238E27FC236}">
                    <a16:creationId xmlns:a16="http://schemas.microsoft.com/office/drawing/2014/main" id="{F9524B28-3121-C2A3-8A7A-74450B94E461}"/>
                  </a:ext>
                </a:extLst>
              </p:cNvPr>
              <p:cNvGrpSpPr/>
              <p:nvPr/>
            </p:nvGrpSpPr>
            <p:grpSpPr>
              <a:xfrm>
                <a:off x="7710604" y="1401578"/>
                <a:ext cx="725467" cy="159446"/>
                <a:chOff x="6101826" y="4804013"/>
                <a:chExt cx="180500" cy="39671"/>
              </a:xfrm>
              <a:solidFill>
                <a:srgbClr val="1A1A1A"/>
              </a:solidFill>
            </p:grpSpPr>
            <p:sp>
              <p:nvSpPr>
                <p:cNvPr id="18505" name="Freeform 18504">
                  <a:extLst>
                    <a:ext uri="{FF2B5EF4-FFF2-40B4-BE49-F238E27FC236}">
                      <a16:creationId xmlns:a16="http://schemas.microsoft.com/office/drawing/2014/main" id="{A03D2534-4C84-5771-7510-795C41A7E6C3}"/>
                    </a:ext>
                  </a:extLst>
                </p:cNvPr>
                <p:cNvSpPr/>
                <p:nvPr/>
              </p:nvSpPr>
              <p:spPr>
                <a:xfrm>
                  <a:off x="6101826" y="4804013"/>
                  <a:ext cx="3552" cy="38861"/>
                </a:xfrm>
                <a:custGeom>
                  <a:avLst/>
                  <a:gdLst>
                    <a:gd name="connsiteX0" fmla="*/ 0 w 3552"/>
                    <a:gd name="connsiteY0" fmla="*/ 4813 h 38861"/>
                    <a:gd name="connsiteX1" fmla="*/ 0 w 3552"/>
                    <a:gd name="connsiteY1" fmla="*/ 0 h 38861"/>
                    <a:gd name="connsiteX2" fmla="*/ 3553 w 3552"/>
                    <a:gd name="connsiteY2" fmla="*/ 0 h 38861"/>
                    <a:gd name="connsiteX3" fmla="*/ 3553 w 3552"/>
                    <a:gd name="connsiteY3" fmla="*/ 4813 h 38861"/>
                    <a:gd name="connsiteX4" fmla="*/ 0 w 3552"/>
                    <a:gd name="connsiteY4" fmla="*/ 4813 h 38861"/>
                    <a:gd name="connsiteX5" fmla="*/ 180 w 3552"/>
                    <a:gd name="connsiteY5" fmla="*/ 38862 h 38861"/>
                    <a:gd name="connsiteX6" fmla="*/ 180 w 3552"/>
                    <a:gd name="connsiteY6" fmla="*/ 10907 h 38861"/>
                    <a:gd name="connsiteX7" fmla="*/ 3418 w 3552"/>
                    <a:gd name="connsiteY7" fmla="*/ 10907 h 38861"/>
                    <a:gd name="connsiteX8" fmla="*/ 3418 w 3552"/>
                    <a:gd name="connsiteY8" fmla="*/ 38862 h 38861"/>
                    <a:gd name="connsiteX9" fmla="*/ 180 w 3552"/>
                    <a:gd name="connsiteY9" fmla="*/ 38862 h 38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52" h="38861">
                      <a:moveTo>
                        <a:pt x="0" y="4813"/>
                      </a:moveTo>
                      <a:lnTo>
                        <a:pt x="0" y="0"/>
                      </a:lnTo>
                      <a:lnTo>
                        <a:pt x="3553" y="0"/>
                      </a:lnTo>
                      <a:lnTo>
                        <a:pt x="3553" y="4813"/>
                      </a:lnTo>
                      <a:lnTo>
                        <a:pt x="0" y="4813"/>
                      </a:lnTo>
                      <a:close/>
                      <a:moveTo>
                        <a:pt x="180" y="38862"/>
                      </a:moveTo>
                      <a:lnTo>
                        <a:pt x="180" y="10907"/>
                      </a:lnTo>
                      <a:lnTo>
                        <a:pt x="3418" y="10907"/>
                      </a:lnTo>
                      <a:lnTo>
                        <a:pt x="3418" y="38862"/>
                      </a:lnTo>
                      <a:lnTo>
                        <a:pt x="180" y="38862"/>
                      </a:lnTo>
                      <a:close/>
                    </a:path>
                  </a:pathLst>
                </a:custGeom>
                <a:solidFill>
                  <a:srgbClr val="1A1A1A"/>
                </a:solidFill>
                <a:ln w="2249" cap="flat">
                  <a:noFill/>
                  <a:prstDash val="solid"/>
                  <a:miter/>
                </a:ln>
              </p:spPr>
              <p:txBody>
                <a:bodyPr rtlCol="0" anchor="ctr"/>
                <a:lstStyle/>
                <a:p>
                  <a:endParaRPr lang="en-US"/>
                </a:p>
              </p:txBody>
            </p:sp>
            <p:sp>
              <p:nvSpPr>
                <p:cNvPr id="18506" name="Freeform 18505">
                  <a:extLst>
                    <a:ext uri="{FF2B5EF4-FFF2-40B4-BE49-F238E27FC236}">
                      <a16:creationId xmlns:a16="http://schemas.microsoft.com/office/drawing/2014/main" id="{06340E2C-D8E1-2B2E-A578-C3346C169DF5}"/>
                    </a:ext>
                  </a:extLst>
                </p:cNvPr>
                <p:cNvSpPr/>
                <p:nvPr/>
              </p:nvSpPr>
              <p:spPr>
                <a:xfrm>
                  <a:off x="6112081" y="4814133"/>
                  <a:ext cx="22039" cy="29438"/>
                </a:xfrm>
                <a:custGeom>
                  <a:avLst/>
                  <a:gdLst>
                    <a:gd name="connsiteX0" fmla="*/ 3306 w 22039"/>
                    <a:gd name="connsiteY0" fmla="*/ 19993 h 29438"/>
                    <a:gd name="connsiteX1" fmla="*/ 6028 w 22039"/>
                    <a:gd name="connsiteY1" fmla="*/ 25098 h 29438"/>
                    <a:gd name="connsiteX2" fmla="*/ 11673 w 22039"/>
                    <a:gd name="connsiteY2" fmla="*/ 26583 h 29438"/>
                    <a:gd name="connsiteX3" fmla="*/ 14753 w 22039"/>
                    <a:gd name="connsiteY3" fmla="*/ 26155 h 29438"/>
                    <a:gd name="connsiteX4" fmla="*/ 16890 w 22039"/>
                    <a:gd name="connsiteY4" fmla="*/ 24986 h 29438"/>
                    <a:gd name="connsiteX5" fmla="*/ 18149 w 22039"/>
                    <a:gd name="connsiteY5" fmla="*/ 23344 h 29438"/>
                    <a:gd name="connsiteX6" fmla="*/ 18576 w 22039"/>
                    <a:gd name="connsiteY6" fmla="*/ 21410 h 29438"/>
                    <a:gd name="connsiteX7" fmla="*/ 17250 w 22039"/>
                    <a:gd name="connsiteY7" fmla="*/ 18351 h 29438"/>
                    <a:gd name="connsiteX8" fmla="*/ 13921 w 22039"/>
                    <a:gd name="connsiteY8" fmla="*/ 16777 h 29438"/>
                    <a:gd name="connsiteX9" fmla="*/ 9603 w 22039"/>
                    <a:gd name="connsiteY9" fmla="*/ 15810 h 29438"/>
                    <a:gd name="connsiteX10" fmla="*/ 5285 w 22039"/>
                    <a:gd name="connsiteY10" fmla="*/ 14596 h 29438"/>
                    <a:gd name="connsiteX11" fmla="*/ 1957 w 22039"/>
                    <a:gd name="connsiteY11" fmla="*/ 12279 h 29438"/>
                    <a:gd name="connsiteX12" fmla="*/ 630 w 22039"/>
                    <a:gd name="connsiteY12" fmla="*/ 8006 h 29438"/>
                    <a:gd name="connsiteX13" fmla="*/ 3194 w 22039"/>
                    <a:gd name="connsiteY13" fmla="*/ 2249 h 29438"/>
                    <a:gd name="connsiteX14" fmla="*/ 10458 w 22039"/>
                    <a:gd name="connsiteY14" fmla="*/ 0 h 29438"/>
                    <a:gd name="connsiteX15" fmla="*/ 17835 w 22039"/>
                    <a:gd name="connsiteY15" fmla="*/ 2024 h 29438"/>
                    <a:gd name="connsiteX16" fmla="*/ 21253 w 22039"/>
                    <a:gd name="connsiteY16" fmla="*/ 8793 h 29438"/>
                    <a:gd name="connsiteX17" fmla="*/ 17969 w 22039"/>
                    <a:gd name="connsiteY17" fmla="*/ 8793 h 29438"/>
                    <a:gd name="connsiteX18" fmla="*/ 15518 w 22039"/>
                    <a:gd name="connsiteY18" fmla="*/ 4228 h 29438"/>
                    <a:gd name="connsiteX19" fmla="*/ 10413 w 22039"/>
                    <a:gd name="connsiteY19" fmla="*/ 2901 h 29438"/>
                    <a:gd name="connsiteX20" fmla="*/ 5712 w 22039"/>
                    <a:gd name="connsiteY20" fmla="*/ 4228 h 29438"/>
                    <a:gd name="connsiteX21" fmla="*/ 4093 w 22039"/>
                    <a:gd name="connsiteY21" fmla="*/ 7714 h 29438"/>
                    <a:gd name="connsiteX22" fmla="*/ 5420 w 22039"/>
                    <a:gd name="connsiteY22" fmla="*/ 10593 h 29438"/>
                    <a:gd name="connsiteX23" fmla="*/ 8749 w 22039"/>
                    <a:gd name="connsiteY23" fmla="*/ 12212 h 29438"/>
                    <a:gd name="connsiteX24" fmla="*/ 13067 w 22039"/>
                    <a:gd name="connsiteY24" fmla="*/ 13314 h 29438"/>
                    <a:gd name="connsiteX25" fmla="*/ 17384 w 22039"/>
                    <a:gd name="connsiteY25" fmla="*/ 14685 h 29438"/>
                    <a:gd name="connsiteX26" fmla="*/ 20713 w 22039"/>
                    <a:gd name="connsiteY26" fmla="*/ 17092 h 29438"/>
                    <a:gd name="connsiteX27" fmla="*/ 22040 w 22039"/>
                    <a:gd name="connsiteY27" fmla="*/ 21298 h 29438"/>
                    <a:gd name="connsiteX28" fmla="*/ 21186 w 22039"/>
                    <a:gd name="connsiteY28" fmla="*/ 24828 h 29438"/>
                    <a:gd name="connsiteX29" fmla="*/ 18802 w 22039"/>
                    <a:gd name="connsiteY29" fmla="*/ 27392 h 29438"/>
                    <a:gd name="connsiteX30" fmla="*/ 15203 w 22039"/>
                    <a:gd name="connsiteY30" fmla="*/ 28922 h 29438"/>
                    <a:gd name="connsiteX31" fmla="*/ 10638 w 22039"/>
                    <a:gd name="connsiteY31" fmla="*/ 29439 h 29438"/>
                    <a:gd name="connsiteX32" fmla="*/ 6230 w 22039"/>
                    <a:gd name="connsiteY32" fmla="*/ 28719 h 29438"/>
                    <a:gd name="connsiteX33" fmla="*/ 2969 w 22039"/>
                    <a:gd name="connsiteY33" fmla="*/ 26695 h 29438"/>
                    <a:gd name="connsiteX34" fmla="*/ 855 w 22039"/>
                    <a:gd name="connsiteY34" fmla="*/ 23681 h 29438"/>
                    <a:gd name="connsiteX35" fmla="*/ 0 w 22039"/>
                    <a:gd name="connsiteY35" fmla="*/ 19948 h 29438"/>
                    <a:gd name="connsiteX36" fmla="*/ 3283 w 22039"/>
                    <a:gd name="connsiteY36" fmla="*/ 19948 h 29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2039" h="29438">
                      <a:moveTo>
                        <a:pt x="3306" y="19993"/>
                      </a:moveTo>
                      <a:cubicBezTo>
                        <a:pt x="3801" y="22400"/>
                        <a:pt x="4723" y="24109"/>
                        <a:pt x="6028" y="25098"/>
                      </a:cubicBezTo>
                      <a:cubicBezTo>
                        <a:pt x="7332" y="26088"/>
                        <a:pt x="9221" y="26583"/>
                        <a:pt x="11673" y="26583"/>
                      </a:cubicBezTo>
                      <a:cubicBezTo>
                        <a:pt x="12864" y="26583"/>
                        <a:pt x="13876" y="26448"/>
                        <a:pt x="14753" y="26155"/>
                      </a:cubicBezTo>
                      <a:cubicBezTo>
                        <a:pt x="15608" y="25863"/>
                        <a:pt x="16327" y="25481"/>
                        <a:pt x="16890" y="24986"/>
                      </a:cubicBezTo>
                      <a:cubicBezTo>
                        <a:pt x="17452" y="24491"/>
                        <a:pt x="17879" y="23951"/>
                        <a:pt x="18149" y="23344"/>
                      </a:cubicBezTo>
                      <a:cubicBezTo>
                        <a:pt x="18441" y="22737"/>
                        <a:pt x="18576" y="22085"/>
                        <a:pt x="18576" y="21410"/>
                      </a:cubicBezTo>
                      <a:cubicBezTo>
                        <a:pt x="18576" y="20038"/>
                        <a:pt x="18127" y="19026"/>
                        <a:pt x="17250" y="18351"/>
                      </a:cubicBezTo>
                      <a:cubicBezTo>
                        <a:pt x="16372" y="17677"/>
                        <a:pt x="15271" y="17160"/>
                        <a:pt x="13921" y="16777"/>
                      </a:cubicBezTo>
                      <a:cubicBezTo>
                        <a:pt x="12572" y="16395"/>
                        <a:pt x="11155" y="16080"/>
                        <a:pt x="9603" y="15810"/>
                      </a:cubicBezTo>
                      <a:cubicBezTo>
                        <a:pt x="8051" y="15540"/>
                        <a:pt x="6612" y="15135"/>
                        <a:pt x="5285" y="14596"/>
                      </a:cubicBezTo>
                      <a:cubicBezTo>
                        <a:pt x="3958" y="14056"/>
                        <a:pt x="2856" y="13291"/>
                        <a:pt x="1957" y="12279"/>
                      </a:cubicBezTo>
                      <a:cubicBezTo>
                        <a:pt x="1079" y="11267"/>
                        <a:pt x="630" y="9850"/>
                        <a:pt x="630" y="8006"/>
                      </a:cubicBezTo>
                      <a:cubicBezTo>
                        <a:pt x="630" y="5667"/>
                        <a:pt x="1485" y="3756"/>
                        <a:pt x="3194" y="2249"/>
                      </a:cubicBezTo>
                      <a:cubicBezTo>
                        <a:pt x="4903" y="765"/>
                        <a:pt x="7332" y="0"/>
                        <a:pt x="10458" y="0"/>
                      </a:cubicBezTo>
                      <a:cubicBezTo>
                        <a:pt x="13584" y="0"/>
                        <a:pt x="15945" y="675"/>
                        <a:pt x="17835" y="2024"/>
                      </a:cubicBezTo>
                      <a:cubicBezTo>
                        <a:pt x="19723" y="3373"/>
                        <a:pt x="20870" y="5622"/>
                        <a:pt x="21253" y="8793"/>
                      </a:cubicBezTo>
                      <a:lnTo>
                        <a:pt x="17969" y="8793"/>
                      </a:lnTo>
                      <a:cubicBezTo>
                        <a:pt x="17677" y="6634"/>
                        <a:pt x="16867" y="5105"/>
                        <a:pt x="15518" y="4228"/>
                      </a:cubicBezTo>
                      <a:cubicBezTo>
                        <a:pt x="14169" y="3351"/>
                        <a:pt x="12459" y="2901"/>
                        <a:pt x="10413" y="2901"/>
                      </a:cubicBezTo>
                      <a:cubicBezTo>
                        <a:pt x="8366" y="2901"/>
                        <a:pt x="6792" y="3351"/>
                        <a:pt x="5712" y="4228"/>
                      </a:cubicBezTo>
                      <a:cubicBezTo>
                        <a:pt x="4633" y="5105"/>
                        <a:pt x="4093" y="6274"/>
                        <a:pt x="4093" y="7714"/>
                      </a:cubicBezTo>
                      <a:cubicBezTo>
                        <a:pt x="4093" y="8973"/>
                        <a:pt x="4543" y="9940"/>
                        <a:pt x="5420" y="10593"/>
                      </a:cubicBezTo>
                      <a:cubicBezTo>
                        <a:pt x="6297" y="11267"/>
                        <a:pt x="7399" y="11807"/>
                        <a:pt x="8749" y="12212"/>
                      </a:cubicBezTo>
                      <a:cubicBezTo>
                        <a:pt x="10075" y="12617"/>
                        <a:pt x="11515" y="12999"/>
                        <a:pt x="13067" y="13314"/>
                      </a:cubicBezTo>
                      <a:cubicBezTo>
                        <a:pt x="14618" y="13629"/>
                        <a:pt x="16058" y="14101"/>
                        <a:pt x="17384" y="14685"/>
                      </a:cubicBezTo>
                      <a:cubicBezTo>
                        <a:pt x="18711" y="15270"/>
                        <a:pt x="19813" y="16080"/>
                        <a:pt x="20713" y="17092"/>
                      </a:cubicBezTo>
                      <a:cubicBezTo>
                        <a:pt x="21590" y="18104"/>
                        <a:pt x="22040" y="19498"/>
                        <a:pt x="22040" y="21298"/>
                      </a:cubicBezTo>
                      <a:cubicBezTo>
                        <a:pt x="22040" y="22624"/>
                        <a:pt x="21748" y="23816"/>
                        <a:pt x="21186" y="24828"/>
                      </a:cubicBezTo>
                      <a:cubicBezTo>
                        <a:pt x="20623" y="25841"/>
                        <a:pt x="19813" y="26718"/>
                        <a:pt x="18802" y="27392"/>
                      </a:cubicBezTo>
                      <a:cubicBezTo>
                        <a:pt x="17790" y="28067"/>
                        <a:pt x="16598" y="28584"/>
                        <a:pt x="15203" y="28922"/>
                      </a:cubicBezTo>
                      <a:cubicBezTo>
                        <a:pt x="13809" y="29259"/>
                        <a:pt x="12302" y="29439"/>
                        <a:pt x="10638" y="29439"/>
                      </a:cubicBezTo>
                      <a:cubicBezTo>
                        <a:pt x="8973" y="29439"/>
                        <a:pt x="7512" y="29191"/>
                        <a:pt x="6230" y="28719"/>
                      </a:cubicBezTo>
                      <a:cubicBezTo>
                        <a:pt x="4948" y="28224"/>
                        <a:pt x="3868" y="27550"/>
                        <a:pt x="2969" y="26695"/>
                      </a:cubicBezTo>
                      <a:cubicBezTo>
                        <a:pt x="2069" y="25841"/>
                        <a:pt x="1372" y="24828"/>
                        <a:pt x="855" y="23681"/>
                      </a:cubicBezTo>
                      <a:cubicBezTo>
                        <a:pt x="360" y="22535"/>
                        <a:pt x="68" y="21298"/>
                        <a:pt x="0" y="19948"/>
                      </a:cubicBezTo>
                      <a:lnTo>
                        <a:pt x="3283" y="19948"/>
                      </a:lnTo>
                      <a:close/>
                    </a:path>
                  </a:pathLst>
                </a:custGeom>
                <a:solidFill>
                  <a:srgbClr val="1A1A1A"/>
                </a:solidFill>
                <a:ln w="2249" cap="flat">
                  <a:noFill/>
                  <a:prstDash val="solid"/>
                  <a:miter/>
                </a:ln>
              </p:spPr>
              <p:txBody>
                <a:bodyPr rtlCol="0" anchor="ctr"/>
                <a:lstStyle/>
                <a:p>
                  <a:endParaRPr lang="en-US"/>
                </a:p>
              </p:txBody>
            </p:sp>
            <p:sp>
              <p:nvSpPr>
                <p:cNvPr id="18507" name="Freeform 18506">
                  <a:extLst>
                    <a:ext uri="{FF2B5EF4-FFF2-40B4-BE49-F238E27FC236}">
                      <a16:creationId xmlns:a16="http://schemas.microsoft.com/office/drawing/2014/main" id="{E5D5B324-68F2-8EBE-14BD-DE859E55C626}"/>
                    </a:ext>
                  </a:extLst>
                </p:cNvPr>
                <p:cNvSpPr/>
                <p:nvPr/>
              </p:nvSpPr>
              <p:spPr>
                <a:xfrm>
                  <a:off x="6138641" y="4814133"/>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4 w 25908"/>
                    <a:gd name="connsiteY3" fmla="*/ 21185 h 29483"/>
                    <a:gd name="connsiteX4" fmla="*/ 0 w 25908"/>
                    <a:gd name="connsiteY4" fmla="*/ 14753 h 29483"/>
                    <a:gd name="connsiteX5" fmla="*/ 810 w 25908"/>
                    <a:gd name="connsiteY5" fmla="*/ 8996 h 29483"/>
                    <a:gd name="connsiteX6" fmla="*/ 3238 w 25908"/>
                    <a:gd name="connsiteY6" fmla="*/ 4318 h 29483"/>
                    <a:gd name="connsiteX7" fmla="*/ 7287 w 25908"/>
                    <a:gd name="connsiteY7" fmla="*/ 1170 h 29483"/>
                    <a:gd name="connsiteX8" fmla="*/ 12954 w 25908"/>
                    <a:gd name="connsiteY8" fmla="*/ 0 h 29483"/>
                    <a:gd name="connsiteX9" fmla="*/ 18666 w 25908"/>
                    <a:gd name="connsiteY9" fmla="*/ 1170 h 29483"/>
                    <a:gd name="connsiteX10" fmla="*/ 22715 w 25908"/>
                    <a:gd name="connsiteY10" fmla="*/ 4295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67 w 25908"/>
                    <a:gd name="connsiteY17" fmla="*/ 14753 h 29483"/>
                    <a:gd name="connsiteX18" fmla="*/ 21927 w 25908"/>
                    <a:gd name="connsiteY18" fmla="*/ 10120 h 29483"/>
                    <a:gd name="connsiteX19" fmla="*/ 20263 w 25908"/>
                    <a:gd name="connsiteY19" fmla="*/ 6364 h 29483"/>
                    <a:gd name="connsiteX20" fmla="*/ 17339 w 25908"/>
                    <a:gd name="connsiteY20" fmla="*/ 3846 h 29483"/>
                    <a:gd name="connsiteX21" fmla="*/ 12977 w 25908"/>
                    <a:gd name="connsiteY21" fmla="*/ 2923 h 29483"/>
                    <a:gd name="connsiteX22" fmla="*/ 8636 w 25908"/>
                    <a:gd name="connsiteY22" fmla="*/ 3913 h 29483"/>
                    <a:gd name="connsiteX23" fmla="*/ 5690 w 25908"/>
                    <a:gd name="connsiteY23" fmla="*/ 6567 h 29483"/>
                    <a:gd name="connsiteX24" fmla="*/ 4026 w 25908"/>
                    <a:gd name="connsiteY24" fmla="*/ 10345 h 29483"/>
                    <a:gd name="connsiteX25" fmla="*/ 3486 w 25908"/>
                    <a:gd name="connsiteY25" fmla="*/ 14753 h 29483"/>
                    <a:gd name="connsiteX26" fmla="*/ 4116 w 25908"/>
                    <a:gd name="connsiteY26" fmla="*/ 19521 h 29483"/>
                    <a:gd name="connsiteX27" fmla="*/ 5915 w 25908"/>
                    <a:gd name="connsiteY27" fmla="*/ 23277 h 29483"/>
                    <a:gd name="connsiteX28" fmla="*/ 8883 w 25908"/>
                    <a:gd name="connsiteY28" fmla="*/ 25705 h 29483"/>
                    <a:gd name="connsiteX29" fmla="*/ 12977 w 25908"/>
                    <a:gd name="connsiteY29" fmla="*/ 26560 h 29483"/>
                    <a:gd name="connsiteX30" fmla="*/ 17317 w 25908"/>
                    <a:gd name="connsiteY30" fmla="*/ 25571 h 29483"/>
                    <a:gd name="connsiteX31" fmla="*/ 20263 w 25908"/>
                    <a:gd name="connsiteY31" fmla="*/ 22894 h 29483"/>
                    <a:gd name="connsiteX32" fmla="*/ 21927 w 25908"/>
                    <a:gd name="connsiteY32" fmla="*/ 19116 h 29483"/>
                    <a:gd name="connsiteX33" fmla="*/ 22467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09"/>
                        <a:pt x="4993" y="26987"/>
                        <a:pt x="3823" y="25773"/>
                      </a:cubicBezTo>
                      <a:cubicBezTo>
                        <a:pt x="2654" y="24558"/>
                        <a:pt x="1732" y="23029"/>
                        <a:pt x="1034" y="21185"/>
                      </a:cubicBezTo>
                      <a:cubicBezTo>
                        <a:pt x="360" y="19341"/>
                        <a:pt x="0" y="17205"/>
                        <a:pt x="0" y="14753"/>
                      </a:cubicBezTo>
                      <a:cubicBezTo>
                        <a:pt x="0" y="12707"/>
                        <a:pt x="270" y="10795"/>
                        <a:pt x="810" y="8996"/>
                      </a:cubicBezTo>
                      <a:cubicBezTo>
                        <a:pt x="1350" y="7219"/>
                        <a:pt x="2159" y="5667"/>
                        <a:pt x="3238" y="4318"/>
                      </a:cubicBezTo>
                      <a:cubicBezTo>
                        <a:pt x="4318" y="2991"/>
                        <a:pt x="5667" y="1934"/>
                        <a:pt x="7287" y="1170"/>
                      </a:cubicBezTo>
                      <a:cubicBezTo>
                        <a:pt x="8906" y="405"/>
                        <a:pt x="10795" y="0"/>
                        <a:pt x="12954" y="0"/>
                      </a:cubicBezTo>
                      <a:cubicBezTo>
                        <a:pt x="15113" y="0"/>
                        <a:pt x="17047" y="382"/>
                        <a:pt x="18666" y="1170"/>
                      </a:cubicBezTo>
                      <a:cubicBezTo>
                        <a:pt x="20286" y="1957"/>
                        <a:pt x="21635" y="2991"/>
                        <a:pt x="22715" y="4295"/>
                      </a:cubicBezTo>
                      <a:cubicBezTo>
                        <a:pt x="23794" y="5600"/>
                        <a:pt x="24603" y="7174"/>
                        <a:pt x="25121" y="8973"/>
                      </a:cubicBezTo>
                      <a:cubicBezTo>
                        <a:pt x="25638" y="10772"/>
                        <a:pt x="25908" y="12707"/>
                        <a:pt x="25908" y="14753"/>
                      </a:cubicBezTo>
                      <a:cubicBezTo>
                        <a:pt x="25908" y="16979"/>
                        <a:pt x="25593" y="19004"/>
                        <a:pt x="24986" y="20803"/>
                      </a:cubicBezTo>
                      <a:cubicBezTo>
                        <a:pt x="24379" y="22602"/>
                        <a:pt x="23502" y="24154"/>
                        <a:pt x="22377" y="25436"/>
                      </a:cubicBezTo>
                      <a:cubicBezTo>
                        <a:pt x="21253" y="26718"/>
                        <a:pt x="19881" y="27730"/>
                        <a:pt x="18284" y="28427"/>
                      </a:cubicBezTo>
                      <a:cubicBezTo>
                        <a:pt x="16687" y="29124"/>
                        <a:pt x="14911" y="29484"/>
                        <a:pt x="12977" y="29484"/>
                      </a:cubicBezTo>
                      <a:close/>
                      <a:moveTo>
                        <a:pt x="22467" y="14753"/>
                      </a:moveTo>
                      <a:cubicBezTo>
                        <a:pt x="22467" y="13089"/>
                        <a:pt x="22287" y="11560"/>
                        <a:pt x="21927" y="10120"/>
                      </a:cubicBezTo>
                      <a:cubicBezTo>
                        <a:pt x="21568" y="8681"/>
                        <a:pt x="21005" y="7421"/>
                        <a:pt x="20263" y="6364"/>
                      </a:cubicBezTo>
                      <a:cubicBezTo>
                        <a:pt x="19498" y="5308"/>
                        <a:pt x="18531" y="4475"/>
                        <a:pt x="17339" y="3846"/>
                      </a:cubicBezTo>
                      <a:cubicBezTo>
                        <a:pt x="16147" y="3238"/>
                        <a:pt x="14686" y="2923"/>
                        <a:pt x="12977" y="2923"/>
                      </a:cubicBezTo>
                      <a:cubicBezTo>
                        <a:pt x="11267" y="2923"/>
                        <a:pt x="9828" y="3261"/>
                        <a:pt x="8636" y="3913"/>
                      </a:cubicBezTo>
                      <a:cubicBezTo>
                        <a:pt x="7422" y="4588"/>
                        <a:pt x="6455" y="5465"/>
                        <a:pt x="5690" y="6567"/>
                      </a:cubicBezTo>
                      <a:cubicBezTo>
                        <a:pt x="4925" y="7669"/>
                        <a:pt x="4385" y="8928"/>
                        <a:pt x="4026" y="10345"/>
                      </a:cubicBezTo>
                      <a:cubicBezTo>
                        <a:pt x="3666" y="11762"/>
                        <a:pt x="3486" y="13224"/>
                        <a:pt x="3486" y="14753"/>
                      </a:cubicBezTo>
                      <a:cubicBezTo>
                        <a:pt x="3486" y="16485"/>
                        <a:pt x="3688" y="18081"/>
                        <a:pt x="4116" y="19521"/>
                      </a:cubicBezTo>
                      <a:cubicBezTo>
                        <a:pt x="4520" y="20983"/>
                        <a:pt x="5128" y="22220"/>
                        <a:pt x="5915" y="23277"/>
                      </a:cubicBezTo>
                      <a:cubicBezTo>
                        <a:pt x="6702" y="24311"/>
                        <a:pt x="7691" y="25121"/>
                        <a:pt x="8883" y="25705"/>
                      </a:cubicBezTo>
                      <a:cubicBezTo>
                        <a:pt x="10075" y="26290"/>
                        <a:pt x="11447" y="26560"/>
                        <a:pt x="12977" y="26560"/>
                      </a:cubicBezTo>
                      <a:cubicBezTo>
                        <a:pt x="14663" y="26560"/>
                        <a:pt x="16125" y="26223"/>
                        <a:pt x="17317" y="25571"/>
                      </a:cubicBezTo>
                      <a:cubicBezTo>
                        <a:pt x="18531" y="24896"/>
                        <a:pt x="19498" y="24019"/>
                        <a:pt x="20263" y="22894"/>
                      </a:cubicBezTo>
                      <a:cubicBezTo>
                        <a:pt x="21028" y="21770"/>
                        <a:pt x="21568" y="20510"/>
                        <a:pt x="21927" y="19116"/>
                      </a:cubicBezTo>
                      <a:cubicBezTo>
                        <a:pt x="22287" y="17722"/>
                        <a:pt x="22467" y="16260"/>
                        <a:pt x="22467" y="14753"/>
                      </a:cubicBezTo>
                      <a:close/>
                    </a:path>
                  </a:pathLst>
                </a:custGeom>
                <a:solidFill>
                  <a:srgbClr val="1A1A1A"/>
                </a:solidFill>
                <a:ln w="2249" cap="flat">
                  <a:noFill/>
                  <a:prstDash val="solid"/>
                  <a:miter/>
                </a:ln>
              </p:spPr>
              <p:txBody>
                <a:bodyPr rtlCol="0" anchor="ctr"/>
                <a:lstStyle/>
                <a:p>
                  <a:endParaRPr lang="en-US"/>
                </a:p>
              </p:txBody>
            </p:sp>
            <p:sp>
              <p:nvSpPr>
                <p:cNvPr id="18508" name="Freeform 18507">
                  <a:extLst>
                    <a:ext uri="{FF2B5EF4-FFF2-40B4-BE49-F238E27FC236}">
                      <a16:creationId xmlns:a16="http://schemas.microsoft.com/office/drawing/2014/main" id="{3A46A7D3-508C-BC87-011B-B1BBDF9ACE2D}"/>
                    </a:ext>
                  </a:extLst>
                </p:cNvPr>
                <p:cNvSpPr/>
                <p:nvPr/>
              </p:nvSpPr>
              <p:spPr>
                <a:xfrm>
                  <a:off x="6170981" y="4804013"/>
                  <a:ext cx="3238" cy="38861"/>
                </a:xfrm>
                <a:custGeom>
                  <a:avLst/>
                  <a:gdLst>
                    <a:gd name="connsiteX0" fmla="*/ 0 w 3238"/>
                    <a:gd name="connsiteY0" fmla="*/ 38862 h 38861"/>
                    <a:gd name="connsiteX1" fmla="*/ 0 w 3238"/>
                    <a:gd name="connsiteY1" fmla="*/ 0 h 38861"/>
                    <a:gd name="connsiteX2" fmla="*/ 3238 w 3238"/>
                    <a:gd name="connsiteY2" fmla="*/ 0 h 38861"/>
                    <a:gd name="connsiteX3" fmla="*/ 3238 w 3238"/>
                    <a:gd name="connsiteY3" fmla="*/ 38862 h 38861"/>
                    <a:gd name="connsiteX4" fmla="*/ 0 w 3238"/>
                    <a:gd name="connsiteY4" fmla="*/ 38862 h 388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8" h="38861">
                      <a:moveTo>
                        <a:pt x="0" y="38862"/>
                      </a:moveTo>
                      <a:lnTo>
                        <a:pt x="0" y="0"/>
                      </a:lnTo>
                      <a:lnTo>
                        <a:pt x="3238" y="0"/>
                      </a:lnTo>
                      <a:lnTo>
                        <a:pt x="3238" y="38862"/>
                      </a:lnTo>
                      <a:lnTo>
                        <a:pt x="0" y="38862"/>
                      </a:lnTo>
                      <a:close/>
                    </a:path>
                  </a:pathLst>
                </a:custGeom>
                <a:solidFill>
                  <a:srgbClr val="1A1A1A"/>
                </a:solidFill>
                <a:ln w="2249" cap="flat">
                  <a:noFill/>
                  <a:prstDash val="solid"/>
                  <a:miter/>
                </a:ln>
              </p:spPr>
              <p:txBody>
                <a:bodyPr rtlCol="0" anchor="ctr"/>
                <a:lstStyle/>
                <a:p>
                  <a:endParaRPr lang="en-US"/>
                </a:p>
              </p:txBody>
            </p:sp>
            <p:sp>
              <p:nvSpPr>
                <p:cNvPr id="18509" name="Freeform 18508">
                  <a:extLst>
                    <a:ext uri="{FF2B5EF4-FFF2-40B4-BE49-F238E27FC236}">
                      <a16:creationId xmlns:a16="http://schemas.microsoft.com/office/drawing/2014/main" id="{5986649C-307E-7925-7140-F4AA3228DA21}"/>
                    </a:ext>
                  </a:extLst>
                </p:cNvPr>
                <p:cNvSpPr/>
                <p:nvPr/>
              </p:nvSpPr>
              <p:spPr>
                <a:xfrm>
                  <a:off x="6180989" y="4814200"/>
                  <a:ext cx="26357" cy="29484"/>
                </a:xfrm>
                <a:custGeom>
                  <a:avLst/>
                  <a:gdLst>
                    <a:gd name="connsiteX0" fmla="*/ 14326 w 26357"/>
                    <a:gd name="connsiteY0" fmla="*/ 12369 h 29484"/>
                    <a:gd name="connsiteX1" fmla="*/ 16507 w 26357"/>
                    <a:gd name="connsiteY1" fmla="*/ 12055 h 29484"/>
                    <a:gd name="connsiteX2" fmla="*/ 18576 w 26357"/>
                    <a:gd name="connsiteY2" fmla="*/ 11470 h 29484"/>
                    <a:gd name="connsiteX3" fmla="*/ 19566 w 26357"/>
                    <a:gd name="connsiteY3" fmla="*/ 10210 h 29484"/>
                    <a:gd name="connsiteX4" fmla="*/ 19746 w 26357"/>
                    <a:gd name="connsiteY4" fmla="*/ 8569 h 29484"/>
                    <a:gd name="connsiteX5" fmla="*/ 18149 w 26357"/>
                    <a:gd name="connsiteY5" fmla="*/ 4498 h 29484"/>
                    <a:gd name="connsiteX6" fmla="*/ 12774 w 26357"/>
                    <a:gd name="connsiteY6" fmla="*/ 2901 h 29484"/>
                    <a:gd name="connsiteX7" fmla="*/ 9693 w 26357"/>
                    <a:gd name="connsiteY7" fmla="*/ 3194 h 29484"/>
                    <a:gd name="connsiteX8" fmla="*/ 7242 w 26357"/>
                    <a:gd name="connsiteY8" fmla="*/ 4228 h 29484"/>
                    <a:gd name="connsiteX9" fmla="*/ 5510 w 26357"/>
                    <a:gd name="connsiteY9" fmla="*/ 6162 h 29484"/>
                    <a:gd name="connsiteX10" fmla="*/ 4610 w 26357"/>
                    <a:gd name="connsiteY10" fmla="*/ 9221 h 29484"/>
                    <a:gd name="connsiteX11" fmla="*/ 1327 w 26357"/>
                    <a:gd name="connsiteY11" fmla="*/ 9221 h 29484"/>
                    <a:gd name="connsiteX12" fmla="*/ 2451 w 26357"/>
                    <a:gd name="connsiteY12" fmla="*/ 4993 h 29484"/>
                    <a:gd name="connsiteX13" fmla="*/ 4970 w 26357"/>
                    <a:gd name="connsiteY13" fmla="*/ 2137 h 29484"/>
                    <a:gd name="connsiteX14" fmla="*/ 8524 w 26357"/>
                    <a:gd name="connsiteY14" fmla="*/ 517 h 29484"/>
                    <a:gd name="connsiteX15" fmla="*/ 12819 w 26357"/>
                    <a:gd name="connsiteY15" fmla="*/ 0 h 29484"/>
                    <a:gd name="connsiteX16" fmla="*/ 16777 w 26357"/>
                    <a:gd name="connsiteY16" fmla="*/ 450 h 29484"/>
                    <a:gd name="connsiteX17" fmla="*/ 20016 w 26357"/>
                    <a:gd name="connsiteY17" fmla="*/ 1912 h 29484"/>
                    <a:gd name="connsiteX18" fmla="*/ 22174 w 26357"/>
                    <a:gd name="connsiteY18" fmla="*/ 4588 h 29484"/>
                    <a:gd name="connsiteX19" fmla="*/ 22962 w 26357"/>
                    <a:gd name="connsiteY19" fmla="*/ 8681 h 29484"/>
                    <a:gd name="connsiteX20" fmla="*/ 22962 w 26357"/>
                    <a:gd name="connsiteY20" fmla="*/ 23906 h 29484"/>
                    <a:gd name="connsiteX21" fmla="*/ 23637 w 26357"/>
                    <a:gd name="connsiteY21" fmla="*/ 26313 h 29484"/>
                    <a:gd name="connsiteX22" fmla="*/ 26358 w 26357"/>
                    <a:gd name="connsiteY22" fmla="*/ 26066 h 29484"/>
                    <a:gd name="connsiteX23" fmla="*/ 26358 w 26357"/>
                    <a:gd name="connsiteY23" fmla="*/ 28607 h 29484"/>
                    <a:gd name="connsiteX24" fmla="*/ 25256 w 26357"/>
                    <a:gd name="connsiteY24" fmla="*/ 28922 h 29484"/>
                    <a:gd name="connsiteX25" fmla="*/ 23816 w 26357"/>
                    <a:gd name="connsiteY25" fmla="*/ 29147 h 29484"/>
                    <a:gd name="connsiteX26" fmla="*/ 22355 w 26357"/>
                    <a:gd name="connsiteY26" fmla="*/ 28989 h 29484"/>
                    <a:gd name="connsiteX27" fmla="*/ 21050 w 26357"/>
                    <a:gd name="connsiteY27" fmla="*/ 28472 h 29484"/>
                    <a:gd name="connsiteX28" fmla="*/ 20263 w 26357"/>
                    <a:gd name="connsiteY28" fmla="*/ 27505 h 29484"/>
                    <a:gd name="connsiteX29" fmla="*/ 19858 w 26357"/>
                    <a:gd name="connsiteY29" fmla="*/ 26268 h 29484"/>
                    <a:gd name="connsiteX30" fmla="*/ 19746 w 26357"/>
                    <a:gd name="connsiteY30" fmla="*/ 24829 h 29484"/>
                    <a:gd name="connsiteX31" fmla="*/ 15045 w 26357"/>
                    <a:gd name="connsiteY31" fmla="*/ 28292 h 29484"/>
                    <a:gd name="connsiteX32" fmla="*/ 9333 w 26357"/>
                    <a:gd name="connsiteY32" fmla="*/ 29484 h 29484"/>
                    <a:gd name="connsiteX33" fmla="*/ 5802 w 26357"/>
                    <a:gd name="connsiteY33" fmla="*/ 28989 h 29484"/>
                    <a:gd name="connsiteX34" fmla="*/ 2811 w 26357"/>
                    <a:gd name="connsiteY34" fmla="*/ 27482 h 29484"/>
                    <a:gd name="connsiteX35" fmla="*/ 764 w 26357"/>
                    <a:gd name="connsiteY35" fmla="*/ 24964 h 29484"/>
                    <a:gd name="connsiteX36" fmla="*/ 0 w 26357"/>
                    <a:gd name="connsiteY36" fmla="*/ 21433 h 29484"/>
                    <a:gd name="connsiteX37" fmla="*/ 9760 w 26357"/>
                    <a:gd name="connsiteY37" fmla="*/ 13022 h 29484"/>
                    <a:gd name="connsiteX38" fmla="*/ 14236 w 26357"/>
                    <a:gd name="connsiteY38" fmla="*/ 12437 h 29484"/>
                    <a:gd name="connsiteX39" fmla="*/ 19768 w 26357"/>
                    <a:gd name="connsiteY39" fmla="*/ 13989 h 29484"/>
                    <a:gd name="connsiteX40" fmla="*/ 15608 w 26357"/>
                    <a:gd name="connsiteY40" fmla="*/ 15113 h 29484"/>
                    <a:gd name="connsiteX41" fmla="*/ 11402 w 26357"/>
                    <a:gd name="connsiteY41" fmla="*/ 15540 h 29484"/>
                    <a:gd name="connsiteX42" fmla="*/ 5600 w 26357"/>
                    <a:gd name="connsiteY42" fmla="*/ 17205 h 29484"/>
                    <a:gd name="connsiteX43" fmla="*/ 3530 w 26357"/>
                    <a:gd name="connsiteY43" fmla="*/ 21478 h 29484"/>
                    <a:gd name="connsiteX44" fmla="*/ 4048 w 26357"/>
                    <a:gd name="connsiteY44" fmla="*/ 23727 h 29484"/>
                    <a:gd name="connsiteX45" fmla="*/ 5397 w 26357"/>
                    <a:gd name="connsiteY45" fmla="*/ 25301 h 29484"/>
                    <a:gd name="connsiteX46" fmla="*/ 7332 w 26357"/>
                    <a:gd name="connsiteY46" fmla="*/ 26223 h 29484"/>
                    <a:gd name="connsiteX47" fmla="*/ 9581 w 26357"/>
                    <a:gd name="connsiteY47" fmla="*/ 26515 h 29484"/>
                    <a:gd name="connsiteX48" fmla="*/ 13359 w 26357"/>
                    <a:gd name="connsiteY48" fmla="*/ 26021 h 29484"/>
                    <a:gd name="connsiteX49" fmla="*/ 16620 w 26357"/>
                    <a:gd name="connsiteY49" fmla="*/ 24536 h 29484"/>
                    <a:gd name="connsiteX50" fmla="*/ 18914 w 26357"/>
                    <a:gd name="connsiteY50" fmla="*/ 21995 h 29484"/>
                    <a:gd name="connsiteX51" fmla="*/ 19768 w 26357"/>
                    <a:gd name="connsiteY51" fmla="*/ 18352 h 29484"/>
                    <a:gd name="connsiteX52" fmla="*/ 19768 w 26357"/>
                    <a:gd name="connsiteY52" fmla="*/ 13989 h 294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6357" h="29484">
                      <a:moveTo>
                        <a:pt x="14326" y="12369"/>
                      </a:moveTo>
                      <a:cubicBezTo>
                        <a:pt x="14933" y="12302"/>
                        <a:pt x="15675" y="12189"/>
                        <a:pt x="16507" y="12055"/>
                      </a:cubicBezTo>
                      <a:cubicBezTo>
                        <a:pt x="17362" y="11920"/>
                        <a:pt x="18037" y="11717"/>
                        <a:pt x="18576" y="11470"/>
                      </a:cubicBezTo>
                      <a:cubicBezTo>
                        <a:pt x="19116" y="11223"/>
                        <a:pt x="19453" y="10795"/>
                        <a:pt x="19566" y="10210"/>
                      </a:cubicBezTo>
                      <a:cubicBezTo>
                        <a:pt x="19701" y="9626"/>
                        <a:pt x="19746" y="9063"/>
                        <a:pt x="19746" y="8569"/>
                      </a:cubicBezTo>
                      <a:cubicBezTo>
                        <a:pt x="19746" y="6904"/>
                        <a:pt x="19206" y="5555"/>
                        <a:pt x="18149" y="4498"/>
                      </a:cubicBezTo>
                      <a:cubicBezTo>
                        <a:pt x="17092" y="3441"/>
                        <a:pt x="15293" y="2901"/>
                        <a:pt x="12774" y="2901"/>
                      </a:cubicBezTo>
                      <a:cubicBezTo>
                        <a:pt x="11649" y="2901"/>
                        <a:pt x="10638" y="2991"/>
                        <a:pt x="9693" y="3194"/>
                      </a:cubicBezTo>
                      <a:cubicBezTo>
                        <a:pt x="8748" y="3396"/>
                        <a:pt x="7939" y="3733"/>
                        <a:pt x="7242" y="4228"/>
                      </a:cubicBezTo>
                      <a:cubicBezTo>
                        <a:pt x="6544" y="4723"/>
                        <a:pt x="5960" y="5353"/>
                        <a:pt x="5510" y="6162"/>
                      </a:cubicBezTo>
                      <a:cubicBezTo>
                        <a:pt x="5060" y="6972"/>
                        <a:pt x="4768" y="7984"/>
                        <a:pt x="4610" y="9221"/>
                      </a:cubicBezTo>
                      <a:lnTo>
                        <a:pt x="1327" y="9221"/>
                      </a:lnTo>
                      <a:cubicBezTo>
                        <a:pt x="1439" y="7557"/>
                        <a:pt x="1821" y="6162"/>
                        <a:pt x="2451" y="4993"/>
                      </a:cubicBezTo>
                      <a:cubicBezTo>
                        <a:pt x="3103" y="3823"/>
                        <a:pt x="3936" y="2879"/>
                        <a:pt x="4970" y="2137"/>
                      </a:cubicBezTo>
                      <a:cubicBezTo>
                        <a:pt x="6005" y="1395"/>
                        <a:pt x="7174" y="855"/>
                        <a:pt x="8524" y="517"/>
                      </a:cubicBezTo>
                      <a:cubicBezTo>
                        <a:pt x="9873" y="180"/>
                        <a:pt x="11312" y="0"/>
                        <a:pt x="12819" y="0"/>
                      </a:cubicBezTo>
                      <a:cubicBezTo>
                        <a:pt x="14213" y="0"/>
                        <a:pt x="15540" y="158"/>
                        <a:pt x="16777" y="450"/>
                      </a:cubicBezTo>
                      <a:cubicBezTo>
                        <a:pt x="18014" y="765"/>
                        <a:pt x="19094" y="1237"/>
                        <a:pt x="20016" y="1912"/>
                      </a:cubicBezTo>
                      <a:cubicBezTo>
                        <a:pt x="20937" y="2586"/>
                        <a:pt x="21657" y="3463"/>
                        <a:pt x="22174" y="4588"/>
                      </a:cubicBezTo>
                      <a:cubicBezTo>
                        <a:pt x="22692" y="5712"/>
                        <a:pt x="22962" y="7062"/>
                        <a:pt x="22962" y="8681"/>
                      </a:cubicBezTo>
                      <a:lnTo>
                        <a:pt x="22962" y="23906"/>
                      </a:lnTo>
                      <a:cubicBezTo>
                        <a:pt x="22962" y="25166"/>
                        <a:pt x="23186" y="25976"/>
                        <a:pt x="23637" y="26313"/>
                      </a:cubicBezTo>
                      <a:cubicBezTo>
                        <a:pt x="24086" y="26650"/>
                        <a:pt x="24986" y="26583"/>
                        <a:pt x="26358" y="26066"/>
                      </a:cubicBezTo>
                      <a:lnTo>
                        <a:pt x="26358" y="28607"/>
                      </a:lnTo>
                      <a:cubicBezTo>
                        <a:pt x="26110" y="28674"/>
                        <a:pt x="25728" y="28787"/>
                        <a:pt x="25256" y="28922"/>
                      </a:cubicBezTo>
                      <a:cubicBezTo>
                        <a:pt x="24761" y="29057"/>
                        <a:pt x="24289" y="29147"/>
                        <a:pt x="23816" y="29147"/>
                      </a:cubicBezTo>
                      <a:cubicBezTo>
                        <a:pt x="23321" y="29147"/>
                        <a:pt x="22827" y="29102"/>
                        <a:pt x="22355" y="28989"/>
                      </a:cubicBezTo>
                      <a:cubicBezTo>
                        <a:pt x="21815" y="28922"/>
                        <a:pt x="21388" y="28742"/>
                        <a:pt x="21050" y="28472"/>
                      </a:cubicBezTo>
                      <a:cubicBezTo>
                        <a:pt x="20735" y="28202"/>
                        <a:pt x="20465" y="27887"/>
                        <a:pt x="20263" y="27505"/>
                      </a:cubicBezTo>
                      <a:cubicBezTo>
                        <a:pt x="20061" y="27123"/>
                        <a:pt x="19925" y="26718"/>
                        <a:pt x="19858" y="26268"/>
                      </a:cubicBezTo>
                      <a:cubicBezTo>
                        <a:pt x="19791" y="25818"/>
                        <a:pt x="19746" y="25346"/>
                        <a:pt x="19746" y="24829"/>
                      </a:cubicBezTo>
                      <a:cubicBezTo>
                        <a:pt x="18374" y="26335"/>
                        <a:pt x="16822" y="27482"/>
                        <a:pt x="15045" y="28292"/>
                      </a:cubicBezTo>
                      <a:cubicBezTo>
                        <a:pt x="13291" y="29079"/>
                        <a:pt x="11379" y="29484"/>
                        <a:pt x="9333" y="29484"/>
                      </a:cubicBezTo>
                      <a:cubicBezTo>
                        <a:pt x="8118" y="29484"/>
                        <a:pt x="6926" y="29327"/>
                        <a:pt x="5802" y="28989"/>
                      </a:cubicBezTo>
                      <a:cubicBezTo>
                        <a:pt x="4677" y="28674"/>
                        <a:pt x="3666" y="28157"/>
                        <a:pt x="2811" y="27482"/>
                      </a:cubicBezTo>
                      <a:cubicBezTo>
                        <a:pt x="1956" y="26808"/>
                        <a:pt x="1259" y="25953"/>
                        <a:pt x="764" y="24964"/>
                      </a:cubicBezTo>
                      <a:cubicBezTo>
                        <a:pt x="270" y="23974"/>
                        <a:pt x="0" y="22804"/>
                        <a:pt x="0" y="21433"/>
                      </a:cubicBezTo>
                      <a:cubicBezTo>
                        <a:pt x="0" y="16687"/>
                        <a:pt x="3261" y="13876"/>
                        <a:pt x="9760" y="13022"/>
                      </a:cubicBezTo>
                      <a:lnTo>
                        <a:pt x="14236" y="12437"/>
                      </a:lnTo>
                      <a:close/>
                      <a:moveTo>
                        <a:pt x="19768" y="13989"/>
                      </a:moveTo>
                      <a:cubicBezTo>
                        <a:pt x="18396" y="14573"/>
                        <a:pt x="17024" y="14933"/>
                        <a:pt x="15608" y="15113"/>
                      </a:cubicBezTo>
                      <a:cubicBezTo>
                        <a:pt x="14213" y="15293"/>
                        <a:pt x="12796" y="15428"/>
                        <a:pt x="11402" y="15540"/>
                      </a:cubicBezTo>
                      <a:cubicBezTo>
                        <a:pt x="8928" y="15720"/>
                        <a:pt x="6994" y="16283"/>
                        <a:pt x="5600" y="17205"/>
                      </a:cubicBezTo>
                      <a:cubicBezTo>
                        <a:pt x="4205" y="18149"/>
                        <a:pt x="3530" y="19566"/>
                        <a:pt x="3530" y="21478"/>
                      </a:cubicBezTo>
                      <a:cubicBezTo>
                        <a:pt x="3530" y="22332"/>
                        <a:pt x="3711" y="23097"/>
                        <a:pt x="4048" y="23727"/>
                      </a:cubicBezTo>
                      <a:cubicBezTo>
                        <a:pt x="4385" y="24356"/>
                        <a:pt x="4835" y="24874"/>
                        <a:pt x="5397" y="25301"/>
                      </a:cubicBezTo>
                      <a:cubicBezTo>
                        <a:pt x="5960" y="25706"/>
                        <a:pt x="6612" y="26021"/>
                        <a:pt x="7332" y="26223"/>
                      </a:cubicBezTo>
                      <a:cubicBezTo>
                        <a:pt x="8051" y="26425"/>
                        <a:pt x="8816" y="26515"/>
                        <a:pt x="9581" y="26515"/>
                      </a:cubicBezTo>
                      <a:cubicBezTo>
                        <a:pt x="10885" y="26515"/>
                        <a:pt x="12144" y="26358"/>
                        <a:pt x="13359" y="26021"/>
                      </a:cubicBezTo>
                      <a:cubicBezTo>
                        <a:pt x="14573" y="25706"/>
                        <a:pt x="15675" y="25211"/>
                        <a:pt x="16620" y="24536"/>
                      </a:cubicBezTo>
                      <a:cubicBezTo>
                        <a:pt x="17564" y="23862"/>
                        <a:pt x="18329" y="23030"/>
                        <a:pt x="18914" y="21995"/>
                      </a:cubicBezTo>
                      <a:cubicBezTo>
                        <a:pt x="19476" y="20960"/>
                        <a:pt x="19768" y="19746"/>
                        <a:pt x="19768" y="18352"/>
                      </a:cubicBezTo>
                      <a:lnTo>
                        <a:pt x="19768" y="13989"/>
                      </a:lnTo>
                      <a:close/>
                    </a:path>
                  </a:pathLst>
                </a:custGeom>
                <a:solidFill>
                  <a:srgbClr val="1A1A1A"/>
                </a:solidFill>
                <a:ln w="2249" cap="flat">
                  <a:noFill/>
                  <a:prstDash val="solid"/>
                  <a:miter/>
                </a:ln>
              </p:spPr>
              <p:txBody>
                <a:bodyPr rtlCol="0" anchor="ctr"/>
                <a:lstStyle/>
                <a:p>
                  <a:endParaRPr lang="en-US"/>
                </a:p>
              </p:txBody>
            </p:sp>
            <p:sp>
              <p:nvSpPr>
                <p:cNvPr id="18510" name="Freeform 18509">
                  <a:extLst>
                    <a:ext uri="{FF2B5EF4-FFF2-40B4-BE49-F238E27FC236}">
                      <a16:creationId xmlns:a16="http://schemas.microsoft.com/office/drawing/2014/main" id="{6737A515-9FB1-B8E5-E342-884270FE212E}"/>
                    </a:ext>
                  </a:extLst>
                </p:cNvPr>
                <p:cNvSpPr/>
                <p:nvPr/>
              </p:nvSpPr>
              <p:spPr>
                <a:xfrm>
                  <a:off x="6209686" y="4807139"/>
                  <a:ext cx="12616" cy="36500"/>
                </a:xfrm>
                <a:custGeom>
                  <a:avLst/>
                  <a:gdLst>
                    <a:gd name="connsiteX0" fmla="*/ 12616 w 12616"/>
                    <a:gd name="connsiteY0" fmla="*/ 35848 h 36500"/>
                    <a:gd name="connsiteX1" fmla="*/ 11042 w 12616"/>
                    <a:gd name="connsiteY1" fmla="*/ 36231 h 36500"/>
                    <a:gd name="connsiteX2" fmla="*/ 8883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1 h 36500"/>
                    <a:gd name="connsiteX8" fmla="*/ 3936 w 12616"/>
                    <a:gd name="connsiteY8" fmla="*/ 7781 h 36500"/>
                    <a:gd name="connsiteX9" fmla="*/ 3936 w 12616"/>
                    <a:gd name="connsiteY9" fmla="*/ 0 h 36500"/>
                    <a:gd name="connsiteX10" fmla="*/ 7174 w 12616"/>
                    <a:gd name="connsiteY10" fmla="*/ 0 h 36500"/>
                    <a:gd name="connsiteX11" fmla="*/ 7174 w 12616"/>
                    <a:gd name="connsiteY11" fmla="*/ 7781 h 36500"/>
                    <a:gd name="connsiteX12" fmla="*/ 12414 w 12616"/>
                    <a:gd name="connsiteY12" fmla="*/ 7781 h 36500"/>
                    <a:gd name="connsiteX13" fmla="*/ 12414 w 12616"/>
                    <a:gd name="connsiteY13" fmla="*/ 10480 h 36500"/>
                    <a:gd name="connsiteX14" fmla="*/ 7174 w 12616"/>
                    <a:gd name="connsiteY14" fmla="*/ 10480 h 36500"/>
                    <a:gd name="connsiteX15" fmla="*/ 7174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5 h 36500"/>
                    <a:gd name="connsiteX21" fmla="*/ 12616 w 12616"/>
                    <a:gd name="connsiteY21" fmla="*/ 33195 h 36500"/>
                    <a:gd name="connsiteX22" fmla="*/ 12616 w 12616"/>
                    <a:gd name="connsiteY22" fmla="*/ 35848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616" h="36500">
                      <a:moveTo>
                        <a:pt x="12616" y="35848"/>
                      </a:moveTo>
                      <a:cubicBezTo>
                        <a:pt x="12212" y="35916"/>
                        <a:pt x="11694" y="36051"/>
                        <a:pt x="11042" y="36231"/>
                      </a:cubicBezTo>
                      <a:cubicBezTo>
                        <a:pt x="10390" y="36410"/>
                        <a:pt x="9670" y="36501"/>
                        <a:pt x="8883" y="36501"/>
                      </a:cubicBezTo>
                      <a:cubicBezTo>
                        <a:pt x="7264" y="36501"/>
                        <a:pt x="6027" y="36096"/>
                        <a:pt x="5195" y="35286"/>
                      </a:cubicBezTo>
                      <a:cubicBezTo>
                        <a:pt x="4363" y="34476"/>
                        <a:pt x="3936" y="33037"/>
                        <a:pt x="3936" y="30946"/>
                      </a:cubicBezTo>
                      <a:lnTo>
                        <a:pt x="3936" y="10480"/>
                      </a:lnTo>
                      <a:lnTo>
                        <a:pt x="0" y="10480"/>
                      </a:lnTo>
                      <a:lnTo>
                        <a:pt x="0" y="7781"/>
                      </a:lnTo>
                      <a:lnTo>
                        <a:pt x="3936" y="7781"/>
                      </a:lnTo>
                      <a:lnTo>
                        <a:pt x="3936" y="0"/>
                      </a:lnTo>
                      <a:lnTo>
                        <a:pt x="7174" y="0"/>
                      </a:lnTo>
                      <a:lnTo>
                        <a:pt x="7174" y="7781"/>
                      </a:lnTo>
                      <a:lnTo>
                        <a:pt x="12414" y="7781"/>
                      </a:lnTo>
                      <a:lnTo>
                        <a:pt x="12414" y="10480"/>
                      </a:lnTo>
                      <a:lnTo>
                        <a:pt x="7174" y="10480"/>
                      </a:lnTo>
                      <a:lnTo>
                        <a:pt x="7174" y="29641"/>
                      </a:lnTo>
                      <a:cubicBezTo>
                        <a:pt x="7174" y="30316"/>
                        <a:pt x="7174" y="30923"/>
                        <a:pt x="7219" y="31418"/>
                      </a:cubicBezTo>
                      <a:cubicBezTo>
                        <a:pt x="7264" y="31913"/>
                        <a:pt x="7354" y="32340"/>
                        <a:pt x="7534" y="32655"/>
                      </a:cubicBezTo>
                      <a:cubicBezTo>
                        <a:pt x="7714" y="32970"/>
                        <a:pt x="7983" y="33217"/>
                        <a:pt x="8366" y="33352"/>
                      </a:cubicBezTo>
                      <a:cubicBezTo>
                        <a:pt x="8748" y="33487"/>
                        <a:pt x="9265" y="33577"/>
                        <a:pt x="9963" y="33577"/>
                      </a:cubicBezTo>
                      <a:cubicBezTo>
                        <a:pt x="10390" y="33577"/>
                        <a:pt x="10840" y="33532"/>
                        <a:pt x="11290" y="33465"/>
                      </a:cubicBezTo>
                      <a:cubicBezTo>
                        <a:pt x="11739" y="33397"/>
                        <a:pt x="12189" y="33307"/>
                        <a:pt x="12616" y="33195"/>
                      </a:cubicBezTo>
                      <a:lnTo>
                        <a:pt x="12616" y="35848"/>
                      </a:lnTo>
                      <a:close/>
                    </a:path>
                  </a:pathLst>
                </a:custGeom>
                <a:solidFill>
                  <a:srgbClr val="1A1A1A"/>
                </a:solidFill>
                <a:ln w="2249" cap="flat">
                  <a:noFill/>
                  <a:prstDash val="solid"/>
                  <a:miter/>
                </a:ln>
              </p:spPr>
              <p:txBody>
                <a:bodyPr rtlCol="0" anchor="ctr"/>
                <a:lstStyle/>
                <a:p>
                  <a:endParaRPr lang="en-US"/>
                </a:p>
              </p:txBody>
            </p:sp>
            <p:sp>
              <p:nvSpPr>
                <p:cNvPr id="18511" name="Freeform 18510">
                  <a:extLst>
                    <a:ext uri="{FF2B5EF4-FFF2-40B4-BE49-F238E27FC236}">
                      <a16:creationId xmlns:a16="http://schemas.microsoft.com/office/drawing/2014/main" id="{C54511CC-2F7D-E632-DE56-BD4D2D74A9A9}"/>
                    </a:ext>
                  </a:extLst>
                </p:cNvPr>
                <p:cNvSpPr/>
                <p:nvPr/>
              </p:nvSpPr>
              <p:spPr>
                <a:xfrm>
                  <a:off x="6225968" y="4814178"/>
                  <a:ext cx="25167" cy="29483"/>
                </a:xfrm>
                <a:custGeom>
                  <a:avLst/>
                  <a:gdLst>
                    <a:gd name="connsiteX0" fmla="*/ 3508 w 25167"/>
                    <a:gd name="connsiteY0" fmla="*/ 15473 h 29483"/>
                    <a:gd name="connsiteX1" fmla="*/ 4093 w 25167"/>
                    <a:gd name="connsiteY1" fmla="*/ 19768 h 29483"/>
                    <a:gd name="connsiteX2" fmla="*/ 5847 w 25167"/>
                    <a:gd name="connsiteY2" fmla="*/ 23277 h 29483"/>
                    <a:gd name="connsiteX3" fmla="*/ 8793 w 25167"/>
                    <a:gd name="connsiteY3" fmla="*/ 25660 h 29483"/>
                    <a:gd name="connsiteX4" fmla="*/ 12886 w 25167"/>
                    <a:gd name="connsiteY4" fmla="*/ 26560 h 29483"/>
                    <a:gd name="connsiteX5" fmla="*/ 18329 w 25167"/>
                    <a:gd name="connsiteY5" fmla="*/ 24896 h 29483"/>
                    <a:gd name="connsiteX6" fmla="*/ 21343 w 25167"/>
                    <a:gd name="connsiteY6" fmla="*/ 20151 h 29483"/>
                    <a:gd name="connsiteX7" fmla="*/ 24963 w 25167"/>
                    <a:gd name="connsiteY7" fmla="*/ 20151 h 29483"/>
                    <a:gd name="connsiteX8" fmla="*/ 23389 w 25167"/>
                    <a:gd name="connsiteY8" fmla="*/ 23839 h 29483"/>
                    <a:gd name="connsiteX9" fmla="*/ 20960 w 25167"/>
                    <a:gd name="connsiteY9" fmla="*/ 26807 h 29483"/>
                    <a:gd name="connsiteX10" fmla="*/ 17497 w 25167"/>
                    <a:gd name="connsiteY10" fmla="*/ 28786 h 29483"/>
                    <a:gd name="connsiteX11" fmla="*/ 12864 w 25167"/>
                    <a:gd name="connsiteY11" fmla="*/ 29484 h 29483"/>
                    <a:gd name="connsiteX12" fmla="*/ 7084 w 25167"/>
                    <a:gd name="connsiteY12" fmla="*/ 28359 h 29483"/>
                    <a:gd name="connsiteX13" fmla="*/ 3081 w 25167"/>
                    <a:gd name="connsiteY13" fmla="*/ 25256 h 29483"/>
                    <a:gd name="connsiteX14" fmla="*/ 764 w 25167"/>
                    <a:gd name="connsiteY14" fmla="*/ 20623 h 29483"/>
                    <a:gd name="connsiteX15" fmla="*/ 0 w 25167"/>
                    <a:gd name="connsiteY15" fmla="*/ 14866 h 29483"/>
                    <a:gd name="connsiteX16" fmla="*/ 899 w 25167"/>
                    <a:gd name="connsiteY16" fmla="*/ 9086 h 29483"/>
                    <a:gd name="connsiteX17" fmla="*/ 3441 w 25167"/>
                    <a:gd name="connsiteY17" fmla="*/ 4363 h 29483"/>
                    <a:gd name="connsiteX18" fmla="*/ 7466 w 25167"/>
                    <a:gd name="connsiteY18" fmla="*/ 1169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7 w 25167"/>
                    <a:gd name="connsiteY23" fmla="*/ 12774 h 29483"/>
                    <a:gd name="connsiteX24" fmla="*/ 21185 w 25167"/>
                    <a:gd name="connsiteY24" fmla="*/ 8906 h 29483"/>
                    <a:gd name="connsiteX25" fmla="*/ 19521 w 25167"/>
                    <a:gd name="connsiteY25" fmla="*/ 5780 h 29483"/>
                    <a:gd name="connsiteX26" fmla="*/ 16732 w 25167"/>
                    <a:gd name="connsiteY26" fmla="*/ 3666 h 29483"/>
                    <a:gd name="connsiteX27" fmla="*/ 12909 w 25167"/>
                    <a:gd name="connsiteY27" fmla="*/ 2878 h 29483"/>
                    <a:gd name="connsiteX28" fmla="*/ 9108 w 25167"/>
                    <a:gd name="connsiteY28" fmla="*/ 3688 h 29483"/>
                    <a:gd name="connsiteX29" fmla="*/ 6297 w 25167"/>
                    <a:gd name="connsiteY29" fmla="*/ 5847 h 29483"/>
                    <a:gd name="connsiteX30" fmla="*/ 4430 w 25167"/>
                    <a:gd name="connsiteY30" fmla="*/ 8973 h 29483"/>
                    <a:gd name="connsiteX31" fmla="*/ 3508 w 25167"/>
                    <a:gd name="connsiteY31" fmla="*/ 12751 h 29483"/>
                    <a:gd name="connsiteX32" fmla="*/ 21747 w 25167"/>
                    <a:gd name="connsiteY32" fmla="*/ 12751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8" y="15473"/>
                      </a:moveTo>
                      <a:cubicBezTo>
                        <a:pt x="3508" y="16979"/>
                        <a:pt x="3711" y="18419"/>
                        <a:pt x="4093" y="19768"/>
                      </a:cubicBezTo>
                      <a:cubicBezTo>
                        <a:pt x="4498" y="21117"/>
                        <a:pt x="5083" y="22287"/>
                        <a:pt x="5847" y="23277"/>
                      </a:cubicBezTo>
                      <a:cubicBezTo>
                        <a:pt x="6612" y="24266"/>
                        <a:pt x="7601" y="25053"/>
                        <a:pt x="8793" y="25660"/>
                      </a:cubicBezTo>
                      <a:cubicBezTo>
                        <a:pt x="9985" y="26245"/>
                        <a:pt x="11357" y="26560"/>
                        <a:pt x="12886" y="26560"/>
                      </a:cubicBezTo>
                      <a:cubicBezTo>
                        <a:pt x="15000" y="26560"/>
                        <a:pt x="16822" y="25998"/>
                        <a:pt x="18329" y="24896"/>
                      </a:cubicBezTo>
                      <a:cubicBezTo>
                        <a:pt x="19835" y="23794"/>
                        <a:pt x="20848" y="22197"/>
                        <a:pt x="21343" y="20151"/>
                      </a:cubicBezTo>
                      <a:lnTo>
                        <a:pt x="24963" y="20151"/>
                      </a:lnTo>
                      <a:cubicBezTo>
                        <a:pt x="24558" y="21477"/>
                        <a:pt x="24041" y="22714"/>
                        <a:pt x="23389" y="23839"/>
                      </a:cubicBezTo>
                      <a:cubicBezTo>
                        <a:pt x="22737" y="24963"/>
                        <a:pt x="21927" y="25953"/>
                        <a:pt x="20960" y="26807"/>
                      </a:cubicBezTo>
                      <a:cubicBezTo>
                        <a:pt x="19993" y="27662"/>
                        <a:pt x="18846" y="28314"/>
                        <a:pt x="17497" y="28786"/>
                      </a:cubicBezTo>
                      <a:cubicBezTo>
                        <a:pt x="16170" y="29259"/>
                        <a:pt x="14618" y="29484"/>
                        <a:pt x="12864" y="29484"/>
                      </a:cubicBezTo>
                      <a:cubicBezTo>
                        <a:pt x="10638" y="29484"/>
                        <a:pt x="8703" y="29101"/>
                        <a:pt x="7084" y="28359"/>
                      </a:cubicBezTo>
                      <a:cubicBezTo>
                        <a:pt x="5465" y="27594"/>
                        <a:pt x="4138" y="26560"/>
                        <a:pt x="3081" y="25256"/>
                      </a:cubicBezTo>
                      <a:cubicBezTo>
                        <a:pt x="2046" y="23951"/>
                        <a:pt x="1259" y="22400"/>
                        <a:pt x="764" y="20623"/>
                      </a:cubicBezTo>
                      <a:cubicBezTo>
                        <a:pt x="270" y="18846"/>
                        <a:pt x="0" y="16934"/>
                        <a:pt x="0" y="14866"/>
                      </a:cubicBezTo>
                      <a:cubicBezTo>
                        <a:pt x="0" y="12796"/>
                        <a:pt x="292" y="10885"/>
                        <a:pt x="899" y="9086"/>
                      </a:cubicBezTo>
                      <a:cubicBezTo>
                        <a:pt x="1484" y="7287"/>
                        <a:pt x="2339" y="5712"/>
                        <a:pt x="3441" y="4363"/>
                      </a:cubicBezTo>
                      <a:cubicBezTo>
                        <a:pt x="4543" y="3014"/>
                        <a:pt x="5869" y="1957"/>
                        <a:pt x="7466" y="1169"/>
                      </a:cubicBezTo>
                      <a:cubicBezTo>
                        <a:pt x="9063" y="382"/>
                        <a:pt x="10840" y="0"/>
                        <a:pt x="12864" y="0"/>
                      </a:cubicBezTo>
                      <a:cubicBezTo>
                        <a:pt x="16710" y="0"/>
                        <a:pt x="19746" y="1327"/>
                        <a:pt x="21927" y="3958"/>
                      </a:cubicBezTo>
                      <a:cubicBezTo>
                        <a:pt x="24131" y="6612"/>
                        <a:pt x="25211" y="10435"/>
                        <a:pt x="25166" y="15473"/>
                      </a:cubicBezTo>
                      <a:lnTo>
                        <a:pt x="3463" y="15473"/>
                      </a:lnTo>
                      <a:close/>
                      <a:moveTo>
                        <a:pt x="21747" y="12774"/>
                      </a:moveTo>
                      <a:cubicBezTo>
                        <a:pt x="21747" y="11402"/>
                        <a:pt x="21567" y="10120"/>
                        <a:pt x="21185" y="8906"/>
                      </a:cubicBezTo>
                      <a:cubicBezTo>
                        <a:pt x="20803" y="7691"/>
                        <a:pt x="20241" y="6657"/>
                        <a:pt x="19521" y="5780"/>
                      </a:cubicBezTo>
                      <a:cubicBezTo>
                        <a:pt x="18778" y="4903"/>
                        <a:pt x="17857" y="4206"/>
                        <a:pt x="16732" y="3666"/>
                      </a:cubicBezTo>
                      <a:cubicBezTo>
                        <a:pt x="15608" y="3148"/>
                        <a:pt x="14348" y="2878"/>
                        <a:pt x="12909" y="2878"/>
                      </a:cubicBezTo>
                      <a:cubicBezTo>
                        <a:pt x="11469" y="2878"/>
                        <a:pt x="10210" y="3148"/>
                        <a:pt x="9108" y="3688"/>
                      </a:cubicBezTo>
                      <a:cubicBezTo>
                        <a:pt x="8006" y="4228"/>
                        <a:pt x="7084" y="4948"/>
                        <a:pt x="6297" y="5847"/>
                      </a:cubicBezTo>
                      <a:cubicBezTo>
                        <a:pt x="5532" y="6747"/>
                        <a:pt x="4903" y="7781"/>
                        <a:pt x="4430" y="8973"/>
                      </a:cubicBezTo>
                      <a:cubicBezTo>
                        <a:pt x="3958" y="10165"/>
                        <a:pt x="3666" y="11425"/>
                        <a:pt x="3508" y="12751"/>
                      </a:cubicBezTo>
                      <a:lnTo>
                        <a:pt x="21747" y="12751"/>
                      </a:lnTo>
                      <a:close/>
                    </a:path>
                  </a:pathLst>
                </a:custGeom>
                <a:solidFill>
                  <a:srgbClr val="1A1A1A"/>
                </a:solidFill>
                <a:ln w="2249" cap="flat">
                  <a:noFill/>
                  <a:prstDash val="solid"/>
                  <a:miter/>
                </a:ln>
              </p:spPr>
              <p:txBody>
                <a:bodyPr rtlCol="0" anchor="ctr"/>
                <a:lstStyle/>
                <a:p>
                  <a:endParaRPr lang="en-US"/>
                </a:p>
              </p:txBody>
            </p:sp>
            <p:sp>
              <p:nvSpPr>
                <p:cNvPr id="18512" name="Freeform 18511">
                  <a:extLst>
                    <a:ext uri="{FF2B5EF4-FFF2-40B4-BE49-F238E27FC236}">
                      <a16:creationId xmlns:a16="http://schemas.microsoft.com/office/drawing/2014/main" id="{5B556AAA-0391-ABB1-1E69-45BF8C601A89}"/>
                    </a:ext>
                  </a:extLst>
                </p:cNvPr>
                <p:cNvSpPr/>
                <p:nvPr/>
              </p:nvSpPr>
              <p:spPr>
                <a:xfrm>
                  <a:off x="6256644" y="4804013"/>
                  <a:ext cx="25682" cy="39626"/>
                </a:xfrm>
                <a:custGeom>
                  <a:avLst/>
                  <a:gdLst>
                    <a:gd name="connsiteX0" fmla="*/ 22445 w 25682"/>
                    <a:gd name="connsiteY0" fmla="*/ 0 h 39626"/>
                    <a:gd name="connsiteX1" fmla="*/ 25683 w 25682"/>
                    <a:gd name="connsiteY1" fmla="*/ 0 h 39626"/>
                    <a:gd name="connsiteX2" fmla="*/ 25683 w 25682"/>
                    <a:gd name="connsiteY2" fmla="*/ 38862 h 39626"/>
                    <a:gd name="connsiteX3" fmla="*/ 22445 w 25682"/>
                    <a:gd name="connsiteY3" fmla="*/ 38862 h 39626"/>
                    <a:gd name="connsiteX4" fmla="*/ 22445 w 25682"/>
                    <a:gd name="connsiteY4" fmla="*/ 33959 h 39626"/>
                    <a:gd name="connsiteX5" fmla="*/ 22332 w 25682"/>
                    <a:gd name="connsiteY5" fmla="*/ 33959 h 39626"/>
                    <a:gd name="connsiteX6" fmla="*/ 20533 w 25682"/>
                    <a:gd name="connsiteY6" fmla="*/ 36410 h 39626"/>
                    <a:gd name="connsiteX7" fmla="*/ 18104 w 25682"/>
                    <a:gd name="connsiteY7" fmla="*/ 38165 h 39626"/>
                    <a:gd name="connsiteX8" fmla="*/ 15383 w 25682"/>
                    <a:gd name="connsiteY8" fmla="*/ 39244 h 39626"/>
                    <a:gd name="connsiteX9" fmla="*/ 12639 w 25682"/>
                    <a:gd name="connsiteY9" fmla="*/ 39627 h 39626"/>
                    <a:gd name="connsiteX10" fmla="*/ 6859 w 25682"/>
                    <a:gd name="connsiteY10" fmla="*/ 38502 h 39626"/>
                    <a:gd name="connsiteX11" fmla="*/ 2946 w 25682"/>
                    <a:gd name="connsiteY11" fmla="*/ 35399 h 39626"/>
                    <a:gd name="connsiteX12" fmla="*/ 697 w 25682"/>
                    <a:gd name="connsiteY12" fmla="*/ 30721 h 39626"/>
                    <a:gd name="connsiteX13" fmla="*/ 0 w 25682"/>
                    <a:gd name="connsiteY13" fmla="*/ 24941 h 39626"/>
                    <a:gd name="connsiteX14" fmla="*/ 765 w 25682"/>
                    <a:gd name="connsiteY14" fmla="*/ 19318 h 39626"/>
                    <a:gd name="connsiteX15" fmla="*/ 3059 w 25682"/>
                    <a:gd name="connsiteY15" fmla="*/ 14596 h 39626"/>
                    <a:gd name="connsiteX16" fmla="*/ 6949 w 25682"/>
                    <a:gd name="connsiteY16" fmla="*/ 11357 h 39626"/>
                    <a:gd name="connsiteX17" fmla="*/ 12482 w 25682"/>
                    <a:gd name="connsiteY17" fmla="*/ 10143 h 39626"/>
                    <a:gd name="connsiteX18" fmla="*/ 18172 w 25682"/>
                    <a:gd name="connsiteY18" fmla="*/ 11470 h 39626"/>
                    <a:gd name="connsiteX19" fmla="*/ 22467 w 25682"/>
                    <a:gd name="connsiteY19" fmla="*/ 15383 h 39626"/>
                    <a:gd name="connsiteX20" fmla="*/ 22467 w 25682"/>
                    <a:gd name="connsiteY20" fmla="*/ 0 h 39626"/>
                    <a:gd name="connsiteX21" fmla="*/ 22445 w 25682"/>
                    <a:gd name="connsiteY21" fmla="*/ 24784 h 39626"/>
                    <a:gd name="connsiteX22" fmla="*/ 21792 w 25682"/>
                    <a:gd name="connsiteY22" fmla="*/ 20286 h 39626"/>
                    <a:gd name="connsiteX23" fmla="*/ 19926 w 25682"/>
                    <a:gd name="connsiteY23" fmla="*/ 16552 h 39626"/>
                    <a:gd name="connsiteX24" fmla="*/ 16957 w 25682"/>
                    <a:gd name="connsiteY24" fmla="*/ 14011 h 39626"/>
                    <a:gd name="connsiteX25" fmla="*/ 12999 w 25682"/>
                    <a:gd name="connsiteY25" fmla="*/ 13066 h 39626"/>
                    <a:gd name="connsiteX26" fmla="*/ 8636 w 25682"/>
                    <a:gd name="connsiteY26" fmla="*/ 14056 h 39626"/>
                    <a:gd name="connsiteX27" fmla="*/ 5622 w 25682"/>
                    <a:gd name="connsiteY27" fmla="*/ 16777 h 39626"/>
                    <a:gd name="connsiteX28" fmla="*/ 3891 w 25682"/>
                    <a:gd name="connsiteY28" fmla="*/ 20803 h 39626"/>
                    <a:gd name="connsiteX29" fmla="*/ 3463 w 25682"/>
                    <a:gd name="connsiteY29" fmla="*/ 25750 h 39626"/>
                    <a:gd name="connsiteX30" fmla="*/ 4183 w 25682"/>
                    <a:gd name="connsiteY30" fmla="*/ 30428 h 39626"/>
                    <a:gd name="connsiteX31" fmla="*/ 6207 w 25682"/>
                    <a:gd name="connsiteY31" fmla="*/ 33847 h 39626"/>
                    <a:gd name="connsiteX32" fmla="*/ 9221 w 25682"/>
                    <a:gd name="connsiteY32" fmla="*/ 35983 h 39626"/>
                    <a:gd name="connsiteX33" fmla="*/ 12999 w 25682"/>
                    <a:gd name="connsiteY33" fmla="*/ 36703 h 39626"/>
                    <a:gd name="connsiteX34" fmla="*/ 17047 w 25682"/>
                    <a:gd name="connsiteY34" fmla="*/ 35781 h 39626"/>
                    <a:gd name="connsiteX35" fmla="*/ 20016 w 25682"/>
                    <a:gd name="connsiteY35" fmla="*/ 33262 h 39626"/>
                    <a:gd name="connsiteX36" fmla="*/ 21815 w 25682"/>
                    <a:gd name="connsiteY36" fmla="*/ 29484 h 39626"/>
                    <a:gd name="connsiteX37" fmla="*/ 22445 w 25682"/>
                    <a:gd name="connsiteY37" fmla="*/ 24761 h 3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682" h="39626">
                      <a:moveTo>
                        <a:pt x="22445" y="0"/>
                      </a:moveTo>
                      <a:lnTo>
                        <a:pt x="25683" y="0"/>
                      </a:lnTo>
                      <a:lnTo>
                        <a:pt x="25683" y="38862"/>
                      </a:lnTo>
                      <a:lnTo>
                        <a:pt x="22445" y="38862"/>
                      </a:lnTo>
                      <a:lnTo>
                        <a:pt x="22445" y="33959"/>
                      </a:lnTo>
                      <a:lnTo>
                        <a:pt x="22332" y="33959"/>
                      </a:lnTo>
                      <a:cubicBezTo>
                        <a:pt x="21860" y="34904"/>
                        <a:pt x="21253" y="35713"/>
                        <a:pt x="20533" y="36410"/>
                      </a:cubicBezTo>
                      <a:cubicBezTo>
                        <a:pt x="19791" y="37108"/>
                        <a:pt x="18981" y="37693"/>
                        <a:pt x="18104" y="38165"/>
                      </a:cubicBezTo>
                      <a:cubicBezTo>
                        <a:pt x="17227" y="38637"/>
                        <a:pt x="16305" y="38997"/>
                        <a:pt x="15383" y="39244"/>
                      </a:cubicBezTo>
                      <a:cubicBezTo>
                        <a:pt x="14438" y="39492"/>
                        <a:pt x="13539" y="39627"/>
                        <a:pt x="12639" y="39627"/>
                      </a:cubicBezTo>
                      <a:cubicBezTo>
                        <a:pt x="10368" y="39627"/>
                        <a:pt x="8456" y="39244"/>
                        <a:pt x="6859" y="38502"/>
                      </a:cubicBezTo>
                      <a:cubicBezTo>
                        <a:pt x="5263" y="37760"/>
                        <a:pt x="3981" y="36703"/>
                        <a:pt x="2946" y="35399"/>
                      </a:cubicBezTo>
                      <a:cubicBezTo>
                        <a:pt x="1912" y="34094"/>
                        <a:pt x="1170" y="32520"/>
                        <a:pt x="697" y="30721"/>
                      </a:cubicBezTo>
                      <a:cubicBezTo>
                        <a:pt x="225" y="28922"/>
                        <a:pt x="0" y="26987"/>
                        <a:pt x="0" y="24941"/>
                      </a:cubicBezTo>
                      <a:cubicBezTo>
                        <a:pt x="0" y="23007"/>
                        <a:pt x="248" y="21118"/>
                        <a:pt x="765" y="19318"/>
                      </a:cubicBezTo>
                      <a:cubicBezTo>
                        <a:pt x="1260" y="17519"/>
                        <a:pt x="2024" y="15945"/>
                        <a:pt x="3059" y="14596"/>
                      </a:cubicBezTo>
                      <a:cubicBezTo>
                        <a:pt x="4093" y="13246"/>
                        <a:pt x="5375" y="12167"/>
                        <a:pt x="6949" y="11357"/>
                      </a:cubicBezTo>
                      <a:cubicBezTo>
                        <a:pt x="8524" y="10547"/>
                        <a:pt x="10368" y="10143"/>
                        <a:pt x="12482" y="10143"/>
                      </a:cubicBezTo>
                      <a:cubicBezTo>
                        <a:pt x="14461" y="10143"/>
                        <a:pt x="16350" y="10593"/>
                        <a:pt x="18172" y="11470"/>
                      </a:cubicBezTo>
                      <a:cubicBezTo>
                        <a:pt x="19994" y="12347"/>
                        <a:pt x="21410" y="13651"/>
                        <a:pt x="22467" y="15383"/>
                      </a:cubicBezTo>
                      <a:lnTo>
                        <a:pt x="22467" y="0"/>
                      </a:lnTo>
                      <a:close/>
                      <a:moveTo>
                        <a:pt x="22445" y="24784"/>
                      </a:moveTo>
                      <a:cubicBezTo>
                        <a:pt x="22445" y="23209"/>
                        <a:pt x="22220" y="21703"/>
                        <a:pt x="21792" y="20286"/>
                      </a:cubicBezTo>
                      <a:cubicBezTo>
                        <a:pt x="21365" y="18869"/>
                        <a:pt x="20735" y="17632"/>
                        <a:pt x="19926" y="16552"/>
                      </a:cubicBezTo>
                      <a:cubicBezTo>
                        <a:pt x="19116" y="15473"/>
                        <a:pt x="18127" y="14641"/>
                        <a:pt x="16957" y="14011"/>
                      </a:cubicBezTo>
                      <a:cubicBezTo>
                        <a:pt x="15788" y="13381"/>
                        <a:pt x="14461" y="13066"/>
                        <a:pt x="12999" y="13066"/>
                      </a:cubicBezTo>
                      <a:cubicBezTo>
                        <a:pt x="11312" y="13066"/>
                        <a:pt x="9851" y="13404"/>
                        <a:pt x="8636" y="14056"/>
                      </a:cubicBezTo>
                      <a:cubicBezTo>
                        <a:pt x="7422" y="14731"/>
                        <a:pt x="6410" y="15630"/>
                        <a:pt x="5622" y="16777"/>
                      </a:cubicBezTo>
                      <a:cubicBezTo>
                        <a:pt x="4836" y="17924"/>
                        <a:pt x="4251" y="19273"/>
                        <a:pt x="3891" y="20803"/>
                      </a:cubicBezTo>
                      <a:cubicBezTo>
                        <a:pt x="3531" y="22332"/>
                        <a:pt x="3396" y="23974"/>
                        <a:pt x="3463" y="25750"/>
                      </a:cubicBezTo>
                      <a:cubicBezTo>
                        <a:pt x="3463" y="27505"/>
                        <a:pt x="3711" y="29079"/>
                        <a:pt x="4183" y="30428"/>
                      </a:cubicBezTo>
                      <a:cubicBezTo>
                        <a:pt x="4678" y="31778"/>
                        <a:pt x="5353" y="32925"/>
                        <a:pt x="6207" y="33847"/>
                      </a:cubicBezTo>
                      <a:cubicBezTo>
                        <a:pt x="7062" y="34791"/>
                        <a:pt x="8074" y="35488"/>
                        <a:pt x="9221" y="35983"/>
                      </a:cubicBezTo>
                      <a:cubicBezTo>
                        <a:pt x="10368" y="36478"/>
                        <a:pt x="11627" y="36703"/>
                        <a:pt x="12999" y="36703"/>
                      </a:cubicBezTo>
                      <a:cubicBezTo>
                        <a:pt x="14506" y="36703"/>
                        <a:pt x="15855" y="36388"/>
                        <a:pt x="17047" y="35781"/>
                      </a:cubicBezTo>
                      <a:cubicBezTo>
                        <a:pt x="18239" y="35174"/>
                        <a:pt x="19229" y="34342"/>
                        <a:pt x="20016" y="33262"/>
                      </a:cubicBezTo>
                      <a:cubicBezTo>
                        <a:pt x="20803" y="32205"/>
                        <a:pt x="21410" y="30946"/>
                        <a:pt x="21815" y="29484"/>
                      </a:cubicBezTo>
                      <a:cubicBezTo>
                        <a:pt x="22220" y="28022"/>
                        <a:pt x="22445" y="26448"/>
                        <a:pt x="22445" y="24761"/>
                      </a:cubicBezTo>
                      <a:close/>
                    </a:path>
                  </a:pathLst>
                </a:custGeom>
                <a:solidFill>
                  <a:srgbClr val="1A1A1A"/>
                </a:solidFill>
                <a:ln w="2249" cap="flat">
                  <a:noFill/>
                  <a:prstDash val="solid"/>
                  <a:miter/>
                </a:ln>
              </p:spPr>
              <p:txBody>
                <a:bodyPr rtlCol="0" anchor="ctr"/>
                <a:lstStyle/>
                <a:p>
                  <a:endParaRPr lang="en-US"/>
                </a:p>
              </p:txBody>
            </p:sp>
          </p:grpSp>
        </p:grpSp>
      </p:grpSp>
      <p:sp>
        <p:nvSpPr>
          <p:cNvPr id="17748" name="Freeform 17747">
            <a:extLst>
              <a:ext uri="{FF2B5EF4-FFF2-40B4-BE49-F238E27FC236}">
                <a16:creationId xmlns:a16="http://schemas.microsoft.com/office/drawing/2014/main" id="{EA34A32F-6A23-1BD9-E59C-DAFAB0E99E75}"/>
              </a:ext>
            </a:extLst>
          </p:cNvPr>
          <p:cNvSpPr/>
          <p:nvPr/>
        </p:nvSpPr>
        <p:spPr>
          <a:xfrm>
            <a:off x="6674887" y="3247855"/>
            <a:ext cx="37159" cy="7803"/>
          </a:xfrm>
          <a:custGeom>
            <a:avLst/>
            <a:gdLst>
              <a:gd name="connsiteX0" fmla="*/ 0 w 10705"/>
              <a:gd name="connsiteY0" fmla="*/ 0 h 2248"/>
              <a:gd name="connsiteX1" fmla="*/ 10705 w 10705"/>
              <a:gd name="connsiteY1" fmla="*/ 0 h 2248"/>
            </a:gdLst>
            <a:ahLst/>
            <a:cxnLst>
              <a:cxn ang="0">
                <a:pos x="connsiteX0" y="connsiteY0"/>
              </a:cxn>
              <a:cxn ang="0">
                <a:pos x="connsiteX1" y="connsiteY1"/>
              </a:cxn>
            </a:cxnLst>
            <a:rect l="l" t="t" r="r" b="b"/>
            <a:pathLst>
              <a:path w="10705" h="2248">
                <a:moveTo>
                  <a:pt x="0" y="0"/>
                </a:moveTo>
                <a:lnTo>
                  <a:pt x="10705" y="0"/>
                </a:lnTo>
              </a:path>
            </a:pathLst>
          </a:custGeom>
          <a:ln w="4498" cap="sq">
            <a:solidFill>
              <a:srgbClr val="262626"/>
            </a:solidFill>
            <a:prstDash val="solid"/>
            <a:round/>
          </a:ln>
        </p:spPr>
        <p:txBody>
          <a:bodyPr rtlCol="0" anchor="ctr"/>
          <a:lstStyle/>
          <a:p>
            <a:endParaRPr lang="en-US"/>
          </a:p>
        </p:txBody>
      </p:sp>
      <p:sp>
        <p:nvSpPr>
          <p:cNvPr id="17749" name="Freeform 17748">
            <a:extLst>
              <a:ext uri="{FF2B5EF4-FFF2-40B4-BE49-F238E27FC236}">
                <a16:creationId xmlns:a16="http://schemas.microsoft.com/office/drawing/2014/main" id="{4BF6DFD4-BB17-1619-5880-FAA5D238318D}"/>
              </a:ext>
            </a:extLst>
          </p:cNvPr>
          <p:cNvSpPr/>
          <p:nvPr/>
        </p:nvSpPr>
        <p:spPr>
          <a:xfrm>
            <a:off x="6674887" y="2456676"/>
            <a:ext cx="37159" cy="7803"/>
          </a:xfrm>
          <a:custGeom>
            <a:avLst/>
            <a:gdLst>
              <a:gd name="connsiteX0" fmla="*/ 0 w 10705"/>
              <a:gd name="connsiteY0" fmla="*/ 0 h 2248"/>
              <a:gd name="connsiteX1" fmla="*/ 10705 w 10705"/>
              <a:gd name="connsiteY1" fmla="*/ 0 h 2248"/>
            </a:gdLst>
            <a:ahLst/>
            <a:cxnLst>
              <a:cxn ang="0">
                <a:pos x="connsiteX0" y="connsiteY0"/>
              </a:cxn>
              <a:cxn ang="0">
                <a:pos x="connsiteX1" y="connsiteY1"/>
              </a:cxn>
            </a:cxnLst>
            <a:rect l="l" t="t" r="r" b="b"/>
            <a:pathLst>
              <a:path w="10705" h="2248">
                <a:moveTo>
                  <a:pt x="0" y="0"/>
                </a:moveTo>
                <a:lnTo>
                  <a:pt x="10705" y="0"/>
                </a:lnTo>
              </a:path>
            </a:pathLst>
          </a:custGeom>
          <a:ln w="4498" cap="sq">
            <a:solidFill>
              <a:srgbClr val="262626"/>
            </a:solidFill>
            <a:prstDash val="solid"/>
            <a:round/>
          </a:ln>
        </p:spPr>
        <p:txBody>
          <a:bodyPr rtlCol="0" anchor="ctr"/>
          <a:lstStyle/>
          <a:p>
            <a:endParaRPr lang="en-US"/>
          </a:p>
        </p:txBody>
      </p:sp>
      <p:sp>
        <p:nvSpPr>
          <p:cNvPr id="17750" name="Freeform 17749">
            <a:extLst>
              <a:ext uri="{FF2B5EF4-FFF2-40B4-BE49-F238E27FC236}">
                <a16:creationId xmlns:a16="http://schemas.microsoft.com/office/drawing/2014/main" id="{80515CFF-E7C8-30A5-FFA6-031650B0A2F4}"/>
              </a:ext>
            </a:extLst>
          </p:cNvPr>
          <p:cNvSpPr/>
          <p:nvPr/>
        </p:nvSpPr>
        <p:spPr>
          <a:xfrm>
            <a:off x="6674887" y="1665493"/>
            <a:ext cx="37159" cy="7803"/>
          </a:xfrm>
          <a:custGeom>
            <a:avLst/>
            <a:gdLst>
              <a:gd name="connsiteX0" fmla="*/ 0 w 10705"/>
              <a:gd name="connsiteY0" fmla="*/ 0 h 2248"/>
              <a:gd name="connsiteX1" fmla="*/ 10705 w 10705"/>
              <a:gd name="connsiteY1" fmla="*/ 0 h 2248"/>
            </a:gdLst>
            <a:ahLst/>
            <a:cxnLst>
              <a:cxn ang="0">
                <a:pos x="connsiteX0" y="connsiteY0"/>
              </a:cxn>
              <a:cxn ang="0">
                <a:pos x="connsiteX1" y="connsiteY1"/>
              </a:cxn>
            </a:cxnLst>
            <a:rect l="l" t="t" r="r" b="b"/>
            <a:pathLst>
              <a:path w="10705" h="2248">
                <a:moveTo>
                  <a:pt x="0" y="0"/>
                </a:moveTo>
                <a:lnTo>
                  <a:pt x="10705" y="0"/>
                </a:lnTo>
              </a:path>
            </a:pathLst>
          </a:custGeom>
          <a:ln w="4498" cap="sq">
            <a:solidFill>
              <a:srgbClr val="262626"/>
            </a:solidFill>
            <a:prstDash val="solid"/>
            <a:round/>
          </a:ln>
        </p:spPr>
        <p:txBody>
          <a:bodyPr rtlCol="0" anchor="ctr"/>
          <a:lstStyle/>
          <a:p>
            <a:endParaRPr lang="en-US"/>
          </a:p>
        </p:txBody>
      </p:sp>
      <p:grpSp>
        <p:nvGrpSpPr>
          <p:cNvPr id="3470" name="Group 3469">
            <a:extLst>
              <a:ext uri="{FF2B5EF4-FFF2-40B4-BE49-F238E27FC236}">
                <a16:creationId xmlns:a16="http://schemas.microsoft.com/office/drawing/2014/main" id="{927B0BB2-F71A-E36C-E07F-3B65A15C3A22}"/>
              </a:ext>
            </a:extLst>
          </p:cNvPr>
          <p:cNvGrpSpPr/>
          <p:nvPr/>
        </p:nvGrpSpPr>
        <p:grpSpPr>
          <a:xfrm>
            <a:off x="5459192" y="1269940"/>
            <a:ext cx="4417424" cy="3437951"/>
            <a:chOff x="1966943" y="2968192"/>
            <a:chExt cx="4417424" cy="3437951"/>
          </a:xfrm>
        </p:grpSpPr>
        <p:grpSp>
          <p:nvGrpSpPr>
            <p:cNvPr id="17751" name="Graphic 4479">
              <a:extLst>
                <a:ext uri="{FF2B5EF4-FFF2-40B4-BE49-F238E27FC236}">
                  <a16:creationId xmlns:a16="http://schemas.microsoft.com/office/drawing/2014/main" id="{2C35581F-3071-2F40-8B0E-A31B0501821E}"/>
                </a:ext>
              </a:extLst>
            </p:cNvPr>
            <p:cNvGrpSpPr/>
            <p:nvPr/>
          </p:nvGrpSpPr>
          <p:grpSpPr>
            <a:xfrm>
              <a:off x="2735018" y="6073435"/>
              <a:ext cx="307025" cy="134815"/>
              <a:chOff x="5392347" y="5698198"/>
              <a:chExt cx="88451" cy="38839"/>
            </a:xfrm>
            <a:solidFill>
              <a:srgbClr val="231F20"/>
            </a:solidFill>
          </p:grpSpPr>
          <p:sp>
            <p:nvSpPr>
              <p:cNvPr id="17752" name="Freeform 17751">
                <a:extLst>
                  <a:ext uri="{FF2B5EF4-FFF2-40B4-BE49-F238E27FC236}">
                    <a16:creationId xmlns:a16="http://schemas.microsoft.com/office/drawing/2014/main" id="{BB517C90-3531-ED57-6F14-EC9999315E9E}"/>
                  </a:ext>
                </a:extLst>
              </p:cNvPr>
              <p:cNvSpPr/>
              <p:nvPr/>
            </p:nvSpPr>
            <p:spPr>
              <a:xfrm>
                <a:off x="5392347" y="5720575"/>
                <a:ext cx="13651" cy="3350"/>
              </a:xfrm>
              <a:custGeom>
                <a:avLst/>
                <a:gdLst>
                  <a:gd name="connsiteX0" fmla="*/ 13651 w 13651"/>
                  <a:gd name="connsiteY0" fmla="*/ 0 h 3350"/>
                  <a:gd name="connsiteX1" fmla="*/ 13651 w 13651"/>
                  <a:gd name="connsiteY1" fmla="*/ 3351 h 3350"/>
                  <a:gd name="connsiteX2" fmla="*/ 0 w 13651"/>
                  <a:gd name="connsiteY2" fmla="*/ 3351 h 3350"/>
                  <a:gd name="connsiteX3" fmla="*/ 0 w 13651"/>
                  <a:gd name="connsiteY3" fmla="*/ 0 h 3350"/>
                  <a:gd name="connsiteX4" fmla="*/ 13651 w 13651"/>
                  <a:gd name="connsiteY4" fmla="*/ 0 h 3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51" h="3350">
                    <a:moveTo>
                      <a:pt x="13651" y="0"/>
                    </a:moveTo>
                    <a:lnTo>
                      <a:pt x="13651" y="3351"/>
                    </a:lnTo>
                    <a:lnTo>
                      <a:pt x="0" y="3351"/>
                    </a:lnTo>
                    <a:lnTo>
                      <a:pt x="0" y="0"/>
                    </a:lnTo>
                    <a:lnTo>
                      <a:pt x="13651" y="0"/>
                    </a:lnTo>
                    <a:close/>
                  </a:path>
                </a:pathLst>
              </a:custGeom>
              <a:solidFill>
                <a:srgbClr val="231F20"/>
              </a:solidFill>
              <a:ln w="2249" cap="flat">
                <a:noFill/>
                <a:prstDash val="solid"/>
                <a:miter/>
              </a:ln>
            </p:spPr>
            <p:txBody>
              <a:bodyPr rtlCol="0" anchor="ctr"/>
              <a:lstStyle/>
              <a:p>
                <a:endParaRPr lang="en-US"/>
              </a:p>
            </p:txBody>
          </p:sp>
          <p:sp>
            <p:nvSpPr>
              <p:cNvPr id="17753" name="Freeform 17752">
                <a:extLst>
                  <a:ext uri="{FF2B5EF4-FFF2-40B4-BE49-F238E27FC236}">
                    <a16:creationId xmlns:a16="http://schemas.microsoft.com/office/drawing/2014/main" id="{102654B1-163E-60C5-6E12-F31C3D98ED83}"/>
                  </a:ext>
                </a:extLst>
              </p:cNvPr>
              <p:cNvSpPr/>
              <p:nvPr/>
            </p:nvSpPr>
            <p:spPr>
              <a:xfrm>
                <a:off x="5410226" y="5698221"/>
                <a:ext cx="25773" cy="38817"/>
              </a:xfrm>
              <a:custGeom>
                <a:avLst/>
                <a:gdLst>
                  <a:gd name="connsiteX0" fmla="*/ 12932 w 25773"/>
                  <a:gd name="connsiteY0" fmla="*/ 0 h 38817"/>
                  <a:gd name="connsiteX1" fmla="*/ 17789 w 25773"/>
                  <a:gd name="connsiteY1" fmla="*/ 832 h 38817"/>
                  <a:gd name="connsiteX2" fmla="*/ 21275 w 25773"/>
                  <a:gd name="connsiteY2" fmla="*/ 3126 h 38817"/>
                  <a:gd name="connsiteX3" fmla="*/ 23592 w 25773"/>
                  <a:gd name="connsiteY3" fmla="*/ 6522 h 38817"/>
                  <a:gd name="connsiteX4" fmla="*/ 24963 w 25773"/>
                  <a:gd name="connsiteY4" fmla="*/ 10660 h 38817"/>
                  <a:gd name="connsiteX5" fmla="*/ 25616 w 25773"/>
                  <a:gd name="connsiteY5" fmla="*/ 15158 h 38817"/>
                  <a:gd name="connsiteX6" fmla="*/ 25773 w 25773"/>
                  <a:gd name="connsiteY6" fmla="*/ 19701 h 38817"/>
                  <a:gd name="connsiteX7" fmla="*/ 25234 w 25773"/>
                  <a:gd name="connsiteY7" fmla="*/ 26942 h 38817"/>
                  <a:gd name="connsiteX8" fmla="*/ 23254 w 25773"/>
                  <a:gd name="connsiteY8" fmla="*/ 33037 h 38817"/>
                  <a:gd name="connsiteX9" fmla="*/ 19341 w 25773"/>
                  <a:gd name="connsiteY9" fmla="*/ 37243 h 38817"/>
                  <a:gd name="connsiteX10" fmla="*/ 12909 w 25773"/>
                  <a:gd name="connsiteY10" fmla="*/ 38817 h 38817"/>
                  <a:gd name="connsiteX11" fmla="*/ 6454 w 25773"/>
                  <a:gd name="connsiteY11" fmla="*/ 37243 h 38817"/>
                  <a:gd name="connsiteX12" fmla="*/ 2519 w 25773"/>
                  <a:gd name="connsiteY12" fmla="*/ 33015 h 38817"/>
                  <a:gd name="connsiteX13" fmla="*/ 540 w 25773"/>
                  <a:gd name="connsiteY13" fmla="*/ 26807 h 38817"/>
                  <a:gd name="connsiteX14" fmla="*/ 0 w 25773"/>
                  <a:gd name="connsiteY14" fmla="*/ 19341 h 38817"/>
                  <a:gd name="connsiteX15" fmla="*/ 495 w 25773"/>
                  <a:gd name="connsiteY15" fmla="*/ 12279 h 38817"/>
                  <a:gd name="connsiteX16" fmla="*/ 2362 w 25773"/>
                  <a:gd name="connsiteY16" fmla="*/ 6095 h 38817"/>
                  <a:gd name="connsiteX17" fmla="*/ 6275 w 25773"/>
                  <a:gd name="connsiteY17" fmla="*/ 1687 h 38817"/>
                  <a:gd name="connsiteX18" fmla="*/ 12909 w 25773"/>
                  <a:gd name="connsiteY18" fmla="*/ 23 h 38817"/>
                  <a:gd name="connsiteX19" fmla="*/ 22332 w 25773"/>
                  <a:gd name="connsiteY19" fmla="*/ 19318 h 38817"/>
                  <a:gd name="connsiteX20" fmla="*/ 21973 w 25773"/>
                  <a:gd name="connsiteY20" fmla="*/ 13291 h 38817"/>
                  <a:gd name="connsiteX21" fmla="*/ 20601 w 25773"/>
                  <a:gd name="connsiteY21" fmla="*/ 8029 h 38817"/>
                  <a:gd name="connsiteX22" fmla="*/ 17722 w 25773"/>
                  <a:gd name="connsiteY22" fmla="*/ 4296 h 38817"/>
                  <a:gd name="connsiteX23" fmla="*/ 12842 w 25773"/>
                  <a:gd name="connsiteY23" fmla="*/ 2901 h 38817"/>
                  <a:gd name="connsiteX24" fmla="*/ 8164 w 25773"/>
                  <a:gd name="connsiteY24" fmla="*/ 4340 h 38817"/>
                  <a:gd name="connsiteX25" fmla="*/ 5330 w 25773"/>
                  <a:gd name="connsiteY25" fmla="*/ 8141 h 38817"/>
                  <a:gd name="connsiteX26" fmla="*/ 3891 w 25773"/>
                  <a:gd name="connsiteY26" fmla="*/ 13539 h 38817"/>
                  <a:gd name="connsiteX27" fmla="*/ 3486 w 25773"/>
                  <a:gd name="connsiteY27" fmla="*/ 19701 h 38817"/>
                  <a:gd name="connsiteX28" fmla="*/ 3936 w 25773"/>
                  <a:gd name="connsiteY28" fmla="*/ 26358 h 38817"/>
                  <a:gd name="connsiteX29" fmla="*/ 5465 w 25773"/>
                  <a:gd name="connsiteY29" fmla="*/ 31463 h 38817"/>
                  <a:gd name="connsiteX30" fmla="*/ 8344 w 25773"/>
                  <a:gd name="connsiteY30" fmla="*/ 34724 h 38817"/>
                  <a:gd name="connsiteX31" fmla="*/ 12909 w 25773"/>
                  <a:gd name="connsiteY31" fmla="*/ 35893 h 38817"/>
                  <a:gd name="connsiteX32" fmla="*/ 17857 w 25773"/>
                  <a:gd name="connsiteY32" fmla="*/ 34387 h 38817"/>
                  <a:gd name="connsiteX33" fmla="*/ 20691 w 25773"/>
                  <a:gd name="connsiteY33" fmla="*/ 30496 h 38817"/>
                  <a:gd name="connsiteX34" fmla="*/ 21995 w 25773"/>
                  <a:gd name="connsiteY34" fmla="*/ 25143 h 38817"/>
                  <a:gd name="connsiteX35" fmla="*/ 22310 w 25773"/>
                  <a:gd name="connsiteY35" fmla="*/ 19318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3" h="38817">
                    <a:moveTo>
                      <a:pt x="12932" y="0"/>
                    </a:moveTo>
                    <a:cubicBezTo>
                      <a:pt x="14798" y="0"/>
                      <a:pt x="16418" y="270"/>
                      <a:pt x="17789" y="832"/>
                    </a:cubicBezTo>
                    <a:cubicBezTo>
                      <a:pt x="19161" y="1394"/>
                      <a:pt x="20308" y="2159"/>
                      <a:pt x="21275" y="3126"/>
                    </a:cubicBezTo>
                    <a:cubicBezTo>
                      <a:pt x="22220" y="4093"/>
                      <a:pt x="23007" y="5240"/>
                      <a:pt x="23592" y="6522"/>
                    </a:cubicBezTo>
                    <a:cubicBezTo>
                      <a:pt x="24177" y="7826"/>
                      <a:pt x="24649" y="9198"/>
                      <a:pt x="24963" y="10660"/>
                    </a:cubicBezTo>
                    <a:cubicBezTo>
                      <a:pt x="25279" y="12122"/>
                      <a:pt x="25503" y="13629"/>
                      <a:pt x="25616" y="15158"/>
                    </a:cubicBezTo>
                    <a:cubicBezTo>
                      <a:pt x="25728" y="16710"/>
                      <a:pt x="25773" y="18217"/>
                      <a:pt x="25773" y="19701"/>
                    </a:cubicBezTo>
                    <a:cubicBezTo>
                      <a:pt x="25773" y="22220"/>
                      <a:pt x="25593" y="24626"/>
                      <a:pt x="25234" y="26942"/>
                    </a:cubicBezTo>
                    <a:cubicBezTo>
                      <a:pt x="24873" y="29236"/>
                      <a:pt x="24222" y="31283"/>
                      <a:pt x="23254" y="33037"/>
                    </a:cubicBezTo>
                    <a:cubicBezTo>
                      <a:pt x="22310" y="34791"/>
                      <a:pt x="21005" y="36208"/>
                      <a:pt x="19341" y="37243"/>
                    </a:cubicBezTo>
                    <a:cubicBezTo>
                      <a:pt x="17677" y="38277"/>
                      <a:pt x="15540" y="38817"/>
                      <a:pt x="12909" y="38817"/>
                    </a:cubicBezTo>
                    <a:cubicBezTo>
                      <a:pt x="10278" y="38817"/>
                      <a:pt x="8141" y="38300"/>
                      <a:pt x="6454" y="37243"/>
                    </a:cubicBezTo>
                    <a:cubicBezTo>
                      <a:pt x="4768" y="36186"/>
                      <a:pt x="3463" y="34791"/>
                      <a:pt x="2519" y="33015"/>
                    </a:cubicBezTo>
                    <a:cubicBezTo>
                      <a:pt x="1574" y="31238"/>
                      <a:pt x="900" y="29169"/>
                      <a:pt x="540" y="26807"/>
                    </a:cubicBezTo>
                    <a:cubicBezTo>
                      <a:pt x="180" y="24446"/>
                      <a:pt x="0" y="21950"/>
                      <a:pt x="0" y="19341"/>
                    </a:cubicBezTo>
                    <a:cubicBezTo>
                      <a:pt x="0" y="16935"/>
                      <a:pt x="158" y="14573"/>
                      <a:pt x="495" y="12279"/>
                    </a:cubicBezTo>
                    <a:cubicBezTo>
                      <a:pt x="810" y="9985"/>
                      <a:pt x="1439" y="7916"/>
                      <a:pt x="2362" y="6095"/>
                    </a:cubicBezTo>
                    <a:cubicBezTo>
                      <a:pt x="3284" y="4273"/>
                      <a:pt x="4588" y="2811"/>
                      <a:pt x="6275" y="1687"/>
                    </a:cubicBezTo>
                    <a:cubicBezTo>
                      <a:pt x="7961" y="562"/>
                      <a:pt x="10188" y="23"/>
                      <a:pt x="12909" y="23"/>
                    </a:cubicBezTo>
                    <a:close/>
                    <a:moveTo>
                      <a:pt x="22332" y="19318"/>
                    </a:moveTo>
                    <a:cubicBezTo>
                      <a:pt x="22332" y="17272"/>
                      <a:pt x="22220" y="15271"/>
                      <a:pt x="21973" y="13291"/>
                    </a:cubicBezTo>
                    <a:cubicBezTo>
                      <a:pt x="21748" y="11335"/>
                      <a:pt x="21275" y="9581"/>
                      <a:pt x="20601" y="8029"/>
                    </a:cubicBezTo>
                    <a:cubicBezTo>
                      <a:pt x="19926" y="6477"/>
                      <a:pt x="18959" y="5240"/>
                      <a:pt x="17722" y="4296"/>
                    </a:cubicBezTo>
                    <a:cubicBezTo>
                      <a:pt x="16485" y="3351"/>
                      <a:pt x="14843" y="2901"/>
                      <a:pt x="12842" y="2901"/>
                    </a:cubicBezTo>
                    <a:cubicBezTo>
                      <a:pt x="10930" y="2901"/>
                      <a:pt x="9378" y="3373"/>
                      <a:pt x="8164" y="4340"/>
                    </a:cubicBezTo>
                    <a:cubicBezTo>
                      <a:pt x="6949" y="5285"/>
                      <a:pt x="6005" y="6567"/>
                      <a:pt x="5330" y="8141"/>
                    </a:cubicBezTo>
                    <a:cubicBezTo>
                      <a:pt x="4655" y="9715"/>
                      <a:pt x="4161" y="11515"/>
                      <a:pt x="3891" y="13539"/>
                    </a:cubicBezTo>
                    <a:cubicBezTo>
                      <a:pt x="3621" y="15563"/>
                      <a:pt x="3486" y="17609"/>
                      <a:pt x="3486" y="19701"/>
                    </a:cubicBezTo>
                    <a:cubicBezTo>
                      <a:pt x="3486" y="22152"/>
                      <a:pt x="3643" y="24379"/>
                      <a:pt x="3936" y="26358"/>
                    </a:cubicBezTo>
                    <a:cubicBezTo>
                      <a:pt x="4251" y="28359"/>
                      <a:pt x="4745" y="30046"/>
                      <a:pt x="5465" y="31463"/>
                    </a:cubicBezTo>
                    <a:cubicBezTo>
                      <a:pt x="6185" y="32857"/>
                      <a:pt x="7152" y="33959"/>
                      <a:pt x="8344" y="34724"/>
                    </a:cubicBezTo>
                    <a:cubicBezTo>
                      <a:pt x="9558" y="35489"/>
                      <a:pt x="11065" y="35893"/>
                      <a:pt x="12909" y="35893"/>
                    </a:cubicBezTo>
                    <a:cubicBezTo>
                      <a:pt x="14956" y="35893"/>
                      <a:pt x="16597" y="35399"/>
                      <a:pt x="17857" y="34387"/>
                    </a:cubicBezTo>
                    <a:cubicBezTo>
                      <a:pt x="19116" y="33374"/>
                      <a:pt x="20038" y="32093"/>
                      <a:pt x="20691" y="30496"/>
                    </a:cubicBezTo>
                    <a:cubicBezTo>
                      <a:pt x="21343" y="28922"/>
                      <a:pt x="21770" y="27122"/>
                      <a:pt x="21995" y="25143"/>
                    </a:cubicBezTo>
                    <a:cubicBezTo>
                      <a:pt x="22220" y="23164"/>
                      <a:pt x="22310" y="21230"/>
                      <a:pt x="22310" y="19318"/>
                    </a:cubicBezTo>
                    <a:close/>
                  </a:path>
                </a:pathLst>
              </a:custGeom>
              <a:solidFill>
                <a:srgbClr val="231F20"/>
              </a:solidFill>
              <a:ln w="2249" cap="flat">
                <a:noFill/>
                <a:prstDash val="solid"/>
                <a:miter/>
              </a:ln>
            </p:spPr>
            <p:txBody>
              <a:bodyPr rtlCol="0" anchor="ctr"/>
              <a:lstStyle/>
              <a:p>
                <a:endParaRPr lang="en-US"/>
              </a:p>
            </p:txBody>
          </p:sp>
          <p:sp>
            <p:nvSpPr>
              <p:cNvPr id="17754" name="Freeform 17753">
                <a:extLst>
                  <a:ext uri="{FF2B5EF4-FFF2-40B4-BE49-F238E27FC236}">
                    <a16:creationId xmlns:a16="http://schemas.microsoft.com/office/drawing/2014/main" id="{76DF4A72-14AA-1C59-7287-0CA909BB5B74}"/>
                  </a:ext>
                </a:extLst>
              </p:cNvPr>
              <p:cNvSpPr/>
              <p:nvPr/>
            </p:nvSpPr>
            <p:spPr>
              <a:xfrm>
                <a:off x="5443668" y="5731528"/>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231F20"/>
              </a:solidFill>
              <a:ln w="2249" cap="flat">
                <a:noFill/>
                <a:prstDash val="solid"/>
                <a:miter/>
              </a:ln>
            </p:spPr>
            <p:txBody>
              <a:bodyPr rtlCol="0" anchor="ctr"/>
              <a:lstStyle/>
              <a:p>
                <a:endParaRPr lang="en-US"/>
              </a:p>
            </p:txBody>
          </p:sp>
          <p:sp>
            <p:nvSpPr>
              <p:cNvPr id="17755" name="Freeform 17754">
                <a:extLst>
                  <a:ext uri="{FF2B5EF4-FFF2-40B4-BE49-F238E27FC236}">
                    <a16:creationId xmlns:a16="http://schemas.microsoft.com/office/drawing/2014/main" id="{FDC7094E-E8EF-A50E-67C0-9AB7622BC78F}"/>
                  </a:ext>
                </a:extLst>
              </p:cNvPr>
              <p:cNvSpPr/>
              <p:nvPr/>
            </p:nvSpPr>
            <p:spPr>
              <a:xfrm>
                <a:off x="5454980" y="5698198"/>
                <a:ext cx="25817" cy="38839"/>
              </a:xfrm>
              <a:custGeom>
                <a:avLst/>
                <a:gdLst>
                  <a:gd name="connsiteX0" fmla="*/ 10120 w 25817"/>
                  <a:gd name="connsiteY0" fmla="*/ 16912 h 38839"/>
                  <a:gd name="connsiteX1" fmla="*/ 14551 w 25817"/>
                  <a:gd name="connsiteY1" fmla="*/ 16620 h 38839"/>
                  <a:gd name="connsiteX2" fmla="*/ 17969 w 25817"/>
                  <a:gd name="connsiteY2" fmla="*/ 15495 h 38839"/>
                  <a:gd name="connsiteX3" fmla="*/ 20218 w 25817"/>
                  <a:gd name="connsiteY3" fmla="*/ 13246 h 38839"/>
                  <a:gd name="connsiteX4" fmla="*/ 21028 w 25817"/>
                  <a:gd name="connsiteY4" fmla="*/ 9626 h 38839"/>
                  <a:gd name="connsiteX5" fmla="*/ 20376 w 25817"/>
                  <a:gd name="connsiteY5" fmla="*/ 6567 h 38839"/>
                  <a:gd name="connsiteX6" fmla="*/ 18621 w 25817"/>
                  <a:gd name="connsiteY6" fmla="*/ 4498 h 38839"/>
                  <a:gd name="connsiteX7" fmla="*/ 16035 w 25817"/>
                  <a:gd name="connsiteY7" fmla="*/ 3306 h 38839"/>
                  <a:gd name="connsiteX8" fmla="*/ 12932 w 25817"/>
                  <a:gd name="connsiteY8" fmla="*/ 2924 h 38839"/>
                  <a:gd name="connsiteX9" fmla="*/ 9603 w 25817"/>
                  <a:gd name="connsiteY9" fmla="*/ 3508 h 38839"/>
                  <a:gd name="connsiteX10" fmla="*/ 7039 w 25817"/>
                  <a:gd name="connsiteY10" fmla="*/ 5217 h 38839"/>
                  <a:gd name="connsiteX11" fmla="*/ 5375 w 25817"/>
                  <a:gd name="connsiteY11" fmla="*/ 7804 h 38839"/>
                  <a:gd name="connsiteX12" fmla="*/ 4790 w 25817"/>
                  <a:gd name="connsiteY12" fmla="*/ 11065 h 38839"/>
                  <a:gd name="connsiteX13" fmla="*/ 1327 w 25817"/>
                  <a:gd name="connsiteY13" fmla="*/ 11065 h 38839"/>
                  <a:gd name="connsiteX14" fmla="*/ 2226 w 25817"/>
                  <a:gd name="connsiteY14" fmla="*/ 6387 h 38839"/>
                  <a:gd name="connsiteX15" fmla="*/ 5015 w 25817"/>
                  <a:gd name="connsiteY15" fmla="*/ 2519 h 38839"/>
                  <a:gd name="connsiteX16" fmla="*/ 9041 w 25817"/>
                  <a:gd name="connsiteY16" fmla="*/ 450 h 38839"/>
                  <a:gd name="connsiteX17" fmla="*/ 13651 w 25817"/>
                  <a:gd name="connsiteY17" fmla="*/ 0 h 38839"/>
                  <a:gd name="connsiteX18" fmla="*/ 17879 w 25817"/>
                  <a:gd name="connsiteY18" fmla="*/ 562 h 38839"/>
                  <a:gd name="connsiteX19" fmla="*/ 21298 w 25817"/>
                  <a:gd name="connsiteY19" fmla="*/ 2294 h 38839"/>
                  <a:gd name="connsiteX20" fmla="*/ 23614 w 25817"/>
                  <a:gd name="connsiteY20" fmla="*/ 5240 h 38839"/>
                  <a:gd name="connsiteX21" fmla="*/ 24468 w 25817"/>
                  <a:gd name="connsiteY21" fmla="*/ 9400 h 38839"/>
                  <a:gd name="connsiteX22" fmla="*/ 23142 w 25817"/>
                  <a:gd name="connsiteY22" fmla="*/ 14528 h 38839"/>
                  <a:gd name="connsiteX23" fmla="*/ 19071 w 25817"/>
                  <a:gd name="connsiteY23" fmla="*/ 17879 h 38839"/>
                  <a:gd name="connsiteX24" fmla="*/ 22445 w 25817"/>
                  <a:gd name="connsiteY24" fmla="*/ 19588 h 38839"/>
                  <a:gd name="connsiteX25" fmla="*/ 24513 w 25817"/>
                  <a:gd name="connsiteY25" fmla="*/ 21905 h 38839"/>
                  <a:gd name="connsiteX26" fmla="*/ 25548 w 25817"/>
                  <a:gd name="connsiteY26" fmla="*/ 24581 h 38839"/>
                  <a:gd name="connsiteX27" fmla="*/ 25818 w 25817"/>
                  <a:gd name="connsiteY27" fmla="*/ 27280 h 38839"/>
                  <a:gd name="connsiteX28" fmla="*/ 25009 w 25817"/>
                  <a:gd name="connsiteY28" fmla="*/ 31710 h 38839"/>
                  <a:gd name="connsiteX29" fmla="*/ 22625 w 25817"/>
                  <a:gd name="connsiteY29" fmla="*/ 35331 h 38839"/>
                  <a:gd name="connsiteX30" fmla="*/ 18757 w 25817"/>
                  <a:gd name="connsiteY30" fmla="*/ 37850 h 38839"/>
                  <a:gd name="connsiteX31" fmla="*/ 13539 w 25817"/>
                  <a:gd name="connsiteY31" fmla="*/ 38840 h 38839"/>
                  <a:gd name="connsiteX32" fmla="*/ 7826 w 25817"/>
                  <a:gd name="connsiteY32" fmla="*/ 38255 h 38839"/>
                  <a:gd name="connsiteX33" fmla="*/ 3778 w 25817"/>
                  <a:gd name="connsiteY33" fmla="*/ 36276 h 38839"/>
                  <a:gd name="connsiteX34" fmla="*/ 1237 w 25817"/>
                  <a:gd name="connsiteY34" fmla="*/ 32655 h 38839"/>
                  <a:gd name="connsiteX35" fmla="*/ 0 w 25817"/>
                  <a:gd name="connsiteY35" fmla="*/ 27078 h 38839"/>
                  <a:gd name="connsiteX36" fmla="*/ 3463 w 25817"/>
                  <a:gd name="connsiteY36" fmla="*/ 27078 h 38839"/>
                  <a:gd name="connsiteX37" fmla="*/ 6072 w 25817"/>
                  <a:gd name="connsiteY37" fmla="*/ 33689 h 38839"/>
                  <a:gd name="connsiteX38" fmla="*/ 12909 w 25817"/>
                  <a:gd name="connsiteY38" fmla="*/ 35938 h 38839"/>
                  <a:gd name="connsiteX39" fmla="*/ 16732 w 25817"/>
                  <a:gd name="connsiteY39" fmla="*/ 35241 h 38839"/>
                  <a:gd name="connsiteX40" fmla="*/ 19791 w 25817"/>
                  <a:gd name="connsiteY40" fmla="*/ 33352 h 38839"/>
                  <a:gd name="connsiteX41" fmla="*/ 21725 w 25817"/>
                  <a:gd name="connsiteY41" fmla="*/ 30608 h 38839"/>
                  <a:gd name="connsiteX42" fmla="*/ 22355 w 25817"/>
                  <a:gd name="connsiteY42" fmla="*/ 27370 h 38839"/>
                  <a:gd name="connsiteX43" fmla="*/ 21275 w 25817"/>
                  <a:gd name="connsiteY43" fmla="*/ 23502 h 38839"/>
                  <a:gd name="connsiteX44" fmla="*/ 18666 w 25817"/>
                  <a:gd name="connsiteY44" fmla="*/ 21073 h 38839"/>
                  <a:gd name="connsiteX45" fmla="*/ 14798 w 25817"/>
                  <a:gd name="connsiteY45" fmla="*/ 19881 h 38839"/>
                  <a:gd name="connsiteX46" fmla="*/ 10098 w 25817"/>
                  <a:gd name="connsiteY46" fmla="*/ 19746 h 38839"/>
                  <a:gd name="connsiteX47" fmla="*/ 10098 w 25817"/>
                  <a:gd name="connsiteY47" fmla="*/ 16935 h 3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25817" h="38839">
                    <a:moveTo>
                      <a:pt x="10120" y="16912"/>
                    </a:moveTo>
                    <a:cubicBezTo>
                      <a:pt x="11739" y="16912"/>
                      <a:pt x="13224" y="16822"/>
                      <a:pt x="14551" y="16620"/>
                    </a:cubicBezTo>
                    <a:cubicBezTo>
                      <a:pt x="15878" y="16418"/>
                      <a:pt x="17025" y="16035"/>
                      <a:pt x="17969" y="15495"/>
                    </a:cubicBezTo>
                    <a:cubicBezTo>
                      <a:pt x="18914" y="14956"/>
                      <a:pt x="19678" y="14191"/>
                      <a:pt x="20218" y="13246"/>
                    </a:cubicBezTo>
                    <a:cubicBezTo>
                      <a:pt x="20758" y="12302"/>
                      <a:pt x="21028" y="11110"/>
                      <a:pt x="21028" y="9626"/>
                    </a:cubicBezTo>
                    <a:cubicBezTo>
                      <a:pt x="21028" y="8434"/>
                      <a:pt x="20803" y="7422"/>
                      <a:pt x="20376" y="6567"/>
                    </a:cubicBezTo>
                    <a:cubicBezTo>
                      <a:pt x="19949" y="5712"/>
                      <a:pt x="19364" y="5038"/>
                      <a:pt x="18621" y="4498"/>
                    </a:cubicBezTo>
                    <a:cubicBezTo>
                      <a:pt x="17879" y="3958"/>
                      <a:pt x="17025" y="3553"/>
                      <a:pt x="16035" y="3306"/>
                    </a:cubicBezTo>
                    <a:cubicBezTo>
                      <a:pt x="15045" y="3059"/>
                      <a:pt x="14011" y="2924"/>
                      <a:pt x="12932" y="2924"/>
                    </a:cubicBezTo>
                    <a:cubicBezTo>
                      <a:pt x="11717" y="2924"/>
                      <a:pt x="10593" y="3126"/>
                      <a:pt x="9603" y="3508"/>
                    </a:cubicBezTo>
                    <a:cubicBezTo>
                      <a:pt x="8614" y="3913"/>
                      <a:pt x="7759" y="4475"/>
                      <a:pt x="7039" y="5217"/>
                    </a:cubicBezTo>
                    <a:cubicBezTo>
                      <a:pt x="6320" y="5960"/>
                      <a:pt x="5757" y="6814"/>
                      <a:pt x="5375" y="7804"/>
                    </a:cubicBezTo>
                    <a:cubicBezTo>
                      <a:pt x="4970" y="8794"/>
                      <a:pt x="4790" y="9873"/>
                      <a:pt x="4790" y="11065"/>
                    </a:cubicBezTo>
                    <a:lnTo>
                      <a:pt x="1327" y="11065"/>
                    </a:lnTo>
                    <a:cubicBezTo>
                      <a:pt x="1327" y="9333"/>
                      <a:pt x="1619" y="7781"/>
                      <a:pt x="2226" y="6387"/>
                    </a:cubicBezTo>
                    <a:cubicBezTo>
                      <a:pt x="2811" y="4993"/>
                      <a:pt x="3756" y="3711"/>
                      <a:pt x="5015" y="2519"/>
                    </a:cubicBezTo>
                    <a:cubicBezTo>
                      <a:pt x="6207" y="1439"/>
                      <a:pt x="7534" y="742"/>
                      <a:pt x="9041" y="450"/>
                    </a:cubicBezTo>
                    <a:cubicBezTo>
                      <a:pt x="10547" y="157"/>
                      <a:pt x="12077" y="0"/>
                      <a:pt x="13651" y="0"/>
                    </a:cubicBezTo>
                    <a:cubicBezTo>
                      <a:pt x="15225" y="0"/>
                      <a:pt x="16575" y="180"/>
                      <a:pt x="17879" y="562"/>
                    </a:cubicBezTo>
                    <a:cubicBezTo>
                      <a:pt x="19184" y="945"/>
                      <a:pt x="20331" y="1507"/>
                      <a:pt x="21298" y="2294"/>
                    </a:cubicBezTo>
                    <a:cubicBezTo>
                      <a:pt x="22264" y="3059"/>
                      <a:pt x="23052" y="4048"/>
                      <a:pt x="23614" y="5240"/>
                    </a:cubicBezTo>
                    <a:cubicBezTo>
                      <a:pt x="24199" y="6432"/>
                      <a:pt x="24468" y="7804"/>
                      <a:pt x="24468" y="9400"/>
                    </a:cubicBezTo>
                    <a:cubicBezTo>
                      <a:pt x="24468" y="11380"/>
                      <a:pt x="24019" y="13089"/>
                      <a:pt x="23142" y="14528"/>
                    </a:cubicBezTo>
                    <a:cubicBezTo>
                      <a:pt x="22264" y="15968"/>
                      <a:pt x="20893" y="17092"/>
                      <a:pt x="19071" y="17879"/>
                    </a:cubicBezTo>
                    <a:cubicBezTo>
                      <a:pt x="20443" y="18307"/>
                      <a:pt x="21568" y="18869"/>
                      <a:pt x="22445" y="19588"/>
                    </a:cubicBezTo>
                    <a:cubicBezTo>
                      <a:pt x="23322" y="20286"/>
                      <a:pt x="24019" y="21073"/>
                      <a:pt x="24513" y="21905"/>
                    </a:cubicBezTo>
                    <a:cubicBezTo>
                      <a:pt x="25009" y="22759"/>
                      <a:pt x="25368" y="23637"/>
                      <a:pt x="25548" y="24581"/>
                    </a:cubicBezTo>
                    <a:cubicBezTo>
                      <a:pt x="25728" y="25526"/>
                      <a:pt x="25818" y="26425"/>
                      <a:pt x="25818" y="27280"/>
                    </a:cubicBezTo>
                    <a:cubicBezTo>
                      <a:pt x="25818" y="28854"/>
                      <a:pt x="25548" y="30338"/>
                      <a:pt x="25009" y="31710"/>
                    </a:cubicBezTo>
                    <a:cubicBezTo>
                      <a:pt x="24468" y="33082"/>
                      <a:pt x="23682" y="34274"/>
                      <a:pt x="22625" y="35331"/>
                    </a:cubicBezTo>
                    <a:cubicBezTo>
                      <a:pt x="21568" y="36388"/>
                      <a:pt x="20286" y="37220"/>
                      <a:pt x="18757" y="37850"/>
                    </a:cubicBezTo>
                    <a:cubicBezTo>
                      <a:pt x="17227" y="38480"/>
                      <a:pt x="15495" y="38817"/>
                      <a:pt x="13539" y="38840"/>
                    </a:cubicBezTo>
                    <a:cubicBezTo>
                      <a:pt x="11335" y="38840"/>
                      <a:pt x="9446" y="38637"/>
                      <a:pt x="7826" y="38255"/>
                    </a:cubicBezTo>
                    <a:cubicBezTo>
                      <a:pt x="6207" y="37872"/>
                      <a:pt x="4858" y="37198"/>
                      <a:pt x="3778" y="36276"/>
                    </a:cubicBezTo>
                    <a:cubicBezTo>
                      <a:pt x="2699" y="35354"/>
                      <a:pt x="1844" y="34162"/>
                      <a:pt x="1237" y="32655"/>
                    </a:cubicBezTo>
                    <a:cubicBezTo>
                      <a:pt x="630" y="31171"/>
                      <a:pt x="203" y="29304"/>
                      <a:pt x="0" y="27078"/>
                    </a:cubicBezTo>
                    <a:lnTo>
                      <a:pt x="3463" y="27078"/>
                    </a:lnTo>
                    <a:cubicBezTo>
                      <a:pt x="3463" y="30001"/>
                      <a:pt x="4340" y="32205"/>
                      <a:pt x="6072" y="33689"/>
                    </a:cubicBezTo>
                    <a:cubicBezTo>
                      <a:pt x="7826" y="35174"/>
                      <a:pt x="10098" y="35938"/>
                      <a:pt x="12909" y="35938"/>
                    </a:cubicBezTo>
                    <a:cubicBezTo>
                      <a:pt x="14281" y="35938"/>
                      <a:pt x="15563" y="35713"/>
                      <a:pt x="16732" y="35241"/>
                    </a:cubicBezTo>
                    <a:cubicBezTo>
                      <a:pt x="17924" y="34769"/>
                      <a:pt x="18936" y="34139"/>
                      <a:pt x="19791" y="33352"/>
                    </a:cubicBezTo>
                    <a:cubicBezTo>
                      <a:pt x="20645" y="32565"/>
                      <a:pt x="21275" y="31643"/>
                      <a:pt x="21725" y="30608"/>
                    </a:cubicBezTo>
                    <a:cubicBezTo>
                      <a:pt x="22175" y="29574"/>
                      <a:pt x="22377" y="28494"/>
                      <a:pt x="22355" y="27370"/>
                    </a:cubicBezTo>
                    <a:cubicBezTo>
                      <a:pt x="22287" y="25818"/>
                      <a:pt x="21927" y="24536"/>
                      <a:pt x="21275" y="23502"/>
                    </a:cubicBezTo>
                    <a:cubicBezTo>
                      <a:pt x="20623" y="22467"/>
                      <a:pt x="19746" y="21657"/>
                      <a:pt x="18666" y="21073"/>
                    </a:cubicBezTo>
                    <a:cubicBezTo>
                      <a:pt x="17564" y="20488"/>
                      <a:pt x="16282" y="20083"/>
                      <a:pt x="14798" y="19881"/>
                    </a:cubicBezTo>
                    <a:cubicBezTo>
                      <a:pt x="13314" y="19678"/>
                      <a:pt x="11762" y="19633"/>
                      <a:pt x="10098" y="19746"/>
                    </a:cubicBezTo>
                    <a:lnTo>
                      <a:pt x="10098" y="16935"/>
                    </a:lnTo>
                    <a:close/>
                  </a:path>
                </a:pathLst>
              </a:custGeom>
              <a:solidFill>
                <a:srgbClr val="231F20"/>
              </a:solidFill>
              <a:ln w="2249" cap="flat">
                <a:noFill/>
                <a:prstDash val="solid"/>
                <a:miter/>
              </a:ln>
            </p:spPr>
            <p:txBody>
              <a:bodyPr rtlCol="0" anchor="ctr"/>
              <a:lstStyle/>
              <a:p>
                <a:endParaRPr lang="en-US"/>
              </a:p>
            </p:txBody>
          </p:sp>
        </p:grpSp>
        <p:sp>
          <p:nvSpPr>
            <p:cNvPr id="18440" name="Freeform 18439">
              <a:extLst>
                <a:ext uri="{FF2B5EF4-FFF2-40B4-BE49-F238E27FC236}">
                  <a16:creationId xmlns:a16="http://schemas.microsoft.com/office/drawing/2014/main" id="{541C4A80-5A00-1670-C32B-602093554CC8}"/>
                </a:ext>
              </a:extLst>
            </p:cNvPr>
            <p:cNvSpPr/>
            <p:nvPr/>
          </p:nvSpPr>
          <p:spPr>
            <a:xfrm>
              <a:off x="3224480" y="4946107"/>
              <a:ext cx="3159887" cy="7803"/>
            </a:xfrm>
            <a:custGeom>
              <a:avLst/>
              <a:gdLst>
                <a:gd name="connsiteX0" fmla="*/ 0 w 910333"/>
                <a:gd name="connsiteY0" fmla="*/ 0 h 2248"/>
                <a:gd name="connsiteX1" fmla="*/ 910333 w 910333"/>
                <a:gd name="connsiteY1" fmla="*/ 0 h 2248"/>
              </a:gdLst>
              <a:ahLst/>
              <a:cxnLst>
                <a:cxn ang="0">
                  <a:pos x="connsiteX0" y="connsiteY0"/>
                </a:cxn>
                <a:cxn ang="0">
                  <a:pos x="connsiteX1" y="connsiteY1"/>
                </a:cxn>
              </a:cxnLst>
              <a:rect l="l" t="t" r="r" b="b"/>
              <a:pathLst>
                <a:path w="910333" h="2248">
                  <a:moveTo>
                    <a:pt x="0" y="0"/>
                  </a:moveTo>
                  <a:lnTo>
                    <a:pt x="910333" y="0"/>
                  </a:lnTo>
                </a:path>
              </a:pathLst>
            </a:custGeom>
            <a:ln w="4498" cap="flat">
              <a:solidFill>
                <a:srgbClr val="010101">
                  <a:alpha val="70000"/>
                </a:srgbClr>
              </a:solidFill>
              <a:custDash>
                <a:ds d="687750" sp="687750"/>
              </a:custDash>
              <a:bevel/>
            </a:ln>
          </p:spPr>
          <p:txBody>
            <a:bodyPr rtlCol="0" anchor="ctr"/>
            <a:lstStyle/>
            <a:p>
              <a:endParaRPr lang="en-US"/>
            </a:p>
          </p:txBody>
        </p:sp>
        <p:sp>
          <p:nvSpPr>
            <p:cNvPr id="18112" name="Freeform 18111">
              <a:extLst>
                <a:ext uri="{FF2B5EF4-FFF2-40B4-BE49-F238E27FC236}">
                  <a16:creationId xmlns:a16="http://schemas.microsoft.com/office/drawing/2014/main" id="{72646A93-3594-3F05-F2E8-6B5ED0387317}"/>
                </a:ext>
              </a:extLst>
            </p:cNvPr>
            <p:cNvSpPr/>
            <p:nvPr/>
          </p:nvSpPr>
          <p:spPr>
            <a:xfrm>
              <a:off x="3200827" y="6132843"/>
              <a:ext cx="3159808" cy="7803"/>
            </a:xfrm>
            <a:custGeom>
              <a:avLst/>
              <a:gdLst>
                <a:gd name="connsiteX0" fmla="*/ 0 w 910310"/>
                <a:gd name="connsiteY0" fmla="*/ 0 h 2248"/>
                <a:gd name="connsiteX1" fmla="*/ 910311 w 910310"/>
                <a:gd name="connsiteY1" fmla="*/ 0 h 2248"/>
              </a:gdLst>
              <a:ahLst/>
              <a:cxnLst>
                <a:cxn ang="0">
                  <a:pos x="connsiteX0" y="connsiteY0"/>
                </a:cxn>
                <a:cxn ang="0">
                  <a:pos x="connsiteX1" y="connsiteY1"/>
                </a:cxn>
              </a:cxnLst>
              <a:rect l="l" t="t" r="r" b="b"/>
              <a:pathLst>
                <a:path w="910310" h="2248">
                  <a:moveTo>
                    <a:pt x="0" y="0"/>
                  </a:moveTo>
                  <a:lnTo>
                    <a:pt x="910311" y="0"/>
                  </a:lnTo>
                </a:path>
              </a:pathLst>
            </a:custGeom>
            <a:ln w="4498" cap="sq">
              <a:solidFill>
                <a:srgbClr val="262626"/>
              </a:solidFill>
              <a:prstDash val="solid"/>
              <a:round/>
            </a:ln>
          </p:spPr>
          <p:txBody>
            <a:bodyPr rtlCol="0" anchor="ctr"/>
            <a:lstStyle/>
            <a:p>
              <a:endParaRPr lang="en-US"/>
            </a:p>
          </p:txBody>
        </p:sp>
        <p:sp>
          <p:nvSpPr>
            <p:cNvPr id="18116" name="Freeform 18115">
              <a:extLst>
                <a:ext uri="{FF2B5EF4-FFF2-40B4-BE49-F238E27FC236}">
                  <a16:creationId xmlns:a16="http://schemas.microsoft.com/office/drawing/2014/main" id="{0561075F-3EF1-85E5-0996-5E3A5B78F0BE}"/>
                </a:ext>
              </a:extLst>
            </p:cNvPr>
            <p:cNvSpPr/>
            <p:nvPr/>
          </p:nvSpPr>
          <p:spPr>
            <a:xfrm>
              <a:off x="3618939" y="6095604"/>
              <a:ext cx="7803" cy="37235"/>
            </a:xfrm>
            <a:custGeom>
              <a:avLst/>
              <a:gdLst>
                <a:gd name="connsiteX0" fmla="*/ 0 w 2248"/>
                <a:gd name="connsiteY0" fmla="*/ 10728 h 10727"/>
                <a:gd name="connsiteX1" fmla="*/ 0 w 2248"/>
                <a:gd name="connsiteY1" fmla="*/ 0 h 10727"/>
              </a:gdLst>
              <a:ahLst/>
              <a:cxnLst>
                <a:cxn ang="0">
                  <a:pos x="connsiteX0" y="connsiteY0"/>
                </a:cxn>
                <a:cxn ang="0">
                  <a:pos x="connsiteX1" y="connsiteY1"/>
                </a:cxn>
              </a:cxnLst>
              <a:rect l="l" t="t" r="r" b="b"/>
              <a:pathLst>
                <a:path w="2248" h="10727">
                  <a:moveTo>
                    <a:pt x="0" y="10728"/>
                  </a:moveTo>
                  <a:lnTo>
                    <a:pt x="0" y="0"/>
                  </a:lnTo>
                </a:path>
              </a:pathLst>
            </a:custGeom>
            <a:ln w="4498" cap="sq">
              <a:solidFill>
                <a:srgbClr val="262626"/>
              </a:solidFill>
              <a:prstDash val="solid"/>
              <a:round/>
            </a:ln>
          </p:spPr>
          <p:txBody>
            <a:bodyPr rtlCol="0" anchor="ctr"/>
            <a:lstStyle/>
            <a:p>
              <a:endParaRPr lang="en-US"/>
            </a:p>
          </p:txBody>
        </p:sp>
        <p:sp>
          <p:nvSpPr>
            <p:cNvPr id="18117" name="Freeform 18116">
              <a:extLst>
                <a:ext uri="{FF2B5EF4-FFF2-40B4-BE49-F238E27FC236}">
                  <a16:creationId xmlns:a16="http://schemas.microsoft.com/office/drawing/2014/main" id="{29550E36-B8E3-4B1E-3BF3-43904189E842}"/>
                </a:ext>
              </a:extLst>
            </p:cNvPr>
            <p:cNvSpPr/>
            <p:nvPr/>
          </p:nvSpPr>
          <p:spPr>
            <a:xfrm>
              <a:off x="4377649" y="6095604"/>
              <a:ext cx="7803" cy="37235"/>
            </a:xfrm>
            <a:custGeom>
              <a:avLst/>
              <a:gdLst>
                <a:gd name="connsiteX0" fmla="*/ 0 w 2248"/>
                <a:gd name="connsiteY0" fmla="*/ 10728 h 10727"/>
                <a:gd name="connsiteX1" fmla="*/ 0 w 2248"/>
                <a:gd name="connsiteY1" fmla="*/ 0 h 10727"/>
              </a:gdLst>
              <a:ahLst/>
              <a:cxnLst>
                <a:cxn ang="0">
                  <a:pos x="connsiteX0" y="connsiteY0"/>
                </a:cxn>
                <a:cxn ang="0">
                  <a:pos x="connsiteX1" y="connsiteY1"/>
                </a:cxn>
              </a:cxnLst>
              <a:rect l="l" t="t" r="r" b="b"/>
              <a:pathLst>
                <a:path w="2248" h="10727">
                  <a:moveTo>
                    <a:pt x="0" y="10728"/>
                  </a:moveTo>
                  <a:lnTo>
                    <a:pt x="0" y="0"/>
                  </a:lnTo>
                </a:path>
              </a:pathLst>
            </a:custGeom>
            <a:ln w="4498" cap="sq">
              <a:solidFill>
                <a:srgbClr val="262626"/>
              </a:solidFill>
              <a:prstDash val="solid"/>
              <a:round/>
            </a:ln>
          </p:spPr>
          <p:txBody>
            <a:bodyPr rtlCol="0" anchor="ctr"/>
            <a:lstStyle/>
            <a:p>
              <a:endParaRPr lang="en-US"/>
            </a:p>
          </p:txBody>
        </p:sp>
        <p:sp>
          <p:nvSpPr>
            <p:cNvPr id="17744" name="Freeform 17743">
              <a:extLst>
                <a:ext uri="{FF2B5EF4-FFF2-40B4-BE49-F238E27FC236}">
                  <a16:creationId xmlns:a16="http://schemas.microsoft.com/office/drawing/2014/main" id="{A21B81B6-73E3-EDD4-BDD8-CD3A4D4B7CED}"/>
                </a:ext>
              </a:extLst>
            </p:cNvPr>
            <p:cNvSpPr/>
            <p:nvPr/>
          </p:nvSpPr>
          <p:spPr>
            <a:xfrm>
              <a:off x="5136355" y="6095604"/>
              <a:ext cx="7803" cy="37235"/>
            </a:xfrm>
            <a:custGeom>
              <a:avLst/>
              <a:gdLst>
                <a:gd name="connsiteX0" fmla="*/ 0 w 2248"/>
                <a:gd name="connsiteY0" fmla="*/ 10728 h 10727"/>
                <a:gd name="connsiteX1" fmla="*/ 0 w 2248"/>
                <a:gd name="connsiteY1" fmla="*/ 0 h 10727"/>
              </a:gdLst>
              <a:ahLst/>
              <a:cxnLst>
                <a:cxn ang="0">
                  <a:pos x="connsiteX0" y="connsiteY0"/>
                </a:cxn>
                <a:cxn ang="0">
                  <a:pos x="connsiteX1" y="connsiteY1"/>
                </a:cxn>
              </a:cxnLst>
              <a:rect l="l" t="t" r="r" b="b"/>
              <a:pathLst>
                <a:path w="2248" h="10727">
                  <a:moveTo>
                    <a:pt x="0" y="10728"/>
                  </a:moveTo>
                  <a:lnTo>
                    <a:pt x="0" y="0"/>
                  </a:lnTo>
                </a:path>
              </a:pathLst>
            </a:custGeom>
            <a:ln w="4498" cap="sq">
              <a:solidFill>
                <a:srgbClr val="262626"/>
              </a:solidFill>
              <a:prstDash val="solid"/>
              <a:round/>
            </a:ln>
          </p:spPr>
          <p:txBody>
            <a:bodyPr rtlCol="0" anchor="ctr"/>
            <a:lstStyle/>
            <a:p>
              <a:endParaRPr lang="en-US"/>
            </a:p>
          </p:txBody>
        </p:sp>
        <p:sp>
          <p:nvSpPr>
            <p:cNvPr id="17745" name="Freeform 17744">
              <a:extLst>
                <a:ext uri="{FF2B5EF4-FFF2-40B4-BE49-F238E27FC236}">
                  <a16:creationId xmlns:a16="http://schemas.microsoft.com/office/drawing/2014/main" id="{24D0BCAD-2767-8F75-242D-60C307CA2A38}"/>
                </a:ext>
              </a:extLst>
            </p:cNvPr>
            <p:cNvSpPr/>
            <p:nvPr/>
          </p:nvSpPr>
          <p:spPr>
            <a:xfrm>
              <a:off x="5942526" y="6095604"/>
              <a:ext cx="7803" cy="37235"/>
            </a:xfrm>
            <a:custGeom>
              <a:avLst/>
              <a:gdLst>
                <a:gd name="connsiteX0" fmla="*/ 0 w 2248"/>
                <a:gd name="connsiteY0" fmla="*/ 10728 h 10727"/>
                <a:gd name="connsiteX1" fmla="*/ 0 w 2248"/>
                <a:gd name="connsiteY1" fmla="*/ 0 h 10727"/>
              </a:gdLst>
              <a:ahLst/>
              <a:cxnLst>
                <a:cxn ang="0">
                  <a:pos x="connsiteX0" y="connsiteY0"/>
                </a:cxn>
                <a:cxn ang="0">
                  <a:pos x="connsiteX1" y="connsiteY1"/>
                </a:cxn>
              </a:cxnLst>
              <a:rect l="l" t="t" r="r" b="b"/>
              <a:pathLst>
                <a:path w="2248" h="10727">
                  <a:moveTo>
                    <a:pt x="0" y="10728"/>
                  </a:moveTo>
                  <a:lnTo>
                    <a:pt x="0" y="0"/>
                  </a:lnTo>
                </a:path>
              </a:pathLst>
            </a:custGeom>
            <a:ln w="4498" cap="sq">
              <a:solidFill>
                <a:srgbClr val="262626"/>
              </a:solidFill>
              <a:prstDash val="solid"/>
              <a:round/>
            </a:ln>
          </p:spPr>
          <p:txBody>
            <a:bodyPr rtlCol="0" anchor="ctr"/>
            <a:lstStyle/>
            <a:p>
              <a:endParaRPr lang="en-US"/>
            </a:p>
          </p:txBody>
        </p:sp>
        <p:sp>
          <p:nvSpPr>
            <p:cNvPr id="17746" name="Freeform 17745">
              <a:extLst>
                <a:ext uri="{FF2B5EF4-FFF2-40B4-BE49-F238E27FC236}">
                  <a16:creationId xmlns:a16="http://schemas.microsoft.com/office/drawing/2014/main" id="{80FEE10E-1FCF-C3C7-B2D0-0702BEAC961C}"/>
                </a:ext>
              </a:extLst>
            </p:cNvPr>
            <p:cNvSpPr/>
            <p:nvPr/>
          </p:nvSpPr>
          <p:spPr>
            <a:xfrm>
              <a:off x="3182638" y="2968192"/>
              <a:ext cx="7803" cy="3164651"/>
            </a:xfrm>
            <a:custGeom>
              <a:avLst/>
              <a:gdLst>
                <a:gd name="connsiteX0" fmla="*/ 0 w 2248"/>
                <a:gd name="connsiteY0" fmla="*/ 911705 h 911705"/>
                <a:gd name="connsiteX1" fmla="*/ 0 w 2248"/>
                <a:gd name="connsiteY1" fmla="*/ 0 h 911705"/>
              </a:gdLst>
              <a:ahLst/>
              <a:cxnLst>
                <a:cxn ang="0">
                  <a:pos x="connsiteX0" y="connsiteY0"/>
                </a:cxn>
                <a:cxn ang="0">
                  <a:pos x="connsiteX1" y="connsiteY1"/>
                </a:cxn>
              </a:cxnLst>
              <a:rect l="l" t="t" r="r" b="b"/>
              <a:pathLst>
                <a:path w="2248" h="911705">
                  <a:moveTo>
                    <a:pt x="0" y="911705"/>
                  </a:moveTo>
                  <a:lnTo>
                    <a:pt x="0" y="0"/>
                  </a:lnTo>
                </a:path>
              </a:pathLst>
            </a:custGeom>
            <a:ln w="4498" cap="sq">
              <a:solidFill>
                <a:srgbClr val="262626"/>
              </a:solidFill>
              <a:prstDash val="solid"/>
              <a:round/>
            </a:ln>
          </p:spPr>
          <p:txBody>
            <a:bodyPr rtlCol="0" anchor="ctr"/>
            <a:lstStyle/>
            <a:p>
              <a:endParaRPr lang="en-US"/>
            </a:p>
          </p:txBody>
        </p:sp>
        <p:sp>
          <p:nvSpPr>
            <p:cNvPr id="17756" name="Freeform 17755">
              <a:extLst>
                <a:ext uri="{FF2B5EF4-FFF2-40B4-BE49-F238E27FC236}">
                  <a16:creationId xmlns:a16="http://schemas.microsoft.com/office/drawing/2014/main" id="{00C895C0-00D1-184E-5DBC-1058ABE0AC74}"/>
                </a:ext>
              </a:extLst>
            </p:cNvPr>
            <p:cNvSpPr/>
            <p:nvPr/>
          </p:nvSpPr>
          <p:spPr>
            <a:xfrm>
              <a:off x="2967650" y="4886778"/>
              <a:ext cx="89458" cy="134739"/>
            </a:xfrm>
            <a:custGeom>
              <a:avLst/>
              <a:gdLst>
                <a:gd name="connsiteX0" fmla="*/ 12932 w 25772"/>
                <a:gd name="connsiteY0" fmla="*/ 0 h 38817"/>
                <a:gd name="connsiteX1" fmla="*/ 17790 w 25772"/>
                <a:gd name="connsiteY1" fmla="*/ 832 h 38817"/>
                <a:gd name="connsiteX2" fmla="*/ 21275 w 25772"/>
                <a:gd name="connsiteY2" fmla="*/ 3126 h 38817"/>
                <a:gd name="connsiteX3" fmla="*/ 23592 w 25772"/>
                <a:gd name="connsiteY3" fmla="*/ 6522 h 38817"/>
                <a:gd name="connsiteX4" fmla="*/ 24964 w 25772"/>
                <a:gd name="connsiteY4" fmla="*/ 10660 h 38817"/>
                <a:gd name="connsiteX5" fmla="*/ 25616 w 25772"/>
                <a:gd name="connsiteY5" fmla="*/ 15158 h 38817"/>
                <a:gd name="connsiteX6" fmla="*/ 25773 w 25772"/>
                <a:gd name="connsiteY6" fmla="*/ 19701 h 38817"/>
                <a:gd name="connsiteX7" fmla="*/ 25233 w 25772"/>
                <a:gd name="connsiteY7" fmla="*/ 26942 h 38817"/>
                <a:gd name="connsiteX8" fmla="*/ 23254 w 25772"/>
                <a:gd name="connsiteY8" fmla="*/ 33037 h 38817"/>
                <a:gd name="connsiteX9" fmla="*/ 19341 w 25772"/>
                <a:gd name="connsiteY9" fmla="*/ 37243 h 38817"/>
                <a:gd name="connsiteX10" fmla="*/ 12909 w 25772"/>
                <a:gd name="connsiteY10" fmla="*/ 38817 h 38817"/>
                <a:gd name="connsiteX11" fmla="*/ 6455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2 w 25772"/>
                <a:gd name="connsiteY16" fmla="*/ 6095 h 38817"/>
                <a:gd name="connsiteX17" fmla="*/ 6275 w 25772"/>
                <a:gd name="connsiteY17" fmla="*/ 1687 h 38817"/>
                <a:gd name="connsiteX18" fmla="*/ 12909 w 25772"/>
                <a:gd name="connsiteY18" fmla="*/ 23 h 38817"/>
                <a:gd name="connsiteX19" fmla="*/ 22332 w 25772"/>
                <a:gd name="connsiteY19" fmla="*/ 19318 h 38817"/>
                <a:gd name="connsiteX20" fmla="*/ 21972 w 25772"/>
                <a:gd name="connsiteY20" fmla="*/ 13291 h 38817"/>
                <a:gd name="connsiteX21" fmla="*/ 20601 w 25772"/>
                <a:gd name="connsiteY21" fmla="*/ 8029 h 38817"/>
                <a:gd name="connsiteX22" fmla="*/ 17722 w 25772"/>
                <a:gd name="connsiteY22" fmla="*/ 4296 h 38817"/>
                <a:gd name="connsiteX23" fmla="*/ 12841 w 25772"/>
                <a:gd name="connsiteY23" fmla="*/ 2901 h 38817"/>
                <a:gd name="connsiteX24" fmla="*/ 8164 w 25772"/>
                <a:gd name="connsiteY24" fmla="*/ 4341 h 38817"/>
                <a:gd name="connsiteX25" fmla="*/ 5330 w 25772"/>
                <a:gd name="connsiteY25" fmla="*/ 8141 h 38817"/>
                <a:gd name="connsiteX26" fmla="*/ 3891 w 25772"/>
                <a:gd name="connsiteY26" fmla="*/ 13539 h 38817"/>
                <a:gd name="connsiteX27" fmla="*/ 3486 w 25772"/>
                <a:gd name="connsiteY27" fmla="*/ 19701 h 38817"/>
                <a:gd name="connsiteX28" fmla="*/ 3936 w 25772"/>
                <a:gd name="connsiteY28" fmla="*/ 26358 h 38817"/>
                <a:gd name="connsiteX29" fmla="*/ 5465 w 25772"/>
                <a:gd name="connsiteY29" fmla="*/ 31463 h 38817"/>
                <a:gd name="connsiteX30" fmla="*/ 8344 w 25772"/>
                <a:gd name="connsiteY30" fmla="*/ 34724 h 38817"/>
                <a:gd name="connsiteX31" fmla="*/ 12909 w 25772"/>
                <a:gd name="connsiteY31" fmla="*/ 35893 h 38817"/>
                <a:gd name="connsiteX32" fmla="*/ 17857 w 25772"/>
                <a:gd name="connsiteY32" fmla="*/ 34387 h 38817"/>
                <a:gd name="connsiteX33" fmla="*/ 20690 w 25772"/>
                <a:gd name="connsiteY33" fmla="*/ 30496 h 38817"/>
                <a:gd name="connsiteX34" fmla="*/ 21995 w 25772"/>
                <a:gd name="connsiteY34" fmla="*/ 25143 h 38817"/>
                <a:gd name="connsiteX35" fmla="*/ 22310 w 25772"/>
                <a:gd name="connsiteY35" fmla="*/ 19318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2" h="38817">
                  <a:moveTo>
                    <a:pt x="12932" y="0"/>
                  </a:moveTo>
                  <a:cubicBezTo>
                    <a:pt x="14798" y="0"/>
                    <a:pt x="16418" y="270"/>
                    <a:pt x="17790" y="832"/>
                  </a:cubicBezTo>
                  <a:cubicBezTo>
                    <a:pt x="19161" y="1394"/>
                    <a:pt x="20308" y="2159"/>
                    <a:pt x="21275" y="3126"/>
                  </a:cubicBezTo>
                  <a:cubicBezTo>
                    <a:pt x="22220" y="4093"/>
                    <a:pt x="23007" y="5240"/>
                    <a:pt x="23592" y="6522"/>
                  </a:cubicBezTo>
                  <a:cubicBezTo>
                    <a:pt x="24176" y="7826"/>
                    <a:pt x="24648" y="9198"/>
                    <a:pt x="24964" y="10660"/>
                  </a:cubicBezTo>
                  <a:cubicBezTo>
                    <a:pt x="25278" y="12122"/>
                    <a:pt x="25503" y="13629"/>
                    <a:pt x="25616" y="15158"/>
                  </a:cubicBezTo>
                  <a:cubicBezTo>
                    <a:pt x="25728" y="16710"/>
                    <a:pt x="25773" y="18217"/>
                    <a:pt x="25773" y="19701"/>
                  </a:cubicBezTo>
                  <a:cubicBezTo>
                    <a:pt x="25773" y="22220"/>
                    <a:pt x="25593" y="24626"/>
                    <a:pt x="25233" y="26942"/>
                  </a:cubicBezTo>
                  <a:cubicBezTo>
                    <a:pt x="24874" y="29236"/>
                    <a:pt x="24221" y="31283"/>
                    <a:pt x="23254" y="33037"/>
                  </a:cubicBezTo>
                  <a:cubicBezTo>
                    <a:pt x="22310" y="34791"/>
                    <a:pt x="21005" y="36208"/>
                    <a:pt x="19341" y="37243"/>
                  </a:cubicBezTo>
                  <a:cubicBezTo>
                    <a:pt x="17677" y="38277"/>
                    <a:pt x="15541" y="38817"/>
                    <a:pt x="12909" y="38817"/>
                  </a:cubicBezTo>
                  <a:cubicBezTo>
                    <a:pt x="10278" y="38817"/>
                    <a:pt x="8141" y="38300"/>
                    <a:pt x="6455" y="37243"/>
                  </a:cubicBezTo>
                  <a:cubicBezTo>
                    <a:pt x="4768" y="36186"/>
                    <a:pt x="3463" y="34791"/>
                    <a:pt x="2519" y="33015"/>
                  </a:cubicBezTo>
                  <a:cubicBezTo>
                    <a:pt x="1574" y="31238"/>
                    <a:pt x="900" y="29169"/>
                    <a:pt x="540" y="26808"/>
                  </a:cubicBezTo>
                  <a:cubicBezTo>
                    <a:pt x="180" y="24446"/>
                    <a:pt x="0" y="21950"/>
                    <a:pt x="0" y="19341"/>
                  </a:cubicBezTo>
                  <a:cubicBezTo>
                    <a:pt x="0" y="16935"/>
                    <a:pt x="158" y="14573"/>
                    <a:pt x="495" y="12279"/>
                  </a:cubicBezTo>
                  <a:cubicBezTo>
                    <a:pt x="810" y="9985"/>
                    <a:pt x="1440" y="7916"/>
                    <a:pt x="2362" y="6095"/>
                  </a:cubicBezTo>
                  <a:cubicBezTo>
                    <a:pt x="3283" y="4273"/>
                    <a:pt x="4588" y="2811"/>
                    <a:pt x="6275" y="1687"/>
                  </a:cubicBezTo>
                  <a:cubicBezTo>
                    <a:pt x="7961" y="562"/>
                    <a:pt x="10188" y="23"/>
                    <a:pt x="12909" y="23"/>
                  </a:cubicBezTo>
                  <a:close/>
                  <a:moveTo>
                    <a:pt x="22332" y="19318"/>
                  </a:moveTo>
                  <a:cubicBezTo>
                    <a:pt x="22332" y="17272"/>
                    <a:pt x="22220" y="15271"/>
                    <a:pt x="21972" y="13291"/>
                  </a:cubicBezTo>
                  <a:cubicBezTo>
                    <a:pt x="21748" y="11335"/>
                    <a:pt x="21275" y="9581"/>
                    <a:pt x="20601" y="8029"/>
                  </a:cubicBezTo>
                  <a:cubicBezTo>
                    <a:pt x="19926" y="6477"/>
                    <a:pt x="18959" y="5240"/>
                    <a:pt x="17722" y="4296"/>
                  </a:cubicBezTo>
                  <a:cubicBezTo>
                    <a:pt x="16485" y="3351"/>
                    <a:pt x="14843" y="2901"/>
                    <a:pt x="12841" y="2901"/>
                  </a:cubicBezTo>
                  <a:cubicBezTo>
                    <a:pt x="10930" y="2901"/>
                    <a:pt x="9379" y="3373"/>
                    <a:pt x="8164" y="4341"/>
                  </a:cubicBezTo>
                  <a:cubicBezTo>
                    <a:pt x="6949" y="5285"/>
                    <a:pt x="6005" y="6567"/>
                    <a:pt x="5330" y="8141"/>
                  </a:cubicBezTo>
                  <a:cubicBezTo>
                    <a:pt x="4655" y="9715"/>
                    <a:pt x="4161" y="11515"/>
                    <a:pt x="3891" y="13539"/>
                  </a:cubicBezTo>
                  <a:cubicBezTo>
                    <a:pt x="3621" y="15563"/>
                    <a:pt x="3486" y="17609"/>
                    <a:pt x="3486" y="19701"/>
                  </a:cubicBezTo>
                  <a:cubicBezTo>
                    <a:pt x="3486" y="22152"/>
                    <a:pt x="3644" y="24379"/>
                    <a:pt x="3936" y="26358"/>
                  </a:cubicBezTo>
                  <a:cubicBezTo>
                    <a:pt x="4251" y="28359"/>
                    <a:pt x="4746" y="30046"/>
                    <a:pt x="5465" y="31463"/>
                  </a:cubicBezTo>
                  <a:cubicBezTo>
                    <a:pt x="6185" y="32857"/>
                    <a:pt x="7152" y="33959"/>
                    <a:pt x="8344" y="34724"/>
                  </a:cubicBezTo>
                  <a:cubicBezTo>
                    <a:pt x="9558" y="35489"/>
                    <a:pt x="11065" y="35893"/>
                    <a:pt x="12909" y="35893"/>
                  </a:cubicBezTo>
                  <a:cubicBezTo>
                    <a:pt x="14956" y="35893"/>
                    <a:pt x="16598" y="35399"/>
                    <a:pt x="17857" y="34387"/>
                  </a:cubicBezTo>
                  <a:cubicBezTo>
                    <a:pt x="19116" y="33374"/>
                    <a:pt x="20039" y="32093"/>
                    <a:pt x="20690" y="30496"/>
                  </a:cubicBezTo>
                  <a:cubicBezTo>
                    <a:pt x="21343" y="28922"/>
                    <a:pt x="21770" y="27123"/>
                    <a:pt x="21995" y="25143"/>
                  </a:cubicBezTo>
                  <a:cubicBezTo>
                    <a:pt x="22220" y="23164"/>
                    <a:pt x="22310" y="21230"/>
                    <a:pt x="22310" y="19318"/>
                  </a:cubicBezTo>
                  <a:close/>
                </a:path>
              </a:pathLst>
            </a:custGeom>
            <a:solidFill>
              <a:srgbClr val="231F20"/>
            </a:solidFill>
            <a:ln w="2249" cap="flat">
              <a:noFill/>
              <a:prstDash val="solid"/>
              <a:miter/>
            </a:ln>
          </p:spPr>
          <p:txBody>
            <a:bodyPr rtlCol="0" anchor="ctr"/>
            <a:lstStyle/>
            <a:p>
              <a:endParaRPr lang="en-US"/>
            </a:p>
          </p:txBody>
        </p:sp>
        <p:grpSp>
          <p:nvGrpSpPr>
            <p:cNvPr id="17757" name="Graphic 4479">
              <a:extLst>
                <a:ext uri="{FF2B5EF4-FFF2-40B4-BE49-F238E27FC236}">
                  <a16:creationId xmlns:a16="http://schemas.microsoft.com/office/drawing/2014/main" id="{BCD83C0B-F93C-3DD7-5520-9F3CD3D32BA6}"/>
                </a:ext>
              </a:extLst>
            </p:cNvPr>
            <p:cNvGrpSpPr/>
            <p:nvPr/>
          </p:nvGrpSpPr>
          <p:grpSpPr>
            <a:xfrm>
              <a:off x="2812379" y="4095596"/>
              <a:ext cx="245510" cy="134815"/>
              <a:chOff x="5414634" y="5128402"/>
              <a:chExt cx="70729" cy="38839"/>
            </a:xfrm>
            <a:solidFill>
              <a:srgbClr val="231F20"/>
            </a:solidFill>
          </p:grpSpPr>
          <p:sp>
            <p:nvSpPr>
              <p:cNvPr id="17758" name="Freeform 17757">
                <a:extLst>
                  <a:ext uri="{FF2B5EF4-FFF2-40B4-BE49-F238E27FC236}">
                    <a16:creationId xmlns:a16="http://schemas.microsoft.com/office/drawing/2014/main" id="{11D2D66C-7D93-B371-738A-9DD21C250A27}"/>
                  </a:ext>
                </a:extLst>
              </p:cNvPr>
              <p:cNvSpPr/>
              <p:nvPr/>
            </p:nvSpPr>
            <p:spPr>
              <a:xfrm>
                <a:off x="5414634" y="5128425"/>
                <a:ext cx="25772" cy="3881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5 w 25772"/>
                  <a:gd name="connsiteY5" fmla="*/ 15158 h 38817"/>
                  <a:gd name="connsiteX6" fmla="*/ 25773 w 25772"/>
                  <a:gd name="connsiteY6" fmla="*/ 19701 h 38817"/>
                  <a:gd name="connsiteX7" fmla="*/ 25233 w 25772"/>
                  <a:gd name="connsiteY7" fmla="*/ 26942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7 h 38817"/>
                  <a:gd name="connsiteX14" fmla="*/ 0 w 25772"/>
                  <a:gd name="connsiteY14" fmla="*/ 19341 h 38817"/>
                  <a:gd name="connsiteX15" fmla="*/ 495 w 25772"/>
                  <a:gd name="connsiteY15" fmla="*/ 12279 h 38817"/>
                  <a:gd name="connsiteX16" fmla="*/ 2361 w 25772"/>
                  <a:gd name="connsiteY16" fmla="*/ 6095 h 38817"/>
                  <a:gd name="connsiteX17" fmla="*/ 6274 w 25772"/>
                  <a:gd name="connsiteY17" fmla="*/ 1687 h 38817"/>
                  <a:gd name="connsiteX18" fmla="*/ 12909 w 25772"/>
                  <a:gd name="connsiteY18" fmla="*/ 23 h 38817"/>
                  <a:gd name="connsiteX19" fmla="*/ 22309 w 25772"/>
                  <a:gd name="connsiteY19" fmla="*/ 19318 h 38817"/>
                  <a:gd name="connsiteX20" fmla="*/ 21950 w 25772"/>
                  <a:gd name="connsiteY20" fmla="*/ 13291 h 38817"/>
                  <a:gd name="connsiteX21" fmla="*/ 20578 w 25772"/>
                  <a:gd name="connsiteY21" fmla="*/ 8029 h 38817"/>
                  <a:gd name="connsiteX22" fmla="*/ 17699 w 25772"/>
                  <a:gd name="connsiteY22" fmla="*/ 4295 h 38817"/>
                  <a:gd name="connsiteX23" fmla="*/ 12819 w 25772"/>
                  <a:gd name="connsiteY23" fmla="*/ 2901 h 38817"/>
                  <a:gd name="connsiteX24" fmla="*/ 8141 w 25772"/>
                  <a:gd name="connsiteY24" fmla="*/ 4340 h 38817"/>
                  <a:gd name="connsiteX25" fmla="*/ 5308 w 25772"/>
                  <a:gd name="connsiteY25" fmla="*/ 8141 h 38817"/>
                  <a:gd name="connsiteX26" fmla="*/ 3868 w 25772"/>
                  <a:gd name="connsiteY26" fmla="*/ 13539 h 38817"/>
                  <a:gd name="connsiteX27" fmla="*/ 3463 w 25772"/>
                  <a:gd name="connsiteY27" fmla="*/ 19701 h 38817"/>
                  <a:gd name="connsiteX28" fmla="*/ 3913 w 25772"/>
                  <a:gd name="connsiteY28" fmla="*/ 26358 h 38817"/>
                  <a:gd name="connsiteX29" fmla="*/ 5442 w 25772"/>
                  <a:gd name="connsiteY29" fmla="*/ 31463 h 38817"/>
                  <a:gd name="connsiteX30" fmla="*/ 8321 w 25772"/>
                  <a:gd name="connsiteY30" fmla="*/ 34724 h 38817"/>
                  <a:gd name="connsiteX31" fmla="*/ 12886 w 25772"/>
                  <a:gd name="connsiteY31" fmla="*/ 35893 h 38817"/>
                  <a:gd name="connsiteX32" fmla="*/ 17834 w 25772"/>
                  <a:gd name="connsiteY32" fmla="*/ 34386 h 38817"/>
                  <a:gd name="connsiteX33" fmla="*/ 20668 w 25772"/>
                  <a:gd name="connsiteY33" fmla="*/ 30496 h 38817"/>
                  <a:gd name="connsiteX34" fmla="*/ 21972 w 25772"/>
                  <a:gd name="connsiteY34" fmla="*/ 25143 h 38817"/>
                  <a:gd name="connsiteX35" fmla="*/ 22287 w 25772"/>
                  <a:gd name="connsiteY35" fmla="*/ 19318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2" h="38817">
                    <a:moveTo>
                      <a:pt x="12932" y="0"/>
                    </a:moveTo>
                    <a:cubicBezTo>
                      <a:pt x="14798" y="0"/>
                      <a:pt x="16417"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710"/>
                      <a:pt x="25773" y="18217"/>
                      <a:pt x="25773" y="19701"/>
                    </a:cubicBezTo>
                    <a:cubicBezTo>
                      <a:pt x="25773" y="22220"/>
                      <a:pt x="25593" y="24626"/>
                      <a:pt x="25233" y="26942"/>
                    </a:cubicBezTo>
                    <a:cubicBezTo>
                      <a:pt x="24874" y="29236"/>
                      <a:pt x="24221" y="31283"/>
                      <a:pt x="23254" y="33037"/>
                    </a:cubicBezTo>
                    <a:cubicBezTo>
                      <a:pt x="22309" y="34791"/>
                      <a:pt x="21005" y="36208"/>
                      <a:pt x="19341" y="37243"/>
                    </a:cubicBezTo>
                    <a:cubicBezTo>
                      <a:pt x="17677" y="38277"/>
                      <a:pt x="15540" y="38817"/>
                      <a:pt x="12909" y="38817"/>
                    </a:cubicBezTo>
                    <a:cubicBezTo>
                      <a:pt x="10278" y="38817"/>
                      <a:pt x="8141" y="38300"/>
                      <a:pt x="6454" y="37243"/>
                    </a:cubicBezTo>
                    <a:cubicBezTo>
                      <a:pt x="4768" y="36186"/>
                      <a:pt x="3463" y="34791"/>
                      <a:pt x="2519" y="33015"/>
                    </a:cubicBezTo>
                    <a:cubicBezTo>
                      <a:pt x="1574" y="31238"/>
                      <a:pt x="899" y="29169"/>
                      <a:pt x="540" y="26807"/>
                    </a:cubicBezTo>
                    <a:cubicBezTo>
                      <a:pt x="180" y="24446"/>
                      <a:pt x="0" y="21950"/>
                      <a:pt x="0" y="19341"/>
                    </a:cubicBezTo>
                    <a:cubicBezTo>
                      <a:pt x="0" y="16934"/>
                      <a:pt x="157" y="14573"/>
                      <a:pt x="495" y="12279"/>
                    </a:cubicBezTo>
                    <a:cubicBezTo>
                      <a:pt x="810" y="9985"/>
                      <a:pt x="1439" y="7916"/>
                      <a:pt x="2361" y="6095"/>
                    </a:cubicBezTo>
                    <a:cubicBezTo>
                      <a:pt x="3283" y="4273"/>
                      <a:pt x="4588" y="2811"/>
                      <a:pt x="6274" y="1687"/>
                    </a:cubicBezTo>
                    <a:cubicBezTo>
                      <a:pt x="7961" y="562"/>
                      <a:pt x="10188" y="23"/>
                      <a:pt x="12909" y="23"/>
                    </a:cubicBezTo>
                    <a:close/>
                    <a:moveTo>
                      <a:pt x="22309" y="19318"/>
                    </a:moveTo>
                    <a:cubicBezTo>
                      <a:pt x="22309" y="17272"/>
                      <a:pt x="22197" y="15270"/>
                      <a:pt x="21950" y="13291"/>
                    </a:cubicBezTo>
                    <a:cubicBezTo>
                      <a:pt x="21725" y="11335"/>
                      <a:pt x="21253" y="9581"/>
                      <a:pt x="20578" y="8029"/>
                    </a:cubicBezTo>
                    <a:cubicBezTo>
                      <a:pt x="19903" y="6477"/>
                      <a:pt x="18936" y="5240"/>
                      <a:pt x="17699" y="4295"/>
                    </a:cubicBezTo>
                    <a:cubicBezTo>
                      <a:pt x="16462" y="3351"/>
                      <a:pt x="14821" y="2901"/>
                      <a:pt x="12819" y="2901"/>
                    </a:cubicBezTo>
                    <a:cubicBezTo>
                      <a:pt x="10907" y="2901"/>
                      <a:pt x="9355" y="3373"/>
                      <a:pt x="8141" y="4340"/>
                    </a:cubicBezTo>
                    <a:cubicBezTo>
                      <a:pt x="6927" y="5285"/>
                      <a:pt x="5982" y="6567"/>
                      <a:pt x="5308" y="8141"/>
                    </a:cubicBezTo>
                    <a:cubicBezTo>
                      <a:pt x="4633" y="9715"/>
                      <a:pt x="4138" y="11515"/>
                      <a:pt x="3868" y="13539"/>
                    </a:cubicBezTo>
                    <a:cubicBezTo>
                      <a:pt x="3598" y="15563"/>
                      <a:pt x="3463" y="17609"/>
                      <a:pt x="3463" y="19701"/>
                    </a:cubicBezTo>
                    <a:cubicBezTo>
                      <a:pt x="3463" y="22152"/>
                      <a:pt x="3621" y="24379"/>
                      <a:pt x="3913" y="26358"/>
                    </a:cubicBezTo>
                    <a:cubicBezTo>
                      <a:pt x="4228" y="28359"/>
                      <a:pt x="4723" y="30046"/>
                      <a:pt x="5442" y="31463"/>
                    </a:cubicBezTo>
                    <a:cubicBezTo>
                      <a:pt x="6162" y="32857"/>
                      <a:pt x="7129" y="33959"/>
                      <a:pt x="8321" y="34724"/>
                    </a:cubicBezTo>
                    <a:cubicBezTo>
                      <a:pt x="9536" y="35488"/>
                      <a:pt x="11042" y="35893"/>
                      <a:pt x="12886" y="35893"/>
                    </a:cubicBezTo>
                    <a:cubicBezTo>
                      <a:pt x="14933" y="35893"/>
                      <a:pt x="16575" y="35399"/>
                      <a:pt x="17834" y="34386"/>
                    </a:cubicBezTo>
                    <a:cubicBezTo>
                      <a:pt x="19094" y="33374"/>
                      <a:pt x="20016" y="32093"/>
                      <a:pt x="20668" y="30496"/>
                    </a:cubicBezTo>
                    <a:cubicBezTo>
                      <a:pt x="21320" y="28922"/>
                      <a:pt x="21747" y="27122"/>
                      <a:pt x="21972" y="25143"/>
                    </a:cubicBezTo>
                    <a:cubicBezTo>
                      <a:pt x="22197" y="23164"/>
                      <a:pt x="22287" y="21230"/>
                      <a:pt x="22287" y="19318"/>
                    </a:cubicBezTo>
                    <a:close/>
                  </a:path>
                </a:pathLst>
              </a:custGeom>
              <a:solidFill>
                <a:srgbClr val="231F20"/>
              </a:solidFill>
              <a:ln w="2249" cap="flat">
                <a:noFill/>
                <a:prstDash val="solid"/>
                <a:miter/>
              </a:ln>
            </p:spPr>
            <p:txBody>
              <a:bodyPr rtlCol="0" anchor="ctr"/>
              <a:lstStyle/>
              <a:p>
                <a:endParaRPr lang="en-US"/>
              </a:p>
            </p:txBody>
          </p:sp>
          <p:sp>
            <p:nvSpPr>
              <p:cNvPr id="17759" name="Freeform 17758">
                <a:extLst>
                  <a:ext uri="{FF2B5EF4-FFF2-40B4-BE49-F238E27FC236}">
                    <a16:creationId xmlns:a16="http://schemas.microsoft.com/office/drawing/2014/main" id="{DA303EAA-630F-C89E-B5CB-6D358B25B759}"/>
                  </a:ext>
                </a:extLst>
              </p:cNvPr>
              <p:cNvSpPr/>
              <p:nvPr/>
            </p:nvSpPr>
            <p:spPr>
              <a:xfrm>
                <a:off x="5448076" y="5161732"/>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231F20"/>
              </a:solidFill>
              <a:ln w="2249" cap="flat">
                <a:noFill/>
                <a:prstDash val="solid"/>
                <a:miter/>
              </a:ln>
            </p:spPr>
            <p:txBody>
              <a:bodyPr rtlCol="0" anchor="ctr"/>
              <a:lstStyle/>
              <a:p>
                <a:endParaRPr lang="en-US"/>
              </a:p>
            </p:txBody>
          </p:sp>
          <p:sp>
            <p:nvSpPr>
              <p:cNvPr id="17760" name="Freeform 17759">
                <a:extLst>
                  <a:ext uri="{FF2B5EF4-FFF2-40B4-BE49-F238E27FC236}">
                    <a16:creationId xmlns:a16="http://schemas.microsoft.com/office/drawing/2014/main" id="{29242F06-4EDC-8B29-6BAE-C61A9AC6E354}"/>
                  </a:ext>
                </a:extLst>
              </p:cNvPr>
              <p:cNvSpPr/>
              <p:nvPr/>
            </p:nvSpPr>
            <p:spPr>
              <a:xfrm>
                <a:off x="5460153" y="5128402"/>
                <a:ext cx="25210" cy="38074"/>
              </a:xfrm>
              <a:custGeom>
                <a:avLst/>
                <a:gdLst>
                  <a:gd name="connsiteX0" fmla="*/ 1147 w 25210"/>
                  <a:gd name="connsiteY0" fmla="*/ 12482 h 38074"/>
                  <a:gd name="connsiteX1" fmla="*/ 2001 w 25210"/>
                  <a:gd name="connsiteY1" fmla="*/ 7377 h 38074"/>
                  <a:gd name="connsiteX2" fmla="*/ 4475 w 25210"/>
                  <a:gd name="connsiteY2" fmla="*/ 3441 h 38074"/>
                  <a:gd name="connsiteX3" fmla="*/ 8389 w 25210"/>
                  <a:gd name="connsiteY3" fmla="*/ 900 h 38074"/>
                  <a:gd name="connsiteX4" fmla="*/ 13494 w 25210"/>
                  <a:gd name="connsiteY4" fmla="*/ 0 h 38074"/>
                  <a:gd name="connsiteX5" fmla="*/ 18531 w 25210"/>
                  <a:gd name="connsiteY5" fmla="*/ 832 h 38074"/>
                  <a:gd name="connsiteX6" fmla="*/ 22197 w 25210"/>
                  <a:gd name="connsiteY6" fmla="*/ 3081 h 38074"/>
                  <a:gd name="connsiteX7" fmla="*/ 24446 w 25210"/>
                  <a:gd name="connsiteY7" fmla="*/ 6432 h 38074"/>
                  <a:gd name="connsiteX8" fmla="*/ 25211 w 25210"/>
                  <a:gd name="connsiteY8" fmla="*/ 10525 h 38074"/>
                  <a:gd name="connsiteX9" fmla="*/ 24378 w 25210"/>
                  <a:gd name="connsiteY9" fmla="*/ 15000 h 38074"/>
                  <a:gd name="connsiteX10" fmla="*/ 22174 w 25210"/>
                  <a:gd name="connsiteY10" fmla="*/ 18464 h 38074"/>
                  <a:gd name="connsiteX11" fmla="*/ 19049 w 25210"/>
                  <a:gd name="connsiteY11" fmla="*/ 21163 h 38074"/>
                  <a:gd name="connsiteX12" fmla="*/ 15450 w 25210"/>
                  <a:gd name="connsiteY12" fmla="*/ 23412 h 38074"/>
                  <a:gd name="connsiteX13" fmla="*/ 11830 w 25210"/>
                  <a:gd name="connsiteY13" fmla="*/ 25436 h 38074"/>
                  <a:gd name="connsiteX14" fmla="*/ 8636 w 25210"/>
                  <a:gd name="connsiteY14" fmla="*/ 27482 h 38074"/>
                  <a:gd name="connsiteX15" fmla="*/ 6859 w 25210"/>
                  <a:gd name="connsiteY15" fmla="*/ 28967 h 38074"/>
                  <a:gd name="connsiteX16" fmla="*/ 5285 w 25210"/>
                  <a:gd name="connsiteY16" fmla="*/ 30676 h 38074"/>
                  <a:gd name="connsiteX17" fmla="*/ 4160 w 25210"/>
                  <a:gd name="connsiteY17" fmla="*/ 32700 h 38074"/>
                  <a:gd name="connsiteX18" fmla="*/ 3666 w 25210"/>
                  <a:gd name="connsiteY18" fmla="*/ 35151 h 38074"/>
                  <a:gd name="connsiteX19" fmla="*/ 24874 w 25210"/>
                  <a:gd name="connsiteY19" fmla="*/ 35151 h 38074"/>
                  <a:gd name="connsiteX20" fmla="*/ 24874 w 25210"/>
                  <a:gd name="connsiteY20" fmla="*/ 38075 h 38074"/>
                  <a:gd name="connsiteX21" fmla="*/ 0 w 25210"/>
                  <a:gd name="connsiteY21" fmla="*/ 38075 h 38074"/>
                  <a:gd name="connsiteX22" fmla="*/ 585 w 25210"/>
                  <a:gd name="connsiteY22" fmla="*/ 33105 h 38074"/>
                  <a:gd name="connsiteX23" fmla="*/ 2969 w 25210"/>
                  <a:gd name="connsiteY23" fmla="*/ 28786 h 38074"/>
                  <a:gd name="connsiteX24" fmla="*/ 7107 w 25210"/>
                  <a:gd name="connsiteY24" fmla="*/ 24896 h 38074"/>
                  <a:gd name="connsiteX25" fmla="*/ 11290 w 25210"/>
                  <a:gd name="connsiteY25" fmla="*/ 22017 h 38074"/>
                  <a:gd name="connsiteX26" fmla="*/ 15180 w 25210"/>
                  <a:gd name="connsiteY26" fmla="*/ 19701 h 38074"/>
                  <a:gd name="connsiteX27" fmla="*/ 18419 w 25210"/>
                  <a:gd name="connsiteY27" fmla="*/ 17407 h 38074"/>
                  <a:gd name="connsiteX28" fmla="*/ 20623 w 25210"/>
                  <a:gd name="connsiteY28" fmla="*/ 14596 h 38074"/>
                  <a:gd name="connsiteX29" fmla="*/ 21433 w 25210"/>
                  <a:gd name="connsiteY29" fmla="*/ 10772 h 38074"/>
                  <a:gd name="connsiteX30" fmla="*/ 20780 w 25210"/>
                  <a:gd name="connsiteY30" fmla="*/ 7489 h 38074"/>
                  <a:gd name="connsiteX31" fmla="*/ 19004 w 25210"/>
                  <a:gd name="connsiteY31" fmla="*/ 5015 h 38074"/>
                  <a:gd name="connsiteX32" fmla="*/ 16350 w 25210"/>
                  <a:gd name="connsiteY32" fmla="*/ 3486 h 38074"/>
                  <a:gd name="connsiteX33" fmla="*/ 13067 w 25210"/>
                  <a:gd name="connsiteY33" fmla="*/ 2969 h 38074"/>
                  <a:gd name="connsiteX34" fmla="*/ 9648 w 25210"/>
                  <a:gd name="connsiteY34" fmla="*/ 3756 h 38074"/>
                  <a:gd name="connsiteX35" fmla="*/ 6994 w 25210"/>
                  <a:gd name="connsiteY35" fmla="*/ 5825 h 38074"/>
                  <a:gd name="connsiteX36" fmla="*/ 5285 w 25210"/>
                  <a:gd name="connsiteY36" fmla="*/ 8838 h 38074"/>
                  <a:gd name="connsiteX37" fmla="*/ 4790 w 25210"/>
                  <a:gd name="connsiteY37" fmla="*/ 12504 h 38074"/>
                  <a:gd name="connsiteX38" fmla="*/ 1124 w 25210"/>
                  <a:gd name="connsiteY38" fmla="*/ 12504 h 38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25210" h="38074">
                    <a:moveTo>
                      <a:pt x="1147" y="12482"/>
                    </a:moveTo>
                    <a:cubicBezTo>
                      <a:pt x="1147" y="10615"/>
                      <a:pt x="1439" y="8906"/>
                      <a:pt x="2001" y="7377"/>
                    </a:cubicBezTo>
                    <a:cubicBezTo>
                      <a:pt x="2586" y="5847"/>
                      <a:pt x="3396" y="4543"/>
                      <a:pt x="4475" y="3441"/>
                    </a:cubicBezTo>
                    <a:cubicBezTo>
                      <a:pt x="5555" y="2339"/>
                      <a:pt x="6859" y="1507"/>
                      <a:pt x="8389" y="900"/>
                    </a:cubicBezTo>
                    <a:cubicBezTo>
                      <a:pt x="9918" y="315"/>
                      <a:pt x="11627" y="0"/>
                      <a:pt x="13494" y="0"/>
                    </a:cubicBezTo>
                    <a:cubicBezTo>
                      <a:pt x="15360" y="0"/>
                      <a:pt x="17092" y="270"/>
                      <a:pt x="18531" y="832"/>
                    </a:cubicBezTo>
                    <a:cubicBezTo>
                      <a:pt x="19993" y="1394"/>
                      <a:pt x="21208" y="2136"/>
                      <a:pt x="22197" y="3081"/>
                    </a:cubicBezTo>
                    <a:cubicBezTo>
                      <a:pt x="23187" y="4025"/>
                      <a:pt x="23929" y="5128"/>
                      <a:pt x="24446" y="6432"/>
                    </a:cubicBezTo>
                    <a:cubicBezTo>
                      <a:pt x="24941" y="7736"/>
                      <a:pt x="25211" y="9086"/>
                      <a:pt x="25211" y="10525"/>
                    </a:cubicBezTo>
                    <a:cubicBezTo>
                      <a:pt x="25211" y="12212"/>
                      <a:pt x="24941" y="13719"/>
                      <a:pt x="24378" y="15000"/>
                    </a:cubicBezTo>
                    <a:cubicBezTo>
                      <a:pt x="23816" y="16282"/>
                      <a:pt x="23074" y="17452"/>
                      <a:pt x="22174" y="18464"/>
                    </a:cubicBezTo>
                    <a:cubicBezTo>
                      <a:pt x="21275" y="19476"/>
                      <a:pt x="20218" y="20375"/>
                      <a:pt x="19049" y="21163"/>
                    </a:cubicBezTo>
                    <a:cubicBezTo>
                      <a:pt x="17879" y="21950"/>
                      <a:pt x="16687" y="22692"/>
                      <a:pt x="15450" y="23412"/>
                    </a:cubicBezTo>
                    <a:cubicBezTo>
                      <a:pt x="14236" y="24109"/>
                      <a:pt x="13022" y="24784"/>
                      <a:pt x="11830" y="25436"/>
                    </a:cubicBezTo>
                    <a:cubicBezTo>
                      <a:pt x="10638" y="26088"/>
                      <a:pt x="9581" y="26763"/>
                      <a:pt x="8636" y="27482"/>
                    </a:cubicBezTo>
                    <a:cubicBezTo>
                      <a:pt x="8029" y="27954"/>
                      <a:pt x="7422" y="28449"/>
                      <a:pt x="6859" y="28967"/>
                    </a:cubicBezTo>
                    <a:cubicBezTo>
                      <a:pt x="6275" y="29484"/>
                      <a:pt x="5757" y="30046"/>
                      <a:pt x="5285" y="30676"/>
                    </a:cubicBezTo>
                    <a:cubicBezTo>
                      <a:pt x="4813" y="31283"/>
                      <a:pt x="4430" y="31958"/>
                      <a:pt x="4160" y="32700"/>
                    </a:cubicBezTo>
                    <a:cubicBezTo>
                      <a:pt x="3891" y="33442"/>
                      <a:pt x="3711" y="34252"/>
                      <a:pt x="3666" y="35151"/>
                    </a:cubicBezTo>
                    <a:lnTo>
                      <a:pt x="24874" y="35151"/>
                    </a:lnTo>
                    <a:lnTo>
                      <a:pt x="24874" y="38075"/>
                    </a:lnTo>
                    <a:lnTo>
                      <a:pt x="0" y="38075"/>
                    </a:lnTo>
                    <a:cubicBezTo>
                      <a:pt x="45" y="36231"/>
                      <a:pt x="225" y="34589"/>
                      <a:pt x="585" y="33105"/>
                    </a:cubicBezTo>
                    <a:cubicBezTo>
                      <a:pt x="944" y="31620"/>
                      <a:pt x="1732" y="30181"/>
                      <a:pt x="2969" y="28786"/>
                    </a:cubicBezTo>
                    <a:cubicBezTo>
                      <a:pt x="4295" y="27280"/>
                      <a:pt x="5667" y="25975"/>
                      <a:pt x="7107" y="24896"/>
                    </a:cubicBezTo>
                    <a:cubicBezTo>
                      <a:pt x="8524" y="23816"/>
                      <a:pt x="9918" y="22849"/>
                      <a:pt x="11290" y="22017"/>
                    </a:cubicBezTo>
                    <a:cubicBezTo>
                      <a:pt x="12661" y="21163"/>
                      <a:pt x="13943" y="20398"/>
                      <a:pt x="15180" y="19701"/>
                    </a:cubicBezTo>
                    <a:cubicBezTo>
                      <a:pt x="16395" y="19004"/>
                      <a:pt x="17474" y="18239"/>
                      <a:pt x="18419" y="17407"/>
                    </a:cubicBezTo>
                    <a:cubicBezTo>
                      <a:pt x="19363" y="16575"/>
                      <a:pt x="20083" y="15653"/>
                      <a:pt x="20623" y="14596"/>
                    </a:cubicBezTo>
                    <a:cubicBezTo>
                      <a:pt x="21163" y="13561"/>
                      <a:pt x="21433" y="12279"/>
                      <a:pt x="21433" y="10772"/>
                    </a:cubicBezTo>
                    <a:cubicBezTo>
                      <a:pt x="21433" y="9558"/>
                      <a:pt x="21208" y="8456"/>
                      <a:pt x="20780" y="7489"/>
                    </a:cubicBezTo>
                    <a:cubicBezTo>
                      <a:pt x="20353" y="6522"/>
                      <a:pt x="19746" y="5690"/>
                      <a:pt x="19004" y="5015"/>
                    </a:cubicBezTo>
                    <a:cubicBezTo>
                      <a:pt x="18261" y="4340"/>
                      <a:pt x="17362" y="3823"/>
                      <a:pt x="16350" y="3486"/>
                    </a:cubicBezTo>
                    <a:cubicBezTo>
                      <a:pt x="15338" y="3149"/>
                      <a:pt x="14236" y="2969"/>
                      <a:pt x="13067" y="2969"/>
                    </a:cubicBezTo>
                    <a:cubicBezTo>
                      <a:pt x="11807" y="2969"/>
                      <a:pt x="10660" y="3238"/>
                      <a:pt x="9648" y="3756"/>
                    </a:cubicBezTo>
                    <a:cubicBezTo>
                      <a:pt x="8613" y="4273"/>
                      <a:pt x="7736" y="4970"/>
                      <a:pt x="6994" y="5825"/>
                    </a:cubicBezTo>
                    <a:cubicBezTo>
                      <a:pt x="6252" y="6679"/>
                      <a:pt x="5690" y="7691"/>
                      <a:pt x="5285" y="8838"/>
                    </a:cubicBezTo>
                    <a:cubicBezTo>
                      <a:pt x="4880" y="9985"/>
                      <a:pt x="4722" y="11222"/>
                      <a:pt x="4790" y="12504"/>
                    </a:cubicBezTo>
                    <a:lnTo>
                      <a:pt x="1124" y="12504"/>
                    </a:lnTo>
                    <a:close/>
                  </a:path>
                </a:pathLst>
              </a:custGeom>
              <a:solidFill>
                <a:srgbClr val="231F20"/>
              </a:solidFill>
              <a:ln w="2249" cap="flat">
                <a:noFill/>
                <a:prstDash val="solid"/>
                <a:miter/>
              </a:ln>
            </p:spPr>
            <p:txBody>
              <a:bodyPr rtlCol="0" anchor="ctr"/>
              <a:lstStyle/>
              <a:p>
                <a:endParaRPr lang="en-US"/>
              </a:p>
            </p:txBody>
          </p:sp>
        </p:grpSp>
        <p:grpSp>
          <p:nvGrpSpPr>
            <p:cNvPr id="17761" name="Graphic 4479">
              <a:extLst>
                <a:ext uri="{FF2B5EF4-FFF2-40B4-BE49-F238E27FC236}">
                  <a16:creationId xmlns:a16="http://schemas.microsoft.com/office/drawing/2014/main" id="{27C46754-48DD-BEAA-131A-F7E56C15AFF5}"/>
                </a:ext>
              </a:extLst>
            </p:cNvPr>
            <p:cNvGrpSpPr/>
            <p:nvPr/>
          </p:nvGrpSpPr>
          <p:grpSpPr>
            <a:xfrm>
              <a:off x="2812379" y="3304493"/>
              <a:ext cx="246370" cy="134736"/>
              <a:chOff x="5414634" y="4900493"/>
              <a:chExt cx="70977" cy="38816"/>
            </a:xfrm>
            <a:solidFill>
              <a:srgbClr val="231F20"/>
            </a:solidFill>
          </p:grpSpPr>
          <p:sp>
            <p:nvSpPr>
              <p:cNvPr id="17762" name="Freeform 17761">
                <a:extLst>
                  <a:ext uri="{FF2B5EF4-FFF2-40B4-BE49-F238E27FC236}">
                    <a16:creationId xmlns:a16="http://schemas.microsoft.com/office/drawing/2014/main" id="{E2C71E3B-FED6-CB19-F58C-60EB53C95387}"/>
                  </a:ext>
                </a:extLst>
              </p:cNvPr>
              <p:cNvSpPr/>
              <p:nvPr/>
            </p:nvSpPr>
            <p:spPr>
              <a:xfrm>
                <a:off x="5414634" y="4900493"/>
                <a:ext cx="25772" cy="38816"/>
              </a:xfrm>
              <a:custGeom>
                <a:avLst/>
                <a:gdLst>
                  <a:gd name="connsiteX0" fmla="*/ 12932 w 25772"/>
                  <a:gd name="connsiteY0" fmla="*/ 0 h 38816"/>
                  <a:gd name="connsiteX1" fmla="*/ 17789 w 25772"/>
                  <a:gd name="connsiteY1" fmla="*/ 832 h 38816"/>
                  <a:gd name="connsiteX2" fmla="*/ 21275 w 25772"/>
                  <a:gd name="connsiteY2" fmla="*/ 3126 h 38816"/>
                  <a:gd name="connsiteX3" fmla="*/ 23592 w 25772"/>
                  <a:gd name="connsiteY3" fmla="*/ 6522 h 38816"/>
                  <a:gd name="connsiteX4" fmla="*/ 24963 w 25772"/>
                  <a:gd name="connsiteY4" fmla="*/ 10660 h 38816"/>
                  <a:gd name="connsiteX5" fmla="*/ 25615 w 25772"/>
                  <a:gd name="connsiteY5" fmla="*/ 15158 h 38816"/>
                  <a:gd name="connsiteX6" fmla="*/ 25773 w 25772"/>
                  <a:gd name="connsiteY6" fmla="*/ 19701 h 38816"/>
                  <a:gd name="connsiteX7" fmla="*/ 25233 w 25772"/>
                  <a:gd name="connsiteY7" fmla="*/ 26942 h 38816"/>
                  <a:gd name="connsiteX8" fmla="*/ 23254 w 25772"/>
                  <a:gd name="connsiteY8" fmla="*/ 33037 h 38816"/>
                  <a:gd name="connsiteX9" fmla="*/ 19341 w 25772"/>
                  <a:gd name="connsiteY9" fmla="*/ 37243 h 38816"/>
                  <a:gd name="connsiteX10" fmla="*/ 12909 w 25772"/>
                  <a:gd name="connsiteY10" fmla="*/ 38817 h 38816"/>
                  <a:gd name="connsiteX11" fmla="*/ 6454 w 25772"/>
                  <a:gd name="connsiteY11" fmla="*/ 37243 h 38816"/>
                  <a:gd name="connsiteX12" fmla="*/ 2519 w 25772"/>
                  <a:gd name="connsiteY12" fmla="*/ 33015 h 38816"/>
                  <a:gd name="connsiteX13" fmla="*/ 540 w 25772"/>
                  <a:gd name="connsiteY13" fmla="*/ 26807 h 38816"/>
                  <a:gd name="connsiteX14" fmla="*/ 0 w 25772"/>
                  <a:gd name="connsiteY14" fmla="*/ 19341 h 38816"/>
                  <a:gd name="connsiteX15" fmla="*/ 495 w 25772"/>
                  <a:gd name="connsiteY15" fmla="*/ 12279 h 38816"/>
                  <a:gd name="connsiteX16" fmla="*/ 2361 w 25772"/>
                  <a:gd name="connsiteY16" fmla="*/ 6095 h 38816"/>
                  <a:gd name="connsiteX17" fmla="*/ 6274 w 25772"/>
                  <a:gd name="connsiteY17" fmla="*/ 1687 h 38816"/>
                  <a:gd name="connsiteX18" fmla="*/ 12909 w 25772"/>
                  <a:gd name="connsiteY18" fmla="*/ 22 h 38816"/>
                  <a:gd name="connsiteX19" fmla="*/ 22309 w 25772"/>
                  <a:gd name="connsiteY19" fmla="*/ 19318 h 38816"/>
                  <a:gd name="connsiteX20" fmla="*/ 21950 w 25772"/>
                  <a:gd name="connsiteY20" fmla="*/ 13291 h 38816"/>
                  <a:gd name="connsiteX21" fmla="*/ 20578 w 25772"/>
                  <a:gd name="connsiteY21" fmla="*/ 8029 h 38816"/>
                  <a:gd name="connsiteX22" fmla="*/ 17699 w 25772"/>
                  <a:gd name="connsiteY22" fmla="*/ 4295 h 38816"/>
                  <a:gd name="connsiteX23" fmla="*/ 12819 w 25772"/>
                  <a:gd name="connsiteY23" fmla="*/ 2901 h 38816"/>
                  <a:gd name="connsiteX24" fmla="*/ 8141 w 25772"/>
                  <a:gd name="connsiteY24" fmla="*/ 4340 h 38816"/>
                  <a:gd name="connsiteX25" fmla="*/ 5308 w 25772"/>
                  <a:gd name="connsiteY25" fmla="*/ 8141 h 38816"/>
                  <a:gd name="connsiteX26" fmla="*/ 3868 w 25772"/>
                  <a:gd name="connsiteY26" fmla="*/ 13538 h 38816"/>
                  <a:gd name="connsiteX27" fmla="*/ 3463 w 25772"/>
                  <a:gd name="connsiteY27" fmla="*/ 19701 h 38816"/>
                  <a:gd name="connsiteX28" fmla="*/ 3913 w 25772"/>
                  <a:gd name="connsiteY28" fmla="*/ 26358 h 38816"/>
                  <a:gd name="connsiteX29" fmla="*/ 5442 w 25772"/>
                  <a:gd name="connsiteY29" fmla="*/ 31463 h 38816"/>
                  <a:gd name="connsiteX30" fmla="*/ 8321 w 25772"/>
                  <a:gd name="connsiteY30" fmla="*/ 34724 h 38816"/>
                  <a:gd name="connsiteX31" fmla="*/ 12886 w 25772"/>
                  <a:gd name="connsiteY31" fmla="*/ 35893 h 38816"/>
                  <a:gd name="connsiteX32" fmla="*/ 17834 w 25772"/>
                  <a:gd name="connsiteY32" fmla="*/ 34386 h 38816"/>
                  <a:gd name="connsiteX33" fmla="*/ 20668 w 25772"/>
                  <a:gd name="connsiteY33" fmla="*/ 30496 h 38816"/>
                  <a:gd name="connsiteX34" fmla="*/ 21972 w 25772"/>
                  <a:gd name="connsiteY34" fmla="*/ 25143 h 38816"/>
                  <a:gd name="connsiteX35" fmla="*/ 22287 w 25772"/>
                  <a:gd name="connsiteY35" fmla="*/ 19318 h 38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2" h="38816">
                    <a:moveTo>
                      <a:pt x="12932" y="0"/>
                    </a:moveTo>
                    <a:cubicBezTo>
                      <a:pt x="14798" y="0"/>
                      <a:pt x="16417"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710"/>
                      <a:pt x="25773" y="18217"/>
                      <a:pt x="25773" y="19701"/>
                    </a:cubicBezTo>
                    <a:cubicBezTo>
                      <a:pt x="25773" y="22219"/>
                      <a:pt x="25593" y="24626"/>
                      <a:pt x="25233" y="26942"/>
                    </a:cubicBezTo>
                    <a:cubicBezTo>
                      <a:pt x="24874" y="29236"/>
                      <a:pt x="24221" y="31283"/>
                      <a:pt x="23254" y="33037"/>
                    </a:cubicBezTo>
                    <a:cubicBezTo>
                      <a:pt x="22309" y="34791"/>
                      <a:pt x="21005" y="36208"/>
                      <a:pt x="19341" y="37243"/>
                    </a:cubicBezTo>
                    <a:cubicBezTo>
                      <a:pt x="17677" y="38277"/>
                      <a:pt x="15540" y="38817"/>
                      <a:pt x="12909" y="38817"/>
                    </a:cubicBezTo>
                    <a:cubicBezTo>
                      <a:pt x="10278" y="38817"/>
                      <a:pt x="8141" y="38300"/>
                      <a:pt x="6454" y="37243"/>
                    </a:cubicBezTo>
                    <a:cubicBezTo>
                      <a:pt x="4768" y="36186"/>
                      <a:pt x="3463" y="34791"/>
                      <a:pt x="2519" y="33015"/>
                    </a:cubicBezTo>
                    <a:cubicBezTo>
                      <a:pt x="1574" y="31238"/>
                      <a:pt x="899" y="29169"/>
                      <a:pt x="540" y="26807"/>
                    </a:cubicBezTo>
                    <a:cubicBezTo>
                      <a:pt x="180" y="24446"/>
                      <a:pt x="0" y="21950"/>
                      <a:pt x="0" y="19341"/>
                    </a:cubicBezTo>
                    <a:cubicBezTo>
                      <a:pt x="0" y="16934"/>
                      <a:pt x="157" y="14573"/>
                      <a:pt x="495" y="12279"/>
                    </a:cubicBezTo>
                    <a:cubicBezTo>
                      <a:pt x="810" y="9985"/>
                      <a:pt x="1439" y="7916"/>
                      <a:pt x="2361" y="6095"/>
                    </a:cubicBezTo>
                    <a:cubicBezTo>
                      <a:pt x="3283" y="4273"/>
                      <a:pt x="4588" y="2811"/>
                      <a:pt x="6274" y="1687"/>
                    </a:cubicBezTo>
                    <a:cubicBezTo>
                      <a:pt x="7961" y="562"/>
                      <a:pt x="10188" y="22"/>
                      <a:pt x="12909" y="22"/>
                    </a:cubicBezTo>
                    <a:close/>
                    <a:moveTo>
                      <a:pt x="22309" y="19318"/>
                    </a:moveTo>
                    <a:cubicBezTo>
                      <a:pt x="22309" y="17272"/>
                      <a:pt x="22197" y="15270"/>
                      <a:pt x="21950" y="13291"/>
                    </a:cubicBezTo>
                    <a:cubicBezTo>
                      <a:pt x="21725" y="11335"/>
                      <a:pt x="21253" y="9580"/>
                      <a:pt x="20578" y="8029"/>
                    </a:cubicBezTo>
                    <a:cubicBezTo>
                      <a:pt x="19903" y="6477"/>
                      <a:pt x="18936" y="5240"/>
                      <a:pt x="17699" y="4295"/>
                    </a:cubicBezTo>
                    <a:cubicBezTo>
                      <a:pt x="16462" y="3351"/>
                      <a:pt x="14821" y="2901"/>
                      <a:pt x="12819" y="2901"/>
                    </a:cubicBezTo>
                    <a:cubicBezTo>
                      <a:pt x="10907" y="2901"/>
                      <a:pt x="9355" y="3373"/>
                      <a:pt x="8141" y="4340"/>
                    </a:cubicBezTo>
                    <a:cubicBezTo>
                      <a:pt x="6927" y="5285"/>
                      <a:pt x="5982" y="6567"/>
                      <a:pt x="5308" y="8141"/>
                    </a:cubicBezTo>
                    <a:cubicBezTo>
                      <a:pt x="4633" y="9715"/>
                      <a:pt x="4138" y="11515"/>
                      <a:pt x="3868" y="13538"/>
                    </a:cubicBezTo>
                    <a:cubicBezTo>
                      <a:pt x="3598" y="15563"/>
                      <a:pt x="3463" y="17609"/>
                      <a:pt x="3463" y="19701"/>
                    </a:cubicBezTo>
                    <a:cubicBezTo>
                      <a:pt x="3463" y="22152"/>
                      <a:pt x="3621" y="24379"/>
                      <a:pt x="3913" y="26358"/>
                    </a:cubicBezTo>
                    <a:cubicBezTo>
                      <a:pt x="4228" y="28359"/>
                      <a:pt x="4723" y="30046"/>
                      <a:pt x="5442" y="31463"/>
                    </a:cubicBezTo>
                    <a:cubicBezTo>
                      <a:pt x="6162" y="32857"/>
                      <a:pt x="7129" y="33959"/>
                      <a:pt x="8321" y="34724"/>
                    </a:cubicBezTo>
                    <a:cubicBezTo>
                      <a:pt x="9536" y="35488"/>
                      <a:pt x="11042" y="35893"/>
                      <a:pt x="12886" y="35893"/>
                    </a:cubicBezTo>
                    <a:cubicBezTo>
                      <a:pt x="14933" y="35893"/>
                      <a:pt x="16575" y="35399"/>
                      <a:pt x="17834" y="34386"/>
                    </a:cubicBezTo>
                    <a:cubicBezTo>
                      <a:pt x="19094" y="33374"/>
                      <a:pt x="20016" y="32092"/>
                      <a:pt x="20668" y="30496"/>
                    </a:cubicBezTo>
                    <a:cubicBezTo>
                      <a:pt x="21320" y="28922"/>
                      <a:pt x="21747" y="27122"/>
                      <a:pt x="21972" y="25143"/>
                    </a:cubicBezTo>
                    <a:cubicBezTo>
                      <a:pt x="22197" y="23164"/>
                      <a:pt x="22287" y="21230"/>
                      <a:pt x="22287" y="19318"/>
                    </a:cubicBezTo>
                    <a:close/>
                  </a:path>
                </a:pathLst>
              </a:custGeom>
              <a:solidFill>
                <a:srgbClr val="231F20"/>
              </a:solidFill>
              <a:ln w="2249" cap="flat">
                <a:noFill/>
                <a:prstDash val="solid"/>
                <a:miter/>
              </a:ln>
            </p:spPr>
            <p:txBody>
              <a:bodyPr rtlCol="0" anchor="ctr"/>
              <a:lstStyle/>
              <a:p>
                <a:endParaRPr lang="en-US"/>
              </a:p>
            </p:txBody>
          </p:sp>
          <p:sp>
            <p:nvSpPr>
              <p:cNvPr id="17763" name="Freeform 17762">
                <a:extLst>
                  <a:ext uri="{FF2B5EF4-FFF2-40B4-BE49-F238E27FC236}">
                    <a16:creationId xmlns:a16="http://schemas.microsoft.com/office/drawing/2014/main" id="{02F2E89F-EF12-8187-F36C-022C8D065BA0}"/>
                  </a:ext>
                </a:extLst>
              </p:cNvPr>
              <p:cNvSpPr/>
              <p:nvPr/>
            </p:nvSpPr>
            <p:spPr>
              <a:xfrm>
                <a:off x="5448076" y="4933800"/>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231F20"/>
              </a:solidFill>
              <a:ln w="2249" cap="flat">
                <a:noFill/>
                <a:prstDash val="solid"/>
                <a:miter/>
              </a:ln>
            </p:spPr>
            <p:txBody>
              <a:bodyPr rtlCol="0" anchor="ctr"/>
              <a:lstStyle/>
              <a:p>
                <a:endParaRPr lang="en-US"/>
              </a:p>
            </p:txBody>
          </p:sp>
          <p:sp>
            <p:nvSpPr>
              <p:cNvPr id="17764" name="Freeform 17763">
                <a:extLst>
                  <a:ext uri="{FF2B5EF4-FFF2-40B4-BE49-F238E27FC236}">
                    <a16:creationId xmlns:a16="http://schemas.microsoft.com/office/drawing/2014/main" id="{396507DB-A964-EDEC-04C6-D62D3F7F4E16}"/>
                  </a:ext>
                </a:extLst>
              </p:cNvPr>
              <p:cNvSpPr/>
              <p:nvPr/>
            </p:nvSpPr>
            <p:spPr>
              <a:xfrm>
                <a:off x="5459501" y="4900853"/>
                <a:ext cx="26110" cy="37692"/>
              </a:xfrm>
              <a:custGeom>
                <a:avLst/>
                <a:gdLst>
                  <a:gd name="connsiteX0" fmla="*/ 17384 w 26110"/>
                  <a:gd name="connsiteY0" fmla="*/ 28292 h 37692"/>
                  <a:gd name="connsiteX1" fmla="*/ 0 w 26110"/>
                  <a:gd name="connsiteY1" fmla="*/ 28292 h 37692"/>
                  <a:gd name="connsiteX2" fmla="*/ 0 w 26110"/>
                  <a:gd name="connsiteY2" fmla="*/ 25323 h 37692"/>
                  <a:gd name="connsiteX3" fmla="*/ 17699 w 26110"/>
                  <a:gd name="connsiteY3" fmla="*/ 0 h 37692"/>
                  <a:gd name="connsiteX4" fmla="*/ 20825 w 26110"/>
                  <a:gd name="connsiteY4" fmla="*/ 0 h 37692"/>
                  <a:gd name="connsiteX5" fmla="*/ 20825 w 26110"/>
                  <a:gd name="connsiteY5" fmla="*/ 25368 h 37692"/>
                  <a:gd name="connsiteX6" fmla="*/ 26111 w 26110"/>
                  <a:gd name="connsiteY6" fmla="*/ 25368 h 37692"/>
                  <a:gd name="connsiteX7" fmla="*/ 26111 w 26110"/>
                  <a:gd name="connsiteY7" fmla="*/ 28292 h 37692"/>
                  <a:gd name="connsiteX8" fmla="*/ 20825 w 26110"/>
                  <a:gd name="connsiteY8" fmla="*/ 28292 h 37692"/>
                  <a:gd name="connsiteX9" fmla="*/ 20825 w 26110"/>
                  <a:gd name="connsiteY9" fmla="*/ 37693 h 37692"/>
                  <a:gd name="connsiteX10" fmla="*/ 17362 w 26110"/>
                  <a:gd name="connsiteY10" fmla="*/ 37693 h 37692"/>
                  <a:gd name="connsiteX11" fmla="*/ 17362 w 26110"/>
                  <a:gd name="connsiteY11" fmla="*/ 28292 h 37692"/>
                  <a:gd name="connsiteX12" fmla="*/ 3418 w 26110"/>
                  <a:gd name="connsiteY12" fmla="*/ 25391 h 37692"/>
                  <a:gd name="connsiteX13" fmla="*/ 17407 w 26110"/>
                  <a:gd name="connsiteY13" fmla="*/ 25391 h 37692"/>
                  <a:gd name="connsiteX14" fmla="*/ 17407 w 26110"/>
                  <a:gd name="connsiteY14" fmla="*/ 5195 h 37692"/>
                  <a:gd name="connsiteX15" fmla="*/ 3418 w 26110"/>
                  <a:gd name="connsiteY15" fmla="*/ 25391 h 37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6110" h="37692">
                    <a:moveTo>
                      <a:pt x="17384" y="28292"/>
                    </a:moveTo>
                    <a:lnTo>
                      <a:pt x="0" y="28292"/>
                    </a:lnTo>
                    <a:lnTo>
                      <a:pt x="0" y="25323"/>
                    </a:lnTo>
                    <a:lnTo>
                      <a:pt x="17699" y="0"/>
                    </a:lnTo>
                    <a:lnTo>
                      <a:pt x="20825" y="0"/>
                    </a:lnTo>
                    <a:lnTo>
                      <a:pt x="20825" y="25368"/>
                    </a:lnTo>
                    <a:lnTo>
                      <a:pt x="26111" y="25368"/>
                    </a:lnTo>
                    <a:lnTo>
                      <a:pt x="26111" y="28292"/>
                    </a:lnTo>
                    <a:lnTo>
                      <a:pt x="20825" y="28292"/>
                    </a:lnTo>
                    <a:lnTo>
                      <a:pt x="20825" y="37693"/>
                    </a:lnTo>
                    <a:lnTo>
                      <a:pt x="17362" y="37693"/>
                    </a:lnTo>
                    <a:lnTo>
                      <a:pt x="17362" y="28292"/>
                    </a:lnTo>
                    <a:close/>
                    <a:moveTo>
                      <a:pt x="3418" y="25391"/>
                    </a:moveTo>
                    <a:lnTo>
                      <a:pt x="17407" y="25391"/>
                    </a:lnTo>
                    <a:lnTo>
                      <a:pt x="17407" y="5195"/>
                    </a:lnTo>
                    <a:lnTo>
                      <a:pt x="3418" y="25391"/>
                    </a:lnTo>
                    <a:close/>
                  </a:path>
                </a:pathLst>
              </a:custGeom>
              <a:solidFill>
                <a:srgbClr val="231F20"/>
              </a:solidFill>
              <a:ln w="2249" cap="flat">
                <a:noFill/>
                <a:prstDash val="solid"/>
                <a:miter/>
              </a:ln>
            </p:spPr>
            <p:txBody>
              <a:bodyPr rtlCol="0" anchor="ctr"/>
              <a:lstStyle/>
              <a:p>
                <a:endParaRPr lang="en-US"/>
              </a:p>
            </p:txBody>
          </p:sp>
        </p:grpSp>
        <p:grpSp>
          <p:nvGrpSpPr>
            <p:cNvPr id="18441" name="Graphic 4479">
              <a:extLst>
                <a:ext uri="{FF2B5EF4-FFF2-40B4-BE49-F238E27FC236}">
                  <a16:creationId xmlns:a16="http://schemas.microsoft.com/office/drawing/2014/main" id="{4AAD445D-C3D2-0BA0-88AA-8AFB3B172D22}"/>
                </a:ext>
              </a:extLst>
            </p:cNvPr>
            <p:cNvGrpSpPr/>
            <p:nvPr/>
          </p:nvGrpSpPr>
          <p:grpSpPr>
            <a:xfrm>
              <a:off x="2526118" y="3418543"/>
              <a:ext cx="176969" cy="1415771"/>
              <a:chOff x="5332165" y="5104226"/>
              <a:chExt cx="50983" cy="407870"/>
            </a:xfrm>
            <a:solidFill>
              <a:srgbClr val="231F20"/>
            </a:solidFill>
          </p:grpSpPr>
          <p:sp>
            <p:nvSpPr>
              <p:cNvPr id="18442" name="Freeform 18441">
                <a:extLst>
                  <a:ext uri="{FF2B5EF4-FFF2-40B4-BE49-F238E27FC236}">
                    <a16:creationId xmlns:a16="http://schemas.microsoft.com/office/drawing/2014/main" id="{BC171801-55D8-98F5-964C-587407E52C87}"/>
                  </a:ext>
                </a:extLst>
              </p:cNvPr>
              <p:cNvSpPr/>
              <p:nvPr/>
            </p:nvSpPr>
            <p:spPr>
              <a:xfrm>
                <a:off x="5332165" y="5477463"/>
                <a:ext cx="40953" cy="34634"/>
              </a:xfrm>
              <a:custGeom>
                <a:avLst/>
                <a:gdLst>
                  <a:gd name="connsiteX0" fmla="*/ 22984 w 40953"/>
                  <a:gd name="connsiteY0" fmla="*/ 16620 h 34634"/>
                  <a:gd name="connsiteX1" fmla="*/ 19858 w 40953"/>
                  <a:gd name="connsiteY1" fmla="*/ 16620 h 34634"/>
                  <a:gd name="connsiteX2" fmla="*/ 19858 w 40953"/>
                  <a:gd name="connsiteY2" fmla="*/ 0 h 34634"/>
                  <a:gd name="connsiteX3" fmla="*/ 39942 w 40953"/>
                  <a:gd name="connsiteY3" fmla="*/ 0 h 34634"/>
                  <a:gd name="connsiteX4" fmla="*/ 39942 w 40953"/>
                  <a:gd name="connsiteY4" fmla="*/ 3126 h 34634"/>
                  <a:gd name="connsiteX5" fmla="*/ 33307 w 40953"/>
                  <a:gd name="connsiteY5" fmla="*/ 3126 h 34634"/>
                  <a:gd name="connsiteX6" fmla="*/ 36456 w 40953"/>
                  <a:gd name="connsiteY6" fmla="*/ 5465 h 34634"/>
                  <a:gd name="connsiteX7" fmla="*/ 38885 w 40953"/>
                  <a:gd name="connsiteY7" fmla="*/ 8524 h 34634"/>
                  <a:gd name="connsiteX8" fmla="*/ 40414 w 40953"/>
                  <a:gd name="connsiteY8" fmla="*/ 12527 h 34634"/>
                  <a:gd name="connsiteX9" fmla="*/ 40953 w 40953"/>
                  <a:gd name="connsiteY9" fmla="*/ 17654 h 34634"/>
                  <a:gd name="connsiteX10" fmla="*/ 39649 w 40953"/>
                  <a:gd name="connsiteY10" fmla="*/ 24446 h 34634"/>
                  <a:gd name="connsiteX11" fmla="*/ 35781 w 40953"/>
                  <a:gd name="connsiteY11" fmla="*/ 29844 h 34634"/>
                  <a:gd name="connsiteX12" fmla="*/ 29327 w 40953"/>
                  <a:gd name="connsiteY12" fmla="*/ 33374 h 34634"/>
                  <a:gd name="connsiteX13" fmla="*/ 20263 w 40953"/>
                  <a:gd name="connsiteY13" fmla="*/ 34634 h 34634"/>
                  <a:gd name="connsiteX14" fmla="*/ 12302 w 40953"/>
                  <a:gd name="connsiteY14" fmla="*/ 33555 h 34634"/>
                  <a:gd name="connsiteX15" fmla="*/ 5870 w 40953"/>
                  <a:gd name="connsiteY15" fmla="*/ 30226 h 34634"/>
                  <a:gd name="connsiteX16" fmla="*/ 1574 w 40953"/>
                  <a:gd name="connsiteY16" fmla="*/ 24604 h 34634"/>
                  <a:gd name="connsiteX17" fmla="*/ 0 w 40953"/>
                  <a:gd name="connsiteY17" fmla="*/ 16642 h 34634"/>
                  <a:gd name="connsiteX18" fmla="*/ 765 w 40953"/>
                  <a:gd name="connsiteY18" fmla="*/ 10885 h 34634"/>
                  <a:gd name="connsiteX19" fmla="*/ 3059 w 40953"/>
                  <a:gd name="connsiteY19" fmla="*/ 6072 h 34634"/>
                  <a:gd name="connsiteX20" fmla="*/ 6882 w 40953"/>
                  <a:gd name="connsiteY20" fmla="*/ 2474 h 34634"/>
                  <a:gd name="connsiteX21" fmla="*/ 12302 w 40953"/>
                  <a:gd name="connsiteY21" fmla="*/ 360 h 34634"/>
                  <a:gd name="connsiteX22" fmla="*/ 12302 w 40953"/>
                  <a:gd name="connsiteY22" fmla="*/ 4138 h 34634"/>
                  <a:gd name="connsiteX23" fmla="*/ 8411 w 40953"/>
                  <a:gd name="connsiteY23" fmla="*/ 5780 h 34634"/>
                  <a:gd name="connsiteX24" fmla="*/ 5532 w 40953"/>
                  <a:gd name="connsiteY24" fmla="*/ 8569 h 34634"/>
                  <a:gd name="connsiteX25" fmla="*/ 3756 w 40953"/>
                  <a:gd name="connsiteY25" fmla="*/ 12189 h 34634"/>
                  <a:gd name="connsiteX26" fmla="*/ 3126 w 40953"/>
                  <a:gd name="connsiteY26" fmla="*/ 16350 h 34634"/>
                  <a:gd name="connsiteX27" fmla="*/ 4475 w 40953"/>
                  <a:gd name="connsiteY27" fmla="*/ 22940 h 34634"/>
                  <a:gd name="connsiteX28" fmla="*/ 8276 w 40953"/>
                  <a:gd name="connsiteY28" fmla="*/ 27482 h 34634"/>
                  <a:gd name="connsiteX29" fmla="*/ 14168 w 40953"/>
                  <a:gd name="connsiteY29" fmla="*/ 30091 h 34634"/>
                  <a:gd name="connsiteX30" fmla="*/ 21703 w 40953"/>
                  <a:gd name="connsiteY30" fmla="*/ 30923 h 34634"/>
                  <a:gd name="connsiteX31" fmla="*/ 27865 w 40953"/>
                  <a:gd name="connsiteY31" fmla="*/ 29979 h 34634"/>
                  <a:gd name="connsiteX32" fmla="*/ 32992 w 40953"/>
                  <a:gd name="connsiteY32" fmla="*/ 27235 h 34634"/>
                  <a:gd name="connsiteX33" fmla="*/ 36501 w 40953"/>
                  <a:gd name="connsiteY33" fmla="*/ 22804 h 34634"/>
                  <a:gd name="connsiteX34" fmla="*/ 37805 w 40953"/>
                  <a:gd name="connsiteY34" fmla="*/ 16845 h 34634"/>
                  <a:gd name="connsiteX35" fmla="*/ 37445 w 40953"/>
                  <a:gd name="connsiteY35" fmla="*/ 13606 h 34634"/>
                  <a:gd name="connsiteX36" fmla="*/ 36276 w 40953"/>
                  <a:gd name="connsiteY36" fmla="*/ 10368 h 34634"/>
                  <a:gd name="connsiteX37" fmla="*/ 34162 w 40953"/>
                  <a:gd name="connsiteY37" fmla="*/ 7444 h 34634"/>
                  <a:gd name="connsiteX38" fmla="*/ 30968 w 40953"/>
                  <a:gd name="connsiteY38" fmla="*/ 5128 h 34634"/>
                  <a:gd name="connsiteX39" fmla="*/ 27145 w 40953"/>
                  <a:gd name="connsiteY39" fmla="*/ 3868 h 34634"/>
                  <a:gd name="connsiteX40" fmla="*/ 22939 w 40953"/>
                  <a:gd name="connsiteY40" fmla="*/ 3463 h 34634"/>
                  <a:gd name="connsiteX41" fmla="*/ 22939 w 40953"/>
                  <a:gd name="connsiteY41" fmla="*/ 16575 h 346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40953" h="34634">
                    <a:moveTo>
                      <a:pt x="22984" y="16620"/>
                    </a:moveTo>
                    <a:lnTo>
                      <a:pt x="19858" y="16620"/>
                    </a:lnTo>
                    <a:lnTo>
                      <a:pt x="19858" y="0"/>
                    </a:lnTo>
                    <a:lnTo>
                      <a:pt x="39942" y="0"/>
                    </a:lnTo>
                    <a:lnTo>
                      <a:pt x="39942" y="3126"/>
                    </a:lnTo>
                    <a:lnTo>
                      <a:pt x="33307" y="3126"/>
                    </a:lnTo>
                    <a:cubicBezTo>
                      <a:pt x="34454" y="3801"/>
                      <a:pt x="35511" y="4588"/>
                      <a:pt x="36456" y="5465"/>
                    </a:cubicBezTo>
                    <a:cubicBezTo>
                      <a:pt x="37400" y="6342"/>
                      <a:pt x="38210" y="7354"/>
                      <a:pt x="38885" y="8524"/>
                    </a:cubicBezTo>
                    <a:cubicBezTo>
                      <a:pt x="39559" y="9693"/>
                      <a:pt x="40054" y="10997"/>
                      <a:pt x="40414" y="12527"/>
                    </a:cubicBezTo>
                    <a:cubicBezTo>
                      <a:pt x="40774" y="14056"/>
                      <a:pt x="40953" y="15743"/>
                      <a:pt x="40953" y="17654"/>
                    </a:cubicBezTo>
                    <a:cubicBezTo>
                      <a:pt x="40953" y="20106"/>
                      <a:pt x="40526" y="22377"/>
                      <a:pt x="39649" y="24446"/>
                    </a:cubicBezTo>
                    <a:cubicBezTo>
                      <a:pt x="38772" y="26515"/>
                      <a:pt x="37490" y="28337"/>
                      <a:pt x="35781" y="29844"/>
                    </a:cubicBezTo>
                    <a:cubicBezTo>
                      <a:pt x="34072" y="31351"/>
                      <a:pt x="31913" y="32542"/>
                      <a:pt x="29327" y="33374"/>
                    </a:cubicBezTo>
                    <a:cubicBezTo>
                      <a:pt x="26740" y="34207"/>
                      <a:pt x="23704" y="34634"/>
                      <a:pt x="20263" y="34634"/>
                    </a:cubicBezTo>
                    <a:cubicBezTo>
                      <a:pt x="17429" y="34634"/>
                      <a:pt x="14776" y="34274"/>
                      <a:pt x="12302" y="33555"/>
                    </a:cubicBezTo>
                    <a:cubicBezTo>
                      <a:pt x="9828" y="32835"/>
                      <a:pt x="7692" y="31733"/>
                      <a:pt x="5870" y="30226"/>
                    </a:cubicBezTo>
                    <a:cubicBezTo>
                      <a:pt x="4048" y="28719"/>
                      <a:pt x="2631" y="26853"/>
                      <a:pt x="1574" y="24604"/>
                    </a:cubicBezTo>
                    <a:cubicBezTo>
                      <a:pt x="517" y="22355"/>
                      <a:pt x="0" y="19701"/>
                      <a:pt x="0" y="16642"/>
                    </a:cubicBezTo>
                    <a:cubicBezTo>
                      <a:pt x="0" y="14596"/>
                      <a:pt x="247" y="12684"/>
                      <a:pt x="765" y="10885"/>
                    </a:cubicBezTo>
                    <a:cubicBezTo>
                      <a:pt x="1259" y="9108"/>
                      <a:pt x="2024" y="7511"/>
                      <a:pt x="3059" y="6072"/>
                    </a:cubicBezTo>
                    <a:cubicBezTo>
                      <a:pt x="4093" y="4633"/>
                      <a:pt x="5353" y="3463"/>
                      <a:pt x="6882" y="2474"/>
                    </a:cubicBezTo>
                    <a:cubicBezTo>
                      <a:pt x="8411" y="1507"/>
                      <a:pt x="10210" y="810"/>
                      <a:pt x="12302" y="360"/>
                    </a:cubicBezTo>
                    <a:lnTo>
                      <a:pt x="12302" y="4138"/>
                    </a:lnTo>
                    <a:cubicBezTo>
                      <a:pt x="10862" y="4453"/>
                      <a:pt x="9558" y="5015"/>
                      <a:pt x="8411" y="5780"/>
                    </a:cubicBezTo>
                    <a:cubicBezTo>
                      <a:pt x="7264" y="6545"/>
                      <a:pt x="6297" y="7489"/>
                      <a:pt x="5532" y="8569"/>
                    </a:cubicBezTo>
                    <a:cubicBezTo>
                      <a:pt x="4768" y="9648"/>
                      <a:pt x="4161" y="10862"/>
                      <a:pt x="3756" y="12189"/>
                    </a:cubicBezTo>
                    <a:cubicBezTo>
                      <a:pt x="3351" y="13516"/>
                      <a:pt x="3126" y="14911"/>
                      <a:pt x="3126" y="16350"/>
                    </a:cubicBezTo>
                    <a:cubicBezTo>
                      <a:pt x="3126" y="18914"/>
                      <a:pt x="3576" y="21095"/>
                      <a:pt x="4475" y="22940"/>
                    </a:cubicBezTo>
                    <a:cubicBezTo>
                      <a:pt x="5375" y="24784"/>
                      <a:pt x="6634" y="26290"/>
                      <a:pt x="8276" y="27482"/>
                    </a:cubicBezTo>
                    <a:cubicBezTo>
                      <a:pt x="9918" y="28674"/>
                      <a:pt x="11875" y="29551"/>
                      <a:pt x="14168" y="30091"/>
                    </a:cubicBezTo>
                    <a:cubicBezTo>
                      <a:pt x="16462" y="30653"/>
                      <a:pt x="18959" y="30923"/>
                      <a:pt x="21703" y="30923"/>
                    </a:cubicBezTo>
                    <a:cubicBezTo>
                      <a:pt x="23861" y="30923"/>
                      <a:pt x="25908" y="30608"/>
                      <a:pt x="27865" y="29979"/>
                    </a:cubicBezTo>
                    <a:cubicBezTo>
                      <a:pt x="29799" y="29349"/>
                      <a:pt x="31508" y="28427"/>
                      <a:pt x="32992" y="27235"/>
                    </a:cubicBezTo>
                    <a:cubicBezTo>
                      <a:pt x="34476" y="26021"/>
                      <a:pt x="35646" y="24559"/>
                      <a:pt x="36501" y="22804"/>
                    </a:cubicBezTo>
                    <a:cubicBezTo>
                      <a:pt x="37355" y="21050"/>
                      <a:pt x="37805" y="19071"/>
                      <a:pt x="37805" y="16845"/>
                    </a:cubicBezTo>
                    <a:cubicBezTo>
                      <a:pt x="37805" y="15810"/>
                      <a:pt x="37693" y="14731"/>
                      <a:pt x="37445" y="13606"/>
                    </a:cubicBezTo>
                    <a:cubicBezTo>
                      <a:pt x="37220" y="12482"/>
                      <a:pt x="36815" y="11402"/>
                      <a:pt x="36276" y="10368"/>
                    </a:cubicBezTo>
                    <a:cubicBezTo>
                      <a:pt x="35736" y="9333"/>
                      <a:pt x="35039" y="8344"/>
                      <a:pt x="34162" y="7444"/>
                    </a:cubicBezTo>
                    <a:cubicBezTo>
                      <a:pt x="33307" y="6545"/>
                      <a:pt x="32227" y="5780"/>
                      <a:pt x="30968" y="5128"/>
                    </a:cubicBezTo>
                    <a:cubicBezTo>
                      <a:pt x="29754" y="4520"/>
                      <a:pt x="28472" y="4093"/>
                      <a:pt x="27145" y="3868"/>
                    </a:cubicBezTo>
                    <a:cubicBezTo>
                      <a:pt x="25818" y="3643"/>
                      <a:pt x="24401" y="3509"/>
                      <a:pt x="22939" y="3463"/>
                    </a:cubicBezTo>
                    <a:lnTo>
                      <a:pt x="22939" y="16575"/>
                    </a:lnTo>
                    <a:close/>
                  </a:path>
                </a:pathLst>
              </a:custGeom>
              <a:solidFill>
                <a:srgbClr val="231F20"/>
              </a:solidFill>
              <a:ln w="2249" cap="flat">
                <a:noFill/>
                <a:prstDash val="solid"/>
                <a:miter/>
              </a:ln>
            </p:spPr>
            <p:txBody>
              <a:bodyPr rtlCol="0" anchor="ctr"/>
              <a:lstStyle/>
              <a:p>
                <a:endParaRPr lang="en-US"/>
              </a:p>
            </p:txBody>
          </p:sp>
          <p:sp>
            <p:nvSpPr>
              <p:cNvPr id="18443" name="Freeform 18442">
                <a:extLst>
                  <a:ext uri="{FF2B5EF4-FFF2-40B4-BE49-F238E27FC236}">
                    <a16:creationId xmlns:a16="http://schemas.microsoft.com/office/drawing/2014/main" id="{5250B3B0-05C0-3F7C-4DBE-530365B548D3}"/>
                  </a:ext>
                </a:extLst>
              </p:cNvPr>
              <p:cNvSpPr/>
              <p:nvPr/>
            </p:nvSpPr>
            <p:spPr>
              <a:xfrm>
                <a:off x="5343432" y="5444201"/>
                <a:ext cx="29483" cy="26357"/>
              </a:xfrm>
              <a:custGeom>
                <a:avLst/>
                <a:gdLst>
                  <a:gd name="connsiteX0" fmla="*/ 12369 w 29483"/>
                  <a:gd name="connsiteY0" fmla="*/ 12032 h 26357"/>
                  <a:gd name="connsiteX1" fmla="*/ 12054 w 29483"/>
                  <a:gd name="connsiteY1" fmla="*/ 9850 h 26357"/>
                  <a:gd name="connsiteX2" fmla="*/ 11470 w 29483"/>
                  <a:gd name="connsiteY2" fmla="*/ 7782 h 26357"/>
                  <a:gd name="connsiteX3" fmla="*/ 10210 w 29483"/>
                  <a:gd name="connsiteY3" fmla="*/ 6792 h 26357"/>
                  <a:gd name="connsiteX4" fmla="*/ 8568 w 29483"/>
                  <a:gd name="connsiteY4" fmla="*/ 6612 h 26357"/>
                  <a:gd name="connsiteX5" fmla="*/ 4498 w 29483"/>
                  <a:gd name="connsiteY5" fmla="*/ 8209 h 26357"/>
                  <a:gd name="connsiteX6" fmla="*/ 2901 w 29483"/>
                  <a:gd name="connsiteY6" fmla="*/ 13584 h 26357"/>
                  <a:gd name="connsiteX7" fmla="*/ 3193 w 29483"/>
                  <a:gd name="connsiteY7" fmla="*/ 16665 h 26357"/>
                  <a:gd name="connsiteX8" fmla="*/ 4228 w 29483"/>
                  <a:gd name="connsiteY8" fmla="*/ 19116 h 26357"/>
                  <a:gd name="connsiteX9" fmla="*/ 6162 w 29483"/>
                  <a:gd name="connsiteY9" fmla="*/ 20848 h 26357"/>
                  <a:gd name="connsiteX10" fmla="*/ 9221 w 29483"/>
                  <a:gd name="connsiteY10" fmla="*/ 21748 h 26357"/>
                  <a:gd name="connsiteX11" fmla="*/ 9221 w 29483"/>
                  <a:gd name="connsiteY11" fmla="*/ 25031 h 26357"/>
                  <a:gd name="connsiteX12" fmla="*/ 4993 w 29483"/>
                  <a:gd name="connsiteY12" fmla="*/ 23906 h 26357"/>
                  <a:gd name="connsiteX13" fmla="*/ 2136 w 29483"/>
                  <a:gd name="connsiteY13" fmla="*/ 21388 h 26357"/>
                  <a:gd name="connsiteX14" fmla="*/ 517 w 29483"/>
                  <a:gd name="connsiteY14" fmla="*/ 17834 h 26357"/>
                  <a:gd name="connsiteX15" fmla="*/ 0 w 29483"/>
                  <a:gd name="connsiteY15" fmla="*/ 13539 h 26357"/>
                  <a:gd name="connsiteX16" fmla="*/ 450 w 29483"/>
                  <a:gd name="connsiteY16" fmla="*/ 9581 h 26357"/>
                  <a:gd name="connsiteX17" fmla="*/ 1912 w 29483"/>
                  <a:gd name="connsiteY17" fmla="*/ 6342 h 26357"/>
                  <a:gd name="connsiteX18" fmla="*/ 4588 w 29483"/>
                  <a:gd name="connsiteY18" fmla="*/ 4183 h 26357"/>
                  <a:gd name="connsiteX19" fmla="*/ 8681 w 29483"/>
                  <a:gd name="connsiteY19" fmla="*/ 3396 h 26357"/>
                  <a:gd name="connsiteX20" fmla="*/ 23906 w 29483"/>
                  <a:gd name="connsiteY20" fmla="*/ 3396 h 26357"/>
                  <a:gd name="connsiteX21" fmla="*/ 26313 w 29483"/>
                  <a:gd name="connsiteY21" fmla="*/ 2721 h 26357"/>
                  <a:gd name="connsiteX22" fmla="*/ 26065 w 29483"/>
                  <a:gd name="connsiteY22" fmla="*/ 0 h 26357"/>
                  <a:gd name="connsiteX23" fmla="*/ 28607 w 29483"/>
                  <a:gd name="connsiteY23" fmla="*/ 0 h 26357"/>
                  <a:gd name="connsiteX24" fmla="*/ 28922 w 29483"/>
                  <a:gd name="connsiteY24" fmla="*/ 1102 h 26357"/>
                  <a:gd name="connsiteX25" fmla="*/ 29146 w 29483"/>
                  <a:gd name="connsiteY25" fmla="*/ 2541 h 26357"/>
                  <a:gd name="connsiteX26" fmla="*/ 28989 w 29483"/>
                  <a:gd name="connsiteY26" fmla="*/ 4003 h 26357"/>
                  <a:gd name="connsiteX27" fmla="*/ 28472 w 29483"/>
                  <a:gd name="connsiteY27" fmla="*/ 5308 h 26357"/>
                  <a:gd name="connsiteX28" fmla="*/ 27505 w 29483"/>
                  <a:gd name="connsiteY28" fmla="*/ 6095 h 26357"/>
                  <a:gd name="connsiteX29" fmla="*/ 26268 w 29483"/>
                  <a:gd name="connsiteY29" fmla="*/ 6500 h 26357"/>
                  <a:gd name="connsiteX30" fmla="*/ 24828 w 29483"/>
                  <a:gd name="connsiteY30" fmla="*/ 6612 h 26357"/>
                  <a:gd name="connsiteX31" fmla="*/ 28292 w 29483"/>
                  <a:gd name="connsiteY31" fmla="*/ 11312 h 26357"/>
                  <a:gd name="connsiteX32" fmla="*/ 29484 w 29483"/>
                  <a:gd name="connsiteY32" fmla="*/ 17025 h 26357"/>
                  <a:gd name="connsiteX33" fmla="*/ 28989 w 29483"/>
                  <a:gd name="connsiteY33" fmla="*/ 20556 h 26357"/>
                  <a:gd name="connsiteX34" fmla="*/ 27482 w 29483"/>
                  <a:gd name="connsiteY34" fmla="*/ 23547 h 26357"/>
                  <a:gd name="connsiteX35" fmla="*/ 24963 w 29483"/>
                  <a:gd name="connsiteY35" fmla="*/ 25593 h 26357"/>
                  <a:gd name="connsiteX36" fmla="*/ 21433 w 29483"/>
                  <a:gd name="connsiteY36" fmla="*/ 26358 h 26357"/>
                  <a:gd name="connsiteX37" fmla="*/ 13021 w 29483"/>
                  <a:gd name="connsiteY37" fmla="*/ 16597 h 26357"/>
                  <a:gd name="connsiteX38" fmla="*/ 12437 w 29483"/>
                  <a:gd name="connsiteY38" fmla="*/ 12122 h 26357"/>
                  <a:gd name="connsiteX39" fmla="*/ 13988 w 29483"/>
                  <a:gd name="connsiteY39" fmla="*/ 6590 h 26357"/>
                  <a:gd name="connsiteX40" fmla="*/ 15113 w 29483"/>
                  <a:gd name="connsiteY40" fmla="*/ 10750 h 26357"/>
                  <a:gd name="connsiteX41" fmla="*/ 15540 w 29483"/>
                  <a:gd name="connsiteY41" fmla="*/ 14956 h 26357"/>
                  <a:gd name="connsiteX42" fmla="*/ 17205 w 29483"/>
                  <a:gd name="connsiteY42" fmla="*/ 20758 h 26357"/>
                  <a:gd name="connsiteX43" fmla="*/ 21477 w 29483"/>
                  <a:gd name="connsiteY43" fmla="*/ 22827 h 26357"/>
                  <a:gd name="connsiteX44" fmla="*/ 23726 w 29483"/>
                  <a:gd name="connsiteY44" fmla="*/ 22310 h 26357"/>
                  <a:gd name="connsiteX45" fmla="*/ 25301 w 29483"/>
                  <a:gd name="connsiteY45" fmla="*/ 20960 h 26357"/>
                  <a:gd name="connsiteX46" fmla="*/ 26223 w 29483"/>
                  <a:gd name="connsiteY46" fmla="*/ 19026 h 26357"/>
                  <a:gd name="connsiteX47" fmla="*/ 26515 w 29483"/>
                  <a:gd name="connsiteY47" fmla="*/ 16777 h 26357"/>
                  <a:gd name="connsiteX48" fmla="*/ 26020 w 29483"/>
                  <a:gd name="connsiteY48" fmla="*/ 12999 h 26357"/>
                  <a:gd name="connsiteX49" fmla="*/ 24536 w 29483"/>
                  <a:gd name="connsiteY49" fmla="*/ 9738 h 26357"/>
                  <a:gd name="connsiteX50" fmla="*/ 21995 w 29483"/>
                  <a:gd name="connsiteY50" fmla="*/ 7444 h 26357"/>
                  <a:gd name="connsiteX51" fmla="*/ 18352 w 29483"/>
                  <a:gd name="connsiteY51" fmla="*/ 6590 h 26357"/>
                  <a:gd name="connsiteX52" fmla="*/ 13988 w 29483"/>
                  <a:gd name="connsiteY52" fmla="*/ 6590 h 26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9483" h="26357">
                    <a:moveTo>
                      <a:pt x="12369" y="12032"/>
                    </a:moveTo>
                    <a:cubicBezTo>
                      <a:pt x="12302" y="11425"/>
                      <a:pt x="12189" y="10683"/>
                      <a:pt x="12054" y="9850"/>
                    </a:cubicBezTo>
                    <a:cubicBezTo>
                      <a:pt x="11919" y="8996"/>
                      <a:pt x="11717" y="8321"/>
                      <a:pt x="11470" y="7782"/>
                    </a:cubicBezTo>
                    <a:cubicBezTo>
                      <a:pt x="11222" y="7242"/>
                      <a:pt x="10795" y="6904"/>
                      <a:pt x="10210" y="6792"/>
                    </a:cubicBezTo>
                    <a:cubicBezTo>
                      <a:pt x="9626" y="6657"/>
                      <a:pt x="9063" y="6612"/>
                      <a:pt x="8568" y="6612"/>
                    </a:cubicBezTo>
                    <a:cubicBezTo>
                      <a:pt x="6904" y="6612"/>
                      <a:pt x="5555" y="7152"/>
                      <a:pt x="4498" y="8209"/>
                    </a:cubicBezTo>
                    <a:cubicBezTo>
                      <a:pt x="3441" y="9266"/>
                      <a:pt x="2901" y="11065"/>
                      <a:pt x="2901" y="13584"/>
                    </a:cubicBezTo>
                    <a:cubicBezTo>
                      <a:pt x="2901" y="14708"/>
                      <a:pt x="2991" y="15720"/>
                      <a:pt x="3193" y="16665"/>
                    </a:cubicBezTo>
                    <a:cubicBezTo>
                      <a:pt x="3396" y="17610"/>
                      <a:pt x="3733" y="18419"/>
                      <a:pt x="4228" y="19116"/>
                    </a:cubicBezTo>
                    <a:cubicBezTo>
                      <a:pt x="4723" y="19813"/>
                      <a:pt x="5353" y="20398"/>
                      <a:pt x="6162" y="20848"/>
                    </a:cubicBezTo>
                    <a:cubicBezTo>
                      <a:pt x="6972" y="21298"/>
                      <a:pt x="7984" y="21590"/>
                      <a:pt x="9221" y="21748"/>
                    </a:cubicBezTo>
                    <a:lnTo>
                      <a:pt x="9221" y="25031"/>
                    </a:lnTo>
                    <a:cubicBezTo>
                      <a:pt x="7556" y="24919"/>
                      <a:pt x="6162" y="24536"/>
                      <a:pt x="4993" y="23906"/>
                    </a:cubicBezTo>
                    <a:cubicBezTo>
                      <a:pt x="3823" y="23254"/>
                      <a:pt x="2879" y="22422"/>
                      <a:pt x="2136" y="21388"/>
                    </a:cubicBezTo>
                    <a:cubicBezTo>
                      <a:pt x="1394" y="20353"/>
                      <a:pt x="855" y="19184"/>
                      <a:pt x="517" y="17834"/>
                    </a:cubicBezTo>
                    <a:cubicBezTo>
                      <a:pt x="180" y="16485"/>
                      <a:pt x="0" y="15046"/>
                      <a:pt x="0" y="13539"/>
                    </a:cubicBezTo>
                    <a:cubicBezTo>
                      <a:pt x="0" y="12144"/>
                      <a:pt x="157" y="10818"/>
                      <a:pt x="450" y="9581"/>
                    </a:cubicBezTo>
                    <a:cubicBezTo>
                      <a:pt x="765" y="8344"/>
                      <a:pt x="1237" y="7264"/>
                      <a:pt x="1912" y="6342"/>
                    </a:cubicBezTo>
                    <a:cubicBezTo>
                      <a:pt x="2586" y="5420"/>
                      <a:pt x="3463" y="4701"/>
                      <a:pt x="4588" y="4183"/>
                    </a:cubicBezTo>
                    <a:cubicBezTo>
                      <a:pt x="5712" y="3666"/>
                      <a:pt x="7062" y="3396"/>
                      <a:pt x="8681" y="3396"/>
                    </a:cubicBezTo>
                    <a:lnTo>
                      <a:pt x="23906" y="3396"/>
                    </a:lnTo>
                    <a:cubicBezTo>
                      <a:pt x="25166" y="3396"/>
                      <a:pt x="25975" y="3171"/>
                      <a:pt x="26313" y="2721"/>
                    </a:cubicBezTo>
                    <a:cubicBezTo>
                      <a:pt x="26650" y="2271"/>
                      <a:pt x="26583" y="1372"/>
                      <a:pt x="26065" y="0"/>
                    </a:cubicBezTo>
                    <a:lnTo>
                      <a:pt x="28607" y="0"/>
                    </a:lnTo>
                    <a:cubicBezTo>
                      <a:pt x="28674" y="248"/>
                      <a:pt x="28787" y="630"/>
                      <a:pt x="28922" y="1102"/>
                    </a:cubicBezTo>
                    <a:cubicBezTo>
                      <a:pt x="29056" y="1597"/>
                      <a:pt x="29146" y="2069"/>
                      <a:pt x="29146" y="2541"/>
                    </a:cubicBezTo>
                    <a:cubicBezTo>
                      <a:pt x="29146" y="3036"/>
                      <a:pt x="29101" y="3531"/>
                      <a:pt x="28989" y="4003"/>
                    </a:cubicBezTo>
                    <a:cubicBezTo>
                      <a:pt x="28922" y="4543"/>
                      <a:pt x="28742" y="4970"/>
                      <a:pt x="28472" y="5308"/>
                    </a:cubicBezTo>
                    <a:cubicBezTo>
                      <a:pt x="28202" y="5622"/>
                      <a:pt x="27887" y="5892"/>
                      <a:pt x="27505" y="6095"/>
                    </a:cubicBezTo>
                    <a:cubicBezTo>
                      <a:pt x="27122" y="6297"/>
                      <a:pt x="26718" y="6432"/>
                      <a:pt x="26268" y="6500"/>
                    </a:cubicBezTo>
                    <a:cubicBezTo>
                      <a:pt x="25818" y="6567"/>
                      <a:pt x="25346" y="6612"/>
                      <a:pt x="24828" y="6612"/>
                    </a:cubicBezTo>
                    <a:cubicBezTo>
                      <a:pt x="26335" y="7984"/>
                      <a:pt x="27482" y="9536"/>
                      <a:pt x="28292" y="11312"/>
                    </a:cubicBezTo>
                    <a:cubicBezTo>
                      <a:pt x="29079" y="13067"/>
                      <a:pt x="29484" y="14978"/>
                      <a:pt x="29484" y="17025"/>
                    </a:cubicBezTo>
                    <a:cubicBezTo>
                      <a:pt x="29484" y="18239"/>
                      <a:pt x="29326" y="19431"/>
                      <a:pt x="28989" y="20556"/>
                    </a:cubicBezTo>
                    <a:cubicBezTo>
                      <a:pt x="28674" y="21680"/>
                      <a:pt x="28157" y="22692"/>
                      <a:pt x="27482" y="23547"/>
                    </a:cubicBezTo>
                    <a:cubicBezTo>
                      <a:pt x="26807" y="24401"/>
                      <a:pt x="25953" y="25098"/>
                      <a:pt x="24963" y="25593"/>
                    </a:cubicBezTo>
                    <a:cubicBezTo>
                      <a:pt x="23974" y="26088"/>
                      <a:pt x="22804" y="26358"/>
                      <a:pt x="21433" y="26358"/>
                    </a:cubicBezTo>
                    <a:cubicBezTo>
                      <a:pt x="16687" y="26358"/>
                      <a:pt x="13876" y="23097"/>
                      <a:pt x="13021" y="16597"/>
                    </a:cubicBezTo>
                    <a:lnTo>
                      <a:pt x="12437" y="12122"/>
                    </a:lnTo>
                    <a:close/>
                    <a:moveTo>
                      <a:pt x="13988" y="6590"/>
                    </a:moveTo>
                    <a:cubicBezTo>
                      <a:pt x="14573" y="7961"/>
                      <a:pt x="14933" y="9333"/>
                      <a:pt x="15113" y="10750"/>
                    </a:cubicBezTo>
                    <a:cubicBezTo>
                      <a:pt x="15293" y="12144"/>
                      <a:pt x="15428" y="13561"/>
                      <a:pt x="15540" y="14956"/>
                    </a:cubicBezTo>
                    <a:cubicBezTo>
                      <a:pt x="15720" y="17429"/>
                      <a:pt x="16282" y="19364"/>
                      <a:pt x="17205" y="20758"/>
                    </a:cubicBezTo>
                    <a:cubicBezTo>
                      <a:pt x="18149" y="22152"/>
                      <a:pt x="19566" y="22827"/>
                      <a:pt x="21477" y="22827"/>
                    </a:cubicBezTo>
                    <a:cubicBezTo>
                      <a:pt x="22332" y="22827"/>
                      <a:pt x="23097" y="22647"/>
                      <a:pt x="23726" y="22310"/>
                    </a:cubicBezTo>
                    <a:cubicBezTo>
                      <a:pt x="24356" y="21972"/>
                      <a:pt x="24873" y="21523"/>
                      <a:pt x="25301" y="20960"/>
                    </a:cubicBezTo>
                    <a:cubicBezTo>
                      <a:pt x="25705" y="20398"/>
                      <a:pt x="26020" y="19746"/>
                      <a:pt x="26223" y="19026"/>
                    </a:cubicBezTo>
                    <a:cubicBezTo>
                      <a:pt x="26425" y="18307"/>
                      <a:pt x="26515" y="17542"/>
                      <a:pt x="26515" y="16777"/>
                    </a:cubicBezTo>
                    <a:cubicBezTo>
                      <a:pt x="26515" y="15473"/>
                      <a:pt x="26358" y="14214"/>
                      <a:pt x="26020" y="12999"/>
                    </a:cubicBezTo>
                    <a:cubicBezTo>
                      <a:pt x="25705" y="11785"/>
                      <a:pt x="25211" y="10683"/>
                      <a:pt x="24536" y="9738"/>
                    </a:cubicBezTo>
                    <a:cubicBezTo>
                      <a:pt x="23861" y="8794"/>
                      <a:pt x="23029" y="8029"/>
                      <a:pt x="21995" y="7444"/>
                    </a:cubicBezTo>
                    <a:cubicBezTo>
                      <a:pt x="20960" y="6882"/>
                      <a:pt x="19746" y="6590"/>
                      <a:pt x="18352" y="6590"/>
                    </a:cubicBezTo>
                    <a:lnTo>
                      <a:pt x="13988" y="6590"/>
                    </a:lnTo>
                    <a:close/>
                  </a:path>
                </a:pathLst>
              </a:custGeom>
              <a:solidFill>
                <a:srgbClr val="231F20"/>
              </a:solidFill>
              <a:ln w="2249" cap="flat">
                <a:noFill/>
                <a:prstDash val="solid"/>
                <a:miter/>
              </a:ln>
            </p:spPr>
            <p:txBody>
              <a:bodyPr rtlCol="0" anchor="ctr"/>
              <a:lstStyle/>
              <a:p>
                <a:endParaRPr lang="en-US"/>
              </a:p>
            </p:txBody>
          </p:sp>
          <p:sp>
            <p:nvSpPr>
              <p:cNvPr id="18444" name="Freeform 18443">
                <a:extLst>
                  <a:ext uri="{FF2B5EF4-FFF2-40B4-BE49-F238E27FC236}">
                    <a16:creationId xmlns:a16="http://schemas.microsoft.com/office/drawing/2014/main" id="{C29BB3CF-EDDB-9A1F-E40A-D34D1C1081BD}"/>
                  </a:ext>
                </a:extLst>
              </p:cNvPr>
              <p:cNvSpPr/>
              <p:nvPr/>
            </p:nvSpPr>
            <p:spPr>
              <a:xfrm>
                <a:off x="5344151" y="5417753"/>
                <a:ext cx="27954" cy="23433"/>
              </a:xfrm>
              <a:custGeom>
                <a:avLst/>
                <a:gdLst>
                  <a:gd name="connsiteX0" fmla="*/ 27955 w 27954"/>
                  <a:gd name="connsiteY0" fmla="*/ 23434 h 23433"/>
                  <a:gd name="connsiteX1" fmla="*/ 25098 w 27954"/>
                  <a:gd name="connsiteY1" fmla="*/ 23434 h 23433"/>
                  <a:gd name="connsiteX2" fmla="*/ 2699 w 27954"/>
                  <a:gd name="connsiteY2" fmla="*/ 4858 h 23433"/>
                  <a:gd name="connsiteX3" fmla="*/ 2699 w 27954"/>
                  <a:gd name="connsiteY3" fmla="*/ 22175 h 23433"/>
                  <a:gd name="connsiteX4" fmla="*/ 0 w 27954"/>
                  <a:gd name="connsiteY4" fmla="*/ 22175 h 23433"/>
                  <a:gd name="connsiteX5" fmla="*/ 0 w 27954"/>
                  <a:gd name="connsiteY5" fmla="*/ 697 h 23433"/>
                  <a:gd name="connsiteX6" fmla="*/ 2856 w 27954"/>
                  <a:gd name="connsiteY6" fmla="*/ 697 h 23433"/>
                  <a:gd name="connsiteX7" fmla="*/ 25256 w 27954"/>
                  <a:gd name="connsiteY7" fmla="*/ 19273 h 23433"/>
                  <a:gd name="connsiteX8" fmla="*/ 25256 w 27954"/>
                  <a:gd name="connsiteY8" fmla="*/ 0 h 23433"/>
                  <a:gd name="connsiteX9" fmla="*/ 27955 w 27954"/>
                  <a:gd name="connsiteY9" fmla="*/ 0 h 23433"/>
                  <a:gd name="connsiteX10" fmla="*/ 27955 w 27954"/>
                  <a:gd name="connsiteY10" fmla="*/ 23434 h 234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954" h="23433">
                    <a:moveTo>
                      <a:pt x="27955" y="23434"/>
                    </a:moveTo>
                    <a:lnTo>
                      <a:pt x="25098" y="23434"/>
                    </a:lnTo>
                    <a:lnTo>
                      <a:pt x="2699" y="4858"/>
                    </a:lnTo>
                    <a:lnTo>
                      <a:pt x="2699" y="22175"/>
                    </a:lnTo>
                    <a:lnTo>
                      <a:pt x="0" y="22175"/>
                    </a:lnTo>
                    <a:lnTo>
                      <a:pt x="0" y="697"/>
                    </a:lnTo>
                    <a:lnTo>
                      <a:pt x="2856" y="697"/>
                    </a:lnTo>
                    <a:lnTo>
                      <a:pt x="25256" y="19273"/>
                    </a:lnTo>
                    <a:lnTo>
                      <a:pt x="25256" y="0"/>
                    </a:lnTo>
                    <a:lnTo>
                      <a:pt x="27955" y="0"/>
                    </a:lnTo>
                    <a:lnTo>
                      <a:pt x="27955" y="23434"/>
                    </a:lnTo>
                    <a:close/>
                  </a:path>
                </a:pathLst>
              </a:custGeom>
              <a:solidFill>
                <a:srgbClr val="231F20"/>
              </a:solidFill>
              <a:ln w="2249" cap="flat">
                <a:noFill/>
                <a:prstDash val="solid"/>
                <a:miter/>
              </a:ln>
            </p:spPr>
            <p:txBody>
              <a:bodyPr rtlCol="0" anchor="ctr"/>
              <a:lstStyle/>
              <a:p>
                <a:endParaRPr lang="en-US"/>
              </a:p>
            </p:txBody>
          </p:sp>
          <p:sp>
            <p:nvSpPr>
              <p:cNvPr id="18445" name="Freeform 18444">
                <a:extLst>
                  <a:ext uri="{FF2B5EF4-FFF2-40B4-BE49-F238E27FC236}">
                    <a16:creationId xmlns:a16="http://schemas.microsoft.com/office/drawing/2014/main" id="{B66D77BD-09F7-BF55-9287-CBAC61380870}"/>
                  </a:ext>
                </a:extLst>
              </p:cNvPr>
              <p:cNvSpPr/>
              <p:nvPr/>
            </p:nvSpPr>
            <p:spPr>
              <a:xfrm>
                <a:off x="5343409" y="5388426"/>
                <a:ext cx="29483" cy="25167"/>
              </a:xfrm>
              <a:custGeom>
                <a:avLst/>
                <a:gdLst>
                  <a:gd name="connsiteX0" fmla="*/ 15473 w 29483"/>
                  <a:gd name="connsiteY0" fmla="*/ 21659 h 25167"/>
                  <a:gd name="connsiteX1" fmla="*/ 19768 w 29483"/>
                  <a:gd name="connsiteY1" fmla="*/ 21074 h 25167"/>
                  <a:gd name="connsiteX2" fmla="*/ 23277 w 29483"/>
                  <a:gd name="connsiteY2" fmla="*/ 19320 h 25167"/>
                  <a:gd name="connsiteX3" fmla="*/ 25661 w 29483"/>
                  <a:gd name="connsiteY3" fmla="*/ 16374 h 25167"/>
                  <a:gd name="connsiteX4" fmla="*/ 26560 w 29483"/>
                  <a:gd name="connsiteY4" fmla="*/ 12281 h 25167"/>
                  <a:gd name="connsiteX5" fmla="*/ 24896 w 29483"/>
                  <a:gd name="connsiteY5" fmla="*/ 6838 h 25167"/>
                  <a:gd name="connsiteX6" fmla="*/ 20151 w 29483"/>
                  <a:gd name="connsiteY6" fmla="*/ 3824 h 25167"/>
                  <a:gd name="connsiteX7" fmla="*/ 20151 w 29483"/>
                  <a:gd name="connsiteY7" fmla="*/ 204 h 25167"/>
                  <a:gd name="connsiteX8" fmla="*/ 23839 w 29483"/>
                  <a:gd name="connsiteY8" fmla="*/ 1778 h 25167"/>
                  <a:gd name="connsiteX9" fmla="*/ 26808 w 29483"/>
                  <a:gd name="connsiteY9" fmla="*/ 4207 h 25167"/>
                  <a:gd name="connsiteX10" fmla="*/ 28787 w 29483"/>
                  <a:gd name="connsiteY10" fmla="*/ 7670 h 25167"/>
                  <a:gd name="connsiteX11" fmla="*/ 29484 w 29483"/>
                  <a:gd name="connsiteY11" fmla="*/ 12303 h 25167"/>
                  <a:gd name="connsiteX12" fmla="*/ 28359 w 29483"/>
                  <a:gd name="connsiteY12" fmla="*/ 18083 h 25167"/>
                  <a:gd name="connsiteX13" fmla="*/ 25256 w 29483"/>
                  <a:gd name="connsiteY13" fmla="*/ 22086 h 25167"/>
                  <a:gd name="connsiteX14" fmla="*/ 20623 w 29483"/>
                  <a:gd name="connsiteY14" fmla="*/ 24402 h 25167"/>
                  <a:gd name="connsiteX15" fmla="*/ 14866 w 29483"/>
                  <a:gd name="connsiteY15" fmla="*/ 25167 h 25167"/>
                  <a:gd name="connsiteX16" fmla="*/ 9086 w 29483"/>
                  <a:gd name="connsiteY16" fmla="*/ 24268 h 25167"/>
                  <a:gd name="connsiteX17" fmla="*/ 4363 w 29483"/>
                  <a:gd name="connsiteY17" fmla="*/ 21726 h 25167"/>
                  <a:gd name="connsiteX18" fmla="*/ 1170 w 29483"/>
                  <a:gd name="connsiteY18" fmla="*/ 17701 h 25167"/>
                  <a:gd name="connsiteX19" fmla="*/ 0 w 29483"/>
                  <a:gd name="connsiteY19" fmla="*/ 12303 h 25167"/>
                  <a:gd name="connsiteX20" fmla="*/ 3958 w 29483"/>
                  <a:gd name="connsiteY20" fmla="*/ 3240 h 25167"/>
                  <a:gd name="connsiteX21" fmla="*/ 15473 w 29483"/>
                  <a:gd name="connsiteY21" fmla="*/ 1 h 25167"/>
                  <a:gd name="connsiteX22" fmla="*/ 15473 w 29483"/>
                  <a:gd name="connsiteY22" fmla="*/ 21704 h 25167"/>
                  <a:gd name="connsiteX23" fmla="*/ 12774 w 29483"/>
                  <a:gd name="connsiteY23" fmla="*/ 3420 h 25167"/>
                  <a:gd name="connsiteX24" fmla="*/ 8906 w 29483"/>
                  <a:gd name="connsiteY24" fmla="*/ 3982 h 25167"/>
                  <a:gd name="connsiteX25" fmla="*/ 5780 w 29483"/>
                  <a:gd name="connsiteY25" fmla="*/ 5646 h 25167"/>
                  <a:gd name="connsiteX26" fmla="*/ 3666 w 29483"/>
                  <a:gd name="connsiteY26" fmla="*/ 8435 h 25167"/>
                  <a:gd name="connsiteX27" fmla="*/ 2879 w 29483"/>
                  <a:gd name="connsiteY27" fmla="*/ 12258 h 25167"/>
                  <a:gd name="connsiteX28" fmla="*/ 3688 w 29483"/>
                  <a:gd name="connsiteY28" fmla="*/ 16059 h 25167"/>
                  <a:gd name="connsiteX29" fmla="*/ 5847 w 29483"/>
                  <a:gd name="connsiteY29" fmla="*/ 18870 h 25167"/>
                  <a:gd name="connsiteX30" fmla="*/ 8973 w 29483"/>
                  <a:gd name="connsiteY30" fmla="*/ 20737 h 25167"/>
                  <a:gd name="connsiteX31" fmla="*/ 12752 w 29483"/>
                  <a:gd name="connsiteY31" fmla="*/ 21659 h 25167"/>
                  <a:gd name="connsiteX32" fmla="*/ 12752 w 29483"/>
                  <a:gd name="connsiteY32"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3" h="25167">
                    <a:moveTo>
                      <a:pt x="15473" y="21659"/>
                    </a:moveTo>
                    <a:cubicBezTo>
                      <a:pt x="16979" y="21659"/>
                      <a:pt x="18419" y="21456"/>
                      <a:pt x="19768" y="21074"/>
                    </a:cubicBezTo>
                    <a:cubicBezTo>
                      <a:pt x="21118" y="20669"/>
                      <a:pt x="22287" y="20084"/>
                      <a:pt x="23277" y="19320"/>
                    </a:cubicBezTo>
                    <a:cubicBezTo>
                      <a:pt x="24266" y="18555"/>
                      <a:pt x="25053" y="17566"/>
                      <a:pt x="25661" y="16374"/>
                    </a:cubicBezTo>
                    <a:cubicBezTo>
                      <a:pt x="26245" y="15182"/>
                      <a:pt x="26560" y="13810"/>
                      <a:pt x="26560" y="12281"/>
                    </a:cubicBezTo>
                    <a:cubicBezTo>
                      <a:pt x="26560" y="10167"/>
                      <a:pt x="25998" y="8345"/>
                      <a:pt x="24896" y="6838"/>
                    </a:cubicBezTo>
                    <a:cubicBezTo>
                      <a:pt x="23794" y="5331"/>
                      <a:pt x="22197" y="4319"/>
                      <a:pt x="20151" y="3824"/>
                    </a:cubicBezTo>
                    <a:lnTo>
                      <a:pt x="20151" y="204"/>
                    </a:lnTo>
                    <a:cubicBezTo>
                      <a:pt x="21477" y="609"/>
                      <a:pt x="22714" y="1126"/>
                      <a:pt x="23839" y="1778"/>
                    </a:cubicBezTo>
                    <a:cubicBezTo>
                      <a:pt x="24963" y="2430"/>
                      <a:pt x="25953" y="3240"/>
                      <a:pt x="26808" y="4207"/>
                    </a:cubicBezTo>
                    <a:cubicBezTo>
                      <a:pt x="27662" y="5174"/>
                      <a:pt x="28314" y="6321"/>
                      <a:pt x="28787" y="7670"/>
                    </a:cubicBezTo>
                    <a:cubicBezTo>
                      <a:pt x="29259" y="8997"/>
                      <a:pt x="29484" y="10549"/>
                      <a:pt x="29484" y="12303"/>
                    </a:cubicBezTo>
                    <a:cubicBezTo>
                      <a:pt x="29484" y="14530"/>
                      <a:pt x="29101" y="16464"/>
                      <a:pt x="28359" y="18083"/>
                    </a:cubicBezTo>
                    <a:cubicBezTo>
                      <a:pt x="27595" y="19702"/>
                      <a:pt x="26560" y="21029"/>
                      <a:pt x="25256" y="22086"/>
                    </a:cubicBezTo>
                    <a:cubicBezTo>
                      <a:pt x="23951" y="23121"/>
                      <a:pt x="22400" y="23908"/>
                      <a:pt x="20623" y="24402"/>
                    </a:cubicBezTo>
                    <a:cubicBezTo>
                      <a:pt x="18846" y="24897"/>
                      <a:pt x="16935" y="25167"/>
                      <a:pt x="14866" y="25167"/>
                    </a:cubicBezTo>
                    <a:cubicBezTo>
                      <a:pt x="12796" y="25167"/>
                      <a:pt x="10885" y="24875"/>
                      <a:pt x="9086" y="24268"/>
                    </a:cubicBezTo>
                    <a:cubicBezTo>
                      <a:pt x="7287" y="23683"/>
                      <a:pt x="5712" y="22828"/>
                      <a:pt x="4363" y="21726"/>
                    </a:cubicBezTo>
                    <a:cubicBezTo>
                      <a:pt x="3014" y="20624"/>
                      <a:pt x="1957" y="19297"/>
                      <a:pt x="1170" y="17701"/>
                    </a:cubicBezTo>
                    <a:cubicBezTo>
                      <a:pt x="382" y="16104"/>
                      <a:pt x="0" y="14327"/>
                      <a:pt x="0" y="12303"/>
                    </a:cubicBezTo>
                    <a:cubicBezTo>
                      <a:pt x="0" y="8457"/>
                      <a:pt x="1327" y="5421"/>
                      <a:pt x="3958" y="3240"/>
                    </a:cubicBezTo>
                    <a:cubicBezTo>
                      <a:pt x="6612" y="1036"/>
                      <a:pt x="10435" y="-44"/>
                      <a:pt x="15473" y="1"/>
                    </a:cubicBezTo>
                    <a:lnTo>
                      <a:pt x="15473" y="21704"/>
                    </a:lnTo>
                    <a:close/>
                    <a:moveTo>
                      <a:pt x="12774" y="3420"/>
                    </a:moveTo>
                    <a:cubicBezTo>
                      <a:pt x="11402" y="3420"/>
                      <a:pt x="10120" y="3600"/>
                      <a:pt x="8906" y="3982"/>
                    </a:cubicBezTo>
                    <a:cubicBezTo>
                      <a:pt x="7692" y="4364"/>
                      <a:pt x="6657" y="4926"/>
                      <a:pt x="5780" y="5646"/>
                    </a:cubicBezTo>
                    <a:cubicBezTo>
                      <a:pt x="4903" y="6388"/>
                      <a:pt x="4206" y="7310"/>
                      <a:pt x="3666" y="8435"/>
                    </a:cubicBezTo>
                    <a:cubicBezTo>
                      <a:pt x="3149" y="9559"/>
                      <a:pt x="2879" y="10819"/>
                      <a:pt x="2879" y="12258"/>
                    </a:cubicBezTo>
                    <a:cubicBezTo>
                      <a:pt x="2879" y="13697"/>
                      <a:pt x="3149" y="14957"/>
                      <a:pt x="3688" y="16059"/>
                    </a:cubicBezTo>
                    <a:cubicBezTo>
                      <a:pt x="4228" y="17161"/>
                      <a:pt x="4948" y="18083"/>
                      <a:pt x="5847" y="18870"/>
                    </a:cubicBezTo>
                    <a:cubicBezTo>
                      <a:pt x="6747" y="19635"/>
                      <a:pt x="7781" y="20264"/>
                      <a:pt x="8973" y="20737"/>
                    </a:cubicBezTo>
                    <a:cubicBezTo>
                      <a:pt x="10165" y="21209"/>
                      <a:pt x="11425" y="21501"/>
                      <a:pt x="12752" y="21659"/>
                    </a:cubicBezTo>
                    <a:lnTo>
                      <a:pt x="12752" y="3420"/>
                    </a:lnTo>
                    <a:close/>
                  </a:path>
                </a:pathLst>
              </a:custGeom>
              <a:solidFill>
                <a:srgbClr val="231F20"/>
              </a:solidFill>
              <a:ln w="2249" cap="flat">
                <a:noFill/>
                <a:prstDash val="solid"/>
                <a:miter/>
              </a:ln>
            </p:spPr>
            <p:txBody>
              <a:bodyPr rtlCol="0" anchor="ctr"/>
              <a:lstStyle/>
              <a:p>
                <a:endParaRPr lang="en-US"/>
              </a:p>
            </p:txBody>
          </p:sp>
          <p:sp>
            <p:nvSpPr>
              <p:cNvPr id="18446" name="Freeform 18445">
                <a:extLst>
                  <a:ext uri="{FF2B5EF4-FFF2-40B4-BE49-F238E27FC236}">
                    <a16:creationId xmlns:a16="http://schemas.microsoft.com/office/drawing/2014/main" id="{838E90C0-2867-8E55-3F9B-8B4F1CF227B0}"/>
                  </a:ext>
                </a:extLst>
              </p:cNvPr>
              <p:cNvSpPr/>
              <p:nvPr/>
            </p:nvSpPr>
            <p:spPr>
              <a:xfrm>
                <a:off x="5332210" y="5340389"/>
                <a:ext cx="40908" cy="28314"/>
              </a:xfrm>
              <a:custGeom>
                <a:avLst/>
                <a:gdLst>
                  <a:gd name="connsiteX0" fmla="*/ 28292 w 40908"/>
                  <a:gd name="connsiteY0" fmla="*/ 24694 h 28314"/>
                  <a:gd name="connsiteX1" fmla="*/ 32700 w 40908"/>
                  <a:gd name="connsiteY1" fmla="*/ 23524 h 28314"/>
                  <a:gd name="connsiteX2" fmla="*/ 35646 w 40908"/>
                  <a:gd name="connsiteY2" fmla="*/ 21095 h 28314"/>
                  <a:gd name="connsiteX3" fmla="*/ 37288 w 40908"/>
                  <a:gd name="connsiteY3" fmla="*/ 17677 h 28314"/>
                  <a:gd name="connsiteX4" fmla="*/ 37805 w 40908"/>
                  <a:gd name="connsiteY4" fmla="*/ 13516 h 28314"/>
                  <a:gd name="connsiteX5" fmla="*/ 37153 w 40908"/>
                  <a:gd name="connsiteY5" fmla="*/ 9041 h 28314"/>
                  <a:gd name="connsiteX6" fmla="*/ 35399 w 40908"/>
                  <a:gd name="connsiteY6" fmla="*/ 5960 h 28314"/>
                  <a:gd name="connsiteX7" fmla="*/ 32835 w 40908"/>
                  <a:gd name="connsiteY7" fmla="*/ 4206 h 28314"/>
                  <a:gd name="connsiteX8" fmla="*/ 29754 w 40908"/>
                  <a:gd name="connsiteY8" fmla="*/ 3643 h 28314"/>
                  <a:gd name="connsiteX9" fmla="*/ 26088 w 40908"/>
                  <a:gd name="connsiteY9" fmla="*/ 4678 h 28314"/>
                  <a:gd name="connsiteX10" fmla="*/ 23794 w 40908"/>
                  <a:gd name="connsiteY10" fmla="*/ 7354 h 28314"/>
                  <a:gd name="connsiteX11" fmla="*/ 22355 w 40908"/>
                  <a:gd name="connsiteY11" fmla="*/ 11132 h 28314"/>
                  <a:gd name="connsiteX12" fmla="*/ 21298 w 40908"/>
                  <a:gd name="connsiteY12" fmla="*/ 15495 h 28314"/>
                  <a:gd name="connsiteX13" fmla="*/ 20083 w 40908"/>
                  <a:gd name="connsiteY13" fmla="*/ 19858 h 28314"/>
                  <a:gd name="connsiteX14" fmla="*/ 18194 w 40908"/>
                  <a:gd name="connsiteY14" fmla="*/ 23637 h 28314"/>
                  <a:gd name="connsiteX15" fmla="*/ 15135 w 40908"/>
                  <a:gd name="connsiteY15" fmla="*/ 26313 h 28314"/>
                  <a:gd name="connsiteX16" fmla="*/ 10413 w 40908"/>
                  <a:gd name="connsiteY16" fmla="*/ 27347 h 28314"/>
                  <a:gd name="connsiteX17" fmla="*/ 6522 w 40908"/>
                  <a:gd name="connsiteY17" fmla="*/ 26515 h 28314"/>
                  <a:gd name="connsiteX18" fmla="*/ 3171 w 40908"/>
                  <a:gd name="connsiteY18" fmla="*/ 24041 h 28314"/>
                  <a:gd name="connsiteX19" fmla="*/ 855 w 40908"/>
                  <a:gd name="connsiteY19" fmla="*/ 19903 h 28314"/>
                  <a:gd name="connsiteX20" fmla="*/ 0 w 40908"/>
                  <a:gd name="connsiteY20" fmla="*/ 14191 h 28314"/>
                  <a:gd name="connsiteX21" fmla="*/ 922 w 40908"/>
                  <a:gd name="connsiteY21" fmla="*/ 8434 h 28314"/>
                  <a:gd name="connsiteX22" fmla="*/ 3441 w 40908"/>
                  <a:gd name="connsiteY22" fmla="*/ 4363 h 28314"/>
                  <a:gd name="connsiteX23" fmla="*/ 7129 w 40908"/>
                  <a:gd name="connsiteY23" fmla="*/ 1934 h 28314"/>
                  <a:gd name="connsiteX24" fmla="*/ 11604 w 40908"/>
                  <a:gd name="connsiteY24" fmla="*/ 1124 h 28314"/>
                  <a:gd name="connsiteX25" fmla="*/ 11604 w 40908"/>
                  <a:gd name="connsiteY25" fmla="*/ 4633 h 28314"/>
                  <a:gd name="connsiteX26" fmla="*/ 7781 w 40908"/>
                  <a:gd name="connsiteY26" fmla="*/ 5420 h 28314"/>
                  <a:gd name="connsiteX27" fmla="*/ 5127 w 40908"/>
                  <a:gd name="connsiteY27" fmla="*/ 7556 h 28314"/>
                  <a:gd name="connsiteX28" fmla="*/ 3621 w 40908"/>
                  <a:gd name="connsiteY28" fmla="*/ 10638 h 28314"/>
                  <a:gd name="connsiteX29" fmla="*/ 3126 w 40908"/>
                  <a:gd name="connsiteY29" fmla="*/ 14191 h 28314"/>
                  <a:gd name="connsiteX30" fmla="*/ 3913 w 40908"/>
                  <a:gd name="connsiteY30" fmla="*/ 18914 h 28314"/>
                  <a:gd name="connsiteX31" fmla="*/ 5937 w 40908"/>
                  <a:gd name="connsiteY31" fmla="*/ 21972 h 28314"/>
                  <a:gd name="connsiteX32" fmla="*/ 8681 w 40908"/>
                  <a:gd name="connsiteY32" fmla="*/ 23547 h 28314"/>
                  <a:gd name="connsiteX33" fmla="*/ 11694 w 40908"/>
                  <a:gd name="connsiteY33" fmla="*/ 23704 h 28314"/>
                  <a:gd name="connsiteX34" fmla="*/ 14708 w 40908"/>
                  <a:gd name="connsiteY34" fmla="*/ 22197 h 28314"/>
                  <a:gd name="connsiteX35" fmla="*/ 16575 w 40908"/>
                  <a:gd name="connsiteY35" fmla="*/ 19273 h 28314"/>
                  <a:gd name="connsiteX36" fmla="*/ 17767 w 40908"/>
                  <a:gd name="connsiteY36" fmla="*/ 15473 h 28314"/>
                  <a:gd name="connsiteX37" fmla="*/ 18734 w 40908"/>
                  <a:gd name="connsiteY37" fmla="*/ 11245 h 28314"/>
                  <a:gd name="connsiteX38" fmla="*/ 19948 w 40908"/>
                  <a:gd name="connsiteY38" fmla="*/ 7062 h 28314"/>
                  <a:gd name="connsiteX39" fmla="*/ 21837 w 40908"/>
                  <a:gd name="connsiteY39" fmla="*/ 3463 h 28314"/>
                  <a:gd name="connsiteX40" fmla="*/ 24896 w 40908"/>
                  <a:gd name="connsiteY40" fmla="*/ 944 h 28314"/>
                  <a:gd name="connsiteX41" fmla="*/ 29574 w 40908"/>
                  <a:gd name="connsiteY41" fmla="*/ 0 h 28314"/>
                  <a:gd name="connsiteX42" fmla="*/ 37940 w 40908"/>
                  <a:gd name="connsiteY42" fmla="*/ 3733 h 28314"/>
                  <a:gd name="connsiteX43" fmla="*/ 40908 w 40908"/>
                  <a:gd name="connsiteY43" fmla="*/ 14213 h 28314"/>
                  <a:gd name="connsiteX44" fmla="*/ 40121 w 40908"/>
                  <a:gd name="connsiteY44" fmla="*/ 19836 h 28314"/>
                  <a:gd name="connsiteX45" fmla="*/ 37737 w 40908"/>
                  <a:gd name="connsiteY45" fmla="*/ 24311 h 28314"/>
                  <a:gd name="connsiteX46" fmla="*/ 33802 w 40908"/>
                  <a:gd name="connsiteY46" fmla="*/ 27257 h 28314"/>
                  <a:gd name="connsiteX47" fmla="*/ 28269 w 40908"/>
                  <a:gd name="connsiteY47" fmla="*/ 28314 h 28314"/>
                  <a:gd name="connsiteX48" fmla="*/ 28269 w 40908"/>
                  <a:gd name="connsiteY48" fmla="*/ 24761 h 283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40908" h="28314">
                    <a:moveTo>
                      <a:pt x="28292" y="24694"/>
                    </a:moveTo>
                    <a:cubicBezTo>
                      <a:pt x="30024" y="24558"/>
                      <a:pt x="31485" y="24154"/>
                      <a:pt x="32700" y="23524"/>
                    </a:cubicBezTo>
                    <a:cubicBezTo>
                      <a:pt x="33914" y="22894"/>
                      <a:pt x="34881" y="22085"/>
                      <a:pt x="35646" y="21095"/>
                    </a:cubicBezTo>
                    <a:cubicBezTo>
                      <a:pt x="36411" y="20106"/>
                      <a:pt x="36950" y="18959"/>
                      <a:pt x="37288" y="17677"/>
                    </a:cubicBezTo>
                    <a:cubicBezTo>
                      <a:pt x="37625" y="16372"/>
                      <a:pt x="37805" y="15000"/>
                      <a:pt x="37805" y="13516"/>
                    </a:cubicBezTo>
                    <a:cubicBezTo>
                      <a:pt x="37805" y="11785"/>
                      <a:pt x="37580" y="10300"/>
                      <a:pt x="37153" y="9041"/>
                    </a:cubicBezTo>
                    <a:cubicBezTo>
                      <a:pt x="36725" y="7781"/>
                      <a:pt x="36141" y="6747"/>
                      <a:pt x="35399" y="5960"/>
                    </a:cubicBezTo>
                    <a:cubicBezTo>
                      <a:pt x="34656" y="5172"/>
                      <a:pt x="33802" y="4588"/>
                      <a:pt x="32835" y="4206"/>
                    </a:cubicBezTo>
                    <a:cubicBezTo>
                      <a:pt x="31868" y="3823"/>
                      <a:pt x="30833" y="3643"/>
                      <a:pt x="29754" y="3643"/>
                    </a:cubicBezTo>
                    <a:cubicBezTo>
                      <a:pt x="28247" y="3643"/>
                      <a:pt x="27010" y="3981"/>
                      <a:pt x="26088" y="4678"/>
                    </a:cubicBezTo>
                    <a:cubicBezTo>
                      <a:pt x="25143" y="5353"/>
                      <a:pt x="24379" y="6252"/>
                      <a:pt x="23794" y="7354"/>
                    </a:cubicBezTo>
                    <a:cubicBezTo>
                      <a:pt x="23209" y="8456"/>
                      <a:pt x="22714" y="9715"/>
                      <a:pt x="22355" y="11132"/>
                    </a:cubicBezTo>
                    <a:cubicBezTo>
                      <a:pt x="21995" y="12549"/>
                      <a:pt x="21635" y="14011"/>
                      <a:pt x="21298" y="15495"/>
                    </a:cubicBezTo>
                    <a:cubicBezTo>
                      <a:pt x="20960" y="16979"/>
                      <a:pt x="20556" y="18441"/>
                      <a:pt x="20083" y="19858"/>
                    </a:cubicBezTo>
                    <a:cubicBezTo>
                      <a:pt x="19611" y="21275"/>
                      <a:pt x="18981" y="22535"/>
                      <a:pt x="18194" y="23637"/>
                    </a:cubicBezTo>
                    <a:cubicBezTo>
                      <a:pt x="17407" y="24739"/>
                      <a:pt x="16395" y="25616"/>
                      <a:pt x="15135" y="26313"/>
                    </a:cubicBezTo>
                    <a:cubicBezTo>
                      <a:pt x="13898" y="26987"/>
                      <a:pt x="12324" y="27347"/>
                      <a:pt x="10413" y="27347"/>
                    </a:cubicBezTo>
                    <a:cubicBezTo>
                      <a:pt x="9086" y="27347"/>
                      <a:pt x="7781" y="27077"/>
                      <a:pt x="6522" y="26515"/>
                    </a:cubicBezTo>
                    <a:cubicBezTo>
                      <a:pt x="5262" y="25953"/>
                      <a:pt x="4138" y="25121"/>
                      <a:pt x="3171" y="24041"/>
                    </a:cubicBezTo>
                    <a:cubicBezTo>
                      <a:pt x="2204" y="22939"/>
                      <a:pt x="1417" y="21567"/>
                      <a:pt x="855" y="19903"/>
                    </a:cubicBezTo>
                    <a:cubicBezTo>
                      <a:pt x="270" y="18239"/>
                      <a:pt x="0" y="16350"/>
                      <a:pt x="0" y="14191"/>
                    </a:cubicBezTo>
                    <a:cubicBezTo>
                      <a:pt x="0" y="12032"/>
                      <a:pt x="315" y="10075"/>
                      <a:pt x="922" y="8434"/>
                    </a:cubicBezTo>
                    <a:cubicBezTo>
                      <a:pt x="1529" y="6792"/>
                      <a:pt x="2361" y="5442"/>
                      <a:pt x="3441" y="4363"/>
                    </a:cubicBezTo>
                    <a:cubicBezTo>
                      <a:pt x="4498" y="3283"/>
                      <a:pt x="5735" y="2474"/>
                      <a:pt x="7129" y="1934"/>
                    </a:cubicBezTo>
                    <a:cubicBezTo>
                      <a:pt x="8523" y="1394"/>
                      <a:pt x="10030" y="1124"/>
                      <a:pt x="11604" y="1124"/>
                    </a:cubicBezTo>
                    <a:lnTo>
                      <a:pt x="11604" y="4633"/>
                    </a:lnTo>
                    <a:cubicBezTo>
                      <a:pt x="10120" y="4633"/>
                      <a:pt x="8861" y="4903"/>
                      <a:pt x="7781" y="5420"/>
                    </a:cubicBezTo>
                    <a:cubicBezTo>
                      <a:pt x="6702" y="5937"/>
                      <a:pt x="5825" y="6657"/>
                      <a:pt x="5127" y="7556"/>
                    </a:cubicBezTo>
                    <a:cubicBezTo>
                      <a:pt x="4453" y="8456"/>
                      <a:pt x="3936" y="9491"/>
                      <a:pt x="3621" y="10638"/>
                    </a:cubicBezTo>
                    <a:cubicBezTo>
                      <a:pt x="3306" y="11785"/>
                      <a:pt x="3126" y="12977"/>
                      <a:pt x="3126" y="14191"/>
                    </a:cubicBezTo>
                    <a:cubicBezTo>
                      <a:pt x="3126" y="16058"/>
                      <a:pt x="3396" y="17632"/>
                      <a:pt x="3913" y="18914"/>
                    </a:cubicBezTo>
                    <a:cubicBezTo>
                      <a:pt x="4430" y="20196"/>
                      <a:pt x="5105" y="21208"/>
                      <a:pt x="5937" y="21972"/>
                    </a:cubicBezTo>
                    <a:cubicBezTo>
                      <a:pt x="6769" y="22737"/>
                      <a:pt x="7691" y="23254"/>
                      <a:pt x="8681" y="23547"/>
                    </a:cubicBezTo>
                    <a:cubicBezTo>
                      <a:pt x="9693" y="23839"/>
                      <a:pt x="10705" y="23884"/>
                      <a:pt x="11694" y="23704"/>
                    </a:cubicBezTo>
                    <a:cubicBezTo>
                      <a:pt x="12954" y="23479"/>
                      <a:pt x="13966" y="22984"/>
                      <a:pt x="14708" y="22197"/>
                    </a:cubicBezTo>
                    <a:cubicBezTo>
                      <a:pt x="15473" y="21410"/>
                      <a:pt x="16080" y="20443"/>
                      <a:pt x="16575" y="19273"/>
                    </a:cubicBezTo>
                    <a:cubicBezTo>
                      <a:pt x="17070" y="18126"/>
                      <a:pt x="17452" y="16845"/>
                      <a:pt x="17767" y="15473"/>
                    </a:cubicBezTo>
                    <a:cubicBezTo>
                      <a:pt x="18081" y="14078"/>
                      <a:pt x="18396" y="12684"/>
                      <a:pt x="18734" y="11245"/>
                    </a:cubicBezTo>
                    <a:cubicBezTo>
                      <a:pt x="19071" y="9805"/>
                      <a:pt x="19476" y="8411"/>
                      <a:pt x="19948" y="7062"/>
                    </a:cubicBezTo>
                    <a:cubicBezTo>
                      <a:pt x="20420" y="5712"/>
                      <a:pt x="21050" y="4520"/>
                      <a:pt x="21837" y="3463"/>
                    </a:cubicBezTo>
                    <a:cubicBezTo>
                      <a:pt x="22624" y="2429"/>
                      <a:pt x="23637" y="1574"/>
                      <a:pt x="24896" y="944"/>
                    </a:cubicBezTo>
                    <a:cubicBezTo>
                      <a:pt x="26133" y="315"/>
                      <a:pt x="27685" y="0"/>
                      <a:pt x="29574" y="0"/>
                    </a:cubicBezTo>
                    <a:cubicBezTo>
                      <a:pt x="33172" y="0"/>
                      <a:pt x="35961" y="1237"/>
                      <a:pt x="37940" y="3733"/>
                    </a:cubicBezTo>
                    <a:cubicBezTo>
                      <a:pt x="39919" y="6207"/>
                      <a:pt x="40908" y="9715"/>
                      <a:pt x="40908" y="14213"/>
                    </a:cubicBezTo>
                    <a:cubicBezTo>
                      <a:pt x="40908" y="16237"/>
                      <a:pt x="40639" y="18104"/>
                      <a:pt x="40121" y="19836"/>
                    </a:cubicBezTo>
                    <a:cubicBezTo>
                      <a:pt x="39604" y="21567"/>
                      <a:pt x="38817" y="23052"/>
                      <a:pt x="37737" y="24311"/>
                    </a:cubicBezTo>
                    <a:cubicBezTo>
                      <a:pt x="36680" y="25571"/>
                      <a:pt x="35354" y="26560"/>
                      <a:pt x="33802" y="27257"/>
                    </a:cubicBezTo>
                    <a:cubicBezTo>
                      <a:pt x="32250" y="27954"/>
                      <a:pt x="30383" y="28314"/>
                      <a:pt x="28269" y="28314"/>
                    </a:cubicBezTo>
                    <a:lnTo>
                      <a:pt x="28269" y="24761"/>
                    </a:lnTo>
                    <a:close/>
                  </a:path>
                </a:pathLst>
              </a:custGeom>
              <a:solidFill>
                <a:srgbClr val="231F20"/>
              </a:solidFill>
              <a:ln w="2249" cap="flat">
                <a:noFill/>
                <a:prstDash val="solid"/>
                <a:miter/>
              </a:ln>
            </p:spPr>
            <p:txBody>
              <a:bodyPr rtlCol="0" anchor="ctr"/>
              <a:lstStyle/>
              <a:p>
                <a:endParaRPr lang="en-US"/>
              </a:p>
            </p:txBody>
          </p:sp>
          <p:sp>
            <p:nvSpPr>
              <p:cNvPr id="18447" name="Freeform 18446">
                <a:extLst>
                  <a:ext uri="{FF2B5EF4-FFF2-40B4-BE49-F238E27FC236}">
                    <a16:creationId xmlns:a16="http://schemas.microsoft.com/office/drawing/2014/main" id="{4E96EEF5-4C02-9628-9C4F-3CB99ABFD3C8}"/>
                  </a:ext>
                </a:extLst>
              </p:cNvPr>
              <p:cNvSpPr/>
              <p:nvPr/>
            </p:nvSpPr>
            <p:spPr>
              <a:xfrm>
                <a:off x="5333222" y="5330224"/>
                <a:ext cx="38884" cy="3553"/>
              </a:xfrm>
              <a:custGeom>
                <a:avLst/>
                <a:gdLst>
                  <a:gd name="connsiteX0" fmla="*/ 4813 w 38884"/>
                  <a:gd name="connsiteY0" fmla="*/ 3553 h 3553"/>
                  <a:gd name="connsiteX1" fmla="*/ 0 w 38884"/>
                  <a:gd name="connsiteY1" fmla="*/ 3553 h 3553"/>
                  <a:gd name="connsiteX2" fmla="*/ 0 w 38884"/>
                  <a:gd name="connsiteY2" fmla="*/ 0 h 3553"/>
                  <a:gd name="connsiteX3" fmla="*/ 4813 w 38884"/>
                  <a:gd name="connsiteY3" fmla="*/ 0 h 3553"/>
                  <a:gd name="connsiteX4" fmla="*/ 4813 w 38884"/>
                  <a:gd name="connsiteY4" fmla="*/ 3553 h 3553"/>
                  <a:gd name="connsiteX5" fmla="*/ 38885 w 38884"/>
                  <a:gd name="connsiteY5" fmla="*/ 3373 h 3553"/>
                  <a:gd name="connsiteX6" fmla="*/ 10930 w 38884"/>
                  <a:gd name="connsiteY6" fmla="*/ 3373 h 3553"/>
                  <a:gd name="connsiteX7" fmla="*/ 10930 w 38884"/>
                  <a:gd name="connsiteY7" fmla="*/ 135 h 3553"/>
                  <a:gd name="connsiteX8" fmla="*/ 38885 w 38884"/>
                  <a:gd name="connsiteY8" fmla="*/ 135 h 3553"/>
                  <a:gd name="connsiteX9" fmla="*/ 38885 w 38884"/>
                  <a:gd name="connsiteY9" fmla="*/ 3373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84" h="3553">
                    <a:moveTo>
                      <a:pt x="4813" y="3553"/>
                    </a:moveTo>
                    <a:lnTo>
                      <a:pt x="0" y="3553"/>
                    </a:lnTo>
                    <a:lnTo>
                      <a:pt x="0" y="0"/>
                    </a:lnTo>
                    <a:lnTo>
                      <a:pt x="4813" y="0"/>
                    </a:lnTo>
                    <a:lnTo>
                      <a:pt x="4813" y="3553"/>
                    </a:lnTo>
                    <a:close/>
                    <a:moveTo>
                      <a:pt x="38885" y="3373"/>
                    </a:moveTo>
                    <a:lnTo>
                      <a:pt x="10930" y="3373"/>
                    </a:lnTo>
                    <a:lnTo>
                      <a:pt x="10930" y="135"/>
                    </a:lnTo>
                    <a:lnTo>
                      <a:pt x="38885" y="135"/>
                    </a:lnTo>
                    <a:lnTo>
                      <a:pt x="38885" y="3373"/>
                    </a:lnTo>
                    <a:close/>
                  </a:path>
                </a:pathLst>
              </a:custGeom>
              <a:solidFill>
                <a:srgbClr val="231F20"/>
              </a:solidFill>
              <a:ln w="2249" cap="flat">
                <a:noFill/>
                <a:prstDash val="solid"/>
                <a:miter/>
              </a:ln>
            </p:spPr>
            <p:txBody>
              <a:bodyPr rtlCol="0" anchor="ctr"/>
              <a:lstStyle/>
              <a:p>
                <a:endParaRPr lang="en-US"/>
              </a:p>
            </p:txBody>
          </p:sp>
          <p:sp>
            <p:nvSpPr>
              <p:cNvPr id="18448" name="Freeform 18447">
                <a:extLst>
                  <a:ext uri="{FF2B5EF4-FFF2-40B4-BE49-F238E27FC236}">
                    <a16:creationId xmlns:a16="http://schemas.microsoft.com/office/drawing/2014/main" id="{4089F06F-8DDE-B62C-B3C8-857A56A3ACB6}"/>
                  </a:ext>
                </a:extLst>
              </p:cNvPr>
              <p:cNvSpPr/>
              <p:nvPr/>
            </p:nvSpPr>
            <p:spPr>
              <a:xfrm>
                <a:off x="5343409" y="5284525"/>
                <a:ext cx="28764" cy="38007"/>
              </a:xfrm>
              <a:custGeom>
                <a:avLst/>
                <a:gdLst>
                  <a:gd name="connsiteX0" fmla="*/ 28697 w 28764"/>
                  <a:gd name="connsiteY0" fmla="*/ 34769 h 38007"/>
                  <a:gd name="connsiteX1" fmla="*/ 28697 w 28764"/>
                  <a:gd name="connsiteY1" fmla="*/ 38007 h 38007"/>
                  <a:gd name="connsiteX2" fmla="*/ 742 w 28764"/>
                  <a:gd name="connsiteY2" fmla="*/ 38007 h 38007"/>
                  <a:gd name="connsiteX3" fmla="*/ 742 w 28764"/>
                  <a:gd name="connsiteY3" fmla="*/ 34769 h 38007"/>
                  <a:gd name="connsiteX4" fmla="*/ 4948 w 28764"/>
                  <a:gd name="connsiteY4" fmla="*/ 34769 h 38007"/>
                  <a:gd name="connsiteX5" fmla="*/ 4948 w 28764"/>
                  <a:gd name="connsiteY5" fmla="*/ 34657 h 38007"/>
                  <a:gd name="connsiteX6" fmla="*/ 1259 w 28764"/>
                  <a:gd name="connsiteY6" fmla="*/ 31103 h 38007"/>
                  <a:gd name="connsiteX7" fmla="*/ 0 w 28764"/>
                  <a:gd name="connsiteY7" fmla="*/ 26021 h 38007"/>
                  <a:gd name="connsiteX8" fmla="*/ 427 w 28764"/>
                  <a:gd name="connsiteY8" fmla="*/ 22737 h 38007"/>
                  <a:gd name="connsiteX9" fmla="*/ 1597 w 28764"/>
                  <a:gd name="connsiteY9" fmla="*/ 20443 h 38007"/>
                  <a:gd name="connsiteX10" fmla="*/ 3306 w 28764"/>
                  <a:gd name="connsiteY10" fmla="*/ 18869 h 38007"/>
                  <a:gd name="connsiteX11" fmla="*/ 5420 w 28764"/>
                  <a:gd name="connsiteY11" fmla="*/ 17812 h 38007"/>
                  <a:gd name="connsiteX12" fmla="*/ 1349 w 28764"/>
                  <a:gd name="connsiteY12" fmla="*/ 14056 h 38007"/>
                  <a:gd name="connsiteX13" fmla="*/ 23 w 28764"/>
                  <a:gd name="connsiteY13" fmla="*/ 8681 h 38007"/>
                  <a:gd name="connsiteX14" fmla="*/ 967 w 28764"/>
                  <a:gd name="connsiteY14" fmla="*/ 4116 h 38007"/>
                  <a:gd name="connsiteX15" fmla="*/ 3441 w 28764"/>
                  <a:gd name="connsiteY15" fmla="*/ 1507 h 38007"/>
                  <a:gd name="connsiteX16" fmla="*/ 6972 w 28764"/>
                  <a:gd name="connsiteY16" fmla="*/ 292 h 38007"/>
                  <a:gd name="connsiteX17" fmla="*/ 11065 w 28764"/>
                  <a:gd name="connsiteY17" fmla="*/ 0 h 38007"/>
                  <a:gd name="connsiteX18" fmla="*/ 28719 w 28764"/>
                  <a:gd name="connsiteY18" fmla="*/ 0 h 38007"/>
                  <a:gd name="connsiteX19" fmla="*/ 28719 w 28764"/>
                  <a:gd name="connsiteY19" fmla="*/ 3239 h 38007"/>
                  <a:gd name="connsiteX20" fmla="*/ 9400 w 28764"/>
                  <a:gd name="connsiteY20" fmla="*/ 3239 h 38007"/>
                  <a:gd name="connsiteX21" fmla="*/ 4655 w 28764"/>
                  <a:gd name="connsiteY21" fmla="*/ 4498 h 38007"/>
                  <a:gd name="connsiteX22" fmla="*/ 2923 w 28764"/>
                  <a:gd name="connsiteY22" fmla="*/ 9221 h 38007"/>
                  <a:gd name="connsiteX23" fmla="*/ 3711 w 28764"/>
                  <a:gd name="connsiteY23" fmla="*/ 12639 h 38007"/>
                  <a:gd name="connsiteX24" fmla="*/ 6117 w 28764"/>
                  <a:gd name="connsiteY24" fmla="*/ 15518 h 38007"/>
                  <a:gd name="connsiteX25" fmla="*/ 7759 w 28764"/>
                  <a:gd name="connsiteY25" fmla="*/ 16418 h 38007"/>
                  <a:gd name="connsiteX26" fmla="*/ 9738 w 28764"/>
                  <a:gd name="connsiteY26" fmla="*/ 16980 h 38007"/>
                  <a:gd name="connsiteX27" fmla="*/ 11785 w 28764"/>
                  <a:gd name="connsiteY27" fmla="*/ 17272 h 38007"/>
                  <a:gd name="connsiteX28" fmla="*/ 13674 w 28764"/>
                  <a:gd name="connsiteY28" fmla="*/ 17362 h 38007"/>
                  <a:gd name="connsiteX29" fmla="*/ 28742 w 28764"/>
                  <a:gd name="connsiteY29" fmla="*/ 17362 h 38007"/>
                  <a:gd name="connsiteX30" fmla="*/ 28742 w 28764"/>
                  <a:gd name="connsiteY30" fmla="*/ 20601 h 38007"/>
                  <a:gd name="connsiteX31" fmla="*/ 9423 w 28764"/>
                  <a:gd name="connsiteY31" fmla="*/ 20601 h 38007"/>
                  <a:gd name="connsiteX32" fmla="*/ 4678 w 28764"/>
                  <a:gd name="connsiteY32" fmla="*/ 21860 h 38007"/>
                  <a:gd name="connsiteX33" fmla="*/ 2946 w 28764"/>
                  <a:gd name="connsiteY33" fmla="*/ 26583 h 38007"/>
                  <a:gd name="connsiteX34" fmla="*/ 3733 w 28764"/>
                  <a:gd name="connsiteY34" fmla="*/ 30001 h 38007"/>
                  <a:gd name="connsiteX35" fmla="*/ 6140 w 28764"/>
                  <a:gd name="connsiteY35" fmla="*/ 32880 h 38007"/>
                  <a:gd name="connsiteX36" fmla="*/ 7781 w 28764"/>
                  <a:gd name="connsiteY36" fmla="*/ 33779 h 38007"/>
                  <a:gd name="connsiteX37" fmla="*/ 9760 w 28764"/>
                  <a:gd name="connsiteY37" fmla="*/ 34342 h 38007"/>
                  <a:gd name="connsiteX38" fmla="*/ 11807 w 28764"/>
                  <a:gd name="connsiteY38" fmla="*/ 34634 h 38007"/>
                  <a:gd name="connsiteX39" fmla="*/ 13696 w 28764"/>
                  <a:gd name="connsiteY39" fmla="*/ 34724 h 38007"/>
                  <a:gd name="connsiteX40" fmla="*/ 28764 w 28764"/>
                  <a:gd name="connsiteY40" fmla="*/ 34724 h 380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8764" h="38007">
                    <a:moveTo>
                      <a:pt x="28697" y="34769"/>
                    </a:moveTo>
                    <a:lnTo>
                      <a:pt x="28697" y="38007"/>
                    </a:lnTo>
                    <a:lnTo>
                      <a:pt x="742" y="38007"/>
                    </a:lnTo>
                    <a:lnTo>
                      <a:pt x="742" y="34769"/>
                    </a:lnTo>
                    <a:lnTo>
                      <a:pt x="4948" y="34769"/>
                    </a:lnTo>
                    <a:lnTo>
                      <a:pt x="4948" y="34657"/>
                    </a:lnTo>
                    <a:cubicBezTo>
                      <a:pt x="3328" y="33824"/>
                      <a:pt x="2091" y="32632"/>
                      <a:pt x="1259" y="31103"/>
                    </a:cubicBezTo>
                    <a:cubicBezTo>
                      <a:pt x="405" y="29551"/>
                      <a:pt x="0" y="27865"/>
                      <a:pt x="0" y="26021"/>
                    </a:cubicBezTo>
                    <a:cubicBezTo>
                      <a:pt x="0" y="24716"/>
                      <a:pt x="135" y="23637"/>
                      <a:pt x="427" y="22737"/>
                    </a:cubicBezTo>
                    <a:cubicBezTo>
                      <a:pt x="720" y="21838"/>
                      <a:pt x="1102" y="21073"/>
                      <a:pt x="1597" y="20443"/>
                    </a:cubicBezTo>
                    <a:cubicBezTo>
                      <a:pt x="2091" y="19813"/>
                      <a:pt x="2654" y="19296"/>
                      <a:pt x="3306" y="18869"/>
                    </a:cubicBezTo>
                    <a:cubicBezTo>
                      <a:pt x="3958" y="18442"/>
                      <a:pt x="4655" y="18104"/>
                      <a:pt x="5420" y="17812"/>
                    </a:cubicBezTo>
                    <a:cubicBezTo>
                      <a:pt x="3576" y="16867"/>
                      <a:pt x="2226" y="15630"/>
                      <a:pt x="1349" y="14056"/>
                    </a:cubicBezTo>
                    <a:cubicBezTo>
                      <a:pt x="472" y="12482"/>
                      <a:pt x="23" y="10705"/>
                      <a:pt x="23" y="8681"/>
                    </a:cubicBezTo>
                    <a:cubicBezTo>
                      <a:pt x="23" y="6769"/>
                      <a:pt x="337" y="5263"/>
                      <a:pt x="967" y="4116"/>
                    </a:cubicBezTo>
                    <a:cubicBezTo>
                      <a:pt x="1597" y="2991"/>
                      <a:pt x="2429" y="2114"/>
                      <a:pt x="3441" y="1507"/>
                    </a:cubicBezTo>
                    <a:cubicBezTo>
                      <a:pt x="4453" y="900"/>
                      <a:pt x="5645" y="495"/>
                      <a:pt x="6972" y="292"/>
                    </a:cubicBezTo>
                    <a:cubicBezTo>
                      <a:pt x="8299" y="90"/>
                      <a:pt x="9670" y="0"/>
                      <a:pt x="11065" y="0"/>
                    </a:cubicBezTo>
                    <a:lnTo>
                      <a:pt x="28719" y="0"/>
                    </a:lnTo>
                    <a:lnTo>
                      <a:pt x="28719" y="3239"/>
                    </a:lnTo>
                    <a:lnTo>
                      <a:pt x="9400" y="3239"/>
                    </a:lnTo>
                    <a:cubicBezTo>
                      <a:pt x="7377" y="3239"/>
                      <a:pt x="5802" y="3666"/>
                      <a:pt x="4655" y="4498"/>
                    </a:cubicBezTo>
                    <a:cubicBezTo>
                      <a:pt x="3508" y="5353"/>
                      <a:pt x="2923" y="6927"/>
                      <a:pt x="2923" y="9221"/>
                    </a:cubicBezTo>
                    <a:cubicBezTo>
                      <a:pt x="2923" y="10413"/>
                      <a:pt x="3194" y="11560"/>
                      <a:pt x="3711" y="12639"/>
                    </a:cubicBezTo>
                    <a:cubicBezTo>
                      <a:pt x="4228" y="13741"/>
                      <a:pt x="5038" y="14708"/>
                      <a:pt x="6117" y="15518"/>
                    </a:cubicBezTo>
                    <a:cubicBezTo>
                      <a:pt x="6589" y="15878"/>
                      <a:pt x="7129" y="16170"/>
                      <a:pt x="7759" y="16418"/>
                    </a:cubicBezTo>
                    <a:cubicBezTo>
                      <a:pt x="8389" y="16642"/>
                      <a:pt x="9041" y="16845"/>
                      <a:pt x="9738" y="16980"/>
                    </a:cubicBezTo>
                    <a:cubicBezTo>
                      <a:pt x="10413" y="17115"/>
                      <a:pt x="11110" y="17227"/>
                      <a:pt x="11785" y="17272"/>
                    </a:cubicBezTo>
                    <a:cubicBezTo>
                      <a:pt x="12459" y="17317"/>
                      <a:pt x="13089" y="17362"/>
                      <a:pt x="13674" y="17362"/>
                    </a:cubicBezTo>
                    <a:lnTo>
                      <a:pt x="28742" y="17362"/>
                    </a:lnTo>
                    <a:lnTo>
                      <a:pt x="28742" y="20601"/>
                    </a:lnTo>
                    <a:lnTo>
                      <a:pt x="9423" y="20601"/>
                    </a:lnTo>
                    <a:cubicBezTo>
                      <a:pt x="7399" y="20601"/>
                      <a:pt x="5825" y="21028"/>
                      <a:pt x="4678" y="21860"/>
                    </a:cubicBezTo>
                    <a:cubicBezTo>
                      <a:pt x="3531" y="22715"/>
                      <a:pt x="2946" y="24289"/>
                      <a:pt x="2946" y="26583"/>
                    </a:cubicBezTo>
                    <a:cubicBezTo>
                      <a:pt x="2946" y="27775"/>
                      <a:pt x="3216" y="28922"/>
                      <a:pt x="3733" y="30001"/>
                    </a:cubicBezTo>
                    <a:cubicBezTo>
                      <a:pt x="4251" y="31103"/>
                      <a:pt x="5060" y="32070"/>
                      <a:pt x="6140" y="32880"/>
                    </a:cubicBezTo>
                    <a:cubicBezTo>
                      <a:pt x="6612" y="33240"/>
                      <a:pt x="7152" y="33532"/>
                      <a:pt x="7781" y="33779"/>
                    </a:cubicBezTo>
                    <a:cubicBezTo>
                      <a:pt x="8411" y="34004"/>
                      <a:pt x="9063" y="34207"/>
                      <a:pt x="9760" y="34342"/>
                    </a:cubicBezTo>
                    <a:cubicBezTo>
                      <a:pt x="10435" y="34477"/>
                      <a:pt x="11132" y="34589"/>
                      <a:pt x="11807" y="34634"/>
                    </a:cubicBezTo>
                    <a:cubicBezTo>
                      <a:pt x="12482" y="34679"/>
                      <a:pt x="13111" y="34724"/>
                      <a:pt x="13696" y="34724"/>
                    </a:cubicBezTo>
                    <a:lnTo>
                      <a:pt x="28764" y="34724"/>
                    </a:lnTo>
                    <a:close/>
                  </a:path>
                </a:pathLst>
              </a:custGeom>
              <a:solidFill>
                <a:srgbClr val="231F20"/>
              </a:solidFill>
              <a:ln w="2249" cap="flat">
                <a:noFill/>
                <a:prstDash val="solid"/>
                <a:miter/>
              </a:ln>
            </p:spPr>
            <p:txBody>
              <a:bodyPr rtlCol="0" anchor="ctr"/>
              <a:lstStyle/>
              <a:p>
                <a:endParaRPr lang="en-US"/>
              </a:p>
            </p:txBody>
          </p:sp>
          <p:sp>
            <p:nvSpPr>
              <p:cNvPr id="18449" name="Freeform 18448">
                <a:extLst>
                  <a:ext uri="{FF2B5EF4-FFF2-40B4-BE49-F238E27FC236}">
                    <a16:creationId xmlns:a16="http://schemas.microsoft.com/office/drawing/2014/main" id="{66B9C2E4-99E5-0278-AAB8-2BDF0BBA3CCF}"/>
                  </a:ext>
                </a:extLst>
              </p:cNvPr>
              <p:cNvSpPr/>
              <p:nvPr/>
            </p:nvSpPr>
            <p:spPr>
              <a:xfrm>
                <a:off x="5333222" y="5273280"/>
                <a:ext cx="38884" cy="3553"/>
              </a:xfrm>
              <a:custGeom>
                <a:avLst/>
                <a:gdLst>
                  <a:gd name="connsiteX0" fmla="*/ 4813 w 38884"/>
                  <a:gd name="connsiteY0" fmla="*/ 3554 h 3553"/>
                  <a:gd name="connsiteX1" fmla="*/ 0 w 38884"/>
                  <a:gd name="connsiteY1" fmla="*/ 3554 h 3553"/>
                  <a:gd name="connsiteX2" fmla="*/ 0 w 38884"/>
                  <a:gd name="connsiteY2" fmla="*/ 0 h 3553"/>
                  <a:gd name="connsiteX3" fmla="*/ 4813 w 38884"/>
                  <a:gd name="connsiteY3" fmla="*/ 0 h 3553"/>
                  <a:gd name="connsiteX4" fmla="*/ 4813 w 38884"/>
                  <a:gd name="connsiteY4" fmla="*/ 3554 h 3553"/>
                  <a:gd name="connsiteX5" fmla="*/ 38885 w 38884"/>
                  <a:gd name="connsiteY5" fmla="*/ 3373 h 3553"/>
                  <a:gd name="connsiteX6" fmla="*/ 10930 w 38884"/>
                  <a:gd name="connsiteY6" fmla="*/ 3373 h 3553"/>
                  <a:gd name="connsiteX7" fmla="*/ 10930 w 38884"/>
                  <a:gd name="connsiteY7" fmla="*/ 135 h 3553"/>
                  <a:gd name="connsiteX8" fmla="*/ 38885 w 38884"/>
                  <a:gd name="connsiteY8" fmla="*/ 135 h 3553"/>
                  <a:gd name="connsiteX9" fmla="*/ 38885 w 38884"/>
                  <a:gd name="connsiteY9" fmla="*/ 3373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84" h="3553">
                    <a:moveTo>
                      <a:pt x="4813" y="3554"/>
                    </a:moveTo>
                    <a:lnTo>
                      <a:pt x="0" y="3554"/>
                    </a:lnTo>
                    <a:lnTo>
                      <a:pt x="0" y="0"/>
                    </a:lnTo>
                    <a:lnTo>
                      <a:pt x="4813" y="0"/>
                    </a:lnTo>
                    <a:lnTo>
                      <a:pt x="4813" y="3554"/>
                    </a:lnTo>
                    <a:close/>
                    <a:moveTo>
                      <a:pt x="38885" y="3373"/>
                    </a:moveTo>
                    <a:lnTo>
                      <a:pt x="10930" y="3373"/>
                    </a:lnTo>
                    <a:lnTo>
                      <a:pt x="10930" y="135"/>
                    </a:lnTo>
                    <a:lnTo>
                      <a:pt x="38885" y="135"/>
                    </a:lnTo>
                    <a:lnTo>
                      <a:pt x="38885" y="3373"/>
                    </a:lnTo>
                    <a:close/>
                  </a:path>
                </a:pathLst>
              </a:custGeom>
              <a:solidFill>
                <a:srgbClr val="231F20"/>
              </a:solidFill>
              <a:ln w="2249" cap="flat">
                <a:noFill/>
                <a:prstDash val="solid"/>
                <a:miter/>
              </a:ln>
            </p:spPr>
            <p:txBody>
              <a:bodyPr rtlCol="0" anchor="ctr"/>
              <a:lstStyle/>
              <a:p>
                <a:endParaRPr lang="en-US"/>
              </a:p>
            </p:txBody>
          </p:sp>
          <p:sp>
            <p:nvSpPr>
              <p:cNvPr id="18450" name="Freeform 18449">
                <a:extLst>
                  <a:ext uri="{FF2B5EF4-FFF2-40B4-BE49-F238E27FC236}">
                    <a16:creationId xmlns:a16="http://schemas.microsoft.com/office/drawing/2014/main" id="{64F3894A-EC0C-979F-7502-359D0D836CA7}"/>
                  </a:ext>
                </a:extLst>
              </p:cNvPr>
              <p:cNvSpPr/>
              <p:nvPr/>
            </p:nvSpPr>
            <p:spPr>
              <a:xfrm>
                <a:off x="5333244" y="5261451"/>
                <a:ext cx="38862" cy="3238"/>
              </a:xfrm>
              <a:custGeom>
                <a:avLst/>
                <a:gdLst>
                  <a:gd name="connsiteX0" fmla="*/ 38862 w 38862"/>
                  <a:gd name="connsiteY0" fmla="*/ 3238 h 3238"/>
                  <a:gd name="connsiteX1" fmla="*/ 0 w 38862"/>
                  <a:gd name="connsiteY1" fmla="*/ 3238 h 3238"/>
                  <a:gd name="connsiteX2" fmla="*/ 0 w 38862"/>
                  <a:gd name="connsiteY2" fmla="*/ 0 h 3238"/>
                  <a:gd name="connsiteX3" fmla="*/ 38862 w 38862"/>
                  <a:gd name="connsiteY3" fmla="*/ 0 h 3238"/>
                  <a:gd name="connsiteX4" fmla="*/ 38862 w 38862"/>
                  <a:gd name="connsiteY4" fmla="*/ 3238 h 3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862" h="3238">
                    <a:moveTo>
                      <a:pt x="38862" y="3238"/>
                    </a:moveTo>
                    <a:lnTo>
                      <a:pt x="0" y="3238"/>
                    </a:lnTo>
                    <a:lnTo>
                      <a:pt x="0" y="0"/>
                    </a:lnTo>
                    <a:lnTo>
                      <a:pt x="38862" y="0"/>
                    </a:lnTo>
                    <a:lnTo>
                      <a:pt x="38862" y="3238"/>
                    </a:lnTo>
                    <a:close/>
                  </a:path>
                </a:pathLst>
              </a:custGeom>
              <a:solidFill>
                <a:srgbClr val="231F20"/>
              </a:solidFill>
              <a:ln w="2249" cap="flat">
                <a:noFill/>
                <a:prstDash val="solid"/>
                <a:miter/>
              </a:ln>
            </p:spPr>
            <p:txBody>
              <a:bodyPr rtlCol="0" anchor="ctr"/>
              <a:lstStyle/>
              <a:p>
                <a:endParaRPr lang="en-US"/>
              </a:p>
            </p:txBody>
          </p:sp>
          <p:sp>
            <p:nvSpPr>
              <p:cNvPr id="18451" name="Freeform 18450">
                <a:extLst>
                  <a:ext uri="{FF2B5EF4-FFF2-40B4-BE49-F238E27FC236}">
                    <a16:creationId xmlns:a16="http://schemas.microsoft.com/office/drawing/2014/main" id="{D76ABBF9-EEA7-80C8-AD71-630A85EF7744}"/>
                  </a:ext>
                </a:extLst>
              </p:cNvPr>
              <p:cNvSpPr/>
              <p:nvPr/>
            </p:nvSpPr>
            <p:spPr>
              <a:xfrm>
                <a:off x="5343432" y="5228301"/>
                <a:ext cx="29483" cy="26357"/>
              </a:xfrm>
              <a:custGeom>
                <a:avLst/>
                <a:gdLst>
                  <a:gd name="connsiteX0" fmla="*/ 12369 w 29483"/>
                  <a:gd name="connsiteY0" fmla="*/ 12032 h 26357"/>
                  <a:gd name="connsiteX1" fmla="*/ 12054 w 29483"/>
                  <a:gd name="connsiteY1" fmla="*/ 9850 h 26357"/>
                  <a:gd name="connsiteX2" fmla="*/ 11470 w 29483"/>
                  <a:gd name="connsiteY2" fmla="*/ 7782 h 26357"/>
                  <a:gd name="connsiteX3" fmla="*/ 10210 w 29483"/>
                  <a:gd name="connsiteY3" fmla="*/ 6792 h 26357"/>
                  <a:gd name="connsiteX4" fmla="*/ 8568 w 29483"/>
                  <a:gd name="connsiteY4" fmla="*/ 6612 h 26357"/>
                  <a:gd name="connsiteX5" fmla="*/ 4498 w 29483"/>
                  <a:gd name="connsiteY5" fmla="*/ 8209 h 26357"/>
                  <a:gd name="connsiteX6" fmla="*/ 2901 w 29483"/>
                  <a:gd name="connsiteY6" fmla="*/ 13584 h 26357"/>
                  <a:gd name="connsiteX7" fmla="*/ 3193 w 29483"/>
                  <a:gd name="connsiteY7" fmla="*/ 16665 h 26357"/>
                  <a:gd name="connsiteX8" fmla="*/ 4228 w 29483"/>
                  <a:gd name="connsiteY8" fmla="*/ 19116 h 26357"/>
                  <a:gd name="connsiteX9" fmla="*/ 6162 w 29483"/>
                  <a:gd name="connsiteY9" fmla="*/ 20848 h 26357"/>
                  <a:gd name="connsiteX10" fmla="*/ 9221 w 29483"/>
                  <a:gd name="connsiteY10" fmla="*/ 21748 h 26357"/>
                  <a:gd name="connsiteX11" fmla="*/ 9221 w 29483"/>
                  <a:gd name="connsiteY11" fmla="*/ 25031 h 26357"/>
                  <a:gd name="connsiteX12" fmla="*/ 4993 w 29483"/>
                  <a:gd name="connsiteY12" fmla="*/ 23906 h 26357"/>
                  <a:gd name="connsiteX13" fmla="*/ 2136 w 29483"/>
                  <a:gd name="connsiteY13" fmla="*/ 21388 h 26357"/>
                  <a:gd name="connsiteX14" fmla="*/ 517 w 29483"/>
                  <a:gd name="connsiteY14" fmla="*/ 17834 h 26357"/>
                  <a:gd name="connsiteX15" fmla="*/ 0 w 29483"/>
                  <a:gd name="connsiteY15" fmla="*/ 13539 h 26357"/>
                  <a:gd name="connsiteX16" fmla="*/ 450 w 29483"/>
                  <a:gd name="connsiteY16" fmla="*/ 9581 h 26357"/>
                  <a:gd name="connsiteX17" fmla="*/ 1912 w 29483"/>
                  <a:gd name="connsiteY17" fmla="*/ 6342 h 26357"/>
                  <a:gd name="connsiteX18" fmla="*/ 4588 w 29483"/>
                  <a:gd name="connsiteY18" fmla="*/ 4183 h 26357"/>
                  <a:gd name="connsiteX19" fmla="*/ 8681 w 29483"/>
                  <a:gd name="connsiteY19" fmla="*/ 3396 h 26357"/>
                  <a:gd name="connsiteX20" fmla="*/ 23906 w 29483"/>
                  <a:gd name="connsiteY20" fmla="*/ 3396 h 26357"/>
                  <a:gd name="connsiteX21" fmla="*/ 26313 w 29483"/>
                  <a:gd name="connsiteY21" fmla="*/ 2721 h 26357"/>
                  <a:gd name="connsiteX22" fmla="*/ 26065 w 29483"/>
                  <a:gd name="connsiteY22" fmla="*/ 0 h 26357"/>
                  <a:gd name="connsiteX23" fmla="*/ 28607 w 29483"/>
                  <a:gd name="connsiteY23" fmla="*/ 0 h 26357"/>
                  <a:gd name="connsiteX24" fmla="*/ 28922 w 29483"/>
                  <a:gd name="connsiteY24" fmla="*/ 1102 h 26357"/>
                  <a:gd name="connsiteX25" fmla="*/ 29146 w 29483"/>
                  <a:gd name="connsiteY25" fmla="*/ 2541 h 26357"/>
                  <a:gd name="connsiteX26" fmla="*/ 28989 w 29483"/>
                  <a:gd name="connsiteY26" fmla="*/ 4003 h 26357"/>
                  <a:gd name="connsiteX27" fmla="*/ 28472 w 29483"/>
                  <a:gd name="connsiteY27" fmla="*/ 5308 h 26357"/>
                  <a:gd name="connsiteX28" fmla="*/ 27505 w 29483"/>
                  <a:gd name="connsiteY28" fmla="*/ 6095 h 26357"/>
                  <a:gd name="connsiteX29" fmla="*/ 26268 w 29483"/>
                  <a:gd name="connsiteY29" fmla="*/ 6500 h 26357"/>
                  <a:gd name="connsiteX30" fmla="*/ 24828 w 29483"/>
                  <a:gd name="connsiteY30" fmla="*/ 6612 h 26357"/>
                  <a:gd name="connsiteX31" fmla="*/ 28292 w 29483"/>
                  <a:gd name="connsiteY31" fmla="*/ 11312 h 26357"/>
                  <a:gd name="connsiteX32" fmla="*/ 29484 w 29483"/>
                  <a:gd name="connsiteY32" fmla="*/ 17025 h 26357"/>
                  <a:gd name="connsiteX33" fmla="*/ 28989 w 29483"/>
                  <a:gd name="connsiteY33" fmla="*/ 20556 h 26357"/>
                  <a:gd name="connsiteX34" fmla="*/ 27482 w 29483"/>
                  <a:gd name="connsiteY34" fmla="*/ 23547 h 26357"/>
                  <a:gd name="connsiteX35" fmla="*/ 24963 w 29483"/>
                  <a:gd name="connsiteY35" fmla="*/ 25593 h 26357"/>
                  <a:gd name="connsiteX36" fmla="*/ 21433 w 29483"/>
                  <a:gd name="connsiteY36" fmla="*/ 26358 h 26357"/>
                  <a:gd name="connsiteX37" fmla="*/ 13021 w 29483"/>
                  <a:gd name="connsiteY37" fmla="*/ 16597 h 26357"/>
                  <a:gd name="connsiteX38" fmla="*/ 12437 w 29483"/>
                  <a:gd name="connsiteY38" fmla="*/ 12122 h 26357"/>
                  <a:gd name="connsiteX39" fmla="*/ 13988 w 29483"/>
                  <a:gd name="connsiteY39" fmla="*/ 6590 h 26357"/>
                  <a:gd name="connsiteX40" fmla="*/ 15113 w 29483"/>
                  <a:gd name="connsiteY40" fmla="*/ 10750 h 26357"/>
                  <a:gd name="connsiteX41" fmla="*/ 15540 w 29483"/>
                  <a:gd name="connsiteY41" fmla="*/ 14956 h 26357"/>
                  <a:gd name="connsiteX42" fmla="*/ 17205 w 29483"/>
                  <a:gd name="connsiteY42" fmla="*/ 20758 h 26357"/>
                  <a:gd name="connsiteX43" fmla="*/ 21477 w 29483"/>
                  <a:gd name="connsiteY43" fmla="*/ 22827 h 26357"/>
                  <a:gd name="connsiteX44" fmla="*/ 23726 w 29483"/>
                  <a:gd name="connsiteY44" fmla="*/ 22310 h 26357"/>
                  <a:gd name="connsiteX45" fmla="*/ 25301 w 29483"/>
                  <a:gd name="connsiteY45" fmla="*/ 20960 h 26357"/>
                  <a:gd name="connsiteX46" fmla="*/ 26223 w 29483"/>
                  <a:gd name="connsiteY46" fmla="*/ 19026 h 26357"/>
                  <a:gd name="connsiteX47" fmla="*/ 26515 w 29483"/>
                  <a:gd name="connsiteY47" fmla="*/ 16777 h 26357"/>
                  <a:gd name="connsiteX48" fmla="*/ 26020 w 29483"/>
                  <a:gd name="connsiteY48" fmla="*/ 12999 h 26357"/>
                  <a:gd name="connsiteX49" fmla="*/ 24536 w 29483"/>
                  <a:gd name="connsiteY49" fmla="*/ 9738 h 26357"/>
                  <a:gd name="connsiteX50" fmla="*/ 21995 w 29483"/>
                  <a:gd name="connsiteY50" fmla="*/ 7444 h 26357"/>
                  <a:gd name="connsiteX51" fmla="*/ 18352 w 29483"/>
                  <a:gd name="connsiteY51" fmla="*/ 6590 h 26357"/>
                  <a:gd name="connsiteX52" fmla="*/ 13988 w 29483"/>
                  <a:gd name="connsiteY52" fmla="*/ 6590 h 26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9483" h="26357">
                    <a:moveTo>
                      <a:pt x="12369" y="12032"/>
                    </a:moveTo>
                    <a:cubicBezTo>
                      <a:pt x="12302" y="11425"/>
                      <a:pt x="12189" y="10683"/>
                      <a:pt x="12054" y="9850"/>
                    </a:cubicBezTo>
                    <a:cubicBezTo>
                      <a:pt x="11919" y="8996"/>
                      <a:pt x="11717" y="8321"/>
                      <a:pt x="11470" y="7782"/>
                    </a:cubicBezTo>
                    <a:cubicBezTo>
                      <a:pt x="11222" y="7242"/>
                      <a:pt x="10795" y="6904"/>
                      <a:pt x="10210" y="6792"/>
                    </a:cubicBezTo>
                    <a:cubicBezTo>
                      <a:pt x="9626" y="6657"/>
                      <a:pt x="9063" y="6612"/>
                      <a:pt x="8568" y="6612"/>
                    </a:cubicBezTo>
                    <a:cubicBezTo>
                      <a:pt x="6904" y="6612"/>
                      <a:pt x="5555" y="7152"/>
                      <a:pt x="4498" y="8209"/>
                    </a:cubicBezTo>
                    <a:cubicBezTo>
                      <a:pt x="3441" y="9266"/>
                      <a:pt x="2901" y="11065"/>
                      <a:pt x="2901" y="13584"/>
                    </a:cubicBezTo>
                    <a:cubicBezTo>
                      <a:pt x="2901" y="14708"/>
                      <a:pt x="2991" y="15720"/>
                      <a:pt x="3193" y="16665"/>
                    </a:cubicBezTo>
                    <a:cubicBezTo>
                      <a:pt x="3396" y="17610"/>
                      <a:pt x="3733" y="18419"/>
                      <a:pt x="4228" y="19116"/>
                    </a:cubicBezTo>
                    <a:cubicBezTo>
                      <a:pt x="4723" y="19813"/>
                      <a:pt x="5353" y="20398"/>
                      <a:pt x="6162" y="20848"/>
                    </a:cubicBezTo>
                    <a:cubicBezTo>
                      <a:pt x="6972" y="21298"/>
                      <a:pt x="7984" y="21590"/>
                      <a:pt x="9221" y="21748"/>
                    </a:cubicBezTo>
                    <a:lnTo>
                      <a:pt x="9221" y="25031"/>
                    </a:lnTo>
                    <a:cubicBezTo>
                      <a:pt x="7556" y="24919"/>
                      <a:pt x="6162" y="24536"/>
                      <a:pt x="4993" y="23906"/>
                    </a:cubicBezTo>
                    <a:cubicBezTo>
                      <a:pt x="3823" y="23254"/>
                      <a:pt x="2879" y="22422"/>
                      <a:pt x="2136" y="21388"/>
                    </a:cubicBezTo>
                    <a:cubicBezTo>
                      <a:pt x="1394" y="20353"/>
                      <a:pt x="855" y="19184"/>
                      <a:pt x="517" y="17834"/>
                    </a:cubicBezTo>
                    <a:cubicBezTo>
                      <a:pt x="180" y="16485"/>
                      <a:pt x="0" y="15046"/>
                      <a:pt x="0" y="13539"/>
                    </a:cubicBezTo>
                    <a:cubicBezTo>
                      <a:pt x="0" y="12144"/>
                      <a:pt x="157" y="10818"/>
                      <a:pt x="450" y="9581"/>
                    </a:cubicBezTo>
                    <a:cubicBezTo>
                      <a:pt x="765" y="8344"/>
                      <a:pt x="1237" y="7264"/>
                      <a:pt x="1912" y="6342"/>
                    </a:cubicBezTo>
                    <a:cubicBezTo>
                      <a:pt x="2586" y="5420"/>
                      <a:pt x="3463" y="4701"/>
                      <a:pt x="4588" y="4183"/>
                    </a:cubicBezTo>
                    <a:cubicBezTo>
                      <a:pt x="5712" y="3666"/>
                      <a:pt x="7062" y="3396"/>
                      <a:pt x="8681" y="3396"/>
                    </a:cubicBezTo>
                    <a:lnTo>
                      <a:pt x="23906" y="3396"/>
                    </a:lnTo>
                    <a:cubicBezTo>
                      <a:pt x="25166" y="3396"/>
                      <a:pt x="25975" y="3171"/>
                      <a:pt x="26313" y="2721"/>
                    </a:cubicBezTo>
                    <a:cubicBezTo>
                      <a:pt x="26650" y="2271"/>
                      <a:pt x="26583" y="1372"/>
                      <a:pt x="26065" y="0"/>
                    </a:cubicBezTo>
                    <a:lnTo>
                      <a:pt x="28607" y="0"/>
                    </a:lnTo>
                    <a:cubicBezTo>
                      <a:pt x="28674" y="248"/>
                      <a:pt x="28787" y="630"/>
                      <a:pt x="28922" y="1102"/>
                    </a:cubicBezTo>
                    <a:cubicBezTo>
                      <a:pt x="29056" y="1597"/>
                      <a:pt x="29146" y="2069"/>
                      <a:pt x="29146" y="2541"/>
                    </a:cubicBezTo>
                    <a:cubicBezTo>
                      <a:pt x="29146" y="3036"/>
                      <a:pt x="29101" y="3531"/>
                      <a:pt x="28989" y="4003"/>
                    </a:cubicBezTo>
                    <a:cubicBezTo>
                      <a:pt x="28922" y="4543"/>
                      <a:pt x="28742" y="4970"/>
                      <a:pt x="28472" y="5308"/>
                    </a:cubicBezTo>
                    <a:cubicBezTo>
                      <a:pt x="28202" y="5622"/>
                      <a:pt x="27887" y="5892"/>
                      <a:pt x="27505" y="6095"/>
                    </a:cubicBezTo>
                    <a:cubicBezTo>
                      <a:pt x="27122" y="6297"/>
                      <a:pt x="26718" y="6432"/>
                      <a:pt x="26268" y="6500"/>
                    </a:cubicBezTo>
                    <a:cubicBezTo>
                      <a:pt x="25818" y="6567"/>
                      <a:pt x="25346" y="6612"/>
                      <a:pt x="24828" y="6612"/>
                    </a:cubicBezTo>
                    <a:cubicBezTo>
                      <a:pt x="26335" y="7984"/>
                      <a:pt x="27482" y="9536"/>
                      <a:pt x="28292" y="11312"/>
                    </a:cubicBezTo>
                    <a:cubicBezTo>
                      <a:pt x="29079" y="13067"/>
                      <a:pt x="29484" y="14978"/>
                      <a:pt x="29484" y="17025"/>
                    </a:cubicBezTo>
                    <a:cubicBezTo>
                      <a:pt x="29484" y="18239"/>
                      <a:pt x="29326" y="19431"/>
                      <a:pt x="28989" y="20556"/>
                    </a:cubicBezTo>
                    <a:cubicBezTo>
                      <a:pt x="28674" y="21680"/>
                      <a:pt x="28157" y="22692"/>
                      <a:pt x="27482" y="23547"/>
                    </a:cubicBezTo>
                    <a:cubicBezTo>
                      <a:pt x="26807" y="24401"/>
                      <a:pt x="25953" y="25098"/>
                      <a:pt x="24963" y="25593"/>
                    </a:cubicBezTo>
                    <a:cubicBezTo>
                      <a:pt x="23974" y="26088"/>
                      <a:pt x="22804" y="26358"/>
                      <a:pt x="21433" y="26358"/>
                    </a:cubicBezTo>
                    <a:cubicBezTo>
                      <a:pt x="16687" y="26358"/>
                      <a:pt x="13876" y="23097"/>
                      <a:pt x="13021" y="16597"/>
                    </a:cubicBezTo>
                    <a:lnTo>
                      <a:pt x="12437" y="12122"/>
                    </a:lnTo>
                    <a:close/>
                    <a:moveTo>
                      <a:pt x="13988" y="6590"/>
                    </a:moveTo>
                    <a:cubicBezTo>
                      <a:pt x="14573" y="7961"/>
                      <a:pt x="14933" y="9333"/>
                      <a:pt x="15113" y="10750"/>
                    </a:cubicBezTo>
                    <a:cubicBezTo>
                      <a:pt x="15293" y="12144"/>
                      <a:pt x="15428" y="13561"/>
                      <a:pt x="15540" y="14956"/>
                    </a:cubicBezTo>
                    <a:cubicBezTo>
                      <a:pt x="15720" y="17429"/>
                      <a:pt x="16282" y="19364"/>
                      <a:pt x="17205" y="20758"/>
                    </a:cubicBezTo>
                    <a:cubicBezTo>
                      <a:pt x="18149" y="22152"/>
                      <a:pt x="19566" y="22827"/>
                      <a:pt x="21477" y="22827"/>
                    </a:cubicBezTo>
                    <a:cubicBezTo>
                      <a:pt x="22332" y="22827"/>
                      <a:pt x="23097" y="22647"/>
                      <a:pt x="23726" y="22310"/>
                    </a:cubicBezTo>
                    <a:cubicBezTo>
                      <a:pt x="24356" y="21972"/>
                      <a:pt x="24873" y="21523"/>
                      <a:pt x="25301" y="20960"/>
                    </a:cubicBezTo>
                    <a:cubicBezTo>
                      <a:pt x="25705" y="20398"/>
                      <a:pt x="26020" y="19746"/>
                      <a:pt x="26223" y="19026"/>
                    </a:cubicBezTo>
                    <a:cubicBezTo>
                      <a:pt x="26425" y="18307"/>
                      <a:pt x="26515" y="17542"/>
                      <a:pt x="26515" y="16777"/>
                    </a:cubicBezTo>
                    <a:cubicBezTo>
                      <a:pt x="26515" y="15473"/>
                      <a:pt x="26358" y="14214"/>
                      <a:pt x="26020" y="12999"/>
                    </a:cubicBezTo>
                    <a:cubicBezTo>
                      <a:pt x="25705" y="11785"/>
                      <a:pt x="25211" y="10683"/>
                      <a:pt x="24536" y="9738"/>
                    </a:cubicBezTo>
                    <a:cubicBezTo>
                      <a:pt x="23861" y="8794"/>
                      <a:pt x="23029" y="8029"/>
                      <a:pt x="21995" y="7444"/>
                    </a:cubicBezTo>
                    <a:cubicBezTo>
                      <a:pt x="20960" y="6882"/>
                      <a:pt x="19746" y="6590"/>
                      <a:pt x="18352" y="6590"/>
                    </a:cubicBezTo>
                    <a:lnTo>
                      <a:pt x="13988" y="6590"/>
                    </a:lnTo>
                    <a:close/>
                  </a:path>
                </a:pathLst>
              </a:custGeom>
              <a:solidFill>
                <a:srgbClr val="231F20"/>
              </a:solidFill>
              <a:ln w="2249" cap="flat">
                <a:noFill/>
                <a:prstDash val="solid"/>
                <a:miter/>
              </a:ln>
            </p:spPr>
            <p:txBody>
              <a:bodyPr rtlCol="0" anchor="ctr"/>
              <a:lstStyle/>
              <a:p>
                <a:endParaRPr lang="en-US"/>
              </a:p>
            </p:txBody>
          </p:sp>
          <p:sp>
            <p:nvSpPr>
              <p:cNvPr id="18452" name="Freeform 18451">
                <a:extLst>
                  <a:ext uri="{FF2B5EF4-FFF2-40B4-BE49-F238E27FC236}">
                    <a16:creationId xmlns:a16="http://schemas.microsoft.com/office/drawing/2014/main" id="{E10C0504-BD3B-BF29-6AD9-0F7129A4BC3E}"/>
                  </a:ext>
                </a:extLst>
              </p:cNvPr>
              <p:cNvSpPr/>
              <p:nvPr/>
            </p:nvSpPr>
            <p:spPr>
              <a:xfrm>
                <a:off x="5343387" y="5210534"/>
                <a:ext cx="28719" cy="12481"/>
              </a:xfrm>
              <a:custGeom>
                <a:avLst/>
                <a:gdLst>
                  <a:gd name="connsiteX0" fmla="*/ 28719 w 28719"/>
                  <a:gd name="connsiteY0" fmla="*/ 9243 h 12481"/>
                  <a:gd name="connsiteX1" fmla="*/ 28719 w 28719"/>
                  <a:gd name="connsiteY1" fmla="*/ 12482 h 12481"/>
                  <a:gd name="connsiteX2" fmla="*/ 765 w 28719"/>
                  <a:gd name="connsiteY2" fmla="*/ 12482 h 12481"/>
                  <a:gd name="connsiteX3" fmla="*/ 765 w 28719"/>
                  <a:gd name="connsiteY3" fmla="*/ 9243 h 12481"/>
                  <a:gd name="connsiteX4" fmla="*/ 6005 w 28719"/>
                  <a:gd name="connsiteY4" fmla="*/ 9243 h 12481"/>
                  <a:gd name="connsiteX5" fmla="*/ 6005 w 28719"/>
                  <a:gd name="connsiteY5" fmla="*/ 9131 h 12481"/>
                  <a:gd name="connsiteX6" fmla="*/ 1327 w 28719"/>
                  <a:gd name="connsiteY6" fmla="*/ 5645 h 12481"/>
                  <a:gd name="connsiteX7" fmla="*/ 0 w 28719"/>
                  <a:gd name="connsiteY7" fmla="*/ 0 h 12481"/>
                  <a:gd name="connsiteX8" fmla="*/ 3508 w 28719"/>
                  <a:gd name="connsiteY8" fmla="*/ 0 h 12481"/>
                  <a:gd name="connsiteX9" fmla="*/ 4363 w 28719"/>
                  <a:gd name="connsiteY9" fmla="*/ 4543 h 12481"/>
                  <a:gd name="connsiteX10" fmla="*/ 6837 w 28719"/>
                  <a:gd name="connsiteY10" fmla="*/ 7376 h 12481"/>
                  <a:gd name="connsiteX11" fmla="*/ 10525 w 28719"/>
                  <a:gd name="connsiteY11" fmla="*/ 8838 h 12481"/>
                  <a:gd name="connsiteX12" fmla="*/ 14978 w 28719"/>
                  <a:gd name="connsiteY12" fmla="*/ 9243 h 12481"/>
                  <a:gd name="connsiteX13" fmla="*/ 28697 w 28719"/>
                  <a:gd name="connsiteY13" fmla="*/ 9243 h 1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719" h="12481">
                    <a:moveTo>
                      <a:pt x="28719" y="9243"/>
                    </a:moveTo>
                    <a:lnTo>
                      <a:pt x="28719" y="12482"/>
                    </a:lnTo>
                    <a:lnTo>
                      <a:pt x="765" y="12482"/>
                    </a:lnTo>
                    <a:lnTo>
                      <a:pt x="765" y="9243"/>
                    </a:lnTo>
                    <a:lnTo>
                      <a:pt x="6005" y="9243"/>
                    </a:lnTo>
                    <a:lnTo>
                      <a:pt x="6005" y="9131"/>
                    </a:lnTo>
                    <a:cubicBezTo>
                      <a:pt x="3778" y="8231"/>
                      <a:pt x="2226" y="7062"/>
                      <a:pt x="1327" y="5645"/>
                    </a:cubicBezTo>
                    <a:cubicBezTo>
                      <a:pt x="450" y="4228"/>
                      <a:pt x="0" y="2339"/>
                      <a:pt x="0" y="0"/>
                    </a:cubicBezTo>
                    <a:lnTo>
                      <a:pt x="3508" y="0"/>
                    </a:lnTo>
                    <a:cubicBezTo>
                      <a:pt x="3463" y="1844"/>
                      <a:pt x="3756" y="3351"/>
                      <a:pt x="4363" y="4543"/>
                    </a:cubicBezTo>
                    <a:cubicBezTo>
                      <a:pt x="4970" y="5735"/>
                      <a:pt x="5802" y="6679"/>
                      <a:pt x="6837" y="7376"/>
                    </a:cubicBezTo>
                    <a:cubicBezTo>
                      <a:pt x="7871" y="8074"/>
                      <a:pt x="9108" y="8568"/>
                      <a:pt x="10525" y="8838"/>
                    </a:cubicBezTo>
                    <a:cubicBezTo>
                      <a:pt x="11942" y="9108"/>
                      <a:pt x="13426" y="9243"/>
                      <a:pt x="14978" y="9243"/>
                    </a:cubicBezTo>
                    <a:lnTo>
                      <a:pt x="28697" y="9243"/>
                    </a:lnTo>
                    <a:close/>
                  </a:path>
                </a:pathLst>
              </a:custGeom>
              <a:solidFill>
                <a:srgbClr val="231F20"/>
              </a:solidFill>
              <a:ln w="2249" cap="flat">
                <a:noFill/>
                <a:prstDash val="solid"/>
                <a:miter/>
              </a:ln>
            </p:spPr>
            <p:txBody>
              <a:bodyPr rtlCol="0" anchor="ctr"/>
              <a:lstStyle/>
              <a:p>
                <a:endParaRPr lang="en-US"/>
              </a:p>
            </p:txBody>
          </p:sp>
          <p:sp>
            <p:nvSpPr>
              <p:cNvPr id="18453" name="Freeform 18452">
                <a:extLst>
                  <a:ext uri="{FF2B5EF4-FFF2-40B4-BE49-F238E27FC236}">
                    <a16:creationId xmlns:a16="http://schemas.microsoft.com/office/drawing/2014/main" id="{586127E1-40FD-D138-E7BF-9EB77860BC78}"/>
                  </a:ext>
                </a:extLst>
              </p:cNvPr>
              <p:cNvSpPr/>
              <p:nvPr/>
            </p:nvSpPr>
            <p:spPr>
              <a:xfrm>
                <a:off x="5333222" y="5201314"/>
                <a:ext cx="38884" cy="3553"/>
              </a:xfrm>
              <a:custGeom>
                <a:avLst/>
                <a:gdLst>
                  <a:gd name="connsiteX0" fmla="*/ 4813 w 38884"/>
                  <a:gd name="connsiteY0" fmla="*/ 3554 h 3553"/>
                  <a:gd name="connsiteX1" fmla="*/ 0 w 38884"/>
                  <a:gd name="connsiteY1" fmla="*/ 3554 h 3553"/>
                  <a:gd name="connsiteX2" fmla="*/ 0 w 38884"/>
                  <a:gd name="connsiteY2" fmla="*/ 0 h 3553"/>
                  <a:gd name="connsiteX3" fmla="*/ 4813 w 38884"/>
                  <a:gd name="connsiteY3" fmla="*/ 0 h 3553"/>
                  <a:gd name="connsiteX4" fmla="*/ 4813 w 38884"/>
                  <a:gd name="connsiteY4" fmla="*/ 3554 h 3553"/>
                  <a:gd name="connsiteX5" fmla="*/ 38885 w 38884"/>
                  <a:gd name="connsiteY5" fmla="*/ 3396 h 3553"/>
                  <a:gd name="connsiteX6" fmla="*/ 10930 w 38884"/>
                  <a:gd name="connsiteY6" fmla="*/ 3396 h 3553"/>
                  <a:gd name="connsiteX7" fmla="*/ 10930 w 38884"/>
                  <a:gd name="connsiteY7" fmla="*/ 158 h 3553"/>
                  <a:gd name="connsiteX8" fmla="*/ 38885 w 38884"/>
                  <a:gd name="connsiteY8" fmla="*/ 158 h 3553"/>
                  <a:gd name="connsiteX9" fmla="*/ 38885 w 38884"/>
                  <a:gd name="connsiteY9" fmla="*/ 3396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84" h="3553">
                    <a:moveTo>
                      <a:pt x="4813" y="3554"/>
                    </a:moveTo>
                    <a:lnTo>
                      <a:pt x="0" y="3554"/>
                    </a:lnTo>
                    <a:lnTo>
                      <a:pt x="0" y="0"/>
                    </a:lnTo>
                    <a:lnTo>
                      <a:pt x="4813" y="0"/>
                    </a:lnTo>
                    <a:lnTo>
                      <a:pt x="4813" y="3554"/>
                    </a:lnTo>
                    <a:close/>
                    <a:moveTo>
                      <a:pt x="38885" y="3396"/>
                    </a:moveTo>
                    <a:lnTo>
                      <a:pt x="10930" y="3396"/>
                    </a:lnTo>
                    <a:lnTo>
                      <a:pt x="10930" y="158"/>
                    </a:lnTo>
                    <a:lnTo>
                      <a:pt x="38885" y="158"/>
                    </a:lnTo>
                    <a:lnTo>
                      <a:pt x="38885" y="3396"/>
                    </a:lnTo>
                    <a:close/>
                  </a:path>
                </a:pathLst>
              </a:custGeom>
              <a:solidFill>
                <a:srgbClr val="231F20"/>
              </a:solidFill>
              <a:ln w="2249" cap="flat">
                <a:noFill/>
                <a:prstDash val="solid"/>
                <a:miter/>
              </a:ln>
            </p:spPr>
            <p:txBody>
              <a:bodyPr rtlCol="0" anchor="ctr"/>
              <a:lstStyle/>
              <a:p>
                <a:endParaRPr lang="en-US"/>
              </a:p>
            </p:txBody>
          </p:sp>
          <p:sp>
            <p:nvSpPr>
              <p:cNvPr id="18454" name="Freeform 18453">
                <a:extLst>
                  <a:ext uri="{FF2B5EF4-FFF2-40B4-BE49-F238E27FC236}">
                    <a16:creationId xmlns:a16="http://schemas.microsoft.com/office/drawing/2014/main" id="{2FB9957C-A7DC-8B57-A951-4BC08EC06FA7}"/>
                  </a:ext>
                </a:extLst>
              </p:cNvPr>
              <p:cNvSpPr/>
              <p:nvPr/>
            </p:nvSpPr>
            <p:spPr>
              <a:xfrm>
                <a:off x="5336370" y="5183389"/>
                <a:ext cx="36500" cy="12616"/>
              </a:xfrm>
              <a:custGeom>
                <a:avLst/>
                <a:gdLst>
                  <a:gd name="connsiteX0" fmla="*/ 35848 w 36500"/>
                  <a:gd name="connsiteY0" fmla="*/ 0 h 12616"/>
                  <a:gd name="connsiteX1" fmla="*/ 36231 w 36500"/>
                  <a:gd name="connsiteY1" fmla="*/ 1574 h 12616"/>
                  <a:gd name="connsiteX2" fmla="*/ 36501 w 36500"/>
                  <a:gd name="connsiteY2" fmla="*/ 3733 h 12616"/>
                  <a:gd name="connsiteX3" fmla="*/ 35286 w 36500"/>
                  <a:gd name="connsiteY3" fmla="*/ 7422 h 12616"/>
                  <a:gd name="connsiteX4" fmla="*/ 30946 w 36500"/>
                  <a:gd name="connsiteY4" fmla="*/ 8681 h 12616"/>
                  <a:gd name="connsiteX5" fmla="*/ 10480 w 36500"/>
                  <a:gd name="connsiteY5" fmla="*/ 8681 h 12616"/>
                  <a:gd name="connsiteX6" fmla="*/ 10480 w 36500"/>
                  <a:gd name="connsiteY6" fmla="*/ 12617 h 12616"/>
                  <a:gd name="connsiteX7" fmla="*/ 7781 w 36500"/>
                  <a:gd name="connsiteY7" fmla="*/ 12617 h 12616"/>
                  <a:gd name="connsiteX8" fmla="*/ 7781 w 36500"/>
                  <a:gd name="connsiteY8" fmla="*/ 8681 h 12616"/>
                  <a:gd name="connsiteX9" fmla="*/ 0 w 36500"/>
                  <a:gd name="connsiteY9" fmla="*/ 8681 h 12616"/>
                  <a:gd name="connsiteX10" fmla="*/ 0 w 36500"/>
                  <a:gd name="connsiteY10" fmla="*/ 5443 h 12616"/>
                  <a:gd name="connsiteX11" fmla="*/ 7781 w 36500"/>
                  <a:gd name="connsiteY11" fmla="*/ 5443 h 12616"/>
                  <a:gd name="connsiteX12" fmla="*/ 7781 w 36500"/>
                  <a:gd name="connsiteY12" fmla="*/ 202 h 12616"/>
                  <a:gd name="connsiteX13" fmla="*/ 10480 w 36500"/>
                  <a:gd name="connsiteY13" fmla="*/ 202 h 12616"/>
                  <a:gd name="connsiteX14" fmla="*/ 10480 w 36500"/>
                  <a:gd name="connsiteY14" fmla="*/ 5443 h 12616"/>
                  <a:gd name="connsiteX15" fmla="*/ 29641 w 36500"/>
                  <a:gd name="connsiteY15" fmla="*/ 5443 h 12616"/>
                  <a:gd name="connsiteX16" fmla="*/ 31418 w 36500"/>
                  <a:gd name="connsiteY16" fmla="*/ 5398 h 12616"/>
                  <a:gd name="connsiteX17" fmla="*/ 32655 w 36500"/>
                  <a:gd name="connsiteY17" fmla="*/ 5083 h 12616"/>
                  <a:gd name="connsiteX18" fmla="*/ 33352 w 36500"/>
                  <a:gd name="connsiteY18" fmla="*/ 4251 h 12616"/>
                  <a:gd name="connsiteX19" fmla="*/ 33577 w 36500"/>
                  <a:gd name="connsiteY19" fmla="*/ 2654 h 12616"/>
                  <a:gd name="connsiteX20" fmla="*/ 33465 w 36500"/>
                  <a:gd name="connsiteY20" fmla="*/ 1327 h 12616"/>
                  <a:gd name="connsiteX21" fmla="*/ 33195 w 36500"/>
                  <a:gd name="connsiteY21" fmla="*/ 0 h 12616"/>
                  <a:gd name="connsiteX22" fmla="*/ 35848 w 36500"/>
                  <a:gd name="connsiteY22" fmla="*/ 0 h 126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500" h="12616">
                    <a:moveTo>
                      <a:pt x="35848" y="0"/>
                    </a:moveTo>
                    <a:cubicBezTo>
                      <a:pt x="35916" y="405"/>
                      <a:pt x="36051" y="922"/>
                      <a:pt x="36231" y="1574"/>
                    </a:cubicBezTo>
                    <a:cubicBezTo>
                      <a:pt x="36411" y="2226"/>
                      <a:pt x="36501" y="2946"/>
                      <a:pt x="36501" y="3733"/>
                    </a:cubicBezTo>
                    <a:cubicBezTo>
                      <a:pt x="36501" y="5353"/>
                      <a:pt x="36096" y="6590"/>
                      <a:pt x="35286" y="7422"/>
                    </a:cubicBezTo>
                    <a:cubicBezTo>
                      <a:pt x="34476" y="8254"/>
                      <a:pt x="33037" y="8681"/>
                      <a:pt x="30946" y="8681"/>
                    </a:cubicBezTo>
                    <a:lnTo>
                      <a:pt x="10480" y="8681"/>
                    </a:lnTo>
                    <a:lnTo>
                      <a:pt x="10480" y="12617"/>
                    </a:lnTo>
                    <a:lnTo>
                      <a:pt x="7781" y="12617"/>
                    </a:lnTo>
                    <a:lnTo>
                      <a:pt x="7781" y="8681"/>
                    </a:lnTo>
                    <a:lnTo>
                      <a:pt x="0" y="8681"/>
                    </a:lnTo>
                    <a:lnTo>
                      <a:pt x="0" y="5443"/>
                    </a:lnTo>
                    <a:lnTo>
                      <a:pt x="7781" y="5443"/>
                    </a:lnTo>
                    <a:lnTo>
                      <a:pt x="7781" y="202"/>
                    </a:lnTo>
                    <a:lnTo>
                      <a:pt x="10480" y="202"/>
                    </a:lnTo>
                    <a:lnTo>
                      <a:pt x="10480" y="5443"/>
                    </a:lnTo>
                    <a:lnTo>
                      <a:pt x="29641" y="5443"/>
                    </a:lnTo>
                    <a:cubicBezTo>
                      <a:pt x="30316" y="5443"/>
                      <a:pt x="30923" y="5443"/>
                      <a:pt x="31418" y="5398"/>
                    </a:cubicBezTo>
                    <a:cubicBezTo>
                      <a:pt x="31913" y="5353"/>
                      <a:pt x="32340" y="5262"/>
                      <a:pt x="32655" y="5083"/>
                    </a:cubicBezTo>
                    <a:cubicBezTo>
                      <a:pt x="32970" y="4903"/>
                      <a:pt x="33217" y="4633"/>
                      <a:pt x="33352" y="4251"/>
                    </a:cubicBezTo>
                    <a:cubicBezTo>
                      <a:pt x="33487" y="3868"/>
                      <a:pt x="33577" y="3351"/>
                      <a:pt x="33577" y="2654"/>
                    </a:cubicBezTo>
                    <a:cubicBezTo>
                      <a:pt x="33577" y="2226"/>
                      <a:pt x="33532" y="1777"/>
                      <a:pt x="33465" y="1327"/>
                    </a:cubicBezTo>
                    <a:cubicBezTo>
                      <a:pt x="33397" y="877"/>
                      <a:pt x="33307" y="427"/>
                      <a:pt x="33195" y="0"/>
                    </a:cubicBezTo>
                    <a:lnTo>
                      <a:pt x="35848" y="0"/>
                    </a:lnTo>
                    <a:close/>
                  </a:path>
                </a:pathLst>
              </a:custGeom>
              <a:solidFill>
                <a:srgbClr val="231F20"/>
              </a:solidFill>
              <a:ln w="2249" cap="flat">
                <a:noFill/>
                <a:prstDash val="solid"/>
                <a:miter/>
              </a:ln>
            </p:spPr>
            <p:txBody>
              <a:bodyPr rtlCol="0" anchor="ctr"/>
              <a:lstStyle/>
              <a:p>
                <a:endParaRPr lang="en-US"/>
              </a:p>
            </p:txBody>
          </p:sp>
          <p:sp>
            <p:nvSpPr>
              <p:cNvPr id="18455" name="Freeform 18454">
                <a:extLst>
                  <a:ext uri="{FF2B5EF4-FFF2-40B4-BE49-F238E27FC236}">
                    <a16:creationId xmlns:a16="http://schemas.microsoft.com/office/drawing/2014/main" id="{25DFE3DF-225A-EBEB-B39C-3D584B568C68}"/>
                  </a:ext>
                </a:extLst>
              </p:cNvPr>
              <p:cNvSpPr/>
              <p:nvPr/>
            </p:nvSpPr>
            <p:spPr>
              <a:xfrm>
                <a:off x="5344174" y="5156110"/>
                <a:ext cx="38974" cy="25030"/>
              </a:xfrm>
              <a:custGeom>
                <a:avLst/>
                <a:gdLst>
                  <a:gd name="connsiteX0" fmla="*/ 35489 w 38974"/>
                  <a:gd name="connsiteY0" fmla="*/ 22332 h 25030"/>
                  <a:gd name="connsiteX1" fmla="*/ 35713 w 38974"/>
                  <a:gd name="connsiteY1" fmla="*/ 21005 h 25030"/>
                  <a:gd name="connsiteX2" fmla="*/ 35826 w 38974"/>
                  <a:gd name="connsiteY2" fmla="*/ 19633 h 25030"/>
                  <a:gd name="connsiteX3" fmla="*/ 34971 w 38974"/>
                  <a:gd name="connsiteY3" fmla="*/ 17429 h 25030"/>
                  <a:gd name="connsiteX4" fmla="*/ 32902 w 38974"/>
                  <a:gd name="connsiteY4" fmla="*/ 15990 h 25030"/>
                  <a:gd name="connsiteX5" fmla="*/ 30361 w 38974"/>
                  <a:gd name="connsiteY5" fmla="*/ 15046 h 25030"/>
                  <a:gd name="connsiteX6" fmla="*/ 28134 w 38974"/>
                  <a:gd name="connsiteY6" fmla="*/ 14191 h 25030"/>
                  <a:gd name="connsiteX7" fmla="*/ 0 w 38974"/>
                  <a:gd name="connsiteY7" fmla="*/ 25031 h 25030"/>
                  <a:gd name="connsiteX8" fmla="*/ 0 w 38974"/>
                  <a:gd name="connsiteY8" fmla="*/ 21410 h 25030"/>
                  <a:gd name="connsiteX9" fmla="*/ 24019 w 38974"/>
                  <a:gd name="connsiteY9" fmla="*/ 12459 h 25030"/>
                  <a:gd name="connsiteX10" fmla="*/ 0 w 38974"/>
                  <a:gd name="connsiteY10" fmla="*/ 3509 h 25030"/>
                  <a:gd name="connsiteX11" fmla="*/ 0 w 38974"/>
                  <a:gd name="connsiteY11" fmla="*/ 0 h 25030"/>
                  <a:gd name="connsiteX12" fmla="*/ 27572 w 38974"/>
                  <a:gd name="connsiteY12" fmla="*/ 10413 h 25030"/>
                  <a:gd name="connsiteX13" fmla="*/ 32318 w 38974"/>
                  <a:gd name="connsiteY13" fmla="*/ 12279 h 25030"/>
                  <a:gd name="connsiteX14" fmla="*/ 35916 w 38974"/>
                  <a:gd name="connsiteY14" fmla="*/ 14169 h 25030"/>
                  <a:gd name="connsiteX15" fmla="*/ 38187 w 38974"/>
                  <a:gd name="connsiteY15" fmla="*/ 16372 h 25030"/>
                  <a:gd name="connsiteX16" fmla="*/ 38975 w 38974"/>
                  <a:gd name="connsiteY16" fmla="*/ 19251 h 25030"/>
                  <a:gd name="connsiteX17" fmla="*/ 38862 w 38974"/>
                  <a:gd name="connsiteY17" fmla="*/ 20893 h 25030"/>
                  <a:gd name="connsiteX18" fmla="*/ 38592 w 38974"/>
                  <a:gd name="connsiteY18" fmla="*/ 22332 h 25030"/>
                  <a:gd name="connsiteX19" fmla="*/ 35511 w 38974"/>
                  <a:gd name="connsiteY19" fmla="*/ 22332 h 25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8974" h="25030">
                    <a:moveTo>
                      <a:pt x="35489" y="22332"/>
                    </a:moveTo>
                    <a:cubicBezTo>
                      <a:pt x="35556" y="21905"/>
                      <a:pt x="35623" y="21455"/>
                      <a:pt x="35713" y="21005"/>
                    </a:cubicBezTo>
                    <a:cubicBezTo>
                      <a:pt x="35804" y="20556"/>
                      <a:pt x="35826" y="20106"/>
                      <a:pt x="35826" y="19633"/>
                    </a:cubicBezTo>
                    <a:cubicBezTo>
                      <a:pt x="35826" y="18734"/>
                      <a:pt x="35534" y="17992"/>
                      <a:pt x="34971" y="17429"/>
                    </a:cubicBezTo>
                    <a:cubicBezTo>
                      <a:pt x="34387" y="16867"/>
                      <a:pt x="33712" y="16372"/>
                      <a:pt x="32902" y="15990"/>
                    </a:cubicBezTo>
                    <a:cubicBezTo>
                      <a:pt x="32093" y="15608"/>
                      <a:pt x="31238" y="15293"/>
                      <a:pt x="30361" y="15046"/>
                    </a:cubicBezTo>
                    <a:cubicBezTo>
                      <a:pt x="29484" y="14798"/>
                      <a:pt x="28742" y="14506"/>
                      <a:pt x="28134" y="14191"/>
                    </a:cubicBezTo>
                    <a:lnTo>
                      <a:pt x="0" y="25031"/>
                    </a:lnTo>
                    <a:lnTo>
                      <a:pt x="0" y="21410"/>
                    </a:lnTo>
                    <a:lnTo>
                      <a:pt x="24019" y="12459"/>
                    </a:lnTo>
                    <a:lnTo>
                      <a:pt x="0" y="3509"/>
                    </a:lnTo>
                    <a:lnTo>
                      <a:pt x="0" y="0"/>
                    </a:lnTo>
                    <a:lnTo>
                      <a:pt x="27572" y="10413"/>
                    </a:lnTo>
                    <a:cubicBezTo>
                      <a:pt x="29327" y="11065"/>
                      <a:pt x="30923" y="11672"/>
                      <a:pt x="32318" y="12279"/>
                    </a:cubicBezTo>
                    <a:cubicBezTo>
                      <a:pt x="33712" y="12864"/>
                      <a:pt x="34926" y="13494"/>
                      <a:pt x="35916" y="14169"/>
                    </a:cubicBezTo>
                    <a:cubicBezTo>
                      <a:pt x="36905" y="14843"/>
                      <a:pt x="37670" y="15563"/>
                      <a:pt x="38187" y="16372"/>
                    </a:cubicBezTo>
                    <a:cubicBezTo>
                      <a:pt x="38704" y="17182"/>
                      <a:pt x="38975" y="18149"/>
                      <a:pt x="38975" y="19251"/>
                    </a:cubicBezTo>
                    <a:cubicBezTo>
                      <a:pt x="38975" y="19836"/>
                      <a:pt x="38930" y="20376"/>
                      <a:pt x="38862" y="20893"/>
                    </a:cubicBezTo>
                    <a:cubicBezTo>
                      <a:pt x="38795" y="21410"/>
                      <a:pt x="38704" y="21882"/>
                      <a:pt x="38592" y="22332"/>
                    </a:cubicBezTo>
                    <a:lnTo>
                      <a:pt x="35511" y="22332"/>
                    </a:lnTo>
                    <a:close/>
                  </a:path>
                </a:pathLst>
              </a:custGeom>
              <a:solidFill>
                <a:srgbClr val="231F20"/>
              </a:solidFill>
              <a:ln w="2249" cap="flat">
                <a:noFill/>
                <a:prstDash val="solid"/>
                <a:miter/>
              </a:ln>
            </p:spPr>
            <p:txBody>
              <a:bodyPr rtlCol="0" anchor="ctr"/>
              <a:lstStyle/>
              <a:p>
                <a:endParaRPr lang="en-US"/>
              </a:p>
            </p:txBody>
          </p:sp>
          <p:sp>
            <p:nvSpPr>
              <p:cNvPr id="18456" name="Freeform 18455">
                <a:extLst>
                  <a:ext uri="{FF2B5EF4-FFF2-40B4-BE49-F238E27FC236}">
                    <a16:creationId xmlns:a16="http://schemas.microsoft.com/office/drawing/2014/main" id="{E5762B8C-B28B-65DB-C0B6-1099B9354757}"/>
                  </a:ext>
                </a:extLst>
              </p:cNvPr>
              <p:cNvSpPr/>
              <p:nvPr/>
            </p:nvSpPr>
            <p:spPr>
              <a:xfrm>
                <a:off x="5332187" y="5140210"/>
                <a:ext cx="50219" cy="11919"/>
              </a:xfrm>
              <a:custGeom>
                <a:avLst/>
                <a:gdLst>
                  <a:gd name="connsiteX0" fmla="*/ 23 w 50219"/>
                  <a:gd name="connsiteY0" fmla="*/ 0 h 11919"/>
                  <a:gd name="connsiteX1" fmla="*/ 12032 w 50219"/>
                  <a:gd name="connsiteY1" fmla="*/ 6072 h 11919"/>
                  <a:gd name="connsiteX2" fmla="*/ 25278 w 50219"/>
                  <a:gd name="connsiteY2" fmla="*/ 8254 h 11919"/>
                  <a:gd name="connsiteX3" fmla="*/ 38345 w 50219"/>
                  <a:gd name="connsiteY3" fmla="*/ 5982 h 11919"/>
                  <a:gd name="connsiteX4" fmla="*/ 50219 w 50219"/>
                  <a:gd name="connsiteY4" fmla="*/ 0 h 11919"/>
                  <a:gd name="connsiteX5" fmla="*/ 50219 w 50219"/>
                  <a:gd name="connsiteY5" fmla="*/ 2744 h 11919"/>
                  <a:gd name="connsiteX6" fmla="*/ 44259 w 50219"/>
                  <a:gd name="connsiteY6" fmla="*/ 6679 h 11919"/>
                  <a:gd name="connsiteX7" fmla="*/ 38367 w 50219"/>
                  <a:gd name="connsiteY7" fmla="*/ 9581 h 11919"/>
                  <a:gd name="connsiteX8" fmla="*/ 32115 w 50219"/>
                  <a:gd name="connsiteY8" fmla="*/ 11335 h 11919"/>
                  <a:gd name="connsiteX9" fmla="*/ 25008 w 50219"/>
                  <a:gd name="connsiteY9" fmla="*/ 11919 h 11919"/>
                  <a:gd name="connsiteX10" fmla="*/ 18014 w 50219"/>
                  <a:gd name="connsiteY10" fmla="*/ 11312 h 11919"/>
                  <a:gd name="connsiteX11" fmla="*/ 11717 w 50219"/>
                  <a:gd name="connsiteY11" fmla="*/ 9536 h 11919"/>
                  <a:gd name="connsiteX12" fmla="*/ 5802 w 50219"/>
                  <a:gd name="connsiteY12" fmla="*/ 6657 h 11919"/>
                  <a:gd name="connsiteX13" fmla="*/ 0 w 50219"/>
                  <a:gd name="connsiteY13" fmla="*/ 2744 h 11919"/>
                  <a:gd name="connsiteX14" fmla="*/ 0 w 50219"/>
                  <a:gd name="connsiteY14" fmla="*/ 0 h 11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0219" h="11919">
                    <a:moveTo>
                      <a:pt x="23" y="0"/>
                    </a:moveTo>
                    <a:cubicBezTo>
                      <a:pt x="3778" y="2586"/>
                      <a:pt x="7759" y="4610"/>
                      <a:pt x="12032" y="6072"/>
                    </a:cubicBezTo>
                    <a:cubicBezTo>
                      <a:pt x="16305" y="7534"/>
                      <a:pt x="20713" y="8254"/>
                      <a:pt x="25278" y="8254"/>
                    </a:cubicBezTo>
                    <a:cubicBezTo>
                      <a:pt x="29844" y="8254"/>
                      <a:pt x="34139" y="7489"/>
                      <a:pt x="38345" y="5982"/>
                    </a:cubicBezTo>
                    <a:cubicBezTo>
                      <a:pt x="42550" y="4475"/>
                      <a:pt x="46508" y="2474"/>
                      <a:pt x="50219" y="0"/>
                    </a:cubicBezTo>
                    <a:lnTo>
                      <a:pt x="50219" y="2744"/>
                    </a:lnTo>
                    <a:cubicBezTo>
                      <a:pt x="48173" y="4228"/>
                      <a:pt x="46171" y="5532"/>
                      <a:pt x="44259" y="6679"/>
                    </a:cubicBezTo>
                    <a:cubicBezTo>
                      <a:pt x="42325" y="7826"/>
                      <a:pt x="40369" y="8794"/>
                      <a:pt x="38367" y="9581"/>
                    </a:cubicBezTo>
                    <a:cubicBezTo>
                      <a:pt x="36365" y="10368"/>
                      <a:pt x="34274" y="10952"/>
                      <a:pt x="32115" y="11335"/>
                    </a:cubicBezTo>
                    <a:cubicBezTo>
                      <a:pt x="29956" y="11717"/>
                      <a:pt x="27572" y="11919"/>
                      <a:pt x="25008" y="11919"/>
                    </a:cubicBezTo>
                    <a:cubicBezTo>
                      <a:pt x="22445" y="11919"/>
                      <a:pt x="20196" y="11717"/>
                      <a:pt x="18014" y="11312"/>
                    </a:cubicBezTo>
                    <a:cubicBezTo>
                      <a:pt x="15832" y="10907"/>
                      <a:pt x="13741" y="10300"/>
                      <a:pt x="11717" y="9536"/>
                    </a:cubicBezTo>
                    <a:cubicBezTo>
                      <a:pt x="9693" y="8748"/>
                      <a:pt x="7736" y="7804"/>
                      <a:pt x="5802" y="6657"/>
                    </a:cubicBezTo>
                    <a:cubicBezTo>
                      <a:pt x="3868" y="5532"/>
                      <a:pt x="1934" y="4228"/>
                      <a:pt x="0" y="2744"/>
                    </a:cubicBezTo>
                    <a:lnTo>
                      <a:pt x="0" y="0"/>
                    </a:lnTo>
                    <a:close/>
                  </a:path>
                </a:pathLst>
              </a:custGeom>
              <a:solidFill>
                <a:srgbClr val="231F20"/>
              </a:solidFill>
              <a:ln w="2249" cap="flat">
                <a:noFill/>
                <a:prstDash val="solid"/>
                <a:miter/>
              </a:ln>
            </p:spPr>
            <p:txBody>
              <a:bodyPr rtlCol="0" anchor="ctr"/>
              <a:lstStyle/>
              <a:p>
                <a:endParaRPr lang="en-US"/>
              </a:p>
            </p:txBody>
          </p:sp>
          <p:sp>
            <p:nvSpPr>
              <p:cNvPr id="18457" name="Freeform 18456">
                <a:extLst>
                  <a:ext uri="{FF2B5EF4-FFF2-40B4-BE49-F238E27FC236}">
                    <a16:creationId xmlns:a16="http://schemas.microsoft.com/office/drawing/2014/main" id="{040869E5-8956-C599-8161-00F5DE7D4BB0}"/>
                  </a:ext>
                </a:extLst>
              </p:cNvPr>
              <p:cNvSpPr/>
              <p:nvPr/>
            </p:nvSpPr>
            <p:spPr>
              <a:xfrm>
                <a:off x="5343387" y="5120621"/>
                <a:ext cx="28719" cy="12481"/>
              </a:xfrm>
              <a:custGeom>
                <a:avLst/>
                <a:gdLst>
                  <a:gd name="connsiteX0" fmla="*/ 28719 w 28719"/>
                  <a:gd name="connsiteY0" fmla="*/ 9243 h 12481"/>
                  <a:gd name="connsiteX1" fmla="*/ 28719 w 28719"/>
                  <a:gd name="connsiteY1" fmla="*/ 12482 h 12481"/>
                  <a:gd name="connsiteX2" fmla="*/ 765 w 28719"/>
                  <a:gd name="connsiteY2" fmla="*/ 12482 h 12481"/>
                  <a:gd name="connsiteX3" fmla="*/ 765 w 28719"/>
                  <a:gd name="connsiteY3" fmla="*/ 9243 h 12481"/>
                  <a:gd name="connsiteX4" fmla="*/ 6005 w 28719"/>
                  <a:gd name="connsiteY4" fmla="*/ 9243 h 12481"/>
                  <a:gd name="connsiteX5" fmla="*/ 6005 w 28719"/>
                  <a:gd name="connsiteY5" fmla="*/ 9131 h 12481"/>
                  <a:gd name="connsiteX6" fmla="*/ 1327 w 28719"/>
                  <a:gd name="connsiteY6" fmla="*/ 5645 h 12481"/>
                  <a:gd name="connsiteX7" fmla="*/ 0 w 28719"/>
                  <a:gd name="connsiteY7" fmla="*/ 0 h 12481"/>
                  <a:gd name="connsiteX8" fmla="*/ 3508 w 28719"/>
                  <a:gd name="connsiteY8" fmla="*/ 0 h 12481"/>
                  <a:gd name="connsiteX9" fmla="*/ 4363 w 28719"/>
                  <a:gd name="connsiteY9" fmla="*/ 4543 h 12481"/>
                  <a:gd name="connsiteX10" fmla="*/ 6837 w 28719"/>
                  <a:gd name="connsiteY10" fmla="*/ 7377 h 12481"/>
                  <a:gd name="connsiteX11" fmla="*/ 10525 w 28719"/>
                  <a:gd name="connsiteY11" fmla="*/ 8839 h 12481"/>
                  <a:gd name="connsiteX12" fmla="*/ 14978 w 28719"/>
                  <a:gd name="connsiteY12" fmla="*/ 9243 h 12481"/>
                  <a:gd name="connsiteX13" fmla="*/ 28697 w 28719"/>
                  <a:gd name="connsiteY13" fmla="*/ 9243 h 1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719" h="12481">
                    <a:moveTo>
                      <a:pt x="28719" y="9243"/>
                    </a:moveTo>
                    <a:lnTo>
                      <a:pt x="28719" y="12482"/>
                    </a:lnTo>
                    <a:lnTo>
                      <a:pt x="765" y="12482"/>
                    </a:lnTo>
                    <a:lnTo>
                      <a:pt x="765" y="9243"/>
                    </a:lnTo>
                    <a:lnTo>
                      <a:pt x="6005" y="9243"/>
                    </a:lnTo>
                    <a:lnTo>
                      <a:pt x="6005" y="9131"/>
                    </a:lnTo>
                    <a:cubicBezTo>
                      <a:pt x="3778" y="8231"/>
                      <a:pt x="2226" y="7062"/>
                      <a:pt x="1327" y="5645"/>
                    </a:cubicBezTo>
                    <a:cubicBezTo>
                      <a:pt x="450" y="4228"/>
                      <a:pt x="0" y="2339"/>
                      <a:pt x="0" y="0"/>
                    </a:cubicBezTo>
                    <a:lnTo>
                      <a:pt x="3508" y="0"/>
                    </a:lnTo>
                    <a:cubicBezTo>
                      <a:pt x="3463" y="1844"/>
                      <a:pt x="3756" y="3351"/>
                      <a:pt x="4363" y="4543"/>
                    </a:cubicBezTo>
                    <a:cubicBezTo>
                      <a:pt x="4970" y="5735"/>
                      <a:pt x="5802" y="6680"/>
                      <a:pt x="6837" y="7377"/>
                    </a:cubicBezTo>
                    <a:cubicBezTo>
                      <a:pt x="7871" y="8074"/>
                      <a:pt x="9108" y="8569"/>
                      <a:pt x="10525" y="8839"/>
                    </a:cubicBezTo>
                    <a:cubicBezTo>
                      <a:pt x="11942" y="9108"/>
                      <a:pt x="13426" y="9243"/>
                      <a:pt x="14978" y="9243"/>
                    </a:cubicBezTo>
                    <a:lnTo>
                      <a:pt x="28697" y="9243"/>
                    </a:lnTo>
                    <a:close/>
                  </a:path>
                </a:pathLst>
              </a:custGeom>
              <a:solidFill>
                <a:srgbClr val="231F20"/>
              </a:solidFill>
              <a:ln w="2249" cap="flat">
                <a:noFill/>
                <a:prstDash val="solid"/>
                <a:miter/>
              </a:ln>
            </p:spPr>
            <p:txBody>
              <a:bodyPr rtlCol="0" anchor="ctr"/>
              <a:lstStyle/>
              <a:p>
                <a:endParaRPr lang="en-US"/>
              </a:p>
            </p:txBody>
          </p:sp>
          <p:sp>
            <p:nvSpPr>
              <p:cNvPr id="18458" name="Freeform 18457">
                <a:extLst>
                  <a:ext uri="{FF2B5EF4-FFF2-40B4-BE49-F238E27FC236}">
                    <a16:creationId xmlns:a16="http://schemas.microsoft.com/office/drawing/2014/main" id="{F3A72848-D39D-3BA8-A459-286AFFCBE7BE}"/>
                  </a:ext>
                </a:extLst>
              </p:cNvPr>
              <p:cNvSpPr/>
              <p:nvPr/>
            </p:nvSpPr>
            <p:spPr>
              <a:xfrm>
                <a:off x="5332210" y="5104226"/>
                <a:ext cx="50219" cy="11919"/>
              </a:xfrm>
              <a:custGeom>
                <a:avLst/>
                <a:gdLst>
                  <a:gd name="connsiteX0" fmla="*/ 50197 w 50219"/>
                  <a:gd name="connsiteY0" fmla="*/ 11919 h 11919"/>
                  <a:gd name="connsiteX1" fmla="*/ 38187 w 50219"/>
                  <a:gd name="connsiteY1" fmla="*/ 5847 h 11919"/>
                  <a:gd name="connsiteX2" fmla="*/ 24941 w 50219"/>
                  <a:gd name="connsiteY2" fmla="*/ 3666 h 11919"/>
                  <a:gd name="connsiteX3" fmla="*/ 11874 w 50219"/>
                  <a:gd name="connsiteY3" fmla="*/ 5937 h 11919"/>
                  <a:gd name="connsiteX4" fmla="*/ 0 w 50219"/>
                  <a:gd name="connsiteY4" fmla="*/ 11919 h 11919"/>
                  <a:gd name="connsiteX5" fmla="*/ 0 w 50219"/>
                  <a:gd name="connsiteY5" fmla="*/ 9176 h 11919"/>
                  <a:gd name="connsiteX6" fmla="*/ 5960 w 50219"/>
                  <a:gd name="connsiteY6" fmla="*/ 5240 h 11919"/>
                  <a:gd name="connsiteX7" fmla="*/ 11852 w 50219"/>
                  <a:gd name="connsiteY7" fmla="*/ 2361 h 11919"/>
                  <a:gd name="connsiteX8" fmla="*/ 18104 w 50219"/>
                  <a:gd name="connsiteY8" fmla="*/ 607 h 11919"/>
                  <a:gd name="connsiteX9" fmla="*/ 25211 w 50219"/>
                  <a:gd name="connsiteY9" fmla="*/ 0 h 11919"/>
                  <a:gd name="connsiteX10" fmla="*/ 32205 w 50219"/>
                  <a:gd name="connsiteY10" fmla="*/ 607 h 11919"/>
                  <a:gd name="connsiteX11" fmla="*/ 38502 w 50219"/>
                  <a:gd name="connsiteY11" fmla="*/ 2384 h 11919"/>
                  <a:gd name="connsiteX12" fmla="*/ 44417 w 50219"/>
                  <a:gd name="connsiteY12" fmla="*/ 5285 h 11919"/>
                  <a:gd name="connsiteX13" fmla="*/ 50219 w 50219"/>
                  <a:gd name="connsiteY13" fmla="*/ 9176 h 11919"/>
                  <a:gd name="connsiteX14" fmla="*/ 50219 w 50219"/>
                  <a:gd name="connsiteY14" fmla="*/ 11919 h 11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0219" h="11919">
                    <a:moveTo>
                      <a:pt x="50197" y="11919"/>
                    </a:moveTo>
                    <a:cubicBezTo>
                      <a:pt x="46463" y="9333"/>
                      <a:pt x="42460" y="7309"/>
                      <a:pt x="38187" y="5847"/>
                    </a:cubicBezTo>
                    <a:cubicBezTo>
                      <a:pt x="33914" y="4385"/>
                      <a:pt x="29506" y="3666"/>
                      <a:pt x="24941" y="3666"/>
                    </a:cubicBezTo>
                    <a:cubicBezTo>
                      <a:pt x="20375" y="3666"/>
                      <a:pt x="16080" y="4430"/>
                      <a:pt x="11874" y="5937"/>
                    </a:cubicBezTo>
                    <a:cubicBezTo>
                      <a:pt x="7669" y="7444"/>
                      <a:pt x="3711" y="9446"/>
                      <a:pt x="0" y="11919"/>
                    </a:cubicBezTo>
                    <a:lnTo>
                      <a:pt x="0" y="9176"/>
                    </a:lnTo>
                    <a:cubicBezTo>
                      <a:pt x="2046" y="7691"/>
                      <a:pt x="4048" y="6387"/>
                      <a:pt x="5960" y="5240"/>
                    </a:cubicBezTo>
                    <a:cubicBezTo>
                      <a:pt x="7894" y="4093"/>
                      <a:pt x="9850" y="3126"/>
                      <a:pt x="11852" y="2361"/>
                    </a:cubicBezTo>
                    <a:cubicBezTo>
                      <a:pt x="13853" y="1597"/>
                      <a:pt x="15945" y="1012"/>
                      <a:pt x="18104" y="607"/>
                    </a:cubicBezTo>
                    <a:cubicBezTo>
                      <a:pt x="20286" y="202"/>
                      <a:pt x="22647" y="0"/>
                      <a:pt x="25211" y="0"/>
                    </a:cubicBezTo>
                    <a:cubicBezTo>
                      <a:pt x="27775" y="0"/>
                      <a:pt x="30024" y="202"/>
                      <a:pt x="32205" y="607"/>
                    </a:cubicBezTo>
                    <a:cubicBezTo>
                      <a:pt x="34386" y="1012"/>
                      <a:pt x="36478" y="1619"/>
                      <a:pt x="38502" y="2384"/>
                    </a:cubicBezTo>
                    <a:cubicBezTo>
                      <a:pt x="40526" y="3171"/>
                      <a:pt x="42483" y="4138"/>
                      <a:pt x="44417" y="5285"/>
                    </a:cubicBezTo>
                    <a:cubicBezTo>
                      <a:pt x="46351" y="6432"/>
                      <a:pt x="48285" y="7736"/>
                      <a:pt x="50219" y="9176"/>
                    </a:cubicBezTo>
                    <a:lnTo>
                      <a:pt x="50219" y="11919"/>
                    </a:lnTo>
                    <a:close/>
                  </a:path>
                </a:pathLst>
              </a:custGeom>
              <a:solidFill>
                <a:srgbClr val="231F20"/>
              </a:solidFill>
              <a:ln w="2249" cap="flat">
                <a:noFill/>
                <a:prstDash val="solid"/>
                <a:miter/>
              </a:ln>
            </p:spPr>
            <p:txBody>
              <a:bodyPr rtlCol="0" anchor="ctr"/>
              <a:lstStyle/>
              <a:p>
                <a:endParaRPr lang="en-US"/>
              </a:p>
            </p:txBody>
          </p:sp>
        </p:grpSp>
        <p:grpSp>
          <p:nvGrpSpPr>
            <p:cNvPr id="18513" name="Graphic 4479">
              <a:extLst>
                <a:ext uri="{FF2B5EF4-FFF2-40B4-BE49-F238E27FC236}">
                  <a16:creationId xmlns:a16="http://schemas.microsoft.com/office/drawing/2014/main" id="{C4FB17B8-DEA1-202C-D39A-5F04E6A0E76E}"/>
                </a:ext>
              </a:extLst>
            </p:cNvPr>
            <p:cNvGrpSpPr/>
            <p:nvPr/>
          </p:nvGrpSpPr>
          <p:grpSpPr>
            <a:xfrm>
              <a:off x="1966943" y="3033765"/>
              <a:ext cx="126932" cy="3372378"/>
              <a:chOff x="5171072" y="4822499"/>
              <a:chExt cx="36568" cy="971549"/>
            </a:xfrm>
            <a:solidFill>
              <a:srgbClr val="231F20"/>
            </a:solidFill>
          </p:grpSpPr>
          <p:sp>
            <p:nvSpPr>
              <p:cNvPr id="18514" name="Freeform 18513">
                <a:extLst>
                  <a:ext uri="{FF2B5EF4-FFF2-40B4-BE49-F238E27FC236}">
                    <a16:creationId xmlns:a16="http://schemas.microsoft.com/office/drawing/2014/main" id="{FCBB8D4A-A743-354B-A483-0F8E1159C31A}"/>
                  </a:ext>
                </a:extLst>
              </p:cNvPr>
              <p:cNvSpPr/>
              <p:nvPr/>
            </p:nvSpPr>
            <p:spPr>
              <a:xfrm>
                <a:off x="5189356" y="4854254"/>
                <a:ext cx="2248" cy="908039"/>
              </a:xfrm>
              <a:custGeom>
                <a:avLst/>
                <a:gdLst>
                  <a:gd name="connsiteX0" fmla="*/ 0 w 2248"/>
                  <a:gd name="connsiteY0" fmla="*/ 0 h 908039"/>
                  <a:gd name="connsiteX1" fmla="*/ 0 w 2248"/>
                  <a:gd name="connsiteY1" fmla="*/ 908039 h 908039"/>
                </a:gdLst>
                <a:ahLst/>
                <a:cxnLst>
                  <a:cxn ang="0">
                    <a:pos x="connsiteX0" y="connsiteY0"/>
                  </a:cxn>
                  <a:cxn ang="0">
                    <a:pos x="connsiteX1" y="connsiteY1"/>
                  </a:cxn>
                </a:cxnLst>
                <a:rect l="l" t="t" r="r" b="b"/>
                <a:pathLst>
                  <a:path w="2248" h="908039">
                    <a:moveTo>
                      <a:pt x="0" y="0"/>
                    </a:moveTo>
                    <a:lnTo>
                      <a:pt x="0" y="908039"/>
                    </a:lnTo>
                  </a:path>
                </a:pathLst>
              </a:custGeom>
              <a:ln w="4498" cap="flat">
                <a:solidFill>
                  <a:srgbClr val="231F20"/>
                </a:solidFill>
                <a:prstDash val="solid"/>
                <a:miter/>
              </a:ln>
            </p:spPr>
            <p:txBody>
              <a:bodyPr rtlCol="0" anchor="ctr"/>
              <a:lstStyle/>
              <a:p>
                <a:endParaRPr lang="en-US"/>
              </a:p>
            </p:txBody>
          </p:sp>
          <p:sp>
            <p:nvSpPr>
              <p:cNvPr id="18515" name="Freeform 18514">
                <a:extLst>
                  <a:ext uri="{FF2B5EF4-FFF2-40B4-BE49-F238E27FC236}">
                    <a16:creationId xmlns:a16="http://schemas.microsoft.com/office/drawing/2014/main" id="{21281129-F5F0-3187-E704-72F73469133F}"/>
                  </a:ext>
                </a:extLst>
              </p:cNvPr>
              <p:cNvSpPr/>
              <p:nvPr/>
            </p:nvSpPr>
            <p:spPr>
              <a:xfrm>
                <a:off x="5171072" y="4822499"/>
                <a:ext cx="36568" cy="44754"/>
              </a:xfrm>
              <a:custGeom>
                <a:avLst/>
                <a:gdLst>
                  <a:gd name="connsiteX0" fmla="*/ 18284 w 36568"/>
                  <a:gd name="connsiteY0" fmla="*/ 0 h 44754"/>
                  <a:gd name="connsiteX1" fmla="*/ 0 w 36568"/>
                  <a:gd name="connsiteY1" fmla="*/ 44754 h 44754"/>
                  <a:gd name="connsiteX2" fmla="*/ 18284 w 36568"/>
                  <a:gd name="connsiteY2" fmla="*/ 34139 h 44754"/>
                  <a:gd name="connsiteX3" fmla="*/ 36568 w 36568"/>
                  <a:gd name="connsiteY3" fmla="*/ 44754 h 44754"/>
                  <a:gd name="connsiteX4" fmla="*/ 18284 w 36568"/>
                  <a:gd name="connsiteY4" fmla="*/ 0 h 447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568" h="44754">
                    <a:moveTo>
                      <a:pt x="18284" y="0"/>
                    </a:moveTo>
                    <a:lnTo>
                      <a:pt x="0" y="44754"/>
                    </a:lnTo>
                    <a:lnTo>
                      <a:pt x="18284" y="34139"/>
                    </a:lnTo>
                    <a:lnTo>
                      <a:pt x="36568" y="44754"/>
                    </a:lnTo>
                    <a:lnTo>
                      <a:pt x="18284" y="0"/>
                    </a:lnTo>
                    <a:close/>
                  </a:path>
                </a:pathLst>
              </a:custGeom>
              <a:solidFill>
                <a:srgbClr val="231F20"/>
              </a:solidFill>
              <a:ln w="2249" cap="flat">
                <a:noFill/>
                <a:prstDash val="solid"/>
                <a:miter/>
              </a:ln>
            </p:spPr>
            <p:txBody>
              <a:bodyPr rtlCol="0" anchor="ctr"/>
              <a:lstStyle/>
              <a:p>
                <a:endParaRPr lang="en-US"/>
              </a:p>
            </p:txBody>
          </p:sp>
          <p:sp>
            <p:nvSpPr>
              <p:cNvPr id="18516" name="Freeform 18515">
                <a:extLst>
                  <a:ext uri="{FF2B5EF4-FFF2-40B4-BE49-F238E27FC236}">
                    <a16:creationId xmlns:a16="http://schemas.microsoft.com/office/drawing/2014/main" id="{171242FE-BE07-B1A2-D4D3-8F954DC10B6B}"/>
                  </a:ext>
                </a:extLst>
              </p:cNvPr>
              <p:cNvSpPr/>
              <p:nvPr/>
            </p:nvSpPr>
            <p:spPr>
              <a:xfrm>
                <a:off x="5171072" y="5749295"/>
                <a:ext cx="36568" cy="44754"/>
              </a:xfrm>
              <a:custGeom>
                <a:avLst/>
                <a:gdLst>
                  <a:gd name="connsiteX0" fmla="*/ 18284 w 36568"/>
                  <a:gd name="connsiteY0" fmla="*/ 44754 h 44754"/>
                  <a:gd name="connsiteX1" fmla="*/ 0 w 36568"/>
                  <a:gd name="connsiteY1" fmla="*/ 0 h 44754"/>
                  <a:gd name="connsiteX2" fmla="*/ 18284 w 36568"/>
                  <a:gd name="connsiteY2" fmla="*/ 10615 h 44754"/>
                  <a:gd name="connsiteX3" fmla="*/ 36568 w 36568"/>
                  <a:gd name="connsiteY3" fmla="*/ 0 h 44754"/>
                  <a:gd name="connsiteX4" fmla="*/ 18284 w 36568"/>
                  <a:gd name="connsiteY4" fmla="*/ 44754 h 447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568" h="44754">
                    <a:moveTo>
                      <a:pt x="18284" y="44754"/>
                    </a:moveTo>
                    <a:lnTo>
                      <a:pt x="0" y="0"/>
                    </a:lnTo>
                    <a:lnTo>
                      <a:pt x="18284" y="10615"/>
                    </a:lnTo>
                    <a:lnTo>
                      <a:pt x="36568" y="0"/>
                    </a:lnTo>
                    <a:lnTo>
                      <a:pt x="18284" y="44754"/>
                    </a:lnTo>
                    <a:close/>
                  </a:path>
                </a:pathLst>
              </a:custGeom>
              <a:solidFill>
                <a:srgbClr val="231F20"/>
              </a:solidFill>
              <a:ln w="2249" cap="flat">
                <a:noFill/>
                <a:prstDash val="solid"/>
                <a:miter/>
              </a:ln>
            </p:spPr>
            <p:txBody>
              <a:bodyPr rtlCol="0" anchor="ctr"/>
              <a:lstStyle/>
              <a:p>
                <a:endParaRPr lang="en-US"/>
              </a:p>
            </p:txBody>
          </p:sp>
        </p:grpSp>
        <p:grpSp>
          <p:nvGrpSpPr>
            <p:cNvPr id="18517" name="Graphic 4479">
              <a:extLst>
                <a:ext uri="{FF2B5EF4-FFF2-40B4-BE49-F238E27FC236}">
                  <a16:creationId xmlns:a16="http://schemas.microsoft.com/office/drawing/2014/main" id="{FC4FBC45-8C5E-D2A3-09C7-43E14EF48B85}"/>
                </a:ext>
              </a:extLst>
            </p:cNvPr>
            <p:cNvGrpSpPr/>
            <p:nvPr/>
          </p:nvGrpSpPr>
          <p:grpSpPr>
            <a:xfrm>
              <a:off x="2133453" y="3011595"/>
              <a:ext cx="173147" cy="1439660"/>
              <a:chOff x="5219042" y="4816112"/>
              <a:chExt cx="49882" cy="414752"/>
            </a:xfrm>
            <a:solidFill>
              <a:srgbClr val="231F20"/>
            </a:solidFill>
          </p:grpSpPr>
          <p:sp>
            <p:nvSpPr>
              <p:cNvPr id="18518" name="Freeform 18517">
                <a:extLst>
                  <a:ext uri="{FF2B5EF4-FFF2-40B4-BE49-F238E27FC236}">
                    <a16:creationId xmlns:a16="http://schemas.microsoft.com/office/drawing/2014/main" id="{A846FA53-5BEB-52FF-919D-A7FFD9EE213C}"/>
                  </a:ext>
                </a:extLst>
              </p:cNvPr>
              <p:cNvSpPr/>
              <p:nvPr/>
            </p:nvSpPr>
            <p:spPr>
              <a:xfrm>
                <a:off x="5219042" y="5205159"/>
                <a:ext cx="39626" cy="25705"/>
              </a:xfrm>
              <a:custGeom>
                <a:avLst/>
                <a:gdLst>
                  <a:gd name="connsiteX0" fmla="*/ 38862 w 39626"/>
                  <a:gd name="connsiteY0" fmla="*/ 22467 h 25705"/>
                  <a:gd name="connsiteX1" fmla="*/ 38862 w 39626"/>
                  <a:gd name="connsiteY1" fmla="*/ 25705 h 25705"/>
                  <a:gd name="connsiteX2" fmla="*/ 0 w 39626"/>
                  <a:gd name="connsiteY2" fmla="*/ 25705 h 25705"/>
                  <a:gd name="connsiteX3" fmla="*/ 0 w 39626"/>
                  <a:gd name="connsiteY3" fmla="*/ 22467 h 25705"/>
                  <a:gd name="connsiteX4" fmla="*/ 15383 w 39626"/>
                  <a:gd name="connsiteY4" fmla="*/ 22467 h 25705"/>
                  <a:gd name="connsiteX5" fmla="*/ 11470 w 39626"/>
                  <a:gd name="connsiteY5" fmla="*/ 18171 h 25705"/>
                  <a:gd name="connsiteX6" fmla="*/ 10143 w 39626"/>
                  <a:gd name="connsiteY6" fmla="*/ 12482 h 25705"/>
                  <a:gd name="connsiteX7" fmla="*/ 11357 w 39626"/>
                  <a:gd name="connsiteY7" fmla="*/ 6949 h 25705"/>
                  <a:gd name="connsiteX8" fmla="*/ 14596 w 39626"/>
                  <a:gd name="connsiteY8" fmla="*/ 3059 h 25705"/>
                  <a:gd name="connsiteX9" fmla="*/ 19319 w 39626"/>
                  <a:gd name="connsiteY9" fmla="*/ 765 h 25705"/>
                  <a:gd name="connsiteX10" fmla="*/ 24941 w 39626"/>
                  <a:gd name="connsiteY10" fmla="*/ 0 h 25705"/>
                  <a:gd name="connsiteX11" fmla="*/ 30721 w 39626"/>
                  <a:gd name="connsiteY11" fmla="*/ 697 h 25705"/>
                  <a:gd name="connsiteX12" fmla="*/ 35399 w 39626"/>
                  <a:gd name="connsiteY12" fmla="*/ 2946 h 25705"/>
                  <a:gd name="connsiteX13" fmla="*/ 38502 w 39626"/>
                  <a:gd name="connsiteY13" fmla="*/ 6859 h 25705"/>
                  <a:gd name="connsiteX14" fmla="*/ 39627 w 39626"/>
                  <a:gd name="connsiteY14" fmla="*/ 12639 h 25705"/>
                  <a:gd name="connsiteX15" fmla="*/ 39244 w 39626"/>
                  <a:gd name="connsiteY15" fmla="*/ 15383 h 25705"/>
                  <a:gd name="connsiteX16" fmla="*/ 38165 w 39626"/>
                  <a:gd name="connsiteY16" fmla="*/ 18104 h 25705"/>
                  <a:gd name="connsiteX17" fmla="*/ 36411 w 39626"/>
                  <a:gd name="connsiteY17" fmla="*/ 20533 h 25705"/>
                  <a:gd name="connsiteX18" fmla="*/ 33959 w 39626"/>
                  <a:gd name="connsiteY18" fmla="*/ 22332 h 25705"/>
                  <a:gd name="connsiteX19" fmla="*/ 33959 w 39626"/>
                  <a:gd name="connsiteY19" fmla="*/ 22445 h 25705"/>
                  <a:gd name="connsiteX20" fmla="*/ 38862 w 39626"/>
                  <a:gd name="connsiteY20" fmla="*/ 22445 h 25705"/>
                  <a:gd name="connsiteX21" fmla="*/ 24784 w 39626"/>
                  <a:gd name="connsiteY21" fmla="*/ 22467 h 25705"/>
                  <a:gd name="connsiteX22" fmla="*/ 29506 w 39626"/>
                  <a:gd name="connsiteY22" fmla="*/ 21837 h 25705"/>
                  <a:gd name="connsiteX23" fmla="*/ 33285 w 39626"/>
                  <a:gd name="connsiteY23" fmla="*/ 20038 h 25705"/>
                  <a:gd name="connsiteX24" fmla="*/ 35804 w 39626"/>
                  <a:gd name="connsiteY24" fmla="*/ 17070 h 25705"/>
                  <a:gd name="connsiteX25" fmla="*/ 36726 w 39626"/>
                  <a:gd name="connsiteY25" fmla="*/ 13021 h 25705"/>
                  <a:gd name="connsiteX26" fmla="*/ 36006 w 39626"/>
                  <a:gd name="connsiteY26" fmla="*/ 9243 h 25705"/>
                  <a:gd name="connsiteX27" fmla="*/ 33869 w 39626"/>
                  <a:gd name="connsiteY27" fmla="*/ 6230 h 25705"/>
                  <a:gd name="connsiteX28" fmla="*/ 30451 w 39626"/>
                  <a:gd name="connsiteY28" fmla="*/ 4206 h 25705"/>
                  <a:gd name="connsiteX29" fmla="*/ 25773 w 39626"/>
                  <a:gd name="connsiteY29" fmla="*/ 3486 h 25705"/>
                  <a:gd name="connsiteX30" fmla="*/ 20825 w 39626"/>
                  <a:gd name="connsiteY30" fmla="*/ 3913 h 25705"/>
                  <a:gd name="connsiteX31" fmla="*/ 16800 w 39626"/>
                  <a:gd name="connsiteY31" fmla="*/ 5645 h 25705"/>
                  <a:gd name="connsiteX32" fmla="*/ 14079 w 39626"/>
                  <a:gd name="connsiteY32" fmla="*/ 8703 h 25705"/>
                  <a:gd name="connsiteX33" fmla="*/ 13089 w 39626"/>
                  <a:gd name="connsiteY33" fmla="*/ 13044 h 25705"/>
                  <a:gd name="connsiteX34" fmla="*/ 14033 w 39626"/>
                  <a:gd name="connsiteY34" fmla="*/ 17002 h 25705"/>
                  <a:gd name="connsiteX35" fmla="*/ 16575 w 39626"/>
                  <a:gd name="connsiteY35" fmla="*/ 19971 h 25705"/>
                  <a:gd name="connsiteX36" fmla="*/ 20308 w 39626"/>
                  <a:gd name="connsiteY36" fmla="*/ 21837 h 25705"/>
                  <a:gd name="connsiteX37" fmla="*/ 24806 w 39626"/>
                  <a:gd name="connsiteY37" fmla="*/ 22490 h 257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9626" h="25705">
                    <a:moveTo>
                      <a:pt x="38862" y="22467"/>
                    </a:moveTo>
                    <a:lnTo>
                      <a:pt x="38862" y="25705"/>
                    </a:lnTo>
                    <a:lnTo>
                      <a:pt x="0" y="25705"/>
                    </a:lnTo>
                    <a:lnTo>
                      <a:pt x="0" y="22467"/>
                    </a:lnTo>
                    <a:lnTo>
                      <a:pt x="15383" y="22467"/>
                    </a:lnTo>
                    <a:cubicBezTo>
                      <a:pt x="13651" y="21433"/>
                      <a:pt x="12347" y="19993"/>
                      <a:pt x="11470" y="18171"/>
                    </a:cubicBezTo>
                    <a:cubicBezTo>
                      <a:pt x="10593" y="16350"/>
                      <a:pt x="10143" y="14461"/>
                      <a:pt x="10143" y="12482"/>
                    </a:cubicBezTo>
                    <a:cubicBezTo>
                      <a:pt x="10143" y="10368"/>
                      <a:pt x="10548" y="8523"/>
                      <a:pt x="11357" y="6949"/>
                    </a:cubicBezTo>
                    <a:cubicBezTo>
                      <a:pt x="12167" y="5375"/>
                      <a:pt x="13246" y="4093"/>
                      <a:pt x="14596" y="3059"/>
                    </a:cubicBezTo>
                    <a:cubicBezTo>
                      <a:pt x="15945" y="2024"/>
                      <a:pt x="17519" y="1259"/>
                      <a:pt x="19319" y="765"/>
                    </a:cubicBezTo>
                    <a:cubicBezTo>
                      <a:pt x="21118" y="270"/>
                      <a:pt x="22985" y="0"/>
                      <a:pt x="24941" y="0"/>
                    </a:cubicBezTo>
                    <a:cubicBezTo>
                      <a:pt x="26988" y="0"/>
                      <a:pt x="28922" y="225"/>
                      <a:pt x="30721" y="697"/>
                    </a:cubicBezTo>
                    <a:cubicBezTo>
                      <a:pt x="32520" y="1170"/>
                      <a:pt x="34072" y="1912"/>
                      <a:pt x="35399" y="2946"/>
                    </a:cubicBezTo>
                    <a:cubicBezTo>
                      <a:pt x="36726" y="3981"/>
                      <a:pt x="37738" y="5285"/>
                      <a:pt x="38502" y="6859"/>
                    </a:cubicBezTo>
                    <a:cubicBezTo>
                      <a:pt x="39267" y="8434"/>
                      <a:pt x="39627" y="10368"/>
                      <a:pt x="39627" y="12639"/>
                    </a:cubicBezTo>
                    <a:cubicBezTo>
                      <a:pt x="39627" y="13539"/>
                      <a:pt x="39492" y="14461"/>
                      <a:pt x="39244" y="15383"/>
                    </a:cubicBezTo>
                    <a:cubicBezTo>
                      <a:pt x="38997" y="16327"/>
                      <a:pt x="38637" y="17227"/>
                      <a:pt x="38165" y="18104"/>
                    </a:cubicBezTo>
                    <a:cubicBezTo>
                      <a:pt x="37693" y="18981"/>
                      <a:pt x="37108" y="19791"/>
                      <a:pt x="36411" y="20533"/>
                    </a:cubicBezTo>
                    <a:cubicBezTo>
                      <a:pt x="35713" y="21275"/>
                      <a:pt x="34881" y="21882"/>
                      <a:pt x="33959" y="22332"/>
                    </a:cubicBezTo>
                    <a:lnTo>
                      <a:pt x="33959" y="22445"/>
                    </a:lnTo>
                    <a:lnTo>
                      <a:pt x="38862" y="22445"/>
                    </a:lnTo>
                    <a:close/>
                    <a:moveTo>
                      <a:pt x="24784" y="22467"/>
                    </a:moveTo>
                    <a:cubicBezTo>
                      <a:pt x="26470" y="22467"/>
                      <a:pt x="28045" y="22265"/>
                      <a:pt x="29506" y="21837"/>
                    </a:cubicBezTo>
                    <a:cubicBezTo>
                      <a:pt x="30968" y="21433"/>
                      <a:pt x="32228" y="20825"/>
                      <a:pt x="33285" y="20038"/>
                    </a:cubicBezTo>
                    <a:cubicBezTo>
                      <a:pt x="34342" y="19251"/>
                      <a:pt x="35174" y="18262"/>
                      <a:pt x="35804" y="17070"/>
                    </a:cubicBezTo>
                    <a:cubicBezTo>
                      <a:pt x="36411" y="15878"/>
                      <a:pt x="36726" y="14528"/>
                      <a:pt x="36726" y="13021"/>
                    </a:cubicBezTo>
                    <a:cubicBezTo>
                      <a:pt x="36726" y="11649"/>
                      <a:pt x="36478" y="10390"/>
                      <a:pt x="36006" y="9243"/>
                    </a:cubicBezTo>
                    <a:cubicBezTo>
                      <a:pt x="35511" y="8096"/>
                      <a:pt x="34814" y="7084"/>
                      <a:pt x="33869" y="6230"/>
                    </a:cubicBezTo>
                    <a:cubicBezTo>
                      <a:pt x="32925" y="5375"/>
                      <a:pt x="31800" y="4700"/>
                      <a:pt x="30451" y="4206"/>
                    </a:cubicBezTo>
                    <a:cubicBezTo>
                      <a:pt x="29102" y="3711"/>
                      <a:pt x="27550" y="3486"/>
                      <a:pt x="25773" y="3486"/>
                    </a:cubicBezTo>
                    <a:cubicBezTo>
                      <a:pt x="24019" y="3418"/>
                      <a:pt x="22355" y="3553"/>
                      <a:pt x="20825" y="3913"/>
                    </a:cubicBezTo>
                    <a:cubicBezTo>
                      <a:pt x="19296" y="4273"/>
                      <a:pt x="17947" y="4858"/>
                      <a:pt x="16800" y="5645"/>
                    </a:cubicBezTo>
                    <a:cubicBezTo>
                      <a:pt x="15653" y="6432"/>
                      <a:pt x="14731" y="7444"/>
                      <a:pt x="14079" y="8703"/>
                    </a:cubicBezTo>
                    <a:cubicBezTo>
                      <a:pt x="13426" y="9963"/>
                      <a:pt x="13089" y="11402"/>
                      <a:pt x="13089" y="13044"/>
                    </a:cubicBezTo>
                    <a:cubicBezTo>
                      <a:pt x="13089" y="14528"/>
                      <a:pt x="13404" y="15832"/>
                      <a:pt x="14033" y="17002"/>
                    </a:cubicBezTo>
                    <a:cubicBezTo>
                      <a:pt x="14663" y="18171"/>
                      <a:pt x="15518" y="19161"/>
                      <a:pt x="16575" y="19971"/>
                    </a:cubicBezTo>
                    <a:cubicBezTo>
                      <a:pt x="17632" y="20780"/>
                      <a:pt x="18869" y="21410"/>
                      <a:pt x="20308" y="21837"/>
                    </a:cubicBezTo>
                    <a:cubicBezTo>
                      <a:pt x="21725" y="22265"/>
                      <a:pt x="23232" y="22490"/>
                      <a:pt x="24806" y="22490"/>
                    </a:cubicBezTo>
                    <a:close/>
                  </a:path>
                </a:pathLst>
              </a:custGeom>
              <a:solidFill>
                <a:srgbClr val="231F20"/>
              </a:solidFill>
              <a:ln w="2249" cap="flat">
                <a:noFill/>
                <a:prstDash val="solid"/>
                <a:miter/>
              </a:ln>
            </p:spPr>
            <p:txBody>
              <a:bodyPr rtlCol="0" anchor="ctr"/>
              <a:lstStyle/>
              <a:p>
                <a:endParaRPr lang="en-US"/>
              </a:p>
            </p:txBody>
          </p:sp>
          <p:sp>
            <p:nvSpPr>
              <p:cNvPr id="18519" name="Freeform 18518">
                <a:extLst>
                  <a:ext uri="{FF2B5EF4-FFF2-40B4-BE49-F238E27FC236}">
                    <a16:creationId xmlns:a16="http://schemas.microsoft.com/office/drawing/2014/main" id="{345C4A18-FA44-3E5F-ADB8-A16591D6F96B}"/>
                  </a:ext>
                </a:extLst>
              </p:cNvPr>
              <p:cNvSpPr/>
              <p:nvPr/>
            </p:nvSpPr>
            <p:spPr>
              <a:xfrm>
                <a:off x="5229207" y="5174595"/>
                <a:ext cx="29483" cy="25167"/>
              </a:xfrm>
              <a:custGeom>
                <a:avLst/>
                <a:gdLst>
                  <a:gd name="connsiteX0" fmla="*/ 15473 w 29483"/>
                  <a:gd name="connsiteY0" fmla="*/ 21659 h 25167"/>
                  <a:gd name="connsiteX1" fmla="*/ 19768 w 29483"/>
                  <a:gd name="connsiteY1" fmla="*/ 21074 h 25167"/>
                  <a:gd name="connsiteX2" fmla="*/ 23277 w 29483"/>
                  <a:gd name="connsiteY2" fmla="*/ 19320 h 25167"/>
                  <a:gd name="connsiteX3" fmla="*/ 25661 w 29483"/>
                  <a:gd name="connsiteY3" fmla="*/ 16374 h 25167"/>
                  <a:gd name="connsiteX4" fmla="*/ 26560 w 29483"/>
                  <a:gd name="connsiteY4" fmla="*/ 12281 h 25167"/>
                  <a:gd name="connsiteX5" fmla="*/ 24896 w 29483"/>
                  <a:gd name="connsiteY5" fmla="*/ 6838 h 25167"/>
                  <a:gd name="connsiteX6" fmla="*/ 20151 w 29483"/>
                  <a:gd name="connsiteY6" fmla="*/ 3825 h 25167"/>
                  <a:gd name="connsiteX7" fmla="*/ 20151 w 29483"/>
                  <a:gd name="connsiteY7" fmla="*/ 204 h 25167"/>
                  <a:gd name="connsiteX8" fmla="*/ 23839 w 29483"/>
                  <a:gd name="connsiteY8" fmla="*/ 1778 h 25167"/>
                  <a:gd name="connsiteX9" fmla="*/ 26808 w 29483"/>
                  <a:gd name="connsiteY9" fmla="*/ 4207 h 25167"/>
                  <a:gd name="connsiteX10" fmla="*/ 28787 w 29483"/>
                  <a:gd name="connsiteY10" fmla="*/ 7670 h 25167"/>
                  <a:gd name="connsiteX11" fmla="*/ 29484 w 29483"/>
                  <a:gd name="connsiteY11" fmla="*/ 12303 h 25167"/>
                  <a:gd name="connsiteX12" fmla="*/ 28359 w 29483"/>
                  <a:gd name="connsiteY12" fmla="*/ 18083 h 25167"/>
                  <a:gd name="connsiteX13" fmla="*/ 25256 w 29483"/>
                  <a:gd name="connsiteY13" fmla="*/ 22086 h 25167"/>
                  <a:gd name="connsiteX14" fmla="*/ 20623 w 29483"/>
                  <a:gd name="connsiteY14" fmla="*/ 24403 h 25167"/>
                  <a:gd name="connsiteX15" fmla="*/ 14866 w 29483"/>
                  <a:gd name="connsiteY15" fmla="*/ 25167 h 25167"/>
                  <a:gd name="connsiteX16" fmla="*/ 9086 w 29483"/>
                  <a:gd name="connsiteY16" fmla="*/ 24268 h 25167"/>
                  <a:gd name="connsiteX17" fmla="*/ 4363 w 29483"/>
                  <a:gd name="connsiteY17" fmla="*/ 21726 h 25167"/>
                  <a:gd name="connsiteX18" fmla="*/ 1170 w 29483"/>
                  <a:gd name="connsiteY18" fmla="*/ 17701 h 25167"/>
                  <a:gd name="connsiteX19" fmla="*/ 0 w 29483"/>
                  <a:gd name="connsiteY19" fmla="*/ 12303 h 25167"/>
                  <a:gd name="connsiteX20" fmla="*/ 3958 w 29483"/>
                  <a:gd name="connsiteY20" fmla="*/ 3240 h 25167"/>
                  <a:gd name="connsiteX21" fmla="*/ 15473 w 29483"/>
                  <a:gd name="connsiteY21" fmla="*/ 1 h 25167"/>
                  <a:gd name="connsiteX22" fmla="*/ 15473 w 29483"/>
                  <a:gd name="connsiteY22" fmla="*/ 21704 h 25167"/>
                  <a:gd name="connsiteX23" fmla="*/ 12774 w 29483"/>
                  <a:gd name="connsiteY23" fmla="*/ 3420 h 25167"/>
                  <a:gd name="connsiteX24" fmla="*/ 8906 w 29483"/>
                  <a:gd name="connsiteY24" fmla="*/ 3982 h 25167"/>
                  <a:gd name="connsiteX25" fmla="*/ 5780 w 29483"/>
                  <a:gd name="connsiteY25" fmla="*/ 5646 h 25167"/>
                  <a:gd name="connsiteX26" fmla="*/ 3666 w 29483"/>
                  <a:gd name="connsiteY26" fmla="*/ 8435 h 25167"/>
                  <a:gd name="connsiteX27" fmla="*/ 2879 w 29483"/>
                  <a:gd name="connsiteY27" fmla="*/ 12258 h 25167"/>
                  <a:gd name="connsiteX28" fmla="*/ 3688 w 29483"/>
                  <a:gd name="connsiteY28" fmla="*/ 16059 h 25167"/>
                  <a:gd name="connsiteX29" fmla="*/ 5847 w 29483"/>
                  <a:gd name="connsiteY29" fmla="*/ 18870 h 25167"/>
                  <a:gd name="connsiteX30" fmla="*/ 8973 w 29483"/>
                  <a:gd name="connsiteY30" fmla="*/ 20737 h 25167"/>
                  <a:gd name="connsiteX31" fmla="*/ 12752 w 29483"/>
                  <a:gd name="connsiteY31" fmla="*/ 21659 h 25167"/>
                  <a:gd name="connsiteX32" fmla="*/ 12752 w 29483"/>
                  <a:gd name="connsiteY32"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3" h="25167">
                    <a:moveTo>
                      <a:pt x="15473" y="21659"/>
                    </a:moveTo>
                    <a:cubicBezTo>
                      <a:pt x="16980" y="21659"/>
                      <a:pt x="18419" y="21456"/>
                      <a:pt x="19768" y="21074"/>
                    </a:cubicBezTo>
                    <a:cubicBezTo>
                      <a:pt x="21118" y="20669"/>
                      <a:pt x="22287" y="20085"/>
                      <a:pt x="23277" y="19320"/>
                    </a:cubicBezTo>
                    <a:cubicBezTo>
                      <a:pt x="24266" y="18555"/>
                      <a:pt x="25053" y="17566"/>
                      <a:pt x="25661" y="16374"/>
                    </a:cubicBezTo>
                    <a:cubicBezTo>
                      <a:pt x="26245" y="15182"/>
                      <a:pt x="26560" y="13810"/>
                      <a:pt x="26560" y="12281"/>
                    </a:cubicBezTo>
                    <a:cubicBezTo>
                      <a:pt x="26560" y="10167"/>
                      <a:pt x="25998" y="8345"/>
                      <a:pt x="24896" y="6838"/>
                    </a:cubicBezTo>
                    <a:cubicBezTo>
                      <a:pt x="23772" y="5332"/>
                      <a:pt x="22197" y="4319"/>
                      <a:pt x="20151" y="3825"/>
                    </a:cubicBezTo>
                    <a:lnTo>
                      <a:pt x="20151" y="204"/>
                    </a:lnTo>
                    <a:cubicBezTo>
                      <a:pt x="21478" y="609"/>
                      <a:pt x="22714" y="1126"/>
                      <a:pt x="23839" y="1778"/>
                    </a:cubicBezTo>
                    <a:cubicBezTo>
                      <a:pt x="24963" y="2430"/>
                      <a:pt x="25953" y="3240"/>
                      <a:pt x="26808" y="4207"/>
                    </a:cubicBezTo>
                    <a:cubicBezTo>
                      <a:pt x="27662" y="5174"/>
                      <a:pt x="28314" y="6321"/>
                      <a:pt x="28787" y="7670"/>
                    </a:cubicBezTo>
                    <a:cubicBezTo>
                      <a:pt x="29259" y="8997"/>
                      <a:pt x="29484" y="10549"/>
                      <a:pt x="29484" y="12303"/>
                    </a:cubicBezTo>
                    <a:cubicBezTo>
                      <a:pt x="29484" y="14530"/>
                      <a:pt x="29102" y="16464"/>
                      <a:pt x="28359" y="18083"/>
                    </a:cubicBezTo>
                    <a:cubicBezTo>
                      <a:pt x="27595" y="19702"/>
                      <a:pt x="26560" y="21029"/>
                      <a:pt x="25256" y="22086"/>
                    </a:cubicBezTo>
                    <a:cubicBezTo>
                      <a:pt x="23951" y="23143"/>
                      <a:pt x="22400" y="23908"/>
                      <a:pt x="20623" y="24403"/>
                    </a:cubicBezTo>
                    <a:cubicBezTo>
                      <a:pt x="18846" y="24897"/>
                      <a:pt x="16935" y="25167"/>
                      <a:pt x="14866" y="25167"/>
                    </a:cubicBezTo>
                    <a:cubicBezTo>
                      <a:pt x="12797" y="25167"/>
                      <a:pt x="10885" y="24875"/>
                      <a:pt x="9086" y="24268"/>
                    </a:cubicBezTo>
                    <a:cubicBezTo>
                      <a:pt x="7287" y="23683"/>
                      <a:pt x="5712" y="22828"/>
                      <a:pt x="4363" y="21726"/>
                    </a:cubicBezTo>
                    <a:cubicBezTo>
                      <a:pt x="3014" y="20624"/>
                      <a:pt x="1957" y="19298"/>
                      <a:pt x="1170" y="17701"/>
                    </a:cubicBezTo>
                    <a:cubicBezTo>
                      <a:pt x="405" y="16126"/>
                      <a:pt x="0" y="14327"/>
                      <a:pt x="0" y="12303"/>
                    </a:cubicBezTo>
                    <a:cubicBezTo>
                      <a:pt x="0" y="8457"/>
                      <a:pt x="1327" y="5421"/>
                      <a:pt x="3958" y="3240"/>
                    </a:cubicBezTo>
                    <a:cubicBezTo>
                      <a:pt x="6612" y="1036"/>
                      <a:pt x="10435" y="-43"/>
                      <a:pt x="15473" y="1"/>
                    </a:cubicBezTo>
                    <a:lnTo>
                      <a:pt x="15473" y="21704"/>
                    </a:lnTo>
                    <a:close/>
                    <a:moveTo>
                      <a:pt x="12774" y="3420"/>
                    </a:moveTo>
                    <a:cubicBezTo>
                      <a:pt x="11402" y="3420"/>
                      <a:pt x="10120" y="3600"/>
                      <a:pt x="8906" y="3982"/>
                    </a:cubicBezTo>
                    <a:cubicBezTo>
                      <a:pt x="7692" y="4364"/>
                      <a:pt x="6657" y="4927"/>
                      <a:pt x="5780" y="5646"/>
                    </a:cubicBezTo>
                    <a:cubicBezTo>
                      <a:pt x="4903" y="6389"/>
                      <a:pt x="4206" y="7310"/>
                      <a:pt x="3666" y="8435"/>
                    </a:cubicBezTo>
                    <a:cubicBezTo>
                      <a:pt x="3126" y="9559"/>
                      <a:pt x="2879" y="10819"/>
                      <a:pt x="2879" y="12258"/>
                    </a:cubicBezTo>
                    <a:cubicBezTo>
                      <a:pt x="2879" y="13698"/>
                      <a:pt x="3149" y="14957"/>
                      <a:pt x="3688" y="16059"/>
                    </a:cubicBezTo>
                    <a:cubicBezTo>
                      <a:pt x="4228" y="17161"/>
                      <a:pt x="4948" y="18083"/>
                      <a:pt x="5847" y="18870"/>
                    </a:cubicBezTo>
                    <a:cubicBezTo>
                      <a:pt x="6747" y="19635"/>
                      <a:pt x="7781" y="20264"/>
                      <a:pt x="8973" y="20737"/>
                    </a:cubicBezTo>
                    <a:cubicBezTo>
                      <a:pt x="10165" y="21209"/>
                      <a:pt x="11425" y="21502"/>
                      <a:pt x="12752" y="21659"/>
                    </a:cubicBezTo>
                    <a:lnTo>
                      <a:pt x="12752" y="3420"/>
                    </a:lnTo>
                    <a:close/>
                  </a:path>
                </a:pathLst>
              </a:custGeom>
              <a:solidFill>
                <a:srgbClr val="231F20"/>
              </a:solidFill>
              <a:ln w="2249" cap="flat">
                <a:noFill/>
                <a:prstDash val="solid"/>
                <a:miter/>
              </a:ln>
            </p:spPr>
            <p:txBody>
              <a:bodyPr rtlCol="0" anchor="ctr"/>
              <a:lstStyle/>
              <a:p>
                <a:endParaRPr lang="en-US"/>
              </a:p>
            </p:txBody>
          </p:sp>
          <p:sp>
            <p:nvSpPr>
              <p:cNvPr id="18520" name="Freeform 18519">
                <a:extLst>
                  <a:ext uri="{FF2B5EF4-FFF2-40B4-BE49-F238E27FC236}">
                    <a16:creationId xmlns:a16="http://schemas.microsoft.com/office/drawing/2014/main" id="{D71DA2FB-64E5-3FF1-C3A7-262B3FB48B2D}"/>
                  </a:ext>
                </a:extLst>
              </p:cNvPr>
              <p:cNvSpPr/>
              <p:nvPr/>
            </p:nvSpPr>
            <p:spPr>
              <a:xfrm>
                <a:off x="5222168" y="5158426"/>
                <a:ext cx="36500" cy="12616"/>
              </a:xfrm>
              <a:custGeom>
                <a:avLst/>
                <a:gdLst>
                  <a:gd name="connsiteX0" fmla="*/ 35849 w 36500"/>
                  <a:gd name="connsiteY0" fmla="*/ 0 h 12616"/>
                  <a:gd name="connsiteX1" fmla="*/ 36231 w 36500"/>
                  <a:gd name="connsiteY1" fmla="*/ 1574 h 12616"/>
                  <a:gd name="connsiteX2" fmla="*/ 36501 w 36500"/>
                  <a:gd name="connsiteY2" fmla="*/ 3733 h 12616"/>
                  <a:gd name="connsiteX3" fmla="*/ 35286 w 36500"/>
                  <a:gd name="connsiteY3" fmla="*/ 7422 h 12616"/>
                  <a:gd name="connsiteX4" fmla="*/ 30946 w 36500"/>
                  <a:gd name="connsiteY4" fmla="*/ 8681 h 12616"/>
                  <a:gd name="connsiteX5" fmla="*/ 10480 w 36500"/>
                  <a:gd name="connsiteY5" fmla="*/ 8681 h 12616"/>
                  <a:gd name="connsiteX6" fmla="*/ 10480 w 36500"/>
                  <a:gd name="connsiteY6" fmla="*/ 12617 h 12616"/>
                  <a:gd name="connsiteX7" fmla="*/ 7781 w 36500"/>
                  <a:gd name="connsiteY7" fmla="*/ 12617 h 12616"/>
                  <a:gd name="connsiteX8" fmla="*/ 7781 w 36500"/>
                  <a:gd name="connsiteY8" fmla="*/ 8681 h 12616"/>
                  <a:gd name="connsiteX9" fmla="*/ 0 w 36500"/>
                  <a:gd name="connsiteY9" fmla="*/ 8681 h 12616"/>
                  <a:gd name="connsiteX10" fmla="*/ 0 w 36500"/>
                  <a:gd name="connsiteY10" fmla="*/ 5443 h 12616"/>
                  <a:gd name="connsiteX11" fmla="*/ 7781 w 36500"/>
                  <a:gd name="connsiteY11" fmla="*/ 5443 h 12616"/>
                  <a:gd name="connsiteX12" fmla="*/ 7781 w 36500"/>
                  <a:gd name="connsiteY12" fmla="*/ 202 h 12616"/>
                  <a:gd name="connsiteX13" fmla="*/ 10480 w 36500"/>
                  <a:gd name="connsiteY13" fmla="*/ 202 h 12616"/>
                  <a:gd name="connsiteX14" fmla="*/ 10480 w 36500"/>
                  <a:gd name="connsiteY14" fmla="*/ 5443 h 12616"/>
                  <a:gd name="connsiteX15" fmla="*/ 29641 w 36500"/>
                  <a:gd name="connsiteY15" fmla="*/ 5443 h 12616"/>
                  <a:gd name="connsiteX16" fmla="*/ 31418 w 36500"/>
                  <a:gd name="connsiteY16" fmla="*/ 5398 h 12616"/>
                  <a:gd name="connsiteX17" fmla="*/ 32655 w 36500"/>
                  <a:gd name="connsiteY17" fmla="*/ 5083 h 12616"/>
                  <a:gd name="connsiteX18" fmla="*/ 33352 w 36500"/>
                  <a:gd name="connsiteY18" fmla="*/ 4251 h 12616"/>
                  <a:gd name="connsiteX19" fmla="*/ 33577 w 36500"/>
                  <a:gd name="connsiteY19" fmla="*/ 2654 h 12616"/>
                  <a:gd name="connsiteX20" fmla="*/ 33465 w 36500"/>
                  <a:gd name="connsiteY20" fmla="*/ 1327 h 12616"/>
                  <a:gd name="connsiteX21" fmla="*/ 33195 w 36500"/>
                  <a:gd name="connsiteY21" fmla="*/ 0 h 12616"/>
                  <a:gd name="connsiteX22" fmla="*/ 35849 w 36500"/>
                  <a:gd name="connsiteY22" fmla="*/ 0 h 126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500" h="12616">
                    <a:moveTo>
                      <a:pt x="35849" y="0"/>
                    </a:moveTo>
                    <a:cubicBezTo>
                      <a:pt x="35916" y="405"/>
                      <a:pt x="36051" y="922"/>
                      <a:pt x="36231" y="1574"/>
                    </a:cubicBezTo>
                    <a:cubicBezTo>
                      <a:pt x="36411" y="2226"/>
                      <a:pt x="36501" y="2946"/>
                      <a:pt x="36501" y="3733"/>
                    </a:cubicBezTo>
                    <a:cubicBezTo>
                      <a:pt x="36501" y="5353"/>
                      <a:pt x="36096" y="6590"/>
                      <a:pt x="35286" y="7422"/>
                    </a:cubicBezTo>
                    <a:cubicBezTo>
                      <a:pt x="34477" y="8254"/>
                      <a:pt x="33037" y="8681"/>
                      <a:pt x="30946" y="8681"/>
                    </a:cubicBezTo>
                    <a:lnTo>
                      <a:pt x="10480" y="8681"/>
                    </a:lnTo>
                    <a:lnTo>
                      <a:pt x="10480" y="12617"/>
                    </a:lnTo>
                    <a:lnTo>
                      <a:pt x="7781" y="12617"/>
                    </a:lnTo>
                    <a:lnTo>
                      <a:pt x="7781" y="8681"/>
                    </a:lnTo>
                    <a:lnTo>
                      <a:pt x="0" y="8681"/>
                    </a:lnTo>
                    <a:lnTo>
                      <a:pt x="0" y="5443"/>
                    </a:lnTo>
                    <a:lnTo>
                      <a:pt x="7781" y="5443"/>
                    </a:lnTo>
                    <a:lnTo>
                      <a:pt x="7781" y="202"/>
                    </a:lnTo>
                    <a:lnTo>
                      <a:pt x="10480" y="202"/>
                    </a:lnTo>
                    <a:lnTo>
                      <a:pt x="10480" y="5443"/>
                    </a:lnTo>
                    <a:lnTo>
                      <a:pt x="29641" y="5443"/>
                    </a:lnTo>
                    <a:cubicBezTo>
                      <a:pt x="30316" y="5443"/>
                      <a:pt x="30923" y="5443"/>
                      <a:pt x="31418" y="5398"/>
                    </a:cubicBezTo>
                    <a:cubicBezTo>
                      <a:pt x="31913" y="5353"/>
                      <a:pt x="32340" y="5262"/>
                      <a:pt x="32655" y="5083"/>
                    </a:cubicBezTo>
                    <a:cubicBezTo>
                      <a:pt x="32970" y="4903"/>
                      <a:pt x="33217" y="4633"/>
                      <a:pt x="33352" y="4251"/>
                    </a:cubicBezTo>
                    <a:cubicBezTo>
                      <a:pt x="33487" y="3868"/>
                      <a:pt x="33577" y="3351"/>
                      <a:pt x="33577" y="2654"/>
                    </a:cubicBezTo>
                    <a:cubicBezTo>
                      <a:pt x="33577" y="2226"/>
                      <a:pt x="33532" y="1777"/>
                      <a:pt x="33465" y="1327"/>
                    </a:cubicBezTo>
                    <a:cubicBezTo>
                      <a:pt x="33397" y="877"/>
                      <a:pt x="33307" y="427"/>
                      <a:pt x="33195" y="0"/>
                    </a:cubicBezTo>
                    <a:lnTo>
                      <a:pt x="35849" y="0"/>
                    </a:lnTo>
                    <a:close/>
                  </a:path>
                </a:pathLst>
              </a:custGeom>
              <a:solidFill>
                <a:srgbClr val="231F20"/>
              </a:solidFill>
              <a:ln w="2249" cap="flat">
                <a:noFill/>
                <a:prstDash val="solid"/>
                <a:miter/>
              </a:ln>
            </p:spPr>
            <p:txBody>
              <a:bodyPr rtlCol="0" anchor="ctr"/>
              <a:lstStyle/>
              <a:p>
                <a:endParaRPr lang="en-US"/>
              </a:p>
            </p:txBody>
          </p:sp>
          <p:sp>
            <p:nvSpPr>
              <p:cNvPr id="18521" name="Freeform 18520">
                <a:extLst>
                  <a:ext uri="{FF2B5EF4-FFF2-40B4-BE49-F238E27FC236}">
                    <a16:creationId xmlns:a16="http://schemas.microsoft.com/office/drawing/2014/main" id="{3A702101-883F-88D9-5B9E-DFB6060B5FC4}"/>
                  </a:ext>
                </a:extLst>
              </p:cNvPr>
              <p:cNvSpPr/>
              <p:nvPr/>
            </p:nvSpPr>
            <p:spPr>
              <a:xfrm>
                <a:off x="5222168" y="5143425"/>
                <a:ext cx="36500" cy="12616"/>
              </a:xfrm>
              <a:custGeom>
                <a:avLst/>
                <a:gdLst>
                  <a:gd name="connsiteX0" fmla="*/ 35849 w 36500"/>
                  <a:gd name="connsiteY0" fmla="*/ 0 h 12616"/>
                  <a:gd name="connsiteX1" fmla="*/ 36231 w 36500"/>
                  <a:gd name="connsiteY1" fmla="*/ 1574 h 12616"/>
                  <a:gd name="connsiteX2" fmla="*/ 36501 w 36500"/>
                  <a:gd name="connsiteY2" fmla="*/ 3733 h 12616"/>
                  <a:gd name="connsiteX3" fmla="*/ 35286 w 36500"/>
                  <a:gd name="connsiteY3" fmla="*/ 7422 h 12616"/>
                  <a:gd name="connsiteX4" fmla="*/ 30946 w 36500"/>
                  <a:gd name="connsiteY4" fmla="*/ 8681 h 12616"/>
                  <a:gd name="connsiteX5" fmla="*/ 10480 w 36500"/>
                  <a:gd name="connsiteY5" fmla="*/ 8681 h 12616"/>
                  <a:gd name="connsiteX6" fmla="*/ 10480 w 36500"/>
                  <a:gd name="connsiteY6" fmla="*/ 12617 h 12616"/>
                  <a:gd name="connsiteX7" fmla="*/ 7781 w 36500"/>
                  <a:gd name="connsiteY7" fmla="*/ 12617 h 12616"/>
                  <a:gd name="connsiteX8" fmla="*/ 7781 w 36500"/>
                  <a:gd name="connsiteY8" fmla="*/ 8681 h 12616"/>
                  <a:gd name="connsiteX9" fmla="*/ 0 w 36500"/>
                  <a:gd name="connsiteY9" fmla="*/ 8681 h 12616"/>
                  <a:gd name="connsiteX10" fmla="*/ 0 w 36500"/>
                  <a:gd name="connsiteY10" fmla="*/ 5443 h 12616"/>
                  <a:gd name="connsiteX11" fmla="*/ 7781 w 36500"/>
                  <a:gd name="connsiteY11" fmla="*/ 5443 h 12616"/>
                  <a:gd name="connsiteX12" fmla="*/ 7781 w 36500"/>
                  <a:gd name="connsiteY12" fmla="*/ 203 h 12616"/>
                  <a:gd name="connsiteX13" fmla="*/ 10480 w 36500"/>
                  <a:gd name="connsiteY13" fmla="*/ 203 h 12616"/>
                  <a:gd name="connsiteX14" fmla="*/ 10480 w 36500"/>
                  <a:gd name="connsiteY14" fmla="*/ 5443 h 12616"/>
                  <a:gd name="connsiteX15" fmla="*/ 29641 w 36500"/>
                  <a:gd name="connsiteY15" fmla="*/ 5443 h 12616"/>
                  <a:gd name="connsiteX16" fmla="*/ 31418 w 36500"/>
                  <a:gd name="connsiteY16" fmla="*/ 5398 h 12616"/>
                  <a:gd name="connsiteX17" fmla="*/ 32655 w 36500"/>
                  <a:gd name="connsiteY17" fmla="*/ 5083 h 12616"/>
                  <a:gd name="connsiteX18" fmla="*/ 33352 w 36500"/>
                  <a:gd name="connsiteY18" fmla="*/ 4251 h 12616"/>
                  <a:gd name="connsiteX19" fmla="*/ 33577 w 36500"/>
                  <a:gd name="connsiteY19" fmla="*/ 2654 h 12616"/>
                  <a:gd name="connsiteX20" fmla="*/ 33465 w 36500"/>
                  <a:gd name="connsiteY20" fmla="*/ 1327 h 12616"/>
                  <a:gd name="connsiteX21" fmla="*/ 33195 w 36500"/>
                  <a:gd name="connsiteY21" fmla="*/ 0 h 12616"/>
                  <a:gd name="connsiteX22" fmla="*/ 35849 w 36500"/>
                  <a:gd name="connsiteY22" fmla="*/ 0 h 126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500" h="12616">
                    <a:moveTo>
                      <a:pt x="35849" y="0"/>
                    </a:moveTo>
                    <a:cubicBezTo>
                      <a:pt x="35916" y="405"/>
                      <a:pt x="36051" y="922"/>
                      <a:pt x="36231" y="1574"/>
                    </a:cubicBezTo>
                    <a:cubicBezTo>
                      <a:pt x="36411" y="2226"/>
                      <a:pt x="36501" y="2946"/>
                      <a:pt x="36501" y="3733"/>
                    </a:cubicBezTo>
                    <a:cubicBezTo>
                      <a:pt x="36501" y="5353"/>
                      <a:pt x="36096" y="6590"/>
                      <a:pt x="35286" y="7422"/>
                    </a:cubicBezTo>
                    <a:cubicBezTo>
                      <a:pt x="34477" y="8254"/>
                      <a:pt x="33037" y="8681"/>
                      <a:pt x="30946" y="8681"/>
                    </a:cubicBezTo>
                    <a:lnTo>
                      <a:pt x="10480" y="8681"/>
                    </a:lnTo>
                    <a:lnTo>
                      <a:pt x="10480" y="12617"/>
                    </a:lnTo>
                    <a:lnTo>
                      <a:pt x="7781" y="12617"/>
                    </a:lnTo>
                    <a:lnTo>
                      <a:pt x="7781" y="8681"/>
                    </a:lnTo>
                    <a:lnTo>
                      <a:pt x="0" y="8681"/>
                    </a:lnTo>
                    <a:lnTo>
                      <a:pt x="0" y="5443"/>
                    </a:lnTo>
                    <a:lnTo>
                      <a:pt x="7781" y="5443"/>
                    </a:lnTo>
                    <a:lnTo>
                      <a:pt x="7781" y="203"/>
                    </a:lnTo>
                    <a:lnTo>
                      <a:pt x="10480" y="203"/>
                    </a:lnTo>
                    <a:lnTo>
                      <a:pt x="10480" y="5443"/>
                    </a:lnTo>
                    <a:lnTo>
                      <a:pt x="29641" y="5443"/>
                    </a:lnTo>
                    <a:cubicBezTo>
                      <a:pt x="30316" y="5443"/>
                      <a:pt x="30923" y="5443"/>
                      <a:pt x="31418" y="5398"/>
                    </a:cubicBezTo>
                    <a:cubicBezTo>
                      <a:pt x="31913" y="5353"/>
                      <a:pt x="32340" y="5263"/>
                      <a:pt x="32655" y="5083"/>
                    </a:cubicBezTo>
                    <a:cubicBezTo>
                      <a:pt x="32970" y="4903"/>
                      <a:pt x="33217" y="4633"/>
                      <a:pt x="33352" y="4251"/>
                    </a:cubicBezTo>
                    <a:cubicBezTo>
                      <a:pt x="33487" y="3868"/>
                      <a:pt x="33577" y="3351"/>
                      <a:pt x="33577" y="2654"/>
                    </a:cubicBezTo>
                    <a:cubicBezTo>
                      <a:pt x="33577" y="2226"/>
                      <a:pt x="33532" y="1777"/>
                      <a:pt x="33465" y="1327"/>
                    </a:cubicBezTo>
                    <a:cubicBezTo>
                      <a:pt x="33397" y="877"/>
                      <a:pt x="33307" y="427"/>
                      <a:pt x="33195" y="0"/>
                    </a:cubicBezTo>
                    <a:lnTo>
                      <a:pt x="35849" y="0"/>
                    </a:lnTo>
                    <a:close/>
                  </a:path>
                </a:pathLst>
              </a:custGeom>
              <a:solidFill>
                <a:srgbClr val="231F20"/>
              </a:solidFill>
              <a:ln w="2249" cap="flat">
                <a:noFill/>
                <a:prstDash val="solid"/>
                <a:miter/>
              </a:ln>
            </p:spPr>
            <p:txBody>
              <a:bodyPr rtlCol="0" anchor="ctr"/>
              <a:lstStyle/>
              <a:p>
                <a:endParaRPr lang="en-US"/>
              </a:p>
            </p:txBody>
          </p:sp>
          <p:sp>
            <p:nvSpPr>
              <p:cNvPr id="18522" name="Freeform 18521">
                <a:extLst>
                  <a:ext uri="{FF2B5EF4-FFF2-40B4-BE49-F238E27FC236}">
                    <a16:creationId xmlns:a16="http://schemas.microsoft.com/office/drawing/2014/main" id="{5AC5D105-6C6A-CF71-AAA0-35CB4FF39734}"/>
                  </a:ext>
                </a:extLst>
              </p:cNvPr>
              <p:cNvSpPr/>
              <p:nvPr/>
            </p:nvSpPr>
            <p:spPr>
              <a:xfrm>
                <a:off x="5229207" y="5114592"/>
                <a:ext cx="29483" cy="25167"/>
              </a:xfrm>
              <a:custGeom>
                <a:avLst/>
                <a:gdLst>
                  <a:gd name="connsiteX0" fmla="*/ 15473 w 29483"/>
                  <a:gd name="connsiteY0" fmla="*/ 21659 h 25167"/>
                  <a:gd name="connsiteX1" fmla="*/ 19768 w 29483"/>
                  <a:gd name="connsiteY1" fmla="*/ 21074 h 25167"/>
                  <a:gd name="connsiteX2" fmla="*/ 23277 w 29483"/>
                  <a:gd name="connsiteY2" fmla="*/ 19320 h 25167"/>
                  <a:gd name="connsiteX3" fmla="*/ 25661 w 29483"/>
                  <a:gd name="connsiteY3" fmla="*/ 16374 h 25167"/>
                  <a:gd name="connsiteX4" fmla="*/ 26560 w 29483"/>
                  <a:gd name="connsiteY4" fmla="*/ 12281 h 25167"/>
                  <a:gd name="connsiteX5" fmla="*/ 24896 w 29483"/>
                  <a:gd name="connsiteY5" fmla="*/ 6838 h 25167"/>
                  <a:gd name="connsiteX6" fmla="*/ 20151 w 29483"/>
                  <a:gd name="connsiteY6" fmla="*/ 3824 h 25167"/>
                  <a:gd name="connsiteX7" fmla="*/ 20151 w 29483"/>
                  <a:gd name="connsiteY7" fmla="*/ 204 h 25167"/>
                  <a:gd name="connsiteX8" fmla="*/ 23839 w 29483"/>
                  <a:gd name="connsiteY8" fmla="*/ 1778 h 25167"/>
                  <a:gd name="connsiteX9" fmla="*/ 26808 w 29483"/>
                  <a:gd name="connsiteY9" fmla="*/ 4207 h 25167"/>
                  <a:gd name="connsiteX10" fmla="*/ 28787 w 29483"/>
                  <a:gd name="connsiteY10" fmla="*/ 7670 h 25167"/>
                  <a:gd name="connsiteX11" fmla="*/ 29484 w 29483"/>
                  <a:gd name="connsiteY11" fmla="*/ 12303 h 25167"/>
                  <a:gd name="connsiteX12" fmla="*/ 28359 w 29483"/>
                  <a:gd name="connsiteY12" fmla="*/ 18083 h 25167"/>
                  <a:gd name="connsiteX13" fmla="*/ 25256 w 29483"/>
                  <a:gd name="connsiteY13" fmla="*/ 22086 h 25167"/>
                  <a:gd name="connsiteX14" fmla="*/ 20623 w 29483"/>
                  <a:gd name="connsiteY14" fmla="*/ 24402 h 25167"/>
                  <a:gd name="connsiteX15" fmla="*/ 14866 w 29483"/>
                  <a:gd name="connsiteY15" fmla="*/ 25167 h 25167"/>
                  <a:gd name="connsiteX16" fmla="*/ 9086 w 29483"/>
                  <a:gd name="connsiteY16" fmla="*/ 24268 h 25167"/>
                  <a:gd name="connsiteX17" fmla="*/ 4363 w 29483"/>
                  <a:gd name="connsiteY17" fmla="*/ 21726 h 25167"/>
                  <a:gd name="connsiteX18" fmla="*/ 1170 w 29483"/>
                  <a:gd name="connsiteY18" fmla="*/ 17701 h 25167"/>
                  <a:gd name="connsiteX19" fmla="*/ 0 w 29483"/>
                  <a:gd name="connsiteY19" fmla="*/ 12303 h 25167"/>
                  <a:gd name="connsiteX20" fmla="*/ 3958 w 29483"/>
                  <a:gd name="connsiteY20" fmla="*/ 3240 h 25167"/>
                  <a:gd name="connsiteX21" fmla="*/ 15473 w 29483"/>
                  <a:gd name="connsiteY21" fmla="*/ 1 h 25167"/>
                  <a:gd name="connsiteX22" fmla="*/ 15473 w 29483"/>
                  <a:gd name="connsiteY22" fmla="*/ 21704 h 25167"/>
                  <a:gd name="connsiteX23" fmla="*/ 12774 w 29483"/>
                  <a:gd name="connsiteY23" fmla="*/ 3397 h 25167"/>
                  <a:gd name="connsiteX24" fmla="*/ 8906 w 29483"/>
                  <a:gd name="connsiteY24" fmla="*/ 3960 h 25167"/>
                  <a:gd name="connsiteX25" fmla="*/ 5780 w 29483"/>
                  <a:gd name="connsiteY25" fmla="*/ 5624 h 25167"/>
                  <a:gd name="connsiteX26" fmla="*/ 3666 w 29483"/>
                  <a:gd name="connsiteY26" fmla="*/ 8412 h 25167"/>
                  <a:gd name="connsiteX27" fmla="*/ 2879 w 29483"/>
                  <a:gd name="connsiteY27" fmla="*/ 12236 h 25167"/>
                  <a:gd name="connsiteX28" fmla="*/ 3688 w 29483"/>
                  <a:gd name="connsiteY28" fmla="*/ 16036 h 25167"/>
                  <a:gd name="connsiteX29" fmla="*/ 5847 w 29483"/>
                  <a:gd name="connsiteY29" fmla="*/ 18848 h 25167"/>
                  <a:gd name="connsiteX30" fmla="*/ 8973 w 29483"/>
                  <a:gd name="connsiteY30" fmla="*/ 20714 h 25167"/>
                  <a:gd name="connsiteX31" fmla="*/ 12752 w 29483"/>
                  <a:gd name="connsiteY31" fmla="*/ 21636 h 25167"/>
                  <a:gd name="connsiteX32" fmla="*/ 12752 w 29483"/>
                  <a:gd name="connsiteY32" fmla="*/ 3397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3" h="25167">
                    <a:moveTo>
                      <a:pt x="15473" y="21659"/>
                    </a:moveTo>
                    <a:cubicBezTo>
                      <a:pt x="16980" y="21659"/>
                      <a:pt x="18419" y="21456"/>
                      <a:pt x="19768" y="21074"/>
                    </a:cubicBezTo>
                    <a:cubicBezTo>
                      <a:pt x="21118" y="20669"/>
                      <a:pt x="22287" y="20084"/>
                      <a:pt x="23277" y="19320"/>
                    </a:cubicBezTo>
                    <a:cubicBezTo>
                      <a:pt x="24266" y="18555"/>
                      <a:pt x="25053" y="17566"/>
                      <a:pt x="25661" y="16374"/>
                    </a:cubicBezTo>
                    <a:cubicBezTo>
                      <a:pt x="26245" y="15182"/>
                      <a:pt x="26560" y="13810"/>
                      <a:pt x="26560" y="12281"/>
                    </a:cubicBezTo>
                    <a:cubicBezTo>
                      <a:pt x="26560" y="10167"/>
                      <a:pt x="25998" y="8345"/>
                      <a:pt x="24896" y="6838"/>
                    </a:cubicBezTo>
                    <a:cubicBezTo>
                      <a:pt x="23772" y="5331"/>
                      <a:pt x="22197" y="4319"/>
                      <a:pt x="20151" y="3824"/>
                    </a:cubicBezTo>
                    <a:lnTo>
                      <a:pt x="20151" y="204"/>
                    </a:lnTo>
                    <a:cubicBezTo>
                      <a:pt x="21478" y="609"/>
                      <a:pt x="22714" y="1126"/>
                      <a:pt x="23839" y="1778"/>
                    </a:cubicBezTo>
                    <a:cubicBezTo>
                      <a:pt x="24963" y="2430"/>
                      <a:pt x="25953" y="3240"/>
                      <a:pt x="26808" y="4207"/>
                    </a:cubicBezTo>
                    <a:cubicBezTo>
                      <a:pt x="27662" y="5174"/>
                      <a:pt x="28314" y="6321"/>
                      <a:pt x="28787" y="7670"/>
                    </a:cubicBezTo>
                    <a:cubicBezTo>
                      <a:pt x="29259" y="8997"/>
                      <a:pt x="29484" y="10549"/>
                      <a:pt x="29484" y="12303"/>
                    </a:cubicBezTo>
                    <a:cubicBezTo>
                      <a:pt x="29484" y="14530"/>
                      <a:pt x="29102" y="16464"/>
                      <a:pt x="28359" y="18083"/>
                    </a:cubicBezTo>
                    <a:cubicBezTo>
                      <a:pt x="27595" y="19702"/>
                      <a:pt x="26560" y="21029"/>
                      <a:pt x="25256" y="22086"/>
                    </a:cubicBezTo>
                    <a:cubicBezTo>
                      <a:pt x="23951" y="23143"/>
                      <a:pt x="22400" y="23908"/>
                      <a:pt x="20623" y="24402"/>
                    </a:cubicBezTo>
                    <a:cubicBezTo>
                      <a:pt x="18846" y="24897"/>
                      <a:pt x="16935" y="25167"/>
                      <a:pt x="14866" y="25167"/>
                    </a:cubicBezTo>
                    <a:cubicBezTo>
                      <a:pt x="12797" y="25167"/>
                      <a:pt x="10885" y="24875"/>
                      <a:pt x="9086" y="24268"/>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close/>
                    <a:moveTo>
                      <a:pt x="12774" y="3397"/>
                    </a:moveTo>
                    <a:cubicBezTo>
                      <a:pt x="11402" y="3397"/>
                      <a:pt x="10120" y="3577"/>
                      <a:pt x="8906" y="3960"/>
                    </a:cubicBezTo>
                    <a:cubicBezTo>
                      <a:pt x="7692" y="4342"/>
                      <a:pt x="6657" y="4904"/>
                      <a:pt x="5780" y="5624"/>
                    </a:cubicBezTo>
                    <a:cubicBezTo>
                      <a:pt x="4903" y="6366"/>
                      <a:pt x="4206" y="7288"/>
                      <a:pt x="3666" y="8412"/>
                    </a:cubicBezTo>
                    <a:cubicBezTo>
                      <a:pt x="3126" y="9537"/>
                      <a:pt x="2879" y="10796"/>
                      <a:pt x="2879" y="12236"/>
                    </a:cubicBezTo>
                    <a:cubicBezTo>
                      <a:pt x="2879" y="13675"/>
                      <a:pt x="3149" y="14934"/>
                      <a:pt x="3688" y="16036"/>
                    </a:cubicBezTo>
                    <a:cubicBezTo>
                      <a:pt x="4228" y="17138"/>
                      <a:pt x="4948" y="18061"/>
                      <a:pt x="5847" y="18848"/>
                    </a:cubicBezTo>
                    <a:cubicBezTo>
                      <a:pt x="6747" y="19612"/>
                      <a:pt x="7781" y="20242"/>
                      <a:pt x="8973" y="20714"/>
                    </a:cubicBezTo>
                    <a:cubicBezTo>
                      <a:pt x="10165" y="21187"/>
                      <a:pt x="11425" y="21479"/>
                      <a:pt x="12752" y="21636"/>
                    </a:cubicBezTo>
                    <a:lnTo>
                      <a:pt x="12752" y="3397"/>
                    </a:lnTo>
                    <a:close/>
                  </a:path>
                </a:pathLst>
              </a:custGeom>
              <a:solidFill>
                <a:srgbClr val="231F20"/>
              </a:solidFill>
              <a:ln w="2249" cap="flat">
                <a:noFill/>
                <a:prstDash val="solid"/>
                <a:miter/>
              </a:ln>
            </p:spPr>
            <p:txBody>
              <a:bodyPr rtlCol="0" anchor="ctr"/>
              <a:lstStyle/>
              <a:p>
                <a:endParaRPr lang="en-US"/>
              </a:p>
            </p:txBody>
          </p:sp>
          <p:sp>
            <p:nvSpPr>
              <p:cNvPr id="18523" name="Freeform 18522">
                <a:extLst>
                  <a:ext uri="{FF2B5EF4-FFF2-40B4-BE49-F238E27FC236}">
                    <a16:creationId xmlns:a16="http://schemas.microsoft.com/office/drawing/2014/main" id="{FD2DFC24-EA8E-1741-E0F9-E2C82F772E29}"/>
                  </a:ext>
                </a:extLst>
              </p:cNvPr>
              <p:cNvSpPr/>
              <p:nvPr/>
            </p:nvSpPr>
            <p:spPr>
              <a:xfrm>
                <a:off x="5229185" y="5095590"/>
                <a:ext cx="28719" cy="12481"/>
              </a:xfrm>
              <a:custGeom>
                <a:avLst/>
                <a:gdLst>
                  <a:gd name="connsiteX0" fmla="*/ 28719 w 28719"/>
                  <a:gd name="connsiteY0" fmla="*/ 9243 h 12481"/>
                  <a:gd name="connsiteX1" fmla="*/ 28719 w 28719"/>
                  <a:gd name="connsiteY1" fmla="*/ 12482 h 12481"/>
                  <a:gd name="connsiteX2" fmla="*/ 765 w 28719"/>
                  <a:gd name="connsiteY2" fmla="*/ 12482 h 12481"/>
                  <a:gd name="connsiteX3" fmla="*/ 765 w 28719"/>
                  <a:gd name="connsiteY3" fmla="*/ 9243 h 12481"/>
                  <a:gd name="connsiteX4" fmla="*/ 6005 w 28719"/>
                  <a:gd name="connsiteY4" fmla="*/ 9243 h 12481"/>
                  <a:gd name="connsiteX5" fmla="*/ 6005 w 28719"/>
                  <a:gd name="connsiteY5" fmla="*/ 9131 h 12481"/>
                  <a:gd name="connsiteX6" fmla="*/ 1327 w 28719"/>
                  <a:gd name="connsiteY6" fmla="*/ 5645 h 12481"/>
                  <a:gd name="connsiteX7" fmla="*/ 0 w 28719"/>
                  <a:gd name="connsiteY7" fmla="*/ 0 h 12481"/>
                  <a:gd name="connsiteX8" fmla="*/ 3509 w 28719"/>
                  <a:gd name="connsiteY8" fmla="*/ 0 h 12481"/>
                  <a:gd name="connsiteX9" fmla="*/ 4363 w 28719"/>
                  <a:gd name="connsiteY9" fmla="*/ 4543 h 12481"/>
                  <a:gd name="connsiteX10" fmla="*/ 6837 w 28719"/>
                  <a:gd name="connsiteY10" fmla="*/ 7376 h 12481"/>
                  <a:gd name="connsiteX11" fmla="*/ 10525 w 28719"/>
                  <a:gd name="connsiteY11" fmla="*/ 8838 h 12481"/>
                  <a:gd name="connsiteX12" fmla="*/ 14978 w 28719"/>
                  <a:gd name="connsiteY12" fmla="*/ 9243 h 12481"/>
                  <a:gd name="connsiteX13" fmla="*/ 28697 w 28719"/>
                  <a:gd name="connsiteY13" fmla="*/ 9243 h 1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719" h="12481">
                    <a:moveTo>
                      <a:pt x="28719" y="9243"/>
                    </a:moveTo>
                    <a:lnTo>
                      <a:pt x="28719" y="12482"/>
                    </a:lnTo>
                    <a:lnTo>
                      <a:pt x="765" y="12482"/>
                    </a:lnTo>
                    <a:lnTo>
                      <a:pt x="765" y="9243"/>
                    </a:lnTo>
                    <a:lnTo>
                      <a:pt x="6005" y="9243"/>
                    </a:lnTo>
                    <a:lnTo>
                      <a:pt x="6005" y="9131"/>
                    </a:lnTo>
                    <a:cubicBezTo>
                      <a:pt x="3778" y="8231"/>
                      <a:pt x="2226" y="7061"/>
                      <a:pt x="1327" y="5645"/>
                    </a:cubicBezTo>
                    <a:cubicBezTo>
                      <a:pt x="450" y="4228"/>
                      <a:pt x="0" y="2339"/>
                      <a:pt x="0" y="0"/>
                    </a:cubicBezTo>
                    <a:lnTo>
                      <a:pt x="3509" y="0"/>
                    </a:lnTo>
                    <a:cubicBezTo>
                      <a:pt x="3463" y="1844"/>
                      <a:pt x="3756" y="3351"/>
                      <a:pt x="4363" y="4543"/>
                    </a:cubicBezTo>
                    <a:cubicBezTo>
                      <a:pt x="4970" y="5735"/>
                      <a:pt x="5802" y="6679"/>
                      <a:pt x="6837" y="7376"/>
                    </a:cubicBezTo>
                    <a:cubicBezTo>
                      <a:pt x="7871" y="8074"/>
                      <a:pt x="9108" y="8568"/>
                      <a:pt x="10525" y="8838"/>
                    </a:cubicBezTo>
                    <a:cubicBezTo>
                      <a:pt x="11942" y="9108"/>
                      <a:pt x="13426" y="9243"/>
                      <a:pt x="14978" y="9243"/>
                    </a:cubicBezTo>
                    <a:lnTo>
                      <a:pt x="28697" y="9243"/>
                    </a:lnTo>
                    <a:close/>
                  </a:path>
                </a:pathLst>
              </a:custGeom>
              <a:solidFill>
                <a:srgbClr val="231F20"/>
              </a:solidFill>
              <a:ln w="2249" cap="flat">
                <a:noFill/>
                <a:prstDash val="solid"/>
                <a:miter/>
              </a:ln>
            </p:spPr>
            <p:txBody>
              <a:bodyPr rtlCol="0" anchor="ctr"/>
              <a:lstStyle/>
              <a:p>
                <a:endParaRPr lang="en-US"/>
              </a:p>
            </p:txBody>
          </p:sp>
          <p:sp>
            <p:nvSpPr>
              <p:cNvPr id="18524" name="Freeform 18523">
                <a:extLst>
                  <a:ext uri="{FF2B5EF4-FFF2-40B4-BE49-F238E27FC236}">
                    <a16:creationId xmlns:a16="http://schemas.microsoft.com/office/drawing/2014/main" id="{7CCC03AF-6D1B-30D9-48D4-7F7F77F8AC9E}"/>
                  </a:ext>
                </a:extLst>
              </p:cNvPr>
              <p:cNvSpPr/>
              <p:nvPr/>
            </p:nvSpPr>
            <p:spPr>
              <a:xfrm>
                <a:off x="5229185" y="5051713"/>
                <a:ext cx="29461" cy="24895"/>
              </a:xfrm>
              <a:custGeom>
                <a:avLst/>
                <a:gdLst>
                  <a:gd name="connsiteX0" fmla="*/ 9558 w 29461"/>
                  <a:gd name="connsiteY0" fmla="*/ 3733 h 24895"/>
                  <a:gd name="connsiteX1" fmla="*/ 4678 w 29461"/>
                  <a:gd name="connsiteY1" fmla="*/ 6702 h 24895"/>
                  <a:gd name="connsiteX2" fmla="*/ 2924 w 29461"/>
                  <a:gd name="connsiteY2" fmla="*/ 12054 h 24895"/>
                  <a:gd name="connsiteX3" fmla="*/ 3958 w 29461"/>
                  <a:gd name="connsiteY3" fmla="*/ 16327 h 24895"/>
                  <a:gd name="connsiteX4" fmla="*/ 6679 w 29461"/>
                  <a:gd name="connsiteY4" fmla="*/ 19251 h 24895"/>
                  <a:gd name="connsiteX5" fmla="*/ 10503 w 29461"/>
                  <a:gd name="connsiteY5" fmla="*/ 20915 h 24895"/>
                  <a:gd name="connsiteX6" fmla="*/ 14798 w 29461"/>
                  <a:gd name="connsiteY6" fmla="*/ 21455 h 24895"/>
                  <a:gd name="connsiteX7" fmla="*/ 19116 w 29461"/>
                  <a:gd name="connsiteY7" fmla="*/ 20938 h 24895"/>
                  <a:gd name="connsiteX8" fmla="*/ 22895 w 29461"/>
                  <a:gd name="connsiteY8" fmla="*/ 19296 h 24895"/>
                  <a:gd name="connsiteX9" fmla="*/ 25571 w 29461"/>
                  <a:gd name="connsiteY9" fmla="*/ 16372 h 24895"/>
                  <a:gd name="connsiteX10" fmla="*/ 26560 w 29461"/>
                  <a:gd name="connsiteY10" fmla="*/ 12054 h 24895"/>
                  <a:gd name="connsiteX11" fmla="*/ 24559 w 29461"/>
                  <a:gd name="connsiteY11" fmla="*/ 6252 h 24895"/>
                  <a:gd name="connsiteX12" fmla="*/ 19049 w 29461"/>
                  <a:gd name="connsiteY12" fmla="*/ 3463 h 24895"/>
                  <a:gd name="connsiteX13" fmla="*/ 19049 w 29461"/>
                  <a:gd name="connsiteY13" fmla="*/ 0 h 24895"/>
                  <a:gd name="connsiteX14" fmla="*/ 23277 w 29461"/>
                  <a:gd name="connsiteY14" fmla="*/ 1372 h 24895"/>
                  <a:gd name="connsiteX15" fmla="*/ 26560 w 29461"/>
                  <a:gd name="connsiteY15" fmla="*/ 3801 h 24895"/>
                  <a:gd name="connsiteX16" fmla="*/ 28697 w 29461"/>
                  <a:gd name="connsiteY16" fmla="*/ 7332 h 24895"/>
                  <a:gd name="connsiteX17" fmla="*/ 29461 w 29461"/>
                  <a:gd name="connsiteY17" fmla="*/ 12032 h 24895"/>
                  <a:gd name="connsiteX18" fmla="*/ 28337 w 29461"/>
                  <a:gd name="connsiteY18" fmla="*/ 17812 h 24895"/>
                  <a:gd name="connsiteX19" fmla="*/ 25233 w 29461"/>
                  <a:gd name="connsiteY19" fmla="*/ 21815 h 24895"/>
                  <a:gd name="connsiteX20" fmla="*/ 20556 w 29461"/>
                  <a:gd name="connsiteY20" fmla="*/ 24131 h 24895"/>
                  <a:gd name="connsiteX21" fmla="*/ 14776 w 29461"/>
                  <a:gd name="connsiteY21" fmla="*/ 24896 h 24895"/>
                  <a:gd name="connsiteX22" fmla="*/ 9198 w 29461"/>
                  <a:gd name="connsiteY22" fmla="*/ 24064 h 24895"/>
                  <a:gd name="connsiteX23" fmla="*/ 4475 w 29461"/>
                  <a:gd name="connsiteY23" fmla="*/ 21612 h 24895"/>
                  <a:gd name="connsiteX24" fmla="*/ 1215 w 29461"/>
                  <a:gd name="connsiteY24" fmla="*/ 17587 h 24895"/>
                  <a:gd name="connsiteX25" fmla="*/ 0 w 29461"/>
                  <a:gd name="connsiteY25" fmla="*/ 12054 h 24895"/>
                  <a:gd name="connsiteX26" fmla="*/ 2316 w 29461"/>
                  <a:gd name="connsiteY26" fmla="*/ 4206 h 24895"/>
                  <a:gd name="connsiteX27" fmla="*/ 9558 w 29461"/>
                  <a:gd name="connsiteY27" fmla="*/ 450 h 24895"/>
                  <a:gd name="connsiteX28" fmla="*/ 9558 w 29461"/>
                  <a:gd name="connsiteY28" fmla="*/ 3733 h 24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9461" h="24895">
                    <a:moveTo>
                      <a:pt x="9558" y="3733"/>
                    </a:moveTo>
                    <a:cubicBezTo>
                      <a:pt x="7467" y="4318"/>
                      <a:pt x="5847" y="5308"/>
                      <a:pt x="4678" y="6702"/>
                    </a:cubicBezTo>
                    <a:cubicBezTo>
                      <a:pt x="3509" y="8096"/>
                      <a:pt x="2924" y="9895"/>
                      <a:pt x="2924" y="12054"/>
                    </a:cubicBezTo>
                    <a:cubicBezTo>
                      <a:pt x="2924" y="13719"/>
                      <a:pt x="3261" y="15135"/>
                      <a:pt x="3958" y="16327"/>
                    </a:cubicBezTo>
                    <a:cubicBezTo>
                      <a:pt x="4633" y="17519"/>
                      <a:pt x="5555" y="18486"/>
                      <a:pt x="6679" y="19251"/>
                    </a:cubicBezTo>
                    <a:cubicBezTo>
                      <a:pt x="7804" y="20016"/>
                      <a:pt x="9086" y="20555"/>
                      <a:pt x="10503" y="20915"/>
                    </a:cubicBezTo>
                    <a:cubicBezTo>
                      <a:pt x="11920" y="21275"/>
                      <a:pt x="13359" y="21455"/>
                      <a:pt x="14798" y="21455"/>
                    </a:cubicBezTo>
                    <a:cubicBezTo>
                      <a:pt x="16237" y="21455"/>
                      <a:pt x="17722" y="21275"/>
                      <a:pt x="19116" y="20938"/>
                    </a:cubicBezTo>
                    <a:cubicBezTo>
                      <a:pt x="20510" y="20600"/>
                      <a:pt x="21770" y="20038"/>
                      <a:pt x="22895" y="19296"/>
                    </a:cubicBezTo>
                    <a:cubicBezTo>
                      <a:pt x="24019" y="18554"/>
                      <a:pt x="24896" y="17564"/>
                      <a:pt x="25571" y="16372"/>
                    </a:cubicBezTo>
                    <a:cubicBezTo>
                      <a:pt x="26245" y="15180"/>
                      <a:pt x="26560" y="13741"/>
                      <a:pt x="26560" y="12054"/>
                    </a:cubicBezTo>
                    <a:cubicBezTo>
                      <a:pt x="26560" y="9648"/>
                      <a:pt x="25886" y="7714"/>
                      <a:pt x="24559" y="6252"/>
                    </a:cubicBezTo>
                    <a:cubicBezTo>
                      <a:pt x="23232" y="4790"/>
                      <a:pt x="21388" y="3868"/>
                      <a:pt x="19049" y="3463"/>
                    </a:cubicBezTo>
                    <a:lnTo>
                      <a:pt x="19049" y="0"/>
                    </a:lnTo>
                    <a:cubicBezTo>
                      <a:pt x="20601" y="292"/>
                      <a:pt x="22017" y="742"/>
                      <a:pt x="23277" y="1372"/>
                    </a:cubicBezTo>
                    <a:cubicBezTo>
                      <a:pt x="24559" y="2001"/>
                      <a:pt x="25661" y="2811"/>
                      <a:pt x="26560" y="3801"/>
                    </a:cubicBezTo>
                    <a:cubicBezTo>
                      <a:pt x="27482" y="4790"/>
                      <a:pt x="28180" y="5960"/>
                      <a:pt x="28697" y="7332"/>
                    </a:cubicBezTo>
                    <a:cubicBezTo>
                      <a:pt x="29191" y="8703"/>
                      <a:pt x="29461" y="10255"/>
                      <a:pt x="29461" y="12032"/>
                    </a:cubicBezTo>
                    <a:cubicBezTo>
                      <a:pt x="29461" y="14258"/>
                      <a:pt x="29079" y="16192"/>
                      <a:pt x="28337" y="17812"/>
                    </a:cubicBezTo>
                    <a:cubicBezTo>
                      <a:pt x="27572" y="19431"/>
                      <a:pt x="26538" y="20758"/>
                      <a:pt x="25233" y="21815"/>
                    </a:cubicBezTo>
                    <a:cubicBezTo>
                      <a:pt x="23929" y="22872"/>
                      <a:pt x="22355" y="23637"/>
                      <a:pt x="20556" y="24131"/>
                    </a:cubicBezTo>
                    <a:cubicBezTo>
                      <a:pt x="18756" y="24626"/>
                      <a:pt x="16822" y="24896"/>
                      <a:pt x="14776" y="24896"/>
                    </a:cubicBezTo>
                    <a:cubicBezTo>
                      <a:pt x="12842" y="24896"/>
                      <a:pt x="10975" y="24626"/>
                      <a:pt x="9198" y="24064"/>
                    </a:cubicBezTo>
                    <a:cubicBezTo>
                      <a:pt x="7422" y="23502"/>
                      <a:pt x="5847" y="22692"/>
                      <a:pt x="4475" y="21612"/>
                    </a:cubicBezTo>
                    <a:cubicBezTo>
                      <a:pt x="3104" y="20533"/>
                      <a:pt x="2024" y="19183"/>
                      <a:pt x="1215" y="17587"/>
                    </a:cubicBezTo>
                    <a:cubicBezTo>
                      <a:pt x="405" y="15990"/>
                      <a:pt x="0" y="14146"/>
                      <a:pt x="0" y="12054"/>
                    </a:cubicBezTo>
                    <a:cubicBezTo>
                      <a:pt x="0" y="8816"/>
                      <a:pt x="765" y="6207"/>
                      <a:pt x="2316" y="4206"/>
                    </a:cubicBezTo>
                    <a:cubicBezTo>
                      <a:pt x="3868" y="2204"/>
                      <a:pt x="6275" y="967"/>
                      <a:pt x="9558" y="450"/>
                    </a:cubicBezTo>
                    <a:lnTo>
                      <a:pt x="9558" y="3733"/>
                    </a:lnTo>
                    <a:close/>
                  </a:path>
                </a:pathLst>
              </a:custGeom>
              <a:solidFill>
                <a:srgbClr val="231F20"/>
              </a:solidFill>
              <a:ln w="2249" cap="flat">
                <a:noFill/>
                <a:prstDash val="solid"/>
                <a:miter/>
              </a:ln>
            </p:spPr>
            <p:txBody>
              <a:bodyPr rtlCol="0" anchor="ctr"/>
              <a:lstStyle/>
              <a:p>
                <a:endParaRPr lang="en-US"/>
              </a:p>
            </p:txBody>
          </p:sp>
          <p:sp>
            <p:nvSpPr>
              <p:cNvPr id="18525" name="Freeform 18524">
                <a:extLst>
                  <a:ext uri="{FF2B5EF4-FFF2-40B4-BE49-F238E27FC236}">
                    <a16:creationId xmlns:a16="http://schemas.microsoft.com/office/drawing/2014/main" id="{FED9BA11-A4BC-8612-9306-144D9A5BCD97}"/>
                  </a:ext>
                </a:extLst>
              </p:cNvPr>
              <p:cNvSpPr/>
              <p:nvPr/>
            </p:nvSpPr>
            <p:spPr>
              <a:xfrm>
                <a:off x="5229185" y="5021172"/>
                <a:ext cx="29483" cy="25908"/>
              </a:xfrm>
              <a:custGeom>
                <a:avLst/>
                <a:gdLst>
                  <a:gd name="connsiteX0" fmla="*/ 29484 w 29483"/>
                  <a:gd name="connsiteY0" fmla="*/ 12954 h 25908"/>
                  <a:gd name="connsiteX1" fmla="*/ 28517 w 29483"/>
                  <a:gd name="connsiteY1" fmla="*/ 17992 h 25908"/>
                  <a:gd name="connsiteX2" fmla="*/ 25773 w 29483"/>
                  <a:gd name="connsiteY2" fmla="*/ 22085 h 25908"/>
                  <a:gd name="connsiteX3" fmla="*/ 21185 w 29483"/>
                  <a:gd name="connsiteY3" fmla="*/ 24874 h 25908"/>
                  <a:gd name="connsiteX4" fmla="*/ 14753 w 29483"/>
                  <a:gd name="connsiteY4" fmla="*/ 25908 h 25908"/>
                  <a:gd name="connsiteX5" fmla="*/ 8996 w 29483"/>
                  <a:gd name="connsiteY5" fmla="*/ 25098 h 25908"/>
                  <a:gd name="connsiteX6" fmla="*/ 4318 w 29483"/>
                  <a:gd name="connsiteY6" fmla="*/ 22670 h 25908"/>
                  <a:gd name="connsiteX7" fmla="*/ 1170 w 29483"/>
                  <a:gd name="connsiteY7" fmla="*/ 18621 h 25908"/>
                  <a:gd name="connsiteX8" fmla="*/ 0 w 29483"/>
                  <a:gd name="connsiteY8" fmla="*/ 12954 h 25908"/>
                  <a:gd name="connsiteX9" fmla="*/ 1170 w 29483"/>
                  <a:gd name="connsiteY9" fmla="*/ 7242 h 25908"/>
                  <a:gd name="connsiteX10" fmla="*/ 4296 w 29483"/>
                  <a:gd name="connsiteY10" fmla="*/ 3194 h 25908"/>
                  <a:gd name="connsiteX11" fmla="*/ 8973 w 29483"/>
                  <a:gd name="connsiteY11" fmla="*/ 787 h 25908"/>
                  <a:gd name="connsiteX12" fmla="*/ 14753 w 29483"/>
                  <a:gd name="connsiteY12" fmla="*/ 0 h 25908"/>
                  <a:gd name="connsiteX13" fmla="*/ 20803 w 29483"/>
                  <a:gd name="connsiteY13" fmla="*/ 922 h 25908"/>
                  <a:gd name="connsiteX14" fmla="*/ 25436 w 29483"/>
                  <a:gd name="connsiteY14" fmla="*/ 3531 h 25908"/>
                  <a:gd name="connsiteX15" fmla="*/ 28427 w 29483"/>
                  <a:gd name="connsiteY15" fmla="*/ 7624 h 25908"/>
                  <a:gd name="connsiteX16" fmla="*/ 29484 w 29483"/>
                  <a:gd name="connsiteY16" fmla="*/ 12932 h 25908"/>
                  <a:gd name="connsiteX17" fmla="*/ 14731 w 29483"/>
                  <a:gd name="connsiteY17" fmla="*/ 3441 h 25908"/>
                  <a:gd name="connsiteX18" fmla="*/ 10098 w 29483"/>
                  <a:gd name="connsiteY18" fmla="*/ 3981 h 25908"/>
                  <a:gd name="connsiteX19" fmla="*/ 6342 w 29483"/>
                  <a:gd name="connsiteY19" fmla="*/ 5645 h 25908"/>
                  <a:gd name="connsiteX20" fmla="*/ 3823 w 29483"/>
                  <a:gd name="connsiteY20" fmla="*/ 8569 h 25908"/>
                  <a:gd name="connsiteX21" fmla="*/ 2901 w 29483"/>
                  <a:gd name="connsiteY21" fmla="*/ 12932 h 25908"/>
                  <a:gd name="connsiteX22" fmla="*/ 3891 w 29483"/>
                  <a:gd name="connsiteY22" fmla="*/ 17272 h 25908"/>
                  <a:gd name="connsiteX23" fmla="*/ 6545 w 29483"/>
                  <a:gd name="connsiteY23" fmla="*/ 20218 h 25908"/>
                  <a:gd name="connsiteX24" fmla="*/ 10323 w 29483"/>
                  <a:gd name="connsiteY24" fmla="*/ 21882 h 25908"/>
                  <a:gd name="connsiteX25" fmla="*/ 14731 w 29483"/>
                  <a:gd name="connsiteY25" fmla="*/ 22422 h 25908"/>
                  <a:gd name="connsiteX26" fmla="*/ 19499 w 29483"/>
                  <a:gd name="connsiteY26" fmla="*/ 21793 h 25908"/>
                  <a:gd name="connsiteX27" fmla="*/ 23254 w 29483"/>
                  <a:gd name="connsiteY27" fmla="*/ 19993 h 25908"/>
                  <a:gd name="connsiteX28" fmla="*/ 25683 w 29483"/>
                  <a:gd name="connsiteY28" fmla="*/ 17025 h 25908"/>
                  <a:gd name="connsiteX29" fmla="*/ 26538 w 29483"/>
                  <a:gd name="connsiteY29" fmla="*/ 12932 h 25908"/>
                  <a:gd name="connsiteX30" fmla="*/ 25548 w 29483"/>
                  <a:gd name="connsiteY30" fmla="*/ 8591 h 25908"/>
                  <a:gd name="connsiteX31" fmla="*/ 22872 w 29483"/>
                  <a:gd name="connsiteY31" fmla="*/ 5645 h 25908"/>
                  <a:gd name="connsiteX32" fmla="*/ 19094 w 29483"/>
                  <a:gd name="connsiteY32" fmla="*/ 3981 h 25908"/>
                  <a:gd name="connsiteX33" fmla="*/ 14731 w 29483"/>
                  <a:gd name="connsiteY33" fmla="*/ 3441 h 25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9483" h="25908">
                    <a:moveTo>
                      <a:pt x="29484" y="12954"/>
                    </a:moveTo>
                    <a:cubicBezTo>
                      <a:pt x="29439" y="14753"/>
                      <a:pt x="29124" y="16440"/>
                      <a:pt x="28517" y="17992"/>
                    </a:cubicBezTo>
                    <a:cubicBezTo>
                      <a:pt x="27910" y="19566"/>
                      <a:pt x="26988" y="20915"/>
                      <a:pt x="25773" y="22085"/>
                    </a:cubicBezTo>
                    <a:cubicBezTo>
                      <a:pt x="24559" y="23254"/>
                      <a:pt x="23029" y="24176"/>
                      <a:pt x="21185" y="24874"/>
                    </a:cubicBezTo>
                    <a:cubicBezTo>
                      <a:pt x="19341" y="25571"/>
                      <a:pt x="17205" y="25908"/>
                      <a:pt x="14753" y="25908"/>
                    </a:cubicBezTo>
                    <a:cubicBezTo>
                      <a:pt x="12707" y="25908"/>
                      <a:pt x="10795" y="25638"/>
                      <a:pt x="8996" y="25098"/>
                    </a:cubicBezTo>
                    <a:cubicBezTo>
                      <a:pt x="7197" y="24559"/>
                      <a:pt x="5667" y="23749"/>
                      <a:pt x="4318" y="22670"/>
                    </a:cubicBezTo>
                    <a:cubicBezTo>
                      <a:pt x="2991" y="21590"/>
                      <a:pt x="1934" y="20241"/>
                      <a:pt x="1170" y="18621"/>
                    </a:cubicBezTo>
                    <a:cubicBezTo>
                      <a:pt x="405" y="17002"/>
                      <a:pt x="0" y="15113"/>
                      <a:pt x="0" y="12954"/>
                    </a:cubicBezTo>
                    <a:cubicBezTo>
                      <a:pt x="0" y="10795"/>
                      <a:pt x="382" y="8861"/>
                      <a:pt x="1170" y="7242"/>
                    </a:cubicBezTo>
                    <a:cubicBezTo>
                      <a:pt x="1934" y="5622"/>
                      <a:pt x="2991" y="4273"/>
                      <a:pt x="4296" y="3194"/>
                    </a:cubicBezTo>
                    <a:cubicBezTo>
                      <a:pt x="5600" y="2114"/>
                      <a:pt x="7174" y="1305"/>
                      <a:pt x="8973" y="787"/>
                    </a:cubicBezTo>
                    <a:cubicBezTo>
                      <a:pt x="10773" y="270"/>
                      <a:pt x="12707" y="0"/>
                      <a:pt x="14753" y="0"/>
                    </a:cubicBezTo>
                    <a:cubicBezTo>
                      <a:pt x="16980" y="0"/>
                      <a:pt x="19004" y="315"/>
                      <a:pt x="20803" y="922"/>
                    </a:cubicBezTo>
                    <a:cubicBezTo>
                      <a:pt x="22602" y="1529"/>
                      <a:pt x="24154" y="2407"/>
                      <a:pt x="25436" y="3531"/>
                    </a:cubicBezTo>
                    <a:cubicBezTo>
                      <a:pt x="26740" y="4655"/>
                      <a:pt x="27730" y="6027"/>
                      <a:pt x="28427" y="7624"/>
                    </a:cubicBezTo>
                    <a:cubicBezTo>
                      <a:pt x="29124" y="9221"/>
                      <a:pt x="29484" y="10997"/>
                      <a:pt x="29484" y="12932"/>
                    </a:cubicBezTo>
                    <a:close/>
                    <a:moveTo>
                      <a:pt x="14731" y="3441"/>
                    </a:moveTo>
                    <a:cubicBezTo>
                      <a:pt x="13067" y="3441"/>
                      <a:pt x="11537" y="3621"/>
                      <a:pt x="10098" y="3981"/>
                    </a:cubicBezTo>
                    <a:cubicBezTo>
                      <a:pt x="8658" y="4341"/>
                      <a:pt x="7399" y="4903"/>
                      <a:pt x="6342" y="5645"/>
                    </a:cubicBezTo>
                    <a:cubicBezTo>
                      <a:pt x="5285" y="6409"/>
                      <a:pt x="4453" y="7377"/>
                      <a:pt x="3823" y="8569"/>
                    </a:cubicBezTo>
                    <a:cubicBezTo>
                      <a:pt x="3194" y="9761"/>
                      <a:pt x="2901" y="11222"/>
                      <a:pt x="2901" y="12932"/>
                    </a:cubicBezTo>
                    <a:cubicBezTo>
                      <a:pt x="2901" y="14641"/>
                      <a:pt x="3239" y="16080"/>
                      <a:pt x="3891" y="17272"/>
                    </a:cubicBezTo>
                    <a:cubicBezTo>
                      <a:pt x="4543" y="18464"/>
                      <a:pt x="5443" y="19454"/>
                      <a:pt x="6545" y="20218"/>
                    </a:cubicBezTo>
                    <a:cubicBezTo>
                      <a:pt x="7647" y="20983"/>
                      <a:pt x="8906" y="21523"/>
                      <a:pt x="10323" y="21882"/>
                    </a:cubicBezTo>
                    <a:cubicBezTo>
                      <a:pt x="11739" y="22242"/>
                      <a:pt x="13201" y="22422"/>
                      <a:pt x="14731" y="22422"/>
                    </a:cubicBezTo>
                    <a:cubicBezTo>
                      <a:pt x="16463" y="22422"/>
                      <a:pt x="18059" y="22220"/>
                      <a:pt x="19499" y="21793"/>
                    </a:cubicBezTo>
                    <a:cubicBezTo>
                      <a:pt x="20960" y="21388"/>
                      <a:pt x="22197" y="20780"/>
                      <a:pt x="23254" y="19993"/>
                    </a:cubicBezTo>
                    <a:cubicBezTo>
                      <a:pt x="24289" y="19206"/>
                      <a:pt x="25098" y="18217"/>
                      <a:pt x="25683" y="17025"/>
                    </a:cubicBezTo>
                    <a:cubicBezTo>
                      <a:pt x="26268" y="15833"/>
                      <a:pt x="26538" y="14461"/>
                      <a:pt x="26538" y="12932"/>
                    </a:cubicBezTo>
                    <a:cubicBezTo>
                      <a:pt x="26538" y="11245"/>
                      <a:pt x="26200" y="9783"/>
                      <a:pt x="25548" y="8591"/>
                    </a:cubicBezTo>
                    <a:cubicBezTo>
                      <a:pt x="24874" y="7377"/>
                      <a:pt x="23996" y="6409"/>
                      <a:pt x="22872" y="5645"/>
                    </a:cubicBezTo>
                    <a:cubicBezTo>
                      <a:pt x="21748" y="4880"/>
                      <a:pt x="20488" y="4341"/>
                      <a:pt x="19094" y="3981"/>
                    </a:cubicBezTo>
                    <a:cubicBezTo>
                      <a:pt x="17699" y="3621"/>
                      <a:pt x="16237" y="3441"/>
                      <a:pt x="14731" y="3441"/>
                    </a:cubicBezTo>
                    <a:close/>
                  </a:path>
                </a:pathLst>
              </a:custGeom>
              <a:solidFill>
                <a:srgbClr val="231F20"/>
              </a:solidFill>
              <a:ln w="2249" cap="flat">
                <a:noFill/>
                <a:prstDash val="solid"/>
                <a:miter/>
              </a:ln>
            </p:spPr>
            <p:txBody>
              <a:bodyPr rtlCol="0" anchor="ctr"/>
              <a:lstStyle/>
              <a:p>
                <a:endParaRPr lang="en-US"/>
              </a:p>
            </p:txBody>
          </p:sp>
          <p:sp>
            <p:nvSpPr>
              <p:cNvPr id="18526" name="Freeform 18525">
                <a:extLst>
                  <a:ext uri="{FF2B5EF4-FFF2-40B4-BE49-F238E27FC236}">
                    <a16:creationId xmlns:a16="http://schemas.microsoft.com/office/drawing/2014/main" id="{1FAFBD1B-19DB-2B2C-FBB2-FC6308C0EEFE}"/>
                  </a:ext>
                </a:extLst>
              </p:cNvPr>
              <p:cNvSpPr/>
              <p:nvPr/>
            </p:nvSpPr>
            <p:spPr>
              <a:xfrm>
                <a:off x="5229207" y="4977655"/>
                <a:ext cx="28764" cy="38007"/>
              </a:xfrm>
              <a:custGeom>
                <a:avLst/>
                <a:gdLst>
                  <a:gd name="connsiteX0" fmla="*/ 28697 w 28764"/>
                  <a:gd name="connsiteY0" fmla="*/ 34769 h 38007"/>
                  <a:gd name="connsiteX1" fmla="*/ 28697 w 28764"/>
                  <a:gd name="connsiteY1" fmla="*/ 38007 h 38007"/>
                  <a:gd name="connsiteX2" fmla="*/ 742 w 28764"/>
                  <a:gd name="connsiteY2" fmla="*/ 38007 h 38007"/>
                  <a:gd name="connsiteX3" fmla="*/ 742 w 28764"/>
                  <a:gd name="connsiteY3" fmla="*/ 34769 h 38007"/>
                  <a:gd name="connsiteX4" fmla="*/ 4948 w 28764"/>
                  <a:gd name="connsiteY4" fmla="*/ 34769 h 38007"/>
                  <a:gd name="connsiteX5" fmla="*/ 4948 w 28764"/>
                  <a:gd name="connsiteY5" fmla="*/ 34657 h 38007"/>
                  <a:gd name="connsiteX6" fmla="*/ 1260 w 28764"/>
                  <a:gd name="connsiteY6" fmla="*/ 31103 h 38007"/>
                  <a:gd name="connsiteX7" fmla="*/ 0 w 28764"/>
                  <a:gd name="connsiteY7" fmla="*/ 26020 h 38007"/>
                  <a:gd name="connsiteX8" fmla="*/ 427 w 28764"/>
                  <a:gd name="connsiteY8" fmla="*/ 22737 h 38007"/>
                  <a:gd name="connsiteX9" fmla="*/ 1597 w 28764"/>
                  <a:gd name="connsiteY9" fmla="*/ 20443 h 38007"/>
                  <a:gd name="connsiteX10" fmla="*/ 3306 w 28764"/>
                  <a:gd name="connsiteY10" fmla="*/ 18869 h 38007"/>
                  <a:gd name="connsiteX11" fmla="*/ 5420 w 28764"/>
                  <a:gd name="connsiteY11" fmla="*/ 17812 h 38007"/>
                  <a:gd name="connsiteX12" fmla="*/ 1349 w 28764"/>
                  <a:gd name="connsiteY12" fmla="*/ 14056 h 38007"/>
                  <a:gd name="connsiteX13" fmla="*/ 23 w 28764"/>
                  <a:gd name="connsiteY13" fmla="*/ 8681 h 38007"/>
                  <a:gd name="connsiteX14" fmla="*/ 967 w 28764"/>
                  <a:gd name="connsiteY14" fmla="*/ 4115 h 38007"/>
                  <a:gd name="connsiteX15" fmla="*/ 3441 w 28764"/>
                  <a:gd name="connsiteY15" fmla="*/ 1507 h 38007"/>
                  <a:gd name="connsiteX16" fmla="*/ 6972 w 28764"/>
                  <a:gd name="connsiteY16" fmla="*/ 292 h 38007"/>
                  <a:gd name="connsiteX17" fmla="*/ 11065 w 28764"/>
                  <a:gd name="connsiteY17" fmla="*/ 0 h 38007"/>
                  <a:gd name="connsiteX18" fmla="*/ 28719 w 28764"/>
                  <a:gd name="connsiteY18" fmla="*/ 0 h 38007"/>
                  <a:gd name="connsiteX19" fmla="*/ 28719 w 28764"/>
                  <a:gd name="connsiteY19" fmla="*/ 3239 h 38007"/>
                  <a:gd name="connsiteX20" fmla="*/ 9401 w 28764"/>
                  <a:gd name="connsiteY20" fmla="*/ 3239 h 38007"/>
                  <a:gd name="connsiteX21" fmla="*/ 4655 w 28764"/>
                  <a:gd name="connsiteY21" fmla="*/ 4498 h 38007"/>
                  <a:gd name="connsiteX22" fmla="*/ 2924 w 28764"/>
                  <a:gd name="connsiteY22" fmla="*/ 9221 h 38007"/>
                  <a:gd name="connsiteX23" fmla="*/ 3711 w 28764"/>
                  <a:gd name="connsiteY23" fmla="*/ 12639 h 38007"/>
                  <a:gd name="connsiteX24" fmla="*/ 6117 w 28764"/>
                  <a:gd name="connsiteY24" fmla="*/ 15518 h 38007"/>
                  <a:gd name="connsiteX25" fmla="*/ 7759 w 28764"/>
                  <a:gd name="connsiteY25" fmla="*/ 16418 h 38007"/>
                  <a:gd name="connsiteX26" fmla="*/ 9738 w 28764"/>
                  <a:gd name="connsiteY26" fmla="*/ 16980 h 38007"/>
                  <a:gd name="connsiteX27" fmla="*/ 11785 w 28764"/>
                  <a:gd name="connsiteY27" fmla="*/ 17272 h 38007"/>
                  <a:gd name="connsiteX28" fmla="*/ 13674 w 28764"/>
                  <a:gd name="connsiteY28" fmla="*/ 17362 h 38007"/>
                  <a:gd name="connsiteX29" fmla="*/ 28742 w 28764"/>
                  <a:gd name="connsiteY29" fmla="*/ 17362 h 38007"/>
                  <a:gd name="connsiteX30" fmla="*/ 28742 w 28764"/>
                  <a:gd name="connsiteY30" fmla="*/ 20601 h 38007"/>
                  <a:gd name="connsiteX31" fmla="*/ 9423 w 28764"/>
                  <a:gd name="connsiteY31" fmla="*/ 20601 h 38007"/>
                  <a:gd name="connsiteX32" fmla="*/ 4678 w 28764"/>
                  <a:gd name="connsiteY32" fmla="*/ 21860 h 38007"/>
                  <a:gd name="connsiteX33" fmla="*/ 2946 w 28764"/>
                  <a:gd name="connsiteY33" fmla="*/ 26583 h 38007"/>
                  <a:gd name="connsiteX34" fmla="*/ 3733 w 28764"/>
                  <a:gd name="connsiteY34" fmla="*/ 30001 h 38007"/>
                  <a:gd name="connsiteX35" fmla="*/ 6140 w 28764"/>
                  <a:gd name="connsiteY35" fmla="*/ 32880 h 38007"/>
                  <a:gd name="connsiteX36" fmla="*/ 7781 w 28764"/>
                  <a:gd name="connsiteY36" fmla="*/ 33779 h 38007"/>
                  <a:gd name="connsiteX37" fmla="*/ 9760 w 28764"/>
                  <a:gd name="connsiteY37" fmla="*/ 34342 h 38007"/>
                  <a:gd name="connsiteX38" fmla="*/ 11807 w 28764"/>
                  <a:gd name="connsiteY38" fmla="*/ 34634 h 38007"/>
                  <a:gd name="connsiteX39" fmla="*/ 13696 w 28764"/>
                  <a:gd name="connsiteY39" fmla="*/ 34724 h 38007"/>
                  <a:gd name="connsiteX40" fmla="*/ 28764 w 28764"/>
                  <a:gd name="connsiteY40" fmla="*/ 34724 h 380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8764" h="38007">
                    <a:moveTo>
                      <a:pt x="28697" y="34769"/>
                    </a:moveTo>
                    <a:lnTo>
                      <a:pt x="28697" y="38007"/>
                    </a:lnTo>
                    <a:lnTo>
                      <a:pt x="742" y="38007"/>
                    </a:lnTo>
                    <a:lnTo>
                      <a:pt x="742" y="34769"/>
                    </a:lnTo>
                    <a:lnTo>
                      <a:pt x="4948" y="34769"/>
                    </a:lnTo>
                    <a:lnTo>
                      <a:pt x="4948" y="34657"/>
                    </a:lnTo>
                    <a:cubicBezTo>
                      <a:pt x="3328" y="33824"/>
                      <a:pt x="2092" y="32632"/>
                      <a:pt x="1260" y="31103"/>
                    </a:cubicBezTo>
                    <a:cubicBezTo>
                      <a:pt x="405" y="29551"/>
                      <a:pt x="0" y="27865"/>
                      <a:pt x="0" y="26020"/>
                    </a:cubicBezTo>
                    <a:cubicBezTo>
                      <a:pt x="0" y="24716"/>
                      <a:pt x="135" y="23637"/>
                      <a:pt x="427" y="22737"/>
                    </a:cubicBezTo>
                    <a:cubicBezTo>
                      <a:pt x="720" y="21837"/>
                      <a:pt x="1102" y="21073"/>
                      <a:pt x="1597" y="20443"/>
                    </a:cubicBezTo>
                    <a:cubicBezTo>
                      <a:pt x="2092" y="19813"/>
                      <a:pt x="2654" y="19296"/>
                      <a:pt x="3306" y="18869"/>
                    </a:cubicBezTo>
                    <a:cubicBezTo>
                      <a:pt x="3958" y="18464"/>
                      <a:pt x="4655" y="18104"/>
                      <a:pt x="5420" y="17812"/>
                    </a:cubicBezTo>
                    <a:cubicBezTo>
                      <a:pt x="3576" y="16867"/>
                      <a:pt x="2226" y="15630"/>
                      <a:pt x="1349" y="14056"/>
                    </a:cubicBezTo>
                    <a:cubicBezTo>
                      <a:pt x="472" y="12482"/>
                      <a:pt x="23" y="10705"/>
                      <a:pt x="23" y="8681"/>
                    </a:cubicBezTo>
                    <a:cubicBezTo>
                      <a:pt x="23" y="6769"/>
                      <a:pt x="337" y="5262"/>
                      <a:pt x="967" y="4115"/>
                    </a:cubicBezTo>
                    <a:cubicBezTo>
                      <a:pt x="1597" y="2991"/>
                      <a:pt x="2429" y="2114"/>
                      <a:pt x="3441" y="1507"/>
                    </a:cubicBezTo>
                    <a:cubicBezTo>
                      <a:pt x="4475" y="900"/>
                      <a:pt x="5645" y="495"/>
                      <a:pt x="6972" y="292"/>
                    </a:cubicBezTo>
                    <a:cubicBezTo>
                      <a:pt x="8299" y="90"/>
                      <a:pt x="9671" y="0"/>
                      <a:pt x="11065" y="0"/>
                    </a:cubicBezTo>
                    <a:lnTo>
                      <a:pt x="28719" y="0"/>
                    </a:lnTo>
                    <a:lnTo>
                      <a:pt x="28719" y="3239"/>
                    </a:lnTo>
                    <a:lnTo>
                      <a:pt x="9401" y="3239"/>
                    </a:lnTo>
                    <a:cubicBezTo>
                      <a:pt x="7377" y="3239"/>
                      <a:pt x="5802" y="3666"/>
                      <a:pt x="4655" y="4498"/>
                    </a:cubicBezTo>
                    <a:cubicBezTo>
                      <a:pt x="3509" y="5353"/>
                      <a:pt x="2924" y="6927"/>
                      <a:pt x="2924" y="9221"/>
                    </a:cubicBezTo>
                    <a:cubicBezTo>
                      <a:pt x="2924" y="10413"/>
                      <a:pt x="3194" y="11560"/>
                      <a:pt x="3711" y="12639"/>
                    </a:cubicBezTo>
                    <a:cubicBezTo>
                      <a:pt x="4228" y="13741"/>
                      <a:pt x="5038" y="14708"/>
                      <a:pt x="6117" y="15518"/>
                    </a:cubicBezTo>
                    <a:cubicBezTo>
                      <a:pt x="6590" y="15878"/>
                      <a:pt x="7129" y="16170"/>
                      <a:pt x="7759" y="16418"/>
                    </a:cubicBezTo>
                    <a:cubicBezTo>
                      <a:pt x="8389" y="16642"/>
                      <a:pt x="9041" y="16845"/>
                      <a:pt x="9738" y="16980"/>
                    </a:cubicBezTo>
                    <a:cubicBezTo>
                      <a:pt x="10413" y="17115"/>
                      <a:pt x="11110" y="17227"/>
                      <a:pt x="11785" y="17272"/>
                    </a:cubicBezTo>
                    <a:cubicBezTo>
                      <a:pt x="12459" y="17317"/>
                      <a:pt x="13089" y="17362"/>
                      <a:pt x="13674" y="17362"/>
                    </a:cubicBezTo>
                    <a:lnTo>
                      <a:pt x="28742" y="17362"/>
                    </a:lnTo>
                    <a:lnTo>
                      <a:pt x="28742" y="20601"/>
                    </a:lnTo>
                    <a:lnTo>
                      <a:pt x="9423" y="20601"/>
                    </a:lnTo>
                    <a:cubicBezTo>
                      <a:pt x="7399" y="20601"/>
                      <a:pt x="5825" y="21028"/>
                      <a:pt x="4678" y="21860"/>
                    </a:cubicBezTo>
                    <a:cubicBezTo>
                      <a:pt x="3531" y="22714"/>
                      <a:pt x="2946" y="24289"/>
                      <a:pt x="2946" y="26583"/>
                    </a:cubicBezTo>
                    <a:cubicBezTo>
                      <a:pt x="2946" y="27775"/>
                      <a:pt x="3216" y="28922"/>
                      <a:pt x="3733" y="30001"/>
                    </a:cubicBezTo>
                    <a:cubicBezTo>
                      <a:pt x="4251" y="31080"/>
                      <a:pt x="5060" y="32070"/>
                      <a:pt x="6140" y="32880"/>
                    </a:cubicBezTo>
                    <a:cubicBezTo>
                      <a:pt x="6612" y="33240"/>
                      <a:pt x="7152" y="33532"/>
                      <a:pt x="7781" y="33779"/>
                    </a:cubicBezTo>
                    <a:cubicBezTo>
                      <a:pt x="8411" y="34004"/>
                      <a:pt x="9063" y="34207"/>
                      <a:pt x="9760" y="34342"/>
                    </a:cubicBezTo>
                    <a:cubicBezTo>
                      <a:pt x="10435" y="34476"/>
                      <a:pt x="11133" y="34589"/>
                      <a:pt x="11807" y="34634"/>
                    </a:cubicBezTo>
                    <a:cubicBezTo>
                      <a:pt x="12482" y="34679"/>
                      <a:pt x="13111" y="34724"/>
                      <a:pt x="13696" y="34724"/>
                    </a:cubicBezTo>
                    <a:lnTo>
                      <a:pt x="28764" y="34724"/>
                    </a:lnTo>
                    <a:close/>
                  </a:path>
                </a:pathLst>
              </a:custGeom>
              <a:solidFill>
                <a:srgbClr val="231F20"/>
              </a:solidFill>
              <a:ln w="2249" cap="flat">
                <a:noFill/>
                <a:prstDash val="solid"/>
                <a:miter/>
              </a:ln>
            </p:spPr>
            <p:txBody>
              <a:bodyPr rtlCol="0" anchor="ctr"/>
              <a:lstStyle/>
              <a:p>
                <a:endParaRPr lang="en-US"/>
              </a:p>
            </p:txBody>
          </p:sp>
          <p:sp>
            <p:nvSpPr>
              <p:cNvPr id="18527" name="Freeform 18526">
                <a:extLst>
                  <a:ext uri="{FF2B5EF4-FFF2-40B4-BE49-F238E27FC236}">
                    <a16:creationId xmlns:a16="http://schemas.microsoft.com/office/drawing/2014/main" id="{9BAF50D6-D37A-C895-0BCA-4274ED0F0532}"/>
                  </a:ext>
                </a:extLst>
              </p:cNvPr>
              <p:cNvSpPr/>
              <p:nvPr/>
            </p:nvSpPr>
            <p:spPr>
              <a:xfrm>
                <a:off x="5229185" y="4944213"/>
                <a:ext cx="39739" cy="25683"/>
              </a:xfrm>
              <a:custGeom>
                <a:avLst/>
                <a:gdLst>
                  <a:gd name="connsiteX0" fmla="*/ 39739 w 39739"/>
                  <a:gd name="connsiteY0" fmla="*/ 22445 h 25683"/>
                  <a:gd name="connsiteX1" fmla="*/ 39739 w 39739"/>
                  <a:gd name="connsiteY1" fmla="*/ 25683 h 25683"/>
                  <a:gd name="connsiteX2" fmla="*/ 765 w 39739"/>
                  <a:gd name="connsiteY2" fmla="*/ 25683 h 25683"/>
                  <a:gd name="connsiteX3" fmla="*/ 765 w 39739"/>
                  <a:gd name="connsiteY3" fmla="*/ 22445 h 25683"/>
                  <a:gd name="connsiteX4" fmla="*/ 5667 w 39739"/>
                  <a:gd name="connsiteY4" fmla="*/ 22445 h 25683"/>
                  <a:gd name="connsiteX5" fmla="*/ 5667 w 39739"/>
                  <a:gd name="connsiteY5" fmla="*/ 22332 h 25683"/>
                  <a:gd name="connsiteX6" fmla="*/ 3239 w 39739"/>
                  <a:gd name="connsiteY6" fmla="*/ 20533 h 25683"/>
                  <a:gd name="connsiteX7" fmla="*/ 1462 w 39739"/>
                  <a:gd name="connsiteY7" fmla="*/ 18104 h 25683"/>
                  <a:gd name="connsiteX8" fmla="*/ 382 w 39739"/>
                  <a:gd name="connsiteY8" fmla="*/ 15383 h 25683"/>
                  <a:gd name="connsiteX9" fmla="*/ 0 w 39739"/>
                  <a:gd name="connsiteY9" fmla="*/ 12639 h 25683"/>
                  <a:gd name="connsiteX10" fmla="*/ 1124 w 39739"/>
                  <a:gd name="connsiteY10" fmla="*/ 6859 h 25683"/>
                  <a:gd name="connsiteX11" fmla="*/ 4228 w 39739"/>
                  <a:gd name="connsiteY11" fmla="*/ 2946 h 25683"/>
                  <a:gd name="connsiteX12" fmla="*/ 8906 w 39739"/>
                  <a:gd name="connsiteY12" fmla="*/ 697 h 25683"/>
                  <a:gd name="connsiteX13" fmla="*/ 14686 w 39739"/>
                  <a:gd name="connsiteY13" fmla="*/ 0 h 25683"/>
                  <a:gd name="connsiteX14" fmla="*/ 20308 w 39739"/>
                  <a:gd name="connsiteY14" fmla="*/ 765 h 25683"/>
                  <a:gd name="connsiteX15" fmla="*/ 25031 w 39739"/>
                  <a:gd name="connsiteY15" fmla="*/ 3059 h 25683"/>
                  <a:gd name="connsiteX16" fmla="*/ 28270 w 39739"/>
                  <a:gd name="connsiteY16" fmla="*/ 6949 h 25683"/>
                  <a:gd name="connsiteX17" fmla="*/ 29484 w 39739"/>
                  <a:gd name="connsiteY17" fmla="*/ 12482 h 25683"/>
                  <a:gd name="connsiteX18" fmla="*/ 28157 w 39739"/>
                  <a:gd name="connsiteY18" fmla="*/ 18171 h 25683"/>
                  <a:gd name="connsiteX19" fmla="*/ 24244 w 39739"/>
                  <a:gd name="connsiteY19" fmla="*/ 22467 h 25683"/>
                  <a:gd name="connsiteX20" fmla="*/ 39739 w 39739"/>
                  <a:gd name="connsiteY20" fmla="*/ 22467 h 25683"/>
                  <a:gd name="connsiteX21" fmla="*/ 14843 w 39739"/>
                  <a:gd name="connsiteY21" fmla="*/ 22445 h 25683"/>
                  <a:gd name="connsiteX22" fmla="*/ 19341 w 39739"/>
                  <a:gd name="connsiteY22" fmla="*/ 21792 h 25683"/>
                  <a:gd name="connsiteX23" fmla="*/ 23074 w 39739"/>
                  <a:gd name="connsiteY23" fmla="*/ 19926 h 25683"/>
                  <a:gd name="connsiteX24" fmla="*/ 25616 w 39739"/>
                  <a:gd name="connsiteY24" fmla="*/ 16957 h 25683"/>
                  <a:gd name="connsiteX25" fmla="*/ 26560 w 39739"/>
                  <a:gd name="connsiteY25" fmla="*/ 12999 h 25683"/>
                  <a:gd name="connsiteX26" fmla="*/ 25571 w 39739"/>
                  <a:gd name="connsiteY26" fmla="*/ 8658 h 25683"/>
                  <a:gd name="connsiteX27" fmla="*/ 22849 w 39739"/>
                  <a:gd name="connsiteY27" fmla="*/ 5600 h 25683"/>
                  <a:gd name="connsiteX28" fmla="*/ 18824 w 39739"/>
                  <a:gd name="connsiteY28" fmla="*/ 3868 h 25683"/>
                  <a:gd name="connsiteX29" fmla="*/ 13876 w 39739"/>
                  <a:gd name="connsiteY29" fmla="*/ 3441 h 25683"/>
                  <a:gd name="connsiteX30" fmla="*/ 9198 w 39739"/>
                  <a:gd name="connsiteY30" fmla="*/ 4161 h 25683"/>
                  <a:gd name="connsiteX31" fmla="*/ 5780 w 39739"/>
                  <a:gd name="connsiteY31" fmla="*/ 6185 h 25683"/>
                  <a:gd name="connsiteX32" fmla="*/ 3643 w 39739"/>
                  <a:gd name="connsiteY32" fmla="*/ 9198 h 25683"/>
                  <a:gd name="connsiteX33" fmla="*/ 2924 w 39739"/>
                  <a:gd name="connsiteY33" fmla="*/ 12977 h 25683"/>
                  <a:gd name="connsiteX34" fmla="*/ 3846 w 39739"/>
                  <a:gd name="connsiteY34" fmla="*/ 17024 h 25683"/>
                  <a:gd name="connsiteX35" fmla="*/ 6365 w 39739"/>
                  <a:gd name="connsiteY35" fmla="*/ 19993 h 25683"/>
                  <a:gd name="connsiteX36" fmla="*/ 10143 w 39739"/>
                  <a:gd name="connsiteY36" fmla="*/ 21792 h 25683"/>
                  <a:gd name="connsiteX37" fmla="*/ 14866 w 39739"/>
                  <a:gd name="connsiteY37" fmla="*/ 22422 h 25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9739" h="25683">
                    <a:moveTo>
                      <a:pt x="39739" y="22445"/>
                    </a:moveTo>
                    <a:lnTo>
                      <a:pt x="39739" y="25683"/>
                    </a:lnTo>
                    <a:lnTo>
                      <a:pt x="765" y="25683"/>
                    </a:lnTo>
                    <a:lnTo>
                      <a:pt x="765" y="22445"/>
                    </a:lnTo>
                    <a:lnTo>
                      <a:pt x="5667" y="22445"/>
                    </a:lnTo>
                    <a:lnTo>
                      <a:pt x="5667" y="22332"/>
                    </a:lnTo>
                    <a:cubicBezTo>
                      <a:pt x="4768" y="21860"/>
                      <a:pt x="3958" y="21253"/>
                      <a:pt x="3239" y="20533"/>
                    </a:cubicBezTo>
                    <a:cubicBezTo>
                      <a:pt x="2519" y="19791"/>
                      <a:pt x="1934" y="18981"/>
                      <a:pt x="1462" y="18104"/>
                    </a:cubicBezTo>
                    <a:cubicBezTo>
                      <a:pt x="990" y="17227"/>
                      <a:pt x="630" y="16305"/>
                      <a:pt x="382" y="15383"/>
                    </a:cubicBezTo>
                    <a:cubicBezTo>
                      <a:pt x="135" y="14438"/>
                      <a:pt x="0" y="13539"/>
                      <a:pt x="0" y="12639"/>
                    </a:cubicBezTo>
                    <a:cubicBezTo>
                      <a:pt x="0" y="10368"/>
                      <a:pt x="382" y="8456"/>
                      <a:pt x="1124" y="6859"/>
                    </a:cubicBezTo>
                    <a:cubicBezTo>
                      <a:pt x="1867" y="5262"/>
                      <a:pt x="2924" y="3981"/>
                      <a:pt x="4228" y="2946"/>
                    </a:cubicBezTo>
                    <a:cubicBezTo>
                      <a:pt x="5533" y="1912"/>
                      <a:pt x="7107" y="1170"/>
                      <a:pt x="8906" y="697"/>
                    </a:cubicBezTo>
                    <a:cubicBezTo>
                      <a:pt x="10705" y="225"/>
                      <a:pt x="12639" y="0"/>
                      <a:pt x="14686" y="0"/>
                    </a:cubicBezTo>
                    <a:cubicBezTo>
                      <a:pt x="16620" y="0"/>
                      <a:pt x="18509" y="247"/>
                      <a:pt x="20308" y="765"/>
                    </a:cubicBezTo>
                    <a:cubicBezTo>
                      <a:pt x="22107" y="1260"/>
                      <a:pt x="23682" y="2024"/>
                      <a:pt x="25031" y="3059"/>
                    </a:cubicBezTo>
                    <a:cubicBezTo>
                      <a:pt x="26380" y="4093"/>
                      <a:pt x="27460" y="5375"/>
                      <a:pt x="28270" y="6949"/>
                    </a:cubicBezTo>
                    <a:cubicBezTo>
                      <a:pt x="29079" y="8524"/>
                      <a:pt x="29484" y="10368"/>
                      <a:pt x="29484" y="12482"/>
                    </a:cubicBezTo>
                    <a:cubicBezTo>
                      <a:pt x="29484" y="14461"/>
                      <a:pt x="29034" y="16350"/>
                      <a:pt x="28157" y="18171"/>
                    </a:cubicBezTo>
                    <a:cubicBezTo>
                      <a:pt x="27280" y="19993"/>
                      <a:pt x="25976" y="21410"/>
                      <a:pt x="24244" y="22467"/>
                    </a:cubicBezTo>
                    <a:lnTo>
                      <a:pt x="39739" y="22467"/>
                    </a:lnTo>
                    <a:close/>
                    <a:moveTo>
                      <a:pt x="14843" y="22445"/>
                    </a:moveTo>
                    <a:cubicBezTo>
                      <a:pt x="16418" y="22445"/>
                      <a:pt x="17924" y="22220"/>
                      <a:pt x="19341" y="21792"/>
                    </a:cubicBezTo>
                    <a:cubicBezTo>
                      <a:pt x="20758" y="21365"/>
                      <a:pt x="21995" y="20735"/>
                      <a:pt x="23074" y="19926"/>
                    </a:cubicBezTo>
                    <a:cubicBezTo>
                      <a:pt x="24154" y="19116"/>
                      <a:pt x="24986" y="18127"/>
                      <a:pt x="25616" y="16957"/>
                    </a:cubicBezTo>
                    <a:cubicBezTo>
                      <a:pt x="26245" y="15788"/>
                      <a:pt x="26560" y="14461"/>
                      <a:pt x="26560" y="12999"/>
                    </a:cubicBezTo>
                    <a:cubicBezTo>
                      <a:pt x="26560" y="11335"/>
                      <a:pt x="26223" y="9895"/>
                      <a:pt x="25571" y="8658"/>
                    </a:cubicBezTo>
                    <a:cubicBezTo>
                      <a:pt x="24896" y="7422"/>
                      <a:pt x="23996" y="6409"/>
                      <a:pt x="22849" y="5600"/>
                    </a:cubicBezTo>
                    <a:cubicBezTo>
                      <a:pt x="21703" y="4813"/>
                      <a:pt x="20353" y="4228"/>
                      <a:pt x="18824" y="3868"/>
                    </a:cubicBezTo>
                    <a:cubicBezTo>
                      <a:pt x="17295" y="3509"/>
                      <a:pt x="15653" y="3373"/>
                      <a:pt x="13876" y="3441"/>
                    </a:cubicBezTo>
                    <a:cubicBezTo>
                      <a:pt x="12122" y="3441"/>
                      <a:pt x="10548" y="3688"/>
                      <a:pt x="9198" y="4161"/>
                    </a:cubicBezTo>
                    <a:cubicBezTo>
                      <a:pt x="7849" y="4655"/>
                      <a:pt x="6702" y="5330"/>
                      <a:pt x="5780" y="6185"/>
                    </a:cubicBezTo>
                    <a:cubicBezTo>
                      <a:pt x="4835" y="7039"/>
                      <a:pt x="4138" y="8051"/>
                      <a:pt x="3643" y="9198"/>
                    </a:cubicBezTo>
                    <a:cubicBezTo>
                      <a:pt x="3149" y="10345"/>
                      <a:pt x="2924" y="11605"/>
                      <a:pt x="2924" y="12977"/>
                    </a:cubicBezTo>
                    <a:cubicBezTo>
                      <a:pt x="2924" y="14483"/>
                      <a:pt x="3239" y="15833"/>
                      <a:pt x="3846" y="17024"/>
                    </a:cubicBezTo>
                    <a:cubicBezTo>
                      <a:pt x="4453" y="18217"/>
                      <a:pt x="5285" y="19206"/>
                      <a:pt x="6365" y="19993"/>
                    </a:cubicBezTo>
                    <a:cubicBezTo>
                      <a:pt x="7422" y="20780"/>
                      <a:pt x="8681" y="21388"/>
                      <a:pt x="10143" y="21792"/>
                    </a:cubicBezTo>
                    <a:cubicBezTo>
                      <a:pt x="11605" y="22197"/>
                      <a:pt x="13179" y="22422"/>
                      <a:pt x="14866" y="22422"/>
                    </a:cubicBezTo>
                    <a:close/>
                  </a:path>
                </a:pathLst>
              </a:custGeom>
              <a:solidFill>
                <a:srgbClr val="231F20"/>
              </a:solidFill>
              <a:ln w="2249" cap="flat">
                <a:noFill/>
                <a:prstDash val="solid"/>
                <a:miter/>
              </a:ln>
            </p:spPr>
            <p:txBody>
              <a:bodyPr rtlCol="0" anchor="ctr"/>
              <a:lstStyle/>
              <a:p>
                <a:endParaRPr lang="en-US"/>
              </a:p>
            </p:txBody>
          </p:sp>
          <p:sp>
            <p:nvSpPr>
              <p:cNvPr id="18528" name="Freeform 18527">
                <a:extLst>
                  <a:ext uri="{FF2B5EF4-FFF2-40B4-BE49-F238E27FC236}">
                    <a16:creationId xmlns:a16="http://schemas.microsoft.com/office/drawing/2014/main" id="{F5E3931B-4FD5-1F70-ED99-E6F58CD7ED98}"/>
                  </a:ext>
                </a:extLst>
              </p:cNvPr>
              <p:cNvSpPr/>
              <p:nvPr/>
            </p:nvSpPr>
            <p:spPr>
              <a:xfrm>
                <a:off x="5219042" y="4933575"/>
                <a:ext cx="38862" cy="3238"/>
              </a:xfrm>
              <a:custGeom>
                <a:avLst/>
                <a:gdLst>
                  <a:gd name="connsiteX0" fmla="*/ 38862 w 38862"/>
                  <a:gd name="connsiteY0" fmla="*/ 3238 h 3238"/>
                  <a:gd name="connsiteX1" fmla="*/ 0 w 38862"/>
                  <a:gd name="connsiteY1" fmla="*/ 3238 h 3238"/>
                  <a:gd name="connsiteX2" fmla="*/ 0 w 38862"/>
                  <a:gd name="connsiteY2" fmla="*/ 0 h 3238"/>
                  <a:gd name="connsiteX3" fmla="*/ 38862 w 38862"/>
                  <a:gd name="connsiteY3" fmla="*/ 0 h 3238"/>
                  <a:gd name="connsiteX4" fmla="*/ 38862 w 38862"/>
                  <a:gd name="connsiteY4" fmla="*/ 3238 h 3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862" h="3238">
                    <a:moveTo>
                      <a:pt x="38862" y="3238"/>
                    </a:moveTo>
                    <a:lnTo>
                      <a:pt x="0" y="3238"/>
                    </a:lnTo>
                    <a:lnTo>
                      <a:pt x="0" y="0"/>
                    </a:lnTo>
                    <a:lnTo>
                      <a:pt x="38862" y="0"/>
                    </a:lnTo>
                    <a:lnTo>
                      <a:pt x="38862" y="3238"/>
                    </a:lnTo>
                    <a:close/>
                  </a:path>
                </a:pathLst>
              </a:custGeom>
              <a:solidFill>
                <a:srgbClr val="231F20"/>
              </a:solidFill>
              <a:ln w="2249" cap="flat">
                <a:noFill/>
                <a:prstDash val="solid"/>
                <a:miter/>
              </a:ln>
            </p:spPr>
            <p:txBody>
              <a:bodyPr rtlCol="0" anchor="ctr"/>
              <a:lstStyle/>
              <a:p>
                <a:endParaRPr lang="en-US"/>
              </a:p>
            </p:txBody>
          </p:sp>
          <p:sp>
            <p:nvSpPr>
              <p:cNvPr id="18529" name="Freeform 18528">
                <a:extLst>
                  <a:ext uri="{FF2B5EF4-FFF2-40B4-BE49-F238E27FC236}">
                    <a16:creationId xmlns:a16="http://schemas.microsoft.com/office/drawing/2014/main" id="{BD3D61E1-6BB3-BDE6-DDF5-71DA5FDA8412}"/>
                  </a:ext>
                </a:extLst>
              </p:cNvPr>
              <p:cNvSpPr/>
              <p:nvPr/>
            </p:nvSpPr>
            <p:spPr>
              <a:xfrm>
                <a:off x="5229207" y="4901661"/>
                <a:ext cx="29483" cy="25167"/>
              </a:xfrm>
              <a:custGeom>
                <a:avLst/>
                <a:gdLst>
                  <a:gd name="connsiteX0" fmla="*/ 15473 w 29483"/>
                  <a:gd name="connsiteY0" fmla="*/ 21659 h 25167"/>
                  <a:gd name="connsiteX1" fmla="*/ 19768 w 29483"/>
                  <a:gd name="connsiteY1" fmla="*/ 21074 h 25167"/>
                  <a:gd name="connsiteX2" fmla="*/ 23277 w 29483"/>
                  <a:gd name="connsiteY2" fmla="*/ 19320 h 25167"/>
                  <a:gd name="connsiteX3" fmla="*/ 25661 w 29483"/>
                  <a:gd name="connsiteY3" fmla="*/ 16374 h 25167"/>
                  <a:gd name="connsiteX4" fmla="*/ 26560 w 29483"/>
                  <a:gd name="connsiteY4" fmla="*/ 12281 h 25167"/>
                  <a:gd name="connsiteX5" fmla="*/ 24896 w 29483"/>
                  <a:gd name="connsiteY5" fmla="*/ 6838 h 25167"/>
                  <a:gd name="connsiteX6" fmla="*/ 20151 w 29483"/>
                  <a:gd name="connsiteY6" fmla="*/ 3825 h 25167"/>
                  <a:gd name="connsiteX7" fmla="*/ 20151 w 29483"/>
                  <a:gd name="connsiteY7" fmla="*/ 204 h 25167"/>
                  <a:gd name="connsiteX8" fmla="*/ 23839 w 29483"/>
                  <a:gd name="connsiteY8" fmla="*/ 1778 h 25167"/>
                  <a:gd name="connsiteX9" fmla="*/ 26808 w 29483"/>
                  <a:gd name="connsiteY9" fmla="*/ 4207 h 25167"/>
                  <a:gd name="connsiteX10" fmla="*/ 28787 w 29483"/>
                  <a:gd name="connsiteY10" fmla="*/ 7670 h 25167"/>
                  <a:gd name="connsiteX11" fmla="*/ 29484 w 29483"/>
                  <a:gd name="connsiteY11" fmla="*/ 12303 h 25167"/>
                  <a:gd name="connsiteX12" fmla="*/ 28359 w 29483"/>
                  <a:gd name="connsiteY12" fmla="*/ 18083 h 25167"/>
                  <a:gd name="connsiteX13" fmla="*/ 25256 w 29483"/>
                  <a:gd name="connsiteY13" fmla="*/ 22086 h 25167"/>
                  <a:gd name="connsiteX14" fmla="*/ 20623 w 29483"/>
                  <a:gd name="connsiteY14" fmla="*/ 24403 h 25167"/>
                  <a:gd name="connsiteX15" fmla="*/ 14866 w 29483"/>
                  <a:gd name="connsiteY15" fmla="*/ 25167 h 25167"/>
                  <a:gd name="connsiteX16" fmla="*/ 9086 w 29483"/>
                  <a:gd name="connsiteY16" fmla="*/ 24268 h 25167"/>
                  <a:gd name="connsiteX17" fmla="*/ 4363 w 29483"/>
                  <a:gd name="connsiteY17" fmla="*/ 21726 h 25167"/>
                  <a:gd name="connsiteX18" fmla="*/ 1170 w 29483"/>
                  <a:gd name="connsiteY18" fmla="*/ 17701 h 25167"/>
                  <a:gd name="connsiteX19" fmla="*/ 0 w 29483"/>
                  <a:gd name="connsiteY19" fmla="*/ 12303 h 25167"/>
                  <a:gd name="connsiteX20" fmla="*/ 3958 w 29483"/>
                  <a:gd name="connsiteY20" fmla="*/ 3240 h 25167"/>
                  <a:gd name="connsiteX21" fmla="*/ 15473 w 29483"/>
                  <a:gd name="connsiteY21" fmla="*/ 1 h 25167"/>
                  <a:gd name="connsiteX22" fmla="*/ 15473 w 29483"/>
                  <a:gd name="connsiteY22" fmla="*/ 21704 h 25167"/>
                  <a:gd name="connsiteX23" fmla="*/ 12774 w 29483"/>
                  <a:gd name="connsiteY23" fmla="*/ 3397 h 25167"/>
                  <a:gd name="connsiteX24" fmla="*/ 8906 w 29483"/>
                  <a:gd name="connsiteY24" fmla="*/ 3960 h 25167"/>
                  <a:gd name="connsiteX25" fmla="*/ 5780 w 29483"/>
                  <a:gd name="connsiteY25" fmla="*/ 5624 h 25167"/>
                  <a:gd name="connsiteX26" fmla="*/ 3666 w 29483"/>
                  <a:gd name="connsiteY26" fmla="*/ 8412 h 25167"/>
                  <a:gd name="connsiteX27" fmla="*/ 2879 w 29483"/>
                  <a:gd name="connsiteY27" fmla="*/ 12236 h 25167"/>
                  <a:gd name="connsiteX28" fmla="*/ 3688 w 29483"/>
                  <a:gd name="connsiteY28" fmla="*/ 16036 h 25167"/>
                  <a:gd name="connsiteX29" fmla="*/ 5847 w 29483"/>
                  <a:gd name="connsiteY29" fmla="*/ 18848 h 25167"/>
                  <a:gd name="connsiteX30" fmla="*/ 8973 w 29483"/>
                  <a:gd name="connsiteY30" fmla="*/ 20714 h 25167"/>
                  <a:gd name="connsiteX31" fmla="*/ 12752 w 29483"/>
                  <a:gd name="connsiteY31" fmla="*/ 21636 h 25167"/>
                  <a:gd name="connsiteX32" fmla="*/ 12752 w 29483"/>
                  <a:gd name="connsiteY32" fmla="*/ 3397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3" h="25167">
                    <a:moveTo>
                      <a:pt x="15473" y="21659"/>
                    </a:moveTo>
                    <a:cubicBezTo>
                      <a:pt x="16980" y="21659"/>
                      <a:pt x="18419" y="21456"/>
                      <a:pt x="19768" y="21074"/>
                    </a:cubicBezTo>
                    <a:cubicBezTo>
                      <a:pt x="21118" y="20669"/>
                      <a:pt x="22287" y="20085"/>
                      <a:pt x="23277" y="19320"/>
                    </a:cubicBezTo>
                    <a:cubicBezTo>
                      <a:pt x="24266" y="18555"/>
                      <a:pt x="25053" y="17566"/>
                      <a:pt x="25661" y="16374"/>
                    </a:cubicBezTo>
                    <a:cubicBezTo>
                      <a:pt x="26245" y="15182"/>
                      <a:pt x="26560" y="13810"/>
                      <a:pt x="26560" y="12281"/>
                    </a:cubicBezTo>
                    <a:cubicBezTo>
                      <a:pt x="26560" y="10167"/>
                      <a:pt x="25998" y="8345"/>
                      <a:pt x="24896" y="6838"/>
                    </a:cubicBezTo>
                    <a:cubicBezTo>
                      <a:pt x="23772" y="5331"/>
                      <a:pt x="22197" y="4319"/>
                      <a:pt x="20151" y="3825"/>
                    </a:cubicBezTo>
                    <a:lnTo>
                      <a:pt x="20151" y="204"/>
                    </a:lnTo>
                    <a:cubicBezTo>
                      <a:pt x="21478" y="609"/>
                      <a:pt x="22714" y="1126"/>
                      <a:pt x="23839" y="1778"/>
                    </a:cubicBezTo>
                    <a:cubicBezTo>
                      <a:pt x="24963" y="2430"/>
                      <a:pt x="25953" y="3240"/>
                      <a:pt x="26808" y="4207"/>
                    </a:cubicBezTo>
                    <a:cubicBezTo>
                      <a:pt x="27662" y="5174"/>
                      <a:pt x="28314" y="6321"/>
                      <a:pt x="28787" y="7670"/>
                    </a:cubicBezTo>
                    <a:cubicBezTo>
                      <a:pt x="29259" y="8997"/>
                      <a:pt x="29484" y="10549"/>
                      <a:pt x="29484" y="12303"/>
                    </a:cubicBezTo>
                    <a:cubicBezTo>
                      <a:pt x="29484" y="14530"/>
                      <a:pt x="29102" y="16464"/>
                      <a:pt x="28359" y="18083"/>
                    </a:cubicBezTo>
                    <a:cubicBezTo>
                      <a:pt x="27595" y="19702"/>
                      <a:pt x="26560" y="21029"/>
                      <a:pt x="25256" y="22086"/>
                    </a:cubicBezTo>
                    <a:cubicBezTo>
                      <a:pt x="23951" y="23143"/>
                      <a:pt x="22400" y="23908"/>
                      <a:pt x="20623" y="24403"/>
                    </a:cubicBezTo>
                    <a:cubicBezTo>
                      <a:pt x="18846" y="24897"/>
                      <a:pt x="16935" y="25167"/>
                      <a:pt x="14866" y="25167"/>
                    </a:cubicBezTo>
                    <a:cubicBezTo>
                      <a:pt x="12797" y="25167"/>
                      <a:pt x="10885" y="24875"/>
                      <a:pt x="9086" y="24268"/>
                    </a:cubicBezTo>
                    <a:cubicBezTo>
                      <a:pt x="7287" y="23683"/>
                      <a:pt x="5712" y="22828"/>
                      <a:pt x="4363" y="21726"/>
                    </a:cubicBezTo>
                    <a:cubicBezTo>
                      <a:pt x="3014" y="20624"/>
                      <a:pt x="1957" y="19298"/>
                      <a:pt x="1170" y="17701"/>
                    </a:cubicBezTo>
                    <a:cubicBezTo>
                      <a:pt x="405" y="16126"/>
                      <a:pt x="0" y="14327"/>
                      <a:pt x="0" y="12303"/>
                    </a:cubicBezTo>
                    <a:cubicBezTo>
                      <a:pt x="0" y="8457"/>
                      <a:pt x="1327" y="5421"/>
                      <a:pt x="3958" y="3240"/>
                    </a:cubicBezTo>
                    <a:cubicBezTo>
                      <a:pt x="6612" y="1036"/>
                      <a:pt x="10435" y="-43"/>
                      <a:pt x="15473" y="1"/>
                    </a:cubicBezTo>
                    <a:lnTo>
                      <a:pt x="15473" y="21704"/>
                    </a:lnTo>
                    <a:close/>
                    <a:moveTo>
                      <a:pt x="12774" y="3397"/>
                    </a:moveTo>
                    <a:cubicBezTo>
                      <a:pt x="11402" y="3397"/>
                      <a:pt x="10120" y="3577"/>
                      <a:pt x="8906" y="3960"/>
                    </a:cubicBezTo>
                    <a:cubicBezTo>
                      <a:pt x="7692" y="4342"/>
                      <a:pt x="6657" y="4904"/>
                      <a:pt x="5780" y="5624"/>
                    </a:cubicBezTo>
                    <a:cubicBezTo>
                      <a:pt x="4903" y="6366"/>
                      <a:pt x="4206" y="7288"/>
                      <a:pt x="3666" y="8412"/>
                    </a:cubicBezTo>
                    <a:cubicBezTo>
                      <a:pt x="3126" y="9537"/>
                      <a:pt x="2879" y="10796"/>
                      <a:pt x="2879" y="12236"/>
                    </a:cubicBezTo>
                    <a:cubicBezTo>
                      <a:pt x="2879" y="13675"/>
                      <a:pt x="3149" y="14934"/>
                      <a:pt x="3688" y="16036"/>
                    </a:cubicBezTo>
                    <a:cubicBezTo>
                      <a:pt x="4228" y="17138"/>
                      <a:pt x="4948" y="18061"/>
                      <a:pt x="5847" y="18848"/>
                    </a:cubicBezTo>
                    <a:cubicBezTo>
                      <a:pt x="6747" y="19612"/>
                      <a:pt x="7781" y="20242"/>
                      <a:pt x="8973" y="20714"/>
                    </a:cubicBezTo>
                    <a:cubicBezTo>
                      <a:pt x="10165" y="21187"/>
                      <a:pt x="11425" y="21479"/>
                      <a:pt x="12752" y="21636"/>
                    </a:cubicBezTo>
                    <a:lnTo>
                      <a:pt x="12752" y="3397"/>
                    </a:lnTo>
                    <a:close/>
                  </a:path>
                </a:pathLst>
              </a:custGeom>
              <a:solidFill>
                <a:srgbClr val="231F20"/>
              </a:solidFill>
              <a:ln w="2249" cap="flat">
                <a:noFill/>
                <a:prstDash val="solid"/>
                <a:miter/>
              </a:ln>
            </p:spPr>
            <p:txBody>
              <a:bodyPr rtlCol="0" anchor="ctr"/>
              <a:lstStyle/>
              <a:p>
                <a:endParaRPr lang="en-US"/>
              </a:p>
            </p:txBody>
          </p:sp>
          <p:sp>
            <p:nvSpPr>
              <p:cNvPr id="18530" name="Freeform 18529">
                <a:extLst>
                  <a:ext uri="{FF2B5EF4-FFF2-40B4-BE49-F238E27FC236}">
                    <a16:creationId xmlns:a16="http://schemas.microsoft.com/office/drawing/2014/main" id="{1CD825F1-0094-E6FF-CDD4-691D4939E758}"/>
                  </a:ext>
                </a:extLst>
              </p:cNvPr>
              <p:cNvSpPr/>
              <p:nvPr/>
            </p:nvSpPr>
            <p:spPr>
              <a:xfrm>
                <a:off x="5222168" y="4885470"/>
                <a:ext cx="36500" cy="12616"/>
              </a:xfrm>
              <a:custGeom>
                <a:avLst/>
                <a:gdLst>
                  <a:gd name="connsiteX0" fmla="*/ 35849 w 36500"/>
                  <a:gd name="connsiteY0" fmla="*/ 0 h 12616"/>
                  <a:gd name="connsiteX1" fmla="*/ 36231 w 36500"/>
                  <a:gd name="connsiteY1" fmla="*/ 1574 h 12616"/>
                  <a:gd name="connsiteX2" fmla="*/ 36501 w 36500"/>
                  <a:gd name="connsiteY2" fmla="*/ 3733 h 12616"/>
                  <a:gd name="connsiteX3" fmla="*/ 35286 w 36500"/>
                  <a:gd name="connsiteY3" fmla="*/ 7422 h 12616"/>
                  <a:gd name="connsiteX4" fmla="*/ 30946 w 36500"/>
                  <a:gd name="connsiteY4" fmla="*/ 8681 h 12616"/>
                  <a:gd name="connsiteX5" fmla="*/ 10480 w 36500"/>
                  <a:gd name="connsiteY5" fmla="*/ 8681 h 12616"/>
                  <a:gd name="connsiteX6" fmla="*/ 10480 w 36500"/>
                  <a:gd name="connsiteY6" fmla="*/ 12617 h 12616"/>
                  <a:gd name="connsiteX7" fmla="*/ 7781 w 36500"/>
                  <a:gd name="connsiteY7" fmla="*/ 12617 h 12616"/>
                  <a:gd name="connsiteX8" fmla="*/ 7781 w 36500"/>
                  <a:gd name="connsiteY8" fmla="*/ 8681 h 12616"/>
                  <a:gd name="connsiteX9" fmla="*/ 0 w 36500"/>
                  <a:gd name="connsiteY9" fmla="*/ 8681 h 12616"/>
                  <a:gd name="connsiteX10" fmla="*/ 0 w 36500"/>
                  <a:gd name="connsiteY10" fmla="*/ 5443 h 12616"/>
                  <a:gd name="connsiteX11" fmla="*/ 7781 w 36500"/>
                  <a:gd name="connsiteY11" fmla="*/ 5443 h 12616"/>
                  <a:gd name="connsiteX12" fmla="*/ 7781 w 36500"/>
                  <a:gd name="connsiteY12" fmla="*/ 202 h 12616"/>
                  <a:gd name="connsiteX13" fmla="*/ 10480 w 36500"/>
                  <a:gd name="connsiteY13" fmla="*/ 202 h 12616"/>
                  <a:gd name="connsiteX14" fmla="*/ 10480 w 36500"/>
                  <a:gd name="connsiteY14" fmla="*/ 5443 h 12616"/>
                  <a:gd name="connsiteX15" fmla="*/ 29641 w 36500"/>
                  <a:gd name="connsiteY15" fmla="*/ 5443 h 12616"/>
                  <a:gd name="connsiteX16" fmla="*/ 31418 w 36500"/>
                  <a:gd name="connsiteY16" fmla="*/ 5398 h 12616"/>
                  <a:gd name="connsiteX17" fmla="*/ 32655 w 36500"/>
                  <a:gd name="connsiteY17" fmla="*/ 5083 h 12616"/>
                  <a:gd name="connsiteX18" fmla="*/ 33352 w 36500"/>
                  <a:gd name="connsiteY18" fmla="*/ 4251 h 12616"/>
                  <a:gd name="connsiteX19" fmla="*/ 33577 w 36500"/>
                  <a:gd name="connsiteY19" fmla="*/ 2654 h 12616"/>
                  <a:gd name="connsiteX20" fmla="*/ 33465 w 36500"/>
                  <a:gd name="connsiteY20" fmla="*/ 1327 h 12616"/>
                  <a:gd name="connsiteX21" fmla="*/ 33195 w 36500"/>
                  <a:gd name="connsiteY21" fmla="*/ 0 h 12616"/>
                  <a:gd name="connsiteX22" fmla="*/ 35849 w 36500"/>
                  <a:gd name="connsiteY22" fmla="*/ 0 h 126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500" h="12616">
                    <a:moveTo>
                      <a:pt x="35849" y="0"/>
                    </a:moveTo>
                    <a:cubicBezTo>
                      <a:pt x="35916" y="405"/>
                      <a:pt x="36051" y="922"/>
                      <a:pt x="36231" y="1574"/>
                    </a:cubicBezTo>
                    <a:cubicBezTo>
                      <a:pt x="36411" y="2226"/>
                      <a:pt x="36501" y="2946"/>
                      <a:pt x="36501" y="3733"/>
                    </a:cubicBezTo>
                    <a:cubicBezTo>
                      <a:pt x="36501" y="5353"/>
                      <a:pt x="36096" y="6590"/>
                      <a:pt x="35286" y="7422"/>
                    </a:cubicBezTo>
                    <a:cubicBezTo>
                      <a:pt x="34477" y="8254"/>
                      <a:pt x="33037" y="8681"/>
                      <a:pt x="30946" y="8681"/>
                    </a:cubicBezTo>
                    <a:lnTo>
                      <a:pt x="10480" y="8681"/>
                    </a:lnTo>
                    <a:lnTo>
                      <a:pt x="10480" y="12617"/>
                    </a:lnTo>
                    <a:lnTo>
                      <a:pt x="7781" y="12617"/>
                    </a:lnTo>
                    <a:lnTo>
                      <a:pt x="7781" y="8681"/>
                    </a:lnTo>
                    <a:lnTo>
                      <a:pt x="0" y="8681"/>
                    </a:lnTo>
                    <a:lnTo>
                      <a:pt x="0" y="5443"/>
                    </a:lnTo>
                    <a:lnTo>
                      <a:pt x="7781" y="5443"/>
                    </a:lnTo>
                    <a:lnTo>
                      <a:pt x="7781" y="202"/>
                    </a:lnTo>
                    <a:lnTo>
                      <a:pt x="10480" y="202"/>
                    </a:lnTo>
                    <a:lnTo>
                      <a:pt x="10480" y="5443"/>
                    </a:lnTo>
                    <a:lnTo>
                      <a:pt x="29641" y="5443"/>
                    </a:lnTo>
                    <a:cubicBezTo>
                      <a:pt x="30316" y="5443"/>
                      <a:pt x="30923" y="5443"/>
                      <a:pt x="31418" y="5398"/>
                    </a:cubicBezTo>
                    <a:cubicBezTo>
                      <a:pt x="31913" y="5353"/>
                      <a:pt x="32340" y="5262"/>
                      <a:pt x="32655" y="5083"/>
                    </a:cubicBezTo>
                    <a:cubicBezTo>
                      <a:pt x="32970" y="4903"/>
                      <a:pt x="33217" y="4633"/>
                      <a:pt x="33352" y="4251"/>
                    </a:cubicBezTo>
                    <a:cubicBezTo>
                      <a:pt x="33487" y="3868"/>
                      <a:pt x="33577" y="3351"/>
                      <a:pt x="33577" y="2654"/>
                    </a:cubicBezTo>
                    <a:cubicBezTo>
                      <a:pt x="33577" y="2226"/>
                      <a:pt x="33532" y="1777"/>
                      <a:pt x="33465" y="1327"/>
                    </a:cubicBezTo>
                    <a:cubicBezTo>
                      <a:pt x="33397" y="877"/>
                      <a:pt x="33307" y="427"/>
                      <a:pt x="33195" y="0"/>
                    </a:cubicBezTo>
                    <a:lnTo>
                      <a:pt x="35849" y="0"/>
                    </a:lnTo>
                    <a:close/>
                  </a:path>
                </a:pathLst>
              </a:custGeom>
              <a:solidFill>
                <a:srgbClr val="231F20"/>
              </a:solidFill>
              <a:ln w="2249" cap="flat">
                <a:noFill/>
                <a:prstDash val="solid"/>
                <a:miter/>
              </a:ln>
            </p:spPr>
            <p:txBody>
              <a:bodyPr rtlCol="0" anchor="ctr"/>
              <a:lstStyle/>
              <a:p>
                <a:endParaRPr lang="en-US"/>
              </a:p>
            </p:txBody>
          </p:sp>
          <p:sp>
            <p:nvSpPr>
              <p:cNvPr id="18531" name="Freeform 18530">
                <a:extLst>
                  <a:ext uri="{FF2B5EF4-FFF2-40B4-BE49-F238E27FC236}">
                    <a16:creationId xmlns:a16="http://schemas.microsoft.com/office/drawing/2014/main" id="{7F674BBC-AB2F-F303-2180-F6A21F0B8556}"/>
                  </a:ext>
                </a:extLst>
              </p:cNvPr>
              <p:cNvSpPr/>
              <p:nvPr/>
            </p:nvSpPr>
            <p:spPr>
              <a:xfrm>
                <a:off x="5219042" y="4876407"/>
                <a:ext cx="38862" cy="3553"/>
              </a:xfrm>
              <a:custGeom>
                <a:avLst/>
                <a:gdLst>
                  <a:gd name="connsiteX0" fmla="*/ 4813 w 38862"/>
                  <a:gd name="connsiteY0" fmla="*/ 3554 h 3553"/>
                  <a:gd name="connsiteX1" fmla="*/ 0 w 38862"/>
                  <a:gd name="connsiteY1" fmla="*/ 3554 h 3553"/>
                  <a:gd name="connsiteX2" fmla="*/ 0 w 38862"/>
                  <a:gd name="connsiteY2" fmla="*/ 0 h 3553"/>
                  <a:gd name="connsiteX3" fmla="*/ 4813 w 38862"/>
                  <a:gd name="connsiteY3" fmla="*/ 0 h 3553"/>
                  <a:gd name="connsiteX4" fmla="*/ 4813 w 38862"/>
                  <a:gd name="connsiteY4" fmla="*/ 3554 h 3553"/>
                  <a:gd name="connsiteX5" fmla="*/ 38862 w 38862"/>
                  <a:gd name="connsiteY5" fmla="*/ 3396 h 3553"/>
                  <a:gd name="connsiteX6" fmla="*/ 10907 w 38862"/>
                  <a:gd name="connsiteY6" fmla="*/ 3396 h 3553"/>
                  <a:gd name="connsiteX7" fmla="*/ 10907 w 38862"/>
                  <a:gd name="connsiteY7" fmla="*/ 158 h 3553"/>
                  <a:gd name="connsiteX8" fmla="*/ 38862 w 38862"/>
                  <a:gd name="connsiteY8" fmla="*/ 158 h 3553"/>
                  <a:gd name="connsiteX9" fmla="*/ 38862 w 38862"/>
                  <a:gd name="connsiteY9" fmla="*/ 3396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62" h="3553">
                    <a:moveTo>
                      <a:pt x="4813" y="3554"/>
                    </a:moveTo>
                    <a:lnTo>
                      <a:pt x="0" y="3554"/>
                    </a:lnTo>
                    <a:lnTo>
                      <a:pt x="0" y="0"/>
                    </a:lnTo>
                    <a:lnTo>
                      <a:pt x="4813" y="0"/>
                    </a:lnTo>
                    <a:lnTo>
                      <a:pt x="4813" y="3554"/>
                    </a:lnTo>
                    <a:close/>
                    <a:moveTo>
                      <a:pt x="38862" y="3396"/>
                    </a:moveTo>
                    <a:lnTo>
                      <a:pt x="10907" y="3396"/>
                    </a:lnTo>
                    <a:lnTo>
                      <a:pt x="10907" y="158"/>
                    </a:lnTo>
                    <a:lnTo>
                      <a:pt x="38862" y="158"/>
                    </a:lnTo>
                    <a:lnTo>
                      <a:pt x="38862" y="3396"/>
                    </a:lnTo>
                    <a:close/>
                  </a:path>
                </a:pathLst>
              </a:custGeom>
              <a:solidFill>
                <a:srgbClr val="231F20"/>
              </a:solidFill>
              <a:ln w="2249" cap="flat">
                <a:noFill/>
                <a:prstDash val="solid"/>
                <a:miter/>
              </a:ln>
            </p:spPr>
            <p:txBody>
              <a:bodyPr rtlCol="0" anchor="ctr"/>
              <a:lstStyle/>
              <a:p>
                <a:endParaRPr lang="en-US"/>
              </a:p>
            </p:txBody>
          </p:sp>
          <p:sp>
            <p:nvSpPr>
              <p:cNvPr id="18532" name="Freeform 18531">
                <a:extLst>
                  <a:ext uri="{FF2B5EF4-FFF2-40B4-BE49-F238E27FC236}">
                    <a16:creationId xmlns:a16="http://schemas.microsoft.com/office/drawing/2014/main" id="{52A25D88-82D8-53CF-2880-1648C69F83C8}"/>
                  </a:ext>
                </a:extLst>
              </p:cNvPr>
              <p:cNvSpPr/>
              <p:nvPr/>
            </p:nvSpPr>
            <p:spPr>
              <a:xfrm>
                <a:off x="5229185" y="4844247"/>
                <a:ext cx="29483" cy="25907"/>
              </a:xfrm>
              <a:custGeom>
                <a:avLst/>
                <a:gdLst>
                  <a:gd name="connsiteX0" fmla="*/ 29484 w 29483"/>
                  <a:gd name="connsiteY0" fmla="*/ 12954 h 25907"/>
                  <a:gd name="connsiteX1" fmla="*/ 28517 w 29483"/>
                  <a:gd name="connsiteY1" fmla="*/ 17992 h 25907"/>
                  <a:gd name="connsiteX2" fmla="*/ 25773 w 29483"/>
                  <a:gd name="connsiteY2" fmla="*/ 22085 h 25907"/>
                  <a:gd name="connsiteX3" fmla="*/ 21185 w 29483"/>
                  <a:gd name="connsiteY3" fmla="*/ 24873 h 25907"/>
                  <a:gd name="connsiteX4" fmla="*/ 14753 w 29483"/>
                  <a:gd name="connsiteY4" fmla="*/ 25908 h 25907"/>
                  <a:gd name="connsiteX5" fmla="*/ 8996 w 29483"/>
                  <a:gd name="connsiteY5" fmla="*/ 25098 h 25907"/>
                  <a:gd name="connsiteX6" fmla="*/ 4318 w 29483"/>
                  <a:gd name="connsiteY6" fmla="*/ 22669 h 25907"/>
                  <a:gd name="connsiteX7" fmla="*/ 1170 w 29483"/>
                  <a:gd name="connsiteY7" fmla="*/ 18621 h 25907"/>
                  <a:gd name="connsiteX8" fmla="*/ 0 w 29483"/>
                  <a:gd name="connsiteY8" fmla="*/ 12954 h 25907"/>
                  <a:gd name="connsiteX9" fmla="*/ 1170 w 29483"/>
                  <a:gd name="connsiteY9" fmla="*/ 7242 h 25907"/>
                  <a:gd name="connsiteX10" fmla="*/ 4296 w 29483"/>
                  <a:gd name="connsiteY10" fmla="*/ 3193 h 25907"/>
                  <a:gd name="connsiteX11" fmla="*/ 8973 w 29483"/>
                  <a:gd name="connsiteY11" fmla="*/ 787 h 25907"/>
                  <a:gd name="connsiteX12" fmla="*/ 14753 w 29483"/>
                  <a:gd name="connsiteY12" fmla="*/ 0 h 25907"/>
                  <a:gd name="connsiteX13" fmla="*/ 20803 w 29483"/>
                  <a:gd name="connsiteY13" fmla="*/ 922 h 25907"/>
                  <a:gd name="connsiteX14" fmla="*/ 25436 w 29483"/>
                  <a:gd name="connsiteY14" fmla="*/ 3531 h 25907"/>
                  <a:gd name="connsiteX15" fmla="*/ 28427 w 29483"/>
                  <a:gd name="connsiteY15" fmla="*/ 7624 h 25907"/>
                  <a:gd name="connsiteX16" fmla="*/ 29484 w 29483"/>
                  <a:gd name="connsiteY16" fmla="*/ 12932 h 25907"/>
                  <a:gd name="connsiteX17" fmla="*/ 14731 w 29483"/>
                  <a:gd name="connsiteY17" fmla="*/ 3441 h 25907"/>
                  <a:gd name="connsiteX18" fmla="*/ 10098 w 29483"/>
                  <a:gd name="connsiteY18" fmla="*/ 3980 h 25907"/>
                  <a:gd name="connsiteX19" fmla="*/ 6342 w 29483"/>
                  <a:gd name="connsiteY19" fmla="*/ 5645 h 25907"/>
                  <a:gd name="connsiteX20" fmla="*/ 3823 w 29483"/>
                  <a:gd name="connsiteY20" fmla="*/ 8568 h 25907"/>
                  <a:gd name="connsiteX21" fmla="*/ 2901 w 29483"/>
                  <a:gd name="connsiteY21" fmla="*/ 12932 h 25907"/>
                  <a:gd name="connsiteX22" fmla="*/ 3891 w 29483"/>
                  <a:gd name="connsiteY22" fmla="*/ 17272 h 25907"/>
                  <a:gd name="connsiteX23" fmla="*/ 6545 w 29483"/>
                  <a:gd name="connsiteY23" fmla="*/ 20218 h 25907"/>
                  <a:gd name="connsiteX24" fmla="*/ 10323 w 29483"/>
                  <a:gd name="connsiteY24" fmla="*/ 21882 h 25907"/>
                  <a:gd name="connsiteX25" fmla="*/ 14731 w 29483"/>
                  <a:gd name="connsiteY25" fmla="*/ 22422 h 25907"/>
                  <a:gd name="connsiteX26" fmla="*/ 19499 w 29483"/>
                  <a:gd name="connsiteY26" fmla="*/ 21792 h 25907"/>
                  <a:gd name="connsiteX27" fmla="*/ 23254 w 29483"/>
                  <a:gd name="connsiteY27" fmla="*/ 19993 h 25907"/>
                  <a:gd name="connsiteX28" fmla="*/ 25683 w 29483"/>
                  <a:gd name="connsiteY28" fmla="*/ 17024 h 25907"/>
                  <a:gd name="connsiteX29" fmla="*/ 26538 w 29483"/>
                  <a:gd name="connsiteY29" fmla="*/ 12932 h 25907"/>
                  <a:gd name="connsiteX30" fmla="*/ 25548 w 29483"/>
                  <a:gd name="connsiteY30" fmla="*/ 8591 h 25907"/>
                  <a:gd name="connsiteX31" fmla="*/ 22872 w 29483"/>
                  <a:gd name="connsiteY31" fmla="*/ 5645 h 25907"/>
                  <a:gd name="connsiteX32" fmla="*/ 19094 w 29483"/>
                  <a:gd name="connsiteY32" fmla="*/ 3980 h 25907"/>
                  <a:gd name="connsiteX33" fmla="*/ 14731 w 29483"/>
                  <a:gd name="connsiteY33" fmla="*/ 3441 h 259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9483" h="25907">
                    <a:moveTo>
                      <a:pt x="29484" y="12954"/>
                    </a:moveTo>
                    <a:cubicBezTo>
                      <a:pt x="29439" y="14753"/>
                      <a:pt x="29124" y="16440"/>
                      <a:pt x="28517" y="17992"/>
                    </a:cubicBezTo>
                    <a:cubicBezTo>
                      <a:pt x="27910" y="19566"/>
                      <a:pt x="26988" y="20915"/>
                      <a:pt x="25773" y="22085"/>
                    </a:cubicBezTo>
                    <a:cubicBezTo>
                      <a:pt x="24559" y="23254"/>
                      <a:pt x="23029" y="24176"/>
                      <a:pt x="21185" y="24873"/>
                    </a:cubicBezTo>
                    <a:cubicBezTo>
                      <a:pt x="19341" y="25571"/>
                      <a:pt x="17205" y="25908"/>
                      <a:pt x="14753" y="25908"/>
                    </a:cubicBezTo>
                    <a:cubicBezTo>
                      <a:pt x="12707" y="25908"/>
                      <a:pt x="10795" y="25638"/>
                      <a:pt x="8996" y="25098"/>
                    </a:cubicBezTo>
                    <a:cubicBezTo>
                      <a:pt x="7197" y="24558"/>
                      <a:pt x="5667" y="23749"/>
                      <a:pt x="4318" y="22669"/>
                    </a:cubicBezTo>
                    <a:cubicBezTo>
                      <a:pt x="2991" y="21590"/>
                      <a:pt x="1934" y="20241"/>
                      <a:pt x="1170" y="18621"/>
                    </a:cubicBezTo>
                    <a:cubicBezTo>
                      <a:pt x="405" y="17002"/>
                      <a:pt x="0" y="15113"/>
                      <a:pt x="0" y="12954"/>
                    </a:cubicBezTo>
                    <a:cubicBezTo>
                      <a:pt x="0" y="10795"/>
                      <a:pt x="382" y="8861"/>
                      <a:pt x="1170" y="7242"/>
                    </a:cubicBezTo>
                    <a:cubicBezTo>
                      <a:pt x="1934" y="5622"/>
                      <a:pt x="2991" y="4273"/>
                      <a:pt x="4296" y="3193"/>
                    </a:cubicBezTo>
                    <a:cubicBezTo>
                      <a:pt x="5600" y="2114"/>
                      <a:pt x="7174" y="1304"/>
                      <a:pt x="8973" y="787"/>
                    </a:cubicBezTo>
                    <a:cubicBezTo>
                      <a:pt x="10773" y="270"/>
                      <a:pt x="12707" y="0"/>
                      <a:pt x="14753" y="0"/>
                    </a:cubicBezTo>
                    <a:cubicBezTo>
                      <a:pt x="16980" y="0"/>
                      <a:pt x="19004" y="315"/>
                      <a:pt x="20803" y="922"/>
                    </a:cubicBezTo>
                    <a:cubicBezTo>
                      <a:pt x="22602" y="1529"/>
                      <a:pt x="24154" y="2406"/>
                      <a:pt x="25436" y="3531"/>
                    </a:cubicBezTo>
                    <a:cubicBezTo>
                      <a:pt x="26740" y="4655"/>
                      <a:pt x="27730" y="6027"/>
                      <a:pt x="28427" y="7624"/>
                    </a:cubicBezTo>
                    <a:cubicBezTo>
                      <a:pt x="29124" y="9221"/>
                      <a:pt x="29484" y="10997"/>
                      <a:pt x="29484" y="12932"/>
                    </a:cubicBezTo>
                    <a:close/>
                    <a:moveTo>
                      <a:pt x="14731" y="3441"/>
                    </a:moveTo>
                    <a:cubicBezTo>
                      <a:pt x="13067" y="3441"/>
                      <a:pt x="11537" y="3621"/>
                      <a:pt x="10098" y="3980"/>
                    </a:cubicBezTo>
                    <a:cubicBezTo>
                      <a:pt x="8658" y="4340"/>
                      <a:pt x="7399" y="4903"/>
                      <a:pt x="6342" y="5645"/>
                    </a:cubicBezTo>
                    <a:cubicBezTo>
                      <a:pt x="5285" y="6409"/>
                      <a:pt x="4453" y="7376"/>
                      <a:pt x="3823" y="8568"/>
                    </a:cubicBezTo>
                    <a:cubicBezTo>
                      <a:pt x="3194" y="9760"/>
                      <a:pt x="2901" y="11222"/>
                      <a:pt x="2901" y="12932"/>
                    </a:cubicBezTo>
                    <a:cubicBezTo>
                      <a:pt x="2901" y="14641"/>
                      <a:pt x="3239" y="16080"/>
                      <a:pt x="3891" y="17272"/>
                    </a:cubicBezTo>
                    <a:cubicBezTo>
                      <a:pt x="4543" y="18464"/>
                      <a:pt x="5443" y="19453"/>
                      <a:pt x="6545" y="20218"/>
                    </a:cubicBezTo>
                    <a:cubicBezTo>
                      <a:pt x="7647" y="20983"/>
                      <a:pt x="8906" y="21522"/>
                      <a:pt x="10323" y="21882"/>
                    </a:cubicBezTo>
                    <a:cubicBezTo>
                      <a:pt x="11739" y="22242"/>
                      <a:pt x="13201" y="22422"/>
                      <a:pt x="14731" y="22422"/>
                    </a:cubicBezTo>
                    <a:cubicBezTo>
                      <a:pt x="16463" y="22422"/>
                      <a:pt x="18059" y="22220"/>
                      <a:pt x="19499" y="21792"/>
                    </a:cubicBezTo>
                    <a:cubicBezTo>
                      <a:pt x="20960" y="21388"/>
                      <a:pt x="22197" y="20780"/>
                      <a:pt x="23254" y="19993"/>
                    </a:cubicBezTo>
                    <a:cubicBezTo>
                      <a:pt x="24289" y="19206"/>
                      <a:pt x="25098" y="18217"/>
                      <a:pt x="25683" y="17024"/>
                    </a:cubicBezTo>
                    <a:cubicBezTo>
                      <a:pt x="26268" y="15832"/>
                      <a:pt x="26538" y="14461"/>
                      <a:pt x="26538" y="12932"/>
                    </a:cubicBezTo>
                    <a:cubicBezTo>
                      <a:pt x="26538" y="11245"/>
                      <a:pt x="26200" y="9783"/>
                      <a:pt x="25548" y="8591"/>
                    </a:cubicBezTo>
                    <a:cubicBezTo>
                      <a:pt x="24874" y="7376"/>
                      <a:pt x="23996" y="6409"/>
                      <a:pt x="22872" y="5645"/>
                    </a:cubicBezTo>
                    <a:cubicBezTo>
                      <a:pt x="21748" y="4880"/>
                      <a:pt x="20488" y="4340"/>
                      <a:pt x="19094" y="3980"/>
                    </a:cubicBezTo>
                    <a:cubicBezTo>
                      <a:pt x="17699" y="3621"/>
                      <a:pt x="16237" y="3441"/>
                      <a:pt x="14731" y="3441"/>
                    </a:cubicBezTo>
                    <a:close/>
                  </a:path>
                </a:pathLst>
              </a:custGeom>
              <a:solidFill>
                <a:srgbClr val="231F20"/>
              </a:solidFill>
              <a:ln w="2249" cap="flat">
                <a:noFill/>
                <a:prstDash val="solid"/>
                <a:miter/>
              </a:ln>
            </p:spPr>
            <p:txBody>
              <a:bodyPr rtlCol="0" anchor="ctr"/>
              <a:lstStyle/>
              <a:p>
                <a:endParaRPr lang="en-US"/>
              </a:p>
            </p:txBody>
          </p:sp>
          <p:sp>
            <p:nvSpPr>
              <p:cNvPr id="18533" name="Freeform 18532">
                <a:extLst>
                  <a:ext uri="{FF2B5EF4-FFF2-40B4-BE49-F238E27FC236}">
                    <a16:creationId xmlns:a16="http://schemas.microsoft.com/office/drawing/2014/main" id="{0262690A-9952-55A8-2C7B-726FE2FD69A4}"/>
                  </a:ext>
                </a:extLst>
              </p:cNvPr>
              <p:cNvSpPr/>
              <p:nvPr/>
            </p:nvSpPr>
            <p:spPr>
              <a:xfrm>
                <a:off x="5229185" y="4816112"/>
                <a:ext cx="28741" cy="22197"/>
              </a:xfrm>
              <a:custGeom>
                <a:avLst/>
                <a:gdLst>
                  <a:gd name="connsiteX0" fmla="*/ 28719 w 28741"/>
                  <a:gd name="connsiteY0" fmla="*/ 18959 h 22197"/>
                  <a:gd name="connsiteX1" fmla="*/ 28719 w 28741"/>
                  <a:gd name="connsiteY1" fmla="*/ 22197 h 22197"/>
                  <a:gd name="connsiteX2" fmla="*/ 765 w 28741"/>
                  <a:gd name="connsiteY2" fmla="*/ 22197 h 22197"/>
                  <a:gd name="connsiteX3" fmla="*/ 765 w 28741"/>
                  <a:gd name="connsiteY3" fmla="*/ 18959 h 22197"/>
                  <a:gd name="connsiteX4" fmla="*/ 4655 w 28741"/>
                  <a:gd name="connsiteY4" fmla="*/ 18959 h 22197"/>
                  <a:gd name="connsiteX5" fmla="*/ 1305 w 28741"/>
                  <a:gd name="connsiteY5" fmla="*/ 14933 h 22197"/>
                  <a:gd name="connsiteX6" fmla="*/ 0 w 28741"/>
                  <a:gd name="connsiteY6" fmla="*/ 9940 h 22197"/>
                  <a:gd name="connsiteX7" fmla="*/ 900 w 28741"/>
                  <a:gd name="connsiteY7" fmla="*/ 5127 h 22197"/>
                  <a:gd name="connsiteX8" fmla="*/ 4003 w 28741"/>
                  <a:gd name="connsiteY8" fmla="*/ 1394 h 22197"/>
                  <a:gd name="connsiteX9" fmla="*/ 7107 w 28741"/>
                  <a:gd name="connsiteY9" fmla="*/ 180 h 22197"/>
                  <a:gd name="connsiteX10" fmla="*/ 10435 w 28741"/>
                  <a:gd name="connsiteY10" fmla="*/ 0 h 22197"/>
                  <a:gd name="connsiteX11" fmla="*/ 28742 w 28741"/>
                  <a:gd name="connsiteY11" fmla="*/ 0 h 22197"/>
                  <a:gd name="connsiteX12" fmla="*/ 28742 w 28741"/>
                  <a:gd name="connsiteY12" fmla="*/ 3238 h 22197"/>
                  <a:gd name="connsiteX13" fmla="*/ 10503 w 28741"/>
                  <a:gd name="connsiteY13" fmla="*/ 3238 h 22197"/>
                  <a:gd name="connsiteX14" fmla="*/ 4835 w 28741"/>
                  <a:gd name="connsiteY14" fmla="*/ 4903 h 22197"/>
                  <a:gd name="connsiteX15" fmla="*/ 2946 w 28741"/>
                  <a:gd name="connsiteY15" fmla="*/ 10457 h 22197"/>
                  <a:gd name="connsiteX16" fmla="*/ 3396 w 28741"/>
                  <a:gd name="connsiteY16" fmla="*/ 13201 h 22197"/>
                  <a:gd name="connsiteX17" fmla="*/ 4610 w 28741"/>
                  <a:gd name="connsiteY17" fmla="*/ 15450 h 22197"/>
                  <a:gd name="connsiteX18" fmla="*/ 6342 w 28741"/>
                  <a:gd name="connsiteY18" fmla="*/ 17160 h 22197"/>
                  <a:gd name="connsiteX19" fmla="*/ 8389 w 28741"/>
                  <a:gd name="connsiteY19" fmla="*/ 18239 h 22197"/>
                  <a:gd name="connsiteX20" fmla="*/ 10975 w 28741"/>
                  <a:gd name="connsiteY20" fmla="*/ 18824 h 22197"/>
                  <a:gd name="connsiteX21" fmla="*/ 13674 w 28741"/>
                  <a:gd name="connsiteY21" fmla="*/ 18936 h 22197"/>
                  <a:gd name="connsiteX22" fmla="*/ 28742 w 28741"/>
                  <a:gd name="connsiteY22" fmla="*/ 18936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8741" h="22197">
                    <a:moveTo>
                      <a:pt x="28719" y="18959"/>
                    </a:moveTo>
                    <a:lnTo>
                      <a:pt x="28719" y="22197"/>
                    </a:lnTo>
                    <a:lnTo>
                      <a:pt x="765" y="22197"/>
                    </a:lnTo>
                    <a:lnTo>
                      <a:pt x="765" y="18959"/>
                    </a:lnTo>
                    <a:lnTo>
                      <a:pt x="4655" y="18959"/>
                    </a:lnTo>
                    <a:cubicBezTo>
                      <a:pt x="3284" y="17654"/>
                      <a:pt x="2181" y="16327"/>
                      <a:pt x="1305" y="14933"/>
                    </a:cubicBezTo>
                    <a:cubicBezTo>
                      <a:pt x="450" y="13539"/>
                      <a:pt x="0" y="11874"/>
                      <a:pt x="0" y="9940"/>
                    </a:cubicBezTo>
                    <a:cubicBezTo>
                      <a:pt x="0" y="8208"/>
                      <a:pt x="292" y="6612"/>
                      <a:pt x="900" y="5127"/>
                    </a:cubicBezTo>
                    <a:cubicBezTo>
                      <a:pt x="1484" y="3643"/>
                      <a:pt x="2519" y="2406"/>
                      <a:pt x="4003" y="1394"/>
                    </a:cubicBezTo>
                    <a:cubicBezTo>
                      <a:pt x="5015" y="720"/>
                      <a:pt x="6050" y="315"/>
                      <a:pt x="7107" y="180"/>
                    </a:cubicBezTo>
                    <a:cubicBezTo>
                      <a:pt x="8164" y="45"/>
                      <a:pt x="9266" y="0"/>
                      <a:pt x="10435" y="0"/>
                    </a:cubicBezTo>
                    <a:lnTo>
                      <a:pt x="28742" y="0"/>
                    </a:lnTo>
                    <a:lnTo>
                      <a:pt x="28742" y="3238"/>
                    </a:lnTo>
                    <a:lnTo>
                      <a:pt x="10503" y="3238"/>
                    </a:lnTo>
                    <a:cubicBezTo>
                      <a:pt x="7984" y="3238"/>
                      <a:pt x="6095" y="3801"/>
                      <a:pt x="4835" y="4903"/>
                    </a:cubicBezTo>
                    <a:cubicBezTo>
                      <a:pt x="3576" y="6005"/>
                      <a:pt x="2946" y="7871"/>
                      <a:pt x="2946" y="10457"/>
                    </a:cubicBezTo>
                    <a:cubicBezTo>
                      <a:pt x="2946" y="11470"/>
                      <a:pt x="3104" y="12392"/>
                      <a:pt x="3396" y="13201"/>
                    </a:cubicBezTo>
                    <a:cubicBezTo>
                      <a:pt x="3711" y="14033"/>
                      <a:pt x="4116" y="14776"/>
                      <a:pt x="4610" y="15450"/>
                    </a:cubicBezTo>
                    <a:cubicBezTo>
                      <a:pt x="5105" y="16125"/>
                      <a:pt x="5690" y="16687"/>
                      <a:pt x="6342" y="17160"/>
                    </a:cubicBezTo>
                    <a:cubicBezTo>
                      <a:pt x="6994" y="17632"/>
                      <a:pt x="7669" y="17992"/>
                      <a:pt x="8389" y="18239"/>
                    </a:cubicBezTo>
                    <a:cubicBezTo>
                      <a:pt x="9288" y="18554"/>
                      <a:pt x="10143" y="18756"/>
                      <a:pt x="10975" y="18824"/>
                    </a:cubicBezTo>
                    <a:cubicBezTo>
                      <a:pt x="11807" y="18891"/>
                      <a:pt x="12707" y="18936"/>
                      <a:pt x="13674" y="18936"/>
                    </a:cubicBezTo>
                    <a:lnTo>
                      <a:pt x="28742" y="18936"/>
                    </a:lnTo>
                    <a:close/>
                  </a:path>
                </a:pathLst>
              </a:custGeom>
              <a:solidFill>
                <a:srgbClr val="231F20"/>
              </a:solidFill>
              <a:ln w="2249" cap="flat">
                <a:noFill/>
                <a:prstDash val="solid"/>
                <a:miter/>
              </a:ln>
            </p:spPr>
            <p:txBody>
              <a:bodyPr rtlCol="0" anchor="ctr"/>
              <a:lstStyle/>
              <a:p>
                <a:endParaRPr lang="en-US"/>
              </a:p>
            </p:txBody>
          </p:sp>
        </p:grpSp>
        <p:grpSp>
          <p:nvGrpSpPr>
            <p:cNvPr id="18534" name="Graphic 4479">
              <a:extLst>
                <a:ext uri="{FF2B5EF4-FFF2-40B4-BE49-F238E27FC236}">
                  <a16:creationId xmlns:a16="http://schemas.microsoft.com/office/drawing/2014/main" id="{9C0B151A-CAE3-FD49-0070-688D6A977FFF}"/>
                </a:ext>
              </a:extLst>
            </p:cNvPr>
            <p:cNvGrpSpPr/>
            <p:nvPr/>
          </p:nvGrpSpPr>
          <p:grpSpPr>
            <a:xfrm>
              <a:off x="2142197" y="4944000"/>
              <a:ext cx="173147" cy="1282987"/>
              <a:chOff x="5221561" y="5372819"/>
              <a:chExt cx="49882" cy="369616"/>
            </a:xfrm>
            <a:solidFill>
              <a:srgbClr val="231F20"/>
            </a:solidFill>
          </p:grpSpPr>
          <p:sp>
            <p:nvSpPr>
              <p:cNvPr id="18535" name="Freeform 18534">
                <a:extLst>
                  <a:ext uri="{FF2B5EF4-FFF2-40B4-BE49-F238E27FC236}">
                    <a16:creationId xmlns:a16="http://schemas.microsoft.com/office/drawing/2014/main" id="{E95FCFD4-5E1B-6FE2-825B-A6067BD086FF}"/>
                  </a:ext>
                </a:extLst>
              </p:cNvPr>
              <p:cNvSpPr/>
              <p:nvPr/>
            </p:nvSpPr>
            <p:spPr>
              <a:xfrm>
                <a:off x="5221583" y="5739197"/>
                <a:ext cx="38862" cy="3238"/>
              </a:xfrm>
              <a:custGeom>
                <a:avLst/>
                <a:gdLst>
                  <a:gd name="connsiteX0" fmla="*/ 38862 w 38862"/>
                  <a:gd name="connsiteY0" fmla="*/ 3239 h 3238"/>
                  <a:gd name="connsiteX1" fmla="*/ 0 w 38862"/>
                  <a:gd name="connsiteY1" fmla="*/ 3239 h 3238"/>
                  <a:gd name="connsiteX2" fmla="*/ 0 w 38862"/>
                  <a:gd name="connsiteY2" fmla="*/ 0 h 3238"/>
                  <a:gd name="connsiteX3" fmla="*/ 38862 w 38862"/>
                  <a:gd name="connsiteY3" fmla="*/ 0 h 3238"/>
                  <a:gd name="connsiteX4" fmla="*/ 38862 w 38862"/>
                  <a:gd name="connsiteY4" fmla="*/ 3239 h 3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862" h="3238">
                    <a:moveTo>
                      <a:pt x="38862" y="3239"/>
                    </a:moveTo>
                    <a:lnTo>
                      <a:pt x="0" y="3239"/>
                    </a:lnTo>
                    <a:lnTo>
                      <a:pt x="0" y="0"/>
                    </a:lnTo>
                    <a:lnTo>
                      <a:pt x="38862" y="0"/>
                    </a:lnTo>
                    <a:lnTo>
                      <a:pt x="38862" y="3239"/>
                    </a:lnTo>
                    <a:close/>
                  </a:path>
                </a:pathLst>
              </a:custGeom>
              <a:solidFill>
                <a:srgbClr val="231F20"/>
              </a:solidFill>
              <a:ln w="2249" cap="flat">
                <a:noFill/>
                <a:prstDash val="solid"/>
                <a:miter/>
              </a:ln>
            </p:spPr>
            <p:txBody>
              <a:bodyPr rtlCol="0" anchor="ctr"/>
              <a:lstStyle/>
              <a:p>
                <a:endParaRPr lang="en-US"/>
              </a:p>
            </p:txBody>
          </p:sp>
          <p:sp>
            <p:nvSpPr>
              <p:cNvPr id="18536" name="Freeform 18535">
                <a:extLst>
                  <a:ext uri="{FF2B5EF4-FFF2-40B4-BE49-F238E27FC236}">
                    <a16:creationId xmlns:a16="http://schemas.microsoft.com/office/drawing/2014/main" id="{585A7245-C58E-27E1-0135-72A4E75FE855}"/>
                  </a:ext>
                </a:extLst>
              </p:cNvPr>
              <p:cNvSpPr/>
              <p:nvPr/>
            </p:nvSpPr>
            <p:spPr>
              <a:xfrm>
                <a:off x="5231749" y="5707283"/>
                <a:ext cx="29483" cy="25167"/>
              </a:xfrm>
              <a:custGeom>
                <a:avLst/>
                <a:gdLst>
                  <a:gd name="connsiteX0" fmla="*/ 15473 w 29483"/>
                  <a:gd name="connsiteY0" fmla="*/ 21659 h 25167"/>
                  <a:gd name="connsiteX1" fmla="*/ 19768 w 29483"/>
                  <a:gd name="connsiteY1" fmla="*/ 21074 h 25167"/>
                  <a:gd name="connsiteX2" fmla="*/ 23277 w 29483"/>
                  <a:gd name="connsiteY2" fmla="*/ 19320 h 25167"/>
                  <a:gd name="connsiteX3" fmla="*/ 25661 w 29483"/>
                  <a:gd name="connsiteY3" fmla="*/ 16374 h 25167"/>
                  <a:gd name="connsiteX4" fmla="*/ 26560 w 29483"/>
                  <a:gd name="connsiteY4" fmla="*/ 12281 h 25167"/>
                  <a:gd name="connsiteX5" fmla="*/ 24896 w 29483"/>
                  <a:gd name="connsiteY5" fmla="*/ 6838 h 25167"/>
                  <a:gd name="connsiteX6" fmla="*/ 20151 w 29483"/>
                  <a:gd name="connsiteY6" fmla="*/ 3824 h 25167"/>
                  <a:gd name="connsiteX7" fmla="*/ 20151 w 29483"/>
                  <a:gd name="connsiteY7" fmla="*/ 204 h 25167"/>
                  <a:gd name="connsiteX8" fmla="*/ 23839 w 29483"/>
                  <a:gd name="connsiteY8" fmla="*/ 1778 h 25167"/>
                  <a:gd name="connsiteX9" fmla="*/ 26808 w 29483"/>
                  <a:gd name="connsiteY9" fmla="*/ 4207 h 25167"/>
                  <a:gd name="connsiteX10" fmla="*/ 28787 w 29483"/>
                  <a:gd name="connsiteY10" fmla="*/ 7670 h 25167"/>
                  <a:gd name="connsiteX11" fmla="*/ 29484 w 29483"/>
                  <a:gd name="connsiteY11" fmla="*/ 12303 h 25167"/>
                  <a:gd name="connsiteX12" fmla="*/ 28359 w 29483"/>
                  <a:gd name="connsiteY12" fmla="*/ 18083 h 25167"/>
                  <a:gd name="connsiteX13" fmla="*/ 25256 w 29483"/>
                  <a:gd name="connsiteY13" fmla="*/ 22086 h 25167"/>
                  <a:gd name="connsiteX14" fmla="*/ 20623 w 29483"/>
                  <a:gd name="connsiteY14" fmla="*/ 24402 h 25167"/>
                  <a:gd name="connsiteX15" fmla="*/ 14866 w 29483"/>
                  <a:gd name="connsiteY15" fmla="*/ 25167 h 25167"/>
                  <a:gd name="connsiteX16" fmla="*/ 9086 w 29483"/>
                  <a:gd name="connsiteY16" fmla="*/ 24267 h 25167"/>
                  <a:gd name="connsiteX17" fmla="*/ 4363 w 29483"/>
                  <a:gd name="connsiteY17" fmla="*/ 21726 h 25167"/>
                  <a:gd name="connsiteX18" fmla="*/ 1170 w 29483"/>
                  <a:gd name="connsiteY18" fmla="*/ 17701 h 25167"/>
                  <a:gd name="connsiteX19" fmla="*/ 0 w 29483"/>
                  <a:gd name="connsiteY19" fmla="*/ 12303 h 25167"/>
                  <a:gd name="connsiteX20" fmla="*/ 3958 w 29483"/>
                  <a:gd name="connsiteY20" fmla="*/ 3240 h 25167"/>
                  <a:gd name="connsiteX21" fmla="*/ 15473 w 29483"/>
                  <a:gd name="connsiteY21" fmla="*/ 1 h 25167"/>
                  <a:gd name="connsiteX22" fmla="*/ 15473 w 29483"/>
                  <a:gd name="connsiteY22" fmla="*/ 21704 h 25167"/>
                  <a:gd name="connsiteX23" fmla="*/ 12774 w 29483"/>
                  <a:gd name="connsiteY23" fmla="*/ 3420 h 25167"/>
                  <a:gd name="connsiteX24" fmla="*/ 8906 w 29483"/>
                  <a:gd name="connsiteY24" fmla="*/ 3982 h 25167"/>
                  <a:gd name="connsiteX25" fmla="*/ 5780 w 29483"/>
                  <a:gd name="connsiteY25" fmla="*/ 5646 h 25167"/>
                  <a:gd name="connsiteX26" fmla="*/ 3666 w 29483"/>
                  <a:gd name="connsiteY26" fmla="*/ 8435 h 25167"/>
                  <a:gd name="connsiteX27" fmla="*/ 2879 w 29483"/>
                  <a:gd name="connsiteY27" fmla="*/ 12258 h 25167"/>
                  <a:gd name="connsiteX28" fmla="*/ 3688 w 29483"/>
                  <a:gd name="connsiteY28" fmla="*/ 16059 h 25167"/>
                  <a:gd name="connsiteX29" fmla="*/ 5847 w 29483"/>
                  <a:gd name="connsiteY29" fmla="*/ 18870 h 25167"/>
                  <a:gd name="connsiteX30" fmla="*/ 8973 w 29483"/>
                  <a:gd name="connsiteY30" fmla="*/ 20737 h 25167"/>
                  <a:gd name="connsiteX31" fmla="*/ 12752 w 29483"/>
                  <a:gd name="connsiteY31" fmla="*/ 21659 h 25167"/>
                  <a:gd name="connsiteX32" fmla="*/ 12752 w 29483"/>
                  <a:gd name="connsiteY32"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3" h="25167">
                    <a:moveTo>
                      <a:pt x="15473" y="21659"/>
                    </a:moveTo>
                    <a:cubicBezTo>
                      <a:pt x="16980" y="21659"/>
                      <a:pt x="18419" y="21456"/>
                      <a:pt x="19768" y="21074"/>
                    </a:cubicBezTo>
                    <a:cubicBezTo>
                      <a:pt x="21118" y="20669"/>
                      <a:pt x="22287" y="20084"/>
                      <a:pt x="23277" y="19320"/>
                    </a:cubicBezTo>
                    <a:cubicBezTo>
                      <a:pt x="24266" y="18555"/>
                      <a:pt x="25053" y="17566"/>
                      <a:pt x="25661" y="16374"/>
                    </a:cubicBezTo>
                    <a:cubicBezTo>
                      <a:pt x="26245" y="15182"/>
                      <a:pt x="26560" y="13810"/>
                      <a:pt x="26560" y="12281"/>
                    </a:cubicBezTo>
                    <a:cubicBezTo>
                      <a:pt x="26560" y="10166"/>
                      <a:pt x="25998" y="8345"/>
                      <a:pt x="24896" y="6838"/>
                    </a:cubicBezTo>
                    <a:cubicBezTo>
                      <a:pt x="23772" y="5331"/>
                      <a:pt x="22197" y="4319"/>
                      <a:pt x="20151" y="3824"/>
                    </a:cubicBezTo>
                    <a:lnTo>
                      <a:pt x="20151" y="204"/>
                    </a:lnTo>
                    <a:cubicBezTo>
                      <a:pt x="21478" y="608"/>
                      <a:pt x="22714" y="1126"/>
                      <a:pt x="23839" y="1778"/>
                    </a:cubicBezTo>
                    <a:cubicBezTo>
                      <a:pt x="24963" y="2430"/>
                      <a:pt x="25953" y="3240"/>
                      <a:pt x="26808" y="4207"/>
                    </a:cubicBezTo>
                    <a:cubicBezTo>
                      <a:pt x="27662" y="5174"/>
                      <a:pt x="28314" y="6321"/>
                      <a:pt x="28787" y="7670"/>
                    </a:cubicBezTo>
                    <a:cubicBezTo>
                      <a:pt x="29259" y="8997"/>
                      <a:pt x="29484" y="10549"/>
                      <a:pt x="29484" y="12303"/>
                    </a:cubicBezTo>
                    <a:cubicBezTo>
                      <a:pt x="29484" y="14530"/>
                      <a:pt x="29102" y="16464"/>
                      <a:pt x="28359" y="18083"/>
                    </a:cubicBezTo>
                    <a:cubicBezTo>
                      <a:pt x="27595" y="19702"/>
                      <a:pt x="26560" y="21029"/>
                      <a:pt x="25256" y="22086"/>
                    </a:cubicBezTo>
                    <a:cubicBezTo>
                      <a:pt x="23951" y="23120"/>
                      <a:pt x="22400" y="23908"/>
                      <a:pt x="20623" y="24402"/>
                    </a:cubicBezTo>
                    <a:cubicBezTo>
                      <a:pt x="18846" y="24897"/>
                      <a:pt x="16935" y="25167"/>
                      <a:pt x="14866" y="25167"/>
                    </a:cubicBezTo>
                    <a:cubicBezTo>
                      <a:pt x="12797" y="25167"/>
                      <a:pt x="10885" y="24875"/>
                      <a:pt x="9086" y="24267"/>
                    </a:cubicBezTo>
                    <a:cubicBezTo>
                      <a:pt x="7287" y="23683"/>
                      <a:pt x="5712" y="22828"/>
                      <a:pt x="4363" y="21726"/>
                    </a:cubicBezTo>
                    <a:cubicBezTo>
                      <a:pt x="3014" y="20624"/>
                      <a:pt x="1957" y="19297"/>
                      <a:pt x="1170" y="17701"/>
                    </a:cubicBezTo>
                    <a:cubicBezTo>
                      <a:pt x="405" y="16126"/>
                      <a:pt x="0" y="14327"/>
                      <a:pt x="0" y="12303"/>
                    </a:cubicBezTo>
                    <a:cubicBezTo>
                      <a:pt x="0" y="8457"/>
                      <a:pt x="1327" y="5444"/>
                      <a:pt x="3958" y="3240"/>
                    </a:cubicBezTo>
                    <a:cubicBezTo>
                      <a:pt x="6612" y="1036"/>
                      <a:pt x="10435" y="-44"/>
                      <a:pt x="15473" y="1"/>
                    </a:cubicBezTo>
                    <a:lnTo>
                      <a:pt x="15473" y="21704"/>
                    </a:lnTo>
                    <a:close/>
                    <a:moveTo>
                      <a:pt x="12774" y="3420"/>
                    </a:moveTo>
                    <a:cubicBezTo>
                      <a:pt x="11402" y="3420"/>
                      <a:pt x="10120" y="3600"/>
                      <a:pt x="8906" y="3982"/>
                    </a:cubicBezTo>
                    <a:cubicBezTo>
                      <a:pt x="7692" y="4364"/>
                      <a:pt x="6657" y="4926"/>
                      <a:pt x="5780" y="5646"/>
                    </a:cubicBezTo>
                    <a:cubicBezTo>
                      <a:pt x="4903" y="6366"/>
                      <a:pt x="4206" y="7310"/>
                      <a:pt x="3666" y="8435"/>
                    </a:cubicBezTo>
                    <a:cubicBezTo>
                      <a:pt x="3126" y="9559"/>
                      <a:pt x="2879" y="10819"/>
                      <a:pt x="2879" y="12258"/>
                    </a:cubicBezTo>
                    <a:cubicBezTo>
                      <a:pt x="2879" y="13697"/>
                      <a:pt x="3149" y="14979"/>
                      <a:pt x="3688" y="16059"/>
                    </a:cubicBezTo>
                    <a:cubicBezTo>
                      <a:pt x="4228" y="17161"/>
                      <a:pt x="4948" y="18083"/>
                      <a:pt x="5847" y="18870"/>
                    </a:cubicBezTo>
                    <a:cubicBezTo>
                      <a:pt x="6747" y="19635"/>
                      <a:pt x="7781" y="20264"/>
                      <a:pt x="8973" y="20737"/>
                    </a:cubicBezTo>
                    <a:cubicBezTo>
                      <a:pt x="10165" y="21209"/>
                      <a:pt x="11425" y="21501"/>
                      <a:pt x="12752" y="21659"/>
                    </a:cubicBezTo>
                    <a:lnTo>
                      <a:pt x="12752" y="3420"/>
                    </a:lnTo>
                    <a:close/>
                  </a:path>
                </a:pathLst>
              </a:custGeom>
              <a:solidFill>
                <a:srgbClr val="231F20"/>
              </a:solidFill>
              <a:ln w="2249" cap="flat">
                <a:noFill/>
                <a:prstDash val="solid"/>
                <a:miter/>
              </a:ln>
            </p:spPr>
            <p:txBody>
              <a:bodyPr rtlCol="0" anchor="ctr"/>
              <a:lstStyle/>
              <a:p>
                <a:endParaRPr lang="en-US"/>
              </a:p>
            </p:txBody>
          </p:sp>
          <p:sp>
            <p:nvSpPr>
              <p:cNvPr id="18537" name="Freeform 18536">
                <a:extLst>
                  <a:ext uri="{FF2B5EF4-FFF2-40B4-BE49-F238E27FC236}">
                    <a16:creationId xmlns:a16="http://schemas.microsoft.com/office/drawing/2014/main" id="{D88C59A5-02B7-970E-3865-C38B0480625D}"/>
                  </a:ext>
                </a:extLst>
              </p:cNvPr>
              <p:cNvSpPr/>
              <p:nvPr/>
            </p:nvSpPr>
            <p:spPr>
              <a:xfrm>
                <a:off x="5231704" y="5680319"/>
                <a:ext cx="29439" cy="22039"/>
              </a:xfrm>
              <a:custGeom>
                <a:avLst/>
                <a:gdLst>
                  <a:gd name="connsiteX0" fmla="*/ 19993 w 29439"/>
                  <a:gd name="connsiteY0" fmla="*/ 18734 h 22039"/>
                  <a:gd name="connsiteX1" fmla="*/ 25098 w 29439"/>
                  <a:gd name="connsiteY1" fmla="*/ 16013 h 22039"/>
                  <a:gd name="connsiteX2" fmla="*/ 26583 w 29439"/>
                  <a:gd name="connsiteY2" fmla="*/ 10368 h 22039"/>
                  <a:gd name="connsiteX3" fmla="*/ 26155 w 29439"/>
                  <a:gd name="connsiteY3" fmla="*/ 7287 h 22039"/>
                  <a:gd name="connsiteX4" fmla="*/ 24986 w 29439"/>
                  <a:gd name="connsiteY4" fmla="*/ 5150 h 22039"/>
                  <a:gd name="connsiteX5" fmla="*/ 23344 w 29439"/>
                  <a:gd name="connsiteY5" fmla="*/ 3891 h 22039"/>
                  <a:gd name="connsiteX6" fmla="*/ 21410 w 29439"/>
                  <a:gd name="connsiteY6" fmla="*/ 3463 h 22039"/>
                  <a:gd name="connsiteX7" fmla="*/ 18352 w 29439"/>
                  <a:gd name="connsiteY7" fmla="*/ 4790 h 22039"/>
                  <a:gd name="connsiteX8" fmla="*/ 16777 w 29439"/>
                  <a:gd name="connsiteY8" fmla="*/ 8119 h 22039"/>
                  <a:gd name="connsiteX9" fmla="*/ 15810 w 29439"/>
                  <a:gd name="connsiteY9" fmla="*/ 12437 h 22039"/>
                  <a:gd name="connsiteX10" fmla="*/ 14596 w 29439"/>
                  <a:gd name="connsiteY10" fmla="*/ 16755 h 22039"/>
                  <a:gd name="connsiteX11" fmla="*/ 12279 w 29439"/>
                  <a:gd name="connsiteY11" fmla="*/ 20083 h 22039"/>
                  <a:gd name="connsiteX12" fmla="*/ 8006 w 29439"/>
                  <a:gd name="connsiteY12" fmla="*/ 21410 h 22039"/>
                  <a:gd name="connsiteX13" fmla="*/ 2249 w 29439"/>
                  <a:gd name="connsiteY13" fmla="*/ 18846 h 22039"/>
                  <a:gd name="connsiteX14" fmla="*/ 0 w 29439"/>
                  <a:gd name="connsiteY14" fmla="*/ 11582 h 22039"/>
                  <a:gd name="connsiteX15" fmla="*/ 2024 w 29439"/>
                  <a:gd name="connsiteY15" fmla="*/ 4206 h 22039"/>
                  <a:gd name="connsiteX16" fmla="*/ 8794 w 29439"/>
                  <a:gd name="connsiteY16" fmla="*/ 787 h 22039"/>
                  <a:gd name="connsiteX17" fmla="*/ 8794 w 29439"/>
                  <a:gd name="connsiteY17" fmla="*/ 4070 h 22039"/>
                  <a:gd name="connsiteX18" fmla="*/ 4228 w 29439"/>
                  <a:gd name="connsiteY18" fmla="*/ 6522 h 22039"/>
                  <a:gd name="connsiteX19" fmla="*/ 2901 w 29439"/>
                  <a:gd name="connsiteY19" fmla="*/ 11627 h 22039"/>
                  <a:gd name="connsiteX20" fmla="*/ 4228 w 29439"/>
                  <a:gd name="connsiteY20" fmla="*/ 16327 h 22039"/>
                  <a:gd name="connsiteX21" fmla="*/ 7714 w 29439"/>
                  <a:gd name="connsiteY21" fmla="*/ 17947 h 22039"/>
                  <a:gd name="connsiteX22" fmla="*/ 10593 w 29439"/>
                  <a:gd name="connsiteY22" fmla="*/ 16620 h 22039"/>
                  <a:gd name="connsiteX23" fmla="*/ 12212 w 29439"/>
                  <a:gd name="connsiteY23" fmla="*/ 13291 h 22039"/>
                  <a:gd name="connsiteX24" fmla="*/ 13314 w 29439"/>
                  <a:gd name="connsiteY24" fmla="*/ 8973 h 22039"/>
                  <a:gd name="connsiteX25" fmla="*/ 14686 w 29439"/>
                  <a:gd name="connsiteY25" fmla="*/ 4655 h 22039"/>
                  <a:gd name="connsiteX26" fmla="*/ 17092 w 29439"/>
                  <a:gd name="connsiteY26" fmla="*/ 1327 h 22039"/>
                  <a:gd name="connsiteX27" fmla="*/ 21298 w 29439"/>
                  <a:gd name="connsiteY27" fmla="*/ 0 h 22039"/>
                  <a:gd name="connsiteX28" fmla="*/ 24829 w 29439"/>
                  <a:gd name="connsiteY28" fmla="*/ 854 h 22039"/>
                  <a:gd name="connsiteX29" fmla="*/ 27392 w 29439"/>
                  <a:gd name="connsiteY29" fmla="*/ 3238 h 22039"/>
                  <a:gd name="connsiteX30" fmla="*/ 28922 w 29439"/>
                  <a:gd name="connsiteY30" fmla="*/ 6837 h 22039"/>
                  <a:gd name="connsiteX31" fmla="*/ 29439 w 29439"/>
                  <a:gd name="connsiteY31" fmla="*/ 11402 h 22039"/>
                  <a:gd name="connsiteX32" fmla="*/ 28719 w 29439"/>
                  <a:gd name="connsiteY32" fmla="*/ 15810 h 22039"/>
                  <a:gd name="connsiteX33" fmla="*/ 26695 w 29439"/>
                  <a:gd name="connsiteY33" fmla="*/ 19071 h 22039"/>
                  <a:gd name="connsiteX34" fmla="*/ 23682 w 29439"/>
                  <a:gd name="connsiteY34" fmla="*/ 21185 h 22039"/>
                  <a:gd name="connsiteX35" fmla="*/ 19948 w 29439"/>
                  <a:gd name="connsiteY35" fmla="*/ 22040 h 22039"/>
                  <a:gd name="connsiteX36" fmla="*/ 19948 w 29439"/>
                  <a:gd name="connsiteY36" fmla="*/ 18756 h 22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9439" h="22039">
                    <a:moveTo>
                      <a:pt x="19993" y="18734"/>
                    </a:moveTo>
                    <a:cubicBezTo>
                      <a:pt x="22400" y="18239"/>
                      <a:pt x="24109" y="17317"/>
                      <a:pt x="25098" y="16013"/>
                    </a:cubicBezTo>
                    <a:cubicBezTo>
                      <a:pt x="26088" y="14708"/>
                      <a:pt x="26583" y="12819"/>
                      <a:pt x="26583" y="10368"/>
                    </a:cubicBezTo>
                    <a:cubicBezTo>
                      <a:pt x="26583" y="9176"/>
                      <a:pt x="26448" y="8163"/>
                      <a:pt x="26155" y="7287"/>
                    </a:cubicBezTo>
                    <a:cubicBezTo>
                      <a:pt x="25863" y="6432"/>
                      <a:pt x="25481" y="5712"/>
                      <a:pt x="24986" y="5150"/>
                    </a:cubicBezTo>
                    <a:cubicBezTo>
                      <a:pt x="24491" y="4588"/>
                      <a:pt x="23951" y="4161"/>
                      <a:pt x="23344" y="3891"/>
                    </a:cubicBezTo>
                    <a:cubicBezTo>
                      <a:pt x="22737" y="3598"/>
                      <a:pt x="22085" y="3463"/>
                      <a:pt x="21410" y="3463"/>
                    </a:cubicBezTo>
                    <a:cubicBezTo>
                      <a:pt x="20038" y="3463"/>
                      <a:pt x="19026" y="3913"/>
                      <a:pt x="18352" y="4790"/>
                    </a:cubicBezTo>
                    <a:cubicBezTo>
                      <a:pt x="17677" y="5667"/>
                      <a:pt x="17160" y="6769"/>
                      <a:pt x="16777" y="8119"/>
                    </a:cubicBezTo>
                    <a:cubicBezTo>
                      <a:pt x="16395" y="9468"/>
                      <a:pt x="16080" y="10885"/>
                      <a:pt x="15810" y="12437"/>
                    </a:cubicBezTo>
                    <a:cubicBezTo>
                      <a:pt x="15540" y="13988"/>
                      <a:pt x="15135" y="15428"/>
                      <a:pt x="14596" y="16755"/>
                    </a:cubicBezTo>
                    <a:cubicBezTo>
                      <a:pt x="14056" y="18081"/>
                      <a:pt x="13291" y="19183"/>
                      <a:pt x="12279" y="20083"/>
                    </a:cubicBezTo>
                    <a:cubicBezTo>
                      <a:pt x="11267" y="20983"/>
                      <a:pt x="9850" y="21410"/>
                      <a:pt x="8006" y="21410"/>
                    </a:cubicBezTo>
                    <a:cubicBezTo>
                      <a:pt x="5667" y="21410"/>
                      <a:pt x="3756" y="20555"/>
                      <a:pt x="2249" y="18846"/>
                    </a:cubicBezTo>
                    <a:cubicBezTo>
                      <a:pt x="765" y="17137"/>
                      <a:pt x="0" y="14708"/>
                      <a:pt x="0" y="11582"/>
                    </a:cubicBezTo>
                    <a:cubicBezTo>
                      <a:pt x="0" y="8456"/>
                      <a:pt x="675" y="6095"/>
                      <a:pt x="2024" y="4206"/>
                    </a:cubicBezTo>
                    <a:cubicBezTo>
                      <a:pt x="3373" y="2316"/>
                      <a:pt x="5622" y="1169"/>
                      <a:pt x="8794" y="787"/>
                    </a:cubicBezTo>
                    <a:lnTo>
                      <a:pt x="8794" y="4070"/>
                    </a:lnTo>
                    <a:cubicBezTo>
                      <a:pt x="6635" y="4363"/>
                      <a:pt x="5105" y="5172"/>
                      <a:pt x="4228" y="6522"/>
                    </a:cubicBezTo>
                    <a:cubicBezTo>
                      <a:pt x="3351" y="7871"/>
                      <a:pt x="2901" y="9580"/>
                      <a:pt x="2901" y="11627"/>
                    </a:cubicBezTo>
                    <a:cubicBezTo>
                      <a:pt x="2901" y="13674"/>
                      <a:pt x="3351" y="15248"/>
                      <a:pt x="4228" y="16327"/>
                    </a:cubicBezTo>
                    <a:cubicBezTo>
                      <a:pt x="5105" y="17407"/>
                      <a:pt x="6275" y="17947"/>
                      <a:pt x="7714" y="17947"/>
                    </a:cubicBezTo>
                    <a:cubicBezTo>
                      <a:pt x="8973" y="17947"/>
                      <a:pt x="9940" y="17497"/>
                      <a:pt x="10593" y="16620"/>
                    </a:cubicBezTo>
                    <a:cubicBezTo>
                      <a:pt x="11267" y="15743"/>
                      <a:pt x="11807" y="14640"/>
                      <a:pt x="12212" y="13291"/>
                    </a:cubicBezTo>
                    <a:cubicBezTo>
                      <a:pt x="12617" y="11964"/>
                      <a:pt x="12999" y="10525"/>
                      <a:pt x="13314" y="8973"/>
                    </a:cubicBezTo>
                    <a:cubicBezTo>
                      <a:pt x="13629" y="7421"/>
                      <a:pt x="14101" y="5982"/>
                      <a:pt x="14686" y="4655"/>
                    </a:cubicBezTo>
                    <a:cubicBezTo>
                      <a:pt x="15271" y="3328"/>
                      <a:pt x="16080" y="2226"/>
                      <a:pt x="17092" y="1327"/>
                    </a:cubicBezTo>
                    <a:cubicBezTo>
                      <a:pt x="18104" y="450"/>
                      <a:pt x="19499" y="0"/>
                      <a:pt x="21298" y="0"/>
                    </a:cubicBezTo>
                    <a:cubicBezTo>
                      <a:pt x="22625" y="0"/>
                      <a:pt x="23817" y="292"/>
                      <a:pt x="24829" y="854"/>
                    </a:cubicBezTo>
                    <a:cubicBezTo>
                      <a:pt x="25863" y="1439"/>
                      <a:pt x="26718" y="2226"/>
                      <a:pt x="27392" y="3238"/>
                    </a:cubicBezTo>
                    <a:cubicBezTo>
                      <a:pt x="28067" y="4250"/>
                      <a:pt x="28584" y="5442"/>
                      <a:pt x="28922" y="6837"/>
                    </a:cubicBezTo>
                    <a:cubicBezTo>
                      <a:pt x="29259" y="8231"/>
                      <a:pt x="29439" y="9738"/>
                      <a:pt x="29439" y="11402"/>
                    </a:cubicBezTo>
                    <a:cubicBezTo>
                      <a:pt x="29439" y="13066"/>
                      <a:pt x="29191" y="14528"/>
                      <a:pt x="28719" y="15810"/>
                    </a:cubicBezTo>
                    <a:cubicBezTo>
                      <a:pt x="28225" y="17092"/>
                      <a:pt x="27550" y="18171"/>
                      <a:pt x="26695" y="19071"/>
                    </a:cubicBezTo>
                    <a:cubicBezTo>
                      <a:pt x="25841" y="19970"/>
                      <a:pt x="24829" y="20668"/>
                      <a:pt x="23682" y="21185"/>
                    </a:cubicBezTo>
                    <a:cubicBezTo>
                      <a:pt x="22535" y="21680"/>
                      <a:pt x="21298" y="21972"/>
                      <a:pt x="19948" y="22040"/>
                    </a:cubicBezTo>
                    <a:lnTo>
                      <a:pt x="19948" y="18756"/>
                    </a:lnTo>
                    <a:close/>
                  </a:path>
                </a:pathLst>
              </a:custGeom>
              <a:solidFill>
                <a:srgbClr val="231F20"/>
              </a:solidFill>
              <a:ln w="2249" cap="flat">
                <a:noFill/>
                <a:prstDash val="solid"/>
                <a:miter/>
              </a:ln>
            </p:spPr>
            <p:txBody>
              <a:bodyPr rtlCol="0" anchor="ctr"/>
              <a:lstStyle/>
              <a:p>
                <a:endParaRPr lang="en-US"/>
              </a:p>
            </p:txBody>
          </p:sp>
          <p:sp>
            <p:nvSpPr>
              <p:cNvPr id="18538" name="Freeform 18537">
                <a:extLst>
                  <a:ext uri="{FF2B5EF4-FFF2-40B4-BE49-F238E27FC236}">
                    <a16:creationId xmlns:a16="http://schemas.microsoft.com/office/drawing/2014/main" id="{583E99A4-061F-4648-9F5E-BCBD747BC713}"/>
                  </a:ext>
                </a:extLst>
              </p:cNvPr>
              <p:cNvSpPr/>
              <p:nvPr/>
            </p:nvSpPr>
            <p:spPr>
              <a:xfrm>
                <a:off x="5231704" y="5653332"/>
                <a:ext cx="29439" cy="22039"/>
              </a:xfrm>
              <a:custGeom>
                <a:avLst/>
                <a:gdLst>
                  <a:gd name="connsiteX0" fmla="*/ 19993 w 29439"/>
                  <a:gd name="connsiteY0" fmla="*/ 18734 h 22039"/>
                  <a:gd name="connsiteX1" fmla="*/ 25098 w 29439"/>
                  <a:gd name="connsiteY1" fmla="*/ 16013 h 22039"/>
                  <a:gd name="connsiteX2" fmla="*/ 26583 w 29439"/>
                  <a:gd name="connsiteY2" fmla="*/ 10368 h 22039"/>
                  <a:gd name="connsiteX3" fmla="*/ 26155 w 29439"/>
                  <a:gd name="connsiteY3" fmla="*/ 7287 h 22039"/>
                  <a:gd name="connsiteX4" fmla="*/ 24986 w 29439"/>
                  <a:gd name="connsiteY4" fmla="*/ 5150 h 22039"/>
                  <a:gd name="connsiteX5" fmla="*/ 23344 w 29439"/>
                  <a:gd name="connsiteY5" fmla="*/ 3891 h 22039"/>
                  <a:gd name="connsiteX6" fmla="*/ 21410 w 29439"/>
                  <a:gd name="connsiteY6" fmla="*/ 3463 h 22039"/>
                  <a:gd name="connsiteX7" fmla="*/ 18352 w 29439"/>
                  <a:gd name="connsiteY7" fmla="*/ 4790 h 22039"/>
                  <a:gd name="connsiteX8" fmla="*/ 16777 w 29439"/>
                  <a:gd name="connsiteY8" fmla="*/ 8119 h 22039"/>
                  <a:gd name="connsiteX9" fmla="*/ 15810 w 29439"/>
                  <a:gd name="connsiteY9" fmla="*/ 12437 h 22039"/>
                  <a:gd name="connsiteX10" fmla="*/ 14596 w 29439"/>
                  <a:gd name="connsiteY10" fmla="*/ 16755 h 22039"/>
                  <a:gd name="connsiteX11" fmla="*/ 12279 w 29439"/>
                  <a:gd name="connsiteY11" fmla="*/ 20083 h 22039"/>
                  <a:gd name="connsiteX12" fmla="*/ 8006 w 29439"/>
                  <a:gd name="connsiteY12" fmla="*/ 21410 h 22039"/>
                  <a:gd name="connsiteX13" fmla="*/ 2249 w 29439"/>
                  <a:gd name="connsiteY13" fmla="*/ 18846 h 22039"/>
                  <a:gd name="connsiteX14" fmla="*/ 0 w 29439"/>
                  <a:gd name="connsiteY14" fmla="*/ 11582 h 22039"/>
                  <a:gd name="connsiteX15" fmla="*/ 2024 w 29439"/>
                  <a:gd name="connsiteY15" fmla="*/ 4206 h 22039"/>
                  <a:gd name="connsiteX16" fmla="*/ 8794 w 29439"/>
                  <a:gd name="connsiteY16" fmla="*/ 787 h 22039"/>
                  <a:gd name="connsiteX17" fmla="*/ 8794 w 29439"/>
                  <a:gd name="connsiteY17" fmla="*/ 4070 h 22039"/>
                  <a:gd name="connsiteX18" fmla="*/ 4228 w 29439"/>
                  <a:gd name="connsiteY18" fmla="*/ 6522 h 22039"/>
                  <a:gd name="connsiteX19" fmla="*/ 2901 w 29439"/>
                  <a:gd name="connsiteY19" fmla="*/ 11627 h 22039"/>
                  <a:gd name="connsiteX20" fmla="*/ 4228 w 29439"/>
                  <a:gd name="connsiteY20" fmla="*/ 16327 h 22039"/>
                  <a:gd name="connsiteX21" fmla="*/ 7714 w 29439"/>
                  <a:gd name="connsiteY21" fmla="*/ 17947 h 22039"/>
                  <a:gd name="connsiteX22" fmla="*/ 10593 w 29439"/>
                  <a:gd name="connsiteY22" fmla="*/ 16620 h 22039"/>
                  <a:gd name="connsiteX23" fmla="*/ 12212 w 29439"/>
                  <a:gd name="connsiteY23" fmla="*/ 13291 h 22039"/>
                  <a:gd name="connsiteX24" fmla="*/ 13314 w 29439"/>
                  <a:gd name="connsiteY24" fmla="*/ 8973 h 22039"/>
                  <a:gd name="connsiteX25" fmla="*/ 14686 w 29439"/>
                  <a:gd name="connsiteY25" fmla="*/ 4655 h 22039"/>
                  <a:gd name="connsiteX26" fmla="*/ 17092 w 29439"/>
                  <a:gd name="connsiteY26" fmla="*/ 1327 h 22039"/>
                  <a:gd name="connsiteX27" fmla="*/ 21298 w 29439"/>
                  <a:gd name="connsiteY27" fmla="*/ 0 h 22039"/>
                  <a:gd name="connsiteX28" fmla="*/ 24829 w 29439"/>
                  <a:gd name="connsiteY28" fmla="*/ 854 h 22039"/>
                  <a:gd name="connsiteX29" fmla="*/ 27392 w 29439"/>
                  <a:gd name="connsiteY29" fmla="*/ 3238 h 22039"/>
                  <a:gd name="connsiteX30" fmla="*/ 28922 w 29439"/>
                  <a:gd name="connsiteY30" fmla="*/ 6837 h 22039"/>
                  <a:gd name="connsiteX31" fmla="*/ 29439 w 29439"/>
                  <a:gd name="connsiteY31" fmla="*/ 11402 h 22039"/>
                  <a:gd name="connsiteX32" fmla="*/ 28719 w 29439"/>
                  <a:gd name="connsiteY32" fmla="*/ 15810 h 22039"/>
                  <a:gd name="connsiteX33" fmla="*/ 26695 w 29439"/>
                  <a:gd name="connsiteY33" fmla="*/ 19071 h 22039"/>
                  <a:gd name="connsiteX34" fmla="*/ 23682 w 29439"/>
                  <a:gd name="connsiteY34" fmla="*/ 21185 h 22039"/>
                  <a:gd name="connsiteX35" fmla="*/ 19948 w 29439"/>
                  <a:gd name="connsiteY35" fmla="*/ 22040 h 22039"/>
                  <a:gd name="connsiteX36" fmla="*/ 19948 w 29439"/>
                  <a:gd name="connsiteY36" fmla="*/ 18756 h 22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9439" h="22039">
                    <a:moveTo>
                      <a:pt x="19993" y="18734"/>
                    </a:moveTo>
                    <a:cubicBezTo>
                      <a:pt x="22400" y="18239"/>
                      <a:pt x="24109" y="17317"/>
                      <a:pt x="25098" y="16013"/>
                    </a:cubicBezTo>
                    <a:cubicBezTo>
                      <a:pt x="26088" y="14708"/>
                      <a:pt x="26583" y="12819"/>
                      <a:pt x="26583" y="10368"/>
                    </a:cubicBezTo>
                    <a:cubicBezTo>
                      <a:pt x="26583" y="9176"/>
                      <a:pt x="26448" y="8163"/>
                      <a:pt x="26155" y="7287"/>
                    </a:cubicBezTo>
                    <a:cubicBezTo>
                      <a:pt x="25863" y="6432"/>
                      <a:pt x="25481" y="5712"/>
                      <a:pt x="24986" y="5150"/>
                    </a:cubicBezTo>
                    <a:cubicBezTo>
                      <a:pt x="24491" y="4588"/>
                      <a:pt x="23951" y="4161"/>
                      <a:pt x="23344" y="3891"/>
                    </a:cubicBezTo>
                    <a:cubicBezTo>
                      <a:pt x="22737" y="3598"/>
                      <a:pt x="22085" y="3463"/>
                      <a:pt x="21410" y="3463"/>
                    </a:cubicBezTo>
                    <a:cubicBezTo>
                      <a:pt x="20038" y="3463"/>
                      <a:pt x="19026" y="3913"/>
                      <a:pt x="18352" y="4790"/>
                    </a:cubicBezTo>
                    <a:cubicBezTo>
                      <a:pt x="17677" y="5667"/>
                      <a:pt x="17160" y="6769"/>
                      <a:pt x="16777" y="8119"/>
                    </a:cubicBezTo>
                    <a:cubicBezTo>
                      <a:pt x="16395" y="9468"/>
                      <a:pt x="16080" y="10885"/>
                      <a:pt x="15810" y="12437"/>
                    </a:cubicBezTo>
                    <a:cubicBezTo>
                      <a:pt x="15540" y="13988"/>
                      <a:pt x="15135" y="15428"/>
                      <a:pt x="14596" y="16755"/>
                    </a:cubicBezTo>
                    <a:cubicBezTo>
                      <a:pt x="14056" y="18081"/>
                      <a:pt x="13291" y="19183"/>
                      <a:pt x="12279" y="20083"/>
                    </a:cubicBezTo>
                    <a:cubicBezTo>
                      <a:pt x="11267" y="20983"/>
                      <a:pt x="9850" y="21410"/>
                      <a:pt x="8006" y="21410"/>
                    </a:cubicBezTo>
                    <a:cubicBezTo>
                      <a:pt x="5667" y="21410"/>
                      <a:pt x="3756" y="20555"/>
                      <a:pt x="2249" y="18846"/>
                    </a:cubicBezTo>
                    <a:cubicBezTo>
                      <a:pt x="765" y="17137"/>
                      <a:pt x="0" y="14708"/>
                      <a:pt x="0" y="11582"/>
                    </a:cubicBezTo>
                    <a:cubicBezTo>
                      <a:pt x="0" y="8456"/>
                      <a:pt x="675" y="6095"/>
                      <a:pt x="2024" y="4206"/>
                    </a:cubicBezTo>
                    <a:cubicBezTo>
                      <a:pt x="3373" y="2316"/>
                      <a:pt x="5622" y="1169"/>
                      <a:pt x="8794" y="787"/>
                    </a:cubicBezTo>
                    <a:lnTo>
                      <a:pt x="8794" y="4070"/>
                    </a:lnTo>
                    <a:cubicBezTo>
                      <a:pt x="6635" y="4363"/>
                      <a:pt x="5105" y="5172"/>
                      <a:pt x="4228" y="6522"/>
                    </a:cubicBezTo>
                    <a:cubicBezTo>
                      <a:pt x="3351" y="7871"/>
                      <a:pt x="2901" y="9580"/>
                      <a:pt x="2901" y="11627"/>
                    </a:cubicBezTo>
                    <a:cubicBezTo>
                      <a:pt x="2901" y="13674"/>
                      <a:pt x="3351" y="15248"/>
                      <a:pt x="4228" y="16327"/>
                    </a:cubicBezTo>
                    <a:cubicBezTo>
                      <a:pt x="5105" y="17407"/>
                      <a:pt x="6275" y="17947"/>
                      <a:pt x="7714" y="17947"/>
                    </a:cubicBezTo>
                    <a:cubicBezTo>
                      <a:pt x="8973" y="17947"/>
                      <a:pt x="9940" y="17497"/>
                      <a:pt x="10593" y="16620"/>
                    </a:cubicBezTo>
                    <a:cubicBezTo>
                      <a:pt x="11267" y="15743"/>
                      <a:pt x="11807" y="14640"/>
                      <a:pt x="12212" y="13291"/>
                    </a:cubicBezTo>
                    <a:cubicBezTo>
                      <a:pt x="12617" y="11964"/>
                      <a:pt x="12999" y="10525"/>
                      <a:pt x="13314" y="8973"/>
                    </a:cubicBezTo>
                    <a:cubicBezTo>
                      <a:pt x="13629" y="7421"/>
                      <a:pt x="14101" y="5982"/>
                      <a:pt x="14686" y="4655"/>
                    </a:cubicBezTo>
                    <a:cubicBezTo>
                      <a:pt x="15271" y="3328"/>
                      <a:pt x="16080" y="2226"/>
                      <a:pt x="17092" y="1327"/>
                    </a:cubicBezTo>
                    <a:cubicBezTo>
                      <a:pt x="18104" y="450"/>
                      <a:pt x="19499" y="0"/>
                      <a:pt x="21298" y="0"/>
                    </a:cubicBezTo>
                    <a:cubicBezTo>
                      <a:pt x="22625" y="0"/>
                      <a:pt x="23817" y="292"/>
                      <a:pt x="24829" y="854"/>
                    </a:cubicBezTo>
                    <a:cubicBezTo>
                      <a:pt x="25863" y="1439"/>
                      <a:pt x="26718" y="2226"/>
                      <a:pt x="27392" y="3238"/>
                    </a:cubicBezTo>
                    <a:cubicBezTo>
                      <a:pt x="28067" y="4250"/>
                      <a:pt x="28584" y="5442"/>
                      <a:pt x="28922" y="6837"/>
                    </a:cubicBezTo>
                    <a:cubicBezTo>
                      <a:pt x="29259" y="8231"/>
                      <a:pt x="29439" y="9738"/>
                      <a:pt x="29439" y="11402"/>
                    </a:cubicBezTo>
                    <a:cubicBezTo>
                      <a:pt x="29439" y="13066"/>
                      <a:pt x="29191" y="14528"/>
                      <a:pt x="28719" y="15810"/>
                    </a:cubicBezTo>
                    <a:cubicBezTo>
                      <a:pt x="28225" y="17092"/>
                      <a:pt x="27550" y="18171"/>
                      <a:pt x="26695" y="19071"/>
                    </a:cubicBezTo>
                    <a:cubicBezTo>
                      <a:pt x="25841" y="19970"/>
                      <a:pt x="24829" y="20668"/>
                      <a:pt x="23682" y="21185"/>
                    </a:cubicBezTo>
                    <a:cubicBezTo>
                      <a:pt x="22535" y="21680"/>
                      <a:pt x="21298" y="21972"/>
                      <a:pt x="19948" y="22040"/>
                    </a:cubicBezTo>
                    <a:lnTo>
                      <a:pt x="19948" y="18756"/>
                    </a:lnTo>
                    <a:close/>
                  </a:path>
                </a:pathLst>
              </a:custGeom>
              <a:solidFill>
                <a:srgbClr val="231F20"/>
              </a:solidFill>
              <a:ln w="2249" cap="flat">
                <a:noFill/>
                <a:prstDash val="solid"/>
                <a:miter/>
              </a:ln>
            </p:spPr>
            <p:txBody>
              <a:bodyPr rtlCol="0" anchor="ctr"/>
              <a:lstStyle/>
              <a:p>
                <a:endParaRPr lang="en-US"/>
              </a:p>
            </p:txBody>
          </p:sp>
          <p:sp>
            <p:nvSpPr>
              <p:cNvPr id="18539" name="Freeform 18538">
                <a:extLst>
                  <a:ext uri="{FF2B5EF4-FFF2-40B4-BE49-F238E27FC236}">
                    <a16:creationId xmlns:a16="http://schemas.microsoft.com/office/drawing/2014/main" id="{93241013-A5A9-C082-3C2D-E4AC740056F1}"/>
                  </a:ext>
                </a:extLst>
              </p:cNvPr>
              <p:cNvSpPr/>
              <p:nvPr/>
            </p:nvSpPr>
            <p:spPr>
              <a:xfrm>
                <a:off x="5231726" y="5608420"/>
                <a:ext cx="29461" cy="24896"/>
              </a:xfrm>
              <a:custGeom>
                <a:avLst/>
                <a:gdLst>
                  <a:gd name="connsiteX0" fmla="*/ 9558 w 29461"/>
                  <a:gd name="connsiteY0" fmla="*/ 3733 h 24896"/>
                  <a:gd name="connsiteX1" fmla="*/ 4678 w 29461"/>
                  <a:gd name="connsiteY1" fmla="*/ 6702 h 24896"/>
                  <a:gd name="connsiteX2" fmla="*/ 2924 w 29461"/>
                  <a:gd name="connsiteY2" fmla="*/ 12054 h 24896"/>
                  <a:gd name="connsiteX3" fmla="*/ 3958 w 29461"/>
                  <a:gd name="connsiteY3" fmla="*/ 16327 h 24896"/>
                  <a:gd name="connsiteX4" fmla="*/ 6679 w 29461"/>
                  <a:gd name="connsiteY4" fmla="*/ 19251 h 24896"/>
                  <a:gd name="connsiteX5" fmla="*/ 10503 w 29461"/>
                  <a:gd name="connsiteY5" fmla="*/ 20915 h 24896"/>
                  <a:gd name="connsiteX6" fmla="*/ 14798 w 29461"/>
                  <a:gd name="connsiteY6" fmla="*/ 21455 h 24896"/>
                  <a:gd name="connsiteX7" fmla="*/ 19116 w 29461"/>
                  <a:gd name="connsiteY7" fmla="*/ 20938 h 24896"/>
                  <a:gd name="connsiteX8" fmla="*/ 22895 w 29461"/>
                  <a:gd name="connsiteY8" fmla="*/ 19296 h 24896"/>
                  <a:gd name="connsiteX9" fmla="*/ 25571 w 29461"/>
                  <a:gd name="connsiteY9" fmla="*/ 16372 h 24896"/>
                  <a:gd name="connsiteX10" fmla="*/ 26560 w 29461"/>
                  <a:gd name="connsiteY10" fmla="*/ 12054 h 24896"/>
                  <a:gd name="connsiteX11" fmla="*/ 24559 w 29461"/>
                  <a:gd name="connsiteY11" fmla="*/ 6252 h 24896"/>
                  <a:gd name="connsiteX12" fmla="*/ 19049 w 29461"/>
                  <a:gd name="connsiteY12" fmla="*/ 3463 h 24896"/>
                  <a:gd name="connsiteX13" fmla="*/ 19049 w 29461"/>
                  <a:gd name="connsiteY13" fmla="*/ 0 h 24896"/>
                  <a:gd name="connsiteX14" fmla="*/ 23277 w 29461"/>
                  <a:gd name="connsiteY14" fmla="*/ 1372 h 24896"/>
                  <a:gd name="connsiteX15" fmla="*/ 26560 w 29461"/>
                  <a:gd name="connsiteY15" fmla="*/ 3801 h 24896"/>
                  <a:gd name="connsiteX16" fmla="*/ 28697 w 29461"/>
                  <a:gd name="connsiteY16" fmla="*/ 7332 h 24896"/>
                  <a:gd name="connsiteX17" fmla="*/ 29461 w 29461"/>
                  <a:gd name="connsiteY17" fmla="*/ 12032 h 24896"/>
                  <a:gd name="connsiteX18" fmla="*/ 28337 w 29461"/>
                  <a:gd name="connsiteY18" fmla="*/ 17812 h 24896"/>
                  <a:gd name="connsiteX19" fmla="*/ 25233 w 29461"/>
                  <a:gd name="connsiteY19" fmla="*/ 21815 h 24896"/>
                  <a:gd name="connsiteX20" fmla="*/ 20556 w 29461"/>
                  <a:gd name="connsiteY20" fmla="*/ 24131 h 24896"/>
                  <a:gd name="connsiteX21" fmla="*/ 14776 w 29461"/>
                  <a:gd name="connsiteY21" fmla="*/ 24896 h 24896"/>
                  <a:gd name="connsiteX22" fmla="*/ 9198 w 29461"/>
                  <a:gd name="connsiteY22" fmla="*/ 24064 h 24896"/>
                  <a:gd name="connsiteX23" fmla="*/ 4475 w 29461"/>
                  <a:gd name="connsiteY23" fmla="*/ 21612 h 24896"/>
                  <a:gd name="connsiteX24" fmla="*/ 1215 w 29461"/>
                  <a:gd name="connsiteY24" fmla="*/ 17587 h 24896"/>
                  <a:gd name="connsiteX25" fmla="*/ 0 w 29461"/>
                  <a:gd name="connsiteY25" fmla="*/ 12054 h 24896"/>
                  <a:gd name="connsiteX26" fmla="*/ 2316 w 29461"/>
                  <a:gd name="connsiteY26" fmla="*/ 4206 h 24896"/>
                  <a:gd name="connsiteX27" fmla="*/ 9558 w 29461"/>
                  <a:gd name="connsiteY27" fmla="*/ 450 h 24896"/>
                  <a:gd name="connsiteX28" fmla="*/ 9558 w 29461"/>
                  <a:gd name="connsiteY28" fmla="*/ 3733 h 24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9461" h="24896">
                    <a:moveTo>
                      <a:pt x="9558" y="3733"/>
                    </a:moveTo>
                    <a:cubicBezTo>
                      <a:pt x="7467" y="4318"/>
                      <a:pt x="5847" y="5308"/>
                      <a:pt x="4678" y="6702"/>
                    </a:cubicBezTo>
                    <a:cubicBezTo>
                      <a:pt x="3509" y="8096"/>
                      <a:pt x="2924" y="9895"/>
                      <a:pt x="2924" y="12054"/>
                    </a:cubicBezTo>
                    <a:cubicBezTo>
                      <a:pt x="2924" y="13719"/>
                      <a:pt x="3261" y="15135"/>
                      <a:pt x="3958" y="16327"/>
                    </a:cubicBezTo>
                    <a:cubicBezTo>
                      <a:pt x="4633" y="17519"/>
                      <a:pt x="5555" y="18487"/>
                      <a:pt x="6679" y="19251"/>
                    </a:cubicBezTo>
                    <a:cubicBezTo>
                      <a:pt x="7804" y="20016"/>
                      <a:pt x="9086" y="20556"/>
                      <a:pt x="10503" y="20915"/>
                    </a:cubicBezTo>
                    <a:cubicBezTo>
                      <a:pt x="11920" y="21275"/>
                      <a:pt x="13359" y="21455"/>
                      <a:pt x="14798" y="21455"/>
                    </a:cubicBezTo>
                    <a:cubicBezTo>
                      <a:pt x="16237" y="21455"/>
                      <a:pt x="17722" y="21275"/>
                      <a:pt x="19116" y="20938"/>
                    </a:cubicBezTo>
                    <a:cubicBezTo>
                      <a:pt x="20510" y="20601"/>
                      <a:pt x="21770" y="20038"/>
                      <a:pt x="22895" y="19296"/>
                    </a:cubicBezTo>
                    <a:cubicBezTo>
                      <a:pt x="24019" y="18554"/>
                      <a:pt x="24896" y="17564"/>
                      <a:pt x="25571" y="16372"/>
                    </a:cubicBezTo>
                    <a:cubicBezTo>
                      <a:pt x="26245" y="15180"/>
                      <a:pt x="26560" y="13741"/>
                      <a:pt x="26560" y="12054"/>
                    </a:cubicBezTo>
                    <a:cubicBezTo>
                      <a:pt x="26560" y="9648"/>
                      <a:pt x="25886" y="7714"/>
                      <a:pt x="24559" y="6252"/>
                    </a:cubicBezTo>
                    <a:cubicBezTo>
                      <a:pt x="23232" y="4790"/>
                      <a:pt x="21388" y="3868"/>
                      <a:pt x="19049" y="3463"/>
                    </a:cubicBezTo>
                    <a:lnTo>
                      <a:pt x="19049" y="0"/>
                    </a:lnTo>
                    <a:cubicBezTo>
                      <a:pt x="20601" y="292"/>
                      <a:pt x="22017" y="742"/>
                      <a:pt x="23277" y="1372"/>
                    </a:cubicBezTo>
                    <a:cubicBezTo>
                      <a:pt x="24559" y="2002"/>
                      <a:pt x="25661" y="2811"/>
                      <a:pt x="26560" y="3801"/>
                    </a:cubicBezTo>
                    <a:cubicBezTo>
                      <a:pt x="27482" y="4790"/>
                      <a:pt x="28180" y="5960"/>
                      <a:pt x="28697" y="7332"/>
                    </a:cubicBezTo>
                    <a:cubicBezTo>
                      <a:pt x="29191" y="8703"/>
                      <a:pt x="29461" y="10255"/>
                      <a:pt x="29461" y="12032"/>
                    </a:cubicBezTo>
                    <a:cubicBezTo>
                      <a:pt x="29461" y="14259"/>
                      <a:pt x="29079" y="16193"/>
                      <a:pt x="28337" y="17812"/>
                    </a:cubicBezTo>
                    <a:cubicBezTo>
                      <a:pt x="27572" y="19431"/>
                      <a:pt x="26538" y="20758"/>
                      <a:pt x="25233" y="21815"/>
                    </a:cubicBezTo>
                    <a:cubicBezTo>
                      <a:pt x="23929" y="22872"/>
                      <a:pt x="22355" y="23637"/>
                      <a:pt x="20556" y="24131"/>
                    </a:cubicBezTo>
                    <a:cubicBezTo>
                      <a:pt x="18756" y="24626"/>
                      <a:pt x="16822" y="24896"/>
                      <a:pt x="14776" y="24896"/>
                    </a:cubicBezTo>
                    <a:cubicBezTo>
                      <a:pt x="12841" y="24896"/>
                      <a:pt x="10975" y="24626"/>
                      <a:pt x="9198" y="24064"/>
                    </a:cubicBezTo>
                    <a:cubicBezTo>
                      <a:pt x="7422" y="23502"/>
                      <a:pt x="5847" y="22692"/>
                      <a:pt x="4475" y="21612"/>
                    </a:cubicBezTo>
                    <a:cubicBezTo>
                      <a:pt x="3104" y="20533"/>
                      <a:pt x="2024" y="19184"/>
                      <a:pt x="1215" y="17587"/>
                    </a:cubicBezTo>
                    <a:cubicBezTo>
                      <a:pt x="405" y="15990"/>
                      <a:pt x="0" y="14146"/>
                      <a:pt x="0" y="12054"/>
                    </a:cubicBezTo>
                    <a:cubicBezTo>
                      <a:pt x="0" y="8816"/>
                      <a:pt x="765" y="6207"/>
                      <a:pt x="2316" y="4206"/>
                    </a:cubicBezTo>
                    <a:cubicBezTo>
                      <a:pt x="3868" y="2204"/>
                      <a:pt x="6275" y="967"/>
                      <a:pt x="9558" y="450"/>
                    </a:cubicBezTo>
                    <a:lnTo>
                      <a:pt x="9558" y="3733"/>
                    </a:lnTo>
                    <a:close/>
                  </a:path>
                </a:pathLst>
              </a:custGeom>
              <a:solidFill>
                <a:srgbClr val="231F20"/>
              </a:solidFill>
              <a:ln w="2249" cap="flat">
                <a:noFill/>
                <a:prstDash val="solid"/>
                <a:miter/>
              </a:ln>
            </p:spPr>
            <p:txBody>
              <a:bodyPr rtlCol="0" anchor="ctr"/>
              <a:lstStyle/>
              <a:p>
                <a:endParaRPr lang="en-US"/>
              </a:p>
            </p:txBody>
          </p:sp>
          <p:sp>
            <p:nvSpPr>
              <p:cNvPr id="18540" name="Freeform 18539">
                <a:extLst>
                  <a:ext uri="{FF2B5EF4-FFF2-40B4-BE49-F238E27FC236}">
                    <a16:creationId xmlns:a16="http://schemas.microsoft.com/office/drawing/2014/main" id="{B1E7DE69-C34C-39DC-D913-D08CB34B1CEE}"/>
                  </a:ext>
                </a:extLst>
              </p:cNvPr>
              <p:cNvSpPr/>
              <p:nvPr/>
            </p:nvSpPr>
            <p:spPr>
              <a:xfrm>
                <a:off x="5231704" y="5577879"/>
                <a:ext cx="29483" cy="25908"/>
              </a:xfrm>
              <a:custGeom>
                <a:avLst/>
                <a:gdLst>
                  <a:gd name="connsiteX0" fmla="*/ 29484 w 29483"/>
                  <a:gd name="connsiteY0" fmla="*/ 12954 h 25908"/>
                  <a:gd name="connsiteX1" fmla="*/ 28517 w 29483"/>
                  <a:gd name="connsiteY1" fmla="*/ 17992 h 25908"/>
                  <a:gd name="connsiteX2" fmla="*/ 25773 w 29483"/>
                  <a:gd name="connsiteY2" fmla="*/ 22085 h 25908"/>
                  <a:gd name="connsiteX3" fmla="*/ 21185 w 29483"/>
                  <a:gd name="connsiteY3" fmla="*/ 24873 h 25908"/>
                  <a:gd name="connsiteX4" fmla="*/ 14753 w 29483"/>
                  <a:gd name="connsiteY4" fmla="*/ 25908 h 25908"/>
                  <a:gd name="connsiteX5" fmla="*/ 8996 w 29483"/>
                  <a:gd name="connsiteY5" fmla="*/ 25098 h 25908"/>
                  <a:gd name="connsiteX6" fmla="*/ 4318 w 29483"/>
                  <a:gd name="connsiteY6" fmla="*/ 22669 h 25908"/>
                  <a:gd name="connsiteX7" fmla="*/ 1170 w 29483"/>
                  <a:gd name="connsiteY7" fmla="*/ 18621 h 25908"/>
                  <a:gd name="connsiteX8" fmla="*/ 0 w 29483"/>
                  <a:gd name="connsiteY8" fmla="*/ 12954 h 25908"/>
                  <a:gd name="connsiteX9" fmla="*/ 1170 w 29483"/>
                  <a:gd name="connsiteY9" fmla="*/ 7242 h 25908"/>
                  <a:gd name="connsiteX10" fmla="*/ 4296 w 29483"/>
                  <a:gd name="connsiteY10" fmla="*/ 3194 h 25908"/>
                  <a:gd name="connsiteX11" fmla="*/ 8973 w 29483"/>
                  <a:gd name="connsiteY11" fmla="*/ 787 h 25908"/>
                  <a:gd name="connsiteX12" fmla="*/ 14753 w 29483"/>
                  <a:gd name="connsiteY12" fmla="*/ 0 h 25908"/>
                  <a:gd name="connsiteX13" fmla="*/ 20803 w 29483"/>
                  <a:gd name="connsiteY13" fmla="*/ 922 h 25908"/>
                  <a:gd name="connsiteX14" fmla="*/ 25436 w 29483"/>
                  <a:gd name="connsiteY14" fmla="*/ 3531 h 25908"/>
                  <a:gd name="connsiteX15" fmla="*/ 28427 w 29483"/>
                  <a:gd name="connsiteY15" fmla="*/ 7624 h 25908"/>
                  <a:gd name="connsiteX16" fmla="*/ 29484 w 29483"/>
                  <a:gd name="connsiteY16" fmla="*/ 12932 h 25908"/>
                  <a:gd name="connsiteX17" fmla="*/ 14753 w 29483"/>
                  <a:gd name="connsiteY17" fmla="*/ 3441 h 25908"/>
                  <a:gd name="connsiteX18" fmla="*/ 10120 w 29483"/>
                  <a:gd name="connsiteY18" fmla="*/ 3981 h 25908"/>
                  <a:gd name="connsiteX19" fmla="*/ 6365 w 29483"/>
                  <a:gd name="connsiteY19" fmla="*/ 5645 h 25908"/>
                  <a:gd name="connsiteX20" fmla="*/ 3846 w 29483"/>
                  <a:gd name="connsiteY20" fmla="*/ 8568 h 25908"/>
                  <a:gd name="connsiteX21" fmla="*/ 2924 w 29483"/>
                  <a:gd name="connsiteY21" fmla="*/ 12932 h 25908"/>
                  <a:gd name="connsiteX22" fmla="*/ 3913 w 29483"/>
                  <a:gd name="connsiteY22" fmla="*/ 17272 h 25908"/>
                  <a:gd name="connsiteX23" fmla="*/ 6567 w 29483"/>
                  <a:gd name="connsiteY23" fmla="*/ 20218 h 25908"/>
                  <a:gd name="connsiteX24" fmla="*/ 10345 w 29483"/>
                  <a:gd name="connsiteY24" fmla="*/ 21882 h 25908"/>
                  <a:gd name="connsiteX25" fmla="*/ 14753 w 29483"/>
                  <a:gd name="connsiteY25" fmla="*/ 22422 h 25908"/>
                  <a:gd name="connsiteX26" fmla="*/ 19521 w 29483"/>
                  <a:gd name="connsiteY26" fmla="*/ 21792 h 25908"/>
                  <a:gd name="connsiteX27" fmla="*/ 23277 w 29483"/>
                  <a:gd name="connsiteY27" fmla="*/ 19993 h 25908"/>
                  <a:gd name="connsiteX28" fmla="*/ 25706 w 29483"/>
                  <a:gd name="connsiteY28" fmla="*/ 17024 h 25908"/>
                  <a:gd name="connsiteX29" fmla="*/ 26560 w 29483"/>
                  <a:gd name="connsiteY29" fmla="*/ 12932 h 25908"/>
                  <a:gd name="connsiteX30" fmla="*/ 25571 w 29483"/>
                  <a:gd name="connsiteY30" fmla="*/ 8591 h 25908"/>
                  <a:gd name="connsiteX31" fmla="*/ 22895 w 29483"/>
                  <a:gd name="connsiteY31" fmla="*/ 5645 h 25908"/>
                  <a:gd name="connsiteX32" fmla="*/ 19116 w 29483"/>
                  <a:gd name="connsiteY32" fmla="*/ 3981 h 25908"/>
                  <a:gd name="connsiteX33" fmla="*/ 14753 w 29483"/>
                  <a:gd name="connsiteY33" fmla="*/ 3441 h 25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9483" h="25908">
                    <a:moveTo>
                      <a:pt x="29484" y="12954"/>
                    </a:moveTo>
                    <a:cubicBezTo>
                      <a:pt x="29439" y="14753"/>
                      <a:pt x="29124" y="16440"/>
                      <a:pt x="28517" y="17992"/>
                    </a:cubicBezTo>
                    <a:cubicBezTo>
                      <a:pt x="27910" y="19566"/>
                      <a:pt x="26988" y="20915"/>
                      <a:pt x="25773" y="22085"/>
                    </a:cubicBezTo>
                    <a:cubicBezTo>
                      <a:pt x="24559" y="23254"/>
                      <a:pt x="23029" y="24176"/>
                      <a:pt x="21185" y="24873"/>
                    </a:cubicBezTo>
                    <a:cubicBezTo>
                      <a:pt x="19341" y="25548"/>
                      <a:pt x="17205" y="25908"/>
                      <a:pt x="14753" y="25908"/>
                    </a:cubicBezTo>
                    <a:cubicBezTo>
                      <a:pt x="12707" y="25908"/>
                      <a:pt x="10795" y="25638"/>
                      <a:pt x="8996" y="25098"/>
                    </a:cubicBezTo>
                    <a:cubicBezTo>
                      <a:pt x="7197" y="24559"/>
                      <a:pt x="5667" y="23749"/>
                      <a:pt x="4318" y="22669"/>
                    </a:cubicBezTo>
                    <a:cubicBezTo>
                      <a:pt x="2991" y="21590"/>
                      <a:pt x="1934" y="20241"/>
                      <a:pt x="1170" y="18621"/>
                    </a:cubicBezTo>
                    <a:cubicBezTo>
                      <a:pt x="405" y="17002"/>
                      <a:pt x="0" y="15113"/>
                      <a:pt x="0" y="12954"/>
                    </a:cubicBezTo>
                    <a:cubicBezTo>
                      <a:pt x="0" y="10795"/>
                      <a:pt x="382" y="8861"/>
                      <a:pt x="1170" y="7242"/>
                    </a:cubicBezTo>
                    <a:cubicBezTo>
                      <a:pt x="1934" y="5622"/>
                      <a:pt x="2991" y="4273"/>
                      <a:pt x="4296" y="3194"/>
                    </a:cubicBezTo>
                    <a:cubicBezTo>
                      <a:pt x="5600" y="2114"/>
                      <a:pt x="7174" y="1304"/>
                      <a:pt x="8973" y="787"/>
                    </a:cubicBezTo>
                    <a:cubicBezTo>
                      <a:pt x="10773" y="270"/>
                      <a:pt x="12707" y="0"/>
                      <a:pt x="14753" y="0"/>
                    </a:cubicBezTo>
                    <a:cubicBezTo>
                      <a:pt x="16980" y="0"/>
                      <a:pt x="19004" y="315"/>
                      <a:pt x="20803" y="922"/>
                    </a:cubicBezTo>
                    <a:cubicBezTo>
                      <a:pt x="22602" y="1529"/>
                      <a:pt x="24154" y="2406"/>
                      <a:pt x="25436" y="3531"/>
                    </a:cubicBezTo>
                    <a:cubicBezTo>
                      <a:pt x="26740" y="4655"/>
                      <a:pt x="27730" y="6027"/>
                      <a:pt x="28427" y="7624"/>
                    </a:cubicBezTo>
                    <a:cubicBezTo>
                      <a:pt x="29124" y="9221"/>
                      <a:pt x="29484" y="10997"/>
                      <a:pt x="29484" y="12932"/>
                    </a:cubicBezTo>
                    <a:close/>
                    <a:moveTo>
                      <a:pt x="14753" y="3441"/>
                    </a:moveTo>
                    <a:cubicBezTo>
                      <a:pt x="13089" y="3441"/>
                      <a:pt x="11560" y="3621"/>
                      <a:pt x="10120" y="3981"/>
                    </a:cubicBezTo>
                    <a:cubicBezTo>
                      <a:pt x="8681" y="4340"/>
                      <a:pt x="7422" y="4903"/>
                      <a:pt x="6365" y="5645"/>
                    </a:cubicBezTo>
                    <a:cubicBezTo>
                      <a:pt x="5308" y="6409"/>
                      <a:pt x="4475" y="7377"/>
                      <a:pt x="3846" y="8568"/>
                    </a:cubicBezTo>
                    <a:cubicBezTo>
                      <a:pt x="3239" y="9760"/>
                      <a:pt x="2924" y="11222"/>
                      <a:pt x="2924" y="12932"/>
                    </a:cubicBezTo>
                    <a:cubicBezTo>
                      <a:pt x="2924" y="14641"/>
                      <a:pt x="3261" y="16080"/>
                      <a:pt x="3913" y="17272"/>
                    </a:cubicBezTo>
                    <a:cubicBezTo>
                      <a:pt x="4565" y="18464"/>
                      <a:pt x="5465" y="19454"/>
                      <a:pt x="6567" y="20218"/>
                    </a:cubicBezTo>
                    <a:cubicBezTo>
                      <a:pt x="7669" y="20983"/>
                      <a:pt x="8928" y="21522"/>
                      <a:pt x="10345" y="21882"/>
                    </a:cubicBezTo>
                    <a:cubicBezTo>
                      <a:pt x="11762" y="22242"/>
                      <a:pt x="13224" y="22422"/>
                      <a:pt x="14753" y="22422"/>
                    </a:cubicBezTo>
                    <a:cubicBezTo>
                      <a:pt x="16485" y="22422"/>
                      <a:pt x="18082" y="22220"/>
                      <a:pt x="19521" y="21792"/>
                    </a:cubicBezTo>
                    <a:cubicBezTo>
                      <a:pt x="20983" y="21388"/>
                      <a:pt x="22220" y="20780"/>
                      <a:pt x="23277" y="19993"/>
                    </a:cubicBezTo>
                    <a:cubicBezTo>
                      <a:pt x="24311" y="19206"/>
                      <a:pt x="25121" y="18217"/>
                      <a:pt x="25706" y="17024"/>
                    </a:cubicBezTo>
                    <a:cubicBezTo>
                      <a:pt x="26290" y="15833"/>
                      <a:pt x="26560" y="14483"/>
                      <a:pt x="26560" y="12932"/>
                    </a:cubicBezTo>
                    <a:cubicBezTo>
                      <a:pt x="26560" y="11245"/>
                      <a:pt x="26223" y="9783"/>
                      <a:pt x="25571" y="8591"/>
                    </a:cubicBezTo>
                    <a:cubicBezTo>
                      <a:pt x="24896" y="7377"/>
                      <a:pt x="24019" y="6409"/>
                      <a:pt x="22895" y="5645"/>
                    </a:cubicBezTo>
                    <a:cubicBezTo>
                      <a:pt x="21770" y="4880"/>
                      <a:pt x="20510" y="4340"/>
                      <a:pt x="19116" y="3981"/>
                    </a:cubicBezTo>
                    <a:cubicBezTo>
                      <a:pt x="17722" y="3621"/>
                      <a:pt x="16260" y="3441"/>
                      <a:pt x="14753" y="3441"/>
                    </a:cubicBezTo>
                    <a:close/>
                  </a:path>
                </a:pathLst>
              </a:custGeom>
              <a:solidFill>
                <a:srgbClr val="231F20"/>
              </a:solidFill>
              <a:ln w="2249" cap="flat">
                <a:noFill/>
                <a:prstDash val="solid"/>
                <a:miter/>
              </a:ln>
            </p:spPr>
            <p:txBody>
              <a:bodyPr rtlCol="0" anchor="ctr"/>
              <a:lstStyle/>
              <a:p>
                <a:endParaRPr lang="en-US"/>
              </a:p>
            </p:txBody>
          </p:sp>
          <p:sp>
            <p:nvSpPr>
              <p:cNvPr id="18541" name="Freeform 18540">
                <a:extLst>
                  <a:ext uri="{FF2B5EF4-FFF2-40B4-BE49-F238E27FC236}">
                    <a16:creationId xmlns:a16="http://schemas.microsoft.com/office/drawing/2014/main" id="{370460B6-BF49-FD66-A152-A1011F07A47F}"/>
                  </a:ext>
                </a:extLst>
              </p:cNvPr>
              <p:cNvSpPr/>
              <p:nvPr/>
            </p:nvSpPr>
            <p:spPr>
              <a:xfrm>
                <a:off x="5231749" y="5534362"/>
                <a:ext cx="28764" cy="38007"/>
              </a:xfrm>
              <a:custGeom>
                <a:avLst/>
                <a:gdLst>
                  <a:gd name="connsiteX0" fmla="*/ 28697 w 28764"/>
                  <a:gd name="connsiteY0" fmla="*/ 34769 h 38007"/>
                  <a:gd name="connsiteX1" fmla="*/ 28697 w 28764"/>
                  <a:gd name="connsiteY1" fmla="*/ 38007 h 38007"/>
                  <a:gd name="connsiteX2" fmla="*/ 742 w 28764"/>
                  <a:gd name="connsiteY2" fmla="*/ 38007 h 38007"/>
                  <a:gd name="connsiteX3" fmla="*/ 742 w 28764"/>
                  <a:gd name="connsiteY3" fmla="*/ 34769 h 38007"/>
                  <a:gd name="connsiteX4" fmla="*/ 4948 w 28764"/>
                  <a:gd name="connsiteY4" fmla="*/ 34769 h 38007"/>
                  <a:gd name="connsiteX5" fmla="*/ 4948 w 28764"/>
                  <a:gd name="connsiteY5" fmla="*/ 34656 h 38007"/>
                  <a:gd name="connsiteX6" fmla="*/ 1260 w 28764"/>
                  <a:gd name="connsiteY6" fmla="*/ 31103 h 38007"/>
                  <a:gd name="connsiteX7" fmla="*/ 0 w 28764"/>
                  <a:gd name="connsiteY7" fmla="*/ 26020 h 38007"/>
                  <a:gd name="connsiteX8" fmla="*/ 427 w 28764"/>
                  <a:gd name="connsiteY8" fmla="*/ 22737 h 38007"/>
                  <a:gd name="connsiteX9" fmla="*/ 1597 w 28764"/>
                  <a:gd name="connsiteY9" fmla="*/ 20443 h 38007"/>
                  <a:gd name="connsiteX10" fmla="*/ 3306 w 28764"/>
                  <a:gd name="connsiteY10" fmla="*/ 18869 h 38007"/>
                  <a:gd name="connsiteX11" fmla="*/ 5420 w 28764"/>
                  <a:gd name="connsiteY11" fmla="*/ 17812 h 38007"/>
                  <a:gd name="connsiteX12" fmla="*/ 1349 w 28764"/>
                  <a:gd name="connsiteY12" fmla="*/ 14056 h 38007"/>
                  <a:gd name="connsiteX13" fmla="*/ 23 w 28764"/>
                  <a:gd name="connsiteY13" fmla="*/ 8681 h 38007"/>
                  <a:gd name="connsiteX14" fmla="*/ 967 w 28764"/>
                  <a:gd name="connsiteY14" fmla="*/ 4115 h 38007"/>
                  <a:gd name="connsiteX15" fmla="*/ 3441 w 28764"/>
                  <a:gd name="connsiteY15" fmla="*/ 1507 h 38007"/>
                  <a:gd name="connsiteX16" fmla="*/ 6972 w 28764"/>
                  <a:gd name="connsiteY16" fmla="*/ 292 h 38007"/>
                  <a:gd name="connsiteX17" fmla="*/ 11065 w 28764"/>
                  <a:gd name="connsiteY17" fmla="*/ 0 h 38007"/>
                  <a:gd name="connsiteX18" fmla="*/ 28719 w 28764"/>
                  <a:gd name="connsiteY18" fmla="*/ 0 h 38007"/>
                  <a:gd name="connsiteX19" fmla="*/ 28719 w 28764"/>
                  <a:gd name="connsiteY19" fmla="*/ 3238 h 38007"/>
                  <a:gd name="connsiteX20" fmla="*/ 9401 w 28764"/>
                  <a:gd name="connsiteY20" fmla="*/ 3238 h 38007"/>
                  <a:gd name="connsiteX21" fmla="*/ 4655 w 28764"/>
                  <a:gd name="connsiteY21" fmla="*/ 4498 h 38007"/>
                  <a:gd name="connsiteX22" fmla="*/ 2924 w 28764"/>
                  <a:gd name="connsiteY22" fmla="*/ 9221 h 38007"/>
                  <a:gd name="connsiteX23" fmla="*/ 3711 w 28764"/>
                  <a:gd name="connsiteY23" fmla="*/ 12639 h 38007"/>
                  <a:gd name="connsiteX24" fmla="*/ 6117 w 28764"/>
                  <a:gd name="connsiteY24" fmla="*/ 15518 h 38007"/>
                  <a:gd name="connsiteX25" fmla="*/ 7759 w 28764"/>
                  <a:gd name="connsiteY25" fmla="*/ 16417 h 38007"/>
                  <a:gd name="connsiteX26" fmla="*/ 9738 w 28764"/>
                  <a:gd name="connsiteY26" fmla="*/ 16979 h 38007"/>
                  <a:gd name="connsiteX27" fmla="*/ 11785 w 28764"/>
                  <a:gd name="connsiteY27" fmla="*/ 17272 h 38007"/>
                  <a:gd name="connsiteX28" fmla="*/ 13674 w 28764"/>
                  <a:gd name="connsiteY28" fmla="*/ 17362 h 38007"/>
                  <a:gd name="connsiteX29" fmla="*/ 28742 w 28764"/>
                  <a:gd name="connsiteY29" fmla="*/ 17362 h 38007"/>
                  <a:gd name="connsiteX30" fmla="*/ 28742 w 28764"/>
                  <a:gd name="connsiteY30" fmla="*/ 20600 h 38007"/>
                  <a:gd name="connsiteX31" fmla="*/ 9423 w 28764"/>
                  <a:gd name="connsiteY31" fmla="*/ 20600 h 38007"/>
                  <a:gd name="connsiteX32" fmla="*/ 4678 w 28764"/>
                  <a:gd name="connsiteY32" fmla="*/ 21860 h 38007"/>
                  <a:gd name="connsiteX33" fmla="*/ 2946 w 28764"/>
                  <a:gd name="connsiteY33" fmla="*/ 26583 h 38007"/>
                  <a:gd name="connsiteX34" fmla="*/ 3733 w 28764"/>
                  <a:gd name="connsiteY34" fmla="*/ 30001 h 38007"/>
                  <a:gd name="connsiteX35" fmla="*/ 6140 w 28764"/>
                  <a:gd name="connsiteY35" fmla="*/ 32902 h 38007"/>
                  <a:gd name="connsiteX36" fmla="*/ 7781 w 28764"/>
                  <a:gd name="connsiteY36" fmla="*/ 33802 h 38007"/>
                  <a:gd name="connsiteX37" fmla="*/ 9760 w 28764"/>
                  <a:gd name="connsiteY37" fmla="*/ 34364 h 38007"/>
                  <a:gd name="connsiteX38" fmla="*/ 11807 w 28764"/>
                  <a:gd name="connsiteY38" fmla="*/ 34656 h 38007"/>
                  <a:gd name="connsiteX39" fmla="*/ 13696 w 28764"/>
                  <a:gd name="connsiteY39" fmla="*/ 34746 h 38007"/>
                  <a:gd name="connsiteX40" fmla="*/ 28764 w 28764"/>
                  <a:gd name="connsiteY40" fmla="*/ 34746 h 380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8764" h="38007">
                    <a:moveTo>
                      <a:pt x="28697" y="34769"/>
                    </a:moveTo>
                    <a:lnTo>
                      <a:pt x="28697" y="38007"/>
                    </a:lnTo>
                    <a:lnTo>
                      <a:pt x="742" y="38007"/>
                    </a:lnTo>
                    <a:lnTo>
                      <a:pt x="742" y="34769"/>
                    </a:lnTo>
                    <a:lnTo>
                      <a:pt x="4948" y="34769"/>
                    </a:lnTo>
                    <a:lnTo>
                      <a:pt x="4948" y="34656"/>
                    </a:lnTo>
                    <a:cubicBezTo>
                      <a:pt x="3328" y="33824"/>
                      <a:pt x="2092" y="32632"/>
                      <a:pt x="1260" y="31103"/>
                    </a:cubicBezTo>
                    <a:cubicBezTo>
                      <a:pt x="405" y="29551"/>
                      <a:pt x="0" y="27865"/>
                      <a:pt x="0" y="26020"/>
                    </a:cubicBezTo>
                    <a:cubicBezTo>
                      <a:pt x="0" y="24716"/>
                      <a:pt x="135" y="23637"/>
                      <a:pt x="427" y="22737"/>
                    </a:cubicBezTo>
                    <a:cubicBezTo>
                      <a:pt x="720" y="21837"/>
                      <a:pt x="1102" y="21073"/>
                      <a:pt x="1597" y="20443"/>
                    </a:cubicBezTo>
                    <a:cubicBezTo>
                      <a:pt x="2092" y="19813"/>
                      <a:pt x="2654" y="19296"/>
                      <a:pt x="3306" y="18869"/>
                    </a:cubicBezTo>
                    <a:cubicBezTo>
                      <a:pt x="3958" y="18464"/>
                      <a:pt x="4655" y="18104"/>
                      <a:pt x="5420" y="17812"/>
                    </a:cubicBezTo>
                    <a:cubicBezTo>
                      <a:pt x="3576" y="16867"/>
                      <a:pt x="2226" y="15630"/>
                      <a:pt x="1349" y="14056"/>
                    </a:cubicBezTo>
                    <a:cubicBezTo>
                      <a:pt x="472" y="12482"/>
                      <a:pt x="23" y="10705"/>
                      <a:pt x="23" y="8681"/>
                    </a:cubicBezTo>
                    <a:cubicBezTo>
                      <a:pt x="23" y="6769"/>
                      <a:pt x="337" y="5262"/>
                      <a:pt x="967" y="4115"/>
                    </a:cubicBezTo>
                    <a:cubicBezTo>
                      <a:pt x="1597" y="2991"/>
                      <a:pt x="2429" y="2114"/>
                      <a:pt x="3441" y="1507"/>
                    </a:cubicBezTo>
                    <a:cubicBezTo>
                      <a:pt x="4475" y="900"/>
                      <a:pt x="5645" y="495"/>
                      <a:pt x="6972" y="292"/>
                    </a:cubicBezTo>
                    <a:cubicBezTo>
                      <a:pt x="8299" y="90"/>
                      <a:pt x="9671" y="0"/>
                      <a:pt x="11065" y="0"/>
                    </a:cubicBezTo>
                    <a:lnTo>
                      <a:pt x="28719" y="0"/>
                    </a:lnTo>
                    <a:lnTo>
                      <a:pt x="28719" y="3238"/>
                    </a:lnTo>
                    <a:lnTo>
                      <a:pt x="9401" y="3238"/>
                    </a:lnTo>
                    <a:cubicBezTo>
                      <a:pt x="7377" y="3238"/>
                      <a:pt x="5802" y="3666"/>
                      <a:pt x="4655" y="4498"/>
                    </a:cubicBezTo>
                    <a:cubicBezTo>
                      <a:pt x="3509" y="5353"/>
                      <a:pt x="2924" y="6927"/>
                      <a:pt x="2924" y="9221"/>
                    </a:cubicBezTo>
                    <a:cubicBezTo>
                      <a:pt x="2924" y="10413"/>
                      <a:pt x="3194" y="11560"/>
                      <a:pt x="3711" y="12639"/>
                    </a:cubicBezTo>
                    <a:cubicBezTo>
                      <a:pt x="4228" y="13741"/>
                      <a:pt x="5038" y="14708"/>
                      <a:pt x="6117" y="15518"/>
                    </a:cubicBezTo>
                    <a:cubicBezTo>
                      <a:pt x="6590" y="15878"/>
                      <a:pt x="7129" y="16170"/>
                      <a:pt x="7759" y="16417"/>
                    </a:cubicBezTo>
                    <a:cubicBezTo>
                      <a:pt x="8389" y="16642"/>
                      <a:pt x="9041" y="16845"/>
                      <a:pt x="9738" y="16979"/>
                    </a:cubicBezTo>
                    <a:cubicBezTo>
                      <a:pt x="10413" y="17115"/>
                      <a:pt x="11110" y="17227"/>
                      <a:pt x="11785" y="17272"/>
                    </a:cubicBezTo>
                    <a:cubicBezTo>
                      <a:pt x="12459" y="17339"/>
                      <a:pt x="13089" y="17362"/>
                      <a:pt x="13674" y="17362"/>
                    </a:cubicBezTo>
                    <a:lnTo>
                      <a:pt x="28742" y="17362"/>
                    </a:lnTo>
                    <a:lnTo>
                      <a:pt x="28742" y="20600"/>
                    </a:lnTo>
                    <a:lnTo>
                      <a:pt x="9423" y="20600"/>
                    </a:lnTo>
                    <a:cubicBezTo>
                      <a:pt x="7399" y="20600"/>
                      <a:pt x="5825" y="21028"/>
                      <a:pt x="4678" y="21860"/>
                    </a:cubicBezTo>
                    <a:cubicBezTo>
                      <a:pt x="3531" y="22714"/>
                      <a:pt x="2946" y="24289"/>
                      <a:pt x="2946" y="26583"/>
                    </a:cubicBezTo>
                    <a:cubicBezTo>
                      <a:pt x="2946" y="27775"/>
                      <a:pt x="3216" y="28922"/>
                      <a:pt x="3733" y="30001"/>
                    </a:cubicBezTo>
                    <a:cubicBezTo>
                      <a:pt x="4251" y="31103"/>
                      <a:pt x="5060" y="32070"/>
                      <a:pt x="6140" y="32902"/>
                    </a:cubicBezTo>
                    <a:cubicBezTo>
                      <a:pt x="6612" y="33262"/>
                      <a:pt x="7152" y="33554"/>
                      <a:pt x="7781" y="33802"/>
                    </a:cubicBezTo>
                    <a:cubicBezTo>
                      <a:pt x="8411" y="34027"/>
                      <a:pt x="9063" y="34229"/>
                      <a:pt x="9760" y="34364"/>
                    </a:cubicBezTo>
                    <a:cubicBezTo>
                      <a:pt x="10435" y="34499"/>
                      <a:pt x="11132" y="34611"/>
                      <a:pt x="11807" y="34656"/>
                    </a:cubicBezTo>
                    <a:cubicBezTo>
                      <a:pt x="12482" y="34701"/>
                      <a:pt x="13111" y="34746"/>
                      <a:pt x="13696" y="34746"/>
                    </a:cubicBezTo>
                    <a:lnTo>
                      <a:pt x="28764" y="34746"/>
                    </a:lnTo>
                    <a:close/>
                  </a:path>
                </a:pathLst>
              </a:custGeom>
              <a:solidFill>
                <a:srgbClr val="231F20"/>
              </a:solidFill>
              <a:ln w="2249" cap="flat">
                <a:noFill/>
                <a:prstDash val="solid"/>
                <a:miter/>
              </a:ln>
            </p:spPr>
            <p:txBody>
              <a:bodyPr rtlCol="0" anchor="ctr"/>
              <a:lstStyle/>
              <a:p>
                <a:endParaRPr lang="en-US"/>
              </a:p>
            </p:txBody>
          </p:sp>
          <p:sp>
            <p:nvSpPr>
              <p:cNvPr id="18542" name="Freeform 18541">
                <a:extLst>
                  <a:ext uri="{FF2B5EF4-FFF2-40B4-BE49-F238E27FC236}">
                    <a16:creationId xmlns:a16="http://schemas.microsoft.com/office/drawing/2014/main" id="{44F11EA7-48C5-04F6-86D0-99A7C675619D}"/>
                  </a:ext>
                </a:extLst>
              </p:cNvPr>
              <p:cNvSpPr/>
              <p:nvPr/>
            </p:nvSpPr>
            <p:spPr>
              <a:xfrm>
                <a:off x="5231704" y="5500920"/>
                <a:ext cx="39739" cy="25682"/>
              </a:xfrm>
              <a:custGeom>
                <a:avLst/>
                <a:gdLst>
                  <a:gd name="connsiteX0" fmla="*/ 39739 w 39739"/>
                  <a:gd name="connsiteY0" fmla="*/ 22445 h 25682"/>
                  <a:gd name="connsiteX1" fmla="*/ 39739 w 39739"/>
                  <a:gd name="connsiteY1" fmla="*/ 25683 h 25682"/>
                  <a:gd name="connsiteX2" fmla="*/ 765 w 39739"/>
                  <a:gd name="connsiteY2" fmla="*/ 25683 h 25682"/>
                  <a:gd name="connsiteX3" fmla="*/ 765 w 39739"/>
                  <a:gd name="connsiteY3" fmla="*/ 22445 h 25682"/>
                  <a:gd name="connsiteX4" fmla="*/ 5667 w 39739"/>
                  <a:gd name="connsiteY4" fmla="*/ 22445 h 25682"/>
                  <a:gd name="connsiteX5" fmla="*/ 5667 w 39739"/>
                  <a:gd name="connsiteY5" fmla="*/ 22332 h 25682"/>
                  <a:gd name="connsiteX6" fmla="*/ 3239 w 39739"/>
                  <a:gd name="connsiteY6" fmla="*/ 20533 h 25682"/>
                  <a:gd name="connsiteX7" fmla="*/ 1462 w 39739"/>
                  <a:gd name="connsiteY7" fmla="*/ 18104 h 25682"/>
                  <a:gd name="connsiteX8" fmla="*/ 382 w 39739"/>
                  <a:gd name="connsiteY8" fmla="*/ 15383 h 25682"/>
                  <a:gd name="connsiteX9" fmla="*/ 0 w 39739"/>
                  <a:gd name="connsiteY9" fmla="*/ 12639 h 25682"/>
                  <a:gd name="connsiteX10" fmla="*/ 1124 w 39739"/>
                  <a:gd name="connsiteY10" fmla="*/ 6859 h 25682"/>
                  <a:gd name="connsiteX11" fmla="*/ 4228 w 39739"/>
                  <a:gd name="connsiteY11" fmla="*/ 2946 h 25682"/>
                  <a:gd name="connsiteX12" fmla="*/ 8906 w 39739"/>
                  <a:gd name="connsiteY12" fmla="*/ 697 h 25682"/>
                  <a:gd name="connsiteX13" fmla="*/ 14686 w 39739"/>
                  <a:gd name="connsiteY13" fmla="*/ 0 h 25682"/>
                  <a:gd name="connsiteX14" fmla="*/ 20308 w 39739"/>
                  <a:gd name="connsiteY14" fmla="*/ 765 h 25682"/>
                  <a:gd name="connsiteX15" fmla="*/ 25031 w 39739"/>
                  <a:gd name="connsiteY15" fmla="*/ 3059 h 25682"/>
                  <a:gd name="connsiteX16" fmla="*/ 28270 w 39739"/>
                  <a:gd name="connsiteY16" fmla="*/ 6949 h 25682"/>
                  <a:gd name="connsiteX17" fmla="*/ 29484 w 39739"/>
                  <a:gd name="connsiteY17" fmla="*/ 12482 h 25682"/>
                  <a:gd name="connsiteX18" fmla="*/ 28157 w 39739"/>
                  <a:gd name="connsiteY18" fmla="*/ 18171 h 25682"/>
                  <a:gd name="connsiteX19" fmla="*/ 24244 w 39739"/>
                  <a:gd name="connsiteY19" fmla="*/ 22467 h 25682"/>
                  <a:gd name="connsiteX20" fmla="*/ 39739 w 39739"/>
                  <a:gd name="connsiteY20" fmla="*/ 22467 h 25682"/>
                  <a:gd name="connsiteX21" fmla="*/ 14866 w 39739"/>
                  <a:gd name="connsiteY21" fmla="*/ 22445 h 25682"/>
                  <a:gd name="connsiteX22" fmla="*/ 19363 w 39739"/>
                  <a:gd name="connsiteY22" fmla="*/ 21792 h 25682"/>
                  <a:gd name="connsiteX23" fmla="*/ 23097 w 39739"/>
                  <a:gd name="connsiteY23" fmla="*/ 19926 h 25682"/>
                  <a:gd name="connsiteX24" fmla="*/ 25638 w 39739"/>
                  <a:gd name="connsiteY24" fmla="*/ 16957 h 25682"/>
                  <a:gd name="connsiteX25" fmla="*/ 26583 w 39739"/>
                  <a:gd name="connsiteY25" fmla="*/ 12999 h 25682"/>
                  <a:gd name="connsiteX26" fmla="*/ 25593 w 39739"/>
                  <a:gd name="connsiteY26" fmla="*/ 8658 h 25682"/>
                  <a:gd name="connsiteX27" fmla="*/ 22872 w 39739"/>
                  <a:gd name="connsiteY27" fmla="*/ 5600 h 25682"/>
                  <a:gd name="connsiteX28" fmla="*/ 18846 w 39739"/>
                  <a:gd name="connsiteY28" fmla="*/ 3868 h 25682"/>
                  <a:gd name="connsiteX29" fmla="*/ 13899 w 39739"/>
                  <a:gd name="connsiteY29" fmla="*/ 3441 h 25682"/>
                  <a:gd name="connsiteX30" fmla="*/ 9221 w 39739"/>
                  <a:gd name="connsiteY30" fmla="*/ 4161 h 25682"/>
                  <a:gd name="connsiteX31" fmla="*/ 5802 w 39739"/>
                  <a:gd name="connsiteY31" fmla="*/ 6185 h 25682"/>
                  <a:gd name="connsiteX32" fmla="*/ 3666 w 39739"/>
                  <a:gd name="connsiteY32" fmla="*/ 9198 h 25682"/>
                  <a:gd name="connsiteX33" fmla="*/ 2946 w 39739"/>
                  <a:gd name="connsiteY33" fmla="*/ 12977 h 25682"/>
                  <a:gd name="connsiteX34" fmla="*/ 3868 w 39739"/>
                  <a:gd name="connsiteY34" fmla="*/ 17024 h 25682"/>
                  <a:gd name="connsiteX35" fmla="*/ 6387 w 39739"/>
                  <a:gd name="connsiteY35" fmla="*/ 19993 h 25682"/>
                  <a:gd name="connsiteX36" fmla="*/ 10165 w 39739"/>
                  <a:gd name="connsiteY36" fmla="*/ 21792 h 25682"/>
                  <a:gd name="connsiteX37" fmla="*/ 14888 w 39739"/>
                  <a:gd name="connsiteY37" fmla="*/ 22422 h 256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9739" h="25682">
                    <a:moveTo>
                      <a:pt x="39739" y="22445"/>
                    </a:moveTo>
                    <a:lnTo>
                      <a:pt x="39739" y="25683"/>
                    </a:lnTo>
                    <a:lnTo>
                      <a:pt x="765" y="25683"/>
                    </a:lnTo>
                    <a:lnTo>
                      <a:pt x="765" y="22445"/>
                    </a:lnTo>
                    <a:lnTo>
                      <a:pt x="5667" y="22445"/>
                    </a:lnTo>
                    <a:lnTo>
                      <a:pt x="5667" y="22332"/>
                    </a:lnTo>
                    <a:cubicBezTo>
                      <a:pt x="4768" y="21860"/>
                      <a:pt x="3958" y="21253"/>
                      <a:pt x="3239" y="20533"/>
                    </a:cubicBezTo>
                    <a:cubicBezTo>
                      <a:pt x="2519" y="19791"/>
                      <a:pt x="1934" y="18981"/>
                      <a:pt x="1462" y="18104"/>
                    </a:cubicBezTo>
                    <a:cubicBezTo>
                      <a:pt x="990" y="17227"/>
                      <a:pt x="630" y="16327"/>
                      <a:pt x="382" y="15383"/>
                    </a:cubicBezTo>
                    <a:cubicBezTo>
                      <a:pt x="135" y="14438"/>
                      <a:pt x="0" y="13539"/>
                      <a:pt x="0" y="12639"/>
                    </a:cubicBezTo>
                    <a:cubicBezTo>
                      <a:pt x="0" y="10368"/>
                      <a:pt x="382" y="8456"/>
                      <a:pt x="1124" y="6859"/>
                    </a:cubicBezTo>
                    <a:cubicBezTo>
                      <a:pt x="1889" y="5285"/>
                      <a:pt x="2924" y="3981"/>
                      <a:pt x="4228" y="2946"/>
                    </a:cubicBezTo>
                    <a:cubicBezTo>
                      <a:pt x="5533" y="1912"/>
                      <a:pt x="7107" y="1170"/>
                      <a:pt x="8906" y="697"/>
                    </a:cubicBezTo>
                    <a:cubicBezTo>
                      <a:pt x="10705" y="225"/>
                      <a:pt x="12639" y="0"/>
                      <a:pt x="14686" y="0"/>
                    </a:cubicBezTo>
                    <a:cubicBezTo>
                      <a:pt x="16620" y="0"/>
                      <a:pt x="18509" y="247"/>
                      <a:pt x="20308" y="765"/>
                    </a:cubicBezTo>
                    <a:cubicBezTo>
                      <a:pt x="22107" y="1259"/>
                      <a:pt x="23682" y="2024"/>
                      <a:pt x="25031" y="3059"/>
                    </a:cubicBezTo>
                    <a:cubicBezTo>
                      <a:pt x="26380" y="4093"/>
                      <a:pt x="27460" y="5375"/>
                      <a:pt x="28270" y="6949"/>
                    </a:cubicBezTo>
                    <a:cubicBezTo>
                      <a:pt x="29079" y="8523"/>
                      <a:pt x="29484" y="10368"/>
                      <a:pt x="29484" y="12482"/>
                    </a:cubicBezTo>
                    <a:cubicBezTo>
                      <a:pt x="29484" y="14461"/>
                      <a:pt x="29034" y="16350"/>
                      <a:pt x="28157" y="18171"/>
                    </a:cubicBezTo>
                    <a:cubicBezTo>
                      <a:pt x="27280" y="19993"/>
                      <a:pt x="25976" y="21410"/>
                      <a:pt x="24244" y="22467"/>
                    </a:cubicBezTo>
                    <a:lnTo>
                      <a:pt x="39739" y="22467"/>
                    </a:lnTo>
                    <a:close/>
                    <a:moveTo>
                      <a:pt x="14866" y="22445"/>
                    </a:moveTo>
                    <a:cubicBezTo>
                      <a:pt x="16440" y="22445"/>
                      <a:pt x="17947" y="22220"/>
                      <a:pt x="19363" y="21792"/>
                    </a:cubicBezTo>
                    <a:cubicBezTo>
                      <a:pt x="20780" y="21365"/>
                      <a:pt x="22017" y="20735"/>
                      <a:pt x="23097" y="19926"/>
                    </a:cubicBezTo>
                    <a:cubicBezTo>
                      <a:pt x="24154" y="19116"/>
                      <a:pt x="25008" y="18126"/>
                      <a:pt x="25638" y="16957"/>
                    </a:cubicBezTo>
                    <a:cubicBezTo>
                      <a:pt x="26268" y="15788"/>
                      <a:pt x="26583" y="14461"/>
                      <a:pt x="26583" y="12999"/>
                    </a:cubicBezTo>
                    <a:cubicBezTo>
                      <a:pt x="26583" y="11335"/>
                      <a:pt x="26245" y="9895"/>
                      <a:pt x="25593" y="8658"/>
                    </a:cubicBezTo>
                    <a:cubicBezTo>
                      <a:pt x="24919" y="7421"/>
                      <a:pt x="24019" y="6409"/>
                      <a:pt x="22872" y="5600"/>
                    </a:cubicBezTo>
                    <a:cubicBezTo>
                      <a:pt x="21725" y="4813"/>
                      <a:pt x="20376" y="4228"/>
                      <a:pt x="18846" y="3868"/>
                    </a:cubicBezTo>
                    <a:cubicBezTo>
                      <a:pt x="17317" y="3508"/>
                      <a:pt x="15675" y="3373"/>
                      <a:pt x="13899" y="3441"/>
                    </a:cubicBezTo>
                    <a:cubicBezTo>
                      <a:pt x="12144" y="3441"/>
                      <a:pt x="10570" y="3688"/>
                      <a:pt x="9221" y="4161"/>
                    </a:cubicBezTo>
                    <a:cubicBezTo>
                      <a:pt x="7871" y="4655"/>
                      <a:pt x="6724" y="5330"/>
                      <a:pt x="5802" y="6185"/>
                    </a:cubicBezTo>
                    <a:cubicBezTo>
                      <a:pt x="4858" y="7039"/>
                      <a:pt x="4161" y="8051"/>
                      <a:pt x="3666" y="9198"/>
                    </a:cubicBezTo>
                    <a:cubicBezTo>
                      <a:pt x="3171" y="10345"/>
                      <a:pt x="2946" y="11604"/>
                      <a:pt x="2946" y="12977"/>
                    </a:cubicBezTo>
                    <a:cubicBezTo>
                      <a:pt x="2946" y="14483"/>
                      <a:pt x="3261" y="15832"/>
                      <a:pt x="3868" y="17024"/>
                    </a:cubicBezTo>
                    <a:cubicBezTo>
                      <a:pt x="4475" y="18217"/>
                      <a:pt x="5308" y="19206"/>
                      <a:pt x="6387" y="19993"/>
                    </a:cubicBezTo>
                    <a:cubicBezTo>
                      <a:pt x="7444" y="20780"/>
                      <a:pt x="8703" y="21388"/>
                      <a:pt x="10165" y="21792"/>
                    </a:cubicBezTo>
                    <a:cubicBezTo>
                      <a:pt x="11627" y="22197"/>
                      <a:pt x="13201" y="22422"/>
                      <a:pt x="14888" y="22422"/>
                    </a:cubicBezTo>
                    <a:close/>
                  </a:path>
                </a:pathLst>
              </a:custGeom>
              <a:solidFill>
                <a:srgbClr val="231F20"/>
              </a:solidFill>
              <a:ln w="2249" cap="flat">
                <a:noFill/>
                <a:prstDash val="solid"/>
                <a:miter/>
              </a:ln>
            </p:spPr>
            <p:txBody>
              <a:bodyPr rtlCol="0" anchor="ctr"/>
              <a:lstStyle/>
              <a:p>
                <a:endParaRPr lang="en-US"/>
              </a:p>
            </p:txBody>
          </p:sp>
          <p:sp>
            <p:nvSpPr>
              <p:cNvPr id="18543" name="Freeform 18542">
                <a:extLst>
                  <a:ext uri="{FF2B5EF4-FFF2-40B4-BE49-F238E27FC236}">
                    <a16:creationId xmlns:a16="http://schemas.microsoft.com/office/drawing/2014/main" id="{34BF487C-FD41-E8EF-C107-18B692DF30E6}"/>
                  </a:ext>
                </a:extLst>
              </p:cNvPr>
              <p:cNvSpPr/>
              <p:nvPr/>
            </p:nvSpPr>
            <p:spPr>
              <a:xfrm>
                <a:off x="5221583" y="5490260"/>
                <a:ext cx="38862" cy="3238"/>
              </a:xfrm>
              <a:custGeom>
                <a:avLst/>
                <a:gdLst>
                  <a:gd name="connsiteX0" fmla="*/ 38862 w 38862"/>
                  <a:gd name="connsiteY0" fmla="*/ 3238 h 3238"/>
                  <a:gd name="connsiteX1" fmla="*/ 0 w 38862"/>
                  <a:gd name="connsiteY1" fmla="*/ 3238 h 3238"/>
                  <a:gd name="connsiteX2" fmla="*/ 0 w 38862"/>
                  <a:gd name="connsiteY2" fmla="*/ 0 h 3238"/>
                  <a:gd name="connsiteX3" fmla="*/ 38862 w 38862"/>
                  <a:gd name="connsiteY3" fmla="*/ 0 h 3238"/>
                  <a:gd name="connsiteX4" fmla="*/ 38862 w 38862"/>
                  <a:gd name="connsiteY4" fmla="*/ 3238 h 3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862" h="3238">
                    <a:moveTo>
                      <a:pt x="38862" y="3238"/>
                    </a:moveTo>
                    <a:lnTo>
                      <a:pt x="0" y="3238"/>
                    </a:lnTo>
                    <a:lnTo>
                      <a:pt x="0" y="0"/>
                    </a:lnTo>
                    <a:lnTo>
                      <a:pt x="38862" y="0"/>
                    </a:lnTo>
                    <a:lnTo>
                      <a:pt x="38862" y="3238"/>
                    </a:lnTo>
                    <a:close/>
                  </a:path>
                </a:pathLst>
              </a:custGeom>
              <a:solidFill>
                <a:srgbClr val="231F20"/>
              </a:solidFill>
              <a:ln w="2249" cap="flat">
                <a:noFill/>
                <a:prstDash val="solid"/>
                <a:miter/>
              </a:ln>
            </p:spPr>
            <p:txBody>
              <a:bodyPr rtlCol="0" anchor="ctr"/>
              <a:lstStyle/>
              <a:p>
                <a:endParaRPr lang="en-US"/>
              </a:p>
            </p:txBody>
          </p:sp>
          <p:sp>
            <p:nvSpPr>
              <p:cNvPr id="18544" name="Freeform 18543">
                <a:extLst>
                  <a:ext uri="{FF2B5EF4-FFF2-40B4-BE49-F238E27FC236}">
                    <a16:creationId xmlns:a16="http://schemas.microsoft.com/office/drawing/2014/main" id="{52F7A05B-DDD9-A209-9A48-0A144CE19994}"/>
                  </a:ext>
                </a:extLst>
              </p:cNvPr>
              <p:cNvSpPr/>
              <p:nvPr/>
            </p:nvSpPr>
            <p:spPr>
              <a:xfrm>
                <a:off x="5231749" y="5458346"/>
                <a:ext cx="29483" cy="25167"/>
              </a:xfrm>
              <a:custGeom>
                <a:avLst/>
                <a:gdLst>
                  <a:gd name="connsiteX0" fmla="*/ 15473 w 29483"/>
                  <a:gd name="connsiteY0" fmla="*/ 21659 h 25167"/>
                  <a:gd name="connsiteX1" fmla="*/ 19768 w 29483"/>
                  <a:gd name="connsiteY1" fmla="*/ 21074 h 25167"/>
                  <a:gd name="connsiteX2" fmla="*/ 23277 w 29483"/>
                  <a:gd name="connsiteY2" fmla="*/ 19320 h 25167"/>
                  <a:gd name="connsiteX3" fmla="*/ 25661 w 29483"/>
                  <a:gd name="connsiteY3" fmla="*/ 16374 h 25167"/>
                  <a:gd name="connsiteX4" fmla="*/ 26560 w 29483"/>
                  <a:gd name="connsiteY4" fmla="*/ 12281 h 25167"/>
                  <a:gd name="connsiteX5" fmla="*/ 24896 w 29483"/>
                  <a:gd name="connsiteY5" fmla="*/ 6838 h 25167"/>
                  <a:gd name="connsiteX6" fmla="*/ 20151 w 29483"/>
                  <a:gd name="connsiteY6" fmla="*/ 3825 h 25167"/>
                  <a:gd name="connsiteX7" fmla="*/ 20151 w 29483"/>
                  <a:gd name="connsiteY7" fmla="*/ 204 h 25167"/>
                  <a:gd name="connsiteX8" fmla="*/ 23839 w 29483"/>
                  <a:gd name="connsiteY8" fmla="*/ 1778 h 25167"/>
                  <a:gd name="connsiteX9" fmla="*/ 26808 w 29483"/>
                  <a:gd name="connsiteY9" fmla="*/ 4207 h 25167"/>
                  <a:gd name="connsiteX10" fmla="*/ 28787 w 29483"/>
                  <a:gd name="connsiteY10" fmla="*/ 7670 h 25167"/>
                  <a:gd name="connsiteX11" fmla="*/ 29484 w 29483"/>
                  <a:gd name="connsiteY11" fmla="*/ 12303 h 25167"/>
                  <a:gd name="connsiteX12" fmla="*/ 28359 w 29483"/>
                  <a:gd name="connsiteY12" fmla="*/ 18083 h 25167"/>
                  <a:gd name="connsiteX13" fmla="*/ 25256 w 29483"/>
                  <a:gd name="connsiteY13" fmla="*/ 22086 h 25167"/>
                  <a:gd name="connsiteX14" fmla="*/ 20623 w 29483"/>
                  <a:gd name="connsiteY14" fmla="*/ 24402 h 25167"/>
                  <a:gd name="connsiteX15" fmla="*/ 14866 w 29483"/>
                  <a:gd name="connsiteY15" fmla="*/ 25167 h 25167"/>
                  <a:gd name="connsiteX16" fmla="*/ 9086 w 29483"/>
                  <a:gd name="connsiteY16" fmla="*/ 24268 h 25167"/>
                  <a:gd name="connsiteX17" fmla="*/ 4363 w 29483"/>
                  <a:gd name="connsiteY17" fmla="*/ 21726 h 25167"/>
                  <a:gd name="connsiteX18" fmla="*/ 1170 w 29483"/>
                  <a:gd name="connsiteY18" fmla="*/ 17701 h 25167"/>
                  <a:gd name="connsiteX19" fmla="*/ 0 w 29483"/>
                  <a:gd name="connsiteY19" fmla="*/ 12303 h 25167"/>
                  <a:gd name="connsiteX20" fmla="*/ 3958 w 29483"/>
                  <a:gd name="connsiteY20" fmla="*/ 3240 h 25167"/>
                  <a:gd name="connsiteX21" fmla="*/ 15473 w 29483"/>
                  <a:gd name="connsiteY21" fmla="*/ 1 h 25167"/>
                  <a:gd name="connsiteX22" fmla="*/ 15473 w 29483"/>
                  <a:gd name="connsiteY22" fmla="*/ 21704 h 25167"/>
                  <a:gd name="connsiteX23" fmla="*/ 12774 w 29483"/>
                  <a:gd name="connsiteY23" fmla="*/ 3420 h 25167"/>
                  <a:gd name="connsiteX24" fmla="*/ 8906 w 29483"/>
                  <a:gd name="connsiteY24" fmla="*/ 3982 h 25167"/>
                  <a:gd name="connsiteX25" fmla="*/ 5780 w 29483"/>
                  <a:gd name="connsiteY25" fmla="*/ 5646 h 25167"/>
                  <a:gd name="connsiteX26" fmla="*/ 3666 w 29483"/>
                  <a:gd name="connsiteY26" fmla="*/ 8435 h 25167"/>
                  <a:gd name="connsiteX27" fmla="*/ 2879 w 29483"/>
                  <a:gd name="connsiteY27" fmla="*/ 12258 h 25167"/>
                  <a:gd name="connsiteX28" fmla="*/ 3688 w 29483"/>
                  <a:gd name="connsiteY28" fmla="*/ 16059 h 25167"/>
                  <a:gd name="connsiteX29" fmla="*/ 5847 w 29483"/>
                  <a:gd name="connsiteY29" fmla="*/ 18870 h 25167"/>
                  <a:gd name="connsiteX30" fmla="*/ 8973 w 29483"/>
                  <a:gd name="connsiteY30" fmla="*/ 20737 h 25167"/>
                  <a:gd name="connsiteX31" fmla="*/ 12752 w 29483"/>
                  <a:gd name="connsiteY31" fmla="*/ 21659 h 25167"/>
                  <a:gd name="connsiteX32" fmla="*/ 12752 w 29483"/>
                  <a:gd name="connsiteY32"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3" h="25167">
                    <a:moveTo>
                      <a:pt x="15473" y="21659"/>
                    </a:moveTo>
                    <a:cubicBezTo>
                      <a:pt x="16980" y="21659"/>
                      <a:pt x="18419" y="21456"/>
                      <a:pt x="19768" y="21074"/>
                    </a:cubicBezTo>
                    <a:cubicBezTo>
                      <a:pt x="21118" y="20669"/>
                      <a:pt x="22287" y="20085"/>
                      <a:pt x="23277" y="19320"/>
                    </a:cubicBezTo>
                    <a:cubicBezTo>
                      <a:pt x="24266" y="18555"/>
                      <a:pt x="25053" y="17566"/>
                      <a:pt x="25661" y="16374"/>
                    </a:cubicBezTo>
                    <a:cubicBezTo>
                      <a:pt x="26245" y="15182"/>
                      <a:pt x="26560" y="13810"/>
                      <a:pt x="26560" y="12281"/>
                    </a:cubicBezTo>
                    <a:cubicBezTo>
                      <a:pt x="26560" y="10167"/>
                      <a:pt x="25998" y="8345"/>
                      <a:pt x="24896" y="6838"/>
                    </a:cubicBezTo>
                    <a:cubicBezTo>
                      <a:pt x="23772" y="5331"/>
                      <a:pt x="22197" y="4319"/>
                      <a:pt x="20151" y="3825"/>
                    </a:cubicBezTo>
                    <a:lnTo>
                      <a:pt x="20151" y="204"/>
                    </a:lnTo>
                    <a:cubicBezTo>
                      <a:pt x="21478" y="609"/>
                      <a:pt x="22714" y="1126"/>
                      <a:pt x="23839" y="1778"/>
                    </a:cubicBezTo>
                    <a:cubicBezTo>
                      <a:pt x="24963" y="2430"/>
                      <a:pt x="25953" y="3240"/>
                      <a:pt x="26808" y="4207"/>
                    </a:cubicBezTo>
                    <a:cubicBezTo>
                      <a:pt x="27662" y="5174"/>
                      <a:pt x="28314" y="6321"/>
                      <a:pt x="28787" y="7670"/>
                    </a:cubicBezTo>
                    <a:cubicBezTo>
                      <a:pt x="29259" y="8997"/>
                      <a:pt x="29484" y="10549"/>
                      <a:pt x="29484" y="12303"/>
                    </a:cubicBezTo>
                    <a:cubicBezTo>
                      <a:pt x="29484" y="14530"/>
                      <a:pt x="29102" y="16464"/>
                      <a:pt x="28359" y="18083"/>
                    </a:cubicBezTo>
                    <a:cubicBezTo>
                      <a:pt x="27595" y="19702"/>
                      <a:pt x="26560" y="21029"/>
                      <a:pt x="25256" y="22086"/>
                    </a:cubicBezTo>
                    <a:cubicBezTo>
                      <a:pt x="23951" y="23121"/>
                      <a:pt x="22400" y="23908"/>
                      <a:pt x="20623" y="24402"/>
                    </a:cubicBezTo>
                    <a:cubicBezTo>
                      <a:pt x="18846" y="24897"/>
                      <a:pt x="16935" y="25167"/>
                      <a:pt x="14866" y="25167"/>
                    </a:cubicBezTo>
                    <a:cubicBezTo>
                      <a:pt x="12797" y="25167"/>
                      <a:pt x="10885" y="24875"/>
                      <a:pt x="9086" y="24268"/>
                    </a:cubicBezTo>
                    <a:cubicBezTo>
                      <a:pt x="7287" y="23683"/>
                      <a:pt x="5712" y="22828"/>
                      <a:pt x="4363" y="21726"/>
                    </a:cubicBezTo>
                    <a:cubicBezTo>
                      <a:pt x="3014" y="20624"/>
                      <a:pt x="1957" y="19297"/>
                      <a:pt x="1170" y="17701"/>
                    </a:cubicBezTo>
                    <a:cubicBezTo>
                      <a:pt x="405" y="16126"/>
                      <a:pt x="0" y="14327"/>
                      <a:pt x="0" y="12303"/>
                    </a:cubicBezTo>
                    <a:cubicBezTo>
                      <a:pt x="0" y="8457"/>
                      <a:pt x="1327" y="5444"/>
                      <a:pt x="3958" y="3240"/>
                    </a:cubicBezTo>
                    <a:cubicBezTo>
                      <a:pt x="6612" y="1036"/>
                      <a:pt x="10435" y="-44"/>
                      <a:pt x="15473" y="1"/>
                    </a:cubicBezTo>
                    <a:lnTo>
                      <a:pt x="15473" y="21704"/>
                    </a:lnTo>
                    <a:close/>
                    <a:moveTo>
                      <a:pt x="12774" y="3420"/>
                    </a:moveTo>
                    <a:cubicBezTo>
                      <a:pt x="11402" y="3420"/>
                      <a:pt x="10120" y="3600"/>
                      <a:pt x="8906" y="3982"/>
                    </a:cubicBezTo>
                    <a:cubicBezTo>
                      <a:pt x="7692" y="4364"/>
                      <a:pt x="6657" y="4927"/>
                      <a:pt x="5780" y="5646"/>
                    </a:cubicBezTo>
                    <a:cubicBezTo>
                      <a:pt x="4903" y="6366"/>
                      <a:pt x="4206" y="7310"/>
                      <a:pt x="3666" y="8435"/>
                    </a:cubicBezTo>
                    <a:cubicBezTo>
                      <a:pt x="3126" y="9559"/>
                      <a:pt x="2879" y="10819"/>
                      <a:pt x="2879" y="12258"/>
                    </a:cubicBezTo>
                    <a:cubicBezTo>
                      <a:pt x="2879" y="13697"/>
                      <a:pt x="3149" y="14979"/>
                      <a:pt x="3688" y="16059"/>
                    </a:cubicBezTo>
                    <a:cubicBezTo>
                      <a:pt x="4228" y="17161"/>
                      <a:pt x="4948" y="18083"/>
                      <a:pt x="5847" y="18870"/>
                    </a:cubicBezTo>
                    <a:cubicBezTo>
                      <a:pt x="6747" y="19635"/>
                      <a:pt x="7781" y="20264"/>
                      <a:pt x="8973" y="20737"/>
                    </a:cubicBezTo>
                    <a:cubicBezTo>
                      <a:pt x="10165" y="21209"/>
                      <a:pt x="11425" y="21502"/>
                      <a:pt x="12752" y="21659"/>
                    </a:cubicBezTo>
                    <a:lnTo>
                      <a:pt x="12752" y="3420"/>
                    </a:lnTo>
                    <a:close/>
                  </a:path>
                </a:pathLst>
              </a:custGeom>
              <a:solidFill>
                <a:srgbClr val="231F20"/>
              </a:solidFill>
              <a:ln w="2249" cap="flat">
                <a:noFill/>
                <a:prstDash val="solid"/>
                <a:miter/>
              </a:ln>
            </p:spPr>
            <p:txBody>
              <a:bodyPr rtlCol="0" anchor="ctr"/>
              <a:lstStyle/>
              <a:p>
                <a:endParaRPr lang="en-US"/>
              </a:p>
            </p:txBody>
          </p:sp>
          <p:sp>
            <p:nvSpPr>
              <p:cNvPr id="18545" name="Freeform 18544">
                <a:extLst>
                  <a:ext uri="{FF2B5EF4-FFF2-40B4-BE49-F238E27FC236}">
                    <a16:creationId xmlns:a16="http://schemas.microsoft.com/office/drawing/2014/main" id="{63697EDC-E5FC-AB0F-92B1-3C88C1604C35}"/>
                  </a:ext>
                </a:extLst>
              </p:cNvPr>
              <p:cNvSpPr/>
              <p:nvPr/>
            </p:nvSpPr>
            <p:spPr>
              <a:xfrm>
                <a:off x="5224709" y="5442177"/>
                <a:ext cx="36500" cy="12616"/>
              </a:xfrm>
              <a:custGeom>
                <a:avLst/>
                <a:gdLst>
                  <a:gd name="connsiteX0" fmla="*/ 35849 w 36500"/>
                  <a:gd name="connsiteY0" fmla="*/ 0 h 12616"/>
                  <a:gd name="connsiteX1" fmla="*/ 36231 w 36500"/>
                  <a:gd name="connsiteY1" fmla="*/ 1574 h 12616"/>
                  <a:gd name="connsiteX2" fmla="*/ 36501 w 36500"/>
                  <a:gd name="connsiteY2" fmla="*/ 3733 h 12616"/>
                  <a:gd name="connsiteX3" fmla="*/ 35286 w 36500"/>
                  <a:gd name="connsiteY3" fmla="*/ 7421 h 12616"/>
                  <a:gd name="connsiteX4" fmla="*/ 30946 w 36500"/>
                  <a:gd name="connsiteY4" fmla="*/ 8681 h 12616"/>
                  <a:gd name="connsiteX5" fmla="*/ 10480 w 36500"/>
                  <a:gd name="connsiteY5" fmla="*/ 8681 h 12616"/>
                  <a:gd name="connsiteX6" fmla="*/ 10480 w 36500"/>
                  <a:gd name="connsiteY6" fmla="*/ 12617 h 12616"/>
                  <a:gd name="connsiteX7" fmla="*/ 7781 w 36500"/>
                  <a:gd name="connsiteY7" fmla="*/ 12617 h 12616"/>
                  <a:gd name="connsiteX8" fmla="*/ 7781 w 36500"/>
                  <a:gd name="connsiteY8" fmla="*/ 8681 h 12616"/>
                  <a:gd name="connsiteX9" fmla="*/ 0 w 36500"/>
                  <a:gd name="connsiteY9" fmla="*/ 8681 h 12616"/>
                  <a:gd name="connsiteX10" fmla="*/ 0 w 36500"/>
                  <a:gd name="connsiteY10" fmla="*/ 5442 h 12616"/>
                  <a:gd name="connsiteX11" fmla="*/ 7781 w 36500"/>
                  <a:gd name="connsiteY11" fmla="*/ 5442 h 12616"/>
                  <a:gd name="connsiteX12" fmla="*/ 7781 w 36500"/>
                  <a:gd name="connsiteY12" fmla="*/ 202 h 12616"/>
                  <a:gd name="connsiteX13" fmla="*/ 10480 w 36500"/>
                  <a:gd name="connsiteY13" fmla="*/ 202 h 12616"/>
                  <a:gd name="connsiteX14" fmla="*/ 10480 w 36500"/>
                  <a:gd name="connsiteY14" fmla="*/ 5442 h 12616"/>
                  <a:gd name="connsiteX15" fmla="*/ 29641 w 36500"/>
                  <a:gd name="connsiteY15" fmla="*/ 5442 h 12616"/>
                  <a:gd name="connsiteX16" fmla="*/ 31418 w 36500"/>
                  <a:gd name="connsiteY16" fmla="*/ 5397 h 12616"/>
                  <a:gd name="connsiteX17" fmla="*/ 32655 w 36500"/>
                  <a:gd name="connsiteY17" fmla="*/ 5083 h 12616"/>
                  <a:gd name="connsiteX18" fmla="*/ 33352 w 36500"/>
                  <a:gd name="connsiteY18" fmla="*/ 4251 h 12616"/>
                  <a:gd name="connsiteX19" fmla="*/ 33577 w 36500"/>
                  <a:gd name="connsiteY19" fmla="*/ 2654 h 12616"/>
                  <a:gd name="connsiteX20" fmla="*/ 33465 w 36500"/>
                  <a:gd name="connsiteY20" fmla="*/ 1327 h 12616"/>
                  <a:gd name="connsiteX21" fmla="*/ 33195 w 36500"/>
                  <a:gd name="connsiteY21" fmla="*/ 0 h 12616"/>
                  <a:gd name="connsiteX22" fmla="*/ 35849 w 36500"/>
                  <a:gd name="connsiteY22" fmla="*/ 0 h 126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500" h="12616">
                    <a:moveTo>
                      <a:pt x="35849" y="0"/>
                    </a:moveTo>
                    <a:cubicBezTo>
                      <a:pt x="35916" y="405"/>
                      <a:pt x="36051" y="922"/>
                      <a:pt x="36231" y="1574"/>
                    </a:cubicBezTo>
                    <a:cubicBezTo>
                      <a:pt x="36411" y="2226"/>
                      <a:pt x="36501" y="2946"/>
                      <a:pt x="36501" y="3733"/>
                    </a:cubicBezTo>
                    <a:cubicBezTo>
                      <a:pt x="36501" y="5353"/>
                      <a:pt x="36096" y="6589"/>
                      <a:pt x="35286" y="7421"/>
                    </a:cubicBezTo>
                    <a:cubicBezTo>
                      <a:pt x="34476" y="8276"/>
                      <a:pt x="33037" y="8681"/>
                      <a:pt x="30946" y="8681"/>
                    </a:cubicBezTo>
                    <a:lnTo>
                      <a:pt x="10480" y="8681"/>
                    </a:lnTo>
                    <a:lnTo>
                      <a:pt x="10480" y="12617"/>
                    </a:lnTo>
                    <a:lnTo>
                      <a:pt x="7781" y="12617"/>
                    </a:lnTo>
                    <a:lnTo>
                      <a:pt x="7781" y="8681"/>
                    </a:lnTo>
                    <a:lnTo>
                      <a:pt x="0" y="8681"/>
                    </a:lnTo>
                    <a:lnTo>
                      <a:pt x="0" y="5442"/>
                    </a:lnTo>
                    <a:lnTo>
                      <a:pt x="7781" y="5442"/>
                    </a:lnTo>
                    <a:lnTo>
                      <a:pt x="7781" y="202"/>
                    </a:lnTo>
                    <a:lnTo>
                      <a:pt x="10480" y="202"/>
                    </a:lnTo>
                    <a:lnTo>
                      <a:pt x="10480" y="5442"/>
                    </a:lnTo>
                    <a:lnTo>
                      <a:pt x="29641" y="5442"/>
                    </a:lnTo>
                    <a:cubicBezTo>
                      <a:pt x="30316" y="5442"/>
                      <a:pt x="30923" y="5442"/>
                      <a:pt x="31418" y="5397"/>
                    </a:cubicBezTo>
                    <a:cubicBezTo>
                      <a:pt x="31913" y="5353"/>
                      <a:pt x="32340" y="5262"/>
                      <a:pt x="32655" y="5083"/>
                    </a:cubicBezTo>
                    <a:cubicBezTo>
                      <a:pt x="32970" y="4903"/>
                      <a:pt x="33217" y="4610"/>
                      <a:pt x="33352" y="4251"/>
                    </a:cubicBezTo>
                    <a:cubicBezTo>
                      <a:pt x="33487" y="3868"/>
                      <a:pt x="33577" y="3351"/>
                      <a:pt x="33577" y="2654"/>
                    </a:cubicBezTo>
                    <a:cubicBezTo>
                      <a:pt x="33577" y="2226"/>
                      <a:pt x="33532" y="1776"/>
                      <a:pt x="33465" y="1327"/>
                    </a:cubicBezTo>
                    <a:cubicBezTo>
                      <a:pt x="33397" y="877"/>
                      <a:pt x="33307" y="427"/>
                      <a:pt x="33195" y="0"/>
                    </a:cubicBezTo>
                    <a:lnTo>
                      <a:pt x="35849" y="0"/>
                    </a:lnTo>
                    <a:close/>
                  </a:path>
                </a:pathLst>
              </a:custGeom>
              <a:solidFill>
                <a:srgbClr val="231F20"/>
              </a:solidFill>
              <a:ln w="2249" cap="flat">
                <a:noFill/>
                <a:prstDash val="solid"/>
                <a:miter/>
              </a:ln>
            </p:spPr>
            <p:txBody>
              <a:bodyPr rtlCol="0" anchor="ctr"/>
              <a:lstStyle/>
              <a:p>
                <a:endParaRPr lang="en-US"/>
              </a:p>
            </p:txBody>
          </p:sp>
          <p:sp>
            <p:nvSpPr>
              <p:cNvPr id="18546" name="Freeform 18545">
                <a:extLst>
                  <a:ext uri="{FF2B5EF4-FFF2-40B4-BE49-F238E27FC236}">
                    <a16:creationId xmlns:a16="http://schemas.microsoft.com/office/drawing/2014/main" id="{5CB408C8-F1B2-050B-7D9F-14993DB50FD8}"/>
                  </a:ext>
                </a:extLst>
              </p:cNvPr>
              <p:cNvSpPr/>
              <p:nvPr/>
            </p:nvSpPr>
            <p:spPr>
              <a:xfrm>
                <a:off x="5221561" y="5433114"/>
                <a:ext cx="38884" cy="3553"/>
              </a:xfrm>
              <a:custGeom>
                <a:avLst/>
                <a:gdLst>
                  <a:gd name="connsiteX0" fmla="*/ 4813 w 38884"/>
                  <a:gd name="connsiteY0" fmla="*/ 3553 h 3553"/>
                  <a:gd name="connsiteX1" fmla="*/ 0 w 38884"/>
                  <a:gd name="connsiteY1" fmla="*/ 3553 h 3553"/>
                  <a:gd name="connsiteX2" fmla="*/ 0 w 38884"/>
                  <a:gd name="connsiteY2" fmla="*/ 0 h 3553"/>
                  <a:gd name="connsiteX3" fmla="*/ 4813 w 38884"/>
                  <a:gd name="connsiteY3" fmla="*/ 0 h 3553"/>
                  <a:gd name="connsiteX4" fmla="*/ 4813 w 38884"/>
                  <a:gd name="connsiteY4" fmla="*/ 3553 h 3553"/>
                  <a:gd name="connsiteX5" fmla="*/ 38885 w 38884"/>
                  <a:gd name="connsiteY5" fmla="*/ 3396 h 3553"/>
                  <a:gd name="connsiteX6" fmla="*/ 10930 w 38884"/>
                  <a:gd name="connsiteY6" fmla="*/ 3396 h 3553"/>
                  <a:gd name="connsiteX7" fmla="*/ 10930 w 38884"/>
                  <a:gd name="connsiteY7" fmla="*/ 157 h 3553"/>
                  <a:gd name="connsiteX8" fmla="*/ 38885 w 38884"/>
                  <a:gd name="connsiteY8" fmla="*/ 157 h 3553"/>
                  <a:gd name="connsiteX9" fmla="*/ 38885 w 38884"/>
                  <a:gd name="connsiteY9" fmla="*/ 3396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84" h="3553">
                    <a:moveTo>
                      <a:pt x="4813" y="3553"/>
                    </a:moveTo>
                    <a:lnTo>
                      <a:pt x="0" y="3553"/>
                    </a:lnTo>
                    <a:lnTo>
                      <a:pt x="0" y="0"/>
                    </a:lnTo>
                    <a:lnTo>
                      <a:pt x="4813" y="0"/>
                    </a:lnTo>
                    <a:lnTo>
                      <a:pt x="4813" y="3553"/>
                    </a:lnTo>
                    <a:close/>
                    <a:moveTo>
                      <a:pt x="38885" y="3396"/>
                    </a:moveTo>
                    <a:lnTo>
                      <a:pt x="10930" y="3396"/>
                    </a:lnTo>
                    <a:lnTo>
                      <a:pt x="10930" y="157"/>
                    </a:lnTo>
                    <a:lnTo>
                      <a:pt x="38885" y="157"/>
                    </a:lnTo>
                    <a:lnTo>
                      <a:pt x="38885" y="3396"/>
                    </a:lnTo>
                    <a:close/>
                  </a:path>
                </a:pathLst>
              </a:custGeom>
              <a:solidFill>
                <a:srgbClr val="231F20"/>
              </a:solidFill>
              <a:ln w="2249" cap="flat">
                <a:noFill/>
                <a:prstDash val="solid"/>
                <a:miter/>
              </a:ln>
            </p:spPr>
            <p:txBody>
              <a:bodyPr rtlCol="0" anchor="ctr"/>
              <a:lstStyle/>
              <a:p>
                <a:endParaRPr lang="en-US"/>
              </a:p>
            </p:txBody>
          </p:sp>
          <p:sp>
            <p:nvSpPr>
              <p:cNvPr id="18547" name="Freeform 18546">
                <a:extLst>
                  <a:ext uri="{FF2B5EF4-FFF2-40B4-BE49-F238E27FC236}">
                    <a16:creationId xmlns:a16="http://schemas.microsoft.com/office/drawing/2014/main" id="{EBFEB9A6-6DE6-3B7D-6650-BCCEDB153368}"/>
                  </a:ext>
                </a:extLst>
              </p:cNvPr>
              <p:cNvSpPr/>
              <p:nvPr/>
            </p:nvSpPr>
            <p:spPr>
              <a:xfrm>
                <a:off x="5231704" y="5400954"/>
                <a:ext cx="29483" cy="25908"/>
              </a:xfrm>
              <a:custGeom>
                <a:avLst/>
                <a:gdLst>
                  <a:gd name="connsiteX0" fmla="*/ 29484 w 29483"/>
                  <a:gd name="connsiteY0" fmla="*/ 12954 h 25908"/>
                  <a:gd name="connsiteX1" fmla="*/ 28517 w 29483"/>
                  <a:gd name="connsiteY1" fmla="*/ 17992 h 25908"/>
                  <a:gd name="connsiteX2" fmla="*/ 25773 w 29483"/>
                  <a:gd name="connsiteY2" fmla="*/ 22085 h 25908"/>
                  <a:gd name="connsiteX3" fmla="*/ 21185 w 29483"/>
                  <a:gd name="connsiteY3" fmla="*/ 24874 h 25908"/>
                  <a:gd name="connsiteX4" fmla="*/ 14753 w 29483"/>
                  <a:gd name="connsiteY4" fmla="*/ 25908 h 25908"/>
                  <a:gd name="connsiteX5" fmla="*/ 8996 w 29483"/>
                  <a:gd name="connsiteY5" fmla="*/ 25098 h 25908"/>
                  <a:gd name="connsiteX6" fmla="*/ 4318 w 29483"/>
                  <a:gd name="connsiteY6" fmla="*/ 22670 h 25908"/>
                  <a:gd name="connsiteX7" fmla="*/ 1170 w 29483"/>
                  <a:gd name="connsiteY7" fmla="*/ 18621 h 25908"/>
                  <a:gd name="connsiteX8" fmla="*/ 0 w 29483"/>
                  <a:gd name="connsiteY8" fmla="*/ 12954 h 25908"/>
                  <a:gd name="connsiteX9" fmla="*/ 1170 w 29483"/>
                  <a:gd name="connsiteY9" fmla="*/ 7242 h 25908"/>
                  <a:gd name="connsiteX10" fmla="*/ 4296 w 29483"/>
                  <a:gd name="connsiteY10" fmla="*/ 3194 h 25908"/>
                  <a:gd name="connsiteX11" fmla="*/ 8973 w 29483"/>
                  <a:gd name="connsiteY11" fmla="*/ 787 h 25908"/>
                  <a:gd name="connsiteX12" fmla="*/ 14753 w 29483"/>
                  <a:gd name="connsiteY12" fmla="*/ 0 h 25908"/>
                  <a:gd name="connsiteX13" fmla="*/ 20803 w 29483"/>
                  <a:gd name="connsiteY13" fmla="*/ 922 h 25908"/>
                  <a:gd name="connsiteX14" fmla="*/ 25436 w 29483"/>
                  <a:gd name="connsiteY14" fmla="*/ 3531 h 25908"/>
                  <a:gd name="connsiteX15" fmla="*/ 28427 w 29483"/>
                  <a:gd name="connsiteY15" fmla="*/ 7624 h 25908"/>
                  <a:gd name="connsiteX16" fmla="*/ 29484 w 29483"/>
                  <a:gd name="connsiteY16" fmla="*/ 12932 h 25908"/>
                  <a:gd name="connsiteX17" fmla="*/ 14753 w 29483"/>
                  <a:gd name="connsiteY17" fmla="*/ 3441 h 25908"/>
                  <a:gd name="connsiteX18" fmla="*/ 10120 w 29483"/>
                  <a:gd name="connsiteY18" fmla="*/ 3981 h 25908"/>
                  <a:gd name="connsiteX19" fmla="*/ 6365 w 29483"/>
                  <a:gd name="connsiteY19" fmla="*/ 5645 h 25908"/>
                  <a:gd name="connsiteX20" fmla="*/ 3846 w 29483"/>
                  <a:gd name="connsiteY20" fmla="*/ 8569 h 25908"/>
                  <a:gd name="connsiteX21" fmla="*/ 2924 w 29483"/>
                  <a:gd name="connsiteY21" fmla="*/ 12932 h 25908"/>
                  <a:gd name="connsiteX22" fmla="*/ 3913 w 29483"/>
                  <a:gd name="connsiteY22" fmla="*/ 17272 h 25908"/>
                  <a:gd name="connsiteX23" fmla="*/ 6567 w 29483"/>
                  <a:gd name="connsiteY23" fmla="*/ 20218 h 25908"/>
                  <a:gd name="connsiteX24" fmla="*/ 10345 w 29483"/>
                  <a:gd name="connsiteY24" fmla="*/ 21882 h 25908"/>
                  <a:gd name="connsiteX25" fmla="*/ 14753 w 29483"/>
                  <a:gd name="connsiteY25" fmla="*/ 22422 h 25908"/>
                  <a:gd name="connsiteX26" fmla="*/ 19521 w 29483"/>
                  <a:gd name="connsiteY26" fmla="*/ 21793 h 25908"/>
                  <a:gd name="connsiteX27" fmla="*/ 23277 w 29483"/>
                  <a:gd name="connsiteY27" fmla="*/ 19993 h 25908"/>
                  <a:gd name="connsiteX28" fmla="*/ 25706 w 29483"/>
                  <a:gd name="connsiteY28" fmla="*/ 17025 h 25908"/>
                  <a:gd name="connsiteX29" fmla="*/ 26560 w 29483"/>
                  <a:gd name="connsiteY29" fmla="*/ 12932 h 25908"/>
                  <a:gd name="connsiteX30" fmla="*/ 25571 w 29483"/>
                  <a:gd name="connsiteY30" fmla="*/ 8591 h 25908"/>
                  <a:gd name="connsiteX31" fmla="*/ 22895 w 29483"/>
                  <a:gd name="connsiteY31" fmla="*/ 5645 h 25908"/>
                  <a:gd name="connsiteX32" fmla="*/ 19116 w 29483"/>
                  <a:gd name="connsiteY32" fmla="*/ 3981 h 25908"/>
                  <a:gd name="connsiteX33" fmla="*/ 14753 w 29483"/>
                  <a:gd name="connsiteY33" fmla="*/ 3441 h 25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9483" h="25908">
                    <a:moveTo>
                      <a:pt x="29484" y="12954"/>
                    </a:moveTo>
                    <a:cubicBezTo>
                      <a:pt x="29439" y="14753"/>
                      <a:pt x="29124" y="16440"/>
                      <a:pt x="28517" y="17992"/>
                    </a:cubicBezTo>
                    <a:cubicBezTo>
                      <a:pt x="27910" y="19566"/>
                      <a:pt x="26988" y="20915"/>
                      <a:pt x="25773" y="22085"/>
                    </a:cubicBezTo>
                    <a:cubicBezTo>
                      <a:pt x="24559" y="23254"/>
                      <a:pt x="23029" y="24176"/>
                      <a:pt x="21185" y="24874"/>
                    </a:cubicBezTo>
                    <a:cubicBezTo>
                      <a:pt x="19341" y="25571"/>
                      <a:pt x="17205" y="25908"/>
                      <a:pt x="14753" y="25908"/>
                    </a:cubicBezTo>
                    <a:cubicBezTo>
                      <a:pt x="12707" y="25908"/>
                      <a:pt x="10795" y="25638"/>
                      <a:pt x="8996" y="25098"/>
                    </a:cubicBezTo>
                    <a:cubicBezTo>
                      <a:pt x="7219" y="24559"/>
                      <a:pt x="5667" y="23749"/>
                      <a:pt x="4318" y="22670"/>
                    </a:cubicBezTo>
                    <a:cubicBezTo>
                      <a:pt x="2991" y="21590"/>
                      <a:pt x="1934" y="20241"/>
                      <a:pt x="1170" y="18621"/>
                    </a:cubicBezTo>
                    <a:cubicBezTo>
                      <a:pt x="405" y="17002"/>
                      <a:pt x="0" y="15113"/>
                      <a:pt x="0" y="12954"/>
                    </a:cubicBezTo>
                    <a:cubicBezTo>
                      <a:pt x="0" y="10795"/>
                      <a:pt x="382" y="8861"/>
                      <a:pt x="1170" y="7242"/>
                    </a:cubicBezTo>
                    <a:cubicBezTo>
                      <a:pt x="1934" y="5622"/>
                      <a:pt x="2991" y="4273"/>
                      <a:pt x="4296" y="3194"/>
                    </a:cubicBezTo>
                    <a:cubicBezTo>
                      <a:pt x="5600" y="2114"/>
                      <a:pt x="7174" y="1305"/>
                      <a:pt x="8973" y="787"/>
                    </a:cubicBezTo>
                    <a:cubicBezTo>
                      <a:pt x="10773" y="270"/>
                      <a:pt x="12707" y="0"/>
                      <a:pt x="14753" y="0"/>
                    </a:cubicBezTo>
                    <a:cubicBezTo>
                      <a:pt x="16980" y="0"/>
                      <a:pt x="19004" y="315"/>
                      <a:pt x="20803" y="922"/>
                    </a:cubicBezTo>
                    <a:cubicBezTo>
                      <a:pt x="22602" y="1529"/>
                      <a:pt x="24154" y="2407"/>
                      <a:pt x="25436" y="3531"/>
                    </a:cubicBezTo>
                    <a:cubicBezTo>
                      <a:pt x="26740" y="4655"/>
                      <a:pt x="27730" y="6027"/>
                      <a:pt x="28427" y="7624"/>
                    </a:cubicBezTo>
                    <a:cubicBezTo>
                      <a:pt x="29124" y="9221"/>
                      <a:pt x="29484" y="10997"/>
                      <a:pt x="29484" y="12932"/>
                    </a:cubicBezTo>
                    <a:close/>
                    <a:moveTo>
                      <a:pt x="14753" y="3441"/>
                    </a:moveTo>
                    <a:cubicBezTo>
                      <a:pt x="13089" y="3441"/>
                      <a:pt x="11560" y="3621"/>
                      <a:pt x="10120" y="3981"/>
                    </a:cubicBezTo>
                    <a:cubicBezTo>
                      <a:pt x="8681" y="4341"/>
                      <a:pt x="7422" y="4903"/>
                      <a:pt x="6365" y="5645"/>
                    </a:cubicBezTo>
                    <a:cubicBezTo>
                      <a:pt x="5308" y="6409"/>
                      <a:pt x="4475" y="7377"/>
                      <a:pt x="3846" y="8569"/>
                    </a:cubicBezTo>
                    <a:cubicBezTo>
                      <a:pt x="3216" y="9761"/>
                      <a:pt x="2924" y="11222"/>
                      <a:pt x="2924" y="12932"/>
                    </a:cubicBezTo>
                    <a:cubicBezTo>
                      <a:pt x="2924" y="14641"/>
                      <a:pt x="3261" y="16080"/>
                      <a:pt x="3913" y="17272"/>
                    </a:cubicBezTo>
                    <a:cubicBezTo>
                      <a:pt x="4588" y="18487"/>
                      <a:pt x="5465" y="19454"/>
                      <a:pt x="6567" y="20218"/>
                    </a:cubicBezTo>
                    <a:cubicBezTo>
                      <a:pt x="7669" y="20983"/>
                      <a:pt x="8928" y="21523"/>
                      <a:pt x="10345" y="21882"/>
                    </a:cubicBezTo>
                    <a:cubicBezTo>
                      <a:pt x="11762" y="22242"/>
                      <a:pt x="13224" y="22422"/>
                      <a:pt x="14753" y="22422"/>
                    </a:cubicBezTo>
                    <a:cubicBezTo>
                      <a:pt x="16485" y="22422"/>
                      <a:pt x="18082" y="22220"/>
                      <a:pt x="19521" y="21793"/>
                    </a:cubicBezTo>
                    <a:cubicBezTo>
                      <a:pt x="20983" y="21388"/>
                      <a:pt x="22220" y="20780"/>
                      <a:pt x="23277" y="19993"/>
                    </a:cubicBezTo>
                    <a:cubicBezTo>
                      <a:pt x="24311" y="19206"/>
                      <a:pt x="25121" y="18217"/>
                      <a:pt x="25706" y="17025"/>
                    </a:cubicBezTo>
                    <a:cubicBezTo>
                      <a:pt x="26290" y="15833"/>
                      <a:pt x="26560" y="14461"/>
                      <a:pt x="26560" y="12932"/>
                    </a:cubicBezTo>
                    <a:cubicBezTo>
                      <a:pt x="26560" y="11245"/>
                      <a:pt x="26223" y="9783"/>
                      <a:pt x="25571" y="8591"/>
                    </a:cubicBezTo>
                    <a:cubicBezTo>
                      <a:pt x="24896" y="7377"/>
                      <a:pt x="24019" y="6409"/>
                      <a:pt x="22895" y="5645"/>
                    </a:cubicBezTo>
                    <a:cubicBezTo>
                      <a:pt x="21770" y="4880"/>
                      <a:pt x="20510" y="4341"/>
                      <a:pt x="19116" y="3981"/>
                    </a:cubicBezTo>
                    <a:cubicBezTo>
                      <a:pt x="17722" y="3621"/>
                      <a:pt x="16260" y="3441"/>
                      <a:pt x="14753" y="3441"/>
                    </a:cubicBezTo>
                    <a:close/>
                  </a:path>
                </a:pathLst>
              </a:custGeom>
              <a:solidFill>
                <a:srgbClr val="231F20"/>
              </a:solidFill>
              <a:ln w="2249" cap="flat">
                <a:noFill/>
                <a:prstDash val="solid"/>
                <a:miter/>
              </a:ln>
            </p:spPr>
            <p:txBody>
              <a:bodyPr rtlCol="0" anchor="ctr"/>
              <a:lstStyle/>
              <a:p>
                <a:endParaRPr lang="en-US"/>
              </a:p>
            </p:txBody>
          </p:sp>
          <p:sp>
            <p:nvSpPr>
              <p:cNvPr id="18548" name="Freeform 18547">
                <a:extLst>
                  <a:ext uri="{FF2B5EF4-FFF2-40B4-BE49-F238E27FC236}">
                    <a16:creationId xmlns:a16="http://schemas.microsoft.com/office/drawing/2014/main" id="{8B2B6D17-3B18-4A80-C5B4-A1FBC56D8DE9}"/>
                  </a:ext>
                </a:extLst>
              </p:cNvPr>
              <p:cNvSpPr/>
              <p:nvPr/>
            </p:nvSpPr>
            <p:spPr>
              <a:xfrm>
                <a:off x="5231726" y="5372819"/>
                <a:ext cx="28741" cy="22197"/>
              </a:xfrm>
              <a:custGeom>
                <a:avLst/>
                <a:gdLst>
                  <a:gd name="connsiteX0" fmla="*/ 28719 w 28741"/>
                  <a:gd name="connsiteY0" fmla="*/ 18959 h 22197"/>
                  <a:gd name="connsiteX1" fmla="*/ 28719 w 28741"/>
                  <a:gd name="connsiteY1" fmla="*/ 22197 h 22197"/>
                  <a:gd name="connsiteX2" fmla="*/ 765 w 28741"/>
                  <a:gd name="connsiteY2" fmla="*/ 22197 h 22197"/>
                  <a:gd name="connsiteX3" fmla="*/ 765 w 28741"/>
                  <a:gd name="connsiteY3" fmla="*/ 18959 h 22197"/>
                  <a:gd name="connsiteX4" fmla="*/ 4655 w 28741"/>
                  <a:gd name="connsiteY4" fmla="*/ 18959 h 22197"/>
                  <a:gd name="connsiteX5" fmla="*/ 1305 w 28741"/>
                  <a:gd name="connsiteY5" fmla="*/ 14933 h 22197"/>
                  <a:gd name="connsiteX6" fmla="*/ 0 w 28741"/>
                  <a:gd name="connsiteY6" fmla="*/ 9940 h 22197"/>
                  <a:gd name="connsiteX7" fmla="*/ 900 w 28741"/>
                  <a:gd name="connsiteY7" fmla="*/ 5128 h 22197"/>
                  <a:gd name="connsiteX8" fmla="*/ 4003 w 28741"/>
                  <a:gd name="connsiteY8" fmla="*/ 1394 h 22197"/>
                  <a:gd name="connsiteX9" fmla="*/ 7107 w 28741"/>
                  <a:gd name="connsiteY9" fmla="*/ 180 h 22197"/>
                  <a:gd name="connsiteX10" fmla="*/ 10435 w 28741"/>
                  <a:gd name="connsiteY10" fmla="*/ 0 h 22197"/>
                  <a:gd name="connsiteX11" fmla="*/ 28742 w 28741"/>
                  <a:gd name="connsiteY11" fmla="*/ 0 h 22197"/>
                  <a:gd name="connsiteX12" fmla="*/ 28742 w 28741"/>
                  <a:gd name="connsiteY12" fmla="*/ 3239 h 22197"/>
                  <a:gd name="connsiteX13" fmla="*/ 10503 w 28741"/>
                  <a:gd name="connsiteY13" fmla="*/ 3239 h 22197"/>
                  <a:gd name="connsiteX14" fmla="*/ 4835 w 28741"/>
                  <a:gd name="connsiteY14" fmla="*/ 4903 h 22197"/>
                  <a:gd name="connsiteX15" fmla="*/ 2946 w 28741"/>
                  <a:gd name="connsiteY15" fmla="*/ 10458 h 22197"/>
                  <a:gd name="connsiteX16" fmla="*/ 3396 w 28741"/>
                  <a:gd name="connsiteY16" fmla="*/ 13201 h 22197"/>
                  <a:gd name="connsiteX17" fmla="*/ 4610 w 28741"/>
                  <a:gd name="connsiteY17" fmla="*/ 15450 h 22197"/>
                  <a:gd name="connsiteX18" fmla="*/ 6342 w 28741"/>
                  <a:gd name="connsiteY18" fmla="*/ 17160 h 22197"/>
                  <a:gd name="connsiteX19" fmla="*/ 8389 w 28741"/>
                  <a:gd name="connsiteY19" fmla="*/ 18239 h 22197"/>
                  <a:gd name="connsiteX20" fmla="*/ 10975 w 28741"/>
                  <a:gd name="connsiteY20" fmla="*/ 18824 h 22197"/>
                  <a:gd name="connsiteX21" fmla="*/ 13674 w 28741"/>
                  <a:gd name="connsiteY21" fmla="*/ 18936 h 22197"/>
                  <a:gd name="connsiteX22" fmla="*/ 28742 w 28741"/>
                  <a:gd name="connsiteY22" fmla="*/ 18936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8741" h="22197">
                    <a:moveTo>
                      <a:pt x="28719" y="18959"/>
                    </a:moveTo>
                    <a:lnTo>
                      <a:pt x="28719" y="22197"/>
                    </a:lnTo>
                    <a:lnTo>
                      <a:pt x="765" y="22197"/>
                    </a:lnTo>
                    <a:lnTo>
                      <a:pt x="765" y="18959"/>
                    </a:lnTo>
                    <a:lnTo>
                      <a:pt x="4655" y="18959"/>
                    </a:lnTo>
                    <a:cubicBezTo>
                      <a:pt x="3283" y="17655"/>
                      <a:pt x="2181" y="16327"/>
                      <a:pt x="1305" y="14933"/>
                    </a:cubicBezTo>
                    <a:cubicBezTo>
                      <a:pt x="450" y="13539"/>
                      <a:pt x="0" y="11875"/>
                      <a:pt x="0" y="9940"/>
                    </a:cubicBezTo>
                    <a:cubicBezTo>
                      <a:pt x="0" y="8209"/>
                      <a:pt x="292" y="6612"/>
                      <a:pt x="900" y="5128"/>
                    </a:cubicBezTo>
                    <a:cubicBezTo>
                      <a:pt x="1507" y="3643"/>
                      <a:pt x="2519" y="2407"/>
                      <a:pt x="4003" y="1394"/>
                    </a:cubicBezTo>
                    <a:cubicBezTo>
                      <a:pt x="5015" y="720"/>
                      <a:pt x="6050" y="315"/>
                      <a:pt x="7107" y="180"/>
                    </a:cubicBezTo>
                    <a:cubicBezTo>
                      <a:pt x="8164" y="45"/>
                      <a:pt x="9266" y="0"/>
                      <a:pt x="10435" y="0"/>
                    </a:cubicBezTo>
                    <a:lnTo>
                      <a:pt x="28742" y="0"/>
                    </a:lnTo>
                    <a:lnTo>
                      <a:pt x="28742" y="3239"/>
                    </a:lnTo>
                    <a:lnTo>
                      <a:pt x="10503" y="3239"/>
                    </a:lnTo>
                    <a:cubicBezTo>
                      <a:pt x="7984" y="3239"/>
                      <a:pt x="6095" y="3801"/>
                      <a:pt x="4835" y="4903"/>
                    </a:cubicBezTo>
                    <a:cubicBezTo>
                      <a:pt x="3576" y="6005"/>
                      <a:pt x="2946" y="7871"/>
                      <a:pt x="2946" y="10458"/>
                    </a:cubicBezTo>
                    <a:cubicBezTo>
                      <a:pt x="2946" y="11470"/>
                      <a:pt x="3104" y="12392"/>
                      <a:pt x="3396" y="13201"/>
                    </a:cubicBezTo>
                    <a:cubicBezTo>
                      <a:pt x="3711" y="14033"/>
                      <a:pt x="4116" y="14776"/>
                      <a:pt x="4610" y="15450"/>
                    </a:cubicBezTo>
                    <a:cubicBezTo>
                      <a:pt x="5105" y="16125"/>
                      <a:pt x="5690" y="16687"/>
                      <a:pt x="6342" y="17160"/>
                    </a:cubicBezTo>
                    <a:cubicBezTo>
                      <a:pt x="6994" y="17632"/>
                      <a:pt x="7669" y="17992"/>
                      <a:pt x="8389" y="18239"/>
                    </a:cubicBezTo>
                    <a:cubicBezTo>
                      <a:pt x="9288" y="18554"/>
                      <a:pt x="10143" y="18757"/>
                      <a:pt x="10975" y="18824"/>
                    </a:cubicBezTo>
                    <a:cubicBezTo>
                      <a:pt x="11807" y="18891"/>
                      <a:pt x="12707" y="18936"/>
                      <a:pt x="13674" y="18936"/>
                    </a:cubicBezTo>
                    <a:lnTo>
                      <a:pt x="28742" y="18936"/>
                    </a:lnTo>
                    <a:close/>
                  </a:path>
                </a:pathLst>
              </a:custGeom>
              <a:solidFill>
                <a:srgbClr val="231F20"/>
              </a:solidFill>
              <a:ln w="2249" cap="flat">
                <a:noFill/>
                <a:prstDash val="solid"/>
                <a:miter/>
              </a:ln>
            </p:spPr>
            <p:txBody>
              <a:bodyPr rtlCol="0" anchor="ctr"/>
              <a:lstStyle/>
              <a:p>
                <a:endParaRPr lang="en-US"/>
              </a:p>
            </p:txBody>
          </p:sp>
        </p:grpSp>
        <p:sp>
          <p:nvSpPr>
            <p:cNvPr id="3469" name="TextBox 3468">
              <a:extLst>
                <a:ext uri="{FF2B5EF4-FFF2-40B4-BE49-F238E27FC236}">
                  <a16:creationId xmlns:a16="http://schemas.microsoft.com/office/drawing/2014/main" id="{54B6E79D-6942-61D4-757A-1D203F1E93E0}"/>
                </a:ext>
              </a:extLst>
            </p:cNvPr>
            <p:cNvSpPr txBox="1"/>
            <p:nvPr/>
          </p:nvSpPr>
          <p:spPr>
            <a:xfrm rot="16200000">
              <a:off x="2146951" y="5109401"/>
              <a:ext cx="930013" cy="369332"/>
            </a:xfrm>
            <a:prstGeom prst="rect">
              <a:avLst/>
            </a:prstGeom>
            <a:noFill/>
          </p:spPr>
          <p:txBody>
            <a:bodyPr wrap="square" rtlCol="0">
              <a:spAutoFit/>
            </a:bodyPr>
            <a:lstStyle/>
            <a:p>
              <a:pPr algn="ctr"/>
              <a:r>
                <a:rPr lang="en-US" b="1">
                  <a:solidFill>
                    <a:srgbClr val="7030A0"/>
                  </a:solidFill>
                  <a:latin typeface="HELVETICA LIGHT" panose="020B0403020202020204" pitchFamily="34" charset="0"/>
                </a:rPr>
                <a:t>B2-B1</a:t>
              </a:r>
            </a:p>
          </p:txBody>
        </p:sp>
      </p:grpSp>
      <p:sp>
        <p:nvSpPr>
          <p:cNvPr id="26" name="Text 2">
            <a:extLst>
              <a:ext uri="{FF2B5EF4-FFF2-40B4-BE49-F238E27FC236}">
                <a16:creationId xmlns:a16="http://schemas.microsoft.com/office/drawing/2014/main" id="{E80644D5-2BBB-5EF8-5A95-2EA60FBE8F15}"/>
              </a:ext>
            </a:extLst>
          </p:cNvPr>
          <p:cNvSpPr/>
          <p:nvPr/>
        </p:nvSpPr>
        <p:spPr>
          <a:xfrm>
            <a:off x="343507" y="164865"/>
            <a:ext cx="10593197" cy="457245"/>
          </a:xfrm>
          <a:prstGeom prst="rect">
            <a:avLst/>
          </a:prstGeom>
          <a:noFill/>
          <a:ln/>
        </p:spPr>
        <p:txBody>
          <a:bodyPr wrap="square" lIns="0" tIns="0" rIns="0" bIns="0" rtlCol="0" anchor="ctr">
            <a:normAutofit/>
          </a:bodyPr>
          <a:lstStyle/>
          <a:p>
            <a:pPr marL="0" indent="0">
              <a:buNone/>
            </a:pPr>
            <a:r>
              <a:rPr lang="en-US" sz="2600" dirty="0">
                <a:latin typeface="Helvetica" pitchFamily="2" charset="0"/>
              </a:rPr>
              <a:t>Gaze-pattern completion at retrieval marks discrimination success</a:t>
            </a:r>
          </a:p>
        </p:txBody>
      </p:sp>
      <p:grpSp>
        <p:nvGrpSpPr>
          <p:cNvPr id="51" name="Group 50">
            <a:extLst>
              <a:ext uri="{FF2B5EF4-FFF2-40B4-BE49-F238E27FC236}">
                <a16:creationId xmlns:a16="http://schemas.microsoft.com/office/drawing/2014/main" id="{F1D968E5-D739-7210-AB48-BB09F23F6100}"/>
              </a:ext>
            </a:extLst>
          </p:cNvPr>
          <p:cNvGrpSpPr/>
          <p:nvPr/>
        </p:nvGrpSpPr>
        <p:grpSpPr>
          <a:xfrm>
            <a:off x="1360127" y="1434542"/>
            <a:ext cx="3345437" cy="2377837"/>
            <a:chOff x="1360127" y="1434542"/>
            <a:chExt cx="3345437" cy="2377837"/>
          </a:xfrm>
        </p:grpSpPr>
        <p:grpSp>
          <p:nvGrpSpPr>
            <p:cNvPr id="47" name="Group 46">
              <a:extLst>
                <a:ext uri="{FF2B5EF4-FFF2-40B4-BE49-F238E27FC236}">
                  <a16:creationId xmlns:a16="http://schemas.microsoft.com/office/drawing/2014/main" id="{717B2A4E-E5ED-CDED-3FCF-AFB63DFC3B84}"/>
                </a:ext>
              </a:extLst>
            </p:cNvPr>
            <p:cNvGrpSpPr/>
            <p:nvPr/>
          </p:nvGrpSpPr>
          <p:grpSpPr>
            <a:xfrm>
              <a:off x="1408201" y="1434542"/>
              <a:ext cx="3297363" cy="2377837"/>
              <a:chOff x="1408201" y="1434542"/>
              <a:chExt cx="3297363" cy="2377837"/>
            </a:xfrm>
          </p:grpSpPr>
          <p:grpSp>
            <p:nvGrpSpPr>
              <p:cNvPr id="27" name="Group 26">
                <a:extLst>
                  <a:ext uri="{FF2B5EF4-FFF2-40B4-BE49-F238E27FC236}">
                    <a16:creationId xmlns:a16="http://schemas.microsoft.com/office/drawing/2014/main" id="{5094D662-2518-3C10-5920-97CF6BD71637}"/>
                  </a:ext>
                </a:extLst>
              </p:cNvPr>
              <p:cNvGrpSpPr/>
              <p:nvPr/>
            </p:nvGrpSpPr>
            <p:grpSpPr>
              <a:xfrm>
                <a:off x="1803144" y="1434542"/>
                <a:ext cx="2188847" cy="2377837"/>
                <a:chOff x="2408786" y="2883328"/>
                <a:chExt cx="2188847" cy="2377837"/>
              </a:xfrm>
            </p:grpSpPr>
            <p:sp>
              <p:nvSpPr>
                <p:cNvPr id="28" name="TextBox 27">
                  <a:extLst>
                    <a:ext uri="{FF2B5EF4-FFF2-40B4-BE49-F238E27FC236}">
                      <a16:creationId xmlns:a16="http://schemas.microsoft.com/office/drawing/2014/main" id="{76CC52FF-2456-DD17-BFF0-AAAA8BEA8BC4}"/>
                    </a:ext>
                  </a:extLst>
                </p:cNvPr>
                <p:cNvSpPr txBox="1"/>
                <p:nvPr/>
              </p:nvSpPr>
              <p:spPr>
                <a:xfrm>
                  <a:off x="3783980" y="4891833"/>
                  <a:ext cx="466794" cy="369332"/>
                </a:xfrm>
                <a:prstGeom prst="rect">
                  <a:avLst/>
                </a:prstGeom>
                <a:noFill/>
              </p:spPr>
              <p:txBody>
                <a:bodyPr wrap="none" rtlCol="0">
                  <a:spAutoFit/>
                </a:bodyPr>
                <a:lstStyle/>
                <a:p>
                  <a:pPr algn="l"/>
                  <a:r>
                    <a:rPr lang="en-US" spc="0" baseline="0" dirty="0">
                      <a:ln/>
                      <a:solidFill>
                        <a:srgbClr val="262626"/>
                      </a:solidFill>
                      <a:latin typeface="Helvetica-Light"/>
                      <a:sym typeface="Helvetica-Light"/>
                      <a:rtl val="0"/>
                    </a:rPr>
                    <a:t>B1</a:t>
                  </a:r>
                </a:p>
              </p:txBody>
            </p:sp>
            <p:sp>
              <p:nvSpPr>
                <p:cNvPr id="34" name="TextBox 33">
                  <a:extLst>
                    <a:ext uri="{FF2B5EF4-FFF2-40B4-BE49-F238E27FC236}">
                      <a16:creationId xmlns:a16="http://schemas.microsoft.com/office/drawing/2014/main" id="{3F9E635B-5241-A2F3-FFF9-DD36E6147145}"/>
                    </a:ext>
                  </a:extLst>
                </p:cNvPr>
                <p:cNvSpPr txBox="1"/>
                <p:nvPr/>
              </p:nvSpPr>
              <p:spPr>
                <a:xfrm>
                  <a:off x="2408786" y="4885370"/>
                  <a:ext cx="466794" cy="369332"/>
                </a:xfrm>
                <a:prstGeom prst="rect">
                  <a:avLst/>
                </a:prstGeom>
                <a:noFill/>
              </p:spPr>
              <p:txBody>
                <a:bodyPr wrap="none" rtlCol="0">
                  <a:spAutoFit/>
                </a:bodyPr>
                <a:lstStyle/>
                <a:p>
                  <a:pPr algn="l"/>
                  <a:r>
                    <a:rPr lang="en-US" dirty="0">
                      <a:ln/>
                      <a:solidFill>
                        <a:srgbClr val="262626"/>
                      </a:solidFill>
                      <a:latin typeface="Helvetica-Light"/>
                      <a:sym typeface="Helvetica-Light"/>
                      <a:rtl val="0"/>
                    </a:rPr>
                    <a:t>B2</a:t>
                  </a:r>
                  <a:endParaRPr lang="en-US" spc="0" baseline="0" dirty="0">
                    <a:ln/>
                    <a:solidFill>
                      <a:srgbClr val="262626"/>
                    </a:solidFill>
                    <a:latin typeface="Helvetica-Light"/>
                    <a:sym typeface="Helvetica-Light"/>
                    <a:rtl val="0"/>
                  </a:endParaRPr>
                </a:p>
              </p:txBody>
            </p:sp>
            <p:grpSp>
              <p:nvGrpSpPr>
                <p:cNvPr id="35" name="Group 34">
                  <a:extLst>
                    <a:ext uri="{FF2B5EF4-FFF2-40B4-BE49-F238E27FC236}">
                      <a16:creationId xmlns:a16="http://schemas.microsoft.com/office/drawing/2014/main" id="{EC45A95F-FE69-F79D-BBB7-9025F492E5AA}"/>
                    </a:ext>
                  </a:extLst>
                </p:cNvPr>
                <p:cNvGrpSpPr/>
                <p:nvPr/>
              </p:nvGrpSpPr>
              <p:grpSpPr>
                <a:xfrm>
                  <a:off x="2663853" y="2883328"/>
                  <a:ext cx="1933780" cy="2046917"/>
                  <a:chOff x="1828578" y="2883328"/>
                  <a:chExt cx="1933780" cy="2046917"/>
                </a:xfrm>
              </p:grpSpPr>
              <p:pic>
                <p:nvPicPr>
                  <p:cNvPr id="36" name="Picture 35">
                    <a:extLst>
                      <a:ext uri="{FF2B5EF4-FFF2-40B4-BE49-F238E27FC236}">
                        <a16:creationId xmlns:a16="http://schemas.microsoft.com/office/drawing/2014/main" id="{D232BB3B-61F5-3554-606C-5C4741E3A976}"/>
                      </a:ext>
                    </a:extLst>
                  </p:cNvPr>
                  <p:cNvPicPr>
                    <a:picLocks noChangeAspect="1"/>
                  </p:cNvPicPr>
                  <p:nvPr/>
                </p:nvPicPr>
                <p:blipFill>
                  <a:blip r:embed="rId3"/>
                  <a:stretch>
                    <a:fillRect/>
                  </a:stretch>
                </p:blipFill>
                <p:spPr>
                  <a:xfrm>
                    <a:off x="2500353" y="3665086"/>
                    <a:ext cx="1262005" cy="1265159"/>
                  </a:xfrm>
                  <a:custGeom>
                    <a:avLst/>
                    <a:gdLst>
                      <a:gd name="connsiteX0" fmla="*/ 46 w 1447800"/>
                      <a:gd name="connsiteY0" fmla="*/ -29 h 1451419"/>
                      <a:gd name="connsiteX1" fmla="*/ 1447846 w 1447800"/>
                      <a:gd name="connsiteY1" fmla="*/ -29 h 1451419"/>
                      <a:gd name="connsiteX2" fmla="*/ 1447846 w 1447800"/>
                      <a:gd name="connsiteY2" fmla="*/ 1451390 h 1451419"/>
                      <a:gd name="connsiteX3" fmla="*/ 46 w 1447800"/>
                      <a:gd name="connsiteY3" fmla="*/ 1451390 h 1451419"/>
                    </a:gdLst>
                    <a:ahLst/>
                    <a:cxnLst>
                      <a:cxn ang="0">
                        <a:pos x="connsiteX0" y="connsiteY0"/>
                      </a:cxn>
                      <a:cxn ang="0">
                        <a:pos x="connsiteX1" y="connsiteY1"/>
                      </a:cxn>
                      <a:cxn ang="0">
                        <a:pos x="connsiteX2" y="connsiteY2"/>
                      </a:cxn>
                      <a:cxn ang="0">
                        <a:pos x="connsiteX3" y="connsiteY3"/>
                      </a:cxn>
                    </a:cxnLst>
                    <a:rect l="l" t="t" r="r" b="b"/>
                    <a:pathLst>
                      <a:path w="1447800" h="1451419">
                        <a:moveTo>
                          <a:pt x="46" y="-29"/>
                        </a:moveTo>
                        <a:lnTo>
                          <a:pt x="1447846" y="-29"/>
                        </a:lnTo>
                        <a:lnTo>
                          <a:pt x="1447846" y="1451390"/>
                        </a:lnTo>
                        <a:lnTo>
                          <a:pt x="46" y="1451390"/>
                        </a:lnTo>
                        <a:close/>
                      </a:path>
                    </a:pathLst>
                  </a:custGeom>
                </p:spPr>
              </p:pic>
              <p:sp>
                <p:nvSpPr>
                  <p:cNvPr id="38" name="TextBox 37">
                    <a:extLst>
                      <a:ext uri="{FF2B5EF4-FFF2-40B4-BE49-F238E27FC236}">
                        <a16:creationId xmlns:a16="http://schemas.microsoft.com/office/drawing/2014/main" id="{EDC0E82A-ED36-B0FD-6831-A6D04984B7D6}"/>
                      </a:ext>
                    </a:extLst>
                  </p:cNvPr>
                  <p:cNvSpPr txBox="1"/>
                  <p:nvPr/>
                </p:nvSpPr>
                <p:spPr>
                  <a:xfrm>
                    <a:off x="1828578" y="2883328"/>
                    <a:ext cx="1287532" cy="369332"/>
                  </a:xfrm>
                  <a:prstGeom prst="rect">
                    <a:avLst/>
                  </a:prstGeom>
                  <a:noFill/>
                </p:spPr>
                <p:txBody>
                  <a:bodyPr wrap="none" rtlCol="0">
                    <a:spAutoFit/>
                  </a:bodyPr>
                  <a:lstStyle/>
                  <a:p>
                    <a:pPr algn="l"/>
                    <a:r>
                      <a:rPr lang="en-US" spc="0" baseline="0" dirty="0">
                        <a:ln/>
                        <a:solidFill>
                          <a:srgbClr val="231F20"/>
                        </a:solidFill>
                        <a:latin typeface="Helvetica-Light"/>
                        <a:sym typeface="Helvetica-Light"/>
                        <a:rtl val="0"/>
                      </a:rPr>
                      <a:t>At retrieval</a:t>
                    </a:r>
                  </a:p>
                </p:txBody>
              </p:sp>
            </p:grpSp>
          </p:grpSp>
          <p:sp>
            <p:nvSpPr>
              <p:cNvPr id="44" name="TextBox 43">
                <a:extLst>
                  <a:ext uri="{FF2B5EF4-FFF2-40B4-BE49-F238E27FC236}">
                    <a16:creationId xmlns:a16="http://schemas.microsoft.com/office/drawing/2014/main" id="{D15FEAFE-4095-A50E-2249-87D8875391C7}"/>
                  </a:ext>
                </a:extLst>
              </p:cNvPr>
              <p:cNvSpPr txBox="1"/>
              <p:nvPr/>
            </p:nvSpPr>
            <p:spPr>
              <a:xfrm>
                <a:off x="1408201" y="1795150"/>
                <a:ext cx="3297363" cy="369332"/>
              </a:xfrm>
              <a:prstGeom prst="rect">
                <a:avLst/>
              </a:prstGeom>
              <a:noFill/>
            </p:spPr>
            <p:txBody>
              <a:bodyPr wrap="square" rtlCol="0">
                <a:spAutoFit/>
              </a:bodyPr>
              <a:lstStyle/>
              <a:p>
                <a:pPr algn="l"/>
                <a:r>
                  <a:rPr lang="en-US" b="1" dirty="0">
                    <a:ln/>
                    <a:solidFill>
                      <a:srgbClr val="231F20"/>
                    </a:solidFill>
                    <a:latin typeface="Helvetica-Light"/>
                    <a:sym typeface="Helvetica-Light"/>
                    <a:rtl val="0"/>
                  </a:rPr>
                  <a:t>remembering the difference</a:t>
                </a:r>
                <a:endParaRPr lang="en-US" b="1" spc="0" baseline="0" dirty="0">
                  <a:ln/>
                  <a:solidFill>
                    <a:srgbClr val="231F20"/>
                  </a:solidFill>
                  <a:latin typeface="Helvetica-Light"/>
                  <a:sym typeface="Helvetica-Light"/>
                  <a:rtl val="0"/>
                </a:endParaRPr>
              </a:p>
            </p:txBody>
          </p:sp>
        </p:grpSp>
        <p:pic>
          <p:nvPicPr>
            <p:cNvPr id="45" name="Picture 44">
              <a:extLst>
                <a:ext uri="{FF2B5EF4-FFF2-40B4-BE49-F238E27FC236}">
                  <a16:creationId xmlns:a16="http://schemas.microsoft.com/office/drawing/2014/main" id="{4221818B-6928-59F5-64C7-F9F38A8EE5D3}"/>
                </a:ext>
              </a:extLst>
            </p:cNvPr>
            <p:cNvPicPr>
              <a:picLocks noChangeAspect="1"/>
            </p:cNvPicPr>
            <p:nvPr/>
          </p:nvPicPr>
          <p:blipFill>
            <a:blip r:embed="rId3"/>
            <a:stretch>
              <a:fillRect/>
            </a:stretch>
          </p:blipFill>
          <p:spPr>
            <a:xfrm>
              <a:off x="1360127" y="2184518"/>
              <a:ext cx="1262005" cy="1265159"/>
            </a:xfrm>
            <a:custGeom>
              <a:avLst/>
              <a:gdLst>
                <a:gd name="connsiteX0" fmla="*/ 46 w 1447800"/>
                <a:gd name="connsiteY0" fmla="*/ -29 h 1451419"/>
                <a:gd name="connsiteX1" fmla="*/ 1447846 w 1447800"/>
                <a:gd name="connsiteY1" fmla="*/ -29 h 1451419"/>
                <a:gd name="connsiteX2" fmla="*/ 1447846 w 1447800"/>
                <a:gd name="connsiteY2" fmla="*/ 1451390 h 1451419"/>
                <a:gd name="connsiteX3" fmla="*/ 46 w 1447800"/>
                <a:gd name="connsiteY3" fmla="*/ 1451390 h 1451419"/>
              </a:gdLst>
              <a:ahLst/>
              <a:cxnLst>
                <a:cxn ang="0">
                  <a:pos x="connsiteX0" y="connsiteY0"/>
                </a:cxn>
                <a:cxn ang="0">
                  <a:pos x="connsiteX1" y="connsiteY1"/>
                </a:cxn>
                <a:cxn ang="0">
                  <a:pos x="connsiteX2" y="connsiteY2"/>
                </a:cxn>
                <a:cxn ang="0">
                  <a:pos x="connsiteX3" y="connsiteY3"/>
                </a:cxn>
              </a:cxnLst>
              <a:rect l="l" t="t" r="r" b="b"/>
              <a:pathLst>
                <a:path w="1447800" h="1451419">
                  <a:moveTo>
                    <a:pt x="46" y="-29"/>
                  </a:moveTo>
                  <a:lnTo>
                    <a:pt x="1447846" y="-29"/>
                  </a:lnTo>
                  <a:lnTo>
                    <a:pt x="1447846" y="1451390"/>
                  </a:lnTo>
                  <a:lnTo>
                    <a:pt x="46" y="1451390"/>
                  </a:lnTo>
                  <a:close/>
                </a:path>
              </a:pathLst>
            </a:custGeom>
          </p:spPr>
        </p:pic>
      </p:grpSp>
    </p:spTree>
    <p:extLst>
      <p:ext uri="{BB962C8B-B14F-4D97-AF65-F5344CB8AC3E}">
        <p14:creationId xmlns:p14="http://schemas.microsoft.com/office/powerpoint/2010/main" val="37088946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47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829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295"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A585723F-212D-6B27-86DC-8A4FE094D3A8}"/>
              </a:ext>
            </a:extLst>
          </p:cNvPr>
          <p:cNvGrpSpPr/>
          <p:nvPr/>
        </p:nvGrpSpPr>
        <p:grpSpPr>
          <a:xfrm>
            <a:off x="5460105" y="1277154"/>
            <a:ext cx="1445463" cy="3266527"/>
            <a:chOff x="4510402" y="1511194"/>
            <a:chExt cx="1711702" cy="3868188"/>
          </a:xfrm>
        </p:grpSpPr>
        <p:grpSp>
          <p:nvGrpSpPr>
            <p:cNvPr id="17749" name="Graphic 4479">
              <a:extLst>
                <a:ext uri="{FF2B5EF4-FFF2-40B4-BE49-F238E27FC236}">
                  <a16:creationId xmlns:a16="http://schemas.microsoft.com/office/drawing/2014/main" id="{4D003056-6A42-5E29-8D25-15070E53A9E5}"/>
                </a:ext>
              </a:extLst>
            </p:cNvPr>
            <p:cNvGrpSpPr/>
            <p:nvPr/>
          </p:nvGrpSpPr>
          <p:grpSpPr>
            <a:xfrm>
              <a:off x="4510402" y="5235326"/>
              <a:ext cx="658949" cy="144056"/>
              <a:chOff x="4820324" y="4378577"/>
              <a:chExt cx="167164" cy="36545"/>
            </a:xfrm>
            <a:solidFill>
              <a:srgbClr val="231F20"/>
            </a:solidFill>
          </p:grpSpPr>
          <p:sp>
            <p:nvSpPr>
              <p:cNvPr id="17750" name="Freeform 17749">
                <a:extLst>
                  <a:ext uri="{FF2B5EF4-FFF2-40B4-BE49-F238E27FC236}">
                    <a16:creationId xmlns:a16="http://schemas.microsoft.com/office/drawing/2014/main" id="{B5E7DBF3-08A3-3DC7-A36E-A25BD19D1243}"/>
                  </a:ext>
                </a:extLst>
              </p:cNvPr>
              <p:cNvSpPr/>
              <p:nvPr/>
            </p:nvSpPr>
            <p:spPr>
              <a:xfrm>
                <a:off x="4820324" y="4385617"/>
                <a:ext cx="24895" cy="29461"/>
              </a:xfrm>
              <a:custGeom>
                <a:avLst/>
                <a:gdLst>
                  <a:gd name="connsiteX0" fmla="*/ 21163 w 24895"/>
                  <a:gd name="connsiteY0" fmla="*/ 9558 h 29461"/>
                  <a:gd name="connsiteX1" fmla="*/ 18194 w 24895"/>
                  <a:gd name="connsiteY1" fmla="*/ 4678 h 29461"/>
                  <a:gd name="connsiteX2" fmla="*/ 12841 w 24895"/>
                  <a:gd name="connsiteY2" fmla="*/ 2924 h 29461"/>
                  <a:gd name="connsiteX3" fmla="*/ 8568 w 24895"/>
                  <a:gd name="connsiteY3" fmla="*/ 3958 h 29461"/>
                  <a:gd name="connsiteX4" fmla="*/ 5645 w 24895"/>
                  <a:gd name="connsiteY4" fmla="*/ 6679 h 29461"/>
                  <a:gd name="connsiteX5" fmla="*/ 3980 w 24895"/>
                  <a:gd name="connsiteY5" fmla="*/ 10503 h 29461"/>
                  <a:gd name="connsiteX6" fmla="*/ 3441 w 24895"/>
                  <a:gd name="connsiteY6" fmla="*/ 14798 h 29461"/>
                  <a:gd name="connsiteX7" fmla="*/ 3958 w 24895"/>
                  <a:gd name="connsiteY7" fmla="*/ 19116 h 29461"/>
                  <a:gd name="connsiteX8" fmla="*/ 5600 w 24895"/>
                  <a:gd name="connsiteY8" fmla="*/ 22895 h 29461"/>
                  <a:gd name="connsiteX9" fmla="*/ 8523 w 24895"/>
                  <a:gd name="connsiteY9" fmla="*/ 25571 h 29461"/>
                  <a:gd name="connsiteX10" fmla="*/ 12841 w 24895"/>
                  <a:gd name="connsiteY10" fmla="*/ 26560 h 29461"/>
                  <a:gd name="connsiteX11" fmla="*/ 18644 w 24895"/>
                  <a:gd name="connsiteY11" fmla="*/ 24559 h 29461"/>
                  <a:gd name="connsiteX12" fmla="*/ 21432 w 24895"/>
                  <a:gd name="connsiteY12" fmla="*/ 19049 h 29461"/>
                  <a:gd name="connsiteX13" fmla="*/ 24896 w 24895"/>
                  <a:gd name="connsiteY13" fmla="*/ 19049 h 29461"/>
                  <a:gd name="connsiteX14" fmla="*/ 23524 w 24895"/>
                  <a:gd name="connsiteY14" fmla="*/ 23277 h 29461"/>
                  <a:gd name="connsiteX15" fmla="*/ 21095 w 24895"/>
                  <a:gd name="connsiteY15" fmla="*/ 26560 h 29461"/>
                  <a:gd name="connsiteX16" fmla="*/ 17564 w 24895"/>
                  <a:gd name="connsiteY16" fmla="*/ 28697 h 29461"/>
                  <a:gd name="connsiteX17" fmla="*/ 12864 w 24895"/>
                  <a:gd name="connsiteY17" fmla="*/ 29461 h 29461"/>
                  <a:gd name="connsiteX18" fmla="*/ 7084 w 24895"/>
                  <a:gd name="connsiteY18" fmla="*/ 28337 h 29461"/>
                  <a:gd name="connsiteX19" fmla="*/ 3081 w 24895"/>
                  <a:gd name="connsiteY19" fmla="*/ 25233 h 29461"/>
                  <a:gd name="connsiteX20" fmla="*/ 765 w 24895"/>
                  <a:gd name="connsiteY20" fmla="*/ 20556 h 29461"/>
                  <a:gd name="connsiteX21" fmla="*/ 0 w 24895"/>
                  <a:gd name="connsiteY21" fmla="*/ 14776 h 29461"/>
                  <a:gd name="connsiteX22" fmla="*/ 832 w 24895"/>
                  <a:gd name="connsiteY22" fmla="*/ 9198 h 29461"/>
                  <a:gd name="connsiteX23" fmla="*/ 3283 w 24895"/>
                  <a:gd name="connsiteY23" fmla="*/ 4475 h 29461"/>
                  <a:gd name="connsiteX24" fmla="*/ 7309 w 24895"/>
                  <a:gd name="connsiteY24" fmla="*/ 1215 h 29461"/>
                  <a:gd name="connsiteX25" fmla="*/ 12841 w 24895"/>
                  <a:gd name="connsiteY25" fmla="*/ 0 h 29461"/>
                  <a:gd name="connsiteX26" fmla="*/ 20690 w 24895"/>
                  <a:gd name="connsiteY26" fmla="*/ 2316 h 29461"/>
                  <a:gd name="connsiteX27" fmla="*/ 24446 w 24895"/>
                  <a:gd name="connsiteY27" fmla="*/ 9558 h 29461"/>
                  <a:gd name="connsiteX28" fmla="*/ 21163 w 24895"/>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5" h="29461">
                    <a:moveTo>
                      <a:pt x="21163" y="9558"/>
                    </a:moveTo>
                    <a:cubicBezTo>
                      <a:pt x="20578" y="7466"/>
                      <a:pt x="19588" y="5847"/>
                      <a:pt x="18194" y="4678"/>
                    </a:cubicBezTo>
                    <a:cubicBezTo>
                      <a:pt x="16800" y="3509"/>
                      <a:pt x="15000" y="2924"/>
                      <a:pt x="12841" y="2924"/>
                    </a:cubicBezTo>
                    <a:cubicBezTo>
                      <a:pt x="11177" y="2924"/>
                      <a:pt x="9760" y="3261"/>
                      <a:pt x="8568" y="3958"/>
                    </a:cubicBezTo>
                    <a:cubicBezTo>
                      <a:pt x="7376" y="4633"/>
                      <a:pt x="6409" y="5555"/>
                      <a:pt x="5645" y="6679"/>
                    </a:cubicBezTo>
                    <a:cubicBezTo>
                      <a:pt x="4880" y="7804"/>
                      <a:pt x="4340" y="9086"/>
                      <a:pt x="3980" y="10503"/>
                    </a:cubicBezTo>
                    <a:cubicBezTo>
                      <a:pt x="3621" y="11920"/>
                      <a:pt x="3441" y="13359"/>
                      <a:pt x="3441" y="14798"/>
                    </a:cubicBezTo>
                    <a:cubicBezTo>
                      <a:pt x="3441" y="16237"/>
                      <a:pt x="3621" y="17722"/>
                      <a:pt x="3958" y="19116"/>
                    </a:cubicBezTo>
                    <a:cubicBezTo>
                      <a:pt x="4295" y="20510"/>
                      <a:pt x="4858" y="21770"/>
                      <a:pt x="5600" y="22895"/>
                    </a:cubicBezTo>
                    <a:cubicBezTo>
                      <a:pt x="6342" y="24019"/>
                      <a:pt x="7332" y="24896"/>
                      <a:pt x="8523" y="25571"/>
                    </a:cubicBezTo>
                    <a:cubicBezTo>
                      <a:pt x="9715" y="26245"/>
                      <a:pt x="11155" y="26560"/>
                      <a:pt x="12841" y="26560"/>
                    </a:cubicBezTo>
                    <a:cubicBezTo>
                      <a:pt x="15248" y="26560"/>
                      <a:pt x="17182" y="25886"/>
                      <a:pt x="18644" y="24559"/>
                    </a:cubicBezTo>
                    <a:cubicBezTo>
                      <a:pt x="20106" y="23232"/>
                      <a:pt x="21028" y="21388"/>
                      <a:pt x="21432" y="19049"/>
                    </a:cubicBezTo>
                    <a:lnTo>
                      <a:pt x="24896" y="19049"/>
                    </a:lnTo>
                    <a:cubicBezTo>
                      <a:pt x="24603" y="20601"/>
                      <a:pt x="24154" y="22017"/>
                      <a:pt x="23524" y="23277"/>
                    </a:cubicBezTo>
                    <a:cubicBezTo>
                      <a:pt x="22894" y="24559"/>
                      <a:pt x="22085" y="25661"/>
                      <a:pt x="21095" y="26560"/>
                    </a:cubicBezTo>
                    <a:cubicBezTo>
                      <a:pt x="20106" y="27482"/>
                      <a:pt x="18936" y="28180"/>
                      <a:pt x="17564" y="28697"/>
                    </a:cubicBezTo>
                    <a:cubicBezTo>
                      <a:pt x="16192" y="29191"/>
                      <a:pt x="14641" y="29461"/>
                      <a:pt x="12864" y="29461"/>
                    </a:cubicBezTo>
                    <a:cubicBezTo>
                      <a:pt x="10638" y="29461"/>
                      <a:pt x="8703" y="29079"/>
                      <a:pt x="7084" y="28337"/>
                    </a:cubicBezTo>
                    <a:cubicBezTo>
                      <a:pt x="5465" y="27595"/>
                      <a:pt x="4138" y="26538"/>
                      <a:pt x="3081" y="25233"/>
                    </a:cubicBezTo>
                    <a:cubicBezTo>
                      <a:pt x="2046" y="23929"/>
                      <a:pt x="1259" y="22355"/>
                      <a:pt x="765" y="20556"/>
                    </a:cubicBezTo>
                    <a:cubicBezTo>
                      <a:pt x="270" y="18756"/>
                      <a:pt x="0" y="16822"/>
                      <a:pt x="0" y="14776"/>
                    </a:cubicBezTo>
                    <a:cubicBezTo>
                      <a:pt x="0" y="12841"/>
                      <a:pt x="270" y="10975"/>
                      <a:pt x="832" y="9198"/>
                    </a:cubicBezTo>
                    <a:cubicBezTo>
                      <a:pt x="1394" y="7422"/>
                      <a:pt x="2204" y="5847"/>
                      <a:pt x="3283" y="4475"/>
                    </a:cubicBezTo>
                    <a:cubicBezTo>
                      <a:pt x="4363" y="3104"/>
                      <a:pt x="5712" y="2024"/>
                      <a:pt x="7309" y="1215"/>
                    </a:cubicBezTo>
                    <a:cubicBezTo>
                      <a:pt x="8906" y="405"/>
                      <a:pt x="10750" y="0"/>
                      <a:pt x="12841" y="0"/>
                    </a:cubicBezTo>
                    <a:cubicBezTo>
                      <a:pt x="16080" y="0"/>
                      <a:pt x="18689" y="765"/>
                      <a:pt x="20690" y="2316"/>
                    </a:cubicBezTo>
                    <a:cubicBezTo>
                      <a:pt x="22692" y="3868"/>
                      <a:pt x="23929" y="6275"/>
                      <a:pt x="24446" y="9558"/>
                    </a:cubicBezTo>
                    <a:lnTo>
                      <a:pt x="21163" y="9558"/>
                    </a:lnTo>
                    <a:close/>
                  </a:path>
                </a:pathLst>
              </a:custGeom>
              <a:solidFill>
                <a:srgbClr val="231F20"/>
              </a:solidFill>
              <a:ln w="2249" cap="flat">
                <a:noFill/>
                <a:prstDash val="solid"/>
                <a:miter/>
              </a:ln>
            </p:spPr>
            <p:txBody>
              <a:bodyPr rtlCol="0" anchor="ctr"/>
              <a:lstStyle/>
              <a:p>
                <a:endParaRPr lang="en-US"/>
              </a:p>
            </p:txBody>
          </p:sp>
          <p:sp>
            <p:nvSpPr>
              <p:cNvPr id="17751" name="Freeform 17750">
                <a:extLst>
                  <a:ext uri="{FF2B5EF4-FFF2-40B4-BE49-F238E27FC236}">
                    <a16:creationId xmlns:a16="http://schemas.microsoft.com/office/drawing/2014/main" id="{07A71A46-0BC5-65CF-D172-BE8F33EE9AD8}"/>
                  </a:ext>
                </a:extLst>
              </p:cNvPr>
              <p:cNvSpPr/>
              <p:nvPr/>
            </p:nvSpPr>
            <p:spPr>
              <a:xfrm>
                <a:off x="4849853" y="4385594"/>
                <a:ext cx="25907" cy="29483"/>
              </a:xfrm>
              <a:custGeom>
                <a:avLst/>
                <a:gdLst>
                  <a:gd name="connsiteX0" fmla="*/ 12954 w 25907"/>
                  <a:gd name="connsiteY0" fmla="*/ 29484 h 29483"/>
                  <a:gd name="connsiteX1" fmla="*/ 7916 w 25907"/>
                  <a:gd name="connsiteY1" fmla="*/ 28517 h 29483"/>
                  <a:gd name="connsiteX2" fmla="*/ 3823 w 25907"/>
                  <a:gd name="connsiteY2" fmla="*/ 25773 h 29483"/>
                  <a:gd name="connsiteX3" fmla="*/ 1034 w 25907"/>
                  <a:gd name="connsiteY3" fmla="*/ 21185 h 29483"/>
                  <a:gd name="connsiteX4" fmla="*/ 0 w 25907"/>
                  <a:gd name="connsiteY4" fmla="*/ 14753 h 29483"/>
                  <a:gd name="connsiteX5" fmla="*/ 810 w 25907"/>
                  <a:gd name="connsiteY5" fmla="*/ 8996 h 29483"/>
                  <a:gd name="connsiteX6" fmla="*/ 3238 w 25907"/>
                  <a:gd name="connsiteY6" fmla="*/ 4318 h 29483"/>
                  <a:gd name="connsiteX7" fmla="*/ 7287 w 25907"/>
                  <a:gd name="connsiteY7" fmla="*/ 1170 h 29483"/>
                  <a:gd name="connsiteX8" fmla="*/ 12954 w 25907"/>
                  <a:gd name="connsiteY8" fmla="*/ 0 h 29483"/>
                  <a:gd name="connsiteX9" fmla="*/ 18666 w 25907"/>
                  <a:gd name="connsiteY9" fmla="*/ 1170 h 29483"/>
                  <a:gd name="connsiteX10" fmla="*/ 22714 w 25907"/>
                  <a:gd name="connsiteY10" fmla="*/ 4296 h 29483"/>
                  <a:gd name="connsiteX11" fmla="*/ 25121 w 25907"/>
                  <a:gd name="connsiteY11" fmla="*/ 8973 h 29483"/>
                  <a:gd name="connsiteX12" fmla="*/ 25908 w 25907"/>
                  <a:gd name="connsiteY12" fmla="*/ 14753 h 29483"/>
                  <a:gd name="connsiteX13" fmla="*/ 24986 w 25907"/>
                  <a:gd name="connsiteY13" fmla="*/ 20803 h 29483"/>
                  <a:gd name="connsiteX14" fmla="*/ 22377 w 25907"/>
                  <a:gd name="connsiteY14" fmla="*/ 25436 h 29483"/>
                  <a:gd name="connsiteX15" fmla="*/ 18284 w 25907"/>
                  <a:gd name="connsiteY15" fmla="*/ 28427 h 29483"/>
                  <a:gd name="connsiteX16" fmla="*/ 12976 w 25907"/>
                  <a:gd name="connsiteY16" fmla="*/ 29484 h 29483"/>
                  <a:gd name="connsiteX17" fmla="*/ 22467 w 25907"/>
                  <a:gd name="connsiteY17" fmla="*/ 14753 h 29483"/>
                  <a:gd name="connsiteX18" fmla="*/ 21927 w 25907"/>
                  <a:gd name="connsiteY18" fmla="*/ 10120 h 29483"/>
                  <a:gd name="connsiteX19" fmla="*/ 20263 w 25907"/>
                  <a:gd name="connsiteY19" fmla="*/ 6364 h 29483"/>
                  <a:gd name="connsiteX20" fmla="*/ 17339 w 25907"/>
                  <a:gd name="connsiteY20" fmla="*/ 3846 h 29483"/>
                  <a:gd name="connsiteX21" fmla="*/ 12976 w 25907"/>
                  <a:gd name="connsiteY21" fmla="*/ 2924 h 29483"/>
                  <a:gd name="connsiteX22" fmla="*/ 8636 w 25907"/>
                  <a:gd name="connsiteY22" fmla="*/ 3913 h 29483"/>
                  <a:gd name="connsiteX23" fmla="*/ 5690 w 25907"/>
                  <a:gd name="connsiteY23" fmla="*/ 6567 h 29483"/>
                  <a:gd name="connsiteX24" fmla="*/ 4025 w 25907"/>
                  <a:gd name="connsiteY24" fmla="*/ 10345 h 29483"/>
                  <a:gd name="connsiteX25" fmla="*/ 3486 w 25907"/>
                  <a:gd name="connsiteY25" fmla="*/ 14753 h 29483"/>
                  <a:gd name="connsiteX26" fmla="*/ 4115 w 25907"/>
                  <a:gd name="connsiteY26" fmla="*/ 19521 h 29483"/>
                  <a:gd name="connsiteX27" fmla="*/ 5915 w 25907"/>
                  <a:gd name="connsiteY27" fmla="*/ 23277 h 29483"/>
                  <a:gd name="connsiteX28" fmla="*/ 8883 w 25907"/>
                  <a:gd name="connsiteY28" fmla="*/ 25706 h 29483"/>
                  <a:gd name="connsiteX29" fmla="*/ 12976 w 25907"/>
                  <a:gd name="connsiteY29" fmla="*/ 26560 h 29483"/>
                  <a:gd name="connsiteX30" fmla="*/ 17317 w 25907"/>
                  <a:gd name="connsiteY30" fmla="*/ 25571 h 29483"/>
                  <a:gd name="connsiteX31" fmla="*/ 20263 w 25907"/>
                  <a:gd name="connsiteY31" fmla="*/ 22895 h 29483"/>
                  <a:gd name="connsiteX32" fmla="*/ 21927 w 25907"/>
                  <a:gd name="connsiteY32" fmla="*/ 19116 h 29483"/>
                  <a:gd name="connsiteX33" fmla="*/ 22467 w 25907"/>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7" h="29483">
                    <a:moveTo>
                      <a:pt x="12954" y="29484"/>
                    </a:moveTo>
                    <a:cubicBezTo>
                      <a:pt x="11155" y="29439"/>
                      <a:pt x="9468" y="29124"/>
                      <a:pt x="7916" y="28517"/>
                    </a:cubicBezTo>
                    <a:cubicBezTo>
                      <a:pt x="6342" y="27910"/>
                      <a:pt x="4993" y="26987"/>
                      <a:pt x="3823" y="25773"/>
                    </a:cubicBezTo>
                    <a:cubicBezTo>
                      <a:pt x="2654" y="24559"/>
                      <a:pt x="1731" y="23029"/>
                      <a:pt x="1034" y="21185"/>
                    </a:cubicBezTo>
                    <a:cubicBezTo>
                      <a:pt x="360" y="19341"/>
                      <a:pt x="0" y="17205"/>
                      <a:pt x="0" y="14753"/>
                    </a:cubicBezTo>
                    <a:cubicBezTo>
                      <a:pt x="0" y="12707"/>
                      <a:pt x="270" y="10795"/>
                      <a:pt x="810" y="8996"/>
                    </a:cubicBezTo>
                    <a:cubicBezTo>
                      <a:pt x="1349" y="7219"/>
                      <a:pt x="2159" y="5667"/>
                      <a:pt x="3238" y="4318"/>
                    </a:cubicBezTo>
                    <a:cubicBezTo>
                      <a:pt x="4318" y="2969"/>
                      <a:pt x="5667" y="1934"/>
                      <a:pt x="7287" y="1170"/>
                    </a:cubicBezTo>
                    <a:cubicBezTo>
                      <a:pt x="8906" y="405"/>
                      <a:pt x="10795" y="0"/>
                      <a:pt x="12954" y="0"/>
                    </a:cubicBezTo>
                    <a:cubicBezTo>
                      <a:pt x="15113" y="0"/>
                      <a:pt x="17047" y="382"/>
                      <a:pt x="18666" y="1170"/>
                    </a:cubicBezTo>
                    <a:cubicBezTo>
                      <a:pt x="20285" y="1934"/>
                      <a:pt x="21635" y="2991"/>
                      <a:pt x="22714" y="4296"/>
                    </a:cubicBezTo>
                    <a:cubicBezTo>
                      <a:pt x="23794" y="5600"/>
                      <a:pt x="24603" y="7174"/>
                      <a:pt x="25121" y="8973"/>
                    </a:cubicBezTo>
                    <a:cubicBezTo>
                      <a:pt x="25638" y="10773"/>
                      <a:pt x="25908" y="12707"/>
                      <a:pt x="25908" y="14753"/>
                    </a:cubicBezTo>
                    <a:cubicBezTo>
                      <a:pt x="25908" y="16980"/>
                      <a:pt x="25593" y="19004"/>
                      <a:pt x="24986" y="20803"/>
                    </a:cubicBezTo>
                    <a:cubicBezTo>
                      <a:pt x="24379" y="22602"/>
                      <a:pt x="23502" y="24154"/>
                      <a:pt x="22377" y="25436"/>
                    </a:cubicBezTo>
                    <a:cubicBezTo>
                      <a:pt x="21253" y="26718"/>
                      <a:pt x="19881" y="27730"/>
                      <a:pt x="18284" y="28427"/>
                    </a:cubicBezTo>
                    <a:cubicBezTo>
                      <a:pt x="16687" y="29124"/>
                      <a:pt x="14911" y="29484"/>
                      <a:pt x="12976" y="29484"/>
                    </a:cubicBezTo>
                    <a:close/>
                    <a:moveTo>
                      <a:pt x="22467" y="14753"/>
                    </a:moveTo>
                    <a:cubicBezTo>
                      <a:pt x="22467" y="13089"/>
                      <a:pt x="22287" y="11560"/>
                      <a:pt x="21927" y="10120"/>
                    </a:cubicBezTo>
                    <a:cubicBezTo>
                      <a:pt x="21567" y="8681"/>
                      <a:pt x="21005" y="7422"/>
                      <a:pt x="20263" y="6364"/>
                    </a:cubicBezTo>
                    <a:cubicBezTo>
                      <a:pt x="19498" y="5308"/>
                      <a:pt x="18531" y="4475"/>
                      <a:pt x="17339" y="3846"/>
                    </a:cubicBezTo>
                    <a:cubicBezTo>
                      <a:pt x="16147" y="3239"/>
                      <a:pt x="14685" y="2924"/>
                      <a:pt x="12976" y="2924"/>
                    </a:cubicBezTo>
                    <a:cubicBezTo>
                      <a:pt x="11267" y="2924"/>
                      <a:pt x="9828" y="3261"/>
                      <a:pt x="8636" y="3913"/>
                    </a:cubicBezTo>
                    <a:cubicBezTo>
                      <a:pt x="7421" y="4588"/>
                      <a:pt x="6454" y="5465"/>
                      <a:pt x="5690" y="6567"/>
                    </a:cubicBezTo>
                    <a:cubicBezTo>
                      <a:pt x="4925" y="7669"/>
                      <a:pt x="4385" y="8928"/>
                      <a:pt x="4025" y="10345"/>
                    </a:cubicBezTo>
                    <a:cubicBezTo>
                      <a:pt x="3666" y="11762"/>
                      <a:pt x="3486" y="13224"/>
                      <a:pt x="3486" y="14753"/>
                    </a:cubicBezTo>
                    <a:cubicBezTo>
                      <a:pt x="3486" y="16485"/>
                      <a:pt x="3688" y="18082"/>
                      <a:pt x="4115" y="19521"/>
                    </a:cubicBezTo>
                    <a:cubicBezTo>
                      <a:pt x="4520" y="20983"/>
                      <a:pt x="5127" y="22220"/>
                      <a:pt x="5915" y="23277"/>
                    </a:cubicBezTo>
                    <a:cubicBezTo>
                      <a:pt x="6702" y="24334"/>
                      <a:pt x="7691" y="25121"/>
                      <a:pt x="8883" y="25706"/>
                    </a:cubicBezTo>
                    <a:cubicBezTo>
                      <a:pt x="10075" y="26290"/>
                      <a:pt x="11447" y="26560"/>
                      <a:pt x="12976" y="26560"/>
                    </a:cubicBezTo>
                    <a:cubicBezTo>
                      <a:pt x="14663" y="26560"/>
                      <a:pt x="16125" y="26223"/>
                      <a:pt x="17317" y="25571"/>
                    </a:cubicBezTo>
                    <a:cubicBezTo>
                      <a:pt x="18531" y="24896"/>
                      <a:pt x="19498" y="24019"/>
                      <a:pt x="20263" y="22895"/>
                    </a:cubicBezTo>
                    <a:cubicBezTo>
                      <a:pt x="21028" y="21770"/>
                      <a:pt x="21567" y="20510"/>
                      <a:pt x="21927" y="19116"/>
                    </a:cubicBezTo>
                    <a:cubicBezTo>
                      <a:pt x="22287" y="17722"/>
                      <a:pt x="22467" y="16260"/>
                      <a:pt x="22467" y="14753"/>
                    </a:cubicBezTo>
                    <a:close/>
                  </a:path>
                </a:pathLst>
              </a:custGeom>
              <a:solidFill>
                <a:srgbClr val="231F20"/>
              </a:solidFill>
              <a:ln w="2249" cap="flat">
                <a:noFill/>
                <a:prstDash val="solid"/>
                <a:miter/>
              </a:ln>
            </p:spPr>
            <p:txBody>
              <a:bodyPr rtlCol="0" anchor="ctr"/>
              <a:lstStyle/>
              <a:p>
                <a:endParaRPr lang="en-US"/>
              </a:p>
            </p:txBody>
          </p:sp>
          <p:sp>
            <p:nvSpPr>
              <p:cNvPr id="17752" name="Freeform 17751">
                <a:extLst>
                  <a:ext uri="{FF2B5EF4-FFF2-40B4-BE49-F238E27FC236}">
                    <a16:creationId xmlns:a16="http://schemas.microsoft.com/office/drawing/2014/main" id="{6945D4DB-C7DB-6F65-CE83-889AF375A201}"/>
                  </a:ext>
                </a:extLst>
              </p:cNvPr>
              <p:cNvSpPr/>
              <p:nvPr/>
            </p:nvSpPr>
            <p:spPr>
              <a:xfrm>
                <a:off x="4881856" y="4385617"/>
                <a:ext cx="12481" cy="28719"/>
              </a:xfrm>
              <a:custGeom>
                <a:avLst/>
                <a:gdLst>
                  <a:gd name="connsiteX0" fmla="*/ 3238 w 12481"/>
                  <a:gd name="connsiteY0" fmla="*/ 28719 h 28719"/>
                  <a:gd name="connsiteX1" fmla="*/ 0 w 12481"/>
                  <a:gd name="connsiteY1" fmla="*/ 28719 h 28719"/>
                  <a:gd name="connsiteX2" fmla="*/ 0 w 12481"/>
                  <a:gd name="connsiteY2" fmla="*/ 765 h 28719"/>
                  <a:gd name="connsiteX3" fmla="*/ 3238 w 12481"/>
                  <a:gd name="connsiteY3" fmla="*/ 765 h 28719"/>
                  <a:gd name="connsiteX4" fmla="*/ 3238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9 h 28719"/>
                  <a:gd name="connsiteX9" fmla="*/ 7939 w 12481"/>
                  <a:gd name="connsiteY9" fmla="*/ 4363 h 28719"/>
                  <a:gd name="connsiteX10" fmla="*/ 5105 w 12481"/>
                  <a:gd name="connsiteY10" fmla="*/ 6837 h 28719"/>
                  <a:gd name="connsiteX11" fmla="*/ 3643 w 12481"/>
                  <a:gd name="connsiteY11" fmla="*/ 10525 h 28719"/>
                  <a:gd name="connsiteX12" fmla="*/ 3238 w 12481"/>
                  <a:gd name="connsiteY12" fmla="*/ 14978 h 28719"/>
                  <a:gd name="connsiteX13" fmla="*/ 3238 w 12481"/>
                  <a:gd name="connsiteY13"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9">
                    <a:moveTo>
                      <a:pt x="3238" y="28719"/>
                    </a:moveTo>
                    <a:lnTo>
                      <a:pt x="0" y="28719"/>
                    </a:lnTo>
                    <a:lnTo>
                      <a:pt x="0" y="765"/>
                    </a:lnTo>
                    <a:lnTo>
                      <a:pt x="3238" y="765"/>
                    </a:lnTo>
                    <a:lnTo>
                      <a:pt x="3238" y="6005"/>
                    </a:lnTo>
                    <a:lnTo>
                      <a:pt x="3351" y="6005"/>
                    </a:lnTo>
                    <a:cubicBezTo>
                      <a:pt x="4251" y="3778"/>
                      <a:pt x="5420" y="2226"/>
                      <a:pt x="6837" y="1327"/>
                    </a:cubicBezTo>
                    <a:cubicBezTo>
                      <a:pt x="8254" y="450"/>
                      <a:pt x="10143" y="0"/>
                      <a:pt x="12482" y="0"/>
                    </a:cubicBezTo>
                    <a:lnTo>
                      <a:pt x="12482" y="3509"/>
                    </a:lnTo>
                    <a:cubicBezTo>
                      <a:pt x="10638" y="3463"/>
                      <a:pt x="9131" y="3756"/>
                      <a:pt x="7939" y="4363"/>
                    </a:cubicBezTo>
                    <a:cubicBezTo>
                      <a:pt x="6747" y="4970"/>
                      <a:pt x="5802" y="5802"/>
                      <a:pt x="5105" y="6837"/>
                    </a:cubicBezTo>
                    <a:cubicBezTo>
                      <a:pt x="4408" y="7871"/>
                      <a:pt x="3913" y="9108"/>
                      <a:pt x="3643" y="10525"/>
                    </a:cubicBezTo>
                    <a:cubicBezTo>
                      <a:pt x="3373" y="11942"/>
                      <a:pt x="3238" y="13426"/>
                      <a:pt x="3238" y="14978"/>
                    </a:cubicBezTo>
                    <a:lnTo>
                      <a:pt x="3238" y="28697"/>
                    </a:lnTo>
                    <a:close/>
                  </a:path>
                </a:pathLst>
              </a:custGeom>
              <a:solidFill>
                <a:srgbClr val="231F20"/>
              </a:solidFill>
              <a:ln w="2249" cap="flat">
                <a:noFill/>
                <a:prstDash val="solid"/>
                <a:miter/>
              </a:ln>
            </p:spPr>
            <p:txBody>
              <a:bodyPr rtlCol="0" anchor="ctr"/>
              <a:lstStyle/>
              <a:p>
                <a:endParaRPr lang="en-US"/>
              </a:p>
            </p:txBody>
          </p:sp>
          <p:sp>
            <p:nvSpPr>
              <p:cNvPr id="17753" name="Freeform 17752">
                <a:extLst>
                  <a:ext uri="{FF2B5EF4-FFF2-40B4-BE49-F238E27FC236}">
                    <a16:creationId xmlns:a16="http://schemas.microsoft.com/office/drawing/2014/main" id="{2F09DD10-923E-0A31-F6D0-817F79A96151}"/>
                  </a:ext>
                </a:extLst>
              </p:cNvPr>
              <p:cNvSpPr/>
              <p:nvPr/>
            </p:nvSpPr>
            <p:spPr>
              <a:xfrm>
                <a:off x="4899847" y="4385617"/>
                <a:ext cx="12481" cy="28719"/>
              </a:xfrm>
              <a:custGeom>
                <a:avLst/>
                <a:gdLst>
                  <a:gd name="connsiteX0" fmla="*/ 3238 w 12481"/>
                  <a:gd name="connsiteY0" fmla="*/ 28719 h 28719"/>
                  <a:gd name="connsiteX1" fmla="*/ 0 w 12481"/>
                  <a:gd name="connsiteY1" fmla="*/ 28719 h 28719"/>
                  <a:gd name="connsiteX2" fmla="*/ 0 w 12481"/>
                  <a:gd name="connsiteY2" fmla="*/ 765 h 28719"/>
                  <a:gd name="connsiteX3" fmla="*/ 3238 w 12481"/>
                  <a:gd name="connsiteY3" fmla="*/ 765 h 28719"/>
                  <a:gd name="connsiteX4" fmla="*/ 3238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9 h 28719"/>
                  <a:gd name="connsiteX9" fmla="*/ 7939 w 12481"/>
                  <a:gd name="connsiteY9" fmla="*/ 4363 h 28719"/>
                  <a:gd name="connsiteX10" fmla="*/ 5105 w 12481"/>
                  <a:gd name="connsiteY10" fmla="*/ 6837 h 28719"/>
                  <a:gd name="connsiteX11" fmla="*/ 3643 w 12481"/>
                  <a:gd name="connsiteY11" fmla="*/ 10525 h 28719"/>
                  <a:gd name="connsiteX12" fmla="*/ 3238 w 12481"/>
                  <a:gd name="connsiteY12" fmla="*/ 14978 h 28719"/>
                  <a:gd name="connsiteX13" fmla="*/ 3238 w 12481"/>
                  <a:gd name="connsiteY13"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9">
                    <a:moveTo>
                      <a:pt x="3238" y="28719"/>
                    </a:moveTo>
                    <a:lnTo>
                      <a:pt x="0" y="28719"/>
                    </a:lnTo>
                    <a:lnTo>
                      <a:pt x="0" y="765"/>
                    </a:lnTo>
                    <a:lnTo>
                      <a:pt x="3238" y="765"/>
                    </a:lnTo>
                    <a:lnTo>
                      <a:pt x="3238" y="6005"/>
                    </a:lnTo>
                    <a:lnTo>
                      <a:pt x="3351" y="6005"/>
                    </a:lnTo>
                    <a:cubicBezTo>
                      <a:pt x="4251" y="3778"/>
                      <a:pt x="5420" y="2226"/>
                      <a:pt x="6837" y="1327"/>
                    </a:cubicBezTo>
                    <a:cubicBezTo>
                      <a:pt x="8254" y="450"/>
                      <a:pt x="10143" y="0"/>
                      <a:pt x="12482" y="0"/>
                    </a:cubicBezTo>
                    <a:lnTo>
                      <a:pt x="12482" y="3509"/>
                    </a:lnTo>
                    <a:cubicBezTo>
                      <a:pt x="10638" y="3463"/>
                      <a:pt x="9131" y="3756"/>
                      <a:pt x="7939" y="4363"/>
                    </a:cubicBezTo>
                    <a:cubicBezTo>
                      <a:pt x="6747" y="4970"/>
                      <a:pt x="5802" y="5802"/>
                      <a:pt x="5105" y="6837"/>
                    </a:cubicBezTo>
                    <a:cubicBezTo>
                      <a:pt x="4408" y="7871"/>
                      <a:pt x="3913" y="9108"/>
                      <a:pt x="3643" y="10525"/>
                    </a:cubicBezTo>
                    <a:cubicBezTo>
                      <a:pt x="3373" y="11942"/>
                      <a:pt x="3238" y="13426"/>
                      <a:pt x="3238" y="14978"/>
                    </a:cubicBezTo>
                    <a:lnTo>
                      <a:pt x="3238" y="28697"/>
                    </a:lnTo>
                    <a:close/>
                  </a:path>
                </a:pathLst>
              </a:custGeom>
              <a:solidFill>
                <a:srgbClr val="231F20"/>
              </a:solidFill>
              <a:ln w="2249" cap="flat">
                <a:noFill/>
                <a:prstDash val="solid"/>
                <a:miter/>
              </a:ln>
            </p:spPr>
            <p:txBody>
              <a:bodyPr rtlCol="0" anchor="ctr"/>
              <a:lstStyle/>
              <a:p>
                <a:endParaRPr lang="en-US"/>
              </a:p>
            </p:txBody>
          </p:sp>
          <p:sp>
            <p:nvSpPr>
              <p:cNvPr id="17754" name="Freeform 17753">
                <a:extLst>
                  <a:ext uri="{FF2B5EF4-FFF2-40B4-BE49-F238E27FC236}">
                    <a16:creationId xmlns:a16="http://schemas.microsoft.com/office/drawing/2014/main" id="{B8F84304-8F86-BB94-DA95-830D0C2189C4}"/>
                  </a:ext>
                </a:extLst>
              </p:cNvPr>
              <p:cNvSpPr/>
              <p:nvPr/>
            </p:nvSpPr>
            <p:spPr>
              <a:xfrm>
                <a:off x="4916130" y="4385639"/>
                <a:ext cx="25167" cy="29483"/>
              </a:xfrm>
              <a:custGeom>
                <a:avLst/>
                <a:gdLst>
                  <a:gd name="connsiteX0" fmla="*/ 3508 w 25167"/>
                  <a:gd name="connsiteY0" fmla="*/ 15473 h 29483"/>
                  <a:gd name="connsiteX1" fmla="*/ 4093 w 25167"/>
                  <a:gd name="connsiteY1" fmla="*/ 19768 h 29483"/>
                  <a:gd name="connsiteX2" fmla="*/ 5847 w 25167"/>
                  <a:gd name="connsiteY2" fmla="*/ 23277 h 29483"/>
                  <a:gd name="connsiteX3" fmla="*/ 8794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3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6 w 25167"/>
                  <a:gd name="connsiteY18" fmla="*/ 1170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70 w 25167"/>
                  <a:gd name="connsiteY23" fmla="*/ 12752 h 29483"/>
                  <a:gd name="connsiteX24" fmla="*/ 21208 w 25167"/>
                  <a:gd name="connsiteY24" fmla="*/ 8883 h 29483"/>
                  <a:gd name="connsiteX25" fmla="*/ 19543 w 25167"/>
                  <a:gd name="connsiteY25" fmla="*/ 5757 h 29483"/>
                  <a:gd name="connsiteX26" fmla="*/ 16755 w 25167"/>
                  <a:gd name="connsiteY26" fmla="*/ 3643 h 29483"/>
                  <a:gd name="connsiteX27" fmla="*/ 12932 w 25167"/>
                  <a:gd name="connsiteY27" fmla="*/ 2856 h 29483"/>
                  <a:gd name="connsiteX28" fmla="*/ 9131 w 25167"/>
                  <a:gd name="connsiteY28" fmla="*/ 3666 h 29483"/>
                  <a:gd name="connsiteX29" fmla="*/ 6319 w 25167"/>
                  <a:gd name="connsiteY29" fmla="*/ 5825 h 29483"/>
                  <a:gd name="connsiteX30" fmla="*/ 4453 w 25167"/>
                  <a:gd name="connsiteY30" fmla="*/ 8951 h 29483"/>
                  <a:gd name="connsiteX31" fmla="*/ 3531 w 25167"/>
                  <a:gd name="connsiteY31" fmla="*/ 12729 h 29483"/>
                  <a:gd name="connsiteX32" fmla="*/ 21770 w 25167"/>
                  <a:gd name="connsiteY32" fmla="*/ 12729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8" y="15473"/>
                    </a:moveTo>
                    <a:cubicBezTo>
                      <a:pt x="3508" y="16980"/>
                      <a:pt x="3711" y="18419"/>
                      <a:pt x="4093" y="19768"/>
                    </a:cubicBezTo>
                    <a:cubicBezTo>
                      <a:pt x="4498" y="21118"/>
                      <a:pt x="5083" y="22287"/>
                      <a:pt x="5847" y="23277"/>
                    </a:cubicBezTo>
                    <a:cubicBezTo>
                      <a:pt x="6612" y="24266"/>
                      <a:pt x="7601" y="25053"/>
                      <a:pt x="8794" y="25661"/>
                    </a:cubicBezTo>
                    <a:cubicBezTo>
                      <a:pt x="9985" y="26245"/>
                      <a:pt x="11357" y="26560"/>
                      <a:pt x="12886" y="26560"/>
                    </a:cubicBezTo>
                    <a:cubicBezTo>
                      <a:pt x="15000" y="26560"/>
                      <a:pt x="16822" y="25998"/>
                      <a:pt x="18329" y="24896"/>
                    </a:cubicBezTo>
                    <a:cubicBezTo>
                      <a:pt x="19836" y="23771"/>
                      <a:pt x="20848" y="22197"/>
                      <a:pt x="21343" y="20151"/>
                    </a:cubicBezTo>
                    <a:lnTo>
                      <a:pt x="24963" y="20151"/>
                    </a:lnTo>
                    <a:cubicBezTo>
                      <a:pt x="24558" y="21478"/>
                      <a:pt x="24041"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1"/>
                      <a:pt x="7084" y="28359"/>
                    </a:cubicBezTo>
                    <a:cubicBezTo>
                      <a:pt x="5465" y="27595"/>
                      <a:pt x="4138" y="26560"/>
                      <a:pt x="3081" y="25256"/>
                    </a:cubicBezTo>
                    <a:cubicBezTo>
                      <a:pt x="2047" y="23951"/>
                      <a:pt x="1259" y="22400"/>
                      <a:pt x="765" y="20623"/>
                    </a:cubicBezTo>
                    <a:cubicBezTo>
                      <a:pt x="270" y="18846"/>
                      <a:pt x="0" y="16935"/>
                      <a:pt x="0" y="14866"/>
                    </a:cubicBezTo>
                    <a:cubicBezTo>
                      <a:pt x="0" y="12796"/>
                      <a:pt x="292" y="10885"/>
                      <a:pt x="900" y="9086"/>
                    </a:cubicBezTo>
                    <a:cubicBezTo>
                      <a:pt x="1484" y="7287"/>
                      <a:pt x="2339" y="5712"/>
                      <a:pt x="3441" y="4363"/>
                    </a:cubicBezTo>
                    <a:cubicBezTo>
                      <a:pt x="4543" y="3014"/>
                      <a:pt x="5870" y="1957"/>
                      <a:pt x="7466" y="1170"/>
                    </a:cubicBezTo>
                    <a:cubicBezTo>
                      <a:pt x="9041" y="405"/>
                      <a:pt x="10840" y="0"/>
                      <a:pt x="12864" y="0"/>
                    </a:cubicBezTo>
                    <a:cubicBezTo>
                      <a:pt x="16710" y="0"/>
                      <a:pt x="19746" y="1327"/>
                      <a:pt x="21927" y="3958"/>
                    </a:cubicBezTo>
                    <a:cubicBezTo>
                      <a:pt x="24131" y="6612"/>
                      <a:pt x="25211" y="10435"/>
                      <a:pt x="25166" y="15473"/>
                    </a:cubicBezTo>
                    <a:lnTo>
                      <a:pt x="3463" y="15473"/>
                    </a:lnTo>
                    <a:close/>
                    <a:moveTo>
                      <a:pt x="21770" y="12752"/>
                    </a:moveTo>
                    <a:cubicBezTo>
                      <a:pt x="21770" y="11380"/>
                      <a:pt x="21590" y="10098"/>
                      <a:pt x="21208" y="8883"/>
                    </a:cubicBezTo>
                    <a:cubicBezTo>
                      <a:pt x="20825" y="7669"/>
                      <a:pt x="20263" y="6634"/>
                      <a:pt x="19543" y="5757"/>
                    </a:cubicBezTo>
                    <a:cubicBezTo>
                      <a:pt x="18801" y="4880"/>
                      <a:pt x="17879" y="4183"/>
                      <a:pt x="16755" y="3643"/>
                    </a:cubicBezTo>
                    <a:cubicBezTo>
                      <a:pt x="15630" y="3126"/>
                      <a:pt x="14371" y="2856"/>
                      <a:pt x="12932" y="2856"/>
                    </a:cubicBezTo>
                    <a:cubicBezTo>
                      <a:pt x="11492" y="2856"/>
                      <a:pt x="10233" y="3126"/>
                      <a:pt x="9131" y="3666"/>
                    </a:cubicBezTo>
                    <a:cubicBezTo>
                      <a:pt x="8029" y="4206"/>
                      <a:pt x="7107" y="4925"/>
                      <a:pt x="6319" y="5825"/>
                    </a:cubicBezTo>
                    <a:cubicBezTo>
                      <a:pt x="5555" y="6724"/>
                      <a:pt x="4925" y="7759"/>
                      <a:pt x="4453" y="8951"/>
                    </a:cubicBezTo>
                    <a:cubicBezTo>
                      <a:pt x="3981" y="10143"/>
                      <a:pt x="3688" y="11402"/>
                      <a:pt x="3531" y="12729"/>
                    </a:cubicBezTo>
                    <a:lnTo>
                      <a:pt x="21770" y="12729"/>
                    </a:lnTo>
                    <a:close/>
                  </a:path>
                </a:pathLst>
              </a:custGeom>
              <a:solidFill>
                <a:srgbClr val="231F20"/>
              </a:solidFill>
              <a:ln w="2249" cap="flat">
                <a:noFill/>
                <a:prstDash val="solid"/>
                <a:miter/>
              </a:ln>
            </p:spPr>
            <p:txBody>
              <a:bodyPr rtlCol="0" anchor="ctr"/>
              <a:lstStyle/>
              <a:p>
                <a:endParaRPr lang="en-US"/>
              </a:p>
            </p:txBody>
          </p:sp>
          <p:sp>
            <p:nvSpPr>
              <p:cNvPr id="17755" name="Freeform 17754">
                <a:extLst>
                  <a:ext uri="{FF2B5EF4-FFF2-40B4-BE49-F238E27FC236}">
                    <a16:creationId xmlns:a16="http://schemas.microsoft.com/office/drawing/2014/main" id="{EDF4DAC6-E1F4-1882-D0E6-7E62AC88E75F}"/>
                  </a:ext>
                </a:extLst>
              </p:cNvPr>
              <p:cNvSpPr/>
              <p:nvPr/>
            </p:nvSpPr>
            <p:spPr>
              <a:xfrm>
                <a:off x="4946311" y="4385617"/>
                <a:ext cx="24896" cy="29461"/>
              </a:xfrm>
              <a:custGeom>
                <a:avLst/>
                <a:gdLst>
                  <a:gd name="connsiteX0" fmla="*/ 21163 w 24896"/>
                  <a:gd name="connsiteY0" fmla="*/ 9558 h 29461"/>
                  <a:gd name="connsiteX1" fmla="*/ 18194 w 24896"/>
                  <a:gd name="connsiteY1" fmla="*/ 4678 h 29461"/>
                  <a:gd name="connsiteX2" fmla="*/ 12842 w 24896"/>
                  <a:gd name="connsiteY2" fmla="*/ 2924 h 29461"/>
                  <a:gd name="connsiteX3" fmla="*/ 8569 w 24896"/>
                  <a:gd name="connsiteY3" fmla="*/ 3958 h 29461"/>
                  <a:gd name="connsiteX4" fmla="*/ 5645 w 24896"/>
                  <a:gd name="connsiteY4" fmla="*/ 6679 h 29461"/>
                  <a:gd name="connsiteX5" fmla="*/ 3981 w 24896"/>
                  <a:gd name="connsiteY5" fmla="*/ 10503 h 29461"/>
                  <a:gd name="connsiteX6" fmla="*/ 3441 w 24896"/>
                  <a:gd name="connsiteY6" fmla="*/ 14798 h 29461"/>
                  <a:gd name="connsiteX7" fmla="*/ 3958 w 24896"/>
                  <a:gd name="connsiteY7" fmla="*/ 19116 h 29461"/>
                  <a:gd name="connsiteX8" fmla="*/ 5600 w 24896"/>
                  <a:gd name="connsiteY8" fmla="*/ 22895 h 29461"/>
                  <a:gd name="connsiteX9" fmla="*/ 8524 w 24896"/>
                  <a:gd name="connsiteY9" fmla="*/ 25571 h 29461"/>
                  <a:gd name="connsiteX10" fmla="*/ 12842 w 24896"/>
                  <a:gd name="connsiteY10" fmla="*/ 26560 h 29461"/>
                  <a:gd name="connsiteX11" fmla="*/ 18644 w 24896"/>
                  <a:gd name="connsiteY11" fmla="*/ 24559 h 29461"/>
                  <a:gd name="connsiteX12" fmla="*/ 21433 w 24896"/>
                  <a:gd name="connsiteY12" fmla="*/ 19049 h 29461"/>
                  <a:gd name="connsiteX13" fmla="*/ 24896 w 24896"/>
                  <a:gd name="connsiteY13" fmla="*/ 19049 h 29461"/>
                  <a:gd name="connsiteX14" fmla="*/ 23524 w 24896"/>
                  <a:gd name="connsiteY14" fmla="*/ 23277 h 29461"/>
                  <a:gd name="connsiteX15" fmla="*/ 21095 w 24896"/>
                  <a:gd name="connsiteY15" fmla="*/ 26560 h 29461"/>
                  <a:gd name="connsiteX16" fmla="*/ 17564 w 24896"/>
                  <a:gd name="connsiteY16" fmla="*/ 28697 h 29461"/>
                  <a:gd name="connsiteX17" fmla="*/ 12864 w 24896"/>
                  <a:gd name="connsiteY17" fmla="*/ 29461 h 29461"/>
                  <a:gd name="connsiteX18" fmla="*/ 7084 w 24896"/>
                  <a:gd name="connsiteY18" fmla="*/ 28337 h 29461"/>
                  <a:gd name="connsiteX19" fmla="*/ 3081 w 24896"/>
                  <a:gd name="connsiteY19" fmla="*/ 25233 h 29461"/>
                  <a:gd name="connsiteX20" fmla="*/ 765 w 24896"/>
                  <a:gd name="connsiteY20" fmla="*/ 20556 h 29461"/>
                  <a:gd name="connsiteX21" fmla="*/ 0 w 24896"/>
                  <a:gd name="connsiteY21" fmla="*/ 14776 h 29461"/>
                  <a:gd name="connsiteX22" fmla="*/ 832 w 24896"/>
                  <a:gd name="connsiteY22" fmla="*/ 9198 h 29461"/>
                  <a:gd name="connsiteX23" fmla="*/ 3284 w 24896"/>
                  <a:gd name="connsiteY23" fmla="*/ 4475 h 29461"/>
                  <a:gd name="connsiteX24" fmla="*/ 7309 w 24896"/>
                  <a:gd name="connsiteY24" fmla="*/ 1215 h 29461"/>
                  <a:gd name="connsiteX25" fmla="*/ 12842 w 24896"/>
                  <a:gd name="connsiteY25" fmla="*/ 0 h 29461"/>
                  <a:gd name="connsiteX26" fmla="*/ 20691 w 24896"/>
                  <a:gd name="connsiteY26" fmla="*/ 2316 h 29461"/>
                  <a:gd name="connsiteX27" fmla="*/ 24446 w 24896"/>
                  <a:gd name="connsiteY27" fmla="*/ 9558 h 29461"/>
                  <a:gd name="connsiteX28" fmla="*/ 21163 w 24896"/>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6" h="29461">
                    <a:moveTo>
                      <a:pt x="21163" y="9558"/>
                    </a:moveTo>
                    <a:cubicBezTo>
                      <a:pt x="20578" y="7466"/>
                      <a:pt x="19589" y="5847"/>
                      <a:pt x="18194" y="4678"/>
                    </a:cubicBezTo>
                    <a:cubicBezTo>
                      <a:pt x="16800" y="3509"/>
                      <a:pt x="15001" y="2924"/>
                      <a:pt x="12842" y="2924"/>
                    </a:cubicBezTo>
                    <a:cubicBezTo>
                      <a:pt x="11178" y="2924"/>
                      <a:pt x="9761" y="3261"/>
                      <a:pt x="8569" y="3958"/>
                    </a:cubicBezTo>
                    <a:cubicBezTo>
                      <a:pt x="7377" y="4633"/>
                      <a:pt x="6410" y="5555"/>
                      <a:pt x="5645" y="6679"/>
                    </a:cubicBezTo>
                    <a:cubicBezTo>
                      <a:pt x="4880" y="7804"/>
                      <a:pt x="4341" y="9086"/>
                      <a:pt x="3981" y="10503"/>
                    </a:cubicBezTo>
                    <a:cubicBezTo>
                      <a:pt x="3621" y="11920"/>
                      <a:pt x="3441" y="13359"/>
                      <a:pt x="3441" y="14798"/>
                    </a:cubicBezTo>
                    <a:cubicBezTo>
                      <a:pt x="3441" y="16237"/>
                      <a:pt x="3621" y="17722"/>
                      <a:pt x="3958" y="19116"/>
                    </a:cubicBezTo>
                    <a:cubicBezTo>
                      <a:pt x="4296" y="20510"/>
                      <a:pt x="4858" y="21770"/>
                      <a:pt x="5600" y="22895"/>
                    </a:cubicBezTo>
                    <a:cubicBezTo>
                      <a:pt x="6342" y="24019"/>
                      <a:pt x="7332" y="24896"/>
                      <a:pt x="8524" y="25571"/>
                    </a:cubicBezTo>
                    <a:cubicBezTo>
                      <a:pt x="9716" y="26245"/>
                      <a:pt x="11155" y="26560"/>
                      <a:pt x="12842" y="26560"/>
                    </a:cubicBezTo>
                    <a:cubicBezTo>
                      <a:pt x="15248" y="26560"/>
                      <a:pt x="17182" y="25886"/>
                      <a:pt x="18644" y="24559"/>
                    </a:cubicBezTo>
                    <a:cubicBezTo>
                      <a:pt x="20106" y="23232"/>
                      <a:pt x="21028" y="21388"/>
                      <a:pt x="21433" y="19049"/>
                    </a:cubicBezTo>
                    <a:lnTo>
                      <a:pt x="24896" y="19049"/>
                    </a:lnTo>
                    <a:cubicBezTo>
                      <a:pt x="24604" y="20601"/>
                      <a:pt x="24154" y="22017"/>
                      <a:pt x="23524" y="23277"/>
                    </a:cubicBezTo>
                    <a:cubicBezTo>
                      <a:pt x="22895" y="24559"/>
                      <a:pt x="22085" y="25661"/>
                      <a:pt x="21095" y="26560"/>
                    </a:cubicBezTo>
                    <a:cubicBezTo>
                      <a:pt x="20106" y="27482"/>
                      <a:pt x="18936" y="28180"/>
                      <a:pt x="17564" y="28697"/>
                    </a:cubicBezTo>
                    <a:cubicBezTo>
                      <a:pt x="16193" y="29191"/>
                      <a:pt x="14641" y="29461"/>
                      <a:pt x="12864" y="29461"/>
                    </a:cubicBezTo>
                    <a:cubicBezTo>
                      <a:pt x="10638" y="29461"/>
                      <a:pt x="8703" y="29079"/>
                      <a:pt x="7084" y="28337"/>
                    </a:cubicBezTo>
                    <a:cubicBezTo>
                      <a:pt x="5465" y="27595"/>
                      <a:pt x="4138" y="26538"/>
                      <a:pt x="3081" y="25233"/>
                    </a:cubicBezTo>
                    <a:cubicBezTo>
                      <a:pt x="2047" y="23929"/>
                      <a:pt x="1260" y="22355"/>
                      <a:pt x="765" y="20556"/>
                    </a:cubicBezTo>
                    <a:cubicBezTo>
                      <a:pt x="270" y="18756"/>
                      <a:pt x="0" y="16822"/>
                      <a:pt x="0" y="14776"/>
                    </a:cubicBezTo>
                    <a:cubicBezTo>
                      <a:pt x="0" y="12841"/>
                      <a:pt x="270" y="10975"/>
                      <a:pt x="832" y="9198"/>
                    </a:cubicBezTo>
                    <a:cubicBezTo>
                      <a:pt x="1394" y="7422"/>
                      <a:pt x="2204" y="5847"/>
                      <a:pt x="3284" y="4475"/>
                    </a:cubicBezTo>
                    <a:cubicBezTo>
                      <a:pt x="4363" y="3104"/>
                      <a:pt x="5712" y="2024"/>
                      <a:pt x="7309" y="1215"/>
                    </a:cubicBezTo>
                    <a:cubicBezTo>
                      <a:pt x="8906" y="405"/>
                      <a:pt x="10750" y="0"/>
                      <a:pt x="12842" y="0"/>
                    </a:cubicBezTo>
                    <a:cubicBezTo>
                      <a:pt x="16080" y="0"/>
                      <a:pt x="18689" y="765"/>
                      <a:pt x="20691" y="2316"/>
                    </a:cubicBezTo>
                    <a:cubicBezTo>
                      <a:pt x="22692" y="3868"/>
                      <a:pt x="23929" y="6275"/>
                      <a:pt x="24446" y="9558"/>
                    </a:cubicBezTo>
                    <a:lnTo>
                      <a:pt x="21163" y="9558"/>
                    </a:lnTo>
                    <a:close/>
                  </a:path>
                </a:pathLst>
              </a:custGeom>
              <a:solidFill>
                <a:srgbClr val="231F20"/>
              </a:solidFill>
              <a:ln w="2249" cap="flat">
                <a:noFill/>
                <a:prstDash val="solid"/>
                <a:miter/>
              </a:ln>
            </p:spPr>
            <p:txBody>
              <a:bodyPr rtlCol="0" anchor="ctr"/>
              <a:lstStyle/>
              <a:p>
                <a:endParaRPr lang="en-US"/>
              </a:p>
            </p:txBody>
          </p:sp>
          <p:sp>
            <p:nvSpPr>
              <p:cNvPr id="17756" name="Freeform 17755">
                <a:extLst>
                  <a:ext uri="{FF2B5EF4-FFF2-40B4-BE49-F238E27FC236}">
                    <a16:creationId xmlns:a16="http://schemas.microsoft.com/office/drawing/2014/main" id="{F4B8A4C2-1B85-36EE-70B5-D2536FA13FEA}"/>
                  </a:ext>
                </a:extLst>
              </p:cNvPr>
              <p:cNvSpPr/>
              <p:nvPr/>
            </p:nvSpPr>
            <p:spPr>
              <a:xfrm>
                <a:off x="4974873" y="4378577"/>
                <a:ext cx="12616" cy="36500"/>
              </a:xfrm>
              <a:custGeom>
                <a:avLst/>
                <a:gdLst>
                  <a:gd name="connsiteX0" fmla="*/ 12617 w 12616"/>
                  <a:gd name="connsiteY0" fmla="*/ 35849 h 36500"/>
                  <a:gd name="connsiteX1" fmla="*/ 11042 w 12616"/>
                  <a:gd name="connsiteY1" fmla="*/ 36231 h 36500"/>
                  <a:gd name="connsiteX2" fmla="*/ 8883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1 h 36500"/>
                  <a:gd name="connsiteX8" fmla="*/ 3936 w 12616"/>
                  <a:gd name="connsiteY8" fmla="*/ 7781 h 36500"/>
                  <a:gd name="connsiteX9" fmla="*/ 3936 w 12616"/>
                  <a:gd name="connsiteY9" fmla="*/ 0 h 36500"/>
                  <a:gd name="connsiteX10" fmla="*/ 7174 w 12616"/>
                  <a:gd name="connsiteY10" fmla="*/ 0 h 36500"/>
                  <a:gd name="connsiteX11" fmla="*/ 7174 w 12616"/>
                  <a:gd name="connsiteY11" fmla="*/ 7781 h 36500"/>
                  <a:gd name="connsiteX12" fmla="*/ 12414 w 12616"/>
                  <a:gd name="connsiteY12" fmla="*/ 7781 h 36500"/>
                  <a:gd name="connsiteX13" fmla="*/ 12414 w 12616"/>
                  <a:gd name="connsiteY13" fmla="*/ 10480 h 36500"/>
                  <a:gd name="connsiteX14" fmla="*/ 7174 w 12616"/>
                  <a:gd name="connsiteY14" fmla="*/ 10480 h 36500"/>
                  <a:gd name="connsiteX15" fmla="*/ 7174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5 h 36500"/>
                  <a:gd name="connsiteX21" fmla="*/ 12617 w 12616"/>
                  <a:gd name="connsiteY21" fmla="*/ 33195 h 36500"/>
                  <a:gd name="connsiteX22" fmla="*/ 12617 w 12616"/>
                  <a:gd name="connsiteY22" fmla="*/ 35849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616" h="36500">
                    <a:moveTo>
                      <a:pt x="12617" y="35849"/>
                    </a:moveTo>
                    <a:cubicBezTo>
                      <a:pt x="12212" y="35916"/>
                      <a:pt x="11694" y="36051"/>
                      <a:pt x="11042" y="36231"/>
                    </a:cubicBezTo>
                    <a:cubicBezTo>
                      <a:pt x="10390" y="36411"/>
                      <a:pt x="9670" y="36501"/>
                      <a:pt x="8883" y="36501"/>
                    </a:cubicBezTo>
                    <a:cubicBezTo>
                      <a:pt x="7264" y="36501"/>
                      <a:pt x="6027" y="36096"/>
                      <a:pt x="5195" y="35286"/>
                    </a:cubicBezTo>
                    <a:cubicBezTo>
                      <a:pt x="4363" y="34476"/>
                      <a:pt x="3936" y="33037"/>
                      <a:pt x="3936" y="30946"/>
                    </a:cubicBezTo>
                    <a:lnTo>
                      <a:pt x="3936" y="10480"/>
                    </a:lnTo>
                    <a:lnTo>
                      <a:pt x="0" y="10480"/>
                    </a:lnTo>
                    <a:lnTo>
                      <a:pt x="0" y="7781"/>
                    </a:lnTo>
                    <a:lnTo>
                      <a:pt x="3936" y="7781"/>
                    </a:lnTo>
                    <a:lnTo>
                      <a:pt x="3936" y="0"/>
                    </a:lnTo>
                    <a:lnTo>
                      <a:pt x="7174" y="0"/>
                    </a:lnTo>
                    <a:lnTo>
                      <a:pt x="7174" y="7781"/>
                    </a:lnTo>
                    <a:lnTo>
                      <a:pt x="12414" y="7781"/>
                    </a:lnTo>
                    <a:lnTo>
                      <a:pt x="12414" y="10480"/>
                    </a:lnTo>
                    <a:lnTo>
                      <a:pt x="7174" y="10480"/>
                    </a:lnTo>
                    <a:lnTo>
                      <a:pt x="7174" y="29641"/>
                    </a:lnTo>
                    <a:cubicBezTo>
                      <a:pt x="7174" y="30316"/>
                      <a:pt x="7174" y="30923"/>
                      <a:pt x="7219" y="31418"/>
                    </a:cubicBezTo>
                    <a:cubicBezTo>
                      <a:pt x="7264" y="31913"/>
                      <a:pt x="7354" y="32340"/>
                      <a:pt x="7534" y="32655"/>
                    </a:cubicBezTo>
                    <a:cubicBezTo>
                      <a:pt x="7714" y="32970"/>
                      <a:pt x="7984" y="33217"/>
                      <a:pt x="8366" y="33352"/>
                    </a:cubicBezTo>
                    <a:cubicBezTo>
                      <a:pt x="8748" y="33487"/>
                      <a:pt x="9266" y="33577"/>
                      <a:pt x="9963" y="33577"/>
                    </a:cubicBezTo>
                    <a:cubicBezTo>
                      <a:pt x="10390" y="33577"/>
                      <a:pt x="10840" y="33532"/>
                      <a:pt x="11290" y="33465"/>
                    </a:cubicBezTo>
                    <a:cubicBezTo>
                      <a:pt x="11739" y="33397"/>
                      <a:pt x="12189" y="33307"/>
                      <a:pt x="12617" y="33195"/>
                    </a:cubicBezTo>
                    <a:lnTo>
                      <a:pt x="12617" y="35849"/>
                    </a:lnTo>
                    <a:close/>
                  </a:path>
                </a:pathLst>
              </a:custGeom>
              <a:solidFill>
                <a:srgbClr val="231F20"/>
              </a:solidFill>
              <a:ln w="2249" cap="flat">
                <a:noFill/>
                <a:prstDash val="solid"/>
                <a:miter/>
              </a:ln>
            </p:spPr>
            <p:txBody>
              <a:bodyPr rtlCol="0" anchor="ctr"/>
              <a:lstStyle/>
              <a:p>
                <a:endParaRPr lang="en-US"/>
              </a:p>
            </p:txBody>
          </p:sp>
        </p:grpSp>
        <p:grpSp>
          <p:nvGrpSpPr>
            <p:cNvPr id="17757" name="Graphic 4479">
              <a:extLst>
                <a:ext uri="{FF2B5EF4-FFF2-40B4-BE49-F238E27FC236}">
                  <a16:creationId xmlns:a16="http://schemas.microsoft.com/office/drawing/2014/main" id="{CD800984-B61D-11ED-7E7C-504CAF2BB25F}"/>
                </a:ext>
              </a:extLst>
            </p:cNvPr>
            <p:cNvGrpSpPr/>
            <p:nvPr/>
          </p:nvGrpSpPr>
          <p:grpSpPr>
            <a:xfrm>
              <a:off x="5323789" y="5223004"/>
              <a:ext cx="817905" cy="156378"/>
              <a:chOff x="5026666" y="4375451"/>
              <a:chExt cx="207488" cy="39671"/>
            </a:xfrm>
            <a:solidFill>
              <a:srgbClr val="231F20"/>
            </a:solidFill>
          </p:grpSpPr>
          <p:sp>
            <p:nvSpPr>
              <p:cNvPr id="17758" name="Freeform 17757">
                <a:extLst>
                  <a:ext uri="{FF2B5EF4-FFF2-40B4-BE49-F238E27FC236}">
                    <a16:creationId xmlns:a16="http://schemas.microsoft.com/office/drawing/2014/main" id="{70588829-D8B4-0765-9B60-9C5712CC0B89}"/>
                  </a:ext>
                </a:extLst>
              </p:cNvPr>
              <p:cNvSpPr/>
              <p:nvPr/>
            </p:nvSpPr>
            <p:spPr>
              <a:xfrm>
                <a:off x="5026666" y="4375451"/>
                <a:ext cx="3553" cy="38884"/>
              </a:xfrm>
              <a:custGeom>
                <a:avLst/>
                <a:gdLst>
                  <a:gd name="connsiteX0" fmla="*/ 0 w 3553"/>
                  <a:gd name="connsiteY0" fmla="*/ 4813 h 38884"/>
                  <a:gd name="connsiteX1" fmla="*/ 0 w 3553"/>
                  <a:gd name="connsiteY1" fmla="*/ 0 h 38884"/>
                  <a:gd name="connsiteX2" fmla="*/ 3553 w 3553"/>
                  <a:gd name="connsiteY2" fmla="*/ 0 h 38884"/>
                  <a:gd name="connsiteX3" fmla="*/ 3553 w 3553"/>
                  <a:gd name="connsiteY3" fmla="*/ 4813 h 38884"/>
                  <a:gd name="connsiteX4" fmla="*/ 0 w 3553"/>
                  <a:gd name="connsiteY4" fmla="*/ 4813 h 38884"/>
                  <a:gd name="connsiteX5" fmla="*/ 180 w 3553"/>
                  <a:gd name="connsiteY5" fmla="*/ 38885 h 38884"/>
                  <a:gd name="connsiteX6" fmla="*/ 180 w 3553"/>
                  <a:gd name="connsiteY6" fmla="*/ 10930 h 38884"/>
                  <a:gd name="connsiteX7" fmla="*/ 3418 w 3553"/>
                  <a:gd name="connsiteY7" fmla="*/ 10930 h 38884"/>
                  <a:gd name="connsiteX8" fmla="*/ 3418 w 3553"/>
                  <a:gd name="connsiteY8" fmla="*/ 38885 h 38884"/>
                  <a:gd name="connsiteX9" fmla="*/ 180 w 3553"/>
                  <a:gd name="connsiteY9" fmla="*/ 38885 h 38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53" h="38884">
                    <a:moveTo>
                      <a:pt x="0" y="4813"/>
                    </a:moveTo>
                    <a:lnTo>
                      <a:pt x="0" y="0"/>
                    </a:lnTo>
                    <a:lnTo>
                      <a:pt x="3553" y="0"/>
                    </a:lnTo>
                    <a:lnTo>
                      <a:pt x="3553" y="4813"/>
                    </a:lnTo>
                    <a:lnTo>
                      <a:pt x="0" y="4813"/>
                    </a:lnTo>
                    <a:close/>
                    <a:moveTo>
                      <a:pt x="180" y="38885"/>
                    </a:moveTo>
                    <a:lnTo>
                      <a:pt x="180" y="10930"/>
                    </a:lnTo>
                    <a:lnTo>
                      <a:pt x="3418" y="10930"/>
                    </a:lnTo>
                    <a:lnTo>
                      <a:pt x="3418" y="38885"/>
                    </a:lnTo>
                    <a:lnTo>
                      <a:pt x="180" y="38885"/>
                    </a:lnTo>
                    <a:close/>
                  </a:path>
                </a:pathLst>
              </a:custGeom>
              <a:solidFill>
                <a:srgbClr val="231F20"/>
              </a:solidFill>
              <a:ln w="2249" cap="flat">
                <a:noFill/>
                <a:prstDash val="solid"/>
                <a:miter/>
              </a:ln>
            </p:spPr>
            <p:txBody>
              <a:bodyPr rtlCol="0" anchor="ctr"/>
              <a:lstStyle/>
              <a:p>
                <a:endParaRPr lang="en-US"/>
              </a:p>
            </p:txBody>
          </p:sp>
          <p:sp>
            <p:nvSpPr>
              <p:cNvPr id="17759" name="Freeform 17758">
                <a:extLst>
                  <a:ext uri="{FF2B5EF4-FFF2-40B4-BE49-F238E27FC236}">
                    <a16:creationId xmlns:a16="http://schemas.microsoft.com/office/drawing/2014/main" id="{585EB0B9-50EF-E273-59DD-E65299B021B6}"/>
                  </a:ext>
                </a:extLst>
              </p:cNvPr>
              <p:cNvSpPr/>
              <p:nvPr/>
            </p:nvSpPr>
            <p:spPr>
              <a:xfrm>
                <a:off x="5038338" y="4385617"/>
                <a:ext cx="22197" cy="28741"/>
              </a:xfrm>
              <a:custGeom>
                <a:avLst/>
                <a:gdLst>
                  <a:gd name="connsiteX0" fmla="*/ 3239 w 22197"/>
                  <a:gd name="connsiteY0" fmla="*/ 28719 h 28741"/>
                  <a:gd name="connsiteX1" fmla="*/ 0 w 22197"/>
                  <a:gd name="connsiteY1" fmla="*/ 28719 h 28741"/>
                  <a:gd name="connsiteX2" fmla="*/ 0 w 22197"/>
                  <a:gd name="connsiteY2" fmla="*/ 765 h 28741"/>
                  <a:gd name="connsiteX3" fmla="*/ 3239 w 22197"/>
                  <a:gd name="connsiteY3" fmla="*/ 765 h 28741"/>
                  <a:gd name="connsiteX4" fmla="*/ 3239 w 22197"/>
                  <a:gd name="connsiteY4" fmla="*/ 4655 h 28741"/>
                  <a:gd name="connsiteX5" fmla="*/ 7264 w 22197"/>
                  <a:gd name="connsiteY5" fmla="*/ 1304 h 28741"/>
                  <a:gd name="connsiteX6" fmla="*/ 12257 w 22197"/>
                  <a:gd name="connsiteY6" fmla="*/ 0 h 28741"/>
                  <a:gd name="connsiteX7" fmla="*/ 17070 w 22197"/>
                  <a:gd name="connsiteY7" fmla="*/ 900 h 28741"/>
                  <a:gd name="connsiteX8" fmla="*/ 20803 w 22197"/>
                  <a:gd name="connsiteY8" fmla="*/ 4003 h 28741"/>
                  <a:gd name="connsiteX9" fmla="*/ 22017 w 22197"/>
                  <a:gd name="connsiteY9" fmla="*/ 7107 h 28741"/>
                  <a:gd name="connsiteX10" fmla="*/ 22197 w 22197"/>
                  <a:gd name="connsiteY10" fmla="*/ 10435 h 28741"/>
                  <a:gd name="connsiteX11" fmla="*/ 22197 w 22197"/>
                  <a:gd name="connsiteY11" fmla="*/ 28742 h 28741"/>
                  <a:gd name="connsiteX12" fmla="*/ 18959 w 22197"/>
                  <a:gd name="connsiteY12" fmla="*/ 28742 h 28741"/>
                  <a:gd name="connsiteX13" fmla="*/ 18959 w 22197"/>
                  <a:gd name="connsiteY13" fmla="*/ 10503 h 28741"/>
                  <a:gd name="connsiteX14" fmla="*/ 17295 w 22197"/>
                  <a:gd name="connsiteY14" fmla="*/ 4835 h 28741"/>
                  <a:gd name="connsiteX15" fmla="*/ 11739 w 22197"/>
                  <a:gd name="connsiteY15" fmla="*/ 2946 h 28741"/>
                  <a:gd name="connsiteX16" fmla="*/ 8996 w 22197"/>
                  <a:gd name="connsiteY16" fmla="*/ 3396 h 28741"/>
                  <a:gd name="connsiteX17" fmla="*/ 6747 w 22197"/>
                  <a:gd name="connsiteY17" fmla="*/ 4610 h 28741"/>
                  <a:gd name="connsiteX18" fmla="*/ 5038 w 22197"/>
                  <a:gd name="connsiteY18" fmla="*/ 6342 h 28741"/>
                  <a:gd name="connsiteX19" fmla="*/ 3958 w 22197"/>
                  <a:gd name="connsiteY19" fmla="*/ 8389 h 28741"/>
                  <a:gd name="connsiteX20" fmla="*/ 3373 w 22197"/>
                  <a:gd name="connsiteY20" fmla="*/ 10975 h 28741"/>
                  <a:gd name="connsiteX21" fmla="*/ 3261 w 22197"/>
                  <a:gd name="connsiteY21" fmla="*/ 13674 h 28741"/>
                  <a:gd name="connsiteX22" fmla="*/ 3261 w 22197"/>
                  <a:gd name="connsiteY22" fmla="*/ 28742 h 28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2197" h="28741">
                    <a:moveTo>
                      <a:pt x="3239" y="28719"/>
                    </a:moveTo>
                    <a:lnTo>
                      <a:pt x="0" y="28719"/>
                    </a:lnTo>
                    <a:lnTo>
                      <a:pt x="0" y="765"/>
                    </a:lnTo>
                    <a:lnTo>
                      <a:pt x="3239" y="765"/>
                    </a:lnTo>
                    <a:lnTo>
                      <a:pt x="3239" y="4655"/>
                    </a:lnTo>
                    <a:cubicBezTo>
                      <a:pt x="4543" y="3283"/>
                      <a:pt x="5870" y="2181"/>
                      <a:pt x="7264" y="1304"/>
                    </a:cubicBezTo>
                    <a:cubicBezTo>
                      <a:pt x="8658" y="450"/>
                      <a:pt x="10323" y="0"/>
                      <a:pt x="12257" y="0"/>
                    </a:cubicBezTo>
                    <a:cubicBezTo>
                      <a:pt x="13988" y="0"/>
                      <a:pt x="15585" y="292"/>
                      <a:pt x="17070" y="900"/>
                    </a:cubicBezTo>
                    <a:cubicBezTo>
                      <a:pt x="18554" y="1484"/>
                      <a:pt x="19791" y="2519"/>
                      <a:pt x="20803" y="4003"/>
                    </a:cubicBezTo>
                    <a:cubicBezTo>
                      <a:pt x="21478" y="5015"/>
                      <a:pt x="21882" y="6050"/>
                      <a:pt x="22017" y="7107"/>
                    </a:cubicBezTo>
                    <a:cubicBezTo>
                      <a:pt x="22152" y="8164"/>
                      <a:pt x="22197" y="9266"/>
                      <a:pt x="22197" y="10435"/>
                    </a:cubicBezTo>
                    <a:lnTo>
                      <a:pt x="22197" y="28742"/>
                    </a:lnTo>
                    <a:lnTo>
                      <a:pt x="18959" y="28742"/>
                    </a:lnTo>
                    <a:lnTo>
                      <a:pt x="18959" y="10503"/>
                    </a:lnTo>
                    <a:cubicBezTo>
                      <a:pt x="18959" y="7984"/>
                      <a:pt x="18397" y="6095"/>
                      <a:pt x="17295" y="4835"/>
                    </a:cubicBezTo>
                    <a:cubicBezTo>
                      <a:pt x="16170" y="3576"/>
                      <a:pt x="14326" y="2946"/>
                      <a:pt x="11739" y="2946"/>
                    </a:cubicBezTo>
                    <a:cubicBezTo>
                      <a:pt x="10728" y="2946"/>
                      <a:pt x="9805" y="3104"/>
                      <a:pt x="8996" y="3396"/>
                    </a:cubicBezTo>
                    <a:cubicBezTo>
                      <a:pt x="8186" y="3688"/>
                      <a:pt x="7422" y="4115"/>
                      <a:pt x="6747" y="4610"/>
                    </a:cubicBezTo>
                    <a:cubicBezTo>
                      <a:pt x="6072" y="5105"/>
                      <a:pt x="5510" y="5690"/>
                      <a:pt x="5038" y="6342"/>
                    </a:cubicBezTo>
                    <a:cubicBezTo>
                      <a:pt x="4565" y="6994"/>
                      <a:pt x="4206" y="7669"/>
                      <a:pt x="3958" y="8389"/>
                    </a:cubicBezTo>
                    <a:cubicBezTo>
                      <a:pt x="3643" y="9288"/>
                      <a:pt x="3441" y="10143"/>
                      <a:pt x="3373" y="10975"/>
                    </a:cubicBezTo>
                    <a:cubicBezTo>
                      <a:pt x="3306" y="11807"/>
                      <a:pt x="3261" y="12707"/>
                      <a:pt x="3261" y="13674"/>
                    </a:cubicBezTo>
                    <a:lnTo>
                      <a:pt x="3261" y="28742"/>
                    </a:lnTo>
                    <a:close/>
                  </a:path>
                </a:pathLst>
              </a:custGeom>
              <a:solidFill>
                <a:srgbClr val="231F20"/>
              </a:solidFill>
              <a:ln w="2249" cap="flat">
                <a:noFill/>
                <a:prstDash val="solid"/>
                <a:miter/>
              </a:ln>
            </p:spPr>
            <p:txBody>
              <a:bodyPr rtlCol="0" anchor="ctr"/>
              <a:lstStyle/>
              <a:p>
                <a:endParaRPr lang="en-US"/>
              </a:p>
            </p:txBody>
          </p:sp>
          <p:sp>
            <p:nvSpPr>
              <p:cNvPr id="17760" name="Freeform 17759">
                <a:extLst>
                  <a:ext uri="{FF2B5EF4-FFF2-40B4-BE49-F238E27FC236}">
                    <a16:creationId xmlns:a16="http://schemas.microsoft.com/office/drawing/2014/main" id="{E3CDACAB-7ACF-834E-4C0B-9835466F982A}"/>
                  </a:ext>
                </a:extLst>
              </p:cNvPr>
              <p:cNvSpPr/>
              <p:nvPr/>
            </p:nvSpPr>
            <p:spPr>
              <a:xfrm>
                <a:off x="5066990" y="4385617"/>
                <a:ext cx="24896" cy="29461"/>
              </a:xfrm>
              <a:custGeom>
                <a:avLst/>
                <a:gdLst>
                  <a:gd name="connsiteX0" fmla="*/ 21163 w 24896"/>
                  <a:gd name="connsiteY0" fmla="*/ 9558 h 29461"/>
                  <a:gd name="connsiteX1" fmla="*/ 18194 w 24896"/>
                  <a:gd name="connsiteY1" fmla="*/ 4678 h 29461"/>
                  <a:gd name="connsiteX2" fmla="*/ 12841 w 24896"/>
                  <a:gd name="connsiteY2" fmla="*/ 2924 h 29461"/>
                  <a:gd name="connsiteX3" fmla="*/ 8569 w 24896"/>
                  <a:gd name="connsiteY3" fmla="*/ 3958 h 29461"/>
                  <a:gd name="connsiteX4" fmla="*/ 5645 w 24896"/>
                  <a:gd name="connsiteY4" fmla="*/ 6679 h 29461"/>
                  <a:gd name="connsiteX5" fmla="*/ 3981 w 24896"/>
                  <a:gd name="connsiteY5" fmla="*/ 10503 h 29461"/>
                  <a:gd name="connsiteX6" fmla="*/ 3441 w 24896"/>
                  <a:gd name="connsiteY6" fmla="*/ 14798 h 29461"/>
                  <a:gd name="connsiteX7" fmla="*/ 3958 w 24896"/>
                  <a:gd name="connsiteY7" fmla="*/ 19116 h 29461"/>
                  <a:gd name="connsiteX8" fmla="*/ 5600 w 24896"/>
                  <a:gd name="connsiteY8" fmla="*/ 22895 h 29461"/>
                  <a:gd name="connsiteX9" fmla="*/ 8524 w 24896"/>
                  <a:gd name="connsiteY9" fmla="*/ 25571 h 29461"/>
                  <a:gd name="connsiteX10" fmla="*/ 12841 w 24896"/>
                  <a:gd name="connsiteY10" fmla="*/ 26560 h 29461"/>
                  <a:gd name="connsiteX11" fmla="*/ 18644 w 24896"/>
                  <a:gd name="connsiteY11" fmla="*/ 24559 h 29461"/>
                  <a:gd name="connsiteX12" fmla="*/ 21433 w 24896"/>
                  <a:gd name="connsiteY12" fmla="*/ 19049 h 29461"/>
                  <a:gd name="connsiteX13" fmla="*/ 24896 w 24896"/>
                  <a:gd name="connsiteY13" fmla="*/ 19049 h 29461"/>
                  <a:gd name="connsiteX14" fmla="*/ 23524 w 24896"/>
                  <a:gd name="connsiteY14" fmla="*/ 23277 h 29461"/>
                  <a:gd name="connsiteX15" fmla="*/ 21095 w 24896"/>
                  <a:gd name="connsiteY15" fmla="*/ 26560 h 29461"/>
                  <a:gd name="connsiteX16" fmla="*/ 17564 w 24896"/>
                  <a:gd name="connsiteY16" fmla="*/ 28697 h 29461"/>
                  <a:gd name="connsiteX17" fmla="*/ 12864 w 24896"/>
                  <a:gd name="connsiteY17" fmla="*/ 29461 h 29461"/>
                  <a:gd name="connsiteX18" fmla="*/ 7084 w 24896"/>
                  <a:gd name="connsiteY18" fmla="*/ 28337 h 29461"/>
                  <a:gd name="connsiteX19" fmla="*/ 3081 w 24896"/>
                  <a:gd name="connsiteY19" fmla="*/ 25233 h 29461"/>
                  <a:gd name="connsiteX20" fmla="*/ 765 w 24896"/>
                  <a:gd name="connsiteY20" fmla="*/ 20556 h 29461"/>
                  <a:gd name="connsiteX21" fmla="*/ 0 w 24896"/>
                  <a:gd name="connsiteY21" fmla="*/ 14776 h 29461"/>
                  <a:gd name="connsiteX22" fmla="*/ 832 w 24896"/>
                  <a:gd name="connsiteY22" fmla="*/ 9198 h 29461"/>
                  <a:gd name="connsiteX23" fmla="*/ 3283 w 24896"/>
                  <a:gd name="connsiteY23" fmla="*/ 4475 h 29461"/>
                  <a:gd name="connsiteX24" fmla="*/ 7309 w 24896"/>
                  <a:gd name="connsiteY24" fmla="*/ 1215 h 29461"/>
                  <a:gd name="connsiteX25" fmla="*/ 12841 w 24896"/>
                  <a:gd name="connsiteY25" fmla="*/ 0 h 29461"/>
                  <a:gd name="connsiteX26" fmla="*/ 20691 w 24896"/>
                  <a:gd name="connsiteY26" fmla="*/ 2316 h 29461"/>
                  <a:gd name="connsiteX27" fmla="*/ 24446 w 24896"/>
                  <a:gd name="connsiteY27" fmla="*/ 9558 h 29461"/>
                  <a:gd name="connsiteX28" fmla="*/ 21163 w 24896"/>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6" h="29461">
                    <a:moveTo>
                      <a:pt x="21163" y="9558"/>
                    </a:moveTo>
                    <a:cubicBezTo>
                      <a:pt x="20578" y="7466"/>
                      <a:pt x="19588" y="5847"/>
                      <a:pt x="18194" y="4678"/>
                    </a:cubicBezTo>
                    <a:cubicBezTo>
                      <a:pt x="16800" y="3509"/>
                      <a:pt x="15001" y="2924"/>
                      <a:pt x="12841" y="2924"/>
                    </a:cubicBezTo>
                    <a:cubicBezTo>
                      <a:pt x="11177" y="2924"/>
                      <a:pt x="9760" y="3261"/>
                      <a:pt x="8569" y="3958"/>
                    </a:cubicBezTo>
                    <a:cubicBezTo>
                      <a:pt x="7377" y="4633"/>
                      <a:pt x="6409" y="5555"/>
                      <a:pt x="5645" y="6679"/>
                    </a:cubicBezTo>
                    <a:cubicBezTo>
                      <a:pt x="4880" y="7804"/>
                      <a:pt x="4341" y="9086"/>
                      <a:pt x="3981" y="10503"/>
                    </a:cubicBezTo>
                    <a:cubicBezTo>
                      <a:pt x="3621" y="11920"/>
                      <a:pt x="3441" y="13359"/>
                      <a:pt x="3441" y="14798"/>
                    </a:cubicBezTo>
                    <a:cubicBezTo>
                      <a:pt x="3441" y="16237"/>
                      <a:pt x="3621" y="17722"/>
                      <a:pt x="3958" y="19116"/>
                    </a:cubicBezTo>
                    <a:cubicBezTo>
                      <a:pt x="4296" y="20510"/>
                      <a:pt x="4858" y="21770"/>
                      <a:pt x="5600" y="22895"/>
                    </a:cubicBezTo>
                    <a:cubicBezTo>
                      <a:pt x="6342" y="24019"/>
                      <a:pt x="7332" y="24896"/>
                      <a:pt x="8524" y="25571"/>
                    </a:cubicBezTo>
                    <a:cubicBezTo>
                      <a:pt x="9716" y="26245"/>
                      <a:pt x="11155" y="26560"/>
                      <a:pt x="12841" y="26560"/>
                    </a:cubicBezTo>
                    <a:cubicBezTo>
                      <a:pt x="15248" y="26560"/>
                      <a:pt x="17182" y="25886"/>
                      <a:pt x="18644" y="24559"/>
                    </a:cubicBezTo>
                    <a:cubicBezTo>
                      <a:pt x="20106" y="23232"/>
                      <a:pt x="21028" y="21388"/>
                      <a:pt x="21433" y="19049"/>
                    </a:cubicBezTo>
                    <a:lnTo>
                      <a:pt x="24896" y="19049"/>
                    </a:lnTo>
                    <a:cubicBezTo>
                      <a:pt x="24604" y="20601"/>
                      <a:pt x="24154" y="22017"/>
                      <a:pt x="23524" y="23277"/>
                    </a:cubicBezTo>
                    <a:cubicBezTo>
                      <a:pt x="22895" y="24559"/>
                      <a:pt x="22085" y="25661"/>
                      <a:pt x="21095" y="26560"/>
                    </a:cubicBezTo>
                    <a:cubicBezTo>
                      <a:pt x="20106" y="27482"/>
                      <a:pt x="18936" y="28180"/>
                      <a:pt x="17564" y="28697"/>
                    </a:cubicBezTo>
                    <a:cubicBezTo>
                      <a:pt x="16193" y="29191"/>
                      <a:pt x="14641" y="29461"/>
                      <a:pt x="12864" y="29461"/>
                    </a:cubicBezTo>
                    <a:cubicBezTo>
                      <a:pt x="10638" y="29461"/>
                      <a:pt x="8703" y="29079"/>
                      <a:pt x="7084" y="28337"/>
                    </a:cubicBezTo>
                    <a:cubicBezTo>
                      <a:pt x="5465" y="27595"/>
                      <a:pt x="4138" y="26538"/>
                      <a:pt x="3081" y="25233"/>
                    </a:cubicBezTo>
                    <a:cubicBezTo>
                      <a:pt x="2047" y="23929"/>
                      <a:pt x="1260" y="22355"/>
                      <a:pt x="765" y="20556"/>
                    </a:cubicBezTo>
                    <a:cubicBezTo>
                      <a:pt x="270" y="18756"/>
                      <a:pt x="0" y="16822"/>
                      <a:pt x="0" y="14776"/>
                    </a:cubicBezTo>
                    <a:cubicBezTo>
                      <a:pt x="0" y="12841"/>
                      <a:pt x="270" y="10975"/>
                      <a:pt x="832" y="9198"/>
                    </a:cubicBezTo>
                    <a:cubicBezTo>
                      <a:pt x="1394" y="7422"/>
                      <a:pt x="2204" y="5847"/>
                      <a:pt x="3283" y="4475"/>
                    </a:cubicBezTo>
                    <a:cubicBezTo>
                      <a:pt x="4363" y="3104"/>
                      <a:pt x="5712" y="2024"/>
                      <a:pt x="7309" y="1215"/>
                    </a:cubicBezTo>
                    <a:cubicBezTo>
                      <a:pt x="8906" y="405"/>
                      <a:pt x="10750" y="0"/>
                      <a:pt x="12841" y="0"/>
                    </a:cubicBezTo>
                    <a:cubicBezTo>
                      <a:pt x="16080" y="0"/>
                      <a:pt x="18689" y="765"/>
                      <a:pt x="20691" y="2316"/>
                    </a:cubicBezTo>
                    <a:cubicBezTo>
                      <a:pt x="22692" y="3868"/>
                      <a:pt x="23929" y="6275"/>
                      <a:pt x="24446" y="9558"/>
                    </a:cubicBezTo>
                    <a:lnTo>
                      <a:pt x="21163" y="9558"/>
                    </a:lnTo>
                    <a:close/>
                  </a:path>
                </a:pathLst>
              </a:custGeom>
              <a:solidFill>
                <a:srgbClr val="231F20"/>
              </a:solidFill>
              <a:ln w="2249" cap="flat">
                <a:noFill/>
                <a:prstDash val="solid"/>
                <a:miter/>
              </a:ln>
            </p:spPr>
            <p:txBody>
              <a:bodyPr rtlCol="0" anchor="ctr"/>
              <a:lstStyle/>
              <a:p>
                <a:endParaRPr lang="en-US"/>
              </a:p>
            </p:txBody>
          </p:sp>
          <p:sp>
            <p:nvSpPr>
              <p:cNvPr id="17761" name="Freeform 17760">
                <a:extLst>
                  <a:ext uri="{FF2B5EF4-FFF2-40B4-BE49-F238E27FC236}">
                    <a16:creationId xmlns:a16="http://schemas.microsoft.com/office/drawing/2014/main" id="{6CF8447C-CB1E-A7ED-17D5-726B61CE3543}"/>
                  </a:ext>
                </a:extLst>
              </p:cNvPr>
              <p:cNvSpPr/>
              <p:nvPr/>
            </p:nvSpPr>
            <p:spPr>
              <a:xfrm>
                <a:off x="5096519" y="4385594"/>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4 w 25908"/>
                  <a:gd name="connsiteY3" fmla="*/ 21185 h 29483"/>
                  <a:gd name="connsiteX4" fmla="*/ 0 w 25908"/>
                  <a:gd name="connsiteY4" fmla="*/ 14753 h 29483"/>
                  <a:gd name="connsiteX5" fmla="*/ 810 w 25908"/>
                  <a:gd name="connsiteY5" fmla="*/ 8996 h 29483"/>
                  <a:gd name="connsiteX6" fmla="*/ 3239 w 25908"/>
                  <a:gd name="connsiteY6" fmla="*/ 4318 h 29483"/>
                  <a:gd name="connsiteX7" fmla="*/ 7287 w 25908"/>
                  <a:gd name="connsiteY7" fmla="*/ 1170 h 29483"/>
                  <a:gd name="connsiteX8" fmla="*/ 12954 w 25908"/>
                  <a:gd name="connsiteY8" fmla="*/ 0 h 29483"/>
                  <a:gd name="connsiteX9" fmla="*/ 18666 w 25908"/>
                  <a:gd name="connsiteY9" fmla="*/ 1170 h 29483"/>
                  <a:gd name="connsiteX10" fmla="*/ 22714 w 25908"/>
                  <a:gd name="connsiteY10" fmla="*/ 4296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45 w 25908"/>
                  <a:gd name="connsiteY17" fmla="*/ 14753 h 29483"/>
                  <a:gd name="connsiteX18" fmla="*/ 21905 w 25908"/>
                  <a:gd name="connsiteY18" fmla="*/ 10120 h 29483"/>
                  <a:gd name="connsiteX19" fmla="*/ 20241 w 25908"/>
                  <a:gd name="connsiteY19" fmla="*/ 6364 h 29483"/>
                  <a:gd name="connsiteX20" fmla="*/ 17317 w 25908"/>
                  <a:gd name="connsiteY20" fmla="*/ 3846 h 29483"/>
                  <a:gd name="connsiteX21" fmla="*/ 12954 w 25908"/>
                  <a:gd name="connsiteY21" fmla="*/ 2924 h 29483"/>
                  <a:gd name="connsiteX22" fmla="*/ 8613 w 25908"/>
                  <a:gd name="connsiteY22" fmla="*/ 3913 h 29483"/>
                  <a:gd name="connsiteX23" fmla="*/ 5667 w 25908"/>
                  <a:gd name="connsiteY23" fmla="*/ 6567 h 29483"/>
                  <a:gd name="connsiteX24" fmla="*/ 4003 w 25908"/>
                  <a:gd name="connsiteY24" fmla="*/ 10345 h 29483"/>
                  <a:gd name="connsiteX25" fmla="*/ 3463 w 25908"/>
                  <a:gd name="connsiteY25" fmla="*/ 14753 h 29483"/>
                  <a:gd name="connsiteX26" fmla="*/ 4093 w 25908"/>
                  <a:gd name="connsiteY26" fmla="*/ 19521 h 29483"/>
                  <a:gd name="connsiteX27" fmla="*/ 5892 w 25908"/>
                  <a:gd name="connsiteY27" fmla="*/ 23277 h 29483"/>
                  <a:gd name="connsiteX28" fmla="*/ 8861 w 25908"/>
                  <a:gd name="connsiteY28" fmla="*/ 25706 h 29483"/>
                  <a:gd name="connsiteX29" fmla="*/ 12954 w 25908"/>
                  <a:gd name="connsiteY29" fmla="*/ 26560 h 29483"/>
                  <a:gd name="connsiteX30" fmla="*/ 17295 w 25908"/>
                  <a:gd name="connsiteY30" fmla="*/ 25571 h 29483"/>
                  <a:gd name="connsiteX31" fmla="*/ 20241 w 25908"/>
                  <a:gd name="connsiteY31" fmla="*/ 22895 h 29483"/>
                  <a:gd name="connsiteX32" fmla="*/ 21905 w 25908"/>
                  <a:gd name="connsiteY32" fmla="*/ 19116 h 29483"/>
                  <a:gd name="connsiteX33" fmla="*/ 22445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4" y="21185"/>
                    </a:cubicBezTo>
                    <a:cubicBezTo>
                      <a:pt x="360" y="19341"/>
                      <a:pt x="0" y="17205"/>
                      <a:pt x="0" y="14753"/>
                    </a:cubicBezTo>
                    <a:cubicBezTo>
                      <a:pt x="0" y="12707"/>
                      <a:pt x="270" y="10795"/>
                      <a:pt x="810" y="8996"/>
                    </a:cubicBezTo>
                    <a:cubicBezTo>
                      <a:pt x="1349" y="7219"/>
                      <a:pt x="2159" y="5667"/>
                      <a:pt x="3239" y="4318"/>
                    </a:cubicBezTo>
                    <a:cubicBezTo>
                      <a:pt x="4318" y="2969"/>
                      <a:pt x="5667" y="1934"/>
                      <a:pt x="7287" y="1170"/>
                    </a:cubicBezTo>
                    <a:cubicBezTo>
                      <a:pt x="8906" y="405"/>
                      <a:pt x="10795" y="0"/>
                      <a:pt x="12954" y="0"/>
                    </a:cubicBezTo>
                    <a:cubicBezTo>
                      <a:pt x="15113" y="0"/>
                      <a:pt x="17047" y="382"/>
                      <a:pt x="18666" y="1170"/>
                    </a:cubicBezTo>
                    <a:cubicBezTo>
                      <a:pt x="20286" y="1934"/>
                      <a:pt x="21635" y="2991"/>
                      <a:pt x="22714" y="4296"/>
                    </a:cubicBezTo>
                    <a:cubicBezTo>
                      <a:pt x="23794" y="5600"/>
                      <a:pt x="24604" y="7174"/>
                      <a:pt x="25121" y="8973"/>
                    </a:cubicBezTo>
                    <a:cubicBezTo>
                      <a:pt x="25638" y="10773"/>
                      <a:pt x="25908" y="12707"/>
                      <a:pt x="25908" y="14753"/>
                    </a:cubicBezTo>
                    <a:cubicBezTo>
                      <a:pt x="25908" y="16980"/>
                      <a:pt x="25593" y="19004"/>
                      <a:pt x="24986" y="20803"/>
                    </a:cubicBezTo>
                    <a:cubicBezTo>
                      <a:pt x="24379" y="22602"/>
                      <a:pt x="23502" y="24154"/>
                      <a:pt x="22377" y="25436"/>
                    </a:cubicBezTo>
                    <a:cubicBezTo>
                      <a:pt x="21253" y="26718"/>
                      <a:pt x="19881" y="27730"/>
                      <a:pt x="18284" y="28427"/>
                    </a:cubicBezTo>
                    <a:cubicBezTo>
                      <a:pt x="16687" y="29124"/>
                      <a:pt x="14911" y="29484"/>
                      <a:pt x="12977" y="29484"/>
                    </a:cubicBezTo>
                    <a:close/>
                    <a:moveTo>
                      <a:pt x="22445" y="14753"/>
                    </a:moveTo>
                    <a:cubicBezTo>
                      <a:pt x="22445" y="13089"/>
                      <a:pt x="22265" y="11560"/>
                      <a:pt x="21905" y="10120"/>
                    </a:cubicBezTo>
                    <a:cubicBezTo>
                      <a:pt x="21545" y="8681"/>
                      <a:pt x="20983" y="7422"/>
                      <a:pt x="20241" y="6364"/>
                    </a:cubicBezTo>
                    <a:cubicBezTo>
                      <a:pt x="19476" y="5308"/>
                      <a:pt x="18509" y="4475"/>
                      <a:pt x="17317" y="3846"/>
                    </a:cubicBezTo>
                    <a:cubicBezTo>
                      <a:pt x="16125" y="3239"/>
                      <a:pt x="14663" y="2924"/>
                      <a:pt x="12954" y="2924"/>
                    </a:cubicBezTo>
                    <a:cubicBezTo>
                      <a:pt x="11245" y="2924"/>
                      <a:pt x="9805" y="3261"/>
                      <a:pt x="8613" y="3913"/>
                    </a:cubicBezTo>
                    <a:cubicBezTo>
                      <a:pt x="7399" y="4588"/>
                      <a:pt x="6432" y="5465"/>
                      <a:pt x="5667" y="6567"/>
                    </a:cubicBezTo>
                    <a:cubicBezTo>
                      <a:pt x="4903" y="7669"/>
                      <a:pt x="4363" y="8928"/>
                      <a:pt x="4003" y="10345"/>
                    </a:cubicBezTo>
                    <a:cubicBezTo>
                      <a:pt x="3643" y="11762"/>
                      <a:pt x="3463" y="13224"/>
                      <a:pt x="3463" y="14753"/>
                    </a:cubicBezTo>
                    <a:cubicBezTo>
                      <a:pt x="3463" y="16485"/>
                      <a:pt x="3666" y="18082"/>
                      <a:pt x="4093" y="19521"/>
                    </a:cubicBezTo>
                    <a:cubicBezTo>
                      <a:pt x="4498" y="20983"/>
                      <a:pt x="5105" y="22220"/>
                      <a:pt x="5892" y="23277"/>
                    </a:cubicBezTo>
                    <a:cubicBezTo>
                      <a:pt x="6679" y="24334"/>
                      <a:pt x="7669" y="25121"/>
                      <a:pt x="8861" y="25706"/>
                    </a:cubicBezTo>
                    <a:cubicBezTo>
                      <a:pt x="10053" y="26290"/>
                      <a:pt x="11425" y="26560"/>
                      <a:pt x="12954" y="26560"/>
                    </a:cubicBezTo>
                    <a:cubicBezTo>
                      <a:pt x="14641" y="26560"/>
                      <a:pt x="16103" y="26223"/>
                      <a:pt x="17295" y="25571"/>
                    </a:cubicBezTo>
                    <a:cubicBezTo>
                      <a:pt x="18509" y="24896"/>
                      <a:pt x="19476" y="24019"/>
                      <a:pt x="20241" y="22895"/>
                    </a:cubicBezTo>
                    <a:cubicBezTo>
                      <a:pt x="21005" y="21770"/>
                      <a:pt x="21545" y="20510"/>
                      <a:pt x="21905" y="19116"/>
                    </a:cubicBezTo>
                    <a:cubicBezTo>
                      <a:pt x="22265" y="17722"/>
                      <a:pt x="22445" y="16260"/>
                      <a:pt x="22445" y="14753"/>
                    </a:cubicBezTo>
                    <a:close/>
                  </a:path>
                </a:pathLst>
              </a:custGeom>
              <a:solidFill>
                <a:srgbClr val="231F20"/>
              </a:solidFill>
              <a:ln w="2249" cap="flat">
                <a:noFill/>
                <a:prstDash val="solid"/>
                <a:miter/>
              </a:ln>
            </p:spPr>
            <p:txBody>
              <a:bodyPr rtlCol="0" anchor="ctr"/>
              <a:lstStyle/>
              <a:p>
                <a:endParaRPr lang="en-US"/>
              </a:p>
            </p:txBody>
          </p:sp>
          <p:sp>
            <p:nvSpPr>
              <p:cNvPr id="17762" name="Freeform 17761">
                <a:extLst>
                  <a:ext uri="{FF2B5EF4-FFF2-40B4-BE49-F238E27FC236}">
                    <a16:creationId xmlns:a16="http://schemas.microsoft.com/office/drawing/2014/main" id="{D5C57C66-B756-67F8-8A70-ACF570BDA419}"/>
                  </a:ext>
                </a:extLst>
              </p:cNvPr>
              <p:cNvSpPr/>
              <p:nvPr/>
            </p:nvSpPr>
            <p:spPr>
              <a:xfrm>
                <a:off x="5128521" y="4385617"/>
                <a:ext cx="12481" cy="28719"/>
              </a:xfrm>
              <a:custGeom>
                <a:avLst/>
                <a:gdLst>
                  <a:gd name="connsiteX0" fmla="*/ 3239 w 12481"/>
                  <a:gd name="connsiteY0" fmla="*/ 28719 h 28719"/>
                  <a:gd name="connsiteX1" fmla="*/ 0 w 12481"/>
                  <a:gd name="connsiteY1" fmla="*/ 28719 h 28719"/>
                  <a:gd name="connsiteX2" fmla="*/ 0 w 12481"/>
                  <a:gd name="connsiteY2" fmla="*/ 765 h 28719"/>
                  <a:gd name="connsiteX3" fmla="*/ 3239 w 12481"/>
                  <a:gd name="connsiteY3" fmla="*/ 765 h 28719"/>
                  <a:gd name="connsiteX4" fmla="*/ 3239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9 h 28719"/>
                  <a:gd name="connsiteX9" fmla="*/ 7939 w 12481"/>
                  <a:gd name="connsiteY9" fmla="*/ 4363 h 28719"/>
                  <a:gd name="connsiteX10" fmla="*/ 5105 w 12481"/>
                  <a:gd name="connsiteY10" fmla="*/ 6837 h 28719"/>
                  <a:gd name="connsiteX11" fmla="*/ 3643 w 12481"/>
                  <a:gd name="connsiteY11" fmla="*/ 10525 h 28719"/>
                  <a:gd name="connsiteX12" fmla="*/ 3239 w 12481"/>
                  <a:gd name="connsiteY12" fmla="*/ 14978 h 28719"/>
                  <a:gd name="connsiteX13" fmla="*/ 3239 w 12481"/>
                  <a:gd name="connsiteY13"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9">
                    <a:moveTo>
                      <a:pt x="3239" y="28719"/>
                    </a:moveTo>
                    <a:lnTo>
                      <a:pt x="0" y="28719"/>
                    </a:lnTo>
                    <a:lnTo>
                      <a:pt x="0" y="765"/>
                    </a:lnTo>
                    <a:lnTo>
                      <a:pt x="3239" y="765"/>
                    </a:lnTo>
                    <a:lnTo>
                      <a:pt x="3239" y="6005"/>
                    </a:lnTo>
                    <a:lnTo>
                      <a:pt x="3351" y="6005"/>
                    </a:lnTo>
                    <a:cubicBezTo>
                      <a:pt x="4251" y="3778"/>
                      <a:pt x="5420" y="2226"/>
                      <a:pt x="6837" y="1327"/>
                    </a:cubicBezTo>
                    <a:cubicBezTo>
                      <a:pt x="8254" y="450"/>
                      <a:pt x="10143" y="0"/>
                      <a:pt x="12482" y="0"/>
                    </a:cubicBezTo>
                    <a:lnTo>
                      <a:pt x="12482" y="3509"/>
                    </a:lnTo>
                    <a:cubicBezTo>
                      <a:pt x="10638" y="3463"/>
                      <a:pt x="9131" y="3756"/>
                      <a:pt x="7939" y="4363"/>
                    </a:cubicBezTo>
                    <a:cubicBezTo>
                      <a:pt x="6747" y="4970"/>
                      <a:pt x="5802" y="5802"/>
                      <a:pt x="5105" y="6837"/>
                    </a:cubicBezTo>
                    <a:cubicBezTo>
                      <a:pt x="4408" y="7871"/>
                      <a:pt x="3913" y="9108"/>
                      <a:pt x="3643" y="10525"/>
                    </a:cubicBezTo>
                    <a:cubicBezTo>
                      <a:pt x="3373" y="11942"/>
                      <a:pt x="3239" y="13426"/>
                      <a:pt x="3239" y="14978"/>
                    </a:cubicBezTo>
                    <a:lnTo>
                      <a:pt x="3239" y="28697"/>
                    </a:lnTo>
                    <a:close/>
                  </a:path>
                </a:pathLst>
              </a:custGeom>
              <a:solidFill>
                <a:srgbClr val="231F20"/>
              </a:solidFill>
              <a:ln w="2249" cap="flat">
                <a:noFill/>
                <a:prstDash val="solid"/>
                <a:miter/>
              </a:ln>
            </p:spPr>
            <p:txBody>
              <a:bodyPr rtlCol="0" anchor="ctr"/>
              <a:lstStyle/>
              <a:p>
                <a:endParaRPr lang="en-US"/>
              </a:p>
            </p:txBody>
          </p:sp>
          <p:sp>
            <p:nvSpPr>
              <p:cNvPr id="17763" name="Freeform 17762">
                <a:extLst>
                  <a:ext uri="{FF2B5EF4-FFF2-40B4-BE49-F238E27FC236}">
                    <a16:creationId xmlns:a16="http://schemas.microsoft.com/office/drawing/2014/main" id="{42E2BE29-0861-5000-493E-2C6E8EFFFD3F}"/>
                  </a:ext>
                </a:extLst>
              </p:cNvPr>
              <p:cNvSpPr/>
              <p:nvPr/>
            </p:nvSpPr>
            <p:spPr>
              <a:xfrm>
                <a:off x="5146491" y="4385617"/>
                <a:ext cx="12481" cy="28719"/>
              </a:xfrm>
              <a:custGeom>
                <a:avLst/>
                <a:gdLst>
                  <a:gd name="connsiteX0" fmla="*/ 3239 w 12481"/>
                  <a:gd name="connsiteY0" fmla="*/ 28719 h 28719"/>
                  <a:gd name="connsiteX1" fmla="*/ 0 w 12481"/>
                  <a:gd name="connsiteY1" fmla="*/ 28719 h 28719"/>
                  <a:gd name="connsiteX2" fmla="*/ 0 w 12481"/>
                  <a:gd name="connsiteY2" fmla="*/ 765 h 28719"/>
                  <a:gd name="connsiteX3" fmla="*/ 3239 w 12481"/>
                  <a:gd name="connsiteY3" fmla="*/ 765 h 28719"/>
                  <a:gd name="connsiteX4" fmla="*/ 3239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9 h 28719"/>
                  <a:gd name="connsiteX9" fmla="*/ 7939 w 12481"/>
                  <a:gd name="connsiteY9" fmla="*/ 4363 h 28719"/>
                  <a:gd name="connsiteX10" fmla="*/ 5105 w 12481"/>
                  <a:gd name="connsiteY10" fmla="*/ 6837 h 28719"/>
                  <a:gd name="connsiteX11" fmla="*/ 3643 w 12481"/>
                  <a:gd name="connsiteY11" fmla="*/ 10525 h 28719"/>
                  <a:gd name="connsiteX12" fmla="*/ 3239 w 12481"/>
                  <a:gd name="connsiteY12" fmla="*/ 14978 h 28719"/>
                  <a:gd name="connsiteX13" fmla="*/ 3239 w 12481"/>
                  <a:gd name="connsiteY13"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9">
                    <a:moveTo>
                      <a:pt x="3239" y="28719"/>
                    </a:moveTo>
                    <a:lnTo>
                      <a:pt x="0" y="28719"/>
                    </a:lnTo>
                    <a:lnTo>
                      <a:pt x="0" y="765"/>
                    </a:lnTo>
                    <a:lnTo>
                      <a:pt x="3239" y="765"/>
                    </a:lnTo>
                    <a:lnTo>
                      <a:pt x="3239" y="6005"/>
                    </a:lnTo>
                    <a:lnTo>
                      <a:pt x="3351" y="6005"/>
                    </a:lnTo>
                    <a:cubicBezTo>
                      <a:pt x="4251" y="3778"/>
                      <a:pt x="5420" y="2226"/>
                      <a:pt x="6837" y="1327"/>
                    </a:cubicBezTo>
                    <a:cubicBezTo>
                      <a:pt x="8254" y="450"/>
                      <a:pt x="10143" y="0"/>
                      <a:pt x="12482" y="0"/>
                    </a:cubicBezTo>
                    <a:lnTo>
                      <a:pt x="12482" y="3509"/>
                    </a:lnTo>
                    <a:cubicBezTo>
                      <a:pt x="10638" y="3463"/>
                      <a:pt x="9131" y="3756"/>
                      <a:pt x="7939" y="4363"/>
                    </a:cubicBezTo>
                    <a:cubicBezTo>
                      <a:pt x="6747" y="4970"/>
                      <a:pt x="5802" y="5802"/>
                      <a:pt x="5105" y="6837"/>
                    </a:cubicBezTo>
                    <a:cubicBezTo>
                      <a:pt x="4408" y="7871"/>
                      <a:pt x="3913" y="9108"/>
                      <a:pt x="3643" y="10525"/>
                    </a:cubicBezTo>
                    <a:cubicBezTo>
                      <a:pt x="3373" y="11942"/>
                      <a:pt x="3239" y="13426"/>
                      <a:pt x="3239" y="14978"/>
                    </a:cubicBezTo>
                    <a:lnTo>
                      <a:pt x="3239" y="28697"/>
                    </a:lnTo>
                    <a:close/>
                  </a:path>
                </a:pathLst>
              </a:custGeom>
              <a:solidFill>
                <a:srgbClr val="231F20"/>
              </a:solidFill>
              <a:ln w="2249" cap="flat">
                <a:noFill/>
                <a:prstDash val="solid"/>
                <a:miter/>
              </a:ln>
            </p:spPr>
            <p:txBody>
              <a:bodyPr rtlCol="0" anchor="ctr"/>
              <a:lstStyle/>
              <a:p>
                <a:endParaRPr lang="en-US"/>
              </a:p>
            </p:txBody>
          </p:sp>
          <p:sp>
            <p:nvSpPr>
              <p:cNvPr id="17764" name="Freeform 17763">
                <a:extLst>
                  <a:ext uri="{FF2B5EF4-FFF2-40B4-BE49-F238E27FC236}">
                    <a16:creationId xmlns:a16="http://schemas.microsoft.com/office/drawing/2014/main" id="{0F02378A-E797-00C6-AB2F-1E69F86245FD}"/>
                  </a:ext>
                </a:extLst>
              </p:cNvPr>
              <p:cNvSpPr/>
              <p:nvPr/>
            </p:nvSpPr>
            <p:spPr>
              <a:xfrm>
                <a:off x="5162795" y="4385639"/>
                <a:ext cx="25167" cy="29483"/>
              </a:xfrm>
              <a:custGeom>
                <a:avLst/>
                <a:gdLst>
                  <a:gd name="connsiteX0" fmla="*/ 3509 w 25167"/>
                  <a:gd name="connsiteY0" fmla="*/ 15473 h 29483"/>
                  <a:gd name="connsiteX1" fmla="*/ 4093 w 25167"/>
                  <a:gd name="connsiteY1" fmla="*/ 19768 h 29483"/>
                  <a:gd name="connsiteX2" fmla="*/ 5848 w 25167"/>
                  <a:gd name="connsiteY2" fmla="*/ 23277 h 29483"/>
                  <a:gd name="connsiteX3" fmla="*/ 8794 w 25167"/>
                  <a:gd name="connsiteY3" fmla="*/ 25661 h 29483"/>
                  <a:gd name="connsiteX4" fmla="*/ 12887 w 25167"/>
                  <a:gd name="connsiteY4" fmla="*/ 26560 h 29483"/>
                  <a:gd name="connsiteX5" fmla="*/ 18329 w 25167"/>
                  <a:gd name="connsiteY5" fmla="*/ 24896 h 29483"/>
                  <a:gd name="connsiteX6" fmla="*/ 21343 w 25167"/>
                  <a:gd name="connsiteY6" fmla="*/ 20151 h 29483"/>
                  <a:gd name="connsiteX7" fmla="*/ 24964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7 w 25167"/>
                  <a:gd name="connsiteY18" fmla="*/ 1170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8 w 25167"/>
                  <a:gd name="connsiteY23" fmla="*/ 12752 h 29483"/>
                  <a:gd name="connsiteX24" fmla="*/ 21185 w 25167"/>
                  <a:gd name="connsiteY24" fmla="*/ 8883 h 29483"/>
                  <a:gd name="connsiteX25" fmla="*/ 19521 w 25167"/>
                  <a:gd name="connsiteY25" fmla="*/ 5757 h 29483"/>
                  <a:gd name="connsiteX26" fmla="*/ 16732 w 25167"/>
                  <a:gd name="connsiteY26" fmla="*/ 3643 h 29483"/>
                  <a:gd name="connsiteX27" fmla="*/ 12909 w 25167"/>
                  <a:gd name="connsiteY27" fmla="*/ 2856 h 29483"/>
                  <a:gd name="connsiteX28" fmla="*/ 9108 w 25167"/>
                  <a:gd name="connsiteY28" fmla="*/ 3666 h 29483"/>
                  <a:gd name="connsiteX29" fmla="*/ 6297 w 25167"/>
                  <a:gd name="connsiteY29" fmla="*/ 5825 h 29483"/>
                  <a:gd name="connsiteX30" fmla="*/ 4431 w 25167"/>
                  <a:gd name="connsiteY30" fmla="*/ 8951 h 29483"/>
                  <a:gd name="connsiteX31" fmla="*/ 3509 w 25167"/>
                  <a:gd name="connsiteY31" fmla="*/ 12729 h 29483"/>
                  <a:gd name="connsiteX32" fmla="*/ 21748 w 25167"/>
                  <a:gd name="connsiteY32" fmla="*/ 12729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9" y="15473"/>
                    </a:moveTo>
                    <a:cubicBezTo>
                      <a:pt x="3509" y="16980"/>
                      <a:pt x="3711" y="18419"/>
                      <a:pt x="4093" y="19768"/>
                    </a:cubicBezTo>
                    <a:cubicBezTo>
                      <a:pt x="4498" y="21118"/>
                      <a:pt x="5083" y="22287"/>
                      <a:pt x="5848" y="23277"/>
                    </a:cubicBezTo>
                    <a:cubicBezTo>
                      <a:pt x="6612" y="24266"/>
                      <a:pt x="7601" y="25053"/>
                      <a:pt x="8794" y="25661"/>
                    </a:cubicBezTo>
                    <a:cubicBezTo>
                      <a:pt x="9986" y="26245"/>
                      <a:pt x="11357" y="26560"/>
                      <a:pt x="12887" y="26560"/>
                    </a:cubicBezTo>
                    <a:cubicBezTo>
                      <a:pt x="15001" y="26560"/>
                      <a:pt x="16822" y="25998"/>
                      <a:pt x="18329" y="24896"/>
                    </a:cubicBezTo>
                    <a:cubicBezTo>
                      <a:pt x="19836" y="23771"/>
                      <a:pt x="20848" y="22197"/>
                      <a:pt x="21343" y="20151"/>
                    </a:cubicBezTo>
                    <a:lnTo>
                      <a:pt x="24964" y="20151"/>
                    </a:lnTo>
                    <a:cubicBezTo>
                      <a:pt x="24559" y="21478"/>
                      <a:pt x="24042"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1"/>
                      <a:pt x="7084" y="28359"/>
                    </a:cubicBezTo>
                    <a:cubicBezTo>
                      <a:pt x="5465" y="27595"/>
                      <a:pt x="4138" y="26560"/>
                      <a:pt x="3081" y="25256"/>
                    </a:cubicBezTo>
                    <a:cubicBezTo>
                      <a:pt x="2047" y="23951"/>
                      <a:pt x="1260" y="22400"/>
                      <a:pt x="765" y="20623"/>
                    </a:cubicBezTo>
                    <a:cubicBezTo>
                      <a:pt x="270" y="18846"/>
                      <a:pt x="0" y="16935"/>
                      <a:pt x="0" y="14866"/>
                    </a:cubicBezTo>
                    <a:cubicBezTo>
                      <a:pt x="0" y="12796"/>
                      <a:pt x="292" y="10885"/>
                      <a:pt x="900" y="9086"/>
                    </a:cubicBezTo>
                    <a:cubicBezTo>
                      <a:pt x="1484" y="7287"/>
                      <a:pt x="2339" y="5712"/>
                      <a:pt x="3441" y="4363"/>
                    </a:cubicBezTo>
                    <a:cubicBezTo>
                      <a:pt x="4543" y="3014"/>
                      <a:pt x="5870" y="1957"/>
                      <a:pt x="7467" y="1170"/>
                    </a:cubicBezTo>
                    <a:cubicBezTo>
                      <a:pt x="9041" y="405"/>
                      <a:pt x="10840" y="0"/>
                      <a:pt x="12864" y="0"/>
                    </a:cubicBezTo>
                    <a:cubicBezTo>
                      <a:pt x="16710" y="0"/>
                      <a:pt x="19746" y="1327"/>
                      <a:pt x="21927" y="3958"/>
                    </a:cubicBezTo>
                    <a:cubicBezTo>
                      <a:pt x="24132" y="6612"/>
                      <a:pt x="25211" y="10435"/>
                      <a:pt x="25166" y="15473"/>
                    </a:cubicBezTo>
                    <a:lnTo>
                      <a:pt x="3463" y="15473"/>
                    </a:lnTo>
                    <a:close/>
                    <a:moveTo>
                      <a:pt x="21748" y="12752"/>
                    </a:moveTo>
                    <a:cubicBezTo>
                      <a:pt x="21748" y="11380"/>
                      <a:pt x="21568" y="10098"/>
                      <a:pt x="21185" y="8883"/>
                    </a:cubicBezTo>
                    <a:cubicBezTo>
                      <a:pt x="20803" y="7669"/>
                      <a:pt x="20241" y="6634"/>
                      <a:pt x="19521" y="5757"/>
                    </a:cubicBezTo>
                    <a:cubicBezTo>
                      <a:pt x="18779" y="4880"/>
                      <a:pt x="17857" y="4183"/>
                      <a:pt x="16732" y="3643"/>
                    </a:cubicBezTo>
                    <a:cubicBezTo>
                      <a:pt x="15608" y="3126"/>
                      <a:pt x="14348" y="2856"/>
                      <a:pt x="12909" y="2856"/>
                    </a:cubicBezTo>
                    <a:cubicBezTo>
                      <a:pt x="11470" y="2856"/>
                      <a:pt x="10210" y="3126"/>
                      <a:pt x="9108" y="3666"/>
                    </a:cubicBezTo>
                    <a:cubicBezTo>
                      <a:pt x="8006" y="4206"/>
                      <a:pt x="7084" y="4925"/>
                      <a:pt x="6297" y="5825"/>
                    </a:cubicBezTo>
                    <a:cubicBezTo>
                      <a:pt x="5533" y="6724"/>
                      <a:pt x="4903" y="7759"/>
                      <a:pt x="4431" y="8951"/>
                    </a:cubicBezTo>
                    <a:cubicBezTo>
                      <a:pt x="3958" y="10143"/>
                      <a:pt x="3666" y="11402"/>
                      <a:pt x="3509" y="12729"/>
                    </a:cubicBezTo>
                    <a:lnTo>
                      <a:pt x="21748" y="12729"/>
                    </a:lnTo>
                    <a:close/>
                  </a:path>
                </a:pathLst>
              </a:custGeom>
              <a:solidFill>
                <a:srgbClr val="231F20"/>
              </a:solidFill>
              <a:ln w="2249" cap="flat">
                <a:noFill/>
                <a:prstDash val="solid"/>
                <a:miter/>
              </a:ln>
            </p:spPr>
            <p:txBody>
              <a:bodyPr rtlCol="0" anchor="ctr"/>
              <a:lstStyle/>
              <a:p>
                <a:endParaRPr lang="en-US"/>
              </a:p>
            </p:txBody>
          </p:sp>
          <p:sp>
            <p:nvSpPr>
              <p:cNvPr id="17765" name="Freeform 17764">
                <a:extLst>
                  <a:ext uri="{FF2B5EF4-FFF2-40B4-BE49-F238E27FC236}">
                    <a16:creationId xmlns:a16="http://schemas.microsoft.com/office/drawing/2014/main" id="{FF46AB4C-DBFE-8713-E3A3-74CCE41AD593}"/>
                  </a:ext>
                </a:extLst>
              </p:cNvPr>
              <p:cNvSpPr/>
              <p:nvPr/>
            </p:nvSpPr>
            <p:spPr>
              <a:xfrm>
                <a:off x="5192977" y="4385617"/>
                <a:ext cx="24895" cy="29461"/>
              </a:xfrm>
              <a:custGeom>
                <a:avLst/>
                <a:gdLst>
                  <a:gd name="connsiteX0" fmla="*/ 21163 w 24895"/>
                  <a:gd name="connsiteY0" fmla="*/ 9558 h 29461"/>
                  <a:gd name="connsiteX1" fmla="*/ 18194 w 24895"/>
                  <a:gd name="connsiteY1" fmla="*/ 4678 h 29461"/>
                  <a:gd name="connsiteX2" fmla="*/ 12841 w 24895"/>
                  <a:gd name="connsiteY2" fmla="*/ 2924 h 29461"/>
                  <a:gd name="connsiteX3" fmla="*/ 8569 w 24895"/>
                  <a:gd name="connsiteY3" fmla="*/ 3958 h 29461"/>
                  <a:gd name="connsiteX4" fmla="*/ 5645 w 24895"/>
                  <a:gd name="connsiteY4" fmla="*/ 6679 h 29461"/>
                  <a:gd name="connsiteX5" fmla="*/ 3981 w 24895"/>
                  <a:gd name="connsiteY5" fmla="*/ 10503 h 29461"/>
                  <a:gd name="connsiteX6" fmla="*/ 3441 w 24895"/>
                  <a:gd name="connsiteY6" fmla="*/ 14798 h 29461"/>
                  <a:gd name="connsiteX7" fmla="*/ 3958 w 24895"/>
                  <a:gd name="connsiteY7" fmla="*/ 19116 h 29461"/>
                  <a:gd name="connsiteX8" fmla="*/ 5600 w 24895"/>
                  <a:gd name="connsiteY8" fmla="*/ 22895 h 29461"/>
                  <a:gd name="connsiteX9" fmla="*/ 8524 w 24895"/>
                  <a:gd name="connsiteY9" fmla="*/ 25571 h 29461"/>
                  <a:gd name="connsiteX10" fmla="*/ 12841 w 24895"/>
                  <a:gd name="connsiteY10" fmla="*/ 26560 h 29461"/>
                  <a:gd name="connsiteX11" fmla="*/ 18644 w 24895"/>
                  <a:gd name="connsiteY11" fmla="*/ 24559 h 29461"/>
                  <a:gd name="connsiteX12" fmla="*/ 21433 w 24895"/>
                  <a:gd name="connsiteY12" fmla="*/ 19049 h 29461"/>
                  <a:gd name="connsiteX13" fmla="*/ 24896 w 24895"/>
                  <a:gd name="connsiteY13" fmla="*/ 19049 h 29461"/>
                  <a:gd name="connsiteX14" fmla="*/ 23524 w 24895"/>
                  <a:gd name="connsiteY14" fmla="*/ 23277 h 29461"/>
                  <a:gd name="connsiteX15" fmla="*/ 21095 w 24895"/>
                  <a:gd name="connsiteY15" fmla="*/ 26560 h 29461"/>
                  <a:gd name="connsiteX16" fmla="*/ 17564 w 24895"/>
                  <a:gd name="connsiteY16" fmla="*/ 28697 h 29461"/>
                  <a:gd name="connsiteX17" fmla="*/ 12864 w 24895"/>
                  <a:gd name="connsiteY17" fmla="*/ 29461 h 29461"/>
                  <a:gd name="connsiteX18" fmla="*/ 7084 w 24895"/>
                  <a:gd name="connsiteY18" fmla="*/ 28337 h 29461"/>
                  <a:gd name="connsiteX19" fmla="*/ 3081 w 24895"/>
                  <a:gd name="connsiteY19" fmla="*/ 25233 h 29461"/>
                  <a:gd name="connsiteX20" fmla="*/ 765 w 24895"/>
                  <a:gd name="connsiteY20" fmla="*/ 20556 h 29461"/>
                  <a:gd name="connsiteX21" fmla="*/ 0 w 24895"/>
                  <a:gd name="connsiteY21" fmla="*/ 14776 h 29461"/>
                  <a:gd name="connsiteX22" fmla="*/ 832 w 24895"/>
                  <a:gd name="connsiteY22" fmla="*/ 9198 h 29461"/>
                  <a:gd name="connsiteX23" fmla="*/ 3283 w 24895"/>
                  <a:gd name="connsiteY23" fmla="*/ 4475 h 29461"/>
                  <a:gd name="connsiteX24" fmla="*/ 7309 w 24895"/>
                  <a:gd name="connsiteY24" fmla="*/ 1215 h 29461"/>
                  <a:gd name="connsiteX25" fmla="*/ 12841 w 24895"/>
                  <a:gd name="connsiteY25" fmla="*/ 0 h 29461"/>
                  <a:gd name="connsiteX26" fmla="*/ 20690 w 24895"/>
                  <a:gd name="connsiteY26" fmla="*/ 2316 h 29461"/>
                  <a:gd name="connsiteX27" fmla="*/ 24446 w 24895"/>
                  <a:gd name="connsiteY27" fmla="*/ 9558 h 29461"/>
                  <a:gd name="connsiteX28" fmla="*/ 21163 w 24895"/>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5" h="29461">
                    <a:moveTo>
                      <a:pt x="21163" y="9558"/>
                    </a:moveTo>
                    <a:cubicBezTo>
                      <a:pt x="20578" y="7466"/>
                      <a:pt x="19588" y="5847"/>
                      <a:pt x="18194" y="4678"/>
                    </a:cubicBezTo>
                    <a:cubicBezTo>
                      <a:pt x="16800" y="3509"/>
                      <a:pt x="15001" y="2924"/>
                      <a:pt x="12841" y="2924"/>
                    </a:cubicBezTo>
                    <a:cubicBezTo>
                      <a:pt x="11177" y="2924"/>
                      <a:pt x="9760" y="3261"/>
                      <a:pt x="8569" y="3958"/>
                    </a:cubicBezTo>
                    <a:cubicBezTo>
                      <a:pt x="7377" y="4633"/>
                      <a:pt x="6409" y="5555"/>
                      <a:pt x="5645" y="6679"/>
                    </a:cubicBezTo>
                    <a:cubicBezTo>
                      <a:pt x="4880" y="7804"/>
                      <a:pt x="4341" y="9086"/>
                      <a:pt x="3981" y="10503"/>
                    </a:cubicBezTo>
                    <a:cubicBezTo>
                      <a:pt x="3621" y="11920"/>
                      <a:pt x="3441" y="13359"/>
                      <a:pt x="3441" y="14798"/>
                    </a:cubicBezTo>
                    <a:cubicBezTo>
                      <a:pt x="3441" y="16237"/>
                      <a:pt x="3621" y="17722"/>
                      <a:pt x="3958" y="19116"/>
                    </a:cubicBezTo>
                    <a:cubicBezTo>
                      <a:pt x="4296" y="20510"/>
                      <a:pt x="4858" y="21770"/>
                      <a:pt x="5600" y="22895"/>
                    </a:cubicBezTo>
                    <a:cubicBezTo>
                      <a:pt x="6342" y="24019"/>
                      <a:pt x="7332" y="24896"/>
                      <a:pt x="8524" y="25571"/>
                    </a:cubicBezTo>
                    <a:cubicBezTo>
                      <a:pt x="9715" y="26245"/>
                      <a:pt x="11155" y="26560"/>
                      <a:pt x="12841" y="26560"/>
                    </a:cubicBezTo>
                    <a:cubicBezTo>
                      <a:pt x="15248" y="26560"/>
                      <a:pt x="17182" y="25886"/>
                      <a:pt x="18644" y="24559"/>
                    </a:cubicBezTo>
                    <a:cubicBezTo>
                      <a:pt x="20106" y="23232"/>
                      <a:pt x="21028" y="21388"/>
                      <a:pt x="21433" y="19049"/>
                    </a:cubicBezTo>
                    <a:lnTo>
                      <a:pt x="24896" y="19049"/>
                    </a:lnTo>
                    <a:cubicBezTo>
                      <a:pt x="24603" y="20601"/>
                      <a:pt x="24154" y="22017"/>
                      <a:pt x="23524" y="23277"/>
                    </a:cubicBezTo>
                    <a:cubicBezTo>
                      <a:pt x="22895" y="24559"/>
                      <a:pt x="22085" y="25661"/>
                      <a:pt x="21095" y="26560"/>
                    </a:cubicBezTo>
                    <a:cubicBezTo>
                      <a:pt x="20106" y="27482"/>
                      <a:pt x="18936" y="28180"/>
                      <a:pt x="17564" y="28697"/>
                    </a:cubicBezTo>
                    <a:cubicBezTo>
                      <a:pt x="16192" y="29191"/>
                      <a:pt x="14641" y="29461"/>
                      <a:pt x="12864" y="29461"/>
                    </a:cubicBezTo>
                    <a:cubicBezTo>
                      <a:pt x="10638" y="29461"/>
                      <a:pt x="8703" y="29079"/>
                      <a:pt x="7084" y="28337"/>
                    </a:cubicBezTo>
                    <a:cubicBezTo>
                      <a:pt x="5465" y="27595"/>
                      <a:pt x="4138" y="26538"/>
                      <a:pt x="3081" y="25233"/>
                    </a:cubicBezTo>
                    <a:cubicBezTo>
                      <a:pt x="2047" y="23929"/>
                      <a:pt x="1260" y="22355"/>
                      <a:pt x="765" y="20556"/>
                    </a:cubicBezTo>
                    <a:cubicBezTo>
                      <a:pt x="270" y="18756"/>
                      <a:pt x="0" y="16822"/>
                      <a:pt x="0" y="14776"/>
                    </a:cubicBezTo>
                    <a:cubicBezTo>
                      <a:pt x="0" y="12841"/>
                      <a:pt x="270" y="10975"/>
                      <a:pt x="832" y="9198"/>
                    </a:cubicBezTo>
                    <a:cubicBezTo>
                      <a:pt x="1394" y="7422"/>
                      <a:pt x="2204" y="5847"/>
                      <a:pt x="3283" y="4475"/>
                    </a:cubicBezTo>
                    <a:cubicBezTo>
                      <a:pt x="4363" y="3104"/>
                      <a:pt x="5712" y="2024"/>
                      <a:pt x="7309" y="1215"/>
                    </a:cubicBezTo>
                    <a:cubicBezTo>
                      <a:pt x="8906" y="405"/>
                      <a:pt x="10750" y="0"/>
                      <a:pt x="12841" y="0"/>
                    </a:cubicBezTo>
                    <a:cubicBezTo>
                      <a:pt x="16080" y="0"/>
                      <a:pt x="18689" y="765"/>
                      <a:pt x="20690" y="2316"/>
                    </a:cubicBezTo>
                    <a:cubicBezTo>
                      <a:pt x="22692" y="3868"/>
                      <a:pt x="23929" y="6275"/>
                      <a:pt x="24446" y="9558"/>
                    </a:cubicBezTo>
                    <a:lnTo>
                      <a:pt x="21163" y="9558"/>
                    </a:lnTo>
                    <a:close/>
                  </a:path>
                </a:pathLst>
              </a:custGeom>
              <a:solidFill>
                <a:srgbClr val="231F20"/>
              </a:solidFill>
              <a:ln w="2249" cap="flat">
                <a:noFill/>
                <a:prstDash val="solid"/>
                <a:miter/>
              </a:ln>
            </p:spPr>
            <p:txBody>
              <a:bodyPr rtlCol="0" anchor="ctr"/>
              <a:lstStyle/>
              <a:p>
                <a:endParaRPr lang="en-US"/>
              </a:p>
            </p:txBody>
          </p:sp>
          <p:sp>
            <p:nvSpPr>
              <p:cNvPr id="17766" name="Freeform 17765">
                <a:extLst>
                  <a:ext uri="{FF2B5EF4-FFF2-40B4-BE49-F238E27FC236}">
                    <a16:creationId xmlns:a16="http://schemas.microsoft.com/office/drawing/2014/main" id="{C7AAC0E0-2AF0-C53F-1F05-705AB1425FF8}"/>
                  </a:ext>
                </a:extLst>
              </p:cNvPr>
              <p:cNvSpPr/>
              <p:nvPr/>
            </p:nvSpPr>
            <p:spPr>
              <a:xfrm>
                <a:off x="5221538" y="4378577"/>
                <a:ext cx="12616" cy="36500"/>
              </a:xfrm>
              <a:custGeom>
                <a:avLst/>
                <a:gdLst>
                  <a:gd name="connsiteX0" fmla="*/ 12617 w 12616"/>
                  <a:gd name="connsiteY0" fmla="*/ 35849 h 36500"/>
                  <a:gd name="connsiteX1" fmla="*/ 11042 w 12616"/>
                  <a:gd name="connsiteY1" fmla="*/ 36231 h 36500"/>
                  <a:gd name="connsiteX2" fmla="*/ 8884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1 h 36500"/>
                  <a:gd name="connsiteX8" fmla="*/ 3936 w 12616"/>
                  <a:gd name="connsiteY8" fmla="*/ 7781 h 36500"/>
                  <a:gd name="connsiteX9" fmla="*/ 3936 w 12616"/>
                  <a:gd name="connsiteY9" fmla="*/ 0 h 36500"/>
                  <a:gd name="connsiteX10" fmla="*/ 7174 w 12616"/>
                  <a:gd name="connsiteY10" fmla="*/ 0 h 36500"/>
                  <a:gd name="connsiteX11" fmla="*/ 7174 w 12616"/>
                  <a:gd name="connsiteY11" fmla="*/ 7781 h 36500"/>
                  <a:gd name="connsiteX12" fmla="*/ 12414 w 12616"/>
                  <a:gd name="connsiteY12" fmla="*/ 7781 h 36500"/>
                  <a:gd name="connsiteX13" fmla="*/ 12414 w 12616"/>
                  <a:gd name="connsiteY13" fmla="*/ 10480 h 36500"/>
                  <a:gd name="connsiteX14" fmla="*/ 7174 w 12616"/>
                  <a:gd name="connsiteY14" fmla="*/ 10480 h 36500"/>
                  <a:gd name="connsiteX15" fmla="*/ 7174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5 h 36500"/>
                  <a:gd name="connsiteX21" fmla="*/ 12617 w 12616"/>
                  <a:gd name="connsiteY21" fmla="*/ 33195 h 36500"/>
                  <a:gd name="connsiteX22" fmla="*/ 12617 w 12616"/>
                  <a:gd name="connsiteY22" fmla="*/ 35849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616" h="36500">
                    <a:moveTo>
                      <a:pt x="12617" y="35849"/>
                    </a:moveTo>
                    <a:cubicBezTo>
                      <a:pt x="12212" y="35916"/>
                      <a:pt x="11695" y="36051"/>
                      <a:pt x="11042" y="36231"/>
                    </a:cubicBezTo>
                    <a:cubicBezTo>
                      <a:pt x="10390" y="36411"/>
                      <a:pt x="9671" y="36501"/>
                      <a:pt x="8884" y="36501"/>
                    </a:cubicBezTo>
                    <a:cubicBezTo>
                      <a:pt x="7264" y="36501"/>
                      <a:pt x="6027" y="36096"/>
                      <a:pt x="5195" y="35286"/>
                    </a:cubicBezTo>
                    <a:cubicBezTo>
                      <a:pt x="4363" y="34476"/>
                      <a:pt x="3936" y="33037"/>
                      <a:pt x="3936" y="30946"/>
                    </a:cubicBezTo>
                    <a:lnTo>
                      <a:pt x="3936" y="10480"/>
                    </a:lnTo>
                    <a:lnTo>
                      <a:pt x="0" y="10480"/>
                    </a:lnTo>
                    <a:lnTo>
                      <a:pt x="0" y="7781"/>
                    </a:lnTo>
                    <a:lnTo>
                      <a:pt x="3936" y="7781"/>
                    </a:lnTo>
                    <a:lnTo>
                      <a:pt x="3936" y="0"/>
                    </a:lnTo>
                    <a:lnTo>
                      <a:pt x="7174" y="0"/>
                    </a:lnTo>
                    <a:lnTo>
                      <a:pt x="7174" y="7781"/>
                    </a:lnTo>
                    <a:lnTo>
                      <a:pt x="12414" y="7781"/>
                    </a:lnTo>
                    <a:lnTo>
                      <a:pt x="12414" y="10480"/>
                    </a:lnTo>
                    <a:lnTo>
                      <a:pt x="7174" y="10480"/>
                    </a:lnTo>
                    <a:lnTo>
                      <a:pt x="7174" y="29641"/>
                    </a:lnTo>
                    <a:cubicBezTo>
                      <a:pt x="7174" y="30316"/>
                      <a:pt x="7174" y="30923"/>
                      <a:pt x="7219" y="31418"/>
                    </a:cubicBezTo>
                    <a:cubicBezTo>
                      <a:pt x="7264" y="31913"/>
                      <a:pt x="7354" y="32340"/>
                      <a:pt x="7534" y="32655"/>
                    </a:cubicBezTo>
                    <a:cubicBezTo>
                      <a:pt x="7714" y="32970"/>
                      <a:pt x="7984" y="33217"/>
                      <a:pt x="8366" y="33352"/>
                    </a:cubicBezTo>
                    <a:cubicBezTo>
                      <a:pt x="8748" y="33487"/>
                      <a:pt x="9266" y="33577"/>
                      <a:pt x="9963" y="33577"/>
                    </a:cubicBezTo>
                    <a:cubicBezTo>
                      <a:pt x="10390" y="33577"/>
                      <a:pt x="10840" y="33532"/>
                      <a:pt x="11290" y="33465"/>
                    </a:cubicBezTo>
                    <a:cubicBezTo>
                      <a:pt x="11740" y="33397"/>
                      <a:pt x="12189" y="33307"/>
                      <a:pt x="12617" y="33195"/>
                    </a:cubicBezTo>
                    <a:lnTo>
                      <a:pt x="12617" y="35849"/>
                    </a:lnTo>
                    <a:close/>
                  </a:path>
                </a:pathLst>
              </a:custGeom>
              <a:solidFill>
                <a:srgbClr val="231F20"/>
              </a:solidFill>
              <a:ln w="2249" cap="flat">
                <a:noFill/>
                <a:prstDash val="solid"/>
                <a:miter/>
              </a:ln>
            </p:spPr>
            <p:txBody>
              <a:bodyPr rtlCol="0" anchor="ctr"/>
              <a:lstStyle/>
              <a:p>
                <a:endParaRPr lang="en-US"/>
              </a:p>
            </p:txBody>
          </p:sp>
        </p:grpSp>
        <p:sp>
          <p:nvSpPr>
            <p:cNvPr id="17799" name="Freeform 17798">
              <a:extLst>
                <a:ext uri="{FF2B5EF4-FFF2-40B4-BE49-F238E27FC236}">
                  <a16:creationId xmlns:a16="http://schemas.microsoft.com/office/drawing/2014/main" id="{A071052C-D391-5FFC-6E4F-D50F77BAD025}"/>
                </a:ext>
              </a:extLst>
            </p:cNvPr>
            <p:cNvSpPr/>
            <p:nvPr/>
          </p:nvSpPr>
          <p:spPr>
            <a:xfrm>
              <a:off x="4749323" y="2580678"/>
              <a:ext cx="761081" cy="39537"/>
            </a:xfrm>
            <a:custGeom>
              <a:avLst/>
              <a:gdLst>
                <a:gd name="connsiteX0" fmla="*/ 0 w 193073"/>
                <a:gd name="connsiteY0" fmla="*/ 10030 h 10030"/>
                <a:gd name="connsiteX1" fmla="*/ 193073 w 193073"/>
                <a:gd name="connsiteY1" fmla="*/ 0 h 10030"/>
              </a:gdLst>
              <a:ahLst/>
              <a:cxnLst>
                <a:cxn ang="0">
                  <a:pos x="connsiteX0" y="connsiteY0"/>
                </a:cxn>
                <a:cxn ang="0">
                  <a:pos x="connsiteX1" y="connsiteY1"/>
                </a:cxn>
              </a:cxnLst>
              <a:rect l="l" t="t" r="r" b="b"/>
              <a:pathLst>
                <a:path w="193073" h="10030">
                  <a:moveTo>
                    <a:pt x="0" y="10030"/>
                  </a:moveTo>
                  <a:lnTo>
                    <a:pt x="193073" y="0"/>
                  </a:lnTo>
                </a:path>
              </a:pathLst>
            </a:custGeom>
            <a:ln w="4498" cap="flat">
              <a:solidFill>
                <a:srgbClr val="B3B3B3">
                  <a:alpha val="40000"/>
                </a:srgbClr>
              </a:solidFill>
              <a:prstDash val="solid"/>
              <a:round/>
            </a:ln>
          </p:spPr>
          <p:txBody>
            <a:bodyPr rtlCol="0" anchor="ctr"/>
            <a:lstStyle/>
            <a:p>
              <a:endParaRPr lang="en-US"/>
            </a:p>
          </p:txBody>
        </p:sp>
        <p:sp>
          <p:nvSpPr>
            <p:cNvPr id="17801" name="Freeform 17800">
              <a:extLst>
                <a:ext uri="{FF2B5EF4-FFF2-40B4-BE49-F238E27FC236}">
                  <a16:creationId xmlns:a16="http://schemas.microsoft.com/office/drawing/2014/main" id="{2CDEFDE0-6116-854A-EF6E-9A12932D50E8}"/>
                </a:ext>
              </a:extLst>
            </p:cNvPr>
            <p:cNvSpPr/>
            <p:nvPr/>
          </p:nvSpPr>
          <p:spPr>
            <a:xfrm>
              <a:off x="4694979" y="2960546"/>
              <a:ext cx="863651" cy="786422"/>
            </a:xfrm>
            <a:custGeom>
              <a:avLst/>
              <a:gdLst>
                <a:gd name="connsiteX0" fmla="*/ 0 w 219093"/>
                <a:gd name="connsiteY0" fmla="*/ 0 h 199505"/>
                <a:gd name="connsiteX1" fmla="*/ 219094 w 219093"/>
                <a:gd name="connsiteY1" fmla="*/ 199505 h 199505"/>
              </a:gdLst>
              <a:ahLst/>
              <a:cxnLst>
                <a:cxn ang="0">
                  <a:pos x="connsiteX0" y="connsiteY0"/>
                </a:cxn>
                <a:cxn ang="0">
                  <a:pos x="connsiteX1" y="connsiteY1"/>
                </a:cxn>
              </a:cxnLst>
              <a:rect l="l" t="t" r="r" b="b"/>
              <a:pathLst>
                <a:path w="219093" h="199505">
                  <a:moveTo>
                    <a:pt x="0" y="0"/>
                  </a:moveTo>
                  <a:lnTo>
                    <a:pt x="219094" y="199505"/>
                  </a:lnTo>
                </a:path>
              </a:pathLst>
            </a:custGeom>
            <a:ln w="4498" cap="flat">
              <a:solidFill>
                <a:srgbClr val="B3B3B3">
                  <a:alpha val="40000"/>
                </a:srgbClr>
              </a:solidFill>
              <a:prstDash val="solid"/>
              <a:round/>
            </a:ln>
          </p:spPr>
          <p:txBody>
            <a:bodyPr rtlCol="0" anchor="ctr"/>
            <a:lstStyle/>
            <a:p>
              <a:endParaRPr lang="en-US"/>
            </a:p>
          </p:txBody>
        </p:sp>
        <p:sp>
          <p:nvSpPr>
            <p:cNvPr id="17803" name="Freeform 17802">
              <a:extLst>
                <a:ext uri="{FF2B5EF4-FFF2-40B4-BE49-F238E27FC236}">
                  <a16:creationId xmlns:a16="http://schemas.microsoft.com/office/drawing/2014/main" id="{AF0A3434-B44A-153A-C7CF-871AB1D2E91B}"/>
                </a:ext>
              </a:extLst>
            </p:cNvPr>
            <p:cNvSpPr/>
            <p:nvPr/>
          </p:nvSpPr>
          <p:spPr>
            <a:xfrm>
              <a:off x="4633986" y="2923934"/>
              <a:ext cx="951149" cy="136163"/>
            </a:xfrm>
            <a:custGeom>
              <a:avLst/>
              <a:gdLst>
                <a:gd name="connsiteX0" fmla="*/ 0 w 241290"/>
                <a:gd name="connsiteY0" fmla="*/ 0 h 34543"/>
                <a:gd name="connsiteX1" fmla="*/ 241291 w 241290"/>
                <a:gd name="connsiteY1" fmla="*/ 34544 h 34543"/>
              </a:gdLst>
              <a:ahLst/>
              <a:cxnLst>
                <a:cxn ang="0">
                  <a:pos x="connsiteX0" y="connsiteY0"/>
                </a:cxn>
                <a:cxn ang="0">
                  <a:pos x="connsiteX1" y="connsiteY1"/>
                </a:cxn>
              </a:cxnLst>
              <a:rect l="l" t="t" r="r" b="b"/>
              <a:pathLst>
                <a:path w="241290" h="34543">
                  <a:moveTo>
                    <a:pt x="0" y="0"/>
                  </a:moveTo>
                  <a:lnTo>
                    <a:pt x="241291" y="34544"/>
                  </a:lnTo>
                </a:path>
              </a:pathLst>
            </a:custGeom>
            <a:ln w="4498" cap="flat">
              <a:solidFill>
                <a:srgbClr val="B3B3B3">
                  <a:alpha val="40000"/>
                </a:srgbClr>
              </a:solidFill>
              <a:prstDash val="solid"/>
              <a:round/>
            </a:ln>
          </p:spPr>
          <p:txBody>
            <a:bodyPr rtlCol="0" anchor="ctr"/>
            <a:lstStyle/>
            <a:p>
              <a:endParaRPr lang="en-US"/>
            </a:p>
          </p:txBody>
        </p:sp>
        <p:sp>
          <p:nvSpPr>
            <p:cNvPr id="17805" name="Freeform 17804">
              <a:extLst>
                <a:ext uri="{FF2B5EF4-FFF2-40B4-BE49-F238E27FC236}">
                  <a16:creationId xmlns:a16="http://schemas.microsoft.com/office/drawing/2014/main" id="{3264C092-CB78-3F7A-030D-47BF39225496}"/>
                </a:ext>
              </a:extLst>
            </p:cNvPr>
            <p:cNvSpPr/>
            <p:nvPr/>
          </p:nvSpPr>
          <p:spPr>
            <a:xfrm>
              <a:off x="4720333" y="3229425"/>
              <a:ext cx="752303" cy="1034022"/>
            </a:xfrm>
            <a:custGeom>
              <a:avLst/>
              <a:gdLst>
                <a:gd name="connsiteX0" fmla="*/ 0 w 190846"/>
                <a:gd name="connsiteY0" fmla="*/ 0 h 262318"/>
                <a:gd name="connsiteX1" fmla="*/ 190847 w 190846"/>
                <a:gd name="connsiteY1" fmla="*/ 262318 h 262318"/>
              </a:gdLst>
              <a:ahLst/>
              <a:cxnLst>
                <a:cxn ang="0">
                  <a:pos x="connsiteX0" y="connsiteY0"/>
                </a:cxn>
                <a:cxn ang="0">
                  <a:pos x="connsiteX1" y="connsiteY1"/>
                </a:cxn>
              </a:cxnLst>
              <a:rect l="l" t="t" r="r" b="b"/>
              <a:pathLst>
                <a:path w="190846" h="262318">
                  <a:moveTo>
                    <a:pt x="0" y="0"/>
                  </a:moveTo>
                  <a:lnTo>
                    <a:pt x="190847" y="262318"/>
                  </a:lnTo>
                </a:path>
              </a:pathLst>
            </a:custGeom>
            <a:ln w="4498" cap="flat">
              <a:solidFill>
                <a:srgbClr val="B3B3B3">
                  <a:alpha val="40000"/>
                </a:srgbClr>
              </a:solidFill>
              <a:prstDash val="solid"/>
              <a:round/>
            </a:ln>
          </p:spPr>
          <p:txBody>
            <a:bodyPr rtlCol="0" anchor="ctr"/>
            <a:lstStyle/>
            <a:p>
              <a:endParaRPr lang="en-US"/>
            </a:p>
          </p:txBody>
        </p:sp>
        <p:sp>
          <p:nvSpPr>
            <p:cNvPr id="17807" name="Freeform 17806">
              <a:extLst>
                <a:ext uri="{FF2B5EF4-FFF2-40B4-BE49-F238E27FC236}">
                  <a16:creationId xmlns:a16="http://schemas.microsoft.com/office/drawing/2014/main" id="{35103F50-3E78-0C00-996C-D156ADFB655D}"/>
                </a:ext>
              </a:extLst>
            </p:cNvPr>
            <p:cNvSpPr/>
            <p:nvPr/>
          </p:nvSpPr>
          <p:spPr>
            <a:xfrm>
              <a:off x="4752070" y="3687304"/>
              <a:ext cx="757356" cy="260541"/>
            </a:xfrm>
            <a:custGeom>
              <a:avLst/>
              <a:gdLst>
                <a:gd name="connsiteX0" fmla="*/ 0 w 192128"/>
                <a:gd name="connsiteY0" fmla="*/ 0 h 66096"/>
                <a:gd name="connsiteX1" fmla="*/ 192128 w 192128"/>
                <a:gd name="connsiteY1" fmla="*/ 66097 h 66096"/>
              </a:gdLst>
              <a:ahLst/>
              <a:cxnLst>
                <a:cxn ang="0">
                  <a:pos x="connsiteX0" y="connsiteY0"/>
                </a:cxn>
                <a:cxn ang="0">
                  <a:pos x="connsiteX1" y="connsiteY1"/>
                </a:cxn>
              </a:cxnLst>
              <a:rect l="l" t="t" r="r" b="b"/>
              <a:pathLst>
                <a:path w="192128" h="66096">
                  <a:moveTo>
                    <a:pt x="0" y="0"/>
                  </a:moveTo>
                  <a:lnTo>
                    <a:pt x="192128" y="66097"/>
                  </a:lnTo>
                </a:path>
              </a:pathLst>
            </a:custGeom>
            <a:ln w="4498" cap="flat">
              <a:solidFill>
                <a:srgbClr val="B3B3B3">
                  <a:alpha val="40000"/>
                </a:srgbClr>
              </a:solidFill>
              <a:prstDash val="solid"/>
              <a:round/>
            </a:ln>
          </p:spPr>
          <p:txBody>
            <a:bodyPr rtlCol="0" anchor="ctr"/>
            <a:lstStyle/>
            <a:p>
              <a:endParaRPr lang="en-US"/>
            </a:p>
          </p:txBody>
        </p:sp>
        <p:sp>
          <p:nvSpPr>
            <p:cNvPr id="17809" name="Freeform 17808">
              <a:extLst>
                <a:ext uri="{FF2B5EF4-FFF2-40B4-BE49-F238E27FC236}">
                  <a16:creationId xmlns:a16="http://schemas.microsoft.com/office/drawing/2014/main" id="{FBE45B47-4C8F-B880-80BD-460E9D153B9E}"/>
                </a:ext>
              </a:extLst>
            </p:cNvPr>
            <p:cNvSpPr/>
            <p:nvPr/>
          </p:nvSpPr>
          <p:spPr>
            <a:xfrm>
              <a:off x="4735403" y="3171267"/>
              <a:ext cx="747340" cy="265418"/>
            </a:xfrm>
            <a:custGeom>
              <a:avLst/>
              <a:gdLst>
                <a:gd name="connsiteX0" fmla="*/ 0 w 189587"/>
                <a:gd name="connsiteY0" fmla="*/ 0 h 67333"/>
                <a:gd name="connsiteX1" fmla="*/ 189587 w 189587"/>
                <a:gd name="connsiteY1" fmla="*/ 67334 h 67333"/>
              </a:gdLst>
              <a:ahLst/>
              <a:cxnLst>
                <a:cxn ang="0">
                  <a:pos x="connsiteX0" y="connsiteY0"/>
                </a:cxn>
                <a:cxn ang="0">
                  <a:pos x="connsiteX1" y="connsiteY1"/>
                </a:cxn>
              </a:cxnLst>
              <a:rect l="l" t="t" r="r" b="b"/>
              <a:pathLst>
                <a:path w="189587" h="67333">
                  <a:moveTo>
                    <a:pt x="0" y="0"/>
                  </a:moveTo>
                  <a:lnTo>
                    <a:pt x="189587" y="67334"/>
                  </a:lnTo>
                </a:path>
              </a:pathLst>
            </a:custGeom>
            <a:ln w="4498" cap="flat">
              <a:solidFill>
                <a:srgbClr val="B3B3B3">
                  <a:alpha val="40000"/>
                </a:srgbClr>
              </a:solidFill>
              <a:prstDash val="solid"/>
              <a:round/>
            </a:ln>
          </p:spPr>
          <p:txBody>
            <a:bodyPr rtlCol="0" anchor="ctr"/>
            <a:lstStyle/>
            <a:p>
              <a:endParaRPr lang="en-US"/>
            </a:p>
          </p:txBody>
        </p:sp>
        <p:sp>
          <p:nvSpPr>
            <p:cNvPr id="17811" name="Freeform 17810">
              <a:extLst>
                <a:ext uri="{FF2B5EF4-FFF2-40B4-BE49-F238E27FC236}">
                  <a16:creationId xmlns:a16="http://schemas.microsoft.com/office/drawing/2014/main" id="{BCF53AEE-F107-E125-C011-10E1E7013578}"/>
                </a:ext>
              </a:extLst>
            </p:cNvPr>
            <p:cNvSpPr/>
            <p:nvPr/>
          </p:nvSpPr>
          <p:spPr>
            <a:xfrm>
              <a:off x="4664480" y="2836078"/>
              <a:ext cx="857800" cy="118879"/>
            </a:xfrm>
            <a:custGeom>
              <a:avLst/>
              <a:gdLst>
                <a:gd name="connsiteX0" fmla="*/ 0 w 217609"/>
                <a:gd name="connsiteY0" fmla="*/ 0 h 30158"/>
                <a:gd name="connsiteX1" fmla="*/ 217609 w 217609"/>
                <a:gd name="connsiteY1" fmla="*/ 30159 h 30158"/>
              </a:gdLst>
              <a:ahLst/>
              <a:cxnLst>
                <a:cxn ang="0">
                  <a:pos x="connsiteX0" y="connsiteY0"/>
                </a:cxn>
                <a:cxn ang="0">
                  <a:pos x="connsiteX1" y="connsiteY1"/>
                </a:cxn>
              </a:cxnLst>
              <a:rect l="l" t="t" r="r" b="b"/>
              <a:pathLst>
                <a:path w="217609" h="30158">
                  <a:moveTo>
                    <a:pt x="0" y="0"/>
                  </a:moveTo>
                  <a:lnTo>
                    <a:pt x="217609" y="30159"/>
                  </a:lnTo>
                </a:path>
              </a:pathLst>
            </a:custGeom>
            <a:ln w="4498" cap="flat">
              <a:solidFill>
                <a:srgbClr val="B3B3B3">
                  <a:alpha val="40000"/>
                </a:srgbClr>
              </a:solidFill>
              <a:prstDash val="solid"/>
              <a:round/>
            </a:ln>
          </p:spPr>
          <p:txBody>
            <a:bodyPr rtlCol="0" anchor="ctr"/>
            <a:lstStyle/>
            <a:p>
              <a:endParaRPr lang="en-US"/>
            </a:p>
          </p:txBody>
        </p:sp>
        <p:sp>
          <p:nvSpPr>
            <p:cNvPr id="17813" name="Freeform 17812">
              <a:extLst>
                <a:ext uri="{FF2B5EF4-FFF2-40B4-BE49-F238E27FC236}">
                  <a16:creationId xmlns:a16="http://schemas.microsoft.com/office/drawing/2014/main" id="{51B9D87C-3C69-6202-63DA-193A3BF456BB}"/>
                </a:ext>
              </a:extLst>
            </p:cNvPr>
            <p:cNvSpPr/>
            <p:nvPr/>
          </p:nvSpPr>
          <p:spPr>
            <a:xfrm>
              <a:off x="4736646" y="3085811"/>
              <a:ext cx="760636" cy="340861"/>
            </a:xfrm>
            <a:custGeom>
              <a:avLst/>
              <a:gdLst>
                <a:gd name="connsiteX0" fmla="*/ 0 w 192960"/>
                <a:gd name="connsiteY0" fmla="*/ 86472 h 86472"/>
                <a:gd name="connsiteX1" fmla="*/ 192961 w 192960"/>
                <a:gd name="connsiteY1" fmla="*/ 0 h 86472"/>
              </a:gdLst>
              <a:ahLst/>
              <a:cxnLst>
                <a:cxn ang="0">
                  <a:pos x="connsiteX0" y="connsiteY0"/>
                </a:cxn>
                <a:cxn ang="0">
                  <a:pos x="connsiteX1" y="connsiteY1"/>
                </a:cxn>
              </a:cxnLst>
              <a:rect l="l" t="t" r="r" b="b"/>
              <a:pathLst>
                <a:path w="192960" h="86472">
                  <a:moveTo>
                    <a:pt x="0" y="86472"/>
                  </a:moveTo>
                  <a:lnTo>
                    <a:pt x="192961" y="0"/>
                  </a:lnTo>
                </a:path>
              </a:pathLst>
            </a:custGeom>
            <a:ln w="4498" cap="flat">
              <a:solidFill>
                <a:srgbClr val="B3B3B3">
                  <a:alpha val="40000"/>
                </a:srgbClr>
              </a:solidFill>
              <a:prstDash val="solid"/>
              <a:round/>
            </a:ln>
          </p:spPr>
          <p:txBody>
            <a:bodyPr rtlCol="0" anchor="ctr"/>
            <a:lstStyle/>
            <a:p>
              <a:endParaRPr lang="en-US"/>
            </a:p>
          </p:txBody>
        </p:sp>
        <p:sp>
          <p:nvSpPr>
            <p:cNvPr id="17815" name="Freeform 17814">
              <a:extLst>
                <a:ext uri="{FF2B5EF4-FFF2-40B4-BE49-F238E27FC236}">
                  <a16:creationId xmlns:a16="http://schemas.microsoft.com/office/drawing/2014/main" id="{621EB767-3287-976A-5909-EAE8E185B664}"/>
                </a:ext>
              </a:extLst>
            </p:cNvPr>
            <p:cNvSpPr/>
            <p:nvPr/>
          </p:nvSpPr>
          <p:spPr>
            <a:xfrm>
              <a:off x="4667228" y="3109924"/>
              <a:ext cx="920741" cy="86520"/>
            </a:xfrm>
            <a:custGeom>
              <a:avLst/>
              <a:gdLst>
                <a:gd name="connsiteX0" fmla="*/ 0 w 233576"/>
                <a:gd name="connsiteY0" fmla="*/ 0 h 21949"/>
                <a:gd name="connsiteX1" fmla="*/ 233577 w 233576"/>
                <a:gd name="connsiteY1" fmla="*/ 21950 h 21949"/>
              </a:gdLst>
              <a:ahLst/>
              <a:cxnLst>
                <a:cxn ang="0">
                  <a:pos x="connsiteX0" y="connsiteY0"/>
                </a:cxn>
                <a:cxn ang="0">
                  <a:pos x="connsiteX1" y="connsiteY1"/>
                </a:cxn>
              </a:cxnLst>
              <a:rect l="l" t="t" r="r" b="b"/>
              <a:pathLst>
                <a:path w="233576" h="21949">
                  <a:moveTo>
                    <a:pt x="0" y="0"/>
                  </a:moveTo>
                  <a:lnTo>
                    <a:pt x="233577" y="21950"/>
                  </a:lnTo>
                </a:path>
              </a:pathLst>
            </a:custGeom>
            <a:ln w="4498" cap="flat">
              <a:solidFill>
                <a:srgbClr val="B3B3B3">
                  <a:alpha val="40000"/>
                </a:srgbClr>
              </a:solidFill>
              <a:prstDash val="solid"/>
              <a:round/>
            </a:ln>
          </p:spPr>
          <p:txBody>
            <a:bodyPr rtlCol="0" anchor="ctr"/>
            <a:lstStyle/>
            <a:p>
              <a:endParaRPr lang="en-US"/>
            </a:p>
          </p:txBody>
        </p:sp>
        <p:sp>
          <p:nvSpPr>
            <p:cNvPr id="17817" name="Freeform 17816">
              <a:extLst>
                <a:ext uri="{FF2B5EF4-FFF2-40B4-BE49-F238E27FC236}">
                  <a16:creationId xmlns:a16="http://schemas.microsoft.com/office/drawing/2014/main" id="{DA090C6E-2F83-29A4-3E72-BB8CBC9B2737}"/>
                </a:ext>
              </a:extLst>
            </p:cNvPr>
            <p:cNvSpPr/>
            <p:nvPr/>
          </p:nvSpPr>
          <p:spPr>
            <a:xfrm>
              <a:off x="4666609" y="3503176"/>
              <a:ext cx="924021" cy="598658"/>
            </a:xfrm>
            <a:custGeom>
              <a:avLst/>
              <a:gdLst>
                <a:gd name="connsiteX0" fmla="*/ 0 w 234408"/>
                <a:gd name="connsiteY0" fmla="*/ 0 h 151872"/>
                <a:gd name="connsiteX1" fmla="*/ 234409 w 234408"/>
                <a:gd name="connsiteY1" fmla="*/ 151872 h 151872"/>
              </a:gdLst>
              <a:ahLst/>
              <a:cxnLst>
                <a:cxn ang="0">
                  <a:pos x="connsiteX0" y="connsiteY0"/>
                </a:cxn>
                <a:cxn ang="0">
                  <a:pos x="connsiteX1" y="connsiteY1"/>
                </a:cxn>
              </a:cxnLst>
              <a:rect l="l" t="t" r="r" b="b"/>
              <a:pathLst>
                <a:path w="234408" h="151872">
                  <a:moveTo>
                    <a:pt x="0" y="0"/>
                  </a:moveTo>
                  <a:lnTo>
                    <a:pt x="234409" y="151872"/>
                  </a:lnTo>
                </a:path>
              </a:pathLst>
            </a:custGeom>
            <a:ln w="4498" cap="flat">
              <a:solidFill>
                <a:srgbClr val="B3B3B3">
                  <a:alpha val="40000"/>
                </a:srgbClr>
              </a:solidFill>
              <a:prstDash val="solid"/>
              <a:round/>
            </a:ln>
          </p:spPr>
          <p:txBody>
            <a:bodyPr rtlCol="0" anchor="ctr"/>
            <a:lstStyle/>
            <a:p>
              <a:endParaRPr lang="en-US"/>
            </a:p>
          </p:txBody>
        </p:sp>
        <p:sp>
          <p:nvSpPr>
            <p:cNvPr id="17819" name="Freeform 17818">
              <a:extLst>
                <a:ext uri="{FF2B5EF4-FFF2-40B4-BE49-F238E27FC236}">
                  <a16:creationId xmlns:a16="http://schemas.microsoft.com/office/drawing/2014/main" id="{C0F134CC-142E-C446-7371-0DA6396F3F2B}"/>
                </a:ext>
              </a:extLst>
            </p:cNvPr>
            <p:cNvSpPr/>
            <p:nvPr/>
          </p:nvSpPr>
          <p:spPr>
            <a:xfrm>
              <a:off x="4733011" y="3096005"/>
              <a:ext cx="803103" cy="146539"/>
            </a:xfrm>
            <a:custGeom>
              <a:avLst/>
              <a:gdLst>
                <a:gd name="connsiteX0" fmla="*/ 0 w 203733"/>
                <a:gd name="connsiteY0" fmla="*/ 0 h 37175"/>
                <a:gd name="connsiteX1" fmla="*/ 203733 w 203733"/>
                <a:gd name="connsiteY1" fmla="*/ 37175 h 37175"/>
              </a:gdLst>
              <a:ahLst/>
              <a:cxnLst>
                <a:cxn ang="0">
                  <a:pos x="connsiteX0" y="connsiteY0"/>
                </a:cxn>
                <a:cxn ang="0">
                  <a:pos x="connsiteX1" y="connsiteY1"/>
                </a:cxn>
              </a:cxnLst>
              <a:rect l="l" t="t" r="r" b="b"/>
              <a:pathLst>
                <a:path w="203733" h="37175">
                  <a:moveTo>
                    <a:pt x="0" y="0"/>
                  </a:moveTo>
                  <a:lnTo>
                    <a:pt x="203733" y="37175"/>
                  </a:lnTo>
                </a:path>
              </a:pathLst>
            </a:custGeom>
            <a:ln w="4498" cap="flat">
              <a:solidFill>
                <a:srgbClr val="B3B3B3">
                  <a:alpha val="40000"/>
                </a:srgbClr>
              </a:solidFill>
              <a:prstDash val="solid"/>
              <a:round/>
            </a:ln>
          </p:spPr>
          <p:txBody>
            <a:bodyPr rtlCol="0" anchor="ctr"/>
            <a:lstStyle/>
            <a:p>
              <a:endParaRPr lang="en-US"/>
            </a:p>
          </p:txBody>
        </p:sp>
        <p:sp>
          <p:nvSpPr>
            <p:cNvPr id="17821" name="Freeform 17820">
              <a:extLst>
                <a:ext uri="{FF2B5EF4-FFF2-40B4-BE49-F238E27FC236}">
                  <a16:creationId xmlns:a16="http://schemas.microsoft.com/office/drawing/2014/main" id="{8C2C09C5-041A-5AAC-D8DB-A2D7D5A651D5}"/>
                </a:ext>
              </a:extLst>
            </p:cNvPr>
            <p:cNvSpPr/>
            <p:nvPr/>
          </p:nvSpPr>
          <p:spPr>
            <a:xfrm>
              <a:off x="4701448" y="3971876"/>
              <a:ext cx="895655" cy="40779"/>
            </a:xfrm>
            <a:custGeom>
              <a:avLst/>
              <a:gdLst>
                <a:gd name="connsiteX0" fmla="*/ 0 w 227212"/>
                <a:gd name="connsiteY0" fmla="*/ 10345 h 10345"/>
                <a:gd name="connsiteX1" fmla="*/ 227212 w 227212"/>
                <a:gd name="connsiteY1" fmla="*/ 0 h 10345"/>
              </a:gdLst>
              <a:ahLst/>
              <a:cxnLst>
                <a:cxn ang="0">
                  <a:pos x="connsiteX0" y="connsiteY0"/>
                </a:cxn>
                <a:cxn ang="0">
                  <a:pos x="connsiteX1" y="connsiteY1"/>
                </a:cxn>
              </a:cxnLst>
              <a:rect l="l" t="t" r="r" b="b"/>
              <a:pathLst>
                <a:path w="227212" h="10345">
                  <a:moveTo>
                    <a:pt x="0" y="10345"/>
                  </a:moveTo>
                  <a:lnTo>
                    <a:pt x="227212" y="0"/>
                  </a:lnTo>
                </a:path>
              </a:pathLst>
            </a:custGeom>
            <a:ln w="4498" cap="flat">
              <a:solidFill>
                <a:srgbClr val="B3B3B3">
                  <a:alpha val="40000"/>
                </a:srgbClr>
              </a:solidFill>
              <a:prstDash val="solid"/>
              <a:round/>
            </a:ln>
          </p:spPr>
          <p:txBody>
            <a:bodyPr rtlCol="0" anchor="ctr"/>
            <a:lstStyle/>
            <a:p>
              <a:endParaRPr lang="en-US"/>
            </a:p>
          </p:txBody>
        </p:sp>
        <p:sp>
          <p:nvSpPr>
            <p:cNvPr id="17823" name="Freeform 17822">
              <a:extLst>
                <a:ext uri="{FF2B5EF4-FFF2-40B4-BE49-F238E27FC236}">
                  <a16:creationId xmlns:a16="http://schemas.microsoft.com/office/drawing/2014/main" id="{F6E206E2-5FDF-DA0E-66DD-64BF32776699}"/>
                </a:ext>
              </a:extLst>
            </p:cNvPr>
            <p:cNvSpPr/>
            <p:nvPr/>
          </p:nvSpPr>
          <p:spPr>
            <a:xfrm>
              <a:off x="4740899" y="3271800"/>
              <a:ext cx="823404" cy="450965"/>
            </a:xfrm>
            <a:custGeom>
              <a:avLst/>
              <a:gdLst>
                <a:gd name="connsiteX0" fmla="*/ 0 w 208883"/>
                <a:gd name="connsiteY0" fmla="*/ 0 h 114404"/>
                <a:gd name="connsiteX1" fmla="*/ 208883 w 208883"/>
                <a:gd name="connsiteY1" fmla="*/ 114404 h 114404"/>
              </a:gdLst>
              <a:ahLst/>
              <a:cxnLst>
                <a:cxn ang="0">
                  <a:pos x="connsiteX0" y="connsiteY0"/>
                </a:cxn>
                <a:cxn ang="0">
                  <a:pos x="connsiteX1" y="connsiteY1"/>
                </a:cxn>
              </a:cxnLst>
              <a:rect l="l" t="t" r="r" b="b"/>
              <a:pathLst>
                <a:path w="208883" h="114404">
                  <a:moveTo>
                    <a:pt x="0" y="0"/>
                  </a:moveTo>
                  <a:lnTo>
                    <a:pt x="208883" y="114404"/>
                  </a:lnTo>
                </a:path>
              </a:pathLst>
            </a:custGeom>
            <a:ln w="4498" cap="flat">
              <a:solidFill>
                <a:srgbClr val="B3B3B3">
                  <a:alpha val="40000"/>
                </a:srgbClr>
              </a:solidFill>
              <a:prstDash val="solid"/>
              <a:round/>
            </a:ln>
          </p:spPr>
          <p:txBody>
            <a:bodyPr rtlCol="0" anchor="ctr"/>
            <a:lstStyle/>
            <a:p>
              <a:endParaRPr lang="en-US"/>
            </a:p>
          </p:txBody>
        </p:sp>
        <p:sp>
          <p:nvSpPr>
            <p:cNvPr id="17825" name="Freeform 17824">
              <a:extLst>
                <a:ext uri="{FF2B5EF4-FFF2-40B4-BE49-F238E27FC236}">
                  <a16:creationId xmlns:a16="http://schemas.microsoft.com/office/drawing/2014/main" id="{6BBA8D35-12B4-F8EC-5DE8-03A98B8CA7AA}"/>
                </a:ext>
              </a:extLst>
            </p:cNvPr>
            <p:cNvSpPr/>
            <p:nvPr/>
          </p:nvSpPr>
          <p:spPr>
            <a:xfrm>
              <a:off x="4754463" y="3381195"/>
              <a:ext cx="736610" cy="337845"/>
            </a:xfrm>
            <a:custGeom>
              <a:avLst/>
              <a:gdLst>
                <a:gd name="connsiteX0" fmla="*/ 0 w 186865"/>
                <a:gd name="connsiteY0" fmla="*/ 0 h 85707"/>
                <a:gd name="connsiteX1" fmla="*/ 186866 w 186865"/>
                <a:gd name="connsiteY1" fmla="*/ 85708 h 85707"/>
              </a:gdLst>
              <a:ahLst/>
              <a:cxnLst>
                <a:cxn ang="0">
                  <a:pos x="connsiteX0" y="connsiteY0"/>
                </a:cxn>
                <a:cxn ang="0">
                  <a:pos x="connsiteX1" y="connsiteY1"/>
                </a:cxn>
              </a:cxnLst>
              <a:rect l="l" t="t" r="r" b="b"/>
              <a:pathLst>
                <a:path w="186865" h="85707">
                  <a:moveTo>
                    <a:pt x="0" y="0"/>
                  </a:moveTo>
                  <a:lnTo>
                    <a:pt x="186866" y="85708"/>
                  </a:lnTo>
                </a:path>
              </a:pathLst>
            </a:custGeom>
            <a:ln w="4498" cap="flat">
              <a:solidFill>
                <a:srgbClr val="B3B3B3">
                  <a:alpha val="40000"/>
                </a:srgbClr>
              </a:solidFill>
              <a:prstDash val="solid"/>
              <a:round/>
            </a:ln>
          </p:spPr>
          <p:txBody>
            <a:bodyPr rtlCol="0" anchor="ctr"/>
            <a:lstStyle/>
            <a:p>
              <a:endParaRPr lang="en-US"/>
            </a:p>
          </p:txBody>
        </p:sp>
        <p:sp>
          <p:nvSpPr>
            <p:cNvPr id="17827" name="Freeform 17826">
              <a:extLst>
                <a:ext uri="{FF2B5EF4-FFF2-40B4-BE49-F238E27FC236}">
                  <a16:creationId xmlns:a16="http://schemas.microsoft.com/office/drawing/2014/main" id="{7B7F0D57-6813-2D4B-4AC2-F3615F874E33}"/>
                </a:ext>
              </a:extLst>
            </p:cNvPr>
            <p:cNvSpPr/>
            <p:nvPr/>
          </p:nvSpPr>
          <p:spPr>
            <a:xfrm>
              <a:off x="4726893" y="3180755"/>
              <a:ext cx="878456" cy="459388"/>
            </a:xfrm>
            <a:custGeom>
              <a:avLst/>
              <a:gdLst>
                <a:gd name="connsiteX0" fmla="*/ 0 w 222849"/>
                <a:gd name="connsiteY0" fmla="*/ 0 h 116541"/>
                <a:gd name="connsiteX1" fmla="*/ 222849 w 222849"/>
                <a:gd name="connsiteY1" fmla="*/ 116541 h 116541"/>
              </a:gdLst>
              <a:ahLst/>
              <a:cxnLst>
                <a:cxn ang="0">
                  <a:pos x="connsiteX0" y="connsiteY0"/>
                </a:cxn>
                <a:cxn ang="0">
                  <a:pos x="connsiteX1" y="connsiteY1"/>
                </a:cxn>
              </a:cxnLst>
              <a:rect l="l" t="t" r="r" b="b"/>
              <a:pathLst>
                <a:path w="222849" h="116541">
                  <a:moveTo>
                    <a:pt x="0" y="0"/>
                  </a:moveTo>
                  <a:lnTo>
                    <a:pt x="222849" y="116541"/>
                  </a:lnTo>
                </a:path>
              </a:pathLst>
            </a:custGeom>
            <a:ln w="4498" cap="flat">
              <a:solidFill>
                <a:srgbClr val="B3B3B3">
                  <a:alpha val="40000"/>
                </a:srgbClr>
              </a:solidFill>
              <a:prstDash val="solid"/>
              <a:round/>
            </a:ln>
          </p:spPr>
          <p:txBody>
            <a:bodyPr rtlCol="0" anchor="ctr"/>
            <a:lstStyle/>
            <a:p>
              <a:endParaRPr lang="en-US"/>
            </a:p>
          </p:txBody>
        </p:sp>
        <p:sp>
          <p:nvSpPr>
            <p:cNvPr id="17829" name="Freeform 17828">
              <a:extLst>
                <a:ext uri="{FF2B5EF4-FFF2-40B4-BE49-F238E27FC236}">
                  <a16:creationId xmlns:a16="http://schemas.microsoft.com/office/drawing/2014/main" id="{B390A1C8-35FF-6BB6-1D12-45D4F27C5E9D}"/>
                </a:ext>
              </a:extLst>
            </p:cNvPr>
            <p:cNvSpPr/>
            <p:nvPr/>
          </p:nvSpPr>
          <p:spPr>
            <a:xfrm>
              <a:off x="4744269" y="3421797"/>
              <a:ext cx="818613" cy="7533"/>
            </a:xfrm>
            <a:custGeom>
              <a:avLst/>
              <a:gdLst>
                <a:gd name="connsiteX0" fmla="*/ 0 w 207668"/>
                <a:gd name="connsiteY0" fmla="*/ 1912 h 1911"/>
                <a:gd name="connsiteX1" fmla="*/ 207669 w 207668"/>
                <a:gd name="connsiteY1" fmla="*/ 0 h 1911"/>
              </a:gdLst>
              <a:ahLst/>
              <a:cxnLst>
                <a:cxn ang="0">
                  <a:pos x="connsiteX0" y="connsiteY0"/>
                </a:cxn>
                <a:cxn ang="0">
                  <a:pos x="connsiteX1" y="connsiteY1"/>
                </a:cxn>
              </a:cxnLst>
              <a:rect l="l" t="t" r="r" b="b"/>
              <a:pathLst>
                <a:path w="207668" h="1911">
                  <a:moveTo>
                    <a:pt x="0" y="1912"/>
                  </a:moveTo>
                  <a:lnTo>
                    <a:pt x="207669" y="0"/>
                  </a:lnTo>
                </a:path>
              </a:pathLst>
            </a:custGeom>
            <a:ln w="4498" cap="flat">
              <a:solidFill>
                <a:srgbClr val="B3B3B3">
                  <a:alpha val="40000"/>
                </a:srgbClr>
              </a:solidFill>
              <a:prstDash val="solid"/>
              <a:round/>
            </a:ln>
          </p:spPr>
          <p:txBody>
            <a:bodyPr rtlCol="0" anchor="ctr"/>
            <a:lstStyle/>
            <a:p>
              <a:endParaRPr lang="en-US"/>
            </a:p>
          </p:txBody>
        </p:sp>
        <p:sp>
          <p:nvSpPr>
            <p:cNvPr id="17831" name="Freeform 17830">
              <a:extLst>
                <a:ext uri="{FF2B5EF4-FFF2-40B4-BE49-F238E27FC236}">
                  <a16:creationId xmlns:a16="http://schemas.microsoft.com/office/drawing/2014/main" id="{91386462-56C1-EE57-6DBF-7BDAD4C90428}"/>
                </a:ext>
              </a:extLst>
            </p:cNvPr>
            <p:cNvSpPr/>
            <p:nvPr/>
          </p:nvSpPr>
          <p:spPr>
            <a:xfrm>
              <a:off x="4669180" y="3480483"/>
              <a:ext cx="819501" cy="390150"/>
            </a:xfrm>
            <a:custGeom>
              <a:avLst/>
              <a:gdLst>
                <a:gd name="connsiteX0" fmla="*/ 0 w 207893"/>
                <a:gd name="connsiteY0" fmla="*/ 0 h 98976"/>
                <a:gd name="connsiteX1" fmla="*/ 207894 w 207893"/>
                <a:gd name="connsiteY1" fmla="*/ 98977 h 98976"/>
              </a:gdLst>
              <a:ahLst/>
              <a:cxnLst>
                <a:cxn ang="0">
                  <a:pos x="connsiteX0" y="connsiteY0"/>
                </a:cxn>
                <a:cxn ang="0">
                  <a:pos x="connsiteX1" y="connsiteY1"/>
                </a:cxn>
              </a:cxnLst>
              <a:rect l="l" t="t" r="r" b="b"/>
              <a:pathLst>
                <a:path w="207893" h="98976">
                  <a:moveTo>
                    <a:pt x="0" y="0"/>
                  </a:moveTo>
                  <a:lnTo>
                    <a:pt x="207894" y="98977"/>
                  </a:lnTo>
                </a:path>
              </a:pathLst>
            </a:custGeom>
            <a:ln w="4498" cap="flat">
              <a:solidFill>
                <a:srgbClr val="B3B3B3">
                  <a:alpha val="40000"/>
                </a:srgbClr>
              </a:solidFill>
              <a:prstDash val="solid"/>
              <a:round/>
            </a:ln>
          </p:spPr>
          <p:txBody>
            <a:bodyPr rtlCol="0" anchor="ctr"/>
            <a:lstStyle/>
            <a:p>
              <a:endParaRPr lang="en-US"/>
            </a:p>
          </p:txBody>
        </p:sp>
        <p:sp>
          <p:nvSpPr>
            <p:cNvPr id="17833" name="Freeform 17832">
              <a:extLst>
                <a:ext uri="{FF2B5EF4-FFF2-40B4-BE49-F238E27FC236}">
                  <a16:creationId xmlns:a16="http://schemas.microsoft.com/office/drawing/2014/main" id="{58540713-4318-A856-6367-1772C7A9833F}"/>
                </a:ext>
              </a:extLst>
            </p:cNvPr>
            <p:cNvSpPr/>
            <p:nvPr/>
          </p:nvSpPr>
          <p:spPr>
            <a:xfrm>
              <a:off x="4622991" y="3137848"/>
              <a:ext cx="886967" cy="637841"/>
            </a:xfrm>
            <a:custGeom>
              <a:avLst/>
              <a:gdLst>
                <a:gd name="connsiteX0" fmla="*/ 0 w 225008"/>
                <a:gd name="connsiteY0" fmla="*/ 0 h 161812"/>
                <a:gd name="connsiteX1" fmla="*/ 225008 w 225008"/>
                <a:gd name="connsiteY1" fmla="*/ 161813 h 161812"/>
              </a:gdLst>
              <a:ahLst/>
              <a:cxnLst>
                <a:cxn ang="0">
                  <a:pos x="connsiteX0" y="connsiteY0"/>
                </a:cxn>
                <a:cxn ang="0">
                  <a:pos x="connsiteX1" y="connsiteY1"/>
                </a:cxn>
              </a:cxnLst>
              <a:rect l="l" t="t" r="r" b="b"/>
              <a:pathLst>
                <a:path w="225008" h="161812">
                  <a:moveTo>
                    <a:pt x="0" y="0"/>
                  </a:moveTo>
                  <a:lnTo>
                    <a:pt x="225008" y="161813"/>
                  </a:lnTo>
                </a:path>
              </a:pathLst>
            </a:custGeom>
            <a:ln w="4498" cap="flat">
              <a:solidFill>
                <a:srgbClr val="B3B3B3">
                  <a:alpha val="40000"/>
                </a:srgbClr>
              </a:solidFill>
              <a:prstDash val="solid"/>
              <a:round/>
            </a:ln>
          </p:spPr>
          <p:txBody>
            <a:bodyPr rtlCol="0" anchor="ctr"/>
            <a:lstStyle/>
            <a:p>
              <a:endParaRPr lang="en-US"/>
            </a:p>
          </p:txBody>
        </p:sp>
        <p:sp>
          <p:nvSpPr>
            <p:cNvPr id="17835" name="Freeform 17834">
              <a:extLst>
                <a:ext uri="{FF2B5EF4-FFF2-40B4-BE49-F238E27FC236}">
                  <a16:creationId xmlns:a16="http://schemas.microsoft.com/office/drawing/2014/main" id="{DFB485C1-8601-D19F-F199-6A7394739413}"/>
                </a:ext>
              </a:extLst>
            </p:cNvPr>
            <p:cNvSpPr/>
            <p:nvPr/>
          </p:nvSpPr>
          <p:spPr>
            <a:xfrm>
              <a:off x="4648346" y="3373480"/>
              <a:ext cx="924466" cy="13296"/>
            </a:xfrm>
            <a:custGeom>
              <a:avLst/>
              <a:gdLst>
                <a:gd name="connsiteX0" fmla="*/ 0 w 234521"/>
                <a:gd name="connsiteY0" fmla="*/ 3373 h 3373"/>
                <a:gd name="connsiteX1" fmla="*/ 234521 w 234521"/>
                <a:gd name="connsiteY1" fmla="*/ 0 h 3373"/>
              </a:gdLst>
              <a:ahLst/>
              <a:cxnLst>
                <a:cxn ang="0">
                  <a:pos x="connsiteX0" y="connsiteY0"/>
                </a:cxn>
                <a:cxn ang="0">
                  <a:pos x="connsiteX1" y="connsiteY1"/>
                </a:cxn>
              </a:cxnLst>
              <a:rect l="l" t="t" r="r" b="b"/>
              <a:pathLst>
                <a:path w="234521" h="3373">
                  <a:moveTo>
                    <a:pt x="0" y="3373"/>
                  </a:moveTo>
                  <a:lnTo>
                    <a:pt x="234521" y="0"/>
                  </a:lnTo>
                </a:path>
              </a:pathLst>
            </a:custGeom>
            <a:ln w="4498" cap="flat">
              <a:solidFill>
                <a:srgbClr val="B3B3B3">
                  <a:alpha val="40000"/>
                </a:srgbClr>
              </a:solidFill>
              <a:prstDash val="solid"/>
              <a:round/>
            </a:ln>
          </p:spPr>
          <p:txBody>
            <a:bodyPr rtlCol="0" anchor="ctr"/>
            <a:lstStyle/>
            <a:p>
              <a:endParaRPr lang="en-US"/>
            </a:p>
          </p:txBody>
        </p:sp>
        <p:sp>
          <p:nvSpPr>
            <p:cNvPr id="17837" name="Freeform 17836">
              <a:extLst>
                <a:ext uri="{FF2B5EF4-FFF2-40B4-BE49-F238E27FC236}">
                  <a16:creationId xmlns:a16="http://schemas.microsoft.com/office/drawing/2014/main" id="{46FB764F-B494-CC6D-7C62-675711552DFD}"/>
                </a:ext>
              </a:extLst>
            </p:cNvPr>
            <p:cNvSpPr/>
            <p:nvPr/>
          </p:nvSpPr>
          <p:spPr>
            <a:xfrm>
              <a:off x="4649765" y="3146890"/>
              <a:ext cx="934129" cy="323044"/>
            </a:xfrm>
            <a:custGeom>
              <a:avLst/>
              <a:gdLst>
                <a:gd name="connsiteX0" fmla="*/ 0 w 236972"/>
                <a:gd name="connsiteY0" fmla="*/ 0 h 81952"/>
                <a:gd name="connsiteX1" fmla="*/ 236973 w 236972"/>
                <a:gd name="connsiteY1" fmla="*/ 81952 h 81952"/>
              </a:gdLst>
              <a:ahLst/>
              <a:cxnLst>
                <a:cxn ang="0">
                  <a:pos x="connsiteX0" y="connsiteY0"/>
                </a:cxn>
                <a:cxn ang="0">
                  <a:pos x="connsiteX1" y="connsiteY1"/>
                </a:cxn>
              </a:cxnLst>
              <a:rect l="l" t="t" r="r" b="b"/>
              <a:pathLst>
                <a:path w="236972" h="81952">
                  <a:moveTo>
                    <a:pt x="0" y="0"/>
                  </a:moveTo>
                  <a:lnTo>
                    <a:pt x="236973" y="81952"/>
                  </a:lnTo>
                </a:path>
              </a:pathLst>
            </a:custGeom>
            <a:ln w="4498" cap="flat">
              <a:solidFill>
                <a:srgbClr val="B3B3B3">
                  <a:alpha val="40000"/>
                </a:srgbClr>
              </a:solidFill>
              <a:prstDash val="solid"/>
              <a:round/>
            </a:ln>
          </p:spPr>
          <p:txBody>
            <a:bodyPr rtlCol="0" anchor="ctr"/>
            <a:lstStyle/>
            <a:p>
              <a:endParaRPr lang="en-US"/>
            </a:p>
          </p:txBody>
        </p:sp>
        <p:sp>
          <p:nvSpPr>
            <p:cNvPr id="17839" name="Freeform 17838">
              <a:extLst>
                <a:ext uri="{FF2B5EF4-FFF2-40B4-BE49-F238E27FC236}">
                  <a16:creationId xmlns:a16="http://schemas.microsoft.com/office/drawing/2014/main" id="{643159D7-5391-F5F7-0054-014EECC76AA4}"/>
                </a:ext>
              </a:extLst>
            </p:cNvPr>
            <p:cNvSpPr/>
            <p:nvPr/>
          </p:nvSpPr>
          <p:spPr>
            <a:xfrm>
              <a:off x="4679373" y="3037051"/>
              <a:ext cx="823049" cy="331641"/>
            </a:xfrm>
            <a:custGeom>
              <a:avLst/>
              <a:gdLst>
                <a:gd name="connsiteX0" fmla="*/ 0 w 208793"/>
                <a:gd name="connsiteY0" fmla="*/ 84134 h 84133"/>
                <a:gd name="connsiteX1" fmla="*/ 208793 w 208793"/>
                <a:gd name="connsiteY1" fmla="*/ 0 h 84133"/>
              </a:gdLst>
              <a:ahLst/>
              <a:cxnLst>
                <a:cxn ang="0">
                  <a:pos x="connsiteX0" y="connsiteY0"/>
                </a:cxn>
                <a:cxn ang="0">
                  <a:pos x="connsiteX1" y="connsiteY1"/>
                </a:cxn>
              </a:cxnLst>
              <a:rect l="l" t="t" r="r" b="b"/>
              <a:pathLst>
                <a:path w="208793" h="84133">
                  <a:moveTo>
                    <a:pt x="0" y="84134"/>
                  </a:moveTo>
                  <a:lnTo>
                    <a:pt x="208793" y="0"/>
                  </a:lnTo>
                </a:path>
              </a:pathLst>
            </a:custGeom>
            <a:ln w="4498" cap="flat">
              <a:solidFill>
                <a:srgbClr val="B3B3B3">
                  <a:alpha val="40000"/>
                </a:srgbClr>
              </a:solidFill>
              <a:prstDash val="solid"/>
              <a:round/>
            </a:ln>
          </p:spPr>
          <p:txBody>
            <a:bodyPr rtlCol="0" anchor="ctr"/>
            <a:lstStyle/>
            <a:p>
              <a:endParaRPr lang="en-US"/>
            </a:p>
          </p:txBody>
        </p:sp>
        <p:sp>
          <p:nvSpPr>
            <p:cNvPr id="17841" name="Freeform 17840">
              <a:extLst>
                <a:ext uri="{FF2B5EF4-FFF2-40B4-BE49-F238E27FC236}">
                  <a16:creationId xmlns:a16="http://schemas.microsoft.com/office/drawing/2014/main" id="{C78D10DD-C34F-DA01-E23E-8C3820816D00}"/>
                </a:ext>
              </a:extLst>
            </p:cNvPr>
            <p:cNvSpPr/>
            <p:nvPr/>
          </p:nvSpPr>
          <p:spPr>
            <a:xfrm>
              <a:off x="4702513" y="2794503"/>
              <a:ext cx="826947" cy="368963"/>
            </a:xfrm>
            <a:custGeom>
              <a:avLst/>
              <a:gdLst>
                <a:gd name="connsiteX0" fmla="*/ 0 w 209782"/>
                <a:gd name="connsiteY0" fmla="*/ 93602 h 93601"/>
                <a:gd name="connsiteX1" fmla="*/ 209783 w 209782"/>
                <a:gd name="connsiteY1" fmla="*/ 0 h 93601"/>
              </a:gdLst>
              <a:ahLst/>
              <a:cxnLst>
                <a:cxn ang="0">
                  <a:pos x="connsiteX0" y="connsiteY0"/>
                </a:cxn>
                <a:cxn ang="0">
                  <a:pos x="connsiteX1" y="connsiteY1"/>
                </a:cxn>
              </a:cxnLst>
              <a:rect l="l" t="t" r="r" b="b"/>
              <a:pathLst>
                <a:path w="209782" h="93601">
                  <a:moveTo>
                    <a:pt x="0" y="93602"/>
                  </a:moveTo>
                  <a:lnTo>
                    <a:pt x="209783" y="0"/>
                  </a:lnTo>
                </a:path>
              </a:pathLst>
            </a:custGeom>
            <a:ln w="4498" cap="flat">
              <a:solidFill>
                <a:srgbClr val="B3B3B3">
                  <a:alpha val="40000"/>
                </a:srgbClr>
              </a:solidFill>
              <a:prstDash val="solid"/>
              <a:round/>
            </a:ln>
          </p:spPr>
          <p:txBody>
            <a:bodyPr rtlCol="0" anchor="ctr"/>
            <a:lstStyle/>
            <a:p>
              <a:endParaRPr lang="en-US"/>
            </a:p>
          </p:txBody>
        </p:sp>
        <p:sp>
          <p:nvSpPr>
            <p:cNvPr id="17843" name="Freeform 17842">
              <a:extLst>
                <a:ext uri="{FF2B5EF4-FFF2-40B4-BE49-F238E27FC236}">
                  <a16:creationId xmlns:a16="http://schemas.microsoft.com/office/drawing/2014/main" id="{86F480C6-C086-D49A-3ABC-E11C9D4752E0}"/>
                </a:ext>
              </a:extLst>
            </p:cNvPr>
            <p:cNvSpPr/>
            <p:nvPr/>
          </p:nvSpPr>
          <p:spPr>
            <a:xfrm>
              <a:off x="4665277" y="3076237"/>
              <a:ext cx="782533" cy="314266"/>
            </a:xfrm>
            <a:custGeom>
              <a:avLst/>
              <a:gdLst>
                <a:gd name="connsiteX0" fmla="*/ 0 w 198515"/>
                <a:gd name="connsiteY0" fmla="*/ 79726 h 79725"/>
                <a:gd name="connsiteX1" fmla="*/ 198516 w 198515"/>
                <a:gd name="connsiteY1" fmla="*/ 0 h 79725"/>
              </a:gdLst>
              <a:ahLst/>
              <a:cxnLst>
                <a:cxn ang="0">
                  <a:pos x="connsiteX0" y="connsiteY0"/>
                </a:cxn>
                <a:cxn ang="0">
                  <a:pos x="connsiteX1" y="connsiteY1"/>
                </a:cxn>
              </a:cxnLst>
              <a:rect l="l" t="t" r="r" b="b"/>
              <a:pathLst>
                <a:path w="198515" h="79725">
                  <a:moveTo>
                    <a:pt x="0" y="79726"/>
                  </a:moveTo>
                  <a:lnTo>
                    <a:pt x="198516" y="0"/>
                  </a:lnTo>
                </a:path>
              </a:pathLst>
            </a:custGeom>
            <a:ln w="4498" cap="flat">
              <a:solidFill>
                <a:srgbClr val="B3B3B3">
                  <a:alpha val="40000"/>
                </a:srgbClr>
              </a:solidFill>
              <a:prstDash val="solid"/>
              <a:round/>
            </a:ln>
          </p:spPr>
          <p:txBody>
            <a:bodyPr rtlCol="0" anchor="ctr"/>
            <a:lstStyle/>
            <a:p>
              <a:endParaRPr lang="en-US"/>
            </a:p>
          </p:txBody>
        </p:sp>
        <p:sp>
          <p:nvSpPr>
            <p:cNvPr id="17845" name="Freeform 17844">
              <a:extLst>
                <a:ext uri="{FF2B5EF4-FFF2-40B4-BE49-F238E27FC236}">
                  <a16:creationId xmlns:a16="http://schemas.microsoft.com/office/drawing/2014/main" id="{44CC5580-E90D-3289-589C-BE114FFA1E73}"/>
                </a:ext>
              </a:extLst>
            </p:cNvPr>
            <p:cNvSpPr/>
            <p:nvPr/>
          </p:nvSpPr>
          <p:spPr>
            <a:xfrm>
              <a:off x="4886466" y="2224301"/>
              <a:ext cx="473935" cy="2184267"/>
            </a:xfrm>
            <a:custGeom>
              <a:avLst/>
              <a:gdLst>
                <a:gd name="connsiteX0" fmla="*/ 0 w 120229"/>
                <a:gd name="connsiteY0" fmla="*/ 554121 h 554120"/>
                <a:gd name="connsiteX1" fmla="*/ 135 w 120229"/>
                <a:gd name="connsiteY1" fmla="*/ 554121 h 554120"/>
                <a:gd name="connsiteX2" fmla="*/ 203 w 120229"/>
                <a:gd name="connsiteY2" fmla="*/ 548521 h 554120"/>
                <a:gd name="connsiteX3" fmla="*/ 337 w 120229"/>
                <a:gd name="connsiteY3" fmla="*/ 542921 h 554120"/>
                <a:gd name="connsiteX4" fmla="*/ 495 w 120229"/>
                <a:gd name="connsiteY4" fmla="*/ 537321 h 554120"/>
                <a:gd name="connsiteX5" fmla="*/ 742 w 120229"/>
                <a:gd name="connsiteY5" fmla="*/ 531721 h 554120"/>
                <a:gd name="connsiteX6" fmla="*/ 1079 w 120229"/>
                <a:gd name="connsiteY6" fmla="*/ 526121 h 554120"/>
                <a:gd name="connsiteX7" fmla="*/ 1529 w 120229"/>
                <a:gd name="connsiteY7" fmla="*/ 520521 h 554120"/>
                <a:gd name="connsiteX8" fmla="*/ 2114 w 120229"/>
                <a:gd name="connsiteY8" fmla="*/ 514944 h 554120"/>
                <a:gd name="connsiteX9" fmla="*/ 2811 w 120229"/>
                <a:gd name="connsiteY9" fmla="*/ 509344 h 554120"/>
                <a:gd name="connsiteX10" fmla="*/ 3666 w 120229"/>
                <a:gd name="connsiteY10" fmla="*/ 503744 h 554120"/>
                <a:gd name="connsiteX11" fmla="*/ 4655 w 120229"/>
                <a:gd name="connsiteY11" fmla="*/ 498144 h 554120"/>
                <a:gd name="connsiteX12" fmla="*/ 5712 w 120229"/>
                <a:gd name="connsiteY12" fmla="*/ 492544 h 554120"/>
                <a:gd name="connsiteX13" fmla="*/ 6859 w 120229"/>
                <a:gd name="connsiteY13" fmla="*/ 486944 h 554120"/>
                <a:gd name="connsiteX14" fmla="*/ 8006 w 120229"/>
                <a:gd name="connsiteY14" fmla="*/ 481344 h 554120"/>
                <a:gd name="connsiteX15" fmla="*/ 9086 w 120229"/>
                <a:gd name="connsiteY15" fmla="*/ 475745 h 554120"/>
                <a:gd name="connsiteX16" fmla="*/ 10053 w 120229"/>
                <a:gd name="connsiteY16" fmla="*/ 470167 h 554120"/>
                <a:gd name="connsiteX17" fmla="*/ 10840 w 120229"/>
                <a:gd name="connsiteY17" fmla="*/ 464567 h 554120"/>
                <a:gd name="connsiteX18" fmla="*/ 11425 w 120229"/>
                <a:gd name="connsiteY18" fmla="*/ 458967 h 554120"/>
                <a:gd name="connsiteX19" fmla="*/ 11739 w 120229"/>
                <a:gd name="connsiteY19" fmla="*/ 453367 h 554120"/>
                <a:gd name="connsiteX20" fmla="*/ 11852 w 120229"/>
                <a:gd name="connsiteY20" fmla="*/ 447767 h 554120"/>
                <a:gd name="connsiteX21" fmla="*/ 11762 w 120229"/>
                <a:gd name="connsiteY21" fmla="*/ 442168 h 554120"/>
                <a:gd name="connsiteX22" fmla="*/ 11560 w 120229"/>
                <a:gd name="connsiteY22" fmla="*/ 436568 h 554120"/>
                <a:gd name="connsiteX23" fmla="*/ 11290 w 120229"/>
                <a:gd name="connsiteY23" fmla="*/ 430990 h 554120"/>
                <a:gd name="connsiteX24" fmla="*/ 11087 w 120229"/>
                <a:gd name="connsiteY24" fmla="*/ 425390 h 554120"/>
                <a:gd name="connsiteX25" fmla="*/ 11020 w 120229"/>
                <a:gd name="connsiteY25" fmla="*/ 419790 h 554120"/>
                <a:gd name="connsiteX26" fmla="*/ 11155 w 120229"/>
                <a:gd name="connsiteY26" fmla="*/ 414191 h 554120"/>
                <a:gd name="connsiteX27" fmla="*/ 11605 w 120229"/>
                <a:gd name="connsiteY27" fmla="*/ 408591 h 554120"/>
                <a:gd name="connsiteX28" fmla="*/ 12392 w 120229"/>
                <a:gd name="connsiteY28" fmla="*/ 402991 h 554120"/>
                <a:gd name="connsiteX29" fmla="*/ 13584 w 120229"/>
                <a:gd name="connsiteY29" fmla="*/ 397391 h 554120"/>
                <a:gd name="connsiteX30" fmla="*/ 15203 w 120229"/>
                <a:gd name="connsiteY30" fmla="*/ 391791 h 554120"/>
                <a:gd name="connsiteX31" fmla="*/ 17295 w 120229"/>
                <a:gd name="connsiteY31" fmla="*/ 386214 h 554120"/>
                <a:gd name="connsiteX32" fmla="*/ 19926 w 120229"/>
                <a:gd name="connsiteY32" fmla="*/ 380614 h 554120"/>
                <a:gd name="connsiteX33" fmla="*/ 23119 w 120229"/>
                <a:gd name="connsiteY33" fmla="*/ 375014 h 554120"/>
                <a:gd name="connsiteX34" fmla="*/ 26942 w 120229"/>
                <a:gd name="connsiteY34" fmla="*/ 369414 h 554120"/>
                <a:gd name="connsiteX35" fmla="*/ 31463 w 120229"/>
                <a:gd name="connsiteY35" fmla="*/ 363814 h 554120"/>
                <a:gd name="connsiteX36" fmla="*/ 36726 w 120229"/>
                <a:gd name="connsiteY36" fmla="*/ 358214 h 554120"/>
                <a:gd name="connsiteX37" fmla="*/ 42730 w 120229"/>
                <a:gd name="connsiteY37" fmla="*/ 352614 h 554120"/>
                <a:gd name="connsiteX38" fmla="*/ 49432 w 120229"/>
                <a:gd name="connsiteY38" fmla="*/ 347014 h 554120"/>
                <a:gd name="connsiteX39" fmla="*/ 56764 w 120229"/>
                <a:gd name="connsiteY39" fmla="*/ 341437 h 554120"/>
                <a:gd name="connsiteX40" fmla="*/ 64523 w 120229"/>
                <a:gd name="connsiteY40" fmla="*/ 335837 h 554120"/>
                <a:gd name="connsiteX41" fmla="*/ 72461 w 120229"/>
                <a:gd name="connsiteY41" fmla="*/ 330237 h 554120"/>
                <a:gd name="connsiteX42" fmla="*/ 80355 w 120229"/>
                <a:gd name="connsiteY42" fmla="*/ 324637 h 554120"/>
                <a:gd name="connsiteX43" fmla="*/ 87889 w 120229"/>
                <a:gd name="connsiteY43" fmla="*/ 319037 h 554120"/>
                <a:gd name="connsiteX44" fmla="*/ 94816 w 120229"/>
                <a:gd name="connsiteY44" fmla="*/ 313437 h 554120"/>
                <a:gd name="connsiteX45" fmla="*/ 100933 w 120229"/>
                <a:gd name="connsiteY45" fmla="*/ 307837 h 554120"/>
                <a:gd name="connsiteX46" fmla="*/ 106106 w 120229"/>
                <a:gd name="connsiteY46" fmla="*/ 302237 h 554120"/>
                <a:gd name="connsiteX47" fmla="*/ 110289 w 120229"/>
                <a:gd name="connsiteY47" fmla="*/ 296660 h 554120"/>
                <a:gd name="connsiteX48" fmla="*/ 113550 w 120229"/>
                <a:gd name="connsiteY48" fmla="*/ 291060 h 554120"/>
                <a:gd name="connsiteX49" fmla="*/ 116001 w 120229"/>
                <a:gd name="connsiteY49" fmla="*/ 285460 h 554120"/>
                <a:gd name="connsiteX50" fmla="*/ 117778 w 120229"/>
                <a:gd name="connsiteY50" fmla="*/ 279860 h 554120"/>
                <a:gd name="connsiteX51" fmla="*/ 119015 w 120229"/>
                <a:gd name="connsiteY51" fmla="*/ 274260 h 554120"/>
                <a:gd name="connsiteX52" fmla="*/ 119825 w 120229"/>
                <a:gd name="connsiteY52" fmla="*/ 268660 h 554120"/>
                <a:gd name="connsiteX53" fmla="*/ 120230 w 120229"/>
                <a:gd name="connsiteY53" fmla="*/ 263061 h 554120"/>
                <a:gd name="connsiteX54" fmla="*/ 120184 w 120229"/>
                <a:gd name="connsiteY54" fmla="*/ 257461 h 554120"/>
                <a:gd name="connsiteX55" fmla="*/ 119600 w 120229"/>
                <a:gd name="connsiteY55" fmla="*/ 251883 h 554120"/>
                <a:gd name="connsiteX56" fmla="*/ 118318 w 120229"/>
                <a:gd name="connsiteY56" fmla="*/ 246283 h 554120"/>
                <a:gd name="connsiteX57" fmla="*/ 116204 w 120229"/>
                <a:gd name="connsiteY57" fmla="*/ 240683 h 554120"/>
                <a:gd name="connsiteX58" fmla="*/ 113145 w 120229"/>
                <a:gd name="connsiteY58" fmla="*/ 235084 h 554120"/>
                <a:gd name="connsiteX59" fmla="*/ 109142 w 120229"/>
                <a:gd name="connsiteY59" fmla="*/ 229484 h 554120"/>
                <a:gd name="connsiteX60" fmla="*/ 104239 w 120229"/>
                <a:gd name="connsiteY60" fmla="*/ 223884 h 554120"/>
                <a:gd name="connsiteX61" fmla="*/ 98572 w 120229"/>
                <a:gd name="connsiteY61" fmla="*/ 218284 h 554120"/>
                <a:gd name="connsiteX62" fmla="*/ 92320 w 120229"/>
                <a:gd name="connsiteY62" fmla="*/ 212684 h 554120"/>
                <a:gd name="connsiteX63" fmla="*/ 85730 w 120229"/>
                <a:gd name="connsiteY63" fmla="*/ 207106 h 554120"/>
                <a:gd name="connsiteX64" fmla="*/ 79051 w 120229"/>
                <a:gd name="connsiteY64" fmla="*/ 201507 h 554120"/>
                <a:gd name="connsiteX65" fmla="*/ 72484 w 120229"/>
                <a:gd name="connsiteY65" fmla="*/ 195907 h 554120"/>
                <a:gd name="connsiteX66" fmla="*/ 66187 w 120229"/>
                <a:gd name="connsiteY66" fmla="*/ 190307 h 554120"/>
                <a:gd name="connsiteX67" fmla="*/ 60272 w 120229"/>
                <a:gd name="connsiteY67" fmla="*/ 184707 h 554120"/>
                <a:gd name="connsiteX68" fmla="*/ 54807 w 120229"/>
                <a:gd name="connsiteY68" fmla="*/ 179107 h 554120"/>
                <a:gd name="connsiteX69" fmla="*/ 49769 w 120229"/>
                <a:gd name="connsiteY69" fmla="*/ 173507 h 554120"/>
                <a:gd name="connsiteX70" fmla="*/ 45182 w 120229"/>
                <a:gd name="connsiteY70" fmla="*/ 167907 h 554120"/>
                <a:gd name="connsiteX71" fmla="*/ 40976 w 120229"/>
                <a:gd name="connsiteY71" fmla="*/ 162330 h 554120"/>
                <a:gd name="connsiteX72" fmla="*/ 37153 w 120229"/>
                <a:gd name="connsiteY72" fmla="*/ 156730 h 554120"/>
                <a:gd name="connsiteX73" fmla="*/ 33689 w 120229"/>
                <a:gd name="connsiteY73" fmla="*/ 151130 h 554120"/>
                <a:gd name="connsiteX74" fmla="*/ 30541 w 120229"/>
                <a:gd name="connsiteY74" fmla="*/ 145530 h 554120"/>
                <a:gd name="connsiteX75" fmla="*/ 27752 w 120229"/>
                <a:gd name="connsiteY75" fmla="*/ 139930 h 554120"/>
                <a:gd name="connsiteX76" fmla="*/ 25278 w 120229"/>
                <a:gd name="connsiteY76" fmla="*/ 134330 h 554120"/>
                <a:gd name="connsiteX77" fmla="*/ 23119 w 120229"/>
                <a:gd name="connsiteY77" fmla="*/ 128730 h 554120"/>
                <a:gd name="connsiteX78" fmla="*/ 21230 w 120229"/>
                <a:gd name="connsiteY78" fmla="*/ 123130 h 554120"/>
                <a:gd name="connsiteX79" fmla="*/ 19589 w 120229"/>
                <a:gd name="connsiteY79" fmla="*/ 117553 h 554120"/>
                <a:gd name="connsiteX80" fmla="*/ 18104 w 120229"/>
                <a:gd name="connsiteY80" fmla="*/ 111953 h 554120"/>
                <a:gd name="connsiteX81" fmla="*/ 16755 w 120229"/>
                <a:gd name="connsiteY81" fmla="*/ 106353 h 554120"/>
                <a:gd name="connsiteX82" fmla="*/ 15428 w 120229"/>
                <a:gd name="connsiteY82" fmla="*/ 100753 h 554120"/>
                <a:gd name="connsiteX83" fmla="*/ 14124 w 120229"/>
                <a:gd name="connsiteY83" fmla="*/ 95153 h 554120"/>
                <a:gd name="connsiteX84" fmla="*/ 12774 w 120229"/>
                <a:gd name="connsiteY84" fmla="*/ 89553 h 554120"/>
                <a:gd name="connsiteX85" fmla="*/ 11402 w 120229"/>
                <a:gd name="connsiteY85" fmla="*/ 83954 h 554120"/>
                <a:gd name="connsiteX86" fmla="*/ 10008 w 120229"/>
                <a:gd name="connsiteY86" fmla="*/ 78354 h 554120"/>
                <a:gd name="connsiteX87" fmla="*/ 8614 w 120229"/>
                <a:gd name="connsiteY87" fmla="*/ 72776 h 554120"/>
                <a:gd name="connsiteX88" fmla="*/ 7264 w 120229"/>
                <a:gd name="connsiteY88" fmla="*/ 67176 h 554120"/>
                <a:gd name="connsiteX89" fmla="*/ 5960 w 120229"/>
                <a:gd name="connsiteY89" fmla="*/ 61576 h 554120"/>
                <a:gd name="connsiteX90" fmla="*/ 4790 w 120229"/>
                <a:gd name="connsiteY90" fmla="*/ 55976 h 554120"/>
                <a:gd name="connsiteX91" fmla="*/ 3756 w 120229"/>
                <a:gd name="connsiteY91" fmla="*/ 50377 h 554120"/>
                <a:gd name="connsiteX92" fmla="*/ 2879 w 120229"/>
                <a:gd name="connsiteY92" fmla="*/ 44777 h 554120"/>
                <a:gd name="connsiteX93" fmla="*/ 2137 w 120229"/>
                <a:gd name="connsiteY93" fmla="*/ 39177 h 554120"/>
                <a:gd name="connsiteX94" fmla="*/ 1552 w 120229"/>
                <a:gd name="connsiteY94" fmla="*/ 33577 h 554120"/>
                <a:gd name="connsiteX95" fmla="*/ 1102 w 120229"/>
                <a:gd name="connsiteY95" fmla="*/ 27999 h 554120"/>
                <a:gd name="connsiteX96" fmla="*/ 742 w 120229"/>
                <a:gd name="connsiteY96" fmla="*/ 22400 h 554120"/>
                <a:gd name="connsiteX97" fmla="*/ 495 w 120229"/>
                <a:gd name="connsiteY97" fmla="*/ 16800 h 554120"/>
                <a:gd name="connsiteX98" fmla="*/ 337 w 120229"/>
                <a:gd name="connsiteY98" fmla="*/ 11200 h 554120"/>
                <a:gd name="connsiteX99" fmla="*/ 203 w 120229"/>
                <a:gd name="connsiteY99" fmla="*/ 5600 h 554120"/>
                <a:gd name="connsiteX100" fmla="*/ 135 w 120229"/>
                <a:gd name="connsiteY100" fmla="*/ 0 h 554120"/>
                <a:gd name="connsiteX101" fmla="*/ 0 w 120229"/>
                <a:gd name="connsiteY101" fmla="*/ 0 h 554120"/>
                <a:gd name="connsiteX102" fmla="*/ 0 w 120229"/>
                <a:gd name="connsiteY102" fmla="*/ 5600 h 554120"/>
                <a:gd name="connsiteX103" fmla="*/ 0 w 120229"/>
                <a:gd name="connsiteY103" fmla="*/ 11200 h 554120"/>
                <a:gd name="connsiteX104" fmla="*/ 0 w 120229"/>
                <a:gd name="connsiteY104" fmla="*/ 16800 h 554120"/>
                <a:gd name="connsiteX105" fmla="*/ 0 w 120229"/>
                <a:gd name="connsiteY105" fmla="*/ 22400 h 554120"/>
                <a:gd name="connsiteX106" fmla="*/ 0 w 120229"/>
                <a:gd name="connsiteY106" fmla="*/ 27999 h 554120"/>
                <a:gd name="connsiteX107" fmla="*/ 0 w 120229"/>
                <a:gd name="connsiteY107" fmla="*/ 33577 h 554120"/>
                <a:gd name="connsiteX108" fmla="*/ 0 w 120229"/>
                <a:gd name="connsiteY108" fmla="*/ 39177 h 554120"/>
                <a:gd name="connsiteX109" fmla="*/ 0 w 120229"/>
                <a:gd name="connsiteY109" fmla="*/ 44777 h 554120"/>
                <a:gd name="connsiteX110" fmla="*/ 0 w 120229"/>
                <a:gd name="connsiteY110" fmla="*/ 50377 h 554120"/>
                <a:gd name="connsiteX111" fmla="*/ 0 w 120229"/>
                <a:gd name="connsiteY111" fmla="*/ 55976 h 554120"/>
                <a:gd name="connsiteX112" fmla="*/ 0 w 120229"/>
                <a:gd name="connsiteY112" fmla="*/ 61576 h 554120"/>
                <a:gd name="connsiteX113" fmla="*/ 0 w 120229"/>
                <a:gd name="connsiteY113" fmla="*/ 67176 h 554120"/>
                <a:gd name="connsiteX114" fmla="*/ 0 w 120229"/>
                <a:gd name="connsiteY114" fmla="*/ 72776 h 554120"/>
                <a:gd name="connsiteX115" fmla="*/ 0 w 120229"/>
                <a:gd name="connsiteY115" fmla="*/ 78354 h 554120"/>
                <a:gd name="connsiteX116" fmla="*/ 0 w 120229"/>
                <a:gd name="connsiteY116" fmla="*/ 83954 h 554120"/>
                <a:gd name="connsiteX117" fmla="*/ 0 w 120229"/>
                <a:gd name="connsiteY117" fmla="*/ 89553 h 554120"/>
                <a:gd name="connsiteX118" fmla="*/ 0 w 120229"/>
                <a:gd name="connsiteY118" fmla="*/ 95153 h 554120"/>
                <a:gd name="connsiteX119" fmla="*/ 0 w 120229"/>
                <a:gd name="connsiteY119" fmla="*/ 100753 h 554120"/>
                <a:gd name="connsiteX120" fmla="*/ 0 w 120229"/>
                <a:gd name="connsiteY120" fmla="*/ 106353 h 554120"/>
                <a:gd name="connsiteX121" fmla="*/ 0 w 120229"/>
                <a:gd name="connsiteY121" fmla="*/ 111953 h 554120"/>
                <a:gd name="connsiteX122" fmla="*/ 0 w 120229"/>
                <a:gd name="connsiteY122" fmla="*/ 117553 h 554120"/>
                <a:gd name="connsiteX123" fmla="*/ 0 w 120229"/>
                <a:gd name="connsiteY123" fmla="*/ 123130 h 554120"/>
                <a:gd name="connsiteX124" fmla="*/ 0 w 120229"/>
                <a:gd name="connsiteY124" fmla="*/ 128730 h 554120"/>
                <a:gd name="connsiteX125" fmla="*/ 0 w 120229"/>
                <a:gd name="connsiteY125" fmla="*/ 134330 h 554120"/>
                <a:gd name="connsiteX126" fmla="*/ 0 w 120229"/>
                <a:gd name="connsiteY126" fmla="*/ 139930 h 554120"/>
                <a:gd name="connsiteX127" fmla="*/ 0 w 120229"/>
                <a:gd name="connsiteY127" fmla="*/ 145530 h 554120"/>
                <a:gd name="connsiteX128" fmla="*/ 0 w 120229"/>
                <a:gd name="connsiteY128" fmla="*/ 151130 h 554120"/>
                <a:gd name="connsiteX129" fmla="*/ 0 w 120229"/>
                <a:gd name="connsiteY129" fmla="*/ 156730 h 554120"/>
                <a:gd name="connsiteX130" fmla="*/ 0 w 120229"/>
                <a:gd name="connsiteY130" fmla="*/ 162330 h 554120"/>
                <a:gd name="connsiteX131" fmla="*/ 0 w 120229"/>
                <a:gd name="connsiteY131" fmla="*/ 167907 h 554120"/>
                <a:gd name="connsiteX132" fmla="*/ 0 w 120229"/>
                <a:gd name="connsiteY132" fmla="*/ 173507 h 554120"/>
                <a:gd name="connsiteX133" fmla="*/ 0 w 120229"/>
                <a:gd name="connsiteY133" fmla="*/ 179107 h 554120"/>
                <a:gd name="connsiteX134" fmla="*/ 0 w 120229"/>
                <a:gd name="connsiteY134" fmla="*/ 184707 h 554120"/>
                <a:gd name="connsiteX135" fmla="*/ 0 w 120229"/>
                <a:gd name="connsiteY135" fmla="*/ 190307 h 554120"/>
                <a:gd name="connsiteX136" fmla="*/ 0 w 120229"/>
                <a:gd name="connsiteY136" fmla="*/ 195907 h 554120"/>
                <a:gd name="connsiteX137" fmla="*/ 0 w 120229"/>
                <a:gd name="connsiteY137" fmla="*/ 201507 h 554120"/>
                <a:gd name="connsiteX138" fmla="*/ 0 w 120229"/>
                <a:gd name="connsiteY138" fmla="*/ 207106 h 554120"/>
                <a:gd name="connsiteX139" fmla="*/ 0 w 120229"/>
                <a:gd name="connsiteY139" fmla="*/ 212684 h 554120"/>
                <a:gd name="connsiteX140" fmla="*/ 0 w 120229"/>
                <a:gd name="connsiteY140" fmla="*/ 218284 h 554120"/>
                <a:gd name="connsiteX141" fmla="*/ 0 w 120229"/>
                <a:gd name="connsiteY141" fmla="*/ 223884 h 554120"/>
                <a:gd name="connsiteX142" fmla="*/ 0 w 120229"/>
                <a:gd name="connsiteY142" fmla="*/ 229484 h 554120"/>
                <a:gd name="connsiteX143" fmla="*/ 0 w 120229"/>
                <a:gd name="connsiteY143" fmla="*/ 235084 h 554120"/>
                <a:gd name="connsiteX144" fmla="*/ 0 w 120229"/>
                <a:gd name="connsiteY144" fmla="*/ 240683 h 554120"/>
                <a:gd name="connsiteX145" fmla="*/ 0 w 120229"/>
                <a:gd name="connsiteY145" fmla="*/ 246283 h 554120"/>
                <a:gd name="connsiteX146" fmla="*/ 0 w 120229"/>
                <a:gd name="connsiteY146" fmla="*/ 251883 h 554120"/>
                <a:gd name="connsiteX147" fmla="*/ 0 w 120229"/>
                <a:gd name="connsiteY147" fmla="*/ 257461 h 554120"/>
                <a:gd name="connsiteX148" fmla="*/ 0 w 120229"/>
                <a:gd name="connsiteY148" fmla="*/ 263061 h 554120"/>
                <a:gd name="connsiteX149" fmla="*/ 0 w 120229"/>
                <a:gd name="connsiteY149" fmla="*/ 268660 h 554120"/>
                <a:gd name="connsiteX150" fmla="*/ 0 w 120229"/>
                <a:gd name="connsiteY150" fmla="*/ 274260 h 554120"/>
                <a:gd name="connsiteX151" fmla="*/ 0 w 120229"/>
                <a:gd name="connsiteY151" fmla="*/ 279860 h 554120"/>
                <a:gd name="connsiteX152" fmla="*/ 0 w 120229"/>
                <a:gd name="connsiteY152" fmla="*/ 285460 h 554120"/>
                <a:gd name="connsiteX153" fmla="*/ 0 w 120229"/>
                <a:gd name="connsiteY153" fmla="*/ 291060 h 554120"/>
                <a:gd name="connsiteX154" fmla="*/ 0 w 120229"/>
                <a:gd name="connsiteY154" fmla="*/ 296660 h 554120"/>
                <a:gd name="connsiteX155" fmla="*/ 0 w 120229"/>
                <a:gd name="connsiteY155" fmla="*/ 302237 h 554120"/>
                <a:gd name="connsiteX156" fmla="*/ 0 w 120229"/>
                <a:gd name="connsiteY156" fmla="*/ 307837 h 554120"/>
                <a:gd name="connsiteX157" fmla="*/ 0 w 120229"/>
                <a:gd name="connsiteY157" fmla="*/ 313437 h 554120"/>
                <a:gd name="connsiteX158" fmla="*/ 0 w 120229"/>
                <a:gd name="connsiteY158" fmla="*/ 319037 h 554120"/>
                <a:gd name="connsiteX159" fmla="*/ 0 w 120229"/>
                <a:gd name="connsiteY159" fmla="*/ 324637 h 554120"/>
                <a:gd name="connsiteX160" fmla="*/ 0 w 120229"/>
                <a:gd name="connsiteY160" fmla="*/ 330237 h 554120"/>
                <a:gd name="connsiteX161" fmla="*/ 0 w 120229"/>
                <a:gd name="connsiteY161" fmla="*/ 335837 h 554120"/>
                <a:gd name="connsiteX162" fmla="*/ 0 w 120229"/>
                <a:gd name="connsiteY162" fmla="*/ 341437 h 554120"/>
                <a:gd name="connsiteX163" fmla="*/ 0 w 120229"/>
                <a:gd name="connsiteY163" fmla="*/ 347014 h 554120"/>
                <a:gd name="connsiteX164" fmla="*/ 0 w 120229"/>
                <a:gd name="connsiteY164" fmla="*/ 352614 h 554120"/>
                <a:gd name="connsiteX165" fmla="*/ 0 w 120229"/>
                <a:gd name="connsiteY165" fmla="*/ 358214 h 554120"/>
                <a:gd name="connsiteX166" fmla="*/ 0 w 120229"/>
                <a:gd name="connsiteY166" fmla="*/ 363814 h 554120"/>
                <a:gd name="connsiteX167" fmla="*/ 0 w 120229"/>
                <a:gd name="connsiteY167" fmla="*/ 369414 h 554120"/>
                <a:gd name="connsiteX168" fmla="*/ 0 w 120229"/>
                <a:gd name="connsiteY168" fmla="*/ 375014 h 554120"/>
                <a:gd name="connsiteX169" fmla="*/ 0 w 120229"/>
                <a:gd name="connsiteY169" fmla="*/ 380614 h 554120"/>
                <a:gd name="connsiteX170" fmla="*/ 0 w 120229"/>
                <a:gd name="connsiteY170" fmla="*/ 386214 h 554120"/>
                <a:gd name="connsiteX171" fmla="*/ 0 w 120229"/>
                <a:gd name="connsiteY171" fmla="*/ 391791 h 554120"/>
                <a:gd name="connsiteX172" fmla="*/ 0 w 120229"/>
                <a:gd name="connsiteY172" fmla="*/ 397391 h 554120"/>
                <a:gd name="connsiteX173" fmla="*/ 0 w 120229"/>
                <a:gd name="connsiteY173" fmla="*/ 402991 h 554120"/>
                <a:gd name="connsiteX174" fmla="*/ 0 w 120229"/>
                <a:gd name="connsiteY174" fmla="*/ 408591 h 554120"/>
                <a:gd name="connsiteX175" fmla="*/ 0 w 120229"/>
                <a:gd name="connsiteY175" fmla="*/ 414191 h 554120"/>
                <a:gd name="connsiteX176" fmla="*/ 0 w 120229"/>
                <a:gd name="connsiteY176" fmla="*/ 419790 h 554120"/>
                <a:gd name="connsiteX177" fmla="*/ 0 w 120229"/>
                <a:gd name="connsiteY177" fmla="*/ 425390 h 554120"/>
                <a:gd name="connsiteX178" fmla="*/ 0 w 120229"/>
                <a:gd name="connsiteY178" fmla="*/ 430990 h 554120"/>
                <a:gd name="connsiteX179" fmla="*/ 0 w 120229"/>
                <a:gd name="connsiteY179" fmla="*/ 436568 h 554120"/>
                <a:gd name="connsiteX180" fmla="*/ 0 w 120229"/>
                <a:gd name="connsiteY180" fmla="*/ 442168 h 554120"/>
                <a:gd name="connsiteX181" fmla="*/ 0 w 120229"/>
                <a:gd name="connsiteY181" fmla="*/ 447767 h 554120"/>
                <a:gd name="connsiteX182" fmla="*/ 0 w 120229"/>
                <a:gd name="connsiteY182" fmla="*/ 453367 h 554120"/>
                <a:gd name="connsiteX183" fmla="*/ 0 w 120229"/>
                <a:gd name="connsiteY183" fmla="*/ 458967 h 554120"/>
                <a:gd name="connsiteX184" fmla="*/ 0 w 120229"/>
                <a:gd name="connsiteY184" fmla="*/ 464567 h 554120"/>
                <a:gd name="connsiteX185" fmla="*/ 0 w 120229"/>
                <a:gd name="connsiteY185" fmla="*/ 470167 h 554120"/>
                <a:gd name="connsiteX186" fmla="*/ 0 w 120229"/>
                <a:gd name="connsiteY186" fmla="*/ 475745 h 554120"/>
                <a:gd name="connsiteX187" fmla="*/ 0 w 120229"/>
                <a:gd name="connsiteY187" fmla="*/ 481344 h 554120"/>
                <a:gd name="connsiteX188" fmla="*/ 0 w 120229"/>
                <a:gd name="connsiteY188" fmla="*/ 486944 h 554120"/>
                <a:gd name="connsiteX189" fmla="*/ 0 w 120229"/>
                <a:gd name="connsiteY189" fmla="*/ 492544 h 554120"/>
                <a:gd name="connsiteX190" fmla="*/ 0 w 120229"/>
                <a:gd name="connsiteY190" fmla="*/ 498144 h 554120"/>
                <a:gd name="connsiteX191" fmla="*/ 0 w 120229"/>
                <a:gd name="connsiteY191" fmla="*/ 503744 h 554120"/>
                <a:gd name="connsiteX192" fmla="*/ 0 w 120229"/>
                <a:gd name="connsiteY192" fmla="*/ 509344 h 554120"/>
                <a:gd name="connsiteX193" fmla="*/ 0 w 120229"/>
                <a:gd name="connsiteY193" fmla="*/ 514944 h 554120"/>
                <a:gd name="connsiteX194" fmla="*/ 0 w 120229"/>
                <a:gd name="connsiteY194" fmla="*/ 520521 h 554120"/>
                <a:gd name="connsiteX195" fmla="*/ 0 w 120229"/>
                <a:gd name="connsiteY195" fmla="*/ 526121 h 554120"/>
                <a:gd name="connsiteX196" fmla="*/ 0 w 120229"/>
                <a:gd name="connsiteY196" fmla="*/ 531721 h 554120"/>
                <a:gd name="connsiteX197" fmla="*/ 0 w 120229"/>
                <a:gd name="connsiteY197" fmla="*/ 537321 h 554120"/>
                <a:gd name="connsiteX198" fmla="*/ 0 w 120229"/>
                <a:gd name="connsiteY198" fmla="*/ 542921 h 554120"/>
                <a:gd name="connsiteX199" fmla="*/ 0 w 120229"/>
                <a:gd name="connsiteY199" fmla="*/ 548521 h 554120"/>
                <a:gd name="connsiteX200" fmla="*/ 0 w 120229"/>
                <a:gd name="connsiteY200" fmla="*/ 554121 h 554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120229" h="554120">
                  <a:moveTo>
                    <a:pt x="0" y="554121"/>
                  </a:moveTo>
                  <a:lnTo>
                    <a:pt x="135" y="554121"/>
                  </a:lnTo>
                  <a:lnTo>
                    <a:pt x="203" y="548521"/>
                  </a:lnTo>
                  <a:lnTo>
                    <a:pt x="337" y="542921"/>
                  </a:lnTo>
                  <a:lnTo>
                    <a:pt x="495" y="537321"/>
                  </a:lnTo>
                  <a:lnTo>
                    <a:pt x="742" y="531721"/>
                  </a:lnTo>
                  <a:lnTo>
                    <a:pt x="1079" y="526121"/>
                  </a:lnTo>
                  <a:lnTo>
                    <a:pt x="1529" y="520521"/>
                  </a:lnTo>
                  <a:lnTo>
                    <a:pt x="2114" y="514944"/>
                  </a:lnTo>
                  <a:lnTo>
                    <a:pt x="2811" y="509344"/>
                  </a:lnTo>
                  <a:lnTo>
                    <a:pt x="3666" y="503744"/>
                  </a:lnTo>
                  <a:lnTo>
                    <a:pt x="4655" y="498144"/>
                  </a:lnTo>
                  <a:lnTo>
                    <a:pt x="5712" y="492544"/>
                  </a:lnTo>
                  <a:lnTo>
                    <a:pt x="6859" y="486944"/>
                  </a:lnTo>
                  <a:lnTo>
                    <a:pt x="8006" y="481344"/>
                  </a:lnTo>
                  <a:lnTo>
                    <a:pt x="9086" y="475745"/>
                  </a:lnTo>
                  <a:lnTo>
                    <a:pt x="10053" y="470167"/>
                  </a:lnTo>
                  <a:lnTo>
                    <a:pt x="10840" y="464567"/>
                  </a:lnTo>
                  <a:lnTo>
                    <a:pt x="11425" y="458967"/>
                  </a:lnTo>
                  <a:lnTo>
                    <a:pt x="11739" y="453367"/>
                  </a:lnTo>
                  <a:lnTo>
                    <a:pt x="11852" y="447767"/>
                  </a:lnTo>
                  <a:lnTo>
                    <a:pt x="11762" y="442168"/>
                  </a:lnTo>
                  <a:lnTo>
                    <a:pt x="11560" y="436568"/>
                  </a:lnTo>
                  <a:lnTo>
                    <a:pt x="11290" y="430990"/>
                  </a:lnTo>
                  <a:lnTo>
                    <a:pt x="11087" y="425390"/>
                  </a:lnTo>
                  <a:lnTo>
                    <a:pt x="11020" y="419790"/>
                  </a:lnTo>
                  <a:lnTo>
                    <a:pt x="11155" y="414191"/>
                  </a:lnTo>
                  <a:lnTo>
                    <a:pt x="11605" y="408591"/>
                  </a:lnTo>
                  <a:lnTo>
                    <a:pt x="12392" y="402991"/>
                  </a:lnTo>
                  <a:lnTo>
                    <a:pt x="13584" y="397391"/>
                  </a:lnTo>
                  <a:lnTo>
                    <a:pt x="15203" y="391791"/>
                  </a:lnTo>
                  <a:lnTo>
                    <a:pt x="17295" y="386214"/>
                  </a:lnTo>
                  <a:lnTo>
                    <a:pt x="19926" y="380614"/>
                  </a:lnTo>
                  <a:lnTo>
                    <a:pt x="23119" y="375014"/>
                  </a:lnTo>
                  <a:lnTo>
                    <a:pt x="26942" y="369414"/>
                  </a:lnTo>
                  <a:lnTo>
                    <a:pt x="31463" y="363814"/>
                  </a:lnTo>
                  <a:lnTo>
                    <a:pt x="36726" y="358214"/>
                  </a:lnTo>
                  <a:lnTo>
                    <a:pt x="42730" y="352614"/>
                  </a:lnTo>
                  <a:lnTo>
                    <a:pt x="49432" y="347014"/>
                  </a:lnTo>
                  <a:lnTo>
                    <a:pt x="56764" y="341437"/>
                  </a:lnTo>
                  <a:lnTo>
                    <a:pt x="64523" y="335837"/>
                  </a:lnTo>
                  <a:lnTo>
                    <a:pt x="72461" y="330237"/>
                  </a:lnTo>
                  <a:lnTo>
                    <a:pt x="80355" y="324637"/>
                  </a:lnTo>
                  <a:lnTo>
                    <a:pt x="87889" y="319037"/>
                  </a:lnTo>
                  <a:lnTo>
                    <a:pt x="94816" y="313437"/>
                  </a:lnTo>
                  <a:lnTo>
                    <a:pt x="100933" y="307837"/>
                  </a:lnTo>
                  <a:lnTo>
                    <a:pt x="106106" y="302237"/>
                  </a:lnTo>
                  <a:lnTo>
                    <a:pt x="110289" y="296660"/>
                  </a:lnTo>
                  <a:lnTo>
                    <a:pt x="113550" y="291060"/>
                  </a:lnTo>
                  <a:lnTo>
                    <a:pt x="116001" y="285460"/>
                  </a:lnTo>
                  <a:lnTo>
                    <a:pt x="117778" y="279860"/>
                  </a:lnTo>
                  <a:lnTo>
                    <a:pt x="119015" y="274260"/>
                  </a:lnTo>
                  <a:lnTo>
                    <a:pt x="119825" y="268660"/>
                  </a:lnTo>
                  <a:lnTo>
                    <a:pt x="120230" y="263061"/>
                  </a:lnTo>
                  <a:lnTo>
                    <a:pt x="120184" y="257461"/>
                  </a:lnTo>
                  <a:lnTo>
                    <a:pt x="119600" y="251883"/>
                  </a:lnTo>
                  <a:lnTo>
                    <a:pt x="118318" y="246283"/>
                  </a:lnTo>
                  <a:lnTo>
                    <a:pt x="116204" y="240683"/>
                  </a:lnTo>
                  <a:lnTo>
                    <a:pt x="113145" y="235084"/>
                  </a:lnTo>
                  <a:lnTo>
                    <a:pt x="109142" y="229484"/>
                  </a:lnTo>
                  <a:lnTo>
                    <a:pt x="104239" y="223884"/>
                  </a:lnTo>
                  <a:lnTo>
                    <a:pt x="98572" y="218284"/>
                  </a:lnTo>
                  <a:lnTo>
                    <a:pt x="92320" y="212684"/>
                  </a:lnTo>
                  <a:lnTo>
                    <a:pt x="85730" y="207106"/>
                  </a:lnTo>
                  <a:lnTo>
                    <a:pt x="79051" y="201507"/>
                  </a:lnTo>
                  <a:lnTo>
                    <a:pt x="72484" y="195907"/>
                  </a:lnTo>
                  <a:lnTo>
                    <a:pt x="66187" y="190307"/>
                  </a:lnTo>
                  <a:lnTo>
                    <a:pt x="60272" y="184707"/>
                  </a:lnTo>
                  <a:lnTo>
                    <a:pt x="54807" y="179107"/>
                  </a:lnTo>
                  <a:lnTo>
                    <a:pt x="49769" y="173507"/>
                  </a:lnTo>
                  <a:lnTo>
                    <a:pt x="45182" y="167907"/>
                  </a:lnTo>
                  <a:lnTo>
                    <a:pt x="40976" y="162330"/>
                  </a:lnTo>
                  <a:lnTo>
                    <a:pt x="37153" y="156730"/>
                  </a:lnTo>
                  <a:lnTo>
                    <a:pt x="33689" y="151130"/>
                  </a:lnTo>
                  <a:lnTo>
                    <a:pt x="30541" y="145530"/>
                  </a:lnTo>
                  <a:lnTo>
                    <a:pt x="27752" y="139930"/>
                  </a:lnTo>
                  <a:lnTo>
                    <a:pt x="25278" y="134330"/>
                  </a:lnTo>
                  <a:lnTo>
                    <a:pt x="23119" y="128730"/>
                  </a:lnTo>
                  <a:lnTo>
                    <a:pt x="21230" y="123130"/>
                  </a:lnTo>
                  <a:lnTo>
                    <a:pt x="19589" y="117553"/>
                  </a:lnTo>
                  <a:lnTo>
                    <a:pt x="18104" y="111953"/>
                  </a:lnTo>
                  <a:lnTo>
                    <a:pt x="16755" y="106353"/>
                  </a:lnTo>
                  <a:lnTo>
                    <a:pt x="15428" y="100753"/>
                  </a:lnTo>
                  <a:lnTo>
                    <a:pt x="14124" y="95153"/>
                  </a:lnTo>
                  <a:lnTo>
                    <a:pt x="12774" y="89553"/>
                  </a:lnTo>
                  <a:lnTo>
                    <a:pt x="11402" y="83954"/>
                  </a:lnTo>
                  <a:lnTo>
                    <a:pt x="10008" y="78354"/>
                  </a:lnTo>
                  <a:lnTo>
                    <a:pt x="8614" y="72776"/>
                  </a:lnTo>
                  <a:lnTo>
                    <a:pt x="7264" y="67176"/>
                  </a:lnTo>
                  <a:lnTo>
                    <a:pt x="5960" y="61576"/>
                  </a:lnTo>
                  <a:lnTo>
                    <a:pt x="4790" y="55976"/>
                  </a:lnTo>
                  <a:lnTo>
                    <a:pt x="3756" y="50377"/>
                  </a:lnTo>
                  <a:lnTo>
                    <a:pt x="2879" y="44777"/>
                  </a:lnTo>
                  <a:lnTo>
                    <a:pt x="2137" y="39177"/>
                  </a:lnTo>
                  <a:lnTo>
                    <a:pt x="1552" y="33577"/>
                  </a:lnTo>
                  <a:lnTo>
                    <a:pt x="1102" y="27999"/>
                  </a:lnTo>
                  <a:lnTo>
                    <a:pt x="742" y="22400"/>
                  </a:lnTo>
                  <a:lnTo>
                    <a:pt x="495" y="16800"/>
                  </a:lnTo>
                  <a:lnTo>
                    <a:pt x="337" y="11200"/>
                  </a:lnTo>
                  <a:lnTo>
                    <a:pt x="203" y="5600"/>
                  </a:lnTo>
                  <a:lnTo>
                    <a:pt x="135" y="0"/>
                  </a:lnTo>
                  <a:lnTo>
                    <a:pt x="0" y="0"/>
                  </a:lnTo>
                  <a:lnTo>
                    <a:pt x="0" y="5600"/>
                  </a:lnTo>
                  <a:lnTo>
                    <a:pt x="0" y="11200"/>
                  </a:lnTo>
                  <a:lnTo>
                    <a:pt x="0" y="16800"/>
                  </a:lnTo>
                  <a:lnTo>
                    <a:pt x="0" y="22400"/>
                  </a:lnTo>
                  <a:lnTo>
                    <a:pt x="0" y="27999"/>
                  </a:lnTo>
                  <a:lnTo>
                    <a:pt x="0" y="33577"/>
                  </a:lnTo>
                  <a:lnTo>
                    <a:pt x="0" y="39177"/>
                  </a:lnTo>
                  <a:lnTo>
                    <a:pt x="0" y="44777"/>
                  </a:lnTo>
                  <a:lnTo>
                    <a:pt x="0" y="50377"/>
                  </a:lnTo>
                  <a:lnTo>
                    <a:pt x="0" y="55976"/>
                  </a:lnTo>
                  <a:lnTo>
                    <a:pt x="0" y="61576"/>
                  </a:lnTo>
                  <a:lnTo>
                    <a:pt x="0" y="67176"/>
                  </a:lnTo>
                  <a:lnTo>
                    <a:pt x="0" y="72776"/>
                  </a:lnTo>
                  <a:lnTo>
                    <a:pt x="0" y="78354"/>
                  </a:lnTo>
                  <a:lnTo>
                    <a:pt x="0" y="83954"/>
                  </a:lnTo>
                  <a:lnTo>
                    <a:pt x="0" y="89553"/>
                  </a:lnTo>
                  <a:lnTo>
                    <a:pt x="0" y="95153"/>
                  </a:lnTo>
                  <a:lnTo>
                    <a:pt x="0" y="100753"/>
                  </a:lnTo>
                  <a:lnTo>
                    <a:pt x="0" y="106353"/>
                  </a:lnTo>
                  <a:lnTo>
                    <a:pt x="0" y="111953"/>
                  </a:lnTo>
                  <a:lnTo>
                    <a:pt x="0" y="117553"/>
                  </a:lnTo>
                  <a:lnTo>
                    <a:pt x="0" y="123130"/>
                  </a:lnTo>
                  <a:lnTo>
                    <a:pt x="0" y="128730"/>
                  </a:lnTo>
                  <a:lnTo>
                    <a:pt x="0" y="134330"/>
                  </a:lnTo>
                  <a:lnTo>
                    <a:pt x="0" y="139930"/>
                  </a:lnTo>
                  <a:lnTo>
                    <a:pt x="0" y="145530"/>
                  </a:lnTo>
                  <a:lnTo>
                    <a:pt x="0" y="151130"/>
                  </a:lnTo>
                  <a:lnTo>
                    <a:pt x="0" y="156730"/>
                  </a:lnTo>
                  <a:lnTo>
                    <a:pt x="0" y="162330"/>
                  </a:lnTo>
                  <a:lnTo>
                    <a:pt x="0" y="167907"/>
                  </a:lnTo>
                  <a:lnTo>
                    <a:pt x="0" y="173507"/>
                  </a:lnTo>
                  <a:lnTo>
                    <a:pt x="0" y="179107"/>
                  </a:lnTo>
                  <a:lnTo>
                    <a:pt x="0" y="184707"/>
                  </a:lnTo>
                  <a:lnTo>
                    <a:pt x="0" y="190307"/>
                  </a:lnTo>
                  <a:lnTo>
                    <a:pt x="0" y="195907"/>
                  </a:lnTo>
                  <a:lnTo>
                    <a:pt x="0" y="201507"/>
                  </a:lnTo>
                  <a:lnTo>
                    <a:pt x="0" y="207106"/>
                  </a:lnTo>
                  <a:lnTo>
                    <a:pt x="0" y="212684"/>
                  </a:lnTo>
                  <a:lnTo>
                    <a:pt x="0" y="218284"/>
                  </a:lnTo>
                  <a:lnTo>
                    <a:pt x="0" y="223884"/>
                  </a:lnTo>
                  <a:lnTo>
                    <a:pt x="0" y="229484"/>
                  </a:lnTo>
                  <a:lnTo>
                    <a:pt x="0" y="235084"/>
                  </a:lnTo>
                  <a:lnTo>
                    <a:pt x="0" y="240683"/>
                  </a:lnTo>
                  <a:lnTo>
                    <a:pt x="0" y="246283"/>
                  </a:lnTo>
                  <a:lnTo>
                    <a:pt x="0" y="251883"/>
                  </a:lnTo>
                  <a:lnTo>
                    <a:pt x="0" y="257461"/>
                  </a:lnTo>
                  <a:lnTo>
                    <a:pt x="0" y="263061"/>
                  </a:lnTo>
                  <a:lnTo>
                    <a:pt x="0" y="268660"/>
                  </a:lnTo>
                  <a:lnTo>
                    <a:pt x="0" y="274260"/>
                  </a:lnTo>
                  <a:lnTo>
                    <a:pt x="0" y="279860"/>
                  </a:lnTo>
                  <a:lnTo>
                    <a:pt x="0" y="285460"/>
                  </a:lnTo>
                  <a:lnTo>
                    <a:pt x="0" y="291060"/>
                  </a:lnTo>
                  <a:lnTo>
                    <a:pt x="0" y="296660"/>
                  </a:lnTo>
                  <a:lnTo>
                    <a:pt x="0" y="302237"/>
                  </a:lnTo>
                  <a:lnTo>
                    <a:pt x="0" y="307837"/>
                  </a:lnTo>
                  <a:lnTo>
                    <a:pt x="0" y="313437"/>
                  </a:lnTo>
                  <a:lnTo>
                    <a:pt x="0" y="319037"/>
                  </a:lnTo>
                  <a:lnTo>
                    <a:pt x="0" y="324637"/>
                  </a:lnTo>
                  <a:lnTo>
                    <a:pt x="0" y="330237"/>
                  </a:lnTo>
                  <a:lnTo>
                    <a:pt x="0" y="335837"/>
                  </a:lnTo>
                  <a:lnTo>
                    <a:pt x="0" y="341437"/>
                  </a:lnTo>
                  <a:lnTo>
                    <a:pt x="0" y="347014"/>
                  </a:lnTo>
                  <a:lnTo>
                    <a:pt x="0" y="352614"/>
                  </a:lnTo>
                  <a:lnTo>
                    <a:pt x="0" y="358214"/>
                  </a:lnTo>
                  <a:lnTo>
                    <a:pt x="0" y="363814"/>
                  </a:lnTo>
                  <a:lnTo>
                    <a:pt x="0" y="369414"/>
                  </a:lnTo>
                  <a:lnTo>
                    <a:pt x="0" y="375014"/>
                  </a:lnTo>
                  <a:lnTo>
                    <a:pt x="0" y="380614"/>
                  </a:lnTo>
                  <a:lnTo>
                    <a:pt x="0" y="386214"/>
                  </a:lnTo>
                  <a:lnTo>
                    <a:pt x="0" y="391791"/>
                  </a:lnTo>
                  <a:lnTo>
                    <a:pt x="0" y="397391"/>
                  </a:lnTo>
                  <a:lnTo>
                    <a:pt x="0" y="402991"/>
                  </a:lnTo>
                  <a:lnTo>
                    <a:pt x="0" y="408591"/>
                  </a:lnTo>
                  <a:lnTo>
                    <a:pt x="0" y="414191"/>
                  </a:lnTo>
                  <a:lnTo>
                    <a:pt x="0" y="419790"/>
                  </a:lnTo>
                  <a:lnTo>
                    <a:pt x="0" y="425390"/>
                  </a:lnTo>
                  <a:lnTo>
                    <a:pt x="0" y="430990"/>
                  </a:lnTo>
                  <a:lnTo>
                    <a:pt x="0" y="436568"/>
                  </a:lnTo>
                  <a:lnTo>
                    <a:pt x="0" y="442168"/>
                  </a:lnTo>
                  <a:lnTo>
                    <a:pt x="0" y="447767"/>
                  </a:lnTo>
                  <a:lnTo>
                    <a:pt x="0" y="453367"/>
                  </a:lnTo>
                  <a:lnTo>
                    <a:pt x="0" y="458967"/>
                  </a:lnTo>
                  <a:lnTo>
                    <a:pt x="0" y="464567"/>
                  </a:lnTo>
                  <a:lnTo>
                    <a:pt x="0" y="470167"/>
                  </a:lnTo>
                  <a:lnTo>
                    <a:pt x="0" y="475745"/>
                  </a:lnTo>
                  <a:lnTo>
                    <a:pt x="0" y="481344"/>
                  </a:lnTo>
                  <a:lnTo>
                    <a:pt x="0" y="486944"/>
                  </a:lnTo>
                  <a:lnTo>
                    <a:pt x="0" y="492544"/>
                  </a:lnTo>
                  <a:lnTo>
                    <a:pt x="0" y="498144"/>
                  </a:lnTo>
                  <a:lnTo>
                    <a:pt x="0" y="503744"/>
                  </a:lnTo>
                  <a:lnTo>
                    <a:pt x="0" y="509344"/>
                  </a:lnTo>
                  <a:lnTo>
                    <a:pt x="0" y="514944"/>
                  </a:lnTo>
                  <a:lnTo>
                    <a:pt x="0" y="520521"/>
                  </a:lnTo>
                  <a:lnTo>
                    <a:pt x="0" y="526121"/>
                  </a:lnTo>
                  <a:lnTo>
                    <a:pt x="0" y="531721"/>
                  </a:lnTo>
                  <a:lnTo>
                    <a:pt x="0" y="537321"/>
                  </a:lnTo>
                  <a:lnTo>
                    <a:pt x="0" y="542921"/>
                  </a:lnTo>
                  <a:lnTo>
                    <a:pt x="0" y="548521"/>
                  </a:lnTo>
                  <a:lnTo>
                    <a:pt x="0" y="554121"/>
                  </a:lnTo>
                  <a:close/>
                </a:path>
              </a:pathLst>
            </a:custGeom>
            <a:solidFill>
              <a:srgbClr val="B4AED3">
                <a:alpha val="50000"/>
              </a:srgbClr>
            </a:solidFill>
            <a:ln w="2249" cap="flat">
              <a:noFill/>
              <a:prstDash val="solid"/>
              <a:miter/>
            </a:ln>
          </p:spPr>
          <p:txBody>
            <a:bodyPr rtlCol="0" anchor="ctr"/>
            <a:lstStyle/>
            <a:p>
              <a:endParaRPr lang="en-US"/>
            </a:p>
          </p:txBody>
        </p:sp>
        <p:sp>
          <p:nvSpPr>
            <p:cNvPr id="17846" name="Freeform 17845">
              <a:extLst>
                <a:ext uri="{FF2B5EF4-FFF2-40B4-BE49-F238E27FC236}">
                  <a16:creationId xmlns:a16="http://schemas.microsoft.com/office/drawing/2014/main" id="{E947D0F7-58AC-851B-F0A9-65AD88747CC0}"/>
                </a:ext>
              </a:extLst>
            </p:cNvPr>
            <p:cNvSpPr/>
            <p:nvPr/>
          </p:nvSpPr>
          <p:spPr>
            <a:xfrm rot="19696800">
              <a:off x="4716608" y="2586779"/>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7847" name="Freeform 17846">
              <a:extLst>
                <a:ext uri="{FF2B5EF4-FFF2-40B4-BE49-F238E27FC236}">
                  <a16:creationId xmlns:a16="http://schemas.microsoft.com/office/drawing/2014/main" id="{7735A296-F23C-14FF-6ABF-3607E094A0A2}"/>
                </a:ext>
              </a:extLst>
            </p:cNvPr>
            <p:cNvSpPr/>
            <p:nvPr/>
          </p:nvSpPr>
          <p:spPr>
            <a:xfrm rot="19696800">
              <a:off x="4662175" y="2927096"/>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7848" name="Freeform 17847">
              <a:extLst>
                <a:ext uri="{FF2B5EF4-FFF2-40B4-BE49-F238E27FC236}">
                  <a16:creationId xmlns:a16="http://schemas.microsoft.com/office/drawing/2014/main" id="{023F777E-262D-CB10-44BE-46766AB4A496}"/>
                </a:ext>
              </a:extLst>
            </p:cNvPr>
            <p:cNvSpPr/>
            <p:nvPr/>
          </p:nvSpPr>
          <p:spPr>
            <a:xfrm rot="19696800">
              <a:off x="4601239" y="2890520"/>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7849" name="Freeform 17848">
              <a:extLst>
                <a:ext uri="{FF2B5EF4-FFF2-40B4-BE49-F238E27FC236}">
                  <a16:creationId xmlns:a16="http://schemas.microsoft.com/office/drawing/2014/main" id="{CF38E83F-0D6F-F616-ED3C-DFB1ABE96B77}"/>
                </a:ext>
              </a:extLst>
            </p:cNvPr>
            <p:cNvSpPr/>
            <p:nvPr/>
          </p:nvSpPr>
          <p:spPr>
            <a:xfrm rot="19696800">
              <a:off x="4687612" y="3196026"/>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7850" name="Freeform 17849">
              <a:extLst>
                <a:ext uri="{FF2B5EF4-FFF2-40B4-BE49-F238E27FC236}">
                  <a16:creationId xmlns:a16="http://schemas.microsoft.com/office/drawing/2014/main" id="{4B7353D5-76A5-3C2E-C60C-6E94DB97E73B}"/>
                </a:ext>
              </a:extLst>
            </p:cNvPr>
            <p:cNvSpPr/>
            <p:nvPr/>
          </p:nvSpPr>
          <p:spPr>
            <a:xfrm rot="19696800">
              <a:off x="4719360" y="3653933"/>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7851" name="Freeform 17850">
              <a:extLst>
                <a:ext uri="{FF2B5EF4-FFF2-40B4-BE49-F238E27FC236}">
                  <a16:creationId xmlns:a16="http://schemas.microsoft.com/office/drawing/2014/main" id="{B2843257-7427-49A9-9C4A-14995C5BE883}"/>
                </a:ext>
              </a:extLst>
            </p:cNvPr>
            <p:cNvSpPr/>
            <p:nvPr/>
          </p:nvSpPr>
          <p:spPr>
            <a:xfrm rot="19696800">
              <a:off x="4702658" y="3137836"/>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7852" name="Freeform 17851">
              <a:extLst>
                <a:ext uri="{FF2B5EF4-FFF2-40B4-BE49-F238E27FC236}">
                  <a16:creationId xmlns:a16="http://schemas.microsoft.com/office/drawing/2014/main" id="{960BA1DF-6337-A76D-7F88-FCA082CED137}"/>
                </a:ext>
              </a:extLst>
            </p:cNvPr>
            <p:cNvSpPr/>
            <p:nvPr/>
          </p:nvSpPr>
          <p:spPr>
            <a:xfrm rot="19696800">
              <a:off x="4631699" y="2802683"/>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7853" name="Freeform 17852">
              <a:extLst>
                <a:ext uri="{FF2B5EF4-FFF2-40B4-BE49-F238E27FC236}">
                  <a16:creationId xmlns:a16="http://schemas.microsoft.com/office/drawing/2014/main" id="{7D9407E3-6EDA-4072-72BC-2CBD48B543E4}"/>
                </a:ext>
              </a:extLst>
            </p:cNvPr>
            <p:cNvSpPr/>
            <p:nvPr/>
          </p:nvSpPr>
          <p:spPr>
            <a:xfrm rot="19696800">
              <a:off x="4703868" y="3393265"/>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7854" name="Freeform 17853">
              <a:extLst>
                <a:ext uri="{FF2B5EF4-FFF2-40B4-BE49-F238E27FC236}">
                  <a16:creationId xmlns:a16="http://schemas.microsoft.com/office/drawing/2014/main" id="{307680FB-B00A-22EF-43B7-BE7BE7D17777}"/>
                </a:ext>
              </a:extLst>
            </p:cNvPr>
            <p:cNvSpPr/>
            <p:nvPr/>
          </p:nvSpPr>
          <p:spPr>
            <a:xfrm rot="19696800">
              <a:off x="4634486" y="3076461"/>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7855" name="Freeform 17854">
              <a:extLst>
                <a:ext uri="{FF2B5EF4-FFF2-40B4-BE49-F238E27FC236}">
                  <a16:creationId xmlns:a16="http://schemas.microsoft.com/office/drawing/2014/main" id="{4C1ECF26-B1F5-5B89-B0C6-B2D3756416FE}"/>
                </a:ext>
              </a:extLst>
            </p:cNvPr>
            <p:cNvSpPr/>
            <p:nvPr/>
          </p:nvSpPr>
          <p:spPr>
            <a:xfrm rot="19696800">
              <a:off x="4633899" y="3469812"/>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7856" name="Freeform 17855">
              <a:extLst>
                <a:ext uri="{FF2B5EF4-FFF2-40B4-BE49-F238E27FC236}">
                  <a16:creationId xmlns:a16="http://schemas.microsoft.com/office/drawing/2014/main" id="{1635C136-F63D-5F9F-F21C-E0A9C3180F93}"/>
                </a:ext>
              </a:extLst>
            </p:cNvPr>
            <p:cNvSpPr/>
            <p:nvPr/>
          </p:nvSpPr>
          <p:spPr>
            <a:xfrm rot="19696800">
              <a:off x="4700234" y="3062660"/>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7857" name="Freeform 17856">
              <a:extLst>
                <a:ext uri="{FF2B5EF4-FFF2-40B4-BE49-F238E27FC236}">
                  <a16:creationId xmlns:a16="http://schemas.microsoft.com/office/drawing/2014/main" id="{61FE46BD-2205-E664-A261-08E5FA990C77}"/>
                </a:ext>
              </a:extLst>
            </p:cNvPr>
            <p:cNvSpPr/>
            <p:nvPr/>
          </p:nvSpPr>
          <p:spPr>
            <a:xfrm rot="19696800">
              <a:off x="4668730" y="3979192"/>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7858" name="Freeform 17857">
              <a:extLst>
                <a:ext uri="{FF2B5EF4-FFF2-40B4-BE49-F238E27FC236}">
                  <a16:creationId xmlns:a16="http://schemas.microsoft.com/office/drawing/2014/main" id="{EE0EA155-71AD-7A42-1B54-E55E57293EFB}"/>
                </a:ext>
              </a:extLst>
            </p:cNvPr>
            <p:cNvSpPr/>
            <p:nvPr/>
          </p:nvSpPr>
          <p:spPr>
            <a:xfrm rot="19696800">
              <a:off x="4708149" y="3238369"/>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7859" name="Freeform 17858">
              <a:extLst>
                <a:ext uri="{FF2B5EF4-FFF2-40B4-BE49-F238E27FC236}">
                  <a16:creationId xmlns:a16="http://schemas.microsoft.com/office/drawing/2014/main" id="{C8E577FE-7A5A-947D-C326-A6375FE92D8C}"/>
                </a:ext>
              </a:extLst>
            </p:cNvPr>
            <p:cNvSpPr/>
            <p:nvPr/>
          </p:nvSpPr>
          <p:spPr>
            <a:xfrm rot="19696800">
              <a:off x="4721710" y="3347784"/>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7860" name="Freeform 17859">
              <a:extLst>
                <a:ext uri="{FF2B5EF4-FFF2-40B4-BE49-F238E27FC236}">
                  <a16:creationId xmlns:a16="http://schemas.microsoft.com/office/drawing/2014/main" id="{88277B11-C22D-7335-9353-0EE595E738E5}"/>
                </a:ext>
              </a:extLst>
            </p:cNvPr>
            <p:cNvSpPr/>
            <p:nvPr/>
          </p:nvSpPr>
          <p:spPr>
            <a:xfrm rot="19696800">
              <a:off x="4694199" y="3147368"/>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7861" name="Freeform 17860">
              <a:extLst>
                <a:ext uri="{FF2B5EF4-FFF2-40B4-BE49-F238E27FC236}">
                  <a16:creationId xmlns:a16="http://schemas.microsoft.com/office/drawing/2014/main" id="{C6224B09-8C95-7F09-783B-90DBB49E0F2C}"/>
                </a:ext>
              </a:extLst>
            </p:cNvPr>
            <p:cNvSpPr/>
            <p:nvPr/>
          </p:nvSpPr>
          <p:spPr>
            <a:xfrm rot="19696800">
              <a:off x="4711575" y="3395863"/>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7862" name="Freeform 17861">
              <a:extLst>
                <a:ext uri="{FF2B5EF4-FFF2-40B4-BE49-F238E27FC236}">
                  <a16:creationId xmlns:a16="http://schemas.microsoft.com/office/drawing/2014/main" id="{2465E1B6-1F6A-BB4D-4B66-0EBD13978BFD}"/>
                </a:ext>
              </a:extLst>
            </p:cNvPr>
            <p:cNvSpPr/>
            <p:nvPr/>
          </p:nvSpPr>
          <p:spPr>
            <a:xfrm rot="19696800">
              <a:off x="4636477" y="3447028"/>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7863" name="Freeform 17862">
              <a:extLst>
                <a:ext uri="{FF2B5EF4-FFF2-40B4-BE49-F238E27FC236}">
                  <a16:creationId xmlns:a16="http://schemas.microsoft.com/office/drawing/2014/main" id="{735CF580-361F-A4B1-0F5D-121E8F0EB4BB}"/>
                </a:ext>
              </a:extLst>
            </p:cNvPr>
            <p:cNvSpPr/>
            <p:nvPr/>
          </p:nvSpPr>
          <p:spPr>
            <a:xfrm rot="19696800">
              <a:off x="4590262" y="3104413"/>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7864" name="Freeform 17863">
              <a:extLst>
                <a:ext uri="{FF2B5EF4-FFF2-40B4-BE49-F238E27FC236}">
                  <a16:creationId xmlns:a16="http://schemas.microsoft.com/office/drawing/2014/main" id="{CA8AD01A-8B2A-FAE0-5E20-214E2BC78121}"/>
                </a:ext>
              </a:extLst>
            </p:cNvPr>
            <p:cNvSpPr/>
            <p:nvPr/>
          </p:nvSpPr>
          <p:spPr>
            <a:xfrm rot="19696800">
              <a:off x="4615675" y="3353362"/>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7865" name="Freeform 17864">
              <a:extLst>
                <a:ext uri="{FF2B5EF4-FFF2-40B4-BE49-F238E27FC236}">
                  <a16:creationId xmlns:a16="http://schemas.microsoft.com/office/drawing/2014/main" id="{16F8289F-A77F-4284-E0CE-A928D5482929}"/>
                </a:ext>
              </a:extLst>
            </p:cNvPr>
            <p:cNvSpPr/>
            <p:nvPr/>
          </p:nvSpPr>
          <p:spPr>
            <a:xfrm rot="19696800">
              <a:off x="4616992" y="3113456"/>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7866" name="Freeform 17865">
              <a:extLst>
                <a:ext uri="{FF2B5EF4-FFF2-40B4-BE49-F238E27FC236}">
                  <a16:creationId xmlns:a16="http://schemas.microsoft.com/office/drawing/2014/main" id="{9F728E7A-1F45-8F1F-079E-C13A191412DD}"/>
                </a:ext>
              </a:extLst>
            </p:cNvPr>
            <p:cNvSpPr/>
            <p:nvPr/>
          </p:nvSpPr>
          <p:spPr>
            <a:xfrm rot="19696800">
              <a:off x="4646655" y="3335229"/>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7867" name="Freeform 17866">
              <a:extLst>
                <a:ext uri="{FF2B5EF4-FFF2-40B4-BE49-F238E27FC236}">
                  <a16:creationId xmlns:a16="http://schemas.microsoft.com/office/drawing/2014/main" id="{29577A55-7F84-3EBB-2A38-80B0CAB2DD42}"/>
                </a:ext>
              </a:extLst>
            </p:cNvPr>
            <p:cNvSpPr/>
            <p:nvPr/>
          </p:nvSpPr>
          <p:spPr>
            <a:xfrm rot="19696800">
              <a:off x="4669782" y="3130054"/>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7868" name="Freeform 17867">
              <a:extLst>
                <a:ext uri="{FF2B5EF4-FFF2-40B4-BE49-F238E27FC236}">
                  <a16:creationId xmlns:a16="http://schemas.microsoft.com/office/drawing/2014/main" id="{B09FE4F1-71AE-C5F1-6886-FFEBCCCEDB46}"/>
                </a:ext>
              </a:extLst>
            </p:cNvPr>
            <p:cNvSpPr/>
            <p:nvPr/>
          </p:nvSpPr>
          <p:spPr>
            <a:xfrm rot="19696800">
              <a:off x="4632492" y="3357071"/>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AED3">
                <a:alpha val="70000"/>
              </a:srgbClr>
            </a:solidFill>
            <a:ln w="2249" cap="flat">
              <a:noFill/>
              <a:prstDash val="solid"/>
              <a:miter/>
            </a:ln>
          </p:spPr>
          <p:txBody>
            <a:bodyPr rtlCol="0" anchor="ctr"/>
            <a:lstStyle/>
            <a:p>
              <a:endParaRPr lang="en-US"/>
            </a:p>
          </p:txBody>
        </p:sp>
        <p:sp>
          <p:nvSpPr>
            <p:cNvPr id="17869" name="Freeform 17868">
              <a:extLst>
                <a:ext uri="{FF2B5EF4-FFF2-40B4-BE49-F238E27FC236}">
                  <a16:creationId xmlns:a16="http://schemas.microsoft.com/office/drawing/2014/main" id="{4912F6B5-0FD6-0258-7802-3EF3B99EAF7D}"/>
                </a:ext>
              </a:extLst>
            </p:cNvPr>
            <p:cNvSpPr/>
            <p:nvPr/>
          </p:nvSpPr>
          <p:spPr>
            <a:xfrm>
              <a:off x="4800295" y="3116924"/>
              <a:ext cx="172337" cy="300792"/>
            </a:xfrm>
            <a:custGeom>
              <a:avLst/>
              <a:gdLst>
                <a:gd name="connsiteX0" fmla="*/ 0 w 43719"/>
                <a:gd name="connsiteY0" fmla="*/ 0 h 76307"/>
                <a:gd name="connsiteX1" fmla="*/ 43720 w 43719"/>
                <a:gd name="connsiteY1" fmla="*/ 0 h 76307"/>
                <a:gd name="connsiteX2" fmla="*/ 43720 w 43719"/>
                <a:gd name="connsiteY2" fmla="*/ 76307 h 76307"/>
                <a:gd name="connsiteX3" fmla="*/ 0 w 43719"/>
                <a:gd name="connsiteY3" fmla="*/ 76307 h 76307"/>
              </a:gdLst>
              <a:ahLst/>
              <a:cxnLst>
                <a:cxn ang="0">
                  <a:pos x="connsiteX0" y="connsiteY0"/>
                </a:cxn>
                <a:cxn ang="0">
                  <a:pos x="connsiteX1" y="connsiteY1"/>
                </a:cxn>
                <a:cxn ang="0">
                  <a:pos x="connsiteX2" y="connsiteY2"/>
                </a:cxn>
                <a:cxn ang="0">
                  <a:pos x="connsiteX3" y="connsiteY3"/>
                </a:cxn>
              </a:cxnLst>
              <a:rect l="l" t="t" r="r" b="b"/>
              <a:pathLst>
                <a:path w="43719" h="76307">
                  <a:moveTo>
                    <a:pt x="0" y="0"/>
                  </a:moveTo>
                  <a:lnTo>
                    <a:pt x="43720" y="0"/>
                  </a:lnTo>
                  <a:lnTo>
                    <a:pt x="43720" y="76307"/>
                  </a:lnTo>
                  <a:lnTo>
                    <a:pt x="0" y="76307"/>
                  </a:lnTo>
                  <a:close/>
                </a:path>
              </a:pathLst>
            </a:custGeom>
            <a:solidFill>
              <a:srgbClr val="B4AED3"/>
            </a:solidFill>
            <a:ln w="2249" cap="flat">
              <a:noFill/>
              <a:prstDash val="solid"/>
              <a:miter/>
            </a:ln>
          </p:spPr>
          <p:txBody>
            <a:bodyPr rtlCol="0" anchor="ctr"/>
            <a:lstStyle/>
            <a:p>
              <a:endParaRPr lang="en-US"/>
            </a:p>
          </p:txBody>
        </p:sp>
        <p:sp>
          <p:nvSpPr>
            <p:cNvPr id="17870" name="Freeform 17869">
              <a:extLst>
                <a:ext uri="{FF2B5EF4-FFF2-40B4-BE49-F238E27FC236}">
                  <a16:creationId xmlns:a16="http://schemas.microsoft.com/office/drawing/2014/main" id="{84C70B35-3B7C-EA37-88ED-E4B9B1DF2C00}"/>
                </a:ext>
              </a:extLst>
            </p:cNvPr>
            <p:cNvSpPr/>
            <p:nvPr/>
          </p:nvSpPr>
          <p:spPr>
            <a:xfrm>
              <a:off x="4800295" y="3116924"/>
              <a:ext cx="172337" cy="300792"/>
            </a:xfrm>
            <a:custGeom>
              <a:avLst/>
              <a:gdLst>
                <a:gd name="connsiteX0" fmla="*/ 0 w 43719"/>
                <a:gd name="connsiteY0" fmla="*/ 0 h 76307"/>
                <a:gd name="connsiteX1" fmla="*/ 43720 w 43719"/>
                <a:gd name="connsiteY1" fmla="*/ 0 h 76307"/>
                <a:gd name="connsiteX2" fmla="*/ 43720 w 43719"/>
                <a:gd name="connsiteY2" fmla="*/ 76307 h 76307"/>
                <a:gd name="connsiteX3" fmla="*/ 0 w 43719"/>
                <a:gd name="connsiteY3" fmla="*/ 76307 h 76307"/>
              </a:gdLst>
              <a:ahLst/>
              <a:cxnLst>
                <a:cxn ang="0">
                  <a:pos x="connsiteX0" y="connsiteY0"/>
                </a:cxn>
                <a:cxn ang="0">
                  <a:pos x="connsiteX1" y="connsiteY1"/>
                </a:cxn>
                <a:cxn ang="0">
                  <a:pos x="connsiteX2" y="connsiteY2"/>
                </a:cxn>
                <a:cxn ang="0">
                  <a:pos x="connsiteX3" y="connsiteY3"/>
                </a:cxn>
              </a:cxnLst>
              <a:rect l="l" t="t" r="r" b="b"/>
              <a:pathLst>
                <a:path w="43719" h="76307">
                  <a:moveTo>
                    <a:pt x="0" y="0"/>
                  </a:moveTo>
                  <a:lnTo>
                    <a:pt x="43720" y="0"/>
                  </a:lnTo>
                  <a:lnTo>
                    <a:pt x="43720" y="76307"/>
                  </a:lnTo>
                  <a:lnTo>
                    <a:pt x="0" y="76307"/>
                  </a:lnTo>
                  <a:close/>
                </a:path>
              </a:pathLst>
            </a:custGeom>
            <a:noFill/>
            <a:ln w="4498" cap="flat">
              <a:solidFill>
                <a:srgbClr val="000000"/>
              </a:solidFill>
              <a:prstDash val="solid"/>
              <a:miter/>
            </a:ln>
          </p:spPr>
          <p:txBody>
            <a:bodyPr rtlCol="0" anchor="ctr"/>
            <a:lstStyle/>
            <a:p>
              <a:endParaRPr lang="en-US"/>
            </a:p>
          </p:txBody>
        </p:sp>
        <p:sp>
          <p:nvSpPr>
            <p:cNvPr id="17871" name="Freeform 17870">
              <a:extLst>
                <a:ext uri="{FF2B5EF4-FFF2-40B4-BE49-F238E27FC236}">
                  <a16:creationId xmlns:a16="http://schemas.microsoft.com/office/drawing/2014/main" id="{5A555FBB-627C-0894-FC03-25F758278130}"/>
                </a:ext>
              </a:extLst>
            </p:cNvPr>
            <p:cNvSpPr/>
            <p:nvPr/>
          </p:nvSpPr>
          <p:spPr>
            <a:xfrm>
              <a:off x="4800295" y="3229425"/>
              <a:ext cx="172337" cy="8861"/>
            </a:xfrm>
            <a:custGeom>
              <a:avLst/>
              <a:gdLst>
                <a:gd name="connsiteX0" fmla="*/ 0 w 43719"/>
                <a:gd name="connsiteY0" fmla="*/ 0 h 2248"/>
                <a:gd name="connsiteX1" fmla="*/ 43720 w 43719"/>
                <a:gd name="connsiteY1" fmla="*/ 0 h 2248"/>
              </a:gdLst>
              <a:ahLst/>
              <a:cxnLst>
                <a:cxn ang="0">
                  <a:pos x="connsiteX0" y="connsiteY0"/>
                </a:cxn>
                <a:cxn ang="0">
                  <a:pos x="connsiteX1" y="connsiteY1"/>
                </a:cxn>
              </a:cxnLst>
              <a:rect l="l" t="t" r="r" b="b"/>
              <a:pathLst>
                <a:path w="43719" h="2248">
                  <a:moveTo>
                    <a:pt x="0" y="0"/>
                  </a:moveTo>
                  <a:lnTo>
                    <a:pt x="43720" y="0"/>
                  </a:lnTo>
                </a:path>
              </a:pathLst>
            </a:custGeom>
            <a:ln w="4498" cap="flat">
              <a:solidFill>
                <a:srgbClr val="000000"/>
              </a:solidFill>
              <a:prstDash val="solid"/>
              <a:round/>
            </a:ln>
          </p:spPr>
          <p:txBody>
            <a:bodyPr rtlCol="0" anchor="ctr"/>
            <a:lstStyle/>
            <a:p>
              <a:endParaRPr lang="en-US"/>
            </a:p>
          </p:txBody>
        </p:sp>
        <p:sp>
          <p:nvSpPr>
            <p:cNvPr id="17872" name="Freeform 17871">
              <a:extLst>
                <a:ext uri="{FF2B5EF4-FFF2-40B4-BE49-F238E27FC236}">
                  <a16:creationId xmlns:a16="http://schemas.microsoft.com/office/drawing/2014/main" id="{FA7A2E92-D1F0-CA46-8810-99196D1679DF}"/>
                </a:ext>
              </a:extLst>
            </p:cNvPr>
            <p:cNvSpPr/>
            <p:nvPr/>
          </p:nvSpPr>
          <p:spPr>
            <a:xfrm>
              <a:off x="5748169" y="1697716"/>
              <a:ext cx="473935" cy="3373255"/>
            </a:xfrm>
            <a:custGeom>
              <a:avLst/>
              <a:gdLst>
                <a:gd name="connsiteX0" fmla="*/ 0 w 120229"/>
                <a:gd name="connsiteY0" fmla="*/ 848352 h 855751"/>
                <a:gd name="connsiteX1" fmla="*/ 0 w 120229"/>
                <a:gd name="connsiteY1" fmla="*/ 855751 h 855751"/>
                <a:gd name="connsiteX2" fmla="*/ 247 w 120229"/>
                <a:gd name="connsiteY2" fmla="*/ 855751 h 855751"/>
                <a:gd name="connsiteX3" fmla="*/ 315 w 120229"/>
                <a:gd name="connsiteY3" fmla="*/ 855751 h 855751"/>
                <a:gd name="connsiteX4" fmla="*/ 405 w 120229"/>
                <a:gd name="connsiteY4" fmla="*/ 848352 h 855751"/>
                <a:gd name="connsiteX5" fmla="*/ 562 w 120229"/>
                <a:gd name="connsiteY5" fmla="*/ 839514 h 855751"/>
                <a:gd name="connsiteX6" fmla="*/ 765 w 120229"/>
                <a:gd name="connsiteY6" fmla="*/ 830675 h 855751"/>
                <a:gd name="connsiteX7" fmla="*/ 1057 w 120229"/>
                <a:gd name="connsiteY7" fmla="*/ 821837 h 855751"/>
                <a:gd name="connsiteX8" fmla="*/ 1394 w 120229"/>
                <a:gd name="connsiteY8" fmla="*/ 812998 h 855751"/>
                <a:gd name="connsiteX9" fmla="*/ 1844 w 120229"/>
                <a:gd name="connsiteY9" fmla="*/ 804160 h 855751"/>
                <a:gd name="connsiteX10" fmla="*/ 2406 w 120229"/>
                <a:gd name="connsiteY10" fmla="*/ 795322 h 855751"/>
                <a:gd name="connsiteX11" fmla="*/ 3126 w 120229"/>
                <a:gd name="connsiteY11" fmla="*/ 786506 h 855751"/>
                <a:gd name="connsiteX12" fmla="*/ 3980 w 120229"/>
                <a:gd name="connsiteY12" fmla="*/ 777667 h 855751"/>
                <a:gd name="connsiteX13" fmla="*/ 5038 w 120229"/>
                <a:gd name="connsiteY13" fmla="*/ 768829 h 855751"/>
                <a:gd name="connsiteX14" fmla="*/ 6297 w 120229"/>
                <a:gd name="connsiteY14" fmla="*/ 759990 h 855751"/>
                <a:gd name="connsiteX15" fmla="*/ 7804 w 120229"/>
                <a:gd name="connsiteY15" fmla="*/ 751152 h 855751"/>
                <a:gd name="connsiteX16" fmla="*/ 9558 w 120229"/>
                <a:gd name="connsiteY16" fmla="*/ 742314 h 855751"/>
                <a:gd name="connsiteX17" fmla="*/ 11582 w 120229"/>
                <a:gd name="connsiteY17" fmla="*/ 733475 h 855751"/>
                <a:gd name="connsiteX18" fmla="*/ 13921 w 120229"/>
                <a:gd name="connsiteY18" fmla="*/ 724637 h 855751"/>
                <a:gd name="connsiteX19" fmla="*/ 16575 w 120229"/>
                <a:gd name="connsiteY19" fmla="*/ 715798 h 855751"/>
                <a:gd name="connsiteX20" fmla="*/ 19566 w 120229"/>
                <a:gd name="connsiteY20" fmla="*/ 706960 h 855751"/>
                <a:gd name="connsiteX21" fmla="*/ 22894 w 120229"/>
                <a:gd name="connsiteY21" fmla="*/ 698122 h 855751"/>
                <a:gd name="connsiteX22" fmla="*/ 26538 w 120229"/>
                <a:gd name="connsiteY22" fmla="*/ 689283 h 855751"/>
                <a:gd name="connsiteX23" fmla="*/ 30541 w 120229"/>
                <a:gd name="connsiteY23" fmla="*/ 680445 h 855751"/>
                <a:gd name="connsiteX24" fmla="*/ 34836 w 120229"/>
                <a:gd name="connsiteY24" fmla="*/ 671606 h 855751"/>
                <a:gd name="connsiteX25" fmla="*/ 39424 w 120229"/>
                <a:gd name="connsiteY25" fmla="*/ 662768 h 855751"/>
                <a:gd name="connsiteX26" fmla="*/ 44304 w 120229"/>
                <a:gd name="connsiteY26" fmla="*/ 653930 h 855751"/>
                <a:gd name="connsiteX27" fmla="*/ 49387 w 120229"/>
                <a:gd name="connsiteY27" fmla="*/ 645114 h 855751"/>
                <a:gd name="connsiteX28" fmla="*/ 54672 w 120229"/>
                <a:gd name="connsiteY28" fmla="*/ 636275 h 855751"/>
                <a:gd name="connsiteX29" fmla="*/ 60070 w 120229"/>
                <a:gd name="connsiteY29" fmla="*/ 627437 h 855751"/>
                <a:gd name="connsiteX30" fmla="*/ 65557 w 120229"/>
                <a:gd name="connsiteY30" fmla="*/ 618598 h 855751"/>
                <a:gd name="connsiteX31" fmla="*/ 71067 w 120229"/>
                <a:gd name="connsiteY31" fmla="*/ 609760 h 855751"/>
                <a:gd name="connsiteX32" fmla="*/ 76487 w 120229"/>
                <a:gd name="connsiteY32" fmla="*/ 600922 h 855751"/>
                <a:gd name="connsiteX33" fmla="*/ 81817 w 120229"/>
                <a:gd name="connsiteY33" fmla="*/ 592083 h 855751"/>
                <a:gd name="connsiteX34" fmla="*/ 86922 w 120229"/>
                <a:gd name="connsiteY34" fmla="*/ 583245 h 855751"/>
                <a:gd name="connsiteX35" fmla="*/ 91780 w 120229"/>
                <a:gd name="connsiteY35" fmla="*/ 574406 h 855751"/>
                <a:gd name="connsiteX36" fmla="*/ 96323 w 120229"/>
                <a:gd name="connsiteY36" fmla="*/ 565568 h 855751"/>
                <a:gd name="connsiteX37" fmla="*/ 100506 w 120229"/>
                <a:gd name="connsiteY37" fmla="*/ 556730 h 855751"/>
                <a:gd name="connsiteX38" fmla="*/ 104284 w 120229"/>
                <a:gd name="connsiteY38" fmla="*/ 547891 h 855751"/>
                <a:gd name="connsiteX39" fmla="*/ 107635 w 120229"/>
                <a:gd name="connsiteY39" fmla="*/ 539053 h 855751"/>
                <a:gd name="connsiteX40" fmla="*/ 110536 w 120229"/>
                <a:gd name="connsiteY40" fmla="*/ 530214 h 855751"/>
                <a:gd name="connsiteX41" fmla="*/ 113010 w 120229"/>
                <a:gd name="connsiteY41" fmla="*/ 521376 h 855751"/>
                <a:gd name="connsiteX42" fmla="*/ 115034 w 120229"/>
                <a:gd name="connsiteY42" fmla="*/ 512560 h 855751"/>
                <a:gd name="connsiteX43" fmla="*/ 116698 w 120229"/>
                <a:gd name="connsiteY43" fmla="*/ 503722 h 855751"/>
                <a:gd name="connsiteX44" fmla="*/ 117958 w 120229"/>
                <a:gd name="connsiteY44" fmla="*/ 494883 h 855751"/>
                <a:gd name="connsiteX45" fmla="*/ 118925 w 120229"/>
                <a:gd name="connsiteY45" fmla="*/ 486045 h 855751"/>
                <a:gd name="connsiteX46" fmla="*/ 119577 w 120229"/>
                <a:gd name="connsiteY46" fmla="*/ 477206 h 855751"/>
                <a:gd name="connsiteX47" fmla="*/ 120004 w 120229"/>
                <a:gd name="connsiteY47" fmla="*/ 468368 h 855751"/>
                <a:gd name="connsiteX48" fmla="*/ 120207 w 120229"/>
                <a:gd name="connsiteY48" fmla="*/ 459530 h 855751"/>
                <a:gd name="connsiteX49" fmla="*/ 120229 w 120229"/>
                <a:gd name="connsiteY49" fmla="*/ 450691 h 855751"/>
                <a:gd name="connsiteX50" fmla="*/ 120072 w 120229"/>
                <a:gd name="connsiteY50" fmla="*/ 441853 h 855751"/>
                <a:gd name="connsiteX51" fmla="*/ 119757 w 120229"/>
                <a:gd name="connsiteY51" fmla="*/ 433014 h 855751"/>
                <a:gd name="connsiteX52" fmla="*/ 119240 w 120229"/>
                <a:gd name="connsiteY52" fmla="*/ 424176 h 855751"/>
                <a:gd name="connsiteX53" fmla="*/ 118543 w 120229"/>
                <a:gd name="connsiteY53" fmla="*/ 415338 h 855751"/>
                <a:gd name="connsiteX54" fmla="*/ 117598 w 120229"/>
                <a:gd name="connsiteY54" fmla="*/ 406499 h 855751"/>
                <a:gd name="connsiteX55" fmla="*/ 116406 w 120229"/>
                <a:gd name="connsiteY55" fmla="*/ 397661 h 855751"/>
                <a:gd name="connsiteX56" fmla="*/ 114899 w 120229"/>
                <a:gd name="connsiteY56" fmla="*/ 388822 h 855751"/>
                <a:gd name="connsiteX57" fmla="*/ 113077 w 120229"/>
                <a:gd name="connsiteY57" fmla="*/ 379984 h 855751"/>
                <a:gd name="connsiteX58" fmla="*/ 110851 w 120229"/>
                <a:gd name="connsiteY58" fmla="*/ 371168 h 855751"/>
                <a:gd name="connsiteX59" fmla="*/ 108242 w 120229"/>
                <a:gd name="connsiteY59" fmla="*/ 362330 h 855751"/>
                <a:gd name="connsiteX60" fmla="*/ 105229 w 120229"/>
                <a:gd name="connsiteY60" fmla="*/ 353491 h 855751"/>
                <a:gd name="connsiteX61" fmla="*/ 101788 w 120229"/>
                <a:gd name="connsiteY61" fmla="*/ 344653 h 855751"/>
                <a:gd name="connsiteX62" fmla="*/ 97942 w 120229"/>
                <a:gd name="connsiteY62" fmla="*/ 335814 h 855751"/>
                <a:gd name="connsiteX63" fmla="*/ 93736 w 120229"/>
                <a:gd name="connsiteY63" fmla="*/ 326976 h 855751"/>
                <a:gd name="connsiteX64" fmla="*/ 89193 w 120229"/>
                <a:gd name="connsiteY64" fmla="*/ 318138 h 855751"/>
                <a:gd name="connsiteX65" fmla="*/ 84358 w 120229"/>
                <a:gd name="connsiteY65" fmla="*/ 309299 h 855751"/>
                <a:gd name="connsiteX66" fmla="*/ 79321 w 120229"/>
                <a:gd name="connsiteY66" fmla="*/ 300461 h 855751"/>
                <a:gd name="connsiteX67" fmla="*/ 74126 w 120229"/>
                <a:gd name="connsiteY67" fmla="*/ 291622 h 855751"/>
                <a:gd name="connsiteX68" fmla="*/ 68863 w 120229"/>
                <a:gd name="connsiteY68" fmla="*/ 282784 h 855751"/>
                <a:gd name="connsiteX69" fmla="*/ 63578 w 120229"/>
                <a:gd name="connsiteY69" fmla="*/ 273946 h 855751"/>
                <a:gd name="connsiteX70" fmla="*/ 58360 w 120229"/>
                <a:gd name="connsiteY70" fmla="*/ 265107 h 855751"/>
                <a:gd name="connsiteX71" fmla="*/ 53255 w 120229"/>
                <a:gd name="connsiteY71" fmla="*/ 256269 h 855751"/>
                <a:gd name="connsiteX72" fmla="*/ 48308 w 120229"/>
                <a:gd name="connsiteY72" fmla="*/ 247430 h 855751"/>
                <a:gd name="connsiteX73" fmla="*/ 43562 w 120229"/>
                <a:gd name="connsiteY73" fmla="*/ 238614 h 855751"/>
                <a:gd name="connsiteX74" fmla="*/ 39042 w 120229"/>
                <a:gd name="connsiteY74" fmla="*/ 229776 h 855751"/>
                <a:gd name="connsiteX75" fmla="*/ 34814 w 120229"/>
                <a:gd name="connsiteY75" fmla="*/ 220938 h 855751"/>
                <a:gd name="connsiteX76" fmla="*/ 30833 w 120229"/>
                <a:gd name="connsiteY76" fmla="*/ 212099 h 855751"/>
                <a:gd name="connsiteX77" fmla="*/ 27167 w 120229"/>
                <a:gd name="connsiteY77" fmla="*/ 203261 h 855751"/>
                <a:gd name="connsiteX78" fmla="*/ 23771 w 120229"/>
                <a:gd name="connsiteY78" fmla="*/ 194422 h 855751"/>
                <a:gd name="connsiteX79" fmla="*/ 20668 w 120229"/>
                <a:gd name="connsiteY79" fmla="*/ 185584 h 855751"/>
                <a:gd name="connsiteX80" fmla="*/ 17834 w 120229"/>
                <a:gd name="connsiteY80" fmla="*/ 176746 h 855751"/>
                <a:gd name="connsiteX81" fmla="*/ 15293 w 120229"/>
                <a:gd name="connsiteY81" fmla="*/ 167907 h 855751"/>
                <a:gd name="connsiteX82" fmla="*/ 13021 w 120229"/>
                <a:gd name="connsiteY82" fmla="*/ 159069 h 855751"/>
                <a:gd name="connsiteX83" fmla="*/ 10975 w 120229"/>
                <a:gd name="connsiteY83" fmla="*/ 150230 h 855751"/>
                <a:gd name="connsiteX84" fmla="*/ 9198 w 120229"/>
                <a:gd name="connsiteY84" fmla="*/ 141392 h 855751"/>
                <a:gd name="connsiteX85" fmla="*/ 7624 w 120229"/>
                <a:gd name="connsiteY85" fmla="*/ 132554 h 855751"/>
                <a:gd name="connsiteX86" fmla="*/ 6274 w 120229"/>
                <a:gd name="connsiteY86" fmla="*/ 123715 h 855751"/>
                <a:gd name="connsiteX87" fmla="*/ 5105 w 120229"/>
                <a:gd name="connsiteY87" fmla="*/ 114877 h 855751"/>
                <a:gd name="connsiteX88" fmla="*/ 4115 w 120229"/>
                <a:gd name="connsiteY88" fmla="*/ 106038 h 855751"/>
                <a:gd name="connsiteX89" fmla="*/ 3283 w 120229"/>
                <a:gd name="connsiteY89" fmla="*/ 97222 h 855751"/>
                <a:gd name="connsiteX90" fmla="*/ 2586 w 120229"/>
                <a:gd name="connsiteY90" fmla="*/ 88384 h 855751"/>
                <a:gd name="connsiteX91" fmla="*/ 2024 w 120229"/>
                <a:gd name="connsiteY91" fmla="*/ 79546 h 855751"/>
                <a:gd name="connsiteX92" fmla="*/ 1552 w 120229"/>
                <a:gd name="connsiteY92" fmla="*/ 70707 h 855751"/>
                <a:gd name="connsiteX93" fmla="*/ 1192 w 120229"/>
                <a:gd name="connsiteY93" fmla="*/ 61869 h 855751"/>
                <a:gd name="connsiteX94" fmla="*/ 899 w 120229"/>
                <a:gd name="connsiteY94" fmla="*/ 53030 h 855751"/>
                <a:gd name="connsiteX95" fmla="*/ 675 w 120229"/>
                <a:gd name="connsiteY95" fmla="*/ 44192 h 855751"/>
                <a:gd name="connsiteX96" fmla="*/ 495 w 120229"/>
                <a:gd name="connsiteY96" fmla="*/ 35354 h 855751"/>
                <a:gd name="connsiteX97" fmla="*/ 360 w 120229"/>
                <a:gd name="connsiteY97" fmla="*/ 26515 h 855751"/>
                <a:gd name="connsiteX98" fmla="*/ 270 w 120229"/>
                <a:gd name="connsiteY98" fmla="*/ 17677 h 855751"/>
                <a:gd name="connsiteX99" fmla="*/ 180 w 120229"/>
                <a:gd name="connsiteY99" fmla="*/ 8838 h 855751"/>
                <a:gd name="connsiteX100" fmla="*/ 135 w 120229"/>
                <a:gd name="connsiteY100" fmla="*/ 0 h 855751"/>
                <a:gd name="connsiteX101" fmla="*/ 0 w 120229"/>
                <a:gd name="connsiteY101" fmla="*/ 0 h 855751"/>
                <a:gd name="connsiteX102" fmla="*/ 0 w 120229"/>
                <a:gd name="connsiteY102" fmla="*/ 8838 h 855751"/>
                <a:gd name="connsiteX103" fmla="*/ 0 w 120229"/>
                <a:gd name="connsiteY103" fmla="*/ 17677 h 855751"/>
                <a:gd name="connsiteX104" fmla="*/ 0 w 120229"/>
                <a:gd name="connsiteY104" fmla="*/ 26515 h 855751"/>
                <a:gd name="connsiteX105" fmla="*/ 0 w 120229"/>
                <a:gd name="connsiteY105" fmla="*/ 35354 h 855751"/>
                <a:gd name="connsiteX106" fmla="*/ 0 w 120229"/>
                <a:gd name="connsiteY106" fmla="*/ 44192 h 855751"/>
                <a:gd name="connsiteX107" fmla="*/ 0 w 120229"/>
                <a:gd name="connsiteY107" fmla="*/ 53030 h 855751"/>
                <a:gd name="connsiteX108" fmla="*/ 0 w 120229"/>
                <a:gd name="connsiteY108" fmla="*/ 61869 h 855751"/>
                <a:gd name="connsiteX109" fmla="*/ 0 w 120229"/>
                <a:gd name="connsiteY109" fmla="*/ 70707 h 855751"/>
                <a:gd name="connsiteX110" fmla="*/ 0 w 120229"/>
                <a:gd name="connsiteY110" fmla="*/ 79546 h 855751"/>
                <a:gd name="connsiteX111" fmla="*/ 0 w 120229"/>
                <a:gd name="connsiteY111" fmla="*/ 88384 h 855751"/>
                <a:gd name="connsiteX112" fmla="*/ 0 w 120229"/>
                <a:gd name="connsiteY112" fmla="*/ 97222 h 855751"/>
                <a:gd name="connsiteX113" fmla="*/ 0 w 120229"/>
                <a:gd name="connsiteY113" fmla="*/ 106038 h 855751"/>
                <a:gd name="connsiteX114" fmla="*/ 0 w 120229"/>
                <a:gd name="connsiteY114" fmla="*/ 114877 h 855751"/>
                <a:gd name="connsiteX115" fmla="*/ 0 w 120229"/>
                <a:gd name="connsiteY115" fmla="*/ 123715 h 855751"/>
                <a:gd name="connsiteX116" fmla="*/ 0 w 120229"/>
                <a:gd name="connsiteY116" fmla="*/ 132554 h 855751"/>
                <a:gd name="connsiteX117" fmla="*/ 0 w 120229"/>
                <a:gd name="connsiteY117" fmla="*/ 141392 h 855751"/>
                <a:gd name="connsiteX118" fmla="*/ 0 w 120229"/>
                <a:gd name="connsiteY118" fmla="*/ 150230 h 855751"/>
                <a:gd name="connsiteX119" fmla="*/ 0 w 120229"/>
                <a:gd name="connsiteY119" fmla="*/ 159069 h 855751"/>
                <a:gd name="connsiteX120" fmla="*/ 0 w 120229"/>
                <a:gd name="connsiteY120" fmla="*/ 167907 h 855751"/>
                <a:gd name="connsiteX121" fmla="*/ 0 w 120229"/>
                <a:gd name="connsiteY121" fmla="*/ 176746 h 855751"/>
                <a:gd name="connsiteX122" fmla="*/ 0 w 120229"/>
                <a:gd name="connsiteY122" fmla="*/ 185584 h 855751"/>
                <a:gd name="connsiteX123" fmla="*/ 0 w 120229"/>
                <a:gd name="connsiteY123" fmla="*/ 194422 h 855751"/>
                <a:gd name="connsiteX124" fmla="*/ 0 w 120229"/>
                <a:gd name="connsiteY124" fmla="*/ 203261 h 855751"/>
                <a:gd name="connsiteX125" fmla="*/ 0 w 120229"/>
                <a:gd name="connsiteY125" fmla="*/ 212099 h 855751"/>
                <a:gd name="connsiteX126" fmla="*/ 0 w 120229"/>
                <a:gd name="connsiteY126" fmla="*/ 220938 h 855751"/>
                <a:gd name="connsiteX127" fmla="*/ 0 w 120229"/>
                <a:gd name="connsiteY127" fmla="*/ 229776 h 855751"/>
                <a:gd name="connsiteX128" fmla="*/ 0 w 120229"/>
                <a:gd name="connsiteY128" fmla="*/ 238614 h 855751"/>
                <a:gd name="connsiteX129" fmla="*/ 0 w 120229"/>
                <a:gd name="connsiteY129" fmla="*/ 247430 h 855751"/>
                <a:gd name="connsiteX130" fmla="*/ 0 w 120229"/>
                <a:gd name="connsiteY130" fmla="*/ 256269 h 855751"/>
                <a:gd name="connsiteX131" fmla="*/ 0 w 120229"/>
                <a:gd name="connsiteY131" fmla="*/ 265107 h 855751"/>
                <a:gd name="connsiteX132" fmla="*/ 0 w 120229"/>
                <a:gd name="connsiteY132" fmla="*/ 273946 h 855751"/>
                <a:gd name="connsiteX133" fmla="*/ 0 w 120229"/>
                <a:gd name="connsiteY133" fmla="*/ 282784 h 855751"/>
                <a:gd name="connsiteX134" fmla="*/ 0 w 120229"/>
                <a:gd name="connsiteY134" fmla="*/ 291622 h 855751"/>
                <a:gd name="connsiteX135" fmla="*/ 0 w 120229"/>
                <a:gd name="connsiteY135" fmla="*/ 300461 h 855751"/>
                <a:gd name="connsiteX136" fmla="*/ 0 w 120229"/>
                <a:gd name="connsiteY136" fmla="*/ 309299 h 855751"/>
                <a:gd name="connsiteX137" fmla="*/ 0 w 120229"/>
                <a:gd name="connsiteY137" fmla="*/ 318138 h 855751"/>
                <a:gd name="connsiteX138" fmla="*/ 0 w 120229"/>
                <a:gd name="connsiteY138" fmla="*/ 326976 h 855751"/>
                <a:gd name="connsiteX139" fmla="*/ 0 w 120229"/>
                <a:gd name="connsiteY139" fmla="*/ 335814 h 855751"/>
                <a:gd name="connsiteX140" fmla="*/ 0 w 120229"/>
                <a:gd name="connsiteY140" fmla="*/ 344653 h 855751"/>
                <a:gd name="connsiteX141" fmla="*/ 0 w 120229"/>
                <a:gd name="connsiteY141" fmla="*/ 353491 h 855751"/>
                <a:gd name="connsiteX142" fmla="*/ 0 w 120229"/>
                <a:gd name="connsiteY142" fmla="*/ 362330 h 855751"/>
                <a:gd name="connsiteX143" fmla="*/ 0 w 120229"/>
                <a:gd name="connsiteY143" fmla="*/ 371168 h 855751"/>
                <a:gd name="connsiteX144" fmla="*/ 0 w 120229"/>
                <a:gd name="connsiteY144" fmla="*/ 379984 h 855751"/>
                <a:gd name="connsiteX145" fmla="*/ 0 w 120229"/>
                <a:gd name="connsiteY145" fmla="*/ 388822 h 855751"/>
                <a:gd name="connsiteX146" fmla="*/ 0 w 120229"/>
                <a:gd name="connsiteY146" fmla="*/ 397661 h 855751"/>
                <a:gd name="connsiteX147" fmla="*/ 0 w 120229"/>
                <a:gd name="connsiteY147" fmla="*/ 406499 h 855751"/>
                <a:gd name="connsiteX148" fmla="*/ 0 w 120229"/>
                <a:gd name="connsiteY148" fmla="*/ 415338 h 855751"/>
                <a:gd name="connsiteX149" fmla="*/ 0 w 120229"/>
                <a:gd name="connsiteY149" fmla="*/ 424176 h 855751"/>
                <a:gd name="connsiteX150" fmla="*/ 0 w 120229"/>
                <a:gd name="connsiteY150" fmla="*/ 433014 h 855751"/>
                <a:gd name="connsiteX151" fmla="*/ 0 w 120229"/>
                <a:gd name="connsiteY151" fmla="*/ 441853 h 855751"/>
                <a:gd name="connsiteX152" fmla="*/ 0 w 120229"/>
                <a:gd name="connsiteY152" fmla="*/ 450691 h 855751"/>
                <a:gd name="connsiteX153" fmla="*/ 0 w 120229"/>
                <a:gd name="connsiteY153" fmla="*/ 459530 h 855751"/>
                <a:gd name="connsiteX154" fmla="*/ 0 w 120229"/>
                <a:gd name="connsiteY154" fmla="*/ 468368 h 855751"/>
                <a:gd name="connsiteX155" fmla="*/ 0 w 120229"/>
                <a:gd name="connsiteY155" fmla="*/ 477206 h 855751"/>
                <a:gd name="connsiteX156" fmla="*/ 0 w 120229"/>
                <a:gd name="connsiteY156" fmla="*/ 486045 h 855751"/>
                <a:gd name="connsiteX157" fmla="*/ 0 w 120229"/>
                <a:gd name="connsiteY157" fmla="*/ 494883 h 855751"/>
                <a:gd name="connsiteX158" fmla="*/ 0 w 120229"/>
                <a:gd name="connsiteY158" fmla="*/ 503722 h 855751"/>
                <a:gd name="connsiteX159" fmla="*/ 0 w 120229"/>
                <a:gd name="connsiteY159" fmla="*/ 512560 h 855751"/>
                <a:gd name="connsiteX160" fmla="*/ 0 w 120229"/>
                <a:gd name="connsiteY160" fmla="*/ 521376 h 855751"/>
                <a:gd name="connsiteX161" fmla="*/ 0 w 120229"/>
                <a:gd name="connsiteY161" fmla="*/ 530214 h 855751"/>
                <a:gd name="connsiteX162" fmla="*/ 0 w 120229"/>
                <a:gd name="connsiteY162" fmla="*/ 539053 h 855751"/>
                <a:gd name="connsiteX163" fmla="*/ 0 w 120229"/>
                <a:gd name="connsiteY163" fmla="*/ 547891 h 855751"/>
                <a:gd name="connsiteX164" fmla="*/ 0 w 120229"/>
                <a:gd name="connsiteY164" fmla="*/ 556730 h 855751"/>
                <a:gd name="connsiteX165" fmla="*/ 0 w 120229"/>
                <a:gd name="connsiteY165" fmla="*/ 565568 h 855751"/>
                <a:gd name="connsiteX166" fmla="*/ 0 w 120229"/>
                <a:gd name="connsiteY166" fmla="*/ 574406 h 855751"/>
                <a:gd name="connsiteX167" fmla="*/ 0 w 120229"/>
                <a:gd name="connsiteY167" fmla="*/ 583245 h 855751"/>
                <a:gd name="connsiteX168" fmla="*/ 0 w 120229"/>
                <a:gd name="connsiteY168" fmla="*/ 592083 h 855751"/>
                <a:gd name="connsiteX169" fmla="*/ 0 w 120229"/>
                <a:gd name="connsiteY169" fmla="*/ 600922 h 855751"/>
                <a:gd name="connsiteX170" fmla="*/ 0 w 120229"/>
                <a:gd name="connsiteY170" fmla="*/ 609760 h 855751"/>
                <a:gd name="connsiteX171" fmla="*/ 0 w 120229"/>
                <a:gd name="connsiteY171" fmla="*/ 618598 h 855751"/>
                <a:gd name="connsiteX172" fmla="*/ 0 w 120229"/>
                <a:gd name="connsiteY172" fmla="*/ 627437 h 855751"/>
                <a:gd name="connsiteX173" fmla="*/ 0 w 120229"/>
                <a:gd name="connsiteY173" fmla="*/ 636275 h 855751"/>
                <a:gd name="connsiteX174" fmla="*/ 0 w 120229"/>
                <a:gd name="connsiteY174" fmla="*/ 645114 h 855751"/>
                <a:gd name="connsiteX175" fmla="*/ 0 w 120229"/>
                <a:gd name="connsiteY175" fmla="*/ 653930 h 855751"/>
                <a:gd name="connsiteX176" fmla="*/ 0 w 120229"/>
                <a:gd name="connsiteY176" fmla="*/ 662768 h 855751"/>
                <a:gd name="connsiteX177" fmla="*/ 0 w 120229"/>
                <a:gd name="connsiteY177" fmla="*/ 671606 h 855751"/>
                <a:gd name="connsiteX178" fmla="*/ 0 w 120229"/>
                <a:gd name="connsiteY178" fmla="*/ 680445 h 855751"/>
                <a:gd name="connsiteX179" fmla="*/ 0 w 120229"/>
                <a:gd name="connsiteY179" fmla="*/ 689283 h 855751"/>
                <a:gd name="connsiteX180" fmla="*/ 0 w 120229"/>
                <a:gd name="connsiteY180" fmla="*/ 698122 h 855751"/>
                <a:gd name="connsiteX181" fmla="*/ 0 w 120229"/>
                <a:gd name="connsiteY181" fmla="*/ 706960 h 855751"/>
                <a:gd name="connsiteX182" fmla="*/ 0 w 120229"/>
                <a:gd name="connsiteY182" fmla="*/ 715798 h 855751"/>
                <a:gd name="connsiteX183" fmla="*/ 0 w 120229"/>
                <a:gd name="connsiteY183" fmla="*/ 724637 h 855751"/>
                <a:gd name="connsiteX184" fmla="*/ 0 w 120229"/>
                <a:gd name="connsiteY184" fmla="*/ 733475 h 855751"/>
                <a:gd name="connsiteX185" fmla="*/ 0 w 120229"/>
                <a:gd name="connsiteY185" fmla="*/ 742314 h 855751"/>
                <a:gd name="connsiteX186" fmla="*/ 0 w 120229"/>
                <a:gd name="connsiteY186" fmla="*/ 751152 h 855751"/>
                <a:gd name="connsiteX187" fmla="*/ 0 w 120229"/>
                <a:gd name="connsiteY187" fmla="*/ 759990 h 855751"/>
                <a:gd name="connsiteX188" fmla="*/ 0 w 120229"/>
                <a:gd name="connsiteY188" fmla="*/ 768829 h 855751"/>
                <a:gd name="connsiteX189" fmla="*/ 0 w 120229"/>
                <a:gd name="connsiteY189" fmla="*/ 777667 h 855751"/>
                <a:gd name="connsiteX190" fmla="*/ 0 w 120229"/>
                <a:gd name="connsiteY190" fmla="*/ 786506 h 855751"/>
                <a:gd name="connsiteX191" fmla="*/ 0 w 120229"/>
                <a:gd name="connsiteY191" fmla="*/ 795322 h 855751"/>
                <a:gd name="connsiteX192" fmla="*/ 0 w 120229"/>
                <a:gd name="connsiteY192" fmla="*/ 804160 h 855751"/>
                <a:gd name="connsiteX193" fmla="*/ 0 w 120229"/>
                <a:gd name="connsiteY193" fmla="*/ 812998 h 855751"/>
                <a:gd name="connsiteX194" fmla="*/ 0 w 120229"/>
                <a:gd name="connsiteY194" fmla="*/ 821837 h 855751"/>
                <a:gd name="connsiteX195" fmla="*/ 0 w 120229"/>
                <a:gd name="connsiteY195" fmla="*/ 830675 h 855751"/>
                <a:gd name="connsiteX196" fmla="*/ 0 w 120229"/>
                <a:gd name="connsiteY196" fmla="*/ 839514 h 855751"/>
                <a:gd name="connsiteX197" fmla="*/ 0 w 120229"/>
                <a:gd name="connsiteY197" fmla="*/ 848352 h 855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Lst>
              <a:rect l="l" t="t" r="r" b="b"/>
              <a:pathLst>
                <a:path w="120229" h="855751">
                  <a:moveTo>
                    <a:pt x="0" y="848352"/>
                  </a:moveTo>
                  <a:lnTo>
                    <a:pt x="0" y="855751"/>
                  </a:lnTo>
                  <a:lnTo>
                    <a:pt x="247" y="855751"/>
                  </a:lnTo>
                  <a:lnTo>
                    <a:pt x="315" y="855751"/>
                  </a:lnTo>
                  <a:lnTo>
                    <a:pt x="405" y="848352"/>
                  </a:lnTo>
                  <a:lnTo>
                    <a:pt x="562" y="839514"/>
                  </a:lnTo>
                  <a:lnTo>
                    <a:pt x="765" y="830675"/>
                  </a:lnTo>
                  <a:lnTo>
                    <a:pt x="1057" y="821837"/>
                  </a:lnTo>
                  <a:lnTo>
                    <a:pt x="1394" y="812998"/>
                  </a:lnTo>
                  <a:lnTo>
                    <a:pt x="1844" y="804160"/>
                  </a:lnTo>
                  <a:lnTo>
                    <a:pt x="2406" y="795322"/>
                  </a:lnTo>
                  <a:lnTo>
                    <a:pt x="3126" y="786506"/>
                  </a:lnTo>
                  <a:lnTo>
                    <a:pt x="3980" y="777667"/>
                  </a:lnTo>
                  <a:lnTo>
                    <a:pt x="5038" y="768829"/>
                  </a:lnTo>
                  <a:lnTo>
                    <a:pt x="6297" y="759990"/>
                  </a:lnTo>
                  <a:lnTo>
                    <a:pt x="7804" y="751152"/>
                  </a:lnTo>
                  <a:lnTo>
                    <a:pt x="9558" y="742314"/>
                  </a:lnTo>
                  <a:lnTo>
                    <a:pt x="11582" y="733475"/>
                  </a:lnTo>
                  <a:lnTo>
                    <a:pt x="13921" y="724637"/>
                  </a:lnTo>
                  <a:lnTo>
                    <a:pt x="16575" y="715798"/>
                  </a:lnTo>
                  <a:lnTo>
                    <a:pt x="19566" y="706960"/>
                  </a:lnTo>
                  <a:lnTo>
                    <a:pt x="22894" y="698122"/>
                  </a:lnTo>
                  <a:lnTo>
                    <a:pt x="26538" y="689283"/>
                  </a:lnTo>
                  <a:lnTo>
                    <a:pt x="30541" y="680445"/>
                  </a:lnTo>
                  <a:lnTo>
                    <a:pt x="34836" y="671606"/>
                  </a:lnTo>
                  <a:lnTo>
                    <a:pt x="39424" y="662768"/>
                  </a:lnTo>
                  <a:lnTo>
                    <a:pt x="44304" y="653930"/>
                  </a:lnTo>
                  <a:lnTo>
                    <a:pt x="49387" y="645114"/>
                  </a:lnTo>
                  <a:lnTo>
                    <a:pt x="54672" y="636275"/>
                  </a:lnTo>
                  <a:lnTo>
                    <a:pt x="60070" y="627437"/>
                  </a:lnTo>
                  <a:lnTo>
                    <a:pt x="65557" y="618598"/>
                  </a:lnTo>
                  <a:lnTo>
                    <a:pt x="71067" y="609760"/>
                  </a:lnTo>
                  <a:lnTo>
                    <a:pt x="76487" y="600922"/>
                  </a:lnTo>
                  <a:lnTo>
                    <a:pt x="81817" y="592083"/>
                  </a:lnTo>
                  <a:lnTo>
                    <a:pt x="86922" y="583245"/>
                  </a:lnTo>
                  <a:lnTo>
                    <a:pt x="91780" y="574406"/>
                  </a:lnTo>
                  <a:lnTo>
                    <a:pt x="96323" y="565568"/>
                  </a:lnTo>
                  <a:lnTo>
                    <a:pt x="100506" y="556730"/>
                  </a:lnTo>
                  <a:lnTo>
                    <a:pt x="104284" y="547891"/>
                  </a:lnTo>
                  <a:lnTo>
                    <a:pt x="107635" y="539053"/>
                  </a:lnTo>
                  <a:lnTo>
                    <a:pt x="110536" y="530214"/>
                  </a:lnTo>
                  <a:lnTo>
                    <a:pt x="113010" y="521376"/>
                  </a:lnTo>
                  <a:lnTo>
                    <a:pt x="115034" y="512560"/>
                  </a:lnTo>
                  <a:lnTo>
                    <a:pt x="116698" y="503722"/>
                  </a:lnTo>
                  <a:lnTo>
                    <a:pt x="117958" y="494883"/>
                  </a:lnTo>
                  <a:lnTo>
                    <a:pt x="118925" y="486045"/>
                  </a:lnTo>
                  <a:lnTo>
                    <a:pt x="119577" y="477206"/>
                  </a:lnTo>
                  <a:lnTo>
                    <a:pt x="120004" y="468368"/>
                  </a:lnTo>
                  <a:lnTo>
                    <a:pt x="120207" y="459530"/>
                  </a:lnTo>
                  <a:lnTo>
                    <a:pt x="120229" y="450691"/>
                  </a:lnTo>
                  <a:lnTo>
                    <a:pt x="120072" y="441853"/>
                  </a:lnTo>
                  <a:lnTo>
                    <a:pt x="119757" y="433014"/>
                  </a:lnTo>
                  <a:lnTo>
                    <a:pt x="119240" y="424176"/>
                  </a:lnTo>
                  <a:lnTo>
                    <a:pt x="118543" y="415338"/>
                  </a:lnTo>
                  <a:lnTo>
                    <a:pt x="117598" y="406499"/>
                  </a:lnTo>
                  <a:lnTo>
                    <a:pt x="116406" y="397661"/>
                  </a:lnTo>
                  <a:lnTo>
                    <a:pt x="114899" y="388822"/>
                  </a:lnTo>
                  <a:lnTo>
                    <a:pt x="113077" y="379984"/>
                  </a:lnTo>
                  <a:lnTo>
                    <a:pt x="110851" y="371168"/>
                  </a:lnTo>
                  <a:lnTo>
                    <a:pt x="108242" y="362330"/>
                  </a:lnTo>
                  <a:lnTo>
                    <a:pt x="105229" y="353491"/>
                  </a:lnTo>
                  <a:lnTo>
                    <a:pt x="101788" y="344653"/>
                  </a:lnTo>
                  <a:lnTo>
                    <a:pt x="97942" y="335814"/>
                  </a:lnTo>
                  <a:lnTo>
                    <a:pt x="93736" y="326976"/>
                  </a:lnTo>
                  <a:lnTo>
                    <a:pt x="89193" y="318138"/>
                  </a:lnTo>
                  <a:lnTo>
                    <a:pt x="84358" y="309299"/>
                  </a:lnTo>
                  <a:lnTo>
                    <a:pt x="79321" y="300461"/>
                  </a:lnTo>
                  <a:lnTo>
                    <a:pt x="74126" y="291622"/>
                  </a:lnTo>
                  <a:lnTo>
                    <a:pt x="68863" y="282784"/>
                  </a:lnTo>
                  <a:lnTo>
                    <a:pt x="63578" y="273946"/>
                  </a:lnTo>
                  <a:lnTo>
                    <a:pt x="58360" y="265107"/>
                  </a:lnTo>
                  <a:lnTo>
                    <a:pt x="53255" y="256269"/>
                  </a:lnTo>
                  <a:lnTo>
                    <a:pt x="48308" y="247430"/>
                  </a:lnTo>
                  <a:lnTo>
                    <a:pt x="43562" y="238614"/>
                  </a:lnTo>
                  <a:lnTo>
                    <a:pt x="39042" y="229776"/>
                  </a:lnTo>
                  <a:lnTo>
                    <a:pt x="34814" y="220938"/>
                  </a:lnTo>
                  <a:lnTo>
                    <a:pt x="30833" y="212099"/>
                  </a:lnTo>
                  <a:lnTo>
                    <a:pt x="27167" y="203261"/>
                  </a:lnTo>
                  <a:lnTo>
                    <a:pt x="23771" y="194422"/>
                  </a:lnTo>
                  <a:lnTo>
                    <a:pt x="20668" y="185584"/>
                  </a:lnTo>
                  <a:lnTo>
                    <a:pt x="17834" y="176746"/>
                  </a:lnTo>
                  <a:lnTo>
                    <a:pt x="15293" y="167907"/>
                  </a:lnTo>
                  <a:lnTo>
                    <a:pt x="13021" y="159069"/>
                  </a:lnTo>
                  <a:lnTo>
                    <a:pt x="10975" y="150230"/>
                  </a:lnTo>
                  <a:lnTo>
                    <a:pt x="9198" y="141392"/>
                  </a:lnTo>
                  <a:lnTo>
                    <a:pt x="7624" y="132554"/>
                  </a:lnTo>
                  <a:lnTo>
                    <a:pt x="6274" y="123715"/>
                  </a:lnTo>
                  <a:lnTo>
                    <a:pt x="5105" y="114877"/>
                  </a:lnTo>
                  <a:lnTo>
                    <a:pt x="4115" y="106038"/>
                  </a:lnTo>
                  <a:lnTo>
                    <a:pt x="3283" y="97222"/>
                  </a:lnTo>
                  <a:lnTo>
                    <a:pt x="2586" y="88384"/>
                  </a:lnTo>
                  <a:lnTo>
                    <a:pt x="2024" y="79546"/>
                  </a:lnTo>
                  <a:lnTo>
                    <a:pt x="1552" y="70707"/>
                  </a:lnTo>
                  <a:lnTo>
                    <a:pt x="1192" y="61869"/>
                  </a:lnTo>
                  <a:lnTo>
                    <a:pt x="899" y="53030"/>
                  </a:lnTo>
                  <a:lnTo>
                    <a:pt x="675" y="44192"/>
                  </a:lnTo>
                  <a:lnTo>
                    <a:pt x="495" y="35354"/>
                  </a:lnTo>
                  <a:lnTo>
                    <a:pt x="360" y="26515"/>
                  </a:lnTo>
                  <a:lnTo>
                    <a:pt x="270" y="17677"/>
                  </a:lnTo>
                  <a:lnTo>
                    <a:pt x="180" y="8838"/>
                  </a:lnTo>
                  <a:lnTo>
                    <a:pt x="135" y="0"/>
                  </a:lnTo>
                  <a:lnTo>
                    <a:pt x="0" y="0"/>
                  </a:lnTo>
                  <a:lnTo>
                    <a:pt x="0" y="8838"/>
                  </a:lnTo>
                  <a:lnTo>
                    <a:pt x="0" y="17677"/>
                  </a:lnTo>
                  <a:lnTo>
                    <a:pt x="0" y="26515"/>
                  </a:lnTo>
                  <a:lnTo>
                    <a:pt x="0" y="35354"/>
                  </a:lnTo>
                  <a:lnTo>
                    <a:pt x="0" y="44192"/>
                  </a:lnTo>
                  <a:lnTo>
                    <a:pt x="0" y="53030"/>
                  </a:lnTo>
                  <a:lnTo>
                    <a:pt x="0" y="61869"/>
                  </a:lnTo>
                  <a:lnTo>
                    <a:pt x="0" y="70707"/>
                  </a:lnTo>
                  <a:lnTo>
                    <a:pt x="0" y="79546"/>
                  </a:lnTo>
                  <a:lnTo>
                    <a:pt x="0" y="88384"/>
                  </a:lnTo>
                  <a:lnTo>
                    <a:pt x="0" y="97222"/>
                  </a:lnTo>
                  <a:lnTo>
                    <a:pt x="0" y="106038"/>
                  </a:lnTo>
                  <a:lnTo>
                    <a:pt x="0" y="114877"/>
                  </a:lnTo>
                  <a:lnTo>
                    <a:pt x="0" y="123715"/>
                  </a:lnTo>
                  <a:lnTo>
                    <a:pt x="0" y="132554"/>
                  </a:lnTo>
                  <a:lnTo>
                    <a:pt x="0" y="141392"/>
                  </a:lnTo>
                  <a:lnTo>
                    <a:pt x="0" y="150230"/>
                  </a:lnTo>
                  <a:lnTo>
                    <a:pt x="0" y="159069"/>
                  </a:lnTo>
                  <a:lnTo>
                    <a:pt x="0" y="167907"/>
                  </a:lnTo>
                  <a:lnTo>
                    <a:pt x="0" y="176746"/>
                  </a:lnTo>
                  <a:lnTo>
                    <a:pt x="0" y="185584"/>
                  </a:lnTo>
                  <a:lnTo>
                    <a:pt x="0" y="194422"/>
                  </a:lnTo>
                  <a:lnTo>
                    <a:pt x="0" y="203261"/>
                  </a:lnTo>
                  <a:lnTo>
                    <a:pt x="0" y="212099"/>
                  </a:lnTo>
                  <a:lnTo>
                    <a:pt x="0" y="220938"/>
                  </a:lnTo>
                  <a:lnTo>
                    <a:pt x="0" y="229776"/>
                  </a:lnTo>
                  <a:lnTo>
                    <a:pt x="0" y="238614"/>
                  </a:lnTo>
                  <a:lnTo>
                    <a:pt x="0" y="247430"/>
                  </a:lnTo>
                  <a:lnTo>
                    <a:pt x="0" y="256269"/>
                  </a:lnTo>
                  <a:lnTo>
                    <a:pt x="0" y="265107"/>
                  </a:lnTo>
                  <a:lnTo>
                    <a:pt x="0" y="273946"/>
                  </a:lnTo>
                  <a:lnTo>
                    <a:pt x="0" y="282784"/>
                  </a:lnTo>
                  <a:lnTo>
                    <a:pt x="0" y="291622"/>
                  </a:lnTo>
                  <a:lnTo>
                    <a:pt x="0" y="300461"/>
                  </a:lnTo>
                  <a:lnTo>
                    <a:pt x="0" y="309299"/>
                  </a:lnTo>
                  <a:lnTo>
                    <a:pt x="0" y="318138"/>
                  </a:lnTo>
                  <a:lnTo>
                    <a:pt x="0" y="326976"/>
                  </a:lnTo>
                  <a:lnTo>
                    <a:pt x="0" y="335814"/>
                  </a:lnTo>
                  <a:lnTo>
                    <a:pt x="0" y="344653"/>
                  </a:lnTo>
                  <a:lnTo>
                    <a:pt x="0" y="353491"/>
                  </a:lnTo>
                  <a:lnTo>
                    <a:pt x="0" y="362330"/>
                  </a:lnTo>
                  <a:lnTo>
                    <a:pt x="0" y="371168"/>
                  </a:lnTo>
                  <a:lnTo>
                    <a:pt x="0" y="379984"/>
                  </a:lnTo>
                  <a:lnTo>
                    <a:pt x="0" y="388822"/>
                  </a:lnTo>
                  <a:lnTo>
                    <a:pt x="0" y="397661"/>
                  </a:lnTo>
                  <a:lnTo>
                    <a:pt x="0" y="406499"/>
                  </a:lnTo>
                  <a:lnTo>
                    <a:pt x="0" y="415338"/>
                  </a:lnTo>
                  <a:lnTo>
                    <a:pt x="0" y="424176"/>
                  </a:lnTo>
                  <a:lnTo>
                    <a:pt x="0" y="433014"/>
                  </a:lnTo>
                  <a:lnTo>
                    <a:pt x="0" y="441853"/>
                  </a:lnTo>
                  <a:lnTo>
                    <a:pt x="0" y="450691"/>
                  </a:lnTo>
                  <a:lnTo>
                    <a:pt x="0" y="459530"/>
                  </a:lnTo>
                  <a:lnTo>
                    <a:pt x="0" y="468368"/>
                  </a:lnTo>
                  <a:lnTo>
                    <a:pt x="0" y="477206"/>
                  </a:lnTo>
                  <a:lnTo>
                    <a:pt x="0" y="486045"/>
                  </a:lnTo>
                  <a:lnTo>
                    <a:pt x="0" y="494883"/>
                  </a:lnTo>
                  <a:lnTo>
                    <a:pt x="0" y="503722"/>
                  </a:lnTo>
                  <a:lnTo>
                    <a:pt x="0" y="512560"/>
                  </a:lnTo>
                  <a:lnTo>
                    <a:pt x="0" y="521376"/>
                  </a:lnTo>
                  <a:lnTo>
                    <a:pt x="0" y="530214"/>
                  </a:lnTo>
                  <a:lnTo>
                    <a:pt x="0" y="539053"/>
                  </a:lnTo>
                  <a:lnTo>
                    <a:pt x="0" y="547891"/>
                  </a:lnTo>
                  <a:lnTo>
                    <a:pt x="0" y="556730"/>
                  </a:lnTo>
                  <a:lnTo>
                    <a:pt x="0" y="565568"/>
                  </a:lnTo>
                  <a:lnTo>
                    <a:pt x="0" y="574406"/>
                  </a:lnTo>
                  <a:lnTo>
                    <a:pt x="0" y="583245"/>
                  </a:lnTo>
                  <a:lnTo>
                    <a:pt x="0" y="592083"/>
                  </a:lnTo>
                  <a:lnTo>
                    <a:pt x="0" y="600922"/>
                  </a:lnTo>
                  <a:lnTo>
                    <a:pt x="0" y="609760"/>
                  </a:lnTo>
                  <a:lnTo>
                    <a:pt x="0" y="618598"/>
                  </a:lnTo>
                  <a:lnTo>
                    <a:pt x="0" y="627437"/>
                  </a:lnTo>
                  <a:lnTo>
                    <a:pt x="0" y="636275"/>
                  </a:lnTo>
                  <a:lnTo>
                    <a:pt x="0" y="645114"/>
                  </a:lnTo>
                  <a:lnTo>
                    <a:pt x="0" y="653930"/>
                  </a:lnTo>
                  <a:lnTo>
                    <a:pt x="0" y="662768"/>
                  </a:lnTo>
                  <a:lnTo>
                    <a:pt x="0" y="671606"/>
                  </a:lnTo>
                  <a:lnTo>
                    <a:pt x="0" y="680445"/>
                  </a:lnTo>
                  <a:lnTo>
                    <a:pt x="0" y="689283"/>
                  </a:lnTo>
                  <a:lnTo>
                    <a:pt x="0" y="698122"/>
                  </a:lnTo>
                  <a:lnTo>
                    <a:pt x="0" y="706960"/>
                  </a:lnTo>
                  <a:lnTo>
                    <a:pt x="0" y="715798"/>
                  </a:lnTo>
                  <a:lnTo>
                    <a:pt x="0" y="724637"/>
                  </a:lnTo>
                  <a:lnTo>
                    <a:pt x="0" y="733475"/>
                  </a:lnTo>
                  <a:lnTo>
                    <a:pt x="0" y="742314"/>
                  </a:lnTo>
                  <a:lnTo>
                    <a:pt x="0" y="751152"/>
                  </a:lnTo>
                  <a:lnTo>
                    <a:pt x="0" y="759990"/>
                  </a:lnTo>
                  <a:lnTo>
                    <a:pt x="0" y="768829"/>
                  </a:lnTo>
                  <a:lnTo>
                    <a:pt x="0" y="777667"/>
                  </a:lnTo>
                  <a:lnTo>
                    <a:pt x="0" y="786506"/>
                  </a:lnTo>
                  <a:lnTo>
                    <a:pt x="0" y="795322"/>
                  </a:lnTo>
                  <a:lnTo>
                    <a:pt x="0" y="804160"/>
                  </a:lnTo>
                  <a:lnTo>
                    <a:pt x="0" y="812998"/>
                  </a:lnTo>
                  <a:lnTo>
                    <a:pt x="0" y="821837"/>
                  </a:lnTo>
                  <a:lnTo>
                    <a:pt x="0" y="830675"/>
                  </a:lnTo>
                  <a:lnTo>
                    <a:pt x="0" y="839514"/>
                  </a:lnTo>
                  <a:lnTo>
                    <a:pt x="0" y="848352"/>
                  </a:lnTo>
                  <a:close/>
                </a:path>
              </a:pathLst>
            </a:custGeom>
            <a:solidFill>
              <a:srgbClr val="DAD7E8">
                <a:alpha val="50000"/>
              </a:srgbClr>
            </a:solidFill>
            <a:ln w="2249" cap="flat">
              <a:noFill/>
              <a:prstDash val="solid"/>
              <a:miter/>
            </a:ln>
          </p:spPr>
          <p:txBody>
            <a:bodyPr rtlCol="0" anchor="ctr"/>
            <a:lstStyle/>
            <a:p>
              <a:endParaRPr lang="en-US"/>
            </a:p>
          </p:txBody>
        </p:sp>
        <p:sp>
          <p:nvSpPr>
            <p:cNvPr id="17873" name="Freeform 17872">
              <a:extLst>
                <a:ext uri="{FF2B5EF4-FFF2-40B4-BE49-F238E27FC236}">
                  <a16:creationId xmlns:a16="http://schemas.microsoft.com/office/drawing/2014/main" id="{191048B4-F6EE-3D2E-4754-05411163E9FB}"/>
                </a:ext>
              </a:extLst>
            </p:cNvPr>
            <p:cNvSpPr/>
            <p:nvPr/>
          </p:nvSpPr>
          <p:spPr>
            <a:xfrm rot="19696800">
              <a:off x="5477615" y="2547231"/>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7874" name="Freeform 17873">
              <a:extLst>
                <a:ext uri="{FF2B5EF4-FFF2-40B4-BE49-F238E27FC236}">
                  <a16:creationId xmlns:a16="http://schemas.microsoft.com/office/drawing/2014/main" id="{06996B97-9279-B1B9-EFAB-B214B536D692}"/>
                </a:ext>
              </a:extLst>
            </p:cNvPr>
            <p:cNvSpPr/>
            <p:nvPr/>
          </p:nvSpPr>
          <p:spPr>
            <a:xfrm rot="19696800">
              <a:off x="5525907" y="3713506"/>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7875" name="Freeform 17874">
              <a:extLst>
                <a:ext uri="{FF2B5EF4-FFF2-40B4-BE49-F238E27FC236}">
                  <a16:creationId xmlns:a16="http://schemas.microsoft.com/office/drawing/2014/main" id="{5F673345-7AC7-68D5-43DC-9E6056BE2571}"/>
                </a:ext>
              </a:extLst>
            </p:cNvPr>
            <p:cNvSpPr/>
            <p:nvPr/>
          </p:nvSpPr>
          <p:spPr>
            <a:xfrm rot="19696800">
              <a:off x="5552385" y="3026652"/>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7876" name="Freeform 17875">
              <a:extLst>
                <a:ext uri="{FF2B5EF4-FFF2-40B4-BE49-F238E27FC236}">
                  <a16:creationId xmlns:a16="http://schemas.microsoft.com/office/drawing/2014/main" id="{A97A60A7-4CAF-FE24-C6E4-DD913C4021E6}"/>
                </a:ext>
              </a:extLst>
            </p:cNvPr>
            <p:cNvSpPr/>
            <p:nvPr/>
          </p:nvSpPr>
          <p:spPr>
            <a:xfrm rot="19696800">
              <a:off x="5439918" y="4229965"/>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7877" name="Freeform 17876">
              <a:extLst>
                <a:ext uri="{FF2B5EF4-FFF2-40B4-BE49-F238E27FC236}">
                  <a16:creationId xmlns:a16="http://schemas.microsoft.com/office/drawing/2014/main" id="{FE296162-1510-1C2E-CBAF-FAE6BA701062}"/>
                </a:ext>
              </a:extLst>
            </p:cNvPr>
            <p:cNvSpPr/>
            <p:nvPr/>
          </p:nvSpPr>
          <p:spPr>
            <a:xfrm rot="19696800">
              <a:off x="5476732" y="3914419"/>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7878" name="Freeform 17877">
              <a:extLst>
                <a:ext uri="{FF2B5EF4-FFF2-40B4-BE49-F238E27FC236}">
                  <a16:creationId xmlns:a16="http://schemas.microsoft.com/office/drawing/2014/main" id="{E701ABD8-99EB-F33A-A038-C467493E0D3F}"/>
                </a:ext>
              </a:extLst>
            </p:cNvPr>
            <p:cNvSpPr/>
            <p:nvPr/>
          </p:nvSpPr>
          <p:spPr>
            <a:xfrm rot="19696800">
              <a:off x="5449994" y="3403218"/>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7879" name="Freeform 17878">
              <a:extLst>
                <a:ext uri="{FF2B5EF4-FFF2-40B4-BE49-F238E27FC236}">
                  <a16:creationId xmlns:a16="http://schemas.microsoft.com/office/drawing/2014/main" id="{3261328F-5D36-7C88-FB6F-63A236DF4147}"/>
                </a:ext>
              </a:extLst>
            </p:cNvPr>
            <p:cNvSpPr/>
            <p:nvPr/>
          </p:nvSpPr>
          <p:spPr>
            <a:xfrm rot="19696800">
              <a:off x="5489477" y="2921507"/>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7880" name="Freeform 17879">
              <a:extLst>
                <a:ext uri="{FF2B5EF4-FFF2-40B4-BE49-F238E27FC236}">
                  <a16:creationId xmlns:a16="http://schemas.microsoft.com/office/drawing/2014/main" id="{0CEFEDA8-9F8A-74F7-9E64-8F241CFFD2BD}"/>
                </a:ext>
              </a:extLst>
            </p:cNvPr>
            <p:cNvSpPr/>
            <p:nvPr/>
          </p:nvSpPr>
          <p:spPr>
            <a:xfrm rot="19696800">
              <a:off x="5464579" y="3052337"/>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7881" name="Freeform 17880">
              <a:extLst>
                <a:ext uri="{FF2B5EF4-FFF2-40B4-BE49-F238E27FC236}">
                  <a16:creationId xmlns:a16="http://schemas.microsoft.com/office/drawing/2014/main" id="{279298CC-5784-930C-ECA5-704EE0FCB14E}"/>
                </a:ext>
              </a:extLst>
            </p:cNvPr>
            <p:cNvSpPr/>
            <p:nvPr/>
          </p:nvSpPr>
          <p:spPr>
            <a:xfrm rot="19696800">
              <a:off x="5555212" y="3162949"/>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7882" name="Freeform 17881">
              <a:extLst>
                <a:ext uri="{FF2B5EF4-FFF2-40B4-BE49-F238E27FC236}">
                  <a16:creationId xmlns:a16="http://schemas.microsoft.com/office/drawing/2014/main" id="{CD00A057-1B27-C6F0-8F25-81895364AE15}"/>
                </a:ext>
              </a:extLst>
            </p:cNvPr>
            <p:cNvSpPr/>
            <p:nvPr/>
          </p:nvSpPr>
          <p:spPr>
            <a:xfrm rot="19696800">
              <a:off x="5557889" y="4068400"/>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7883" name="Freeform 17882">
              <a:extLst>
                <a:ext uri="{FF2B5EF4-FFF2-40B4-BE49-F238E27FC236}">
                  <a16:creationId xmlns:a16="http://schemas.microsoft.com/office/drawing/2014/main" id="{B8BAAF24-BC77-05F9-2DE5-4BCD6D26D82B}"/>
                </a:ext>
              </a:extLst>
            </p:cNvPr>
            <p:cNvSpPr/>
            <p:nvPr/>
          </p:nvSpPr>
          <p:spPr>
            <a:xfrm rot="19696800">
              <a:off x="5503332" y="3209125"/>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7884" name="Freeform 17883">
              <a:extLst>
                <a:ext uri="{FF2B5EF4-FFF2-40B4-BE49-F238E27FC236}">
                  <a16:creationId xmlns:a16="http://schemas.microsoft.com/office/drawing/2014/main" id="{AA803F2F-8B04-B3AB-A51D-461D9213C129}"/>
                </a:ext>
              </a:extLst>
            </p:cNvPr>
            <p:cNvSpPr/>
            <p:nvPr/>
          </p:nvSpPr>
          <p:spPr>
            <a:xfrm rot="19696800">
              <a:off x="5564388" y="3938401"/>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7885" name="Freeform 17884">
              <a:extLst>
                <a:ext uri="{FF2B5EF4-FFF2-40B4-BE49-F238E27FC236}">
                  <a16:creationId xmlns:a16="http://schemas.microsoft.com/office/drawing/2014/main" id="{9319ACD5-C912-4E6F-8462-AD0F9F7F1AEE}"/>
                </a:ext>
              </a:extLst>
            </p:cNvPr>
            <p:cNvSpPr/>
            <p:nvPr/>
          </p:nvSpPr>
          <p:spPr>
            <a:xfrm rot="19696800">
              <a:off x="5531572" y="3689318"/>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7886" name="Freeform 17885">
              <a:extLst>
                <a:ext uri="{FF2B5EF4-FFF2-40B4-BE49-F238E27FC236}">
                  <a16:creationId xmlns:a16="http://schemas.microsoft.com/office/drawing/2014/main" id="{A3BB66F1-5D11-C0E5-9F9F-0E248DD57AAE}"/>
                </a:ext>
              </a:extLst>
            </p:cNvPr>
            <p:cNvSpPr/>
            <p:nvPr/>
          </p:nvSpPr>
          <p:spPr>
            <a:xfrm rot="19696800">
              <a:off x="5458374" y="3685554"/>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7887" name="Freeform 17886">
              <a:extLst>
                <a:ext uri="{FF2B5EF4-FFF2-40B4-BE49-F238E27FC236}">
                  <a16:creationId xmlns:a16="http://schemas.microsoft.com/office/drawing/2014/main" id="{C9FF479E-1166-C72E-EA8F-FAF404C9FA3C}"/>
                </a:ext>
              </a:extLst>
            </p:cNvPr>
            <p:cNvSpPr/>
            <p:nvPr/>
          </p:nvSpPr>
          <p:spPr>
            <a:xfrm rot="19696800">
              <a:off x="5572604" y="3606677"/>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7888" name="Freeform 17887">
              <a:extLst>
                <a:ext uri="{FF2B5EF4-FFF2-40B4-BE49-F238E27FC236}">
                  <a16:creationId xmlns:a16="http://schemas.microsoft.com/office/drawing/2014/main" id="{5F6B5D93-6683-6867-72E1-41A36F6A4934}"/>
                </a:ext>
              </a:extLst>
            </p:cNvPr>
            <p:cNvSpPr/>
            <p:nvPr/>
          </p:nvSpPr>
          <p:spPr>
            <a:xfrm rot="19696800">
              <a:off x="5530102" y="3388397"/>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7889" name="Freeform 17888">
              <a:extLst>
                <a:ext uri="{FF2B5EF4-FFF2-40B4-BE49-F238E27FC236}">
                  <a16:creationId xmlns:a16="http://schemas.microsoft.com/office/drawing/2014/main" id="{01D0533B-C4FF-4796-A0D7-567A4399E02C}"/>
                </a:ext>
              </a:extLst>
            </p:cNvPr>
            <p:cNvSpPr/>
            <p:nvPr/>
          </p:nvSpPr>
          <p:spPr>
            <a:xfrm rot="19696800">
              <a:off x="5455989" y="3837218"/>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7890" name="Freeform 17889">
              <a:extLst>
                <a:ext uri="{FF2B5EF4-FFF2-40B4-BE49-F238E27FC236}">
                  <a16:creationId xmlns:a16="http://schemas.microsoft.com/office/drawing/2014/main" id="{826B7855-BA54-6A30-0796-D1F32E579736}"/>
                </a:ext>
              </a:extLst>
            </p:cNvPr>
            <p:cNvSpPr/>
            <p:nvPr/>
          </p:nvSpPr>
          <p:spPr>
            <a:xfrm rot="19696800">
              <a:off x="5477268" y="3742254"/>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7891" name="Freeform 17890">
              <a:extLst>
                <a:ext uri="{FF2B5EF4-FFF2-40B4-BE49-F238E27FC236}">
                  <a16:creationId xmlns:a16="http://schemas.microsoft.com/office/drawing/2014/main" id="{F5FDE391-7045-990A-3CD2-9ED1015B0815}"/>
                </a:ext>
              </a:extLst>
            </p:cNvPr>
            <p:cNvSpPr/>
            <p:nvPr/>
          </p:nvSpPr>
          <p:spPr>
            <a:xfrm rot="19696800">
              <a:off x="5540008" y="3340038"/>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7892" name="Freeform 17891">
              <a:extLst>
                <a:ext uri="{FF2B5EF4-FFF2-40B4-BE49-F238E27FC236}">
                  <a16:creationId xmlns:a16="http://schemas.microsoft.com/office/drawing/2014/main" id="{2C1C3D40-8639-5107-8498-B0FCBE06B0BC}"/>
                </a:ext>
              </a:extLst>
            </p:cNvPr>
            <p:cNvSpPr/>
            <p:nvPr/>
          </p:nvSpPr>
          <p:spPr>
            <a:xfrm rot="19696800">
              <a:off x="5551120" y="3436468"/>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7893" name="Freeform 17892">
              <a:extLst>
                <a:ext uri="{FF2B5EF4-FFF2-40B4-BE49-F238E27FC236}">
                  <a16:creationId xmlns:a16="http://schemas.microsoft.com/office/drawing/2014/main" id="{5FA07939-BB95-E7E7-4405-729C68CCECA4}"/>
                </a:ext>
              </a:extLst>
            </p:cNvPr>
            <p:cNvSpPr/>
            <p:nvPr/>
          </p:nvSpPr>
          <p:spPr>
            <a:xfrm rot="19696800">
              <a:off x="5469644" y="3003635"/>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7894" name="Freeform 17893">
              <a:extLst>
                <a:ext uri="{FF2B5EF4-FFF2-40B4-BE49-F238E27FC236}">
                  <a16:creationId xmlns:a16="http://schemas.microsoft.com/office/drawing/2014/main" id="{8C00B5AB-DAEA-E5B8-DDC4-C675CF7D6793}"/>
                </a:ext>
              </a:extLst>
            </p:cNvPr>
            <p:cNvSpPr/>
            <p:nvPr/>
          </p:nvSpPr>
          <p:spPr>
            <a:xfrm rot="19696800">
              <a:off x="5496678" y="2761029"/>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7895" name="Freeform 17894">
              <a:extLst>
                <a:ext uri="{FF2B5EF4-FFF2-40B4-BE49-F238E27FC236}">
                  <a16:creationId xmlns:a16="http://schemas.microsoft.com/office/drawing/2014/main" id="{01B14573-312A-5604-8D18-7C675E05F88E}"/>
                </a:ext>
              </a:extLst>
            </p:cNvPr>
            <p:cNvSpPr/>
            <p:nvPr/>
          </p:nvSpPr>
          <p:spPr>
            <a:xfrm rot="19696800">
              <a:off x="5415072" y="3042805"/>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DAD7E8">
                <a:alpha val="70000"/>
              </a:srgbClr>
            </a:solidFill>
            <a:ln w="2249" cap="flat">
              <a:noFill/>
              <a:prstDash val="solid"/>
              <a:miter/>
            </a:ln>
          </p:spPr>
          <p:txBody>
            <a:bodyPr rtlCol="0" anchor="ctr"/>
            <a:lstStyle/>
            <a:p>
              <a:endParaRPr lang="en-US"/>
            </a:p>
          </p:txBody>
        </p:sp>
        <p:sp>
          <p:nvSpPr>
            <p:cNvPr id="17896" name="Freeform 17895">
              <a:extLst>
                <a:ext uri="{FF2B5EF4-FFF2-40B4-BE49-F238E27FC236}">
                  <a16:creationId xmlns:a16="http://schemas.microsoft.com/office/drawing/2014/main" id="{80CFC8E1-84C0-19F9-9D0B-74DBBB1ACBE1}"/>
                </a:ext>
              </a:extLst>
            </p:cNvPr>
            <p:cNvSpPr/>
            <p:nvPr/>
          </p:nvSpPr>
          <p:spPr>
            <a:xfrm>
              <a:off x="5661999" y="3078629"/>
              <a:ext cx="172337" cy="689878"/>
            </a:xfrm>
            <a:custGeom>
              <a:avLst/>
              <a:gdLst>
                <a:gd name="connsiteX0" fmla="*/ 0 w 43719"/>
                <a:gd name="connsiteY0" fmla="*/ 0 h 175013"/>
                <a:gd name="connsiteX1" fmla="*/ 43720 w 43719"/>
                <a:gd name="connsiteY1" fmla="*/ 0 h 175013"/>
                <a:gd name="connsiteX2" fmla="*/ 43720 w 43719"/>
                <a:gd name="connsiteY2" fmla="*/ 175014 h 175013"/>
                <a:gd name="connsiteX3" fmla="*/ 0 w 43719"/>
                <a:gd name="connsiteY3" fmla="*/ 175014 h 175013"/>
              </a:gdLst>
              <a:ahLst/>
              <a:cxnLst>
                <a:cxn ang="0">
                  <a:pos x="connsiteX0" y="connsiteY0"/>
                </a:cxn>
                <a:cxn ang="0">
                  <a:pos x="connsiteX1" y="connsiteY1"/>
                </a:cxn>
                <a:cxn ang="0">
                  <a:pos x="connsiteX2" y="connsiteY2"/>
                </a:cxn>
                <a:cxn ang="0">
                  <a:pos x="connsiteX3" y="connsiteY3"/>
                </a:cxn>
              </a:cxnLst>
              <a:rect l="l" t="t" r="r" b="b"/>
              <a:pathLst>
                <a:path w="43719" h="175013">
                  <a:moveTo>
                    <a:pt x="0" y="0"/>
                  </a:moveTo>
                  <a:lnTo>
                    <a:pt x="43720" y="0"/>
                  </a:lnTo>
                  <a:lnTo>
                    <a:pt x="43720" y="175014"/>
                  </a:lnTo>
                  <a:lnTo>
                    <a:pt x="0" y="175014"/>
                  </a:lnTo>
                  <a:close/>
                </a:path>
              </a:pathLst>
            </a:custGeom>
            <a:solidFill>
              <a:srgbClr val="DAD7E8"/>
            </a:solidFill>
            <a:ln w="2249" cap="flat">
              <a:noFill/>
              <a:prstDash val="solid"/>
              <a:miter/>
            </a:ln>
          </p:spPr>
          <p:txBody>
            <a:bodyPr rtlCol="0" anchor="ctr"/>
            <a:lstStyle/>
            <a:p>
              <a:endParaRPr lang="en-US"/>
            </a:p>
          </p:txBody>
        </p:sp>
        <p:sp>
          <p:nvSpPr>
            <p:cNvPr id="17897" name="Freeform 17896">
              <a:extLst>
                <a:ext uri="{FF2B5EF4-FFF2-40B4-BE49-F238E27FC236}">
                  <a16:creationId xmlns:a16="http://schemas.microsoft.com/office/drawing/2014/main" id="{8C4F764D-202F-FD74-1C0F-F1BEB155F3A3}"/>
                </a:ext>
              </a:extLst>
            </p:cNvPr>
            <p:cNvSpPr/>
            <p:nvPr/>
          </p:nvSpPr>
          <p:spPr>
            <a:xfrm>
              <a:off x="5661999" y="3078629"/>
              <a:ext cx="172337" cy="689878"/>
            </a:xfrm>
            <a:custGeom>
              <a:avLst/>
              <a:gdLst>
                <a:gd name="connsiteX0" fmla="*/ 0 w 43719"/>
                <a:gd name="connsiteY0" fmla="*/ 0 h 175013"/>
                <a:gd name="connsiteX1" fmla="*/ 43720 w 43719"/>
                <a:gd name="connsiteY1" fmla="*/ 0 h 175013"/>
                <a:gd name="connsiteX2" fmla="*/ 43720 w 43719"/>
                <a:gd name="connsiteY2" fmla="*/ 175014 h 175013"/>
                <a:gd name="connsiteX3" fmla="*/ 0 w 43719"/>
                <a:gd name="connsiteY3" fmla="*/ 175014 h 175013"/>
              </a:gdLst>
              <a:ahLst/>
              <a:cxnLst>
                <a:cxn ang="0">
                  <a:pos x="connsiteX0" y="connsiteY0"/>
                </a:cxn>
                <a:cxn ang="0">
                  <a:pos x="connsiteX1" y="connsiteY1"/>
                </a:cxn>
                <a:cxn ang="0">
                  <a:pos x="connsiteX2" y="connsiteY2"/>
                </a:cxn>
                <a:cxn ang="0">
                  <a:pos x="connsiteX3" y="connsiteY3"/>
                </a:cxn>
              </a:cxnLst>
              <a:rect l="l" t="t" r="r" b="b"/>
              <a:pathLst>
                <a:path w="43719" h="175013">
                  <a:moveTo>
                    <a:pt x="0" y="0"/>
                  </a:moveTo>
                  <a:lnTo>
                    <a:pt x="43720" y="0"/>
                  </a:lnTo>
                  <a:lnTo>
                    <a:pt x="43720" y="175014"/>
                  </a:lnTo>
                  <a:lnTo>
                    <a:pt x="0" y="175014"/>
                  </a:lnTo>
                  <a:close/>
                </a:path>
              </a:pathLst>
            </a:custGeom>
            <a:noFill/>
            <a:ln w="4498" cap="flat">
              <a:solidFill>
                <a:srgbClr val="000000"/>
              </a:solidFill>
              <a:prstDash val="solid"/>
              <a:miter/>
            </a:ln>
          </p:spPr>
          <p:txBody>
            <a:bodyPr rtlCol="0" anchor="ctr"/>
            <a:lstStyle/>
            <a:p>
              <a:endParaRPr lang="en-US"/>
            </a:p>
          </p:txBody>
        </p:sp>
        <p:sp>
          <p:nvSpPr>
            <p:cNvPr id="17898" name="Freeform 17897">
              <a:extLst>
                <a:ext uri="{FF2B5EF4-FFF2-40B4-BE49-F238E27FC236}">
                  <a16:creationId xmlns:a16="http://schemas.microsoft.com/office/drawing/2014/main" id="{4DB6220C-B9CB-9422-6114-DC9BD4903D2E}"/>
                </a:ext>
              </a:extLst>
            </p:cNvPr>
            <p:cNvSpPr/>
            <p:nvPr/>
          </p:nvSpPr>
          <p:spPr>
            <a:xfrm>
              <a:off x="5661999" y="3436689"/>
              <a:ext cx="172337" cy="8861"/>
            </a:xfrm>
            <a:custGeom>
              <a:avLst/>
              <a:gdLst>
                <a:gd name="connsiteX0" fmla="*/ 0 w 43719"/>
                <a:gd name="connsiteY0" fmla="*/ 0 h 2248"/>
                <a:gd name="connsiteX1" fmla="*/ 43720 w 43719"/>
                <a:gd name="connsiteY1" fmla="*/ 0 h 2248"/>
              </a:gdLst>
              <a:ahLst/>
              <a:cxnLst>
                <a:cxn ang="0">
                  <a:pos x="connsiteX0" y="connsiteY0"/>
                </a:cxn>
                <a:cxn ang="0">
                  <a:pos x="connsiteX1" y="connsiteY1"/>
                </a:cxn>
              </a:cxnLst>
              <a:rect l="l" t="t" r="r" b="b"/>
              <a:pathLst>
                <a:path w="43719" h="2248">
                  <a:moveTo>
                    <a:pt x="0" y="0"/>
                  </a:moveTo>
                  <a:lnTo>
                    <a:pt x="43720" y="0"/>
                  </a:lnTo>
                </a:path>
              </a:pathLst>
            </a:custGeom>
            <a:ln w="4498" cap="flat">
              <a:solidFill>
                <a:srgbClr val="000000"/>
              </a:solidFill>
              <a:prstDash val="solid"/>
              <a:round/>
            </a:ln>
          </p:spPr>
          <p:txBody>
            <a:bodyPr rtlCol="0" anchor="ctr"/>
            <a:lstStyle/>
            <a:p>
              <a:endParaRPr lang="en-US"/>
            </a:p>
          </p:txBody>
        </p:sp>
        <p:sp>
          <p:nvSpPr>
            <p:cNvPr id="17953" name="Freeform 17952">
              <a:extLst>
                <a:ext uri="{FF2B5EF4-FFF2-40B4-BE49-F238E27FC236}">
                  <a16:creationId xmlns:a16="http://schemas.microsoft.com/office/drawing/2014/main" id="{DF9CCCFF-724F-DB4C-D68D-A1F50C333108}"/>
                </a:ext>
              </a:extLst>
            </p:cNvPr>
            <p:cNvSpPr/>
            <p:nvPr/>
          </p:nvSpPr>
          <p:spPr>
            <a:xfrm>
              <a:off x="5021218" y="1961717"/>
              <a:ext cx="861613" cy="64713"/>
            </a:xfrm>
            <a:custGeom>
              <a:avLst/>
              <a:gdLst>
                <a:gd name="connsiteX0" fmla="*/ 0 w 218576"/>
                <a:gd name="connsiteY0" fmla="*/ 16418 h 16417"/>
                <a:gd name="connsiteX1" fmla="*/ 0 w 218576"/>
                <a:gd name="connsiteY1" fmla="*/ 0 h 16417"/>
                <a:gd name="connsiteX2" fmla="*/ 218576 w 218576"/>
                <a:gd name="connsiteY2" fmla="*/ 0 h 16417"/>
                <a:gd name="connsiteX3" fmla="*/ 218576 w 218576"/>
                <a:gd name="connsiteY3" fmla="*/ 16418 h 16417"/>
              </a:gdLst>
              <a:ahLst/>
              <a:cxnLst>
                <a:cxn ang="0">
                  <a:pos x="connsiteX0" y="connsiteY0"/>
                </a:cxn>
                <a:cxn ang="0">
                  <a:pos x="connsiteX1" y="connsiteY1"/>
                </a:cxn>
                <a:cxn ang="0">
                  <a:pos x="connsiteX2" y="connsiteY2"/>
                </a:cxn>
                <a:cxn ang="0">
                  <a:pos x="connsiteX3" y="connsiteY3"/>
                </a:cxn>
              </a:cxnLst>
              <a:rect l="l" t="t" r="r" b="b"/>
              <a:pathLst>
                <a:path w="218576" h="16417">
                  <a:moveTo>
                    <a:pt x="0" y="16418"/>
                  </a:moveTo>
                  <a:lnTo>
                    <a:pt x="0" y="0"/>
                  </a:lnTo>
                  <a:lnTo>
                    <a:pt x="218576" y="0"/>
                  </a:lnTo>
                  <a:lnTo>
                    <a:pt x="218576" y="16418"/>
                  </a:lnTo>
                </a:path>
              </a:pathLst>
            </a:custGeom>
            <a:noFill/>
            <a:ln w="4498" cap="flat">
              <a:solidFill>
                <a:srgbClr val="000000"/>
              </a:solidFill>
              <a:prstDash val="solid"/>
              <a:round/>
            </a:ln>
          </p:spPr>
          <p:txBody>
            <a:bodyPr rtlCol="0" anchor="ctr"/>
            <a:lstStyle/>
            <a:p>
              <a:endParaRPr lang="en-US"/>
            </a:p>
          </p:txBody>
        </p:sp>
        <p:grpSp>
          <p:nvGrpSpPr>
            <p:cNvPr id="17954" name="Graphic 4479">
              <a:extLst>
                <a:ext uri="{FF2B5EF4-FFF2-40B4-BE49-F238E27FC236}">
                  <a16:creationId xmlns:a16="http://schemas.microsoft.com/office/drawing/2014/main" id="{8FC77A02-A9A1-04FF-48A7-D1672F0775EA}"/>
                </a:ext>
              </a:extLst>
            </p:cNvPr>
            <p:cNvGrpSpPr/>
            <p:nvPr/>
          </p:nvGrpSpPr>
          <p:grpSpPr>
            <a:xfrm>
              <a:off x="5369976" y="1820583"/>
              <a:ext cx="183245" cy="76063"/>
              <a:chOff x="5038383" y="3512301"/>
              <a:chExt cx="46486" cy="19296"/>
            </a:xfrm>
            <a:solidFill>
              <a:srgbClr val="000000"/>
            </a:solidFill>
          </p:grpSpPr>
          <p:sp>
            <p:nvSpPr>
              <p:cNvPr id="17955" name="Freeform 17954">
                <a:extLst>
                  <a:ext uri="{FF2B5EF4-FFF2-40B4-BE49-F238E27FC236}">
                    <a16:creationId xmlns:a16="http://schemas.microsoft.com/office/drawing/2014/main" id="{1E871BD2-E1B7-73A0-FACD-D9A446F0E761}"/>
                  </a:ext>
                </a:extLst>
              </p:cNvPr>
              <p:cNvSpPr/>
              <p:nvPr/>
            </p:nvSpPr>
            <p:spPr>
              <a:xfrm>
                <a:off x="5038383" y="3512301"/>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9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2 w 20240"/>
                  <a:gd name="connsiteY11" fmla="*/ 17340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9" y="5060"/>
                    </a:lnTo>
                    <a:lnTo>
                      <a:pt x="20241" y="8029"/>
                    </a:lnTo>
                    <a:lnTo>
                      <a:pt x="12549" y="10525"/>
                    </a:lnTo>
                    <a:lnTo>
                      <a:pt x="17609" y="17677"/>
                    </a:lnTo>
                    <a:lnTo>
                      <a:pt x="14978" y="19296"/>
                    </a:lnTo>
                    <a:lnTo>
                      <a:pt x="9985" y="12009"/>
                    </a:lnTo>
                    <a:lnTo>
                      <a:pt x="4723" y="19161"/>
                    </a:lnTo>
                    <a:lnTo>
                      <a:pt x="2362" y="17340"/>
                    </a:lnTo>
                    <a:lnTo>
                      <a:pt x="7556" y="10525"/>
                    </a:lnTo>
                    <a:lnTo>
                      <a:pt x="0" y="7826"/>
                    </a:lnTo>
                    <a:lnTo>
                      <a:pt x="1215" y="4993"/>
                    </a:lnTo>
                    <a:lnTo>
                      <a:pt x="8703" y="7894"/>
                    </a:lnTo>
                    <a:close/>
                  </a:path>
                </a:pathLst>
              </a:custGeom>
              <a:solidFill>
                <a:srgbClr val="000000"/>
              </a:solidFill>
              <a:ln w="2249" cap="flat">
                <a:noFill/>
                <a:prstDash val="solid"/>
                <a:miter/>
              </a:ln>
            </p:spPr>
            <p:txBody>
              <a:bodyPr rtlCol="0" anchor="ctr"/>
              <a:lstStyle/>
              <a:p>
                <a:endParaRPr lang="en-US"/>
              </a:p>
            </p:txBody>
          </p:sp>
          <p:sp>
            <p:nvSpPr>
              <p:cNvPr id="17956" name="Freeform 17955">
                <a:extLst>
                  <a:ext uri="{FF2B5EF4-FFF2-40B4-BE49-F238E27FC236}">
                    <a16:creationId xmlns:a16="http://schemas.microsoft.com/office/drawing/2014/main" id="{9A3DE8E9-10EF-D6BE-323E-BD71E85C7CF2}"/>
                  </a:ext>
                </a:extLst>
              </p:cNvPr>
              <p:cNvSpPr/>
              <p:nvPr/>
            </p:nvSpPr>
            <p:spPr>
              <a:xfrm>
                <a:off x="5064629" y="3512301"/>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8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1 w 20240"/>
                  <a:gd name="connsiteY11" fmla="*/ 17340 h 19296"/>
                  <a:gd name="connsiteX12" fmla="*/ 7556 w 20240"/>
                  <a:gd name="connsiteY12" fmla="*/ 10525 h 19296"/>
                  <a:gd name="connsiteX13" fmla="*/ 0 w 20240"/>
                  <a:gd name="connsiteY13" fmla="*/ 7826 h 19296"/>
                  <a:gd name="connsiteX14" fmla="*/ 1214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8" y="5060"/>
                    </a:lnTo>
                    <a:lnTo>
                      <a:pt x="20241" y="8029"/>
                    </a:lnTo>
                    <a:lnTo>
                      <a:pt x="12549" y="10525"/>
                    </a:lnTo>
                    <a:lnTo>
                      <a:pt x="17609" y="17677"/>
                    </a:lnTo>
                    <a:lnTo>
                      <a:pt x="14978" y="19296"/>
                    </a:lnTo>
                    <a:lnTo>
                      <a:pt x="9985" y="12009"/>
                    </a:lnTo>
                    <a:lnTo>
                      <a:pt x="4723" y="19161"/>
                    </a:lnTo>
                    <a:lnTo>
                      <a:pt x="2361" y="17340"/>
                    </a:lnTo>
                    <a:lnTo>
                      <a:pt x="7556" y="10525"/>
                    </a:lnTo>
                    <a:lnTo>
                      <a:pt x="0" y="7826"/>
                    </a:lnTo>
                    <a:lnTo>
                      <a:pt x="1214" y="4993"/>
                    </a:lnTo>
                    <a:lnTo>
                      <a:pt x="8703" y="7894"/>
                    </a:lnTo>
                    <a:close/>
                  </a:path>
                </a:pathLst>
              </a:custGeom>
              <a:solidFill>
                <a:srgbClr val="000000"/>
              </a:solidFill>
              <a:ln w="2249" cap="flat">
                <a:noFill/>
                <a:prstDash val="solid"/>
                <a:miter/>
              </a:ln>
            </p:spPr>
            <p:txBody>
              <a:bodyPr rtlCol="0" anchor="ctr"/>
              <a:lstStyle/>
              <a:p>
                <a:endParaRPr lang="en-US"/>
              </a:p>
            </p:txBody>
          </p:sp>
        </p:grpSp>
        <p:grpSp>
          <p:nvGrpSpPr>
            <p:cNvPr id="17964" name="Graphic 4479">
              <a:extLst>
                <a:ext uri="{FF2B5EF4-FFF2-40B4-BE49-F238E27FC236}">
                  <a16:creationId xmlns:a16="http://schemas.microsoft.com/office/drawing/2014/main" id="{DD2804EE-0F5E-7753-EC17-9EADE4E6C141}"/>
                </a:ext>
              </a:extLst>
            </p:cNvPr>
            <p:cNvGrpSpPr/>
            <p:nvPr/>
          </p:nvGrpSpPr>
          <p:grpSpPr>
            <a:xfrm>
              <a:off x="4983099" y="1511194"/>
              <a:ext cx="954520" cy="196624"/>
              <a:chOff x="4940239" y="3433813"/>
              <a:chExt cx="242145" cy="49881"/>
            </a:xfrm>
            <a:solidFill>
              <a:srgbClr val="231F20"/>
            </a:solidFill>
          </p:grpSpPr>
          <p:sp>
            <p:nvSpPr>
              <p:cNvPr id="17965" name="Freeform 17964">
                <a:extLst>
                  <a:ext uri="{FF2B5EF4-FFF2-40B4-BE49-F238E27FC236}">
                    <a16:creationId xmlns:a16="http://schemas.microsoft.com/office/drawing/2014/main" id="{E009F912-C50F-5289-7826-B1C408E7F8E1}"/>
                  </a:ext>
                </a:extLst>
              </p:cNvPr>
              <p:cNvSpPr/>
              <p:nvPr/>
            </p:nvSpPr>
            <p:spPr>
              <a:xfrm>
                <a:off x="4940239" y="3443955"/>
                <a:ext cx="24895" cy="29461"/>
              </a:xfrm>
              <a:custGeom>
                <a:avLst/>
                <a:gdLst>
                  <a:gd name="connsiteX0" fmla="*/ 21163 w 24895"/>
                  <a:gd name="connsiteY0" fmla="*/ 9558 h 29461"/>
                  <a:gd name="connsiteX1" fmla="*/ 18194 w 24895"/>
                  <a:gd name="connsiteY1" fmla="*/ 4678 h 29461"/>
                  <a:gd name="connsiteX2" fmla="*/ 12841 w 24895"/>
                  <a:gd name="connsiteY2" fmla="*/ 2924 h 29461"/>
                  <a:gd name="connsiteX3" fmla="*/ 8569 w 24895"/>
                  <a:gd name="connsiteY3" fmla="*/ 3958 h 29461"/>
                  <a:gd name="connsiteX4" fmla="*/ 5645 w 24895"/>
                  <a:gd name="connsiteY4" fmla="*/ 6679 h 29461"/>
                  <a:gd name="connsiteX5" fmla="*/ 3981 w 24895"/>
                  <a:gd name="connsiteY5" fmla="*/ 10503 h 29461"/>
                  <a:gd name="connsiteX6" fmla="*/ 3441 w 24895"/>
                  <a:gd name="connsiteY6" fmla="*/ 14798 h 29461"/>
                  <a:gd name="connsiteX7" fmla="*/ 3958 w 24895"/>
                  <a:gd name="connsiteY7" fmla="*/ 19116 h 29461"/>
                  <a:gd name="connsiteX8" fmla="*/ 5600 w 24895"/>
                  <a:gd name="connsiteY8" fmla="*/ 22895 h 29461"/>
                  <a:gd name="connsiteX9" fmla="*/ 8524 w 24895"/>
                  <a:gd name="connsiteY9" fmla="*/ 25571 h 29461"/>
                  <a:gd name="connsiteX10" fmla="*/ 12841 w 24895"/>
                  <a:gd name="connsiteY10" fmla="*/ 26560 h 29461"/>
                  <a:gd name="connsiteX11" fmla="*/ 18644 w 24895"/>
                  <a:gd name="connsiteY11" fmla="*/ 24559 h 29461"/>
                  <a:gd name="connsiteX12" fmla="*/ 21433 w 24895"/>
                  <a:gd name="connsiteY12" fmla="*/ 19049 h 29461"/>
                  <a:gd name="connsiteX13" fmla="*/ 24896 w 24895"/>
                  <a:gd name="connsiteY13" fmla="*/ 19049 h 29461"/>
                  <a:gd name="connsiteX14" fmla="*/ 23524 w 24895"/>
                  <a:gd name="connsiteY14" fmla="*/ 23277 h 29461"/>
                  <a:gd name="connsiteX15" fmla="*/ 21095 w 24895"/>
                  <a:gd name="connsiteY15" fmla="*/ 26560 h 29461"/>
                  <a:gd name="connsiteX16" fmla="*/ 17564 w 24895"/>
                  <a:gd name="connsiteY16" fmla="*/ 28697 h 29461"/>
                  <a:gd name="connsiteX17" fmla="*/ 12864 w 24895"/>
                  <a:gd name="connsiteY17" fmla="*/ 29461 h 29461"/>
                  <a:gd name="connsiteX18" fmla="*/ 7084 w 24895"/>
                  <a:gd name="connsiteY18" fmla="*/ 28337 h 29461"/>
                  <a:gd name="connsiteX19" fmla="*/ 3081 w 24895"/>
                  <a:gd name="connsiteY19" fmla="*/ 25233 h 29461"/>
                  <a:gd name="connsiteX20" fmla="*/ 765 w 24895"/>
                  <a:gd name="connsiteY20" fmla="*/ 20556 h 29461"/>
                  <a:gd name="connsiteX21" fmla="*/ 0 w 24895"/>
                  <a:gd name="connsiteY21" fmla="*/ 14776 h 29461"/>
                  <a:gd name="connsiteX22" fmla="*/ 832 w 24895"/>
                  <a:gd name="connsiteY22" fmla="*/ 9198 h 29461"/>
                  <a:gd name="connsiteX23" fmla="*/ 3283 w 24895"/>
                  <a:gd name="connsiteY23" fmla="*/ 4476 h 29461"/>
                  <a:gd name="connsiteX24" fmla="*/ 7309 w 24895"/>
                  <a:gd name="connsiteY24" fmla="*/ 1215 h 29461"/>
                  <a:gd name="connsiteX25" fmla="*/ 12841 w 24895"/>
                  <a:gd name="connsiteY25" fmla="*/ 0 h 29461"/>
                  <a:gd name="connsiteX26" fmla="*/ 20690 w 24895"/>
                  <a:gd name="connsiteY26" fmla="*/ 2316 h 29461"/>
                  <a:gd name="connsiteX27" fmla="*/ 24446 w 24895"/>
                  <a:gd name="connsiteY27" fmla="*/ 9558 h 29461"/>
                  <a:gd name="connsiteX28" fmla="*/ 21163 w 24895"/>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5" h="29461">
                    <a:moveTo>
                      <a:pt x="21163" y="9558"/>
                    </a:moveTo>
                    <a:cubicBezTo>
                      <a:pt x="20578" y="7467"/>
                      <a:pt x="19588" y="5847"/>
                      <a:pt x="18194" y="4678"/>
                    </a:cubicBezTo>
                    <a:cubicBezTo>
                      <a:pt x="16800" y="3508"/>
                      <a:pt x="15001" y="2924"/>
                      <a:pt x="12841" y="2924"/>
                    </a:cubicBezTo>
                    <a:cubicBezTo>
                      <a:pt x="11177" y="2924"/>
                      <a:pt x="9760" y="3261"/>
                      <a:pt x="8569" y="3958"/>
                    </a:cubicBezTo>
                    <a:cubicBezTo>
                      <a:pt x="7377" y="4633"/>
                      <a:pt x="6409" y="5555"/>
                      <a:pt x="5645" y="6679"/>
                    </a:cubicBezTo>
                    <a:cubicBezTo>
                      <a:pt x="4880" y="7804"/>
                      <a:pt x="4341" y="9086"/>
                      <a:pt x="3981" y="10503"/>
                    </a:cubicBezTo>
                    <a:cubicBezTo>
                      <a:pt x="3621" y="11920"/>
                      <a:pt x="3441" y="13359"/>
                      <a:pt x="3441" y="14798"/>
                    </a:cubicBezTo>
                    <a:cubicBezTo>
                      <a:pt x="3441" y="16238"/>
                      <a:pt x="3621" y="17722"/>
                      <a:pt x="3958" y="19116"/>
                    </a:cubicBezTo>
                    <a:cubicBezTo>
                      <a:pt x="4296" y="20511"/>
                      <a:pt x="4858" y="21770"/>
                      <a:pt x="5600" y="22895"/>
                    </a:cubicBezTo>
                    <a:cubicBezTo>
                      <a:pt x="6342" y="24019"/>
                      <a:pt x="7332" y="24896"/>
                      <a:pt x="8524" y="25571"/>
                    </a:cubicBezTo>
                    <a:cubicBezTo>
                      <a:pt x="9715" y="26245"/>
                      <a:pt x="11155" y="26560"/>
                      <a:pt x="12841" y="26560"/>
                    </a:cubicBezTo>
                    <a:cubicBezTo>
                      <a:pt x="15248" y="26560"/>
                      <a:pt x="17182" y="25886"/>
                      <a:pt x="18644" y="24559"/>
                    </a:cubicBezTo>
                    <a:cubicBezTo>
                      <a:pt x="20106" y="23232"/>
                      <a:pt x="21028" y="21388"/>
                      <a:pt x="21433" y="19049"/>
                    </a:cubicBezTo>
                    <a:lnTo>
                      <a:pt x="24896" y="19049"/>
                    </a:lnTo>
                    <a:cubicBezTo>
                      <a:pt x="24604" y="20601"/>
                      <a:pt x="24154" y="22017"/>
                      <a:pt x="23524" y="23277"/>
                    </a:cubicBezTo>
                    <a:cubicBezTo>
                      <a:pt x="22895" y="24559"/>
                      <a:pt x="22085" y="25661"/>
                      <a:pt x="21095" y="26560"/>
                    </a:cubicBezTo>
                    <a:cubicBezTo>
                      <a:pt x="20106" y="27482"/>
                      <a:pt x="18936" y="28180"/>
                      <a:pt x="17564" y="28697"/>
                    </a:cubicBezTo>
                    <a:cubicBezTo>
                      <a:pt x="16192" y="29192"/>
                      <a:pt x="14641" y="29461"/>
                      <a:pt x="12864" y="29461"/>
                    </a:cubicBezTo>
                    <a:cubicBezTo>
                      <a:pt x="10638" y="29461"/>
                      <a:pt x="8703" y="29079"/>
                      <a:pt x="7084" y="28337"/>
                    </a:cubicBezTo>
                    <a:cubicBezTo>
                      <a:pt x="5465" y="27595"/>
                      <a:pt x="4138" y="26538"/>
                      <a:pt x="3081" y="25233"/>
                    </a:cubicBezTo>
                    <a:cubicBezTo>
                      <a:pt x="2047" y="23929"/>
                      <a:pt x="1260" y="22355"/>
                      <a:pt x="765" y="20556"/>
                    </a:cubicBezTo>
                    <a:cubicBezTo>
                      <a:pt x="270" y="18756"/>
                      <a:pt x="0" y="16822"/>
                      <a:pt x="0" y="14776"/>
                    </a:cubicBezTo>
                    <a:cubicBezTo>
                      <a:pt x="0" y="12842"/>
                      <a:pt x="270" y="10975"/>
                      <a:pt x="832" y="9198"/>
                    </a:cubicBezTo>
                    <a:cubicBezTo>
                      <a:pt x="1394" y="7422"/>
                      <a:pt x="2204" y="5847"/>
                      <a:pt x="3283" y="4476"/>
                    </a:cubicBezTo>
                    <a:cubicBezTo>
                      <a:pt x="4363" y="3104"/>
                      <a:pt x="5712" y="2024"/>
                      <a:pt x="7309" y="1215"/>
                    </a:cubicBezTo>
                    <a:cubicBezTo>
                      <a:pt x="8906" y="405"/>
                      <a:pt x="10750" y="0"/>
                      <a:pt x="12841" y="0"/>
                    </a:cubicBezTo>
                    <a:cubicBezTo>
                      <a:pt x="16080" y="0"/>
                      <a:pt x="18689" y="765"/>
                      <a:pt x="20690" y="2316"/>
                    </a:cubicBezTo>
                    <a:cubicBezTo>
                      <a:pt x="22692" y="3868"/>
                      <a:pt x="23929" y="6275"/>
                      <a:pt x="24446" y="9558"/>
                    </a:cubicBezTo>
                    <a:lnTo>
                      <a:pt x="21163" y="9558"/>
                    </a:lnTo>
                    <a:close/>
                  </a:path>
                </a:pathLst>
              </a:custGeom>
              <a:solidFill>
                <a:srgbClr val="231F20"/>
              </a:solidFill>
              <a:ln w="2249" cap="flat">
                <a:noFill/>
                <a:prstDash val="solid"/>
                <a:miter/>
              </a:ln>
            </p:spPr>
            <p:txBody>
              <a:bodyPr rtlCol="0" anchor="ctr"/>
              <a:lstStyle/>
              <a:p>
                <a:endParaRPr lang="en-US"/>
              </a:p>
            </p:txBody>
          </p:sp>
          <p:sp>
            <p:nvSpPr>
              <p:cNvPr id="17966" name="Freeform 17965">
                <a:extLst>
                  <a:ext uri="{FF2B5EF4-FFF2-40B4-BE49-F238E27FC236}">
                    <a16:creationId xmlns:a16="http://schemas.microsoft.com/office/drawing/2014/main" id="{3618E7E6-0863-9AA2-1848-49187305040C}"/>
                  </a:ext>
                </a:extLst>
              </p:cNvPr>
              <p:cNvSpPr/>
              <p:nvPr/>
            </p:nvSpPr>
            <p:spPr>
              <a:xfrm>
                <a:off x="4969767" y="3443955"/>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4 w 25908"/>
                  <a:gd name="connsiteY3" fmla="*/ 21185 h 29483"/>
                  <a:gd name="connsiteX4" fmla="*/ 0 w 25908"/>
                  <a:gd name="connsiteY4" fmla="*/ 14753 h 29483"/>
                  <a:gd name="connsiteX5" fmla="*/ 810 w 25908"/>
                  <a:gd name="connsiteY5" fmla="*/ 8996 h 29483"/>
                  <a:gd name="connsiteX6" fmla="*/ 3238 w 25908"/>
                  <a:gd name="connsiteY6" fmla="*/ 4318 h 29483"/>
                  <a:gd name="connsiteX7" fmla="*/ 7287 w 25908"/>
                  <a:gd name="connsiteY7" fmla="*/ 1170 h 29483"/>
                  <a:gd name="connsiteX8" fmla="*/ 12954 w 25908"/>
                  <a:gd name="connsiteY8" fmla="*/ 0 h 29483"/>
                  <a:gd name="connsiteX9" fmla="*/ 18666 w 25908"/>
                  <a:gd name="connsiteY9" fmla="*/ 1170 h 29483"/>
                  <a:gd name="connsiteX10" fmla="*/ 22714 w 25908"/>
                  <a:gd name="connsiteY10" fmla="*/ 4296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67 w 25908"/>
                  <a:gd name="connsiteY17" fmla="*/ 14753 h 29483"/>
                  <a:gd name="connsiteX18" fmla="*/ 21927 w 25908"/>
                  <a:gd name="connsiteY18" fmla="*/ 10120 h 29483"/>
                  <a:gd name="connsiteX19" fmla="*/ 20263 w 25908"/>
                  <a:gd name="connsiteY19" fmla="*/ 6365 h 29483"/>
                  <a:gd name="connsiteX20" fmla="*/ 17339 w 25908"/>
                  <a:gd name="connsiteY20" fmla="*/ 3846 h 29483"/>
                  <a:gd name="connsiteX21" fmla="*/ 12977 w 25908"/>
                  <a:gd name="connsiteY21" fmla="*/ 2924 h 29483"/>
                  <a:gd name="connsiteX22" fmla="*/ 8636 w 25908"/>
                  <a:gd name="connsiteY22" fmla="*/ 3913 h 29483"/>
                  <a:gd name="connsiteX23" fmla="*/ 5690 w 25908"/>
                  <a:gd name="connsiteY23" fmla="*/ 6567 h 29483"/>
                  <a:gd name="connsiteX24" fmla="*/ 4026 w 25908"/>
                  <a:gd name="connsiteY24" fmla="*/ 10345 h 29483"/>
                  <a:gd name="connsiteX25" fmla="*/ 3486 w 25908"/>
                  <a:gd name="connsiteY25" fmla="*/ 14753 h 29483"/>
                  <a:gd name="connsiteX26" fmla="*/ 4115 w 25908"/>
                  <a:gd name="connsiteY26" fmla="*/ 19521 h 29483"/>
                  <a:gd name="connsiteX27" fmla="*/ 5915 w 25908"/>
                  <a:gd name="connsiteY27" fmla="*/ 23277 h 29483"/>
                  <a:gd name="connsiteX28" fmla="*/ 8883 w 25908"/>
                  <a:gd name="connsiteY28" fmla="*/ 25706 h 29483"/>
                  <a:gd name="connsiteX29" fmla="*/ 12977 w 25908"/>
                  <a:gd name="connsiteY29" fmla="*/ 26560 h 29483"/>
                  <a:gd name="connsiteX30" fmla="*/ 17317 w 25908"/>
                  <a:gd name="connsiteY30" fmla="*/ 25571 h 29483"/>
                  <a:gd name="connsiteX31" fmla="*/ 20263 w 25908"/>
                  <a:gd name="connsiteY31" fmla="*/ 22895 h 29483"/>
                  <a:gd name="connsiteX32" fmla="*/ 21927 w 25908"/>
                  <a:gd name="connsiteY32" fmla="*/ 19116 h 29483"/>
                  <a:gd name="connsiteX33" fmla="*/ 22467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4" y="21185"/>
                    </a:cubicBezTo>
                    <a:cubicBezTo>
                      <a:pt x="360" y="19341"/>
                      <a:pt x="0" y="17205"/>
                      <a:pt x="0" y="14753"/>
                    </a:cubicBezTo>
                    <a:cubicBezTo>
                      <a:pt x="0" y="12707"/>
                      <a:pt x="270" y="10795"/>
                      <a:pt x="810" y="8996"/>
                    </a:cubicBezTo>
                    <a:cubicBezTo>
                      <a:pt x="1349" y="7219"/>
                      <a:pt x="2159" y="5667"/>
                      <a:pt x="3238" y="4318"/>
                    </a:cubicBezTo>
                    <a:cubicBezTo>
                      <a:pt x="4318" y="2969"/>
                      <a:pt x="5667" y="1934"/>
                      <a:pt x="7287" y="1170"/>
                    </a:cubicBezTo>
                    <a:cubicBezTo>
                      <a:pt x="8906" y="405"/>
                      <a:pt x="10795" y="0"/>
                      <a:pt x="12954" y="0"/>
                    </a:cubicBezTo>
                    <a:cubicBezTo>
                      <a:pt x="15113" y="0"/>
                      <a:pt x="17047" y="382"/>
                      <a:pt x="18666" y="1170"/>
                    </a:cubicBezTo>
                    <a:cubicBezTo>
                      <a:pt x="20286" y="1934"/>
                      <a:pt x="21635" y="2991"/>
                      <a:pt x="22714" y="4296"/>
                    </a:cubicBezTo>
                    <a:cubicBezTo>
                      <a:pt x="23794" y="5600"/>
                      <a:pt x="24603" y="7174"/>
                      <a:pt x="25121" y="8973"/>
                    </a:cubicBezTo>
                    <a:cubicBezTo>
                      <a:pt x="25638" y="10773"/>
                      <a:pt x="25908" y="12707"/>
                      <a:pt x="25908" y="14753"/>
                    </a:cubicBezTo>
                    <a:cubicBezTo>
                      <a:pt x="25908" y="16980"/>
                      <a:pt x="25593" y="19004"/>
                      <a:pt x="24986" y="20803"/>
                    </a:cubicBezTo>
                    <a:cubicBezTo>
                      <a:pt x="24379" y="22602"/>
                      <a:pt x="23502" y="24154"/>
                      <a:pt x="22377" y="25436"/>
                    </a:cubicBezTo>
                    <a:cubicBezTo>
                      <a:pt x="21253" y="26718"/>
                      <a:pt x="19881" y="27730"/>
                      <a:pt x="18284" y="28427"/>
                    </a:cubicBezTo>
                    <a:cubicBezTo>
                      <a:pt x="16687" y="29124"/>
                      <a:pt x="14911" y="29484"/>
                      <a:pt x="12977" y="29484"/>
                    </a:cubicBezTo>
                    <a:close/>
                    <a:moveTo>
                      <a:pt x="22467" y="14753"/>
                    </a:moveTo>
                    <a:cubicBezTo>
                      <a:pt x="22467" y="13089"/>
                      <a:pt x="22287" y="11560"/>
                      <a:pt x="21927" y="10120"/>
                    </a:cubicBezTo>
                    <a:cubicBezTo>
                      <a:pt x="21567" y="8681"/>
                      <a:pt x="21005" y="7422"/>
                      <a:pt x="20263" y="6365"/>
                    </a:cubicBezTo>
                    <a:cubicBezTo>
                      <a:pt x="19499" y="5308"/>
                      <a:pt x="18531" y="4476"/>
                      <a:pt x="17339" y="3846"/>
                    </a:cubicBezTo>
                    <a:cubicBezTo>
                      <a:pt x="16148" y="3239"/>
                      <a:pt x="14686" y="2924"/>
                      <a:pt x="12977" y="2924"/>
                    </a:cubicBezTo>
                    <a:cubicBezTo>
                      <a:pt x="11267" y="2924"/>
                      <a:pt x="9828" y="3261"/>
                      <a:pt x="8636" y="3913"/>
                    </a:cubicBezTo>
                    <a:cubicBezTo>
                      <a:pt x="7422" y="4588"/>
                      <a:pt x="6454" y="5465"/>
                      <a:pt x="5690" y="6567"/>
                    </a:cubicBezTo>
                    <a:cubicBezTo>
                      <a:pt x="4925" y="7669"/>
                      <a:pt x="4385" y="8928"/>
                      <a:pt x="4026" y="10345"/>
                    </a:cubicBezTo>
                    <a:cubicBezTo>
                      <a:pt x="3666" y="11762"/>
                      <a:pt x="3486" y="13224"/>
                      <a:pt x="3486" y="14753"/>
                    </a:cubicBezTo>
                    <a:cubicBezTo>
                      <a:pt x="3486" y="16485"/>
                      <a:pt x="3688" y="18082"/>
                      <a:pt x="4115" y="19521"/>
                    </a:cubicBezTo>
                    <a:cubicBezTo>
                      <a:pt x="4520" y="20983"/>
                      <a:pt x="5128" y="22220"/>
                      <a:pt x="5915" y="23277"/>
                    </a:cubicBezTo>
                    <a:cubicBezTo>
                      <a:pt x="6702" y="24334"/>
                      <a:pt x="7692" y="25121"/>
                      <a:pt x="8883" y="25706"/>
                    </a:cubicBezTo>
                    <a:cubicBezTo>
                      <a:pt x="10075" y="26290"/>
                      <a:pt x="11447" y="26560"/>
                      <a:pt x="12977" y="26560"/>
                    </a:cubicBezTo>
                    <a:cubicBezTo>
                      <a:pt x="14663" y="26560"/>
                      <a:pt x="16125" y="26223"/>
                      <a:pt x="17317" y="25571"/>
                    </a:cubicBezTo>
                    <a:cubicBezTo>
                      <a:pt x="18531" y="24896"/>
                      <a:pt x="19499" y="24019"/>
                      <a:pt x="20263" y="22895"/>
                    </a:cubicBezTo>
                    <a:cubicBezTo>
                      <a:pt x="21028" y="21770"/>
                      <a:pt x="21567" y="20511"/>
                      <a:pt x="21927" y="19116"/>
                    </a:cubicBezTo>
                    <a:cubicBezTo>
                      <a:pt x="22287" y="17722"/>
                      <a:pt x="22467" y="16260"/>
                      <a:pt x="22467" y="14753"/>
                    </a:cubicBezTo>
                    <a:close/>
                  </a:path>
                </a:pathLst>
              </a:custGeom>
              <a:solidFill>
                <a:srgbClr val="231F20"/>
              </a:solidFill>
              <a:ln w="2249" cap="flat">
                <a:noFill/>
                <a:prstDash val="solid"/>
                <a:miter/>
              </a:ln>
            </p:spPr>
            <p:txBody>
              <a:bodyPr rtlCol="0" anchor="ctr"/>
              <a:lstStyle/>
              <a:p>
                <a:endParaRPr lang="en-US"/>
              </a:p>
            </p:txBody>
          </p:sp>
          <p:sp>
            <p:nvSpPr>
              <p:cNvPr id="17967" name="Freeform 17966">
                <a:extLst>
                  <a:ext uri="{FF2B5EF4-FFF2-40B4-BE49-F238E27FC236}">
                    <a16:creationId xmlns:a16="http://schemas.microsoft.com/office/drawing/2014/main" id="{424ECA88-F824-063A-93D9-8A21496BC4BC}"/>
                  </a:ext>
                </a:extLst>
              </p:cNvPr>
              <p:cNvSpPr/>
              <p:nvPr/>
            </p:nvSpPr>
            <p:spPr>
              <a:xfrm>
                <a:off x="5001185" y="3443978"/>
                <a:ext cx="38007" cy="28764"/>
              </a:xfrm>
              <a:custGeom>
                <a:avLst/>
                <a:gdLst>
                  <a:gd name="connsiteX0" fmla="*/ 3239 w 38007"/>
                  <a:gd name="connsiteY0" fmla="*/ 28697 h 28764"/>
                  <a:gd name="connsiteX1" fmla="*/ 0 w 38007"/>
                  <a:gd name="connsiteY1" fmla="*/ 28697 h 28764"/>
                  <a:gd name="connsiteX2" fmla="*/ 0 w 38007"/>
                  <a:gd name="connsiteY2" fmla="*/ 742 h 28764"/>
                  <a:gd name="connsiteX3" fmla="*/ 3239 w 38007"/>
                  <a:gd name="connsiteY3" fmla="*/ 742 h 28764"/>
                  <a:gd name="connsiteX4" fmla="*/ 3239 w 38007"/>
                  <a:gd name="connsiteY4" fmla="*/ 4948 h 28764"/>
                  <a:gd name="connsiteX5" fmla="*/ 3351 w 38007"/>
                  <a:gd name="connsiteY5" fmla="*/ 4948 h 28764"/>
                  <a:gd name="connsiteX6" fmla="*/ 6904 w 38007"/>
                  <a:gd name="connsiteY6" fmla="*/ 1259 h 28764"/>
                  <a:gd name="connsiteX7" fmla="*/ 11987 w 38007"/>
                  <a:gd name="connsiteY7" fmla="*/ 0 h 28764"/>
                  <a:gd name="connsiteX8" fmla="*/ 15271 w 38007"/>
                  <a:gd name="connsiteY8" fmla="*/ 427 h 28764"/>
                  <a:gd name="connsiteX9" fmla="*/ 17564 w 38007"/>
                  <a:gd name="connsiteY9" fmla="*/ 1597 h 28764"/>
                  <a:gd name="connsiteX10" fmla="*/ 19139 w 38007"/>
                  <a:gd name="connsiteY10" fmla="*/ 3306 h 28764"/>
                  <a:gd name="connsiteX11" fmla="*/ 20196 w 38007"/>
                  <a:gd name="connsiteY11" fmla="*/ 5420 h 28764"/>
                  <a:gd name="connsiteX12" fmla="*/ 23951 w 38007"/>
                  <a:gd name="connsiteY12" fmla="*/ 1349 h 28764"/>
                  <a:gd name="connsiteX13" fmla="*/ 29327 w 38007"/>
                  <a:gd name="connsiteY13" fmla="*/ 23 h 28764"/>
                  <a:gd name="connsiteX14" fmla="*/ 33892 w 38007"/>
                  <a:gd name="connsiteY14" fmla="*/ 967 h 28764"/>
                  <a:gd name="connsiteX15" fmla="*/ 36501 w 38007"/>
                  <a:gd name="connsiteY15" fmla="*/ 3441 h 28764"/>
                  <a:gd name="connsiteX16" fmla="*/ 37715 w 38007"/>
                  <a:gd name="connsiteY16" fmla="*/ 6972 h 28764"/>
                  <a:gd name="connsiteX17" fmla="*/ 38007 w 38007"/>
                  <a:gd name="connsiteY17" fmla="*/ 11065 h 28764"/>
                  <a:gd name="connsiteX18" fmla="*/ 38007 w 38007"/>
                  <a:gd name="connsiteY18" fmla="*/ 28719 h 28764"/>
                  <a:gd name="connsiteX19" fmla="*/ 34769 w 38007"/>
                  <a:gd name="connsiteY19" fmla="*/ 28719 h 28764"/>
                  <a:gd name="connsiteX20" fmla="*/ 34769 w 38007"/>
                  <a:gd name="connsiteY20" fmla="*/ 9401 h 28764"/>
                  <a:gd name="connsiteX21" fmla="*/ 33510 w 38007"/>
                  <a:gd name="connsiteY21" fmla="*/ 4655 h 28764"/>
                  <a:gd name="connsiteX22" fmla="*/ 28787 w 38007"/>
                  <a:gd name="connsiteY22" fmla="*/ 2924 h 28764"/>
                  <a:gd name="connsiteX23" fmla="*/ 25368 w 38007"/>
                  <a:gd name="connsiteY23" fmla="*/ 3711 h 28764"/>
                  <a:gd name="connsiteX24" fmla="*/ 22490 w 38007"/>
                  <a:gd name="connsiteY24" fmla="*/ 6117 h 28764"/>
                  <a:gd name="connsiteX25" fmla="*/ 21590 w 38007"/>
                  <a:gd name="connsiteY25" fmla="*/ 7759 h 28764"/>
                  <a:gd name="connsiteX26" fmla="*/ 21028 w 38007"/>
                  <a:gd name="connsiteY26" fmla="*/ 9738 h 28764"/>
                  <a:gd name="connsiteX27" fmla="*/ 20735 w 38007"/>
                  <a:gd name="connsiteY27" fmla="*/ 11785 h 28764"/>
                  <a:gd name="connsiteX28" fmla="*/ 20646 w 38007"/>
                  <a:gd name="connsiteY28" fmla="*/ 13674 h 28764"/>
                  <a:gd name="connsiteX29" fmla="*/ 20646 w 38007"/>
                  <a:gd name="connsiteY29" fmla="*/ 28742 h 28764"/>
                  <a:gd name="connsiteX30" fmla="*/ 17407 w 38007"/>
                  <a:gd name="connsiteY30" fmla="*/ 28742 h 28764"/>
                  <a:gd name="connsiteX31" fmla="*/ 17407 w 38007"/>
                  <a:gd name="connsiteY31" fmla="*/ 9423 h 28764"/>
                  <a:gd name="connsiteX32" fmla="*/ 16148 w 38007"/>
                  <a:gd name="connsiteY32" fmla="*/ 4678 h 28764"/>
                  <a:gd name="connsiteX33" fmla="*/ 11425 w 38007"/>
                  <a:gd name="connsiteY33" fmla="*/ 2946 h 28764"/>
                  <a:gd name="connsiteX34" fmla="*/ 8006 w 38007"/>
                  <a:gd name="connsiteY34" fmla="*/ 3733 h 28764"/>
                  <a:gd name="connsiteX35" fmla="*/ 5128 w 38007"/>
                  <a:gd name="connsiteY35" fmla="*/ 6140 h 28764"/>
                  <a:gd name="connsiteX36" fmla="*/ 4228 w 38007"/>
                  <a:gd name="connsiteY36" fmla="*/ 7781 h 28764"/>
                  <a:gd name="connsiteX37" fmla="*/ 3666 w 38007"/>
                  <a:gd name="connsiteY37" fmla="*/ 9761 h 28764"/>
                  <a:gd name="connsiteX38" fmla="*/ 3373 w 38007"/>
                  <a:gd name="connsiteY38" fmla="*/ 11807 h 28764"/>
                  <a:gd name="connsiteX39" fmla="*/ 3284 w 38007"/>
                  <a:gd name="connsiteY39" fmla="*/ 13696 h 28764"/>
                  <a:gd name="connsiteX40" fmla="*/ 3284 w 38007"/>
                  <a:gd name="connsiteY40" fmla="*/ 28764 h 28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38007" h="28764">
                    <a:moveTo>
                      <a:pt x="3239" y="28697"/>
                    </a:moveTo>
                    <a:lnTo>
                      <a:pt x="0" y="28697"/>
                    </a:lnTo>
                    <a:lnTo>
                      <a:pt x="0" y="742"/>
                    </a:lnTo>
                    <a:lnTo>
                      <a:pt x="3239" y="742"/>
                    </a:lnTo>
                    <a:lnTo>
                      <a:pt x="3239" y="4948"/>
                    </a:lnTo>
                    <a:lnTo>
                      <a:pt x="3351" y="4948"/>
                    </a:lnTo>
                    <a:cubicBezTo>
                      <a:pt x="4183" y="3329"/>
                      <a:pt x="5375" y="2092"/>
                      <a:pt x="6904" y="1259"/>
                    </a:cubicBezTo>
                    <a:cubicBezTo>
                      <a:pt x="8434" y="427"/>
                      <a:pt x="10143" y="0"/>
                      <a:pt x="11987" y="0"/>
                    </a:cubicBezTo>
                    <a:cubicBezTo>
                      <a:pt x="13291" y="0"/>
                      <a:pt x="14371" y="135"/>
                      <a:pt x="15271" y="427"/>
                    </a:cubicBezTo>
                    <a:cubicBezTo>
                      <a:pt x="16170" y="720"/>
                      <a:pt x="16935" y="1102"/>
                      <a:pt x="17564" y="1597"/>
                    </a:cubicBezTo>
                    <a:cubicBezTo>
                      <a:pt x="18194" y="2092"/>
                      <a:pt x="18711" y="2654"/>
                      <a:pt x="19139" y="3306"/>
                    </a:cubicBezTo>
                    <a:cubicBezTo>
                      <a:pt x="19544" y="3958"/>
                      <a:pt x="19903" y="4655"/>
                      <a:pt x="20196" y="5420"/>
                    </a:cubicBezTo>
                    <a:cubicBezTo>
                      <a:pt x="21140" y="3576"/>
                      <a:pt x="22377" y="2226"/>
                      <a:pt x="23951" y="1349"/>
                    </a:cubicBezTo>
                    <a:cubicBezTo>
                      <a:pt x="25526" y="472"/>
                      <a:pt x="27302" y="23"/>
                      <a:pt x="29327" y="23"/>
                    </a:cubicBezTo>
                    <a:cubicBezTo>
                      <a:pt x="31238" y="23"/>
                      <a:pt x="32745" y="337"/>
                      <a:pt x="33892" y="967"/>
                    </a:cubicBezTo>
                    <a:cubicBezTo>
                      <a:pt x="35016" y="1597"/>
                      <a:pt x="35894" y="2429"/>
                      <a:pt x="36501" y="3441"/>
                    </a:cubicBezTo>
                    <a:cubicBezTo>
                      <a:pt x="37108" y="4453"/>
                      <a:pt x="37513" y="5645"/>
                      <a:pt x="37715" y="6972"/>
                    </a:cubicBezTo>
                    <a:cubicBezTo>
                      <a:pt x="37917" y="8299"/>
                      <a:pt x="38007" y="9670"/>
                      <a:pt x="38007" y="11065"/>
                    </a:cubicBezTo>
                    <a:lnTo>
                      <a:pt x="38007" y="28719"/>
                    </a:lnTo>
                    <a:lnTo>
                      <a:pt x="34769" y="28719"/>
                    </a:lnTo>
                    <a:lnTo>
                      <a:pt x="34769" y="9401"/>
                    </a:lnTo>
                    <a:cubicBezTo>
                      <a:pt x="34769" y="7377"/>
                      <a:pt x="34342" y="5802"/>
                      <a:pt x="33510" y="4655"/>
                    </a:cubicBezTo>
                    <a:cubicBezTo>
                      <a:pt x="32655" y="3508"/>
                      <a:pt x="31081" y="2924"/>
                      <a:pt x="28787" y="2924"/>
                    </a:cubicBezTo>
                    <a:cubicBezTo>
                      <a:pt x="27595" y="2924"/>
                      <a:pt x="26448" y="3194"/>
                      <a:pt x="25368" y="3711"/>
                    </a:cubicBezTo>
                    <a:cubicBezTo>
                      <a:pt x="24266" y="4228"/>
                      <a:pt x="23299" y="5038"/>
                      <a:pt x="22490" y="6117"/>
                    </a:cubicBezTo>
                    <a:cubicBezTo>
                      <a:pt x="22130" y="6589"/>
                      <a:pt x="21838" y="7129"/>
                      <a:pt x="21590" y="7759"/>
                    </a:cubicBezTo>
                    <a:cubicBezTo>
                      <a:pt x="21365" y="8389"/>
                      <a:pt x="21163" y="9041"/>
                      <a:pt x="21028" y="9738"/>
                    </a:cubicBezTo>
                    <a:cubicBezTo>
                      <a:pt x="20893" y="10413"/>
                      <a:pt x="20780" y="11110"/>
                      <a:pt x="20735" y="11785"/>
                    </a:cubicBezTo>
                    <a:cubicBezTo>
                      <a:pt x="20691" y="12459"/>
                      <a:pt x="20646" y="13089"/>
                      <a:pt x="20646" y="13674"/>
                    </a:cubicBezTo>
                    <a:lnTo>
                      <a:pt x="20646" y="28742"/>
                    </a:lnTo>
                    <a:lnTo>
                      <a:pt x="17407" y="28742"/>
                    </a:lnTo>
                    <a:lnTo>
                      <a:pt x="17407" y="9423"/>
                    </a:lnTo>
                    <a:cubicBezTo>
                      <a:pt x="17407" y="7399"/>
                      <a:pt x="16980" y="5825"/>
                      <a:pt x="16148" y="4678"/>
                    </a:cubicBezTo>
                    <a:cubicBezTo>
                      <a:pt x="15293" y="3531"/>
                      <a:pt x="13719" y="2946"/>
                      <a:pt x="11425" y="2946"/>
                    </a:cubicBezTo>
                    <a:cubicBezTo>
                      <a:pt x="10233" y="2946"/>
                      <a:pt x="9086" y="3216"/>
                      <a:pt x="8006" y="3733"/>
                    </a:cubicBezTo>
                    <a:cubicBezTo>
                      <a:pt x="6904" y="4251"/>
                      <a:pt x="5937" y="5060"/>
                      <a:pt x="5128" y="6140"/>
                    </a:cubicBezTo>
                    <a:cubicBezTo>
                      <a:pt x="4768" y="6612"/>
                      <a:pt x="4475" y="7152"/>
                      <a:pt x="4228" y="7781"/>
                    </a:cubicBezTo>
                    <a:cubicBezTo>
                      <a:pt x="4003" y="8411"/>
                      <a:pt x="3801" y="9063"/>
                      <a:pt x="3666" y="9761"/>
                    </a:cubicBezTo>
                    <a:cubicBezTo>
                      <a:pt x="3531" y="10435"/>
                      <a:pt x="3418" y="11132"/>
                      <a:pt x="3373" y="11807"/>
                    </a:cubicBezTo>
                    <a:cubicBezTo>
                      <a:pt x="3328" y="12482"/>
                      <a:pt x="3284" y="13111"/>
                      <a:pt x="3284" y="13696"/>
                    </a:cubicBezTo>
                    <a:lnTo>
                      <a:pt x="3284" y="28764"/>
                    </a:lnTo>
                    <a:close/>
                  </a:path>
                </a:pathLst>
              </a:custGeom>
              <a:solidFill>
                <a:srgbClr val="231F20"/>
              </a:solidFill>
              <a:ln w="2249" cap="flat">
                <a:noFill/>
                <a:prstDash val="solid"/>
                <a:miter/>
              </a:ln>
            </p:spPr>
            <p:txBody>
              <a:bodyPr rtlCol="0" anchor="ctr"/>
              <a:lstStyle/>
              <a:p>
                <a:endParaRPr lang="en-US"/>
              </a:p>
            </p:txBody>
          </p:sp>
          <p:sp>
            <p:nvSpPr>
              <p:cNvPr id="17968" name="Freeform 17967">
                <a:extLst>
                  <a:ext uri="{FF2B5EF4-FFF2-40B4-BE49-F238E27FC236}">
                    <a16:creationId xmlns:a16="http://schemas.microsoft.com/office/drawing/2014/main" id="{F500F46C-3D79-D8E0-CCE8-FE5F06A6A0F6}"/>
                  </a:ext>
                </a:extLst>
              </p:cNvPr>
              <p:cNvSpPr/>
              <p:nvPr/>
            </p:nvSpPr>
            <p:spPr>
              <a:xfrm>
                <a:off x="5046952" y="3443955"/>
                <a:ext cx="25683" cy="39739"/>
              </a:xfrm>
              <a:custGeom>
                <a:avLst/>
                <a:gdLst>
                  <a:gd name="connsiteX0" fmla="*/ 3239 w 25683"/>
                  <a:gd name="connsiteY0" fmla="*/ 39739 h 39739"/>
                  <a:gd name="connsiteX1" fmla="*/ 0 w 25683"/>
                  <a:gd name="connsiteY1" fmla="*/ 39739 h 39739"/>
                  <a:gd name="connsiteX2" fmla="*/ 0 w 25683"/>
                  <a:gd name="connsiteY2" fmla="*/ 765 h 39739"/>
                  <a:gd name="connsiteX3" fmla="*/ 3239 w 25683"/>
                  <a:gd name="connsiteY3" fmla="*/ 765 h 39739"/>
                  <a:gd name="connsiteX4" fmla="*/ 3239 w 25683"/>
                  <a:gd name="connsiteY4" fmla="*/ 5667 h 39739"/>
                  <a:gd name="connsiteX5" fmla="*/ 3351 w 25683"/>
                  <a:gd name="connsiteY5" fmla="*/ 5667 h 39739"/>
                  <a:gd name="connsiteX6" fmla="*/ 5150 w 25683"/>
                  <a:gd name="connsiteY6" fmla="*/ 3239 h 39739"/>
                  <a:gd name="connsiteX7" fmla="*/ 7579 w 25683"/>
                  <a:gd name="connsiteY7" fmla="*/ 1462 h 39739"/>
                  <a:gd name="connsiteX8" fmla="*/ 10300 w 25683"/>
                  <a:gd name="connsiteY8" fmla="*/ 382 h 39739"/>
                  <a:gd name="connsiteX9" fmla="*/ 13044 w 25683"/>
                  <a:gd name="connsiteY9" fmla="*/ 0 h 39739"/>
                  <a:gd name="connsiteX10" fmla="*/ 18824 w 25683"/>
                  <a:gd name="connsiteY10" fmla="*/ 1124 h 39739"/>
                  <a:gd name="connsiteX11" fmla="*/ 22737 w 25683"/>
                  <a:gd name="connsiteY11" fmla="*/ 4228 h 39739"/>
                  <a:gd name="connsiteX12" fmla="*/ 24986 w 25683"/>
                  <a:gd name="connsiteY12" fmla="*/ 8906 h 39739"/>
                  <a:gd name="connsiteX13" fmla="*/ 25683 w 25683"/>
                  <a:gd name="connsiteY13" fmla="*/ 14686 h 39739"/>
                  <a:gd name="connsiteX14" fmla="*/ 24919 w 25683"/>
                  <a:gd name="connsiteY14" fmla="*/ 20308 h 39739"/>
                  <a:gd name="connsiteX15" fmla="*/ 22625 w 25683"/>
                  <a:gd name="connsiteY15" fmla="*/ 25031 h 39739"/>
                  <a:gd name="connsiteX16" fmla="*/ 18734 w 25683"/>
                  <a:gd name="connsiteY16" fmla="*/ 28269 h 39739"/>
                  <a:gd name="connsiteX17" fmla="*/ 13201 w 25683"/>
                  <a:gd name="connsiteY17" fmla="*/ 29484 h 39739"/>
                  <a:gd name="connsiteX18" fmla="*/ 7512 w 25683"/>
                  <a:gd name="connsiteY18" fmla="*/ 28157 h 39739"/>
                  <a:gd name="connsiteX19" fmla="*/ 3216 w 25683"/>
                  <a:gd name="connsiteY19" fmla="*/ 24244 h 39739"/>
                  <a:gd name="connsiteX20" fmla="*/ 3216 w 25683"/>
                  <a:gd name="connsiteY20" fmla="*/ 39739 h 39739"/>
                  <a:gd name="connsiteX21" fmla="*/ 3239 w 25683"/>
                  <a:gd name="connsiteY21" fmla="*/ 14843 h 39739"/>
                  <a:gd name="connsiteX22" fmla="*/ 3891 w 25683"/>
                  <a:gd name="connsiteY22" fmla="*/ 19341 h 39739"/>
                  <a:gd name="connsiteX23" fmla="*/ 5757 w 25683"/>
                  <a:gd name="connsiteY23" fmla="*/ 23074 h 39739"/>
                  <a:gd name="connsiteX24" fmla="*/ 8726 w 25683"/>
                  <a:gd name="connsiteY24" fmla="*/ 25616 h 39739"/>
                  <a:gd name="connsiteX25" fmla="*/ 12684 w 25683"/>
                  <a:gd name="connsiteY25" fmla="*/ 26560 h 39739"/>
                  <a:gd name="connsiteX26" fmla="*/ 17025 w 25683"/>
                  <a:gd name="connsiteY26" fmla="*/ 25571 h 39739"/>
                  <a:gd name="connsiteX27" fmla="*/ 20083 w 25683"/>
                  <a:gd name="connsiteY27" fmla="*/ 22849 h 39739"/>
                  <a:gd name="connsiteX28" fmla="*/ 21815 w 25683"/>
                  <a:gd name="connsiteY28" fmla="*/ 18824 h 39739"/>
                  <a:gd name="connsiteX29" fmla="*/ 22242 w 25683"/>
                  <a:gd name="connsiteY29" fmla="*/ 13876 h 39739"/>
                  <a:gd name="connsiteX30" fmla="*/ 21523 w 25683"/>
                  <a:gd name="connsiteY30" fmla="*/ 9198 h 39739"/>
                  <a:gd name="connsiteX31" fmla="*/ 19499 w 25683"/>
                  <a:gd name="connsiteY31" fmla="*/ 5780 h 39739"/>
                  <a:gd name="connsiteX32" fmla="*/ 16485 w 25683"/>
                  <a:gd name="connsiteY32" fmla="*/ 3643 h 39739"/>
                  <a:gd name="connsiteX33" fmla="*/ 12707 w 25683"/>
                  <a:gd name="connsiteY33" fmla="*/ 2924 h 39739"/>
                  <a:gd name="connsiteX34" fmla="*/ 8659 w 25683"/>
                  <a:gd name="connsiteY34" fmla="*/ 3846 h 39739"/>
                  <a:gd name="connsiteX35" fmla="*/ 5690 w 25683"/>
                  <a:gd name="connsiteY35" fmla="*/ 6365 h 39739"/>
                  <a:gd name="connsiteX36" fmla="*/ 3891 w 25683"/>
                  <a:gd name="connsiteY36" fmla="*/ 10143 h 39739"/>
                  <a:gd name="connsiteX37" fmla="*/ 3261 w 25683"/>
                  <a:gd name="connsiteY37" fmla="*/ 14866 h 39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683" h="39739">
                    <a:moveTo>
                      <a:pt x="3239" y="39739"/>
                    </a:moveTo>
                    <a:lnTo>
                      <a:pt x="0" y="39739"/>
                    </a:lnTo>
                    <a:lnTo>
                      <a:pt x="0" y="765"/>
                    </a:lnTo>
                    <a:lnTo>
                      <a:pt x="3239" y="765"/>
                    </a:lnTo>
                    <a:lnTo>
                      <a:pt x="3239" y="5667"/>
                    </a:lnTo>
                    <a:lnTo>
                      <a:pt x="3351" y="5667"/>
                    </a:lnTo>
                    <a:cubicBezTo>
                      <a:pt x="3823" y="4768"/>
                      <a:pt x="4431" y="3958"/>
                      <a:pt x="5150" y="3239"/>
                    </a:cubicBezTo>
                    <a:cubicBezTo>
                      <a:pt x="5892" y="2519"/>
                      <a:pt x="6702" y="1934"/>
                      <a:pt x="7579" y="1462"/>
                    </a:cubicBezTo>
                    <a:cubicBezTo>
                      <a:pt x="8456" y="990"/>
                      <a:pt x="9378" y="630"/>
                      <a:pt x="10300" y="382"/>
                    </a:cubicBezTo>
                    <a:cubicBezTo>
                      <a:pt x="11245" y="135"/>
                      <a:pt x="12144" y="0"/>
                      <a:pt x="13044" y="0"/>
                    </a:cubicBezTo>
                    <a:cubicBezTo>
                      <a:pt x="15316" y="0"/>
                      <a:pt x="17227" y="382"/>
                      <a:pt x="18824" y="1124"/>
                    </a:cubicBezTo>
                    <a:cubicBezTo>
                      <a:pt x="20421" y="1867"/>
                      <a:pt x="21703" y="2924"/>
                      <a:pt x="22737" y="4228"/>
                    </a:cubicBezTo>
                    <a:cubicBezTo>
                      <a:pt x="23772" y="5532"/>
                      <a:pt x="24514" y="7107"/>
                      <a:pt x="24986" y="8906"/>
                    </a:cubicBezTo>
                    <a:cubicBezTo>
                      <a:pt x="25458" y="10705"/>
                      <a:pt x="25683" y="12639"/>
                      <a:pt x="25683" y="14686"/>
                    </a:cubicBezTo>
                    <a:cubicBezTo>
                      <a:pt x="25683" y="16620"/>
                      <a:pt x="25436" y="18509"/>
                      <a:pt x="24919" y="20308"/>
                    </a:cubicBezTo>
                    <a:cubicBezTo>
                      <a:pt x="24424" y="22107"/>
                      <a:pt x="23659" y="23682"/>
                      <a:pt x="22625" y="25031"/>
                    </a:cubicBezTo>
                    <a:cubicBezTo>
                      <a:pt x="21590" y="26380"/>
                      <a:pt x="20308" y="27460"/>
                      <a:pt x="18734" y="28269"/>
                    </a:cubicBezTo>
                    <a:cubicBezTo>
                      <a:pt x="17160" y="29079"/>
                      <a:pt x="15316" y="29484"/>
                      <a:pt x="13201" y="29484"/>
                    </a:cubicBezTo>
                    <a:cubicBezTo>
                      <a:pt x="11223" y="29484"/>
                      <a:pt x="9333" y="29034"/>
                      <a:pt x="7512" y="28157"/>
                    </a:cubicBezTo>
                    <a:cubicBezTo>
                      <a:pt x="5690" y="27280"/>
                      <a:pt x="4273" y="25976"/>
                      <a:pt x="3216" y="24244"/>
                    </a:cubicBezTo>
                    <a:lnTo>
                      <a:pt x="3216" y="39739"/>
                    </a:lnTo>
                    <a:close/>
                    <a:moveTo>
                      <a:pt x="3239" y="14843"/>
                    </a:moveTo>
                    <a:cubicBezTo>
                      <a:pt x="3239" y="16418"/>
                      <a:pt x="3463" y="17924"/>
                      <a:pt x="3891" y="19341"/>
                    </a:cubicBezTo>
                    <a:cubicBezTo>
                      <a:pt x="4318" y="20758"/>
                      <a:pt x="4948" y="21995"/>
                      <a:pt x="5757" y="23074"/>
                    </a:cubicBezTo>
                    <a:cubicBezTo>
                      <a:pt x="6567" y="24131"/>
                      <a:pt x="7557" y="24986"/>
                      <a:pt x="8726" y="25616"/>
                    </a:cubicBezTo>
                    <a:cubicBezTo>
                      <a:pt x="9895" y="26245"/>
                      <a:pt x="11223" y="26560"/>
                      <a:pt x="12684" y="26560"/>
                    </a:cubicBezTo>
                    <a:cubicBezTo>
                      <a:pt x="14348" y="26560"/>
                      <a:pt x="15788" y="26223"/>
                      <a:pt x="17025" y="25571"/>
                    </a:cubicBezTo>
                    <a:cubicBezTo>
                      <a:pt x="18262" y="24896"/>
                      <a:pt x="19274" y="23996"/>
                      <a:pt x="20083" y="22849"/>
                    </a:cubicBezTo>
                    <a:cubicBezTo>
                      <a:pt x="20870" y="21703"/>
                      <a:pt x="21455" y="20353"/>
                      <a:pt x="21815" y="18824"/>
                    </a:cubicBezTo>
                    <a:cubicBezTo>
                      <a:pt x="22175" y="17294"/>
                      <a:pt x="22310" y="15653"/>
                      <a:pt x="22242" y="13876"/>
                    </a:cubicBezTo>
                    <a:cubicBezTo>
                      <a:pt x="22242" y="12122"/>
                      <a:pt x="21995" y="10548"/>
                      <a:pt x="21523" y="9198"/>
                    </a:cubicBezTo>
                    <a:cubicBezTo>
                      <a:pt x="21028" y="7849"/>
                      <a:pt x="20353" y="6702"/>
                      <a:pt x="19499" y="5780"/>
                    </a:cubicBezTo>
                    <a:cubicBezTo>
                      <a:pt x="18644" y="4835"/>
                      <a:pt x="17632" y="4138"/>
                      <a:pt x="16485" y="3643"/>
                    </a:cubicBezTo>
                    <a:cubicBezTo>
                      <a:pt x="15338" y="3149"/>
                      <a:pt x="14079" y="2924"/>
                      <a:pt x="12707" y="2924"/>
                    </a:cubicBezTo>
                    <a:cubicBezTo>
                      <a:pt x="11200" y="2924"/>
                      <a:pt x="9850" y="3239"/>
                      <a:pt x="8659" y="3846"/>
                    </a:cubicBezTo>
                    <a:cubicBezTo>
                      <a:pt x="7467" y="4453"/>
                      <a:pt x="6477" y="5285"/>
                      <a:pt x="5690" y="6365"/>
                    </a:cubicBezTo>
                    <a:cubicBezTo>
                      <a:pt x="4903" y="7422"/>
                      <a:pt x="4296" y="8681"/>
                      <a:pt x="3891" y="10143"/>
                    </a:cubicBezTo>
                    <a:cubicBezTo>
                      <a:pt x="3486" y="11605"/>
                      <a:pt x="3261" y="13179"/>
                      <a:pt x="3261" y="14866"/>
                    </a:cubicBezTo>
                    <a:close/>
                  </a:path>
                </a:pathLst>
              </a:custGeom>
              <a:solidFill>
                <a:srgbClr val="231F20"/>
              </a:solidFill>
              <a:ln w="2249" cap="flat">
                <a:noFill/>
                <a:prstDash val="solid"/>
                <a:miter/>
              </a:ln>
            </p:spPr>
            <p:txBody>
              <a:bodyPr rtlCol="0" anchor="ctr"/>
              <a:lstStyle/>
              <a:p>
                <a:endParaRPr lang="en-US"/>
              </a:p>
            </p:txBody>
          </p:sp>
          <p:sp>
            <p:nvSpPr>
              <p:cNvPr id="17969" name="Freeform 17968">
                <a:extLst>
                  <a:ext uri="{FF2B5EF4-FFF2-40B4-BE49-F238E27FC236}">
                    <a16:creationId xmlns:a16="http://schemas.microsoft.com/office/drawing/2014/main" id="{60607B58-8B8E-9E13-2183-8D1ADBC31F7F}"/>
                  </a:ext>
                </a:extLst>
              </p:cNvPr>
              <p:cNvSpPr/>
              <p:nvPr/>
            </p:nvSpPr>
            <p:spPr>
              <a:xfrm>
                <a:off x="5078077" y="3444000"/>
                <a:ext cx="26357" cy="29483"/>
              </a:xfrm>
              <a:custGeom>
                <a:avLst/>
                <a:gdLst>
                  <a:gd name="connsiteX0" fmla="*/ 14326 w 26357"/>
                  <a:gd name="connsiteY0" fmla="*/ 12369 h 29483"/>
                  <a:gd name="connsiteX1" fmla="*/ 16507 w 26357"/>
                  <a:gd name="connsiteY1" fmla="*/ 12054 h 29483"/>
                  <a:gd name="connsiteX2" fmla="*/ 18576 w 26357"/>
                  <a:gd name="connsiteY2" fmla="*/ 11470 h 29483"/>
                  <a:gd name="connsiteX3" fmla="*/ 19566 w 26357"/>
                  <a:gd name="connsiteY3" fmla="*/ 10210 h 29483"/>
                  <a:gd name="connsiteX4" fmla="*/ 19746 w 26357"/>
                  <a:gd name="connsiteY4" fmla="*/ 8569 h 29483"/>
                  <a:gd name="connsiteX5" fmla="*/ 18149 w 26357"/>
                  <a:gd name="connsiteY5" fmla="*/ 4498 h 29483"/>
                  <a:gd name="connsiteX6" fmla="*/ 12774 w 26357"/>
                  <a:gd name="connsiteY6" fmla="*/ 2901 h 29483"/>
                  <a:gd name="connsiteX7" fmla="*/ 9693 w 26357"/>
                  <a:gd name="connsiteY7" fmla="*/ 3193 h 29483"/>
                  <a:gd name="connsiteX8" fmla="*/ 7242 w 26357"/>
                  <a:gd name="connsiteY8" fmla="*/ 4228 h 29483"/>
                  <a:gd name="connsiteX9" fmla="*/ 5510 w 26357"/>
                  <a:gd name="connsiteY9" fmla="*/ 6162 h 29483"/>
                  <a:gd name="connsiteX10" fmla="*/ 4610 w 26357"/>
                  <a:gd name="connsiteY10" fmla="*/ 9221 h 29483"/>
                  <a:gd name="connsiteX11" fmla="*/ 1327 w 26357"/>
                  <a:gd name="connsiteY11" fmla="*/ 9221 h 29483"/>
                  <a:gd name="connsiteX12" fmla="*/ 2451 w 26357"/>
                  <a:gd name="connsiteY12" fmla="*/ 4993 h 29483"/>
                  <a:gd name="connsiteX13" fmla="*/ 4970 w 26357"/>
                  <a:gd name="connsiteY13" fmla="*/ 2137 h 29483"/>
                  <a:gd name="connsiteX14" fmla="*/ 8523 w 26357"/>
                  <a:gd name="connsiteY14" fmla="*/ 517 h 29483"/>
                  <a:gd name="connsiteX15" fmla="*/ 12819 w 26357"/>
                  <a:gd name="connsiteY15" fmla="*/ 0 h 29483"/>
                  <a:gd name="connsiteX16" fmla="*/ 16777 w 26357"/>
                  <a:gd name="connsiteY16" fmla="*/ 450 h 29483"/>
                  <a:gd name="connsiteX17" fmla="*/ 20016 w 26357"/>
                  <a:gd name="connsiteY17" fmla="*/ 1912 h 29483"/>
                  <a:gd name="connsiteX18" fmla="*/ 22175 w 26357"/>
                  <a:gd name="connsiteY18" fmla="*/ 4588 h 29483"/>
                  <a:gd name="connsiteX19" fmla="*/ 22962 w 26357"/>
                  <a:gd name="connsiteY19" fmla="*/ 8681 h 29483"/>
                  <a:gd name="connsiteX20" fmla="*/ 22962 w 26357"/>
                  <a:gd name="connsiteY20" fmla="*/ 23906 h 29483"/>
                  <a:gd name="connsiteX21" fmla="*/ 23637 w 26357"/>
                  <a:gd name="connsiteY21" fmla="*/ 26313 h 29483"/>
                  <a:gd name="connsiteX22" fmla="*/ 26358 w 26357"/>
                  <a:gd name="connsiteY22" fmla="*/ 26065 h 29483"/>
                  <a:gd name="connsiteX23" fmla="*/ 26358 w 26357"/>
                  <a:gd name="connsiteY23" fmla="*/ 28607 h 29483"/>
                  <a:gd name="connsiteX24" fmla="*/ 25256 w 26357"/>
                  <a:gd name="connsiteY24" fmla="*/ 28922 h 29483"/>
                  <a:gd name="connsiteX25" fmla="*/ 23816 w 26357"/>
                  <a:gd name="connsiteY25" fmla="*/ 29147 h 29483"/>
                  <a:gd name="connsiteX26" fmla="*/ 22355 w 26357"/>
                  <a:gd name="connsiteY26" fmla="*/ 28989 h 29483"/>
                  <a:gd name="connsiteX27" fmla="*/ 21050 w 26357"/>
                  <a:gd name="connsiteY27" fmla="*/ 28472 h 29483"/>
                  <a:gd name="connsiteX28" fmla="*/ 20263 w 26357"/>
                  <a:gd name="connsiteY28" fmla="*/ 27505 h 29483"/>
                  <a:gd name="connsiteX29" fmla="*/ 19858 w 26357"/>
                  <a:gd name="connsiteY29" fmla="*/ 26268 h 29483"/>
                  <a:gd name="connsiteX30" fmla="*/ 19746 w 26357"/>
                  <a:gd name="connsiteY30" fmla="*/ 24828 h 29483"/>
                  <a:gd name="connsiteX31" fmla="*/ 15045 w 26357"/>
                  <a:gd name="connsiteY31" fmla="*/ 28292 h 29483"/>
                  <a:gd name="connsiteX32" fmla="*/ 9333 w 26357"/>
                  <a:gd name="connsiteY32" fmla="*/ 29484 h 29483"/>
                  <a:gd name="connsiteX33" fmla="*/ 5802 w 26357"/>
                  <a:gd name="connsiteY33" fmla="*/ 28989 h 29483"/>
                  <a:gd name="connsiteX34" fmla="*/ 2811 w 26357"/>
                  <a:gd name="connsiteY34" fmla="*/ 27482 h 29483"/>
                  <a:gd name="connsiteX35" fmla="*/ 765 w 26357"/>
                  <a:gd name="connsiteY35" fmla="*/ 24964 h 29483"/>
                  <a:gd name="connsiteX36" fmla="*/ 0 w 26357"/>
                  <a:gd name="connsiteY36" fmla="*/ 21433 h 29483"/>
                  <a:gd name="connsiteX37" fmla="*/ 9760 w 26357"/>
                  <a:gd name="connsiteY37" fmla="*/ 13021 h 29483"/>
                  <a:gd name="connsiteX38" fmla="*/ 14236 w 26357"/>
                  <a:gd name="connsiteY38" fmla="*/ 12437 h 29483"/>
                  <a:gd name="connsiteX39" fmla="*/ 19791 w 26357"/>
                  <a:gd name="connsiteY39" fmla="*/ 13989 h 29483"/>
                  <a:gd name="connsiteX40" fmla="*/ 15630 w 26357"/>
                  <a:gd name="connsiteY40" fmla="*/ 15113 h 29483"/>
                  <a:gd name="connsiteX41" fmla="*/ 11425 w 26357"/>
                  <a:gd name="connsiteY41" fmla="*/ 15540 h 29483"/>
                  <a:gd name="connsiteX42" fmla="*/ 5622 w 26357"/>
                  <a:gd name="connsiteY42" fmla="*/ 17205 h 29483"/>
                  <a:gd name="connsiteX43" fmla="*/ 3553 w 26357"/>
                  <a:gd name="connsiteY43" fmla="*/ 21478 h 29483"/>
                  <a:gd name="connsiteX44" fmla="*/ 4070 w 26357"/>
                  <a:gd name="connsiteY44" fmla="*/ 23726 h 29483"/>
                  <a:gd name="connsiteX45" fmla="*/ 5420 w 26357"/>
                  <a:gd name="connsiteY45" fmla="*/ 25301 h 29483"/>
                  <a:gd name="connsiteX46" fmla="*/ 7354 w 26357"/>
                  <a:gd name="connsiteY46" fmla="*/ 26223 h 29483"/>
                  <a:gd name="connsiteX47" fmla="*/ 9603 w 26357"/>
                  <a:gd name="connsiteY47" fmla="*/ 26515 h 29483"/>
                  <a:gd name="connsiteX48" fmla="*/ 13381 w 26357"/>
                  <a:gd name="connsiteY48" fmla="*/ 26020 h 29483"/>
                  <a:gd name="connsiteX49" fmla="*/ 16642 w 26357"/>
                  <a:gd name="connsiteY49" fmla="*/ 24536 h 29483"/>
                  <a:gd name="connsiteX50" fmla="*/ 18936 w 26357"/>
                  <a:gd name="connsiteY50" fmla="*/ 21995 h 29483"/>
                  <a:gd name="connsiteX51" fmla="*/ 19791 w 26357"/>
                  <a:gd name="connsiteY51" fmla="*/ 18352 h 29483"/>
                  <a:gd name="connsiteX52" fmla="*/ 19791 w 26357"/>
                  <a:gd name="connsiteY52" fmla="*/ 13989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6357" h="29483">
                    <a:moveTo>
                      <a:pt x="14326" y="12369"/>
                    </a:moveTo>
                    <a:cubicBezTo>
                      <a:pt x="14933" y="12302"/>
                      <a:pt x="15675" y="12189"/>
                      <a:pt x="16507" y="12054"/>
                    </a:cubicBezTo>
                    <a:cubicBezTo>
                      <a:pt x="17362" y="11919"/>
                      <a:pt x="18037" y="11717"/>
                      <a:pt x="18576" y="11470"/>
                    </a:cubicBezTo>
                    <a:cubicBezTo>
                      <a:pt x="19116" y="11222"/>
                      <a:pt x="19454" y="10795"/>
                      <a:pt x="19566" y="10210"/>
                    </a:cubicBezTo>
                    <a:cubicBezTo>
                      <a:pt x="19701" y="9626"/>
                      <a:pt x="19746" y="9063"/>
                      <a:pt x="19746" y="8569"/>
                    </a:cubicBezTo>
                    <a:cubicBezTo>
                      <a:pt x="19746" y="6904"/>
                      <a:pt x="19206" y="5555"/>
                      <a:pt x="18149" y="4498"/>
                    </a:cubicBezTo>
                    <a:cubicBezTo>
                      <a:pt x="17092" y="3441"/>
                      <a:pt x="15293" y="2901"/>
                      <a:pt x="12774" y="2901"/>
                    </a:cubicBezTo>
                    <a:cubicBezTo>
                      <a:pt x="11649" y="2901"/>
                      <a:pt x="10638" y="2991"/>
                      <a:pt x="9693" y="3193"/>
                    </a:cubicBezTo>
                    <a:cubicBezTo>
                      <a:pt x="8748" y="3396"/>
                      <a:pt x="7939" y="3733"/>
                      <a:pt x="7242" y="4228"/>
                    </a:cubicBezTo>
                    <a:cubicBezTo>
                      <a:pt x="6544" y="4723"/>
                      <a:pt x="5960" y="5353"/>
                      <a:pt x="5510" y="6162"/>
                    </a:cubicBezTo>
                    <a:cubicBezTo>
                      <a:pt x="5060" y="6972"/>
                      <a:pt x="4768" y="7984"/>
                      <a:pt x="4610" y="9221"/>
                    </a:cubicBezTo>
                    <a:lnTo>
                      <a:pt x="1327" y="9221"/>
                    </a:lnTo>
                    <a:cubicBezTo>
                      <a:pt x="1439" y="7556"/>
                      <a:pt x="1822" y="6162"/>
                      <a:pt x="2451" y="4993"/>
                    </a:cubicBezTo>
                    <a:cubicBezTo>
                      <a:pt x="3081" y="3823"/>
                      <a:pt x="3936" y="2879"/>
                      <a:pt x="4970" y="2137"/>
                    </a:cubicBezTo>
                    <a:cubicBezTo>
                      <a:pt x="6005" y="1394"/>
                      <a:pt x="7174" y="855"/>
                      <a:pt x="8523" y="517"/>
                    </a:cubicBezTo>
                    <a:cubicBezTo>
                      <a:pt x="9873" y="180"/>
                      <a:pt x="11312" y="0"/>
                      <a:pt x="12819" y="0"/>
                    </a:cubicBezTo>
                    <a:cubicBezTo>
                      <a:pt x="14213" y="0"/>
                      <a:pt x="15540" y="157"/>
                      <a:pt x="16777" y="450"/>
                    </a:cubicBezTo>
                    <a:cubicBezTo>
                      <a:pt x="18014" y="765"/>
                      <a:pt x="19094" y="1237"/>
                      <a:pt x="20016" y="1912"/>
                    </a:cubicBezTo>
                    <a:cubicBezTo>
                      <a:pt x="20938" y="2586"/>
                      <a:pt x="21657" y="3463"/>
                      <a:pt x="22175" y="4588"/>
                    </a:cubicBezTo>
                    <a:cubicBezTo>
                      <a:pt x="22692" y="5712"/>
                      <a:pt x="22962" y="7062"/>
                      <a:pt x="22962" y="8681"/>
                    </a:cubicBezTo>
                    <a:lnTo>
                      <a:pt x="22962" y="23906"/>
                    </a:lnTo>
                    <a:cubicBezTo>
                      <a:pt x="22962" y="25166"/>
                      <a:pt x="23187" y="25975"/>
                      <a:pt x="23637" y="26313"/>
                    </a:cubicBezTo>
                    <a:cubicBezTo>
                      <a:pt x="24086" y="26650"/>
                      <a:pt x="24986" y="26583"/>
                      <a:pt x="26358" y="26065"/>
                    </a:cubicBezTo>
                    <a:lnTo>
                      <a:pt x="26358" y="28607"/>
                    </a:lnTo>
                    <a:cubicBezTo>
                      <a:pt x="26110" y="28674"/>
                      <a:pt x="25728" y="28787"/>
                      <a:pt x="25256" y="28922"/>
                    </a:cubicBezTo>
                    <a:cubicBezTo>
                      <a:pt x="24761" y="29056"/>
                      <a:pt x="24289" y="29147"/>
                      <a:pt x="23816" y="29147"/>
                    </a:cubicBezTo>
                    <a:cubicBezTo>
                      <a:pt x="23322" y="29147"/>
                      <a:pt x="22827" y="29102"/>
                      <a:pt x="22355" y="28989"/>
                    </a:cubicBezTo>
                    <a:cubicBezTo>
                      <a:pt x="21815" y="28922"/>
                      <a:pt x="21388" y="28742"/>
                      <a:pt x="21050" y="28472"/>
                    </a:cubicBezTo>
                    <a:cubicBezTo>
                      <a:pt x="20735" y="28202"/>
                      <a:pt x="20465" y="27887"/>
                      <a:pt x="20263" y="27505"/>
                    </a:cubicBezTo>
                    <a:cubicBezTo>
                      <a:pt x="20061" y="27122"/>
                      <a:pt x="19926" y="26718"/>
                      <a:pt x="19858" y="26268"/>
                    </a:cubicBezTo>
                    <a:cubicBezTo>
                      <a:pt x="19791" y="25818"/>
                      <a:pt x="19746" y="25346"/>
                      <a:pt x="19746" y="24828"/>
                    </a:cubicBezTo>
                    <a:cubicBezTo>
                      <a:pt x="18374" y="26335"/>
                      <a:pt x="16822" y="27482"/>
                      <a:pt x="15045" y="28292"/>
                    </a:cubicBezTo>
                    <a:cubicBezTo>
                      <a:pt x="13291" y="29079"/>
                      <a:pt x="11380" y="29484"/>
                      <a:pt x="9333" y="29484"/>
                    </a:cubicBezTo>
                    <a:cubicBezTo>
                      <a:pt x="8119" y="29484"/>
                      <a:pt x="6927" y="29326"/>
                      <a:pt x="5802" y="28989"/>
                    </a:cubicBezTo>
                    <a:cubicBezTo>
                      <a:pt x="4678" y="28674"/>
                      <a:pt x="3666" y="28157"/>
                      <a:pt x="2811" y="27482"/>
                    </a:cubicBezTo>
                    <a:cubicBezTo>
                      <a:pt x="1957" y="26808"/>
                      <a:pt x="1259" y="25953"/>
                      <a:pt x="765" y="24964"/>
                    </a:cubicBezTo>
                    <a:cubicBezTo>
                      <a:pt x="270" y="23974"/>
                      <a:pt x="0" y="22804"/>
                      <a:pt x="0" y="21433"/>
                    </a:cubicBezTo>
                    <a:cubicBezTo>
                      <a:pt x="0" y="16687"/>
                      <a:pt x="3261" y="13876"/>
                      <a:pt x="9760" y="13021"/>
                    </a:cubicBezTo>
                    <a:lnTo>
                      <a:pt x="14236" y="12437"/>
                    </a:lnTo>
                    <a:close/>
                    <a:moveTo>
                      <a:pt x="19791" y="13989"/>
                    </a:moveTo>
                    <a:cubicBezTo>
                      <a:pt x="18419" y="14573"/>
                      <a:pt x="17047" y="14933"/>
                      <a:pt x="15630" y="15113"/>
                    </a:cubicBezTo>
                    <a:cubicBezTo>
                      <a:pt x="14236" y="15293"/>
                      <a:pt x="12819" y="15428"/>
                      <a:pt x="11425" y="15540"/>
                    </a:cubicBezTo>
                    <a:cubicBezTo>
                      <a:pt x="8951" y="15720"/>
                      <a:pt x="7017" y="16282"/>
                      <a:pt x="5622" y="17205"/>
                    </a:cubicBezTo>
                    <a:cubicBezTo>
                      <a:pt x="4228" y="18149"/>
                      <a:pt x="3553" y="19566"/>
                      <a:pt x="3553" y="21478"/>
                    </a:cubicBezTo>
                    <a:cubicBezTo>
                      <a:pt x="3553" y="22332"/>
                      <a:pt x="3733" y="23097"/>
                      <a:pt x="4070" y="23726"/>
                    </a:cubicBezTo>
                    <a:cubicBezTo>
                      <a:pt x="4408" y="24356"/>
                      <a:pt x="4858" y="24873"/>
                      <a:pt x="5420" y="25301"/>
                    </a:cubicBezTo>
                    <a:cubicBezTo>
                      <a:pt x="5982" y="25706"/>
                      <a:pt x="6634" y="26020"/>
                      <a:pt x="7354" y="26223"/>
                    </a:cubicBezTo>
                    <a:cubicBezTo>
                      <a:pt x="8096" y="26425"/>
                      <a:pt x="8838" y="26515"/>
                      <a:pt x="9603" y="26515"/>
                    </a:cubicBezTo>
                    <a:cubicBezTo>
                      <a:pt x="10907" y="26515"/>
                      <a:pt x="12167" y="26358"/>
                      <a:pt x="13381" y="26020"/>
                    </a:cubicBezTo>
                    <a:cubicBezTo>
                      <a:pt x="14596" y="25706"/>
                      <a:pt x="15698" y="25211"/>
                      <a:pt x="16642" y="24536"/>
                    </a:cubicBezTo>
                    <a:cubicBezTo>
                      <a:pt x="17587" y="23861"/>
                      <a:pt x="18351" y="23029"/>
                      <a:pt x="18936" y="21995"/>
                    </a:cubicBezTo>
                    <a:cubicBezTo>
                      <a:pt x="19521" y="20960"/>
                      <a:pt x="19791" y="19746"/>
                      <a:pt x="19791" y="18352"/>
                    </a:cubicBezTo>
                    <a:lnTo>
                      <a:pt x="19791" y="13989"/>
                    </a:lnTo>
                    <a:close/>
                  </a:path>
                </a:pathLst>
              </a:custGeom>
              <a:solidFill>
                <a:srgbClr val="231F20"/>
              </a:solidFill>
              <a:ln w="2249" cap="flat">
                <a:noFill/>
                <a:prstDash val="solid"/>
                <a:miter/>
              </a:ln>
            </p:spPr>
            <p:txBody>
              <a:bodyPr rtlCol="0" anchor="ctr"/>
              <a:lstStyle/>
              <a:p>
                <a:endParaRPr lang="en-US"/>
              </a:p>
            </p:txBody>
          </p:sp>
          <p:sp>
            <p:nvSpPr>
              <p:cNvPr id="17970" name="Freeform 17969">
                <a:extLst>
                  <a:ext uri="{FF2B5EF4-FFF2-40B4-BE49-F238E27FC236}">
                    <a16:creationId xmlns:a16="http://schemas.microsoft.com/office/drawing/2014/main" id="{053E6082-8478-B257-BE85-50CA11A2670D}"/>
                  </a:ext>
                </a:extLst>
              </p:cNvPr>
              <p:cNvSpPr/>
              <p:nvPr/>
            </p:nvSpPr>
            <p:spPr>
              <a:xfrm>
                <a:off x="5109743" y="3443955"/>
                <a:ext cx="12481" cy="28719"/>
              </a:xfrm>
              <a:custGeom>
                <a:avLst/>
                <a:gdLst>
                  <a:gd name="connsiteX0" fmla="*/ 3239 w 12481"/>
                  <a:gd name="connsiteY0" fmla="*/ 28719 h 28719"/>
                  <a:gd name="connsiteX1" fmla="*/ 0 w 12481"/>
                  <a:gd name="connsiteY1" fmla="*/ 28719 h 28719"/>
                  <a:gd name="connsiteX2" fmla="*/ 0 w 12481"/>
                  <a:gd name="connsiteY2" fmla="*/ 765 h 28719"/>
                  <a:gd name="connsiteX3" fmla="*/ 3239 w 12481"/>
                  <a:gd name="connsiteY3" fmla="*/ 765 h 28719"/>
                  <a:gd name="connsiteX4" fmla="*/ 3239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8 h 28719"/>
                  <a:gd name="connsiteX9" fmla="*/ 7939 w 12481"/>
                  <a:gd name="connsiteY9" fmla="*/ 4363 h 28719"/>
                  <a:gd name="connsiteX10" fmla="*/ 5105 w 12481"/>
                  <a:gd name="connsiteY10" fmla="*/ 6837 h 28719"/>
                  <a:gd name="connsiteX11" fmla="*/ 3643 w 12481"/>
                  <a:gd name="connsiteY11" fmla="*/ 10525 h 28719"/>
                  <a:gd name="connsiteX12" fmla="*/ 3239 w 12481"/>
                  <a:gd name="connsiteY12" fmla="*/ 14978 h 28719"/>
                  <a:gd name="connsiteX13" fmla="*/ 3239 w 12481"/>
                  <a:gd name="connsiteY13"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9">
                    <a:moveTo>
                      <a:pt x="3239" y="28719"/>
                    </a:moveTo>
                    <a:lnTo>
                      <a:pt x="0" y="28719"/>
                    </a:lnTo>
                    <a:lnTo>
                      <a:pt x="0" y="765"/>
                    </a:lnTo>
                    <a:lnTo>
                      <a:pt x="3239" y="765"/>
                    </a:lnTo>
                    <a:lnTo>
                      <a:pt x="3239" y="6005"/>
                    </a:lnTo>
                    <a:lnTo>
                      <a:pt x="3351" y="6005"/>
                    </a:lnTo>
                    <a:cubicBezTo>
                      <a:pt x="4251" y="3778"/>
                      <a:pt x="5420" y="2227"/>
                      <a:pt x="6837" y="1327"/>
                    </a:cubicBezTo>
                    <a:cubicBezTo>
                      <a:pt x="8254" y="450"/>
                      <a:pt x="10143" y="0"/>
                      <a:pt x="12482" y="0"/>
                    </a:cubicBezTo>
                    <a:lnTo>
                      <a:pt x="12482" y="3508"/>
                    </a:lnTo>
                    <a:cubicBezTo>
                      <a:pt x="10638" y="3463"/>
                      <a:pt x="9131" y="3756"/>
                      <a:pt x="7939" y="4363"/>
                    </a:cubicBezTo>
                    <a:cubicBezTo>
                      <a:pt x="6747" y="4970"/>
                      <a:pt x="5802" y="5802"/>
                      <a:pt x="5105" y="6837"/>
                    </a:cubicBezTo>
                    <a:cubicBezTo>
                      <a:pt x="4408" y="7871"/>
                      <a:pt x="3913" y="9108"/>
                      <a:pt x="3643" y="10525"/>
                    </a:cubicBezTo>
                    <a:cubicBezTo>
                      <a:pt x="3373" y="11942"/>
                      <a:pt x="3239" y="13426"/>
                      <a:pt x="3239" y="14978"/>
                    </a:cubicBezTo>
                    <a:lnTo>
                      <a:pt x="3239" y="28697"/>
                    </a:lnTo>
                    <a:close/>
                  </a:path>
                </a:pathLst>
              </a:custGeom>
              <a:solidFill>
                <a:srgbClr val="231F20"/>
              </a:solidFill>
              <a:ln w="2249" cap="flat">
                <a:noFill/>
                <a:prstDash val="solid"/>
                <a:miter/>
              </a:ln>
            </p:spPr>
            <p:txBody>
              <a:bodyPr rtlCol="0" anchor="ctr"/>
              <a:lstStyle/>
              <a:p>
                <a:endParaRPr lang="en-US"/>
              </a:p>
            </p:txBody>
          </p:sp>
          <p:sp>
            <p:nvSpPr>
              <p:cNvPr id="17971" name="Freeform 17970">
                <a:extLst>
                  <a:ext uri="{FF2B5EF4-FFF2-40B4-BE49-F238E27FC236}">
                    <a16:creationId xmlns:a16="http://schemas.microsoft.com/office/drawing/2014/main" id="{7CC3735C-14EE-61D0-79EB-6453F0E5209A}"/>
                  </a:ext>
                </a:extLst>
              </p:cNvPr>
              <p:cNvSpPr/>
              <p:nvPr/>
            </p:nvSpPr>
            <p:spPr>
              <a:xfrm>
                <a:off x="5126025" y="3443978"/>
                <a:ext cx="25167" cy="29483"/>
              </a:xfrm>
              <a:custGeom>
                <a:avLst/>
                <a:gdLst>
                  <a:gd name="connsiteX0" fmla="*/ 3509 w 25167"/>
                  <a:gd name="connsiteY0" fmla="*/ 15473 h 29483"/>
                  <a:gd name="connsiteX1" fmla="*/ 4093 w 25167"/>
                  <a:gd name="connsiteY1" fmla="*/ 19768 h 29483"/>
                  <a:gd name="connsiteX2" fmla="*/ 5847 w 25167"/>
                  <a:gd name="connsiteY2" fmla="*/ 23277 h 29483"/>
                  <a:gd name="connsiteX3" fmla="*/ 8794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3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7 w 25167"/>
                  <a:gd name="connsiteY18" fmla="*/ 1170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70 w 25167"/>
                  <a:gd name="connsiteY23" fmla="*/ 12774 h 29483"/>
                  <a:gd name="connsiteX24" fmla="*/ 21208 w 25167"/>
                  <a:gd name="connsiteY24" fmla="*/ 8906 h 29483"/>
                  <a:gd name="connsiteX25" fmla="*/ 19544 w 25167"/>
                  <a:gd name="connsiteY25" fmla="*/ 5780 h 29483"/>
                  <a:gd name="connsiteX26" fmla="*/ 16755 w 25167"/>
                  <a:gd name="connsiteY26" fmla="*/ 3666 h 29483"/>
                  <a:gd name="connsiteX27" fmla="*/ 12932 w 25167"/>
                  <a:gd name="connsiteY27" fmla="*/ 2879 h 29483"/>
                  <a:gd name="connsiteX28" fmla="*/ 9131 w 25167"/>
                  <a:gd name="connsiteY28" fmla="*/ 3688 h 29483"/>
                  <a:gd name="connsiteX29" fmla="*/ 6320 w 25167"/>
                  <a:gd name="connsiteY29" fmla="*/ 5847 h 29483"/>
                  <a:gd name="connsiteX30" fmla="*/ 4453 w 25167"/>
                  <a:gd name="connsiteY30" fmla="*/ 8973 h 29483"/>
                  <a:gd name="connsiteX31" fmla="*/ 3531 w 25167"/>
                  <a:gd name="connsiteY31" fmla="*/ 12752 h 29483"/>
                  <a:gd name="connsiteX32" fmla="*/ 21770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9" y="15473"/>
                    </a:moveTo>
                    <a:cubicBezTo>
                      <a:pt x="3509" y="16980"/>
                      <a:pt x="3711" y="18419"/>
                      <a:pt x="4093" y="19768"/>
                    </a:cubicBezTo>
                    <a:cubicBezTo>
                      <a:pt x="4498" y="21118"/>
                      <a:pt x="5083" y="22287"/>
                      <a:pt x="5847" y="23277"/>
                    </a:cubicBezTo>
                    <a:cubicBezTo>
                      <a:pt x="6612" y="24266"/>
                      <a:pt x="7601" y="25053"/>
                      <a:pt x="8794" y="25661"/>
                    </a:cubicBezTo>
                    <a:cubicBezTo>
                      <a:pt x="9986" y="26245"/>
                      <a:pt x="11357" y="26560"/>
                      <a:pt x="12886" y="26560"/>
                    </a:cubicBezTo>
                    <a:cubicBezTo>
                      <a:pt x="15001" y="26560"/>
                      <a:pt x="16822" y="25998"/>
                      <a:pt x="18329" y="24896"/>
                    </a:cubicBezTo>
                    <a:cubicBezTo>
                      <a:pt x="19836" y="23772"/>
                      <a:pt x="20848" y="22197"/>
                      <a:pt x="21343" y="20151"/>
                    </a:cubicBezTo>
                    <a:lnTo>
                      <a:pt x="24963" y="20151"/>
                    </a:lnTo>
                    <a:cubicBezTo>
                      <a:pt x="24559" y="21478"/>
                      <a:pt x="24042" y="22715"/>
                      <a:pt x="23389" y="23839"/>
                    </a:cubicBezTo>
                    <a:cubicBezTo>
                      <a:pt x="22737" y="24964"/>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7" y="23951"/>
                      <a:pt x="1260" y="22400"/>
                      <a:pt x="765" y="20623"/>
                    </a:cubicBezTo>
                    <a:cubicBezTo>
                      <a:pt x="270" y="18846"/>
                      <a:pt x="0" y="16935"/>
                      <a:pt x="0" y="14866"/>
                    </a:cubicBezTo>
                    <a:cubicBezTo>
                      <a:pt x="0" y="12797"/>
                      <a:pt x="292" y="10885"/>
                      <a:pt x="900" y="9086"/>
                    </a:cubicBezTo>
                    <a:cubicBezTo>
                      <a:pt x="1484" y="7287"/>
                      <a:pt x="2339" y="5712"/>
                      <a:pt x="3441" y="4363"/>
                    </a:cubicBezTo>
                    <a:cubicBezTo>
                      <a:pt x="4543" y="3014"/>
                      <a:pt x="5870" y="1957"/>
                      <a:pt x="7467" y="1170"/>
                    </a:cubicBezTo>
                    <a:cubicBezTo>
                      <a:pt x="9041" y="405"/>
                      <a:pt x="10840" y="0"/>
                      <a:pt x="12864" y="0"/>
                    </a:cubicBezTo>
                    <a:cubicBezTo>
                      <a:pt x="16710" y="0"/>
                      <a:pt x="19746" y="1327"/>
                      <a:pt x="21927" y="3958"/>
                    </a:cubicBezTo>
                    <a:cubicBezTo>
                      <a:pt x="24131" y="6612"/>
                      <a:pt x="25211" y="10435"/>
                      <a:pt x="25166" y="15473"/>
                    </a:cubicBezTo>
                    <a:lnTo>
                      <a:pt x="3463" y="15473"/>
                    </a:lnTo>
                    <a:close/>
                    <a:moveTo>
                      <a:pt x="21770" y="12774"/>
                    </a:moveTo>
                    <a:cubicBezTo>
                      <a:pt x="21770" y="11402"/>
                      <a:pt x="21590" y="10120"/>
                      <a:pt x="21208" y="8906"/>
                    </a:cubicBezTo>
                    <a:cubicBezTo>
                      <a:pt x="20825" y="7692"/>
                      <a:pt x="20263" y="6657"/>
                      <a:pt x="19544" y="5780"/>
                    </a:cubicBezTo>
                    <a:cubicBezTo>
                      <a:pt x="18801" y="4903"/>
                      <a:pt x="17879" y="4206"/>
                      <a:pt x="16755" y="3666"/>
                    </a:cubicBezTo>
                    <a:cubicBezTo>
                      <a:pt x="15630" y="3149"/>
                      <a:pt x="14371" y="2879"/>
                      <a:pt x="12932" y="2879"/>
                    </a:cubicBezTo>
                    <a:cubicBezTo>
                      <a:pt x="11492" y="2879"/>
                      <a:pt x="10233" y="3149"/>
                      <a:pt x="9131" y="3688"/>
                    </a:cubicBezTo>
                    <a:cubicBezTo>
                      <a:pt x="8029" y="4228"/>
                      <a:pt x="7107" y="4948"/>
                      <a:pt x="6320" y="5847"/>
                    </a:cubicBezTo>
                    <a:cubicBezTo>
                      <a:pt x="5555" y="6747"/>
                      <a:pt x="4925" y="7781"/>
                      <a:pt x="4453" y="8973"/>
                    </a:cubicBezTo>
                    <a:cubicBezTo>
                      <a:pt x="3981" y="10165"/>
                      <a:pt x="3688" y="11425"/>
                      <a:pt x="3531" y="12752"/>
                    </a:cubicBezTo>
                    <a:lnTo>
                      <a:pt x="21770" y="12752"/>
                    </a:lnTo>
                    <a:close/>
                  </a:path>
                </a:pathLst>
              </a:custGeom>
              <a:solidFill>
                <a:srgbClr val="231F20"/>
              </a:solidFill>
              <a:ln w="2249" cap="flat">
                <a:noFill/>
                <a:prstDash val="solid"/>
                <a:miter/>
              </a:ln>
            </p:spPr>
            <p:txBody>
              <a:bodyPr rtlCol="0" anchor="ctr"/>
              <a:lstStyle/>
              <a:p>
                <a:endParaRPr lang="en-US"/>
              </a:p>
            </p:txBody>
          </p:sp>
          <p:sp>
            <p:nvSpPr>
              <p:cNvPr id="17972" name="Freeform 17971">
                <a:extLst>
                  <a:ext uri="{FF2B5EF4-FFF2-40B4-BE49-F238E27FC236}">
                    <a16:creationId xmlns:a16="http://schemas.microsoft.com/office/drawing/2014/main" id="{081137B5-4662-FBCE-27B6-B4646B8498FF}"/>
                  </a:ext>
                </a:extLst>
              </p:cNvPr>
              <p:cNvSpPr/>
              <p:nvPr/>
            </p:nvSpPr>
            <p:spPr>
              <a:xfrm>
                <a:off x="5156701" y="3433813"/>
                <a:ext cx="25683" cy="39626"/>
              </a:xfrm>
              <a:custGeom>
                <a:avLst/>
                <a:gdLst>
                  <a:gd name="connsiteX0" fmla="*/ 22445 w 25683"/>
                  <a:gd name="connsiteY0" fmla="*/ 0 h 39626"/>
                  <a:gd name="connsiteX1" fmla="*/ 25683 w 25683"/>
                  <a:gd name="connsiteY1" fmla="*/ 0 h 39626"/>
                  <a:gd name="connsiteX2" fmla="*/ 25683 w 25683"/>
                  <a:gd name="connsiteY2" fmla="*/ 38862 h 39626"/>
                  <a:gd name="connsiteX3" fmla="*/ 22445 w 25683"/>
                  <a:gd name="connsiteY3" fmla="*/ 38862 h 39626"/>
                  <a:gd name="connsiteX4" fmla="*/ 22445 w 25683"/>
                  <a:gd name="connsiteY4" fmla="*/ 33959 h 39626"/>
                  <a:gd name="connsiteX5" fmla="*/ 22332 w 25683"/>
                  <a:gd name="connsiteY5" fmla="*/ 33959 h 39626"/>
                  <a:gd name="connsiteX6" fmla="*/ 20533 w 25683"/>
                  <a:gd name="connsiteY6" fmla="*/ 36411 h 39626"/>
                  <a:gd name="connsiteX7" fmla="*/ 18104 w 25683"/>
                  <a:gd name="connsiteY7" fmla="*/ 38165 h 39626"/>
                  <a:gd name="connsiteX8" fmla="*/ 15383 w 25683"/>
                  <a:gd name="connsiteY8" fmla="*/ 39244 h 39626"/>
                  <a:gd name="connsiteX9" fmla="*/ 12639 w 25683"/>
                  <a:gd name="connsiteY9" fmla="*/ 39627 h 39626"/>
                  <a:gd name="connsiteX10" fmla="*/ 6859 w 25683"/>
                  <a:gd name="connsiteY10" fmla="*/ 38502 h 39626"/>
                  <a:gd name="connsiteX11" fmla="*/ 2946 w 25683"/>
                  <a:gd name="connsiteY11" fmla="*/ 35399 h 39626"/>
                  <a:gd name="connsiteX12" fmla="*/ 697 w 25683"/>
                  <a:gd name="connsiteY12" fmla="*/ 30721 h 39626"/>
                  <a:gd name="connsiteX13" fmla="*/ 0 w 25683"/>
                  <a:gd name="connsiteY13" fmla="*/ 24941 h 39626"/>
                  <a:gd name="connsiteX14" fmla="*/ 765 w 25683"/>
                  <a:gd name="connsiteY14" fmla="*/ 19318 h 39626"/>
                  <a:gd name="connsiteX15" fmla="*/ 3059 w 25683"/>
                  <a:gd name="connsiteY15" fmla="*/ 14596 h 39626"/>
                  <a:gd name="connsiteX16" fmla="*/ 6949 w 25683"/>
                  <a:gd name="connsiteY16" fmla="*/ 11357 h 39626"/>
                  <a:gd name="connsiteX17" fmla="*/ 12482 w 25683"/>
                  <a:gd name="connsiteY17" fmla="*/ 10143 h 39626"/>
                  <a:gd name="connsiteX18" fmla="*/ 18171 w 25683"/>
                  <a:gd name="connsiteY18" fmla="*/ 11470 h 39626"/>
                  <a:gd name="connsiteX19" fmla="*/ 22467 w 25683"/>
                  <a:gd name="connsiteY19" fmla="*/ 15383 h 39626"/>
                  <a:gd name="connsiteX20" fmla="*/ 22467 w 25683"/>
                  <a:gd name="connsiteY20" fmla="*/ 0 h 39626"/>
                  <a:gd name="connsiteX21" fmla="*/ 22445 w 25683"/>
                  <a:gd name="connsiteY21" fmla="*/ 24783 h 39626"/>
                  <a:gd name="connsiteX22" fmla="*/ 21793 w 25683"/>
                  <a:gd name="connsiteY22" fmla="*/ 20286 h 39626"/>
                  <a:gd name="connsiteX23" fmla="*/ 19926 w 25683"/>
                  <a:gd name="connsiteY23" fmla="*/ 16552 h 39626"/>
                  <a:gd name="connsiteX24" fmla="*/ 16957 w 25683"/>
                  <a:gd name="connsiteY24" fmla="*/ 14011 h 39626"/>
                  <a:gd name="connsiteX25" fmla="*/ 12999 w 25683"/>
                  <a:gd name="connsiteY25" fmla="*/ 13066 h 39626"/>
                  <a:gd name="connsiteX26" fmla="*/ 8636 w 25683"/>
                  <a:gd name="connsiteY26" fmla="*/ 14056 h 39626"/>
                  <a:gd name="connsiteX27" fmla="*/ 5622 w 25683"/>
                  <a:gd name="connsiteY27" fmla="*/ 16777 h 39626"/>
                  <a:gd name="connsiteX28" fmla="*/ 3891 w 25683"/>
                  <a:gd name="connsiteY28" fmla="*/ 20803 h 39626"/>
                  <a:gd name="connsiteX29" fmla="*/ 3463 w 25683"/>
                  <a:gd name="connsiteY29" fmla="*/ 25750 h 39626"/>
                  <a:gd name="connsiteX30" fmla="*/ 4183 w 25683"/>
                  <a:gd name="connsiteY30" fmla="*/ 30428 h 39626"/>
                  <a:gd name="connsiteX31" fmla="*/ 6207 w 25683"/>
                  <a:gd name="connsiteY31" fmla="*/ 33847 h 39626"/>
                  <a:gd name="connsiteX32" fmla="*/ 9221 w 25683"/>
                  <a:gd name="connsiteY32" fmla="*/ 35983 h 39626"/>
                  <a:gd name="connsiteX33" fmla="*/ 12999 w 25683"/>
                  <a:gd name="connsiteY33" fmla="*/ 36703 h 39626"/>
                  <a:gd name="connsiteX34" fmla="*/ 17047 w 25683"/>
                  <a:gd name="connsiteY34" fmla="*/ 35781 h 39626"/>
                  <a:gd name="connsiteX35" fmla="*/ 20016 w 25683"/>
                  <a:gd name="connsiteY35" fmla="*/ 33262 h 39626"/>
                  <a:gd name="connsiteX36" fmla="*/ 21815 w 25683"/>
                  <a:gd name="connsiteY36" fmla="*/ 29484 h 39626"/>
                  <a:gd name="connsiteX37" fmla="*/ 22445 w 25683"/>
                  <a:gd name="connsiteY37" fmla="*/ 24761 h 3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683" h="39626">
                    <a:moveTo>
                      <a:pt x="22445" y="0"/>
                    </a:moveTo>
                    <a:lnTo>
                      <a:pt x="25683" y="0"/>
                    </a:lnTo>
                    <a:lnTo>
                      <a:pt x="25683" y="38862"/>
                    </a:lnTo>
                    <a:lnTo>
                      <a:pt x="22445" y="38862"/>
                    </a:lnTo>
                    <a:lnTo>
                      <a:pt x="22445" y="33959"/>
                    </a:lnTo>
                    <a:lnTo>
                      <a:pt x="22332" y="33959"/>
                    </a:lnTo>
                    <a:cubicBezTo>
                      <a:pt x="21860" y="34904"/>
                      <a:pt x="21253" y="35713"/>
                      <a:pt x="20533" y="36411"/>
                    </a:cubicBezTo>
                    <a:cubicBezTo>
                      <a:pt x="19791" y="37108"/>
                      <a:pt x="18981" y="37692"/>
                      <a:pt x="18104" y="38165"/>
                    </a:cubicBezTo>
                    <a:cubicBezTo>
                      <a:pt x="17227" y="38637"/>
                      <a:pt x="16305" y="38997"/>
                      <a:pt x="15383" y="39244"/>
                    </a:cubicBezTo>
                    <a:cubicBezTo>
                      <a:pt x="14438" y="39492"/>
                      <a:pt x="13539" y="39627"/>
                      <a:pt x="12639" y="39627"/>
                    </a:cubicBezTo>
                    <a:cubicBezTo>
                      <a:pt x="10368" y="39627"/>
                      <a:pt x="8456" y="39244"/>
                      <a:pt x="6859" y="38502"/>
                    </a:cubicBezTo>
                    <a:cubicBezTo>
                      <a:pt x="5285" y="37737"/>
                      <a:pt x="3981" y="36703"/>
                      <a:pt x="2946" y="35399"/>
                    </a:cubicBezTo>
                    <a:cubicBezTo>
                      <a:pt x="1912" y="34094"/>
                      <a:pt x="1170" y="32520"/>
                      <a:pt x="697" y="30721"/>
                    </a:cubicBezTo>
                    <a:cubicBezTo>
                      <a:pt x="225" y="28922"/>
                      <a:pt x="0" y="26987"/>
                      <a:pt x="0" y="24941"/>
                    </a:cubicBezTo>
                    <a:cubicBezTo>
                      <a:pt x="0" y="23007"/>
                      <a:pt x="247" y="21118"/>
                      <a:pt x="765" y="19318"/>
                    </a:cubicBezTo>
                    <a:cubicBezTo>
                      <a:pt x="1260" y="17519"/>
                      <a:pt x="2024" y="15945"/>
                      <a:pt x="3059" y="14596"/>
                    </a:cubicBezTo>
                    <a:cubicBezTo>
                      <a:pt x="4093" y="13246"/>
                      <a:pt x="5375" y="12167"/>
                      <a:pt x="6949" y="11357"/>
                    </a:cubicBezTo>
                    <a:cubicBezTo>
                      <a:pt x="8524" y="10548"/>
                      <a:pt x="10368" y="10143"/>
                      <a:pt x="12482" y="10143"/>
                    </a:cubicBezTo>
                    <a:cubicBezTo>
                      <a:pt x="14461" y="10143"/>
                      <a:pt x="16350" y="10593"/>
                      <a:pt x="18171" y="11470"/>
                    </a:cubicBezTo>
                    <a:cubicBezTo>
                      <a:pt x="19993" y="12347"/>
                      <a:pt x="21410" y="13651"/>
                      <a:pt x="22467" y="15383"/>
                    </a:cubicBezTo>
                    <a:lnTo>
                      <a:pt x="22467" y="0"/>
                    </a:lnTo>
                    <a:close/>
                    <a:moveTo>
                      <a:pt x="22445" y="24783"/>
                    </a:moveTo>
                    <a:cubicBezTo>
                      <a:pt x="22445" y="23209"/>
                      <a:pt x="22220" y="21702"/>
                      <a:pt x="21793" y="20286"/>
                    </a:cubicBezTo>
                    <a:cubicBezTo>
                      <a:pt x="21365" y="18869"/>
                      <a:pt x="20735" y="17632"/>
                      <a:pt x="19926" y="16552"/>
                    </a:cubicBezTo>
                    <a:cubicBezTo>
                      <a:pt x="19116" y="15473"/>
                      <a:pt x="18127" y="14641"/>
                      <a:pt x="16957" y="14011"/>
                    </a:cubicBezTo>
                    <a:cubicBezTo>
                      <a:pt x="15788" y="13381"/>
                      <a:pt x="14461" y="13066"/>
                      <a:pt x="12999" y="13066"/>
                    </a:cubicBezTo>
                    <a:cubicBezTo>
                      <a:pt x="11312" y="13066"/>
                      <a:pt x="9850" y="13404"/>
                      <a:pt x="8636" y="14056"/>
                    </a:cubicBezTo>
                    <a:cubicBezTo>
                      <a:pt x="7422" y="14731"/>
                      <a:pt x="6409" y="15630"/>
                      <a:pt x="5622" y="16777"/>
                    </a:cubicBezTo>
                    <a:cubicBezTo>
                      <a:pt x="4835" y="17924"/>
                      <a:pt x="4251" y="19273"/>
                      <a:pt x="3891" y="20803"/>
                    </a:cubicBezTo>
                    <a:cubicBezTo>
                      <a:pt x="3531" y="22332"/>
                      <a:pt x="3396" y="23974"/>
                      <a:pt x="3463" y="25750"/>
                    </a:cubicBezTo>
                    <a:cubicBezTo>
                      <a:pt x="3463" y="27505"/>
                      <a:pt x="3711" y="29079"/>
                      <a:pt x="4183" y="30428"/>
                    </a:cubicBezTo>
                    <a:cubicBezTo>
                      <a:pt x="4678" y="31778"/>
                      <a:pt x="5353" y="32925"/>
                      <a:pt x="6207" y="33847"/>
                    </a:cubicBezTo>
                    <a:cubicBezTo>
                      <a:pt x="7062" y="34791"/>
                      <a:pt x="8074" y="35488"/>
                      <a:pt x="9221" y="35983"/>
                    </a:cubicBezTo>
                    <a:cubicBezTo>
                      <a:pt x="10368" y="36478"/>
                      <a:pt x="11627" y="36703"/>
                      <a:pt x="12999" y="36703"/>
                    </a:cubicBezTo>
                    <a:cubicBezTo>
                      <a:pt x="14506" y="36703"/>
                      <a:pt x="15855" y="36388"/>
                      <a:pt x="17047" y="35781"/>
                    </a:cubicBezTo>
                    <a:cubicBezTo>
                      <a:pt x="18239" y="35174"/>
                      <a:pt x="19229" y="34341"/>
                      <a:pt x="20016" y="33262"/>
                    </a:cubicBezTo>
                    <a:cubicBezTo>
                      <a:pt x="20803" y="32205"/>
                      <a:pt x="21410" y="30946"/>
                      <a:pt x="21815" y="29484"/>
                    </a:cubicBezTo>
                    <a:cubicBezTo>
                      <a:pt x="22220" y="28022"/>
                      <a:pt x="22445" y="26448"/>
                      <a:pt x="22445" y="24761"/>
                    </a:cubicBezTo>
                    <a:close/>
                  </a:path>
                </a:pathLst>
              </a:custGeom>
              <a:solidFill>
                <a:srgbClr val="231F20"/>
              </a:solidFill>
              <a:ln w="2249" cap="flat">
                <a:noFill/>
                <a:prstDash val="solid"/>
                <a:miter/>
              </a:ln>
            </p:spPr>
            <p:txBody>
              <a:bodyPr rtlCol="0" anchor="ctr"/>
              <a:lstStyle/>
              <a:p>
                <a:endParaRPr lang="en-US"/>
              </a:p>
            </p:txBody>
          </p:sp>
        </p:grpSp>
      </p:grpSp>
      <p:grpSp>
        <p:nvGrpSpPr>
          <p:cNvPr id="20" name="Group 19">
            <a:extLst>
              <a:ext uri="{FF2B5EF4-FFF2-40B4-BE49-F238E27FC236}">
                <a16:creationId xmlns:a16="http://schemas.microsoft.com/office/drawing/2014/main" id="{C350CC93-7C78-4632-182E-D85D1D17C609}"/>
              </a:ext>
            </a:extLst>
          </p:cNvPr>
          <p:cNvGrpSpPr/>
          <p:nvPr/>
        </p:nvGrpSpPr>
        <p:grpSpPr>
          <a:xfrm>
            <a:off x="7089881" y="1277154"/>
            <a:ext cx="1452876" cy="3266527"/>
            <a:chOff x="6440366" y="1511194"/>
            <a:chExt cx="1720481" cy="3868188"/>
          </a:xfrm>
        </p:grpSpPr>
        <p:grpSp>
          <p:nvGrpSpPr>
            <p:cNvPr id="17767" name="Graphic 4479">
              <a:extLst>
                <a:ext uri="{FF2B5EF4-FFF2-40B4-BE49-F238E27FC236}">
                  <a16:creationId xmlns:a16="http://schemas.microsoft.com/office/drawing/2014/main" id="{E1955A06-4A0C-56A4-C06B-753E1E3FA105}"/>
                </a:ext>
              </a:extLst>
            </p:cNvPr>
            <p:cNvGrpSpPr/>
            <p:nvPr/>
          </p:nvGrpSpPr>
          <p:grpSpPr>
            <a:xfrm>
              <a:off x="6440366" y="5235326"/>
              <a:ext cx="658954" cy="144056"/>
              <a:chOff x="5309922" y="4378577"/>
              <a:chExt cx="167165" cy="36545"/>
            </a:xfrm>
            <a:solidFill>
              <a:srgbClr val="231F20"/>
            </a:solidFill>
          </p:grpSpPr>
          <p:sp>
            <p:nvSpPr>
              <p:cNvPr id="17768" name="Freeform 17767">
                <a:extLst>
                  <a:ext uri="{FF2B5EF4-FFF2-40B4-BE49-F238E27FC236}">
                    <a16:creationId xmlns:a16="http://schemas.microsoft.com/office/drawing/2014/main" id="{34AAAEDC-6773-4EC1-D542-7945DA64F897}"/>
                  </a:ext>
                </a:extLst>
              </p:cNvPr>
              <p:cNvSpPr/>
              <p:nvPr/>
            </p:nvSpPr>
            <p:spPr>
              <a:xfrm>
                <a:off x="5309922" y="4385617"/>
                <a:ext cx="24895" cy="29461"/>
              </a:xfrm>
              <a:custGeom>
                <a:avLst/>
                <a:gdLst>
                  <a:gd name="connsiteX0" fmla="*/ 21163 w 24895"/>
                  <a:gd name="connsiteY0" fmla="*/ 9558 h 29461"/>
                  <a:gd name="connsiteX1" fmla="*/ 18194 w 24895"/>
                  <a:gd name="connsiteY1" fmla="*/ 4678 h 29461"/>
                  <a:gd name="connsiteX2" fmla="*/ 12841 w 24895"/>
                  <a:gd name="connsiteY2" fmla="*/ 2924 h 29461"/>
                  <a:gd name="connsiteX3" fmla="*/ 8569 w 24895"/>
                  <a:gd name="connsiteY3" fmla="*/ 3958 h 29461"/>
                  <a:gd name="connsiteX4" fmla="*/ 5645 w 24895"/>
                  <a:gd name="connsiteY4" fmla="*/ 6679 h 29461"/>
                  <a:gd name="connsiteX5" fmla="*/ 3981 w 24895"/>
                  <a:gd name="connsiteY5" fmla="*/ 10503 h 29461"/>
                  <a:gd name="connsiteX6" fmla="*/ 3441 w 24895"/>
                  <a:gd name="connsiteY6" fmla="*/ 14798 h 29461"/>
                  <a:gd name="connsiteX7" fmla="*/ 3958 w 24895"/>
                  <a:gd name="connsiteY7" fmla="*/ 19116 h 29461"/>
                  <a:gd name="connsiteX8" fmla="*/ 5600 w 24895"/>
                  <a:gd name="connsiteY8" fmla="*/ 22895 h 29461"/>
                  <a:gd name="connsiteX9" fmla="*/ 8524 w 24895"/>
                  <a:gd name="connsiteY9" fmla="*/ 25571 h 29461"/>
                  <a:gd name="connsiteX10" fmla="*/ 12841 w 24895"/>
                  <a:gd name="connsiteY10" fmla="*/ 26560 h 29461"/>
                  <a:gd name="connsiteX11" fmla="*/ 18644 w 24895"/>
                  <a:gd name="connsiteY11" fmla="*/ 24559 h 29461"/>
                  <a:gd name="connsiteX12" fmla="*/ 21433 w 24895"/>
                  <a:gd name="connsiteY12" fmla="*/ 19049 h 29461"/>
                  <a:gd name="connsiteX13" fmla="*/ 24896 w 24895"/>
                  <a:gd name="connsiteY13" fmla="*/ 19049 h 29461"/>
                  <a:gd name="connsiteX14" fmla="*/ 23524 w 24895"/>
                  <a:gd name="connsiteY14" fmla="*/ 23277 h 29461"/>
                  <a:gd name="connsiteX15" fmla="*/ 21095 w 24895"/>
                  <a:gd name="connsiteY15" fmla="*/ 26560 h 29461"/>
                  <a:gd name="connsiteX16" fmla="*/ 17564 w 24895"/>
                  <a:gd name="connsiteY16" fmla="*/ 28697 h 29461"/>
                  <a:gd name="connsiteX17" fmla="*/ 12864 w 24895"/>
                  <a:gd name="connsiteY17" fmla="*/ 29461 h 29461"/>
                  <a:gd name="connsiteX18" fmla="*/ 7084 w 24895"/>
                  <a:gd name="connsiteY18" fmla="*/ 28337 h 29461"/>
                  <a:gd name="connsiteX19" fmla="*/ 3081 w 24895"/>
                  <a:gd name="connsiteY19" fmla="*/ 25233 h 29461"/>
                  <a:gd name="connsiteX20" fmla="*/ 765 w 24895"/>
                  <a:gd name="connsiteY20" fmla="*/ 20556 h 29461"/>
                  <a:gd name="connsiteX21" fmla="*/ 0 w 24895"/>
                  <a:gd name="connsiteY21" fmla="*/ 14776 h 29461"/>
                  <a:gd name="connsiteX22" fmla="*/ 832 w 24895"/>
                  <a:gd name="connsiteY22" fmla="*/ 9198 h 29461"/>
                  <a:gd name="connsiteX23" fmla="*/ 3283 w 24895"/>
                  <a:gd name="connsiteY23" fmla="*/ 4475 h 29461"/>
                  <a:gd name="connsiteX24" fmla="*/ 7309 w 24895"/>
                  <a:gd name="connsiteY24" fmla="*/ 1215 h 29461"/>
                  <a:gd name="connsiteX25" fmla="*/ 12841 w 24895"/>
                  <a:gd name="connsiteY25" fmla="*/ 0 h 29461"/>
                  <a:gd name="connsiteX26" fmla="*/ 20690 w 24895"/>
                  <a:gd name="connsiteY26" fmla="*/ 2316 h 29461"/>
                  <a:gd name="connsiteX27" fmla="*/ 24446 w 24895"/>
                  <a:gd name="connsiteY27" fmla="*/ 9558 h 29461"/>
                  <a:gd name="connsiteX28" fmla="*/ 21163 w 24895"/>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5" h="29461">
                    <a:moveTo>
                      <a:pt x="21163" y="9558"/>
                    </a:moveTo>
                    <a:cubicBezTo>
                      <a:pt x="20578" y="7466"/>
                      <a:pt x="19588" y="5847"/>
                      <a:pt x="18194" y="4678"/>
                    </a:cubicBezTo>
                    <a:cubicBezTo>
                      <a:pt x="16800" y="3509"/>
                      <a:pt x="15001" y="2924"/>
                      <a:pt x="12841" y="2924"/>
                    </a:cubicBezTo>
                    <a:cubicBezTo>
                      <a:pt x="11177" y="2924"/>
                      <a:pt x="9760" y="3261"/>
                      <a:pt x="8569" y="3958"/>
                    </a:cubicBezTo>
                    <a:cubicBezTo>
                      <a:pt x="7377" y="4633"/>
                      <a:pt x="6409" y="5555"/>
                      <a:pt x="5645" y="6679"/>
                    </a:cubicBezTo>
                    <a:cubicBezTo>
                      <a:pt x="4880" y="7804"/>
                      <a:pt x="4341" y="9086"/>
                      <a:pt x="3981" y="10503"/>
                    </a:cubicBezTo>
                    <a:cubicBezTo>
                      <a:pt x="3621" y="11920"/>
                      <a:pt x="3441" y="13359"/>
                      <a:pt x="3441" y="14798"/>
                    </a:cubicBezTo>
                    <a:cubicBezTo>
                      <a:pt x="3441" y="16237"/>
                      <a:pt x="3621" y="17722"/>
                      <a:pt x="3958" y="19116"/>
                    </a:cubicBezTo>
                    <a:cubicBezTo>
                      <a:pt x="4296" y="20510"/>
                      <a:pt x="4858" y="21770"/>
                      <a:pt x="5600" y="22895"/>
                    </a:cubicBezTo>
                    <a:cubicBezTo>
                      <a:pt x="6342" y="24019"/>
                      <a:pt x="7332" y="24896"/>
                      <a:pt x="8524" y="25571"/>
                    </a:cubicBezTo>
                    <a:cubicBezTo>
                      <a:pt x="9715" y="26245"/>
                      <a:pt x="11155" y="26560"/>
                      <a:pt x="12841" y="26560"/>
                    </a:cubicBezTo>
                    <a:cubicBezTo>
                      <a:pt x="15248" y="26560"/>
                      <a:pt x="17182" y="25886"/>
                      <a:pt x="18644" y="24559"/>
                    </a:cubicBezTo>
                    <a:cubicBezTo>
                      <a:pt x="20106" y="23232"/>
                      <a:pt x="21028" y="21388"/>
                      <a:pt x="21433" y="19049"/>
                    </a:cubicBezTo>
                    <a:lnTo>
                      <a:pt x="24896" y="19049"/>
                    </a:lnTo>
                    <a:cubicBezTo>
                      <a:pt x="24603" y="20601"/>
                      <a:pt x="24154" y="22017"/>
                      <a:pt x="23524" y="23277"/>
                    </a:cubicBezTo>
                    <a:cubicBezTo>
                      <a:pt x="22895" y="24559"/>
                      <a:pt x="22085" y="25661"/>
                      <a:pt x="21095" y="26560"/>
                    </a:cubicBezTo>
                    <a:cubicBezTo>
                      <a:pt x="20106" y="27482"/>
                      <a:pt x="18936" y="28180"/>
                      <a:pt x="17564" y="28697"/>
                    </a:cubicBezTo>
                    <a:cubicBezTo>
                      <a:pt x="16192" y="29191"/>
                      <a:pt x="14641" y="29461"/>
                      <a:pt x="12864" y="29461"/>
                    </a:cubicBezTo>
                    <a:cubicBezTo>
                      <a:pt x="10638" y="29461"/>
                      <a:pt x="8703" y="29079"/>
                      <a:pt x="7084" y="28337"/>
                    </a:cubicBezTo>
                    <a:cubicBezTo>
                      <a:pt x="5465" y="27595"/>
                      <a:pt x="4138" y="26538"/>
                      <a:pt x="3081" y="25233"/>
                    </a:cubicBezTo>
                    <a:cubicBezTo>
                      <a:pt x="2047" y="23929"/>
                      <a:pt x="1260" y="22355"/>
                      <a:pt x="765" y="20556"/>
                    </a:cubicBezTo>
                    <a:cubicBezTo>
                      <a:pt x="270" y="18756"/>
                      <a:pt x="0" y="16822"/>
                      <a:pt x="0" y="14776"/>
                    </a:cubicBezTo>
                    <a:cubicBezTo>
                      <a:pt x="0" y="12841"/>
                      <a:pt x="270" y="10975"/>
                      <a:pt x="832" y="9198"/>
                    </a:cubicBezTo>
                    <a:cubicBezTo>
                      <a:pt x="1394" y="7422"/>
                      <a:pt x="2204" y="5847"/>
                      <a:pt x="3283" y="4475"/>
                    </a:cubicBezTo>
                    <a:cubicBezTo>
                      <a:pt x="4363" y="3104"/>
                      <a:pt x="5712" y="2024"/>
                      <a:pt x="7309" y="1215"/>
                    </a:cubicBezTo>
                    <a:cubicBezTo>
                      <a:pt x="8906" y="405"/>
                      <a:pt x="10750" y="0"/>
                      <a:pt x="12841" y="0"/>
                    </a:cubicBezTo>
                    <a:cubicBezTo>
                      <a:pt x="16080" y="0"/>
                      <a:pt x="18689" y="765"/>
                      <a:pt x="20690" y="2316"/>
                    </a:cubicBezTo>
                    <a:cubicBezTo>
                      <a:pt x="22692" y="3868"/>
                      <a:pt x="23929" y="6275"/>
                      <a:pt x="24446" y="9558"/>
                    </a:cubicBezTo>
                    <a:lnTo>
                      <a:pt x="21163" y="9558"/>
                    </a:lnTo>
                    <a:close/>
                  </a:path>
                </a:pathLst>
              </a:custGeom>
              <a:solidFill>
                <a:srgbClr val="231F20"/>
              </a:solidFill>
              <a:ln w="2249" cap="flat">
                <a:noFill/>
                <a:prstDash val="solid"/>
                <a:miter/>
              </a:ln>
            </p:spPr>
            <p:txBody>
              <a:bodyPr rtlCol="0" anchor="ctr"/>
              <a:lstStyle/>
              <a:p>
                <a:endParaRPr lang="en-US"/>
              </a:p>
            </p:txBody>
          </p:sp>
          <p:sp>
            <p:nvSpPr>
              <p:cNvPr id="17769" name="Freeform 17768">
                <a:extLst>
                  <a:ext uri="{FF2B5EF4-FFF2-40B4-BE49-F238E27FC236}">
                    <a16:creationId xmlns:a16="http://schemas.microsoft.com/office/drawing/2014/main" id="{683C7AE2-7933-470D-A593-D405634230A5}"/>
                  </a:ext>
                </a:extLst>
              </p:cNvPr>
              <p:cNvSpPr/>
              <p:nvPr/>
            </p:nvSpPr>
            <p:spPr>
              <a:xfrm>
                <a:off x="5339451" y="4385594"/>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4 w 25908"/>
                  <a:gd name="connsiteY3" fmla="*/ 21185 h 29483"/>
                  <a:gd name="connsiteX4" fmla="*/ 0 w 25908"/>
                  <a:gd name="connsiteY4" fmla="*/ 14753 h 29483"/>
                  <a:gd name="connsiteX5" fmla="*/ 810 w 25908"/>
                  <a:gd name="connsiteY5" fmla="*/ 8996 h 29483"/>
                  <a:gd name="connsiteX6" fmla="*/ 3238 w 25908"/>
                  <a:gd name="connsiteY6" fmla="*/ 4318 h 29483"/>
                  <a:gd name="connsiteX7" fmla="*/ 7287 w 25908"/>
                  <a:gd name="connsiteY7" fmla="*/ 1170 h 29483"/>
                  <a:gd name="connsiteX8" fmla="*/ 12954 w 25908"/>
                  <a:gd name="connsiteY8" fmla="*/ 0 h 29483"/>
                  <a:gd name="connsiteX9" fmla="*/ 18666 w 25908"/>
                  <a:gd name="connsiteY9" fmla="*/ 1170 h 29483"/>
                  <a:gd name="connsiteX10" fmla="*/ 22714 w 25908"/>
                  <a:gd name="connsiteY10" fmla="*/ 4296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67 w 25908"/>
                  <a:gd name="connsiteY17" fmla="*/ 14753 h 29483"/>
                  <a:gd name="connsiteX18" fmla="*/ 21927 w 25908"/>
                  <a:gd name="connsiteY18" fmla="*/ 10120 h 29483"/>
                  <a:gd name="connsiteX19" fmla="*/ 20263 w 25908"/>
                  <a:gd name="connsiteY19" fmla="*/ 6364 h 29483"/>
                  <a:gd name="connsiteX20" fmla="*/ 17339 w 25908"/>
                  <a:gd name="connsiteY20" fmla="*/ 3846 h 29483"/>
                  <a:gd name="connsiteX21" fmla="*/ 12977 w 25908"/>
                  <a:gd name="connsiteY21" fmla="*/ 2924 h 29483"/>
                  <a:gd name="connsiteX22" fmla="*/ 8636 w 25908"/>
                  <a:gd name="connsiteY22" fmla="*/ 3913 h 29483"/>
                  <a:gd name="connsiteX23" fmla="*/ 5690 w 25908"/>
                  <a:gd name="connsiteY23" fmla="*/ 6567 h 29483"/>
                  <a:gd name="connsiteX24" fmla="*/ 4026 w 25908"/>
                  <a:gd name="connsiteY24" fmla="*/ 10345 h 29483"/>
                  <a:gd name="connsiteX25" fmla="*/ 3486 w 25908"/>
                  <a:gd name="connsiteY25" fmla="*/ 14753 h 29483"/>
                  <a:gd name="connsiteX26" fmla="*/ 4115 w 25908"/>
                  <a:gd name="connsiteY26" fmla="*/ 19521 h 29483"/>
                  <a:gd name="connsiteX27" fmla="*/ 5915 w 25908"/>
                  <a:gd name="connsiteY27" fmla="*/ 23277 h 29483"/>
                  <a:gd name="connsiteX28" fmla="*/ 8883 w 25908"/>
                  <a:gd name="connsiteY28" fmla="*/ 25706 h 29483"/>
                  <a:gd name="connsiteX29" fmla="*/ 12977 w 25908"/>
                  <a:gd name="connsiteY29" fmla="*/ 26560 h 29483"/>
                  <a:gd name="connsiteX30" fmla="*/ 17317 w 25908"/>
                  <a:gd name="connsiteY30" fmla="*/ 25571 h 29483"/>
                  <a:gd name="connsiteX31" fmla="*/ 20263 w 25908"/>
                  <a:gd name="connsiteY31" fmla="*/ 22895 h 29483"/>
                  <a:gd name="connsiteX32" fmla="*/ 21927 w 25908"/>
                  <a:gd name="connsiteY32" fmla="*/ 19116 h 29483"/>
                  <a:gd name="connsiteX33" fmla="*/ 22467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4" y="21185"/>
                    </a:cubicBezTo>
                    <a:cubicBezTo>
                      <a:pt x="360" y="19341"/>
                      <a:pt x="0" y="17205"/>
                      <a:pt x="0" y="14753"/>
                    </a:cubicBezTo>
                    <a:cubicBezTo>
                      <a:pt x="0" y="12707"/>
                      <a:pt x="270" y="10795"/>
                      <a:pt x="810" y="8996"/>
                    </a:cubicBezTo>
                    <a:cubicBezTo>
                      <a:pt x="1349" y="7219"/>
                      <a:pt x="2159" y="5667"/>
                      <a:pt x="3238" y="4318"/>
                    </a:cubicBezTo>
                    <a:cubicBezTo>
                      <a:pt x="4318" y="2969"/>
                      <a:pt x="5667" y="1934"/>
                      <a:pt x="7287" y="1170"/>
                    </a:cubicBezTo>
                    <a:cubicBezTo>
                      <a:pt x="8906" y="405"/>
                      <a:pt x="10795" y="0"/>
                      <a:pt x="12954" y="0"/>
                    </a:cubicBezTo>
                    <a:cubicBezTo>
                      <a:pt x="15113" y="0"/>
                      <a:pt x="17047" y="382"/>
                      <a:pt x="18666" y="1170"/>
                    </a:cubicBezTo>
                    <a:cubicBezTo>
                      <a:pt x="20286" y="1934"/>
                      <a:pt x="21635" y="2991"/>
                      <a:pt x="22714" y="4296"/>
                    </a:cubicBezTo>
                    <a:cubicBezTo>
                      <a:pt x="23794" y="5600"/>
                      <a:pt x="24603" y="7174"/>
                      <a:pt x="25121" y="8973"/>
                    </a:cubicBezTo>
                    <a:cubicBezTo>
                      <a:pt x="25638" y="10773"/>
                      <a:pt x="25908" y="12707"/>
                      <a:pt x="25908" y="14753"/>
                    </a:cubicBezTo>
                    <a:cubicBezTo>
                      <a:pt x="25908" y="16980"/>
                      <a:pt x="25593" y="19004"/>
                      <a:pt x="24986" y="20803"/>
                    </a:cubicBezTo>
                    <a:cubicBezTo>
                      <a:pt x="24379" y="22602"/>
                      <a:pt x="23502" y="24154"/>
                      <a:pt x="22377" y="25436"/>
                    </a:cubicBezTo>
                    <a:cubicBezTo>
                      <a:pt x="21253" y="26718"/>
                      <a:pt x="19881" y="27730"/>
                      <a:pt x="18284" y="28427"/>
                    </a:cubicBezTo>
                    <a:cubicBezTo>
                      <a:pt x="16687" y="29124"/>
                      <a:pt x="14911" y="29484"/>
                      <a:pt x="12977" y="29484"/>
                    </a:cubicBezTo>
                    <a:close/>
                    <a:moveTo>
                      <a:pt x="22467" y="14753"/>
                    </a:moveTo>
                    <a:cubicBezTo>
                      <a:pt x="22467" y="13089"/>
                      <a:pt x="22287" y="11560"/>
                      <a:pt x="21927" y="10120"/>
                    </a:cubicBezTo>
                    <a:cubicBezTo>
                      <a:pt x="21567" y="8681"/>
                      <a:pt x="21005" y="7422"/>
                      <a:pt x="20263" y="6364"/>
                    </a:cubicBezTo>
                    <a:cubicBezTo>
                      <a:pt x="19499" y="5308"/>
                      <a:pt x="18531" y="4475"/>
                      <a:pt x="17339" y="3846"/>
                    </a:cubicBezTo>
                    <a:cubicBezTo>
                      <a:pt x="16148" y="3239"/>
                      <a:pt x="14686" y="2924"/>
                      <a:pt x="12977" y="2924"/>
                    </a:cubicBezTo>
                    <a:cubicBezTo>
                      <a:pt x="11267" y="2924"/>
                      <a:pt x="9828" y="3261"/>
                      <a:pt x="8636" y="3913"/>
                    </a:cubicBezTo>
                    <a:cubicBezTo>
                      <a:pt x="7422" y="4588"/>
                      <a:pt x="6454" y="5465"/>
                      <a:pt x="5690" y="6567"/>
                    </a:cubicBezTo>
                    <a:cubicBezTo>
                      <a:pt x="4925" y="7669"/>
                      <a:pt x="4385" y="8928"/>
                      <a:pt x="4026" y="10345"/>
                    </a:cubicBezTo>
                    <a:cubicBezTo>
                      <a:pt x="3666" y="11762"/>
                      <a:pt x="3486" y="13224"/>
                      <a:pt x="3486" y="14753"/>
                    </a:cubicBezTo>
                    <a:cubicBezTo>
                      <a:pt x="3486" y="16485"/>
                      <a:pt x="3688" y="18082"/>
                      <a:pt x="4115" y="19521"/>
                    </a:cubicBezTo>
                    <a:cubicBezTo>
                      <a:pt x="4520" y="20983"/>
                      <a:pt x="5128" y="22220"/>
                      <a:pt x="5915" y="23277"/>
                    </a:cubicBezTo>
                    <a:cubicBezTo>
                      <a:pt x="6702" y="24334"/>
                      <a:pt x="7692" y="25121"/>
                      <a:pt x="8883" y="25706"/>
                    </a:cubicBezTo>
                    <a:cubicBezTo>
                      <a:pt x="10075" y="26290"/>
                      <a:pt x="11447" y="26560"/>
                      <a:pt x="12977" y="26560"/>
                    </a:cubicBezTo>
                    <a:cubicBezTo>
                      <a:pt x="14663" y="26560"/>
                      <a:pt x="16125" y="26223"/>
                      <a:pt x="17317" y="25571"/>
                    </a:cubicBezTo>
                    <a:cubicBezTo>
                      <a:pt x="18531" y="24896"/>
                      <a:pt x="19499" y="24019"/>
                      <a:pt x="20263" y="22895"/>
                    </a:cubicBezTo>
                    <a:cubicBezTo>
                      <a:pt x="21028" y="21770"/>
                      <a:pt x="21567" y="20510"/>
                      <a:pt x="21927" y="19116"/>
                    </a:cubicBezTo>
                    <a:cubicBezTo>
                      <a:pt x="22287" y="17722"/>
                      <a:pt x="22467" y="16260"/>
                      <a:pt x="22467" y="14753"/>
                    </a:cubicBezTo>
                    <a:close/>
                  </a:path>
                </a:pathLst>
              </a:custGeom>
              <a:solidFill>
                <a:srgbClr val="231F20"/>
              </a:solidFill>
              <a:ln w="2249" cap="flat">
                <a:noFill/>
                <a:prstDash val="solid"/>
                <a:miter/>
              </a:ln>
            </p:spPr>
            <p:txBody>
              <a:bodyPr rtlCol="0" anchor="ctr"/>
              <a:lstStyle/>
              <a:p>
                <a:endParaRPr lang="en-US"/>
              </a:p>
            </p:txBody>
          </p:sp>
          <p:sp>
            <p:nvSpPr>
              <p:cNvPr id="17770" name="Freeform 17769">
                <a:extLst>
                  <a:ext uri="{FF2B5EF4-FFF2-40B4-BE49-F238E27FC236}">
                    <a16:creationId xmlns:a16="http://schemas.microsoft.com/office/drawing/2014/main" id="{CF18B51A-CCBC-771B-3878-2AEF6F9563D5}"/>
                  </a:ext>
                </a:extLst>
              </p:cNvPr>
              <p:cNvSpPr/>
              <p:nvPr/>
            </p:nvSpPr>
            <p:spPr>
              <a:xfrm>
                <a:off x="5371454" y="4385617"/>
                <a:ext cx="12481" cy="28719"/>
              </a:xfrm>
              <a:custGeom>
                <a:avLst/>
                <a:gdLst>
                  <a:gd name="connsiteX0" fmla="*/ 3239 w 12481"/>
                  <a:gd name="connsiteY0" fmla="*/ 28719 h 28719"/>
                  <a:gd name="connsiteX1" fmla="*/ 0 w 12481"/>
                  <a:gd name="connsiteY1" fmla="*/ 28719 h 28719"/>
                  <a:gd name="connsiteX2" fmla="*/ 0 w 12481"/>
                  <a:gd name="connsiteY2" fmla="*/ 765 h 28719"/>
                  <a:gd name="connsiteX3" fmla="*/ 3239 w 12481"/>
                  <a:gd name="connsiteY3" fmla="*/ 765 h 28719"/>
                  <a:gd name="connsiteX4" fmla="*/ 3239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9 h 28719"/>
                  <a:gd name="connsiteX9" fmla="*/ 7939 w 12481"/>
                  <a:gd name="connsiteY9" fmla="*/ 4363 h 28719"/>
                  <a:gd name="connsiteX10" fmla="*/ 5105 w 12481"/>
                  <a:gd name="connsiteY10" fmla="*/ 6837 h 28719"/>
                  <a:gd name="connsiteX11" fmla="*/ 3643 w 12481"/>
                  <a:gd name="connsiteY11" fmla="*/ 10525 h 28719"/>
                  <a:gd name="connsiteX12" fmla="*/ 3239 w 12481"/>
                  <a:gd name="connsiteY12" fmla="*/ 14978 h 28719"/>
                  <a:gd name="connsiteX13" fmla="*/ 3239 w 12481"/>
                  <a:gd name="connsiteY13"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9">
                    <a:moveTo>
                      <a:pt x="3239" y="28719"/>
                    </a:moveTo>
                    <a:lnTo>
                      <a:pt x="0" y="28719"/>
                    </a:lnTo>
                    <a:lnTo>
                      <a:pt x="0" y="765"/>
                    </a:lnTo>
                    <a:lnTo>
                      <a:pt x="3239" y="765"/>
                    </a:lnTo>
                    <a:lnTo>
                      <a:pt x="3239" y="6005"/>
                    </a:lnTo>
                    <a:lnTo>
                      <a:pt x="3351" y="6005"/>
                    </a:lnTo>
                    <a:cubicBezTo>
                      <a:pt x="4251" y="3778"/>
                      <a:pt x="5420" y="2226"/>
                      <a:pt x="6837" y="1327"/>
                    </a:cubicBezTo>
                    <a:cubicBezTo>
                      <a:pt x="8254" y="450"/>
                      <a:pt x="10143" y="0"/>
                      <a:pt x="12482" y="0"/>
                    </a:cubicBezTo>
                    <a:lnTo>
                      <a:pt x="12482" y="3509"/>
                    </a:lnTo>
                    <a:cubicBezTo>
                      <a:pt x="10638" y="3463"/>
                      <a:pt x="9131" y="3756"/>
                      <a:pt x="7939" y="4363"/>
                    </a:cubicBezTo>
                    <a:cubicBezTo>
                      <a:pt x="6747" y="4970"/>
                      <a:pt x="5802" y="5802"/>
                      <a:pt x="5105" y="6837"/>
                    </a:cubicBezTo>
                    <a:cubicBezTo>
                      <a:pt x="4408" y="7871"/>
                      <a:pt x="3913" y="9108"/>
                      <a:pt x="3643" y="10525"/>
                    </a:cubicBezTo>
                    <a:cubicBezTo>
                      <a:pt x="3373" y="11942"/>
                      <a:pt x="3239" y="13426"/>
                      <a:pt x="3239" y="14978"/>
                    </a:cubicBezTo>
                    <a:lnTo>
                      <a:pt x="3239" y="28697"/>
                    </a:lnTo>
                    <a:close/>
                  </a:path>
                </a:pathLst>
              </a:custGeom>
              <a:solidFill>
                <a:srgbClr val="231F20"/>
              </a:solidFill>
              <a:ln w="2249" cap="flat">
                <a:noFill/>
                <a:prstDash val="solid"/>
                <a:miter/>
              </a:ln>
            </p:spPr>
            <p:txBody>
              <a:bodyPr rtlCol="0" anchor="ctr"/>
              <a:lstStyle/>
              <a:p>
                <a:endParaRPr lang="en-US"/>
              </a:p>
            </p:txBody>
          </p:sp>
          <p:sp>
            <p:nvSpPr>
              <p:cNvPr id="17771" name="Freeform 17770">
                <a:extLst>
                  <a:ext uri="{FF2B5EF4-FFF2-40B4-BE49-F238E27FC236}">
                    <a16:creationId xmlns:a16="http://schemas.microsoft.com/office/drawing/2014/main" id="{77052F6D-CDEA-82FB-1A8C-EC9D6BE3C721}"/>
                  </a:ext>
                </a:extLst>
              </p:cNvPr>
              <p:cNvSpPr/>
              <p:nvPr/>
            </p:nvSpPr>
            <p:spPr>
              <a:xfrm>
                <a:off x="5389446" y="4385617"/>
                <a:ext cx="12481" cy="28719"/>
              </a:xfrm>
              <a:custGeom>
                <a:avLst/>
                <a:gdLst>
                  <a:gd name="connsiteX0" fmla="*/ 3239 w 12481"/>
                  <a:gd name="connsiteY0" fmla="*/ 28719 h 28719"/>
                  <a:gd name="connsiteX1" fmla="*/ 0 w 12481"/>
                  <a:gd name="connsiteY1" fmla="*/ 28719 h 28719"/>
                  <a:gd name="connsiteX2" fmla="*/ 0 w 12481"/>
                  <a:gd name="connsiteY2" fmla="*/ 765 h 28719"/>
                  <a:gd name="connsiteX3" fmla="*/ 3239 w 12481"/>
                  <a:gd name="connsiteY3" fmla="*/ 765 h 28719"/>
                  <a:gd name="connsiteX4" fmla="*/ 3239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9 h 28719"/>
                  <a:gd name="connsiteX9" fmla="*/ 7939 w 12481"/>
                  <a:gd name="connsiteY9" fmla="*/ 4363 h 28719"/>
                  <a:gd name="connsiteX10" fmla="*/ 5105 w 12481"/>
                  <a:gd name="connsiteY10" fmla="*/ 6837 h 28719"/>
                  <a:gd name="connsiteX11" fmla="*/ 3643 w 12481"/>
                  <a:gd name="connsiteY11" fmla="*/ 10525 h 28719"/>
                  <a:gd name="connsiteX12" fmla="*/ 3239 w 12481"/>
                  <a:gd name="connsiteY12" fmla="*/ 14978 h 28719"/>
                  <a:gd name="connsiteX13" fmla="*/ 3239 w 12481"/>
                  <a:gd name="connsiteY13"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9">
                    <a:moveTo>
                      <a:pt x="3239" y="28719"/>
                    </a:moveTo>
                    <a:lnTo>
                      <a:pt x="0" y="28719"/>
                    </a:lnTo>
                    <a:lnTo>
                      <a:pt x="0" y="765"/>
                    </a:lnTo>
                    <a:lnTo>
                      <a:pt x="3239" y="765"/>
                    </a:lnTo>
                    <a:lnTo>
                      <a:pt x="3239" y="6005"/>
                    </a:lnTo>
                    <a:lnTo>
                      <a:pt x="3351" y="6005"/>
                    </a:lnTo>
                    <a:cubicBezTo>
                      <a:pt x="4251" y="3778"/>
                      <a:pt x="5420" y="2226"/>
                      <a:pt x="6837" y="1327"/>
                    </a:cubicBezTo>
                    <a:cubicBezTo>
                      <a:pt x="8254" y="450"/>
                      <a:pt x="10143" y="0"/>
                      <a:pt x="12482" y="0"/>
                    </a:cubicBezTo>
                    <a:lnTo>
                      <a:pt x="12482" y="3509"/>
                    </a:lnTo>
                    <a:cubicBezTo>
                      <a:pt x="10638" y="3463"/>
                      <a:pt x="9131" y="3756"/>
                      <a:pt x="7939" y="4363"/>
                    </a:cubicBezTo>
                    <a:cubicBezTo>
                      <a:pt x="6747" y="4970"/>
                      <a:pt x="5802" y="5802"/>
                      <a:pt x="5105" y="6837"/>
                    </a:cubicBezTo>
                    <a:cubicBezTo>
                      <a:pt x="4408" y="7871"/>
                      <a:pt x="3913" y="9108"/>
                      <a:pt x="3643" y="10525"/>
                    </a:cubicBezTo>
                    <a:cubicBezTo>
                      <a:pt x="3373" y="11942"/>
                      <a:pt x="3239" y="13426"/>
                      <a:pt x="3239" y="14978"/>
                    </a:cubicBezTo>
                    <a:lnTo>
                      <a:pt x="3239" y="28697"/>
                    </a:lnTo>
                    <a:close/>
                  </a:path>
                </a:pathLst>
              </a:custGeom>
              <a:solidFill>
                <a:srgbClr val="231F20"/>
              </a:solidFill>
              <a:ln w="2249" cap="flat">
                <a:noFill/>
                <a:prstDash val="solid"/>
                <a:miter/>
              </a:ln>
            </p:spPr>
            <p:txBody>
              <a:bodyPr rtlCol="0" anchor="ctr"/>
              <a:lstStyle/>
              <a:p>
                <a:endParaRPr lang="en-US"/>
              </a:p>
            </p:txBody>
          </p:sp>
          <p:sp>
            <p:nvSpPr>
              <p:cNvPr id="17772" name="Freeform 17771">
                <a:extLst>
                  <a:ext uri="{FF2B5EF4-FFF2-40B4-BE49-F238E27FC236}">
                    <a16:creationId xmlns:a16="http://schemas.microsoft.com/office/drawing/2014/main" id="{C12E0645-D7EA-5FD0-C7A7-9DE241F08EE8}"/>
                  </a:ext>
                </a:extLst>
              </p:cNvPr>
              <p:cNvSpPr/>
              <p:nvPr/>
            </p:nvSpPr>
            <p:spPr>
              <a:xfrm>
                <a:off x="5405728" y="4385639"/>
                <a:ext cx="25167" cy="29483"/>
              </a:xfrm>
              <a:custGeom>
                <a:avLst/>
                <a:gdLst>
                  <a:gd name="connsiteX0" fmla="*/ 3509 w 25167"/>
                  <a:gd name="connsiteY0" fmla="*/ 15473 h 29483"/>
                  <a:gd name="connsiteX1" fmla="*/ 4093 w 25167"/>
                  <a:gd name="connsiteY1" fmla="*/ 19768 h 29483"/>
                  <a:gd name="connsiteX2" fmla="*/ 5847 w 25167"/>
                  <a:gd name="connsiteY2" fmla="*/ 23277 h 29483"/>
                  <a:gd name="connsiteX3" fmla="*/ 8794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3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7 w 25167"/>
                  <a:gd name="connsiteY18" fmla="*/ 1170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8 w 25167"/>
                  <a:gd name="connsiteY23" fmla="*/ 12752 h 29483"/>
                  <a:gd name="connsiteX24" fmla="*/ 21185 w 25167"/>
                  <a:gd name="connsiteY24" fmla="*/ 8883 h 29483"/>
                  <a:gd name="connsiteX25" fmla="*/ 19521 w 25167"/>
                  <a:gd name="connsiteY25" fmla="*/ 5757 h 29483"/>
                  <a:gd name="connsiteX26" fmla="*/ 16732 w 25167"/>
                  <a:gd name="connsiteY26" fmla="*/ 3643 h 29483"/>
                  <a:gd name="connsiteX27" fmla="*/ 12909 w 25167"/>
                  <a:gd name="connsiteY27" fmla="*/ 2856 h 29483"/>
                  <a:gd name="connsiteX28" fmla="*/ 9108 w 25167"/>
                  <a:gd name="connsiteY28" fmla="*/ 3666 h 29483"/>
                  <a:gd name="connsiteX29" fmla="*/ 6297 w 25167"/>
                  <a:gd name="connsiteY29" fmla="*/ 5825 h 29483"/>
                  <a:gd name="connsiteX30" fmla="*/ 4430 w 25167"/>
                  <a:gd name="connsiteY30" fmla="*/ 8951 h 29483"/>
                  <a:gd name="connsiteX31" fmla="*/ 3509 w 25167"/>
                  <a:gd name="connsiteY31" fmla="*/ 12729 h 29483"/>
                  <a:gd name="connsiteX32" fmla="*/ 21748 w 25167"/>
                  <a:gd name="connsiteY32" fmla="*/ 12729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9" y="15473"/>
                    </a:moveTo>
                    <a:cubicBezTo>
                      <a:pt x="3509" y="16980"/>
                      <a:pt x="3711" y="18419"/>
                      <a:pt x="4093" y="19768"/>
                    </a:cubicBezTo>
                    <a:cubicBezTo>
                      <a:pt x="4498" y="21118"/>
                      <a:pt x="5083" y="22287"/>
                      <a:pt x="5847" y="23277"/>
                    </a:cubicBezTo>
                    <a:cubicBezTo>
                      <a:pt x="6612" y="24266"/>
                      <a:pt x="7601" y="25053"/>
                      <a:pt x="8794" y="25661"/>
                    </a:cubicBezTo>
                    <a:cubicBezTo>
                      <a:pt x="9986" y="26245"/>
                      <a:pt x="11357" y="26560"/>
                      <a:pt x="12886" y="26560"/>
                    </a:cubicBezTo>
                    <a:cubicBezTo>
                      <a:pt x="15001" y="26560"/>
                      <a:pt x="16822" y="25998"/>
                      <a:pt x="18329" y="24896"/>
                    </a:cubicBezTo>
                    <a:cubicBezTo>
                      <a:pt x="19836" y="23771"/>
                      <a:pt x="20848" y="22197"/>
                      <a:pt x="21343" y="20151"/>
                    </a:cubicBezTo>
                    <a:lnTo>
                      <a:pt x="24963" y="20151"/>
                    </a:lnTo>
                    <a:cubicBezTo>
                      <a:pt x="24559" y="21478"/>
                      <a:pt x="24042"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1"/>
                      <a:pt x="7084" y="28359"/>
                    </a:cubicBezTo>
                    <a:cubicBezTo>
                      <a:pt x="5465" y="27595"/>
                      <a:pt x="4138" y="26560"/>
                      <a:pt x="3081" y="25256"/>
                    </a:cubicBezTo>
                    <a:cubicBezTo>
                      <a:pt x="2047" y="23951"/>
                      <a:pt x="1260" y="22400"/>
                      <a:pt x="765" y="20623"/>
                    </a:cubicBezTo>
                    <a:cubicBezTo>
                      <a:pt x="270" y="18846"/>
                      <a:pt x="0" y="16935"/>
                      <a:pt x="0" y="14866"/>
                    </a:cubicBezTo>
                    <a:cubicBezTo>
                      <a:pt x="0" y="12796"/>
                      <a:pt x="292" y="10885"/>
                      <a:pt x="900" y="9086"/>
                    </a:cubicBezTo>
                    <a:cubicBezTo>
                      <a:pt x="1484" y="7287"/>
                      <a:pt x="2339" y="5712"/>
                      <a:pt x="3441" y="4363"/>
                    </a:cubicBezTo>
                    <a:cubicBezTo>
                      <a:pt x="4543" y="3014"/>
                      <a:pt x="5870" y="1957"/>
                      <a:pt x="7467" y="1170"/>
                    </a:cubicBezTo>
                    <a:cubicBezTo>
                      <a:pt x="9041" y="405"/>
                      <a:pt x="10840" y="0"/>
                      <a:pt x="12864" y="0"/>
                    </a:cubicBezTo>
                    <a:cubicBezTo>
                      <a:pt x="16710" y="0"/>
                      <a:pt x="19746" y="1327"/>
                      <a:pt x="21927" y="3958"/>
                    </a:cubicBezTo>
                    <a:cubicBezTo>
                      <a:pt x="24131" y="6612"/>
                      <a:pt x="25211" y="10435"/>
                      <a:pt x="25166" y="15473"/>
                    </a:cubicBezTo>
                    <a:lnTo>
                      <a:pt x="3463" y="15473"/>
                    </a:lnTo>
                    <a:close/>
                    <a:moveTo>
                      <a:pt x="21748" y="12752"/>
                    </a:moveTo>
                    <a:cubicBezTo>
                      <a:pt x="21748" y="11380"/>
                      <a:pt x="21567" y="10098"/>
                      <a:pt x="21185" y="8883"/>
                    </a:cubicBezTo>
                    <a:cubicBezTo>
                      <a:pt x="20803" y="7669"/>
                      <a:pt x="20241" y="6634"/>
                      <a:pt x="19521" y="5757"/>
                    </a:cubicBezTo>
                    <a:cubicBezTo>
                      <a:pt x="18779" y="4880"/>
                      <a:pt x="17857" y="4183"/>
                      <a:pt x="16732" y="3643"/>
                    </a:cubicBezTo>
                    <a:cubicBezTo>
                      <a:pt x="15608" y="3126"/>
                      <a:pt x="14348" y="2856"/>
                      <a:pt x="12909" y="2856"/>
                    </a:cubicBezTo>
                    <a:cubicBezTo>
                      <a:pt x="11470" y="2856"/>
                      <a:pt x="10210" y="3126"/>
                      <a:pt x="9108" y="3666"/>
                    </a:cubicBezTo>
                    <a:cubicBezTo>
                      <a:pt x="8006" y="4206"/>
                      <a:pt x="7084" y="4925"/>
                      <a:pt x="6297" y="5825"/>
                    </a:cubicBezTo>
                    <a:cubicBezTo>
                      <a:pt x="5533" y="6724"/>
                      <a:pt x="4903" y="7759"/>
                      <a:pt x="4430" y="8951"/>
                    </a:cubicBezTo>
                    <a:cubicBezTo>
                      <a:pt x="3958" y="10143"/>
                      <a:pt x="3666" y="11402"/>
                      <a:pt x="3509" y="12729"/>
                    </a:cubicBezTo>
                    <a:lnTo>
                      <a:pt x="21748" y="12729"/>
                    </a:lnTo>
                    <a:close/>
                  </a:path>
                </a:pathLst>
              </a:custGeom>
              <a:solidFill>
                <a:srgbClr val="231F20"/>
              </a:solidFill>
              <a:ln w="2249" cap="flat">
                <a:noFill/>
                <a:prstDash val="solid"/>
                <a:miter/>
              </a:ln>
            </p:spPr>
            <p:txBody>
              <a:bodyPr rtlCol="0" anchor="ctr"/>
              <a:lstStyle/>
              <a:p>
                <a:endParaRPr lang="en-US"/>
              </a:p>
            </p:txBody>
          </p:sp>
          <p:sp>
            <p:nvSpPr>
              <p:cNvPr id="17773" name="Freeform 17772">
                <a:extLst>
                  <a:ext uri="{FF2B5EF4-FFF2-40B4-BE49-F238E27FC236}">
                    <a16:creationId xmlns:a16="http://schemas.microsoft.com/office/drawing/2014/main" id="{06ADF25C-ADDE-21AD-2938-3BC609E033DE}"/>
                  </a:ext>
                </a:extLst>
              </p:cNvPr>
              <p:cNvSpPr/>
              <p:nvPr/>
            </p:nvSpPr>
            <p:spPr>
              <a:xfrm>
                <a:off x="5435909" y="4385617"/>
                <a:ext cx="24896" cy="29461"/>
              </a:xfrm>
              <a:custGeom>
                <a:avLst/>
                <a:gdLst>
                  <a:gd name="connsiteX0" fmla="*/ 21163 w 24896"/>
                  <a:gd name="connsiteY0" fmla="*/ 9558 h 29461"/>
                  <a:gd name="connsiteX1" fmla="*/ 18194 w 24896"/>
                  <a:gd name="connsiteY1" fmla="*/ 4678 h 29461"/>
                  <a:gd name="connsiteX2" fmla="*/ 12841 w 24896"/>
                  <a:gd name="connsiteY2" fmla="*/ 2924 h 29461"/>
                  <a:gd name="connsiteX3" fmla="*/ 8569 w 24896"/>
                  <a:gd name="connsiteY3" fmla="*/ 3958 h 29461"/>
                  <a:gd name="connsiteX4" fmla="*/ 5645 w 24896"/>
                  <a:gd name="connsiteY4" fmla="*/ 6679 h 29461"/>
                  <a:gd name="connsiteX5" fmla="*/ 3981 w 24896"/>
                  <a:gd name="connsiteY5" fmla="*/ 10503 h 29461"/>
                  <a:gd name="connsiteX6" fmla="*/ 3441 w 24896"/>
                  <a:gd name="connsiteY6" fmla="*/ 14798 h 29461"/>
                  <a:gd name="connsiteX7" fmla="*/ 3958 w 24896"/>
                  <a:gd name="connsiteY7" fmla="*/ 19116 h 29461"/>
                  <a:gd name="connsiteX8" fmla="*/ 5600 w 24896"/>
                  <a:gd name="connsiteY8" fmla="*/ 22895 h 29461"/>
                  <a:gd name="connsiteX9" fmla="*/ 8524 w 24896"/>
                  <a:gd name="connsiteY9" fmla="*/ 25571 h 29461"/>
                  <a:gd name="connsiteX10" fmla="*/ 12841 w 24896"/>
                  <a:gd name="connsiteY10" fmla="*/ 26560 h 29461"/>
                  <a:gd name="connsiteX11" fmla="*/ 18644 w 24896"/>
                  <a:gd name="connsiteY11" fmla="*/ 24559 h 29461"/>
                  <a:gd name="connsiteX12" fmla="*/ 21433 w 24896"/>
                  <a:gd name="connsiteY12" fmla="*/ 19049 h 29461"/>
                  <a:gd name="connsiteX13" fmla="*/ 24896 w 24896"/>
                  <a:gd name="connsiteY13" fmla="*/ 19049 h 29461"/>
                  <a:gd name="connsiteX14" fmla="*/ 23524 w 24896"/>
                  <a:gd name="connsiteY14" fmla="*/ 23277 h 29461"/>
                  <a:gd name="connsiteX15" fmla="*/ 21095 w 24896"/>
                  <a:gd name="connsiteY15" fmla="*/ 26560 h 29461"/>
                  <a:gd name="connsiteX16" fmla="*/ 17564 w 24896"/>
                  <a:gd name="connsiteY16" fmla="*/ 28697 h 29461"/>
                  <a:gd name="connsiteX17" fmla="*/ 12864 w 24896"/>
                  <a:gd name="connsiteY17" fmla="*/ 29461 h 29461"/>
                  <a:gd name="connsiteX18" fmla="*/ 7084 w 24896"/>
                  <a:gd name="connsiteY18" fmla="*/ 28337 h 29461"/>
                  <a:gd name="connsiteX19" fmla="*/ 3081 w 24896"/>
                  <a:gd name="connsiteY19" fmla="*/ 25233 h 29461"/>
                  <a:gd name="connsiteX20" fmla="*/ 765 w 24896"/>
                  <a:gd name="connsiteY20" fmla="*/ 20556 h 29461"/>
                  <a:gd name="connsiteX21" fmla="*/ 0 w 24896"/>
                  <a:gd name="connsiteY21" fmla="*/ 14776 h 29461"/>
                  <a:gd name="connsiteX22" fmla="*/ 832 w 24896"/>
                  <a:gd name="connsiteY22" fmla="*/ 9198 h 29461"/>
                  <a:gd name="connsiteX23" fmla="*/ 3283 w 24896"/>
                  <a:gd name="connsiteY23" fmla="*/ 4475 h 29461"/>
                  <a:gd name="connsiteX24" fmla="*/ 7309 w 24896"/>
                  <a:gd name="connsiteY24" fmla="*/ 1215 h 29461"/>
                  <a:gd name="connsiteX25" fmla="*/ 12841 w 24896"/>
                  <a:gd name="connsiteY25" fmla="*/ 0 h 29461"/>
                  <a:gd name="connsiteX26" fmla="*/ 20690 w 24896"/>
                  <a:gd name="connsiteY26" fmla="*/ 2316 h 29461"/>
                  <a:gd name="connsiteX27" fmla="*/ 24446 w 24896"/>
                  <a:gd name="connsiteY27" fmla="*/ 9558 h 29461"/>
                  <a:gd name="connsiteX28" fmla="*/ 21163 w 24896"/>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6" h="29461">
                    <a:moveTo>
                      <a:pt x="21163" y="9558"/>
                    </a:moveTo>
                    <a:cubicBezTo>
                      <a:pt x="20578" y="7466"/>
                      <a:pt x="19588" y="5847"/>
                      <a:pt x="18194" y="4678"/>
                    </a:cubicBezTo>
                    <a:cubicBezTo>
                      <a:pt x="16800" y="3509"/>
                      <a:pt x="15000" y="2924"/>
                      <a:pt x="12841" y="2924"/>
                    </a:cubicBezTo>
                    <a:cubicBezTo>
                      <a:pt x="11177" y="2924"/>
                      <a:pt x="9761" y="3261"/>
                      <a:pt x="8569" y="3958"/>
                    </a:cubicBezTo>
                    <a:cubicBezTo>
                      <a:pt x="7377" y="4633"/>
                      <a:pt x="6410" y="5555"/>
                      <a:pt x="5645" y="6679"/>
                    </a:cubicBezTo>
                    <a:cubicBezTo>
                      <a:pt x="4880" y="7804"/>
                      <a:pt x="4340" y="9086"/>
                      <a:pt x="3981" y="10503"/>
                    </a:cubicBezTo>
                    <a:cubicBezTo>
                      <a:pt x="3621" y="11920"/>
                      <a:pt x="3441" y="13359"/>
                      <a:pt x="3441" y="14798"/>
                    </a:cubicBezTo>
                    <a:cubicBezTo>
                      <a:pt x="3441" y="16237"/>
                      <a:pt x="3621" y="17722"/>
                      <a:pt x="3958" y="19116"/>
                    </a:cubicBezTo>
                    <a:cubicBezTo>
                      <a:pt x="4295" y="20510"/>
                      <a:pt x="4858" y="21770"/>
                      <a:pt x="5600" y="22895"/>
                    </a:cubicBezTo>
                    <a:cubicBezTo>
                      <a:pt x="6342" y="24019"/>
                      <a:pt x="7332" y="24896"/>
                      <a:pt x="8524" y="25571"/>
                    </a:cubicBezTo>
                    <a:cubicBezTo>
                      <a:pt x="9716" y="26245"/>
                      <a:pt x="11155" y="26560"/>
                      <a:pt x="12841" y="26560"/>
                    </a:cubicBezTo>
                    <a:cubicBezTo>
                      <a:pt x="15248" y="26560"/>
                      <a:pt x="17182" y="25886"/>
                      <a:pt x="18644" y="24559"/>
                    </a:cubicBezTo>
                    <a:cubicBezTo>
                      <a:pt x="20106" y="23232"/>
                      <a:pt x="21028" y="21388"/>
                      <a:pt x="21433" y="19049"/>
                    </a:cubicBezTo>
                    <a:lnTo>
                      <a:pt x="24896" y="19049"/>
                    </a:lnTo>
                    <a:cubicBezTo>
                      <a:pt x="24603" y="20601"/>
                      <a:pt x="24154" y="22017"/>
                      <a:pt x="23524" y="23277"/>
                    </a:cubicBezTo>
                    <a:cubicBezTo>
                      <a:pt x="22894" y="24559"/>
                      <a:pt x="22085" y="25661"/>
                      <a:pt x="21095" y="26560"/>
                    </a:cubicBezTo>
                    <a:cubicBezTo>
                      <a:pt x="20106" y="27482"/>
                      <a:pt x="18936" y="28180"/>
                      <a:pt x="17564" y="28697"/>
                    </a:cubicBezTo>
                    <a:cubicBezTo>
                      <a:pt x="16192" y="29191"/>
                      <a:pt x="14641" y="29461"/>
                      <a:pt x="12864" y="29461"/>
                    </a:cubicBezTo>
                    <a:cubicBezTo>
                      <a:pt x="10638" y="29461"/>
                      <a:pt x="8703" y="29079"/>
                      <a:pt x="7084" y="28337"/>
                    </a:cubicBezTo>
                    <a:cubicBezTo>
                      <a:pt x="5465" y="27595"/>
                      <a:pt x="4138" y="26538"/>
                      <a:pt x="3081" y="25233"/>
                    </a:cubicBezTo>
                    <a:cubicBezTo>
                      <a:pt x="2046" y="23929"/>
                      <a:pt x="1260" y="22355"/>
                      <a:pt x="765" y="20556"/>
                    </a:cubicBezTo>
                    <a:cubicBezTo>
                      <a:pt x="270" y="18756"/>
                      <a:pt x="0" y="16822"/>
                      <a:pt x="0" y="14776"/>
                    </a:cubicBezTo>
                    <a:cubicBezTo>
                      <a:pt x="0" y="12841"/>
                      <a:pt x="270" y="10975"/>
                      <a:pt x="832" y="9198"/>
                    </a:cubicBezTo>
                    <a:cubicBezTo>
                      <a:pt x="1394" y="7422"/>
                      <a:pt x="2204" y="5847"/>
                      <a:pt x="3283" y="4475"/>
                    </a:cubicBezTo>
                    <a:cubicBezTo>
                      <a:pt x="4363" y="3104"/>
                      <a:pt x="5712" y="2024"/>
                      <a:pt x="7309" y="1215"/>
                    </a:cubicBezTo>
                    <a:cubicBezTo>
                      <a:pt x="8906" y="405"/>
                      <a:pt x="10750" y="0"/>
                      <a:pt x="12841" y="0"/>
                    </a:cubicBezTo>
                    <a:cubicBezTo>
                      <a:pt x="16080" y="0"/>
                      <a:pt x="18689" y="765"/>
                      <a:pt x="20690" y="2316"/>
                    </a:cubicBezTo>
                    <a:cubicBezTo>
                      <a:pt x="22692" y="3868"/>
                      <a:pt x="23929" y="6275"/>
                      <a:pt x="24446" y="9558"/>
                    </a:cubicBezTo>
                    <a:lnTo>
                      <a:pt x="21163" y="9558"/>
                    </a:lnTo>
                    <a:close/>
                  </a:path>
                </a:pathLst>
              </a:custGeom>
              <a:solidFill>
                <a:srgbClr val="231F20"/>
              </a:solidFill>
              <a:ln w="2249" cap="flat">
                <a:noFill/>
                <a:prstDash val="solid"/>
                <a:miter/>
              </a:ln>
            </p:spPr>
            <p:txBody>
              <a:bodyPr rtlCol="0" anchor="ctr"/>
              <a:lstStyle/>
              <a:p>
                <a:endParaRPr lang="en-US"/>
              </a:p>
            </p:txBody>
          </p:sp>
          <p:sp>
            <p:nvSpPr>
              <p:cNvPr id="17774" name="Freeform 17773">
                <a:extLst>
                  <a:ext uri="{FF2B5EF4-FFF2-40B4-BE49-F238E27FC236}">
                    <a16:creationId xmlns:a16="http://schemas.microsoft.com/office/drawing/2014/main" id="{7E7C0EC6-494F-C44D-4794-EACF3F36390E}"/>
                  </a:ext>
                </a:extLst>
              </p:cNvPr>
              <p:cNvSpPr/>
              <p:nvPr/>
            </p:nvSpPr>
            <p:spPr>
              <a:xfrm>
                <a:off x="5464471" y="4378577"/>
                <a:ext cx="12616" cy="36500"/>
              </a:xfrm>
              <a:custGeom>
                <a:avLst/>
                <a:gdLst>
                  <a:gd name="connsiteX0" fmla="*/ 12617 w 12616"/>
                  <a:gd name="connsiteY0" fmla="*/ 35849 h 36500"/>
                  <a:gd name="connsiteX1" fmla="*/ 11042 w 12616"/>
                  <a:gd name="connsiteY1" fmla="*/ 36231 h 36500"/>
                  <a:gd name="connsiteX2" fmla="*/ 8883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1 h 36500"/>
                  <a:gd name="connsiteX8" fmla="*/ 3936 w 12616"/>
                  <a:gd name="connsiteY8" fmla="*/ 7781 h 36500"/>
                  <a:gd name="connsiteX9" fmla="*/ 3936 w 12616"/>
                  <a:gd name="connsiteY9" fmla="*/ 0 h 36500"/>
                  <a:gd name="connsiteX10" fmla="*/ 7174 w 12616"/>
                  <a:gd name="connsiteY10" fmla="*/ 0 h 36500"/>
                  <a:gd name="connsiteX11" fmla="*/ 7174 w 12616"/>
                  <a:gd name="connsiteY11" fmla="*/ 7781 h 36500"/>
                  <a:gd name="connsiteX12" fmla="*/ 12414 w 12616"/>
                  <a:gd name="connsiteY12" fmla="*/ 7781 h 36500"/>
                  <a:gd name="connsiteX13" fmla="*/ 12414 w 12616"/>
                  <a:gd name="connsiteY13" fmla="*/ 10480 h 36500"/>
                  <a:gd name="connsiteX14" fmla="*/ 7174 w 12616"/>
                  <a:gd name="connsiteY14" fmla="*/ 10480 h 36500"/>
                  <a:gd name="connsiteX15" fmla="*/ 7174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5 h 36500"/>
                  <a:gd name="connsiteX21" fmla="*/ 12617 w 12616"/>
                  <a:gd name="connsiteY21" fmla="*/ 33195 h 36500"/>
                  <a:gd name="connsiteX22" fmla="*/ 12617 w 12616"/>
                  <a:gd name="connsiteY22" fmla="*/ 35849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616" h="36500">
                    <a:moveTo>
                      <a:pt x="12617" y="35849"/>
                    </a:moveTo>
                    <a:cubicBezTo>
                      <a:pt x="12212" y="35916"/>
                      <a:pt x="11694" y="36051"/>
                      <a:pt x="11042" y="36231"/>
                    </a:cubicBezTo>
                    <a:cubicBezTo>
                      <a:pt x="10390" y="36411"/>
                      <a:pt x="9671" y="36501"/>
                      <a:pt x="8883" y="36501"/>
                    </a:cubicBezTo>
                    <a:cubicBezTo>
                      <a:pt x="7264" y="36501"/>
                      <a:pt x="6027" y="36096"/>
                      <a:pt x="5195" y="35286"/>
                    </a:cubicBezTo>
                    <a:cubicBezTo>
                      <a:pt x="4363" y="34476"/>
                      <a:pt x="3936" y="33037"/>
                      <a:pt x="3936" y="30946"/>
                    </a:cubicBezTo>
                    <a:lnTo>
                      <a:pt x="3936" y="10480"/>
                    </a:lnTo>
                    <a:lnTo>
                      <a:pt x="0" y="10480"/>
                    </a:lnTo>
                    <a:lnTo>
                      <a:pt x="0" y="7781"/>
                    </a:lnTo>
                    <a:lnTo>
                      <a:pt x="3936" y="7781"/>
                    </a:lnTo>
                    <a:lnTo>
                      <a:pt x="3936" y="0"/>
                    </a:lnTo>
                    <a:lnTo>
                      <a:pt x="7174" y="0"/>
                    </a:lnTo>
                    <a:lnTo>
                      <a:pt x="7174" y="7781"/>
                    </a:lnTo>
                    <a:lnTo>
                      <a:pt x="12414" y="7781"/>
                    </a:lnTo>
                    <a:lnTo>
                      <a:pt x="12414" y="10480"/>
                    </a:lnTo>
                    <a:lnTo>
                      <a:pt x="7174" y="10480"/>
                    </a:lnTo>
                    <a:lnTo>
                      <a:pt x="7174" y="29641"/>
                    </a:lnTo>
                    <a:cubicBezTo>
                      <a:pt x="7174" y="30316"/>
                      <a:pt x="7174" y="30923"/>
                      <a:pt x="7219" y="31418"/>
                    </a:cubicBezTo>
                    <a:cubicBezTo>
                      <a:pt x="7264" y="31913"/>
                      <a:pt x="7354" y="32340"/>
                      <a:pt x="7534" y="32655"/>
                    </a:cubicBezTo>
                    <a:cubicBezTo>
                      <a:pt x="7714" y="32970"/>
                      <a:pt x="7984" y="33217"/>
                      <a:pt x="8366" y="33352"/>
                    </a:cubicBezTo>
                    <a:cubicBezTo>
                      <a:pt x="8749" y="33487"/>
                      <a:pt x="9266" y="33577"/>
                      <a:pt x="9963" y="33577"/>
                    </a:cubicBezTo>
                    <a:cubicBezTo>
                      <a:pt x="10390" y="33577"/>
                      <a:pt x="10840" y="33532"/>
                      <a:pt x="11290" y="33465"/>
                    </a:cubicBezTo>
                    <a:cubicBezTo>
                      <a:pt x="11739" y="33397"/>
                      <a:pt x="12189" y="33307"/>
                      <a:pt x="12617" y="33195"/>
                    </a:cubicBezTo>
                    <a:lnTo>
                      <a:pt x="12617" y="35849"/>
                    </a:lnTo>
                    <a:close/>
                  </a:path>
                </a:pathLst>
              </a:custGeom>
              <a:solidFill>
                <a:srgbClr val="231F20"/>
              </a:solidFill>
              <a:ln w="2249" cap="flat">
                <a:noFill/>
                <a:prstDash val="solid"/>
                <a:miter/>
              </a:ln>
            </p:spPr>
            <p:txBody>
              <a:bodyPr rtlCol="0" anchor="ctr"/>
              <a:lstStyle/>
              <a:p>
                <a:endParaRPr lang="en-US"/>
              </a:p>
            </p:txBody>
          </p:sp>
        </p:grpSp>
        <p:grpSp>
          <p:nvGrpSpPr>
            <p:cNvPr id="17775" name="Graphic 4479">
              <a:extLst>
                <a:ext uri="{FF2B5EF4-FFF2-40B4-BE49-F238E27FC236}">
                  <a16:creationId xmlns:a16="http://schemas.microsoft.com/office/drawing/2014/main" id="{F1CD97C5-232E-B2BF-B0DD-AB4385733C66}"/>
                </a:ext>
              </a:extLst>
            </p:cNvPr>
            <p:cNvGrpSpPr/>
            <p:nvPr/>
          </p:nvGrpSpPr>
          <p:grpSpPr>
            <a:xfrm>
              <a:off x="7288504" y="5223004"/>
              <a:ext cx="817905" cy="156378"/>
              <a:chOff x="5525080" y="4375451"/>
              <a:chExt cx="207488" cy="39671"/>
            </a:xfrm>
            <a:solidFill>
              <a:srgbClr val="231F20"/>
            </a:solidFill>
          </p:grpSpPr>
          <p:sp>
            <p:nvSpPr>
              <p:cNvPr id="17776" name="Freeform 17775">
                <a:extLst>
                  <a:ext uri="{FF2B5EF4-FFF2-40B4-BE49-F238E27FC236}">
                    <a16:creationId xmlns:a16="http://schemas.microsoft.com/office/drawing/2014/main" id="{BF46DD59-332E-35E9-860D-024E37F6BDA2}"/>
                  </a:ext>
                </a:extLst>
              </p:cNvPr>
              <p:cNvSpPr/>
              <p:nvPr/>
            </p:nvSpPr>
            <p:spPr>
              <a:xfrm>
                <a:off x="5525080" y="4375451"/>
                <a:ext cx="3553" cy="38884"/>
              </a:xfrm>
              <a:custGeom>
                <a:avLst/>
                <a:gdLst>
                  <a:gd name="connsiteX0" fmla="*/ 0 w 3553"/>
                  <a:gd name="connsiteY0" fmla="*/ 4813 h 38884"/>
                  <a:gd name="connsiteX1" fmla="*/ 0 w 3553"/>
                  <a:gd name="connsiteY1" fmla="*/ 0 h 38884"/>
                  <a:gd name="connsiteX2" fmla="*/ 3554 w 3553"/>
                  <a:gd name="connsiteY2" fmla="*/ 0 h 38884"/>
                  <a:gd name="connsiteX3" fmla="*/ 3554 w 3553"/>
                  <a:gd name="connsiteY3" fmla="*/ 4813 h 38884"/>
                  <a:gd name="connsiteX4" fmla="*/ 0 w 3553"/>
                  <a:gd name="connsiteY4" fmla="*/ 4813 h 38884"/>
                  <a:gd name="connsiteX5" fmla="*/ 158 w 3553"/>
                  <a:gd name="connsiteY5" fmla="*/ 38885 h 38884"/>
                  <a:gd name="connsiteX6" fmla="*/ 158 w 3553"/>
                  <a:gd name="connsiteY6" fmla="*/ 10930 h 38884"/>
                  <a:gd name="connsiteX7" fmla="*/ 3396 w 3553"/>
                  <a:gd name="connsiteY7" fmla="*/ 10930 h 38884"/>
                  <a:gd name="connsiteX8" fmla="*/ 3396 w 3553"/>
                  <a:gd name="connsiteY8" fmla="*/ 38885 h 38884"/>
                  <a:gd name="connsiteX9" fmla="*/ 158 w 3553"/>
                  <a:gd name="connsiteY9" fmla="*/ 38885 h 38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53" h="38884">
                    <a:moveTo>
                      <a:pt x="0" y="4813"/>
                    </a:moveTo>
                    <a:lnTo>
                      <a:pt x="0" y="0"/>
                    </a:lnTo>
                    <a:lnTo>
                      <a:pt x="3554" y="0"/>
                    </a:lnTo>
                    <a:lnTo>
                      <a:pt x="3554" y="4813"/>
                    </a:lnTo>
                    <a:lnTo>
                      <a:pt x="0" y="4813"/>
                    </a:lnTo>
                    <a:close/>
                    <a:moveTo>
                      <a:pt x="158" y="38885"/>
                    </a:moveTo>
                    <a:lnTo>
                      <a:pt x="158" y="10930"/>
                    </a:lnTo>
                    <a:lnTo>
                      <a:pt x="3396" y="10930"/>
                    </a:lnTo>
                    <a:lnTo>
                      <a:pt x="3396" y="38885"/>
                    </a:lnTo>
                    <a:lnTo>
                      <a:pt x="158" y="38885"/>
                    </a:lnTo>
                    <a:close/>
                  </a:path>
                </a:pathLst>
              </a:custGeom>
              <a:solidFill>
                <a:srgbClr val="231F20"/>
              </a:solidFill>
              <a:ln w="2249" cap="flat">
                <a:noFill/>
                <a:prstDash val="solid"/>
                <a:miter/>
              </a:ln>
            </p:spPr>
            <p:txBody>
              <a:bodyPr rtlCol="0" anchor="ctr"/>
              <a:lstStyle/>
              <a:p>
                <a:endParaRPr lang="en-US"/>
              </a:p>
            </p:txBody>
          </p:sp>
          <p:sp>
            <p:nvSpPr>
              <p:cNvPr id="17777" name="Freeform 17776">
                <a:extLst>
                  <a:ext uri="{FF2B5EF4-FFF2-40B4-BE49-F238E27FC236}">
                    <a16:creationId xmlns:a16="http://schemas.microsoft.com/office/drawing/2014/main" id="{1B3CFD83-3099-AC45-5C0D-082B394AA1A1}"/>
                  </a:ext>
                </a:extLst>
              </p:cNvPr>
              <p:cNvSpPr/>
              <p:nvPr/>
            </p:nvSpPr>
            <p:spPr>
              <a:xfrm>
                <a:off x="5536730" y="4385617"/>
                <a:ext cx="22196" cy="28741"/>
              </a:xfrm>
              <a:custGeom>
                <a:avLst/>
                <a:gdLst>
                  <a:gd name="connsiteX0" fmla="*/ 3238 w 22196"/>
                  <a:gd name="connsiteY0" fmla="*/ 28719 h 28741"/>
                  <a:gd name="connsiteX1" fmla="*/ 0 w 22196"/>
                  <a:gd name="connsiteY1" fmla="*/ 28719 h 28741"/>
                  <a:gd name="connsiteX2" fmla="*/ 0 w 22196"/>
                  <a:gd name="connsiteY2" fmla="*/ 765 h 28741"/>
                  <a:gd name="connsiteX3" fmla="*/ 3238 w 22196"/>
                  <a:gd name="connsiteY3" fmla="*/ 765 h 28741"/>
                  <a:gd name="connsiteX4" fmla="*/ 3238 w 22196"/>
                  <a:gd name="connsiteY4" fmla="*/ 4655 h 28741"/>
                  <a:gd name="connsiteX5" fmla="*/ 7264 w 22196"/>
                  <a:gd name="connsiteY5" fmla="*/ 1304 h 28741"/>
                  <a:gd name="connsiteX6" fmla="*/ 12257 w 22196"/>
                  <a:gd name="connsiteY6" fmla="*/ 0 h 28741"/>
                  <a:gd name="connsiteX7" fmla="*/ 17069 w 22196"/>
                  <a:gd name="connsiteY7" fmla="*/ 900 h 28741"/>
                  <a:gd name="connsiteX8" fmla="*/ 20803 w 22196"/>
                  <a:gd name="connsiteY8" fmla="*/ 4003 h 28741"/>
                  <a:gd name="connsiteX9" fmla="*/ 22017 w 22196"/>
                  <a:gd name="connsiteY9" fmla="*/ 7107 h 28741"/>
                  <a:gd name="connsiteX10" fmla="*/ 22197 w 22196"/>
                  <a:gd name="connsiteY10" fmla="*/ 10435 h 28741"/>
                  <a:gd name="connsiteX11" fmla="*/ 22197 w 22196"/>
                  <a:gd name="connsiteY11" fmla="*/ 28742 h 28741"/>
                  <a:gd name="connsiteX12" fmla="*/ 18959 w 22196"/>
                  <a:gd name="connsiteY12" fmla="*/ 28742 h 28741"/>
                  <a:gd name="connsiteX13" fmla="*/ 18959 w 22196"/>
                  <a:gd name="connsiteY13" fmla="*/ 10503 h 28741"/>
                  <a:gd name="connsiteX14" fmla="*/ 17294 w 22196"/>
                  <a:gd name="connsiteY14" fmla="*/ 4835 h 28741"/>
                  <a:gd name="connsiteX15" fmla="*/ 11739 w 22196"/>
                  <a:gd name="connsiteY15" fmla="*/ 2946 h 28741"/>
                  <a:gd name="connsiteX16" fmla="*/ 8996 w 22196"/>
                  <a:gd name="connsiteY16" fmla="*/ 3396 h 28741"/>
                  <a:gd name="connsiteX17" fmla="*/ 6747 w 22196"/>
                  <a:gd name="connsiteY17" fmla="*/ 4610 h 28741"/>
                  <a:gd name="connsiteX18" fmla="*/ 5038 w 22196"/>
                  <a:gd name="connsiteY18" fmla="*/ 6342 h 28741"/>
                  <a:gd name="connsiteX19" fmla="*/ 3958 w 22196"/>
                  <a:gd name="connsiteY19" fmla="*/ 8389 h 28741"/>
                  <a:gd name="connsiteX20" fmla="*/ 3373 w 22196"/>
                  <a:gd name="connsiteY20" fmla="*/ 10975 h 28741"/>
                  <a:gd name="connsiteX21" fmla="*/ 3261 w 22196"/>
                  <a:gd name="connsiteY21" fmla="*/ 13674 h 28741"/>
                  <a:gd name="connsiteX22" fmla="*/ 3261 w 22196"/>
                  <a:gd name="connsiteY22" fmla="*/ 28742 h 28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2196" h="28741">
                    <a:moveTo>
                      <a:pt x="3238" y="28719"/>
                    </a:moveTo>
                    <a:lnTo>
                      <a:pt x="0" y="28719"/>
                    </a:lnTo>
                    <a:lnTo>
                      <a:pt x="0" y="765"/>
                    </a:lnTo>
                    <a:lnTo>
                      <a:pt x="3238" y="765"/>
                    </a:lnTo>
                    <a:lnTo>
                      <a:pt x="3238" y="4655"/>
                    </a:lnTo>
                    <a:cubicBezTo>
                      <a:pt x="4543" y="3283"/>
                      <a:pt x="5869" y="2181"/>
                      <a:pt x="7264" y="1304"/>
                    </a:cubicBezTo>
                    <a:cubicBezTo>
                      <a:pt x="8658" y="450"/>
                      <a:pt x="10322" y="0"/>
                      <a:pt x="12257" y="0"/>
                    </a:cubicBezTo>
                    <a:cubicBezTo>
                      <a:pt x="13988" y="0"/>
                      <a:pt x="15585" y="292"/>
                      <a:pt x="17069" y="900"/>
                    </a:cubicBezTo>
                    <a:cubicBezTo>
                      <a:pt x="18554" y="1484"/>
                      <a:pt x="19790" y="2519"/>
                      <a:pt x="20803" y="4003"/>
                    </a:cubicBezTo>
                    <a:cubicBezTo>
                      <a:pt x="21477" y="5015"/>
                      <a:pt x="21882" y="6050"/>
                      <a:pt x="22017" y="7107"/>
                    </a:cubicBezTo>
                    <a:cubicBezTo>
                      <a:pt x="22152" y="8164"/>
                      <a:pt x="22197" y="9266"/>
                      <a:pt x="22197" y="10435"/>
                    </a:cubicBezTo>
                    <a:lnTo>
                      <a:pt x="22197" y="28742"/>
                    </a:lnTo>
                    <a:lnTo>
                      <a:pt x="18959" y="28742"/>
                    </a:lnTo>
                    <a:lnTo>
                      <a:pt x="18959" y="10503"/>
                    </a:lnTo>
                    <a:cubicBezTo>
                      <a:pt x="18959" y="7984"/>
                      <a:pt x="18396" y="6095"/>
                      <a:pt x="17294" y="4835"/>
                    </a:cubicBezTo>
                    <a:cubicBezTo>
                      <a:pt x="16170" y="3576"/>
                      <a:pt x="14326" y="2946"/>
                      <a:pt x="11739" y="2946"/>
                    </a:cubicBezTo>
                    <a:cubicBezTo>
                      <a:pt x="10728" y="2946"/>
                      <a:pt x="9805" y="3104"/>
                      <a:pt x="8996" y="3396"/>
                    </a:cubicBezTo>
                    <a:cubicBezTo>
                      <a:pt x="8186" y="3688"/>
                      <a:pt x="7421" y="4115"/>
                      <a:pt x="6747" y="4610"/>
                    </a:cubicBezTo>
                    <a:cubicBezTo>
                      <a:pt x="6072" y="5105"/>
                      <a:pt x="5510" y="5690"/>
                      <a:pt x="5038" y="6342"/>
                    </a:cubicBezTo>
                    <a:cubicBezTo>
                      <a:pt x="4565" y="6994"/>
                      <a:pt x="4205" y="7669"/>
                      <a:pt x="3958" y="8389"/>
                    </a:cubicBezTo>
                    <a:cubicBezTo>
                      <a:pt x="3643" y="9288"/>
                      <a:pt x="3440" y="10143"/>
                      <a:pt x="3373" y="10975"/>
                    </a:cubicBezTo>
                    <a:cubicBezTo>
                      <a:pt x="3306" y="11807"/>
                      <a:pt x="3261" y="12707"/>
                      <a:pt x="3261" y="13674"/>
                    </a:cubicBezTo>
                    <a:lnTo>
                      <a:pt x="3261" y="28742"/>
                    </a:lnTo>
                    <a:close/>
                  </a:path>
                </a:pathLst>
              </a:custGeom>
              <a:solidFill>
                <a:srgbClr val="231F20"/>
              </a:solidFill>
              <a:ln w="2249" cap="flat">
                <a:noFill/>
                <a:prstDash val="solid"/>
                <a:miter/>
              </a:ln>
            </p:spPr>
            <p:txBody>
              <a:bodyPr rtlCol="0" anchor="ctr"/>
              <a:lstStyle/>
              <a:p>
                <a:endParaRPr lang="en-US"/>
              </a:p>
            </p:txBody>
          </p:sp>
          <p:sp>
            <p:nvSpPr>
              <p:cNvPr id="17778" name="Freeform 17777">
                <a:extLst>
                  <a:ext uri="{FF2B5EF4-FFF2-40B4-BE49-F238E27FC236}">
                    <a16:creationId xmlns:a16="http://schemas.microsoft.com/office/drawing/2014/main" id="{9C70A06F-9B46-4B1E-3CDE-D873AD0A3AF3}"/>
                  </a:ext>
                </a:extLst>
              </p:cNvPr>
              <p:cNvSpPr/>
              <p:nvPr/>
            </p:nvSpPr>
            <p:spPr>
              <a:xfrm>
                <a:off x="5565404" y="4385617"/>
                <a:ext cx="24895" cy="29461"/>
              </a:xfrm>
              <a:custGeom>
                <a:avLst/>
                <a:gdLst>
                  <a:gd name="connsiteX0" fmla="*/ 21163 w 24895"/>
                  <a:gd name="connsiteY0" fmla="*/ 9558 h 29461"/>
                  <a:gd name="connsiteX1" fmla="*/ 18194 w 24895"/>
                  <a:gd name="connsiteY1" fmla="*/ 4678 h 29461"/>
                  <a:gd name="connsiteX2" fmla="*/ 12841 w 24895"/>
                  <a:gd name="connsiteY2" fmla="*/ 2924 h 29461"/>
                  <a:gd name="connsiteX3" fmla="*/ 8568 w 24895"/>
                  <a:gd name="connsiteY3" fmla="*/ 3958 h 29461"/>
                  <a:gd name="connsiteX4" fmla="*/ 5645 w 24895"/>
                  <a:gd name="connsiteY4" fmla="*/ 6679 h 29461"/>
                  <a:gd name="connsiteX5" fmla="*/ 3981 w 24895"/>
                  <a:gd name="connsiteY5" fmla="*/ 10503 h 29461"/>
                  <a:gd name="connsiteX6" fmla="*/ 3440 w 24895"/>
                  <a:gd name="connsiteY6" fmla="*/ 14798 h 29461"/>
                  <a:gd name="connsiteX7" fmla="*/ 3958 w 24895"/>
                  <a:gd name="connsiteY7" fmla="*/ 19116 h 29461"/>
                  <a:gd name="connsiteX8" fmla="*/ 5600 w 24895"/>
                  <a:gd name="connsiteY8" fmla="*/ 22895 h 29461"/>
                  <a:gd name="connsiteX9" fmla="*/ 8523 w 24895"/>
                  <a:gd name="connsiteY9" fmla="*/ 25571 h 29461"/>
                  <a:gd name="connsiteX10" fmla="*/ 12841 w 24895"/>
                  <a:gd name="connsiteY10" fmla="*/ 26560 h 29461"/>
                  <a:gd name="connsiteX11" fmla="*/ 18643 w 24895"/>
                  <a:gd name="connsiteY11" fmla="*/ 24559 h 29461"/>
                  <a:gd name="connsiteX12" fmla="*/ 21432 w 24895"/>
                  <a:gd name="connsiteY12" fmla="*/ 19049 h 29461"/>
                  <a:gd name="connsiteX13" fmla="*/ 24896 w 24895"/>
                  <a:gd name="connsiteY13" fmla="*/ 19049 h 29461"/>
                  <a:gd name="connsiteX14" fmla="*/ 23524 w 24895"/>
                  <a:gd name="connsiteY14" fmla="*/ 23277 h 29461"/>
                  <a:gd name="connsiteX15" fmla="*/ 21095 w 24895"/>
                  <a:gd name="connsiteY15" fmla="*/ 26560 h 29461"/>
                  <a:gd name="connsiteX16" fmla="*/ 17564 w 24895"/>
                  <a:gd name="connsiteY16" fmla="*/ 28697 h 29461"/>
                  <a:gd name="connsiteX17" fmla="*/ 12864 w 24895"/>
                  <a:gd name="connsiteY17" fmla="*/ 29461 h 29461"/>
                  <a:gd name="connsiteX18" fmla="*/ 7084 w 24895"/>
                  <a:gd name="connsiteY18" fmla="*/ 28337 h 29461"/>
                  <a:gd name="connsiteX19" fmla="*/ 3081 w 24895"/>
                  <a:gd name="connsiteY19" fmla="*/ 25233 h 29461"/>
                  <a:gd name="connsiteX20" fmla="*/ 764 w 24895"/>
                  <a:gd name="connsiteY20" fmla="*/ 20556 h 29461"/>
                  <a:gd name="connsiteX21" fmla="*/ 0 w 24895"/>
                  <a:gd name="connsiteY21" fmla="*/ 14776 h 29461"/>
                  <a:gd name="connsiteX22" fmla="*/ 832 w 24895"/>
                  <a:gd name="connsiteY22" fmla="*/ 9198 h 29461"/>
                  <a:gd name="connsiteX23" fmla="*/ 3283 w 24895"/>
                  <a:gd name="connsiteY23" fmla="*/ 4475 h 29461"/>
                  <a:gd name="connsiteX24" fmla="*/ 7309 w 24895"/>
                  <a:gd name="connsiteY24" fmla="*/ 1215 h 29461"/>
                  <a:gd name="connsiteX25" fmla="*/ 12841 w 24895"/>
                  <a:gd name="connsiteY25" fmla="*/ 0 h 29461"/>
                  <a:gd name="connsiteX26" fmla="*/ 20690 w 24895"/>
                  <a:gd name="connsiteY26" fmla="*/ 2316 h 29461"/>
                  <a:gd name="connsiteX27" fmla="*/ 24446 w 24895"/>
                  <a:gd name="connsiteY27" fmla="*/ 9558 h 29461"/>
                  <a:gd name="connsiteX28" fmla="*/ 21163 w 24895"/>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5" h="29461">
                    <a:moveTo>
                      <a:pt x="21163" y="9558"/>
                    </a:moveTo>
                    <a:cubicBezTo>
                      <a:pt x="20578" y="7466"/>
                      <a:pt x="19588" y="5847"/>
                      <a:pt x="18194" y="4678"/>
                    </a:cubicBezTo>
                    <a:cubicBezTo>
                      <a:pt x="16800" y="3509"/>
                      <a:pt x="15000" y="2924"/>
                      <a:pt x="12841" y="2924"/>
                    </a:cubicBezTo>
                    <a:cubicBezTo>
                      <a:pt x="11177" y="2924"/>
                      <a:pt x="9760" y="3261"/>
                      <a:pt x="8568" y="3958"/>
                    </a:cubicBezTo>
                    <a:cubicBezTo>
                      <a:pt x="7376" y="4633"/>
                      <a:pt x="6409" y="5555"/>
                      <a:pt x="5645" y="6679"/>
                    </a:cubicBezTo>
                    <a:cubicBezTo>
                      <a:pt x="4880" y="7804"/>
                      <a:pt x="4340" y="9086"/>
                      <a:pt x="3981" y="10503"/>
                    </a:cubicBezTo>
                    <a:cubicBezTo>
                      <a:pt x="3621" y="11920"/>
                      <a:pt x="3440" y="13359"/>
                      <a:pt x="3440" y="14798"/>
                    </a:cubicBezTo>
                    <a:cubicBezTo>
                      <a:pt x="3440" y="16237"/>
                      <a:pt x="3621" y="17722"/>
                      <a:pt x="3958" y="19116"/>
                    </a:cubicBezTo>
                    <a:cubicBezTo>
                      <a:pt x="4295" y="20510"/>
                      <a:pt x="4858" y="21770"/>
                      <a:pt x="5600" y="22895"/>
                    </a:cubicBezTo>
                    <a:cubicBezTo>
                      <a:pt x="6342" y="24019"/>
                      <a:pt x="7332" y="24896"/>
                      <a:pt x="8523" y="25571"/>
                    </a:cubicBezTo>
                    <a:cubicBezTo>
                      <a:pt x="9715" y="26245"/>
                      <a:pt x="11155" y="26560"/>
                      <a:pt x="12841" y="26560"/>
                    </a:cubicBezTo>
                    <a:cubicBezTo>
                      <a:pt x="15247" y="26560"/>
                      <a:pt x="17182" y="25886"/>
                      <a:pt x="18643" y="24559"/>
                    </a:cubicBezTo>
                    <a:cubicBezTo>
                      <a:pt x="20106" y="23232"/>
                      <a:pt x="21027" y="21388"/>
                      <a:pt x="21432" y="19049"/>
                    </a:cubicBezTo>
                    <a:lnTo>
                      <a:pt x="24896" y="19049"/>
                    </a:lnTo>
                    <a:cubicBezTo>
                      <a:pt x="24603" y="20601"/>
                      <a:pt x="24154" y="22017"/>
                      <a:pt x="23524" y="23277"/>
                    </a:cubicBezTo>
                    <a:cubicBezTo>
                      <a:pt x="22894" y="24559"/>
                      <a:pt x="22084" y="25661"/>
                      <a:pt x="21095" y="26560"/>
                    </a:cubicBezTo>
                    <a:cubicBezTo>
                      <a:pt x="20106" y="27482"/>
                      <a:pt x="18936" y="28180"/>
                      <a:pt x="17564" y="28697"/>
                    </a:cubicBezTo>
                    <a:cubicBezTo>
                      <a:pt x="16192" y="29191"/>
                      <a:pt x="14641" y="29461"/>
                      <a:pt x="12864" y="29461"/>
                    </a:cubicBezTo>
                    <a:cubicBezTo>
                      <a:pt x="10638" y="29461"/>
                      <a:pt x="8703" y="29079"/>
                      <a:pt x="7084" y="28337"/>
                    </a:cubicBezTo>
                    <a:cubicBezTo>
                      <a:pt x="5465" y="27595"/>
                      <a:pt x="4138" y="26538"/>
                      <a:pt x="3081" y="25233"/>
                    </a:cubicBezTo>
                    <a:cubicBezTo>
                      <a:pt x="2046" y="23929"/>
                      <a:pt x="1259" y="22355"/>
                      <a:pt x="764" y="20556"/>
                    </a:cubicBezTo>
                    <a:cubicBezTo>
                      <a:pt x="270" y="18756"/>
                      <a:pt x="0" y="16822"/>
                      <a:pt x="0" y="14776"/>
                    </a:cubicBezTo>
                    <a:cubicBezTo>
                      <a:pt x="0" y="12841"/>
                      <a:pt x="270" y="10975"/>
                      <a:pt x="832" y="9198"/>
                    </a:cubicBezTo>
                    <a:cubicBezTo>
                      <a:pt x="1394" y="7422"/>
                      <a:pt x="2204" y="5847"/>
                      <a:pt x="3283" y="4475"/>
                    </a:cubicBezTo>
                    <a:cubicBezTo>
                      <a:pt x="4363" y="3104"/>
                      <a:pt x="5712" y="2024"/>
                      <a:pt x="7309" y="1215"/>
                    </a:cubicBezTo>
                    <a:cubicBezTo>
                      <a:pt x="8906" y="405"/>
                      <a:pt x="10750" y="0"/>
                      <a:pt x="12841" y="0"/>
                    </a:cubicBezTo>
                    <a:cubicBezTo>
                      <a:pt x="16080" y="0"/>
                      <a:pt x="18688" y="765"/>
                      <a:pt x="20690" y="2316"/>
                    </a:cubicBezTo>
                    <a:cubicBezTo>
                      <a:pt x="22692" y="3868"/>
                      <a:pt x="23929" y="6275"/>
                      <a:pt x="24446" y="9558"/>
                    </a:cubicBezTo>
                    <a:lnTo>
                      <a:pt x="21163" y="9558"/>
                    </a:lnTo>
                    <a:close/>
                  </a:path>
                </a:pathLst>
              </a:custGeom>
              <a:solidFill>
                <a:srgbClr val="231F20"/>
              </a:solidFill>
              <a:ln w="2249" cap="flat">
                <a:noFill/>
                <a:prstDash val="solid"/>
                <a:miter/>
              </a:ln>
            </p:spPr>
            <p:txBody>
              <a:bodyPr rtlCol="0" anchor="ctr"/>
              <a:lstStyle/>
              <a:p>
                <a:endParaRPr lang="en-US"/>
              </a:p>
            </p:txBody>
          </p:sp>
          <p:sp>
            <p:nvSpPr>
              <p:cNvPr id="17779" name="Freeform 17778">
                <a:extLst>
                  <a:ext uri="{FF2B5EF4-FFF2-40B4-BE49-F238E27FC236}">
                    <a16:creationId xmlns:a16="http://schemas.microsoft.com/office/drawing/2014/main" id="{3676C874-A76B-9ED5-0F86-7F489218A905}"/>
                  </a:ext>
                </a:extLst>
              </p:cNvPr>
              <p:cNvSpPr/>
              <p:nvPr/>
            </p:nvSpPr>
            <p:spPr>
              <a:xfrm>
                <a:off x="5594933" y="4385594"/>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4 w 25908"/>
                  <a:gd name="connsiteY3" fmla="*/ 21185 h 29483"/>
                  <a:gd name="connsiteX4" fmla="*/ 0 w 25908"/>
                  <a:gd name="connsiteY4" fmla="*/ 14753 h 29483"/>
                  <a:gd name="connsiteX5" fmla="*/ 810 w 25908"/>
                  <a:gd name="connsiteY5" fmla="*/ 8996 h 29483"/>
                  <a:gd name="connsiteX6" fmla="*/ 3238 w 25908"/>
                  <a:gd name="connsiteY6" fmla="*/ 4318 h 29483"/>
                  <a:gd name="connsiteX7" fmla="*/ 7287 w 25908"/>
                  <a:gd name="connsiteY7" fmla="*/ 1170 h 29483"/>
                  <a:gd name="connsiteX8" fmla="*/ 12954 w 25908"/>
                  <a:gd name="connsiteY8" fmla="*/ 0 h 29483"/>
                  <a:gd name="connsiteX9" fmla="*/ 18666 w 25908"/>
                  <a:gd name="connsiteY9" fmla="*/ 1170 h 29483"/>
                  <a:gd name="connsiteX10" fmla="*/ 22715 w 25908"/>
                  <a:gd name="connsiteY10" fmla="*/ 4296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45 w 25908"/>
                  <a:gd name="connsiteY17" fmla="*/ 14753 h 29483"/>
                  <a:gd name="connsiteX18" fmla="*/ 21905 w 25908"/>
                  <a:gd name="connsiteY18" fmla="*/ 10120 h 29483"/>
                  <a:gd name="connsiteX19" fmla="*/ 20241 w 25908"/>
                  <a:gd name="connsiteY19" fmla="*/ 6364 h 29483"/>
                  <a:gd name="connsiteX20" fmla="*/ 17317 w 25908"/>
                  <a:gd name="connsiteY20" fmla="*/ 3846 h 29483"/>
                  <a:gd name="connsiteX21" fmla="*/ 12954 w 25908"/>
                  <a:gd name="connsiteY21" fmla="*/ 2924 h 29483"/>
                  <a:gd name="connsiteX22" fmla="*/ 8614 w 25908"/>
                  <a:gd name="connsiteY22" fmla="*/ 3913 h 29483"/>
                  <a:gd name="connsiteX23" fmla="*/ 5667 w 25908"/>
                  <a:gd name="connsiteY23" fmla="*/ 6567 h 29483"/>
                  <a:gd name="connsiteX24" fmla="*/ 4003 w 25908"/>
                  <a:gd name="connsiteY24" fmla="*/ 10345 h 29483"/>
                  <a:gd name="connsiteX25" fmla="*/ 3463 w 25908"/>
                  <a:gd name="connsiteY25" fmla="*/ 14753 h 29483"/>
                  <a:gd name="connsiteX26" fmla="*/ 4093 w 25908"/>
                  <a:gd name="connsiteY26" fmla="*/ 19521 h 29483"/>
                  <a:gd name="connsiteX27" fmla="*/ 5893 w 25908"/>
                  <a:gd name="connsiteY27" fmla="*/ 23277 h 29483"/>
                  <a:gd name="connsiteX28" fmla="*/ 8861 w 25908"/>
                  <a:gd name="connsiteY28" fmla="*/ 25706 h 29483"/>
                  <a:gd name="connsiteX29" fmla="*/ 12954 w 25908"/>
                  <a:gd name="connsiteY29" fmla="*/ 26560 h 29483"/>
                  <a:gd name="connsiteX30" fmla="*/ 17294 w 25908"/>
                  <a:gd name="connsiteY30" fmla="*/ 25571 h 29483"/>
                  <a:gd name="connsiteX31" fmla="*/ 20241 w 25908"/>
                  <a:gd name="connsiteY31" fmla="*/ 22895 h 29483"/>
                  <a:gd name="connsiteX32" fmla="*/ 21905 w 25908"/>
                  <a:gd name="connsiteY32" fmla="*/ 19116 h 29483"/>
                  <a:gd name="connsiteX33" fmla="*/ 22445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4" y="21185"/>
                    </a:cubicBezTo>
                    <a:cubicBezTo>
                      <a:pt x="360" y="19341"/>
                      <a:pt x="0" y="17205"/>
                      <a:pt x="0" y="14753"/>
                    </a:cubicBezTo>
                    <a:cubicBezTo>
                      <a:pt x="0" y="12707"/>
                      <a:pt x="270" y="10795"/>
                      <a:pt x="810" y="8996"/>
                    </a:cubicBezTo>
                    <a:cubicBezTo>
                      <a:pt x="1350" y="7219"/>
                      <a:pt x="2159" y="5667"/>
                      <a:pt x="3238" y="4318"/>
                    </a:cubicBezTo>
                    <a:cubicBezTo>
                      <a:pt x="4318" y="2969"/>
                      <a:pt x="5667" y="1934"/>
                      <a:pt x="7287" y="1170"/>
                    </a:cubicBezTo>
                    <a:cubicBezTo>
                      <a:pt x="8906" y="405"/>
                      <a:pt x="10795" y="0"/>
                      <a:pt x="12954" y="0"/>
                    </a:cubicBezTo>
                    <a:cubicBezTo>
                      <a:pt x="15113" y="0"/>
                      <a:pt x="17047" y="382"/>
                      <a:pt x="18666" y="1170"/>
                    </a:cubicBezTo>
                    <a:cubicBezTo>
                      <a:pt x="20286" y="1934"/>
                      <a:pt x="21635" y="2991"/>
                      <a:pt x="22715" y="4296"/>
                    </a:cubicBezTo>
                    <a:cubicBezTo>
                      <a:pt x="23794" y="5600"/>
                      <a:pt x="24603" y="7174"/>
                      <a:pt x="25121" y="8973"/>
                    </a:cubicBezTo>
                    <a:cubicBezTo>
                      <a:pt x="25638" y="10773"/>
                      <a:pt x="25908" y="12707"/>
                      <a:pt x="25908" y="14753"/>
                    </a:cubicBezTo>
                    <a:cubicBezTo>
                      <a:pt x="25908" y="16980"/>
                      <a:pt x="25593" y="19004"/>
                      <a:pt x="24986" y="20803"/>
                    </a:cubicBezTo>
                    <a:cubicBezTo>
                      <a:pt x="24379" y="22602"/>
                      <a:pt x="23502" y="24154"/>
                      <a:pt x="22377" y="25436"/>
                    </a:cubicBezTo>
                    <a:cubicBezTo>
                      <a:pt x="21253" y="26718"/>
                      <a:pt x="19881" y="27730"/>
                      <a:pt x="18284" y="28427"/>
                    </a:cubicBezTo>
                    <a:cubicBezTo>
                      <a:pt x="16687" y="29124"/>
                      <a:pt x="14911" y="29484"/>
                      <a:pt x="12977" y="29484"/>
                    </a:cubicBezTo>
                    <a:close/>
                    <a:moveTo>
                      <a:pt x="22445" y="14753"/>
                    </a:moveTo>
                    <a:cubicBezTo>
                      <a:pt x="22445" y="13089"/>
                      <a:pt x="22264" y="11560"/>
                      <a:pt x="21905" y="10120"/>
                    </a:cubicBezTo>
                    <a:cubicBezTo>
                      <a:pt x="21545" y="8681"/>
                      <a:pt x="20983" y="7422"/>
                      <a:pt x="20241" y="6364"/>
                    </a:cubicBezTo>
                    <a:cubicBezTo>
                      <a:pt x="19476" y="5308"/>
                      <a:pt x="18509" y="4475"/>
                      <a:pt x="17317" y="3846"/>
                    </a:cubicBezTo>
                    <a:cubicBezTo>
                      <a:pt x="16125" y="3239"/>
                      <a:pt x="14663" y="2924"/>
                      <a:pt x="12954" y="2924"/>
                    </a:cubicBezTo>
                    <a:cubicBezTo>
                      <a:pt x="11245" y="2924"/>
                      <a:pt x="9806" y="3261"/>
                      <a:pt x="8614" y="3913"/>
                    </a:cubicBezTo>
                    <a:cubicBezTo>
                      <a:pt x="7399" y="4588"/>
                      <a:pt x="6432" y="5465"/>
                      <a:pt x="5667" y="6567"/>
                    </a:cubicBezTo>
                    <a:cubicBezTo>
                      <a:pt x="4903" y="7669"/>
                      <a:pt x="4363" y="8928"/>
                      <a:pt x="4003" y="10345"/>
                    </a:cubicBezTo>
                    <a:cubicBezTo>
                      <a:pt x="3644" y="11762"/>
                      <a:pt x="3463" y="13224"/>
                      <a:pt x="3463" y="14753"/>
                    </a:cubicBezTo>
                    <a:cubicBezTo>
                      <a:pt x="3463" y="16485"/>
                      <a:pt x="3666" y="18082"/>
                      <a:pt x="4093" y="19521"/>
                    </a:cubicBezTo>
                    <a:cubicBezTo>
                      <a:pt x="4498" y="20983"/>
                      <a:pt x="5105" y="22220"/>
                      <a:pt x="5893" y="23277"/>
                    </a:cubicBezTo>
                    <a:cubicBezTo>
                      <a:pt x="6679" y="24334"/>
                      <a:pt x="7669" y="25121"/>
                      <a:pt x="8861" y="25706"/>
                    </a:cubicBezTo>
                    <a:cubicBezTo>
                      <a:pt x="10053" y="26290"/>
                      <a:pt x="11425" y="26560"/>
                      <a:pt x="12954" y="26560"/>
                    </a:cubicBezTo>
                    <a:cubicBezTo>
                      <a:pt x="14641" y="26560"/>
                      <a:pt x="16102" y="26223"/>
                      <a:pt x="17294" y="25571"/>
                    </a:cubicBezTo>
                    <a:cubicBezTo>
                      <a:pt x="18509" y="24896"/>
                      <a:pt x="19476" y="24019"/>
                      <a:pt x="20241" y="22895"/>
                    </a:cubicBezTo>
                    <a:cubicBezTo>
                      <a:pt x="21005" y="21770"/>
                      <a:pt x="21545" y="20510"/>
                      <a:pt x="21905" y="19116"/>
                    </a:cubicBezTo>
                    <a:cubicBezTo>
                      <a:pt x="22264" y="17722"/>
                      <a:pt x="22445" y="16260"/>
                      <a:pt x="22445" y="14753"/>
                    </a:cubicBezTo>
                    <a:close/>
                  </a:path>
                </a:pathLst>
              </a:custGeom>
              <a:solidFill>
                <a:srgbClr val="231F20"/>
              </a:solidFill>
              <a:ln w="2249" cap="flat">
                <a:noFill/>
                <a:prstDash val="solid"/>
                <a:miter/>
              </a:ln>
            </p:spPr>
            <p:txBody>
              <a:bodyPr rtlCol="0" anchor="ctr"/>
              <a:lstStyle/>
              <a:p>
                <a:endParaRPr lang="en-US"/>
              </a:p>
            </p:txBody>
          </p:sp>
          <p:sp>
            <p:nvSpPr>
              <p:cNvPr id="17780" name="Freeform 17779">
                <a:extLst>
                  <a:ext uri="{FF2B5EF4-FFF2-40B4-BE49-F238E27FC236}">
                    <a16:creationId xmlns:a16="http://schemas.microsoft.com/office/drawing/2014/main" id="{88F769CD-B1C1-47C6-1E2F-8177D1B76770}"/>
                  </a:ext>
                </a:extLst>
              </p:cNvPr>
              <p:cNvSpPr/>
              <p:nvPr/>
            </p:nvSpPr>
            <p:spPr>
              <a:xfrm>
                <a:off x="5626935" y="4385617"/>
                <a:ext cx="12481" cy="28719"/>
              </a:xfrm>
              <a:custGeom>
                <a:avLst/>
                <a:gdLst>
                  <a:gd name="connsiteX0" fmla="*/ 3238 w 12481"/>
                  <a:gd name="connsiteY0" fmla="*/ 28719 h 28719"/>
                  <a:gd name="connsiteX1" fmla="*/ 0 w 12481"/>
                  <a:gd name="connsiteY1" fmla="*/ 28719 h 28719"/>
                  <a:gd name="connsiteX2" fmla="*/ 0 w 12481"/>
                  <a:gd name="connsiteY2" fmla="*/ 765 h 28719"/>
                  <a:gd name="connsiteX3" fmla="*/ 3238 w 12481"/>
                  <a:gd name="connsiteY3" fmla="*/ 765 h 28719"/>
                  <a:gd name="connsiteX4" fmla="*/ 3238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9 h 28719"/>
                  <a:gd name="connsiteX9" fmla="*/ 7939 w 12481"/>
                  <a:gd name="connsiteY9" fmla="*/ 4363 h 28719"/>
                  <a:gd name="connsiteX10" fmla="*/ 5105 w 12481"/>
                  <a:gd name="connsiteY10" fmla="*/ 6837 h 28719"/>
                  <a:gd name="connsiteX11" fmla="*/ 3644 w 12481"/>
                  <a:gd name="connsiteY11" fmla="*/ 10525 h 28719"/>
                  <a:gd name="connsiteX12" fmla="*/ 3238 w 12481"/>
                  <a:gd name="connsiteY12" fmla="*/ 14978 h 28719"/>
                  <a:gd name="connsiteX13" fmla="*/ 3238 w 12481"/>
                  <a:gd name="connsiteY13"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9">
                    <a:moveTo>
                      <a:pt x="3238" y="28719"/>
                    </a:moveTo>
                    <a:lnTo>
                      <a:pt x="0" y="28719"/>
                    </a:lnTo>
                    <a:lnTo>
                      <a:pt x="0" y="765"/>
                    </a:lnTo>
                    <a:lnTo>
                      <a:pt x="3238" y="765"/>
                    </a:lnTo>
                    <a:lnTo>
                      <a:pt x="3238" y="6005"/>
                    </a:lnTo>
                    <a:lnTo>
                      <a:pt x="3351" y="6005"/>
                    </a:lnTo>
                    <a:cubicBezTo>
                      <a:pt x="4251" y="3778"/>
                      <a:pt x="5420" y="2226"/>
                      <a:pt x="6837" y="1327"/>
                    </a:cubicBezTo>
                    <a:cubicBezTo>
                      <a:pt x="8254" y="450"/>
                      <a:pt x="10143" y="0"/>
                      <a:pt x="12482" y="0"/>
                    </a:cubicBezTo>
                    <a:lnTo>
                      <a:pt x="12482" y="3509"/>
                    </a:lnTo>
                    <a:cubicBezTo>
                      <a:pt x="10638" y="3463"/>
                      <a:pt x="9131" y="3756"/>
                      <a:pt x="7939" y="4363"/>
                    </a:cubicBezTo>
                    <a:cubicBezTo>
                      <a:pt x="6747" y="4970"/>
                      <a:pt x="5802" y="5802"/>
                      <a:pt x="5105" y="6837"/>
                    </a:cubicBezTo>
                    <a:cubicBezTo>
                      <a:pt x="4408" y="7871"/>
                      <a:pt x="3913" y="9108"/>
                      <a:pt x="3644" y="10525"/>
                    </a:cubicBezTo>
                    <a:cubicBezTo>
                      <a:pt x="3373" y="11942"/>
                      <a:pt x="3238" y="13426"/>
                      <a:pt x="3238" y="14978"/>
                    </a:cubicBezTo>
                    <a:lnTo>
                      <a:pt x="3238" y="28697"/>
                    </a:lnTo>
                    <a:close/>
                  </a:path>
                </a:pathLst>
              </a:custGeom>
              <a:solidFill>
                <a:srgbClr val="231F20"/>
              </a:solidFill>
              <a:ln w="2249" cap="flat">
                <a:noFill/>
                <a:prstDash val="solid"/>
                <a:miter/>
              </a:ln>
            </p:spPr>
            <p:txBody>
              <a:bodyPr rtlCol="0" anchor="ctr"/>
              <a:lstStyle/>
              <a:p>
                <a:endParaRPr lang="en-US"/>
              </a:p>
            </p:txBody>
          </p:sp>
          <p:sp>
            <p:nvSpPr>
              <p:cNvPr id="17781" name="Freeform 17780">
                <a:extLst>
                  <a:ext uri="{FF2B5EF4-FFF2-40B4-BE49-F238E27FC236}">
                    <a16:creationId xmlns:a16="http://schemas.microsoft.com/office/drawing/2014/main" id="{25BC7E9C-2478-77EF-AB67-B9137C7B5274}"/>
                  </a:ext>
                </a:extLst>
              </p:cNvPr>
              <p:cNvSpPr/>
              <p:nvPr/>
            </p:nvSpPr>
            <p:spPr>
              <a:xfrm>
                <a:off x="5644905" y="4385617"/>
                <a:ext cx="12481" cy="28719"/>
              </a:xfrm>
              <a:custGeom>
                <a:avLst/>
                <a:gdLst>
                  <a:gd name="connsiteX0" fmla="*/ 3238 w 12481"/>
                  <a:gd name="connsiteY0" fmla="*/ 28719 h 28719"/>
                  <a:gd name="connsiteX1" fmla="*/ 0 w 12481"/>
                  <a:gd name="connsiteY1" fmla="*/ 28719 h 28719"/>
                  <a:gd name="connsiteX2" fmla="*/ 0 w 12481"/>
                  <a:gd name="connsiteY2" fmla="*/ 765 h 28719"/>
                  <a:gd name="connsiteX3" fmla="*/ 3238 w 12481"/>
                  <a:gd name="connsiteY3" fmla="*/ 765 h 28719"/>
                  <a:gd name="connsiteX4" fmla="*/ 3238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9 h 28719"/>
                  <a:gd name="connsiteX9" fmla="*/ 7939 w 12481"/>
                  <a:gd name="connsiteY9" fmla="*/ 4363 h 28719"/>
                  <a:gd name="connsiteX10" fmla="*/ 5105 w 12481"/>
                  <a:gd name="connsiteY10" fmla="*/ 6837 h 28719"/>
                  <a:gd name="connsiteX11" fmla="*/ 3644 w 12481"/>
                  <a:gd name="connsiteY11" fmla="*/ 10525 h 28719"/>
                  <a:gd name="connsiteX12" fmla="*/ 3238 w 12481"/>
                  <a:gd name="connsiteY12" fmla="*/ 14978 h 28719"/>
                  <a:gd name="connsiteX13" fmla="*/ 3238 w 12481"/>
                  <a:gd name="connsiteY13"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9">
                    <a:moveTo>
                      <a:pt x="3238" y="28719"/>
                    </a:moveTo>
                    <a:lnTo>
                      <a:pt x="0" y="28719"/>
                    </a:lnTo>
                    <a:lnTo>
                      <a:pt x="0" y="765"/>
                    </a:lnTo>
                    <a:lnTo>
                      <a:pt x="3238" y="765"/>
                    </a:lnTo>
                    <a:lnTo>
                      <a:pt x="3238" y="6005"/>
                    </a:lnTo>
                    <a:lnTo>
                      <a:pt x="3351" y="6005"/>
                    </a:lnTo>
                    <a:cubicBezTo>
                      <a:pt x="4251" y="3778"/>
                      <a:pt x="5420" y="2226"/>
                      <a:pt x="6837" y="1327"/>
                    </a:cubicBezTo>
                    <a:cubicBezTo>
                      <a:pt x="8254" y="450"/>
                      <a:pt x="10143" y="0"/>
                      <a:pt x="12482" y="0"/>
                    </a:cubicBezTo>
                    <a:lnTo>
                      <a:pt x="12482" y="3509"/>
                    </a:lnTo>
                    <a:cubicBezTo>
                      <a:pt x="10638" y="3463"/>
                      <a:pt x="9131" y="3756"/>
                      <a:pt x="7939" y="4363"/>
                    </a:cubicBezTo>
                    <a:cubicBezTo>
                      <a:pt x="6747" y="4970"/>
                      <a:pt x="5802" y="5802"/>
                      <a:pt x="5105" y="6837"/>
                    </a:cubicBezTo>
                    <a:cubicBezTo>
                      <a:pt x="4408" y="7871"/>
                      <a:pt x="3913" y="9108"/>
                      <a:pt x="3644" y="10525"/>
                    </a:cubicBezTo>
                    <a:cubicBezTo>
                      <a:pt x="3373" y="11942"/>
                      <a:pt x="3238" y="13426"/>
                      <a:pt x="3238" y="14978"/>
                    </a:cubicBezTo>
                    <a:lnTo>
                      <a:pt x="3238" y="28697"/>
                    </a:lnTo>
                    <a:close/>
                  </a:path>
                </a:pathLst>
              </a:custGeom>
              <a:solidFill>
                <a:srgbClr val="231F20"/>
              </a:solidFill>
              <a:ln w="2249" cap="flat">
                <a:noFill/>
                <a:prstDash val="solid"/>
                <a:miter/>
              </a:ln>
            </p:spPr>
            <p:txBody>
              <a:bodyPr rtlCol="0" anchor="ctr"/>
              <a:lstStyle/>
              <a:p>
                <a:endParaRPr lang="en-US"/>
              </a:p>
            </p:txBody>
          </p:sp>
          <p:sp>
            <p:nvSpPr>
              <p:cNvPr id="17782" name="Freeform 17781">
                <a:extLst>
                  <a:ext uri="{FF2B5EF4-FFF2-40B4-BE49-F238E27FC236}">
                    <a16:creationId xmlns:a16="http://schemas.microsoft.com/office/drawing/2014/main" id="{92F304E7-B801-C053-BD21-54E517E04A8E}"/>
                  </a:ext>
                </a:extLst>
              </p:cNvPr>
              <p:cNvSpPr/>
              <p:nvPr/>
            </p:nvSpPr>
            <p:spPr>
              <a:xfrm>
                <a:off x="5661210" y="4385639"/>
                <a:ext cx="25167" cy="29483"/>
              </a:xfrm>
              <a:custGeom>
                <a:avLst/>
                <a:gdLst>
                  <a:gd name="connsiteX0" fmla="*/ 3509 w 25167"/>
                  <a:gd name="connsiteY0" fmla="*/ 15473 h 29483"/>
                  <a:gd name="connsiteX1" fmla="*/ 4093 w 25167"/>
                  <a:gd name="connsiteY1" fmla="*/ 19768 h 29483"/>
                  <a:gd name="connsiteX2" fmla="*/ 5848 w 25167"/>
                  <a:gd name="connsiteY2" fmla="*/ 23277 h 29483"/>
                  <a:gd name="connsiteX3" fmla="*/ 8794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4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5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7 w 25167"/>
                  <a:gd name="connsiteY18" fmla="*/ 1170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8 w 25167"/>
                  <a:gd name="connsiteY23" fmla="*/ 12752 h 29483"/>
                  <a:gd name="connsiteX24" fmla="*/ 21186 w 25167"/>
                  <a:gd name="connsiteY24" fmla="*/ 8883 h 29483"/>
                  <a:gd name="connsiteX25" fmla="*/ 19521 w 25167"/>
                  <a:gd name="connsiteY25" fmla="*/ 5757 h 29483"/>
                  <a:gd name="connsiteX26" fmla="*/ 16732 w 25167"/>
                  <a:gd name="connsiteY26" fmla="*/ 3643 h 29483"/>
                  <a:gd name="connsiteX27" fmla="*/ 12909 w 25167"/>
                  <a:gd name="connsiteY27" fmla="*/ 2856 h 29483"/>
                  <a:gd name="connsiteX28" fmla="*/ 9108 w 25167"/>
                  <a:gd name="connsiteY28" fmla="*/ 3666 h 29483"/>
                  <a:gd name="connsiteX29" fmla="*/ 6297 w 25167"/>
                  <a:gd name="connsiteY29" fmla="*/ 5825 h 29483"/>
                  <a:gd name="connsiteX30" fmla="*/ 4430 w 25167"/>
                  <a:gd name="connsiteY30" fmla="*/ 8951 h 29483"/>
                  <a:gd name="connsiteX31" fmla="*/ 3509 w 25167"/>
                  <a:gd name="connsiteY31" fmla="*/ 12729 h 29483"/>
                  <a:gd name="connsiteX32" fmla="*/ 21748 w 25167"/>
                  <a:gd name="connsiteY32" fmla="*/ 12729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9" y="15473"/>
                    </a:moveTo>
                    <a:cubicBezTo>
                      <a:pt x="3509" y="16980"/>
                      <a:pt x="3711" y="18419"/>
                      <a:pt x="4093" y="19768"/>
                    </a:cubicBezTo>
                    <a:cubicBezTo>
                      <a:pt x="4498" y="21118"/>
                      <a:pt x="5083" y="22287"/>
                      <a:pt x="5848" y="23277"/>
                    </a:cubicBezTo>
                    <a:cubicBezTo>
                      <a:pt x="6612" y="24266"/>
                      <a:pt x="7602" y="25053"/>
                      <a:pt x="8794" y="25661"/>
                    </a:cubicBezTo>
                    <a:cubicBezTo>
                      <a:pt x="9985" y="26245"/>
                      <a:pt x="11357" y="26560"/>
                      <a:pt x="12886" y="26560"/>
                    </a:cubicBezTo>
                    <a:cubicBezTo>
                      <a:pt x="15001" y="26560"/>
                      <a:pt x="16822" y="25998"/>
                      <a:pt x="18329" y="24896"/>
                    </a:cubicBezTo>
                    <a:cubicBezTo>
                      <a:pt x="19836" y="23771"/>
                      <a:pt x="20848" y="22197"/>
                      <a:pt x="21343" y="20151"/>
                    </a:cubicBezTo>
                    <a:lnTo>
                      <a:pt x="24964" y="20151"/>
                    </a:lnTo>
                    <a:cubicBezTo>
                      <a:pt x="24559" y="21478"/>
                      <a:pt x="24041" y="22714"/>
                      <a:pt x="23389" y="23839"/>
                    </a:cubicBezTo>
                    <a:cubicBezTo>
                      <a:pt x="22737" y="24963"/>
                      <a:pt x="21927" y="25953"/>
                      <a:pt x="20960" y="26808"/>
                    </a:cubicBezTo>
                    <a:cubicBezTo>
                      <a:pt x="19994" y="27662"/>
                      <a:pt x="18847" y="28314"/>
                      <a:pt x="17497" y="28787"/>
                    </a:cubicBezTo>
                    <a:cubicBezTo>
                      <a:pt x="16170" y="29259"/>
                      <a:pt x="14618" y="29484"/>
                      <a:pt x="12864" y="29484"/>
                    </a:cubicBezTo>
                    <a:cubicBezTo>
                      <a:pt x="10638" y="29484"/>
                      <a:pt x="8704" y="29101"/>
                      <a:pt x="7085" y="28359"/>
                    </a:cubicBezTo>
                    <a:cubicBezTo>
                      <a:pt x="5465" y="27595"/>
                      <a:pt x="4138" y="26560"/>
                      <a:pt x="3081" y="25256"/>
                    </a:cubicBezTo>
                    <a:cubicBezTo>
                      <a:pt x="2047" y="23951"/>
                      <a:pt x="1260" y="22400"/>
                      <a:pt x="765" y="20623"/>
                    </a:cubicBezTo>
                    <a:cubicBezTo>
                      <a:pt x="270" y="18846"/>
                      <a:pt x="0" y="16935"/>
                      <a:pt x="0" y="14866"/>
                    </a:cubicBezTo>
                    <a:cubicBezTo>
                      <a:pt x="0" y="12796"/>
                      <a:pt x="293" y="10885"/>
                      <a:pt x="900" y="9086"/>
                    </a:cubicBezTo>
                    <a:cubicBezTo>
                      <a:pt x="1485" y="7287"/>
                      <a:pt x="2339" y="5712"/>
                      <a:pt x="3441" y="4363"/>
                    </a:cubicBezTo>
                    <a:cubicBezTo>
                      <a:pt x="4543" y="3014"/>
                      <a:pt x="5870" y="1957"/>
                      <a:pt x="7467" y="1170"/>
                    </a:cubicBezTo>
                    <a:cubicBezTo>
                      <a:pt x="9041" y="405"/>
                      <a:pt x="10840" y="0"/>
                      <a:pt x="12864" y="0"/>
                    </a:cubicBezTo>
                    <a:cubicBezTo>
                      <a:pt x="16710" y="0"/>
                      <a:pt x="19746" y="1327"/>
                      <a:pt x="21927" y="3958"/>
                    </a:cubicBezTo>
                    <a:cubicBezTo>
                      <a:pt x="24131" y="6612"/>
                      <a:pt x="25211" y="10435"/>
                      <a:pt x="25166" y="15473"/>
                    </a:cubicBezTo>
                    <a:lnTo>
                      <a:pt x="3463" y="15473"/>
                    </a:lnTo>
                    <a:close/>
                    <a:moveTo>
                      <a:pt x="21748" y="12752"/>
                    </a:moveTo>
                    <a:cubicBezTo>
                      <a:pt x="21748" y="11380"/>
                      <a:pt x="21568" y="10098"/>
                      <a:pt x="21186" y="8883"/>
                    </a:cubicBezTo>
                    <a:cubicBezTo>
                      <a:pt x="20803" y="7669"/>
                      <a:pt x="20241" y="6634"/>
                      <a:pt x="19521" y="5757"/>
                    </a:cubicBezTo>
                    <a:cubicBezTo>
                      <a:pt x="18779" y="4880"/>
                      <a:pt x="17857" y="4183"/>
                      <a:pt x="16732" y="3643"/>
                    </a:cubicBezTo>
                    <a:cubicBezTo>
                      <a:pt x="15608" y="3126"/>
                      <a:pt x="14349" y="2856"/>
                      <a:pt x="12909" y="2856"/>
                    </a:cubicBezTo>
                    <a:cubicBezTo>
                      <a:pt x="11470" y="2856"/>
                      <a:pt x="10210" y="3126"/>
                      <a:pt x="9108" y="3666"/>
                    </a:cubicBezTo>
                    <a:cubicBezTo>
                      <a:pt x="8006" y="4206"/>
                      <a:pt x="7085" y="4925"/>
                      <a:pt x="6297" y="5825"/>
                    </a:cubicBezTo>
                    <a:cubicBezTo>
                      <a:pt x="5532" y="6724"/>
                      <a:pt x="4903" y="7759"/>
                      <a:pt x="4430" y="8951"/>
                    </a:cubicBezTo>
                    <a:cubicBezTo>
                      <a:pt x="3958" y="10143"/>
                      <a:pt x="3666" y="11402"/>
                      <a:pt x="3509" y="12729"/>
                    </a:cubicBezTo>
                    <a:lnTo>
                      <a:pt x="21748" y="12729"/>
                    </a:lnTo>
                    <a:close/>
                  </a:path>
                </a:pathLst>
              </a:custGeom>
              <a:solidFill>
                <a:srgbClr val="231F20"/>
              </a:solidFill>
              <a:ln w="2249" cap="flat">
                <a:noFill/>
                <a:prstDash val="solid"/>
                <a:miter/>
              </a:ln>
            </p:spPr>
            <p:txBody>
              <a:bodyPr rtlCol="0" anchor="ctr"/>
              <a:lstStyle/>
              <a:p>
                <a:endParaRPr lang="en-US"/>
              </a:p>
            </p:txBody>
          </p:sp>
          <p:sp>
            <p:nvSpPr>
              <p:cNvPr id="17783" name="Freeform 17782">
                <a:extLst>
                  <a:ext uri="{FF2B5EF4-FFF2-40B4-BE49-F238E27FC236}">
                    <a16:creationId xmlns:a16="http://schemas.microsoft.com/office/drawing/2014/main" id="{CDDBD1CC-93DC-0009-F9B6-DCE4619784A2}"/>
                  </a:ext>
                </a:extLst>
              </p:cNvPr>
              <p:cNvSpPr/>
              <p:nvPr/>
            </p:nvSpPr>
            <p:spPr>
              <a:xfrm>
                <a:off x="5691368" y="4385617"/>
                <a:ext cx="24895" cy="29461"/>
              </a:xfrm>
              <a:custGeom>
                <a:avLst/>
                <a:gdLst>
                  <a:gd name="connsiteX0" fmla="*/ 21163 w 24895"/>
                  <a:gd name="connsiteY0" fmla="*/ 9558 h 29461"/>
                  <a:gd name="connsiteX1" fmla="*/ 18194 w 24895"/>
                  <a:gd name="connsiteY1" fmla="*/ 4678 h 29461"/>
                  <a:gd name="connsiteX2" fmla="*/ 12841 w 24895"/>
                  <a:gd name="connsiteY2" fmla="*/ 2924 h 29461"/>
                  <a:gd name="connsiteX3" fmla="*/ 8568 w 24895"/>
                  <a:gd name="connsiteY3" fmla="*/ 3958 h 29461"/>
                  <a:gd name="connsiteX4" fmla="*/ 5645 w 24895"/>
                  <a:gd name="connsiteY4" fmla="*/ 6679 h 29461"/>
                  <a:gd name="connsiteX5" fmla="*/ 3980 w 24895"/>
                  <a:gd name="connsiteY5" fmla="*/ 10503 h 29461"/>
                  <a:gd name="connsiteX6" fmla="*/ 3440 w 24895"/>
                  <a:gd name="connsiteY6" fmla="*/ 14798 h 29461"/>
                  <a:gd name="connsiteX7" fmla="*/ 3958 w 24895"/>
                  <a:gd name="connsiteY7" fmla="*/ 19116 h 29461"/>
                  <a:gd name="connsiteX8" fmla="*/ 5600 w 24895"/>
                  <a:gd name="connsiteY8" fmla="*/ 22895 h 29461"/>
                  <a:gd name="connsiteX9" fmla="*/ 8523 w 24895"/>
                  <a:gd name="connsiteY9" fmla="*/ 25571 h 29461"/>
                  <a:gd name="connsiteX10" fmla="*/ 12841 w 24895"/>
                  <a:gd name="connsiteY10" fmla="*/ 26560 h 29461"/>
                  <a:gd name="connsiteX11" fmla="*/ 18643 w 24895"/>
                  <a:gd name="connsiteY11" fmla="*/ 24559 h 29461"/>
                  <a:gd name="connsiteX12" fmla="*/ 21432 w 24895"/>
                  <a:gd name="connsiteY12" fmla="*/ 19049 h 29461"/>
                  <a:gd name="connsiteX13" fmla="*/ 24896 w 24895"/>
                  <a:gd name="connsiteY13" fmla="*/ 19049 h 29461"/>
                  <a:gd name="connsiteX14" fmla="*/ 23524 w 24895"/>
                  <a:gd name="connsiteY14" fmla="*/ 23277 h 29461"/>
                  <a:gd name="connsiteX15" fmla="*/ 21095 w 24895"/>
                  <a:gd name="connsiteY15" fmla="*/ 26560 h 29461"/>
                  <a:gd name="connsiteX16" fmla="*/ 17564 w 24895"/>
                  <a:gd name="connsiteY16" fmla="*/ 28697 h 29461"/>
                  <a:gd name="connsiteX17" fmla="*/ 12864 w 24895"/>
                  <a:gd name="connsiteY17" fmla="*/ 29461 h 29461"/>
                  <a:gd name="connsiteX18" fmla="*/ 7084 w 24895"/>
                  <a:gd name="connsiteY18" fmla="*/ 28337 h 29461"/>
                  <a:gd name="connsiteX19" fmla="*/ 3081 w 24895"/>
                  <a:gd name="connsiteY19" fmla="*/ 25233 h 29461"/>
                  <a:gd name="connsiteX20" fmla="*/ 764 w 24895"/>
                  <a:gd name="connsiteY20" fmla="*/ 20556 h 29461"/>
                  <a:gd name="connsiteX21" fmla="*/ 0 w 24895"/>
                  <a:gd name="connsiteY21" fmla="*/ 14776 h 29461"/>
                  <a:gd name="connsiteX22" fmla="*/ 832 w 24895"/>
                  <a:gd name="connsiteY22" fmla="*/ 9198 h 29461"/>
                  <a:gd name="connsiteX23" fmla="*/ 3283 w 24895"/>
                  <a:gd name="connsiteY23" fmla="*/ 4475 h 29461"/>
                  <a:gd name="connsiteX24" fmla="*/ 7309 w 24895"/>
                  <a:gd name="connsiteY24" fmla="*/ 1215 h 29461"/>
                  <a:gd name="connsiteX25" fmla="*/ 12841 w 24895"/>
                  <a:gd name="connsiteY25" fmla="*/ 0 h 29461"/>
                  <a:gd name="connsiteX26" fmla="*/ 20690 w 24895"/>
                  <a:gd name="connsiteY26" fmla="*/ 2316 h 29461"/>
                  <a:gd name="connsiteX27" fmla="*/ 24446 w 24895"/>
                  <a:gd name="connsiteY27" fmla="*/ 9558 h 29461"/>
                  <a:gd name="connsiteX28" fmla="*/ 21163 w 24895"/>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5" h="29461">
                    <a:moveTo>
                      <a:pt x="21163" y="9558"/>
                    </a:moveTo>
                    <a:cubicBezTo>
                      <a:pt x="20578" y="7466"/>
                      <a:pt x="19588" y="5847"/>
                      <a:pt x="18194" y="4678"/>
                    </a:cubicBezTo>
                    <a:cubicBezTo>
                      <a:pt x="16800" y="3509"/>
                      <a:pt x="15000" y="2924"/>
                      <a:pt x="12841" y="2924"/>
                    </a:cubicBezTo>
                    <a:cubicBezTo>
                      <a:pt x="11177" y="2924"/>
                      <a:pt x="9760" y="3261"/>
                      <a:pt x="8568" y="3958"/>
                    </a:cubicBezTo>
                    <a:cubicBezTo>
                      <a:pt x="7376" y="4633"/>
                      <a:pt x="6409" y="5555"/>
                      <a:pt x="5645" y="6679"/>
                    </a:cubicBezTo>
                    <a:cubicBezTo>
                      <a:pt x="4880" y="7804"/>
                      <a:pt x="4340" y="9086"/>
                      <a:pt x="3980" y="10503"/>
                    </a:cubicBezTo>
                    <a:cubicBezTo>
                      <a:pt x="3621" y="11920"/>
                      <a:pt x="3440" y="13359"/>
                      <a:pt x="3440" y="14798"/>
                    </a:cubicBezTo>
                    <a:cubicBezTo>
                      <a:pt x="3440" y="16237"/>
                      <a:pt x="3621" y="17722"/>
                      <a:pt x="3958" y="19116"/>
                    </a:cubicBezTo>
                    <a:cubicBezTo>
                      <a:pt x="4295" y="20510"/>
                      <a:pt x="4858" y="21770"/>
                      <a:pt x="5600" y="22895"/>
                    </a:cubicBezTo>
                    <a:cubicBezTo>
                      <a:pt x="6342" y="24019"/>
                      <a:pt x="7332" y="24896"/>
                      <a:pt x="8523" y="25571"/>
                    </a:cubicBezTo>
                    <a:cubicBezTo>
                      <a:pt x="9715" y="26245"/>
                      <a:pt x="11155" y="26560"/>
                      <a:pt x="12841" y="26560"/>
                    </a:cubicBezTo>
                    <a:cubicBezTo>
                      <a:pt x="15247" y="26560"/>
                      <a:pt x="17182" y="25886"/>
                      <a:pt x="18643" y="24559"/>
                    </a:cubicBezTo>
                    <a:cubicBezTo>
                      <a:pt x="20106" y="23232"/>
                      <a:pt x="21027" y="21388"/>
                      <a:pt x="21432" y="19049"/>
                    </a:cubicBezTo>
                    <a:lnTo>
                      <a:pt x="24896" y="19049"/>
                    </a:lnTo>
                    <a:cubicBezTo>
                      <a:pt x="24603" y="20601"/>
                      <a:pt x="24154" y="22017"/>
                      <a:pt x="23524" y="23277"/>
                    </a:cubicBezTo>
                    <a:cubicBezTo>
                      <a:pt x="22894" y="24559"/>
                      <a:pt x="22084" y="25661"/>
                      <a:pt x="21095" y="26560"/>
                    </a:cubicBezTo>
                    <a:cubicBezTo>
                      <a:pt x="20106" y="27482"/>
                      <a:pt x="18936" y="28180"/>
                      <a:pt x="17564" y="28697"/>
                    </a:cubicBezTo>
                    <a:cubicBezTo>
                      <a:pt x="16192" y="29191"/>
                      <a:pt x="14641" y="29461"/>
                      <a:pt x="12864" y="29461"/>
                    </a:cubicBezTo>
                    <a:cubicBezTo>
                      <a:pt x="10638" y="29461"/>
                      <a:pt x="8703" y="29079"/>
                      <a:pt x="7084" y="28337"/>
                    </a:cubicBezTo>
                    <a:cubicBezTo>
                      <a:pt x="5465" y="27595"/>
                      <a:pt x="4138" y="26538"/>
                      <a:pt x="3081" y="25233"/>
                    </a:cubicBezTo>
                    <a:cubicBezTo>
                      <a:pt x="2046" y="23929"/>
                      <a:pt x="1259" y="22355"/>
                      <a:pt x="764" y="20556"/>
                    </a:cubicBezTo>
                    <a:cubicBezTo>
                      <a:pt x="270" y="18756"/>
                      <a:pt x="0" y="16822"/>
                      <a:pt x="0" y="14776"/>
                    </a:cubicBezTo>
                    <a:cubicBezTo>
                      <a:pt x="0" y="12841"/>
                      <a:pt x="270" y="10975"/>
                      <a:pt x="832" y="9198"/>
                    </a:cubicBezTo>
                    <a:cubicBezTo>
                      <a:pt x="1394" y="7422"/>
                      <a:pt x="2204" y="5847"/>
                      <a:pt x="3283" y="4475"/>
                    </a:cubicBezTo>
                    <a:cubicBezTo>
                      <a:pt x="4363" y="3104"/>
                      <a:pt x="5712" y="2024"/>
                      <a:pt x="7309" y="1215"/>
                    </a:cubicBezTo>
                    <a:cubicBezTo>
                      <a:pt x="8906" y="405"/>
                      <a:pt x="10750" y="0"/>
                      <a:pt x="12841" y="0"/>
                    </a:cubicBezTo>
                    <a:cubicBezTo>
                      <a:pt x="16080" y="0"/>
                      <a:pt x="18688" y="765"/>
                      <a:pt x="20690" y="2316"/>
                    </a:cubicBezTo>
                    <a:cubicBezTo>
                      <a:pt x="22692" y="3868"/>
                      <a:pt x="23929" y="6275"/>
                      <a:pt x="24446" y="9558"/>
                    </a:cubicBezTo>
                    <a:lnTo>
                      <a:pt x="21163" y="9558"/>
                    </a:lnTo>
                    <a:close/>
                  </a:path>
                </a:pathLst>
              </a:custGeom>
              <a:solidFill>
                <a:srgbClr val="231F20"/>
              </a:solidFill>
              <a:ln w="2249" cap="flat">
                <a:noFill/>
                <a:prstDash val="solid"/>
                <a:miter/>
              </a:ln>
            </p:spPr>
            <p:txBody>
              <a:bodyPr rtlCol="0" anchor="ctr"/>
              <a:lstStyle/>
              <a:p>
                <a:endParaRPr lang="en-US"/>
              </a:p>
            </p:txBody>
          </p:sp>
          <p:sp>
            <p:nvSpPr>
              <p:cNvPr id="17784" name="Freeform 17783">
                <a:extLst>
                  <a:ext uri="{FF2B5EF4-FFF2-40B4-BE49-F238E27FC236}">
                    <a16:creationId xmlns:a16="http://schemas.microsoft.com/office/drawing/2014/main" id="{A3D68961-B837-0FDF-3FDA-2D59A127B805}"/>
                  </a:ext>
                </a:extLst>
              </p:cNvPr>
              <p:cNvSpPr/>
              <p:nvPr/>
            </p:nvSpPr>
            <p:spPr>
              <a:xfrm>
                <a:off x="5719953" y="4378577"/>
                <a:ext cx="12616" cy="36500"/>
              </a:xfrm>
              <a:custGeom>
                <a:avLst/>
                <a:gdLst>
                  <a:gd name="connsiteX0" fmla="*/ 12616 w 12616"/>
                  <a:gd name="connsiteY0" fmla="*/ 35849 h 36500"/>
                  <a:gd name="connsiteX1" fmla="*/ 11042 w 12616"/>
                  <a:gd name="connsiteY1" fmla="*/ 36231 h 36500"/>
                  <a:gd name="connsiteX2" fmla="*/ 8883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1 h 36500"/>
                  <a:gd name="connsiteX8" fmla="*/ 3936 w 12616"/>
                  <a:gd name="connsiteY8" fmla="*/ 7781 h 36500"/>
                  <a:gd name="connsiteX9" fmla="*/ 3936 w 12616"/>
                  <a:gd name="connsiteY9" fmla="*/ 0 h 36500"/>
                  <a:gd name="connsiteX10" fmla="*/ 7174 w 12616"/>
                  <a:gd name="connsiteY10" fmla="*/ 0 h 36500"/>
                  <a:gd name="connsiteX11" fmla="*/ 7174 w 12616"/>
                  <a:gd name="connsiteY11" fmla="*/ 7781 h 36500"/>
                  <a:gd name="connsiteX12" fmla="*/ 12414 w 12616"/>
                  <a:gd name="connsiteY12" fmla="*/ 7781 h 36500"/>
                  <a:gd name="connsiteX13" fmla="*/ 12414 w 12616"/>
                  <a:gd name="connsiteY13" fmla="*/ 10480 h 36500"/>
                  <a:gd name="connsiteX14" fmla="*/ 7174 w 12616"/>
                  <a:gd name="connsiteY14" fmla="*/ 10480 h 36500"/>
                  <a:gd name="connsiteX15" fmla="*/ 7174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5 h 36500"/>
                  <a:gd name="connsiteX21" fmla="*/ 12616 w 12616"/>
                  <a:gd name="connsiteY21" fmla="*/ 33195 h 36500"/>
                  <a:gd name="connsiteX22" fmla="*/ 12616 w 12616"/>
                  <a:gd name="connsiteY22" fmla="*/ 35849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616" h="36500">
                    <a:moveTo>
                      <a:pt x="12616" y="35849"/>
                    </a:moveTo>
                    <a:cubicBezTo>
                      <a:pt x="12212" y="35916"/>
                      <a:pt x="11694" y="36051"/>
                      <a:pt x="11042" y="36231"/>
                    </a:cubicBezTo>
                    <a:cubicBezTo>
                      <a:pt x="10390" y="36411"/>
                      <a:pt x="9671" y="36501"/>
                      <a:pt x="8883" y="36501"/>
                    </a:cubicBezTo>
                    <a:cubicBezTo>
                      <a:pt x="7264" y="36501"/>
                      <a:pt x="6027" y="36096"/>
                      <a:pt x="5195" y="35286"/>
                    </a:cubicBezTo>
                    <a:cubicBezTo>
                      <a:pt x="4363" y="34476"/>
                      <a:pt x="3936" y="33037"/>
                      <a:pt x="3936" y="30946"/>
                    </a:cubicBezTo>
                    <a:lnTo>
                      <a:pt x="3936" y="10480"/>
                    </a:lnTo>
                    <a:lnTo>
                      <a:pt x="0" y="10480"/>
                    </a:lnTo>
                    <a:lnTo>
                      <a:pt x="0" y="7781"/>
                    </a:lnTo>
                    <a:lnTo>
                      <a:pt x="3936" y="7781"/>
                    </a:lnTo>
                    <a:lnTo>
                      <a:pt x="3936" y="0"/>
                    </a:lnTo>
                    <a:lnTo>
                      <a:pt x="7174" y="0"/>
                    </a:lnTo>
                    <a:lnTo>
                      <a:pt x="7174" y="7781"/>
                    </a:lnTo>
                    <a:lnTo>
                      <a:pt x="12414" y="7781"/>
                    </a:lnTo>
                    <a:lnTo>
                      <a:pt x="12414" y="10480"/>
                    </a:lnTo>
                    <a:lnTo>
                      <a:pt x="7174" y="10480"/>
                    </a:lnTo>
                    <a:lnTo>
                      <a:pt x="7174" y="29641"/>
                    </a:lnTo>
                    <a:cubicBezTo>
                      <a:pt x="7174" y="30316"/>
                      <a:pt x="7174" y="30923"/>
                      <a:pt x="7219" y="31418"/>
                    </a:cubicBezTo>
                    <a:cubicBezTo>
                      <a:pt x="7264" y="31913"/>
                      <a:pt x="7354" y="32340"/>
                      <a:pt x="7534" y="32655"/>
                    </a:cubicBezTo>
                    <a:cubicBezTo>
                      <a:pt x="7714" y="32970"/>
                      <a:pt x="7984" y="33217"/>
                      <a:pt x="8366" y="33352"/>
                    </a:cubicBezTo>
                    <a:cubicBezTo>
                      <a:pt x="8748" y="33487"/>
                      <a:pt x="9265" y="33577"/>
                      <a:pt x="9963" y="33577"/>
                    </a:cubicBezTo>
                    <a:cubicBezTo>
                      <a:pt x="10390" y="33577"/>
                      <a:pt x="10840" y="33532"/>
                      <a:pt x="11290" y="33465"/>
                    </a:cubicBezTo>
                    <a:cubicBezTo>
                      <a:pt x="11739" y="33397"/>
                      <a:pt x="12189" y="33307"/>
                      <a:pt x="12616" y="33195"/>
                    </a:cubicBezTo>
                    <a:lnTo>
                      <a:pt x="12616" y="35849"/>
                    </a:lnTo>
                    <a:close/>
                  </a:path>
                </a:pathLst>
              </a:custGeom>
              <a:solidFill>
                <a:srgbClr val="231F20"/>
              </a:solidFill>
              <a:ln w="2249" cap="flat">
                <a:noFill/>
                <a:prstDash val="solid"/>
                <a:miter/>
              </a:ln>
            </p:spPr>
            <p:txBody>
              <a:bodyPr rtlCol="0" anchor="ctr"/>
              <a:lstStyle/>
              <a:p>
                <a:endParaRPr lang="en-US"/>
              </a:p>
            </p:txBody>
          </p:sp>
        </p:grpSp>
        <p:sp>
          <p:nvSpPr>
            <p:cNvPr id="17800" name="Freeform 17799">
              <a:extLst>
                <a:ext uri="{FF2B5EF4-FFF2-40B4-BE49-F238E27FC236}">
                  <a16:creationId xmlns:a16="http://schemas.microsoft.com/office/drawing/2014/main" id="{24ED7725-DA34-529D-07F1-46AF2A689FB0}"/>
                </a:ext>
              </a:extLst>
            </p:cNvPr>
            <p:cNvSpPr/>
            <p:nvPr/>
          </p:nvSpPr>
          <p:spPr>
            <a:xfrm>
              <a:off x="6571040" y="2830319"/>
              <a:ext cx="735549" cy="1108487"/>
            </a:xfrm>
            <a:custGeom>
              <a:avLst/>
              <a:gdLst>
                <a:gd name="connsiteX0" fmla="*/ 0 w 186596"/>
                <a:gd name="connsiteY0" fmla="*/ 0 h 281209"/>
                <a:gd name="connsiteX1" fmla="*/ 186596 w 186596"/>
                <a:gd name="connsiteY1" fmla="*/ 281210 h 281209"/>
              </a:gdLst>
              <a:ahLst/>
              <a:cxnLst>
                <a:cxn ang="0">
                  <a:pos x="connsiteX0" y="connsiteY0"/>
                </a:cxn>
                <a:cxn ang="0">
                  <a:pos x="connsiteX1" y="connsiteY1"/>
                </a:cxn>
              </a:cxnLst>
              <a:rect l="l" t="t" r="r" b="b"/>
              <a:pathLst>
                <a:path w="186596" h="281209">
                  <a:moveTo>
                    <a:pt x="0" y="0"/>
                  </a:moveTo>
                  <a:lnTo>
                    <a:pt x="186596" y="281210"/>
                  </a:lnTo>
                </a:path>
              </a:pathLst>
            </a:custGeom>
            <a:ln w="4498" cap="flat">
              <a:solidFill>
                <a:srgbClr val="B3B3B3">
                  <a:alpha val="40000"/>
                </a:srgbClr>
              </a:solidFill>
              <a:prstDash val="solid"/>
              <a:round/>
            </a:ln>
          </p:spPr>
          <p:txBody>
            <a:bodyPr rtlCol="0" anchor="ctr"/>
            <a:lstStyle/>
            <a:p>
              <a:endParaRPr lang="en-US"/>
            </a:p>
          </p:txBody>
        </p:sp>
        <p:sp>
          <p:nvSpPr>
            <p:cNvPr id="17802" name="Freeform 17801">
              <a:extLst>
                <a:ext uri="{FF2B5EF4-FFF2-40B4-BE49-F238E27FC236}">
                  <a16:creationId xmlns:a16="http://schemas.microsoft.com/office/drawing/2014/main" id="{2F7F90BC-7E18-CFE9-AA7F-E646F0777B01}"/>
                </a:ext>
              </a:extLst>
            </p:cNvPr>
            <p:cNvSpPr/>
            <p:nvPr/>
          </p:nvSpPr>
          <p:spPr>
            <a:xfrm>
              <a:off x="6613684" y="3174373"/>
              <a:ext cx="793259" cy="1018507"/>
            </a:xfrm>
            <a:custGeom>
              <a:avLst/>
              <a:gdLst>
                <a:gd name="connsiteX0" fmla="*/ 0 w 201236"/>
                <a:gd name="connsiteY0" fmla="*/ 0 h 258382"/>
                <a:gd name="connsiteX1" fmla="*/ 201237 w 201236"/>
                <a:gd name="connsiteY1" fmla="*/ 258383 h 258382"/>
              </a:gdLst>
              <a:ahLst/>
              <a:cxnLst>
                <a:cxn ang="0">
                  <a:pos x="connsiteX0" y="connsiteY0"/>
                </a:cxn>
                <a:cxn ang="0">
                  <a:pos x="connsiteX1" y="connsiteY1"/>
                </a:cxn>
              </a:cxnLst>
              <a:rect l="l" t="t" r="r" b="b"/>
              <a:pathLst>
                <a:path w="201236" h="258382">
                  <a:moveTo>
                    <a:pt x="0" y="0"/>
                  </a:moveTo>
                  <a:lnTo>
                    <a:pt x="201237" y="258383"/>
                  </a:lnTo>
                </a:path>
              </a:pathLst>
            </a:custGeom>
            <a:ln w="4498" cap="flat">
              <a:solidFill>
                <a:srgbClr val="B3B3B3">
                  <a:alpha val="40000"/>
                </a:srgbClr>
              </a:solidFill>
              <a:prstDash val="solid"/>
              <a:round/>
            </a:ln>
          </p:spPr>
          <p:txBody>
            <a:bodyPr rtlCol="0" anchor="ctr"/>
            <a:lstStyle/>
            <a:p>
              <a:endParaRPr lang="en-US"/>
            </a:p>
          </p:txBody>
        </p:sp>
        <p:sp>
          <p:nvSpPr>
            <p:cNvPr id="17804" name="Freeform 17803">
              <a:extLst>
                <a:ext uri="{FF2B5EF4-FFF2-40B4-BE49-F238E27FC236}">
                  <a16:creationId xmlns:a16="http://schemas.microsoft.com/office/drawing/2014/main" id="{A76B24C6-977D-1C0F-ECD5-6A3443F85369}"/>
                </a:ext>
              </a:extLst>
            </p:cNvPr>
            <p:cNvSpPr/>
            <p:nvPr/>
          </p:nvSpPr>
          <p:spPr>
            <a:xfrm>
              <a:off x="6494003" y="3462311"/>
              <a:ext cx="875086" cy="342012"/>
            </a:xfrm>
            <a:custGeom>
              <a:avLst/>
              <a:gdLst>
                <a:gd name="connsiteX0" fmla="*/ 0 w 221994"/>
                <a:gd name="connsiteY0" fmla="*/ 0 h 86764"/>
                <a:gd name="connsiteX1" fmla="*/ 221995 w 221994"/>
                <a:gd name="connsiteY1" fmla="*/ 86765 h 86764"/>
              </a:gdLst>
              <a:ahLst/>
              <a:cxnLst>
                <a:cxn ang="0">
                  <a:pos x="connsiteX0" y="connsiteY0"/>
                </a:cxn>
                <a:cxn ang="0">
                  <a:pos x="connsiteX1" y="connsiteY1"/>
                </a:cxn>
              </a:cxnLst>
              <a:rect l="l" t="t" r="r" b="b"/>
              <a:pathLst>
                <a:path w="221994" h="86764">
                  <a:moveTo>
                    <a:pt x="0" y="0"/>
                  </a:moveTo>
                  <a:lnTo>
                    <a:pt x="221995" y="86765"/>
                  </a:lnTo>
                </a:path>
              </a:pathLst>
            </a:custGeom>
            <a:ln w="4498" cap="flat">
              <a:solidFill>
                <a:srgbClr val="B3B3B3">
                  <a:alpha val="40000"/>
                </a:srgbClr>
              </a:solidFill>
              <a:prstDash val="solid"/>
              <a:round/>
            </a:ln>
          </p:spPr>
          <p:txBody>
            <a:bodyPr rtlCol="0" anchor="ctr"/>
            <a:lstStyle/>
            <a:p>
              <a:endParaRPr lang="en-US"/>
            </a:p>
          </p:txBody>
        </p:sp>
        <p:sp>
          <p:nvSpPr>
            <p:cNvPr id="17806" name="Freeform 17805">
              <a:extLst>
                <a:ext uri="{FF2B5EF4-FFF2-40B4-BE49-F238E27FC236}">
                  <a16:creationId xmlns:a16="http://schemas.microsoft.com/office/drawing/2014/main" id="{F44F2CC3-5BD3-0BCA-4807-27C27E498C3B}"/>
                </a:ext>
              </a:extLst>
            </p:cNvPr>
            <p:cNvSpPr/>
            <p:nvPr/>
          </p:nvSpPr>
          <p:spPr>
            <a:xfrm>
              <a:off x="6563149" y="2978364"/>
              <a:ext cx="907000" cy="661599"/>
            </a:xfrm>
            <a:custGeom>
              <a:avLst/>
              <a:gdLst>
                <a:gd name="connsiteX0" fmla="*/ 0 w 230090"/>
                <a:gd name="connsiteY0" fmla="*/ 167840 h 167839"/>
                <a:gd name="connsiteX1" fmla="*/ 230091 w 230090"/>
                <a:gd name="connsiteY1" fmla="*/ 0 h 167839"/>
              </a:gdLst>
              <a:ahLst/>
              <a:cxnLst>
                <a:cxn ang="0">
                  <a:pos x="connsiteX0" y="connsiteY0"/>
                </a:cxn>
                <a:cxn ang="0">
                  <a:pos x="connsiteX1" y="connsiteY1"/>
                </a:cxn>
              </a:cxnLst>
              <a:rect l="l" t="t" r="r" b="b"/>
              <a:pathLst>
                <a:path w="230090" h="167839">
                  <a:moveTo>
                    <a:pt x="0" y="167840"/>
                  </a:moveTo>
                  <a:lnTo>
                    <a:pt x="230091" y="0"/>
                  </a:lnTo>
                </a:path>
              </a:pathLst>
            </a:custGeom>
            <a:ln w="4498" cap="flat">
              <a:solidFill>
                <a:srgbClr val="B3B3B3">
                  <a:alpha val="40000"/>
                </a:srgbClr>
              </a:solidFill>
              <a:prstDash val="solid"/>
              <a:round/>
            </a:ln>
          </p:spPr>
          <p:txBody>
            <a:bodyPr rtlCol="0" anchor="ctr"/>
            <a:lstStyle/>
            <a:p>
              <a:endParaRPr lang="en-US"/>
            </a:p>
          </p:txBody>
        </p:sp>
        <p:sp>
          <p:nvSpPr>
            <p:cNvPr id="17808" name="Freeform 17807">
              <a:extLst>
                <a:ext uri="{FF2B5EF4-FFF2-40B4-BE49-F238E27FC236}">
                  <a16:creationId xmlns:a16="http://schemas.microsoft.com/office/drawing/2014/main" id="{725BDFE0-7F4D-245B-2EFB-B44DB212C542}"/>
                </a:ext>
              </a:extLst>
            </p:cNvPr>
            <p:cNvSpPr/>
            <p:nvPr/>
          </p:nvSpPr>
          <p:spPr>
            <a:xfrm>
              <a:off x="6450118" y="2558513"/>
              <a:ext cx="1018525" cy="897058"/>
            </a:xfrm>
            <a:custGeom>
              <a:avLst/>
              <a:gdLst>
                <a:gd name="connsiteX0" fmla="*/ 0 w 258382"/>
                <a:gd name="connsiteY0" fmla="*/ 227572 h 227572"/>
                <a:gd name="connsiteX1" fmla="*/ 258383 w 258382"/>
                <a:gd name="connsiteY1" fmla="*/ 0 h 227572"/>
              </a:gdLst>
              <a:ahLst/>
              <a:cxnLst>
                <a:cxn ang="0">
                  <a:pos x="connsiteX0" y="connsiteY0"/>
                </a:cxn>
                <a:cxn ang="0">
                  <a:pos x="connsiteX1" y="connsiteY1"/>
                </a:cxn>
              </a:cxnLst>
              <a:rect l="l" t="t" r="r" b="b"/>
              <a:pathLst>
                <a:path w="258382" h="227572">
                  <a:moveTo>
                    <a:pt x="0" y="227572"/>
                  </a:moveTo>
                  <a:lnTo>
                    <a:pt x="258383" y="0"/>
                  </a:lnTo>
                </a:path>
              </a:pathLst>
            </a:custGeom>
            <a:ln w="4498" cap="flat">
              <a:solidFill>
                <a:srgbClr val="B3B3B3">
                  <a:alpha val="40000"/>
                </a:srgbClr>
              </a:solidFill>
              <a:prstDash val="solid"/>
              <a:round/>
            </a:ln>
          </p:spPr>
          <p:txBody>
            <a:bodyPr rtlCol="0" anchor="ctr"/>
            <a:lstStyle/>
            <a:p>
              <a:endParaRPr lang="en-US"/>
            </a:p>
          </p:txBody>
        </p:sp>
        <p:sp>
          <p:nvSpPr>
            <p:cNvPr id="17810" name="Freeform 17809">
              <a:extLst>
                <a:ext uri="{FF2B5EF4-FFF2-40B4-BE49-F238E27FC236}">
                  <a16:creationId xmlns:a16="http://schemas.microsoft.com/office/drawing/2014/main" id="{F5F6DE1C-32D2-270A-49BC-3C2815D08A72}"/>
                </a:ext>
              </a:extLst>
            </p:cNvPr>
            <p:cNvSpPr/>
            <p:nvPr/>
          </p:nvSpPr>
          <p:spPr>
            <a:xfrm>
              <a:off x="6491961" y="3367809"/>
              <a:ext cx="947606" cy="573659"/>
            </a:xfrm>
            <a:custGeom>
              <a:avLst/>
              <a:gdLst>
                <a:gd name="connsiteX0" fmla="*/ 0 w 240391"/>
                <a:gd name="connsiteY0" fmla="*/ 145530 h 145530"/>
                <a:gd name="connsiteX1" fmla="*/ 240391 w 240391"/>
                <a:gd name="connsiteY1" fmla="*/ 0 h 145530"/>
              </a:gdLst>
              <a:ahLst/>
              <a:cxnLst>
                <a:cxn ang="0">
                  <a:pos x="connsiteX0" y="connsiteY0"/>
                </a:cxn>
                <a:cxn ang="0">
                  <a:pos x="connsiteX1" y="connsiteY1"/>
                </a:cxn>
              </a:cxnLst>
              <a:rect l="l" t="t" r="r" b="b"/>
              <a:pathLst>
                <a:path w="240391" h="145530">
                  <a:moveTo>
                    <a:pt x="0" y="145530"/>
                  </a:moveTo>
                  <a:lnTo>
                    <a:pt x="240391" y="0"/>
                  </a:lnTo>
                </a:path>
              </a:pathLst>
            </a:custGeom>
            <a:ln w="4498" cap="flat">
              <a:solidFill>
                <a:srgbClr val="B3B3B3">
                  <a:alpha val="40000"/>
                </a:srgbClr>
              </a:solidFill>
              <a:prstDash val="solid"/>
              <a:round/>
            </a:ln>
          </p:spPr>
          <p:txBody>
            <a:bodyPr rtlCol="0" anchor="ctr"/>
            <a:lstStyle/>
            <a:p>
              <a:endParaRPr lang="en-US"/>
            </a:p>
          </p:txBody>
        </p:sp>
        <p:sp>
          <p:nvSpPr>
            <p:cNvPr id="17812" name="Freeform 17811">
              <a:extLst>
                <a:ext uri="{FF2B5EF4-FFF2-40B4-BE49-F238E27FC236}">
                  <a16:creationId xmlns:a16="http://schemas.microsoft.com/office/drawing/2014/main" id="{6377DAD9-0DCD-78B7-5AA0-C43E59A7915E}"/>
                </a:ext>
              </a:extLst>
            </p:cNvPr>
            <p:cNvSpPr/>
            <p:nvPr/>
          </p:nvSpPr>
          <p:spPr>
            <a:xfrm>
              <a:off x="6461553" y="3197243"/>
              <a:ext cx="999111" cy="53456"/>
            </a:xfrm>
            <a:custGeom>
              <a:avLst/>
              <a:gdLst>
                <a:gd name="connsiteX0" fmla="*/ 0 w 253457"/>
                <a:gd name="connsiteY0" fmla="*/ 13561 h 13561"/>
                <a:gd name="connsiteX1" fmla="*/ 253458 w 253457"/>
                <a:gd name="connsiteY1" fmla="*/ 0 h 13561"/>
              </a:gdLst>
              <a:ahLst/>
              <a:cxnLst>
                <a:cxn ang="0">
                  <a:pos x="connsiteX0" y="connsiteY0"/>
                </a:cxn>
                <a:cxn ang="0">
                  <a:pos x="connsiteX1" y="connsiteY1"/>
                </a:cxn>
              </a:cxnLst>
              <a:rect l="l" t="t" r="r" b="b"/>
              <a:pathLst>
                <a:path w="253457" h="13561">
                  <a:moveTo>
                    <a:pt x="0" y="13561"/>
                  </a:moveTo>
                  <a:lnTo>
                    <a:pt x="253458" y="0"/>
                  </a:lnTo>
                </a:path>
              </a:pathLst>
            </a:custGeom>
            <a:ln w="4498" cap="flat">
              <a:solidFill>
                <a:srgbClr val="B3B3B3">
                  <a:alpha val="40000"/>
                </a:srgbClr>
              </a:solidFill>
              <a:prstDash val="solid"/>
              <a:round/>
            </a:ln>
          </p:spPr>
          <p:txBody>
            <a:bodyPr rtlCol="0" anchor="ctr"/>
            <a:lstStyle/>
            <a:p>
              <a:endParaRPr lang="en-US"/>
            </a:p>
          </p:txBody>
        </p:sp>
        <p:sp>
          <p:nvSpPr>
            <p:cNvPr id="17814" name="Freeform 17813">
              <a:extLst>
                <a:ext uri="{FF2B5EF4-FFF2-40B4-BE49-F238E27FC236}">
                  <a16:creationId xmlns:a16="http://schemas.microsoft.com/office/drawing/2014/main" id="{0F3AEDA8-8E47-355E-B6FC-9249D62CF3EC}"/>
                </a:ext>
              </a:extLst>
            </p:cNvPr>
            <p:cNvSpPr/>
            <p:nvPr/>
          </p:nvSpPr>
          <p:spPr>
            <a:xfrm>
              <a:off x="6452865" y="3190239"/>
              <a:ext cx="876241" cy="766740"/>
            </a:xfrm>
            <a:custGeom>
              <a:avLst/>
              <a:gdLst>
                <a:gd name="connsiteX0" fmla="*/ 0 w 222287"/>
                <a:gd name="connsiteY0" fmla="*/ 194512 h 194512"/>
                <a:gd name="connsiteX1" fmla="*/ 222287 w 222287"/>
                <a:gd name="connsiteY1" fmla="*/ 0 h 194512"/>
              </a:gdLst>
              <a:ahLst/>
              <a:cxnLst>
                <a:cxn ang="0">
                  <a:pos x="connsiteX0" y="connsiteY0"/>
                </a:cxn>
                <a:cxn ang="0">
                  <a:pos x="connsiteX1" y="connsiteY1"/>
                </a:cxn>
              </a:cxnLst>
              <a:rect l="l" t="t" r="r" b="b"/>
              <a:pathLst>
                <a:path w="222287" h="194512">
                  <a:moveTo>
                    <a:pt x="0" y="194512"/>
                  </a:moveTo>
                  <a:lnTo>
                    <a:pt x="222287" y="0"/>
                  </a:lnTo>
                </a:path>
              </a:pathLst>
            </a:custGeom>
            <a:ln w="4498" cap="flat">
              <a:solidFill>
                <a:srgbClr val="B3B3B3">
                  <a:alpha val="40000"/>
                </a:srgbClr>
              </a:solidFill>
              <a:prstDash val="solid"/>
              <a:round/>
            </a:ln>
          </p:spPr>
          <p:txBody>
            <a:bodyPr rtlCol="0" anchor="ctr"/>
            <a:lstStyle/>
            <a:p>
              <a:endParaRPr lang="en-US"/>
            </a:p>
          </p:txBody>
        </p:sp>
        <p:sp>
          <p:nvSpPr>
            <p:cNvPr id="17816" name="Freeform 17815">
              <a:extLst>
                <a:ext uri="{FF2B5EF4-FFF2-40B4-BE49-F238E27FC236}">
                  <a16:creationId xmlns:a16="http://schemas.microsoft.com/office/drawing/2014/main" id="{014EB2EC-3905-D6A6-21C5-7090373895E6}"/>
                </a:ext>
              </a:extLst>
            </p:cNvPr>
            <p:cNvSpPr/>
            <p:nvPr/>
          </p:nvSpPr>
          <p:spPr>
            <a:xfrm>
              <a:off x="6524234" y="3185099"/>
              <a:ext cx="849467" cy="110810"/>
            </a:xfrm>
            <a:custGeom>
              <a:avLst/>
              <a:gdLst>
                <a:gd name="connsiteX0" fmla="*/ 0 w 215495"/>
                <a:gd name="connsiteY0" fmla="*/ 0 h 28111"/>
                <a:gd name="connsiteX1" fmla="*/ 215495 w 215495"/>
                <a:gd name="connsiteY1" fmla="*/ 28112 h 28111"/>
              </a:gdLst>
              <a:ahLst/>
              <a:cxnLst>
                <a:cxn ang="0">
                  <a:pos x="connsiteX0" y="connsiteY0"/>
                </a:cxn>
                <a:cxn ang="0">
                  <a:pos x="connsiteX1" y="connsiteY1"/>
                </a:cxn>
              </a:cxnLst>
              <a:rect l="l" t="t" r="r" b="b"/>
              <a:pathLst>
                <a:path w="215495" h="28111">
                  <a:moveTo>
                    <a:pt x="0" y="0"/>
                  </a:moveTo>
                  <a:lnTo>
                    <a:pt x="215495" y="28112"/>
                  </a:lnTo>
                </a:path>
              </a:pathLst>
            </a:custGeom>
            <a:ln w="4498" cap="flat">
              <a:solidFill>
                <a:srgbClr val="B3B3B3">
                  <a:alpha val="40000"/>
                </a:srgbClr>
              </a:solidFill>
              <a:prstDash val="solid"/>
              <a:round/>
            </a:ln>
          </p:spPr>
          <p:txBody>
            <a:bodyPr rtlCol="0" anchor="ctr"/>
            <a:lstStyle/>
            <a:p>
              <a:endParaRPr lang="en-US"/>
            </a:p>
          </p:txBody>
        </p:sp>
        <p:sp>
          <p:nvSpPr>
            <p:cNvPr id="17818" name="Freeform 17817">
              <a:extLst>
                <a:ext uri="{FF2B5EF4-FFF2-40B4-BE49-F238E27FC236}">
                  <a16:creationId xmlns:a16="http://schemas.microsoft.com/office/drawing/2014/main" id="{8A71B34B-7962-03E1-5CA1-AC3144876FC3}"/>
                </a:ext>
              </a:extLst>
            </p:cNvPr>
            <p:cNvSpPr/>
            <p:nvPr/>
          </p:nvSpPr>
          <p:spPr>
            <a:xfrm>
              <a:off x="6502869" y="3487133"/>
              <a:ext cx="817022" cy="600606"/>
            </a:xfrm>
            <a:custGeom>
              <a:avLst/>
              <a:gdLst>
                <a:gd name="connsiteX0" fmla="*/ 0 w 207264"/>
                <a:gd name="connsiteY0" fmla="*/ 0 h 152366"/>
                <a:gd name="connsiteX1" fmla="*/ 207264 w 207264"/>
                <a:gd name="connsiteY1" fmla="*/ 152367 h 152366"/>
              </a:gdLst>
              <a:ahLst/>
              <a:cxnLst>
                <a:cxn ang="0">
                  <a:pos x="connsiteX0" y="connsiteY0"/>
                </a:cxn>
                <a:cxn ang="0">
                  <a:pos x="connsiteX1" y="connsiteY1"/>
                </a:cxn>
              </a:cxnLst>
              <a:rect l="l" t="t" r="r" b="b"/>
              <a:pathLst>
                <a:path w="207264" h="152366">
                  <a:moveTo>
                    <a:pt x="0" y="0"/>
                  </a:moveTo>
                  <a:lnTo>
                    <a:pt x="207264" y="152367"/>
                  </a:lnTo>
                </a:path>
              </a:pathLst>
            </a:custGeom>
            <a:ln w="4498" cap="flat">
              <a:solidFill>
                <a:srgbClr val="B3B3B3">
                  <a:alpha val="40000"/>
                </a:srgbClr>
              </a:solidFill>
              <a:prstDash val="solid"/>
              <a:round/>
            </a:ln>
          </p:spPr>
          <p:txBody>
            <a:bodyPr rtlCol="0" anchor="ctr"/>
            <a:lstStyle/>
            <a:p>
              <a:endParaRPr lang="en-US"/>
            </a:p>
          </p:txBody>
        </p:sp>
        <p:sp>
          <p:nvSpPr>
            <p:cNvPr id="17820" name="Freeform 17819">
              <a:extLst>
                <a:ext uri="{FF2B5EF4-FFF2-40B4-BE49-F238E27FC236}">
                  <a16:creationId xmlns:a16="http://schemas.microsoft.com/office/drawing/2014/main" id="{CC252F2E-728B-CBE8-3F60-B10D49E7107C}"/>
                </a:ext>
              </a:extLst>
            </p:cNvPr>
            <p:cNvSpPr/>
            <p:nvPr/>
          </p:nvSpPr>
          <p:spPr>
            <a:xfrm>
              <a:off x="6508187" y="3511600"/>
              <a:ext cx="925796" cy="162318"/>
            </a:xfrm>
            <a:custGeom>
              <a:avLst/>
              <a:gdLst>
                <a:gd name="connsiteX0" fmla="*/ 0 w 234858"/>
                <a:gd name="connsiteY0" fmla="*/ 0 h 41178"/>
                <a:gd name="connsiteX1" fmla="*/ 234859 w 234858"/>
                <a:gd name="connsiteY1" fmla="*/ 41178 h 41178"/>
              </a:gdLst>
              <a:ahLst/>
              <a:cxnLst>
                <a:cxn ang="0">
                  <a:pos x="connsiteX0" y="connsiteY0"/>
                </a:cxn>
                <a:cxn ang="0">
                  <a:pos x="connsiteX1" y="connsiteY1"/>
                </a:cxn>
              </a:cxnLst>
              <a:rect l="l" t="t" r="r" b="b"/>
              <a:pathLst>
                <a:path w="234858" h="41178">
                  <a:moveTo>
                    <a:pt x="0" y="0"/>
                  </a:moveTo>
                  <a:lnTo>
                    <a:pt x="234859" y="41178"/>
                  </a:lnTo>
                </a:path>
              </a:pathLst>
            </a:custGeom>
            <a:ln w="4498" cap="flat">
              <a:solidFill>
                <a:srgbClr val="B3B3B3">
                  <a:alpha val="40000"/>
                </a:srgbClr>
              </a:solidFill>
              <a:prstDash val="solid"/>
              <a:round/>
            </a:ln>
          </p:spPr>
          <p:txBody>
            <a:bodyPr rtlCol="0" anchor="ctr"/>
            <a:lstStyle/>
            <a:p>
              <a:endParaRPr lang="en-US"/>
            </a:p>
          </p:txBody>
        </p:sp>
        <p:sp>
          <p:nvSpPr>
            <p:cNvPr id="17822" name="Freeform 17821">
              <a:extLst>
                <a:ext uri="{FF2B5EF4-FFF2-40B4-BE49-F238E27FC236}">
                  <a16:creationId xmlns:a16="http://schemas.microsoft.com/office/drawing/2014/main" id="{9A4CA1E1-1746-3FA9-E9C0-4BADA32F4184}"/>
                </a:ext>
              </a:extLst>
            </p:cNvPr>
            <p:cNvSpPr/>
            <p:nvPr/>
          </p:nvSpPr>
          <p:spPr>
            <a:xfrm>
              <a:off x="6480348" y="3662041"/>
              <a:ext cx="984929" cy="348221"/>
            </a:xfrm>
            <a:custGeom>
              <a:avLst/>
              <a:gdLst>
                <a:gd name="connsiteX0" fmla="*/ 0 w 249859"/>
                <a:gd name="connsiteY0" fmla="*/ 0 h 88339"/>
                <a:gd name="connsiteX1" fmla="*/ 249860 w 249859"/>
                <a:gd name="connsiteY1" fmla="*/ 88339 h 88339"/>
              </a:gdLst>
              <a:ahLst/>
              <a:cxnLst>
                <a:cxn ang="0">
                  <a:pos x="connsiteX0" y="connsiteY0"/>
                </a:cxn>
                <a:cxn ang="0">
                  <a:pos x="connsiteX1" y="connsiteY1"/>
                </a:cxn>
              </a:cxnLst>
              <a:rect l="l" t="t" r="r" b="b"/>
              <a:pathLst>
                <a:path w="249859" h="88339">
                  <a:moveTo>
                    <a:pt x="0" y="0"/>
                  </a:moveTo>
                  <a:lnTo>
                    <a:pt x="249860" y="88339"/>
                  </a:lnTo>
                </a:path>
              </a:pathLst>
            </a:custGeom>
            <a:ln w="4498" cap="flat">
              <a:solidFill>
                <a:srgbClr val="B3B3B3">
                  <a:alpha val="40000"/>
                </a:srgbClr>
              </a:solidFill>
              <a:prstDash val="solid"/>
              <a:round/>
            </a:ln>
          </p:spPr>
          <p:txBody>
            <a:bodyPr rtlCol="0" anchor="ctr"/>
            <a:lstStyle/>
            <a:p>
              <a:endParaRPr lang="en-US"/>
            </a:p>
          </p:txBody>
        </p:sp>
        <p:sp>
          <p:nvSpPr>
            <p:cNvPr id="17824" name="Freeform 17823">
              <a:extLst>
                <a:ext uri="{FF2B5EF4-FFF2-40B4-BE49-F238E27FC236}">
                  <a16:creationId xmlns:a16="http://schemas.microsoft.com/office/drawing/2014/main" id="{943709C7-F241-9980-1778-0EFABA758B06}"/>
                </a:ext>
              </a:extLst>
            </p:cNvPr>
            <p:cNvSpPr/>
            <p:nvPr/>
          </p:nvSpPr>
          <p:spPr>
            <a:xfrm>
              <a:off x="6509693" y="3327472"/>
              <a:ext cx="837586" cy="703887"/>
            </a:xfrm>
            <a:custGeom>
              <a:avLst/>
              <a:gdLst>
                <a:gd name="connsiteX0" fmla="*/ 0 w 212481"/>
                <a:gd name="connsiteY0" fmla="*/ 0 h 178567"/>
                <a:gd name="connsiteX1" fmla="*/ 212482 w 212481"/>
                <a:gd name="connsiteY1" fmla="*/ 178567 h 178567"/>
              </a:gdLst>
              <a:ahLst/>
              <a:cxnLst>
                <a:cxn ang="0">
                  <a:pos x="connsiteX0" y="connsiteY0"/>
                </a:cxn>
                <a:cxn ang="0">
                  <a:pos x="connsiteX1" y="connsiteY1"/>
                </a:cxn>
              </a:cxnLst>
              <a:rect l="l" t="t" r="r" b="b"/>
              <a:pathLst>
                <a:path w="212481" h="178567">
                  <a:moveTo>
                    <a:pt x="0" y="0"/>
                  </a:moveTo>
                  <a:lnTo>
                    <a:pt x="212482" y="178567"/>
                  </a:lnTo>
                </a:path>
              </a:pathLst>
            </a:custGeom>
            <a:ln w="4498" cap="flat">
              <a:solidFill>
                <a:srgbClr val="B3B3B3">
                  <a:alpha val="40000"/>
                </a:srgbClr>
              </a:solidFill>
              <a:prstDash val="solid"/>
              <a:round/>
            </a:ln>
          </p:spPr>
          <p:txBody>
            <a:bodyPr rtlCol="0" anchor="ctr"/>
            <a:lstStyle/>
            <a:p>
              <a:endParaRPr lang="en-US"/>
            </a:p>
          </p:txBody>
        </p:sp>
        <p:sp>
          <p:nvSpPr>
            <p:cNvPr id="17826" name="Freeform 17825">
              <a:extLst>
                <a:ext uri="{FF2B5EF4-FFF2-40B4-BE49-F238E27FC236}">
                  <a16:creationId xmlns:a16="http://schemas.microsoft.com/office/drawing/2014/main" id="{2CD4FA10-D11F-7FD8-9814-6527509DB0FD}"/>
                </a:ext>
              </a:extLst>
            </p:cNvPr>
            <p:cNvSpPr/>
            <p:nvPr/>
          </p:nvSpPr>
          <p:spPr>
            <a:xfrm>
              <a:off x="6444532" y="3281726"/>
              <a:ext cx="904074" cy="101239"/>
            </a:xfrm>
            <a:custGeom>
              <a:avLst/>
              <a:gdLst>
                <a:gd name="connsiteX0" fmla="*/ 0 w 229348"/>
                <a:gd name="connsiteY0" fmla="*/ 0 h 25683"/>
                <a:gd name="connsiteX1" fmla="*/ 229349 w 229348"/>
                <a:gd name="connsiteY1" fmla="*/ 25683 h 25683"/>
              </a:gdLst>
              <a:ahLst/>
              <a:cxnLst>
                <a:cxn ang="0">
                  <a:pos x="connsiteX0" y="connsiteY0"/>
                </a:cxn>
                <a:cxn ang="0">
                  <a:pos x="connsiteX1" y="connsiteY1"/>
                </a:cxn>
              </a:cxnLst>
              <a:rect l="l" t="t" r="r" b="b"/>
              <a:pathLst>
                <a:path w="229348" h="25683">
                  <a:moveTo>
                    <a:pt x="0" y="0"/>
                  </a:moveTo>
                  <a:lnTo>
                    <a:pt x="229349" y="25683"/>
                  </a:lnTo>
                </a:path>
              </a:pathLst>
            </a:custGeom>
            <a:ln w="4498" cap="flat">
              <a:solidFill>
                <a:srgbClr val="B3B3B3">
                  <a:alpha val="40000"/>
                </a:srgbClr>
              </a:solidFill>
              <a:prstDash val="solid"/>
              <a:round/>
            </a:ln>
          </p:spPr>
          <p:txBody>
            <a:bodyPr rtlCol="0" anchor="ctr"/>
            <a:lstStyle/>
            <a:p>
              <a:endParaRPr lang="en-US"/>
            </a:p>
          </p:txBody>
        </p:sp>
        <p:sp>
          <p:nvSpPr>
            <p:cNvPr id="17828" name="Freeform 17827">
              <a:extLst>
                <a:ext uri="{FF2B5EF4-FFF2-40B4-BE49-F238E27FC236}">
                  <a16:creationId xmlns:a16="http://schemas.microsoft.com/office/drawing/2014/main" id="{DC1DDF58-9580-9322-6F8F-509FF429AB58}"/>
                </a:ext>
              </a:extLst>
            </p:cNvPr>
            <p:cNvSpPr/>
            <p:nvPr/>
          </p:nvSpPr>
          <p:spPr>
            <a:xfrm>
              <a:off x="6595422" y="3314616"/>
              <a:ext cx="718173" cy="140953"/>
            </a:xfrm>
            <a:custGeom>
              <a:avLst/>
              <a:gdLst>
                <a:gd name="connsiteX0" fmla="*/ 0 w 182188"/>
                <a:gd name="connsiteY0" fmla="*/ 35758 h 35758"/>
                <a:gd name="connsiteX1" fmla="*/ 182188 w 182188"/>
                <a:gd name="connsiteY1" fmla="*/ 0 h 35758"/>
              </a:gdLst>
              <a:ahLst/>
              <a:cxnLst>
                <a:cxn ang="0">
                  <a:pos x="connsiteX0" y="connsiteY0"/>
                </a:cxn>
                <a:cxn ang="0">
                  <a:pos x="connsiteX1" y="connsiteY1"/>
                </a:cxn>
              </a:cxnLst>
              <a:rect l="l" t="t" r="r" b="b"/>
              <a:pathLst>
                <a:path w="182188" h="35758">
                  <a:moveTo>
                    <a:pt x="0" y="35758"/>
                  </a:moveTo>
                  <a:lnTo>
                    <a:pt x="182188" y="0"/>
                  </a:lnTo>
                </a:path>
              </a:pathLst>
            </a:custGeom>
            <a:ln w="4498" cap="flat">
              <a:solidFill>
                <a:srgbClr val="B3B3B3">
                  <a:alpha val="40000"/>
                </a:srgbClr>
              </a:solidFill>
              <a:prstDash val="solid"/>
              <a:round/>
            </a:ln>
          </p:spPr>
          <p:txBody>
            <a:bodyPr rtlCol="0" anchor="ctr"/>
            <a:lstStyle/>
            <a:p>
              <a:endParaRPr lang="en-US"/>
            </a:p>
          </p:txBody>
        </p:sp>
        <p:sp>
          <p:nvSpPr>
            <p:cNvPr id="17830" name="Freeform 17829">
              <a:extLst>
                <a:ext uri="{FF2B5EF4-FFF2-40B4-BE49-F238E27FC236}">
                  <a16:creationId xmlns:a16="http://schemas.microsoft.com/office/drawing/2014/main" id="{5DDAFE7F-E06C-C0C7-70B8-F027F17117A9}"/>
                </a:ext>
              </a:extLst>
            </p:cNvPr>
            <p:cNvSpPr/>
            <p:nvPr/>
          </p:nvSpPr>
          <p:spPr>
            <a:xfrm>
              <a:off x="6489214" y="2886077"/>
              <a:ext cx="826238" cy="399106"/>
            </a:xfrm>
            <a:custGeom>
              <a:avLst/>
              <a:gdLst>
                <a:gd name="connsiteX0" fmla="*/ 0 w 209602"/>
                <a:gd name="connsiteY0" fmla="*/ 0 h 101248"/>
                <a:gd name="connsiteX1" fmla="*/ 209603 w 209602"/>
                <a:gd name="connsiteY1" fmla="*/ 101248 h 101248"/>
              </a:gdLst>
              <a:ahLst/>
              <a:cxnLst>
                <a:cxn ang="0">
                  <a:pos x="connsiteX0" y="connsiteY0"/>
                </a:cxn>
                <a:cxn ang="0">
                  <a:pos x="connsiteX1" y="connsiteY1"/>
                </a:cxn>
              </a:cxnLst>
              <a:rect l="l" t="t" r="r" b="b"/>
              <a:pathLst>
                <a:path w="209602" h="101248">
                  <a:moveTo>
                    <a:pt x="0" y="0"/>
                  </a:moveTo>
                  <a:lnTo>
                    <a:pt x="209603" y="101248"/>
                  </a:lnTo>
                </a:path>
              </a:pathLst>
            </a:custGeom>
            <a:ln w="4498" cap="flat">
              <a:solidFill>
                <a:srgbClr val="B3B3B3">
                  <a:alpha val="40000"/>
                </a:srgbClr>
              </a:solidFill>
              <a:prstDash val="solid"/>
              <a:round/>
            </a:ln>
          </p:spPr>
          <p:txBody>
            <a:bodyPr rtlCol="0" anchor="ctr"/>
            <a:lstStyle/>
            <a:p>
              <a:endParaRPr lang="en-US"/>
            </a:p>
          </p:txBody>
        </p:sp>
        <p:sp>
          <p:nvSpPr>
            <p:cNvPr id="17832" name="Freeform 17831">
              <a:extLst>
                <a:ext uri="{FF2B5EF4-FFF2-40B4-BE49-F238E27FC236}">
                  <a16:creationId xmlns:a16="http://schemas.microsoft.com/office/drawing/2014/main" id="{C8D576AC-1BF5-5CBD-BA9B-EE58C5C26D0E}"/>
                </a:ext>
              </a:extLst>
            </p:cNvPr>
            <p:cNvSpPr/>
            <p:nvPr/>
          </p:nvSpPr>
          <p:spPr>
            <a:xfrm>
              <a:off x="6468558" y="3634559"/>
              <a:ext cx="949467" cy="284036"/>
            </a:xfrm>
            <a:custGeom>
              <a:avLst/>
              <a:gdLst>
                <a:gd name="connsiteX0" fmla="*/ 0 w 240863"/>
                <a:gd name="connsiteY0" fmla="*/ 0 h 72056"/>
                <a:gd name="connsiteX1" fmla="*/ 240864 w 240863"/>
                <a:gd name="connsiteY1" fmla="*/ 72057 h 72056"/>
              </a:gdLst>
              <a:ahLst/>
              <a:cxnLst>
                <a:cxn ang="0">
                  <a:pos x="connsiteX0" y="connsiteY0"/>
                </a:cxn>
                <a:cxn ang="0">
                  <a:pos x="connsiteX1" y="connsiteY1"/>
                </a:cxn>
              </a:cxnLst>
              <a:rect l="l" t="t" r="r" b="b"/>
              <a:pathLst>
                <a:path w="240863" h="72056">
                  <a:moveTo>
                    <a:pt x="0" y="0"/>
                  </a:moveTo>
                  <a:lnTo>
                    <a:pt x="240864" y="72057"/>
                  </a:lnTo>
                </a:path>
              </a:pathLst>
            </a:custGeom>
            <a:ln w="4498" cap="flat">
              <a:solidFill>
                <a:srgbClr val="B3B3B3">
                  <a:alpha val="40000"/>
                </a:srgbClr>
              </a:solidFill>
              <a:prstDash val="solid"/>
              <a:round/>
            </a:ln>
          </p:spPr>
          <p:txBody>
            <a:bodyPr rtlCol="0" anchor="ctr"/>
            <a:lstStyle/>
            <a:p>
              <a:endParaRPr lang="en-US"/>
            </a:p>
          </p:txBody>
        </p:sp>
        <p:sp>
          <p:nvSpPr>
            <p:cNvPr id="17834" name="Freeform 17833">
              <a:extLst>
                <a:ext uri="{FF2B5EF4-FFF2-40B4-BE49-F238E27FC236}">
                  <a16:creationId xmlns:a16="http://schemas.microsoft.com/office/drawing/2014/main" id="{EC2E548A-10B9-0689-C48B-74AB39929585}"/>
                </a:ext>
              </a:extLst>
            </p:cNvPr>
            <p:cNvSpPr/>
            <p:nvPr/>
          </p:nvSpPr>
          <p:spPr>
            <a:xfrm>
              <a:off x="6613239" y="2905226"/>
              <a:ext cx="780760" cy="552382"/>
            </a:xfrm>
            <a:custGeom>
              <a:avLst/>
              <a:gdLst>
                <a:gd name="connsiteX0" fmla="*/ 0 w 198065"/>
                <a:gd name="connsiteY0" fmla="*/ 140133 h 140132"/>
                <a:gd name="connsiteX1" fmla="*/ 198066 w 198065"/>
                <a:gd name="connsiteY1" fmla="*/ 0 h 140132"/>
              </a:gdLst>
              <a:ahLst/>
              <a:cxnLst>
                <a:cxn ang="0">
                  <a:pos x="connsiteX0" y="connsiteY0"/>
                </a:cxn>
                <a:cxn ang="0">
                  <a:pos x="connsiteX1" y="connsiteY1"/>
                </a:cxn>
              </a:cxnLst>
              <a:rect l="l" t="t" r="r" b="b"/>
              <a:pathLst>
                <a:path w="198065" h="140132">
                  <a:moveTo>
                    <a:pt x="0" y="140133"/>
                  </a:moveTo>
                  <a:lnTo>
                    <a:pt x="198066" y="0"/>
                  </a:lnTo>
                </a:path>
              </a:pathLst>
            </a:custGeom>
            <a:ln w="4498" cap="flat">
              <a:solidFill>
                <a:srgbClr val="B3B3B3">
                  <a:alpha val="40000"/>
                </a:srgbClr>
              </a:solidFill>
              <a:prstDash val="solid"/>
              <a:round/>
            </a:ln>
          </p:spPr>
          <p:txBody>
            <a:bodyPr rtlCol="0" anchor="ctr"/>
            <a:lstStyle/>
            <a:p>
              <a:endParaRPr lang="en-US"/>
            </a:p>
          </p:txBody>
        </p:sp>
        <p:sp>
          <p:nvSpPr>
            <p:cNvPr id="17836" name="Freeform 17835">
              <a:extLst>
                <a:ext uri="{FF2B5EF4-FFF2-40B4-BE49-F238E27FC236}">
                  <a16:creationId xmlns:a16="http://schemas.microsoft.com/office/drawing/2014/main" id="{0CBADECA-776E-0BA8-DC9F-47909017EE37}"/>
                </a:ext>
              </a:extLst>
            </p:cNvPr>
            <p:cNvSpPr/>
            <p:nvPr/>
          </p:nvSpPr>
          <p:spPr>
            <a:xfrm>
              <a:off x="6549498" y="3426140"/>
              <a:ext cx="840688" cy="66487"/>
            </a:xfrm>
            <a:custGeom>
              <a:avLst/>
              <a:gdLst>
                <a:gd name="connsiteX0" fmla="*/ 0 w 213268"/>
                <a:gd name="connsiteY0" fmla="*/ 0 h 16867"/>
                <a:gd name="connsiteX1" fmla="*/ 213268 w 213268"/>
                <a:gd name="connsiteY1" fmla="*/ 16867 h 16867"/>
              </a:gdLst>
              <a:ahLst/>
              <a:cxnLst>
                <a:cxn ang="0">
                  <a:pos x="connsiteX0" y="connsiteY0"/>
                </a:cxn>
                <a:cxn ang="0">
                  <a:pos x="connsiteX1" y="connsiteY1"/>
                </a:cxn>
              </a:cxnLst>
              <a:rect l="l" t="t" r="r" b="b"/>
              <a:pathLst>
                <a:path w="213268" h="16867">
                  <a:moveTo>
                    <a:pt x="0" y="0"/>
                  </a:moveTo>
                  <a:lnTo>
                    <a:pt x="213268" y="16867"/>
                  </a:lnTo>
                </a:path>
              </a:pathLst>
            </a:custGeom>
            <a:ln w="4498" cap="flat">
              <a:solidFill>
                <a:srgbClr val="B3B3B3">
                  <a:alpha val="40000"/>
                </a:srgbClr>
              </a:solidFill>
              <a:prstDash val="solid"/>
              <a:round/>
            </a:ln>
          </p:spPr>
          <p:txBody>
            <a:bodyPr rtlCol="0" anchor="ctr"/>
            <a:lstStyle/>
            <a:p>
              <a:endParaRPr lang="en-US"/>
            </a:p>
          </p:txBody>
        </p:sp>
        <p:sp>
          <p:nvSpPr>
            <p:cNvPr id="17838" name="Freeform 17837">
              <a:extLst>
                <a:ext uri="{FF2B5EF4-FFF2-40B4-BE49-F238E27FC236}">
                  <a16:creationId xmlns:a16="http://schemas.microsoft.com/office/drawing/2014/main" id="{E6A674AB-4B91-D71E-0445-EF4DF5B672C9}"/>
                </a:ext>
              </a:extLst>
            </p:cNvPr>
            <p:cNvSpPr/>
            <p:nvPr/>
          </p:nvSpPr>
          <p:spPr>
            <a:xfrm>
              <a:off x="6452247" y="3209298"/>
              <a:ext cx="914804" cy="180135"/>
            </a:xfrm>
            <a:custGeom>
              <a:avLst/>
              <a:gdLst>
                <a:gd name="connsiteX0" fmla="*/ 0 w 232070"/>
                <a:gd name="connsiteY0" fmla="*/ 45699 h 45698"/>
                <a:gd name="connsiteX1" fmla="*/ 232070 w 232070"/>
                <a:gd name="connsiteY1" fmla="*/ 0 h 45698"/>
              </a:gdLst>
              <a:ahLst/>
              <a:cxnLst>
                <a:cxn ang="0">
                  <a:pos x="connsiteX0" y="connsiteY0"/>
                </a:cxn>
                <a:cxn ang="0">
                  <a:pos x="connsiteX1" y="connsiteY1"/>
                </a:cxn>
              </a:cxnLst>
              <a:rect l="l" t="t" r="r" b="b"/>
              <a:pathLst>
                <a:path w="232070" h="45698">
                  <a:moveTo>
                    <a:pt x="0" y="45699"/>
                  </a:moveTo>
                  <a:lnTo>
                    <a:pt x="232070" y="0"/>
                  </a:lnTo>
                </a:path>
              </a:pathLst>
            </a:custGeom>
            <a:ln w="4498" cap="flat">
              <a:solidFill>
                <a:srgbClr val="B3B3B3">
                  <a:alpha val="40000"/>
                </a:srgbClr>
              </a:solidFill>
              <a:prstDash val="solid"/>
              <a:round/>
            </a:ln>
          </p:spPr>
          <p:txBody>
            <a:bodyPr rtlCol="0" anchor="ctr"/>
            <a:lstStyle/>
            <a:p>
              <a:endParaRPr lang="en-US"/>
            </a:p>
          </p:txBody>
        </p:sp>
        <p:sp>
          <p:nvSpPr>
            <p:cNvPr id="17840" name="Freeform 17839">
              <a:extLst>
                <a:ext uri="{FF2B5EF4-FFF2-40B4-BE49-F238E27FC236}">
                  <a16:creationId xmlns:a16="http://schemas.microsoft.com/office/drawing/2014/main" id="{7AA050CD-AE0B-A1DD-190F-586802CD58A9}"/>
                </a:ext>
              </a:extLst>
            </p:cNvPr>
            <p:cNvSpPr/>
            <p:nvPr/>
          </p:nvSpPr>
          <p:spPr>
            <a:xfrm>
              <a:off x="6593470" y="3430571"/>
              <a:ext cx="824022" cy="96363"/>
            </a:xfrm>
            <a:custGeom>
              <a:avLst/>
              <a:gdLst>
                <a:gd name="connsiteX0" fmla="*/ 0 w 209040"/>
                <a:gd name="connsiteY0" fmla="*/ 0 h 24446"/>
                <a:gd name="connsiteX1" fmla="*/ 209041 w 209040"/>
                <a:gd name="connsiteY1" fmla="*/ 24446 h 24446"/>
              </a:gdLst>
              <a:ahLst/>
              <a:cxnLst>
                <a:cxn ang="0">
                  <a:pos x="connsiteX0" y="connsiteY0"/>
                </a:cxn>
                <a:cxn ang="0">
                  <a:pos x="connsiteX1" y="connsiteY1"/>
                </a:cxn>
              </a:cxnLst>
              <a:rect l="l" t="t" r="r" b="b"/>
              <a:pathLst>
                <a:path w="209040" h="24446">
                  <a:moveTo>
                    <a:pt x="0" y="0"/>
                  </a:moveTo>
                  <a:lnTo>
                    <a:pt x="209041" y="24446"/>
                  </a:lnTo>
                </a:path>
              </a:pathLst>
            </a:custGeom>
            <a:ln w="4498" cap="flat">
              <a:solidFill>
                <a:srgbClr val="B3B3B3">
                  <a:alpha val="40000"/>
                </a:srgbClr>
              </a:solidFill>
              <a:prstDash val="solid"/>
              <a:round/>
            </a:ln>
          </p:spPr>
          <p:txBody>
            <a:bodyPr rtlCol="0" anchor="ctr"/>
            <a:lstStyle/>
            <a:p>
              <a:endParaRPr lang="en-US"/>
            </a:p>
          </p:txBody>
        </p:sp>
        <p:sp>
          <p:nvSpPr>
            <p:cNvPr id="17842" name="Freeform 17841">
              <a:extLst>
                <a:ext uri="{FF2B5EF4-FFF2-40B4-BE49-F238E27FC236}">
                  <a16:creationId xmlns:a16="http://schemas.microsoft.com/office/drawing/2014/main" id="{B5699FE2-12BA-D0B9-4EFE-4FC37E26A974}"/>
                </a:ext>
              </a:extLst>
            </p:cNvPr>
            <p:cNvSpPr/>
            <p:nvPr/>
          </p:nvSpPr>
          <p:spPr>
            <a:xfrm>
              <a:off x="6466698" y="3184744"/>
              <a:ext cx="892817" cy="324813"/>
            </a:xfrm>
            <a:custGeom>
              <a:avLst/>
              <a:gdLst>
                <a:gd name="connsiteX0" fmla="*/ 0 w 226492"/>
                <a:gd name="connsiteY0" fmla="*/ 0 h 82401"/>
                <a:gd name="connsiteX1" fmla="*/ 226492 w 226492"/>
                <a:gd name="connsiteY1" fmla="*/ 82402 h 82401"/>
              </a:gdLst>
              <a:ahLst/>
              <a:cxnLst>
                <a:cxn ang="0">
                  <a:pos x="connsiteX0" y="connsiteY0"/>
                </a:cxn>
                <a:cxn ang="0">
                  <a:pos x="connsiteX1" y="connsiteY1"/>
                </a:cxn>
              </a:cxnLst>
              <a:rect l="l" t="t" r="r" b="b"/>
              <a:pathLst>
                <a:path w="226492" h="82401">
                  <a:moveTo>
                    <a:pt x="0" y="0"/>
                  </a:moveTo>
                  <a:lnTo>
                    <a:pt x="226492" y="82402"/>
                  </a:lnTo>
                </a:path>
              </a:pathLst>
            </a:custGeom>
            <a:ln w="4498" cap="flat">
              <a:solidFill>
                <a:srgbClr val="B3B3B3">
                  <a:alpha val="40000"/>
                </a:srgbClr>
              </a:solidFill>
              <a:prstDash val="solid"/>
              <a:round/>
            </a:ln>
          </p:spPr>
          <p:txBody>
            <a:bodyPr rtlCol="0" anchor="ctr"/>
            <a:lstStyle/>
            <a:p>
              <a:endParaRPr lang="en-US"/>
            </a:p>
          </p:txBody>
        </p:sp>
        <p:sp>
          <p:nvSpPr>
            <p:cNvPr id="17844" name="Freeform 17843">
              <a:extLst>
                <a:ext uri="{FF2B5EF4-FFF2-40B4-BE49-F238E27FC236}">
                  <a16:creationId xmlns:a16="http://schemas.microsoft.com/office/drawing/2014/main" id="{8EEFE078-877B-9A23-78A8-38A76F785137}"/>
                </a:ext>
              </a:extLst>
            </p:cNvPr>
            <p:cNvSpPr/>
            <p:nvPr/>
          </p:nvSpPr>
          <p:spPr>
            <a:xfrm>
              <a:off x="6584869" y="3345202"/>
              <a:ext cx="887586" cy="284389"/>
            </a:xfrm>
            <a:custGeom>
              <a:avLst/>
              <a:gdLst>
                <a:gd name="connsiteX0" fmla="*/ 0 w 225165"/>
                <a:gd name="connsiteY0" fmla="*/ 0 h 72146"/>
                <a:gd name="connsiteX1" fmla="*/ 225166 w 225165"/>
                <a:gd name="connsiteY1" fmla="*/ 72147 h 72146"/>
              </a:gdLst>
              <a:ahLst/>
              <a:cxnLst>
                <a:cxn ang="0">
                  <a:pos x="connsiteX0" y="connsiteY0"/>
                </a:cxn>
                <a:cxn ang="0">
                  <a:pos x="connsiteX1" y="connsiteY1"/>
                </a:cxn>
              </a:cxnLst>
              <a:rect l="l" t="t" r="r" b="b"/>
              <a:pathLst>
                <a:path w="225165" h="72146">
                  <a:moveTo>
                    <a:pt x="0" y="0"/>
                  </a:moveTo>
                  <a:lnTo>
                    <a:pt x="225166" y="72147"/>
                  </a:lnTo>
                </a:path>
              </a:pathLst>
            </a:custGeom>
            <a:ln w="4498" cap="flat">
              <a:solidFill>
                <a:srgbClr val="B3B3B3">
                  <a:alpha val="40000"/>
                </a:srgbClr>
              </a:solidFill>
              <a:prstDash val="solid"/>
              <a:round/>
            </a:ln>
          </p:spPr>
          <p:txBody>
            <a:bodyPr rtlCol="0" anchor="ctr"/>
            <a:lstStyle/>
            <a:p>
              <a:endParaRPr lang="en-US"/>
            </a:p>
          </p:txBody>
        </p:sp>
        <p:sp>
          <p:nvSpPr>
            <p:cNvPr id="17899" name="Freeform 17898">
              <a:extLst>
                <a:ext uri="{FF2B5EF4-FFF2-40B4-BE49-F238E27FC236}">
                  <a16:creationId xmlns:a16="http://schemas.microsoft.com/office/drawing/2014/main" id="{18BA5FE2-BA58-8405-DE19-FCE9499C73BE}"/>
                </a:ext>
              </a:extLst>
            </p:cNvPr>
            <p:cNvSpPr/>
            <p:nvPr/>
          </p:nvSpPr>
          <p:spPr>
            <a:xfrm>
              <a:off x="6744446" y="2455590"/>
              <a:ext cx="473935" cy="1876028"/>
            </a:xfrm>
            <a:custGeom>
              <a:avLst/>
              <a:gdLst>
                <a:gd name="connsiteX0" fmla="*/ 0 w 120229"/>
                <a:gd name="connsiteY0" fmla="*/ 475924 h 475924"/>
                <a:gd name="connsiteX1" fmla="*/ 180 w 120229"/>
                <a:gd name="connsiteY1" fmla="*/ 475924 h 475924"/>
                <a:gd name="connsiteX2" fmla="*/ 292 w 120229"/>
                <a:gd name="connsiteY2" fmla="*/ 471112 h 475924"/>
                <a:gd name="connsiteX3" fmla="*/ 450 w 120229"/>
                <a:gd name="connsiteY3" fmla="*/ 466299 h 475924"/>
                <a:gd name="connsiteX4" fmla="*/ 675 w 120229"/>
                <a:gd name="connsiteY4" fmla="*/ 461509 h 475924"/>
                <a:gd name="connsiteX5" fmla="*/ 989 w 120229"/>
                <a:gd name="connsiteY5" fmla="*/ 456696 h 475924"/>
                <a:gd name="connsiteX6" fmla="*/ 1417 w 120229"/>
                <a:gd name="connsiteY6" fmla="*/ 451883 h 475924"/>
                <a:gd name="connsiteX7" fmla="*/ 1979 w 120229"/>
                <a:gd name="connsiteY7" fmla="*/ 447070 h 475924"/>
                <a:gd name="connsiteX8" fmla="*/ 2721 w 120229"/>
                <a:gd name="connsiteY8" fmla="*/ 442280 h 475924"/>
                <a:gd name="connsiteX9" fmla="*/ 3643 w 120229"/>
                <a:gd name="connsiteY9" fmla="*/ 437467 h 475924"/>
                <a:gd name="connsiteX10" fmla="*/ 4768 w 120229"/>
                <a:gd name="connsiteY10" fmla="*/ 432655 h 475924"/>
                <a:gd name="connsiteX11" fmla="*/ 6095 w 120229"/>
                <a:gd name="connsiteY11" fmla="*/ 427842 h 475924"/>
                <a:gd name="connsiteX12" fmla="*/ 7601 w 120229"/>
                <a:gd name="connsiteY12" fmla="*/ 423051 h 475924"/>
                <a:gd name="connsiteX13" fmla="*/ 9288 w 120229"/>
                <a:gd name="connsiteY13" fmla="*/ 418239 h 475924"/>
                <a:gd name="connsiteX14" fmla="*/ 11110 w 120229"/>
                <a:gd name="connsiteY14" fmla="*/ 413426 h 475924"/>
                <a:gd name="connsiteX15" fmla="*/ 12976 w 120229"/>
                <a:gd name="connsiteY15" fmla="*/ 408613 h 475924"/>
                <a:gd name="connsiteX16" fmla="*/ 14843 w 120229"/>
                <a:gd name="connsiteY16" fmla="*/ 403823 h 475924"/>
                <a:gd name="connsiteX17" fmla="*/ 16597 w 120229"/>
                <a:gd name="connsiteY17" fmla="*/ 399010 h 475924"/>
                <a:gd name="connsiteX18" fmla="*/ 18217 w 120229"/>
                <a:gd name="connsiteY18" fmla="*/ 394197 h 475924"/>
                <a:gd name="connsiteX19" fmla="*/ 19588 w 120229"/>
                <a:gd name="connsiteY19" fmla="*/ 389385 h 475924"/>
                <a:gd name="connsiteX20" fmla="*/ 20668 w 120229"/>
                <a:gd name="connsiteY20" fmla="*/ 384594 h 475924"/>
                <a:gd name="connsiteX21" fmla="*/ 21477 w 120229"/>
                <a:gd name="connsiteY21" fmla="*/ 379782 h 475924"/>
                <a:gd name="connsiteX22" fmla="*/ 22017 w 120229"/>
                <a:gd name="connsiteY22" fmla="*/ 374969 h 475924"/>
                <a:gd name="connsiteX23" fmla="*/ 22332 w 120229"/>
                <a:gd name="connsiteY23" fmla="*/ 370156 h 475924"/>
                <a:gd name="connsiteX24" fmla="*/ 22534 w 120229"/>
                <a:gd name="connsiteY24" fmla="*/ 365366 h 475924"/>
                <a:gd name="connsiteX25" fmla="*/ 22714 w 120229"/>
                <a:gd name="connsiteY25" fmla="*/ 360553 h 475924"/>
                <a:gd name="connsiteX26" fmla="*/ 23029 w 120229"/>
                <a:gd name="connsiteY26" fmla="*/ 355740 h 475924"/>
                <a:gd name="connsiteX27" fmla="*/ 23614 w 120229"/>
                <a:gd name="connsiteY27" fmla="*/ 350927 h 475924"/>
                <a:gd name="connsiteX28" fmla="*/ 24581 w 120229"/>
                <a:gd name="connsiteY28" fmla="*/ 346137 h 475924"/>
                <a:gd name="connsiteX29" fmla="*/ 26043 w 120229"/>
                <a:gd name="connsiteY29" fmla="*/ 341324 h 475924"/>
                <a:gd name="connsiteX30" fmla="*/ 28089 w 120229"/>
                <a:gd name="connsiteY30" fmla="*/ 336512 h 475924"/>
                <a:gd name="connsiteX31" fmla="*/ 30743 w 120229"/>
                <a:gd name="connsiteY31" fmla="*/ 331699 h 475924"/>
                <a:gd name="connsiteX32" fmla="*/ 34072 w 120229"/>
                <a:gd name="connsiteY32" fmla="*/ 326909 h 475924"/>
                <a:gd name="connsiteX33" fmla="*/ 38007 w 120229"/>
                <a:gd name="connsiteY33" fmla="*/ 322096 h 475924"/>
                <a:gd name="connsiteX34" fmla="*/ 42573 w 120229"/>
                <a:gd name="connsiteY34" fmla="*/ 317283 h 475924"/>
                <a:gd name="connsiteX35" fmla="*/ 47700 w 120229"/>
                <a:gd name="connsiteY35" fmla="*/ 312470 h 475924"/>
                <a:gd name="connsiteX36" fmla="*/ 53323 w 120229"/>
                <a:gd name="connsiteY36" fmla="*/ 307680 h 475924"/>
                <a:gd name="connsiteX37" fmla="*/ 59395 w 120229"/>
                <a:gd name="connsiteY37" fmla="*/ 302867 h 475924"/>
                <a:gd name="connsiteX38" fmla="*/ 65850 w 120229"/>
                <a:gd name="connsiteY38" fmla="*/ 298054 h 475924"/>
                <a:gd name="connsiteX39" fmla="*/ 72551 w 120229"/>
                <a:gd name="connsiteY39" fmla="*/ 293242 h 475924"/>
                <a:gd name="connsiteX40" fmla="*/ 79411 w 120229"/>
                <a:gd name="connsiteY40" fmla="*/ 288451 h 475924"/>
                <a:gd name="connsiteX41" fmla="*/ 86292 w 120229"/>
                <a:gd name="connsiteY41" fmla="*/ 283639 h 475924"/>
                <a:gd name="connsiteX42" fmla="*/ 92994 w 120229"/>
                <a:gd name="connsiteY42" fmla="*/ 278826 h 475924"/>
                <a:gd name="connsiteX43" fmla="*/ 99381 w 120229"/>
                <a:gd name="connsiteY43" fmla="*/ 274013 h 475924"/>
                <a:gd name="connsiteX44" fmla="*/ 105229 w 120229"/>
                <a:gd name="connsiteY44" fmla="*/ 269223 h 475924"/>
                <a:gd name="connsiteX45" fmla="*/ 110312 w 120229"/>
                <a:gd name="connsiteY45" fmla="*/ 264410 h 475924"/>
                <a:gd name="connsiteX46" fmla="*/ 114472 w 120229"/>
                <a:gd name="connsiteY46" fmla="*/ 259597 h 475924"/>
                <a:gd name="connsiteX47" fmla="*/ 117576 w 120229"/>
                <a:gd name="connsiteY47" fmla="*/ 254784 h 475924"/>
                <a:gd name="connsiteX48" fmla="*/ 119509 w 120229"/>
                <a:gd name="connsiteY48" fmla="*/ 249994 h 475924"/>
                <a:gd name="connsiteX49" fmla="*/ 120229 w 120229"/>
                <a:gd name="connsiteY49" fmla="*/ 245181 h 475924"/>
                <a:gd name="connsiteX50" fmla="*/ 119757 w 120229"/>
                <a:gd name="connsiteY50" fmla="*/ 240369 h 475924"/>
                <a:gd name="connsiteX51" fmla="*/ 118160 w 120229"/>
                <a:gd name="connsiteY51" fmla="*/ 235556 h 475924"/>
                <a:gd name="connsiteX52" fmla="*/ 115596 w 120229"/>
                <a:gd name="connsiteY52" fmla="*/ 230766 h 475924"/>
                <a:gd name="connsiteX53" fmla="*/ 112155 w 120229"/>
                <a:gd name="connsiteY53" fmla="*/ 225953 h 475924"/>
                <a:gd name="connsiteX54" fmla="*/ 108063 w 120229"/>
                <a:gd name="connsiteY54" fmla="*/ 221140 h 475924"/>
                <a:gd name="connsiteX55" fmla="*/ 103407 w 120229"/>
                <a:gd name="connsiteY55" fmla="*/ 216327 h 475924"/>
                <a:gd name="connsiteX56" fmla="*/ 98324 w 120229"/>
                <a:gd name="connsiteY56" fmla="*/ 211537 h 475924"/>
                <a:gd name="connsiteX57" fmla="*/ 92949 w 120229"/>
                <a:gd name="connsiteY57" fmla="*/ 206724 h 475924"/>
                <a:gd name="connsiteX58" fmla="*/ 87327 w 120229"/>
                <a:gd name="connsiteY58" fmla="*/ 201912 h 475924"/>
                <a:gd name="connsiteX59" fmla="*/ 81547 w 120229"/>
                <a:gd name="connsiteY59" fmla="*/ 197099 h 475924"/>
                <a:gd name="connsiteX60" fmla="*/ 75632 w 120229"/>
                <a:gd name="connsiteY60" fmla="*/ 192308 h 475924"/>
                <a:gd name="connsiteX61" fmla="*/ 69650 w 120229"/>
                <a:gd name="connsiteY61" fmla="*/ 187496 h 475924"/>
                <a:gd name="connsiteX62" fmla="*/ 63646 w 120229"/>
                <a:gd name="connsiteY62" fmla="*/ 182683 h 475924"/>
                <a:gd name="connsiteX63" fmla="*/ 57686 w 120229"/>
                <a:gd name="connsiteY63" fmla="*/ 177870 h 475924"/>
                <a:gd name="connsiteX64" fmla="*/ 51906 w 120229"/>
                <a:gd name="connsiteY64" fmla="*/ 173080 h 475924"/>
                <a:gd name="connsiteX65" fmla="*/ 46373 w 120229"/>
                <a:gd name="connsiteY65" fmla="*/ 168267 h 475924"/>
                <a:gd name="connsiteX66" fmla="*/ 41223 w 120229"/>
                <a:gd name="connsiteY66" fmla="*/ 163454 h 475924"/>
                <a:gd name="connsiteX67" fmla="*/ 36568 w 120229"/>
                <a:gd name="connsiteY67" fmla="*/ 158641 h 475924"/>
                <a:gd name="connsiteX68" fmla="*/ 32497 w 120229"/>
                <a:gd name="connsiteY68" fmla="*/ 153851 h 475924"/>
                <a:gd name="connsiteX69" fmla="*/ 29079 w 120229"/>
                <a:gd name="connsiteY69" fmla="*/ 149038 h 475924"/>
                <a:gd name="connsiteX70" fmla="*/ 26358 w 120229"/>
                <a:gd name="connsiteY70" fmla="*/ 144226 h 475924"/>
                <a:gd name="connsiteX71" fmla="*/ 24289 w 120229"/>
                <a:gd name="connsiteY71" fmla="*/ 139413 h 475924"/>
                <a:gd name="connsiteX72" fmla="*/ 22872 w 120229"/>
                <a:gd name="connsiteY72" fmla="*/ 134623 h 475924"/>
                <a:gd name="connsiteX73" fmla="*/ 21972 w 120229"/>
                <a:gd name="connsiteY73" fmla="*/ 129810 h 475924"/>
                <a:gd name="connsiteX74" fmla="*/ 21500 w 120229"/>
                <a:gd name="connsiteY74" fmla="*/ 124997 h 475924"/>
                <a:gd name="connsiteX75" fmla="*/ 21298 w 120229"/>
                <a:gd name="connsiteY75" fmla="*/ 120184 h 475924"/>
                <a:gd name="connsiteX76" fmla="*/ 21230 w 120229"/>
                <a:gd name="connsiteY76" fmla="*/ 115372 h 475924"/>
                <a:gd name="connsiteX77" fmla="*/ 21140 w 120229"/>
                <a:gd name="connsiteY77" fmla="*/ 110581 h 475924"/>
                <a:gd name="connsiteX78" fmla="*/ 20960 w 120229"/>
                <a:gd name="connsiteY78" fmla="*/ 105769 h 475924"/>
                <a:gd name="connsiteX79" fmla="*/ 20533 w 120229"/>
                <a:gd name="connsiteY79" fmla="*/ 100956 h 475924"/>
                <a:gd name="connsiteX80" fmla="*/ 19858 w 120229"/>
                <a:gd name="connsiteY80" fmla="*/ 96143 h 475924"/>
                <a:gd name="connsiteX81" fmla="*/ 18891 w 120229"/>
                <a:gd name="connsiteY81" fmla="*/ 91353 h 475924"/>
                <a:gd name="connsiteX82" fmla="*/ 17654 w 120229"/>
                <a:gd name="connsiteY82" fmla="*/ 86540 h 475924"/>
                <a:gd name="connsiteX83" fmla="*/ 16170 w 120229"/>
                <a:gd name="connsiteY83" fmla="*/ 81727 h 475924"/>
                <a:gd name="connsiteX84" fmla="*/ 14528 w 120229"/>
                <a:gd name="connsiteY84" fmla="*/ 76914 h 475924"/>
                <a:gd name="connsiteX85" fmla="*/ 12774 w 120229"/>
                <a:gd name="connsiteY85" fmla="*/ 72124 h 475924"/>
                <a:gd name="connsiteX86" fmla="*/ 10997 w 120229"/>
                <a:gd name="connsiteY86" fmla="*/ 67311 h 475924"/>
                <a:gd name="connsiteX87" fmla="*/ 9288 w 120229"/>
                <a:gd name="connsiteY87" fmla="*/ 62498 h 475924"/>
                <a:gd name="connsiteX88" fmla="*/ 7646 w 120229"/>
                <a:gd name="connsiteY88" fmla="*/ 57686 h 475924"/>
                <a:gd name="connsiteX89" fmla="*/ 6185 w 120229"/>
                <a:gd name="connsiteY89" fmla="*/ 52896 h 475924"/>
                <a:gd name="connsiteX90" fmla="*/ 4880 w 120229"/>
                <a:gd name="connsiteY90" fmla="*/ 48083 h 475924"/>
                <a:gd name="connsiteX91" fmla="*/ 3778 w 120229"/>
                <a:gd name="connsiteY91" fmla="*/ 43270 h 475924"/>
                <a:gd name="connsiteX92" fmla="*/ 2856 w 120229"/>
                <a:gd name="connsiteY92" fmla="*/ 38457 h 475924"/>
                <a:gd name="connsiteX93" fmla="*/ 2114 w 120229"/>
                <a:gd name="connsiteY93" fmla="*/ 33667 h 475924"/>
                <a:gd name="connsiteX94" fmla="*/ 1529 w 120229"/>
                <a:gd name="connsiteY94" fmla="*/ 28854 h 475924"/>
                <a:gd name="connsiteX95" fmla="*/ 1079 w 120229"/>
                <a:gd name="connsiteY95" fmla="*/ 24041 h 475924"/>
                <a:gd name="connsiteX96" fmla="*/ 742 w 120229"/>
                <a:gd name="connsiteY96" fmla="*/ 19229 h 475924"/>
                <a:gd name="connsiteX97" fmla="*/ 495 w 120229"/>
                <a:gd name="connsiteY97" fmla="*/ 14438 h 475924"/>
                <a:gd name="connsiteX98" fmla="*/ 337 w 120229"/>
                <a:gd name="connsiteY98" fmla="*/ 9626 h 475924"/>
                <a:gd name="connsiteX99" fmla="*/ 202 w 120229"/>
                <a:gd name="connsiteY99" fmla="*/ 4813 h 475924"/>
                <a:gd name="connsiteX100" fmla="*/ 135 w 120229"/>
                <a:gd name="connsiteY100" fmla="*/ 0 h 475924"/>
                <a:gd name="connsiteX101" fmla="*/ 0 w 120229"/>
                <a:gd name="connsiteY101" fmla="*/ 0 h 475924"/>
                <a:gd name="connsiteX102" fmla="*/ 0 w 120229"/>
                <a:gd name="connsiteY102" fmla="*/ 4813 h 475924"/>
                <a:gd name="connsiteX103" fmla="*/ 0 w 120229"/>
                <a:gd name="connsiteY103" fmla="*/ 9626 h 475924"/>
                <a:gd name="connsiteX104" fmla="*/ 0 w 120229"/>
                <a:gd name="connsiteY104" fmla="*/ 14438 h 475924"/>
                <a:gd name="connsiteX105" fmla="*/ 0 w 120229"/>
                <a:gd name="connsiteY105" fmla="*/ 19229 h 475924"/>
                <a:gd name="connsiteX106" fmla="*/ 0 w 120229"/>
                <a:gd name="connsiteY106" fmla="*/ 24041 h 475924"/>
                <a:gd name="connsiteX107" fmla="*/ 0 w 120229"/>
                <a:gd name="connsiteY107" fmla="*/ 28854 h 475924"/>
                <a:gd name="connsiteX108" fmla="*/ 0 w 120229"/>
                <a:gd name="connsiteY108" fmla="*/ 33667 h 475924"/>
                <a:gd name="connsiteX109" fmla="*/ 0 w 120229"/>
                <a:gd name="connsiteY109" fmla="*/ 38457 h 475924"/>
                <a:gd name="connsiteX110" fmla="*/ 0 w 120229"/>
                <a:gd name="connsiteY110" fmla="*/ 43270 h 475924"/>
                <a:gd name="connsiteX111" fmla="*/ 0 w 120229"/>
                <a:gd name="connsiteY111" fmla="*/ 48083 h 475924"/>
                <a:gd name="connsiteX112" fmla="*/ 0 w 120229"/>
                <a:gd name="connsiteY112" fmla="*/ 52896 h 475924"/>
                <a:gd name="connsiteX113" fmla="*/ 0 w 120229"/>
                <a:gd name="connsiteY113" fmla="*/ 57686 h 475924"/>
                <a:gd name="connsiteX114" fmla="*/ 0 w 120229"/>
                <a:gd name="connsiteY114" fmla="*/ 62498 h 475924"/>
                <a:gd name="connsiteX115" fmla="*/ 0 w 120229"/>
                <a:gd name="connsiteY115" fmla="*/ 67311 h 475924"/>
                <a:gd name="connsiteX116" fmla="*/ 0 w 120229"/>
                <a:gd name="connsiteY116" fmla="*/ 72124 h 475924"/>
                <a:gd name="connsiteX117" fmla="*/ 0 w 120229"/>
                <a:gd name="connsiteY117" fmla="*/ 76914 h 475924"/>
                <a:gd name="connsiteX118" fmla="*/ 0 w 120229"/>
                <a:gd name="connsiteY118" fmla="*/ 81727 h 475924"/>
                <a:gd name="connsiteX119" fmla="*/ 0 w 120229"/>
                <a:gd name="connsiteY119" fmla="*/ 86540 h 475924"/>
                <a:gd name="connsiteX120" fmla="*/ 0 w 120229"/>
                <a:gd name="connsiteY120" fmla="*/ 91353 h 475924"/>
                <a:gd name="connsiteX121" fmla="*/ 0 w 120229"/>
                <a:gd name="connsiteY121" fmla="*/ 96143 h 475924"/>
                <a:gd name="connsiteX122" fmla="*/ 0 w 120229"/>
                <a:gd name="connsiteY122" fmla="*/ 100956 h 475924"/>
                <a:gd name="connsiteX123" fmla="*/ 0 w 120229"/>
                <a:gd name="connsiteY123" fmla="*/ 105769 h 475924"/>
                <a:gd name="connsiteX124" fmla="*/ 0 w 120229"/>
                <a:gd name="connsiteY124" fmla="*/ 110581 h 475924"/>
                <a:gd name="connsiteX125" fmla="*/ 0 w 120229"/>
                <a:gd name="connsiteY125" fmla="*/ 115372 h 475924"/>
                <a:gd name="connsiteX126" fmla="*/ 0 w 120229"/>
                <a:gd name="connsiteY126" fmla="*/ 120184 h 475924"/>
                <a:gd name="connsiteX127" fmla="*/ 0 w 120229"/>
                <a:gd name="connsiteY127" fmla="*/ 124997 h 475924"/>
                <a:gd name="connsiteX128" fmla="*/ 0 w 120229"/>
                <a:gd name="connsiteY128" fmla="*/ 129810 h 475924"/>
                <a:gd name="connsiteX129" fmla="*/ 0 w 120229"/>
                <a:gd name="connsiteY129" fmla="*/ 134623 h 475924"/>
                <a:gd name="connsiteX130" fmla="*/ 0 w 120229"/>
                <a:gd name="connsiteY130" fmla="*/ 139413 h 475924"/>
                <a:gd name="connsiteX131" fmla="*/ 0 w 120229"/>
                <a:gd name="connsiteY131" fmla="*/ 144226 h 475924"/>
                <a:gd name="connsiteX132" fmla="*/ 0 w 120229"/>
                <a:gd name="connsiteY132" fmla="*/ 149038 h 475924"/>
                <a:gd name="connsiteX133" fmla="*/ 0 w 120229"/>
                <a:gd name="connsiteY133" fmla="*/ 153851 h 475924"/>
                <a:gd name="connsiteX134" fmla="*/ 0 w 120229"/>
                <a:gd name="connsiteY134" fmla="*/ 158641 h 475924"/>
                <a:gd name="connsiteX135" fmla="*/ 0 w 120229"/>
                <a:gd name="connsiteY135" fmla="*/ 163454 h 475924"/>
                <a:gd name="connsiteX136" fmla="*/ 0 w 120229"/>
                <a:gd name="connsiteY136" fmla="*/ 168267 h 475924"/>
                <a:gd name="connsiteX137" fmla="*/ 0 w 120229"/>
                <a:gd name="connsiteY137" fmla="*/ 173080 h 475924"/>
                <a:gd name="connsiteX138" fmla="*/ 0 w 120229"/>
                <a:gd name="connsiteY138" fmla="*/ 177870 h 475924"/>
                <a:gd name="connsiteX139" fmla="*/ 0 w 120229"/>
                <a:gd name="connsiteY139" fmla="*/ 182683 h 475924"/>
                <a:gd name="connsiteX140" fmla="*/ 0 w 120229"/>
                <a:gd name="connsiteY140" fmla="*/ 187496 h 475924"/>
                <a:gd name="connsiteX141" fmla="*/ 0 w 120229"/>
                <a:gd name="connsiteY141" fmla="*/ 192308 h 475924"/>
                <a:gd name="connsiteX142" fmla="*/ 0 w 120229"/>
                <a:gd name="connsiteY142" fmla="*/ 197099 h 475924"/>
                <a:gd name="connsiteX143" fmla="*/ 0 w 120229"/>
                <a:gd name="connsiteY143" fmla="*/ 201912 h 475924"/>
                <a:gd name="connsiteX144" fmla="*/ 0 w 120229"/>
                <a:gd name="connsiteY144" fmla="*/ 206724 h 475924"/>
                <a:gd name="connsiteX145" fmla="*/ 0 w 120229"/>
                <a:gd name="connsiteY145" fmla="*/ 211537 h 475924"/>
                <a:gd name="connsiteX146" fmla="*/ 0 w 120229"/>
                <a:gd name="connsiteY146" fmla="*/ 216327 h 475924"/>
                <a:gd name="connsiteX147" fmla="*/ 0 w 120229"/>
                <a:gd name="connsiteY147" fmla="*/ 221140 h 475924"/>
                <a:gd name="connsiteX148" fmla="*/ 0 w 120229"/>
                <a:gd name="connsiteY148" fmla="*/ 225953 h 475924"/>
                <a:gd name="connsiteX149" fmla="*/ 0 w 120229"/>
                <a:gd name="connsiteY149" fmla="*/ 230766 h 475924"/>
                <a:gd name="connsiteX150" fmla="*/ 0 w 120229"/>
                <a:gd name="connsiteY150" fmla="*/ 235556 h 475924"/>
                <a:gd name="connsiteX151" fmla="*/ 0 w 120229"/>
                <a:gd name="connsiteY151" fmla="*/ 240369 h 475924"/>
                <a:gd name="connsiteX152" fmla="*/ 0 w 120229"/>
                <a:gd name="connsiteY152" fmla="*/ 245181 h 475924"/>
                <a:gd name="connsiteX153" fmla="*/ 0 w 120229"/>
                <a:gd name="connsiteY153" fmla="*/ 249994 h 475924"/>
                <a:gd name="connsiteX154" fmla="*/ 0 w 120229"/>
                <a:gd name="connsiteY154" fmla="*/ 254784 h 475924"/>
                <a:gd name="connsiteX155" fmla="*/ 0 w 120229"/>
                <a:gd name="connsiteY155" fmla="*/ 259597 h 475924"/>
                <a:gd name="connsiteX156" fmla="*/ 0 w 120229"/>
                <a:gd name="connsiteY156" fmla="*/ 264410 h 475924"/>
                <a:gd name="connsiteX157" fmla="*/ 0 w 120229"/>
                <a:gd name="connsiteY157" fmla="*/ 269223 h 475924"/>
                <a:gd name="connsiteX158" fmla="*/ 0 w 120229"/>
                <a:gd name="connsiteY158" fmla="*/ 274013 h 475924"/>
                <a:gd name="connsiteX159" fmla="*/ 0 w 120229"/>
                <a:gd name="connsiteY159" fmla="*/ 278826 h 475924"/>
                <a:gd name="connsiteX160" fmla="*/ 0 w 120229"/>
                <a:gd name="connsiteY160" fmla="*/ 283639 h 475924"/>
                <a:gd name="connsiteX161" fmla="*/ 0 w 120229"/>
                <a:gd name="connsiteY161" fmla="*/ 288451 h 475924"/>
                <a:gd name="connsiteX162" fmla="*/ 0 w 120229"/>
                <a:gd name="connsiteY162" fmla="*/ 293242 h 475924"/>
                <a:gd name="connsiteX163" fmla="*/ 0 w 120229"/>
                <a:gd name="connsiteY163" fmla="*/ 298054 h 475924"/>
                <a:gd name="connsiteX164" fmla="*/ 0 w 120229"/>
                <a:gd name="connsiteY164" fmla="*/ 302867 h 475924"/>
                <a:gd name="connsiteX165" fmla="*/ 0 w 120229"/>
                <a:gd name="connsiteY165" fmla="*/ 307680 h 475924"/>
                <a:gd name="connsiteX166" fmla="*/ 0 w 120229"/>
                <a:gd name="connsiteY166" fmla="*/ 312470 h 475924"/>
                <a:gd name="connsiteX167" fmla="*/ 0 w 120229"/>
                <a:gd name="connsiteY167" fmla="*/ 317283 h 475924"/>
                <a:gd name="connsiteX168" fmla="*/ 0 w 120229"/>
                <a:gd name="connsiteY168" fmla="*/ 322096 h 475924"/>
                <a:gd name="connsiteX169" fmla="*/ 0 w 120229"/>
                <a:gd name="connsiteY169" fmla="*/ 326909 h 475924"/>
                <a:gd name="connsiteX170" fmla="*/ 0 w 120229"/>
                <a:gd name="connsiteY170" fmla="*/ 331699 h 475924"/>
                <a:gd name="connsiteX171" fmla="*/ 0 w 120229"/>
                <a:gd name="connsiteY171" fmla="*/ 336512 h 475924"/>
                <a:gd name="connsiteX172" fmla="*/ 0 w 120229"/>
                <a:gd name="connsiteY172" fmla="*/ 341324 h 475924"/>
                <a:gd name="connsiteX173" fmla="*/ 0 w 120229"/>
                <a:gd name="connsiteY173" fmla="*/ 346137 h 475924"/>
                <a:gd name="connsiteX174" fmla="*/ 0 w 120229"/>
                <a:gd name="connsiteY174" fmla="*/ 350927 h 475924"/>
                <a:gd name="connsiteX175" fmla="*/ 0 w 120229"/>
                <a:gd name="connsiteY175" fmla="*/ 355740 h 475924"/>
                <a:gd name="connsiteX176" fmla="*/ 0 w 120229"/>
                <a:gd name="connsiteY176" fmla="*/ 360553 h 475924"/>
                <a:gd name="connsiteX177" fmla="*/ 0 w 120229"/>
                <a:gd name="connsiteY177" fmla="*/ 365366 h 475924"/>
                <a:gd name="connsiteX178" fmla="*/ 0 w 120229"/>
                <a:gd name="connsiteY178" fmla="*/ 370156 h 475924"/>
                <a:gd name="connsiteX179" fmla="*/ 0 w 120229"/>
                <a:gd name="connsiteY179" fmla="*/ 374969 h 475924"/>
                <a:gd name="connsiteX180" fmla="*/ 0 w 120229"/>
                <a:gd name="connsiteY180" fmla="*/ 379782 h 475924"/>
                <a:gd name="connsiteX181" fmla="*/ 0 w 120229"/>
                <a:gd name="connsiteY181" fmla="*/ 384594 h 475924"/>
                <a:gd name="connsiteX182" fmla="*/ 0 w 120229"/>
                <a:gd name="connsiteY182" fmla="*/ 389385 h 475924"/>
                <a:gd name="connsiteX183" fmla="*/ 0 w 120229"/>
                <a:gd name="connsiteY183" fmla="*/ 394197 h 475924"/>
                <a:gd name="connsiteX184" fmla="*/ 0 w 120229"/>
                <a:gd name="connsiteY184" fmla="*/ 399010 h 475924"/>
                <a:gd name="connsiteX185" fmla="*/ 0 w 120229"/>
                <a:gd name="connsiteY185" fmla="*/ 403823 h 475924"/>
                <a:gd name="connsiteX186" fmla="*/ 0 w 120229"/>
                <a:gd name="connsiteY186" fmla="*/ 408613 h 475924"/>
                <a:gd name="connsiteX187" fmla="*/ 0 w 120229"/>
                <a:gd name="connsiteY187" fmla="*/ 413426 h 475924"/>
                <a:gd name="connsiteX188" fmla="*/ 0 w 120229"/>
                <a:gd name="connsiteY188" fmla="*/ 418239 h 475924"/>
                <a:gd name="connsiteX189" fmla="*/ 0 w 120229"/>
                <a:gd name="connsiteY189" fmla="*/ 423051 h 475924"/>
                <a:gd name="connsiteX190" fmla="*/ 0 w 120229"/>
                <a:gd name="connsiteY190" fmla="*/ 427842 h 475924"/>
                <a:gd name="connsiteX191" fmla="*/ 0 w 120229"/>
                <a:gd name="connsiteY191" fmla="*/ 432655 h 475924"/>
                <a:gd name="connsiteX192" fmla="*/ 0 w 120229"/>
                <a:gd name="connsiteY192" fmla="*/ 437467 h 475924"/>
                <a:gd name="connsiteX193" fmla="*/ 0 w 120229"/>
                <a:gd name="connsiteY193" fmla="*/ 442280 h 475924"/>
                <a:gd name="connsiteX194" fmla="*/ 0 w 120229"/>
                <a:gd name="connsiteY194" fmla="*/ 447070 h 475924"/>
                <a:gd name="connsiteX195" fmla="*/ 0 w 120229"/>
                <a:gd name="connsiteY195" fmla="*/ 451883 h 475924"/>
                <a:gd name="connsiteX196" fmla="*/ 0 w 120229"/>
                <a:gd name="connsiteY196" fmla="*/ 456696 h 475924"/>
                <a:gd name="connsiteX197" fmla="*/ 0 w 120229"/>
                <a:gd name="connsiteY197" fmla="*/ 461509 h 475924"/>
                <a:gd name="connsiteX198" fmla="*/ 0 w 120229"/>
                <a:gd name="connsiteY198" fmla="*/ 466299 h 475924"/>
                <a:gd name="connsiteX199" fmla="*/ 0 w 120229"/>
                <a:gd name="connsiteY199" fmla="*/ 471112 h 475924"/>
                <a:gd name="connsiteX200" fmla="*/ 0 w 120229"/>
                <a:gd name="connsiteY200" fmla="*/ 475924 h 4759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120229" h="475924">
                  <a:moveTo>
                    <a:pt x="0" y="475924"/>
                  </a:moveTo>
                  <a:lnTo>
                    <a:pt x="180" y="475924"/>
                  </a:lnTo>
                  <a:lnTo>
                    <a:pt x="292" y="471112"/>
                  </a:lnTo>
                  <a:lnTo>
                    <a:pt x="450" y="466299"/>
                  </a:lnTo>
                  <a:lnTo>
                    <a:pt x="675" y="461509"/>
                  </a:lnTo>
                  <a:lnTo>
                    <a:pt x="989" y="456696"/>
                  </a:lnTo>
                  <a:lnTo>
                    <a:pt x="1417" y="451883"/>
                  </a:lnTo>
                  <a:lnTo>
                    <a:pt x="1979" y="447070"/>
                  </a:lnTo>
                  <a:lnTo>
                    <a:pt x="2721" y="442280"/>
                  </a:lnTo>
                  <a:lnTo>
                    <a:pt x="3643" y="437467"/>
                  </a:lnTo>
                  <a:lnTo>
                    <a:pt x="4768" y="432655"/>
                  </a:lnTo>
                  <a:lnTo>
                    <a:pt x="6095" y="427842"/>
                  </a:lnTo>
                  <a:lnTo>
                    <a:pt x="7601" y="423051"/>
                  </a:lnTo>
                  <a:lnTo>
                    <a:pt x="9288" y="418239"/>
                  </a:lnTo>
                  <a:lnTo>
                    <a:pt x="11110" y="413426"/>
                  </a:lnTo>
                  <a:lnTo>
                    <a:pt x="12976" y="408613"/>
                  </a:lnTo>
                  <a:lnTo>
                    <a:pt x="14843" y="403823"/>
                  </a:lnTo>
                  <a:lnTo>
                    <a:pt x="16597" y="399010"/>
                  </a:lnTo>
                  <a:lnTo>
                    <a:pt x="18217" y="394197"/>
                  </a:lnTo>
                  <a:lnTo>
                    <a:pt x="19588" y="389385"/>
                  </a:lnTo>
                  <a:lnTo>
                    <a:pt x="20668" y="384594"/>
                  </a:lnTo>
                  <a:lnTo>
                    <a:pt x="21477" y="379782"/>
                  </a:lnTo>
                  <a:lnTo>
                    <a:pt x="22017" y="374969"/>
                  </a:lnTo>
                  <a:lnTo>
                    <a:pt x="22332" y="370156"/>
                  </a:lnTo>
                  <a:lnTo>
                    <a:pt x="22534" y="365366"/>
                  </a:lnTo>
                  <a:lnTo>
                    <a:pt x="22714" y="360553"/>
                  </a:lnTo>
                  <a:lnTo>
                    <a:pt x="23029" y="355740"/>
                  </a:lnTo>
                  <a:lnTo>
                    <a:pt x="23614" y="350927"/>
                  </a:lnTo>
                  <a:lnTo>
                    <a:pt x="24581" y="346137"/>
                  </a:lnTo>
                  <a:lnTo>
                    <a:pt x="26043" y="341324"/>
                  </a:lnTo>
                  <a:lnTo>
                    <a:pt x="28089" y="336512"/>
                  </a:lnTo>
                  <a:lnTo>
                    <a:pt x="30743" y="331699"/>
                  </a:lnTo>
                  <a:lnTo>
                    <a:pt x="34072" y="326909"/>
                  </a:lnTo>
                  <a:lnTo>
                    <a:pt x="38007" y="322096"/>
                  </a:lnTo>
                  <a:lnTo>
                    <a:pt x="42573" y="317283"/>
                  </a:lnTo>
                  <a:lnTo>
                    <a:pt x="47700" y="312470"/>
                  </a:lnTo>
                  <a:lnTo>
                    <a:pt x="53323" y="307680"/>
                  </a:lnTo>
                  <a:lnTo>
                    <a:pt x="59395" y="302867"/>
                  </a:lnTo>
                  <a:lnTo>
                    <a:pt x="65850" y="298054"/>
                  </a:lnTo>
                  <a:lnTo>
                    <a:pt x="72551" y="293242"/>
                  </a:lnTo>
                  <a:lnTo>
                    <a:pt x="79411" y="288451"/>
                  </a:lnTo>
                  <a:lnTo>
                    <a:pt x="86292" y="283639"/>
                  </a:lnTo>
                  <a:lnTo>
                    <a:pt x="92994" y="278826"/>
                  </a:lnTo>
                  <a:lnTo>
                    <a:pt x="99381" y="274013"/>
                  </a:lnTo>
                  <a:lnTo>
                    <a:pt x="105229" y="269223"/>
                  </a:lnTo>
                  <a:lnTo>
                    <a:pt x="110312" y="264410"/>
                  </a:lnTo>
                  <a:lnTo>
                    <a:pt x="114472" y="259597"/>
                  </a:lnTo>
                  <a:lnTo>
                    <a:pt x="117576" y="254784"/>
                  </a:lnTo>
                  <a:lnTo>
                    <a:pt x="119509" y="249994"/>
                  </a:lnTo>
                  <a:lnTo>
                    <a:pt x="120229" y="245181"/>
                  </a:lnTo>
                  <a:lnTo>
                    <a:pt x="119757" y="240369"/>
                  </a:lnTo>
                  <a:lnTo>
                    <a:pt x="118160" y="235556"/>
                  </a:lnTo>
                  <a:lnTo>
                    <a:pt x="115596" y="230766"/>
                  </a:lnTo>
                  <a:lnTo>
                    <a:pt x="112155" y="225953"/>
                  </a:lnTo>
                  <a:lnTo>
                    <a:pt x="108063" y="221140"/>
                  </a:lnTo>
                  <a:lnTo>
                    <a:pt x="103407" y="216327"/>
                  </a:lnTo>
                  <a:lnTo>
                    <a:pt x="98324" y="211537"/>
                  </a:lnTo>
                  <a:lnTo>
                    <a:pt x="92949" y="206724"/>
                  </a:lnTo>
                  <a:lnTo>
                    <a:pt x="87327" y="201912"/>
                  </a:lnTo>
                  <a:lnTo>
                    <a:pt x="81547" y="197099"/>
                  </a:lnTo>
                  <a:lnTo>
                    <a:pt x="75632" y="192308"/>
                  </a:lnTo>
                  <a:lnTo>
                    <a:pt x="69650" y="187496"/>
                  </a:lnTo>
                  <a:lnTo>
                    <a:pt x="63646" y="182683"/>
                  </a:lnTo>
                  <a:lnTo>
                    <a:pt x="57686" y="177870"/>
                  </a:lnTo>
                  <a:lnTo>
                    <a:pt x="51906" y="173080"/>
                  </a:lnTo>
                  <a:lnTo>
                    <a:pt x="46373" y="168267"/>
                  </a:lnTo>
                  <a:lnTo>
                    <a:pt x="41223" y="163454"/>
                  </a:lnTo>
                  <a:lnTo>
                    <a:pt x="36568" y="158641"/>
                  </a:lnTo>
                  <a:lnTo>
                    <a:pt x="32497" y="153851"/>
                  </a:lnTo>
                  <a:lnTo>
                    <a:pt x="29079" y="149038"/>
                  </a:lnTo>
                  <a:lnTo>
                    <a:pt x="26358" y="144226"/>
                  </a:lnTo>
                  <a:lnTo>
                    <a:pt x="24289" y="139413"/>
                  </a:lnTo>
                  <a:lnTo>
                    <a:pt x="22872" y="134623"/>
                  </a:lnTo>
                  <a:lnTo>
                    <a:pt x="21972" y="129810"/>
                  </a:lnTo>
                  <a:lnTo>
                    <a:pt x="21500" y="124997"/>
                  </a:lnTo>
                  <a:lnTo>
                    <a:pt x="21298" y="120184"/>
                  </a:lnTo>
                  <a:lnTo>
                    <a:pt x="21230" y="115372"/>
                  </a:lnTo>
                  <a:lnTo>
                    <a:pt x="21140" y="110581"/>
                  </a:lnTo>
                  <a:lnTo>
                    <a:pt x="20960" y="105769"/>
                  </a:lnTo>
                  <a:lnTo>
                    <a:pt x="20533" y="100956"/>
                  </a:lnTo>
                  <a:lnTo>
                    <a:pt x="19858" y="96143"/>
                  </a:lnTo>
                  <a:lnTo>
                    <a:pt x="18891" y="91353"/>
                  </a:lnTo>
                  <a:lnTo>
                    <a:pt x="17654" y="86540"/>
                  </a:lnTo>
                  <a:lnTo>
                    <a:pt x="16170" y="81727"/>
                  </a:lnTo>
                  <a:lnTo>
                    <a:pt x="14528" y="76914"/>
                  </a:lnTo>
                  <a:lnTo>
                    <a:pt x="12774" y="72124"/>
                  </a:lnTo>
                  <a:lnTo>
                    <a:pt x="10997" y="67311"/>
                  </a:lnTo>
                  <a:lnTo>
                    <a:pt x="9288" y="62498"/>
                  </a:lnTo>
                  <a:lnTo>
                    <a:pt x="7646" y="57686"/>
                  </a:lnTo>
                  <a:lnTo>
                    <a:pt x="6185" y="52896"/>
                  </a:lnTo>
                  <a:lnTo>
                    <a:pt x="4880" y="48083"/>
                  </a:lnTo>
                  <a:lnTo>
                    <a:pt x="3778" y="43270"/>
                  </a:lnTo>
                  <a:lnTo>
                    <a:pt x="2856" y="38457"/>
                  </a:lnTo>
                  <a:lnTo>
                    <a:pt x="2114" y="33667"/>
                  </a:lnTo>
                  <a:lnTo>
                    <a:pt x="1529" y="28854"/>
                  </a:lnTo>
                  <a:lnTo>
                    <a:pt x="1079" y="24041"/>
                  </a:lnTo>
                  <a:lnTo>
                    <a:pt x="742" y="19229"/>
                  </a:lnTo>
                  <a:lnTo>
                    <a:pt x="495" y="14438"/>
                  </a:lnTo>
                  <a:lnTo>
                    <a:pt x="337" y="9626"/>
                  </a:lnTo>
                  <a:lnTo>
                    <a:pt x="202" y="4813"/>
                  </a:lnTo>
                  <a:lnTo>
                    <a:pt x="135" y="0"/>
                  </a:lnTo>
                  <a:lnTo>
                    <a:pt x="0" y="0"/>
                  </a:lnTo>
                  <a:lnTo>
                    <a:pt x="0" y="4813"/>
                  </a:lnTo>
                  <a:lnTo>
                    <a:pt x="0" y="9626"/>
                  </a:lnTo>
                  <a:lnTo>
                    <a:pt x="0" y="14438"/>
                  </a:lnTo>
                  <a:lnTo>
                    <a:pt x="0" y="19229"/>
                  </a:lnTo>
                  <a:lnTo>
                    <a:pt x="0" y="24041"/>
                  </a:lnTo>
                  <a:lnTo>
                    <a:pt x="0" y="28854"/>
                  </a:lnTo>
                  <a:lnTo>
                    <a:pt x="0" y="33667"/>
                  </a:lnTo>
                  <a:lnTo>
                    <a:pt x="0" y="38457"/>
                  </a:lnTo>
                  <a:lnTo>
                    <a:pt x="0" y="43270"/>
                  </a:lnTo>
                  <a:lnTo>
                    <a:pt x="0" y="48083"/>
                  </a:lnTo>
                  <a:lnTo>
                    <a:pt x="0" y="52896"/>
                  </a:lnTo>
                  <a:lnTo>
                    <a:pt x="0" y="57686"/>
                  </a:lnTo>
                  <a:lnTo>
                    <a:pt x="0" y="62498"/>
                  </a:lnTo>
                  <a:lnTo>
                    <a:pt x="0" y="67311"/>
                  </a:lnTo>
                  <a:lnTo>
                    <a:pt x="0" y="72124"/>
                  </a:lnTo>
                  <a:lnTo>
                    <a:pt x="0" y="76914"/>
                  </a:lnTo>
                  <a:lnTo>
                    <a:pt x="0" y="81727"/>
                  </a:lnTo>
                  <a:lnTo>
                    <a:pt x="0" y="86540"/>
                  </a:lnTo>
                  <a:lnTo>
                    <a:pt x="0" y="91353"/>
                  </a:lnTo>
                  <a:lnTo>
                    <a:pt x="0" y="96143"/>
                  </a:lnTo>
                  <a:lnTo>
                    <a:pt x="0" y="100956"/>
                  </a:lnTo>
                  <a:lnTo>
                    <a:pt x="0" y="105769"/>
                  </a:lnTo>
                  <a:lnTo>
                    <a:pt x="0" y="110581"/>
                  </a:lnTo>
                  <a:lnTo>
                    <a:pt x="0" y="115372"/>
                  </a:lnTo>
                  <a:lnTo>
                    <a:pt x="0" y="120184"/>
                  </a:lnTo>
                  <a:lnTo>
                    <a:pt x="0" y="124997"/>
                  </a:lnTo>
                  <a:lnTo>
                    <a:pt x="0" y="129810"/>
                  </a:lnTo>
                  <a:lnTo>
                    <a:pt x="0" y="134623"/>
                  </a:lnTo>
                  <a:lnTo>
                    <a:pt x="0" y="139413"/>
                  </a:lnTo>
                  <a:lnTo>
                    <a:pt x="0" y="144226"/>
                  </a:lnTo>
                  <a:lnTo>
                    <a:pt x="0" y="149038"/>
                  </a:lnTo>
                  <a:lnTo>
                    <a:pt x="0" y="153851"/>
                  </a:lnTo>
                  <a:lnTo>
                    <a:pt x="0" y="158641"/>
                  </a:lnTo>
                  <a:lnTo>
                    <a:pt x="0" y="163454"/>
                  </a:lnTo>
                  <a:lnTo>
                    <a:pt x="0" y="168267"/>
                  </a:lnTo>
                  <a:lnTo>
                    <a:pt x="0" y="173080"/>
                  </a:lnTo>
                  <a:lnTo>
                    <a:pt x="0" y="177870"/>
                  </a:lnTo>
                  <a:lnTo>
                    <a:pt x="0" y="182683"/>
                  </a:lnTo>
                  <a:lnTo>
                    <a:pt x="0" y="187496"/>
                  </a:lnTo>
                  <a:lnTo>
                    <a:pt x="0" y="192308"/>
                  </a:lnTo>
                  <a:lnTo>
                    <a:pt x="0" y="197099"/>
                  </a:lnTo>
                  <a:lnTo>
                    <a:pt x="0" y="201912"/>
                  </a:lnTo>
                  <a:lnTo>
                    <a:pt x="0" y="206724"/>
                  </a:lnTo>
                  <a:lnTo>
                    <a:pt x="0" y="211537"/>
                  </a:lnTo>
                  <a:lnTo>
                    <a:pt x="0" y="216327"/>
                  </a:lnTo>
                  <a:lnTo>
                    <a:pt x="0" y="221140"/>
                  </a:lnTo>
                  <a:lnTo>
                    <a:pt x="0" y="225953"/>
                  </a:lnTo>
                  <a:lnTo>
                    <a:pt x="0" y="230766"/>
                  </a:lnTo>
                  <a:lnTo>
                    <a:pt x="0" y="235556"/>
                  </a:lnTo>
                  <a:lnTo>
                    <a:pt x="0" y="240369"/>
                  </a:lnTo>
                  <a:lnTo>
                    <a:pt x="0" y="245181"/>
                  </a:lnTo>
                  <a:lnTo>
                    <a:pt x="0" y="249994"/>
                  </a:lnTo>
                  <a:lnTo>
                    <a:pt x="0" y="254784"/>
                  </a:lnTo>
                  <a:lnTo>
                    <a:pt x="0" y="259597"/>
                  </a:lnTo>
                  <a:lnTo>
                    <a:pt x="0" y="264410"/>
                  </a:lnTo>
                  <a:lnTo>
                    <a:pt x="0" y="269223"/>
                  </a:lnTo>
                  <a:lnTo>
                    <a:pt x="0" y="274013"/>
                  </a:lnTo>
                  <a:lnTo>
                    <a:pt x="0" y="278826"/>
                  </a:lnTo>
                  <a:lnTo>
                    <a:pt x="0" y="283639"/>
                  </a:lnTo>
                  <a:lnTo>
                    <a:pt x="0" y="288451"/>
                  </a:lnTo>
                  <a:lnTo>
                    <a:pt x="0" y="293242"/>
                  </a:lnTo>
                  <a:lnTo>
                    <a:pt x="0" y="298054"/>
                  </a:lnTo>
                  <a:lnTo>
                    <a:pt x="0" y="302867"/>
                  </a:lnTo>
                  <a:lnTo>
                    <a:pt x="0" y="307680"/>
                  </a:lnTo>
                  <a:lnTo>
                    <a:pt x="0" y="312470"/>
                  </a:lnTo>
                  <a:lnTo>
                    <a:pt x="0" y="317283"/>
                  </a:lnTo>
                  <a:lnTo>
                    <a:pt x="0" y="322096"/>
                  </a:lnTo>
                  <a:lnTo>
                    <a:pt x="0" y="326909"/>
                  </a:lnTo>
                  <a:lnTo>
                    <a:pt x="0" y="331699"/>
                  </a:lnTo>
                  <a:lnTo>
                    <a:pt x="0" y="336512"/>
                  </a:lnTo>
                  <a:lnTo>
                    <a:pt x="0" y="341324"/>
                  </a:lnTo>
                  <a:lnTo>
                    <a:pt x="0" y="346137"/>
                  </a:lnTo>
                  <a:lnTo>
                    <a:pt x="0" y="350927"/>
                  </a:lnTo>
                  <a:lnTo>
                    <a:pt x="0" y="355740"/>
                  </a:lnTo>
                  <a:lnTo>
                    <a:pt x="0" y="360553"/>
                  </a:lnTo>
                  <a:lnTo>
                    <a:pt x="0" y="365366"/>
                  </a:lnTo>
                  <a:lnTo>
                    <a:pt x="0" y="370156"/>
                  </a:lnTo>
                  <a:lnTo>
                    <a:pt x="0" y="374969"/>
                  </a:lnTo>
                  <a:lnTo>
                    <a:pt x="0" y="379782"/>
                  </a:lnTo>
                  <a:lnTo>
                    <a:pt x="0" y="384594"/>
                  </a:lnTo>
                  <a:lnTo>
                    <a:pt x="0" y="389385"/>
                  </a:lnTo>
                  <a:lnTo>
                    <a:pt x="0" y="394197"/>
                  </a:lnTo>
                  <a:lnTo>
                    <a:pt x="0" y="399010"/>
                  </a:lnTo>
                  <a:lnTo>
                    <a:pt x="0" y="403823"/>
                  </a:lnTo>
                  <a:lnTo>
                    <a:pt x="0" y="408613"/>
                  </a:lnTo>
                  <a:lnTo>
                    <a:pt x="0" y="413426"/>
                  </a:lnTo>
                  <a:lnTo>
                    <a:pt x="0" y="418239"/>
                  </a:lnTo>
                  <a:lnTo>
                    <a:pt x="0" y="423051"/>
                  </a:lnTo>
                  <a:lnTo>
                    <a:pt x="0" y="427842"/>
                  </a:lnTo>
                  <a:lnTo>
                    <a:pt x="0" y="432655"/>
                  </a:lnTo>
                  <a:lnTo>
                    <a:pt x="0" y="437467"/>
                  </a:lnTo>
                  <a:lnTo>
                    <a:pt x="0" y="442280"/>
                  </a:lnTo>
                  <a:lnTo>
                    <a:pt x="0" y="447070"/>
                  </a:lnTo>
                  <a:lnTo>
                    <a:pt x="0" y="451883"/>
                  </a:lnTo>
                  <a:lnTo>
                    <a:pt x="0" y="456696"/>
                  </a:lnTo>
                  <a:lnTo>
                    <a:pt x="0" y="461509"/>
                  </a:lnTo>
                  <a:lnTo>
                    <a:pt x="0" y="466299"/>
                  </a:lnTo>
                  <a:lnTo>
                    <a:pt x="0" y="471112"/>
                  </a:lnTo>
                  <a:lnTo>
                    <a:pt x="0" y="475924"/>
                  </a:lnTo>
                  <a:close/>
                </a:path>
              </a:pathLst>
            </a:custGeom>
            <a:solidFill>
              <a:srgbClr val="B4E4FA">
                <a:alpha val="50000"/>
              </a:srgbClr>
            </a:solidFill>
            <a:ln w="2249" cap="flat">
              <a:noFill/>
              <a:prstDash val="solid"/>
              <a:miter/>
            </a:ln>
          </p:spPr>
          <p:txBody>
            <a:bodyPr rtlCol="0" anchor="ctr"/>
            <a:lstStyle/>
            <a:p>
              <a:endParaRPr lang="en-US"/>
            </a:p>
          </p:txBody>
        </p:sp>
        <p:sp>
          <p:nvSpPr>
            <p:cNvPr id="17900" name="Freeform 17899">
              <a:extLst>
                <a:ext uri="{FF2B5EF4-FFF2-40B4-BE49-F238E27FC236}">
                  <a16:creationId xmlns:a16="http://schemas.microsoft.com/office/drawing/2014/main" id="{2300E6A3-1CE1-D527-3AD7-261108D52A46}"/>
                </a:ext>
              </a:extLst>
            </p:cNvPr>
            <p:cNvSpPr/>
            <p:nvPr/>
          </p:nvSpPr>
          <p:spPr>
            <a:xfrm rot="20803200">
              <a:off x="6538303" y="2798583"/>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7901" name="Freeform 17900">
              <a:extLst>
                <a:ext uri="{FF2B5EF4-FFF2-40B4-BE49-F238E27FC236}">
                  <a16:creationId xmlns:a16="http://schemas.microsoft.com/office/drawing/2014/main" id="{EA268F39-5DAD-EDDC-A977-DED6EDCFCA4F}"/>
                </a:ext>
              </a:extLst>
            </p:cNvPr>
            <p:cNvSpPr/>
            <p:nvPr/>
          </p:nvSpPr>
          <p:spPr>
            <a:xfrm rot="20803200">
              <a:off x="6580915" y="3142614"/>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7902" name="Freeform 17901">
              <a:extLst>
                <a:ext uri="{FF2B5EF4-FFF2-40B4-BE49-F238E27FC236}">
                  <a16:creationId xmlns:a16="http://schemas.microsoft.com/office/drawing/2014/main" id="{32B1B0E3-DEFC-8CD9-0381-A330891C06CA}"/>
                </a:ext>
              </a:extLst>
            </p:cNvPr>
            <p:cNvSpPr/>
            <p:nvPr/>
          </p:nvSpPr>
          <p:spPr>
            <a:xfrm rot="20803200">
              <a:off x="6461250" y="3430575"/>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7903" name="Freeform 17902">
              <a:extLst>
                <a:ext uri="{FF2B5EF4-FFF2-40B4-BE49-F238E27FC236}">
                  <a16:creationId xmlns:a16="http://schemas.microsoft.com/office/drawing/2014/main" id="{19D26815-24EA-0406-3F77-8FD328F706B2}"/>
                </a:ext>
              </a:extLst>
            </p:cNvPr>
            <p:cNvSpPr/>
            <p:nvPr/>
          </p:nvSpPr>
          <p:spPr>
            <a:xfrm rot="20803200">
              <a:off x="6530352" y="3608163"/>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6"/>
                    <a:pt x="3705" y="0"/>
                    <a:pt x="8276" y="0"/>
                  </a:cubicBezTo>
                  <a:cubicBezTo>
                    <a:pt x="12847" y="0"/>
                    <a:pt x="16552" y="3706"/>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7904" name="Freeform 17903">
              <a:extLst>
                <a:ext uri="{FF2B5EF4-FFF2-40B4-BE49-F238E27FC236}">
                  <a16:creationId xmlns:a16="http://schemas.microsoft.com/office/drawing/2014/main" id="{E309947F-FAB2-ED25-032D-70B3EC144432}"/>
                </a:ext>
              </a:extLst>
            </p:cNvPr>
            <p:cNvSpPr/>
            <p:nvPr/>
          </p:nvSpPr>
          <p:spPr>
            <a:xfrm rot="20803200">
              <a:off x="6525105" y="3423806"/>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7905" name="Freeform 17904">
              <a:extLst>
                <a:ext uri="{FF2B5EF4-FFF2-40B4-BE49-F238E27FC236}">
                  <a16:creationId xmlns:a16="http://schemas.microsoft.com/office/drawing/2014/main" id="{03885212-B57B-118E-C997-928347E206EB}"/>
                </a:ext>
              </a:extLst>
            </p:cNvPr>
            <p:cNvSpPr/>
            <p:nvPr/>
          </p:nvSpPr>
          <p:spPr>
            <a:xfrm rot="20803200">
              <a:off x="6459141" y="3909712"/>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7906" name="Freeform 17905">
              <a:extLst>
                <a:ext uri="{FF2B5EF4-FFF2-40B4-BE49-F238E27FC236}">
                  <a16:creationId xmlns:a16="http://schemas.microsoft.com/office/drawing/2014/main" id="{11AE03F5-ED30-4B89-91D8-06DF9E16DCBF}"/>
                </a:ext>
              </a:extLst>
            </p:cNvPr>
            <p:cNvSpPr/>
            <p:nvPr/>
          </p:nvSpPr>
          <p:spPr>
            <a:xfrm rot="20803200">
              <a:off x="6536513" y="3218948"/>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7907" name="Freeform 17906">
              <a:extLst>
                <a:ext uri="{FF2B5EF4-FFF2-40B4-BE49-F238E27FC236}">
                  <a16:creationId xmlns:a16="http://schemas.microsoft.com/office/drawing/2014/main" id="{BC10A989-6A26-BB38-094B-CFE309E19F53}"/>
                </a:ext>
              </a:extLst>
            </p:cNvPr>
            <p:cNvSpPr/>
            <p:nvPr/>
          </p:nvSpPr>
          <p:spPr>
            <a:xfrm rot="20803200">
              <a:off x="6527888" y="3925252"/>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7908" name="Freeform 17907">
              <a:extLst>
                <a:ext uri="{FF2B5EF4-FFF2-40B4-BE49-F238E27FC236}">
                  <a16:creationId xmlns:a16="http://schemas.microsoft.com/office/drawing/2014/main" id="{3DF7E59D-75CD-AFAB-E76D-3EAFFECD178F}"/>
                </a:ext>
              </a:extLst>
            </p:cNvPr>
            <p:cNvSpPr/>
            <p:nvPr/>
          </p:nvSpPr>
          <p:spPr>
            <a:xfrm rot="20803200">
              <a:off x="6491445" y="3153300"/>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7909" name="Freeform 17908">
              <a:extLst>
                <a:ext uri="{FF2B5EF4-FFF2-40B4-BE49-F238E27FC236}">
                  <a16:creationId xmlns:a16="http://schemas.microsoft.com/office/drawing/2014/main" id="{EDC6E5D7-DC47-865D-AF6A-9BD593B23224}"/>
                </a:ext>
              </a:extLst>
            </p:cNvPr>
            <p:cNvSpPr/>
            <p:nvPr/>
          </p:nvSpPr>
          <p:spPr>
            <a:xfrm rot="20803200">
              <a:off x="6470083" y="3455357"/>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7910" name="Freeform 17909">
              <a:extLst>
                <a:ext uri="{FF2B5EF4-FFF2-40B4-BE49-F238E27FC236}">
                  <a16:creationId xmlns:a16="http://schemas.microsoft.com/office/drawing/2014/main" id="{4D918701-1BFB-F4FB-A46A-C7B0DBE01504}"/>
                </a:ext>
              </a:extLst>
            </p:cNvPr>
            <p:cNvSpPr/>
            <p:nvPr/>
          </p:nvSpPr>
          <p:spPr>
            <a:xfrm rot="20803200">
              <a:off x="6475385" y="3479809"/>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7911" name="Freeform 17910">
              <a:extLst>
                <a:ext uri="{FF2B5EF4-FFF2-40B4-BE49-F238E27FC236}">
                  <a16:creationId xmlns:a16="http://schemas.microsoft.com/office/drawing/2014/main" id="{B0D30F75-3BDD-7E26-4340-C2553854DC2A}"/>
                </a:ext>
              </a:extLst>
            </p:cNvPr>
            <p:cNvSpPr/>
            <p:nvPr/>
          </p:nvSpPr>
          <p:spPr>
            <a:xfrm rot="20803200">
              <a:off x="6447568" y="3630317"/>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6"/>
                    <a:pt x="3705" y="0"/>
                    <a:pt x="8276" y="0"/>
                  </a:cubicBezTo>
                  <a:cubicBezTo>
                    <a:pt x="12847" y="0"/>
                    <a:pt x="16552" y="3706"/>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7912" name="Freeform 17911">
              <a:extLst>
                <a:ext uri="{FF2B5EF4-FFF2-40B4-BE49-F238E27FC236}">
                  <a16:creationId xmlns:a16="http://schemas.microsoft.com/office/drawing/2014/main" id="{0EBB31EA-A951-B977-1D05-8B77AC0A8078}"/>
                </a:ext>
              </a:extLst>
            </p:cNvPr>
            <p:cNvSpPr/>
            <p:nvPr/>
          </p:nvSpPr>
          <p:spPr>
            <a:xfrm rot="20803200">
              <a:off x="6476931" y="3295739"/>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6"/>
                    <a:pt x="3705" y="0"/>
                    <a:pt x="8276" y="0"/>
                  </a:cubicBezTo>
                  <a:cubicBezTo>
                    <a:pt x="12847" y="0"/>
                    <a:pt x="16552" y="3706"/>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7913" name="Freeform 17912">
              <a:extLst>
                <a:ext uri="{FF2B5EF4-FFF2-40B4-BE49-F238E27FC236}">
                  <a16:creationId xmlns:a16="http://schemas.microsoft.com/office/drawing/2014/main" id="{50BDD1F0-609A-F27D-6A82-853E734B0EB3}"/>
                </a:ext>
              </a:extLst>
            </p:cNvPr>
            <p:cNvSpPr/>
            <p:nvPr/>
          </p:nvSpPr>
          <p:spPr>
            <a:xfrm rot="20803200">
              <a:off x="6519453" y="3249955"/>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7914" name="Freeform 17913">
              <a:extLst>
                <a:ext uri="{FF2B5EF4-FFF2-40B4-BE49-F238E27FC236}">
                  <a16:creationId xmlns:a16="http://schemas.microsoft.com/office/drawing/2014/main" id="{982805B4-1653-1F56-C53E-B3D59F4EC0CA}"/>
                </a:ext>
              </a:extLst>
            </p:cNvPr>
            <p:cNvSpPr/>
            <p:nvPr/>
          </p:nvSpPr>
          <p:spPr>
            <a:xfrm rot="20803200">
              <a:off x="6562664" y="3423858"/>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7915" name="Freeform 17914">
              <a:extLst>
                <a:ext uri="{FF2B5EF4-FFF2-40B4-BE49-F238E27FC236}">
                  <a16:creationId xmlns:a16="http://schemas.microsoft.com/office/drawing/2014/main" id="{2D119538-808E-5C4E-1ABD-282B96047436}"/>
                </a:ext>
              </a:extLst>
            </p:cNvPr>
            <p:cNvSpPr/>
            <p:nvPr/>
          </p:nvSpPr>
          <p:spPr>
            <a:xfrm rot="20803200">
              <a:off x="6456492" y="2854274"/>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7916" name="Freeform 17915">
              <a:extLst>
                <a:ext uri="{FF2B5EF4-FFF2-40B4-BE49-F238E27FC236}">
                  <a16:creationId xmlns:a16="http://schemas.microsoft.com/office/drawing/2014/main" id="{35D70253-23C5-2F3E-9DBE-35577EAACF77}"/>
                </a:ext>
              </a:extLst>
            </p:cNvPr>
            <p:cNvSpPr/>
            <p:nvPr/>
          </p:nvSpPr>
          <p:spPr>
            <a:xfrm rot="20803200">
              <a:off x="6543562" y="3602790"/>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7917" name="Freeform 17916">
              <a:extLst>
                <a:ext uri="{FF2B5EF4-FFF2-40B4-BE49-F238E27FC236}">
                  <a16:creationId xmlns:a16="http://schemas.microsoft.com/office/drawing/2014/main" id="{EC3FA3A0-22B2-BEB6-97CA-2F33ED0BEA11}"/>
                </a:ext>
              </a:extLst>
            </p:cNvPr>
            <p:cNvSpPr/>
            <p:nvPr/>
          </p:nvSpPr>
          <p:spPr>
            <a:xfrm rot="20803200">
              <a:off x="6580474" y="3425829"/>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6"/>
                    <a:pt x="3705" y="0"/>
                    <a:pt x="8276" y="0"/>
                  </a:cubicBezTo>
                  <a:cubicBezTo>
                    <a:pt x="12847" y="0"/>
                    <a:pt x="16552" y="3706"/>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7918" name="Freeform 17917">
              <a:extLst>
                <a:ext uri="{FF2B5EF4-FFF2-40B4-BE49-F238E27FC236}">
                  <a16:creationId xmlns:a16="http://schemas.microsoft.com/office/drawing/2014/main" id="{6BCE5C39-8525-DEB4-BA33-54417B883B4B}"/>
                </a:ext>
              </a:extLst>
            </p:cNvPr>
            <p:cNvSpPr/>
            <p:nvPr/>
          </p:nvSpPr>
          <p:spPr>
            <a:xfrm rot="20803200">
              <a:off x="6516706" y="3394416"/>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7919" name="Freeform 17918">
              <a:extLst>
                <a:ext uri="{FF2B5EF4-FFF2-40B4-BE49-F238E27FC236}">
                  <a16:creationId xmlns:a16="http://schemas.microsoft.com/office/drawing/2014/main" id="{B1BE3258-E583-C735-1581-F7CCECBA99BA}"/>
                </a:ext>
              </a:extLst>
            </p:cNvPr>
            <p:cNvSpPr/>
            <p:nvPr/>
          </p:nvSpPr>
          <p:spPr>
            <a:xfrm rot="20803200">
              <a:off x="6527234" y="3357710"/>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6"/>
                    <a:pt x="3705" y="0"/>
                    <a:pt x="8276" y="0"/>
                  </a:cubicBezTo>
                  <a:cubicBezTo>
                    <a:pt x="12847" y="0"/>
                    <a:pt x="16552" y="3706"/>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7920" name="Freeform 17919">
              <a:extLst>
                <a:ext uri="{FF2B5EF4-FFF2-40B4-BE49-F238E27FC236}">
                  <a16:creationId xmlns:a16="http://schemas.microsoft.com/office/drawing/2014/main" id="{7E9C326F-A066-AFB5-435A-CAB18D74E199}"/>
                </a:ext>
              </a:extLst>
            </p:cNvPr>
            <p:cNvSpPr/>
            <p:nvPr/>
          </p:nvSpPr>
          <p:spPr>
            <a:xfrm rot="20803200">
              <a:off x="6560697" y="3398823"/>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7921" name="Freeform 17920">
              <a:extLst>
                <a:ext uri="{FF2B5EF4-FFF2-40B4-BE49-F238E27FC236}">
                  <a16:creationId xmlns:a16="http://schemas.microsoft.com/office/drawing/2014/main" id="{3E503B55-8C3B-C6C6-F578-EFB4DB82FFD4}"/>
                </a:ext>
              </a:extLst>
            </p:cNvPr>
            <p:cNvSpPr/>
            <p:nvPr/>
          </p:nvSpPr>
          <p:spPr>
            <a:xfrm rot="20803200">
              <a:off x="6541614" y="3152954"/>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5" y="0"/>
                    <a:pt x="8276" y="0"/>
                  </a:cubicBezTo>
                  <a:cubicBezTo>
                    <a:pt x="12847" y="0"/>
                    <a:pt x="16552" y="3705"/>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7922" name="Freeform 17921">
              <a:extLst>
                <a:ext uri="{FF2B5EF4-FFF2-40B4-BE49-F238E27FC236}">
                  <a16:creationId xmlns:a16="http://schemas.microsoft.com/office/drawing/2014/main" id="{42875E57-7901-AB7F-C0C5-8A13EB35039A}"/>
                </a:ext>
              </a:extLst>
            </p:cNvPr>
            <p:cNvSpPr/>
            <p:nvPr/>
          </p:nvSpPr>
          <p:spPr>
            <a:xfrm rot="20803200">
              <a:off x="6552132" y="3313454"/>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6"/>
                    <a:pt x="3705" y="0"/>
                    <a:pt x="8276" y="0"/>
                  </a:cubicBezTo>
                  <a:cubicBezTo>
                    <a:pt x="12847" y="0"/>
                    <a:pt x="16552" y="3706"/>
                    <a:pt x="16552" y="8276"/>
                  </a:cubicBezTo>
                  <a:close/>
                </a:path>
              </a:pathLst>
            </a:custGeom>
            <a:solidFill>
              <a:srgbClr val="B4E4FA">
                <a:alpha val="70000"/>
              </a:srgbClr>
            </a:solidFill>
            <a:ln w="2249" cap="flat">
              <a:noFill/>
              <a:prstDash val="solid"/>
              <a:miter/>
            </a:ln>
          </p:spPr>
          <p:txBody>
            <a:bodyPr rtlCol="0" anchor="ctr"/>
            <a:lstStyle/>
            <a:p>
              <a:endParaRPr lang="en-US"/>
            </a:p>
          </p:txBody>
        </p:sp>
        <p:sp>
          <p:nvSpPr>
            <p:cNvPr id="17923" name="Freeform 17922">
              <a:extLst>
                <a:ext uri="{FF2B5EF4-FFF2-40B4-BE49-F238E27FC236}">
                  <a16:creationId xmlns:a16="http://schemas.microsoft.com/office/drawing/2014/main" id="{888FF3F0-1BB5-5958-5349-46A1F47B429A}"/>
                </a:ext>
              </a:extLst>
            </p:cNvPr>
            <p:cNvSpPr/>
            <p:nvPr/>
          </p:nvSpPr>
          <p:spPr>
            <a:xfrm>
              <a:off x="6658275" y="3258501"/>
              <a:ext cx="172337" cy="246977"/>
            </a:xfrm>
            <a:custGeom>
              <a:avLst/>
              <a:gdLst>
                <a:gd name="connsiteX0" fmla="*/ 0 w 43719"/>
                <a:gd name="connsiteY0" fmla="*/ 0 h 62655"/>
                <a:gd name="connsiteX1" fmla="*/ 43720 w 43719"/>
                <a:gd name="connsiteY1" fmla="*/ 0 h 62655"/>
                <a:gd name="connsiteX2" fmla="*/ 43720 w 43719"/>
                <a:gd name="connsiteY2" fmla="*/ 62656 h 62655"/>
                <a:gd name="connsiteX3" fmla="*/ 0 w 43719"/>
                <a:gd name="connsiteY3" fmla="*/ 62656 h 62655"/>
              </a:gdLst>
              <a:ahLst/>
              <a:cxnLst>
                <a:cxn ang="0">
                  <a:pos x="connsiteX0" y="connsiteY0"/>
                </a:cxn>
                <a:cxn ang="0">
                  <a:pos x="connsiteX1" y="connsiteY1"/>
                </a:cxn>
                <a:cxn ang="0">
                  <a:pos x="connsiteX2" y="connsiteY2"/>
                </a:cxn>
                <a:cxn ang="0">
                  <a:pos x="connsiteX3" y="connsiteY3"/>
                </a:cxn>
              </a:cxnLst>
              <a:rect l="l" t="t" r="r" b="b"/>
              <a:pathLst>
                <a:path w="43719" h="62655">
                  <a:moveTo>
                    <a:pt x="0" y="0"/>
                  </a:moveTo>
                  <a:lnTo>
                    <a:pt x="43720" y="0"/>
                  </a:lnTo>
                  <a:lnTo>
                    <a:pt x="43720" y="62656"/>
                  </a:lnTo>
                  <a:lnTo>
                    <a:pt x="0" y="62656"/>
                  </a:lnTo>
                  <a:close/>
                </a:path>
              </a:pathLst>
            </a:custGeom>
            <a:solidFill>
              <a:srgbClr val="B4E4FA"/>
            </a:solidFill>
            <a:ln w="2249" cap="flat">
              <a:noFill/>
              <a:prstDash val="solid"/>
              <a:miter/>
            </a:ln>
          </p:spPr>
          <p:txBody>
            <a:bodyPr rtlCol="0" anchor="ctr"/>
            <a:lstStyle/>
            <a:p>
              <a:endParaRPr lang="en-US"/>
            </a:p>
          </p:txBody>
        </p:sp>
        <p:sp>
          <p:nvSpPr>
            <p:cNvPr id="17924" name="Freeform 17923">
              <a:extLst>
                <a:ext uri="{FF2B5EF4-FFF2-40B4-BE49-F238E27FC236}">
                  <a16:creationId xmlns:a16="http://schemas.microsoft.com/office/drawing/2014/main" id="{7C31505B-B059-E949-FF61-E9C35DC0BA87}"/>
                </a:ext>
              </a:extLst>
            </p:cNvPr>
            <p:cNvSpPr/>
            <p:nvPr/>
          </p:nvSpPr>
          <p:spPr>
            <a:xfrm>
              <a:off x="6658275" y="3258501"/>
              <a:ext cx="172337" cy="246977"/>
            </a:xfrm>
            <a:custGeom>
              <a:avLst/>
              <a:gdLst>
                <a:gd name="connsiteX0" fmla="*/ 0 w 43719"/>
                <a:gd name="connsiteY0" fmla="*/ 0 h 62655"/>
                <a:gd name="connsiteX1" fmla="*/ 43720 w 43719"/>
                <a:gd name="connsiteY1" fmla="*/ 0 h 62655"/>
                <a:gd name="connsiteX2" fmla="*/ 43720 w 43719"/>
                <a:gd name="connsiteY2" fmla="*/ 62656 h 62655"/>
                <a:gd name="connsiteX3" fmla="*/ 0 w 43719"/>
                <a:gd name="connsiteY3" fmla="*/ 62656 h 62655"/>
              </a:gdLst>
              <a:ahLst/>
              <a:cxnLst>
                <a:cxn ang="0">
                  <a:pos x="connsiteX0" y="connsiteY0"/>
                </a:cxn>
                <a:cxn ang="0">
                  <a:pos x="connsiteX1" y="connsiteY1"/>
                </a:cxn>
                <a:cxn ang="0">
                  <a:pos x="connsiteX2" y="connsiteY2"/>
                </a:cxn>
                <a:cxn ang="0">
                  <a:pos x="connsiteX3" y="connsiteY3"/>
                </a:cxn>
              </a:cxnLst>
              <a:rect l="l" t="t" r="r" b="b"/>
              <a:pathLst>
                <a:path w="43719" h="62655">
                  <a:moveTo>
                    <a:pt x="0" y="0"/>
                  </a:moveTo>
                  <a:lnTo>
                    <a:pt x="43720" y="0"/>
                  </a:lnTo>
                  <a:lnTo>
                    <a:pt x="43720" y="62656"/>
                  </a:lnTo>
                  <a:lnTo>
                    <a:pt x="0" y="62656"/>
                  </a:lnTo>
                  <a:close/>
                </a:path>
              </a:pathLst>
            </a:custGeom>
            <a:noFill/>
            <a:ln w="4498" cap="flat">
              <a:solidFill>
                <a:srgbClr val="000000"/>
              </a:solidFill>
              <a:prstDash val="solid"/>
              <a:miter/>
            </a:ln>
          </p:spPr>
          <p:txBody>
            <a:bodyPr rtlCol="0" anchor="ctr"/>
            <a:lstStyle/>
            <a:p>
              <a:endParaRPr lang="en-US"/>
            </a:p>
          </p:txBody>
        </p:sp>
        <p:sp>
          <p:nvSpPr>
            <p:cNvPr id="17925" name="Freeform 17924">
              <a:extLst>
                <a:ext uri="{FF2B5EF4-FFF2-40B4-BE49-F238E27FC236}">
                  <a16:creationId xmlns:a16="http://schemas.microsoft.com/office/drawing/2014/main" id="{E2D2A1E1-2B8B-0867-D393-05423E65D623}"/>
                </a:ext>
              </a:extLst>
            </p:cNvPr>
            <p:cNvSpPr/>
            <p:nvPr/>
          </p:nvSpPr>
          <p:spPr>
            <a:xfrm>
              <a:off x="6658275" y="3430571"/>
              <a:ext cx="172337" cy="8861"/>
            </a:xfrm>
            <a:custGeom>
              <a:avLst/>
              <a:gdLst>
                <a:gd name="connsiteX0" fmla="*/ 0 w 43719"/>
                <a:gd name="connsiteY0" fmla="*/ 0 h 2248"/>
                <a:gd name="connsiteX1" fmla="*/ 43720 w 43719"/>
                <a:gd name="connsiteY1" fmla="*/ 0 h 2248"/>
              </a:gdLst>
              <a:ahLst/>
              <a:cxnLst>
                <a:cxn ang="0">
                  <a:pos x="connsiteX0" y="connsiteY0"/>
                </a:cxn>
                <a:cxn ang="0">
                  <a:pos x="connsiteX1" y="connsiteY1"/>
                </a:cxn>
              </a:cxnLst>
              <a:rect l="l" t="t" r="r" b="b"/>
              <a:pathLst>
                <a:path w="43719" h="2248">
                  <a:moveTo>
                    <a:pt x="0" y="0"/>
                  </a:moveTo>
                  <a:lnTo>
                    <a:pt x="43720" y="0"/>
                  </a:lnTo>
                </a:path>
              </a:pathLst>
            </a:custGeom>
            <a:ln w="4498" cap="flat">
              <a:solidFill>
                <a:srgbClr val="000000"/>
              </a:solidFill>
              <a:prstDash val="solid"/>
              <a:round/>
            </a:ln>
          </p:spPr>
          <p:txBody>
            <a:bodyPr rtlCol="0" anchor="ctr"/>
            <a:lstStyle/>
            <a:p>
              <a:endParaRPr lang="en-US"/>
            </a:p>
          </p:txBody>
        </p:sp>
        <p:sp>
          <p:nvSpPr>
            <p:cNvPr id="17926" name="Freeform 17925">
              <a:extLst>
                <a:ext uri="{FF2B5EF4-FFF2-40B4-BE49-F238E27FC236}">
                  <a16:creationId xmlns:a16="http://schemas.microsoft.com/office/drawing/2014/main" id="{C914DE7E-7C3B-81E7-F780-CC098EC1427A}"/>
                </a:ext>
              </a:extLst>
            </p:cNvPr>
            <p:cNvSpPr/>
            <p:nvPr/>
          </p:nvSpPr>
          <p:spPr>
            <a:xfrm>
              <a:off x="7686912" y="1815089"/>
              <a:ext cx="473935" cy="3121130"/>
            </a:xfrm>
            <a:custGeom>
              <a:avLst/>
              <a:gdLst>
                <a:gd name="connsiteX0" fmla="*/ 0 w 120229"/>
                <a:gd name="connsiteY0" fmla="*/ 783807 h 791790"/>
                <a:gd name="connsiteX1" fmla="*/ 0 w 120229"/>
                <a:gd name="connsiteY1" fmla="*/ 791791 h 791790"/>
                <a:gd name="connsiteX2" fmla="*/ 157 w 120229"/>
                <a:gd name="connsiteY2" fmla="*/ 791791 h 791790"/>
                <a:gd name="connsiteX3" fmla="*/ 247 w 120229"/>
                <a:gd name="connsiteY3" fmla="*/ 783807 h 791790"/>
                <a:gd name="connsiteX4" fmla="*/ 382 w 120229"/>
                <a:gd name="connsiteY4" fmla="*/ 775801 h 791790"/>
                <a:gd name="connsiteX5" fmla="*/ 540 w 120229"/>
                <a:gd name="connsiteY5" fmla="*/ 767817 h 791790"/>
                <a:gd name="connsiteX6" fmla="*/ 764 w 120229"/>
                <a:gd name="connsiteY6" fmla="*/ 759811 h 791790"/>
                <a:gd name="connsiteX7" fmla="*/ 1079 w 120229"/>
                <a:gd name="connsiteY7" fmla="*/ 751804 h 791790"/>
                <a:gd name="connsiteX8" fmla="*/ 1507 w 120229"/>
                <a:gd name="connsiteY8" fmla="*/ 743820 h 791790"/>
                <a:gd name="connsiteX9" fmla="*/ 2069 w 120229"/>
                <a:gd name="connsiteY9" fmla="*/ 735814 h 791790"/>
                <a:gd name="connsiteX10" fmla="*/ 2789 w 120229"/>
                <a:gd name="connsiteY10" fmla="*/ 727808 h 791790"/>
                <a:gd name="connsiteX11" fmla="*/ 3711 w 120229"/>
                <a:gd name="connsiteY11" fmla="*/ 719824 h 791790"/>
                <a:gd name="connsiteX12" fmla="*/ 4858 w 120229"/>
                <a:gd name="connsiteY12" fmla="*/ 711818 h 791790"/>
                <a:gd name="connsiteX13" fmla="*/ 6297 w 120229"/>
                <a:gd name="connsiteY13" fmla="*/ 703811 h 791790"/>
                <a:gd name="connsiteX14" fmla="*/ 8028 w 120229"/>
                <a:gd name="connsiteY14" fmla="*/ 695828 h 791790"/>
                <a:gd name="connsiteX15" fmla="*/ 10120 w 120229"/>
                <a:gd name="connsiteY15" fmla="*/ 687821 h 791790"/>
                <a:gd name="connsiteX16" fmla="*/ 12571 w 120229"/>
                <a:gd name="connsiteY16" fmla="*/ 679837 h 791790"/>
                <a:gd name="connsiteX17" fmla="*/ 15428 w 120229"/>
                <a:gd name="connsiteY17" fmla="*/ 671831 h 791790"/>
                <a:gd name="connsiteX18" fmla="*/ 18666 w 120229"/>
                <a:gd name="connsiteY18" fmla="*/ 663825 h 791790"/>
                <a:gd name="connsiteX19" fmla="*/ 22309 w 120229"/>
                <a:gd name="connsiteY19" fmla="*/ 655841 h 791790"/>
                <a:gd name="connsiteX20" fmla="*/ 26313 w 120229"/>
                <a:gd name="connsiteY20" fmla="*/ 647835 h 791790"/>
                <a:gd name="connsiteX21" fmla="*/ 30653 w 120229"/>
                <a:gd name="connsiteY21" fmla="*/ 639829 h 791790"/>
                <a:gd name="connsiteX22" fmla="*/ 35264 w 120229"/>
                <a:gd name="connsiteY22" fmla="*/ 631845 h 791790"/>
                <a:gd name="connsiteX23" fmla="*/ 40099 w 120229"/>
                <a:gd name="connsiteY23" fmla="*/ 623839 h 791790"/>
                <a:gd name="connsiteX24" fmla="*/ 45024 w 120229"/>
                <a:gd name="connsiteY24" fmla="*/ 615855 h 791790"/>
                <a:gd name="connsiteX25" fmla="*/ 50017 w 120229"/>
                <a:gd name="connsiteY25" fmla="*/ 607848 h 791790"/>
                <a:gd name="connsiteX26" fmla="*/ 54919 w 120229"/>
                <a:gd name="connsiteY26" fmla="*/ 599842 h 791790"/>
                <a:gd name="connsiteX27" fmla="*/ 59687 w 120229"/>
                <a:gd name="connsiteY27" fmla="*/ 591858 h 791790"/>
                <a:gd name="connsiteX28" fmla="*/ 64230 w 120229"/>
                <a:gd name="connsiteY28" fmla="*/ 583852 h 791790"/>
                <a:gd name="connsiteX29" fmla="*/ 68458 w 120229"/>
                <a:gd name="connsiteY29" fmla="*/ 575846 h 791790"/>
                <a:gd name="connsiteX30" fmla="*/ 72326 w 120229"/>
                <a:gd name="connsiteY30" fmla="*/ 567862 h 791790"/>
                <a:gd name="connsiteX31" fmla="*/ 75835 w 120229"/>
                <a:gd name="connsiteY31" fmla="*/ 559856 h 791790"/>
                <a:gd name="connsiteX32" fmla="*/ 78983 w 120229"/>
                <a:gd name="connsiteY32" fmla="*/ 551872 h 791790"/>
                <a:gd name="connsiteX33" fmla="*/ 81772 w 120229"/>
                <a:gd name="connsiteY33" fmla="*/ 543866 h 791790"/>
                <a:gd name="connsiteX34" fmla="*/ 84246 w 120229"/>
                <a:gd name="connsiteY34" fmla="*/ 535859 h 791790"/>
                <a:gd name="connsiteX35" fmla="*/ 86495 w 120229"/>
                <a:gd name="connsiteY35" fmla="*/ 527876 h 791790"/>
                <a:gd name="connsiteX36" fmla="*/ 88586 w 120229"/>
                <a:gd name="connsiteY36" fmla="*/ 519869 h 791790"/>
                <a:gd name="connsiteX37" fmla="*/ 90588 w 120229"/>
                <a:gd name="connsiteY37" fmla="*/ 511863 h 791790"/>
                <a:gd name="connsiteX38" fmla="*/ 92589 w 120229"/>
                <a:gd name="connsiteY38" fmla="*/ 503879 h 791790"/>
                <a:gd name="connsiteX39" fmla="*/ 94681 w 120229"/>
                <a:gd name="connsiteY39" fmla="*/ 495873 h 791790"/>
                <a:gd name="connsiteX40" fmla="*/ 96885 w 120229"/>
                <a:gd name="connsiteY40" fmla="*/ 487889 h 791790"/>
                <a:gd name="connsiteX41" fmla="*/ 99246 w 120229"/>
                <a:gd name="connsiteY41" fmla="*/ 479883 h 791790"/>
                <a:gd name="connsiteX42" fmla="*/ 101788 w 120229"/>
                <a:gd name="connsiteY42" fmla="*/ 471876 h 791790"/>
                <a:gd name="connsiteX43" fmla="*/ 104441 w 120229"/>
                <a:gd name="connsiteY43" fmla="*/ 463893 h 791790"/>
                <a:gd name="connsiteX44" fmla="*/ 107163 w 120229"/>
                <a:gd name="connsiteY44" fmla="*/ 455886 h 791790"/>
                <a:gd name="connsiteX45" fmla="*/ 109906 w 120229"/>
                <a:gd name="connsiteY45" fmla="*/ 447880 h 791790"/>
                <a:gd name="connsiteX46" fmla="*/ 112560 w 120229"/>
                <a:gd name="connsiteY46" fmla="*/ 439896 h 791790"/>
                <a:gd name="connsiteX47" fmla="*/ 114989 w 120229"/>
                <a:gd name="connsiteY47" fmla="*/ 431890 h 791790"/>
                <a:gd name="connsiteX48" fmla="*/ 117103 w 120229"/>
                <a:gd name="connsiteY48" fmla="*/ 423906 h 791790"/>
                <a:gd name="connsiteX49" fmla="*/ 118745 w 120229"/>
                <a:gd name="connsiteY49" fmla="*/ 415900 h 791790"/>
                <a:gd name="connsiteX50" fmla="*/ 119824 w 120229"/>
                <a:gd name="connsiteY50" fmla="*/ 407894 h 791790"/>
                <a:gd name="connsiteX51" fmla="*/ 120229 w 120229"/>
                <a:gd name="connsiteY51" fmla="*/ 399910 h 791790"/>
                <a:gd name="connsiteX52" fmla="*/ 119869 w 120229"/>
                <a:gd name="connsiteY52" fmla="*/ 391903 h 791790"/>
                <a:gd name="connsiteX53" fmla="*/ 118722 w 120229"/>
                <a:gd name="connsiteY53" fmla="*/ 383897 h 791790"/>
                <a:gd name="connsiteX54" fmla="*/ 116766 w 120229"/>
                <a:gd name="connsiteY54" fmla="*/ 375913 h 791790"/>
                <a:gd name="connsiteX55" fmla="*/ 113977 w 120229"/>
                <a:gd name="connsiteY55" fmla="*/ 367907 h 791790"/>
                <a:gd name="connsiteX56" fmla="*/ 110424 w 120229"/>
                <a:gd name="connsiteY56" fmla="*/ 359901 h 791790"/>
                <a:gd name="connsiteX57" fmla="*/ 106173 w 120229"/>
                <a:gd name="connsiteY57" fmla="*/ 351917 h 791790"/>
                <a:gd name="connsiteX58" fmla="*/ 101315 w 120229"/>
                <a:gd name="connsiteY58" fmla="*/ 343911 h 791790"/>
                <a:gd name="connsiteX59" fmla="*/ 95963 w 120229"/>
                <a:gd name="connsiteY59" fmla="*/ 335927 h 791790"/>
                <a:gd name="connsiteX60" fmla="*/ 90250 w 120229"/>
                <a:gd name="connsiteY60" fmla="*/ 327921 h 791790"/>
                <a:gd name="connsiteX61" fmla="*/ 84291 w 120229"/>
                <a:gd name="connsiteY61" fmla="*/ 319914 h 791790"/>
                <a:gd name="connsiteX62" fmla="*/ 78241 w 120229"/>
                <a:gd name="connsiteY62" fmla="*/ 311931 h 791790"/>
                <a:gd name="connsiteX63" fmla="*/ 72169 w 120229"/>
                <a:gd name="connsiteY63" fmla="*/ 303924 h 791790"/>
                <a:gd name="connsiteX64" fmla="*/ 66232 w 120229"/>
                <a:gd name="connsiteY64" fmla="*/ 295918 h 791790"/>
                <a:gd name="connsiteX65" fmla="*/ 60519 w 120229"/>
                <a:gd name="connsiteY65" fmla="*/ 287934 h 791790"/>
                <a:gd name="connsiteX66" fmla="*/ 55077 w 120229"/>
                <a:gd name="connsiteY66" fmla="*/ 279928 h 791790"/>
                <a:gd name="connsiteX67" fmla="*/ 49994 w 120229"/>
                <a:gd name="connsiteY67" fmla="*/ 271944 h 791790"/>
                <a:gd name="connsiteX68" fmla="*/ 45294 w 120229"/>
                <a:gd name="connsiteY68" fmla="*/ 263938 h 791790"/>
                <a:gd name="connsiteX69" fmla="*/ 40976 w 120229"/>
                <a:gd name="connsiteY69" fmla="*/ 255931 h 791790"/>
                <a:gd name="connsiteX70" fmla="*/ 37063 w 120229"/>
                <a:gd name="connsiteY70" fmla="*/ 247948 h 791790"/>
                <a:gd name="connsiteX71" fmla="*/ 33532 w 120229"/>
                <a:gd name="connsiteY71" fmla="*/ 239941 h 791790"/>
                <a:gd name="connsiteX72" fmla="*/ 30361 w 120229"/>
                <a:gd name="connsiteY72" fmla="*/ 231935 h 791790"/>
                <a:gd name="connsiteX73" fmla="*/ 27527 w 120229"/>
                <a:gd name="connsiteY73" fmla="*/ 223951 h 791790"/>
                <a:gd name="connsiteX74" fmla="*/ 25008 w 120229"/>
                <a:gd name="connsiteY74" fmla="*/ 215945 h 791790"/>
                <a:gd name="connsiteX75" fmla="*/ 22714 w 120229"/>
                <a:gd name="connsiteY75" fmla="*/ 207961 h 791790"/>
                <a:gd name="connsiteX76" fmla="*/ 20668 w 120229"/>
                <a:gd name="connsiteY76" fmla="*/ 199955 h 791790"/>
                <a:gd name="connsiteX77" fmla="*/ 18778 w 120229"/>
                <a:gd name="connsiteY77" fmla="*/ 191949 h 791790"/>
                <a:gd name="connsiteX78" fmla="*/ 17047 w 120229"/>
                <a:gd name="connsiteY78" fmla="*/ 183965 h 791790"/>
                <a:gd name="connsiteX79" fmla="*/ 15405 w 120229"/>
                <a:gd name="connsiteY79" fmla="*/ 175958 h 791790"/>
                <a:gd name="connsiteX80" fmla="*/ 13898 w 120229"/>
                <a:gd name="connsiteY80" fmla="*/ 167952 h 791790"/>
                <a:gd name="connsiteX81" fmla="*/ 12459 w 120229"/>
                <a:gd name="connsiteY81" fmla="*/ 159968 h 791790"/>
                <a:gd name="connsiteX82" fmla="*/ 11087 w 120229"/>
                <a:gd name="connsiteY82" fmla="*/ 151962 h 791790"/>
                <a:gd name="connsiteX83" fmla="*/ 9783 w 120229"/>
                <a:gd name="connsiteY83" fmla="*/ 143978 h 791790"/>
                <a:gd name="connsiteX84" fmla="*/ 8546 w 120229"/>
                <a:gd name="connsiteY84" fmla="*/ 135972 h 791790"/>
                <a:gd name="connsiteX85" fmla="*/ 7399 w 120229"/>
                <a:gd name="connsiteY85" fmla="*/ 127966 h 791790"/>
                <a:gd name="connsiteX86" fmla="*/ 6342 w 120229"/>
                <a:gd name="connsiteY86" fmla="*/ 119982 h 791790"/>
                <a:gd name="connsiteX87" fmla="*/ 5352 w 120229"/>
                <a:gd name="connsiteY87" fmla="*/ 111976 h 791790"/>
                <a:gd name="connsiteX88" fmla="*/ 4475 w 120229"/>
                <a:gd name="connsiteY88" fmla="*/ 103969 h 791790"/>
                <a:gd name="connsiteX89" fmla="*/ 3688 w 120229"/>
                <a:gd name="connsiteY89" fmla="*/ 95986 h 791790"/>
                <a:gd name="connsiteX90" fmla="*/ 2991 w 120229"/>
                <a:gd name="connsiteY90" fmla="*/ 87979 h 791790"/>
                <a:gd name="connsiteX91" fmla="*/ 2406 w 120229"/>
                <a:gd name="connsiteY91" fmla="*/ 79995 h 791790"/>
                <a:gd name="connsiteX92" fmla="*/ 1889 w 120229"/>
                <a:gd name="connsiteY92" fmla="*/ 71989 h 791790"/>
                <a:gd name="connsiteX93" fmla="*/ 1484 w 120229"/>
                <a:gd name="connsiteY93" fmla="*/ 63983 h 791790"/>
                <a:gd name="connsiteX94" fmla="*/ 1124 w 120229"/>
                <a:gd name="connsiteY94" fmla="*/ 55999 h 791790"/>
                <a:gd name="connsiteX95" fmla="*/ 854 w 120229"/>
                <a:gd name="connsiteY95" fmla="*/ 47993 h 791790"/>
                <a:gd name="connsiteX96" fmla="*/ 629 w 120229"/>
                <a:gd name="connsiteY96" fmla="*/ 39987 h 791790"/>
                <a:gd name="connsiteX97" fmla="*/ 472 w 120229"/>
                <a:gd name="connsiteY97" fmla="*/ 32003 h 791790"/>
                <a:gd name="connsiteX98" fmla="*/ 337 w 120229"/>
                <a:gd name="connsiteY98" fmla="*/ 23996 h 791790"/>
                <a:gd name="connsiteX99" fmla="*/ 225 w 120229"/>
                <a:gd name="connsiteY99" fmla="*/ 16013 h 791790"/>
                <a:gd name="connsiteX100" fmla="*/ 157 w 120229"/>
                <a:gd name="connsiteY100" fmla="*/ 8006 h 791790"/>
                <a:gd name="connsiteX101" fmla="*/ 112 w 120229"/>
                <a:gd name="connsiteY101" fmla="*/ 0 h 791790"/>
                <a:gd name="connsiteX102" fmla="*/ 0 w 120229"/>
                <a:gd name="connsiteY102" fmla="*/ 0 h 791790"/>
                <a:gd name="connsiteX103" fmla="*/ 0 w 120229"/>
                <a:gd name="connsiteY103" fmla="*/ 8006 h 791790"/>
                <a:gd name="connsiteX104" fmla="*/ 0 w 120229"/>
                <a:gd name="connsiteY104" fmla="*/ 16013 h 791790"/>
                <a:gd name="connsiteX105" fmla="*/ 0 w 120229"/>
                <a:gd name="connsiteY105" fmla="*/ 23996 h 791790"/>
                <a:gd name="connsiteX106" fmla="*/ 0 w 120229"/>
                <a:gd name="connsiteY106" fmla="*/ 32003 h 791790"/>
                <a:gd name="connsiteX107" fmla="*/ 0 w 120229"/>
                <a:gd name="connsiteY107" fmla="*/ 39987 h 791790"/>
                <a:gd name="connsiteX108" fmla="*/ 0 w 120229"/>
                <a:gd name="connsiteY108" fmla="*/ 47993 h 791790"/>
                <a:gd name="connsiteX109" fmla="*/ 0 w 120229"/>
                <a:gd name="connsiteY109" fmla="*/ 55999 h 791790"/>
                <a:gd name="connsiteX110" fmla="*/ 0 w 120229"/>
                <a:gd name="connsiteY110" fmla="*/ 63983 h 791790"/>
                <a:gd name="connsiteX111" fmla="*/ 0 w 120229"/>
                <a:gd name="connsiteY111" fmla="*/ 71989 h 791790"/>
                <a:gd name="connsiteX112" fmla="*/ 0 w 120229"/>
                <a:gd name="connsiteY112" fmla="*/ 79995 h 791790"/>
                <a:gd name="connsiteX113" fmla="*/ 0 w 120229"/>
                <a:gd name="connsiteY113" fmla="*/ 87979 h 791790"/>
                <a:gd name="connsiteX114" fmla="*/ 0 w 120229"/>
                <a:gd name="connsiteY114" fmla="*/ 95986 h 791790"/>
                <a:gd name="connsiteX115" fmla="*/ 0 w 120229"/>
                <a:gd name="connsiteY115" fmla="*/ 103969 h 791790"/>
                <a:gd name="connsiteX116" fmla="*/ 0 w 120229"/>
                <a:gd name="connsiteY116" fmla="*/ 111976 h 791790"/>
                <a:gd name="connsiteX117" fmla="*/ 0 w 120229"/>
                <a:gd name="connsiteY117" fmla="*/ 119982 h 791790"/>
                <a:gd name="connsiteX118" fmla="*/ 0 w 120229"/>
                <a:gd name="connsiteY118" fmla="*/ 127966 h 791790"/>
                <a:gd name="connsiteX119" fmla="*/ 0 w 120229"/>
                <a:gd name="connsiteY119" fmla="*/ 135972 h 791790"/>
                <a:gd name="connsiteX120" fmla="*/ 0 w 120229"/>
                <a:gd name="connsiteY120" fmla="*/ 143978 h 791790"/>
                <a:gd name="connsiteX121" fmla="*/ 0 w 120229"/>
                <a:gd name="connsiteY121" fmla="*/ 151962 h 791790"/>
                <a:gd name="connsiteX122" fmla="*/ 0 w 120229"/>
                <a:gd name="connsiteY122" fmla="*/ 159968 h 791790"/>
                <a:gd name="connsiteX123" fmla="*/ 0 w 120229"/>
                <a:gd name="connsiteY123" fmla="*/ 167952 h 791790"/>
                <a:gd name="connsiteX124" fmla="*/ 0 w 120229"/>
                <a:gd name="connsiteY124" fmla="*/ 175958 h 791790"/>
                <a:gd name="connsiteX125" fmla="*/ 0 w 120229"/>
                <a:gd name="connsiteY125" fmla="*/ 183965 h 791790"/>
                <a:gd name="connsiteX126" fmla="*/ 0 w 120229"/>
                <a:gd name="connsiteY126" fmla="*/ 191949 h 791790"/>
                <a:gd name="connsiteX127" fmla="*/ 0 w 120229"/>
                <a:gd name="connsiteY127" fmla="*/ 199955 h 791790"/>
                <a:gd name="connsiteX128" fmla="*/ 0 w 120229"/>
                <a:gd name="connsiteY128" fmla="*/ 207961 h 791790"/>
                <a:gd name="connsiteX129" fmla="*/ 0 w 120229"/>
                <a:gd name="connsiteY129" fmla="*/ 215945 h 791790"/>
                <a:gd name="connsiteX130" fmla="*/ 0 w 120229"/>
                <a:gd name="connsiteY130" fmla="*/ 223951 h 791790"/>
                <a:gd name="connsiteX131" fmla="*/ 0 w 120229"/>
                <a:gd name="connsiteY131" fmla="*/ 231935 h 791790"/>
                <a:gd name="connsiteX132" fmla="*/ 0 w 120229"/>
                <a:gd name="connsiteY132" fmla="*/ 239941 h 791790"/>
                <a:gd name="connsiteX133" fmla="*/ 0 w 120229"/>
                <a:gd name="connsiteY133" fmla="*/ 247948 h 791790"/>
                <a:gd name="connsiteX134" fmla="*/ 0 w 120229"/>
                <a:gd name="connsiteY134" fmla="*/ 255931 h 791790"/>
                <a:gd name="connsiteX135" fmla="*/ 0 w 120229"/>
                <a:gd name="connsiteY135" fmla="*/ 263938 h 791790"/>
                <a:gd name="connsiteX136" fmla="*/ 0 w 120229"/>
                <a:gd name="connsiteY136" fmla="*/ 271944 h 791790"/>
                <a:gd name="connsiteX137" fmla="*/ 0 w 120229"/>
                <a:gd name="connsiteY137" fmla="*/ 279928 h 791790"/>
                <a:gd name="connsiteX138" fmla="*/ 0 w 120229"/>
                <a:gd name="connsiteY138" fmla="*/ 287934 h 791790"/>
                <a:gd name="connsiteX139" fmla="*/ 0 w 120229"/>
                <a:gd name="connsiteY139" fmla="*/ 295918 h 791790"/>
                <a:gd name="connsiteX140" fmla="*/ 0 w 120229"/>
                <a:gd name="connsiteY140" fmla="*/ 303924 h 791790"/>
                <a:gd name="connsiteX141" fmla="*/ 0 w 120229"/>
                <a:gd name="connsiteY141" fmla="*/ 311931 h 791790"/>
                <a:gd name="connsiteX142" fmla="*/ 0 w 120229"/>
                <a:gd name="connsiteY142" fmla="*/ 319914 h 791790"/>
                <a:gd name="connsiteX143" fmla="*/ 0 w 120229"/>
                <a:gd name="connsiteY143" fmla="*/ 327921 h 791790"/>
                <a:gd name="connsiteX144" fmla="*/ 0 w 120229"/>
                <a:gd name="connsiteY144" fmla="*/ 335927 h 791790"/>
                <a:gd name="connsiteX145" fmla="*/ 0 w 120229"/>
                <a:gd name="connsiteY145" fmla="*/ 343911 h 791790"/>
                <a:gd name="connsiteX146" fmla="*/ 0 w 120229"/>
                <a:gd name="connsiteY146" fmla="*/ 351917 h 791790"/>
                <a:gd name="connsiteX147" fmla="*/ 0 w 120229"/>
                <a:gd name="connsiteY147" fmla="*/ 359901 h 791790"/>
                <a:gd name="connsiteX148" fmla="*/ 0 w 120229"/>
                <a:gd name="connsiteY148" fmla="*/ 367907 h 791790"/>
                <a:gd name="connsiteX149" fmla="*/ 0 w 120229"/>
                <a:gd name="connsiteY149" fmla="*/ 375913 h 791790"/>
                <a:gd name="connsiteX150" fmla="*/ 0 w 120229"/>
                <a:gd name="connsiteY150" fmla="*/ 383897 h 791790"/>
                <a:gd name="connsiteX151" fmla="*/ 0 w 120229"/>
                <a:gd name="connsiteY151" fmla="*/ 391903 h 791790"/>
                <a:gd name="connsiteX152" fmla="*/ 0 w 120229"/>
                <a:gd name="connsiteY152" fmla="*/ 399910 h 791790"/>
                <a:gd name="connsiteX153" fmla="*/ 0 w 120229"/>
                <a:gd name="connsiteY153" fmla="*/ 407894 h 791790"/>
                <a:gd name="connsiteX154" fmla="*/ 0 w 120229"/>
                <a:gd name="connsiteY154" fmla="*/ 415900 h 791790"/>
                <a:gd name="connsiteX155" fmla="*/ 0 w 120229"/>
                <a:gd name="connsiteY155" fmla="*/ 423906 h 791790"/>
                <a:gd name="connsiteX156" fmla="*/ 0 w 120229"/>
                <a:gd name="connsiteY156" fmla="*/ 431890 h 791790"/>
                <a:gd name="connsiteX157" fmla="*/ 0 w 120229"/>
                <a:gd name="connsiteY157" fmla="*/ 439896 h 791790"/>
                <a:gd name="connsiteX158" fmla="*/ 0 w 120229"/>
                <a:gd name="connsiteY158" fmla="*/ 447880 h 791790"/>
                <a:gd name="connsiteX159" fmla="*/ 0 w 120229"/>
                <a:gd name="connsiteY159" fmla="*/ 455886 h 791790"/>
                <a:gd name="connsiteX160" fmla="*/ 0 w 120229"/>
                <a:gd name="connsiteY160" fmla="*/ 463893 h 791790"/>
                <a:gd name="connsiteX161" fmla="*/ 0 w 120229"/>
                <a:gd name="connsiteY161" fmla="*/ 471876 h 791790"/>
                <a:gd name="connsiteX162" fmla="*/ 0 w 120229"/>
                <a:gd name="connsiteY162" fmla="*/ 479883 h 791790"/>
                <a:gd name="connsiteX163" fmla="*/ 0 w 120229"/>
                <a:gd name="connsiteY163" fmla="*/ 487889 h 791790"/>
                <a:gd name="connsiteX164" fmla="*/ 0 w 120229"/>
                <a:gd name="connsiteY164" fmla="*/ 495873 h 791790"/>
                <a:gd name="connsiteX165" fmla="*/ 0 w 120229"/>
                <a:gd name="connsiteY165" fmla="*/ 503879 h 791790"/>
                <a:gd name="connsiteX166" fmla="*/ 0 w 120229"/>
                <a:gd name="connsiteY166" fmla="*/ 511863 h 791790"/>
                <a:gd name="connsiteX167" fmla="*/ 0 w 120229"/>
                <a:gd name="connsiteY167" fmla="*/ 519869 h 791790"/>
                <a:gd name="connsiteX168" fmla="*/ 0 w 120229"/>
                <a:gd name="connsiteY168" fmla="*/ 527876 h 791790"/>
                <a:gd name="connsiteX169" fmla="*/ 0 w 120229"/>
                <a:gd name="connsiteY169" fmla="*/ 535859 h 791790"/>
                <a:gd name="connsiteX170" fmla="*/ 0 w 120229"/>
                <a:gd name="connsiteY170" fmla="*/ 543866 h 791790"/>
                <a:gd name="connsiteX171" fmla="*/ 0 w 120229"/>
                <a:gd name="connsiteY171" fmla="*/ 551872 h 791790"/>
                <a:gd name="connsiteX172" fmla="*/ 0 w 120229"/>
                <a:gd name="connsiteY172" fmla="*/ 559856 h 791790"/>
                <a:gd name="connsiteX173" fmla="*/ 0 w 120229"/>
                <a:gd name="connsiteY173" fmla="*/ 567862 h 791790"/>
                <a:gd name="connsiteX174" fmla="*/ 0 w 120229"/>
                <a:gd name="connsiteY174" fmla="*/ 575846 h 791790"/>
                <a:gd name="connsiteX175" fmla="*/ 0 w 120229"/>
                <a:gd name="connsiteY175" fmla="*/ 583852 h 791790"/>
                <a:gd name="connsiteX176" fmla="*/ 0 w 120229"/>
                <a:gd name="connsiteY176" fmla="*/ 591858 h 791790"/>
                <a:gd name="connsiteX177" fmla="*/ 0 w 120229"/>
                <a:gd name="connsiteY177" fmla="*/ 599842 h 791790"/>
                <a:gd name="connsiteX178" fmla="*/ 0 w 120229"/>
                <a:gd name="connsiteY178" fmla="*/ 607848 h 791790"/>
                <a:gd name="connsiteX179" fmla="*/ 0 w 120229"/>
                <a:gd name="connsiteY179" fmla="*/ 615855 h 791790"/>
                <a:gd name="connsiteX180" fmla="*/ 0 w 120229"/>
                <a:gd name="connsiteY180" fmla="*/ 623839 h 791790"/>
                <a:gd name="connsiteX181" fmla="*/ 0 w 120229"/>
                <a:gd name="connsiteY181" fmla="*/ 631845 h 791790"/>
                <a:gd name="connsiteX182" fmla="*/ 0 w 120229"/>
                <a:gd name="connsiteY182" fmla="*/ 639829 h 791790"/>
                <a:gd name="connsiteX183" fmla="*/ 0 w 120229"/>
                <a:gd name="connsiteY183" fmla="*/ 647835 h 791790"/>
                <a:gd name="connsiteX184" fmla="*/ 0 w 120229"/>
                <a:gd name="connsiteY184" fmla="*/ 655841 h 791790"/>
                <a:gd name="connsiteX185" fmla="*/ 0 w 120229"/>
                <a:gd name="connsiteY185" fmla="*/ 663825 h 791790"/>
                <a:gd name="connsiteX186" fmla="*/ 0 w 120229"/>
                <a:gd name="connsiteY186" fmla="*/ 671831 h 791790"/>
                <a:gd name="connsiteX187" fmla="*/ 0 w 120229"/>
                <a:gd name="connsiteY187" fmla="*/ 679837 h 791790"/>
                <a:gd name="connsiteX188" fmla="*/ 0 w 120229"/>
                <a:gd name="connsiteY188" fmla="*/ 687821 h 791790"/>
                <a:gd name="connsiteX189" fmla="*/ 0 w 120229"/>
                <a:gd name="connsiteY189" fmla="*/ 695828 h 791790"/>
                <a:gd name="connsiteX190" fmla="*/ 0 w 120229"/>
                <a:gd name="connsiteY190" fmla="*/ 703811 h 791790"/>
                <a:gd name="connsiteX191" fmla="*/ 0 w 120229"/>
                <a:gd name="connsiteY191" fmla="*/ 711818 h 791790"/>
                <a:gd name="connsiteX192" fmla="*/ 0 w 120229"/>
                <a:gd name="connsiteY192" fmla="*/ 719824 h 791790"/>
                <a:gd name="connsiteX193" fmla="*/ 0 w 120229"/>
                <a:gd name="connsiteY193" fmla="*/ 727808 h 791790"/>
                <a:gd name="connsiteX194" fmla="*/ 0 w 120229"/>
                <a:gd name="connsiteY194" fmla="*/ 735814 h 791790"/>
                <a:gd name="connsiteX195" fmla="*/ 0 w 120229"/>
                <a:gd name="connsiteY195" fmla="*/ 743820 h 791790"/>
                <a:gd name="connsiteX196" fmla="*/ 0 w 120229"/>
                <a:gd name="connsiteY196" fmla="*/ 751804 h 791790"/>
                <a:gd name="connsiteX197" fmla="*/ 0 w 120229"/>
                <a:gd name="connsiteY197" fmla="*/ 759811 h 791790"/>
                <a:gd name="connsiteX198" fmla="*/ 0 w 120229"/>
                <a:gd name="connsiteY198" fmla="*/ 767817 h 791790"/>
                <a:gd name="connsiteX199" fmla="*/ 0 w 120229"/>
                <a:gd name="connsiteY199" fmla="*/ 775801 h 791790"/>
                <a:gd name="connsiteX200" fmla="*/ 0 w 120229"/>
                <a:gd name="connsiteY200" fmla="*/ 783807 h 791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120229" h="791790">
                  <a:moveTo>
                    <a:pt x="0" y="783807"/>
                  </a:moveTo>
                  <a:lnTo>
                    <a:pt x="0" y="791791"/>
                  </a:lnTo>
                  <a:lnTo>
                    <a:pt x="157" y="791791"/>
                  </a:lnTo>
                  <a:lnTo>
                    <a:pt x="247" y="783807"/>
                  </a:lnTo>
                  <a:lnTo>
                    <a:pt x="382" y="775801"/>
                  </a:lnTo>
                  <a:lnTo>
                    <a:pt x="540" y="767817"/>
                  </a:lnTo>
                  <a:lnTo>
                    <a:pt x="764" y="759811"/>
                  </a:lnTo>
                  <a:lnTo>
                    <a:pt x="1079" y="751804"/>
                  </a:lnTo>
                  <a:lnTo>
                    <a:pt x="1507" y="743820"/>
                  </a:lnTo>
                  <a:lnTo>
                    <a:pt x="2069" y="735814"/>
                  </a:lnTo>
                  <a:lnTo>
                    <a:pt x="2789" y="727808"/>
                  </a:lnTo>
                  <a:lnTo>
                    <a:pt x="3711" y="719824"/>
                  </a:lnTo>
                  <a:lnTo>
                    <a:pt x="4858" y="711818"/>
                  </a:lnTo>
                  <a:lnTo>
                    <a:pt x="6297" y="703811"/>
                  </a:lnTo>
                  <a:lnTo>
                    <a:pt x="8028" y="695828"/>
                  </a:lnTo>
                  <a:lnTo>
                    <a:pt x="10120" y="687821"/>
                  </a:lnTo>
                  <a:lnTo>
                    <a:pt x="12571" y="679837"/>
                  </a:lnTo>
                  <a:lnTo>
                    <a:pt x="15428" y="671831"/>
                  </a:lnTo>
                  <a:lnTo>
                    <a:pt x="18666" y="663825"/>
                  </a:lnTo>
                  <a:lnTo>
                    <a:pt x="22309" y="655841"/>
                  </a:lnTo>
                  <a:lnTo>
                    <a:pt x="26313" y="647835"/>
                  </a:lnTo>
                  <a:lnTo>
                    <a:pt x="30653" y="639829"/>
                  </a:lnTo>
                  <a:lnTo>
                    <a:pt x="35264" y="631845"/>
                  </a:lnTo>
                  <a:lnTo>
                    <a:pt x="40099" y="623839"/>
                  </a:lnTo>
                  <a:lnTo>
                    <a:pt x="45024" y="615855"/>
                  </a:lnTo>
                  <a:lnTo>
                    <a:pt x="50017" y="607848"/>
                  </a:lnTo>
                  <a:lnTo>
                    <a:pt x="54919" y="599842"/>
                  </a:lnTo>
                  <a:lnTo>
                    <a:pt x="59687" y="591858"/>
                  </a:lnTo>
                  <a:lnTo>
                    <a:pt x="64230" y="583852"/>
                  </a:lnTo>
                  <a:lnTo>
                    <a:pt x="68458" y="575846"/>
                  </a:lnTo>
                  <a:lnTo>
                    <a:pt x="72326" y="567862"/>
                  </a:lnTo>
                  <a:lnTo>
                    <a:pt x="75835" y="559856"/>
                  </a:lnTo>
                  <a:lnTo>
                    <a:pt x="78983" y="551872"/>
                  </a:lnTo>
                  <a:lnTo>
                    <a:pt x="81772" y="543866"/>
                  </a:lnTo>
                  <a:lnTo>
                    <a:pt x="84246" y="535859"/>
                  </a:lnTo>
                  <a:lnTo>
                    <a:pt x="86495" y="527876"/>
                  </a:lnTo>
                  <a:lnTo>
                    <a:pt x="88586" y="519869"/>
                  </a:lnTo>
                  <a:lnTo>
                    <a:pt x="90588" y="511863"/>
                  </a:lnTo>
                  <a:lnTo>
                    <a:pt x="92589" y="503879"/>
                  </a:lnTo>
                  <a:lnTo>
                    <a:pt x="94681" y="495873"/>
                  </a:lnTo>
                  <a:lnTo>
                    <a:pt x="96885" y="487889"/>
                  </a:lnTo>
                  <a:lnTo>
                    <a:pt x="99246" y="479883"/>
                  </a:lnTo>
                  <a:lnTo>
                    <a:pt x="101788" y="471876"/>
                  </a:lnTo>
                  <a:lnTo>
                    <a:pt x="104441" y="463893"/>
                  </a:lnTo>
                  <a:lnTo>
                    <a:pt x="107163" y="455886"/>
                  </a:lnTo>
                  <a:lnTo>
                    <a:pt x="109906" y="447880"/>
                  </a:lnTo>
                  <a:lnTo>
                    <a:pt x="112560" y="439896"/>
                  </a:lnTo>
                  <a:lnTo>
                    <a:pt x="114989" y="431890"/>
                  </a:lnTo>
                  <a:lnTo>
                    <a:pt x="117103" y="423906"/>
                  </a:lnTo>
                  <a:lnTo>
                    <a:pt x="118745" y="415900"/>
                  </a:lnTo>
                  <a:lnTo>
                    <a:pt x="119824" y="407894"/>
                  </a:lnTo>
                  <a:lnTo>
                    <a:pt x="120229" y="399910"/>
                  </a:lnTo>
                  <a:lnTo>
                    <a:pt x="119869" y="391903"/>
                  </a:lnTo>
                  <a:lnTo>
                    <a:pt x="118722" y="383897"/>
                  </a:lnTo>
                  <a:lnTo>
                    <a:pt x="116766" y="375913"/>
                  </a:lnTo>
                  <a:lnTo>
                    <a:pt x="113977" y="367907"/>
                  </a:lnTo>
                  <a:lnTo>
                    <a:pt x="110424" y="359901"/>
                  </a:lnTo>
                  <a:lnTo>
                    <a:pt x="106173" y="351917"/>
                  </a:lnTo>
                  <a:lnTo>
                    <a:pt x="101315" y="343911"/>
                  </a:lnTo>
                  <a:lnTo>
                    <a:pt x="95963" y="335927"/>
                  </a:lnTo>
                  <a:lnTo>
                    <a:pt x="90250" y="327921"/>
                  </a:lnTo>
                  <a:lnTo>
                    <a:pt x="84291" y="319914"/>
                  </a:lnTo>
                  <a:lnTo>
                    <a:pt x="78241" y="311931"/>
                  </a:lnTo>
                  <a:lnTo>
                    <a:pt x="72169" y="303924"/>
                  </a:lnTo>
                  <a:lnTo>
                    <a:pt x="66232" y="295918"/>
                  </a:lnTo>
                  <a:lnTo>
                    <a:pt x="60519" y="287934"/>
                  </a:lnTo>
                  <a:lnTo>
                    <a:pt x="55077" y="279928"/>
                  </a:lnTo>
                  <a:lnTo>
                    <a:pt x="49994" y="271944"/>
                  </a:lnTo>
                  <a:lnTo>
                    <a:pt x="45294" y="263938"/>
                  </a:lnTo>
                  <a:lnTo>
                    <a:pt x="40976" y="255931"/>
                  </a:lnTo>
                  <a:lnTo>
                    <a:pt x="37063" y="247948"/>
                  </a:lnTo>
                  <a:lnTo>
                    <a:pt x="33532" y="239941"/>
                  </a:lnTo>
                  <a:lnTo>
                    <a:pt x="30361" y="231935"/>
                  </a:lnTo>
                  <a:lnTo>
                    <a:pt x="27527" y="223951"/>
                  </a:lnTo>
                  <a:lnTo>
                    <a:pt x="25008" y="215945"/>
                  </a:lnTo>
                  <a:lnTo>
                    <a:pt x="22714" y="207961"/>
                  </a:lnTo>
                  <a:lnTo>
                    <a:pt x="20668" y="199955"/>
                  </a:lnTo>
                  <a:lnTo>
                    <a:pt x="18778" y="191949"/>
                  </a:lnTo>
                  <a:lnTo>
                    <a:pt x="17047" y="183965"/>
                  </a:lnTo>
                  <a:lnTo>
                    <a:pt x="15405" y="175958"/>
                  </a:lnTo>
                  <a:lnTo>
                    <a:pt x="13898" y="167952"/>
                  </a:lnTo>
                  <a:lnTo>
                    <a:pt x="12459" y="159968"/>
                  </a:lnTo>
                  <a:lnTo>
                    <a:pt x="11087" y="151962"/>
                  </a:lnTo>
                  <a:lnTo>
                    <a:pt x="9783" y="143978"/>
                  </a:lnTo>
                  <a:lnTo>
                    <a:pt x="8546" y="135972"/>
                  </a:lnTo>
                  <a:lnTo>
                    <a:pt x="7399" y="127966"/>
                  </a:lnTo>
                  <a:lnTo>
                    <a:pt x="6342" y="119982"/>
                  </a:lnTo>
                  <a:lnTo>
                    <a:pt x="5352" y="111976"/>
                  </a:lnTo>
                  <a:lnTo>
                    <a:pt x="4475" y="103969"/>
                  </a:lnTo>
                  <a:lnTo>
                    <a:pt x="3688" y="95986"/>
                  </a:lnTo>
                  <a:lnTo>
                    <a:pt x="2991" y="87979"/>
                  </a:lnTo>
                  <a:lnTo>
                    <a:pt x="2406" y="79995"/>
                  </a:lnTo>
                  <a:lnTo>
                    <a:pt x="1889" y="71989"/>
                  </a:lnTo>
                  <a:lnTo>
                    <a:pt x="1484" y="63983"/>
                  </a:lnTo>
                  <a:lnTo>
                    <a:pt x="1124" y="55999"/>
                  </a:lnTo>
                  <a:lnTo>
                    <a:pt x="854" y="47993"/>
                  </a:lnTo>
                  <a:lnTo>
                    <a:pt x="629" y="39987"/>
                  </a:lnTo>
                  <a:lnTo>
                    <a:pt x="472" y="32003"/>
                  </a:lnTo>
                  <a:lnTo>
                    <a:pt x="337" y="23996"/>
                  </a:lnTo>
                  <a:lnTo>
                    <a:pt x="225" y="16013"/>
                  </a:lnTo>
                  <a:lnTo>
                    <a:pt x="157" y="8006"/>
                  </a:lnTo>
                  <a:lnTo>
                    <a:pt x="112" y="0"/>
                  </a:lnTo>
                  <a:lnTo>
                    <a:pt x="0" y="0"/>
                  </a:lnTo>
                  <a:lnTo>
                    <a:pt x="0" y="8006"/>
                  </a:lnTo>
                  <a:lnTo>
                    <a:pt x="0" y="16013"/>
                  </a:lnTo>
                  <a:lnTo>
                    <a:pt x="0" y="23996"/>
                  </a:lnTo>
                  <a:lnTo>
                    <a:pt x="0" y="32003"/>
                  </a:lnTo>
                  <a:lnTo>
                    <a:pt x="0" y="39987"/>
                  </a:lnTo>
                  <a:lnTo>
                    <a:pt x="0" y="47993"/>
                  </a:lnTo>
                  <a:lnTo>
                    <a:pt x="0" y="55999"/>
                  </a:lnTo>
                  <a:lnTo>
                    <a:pt x="0" y="63983"/>
                  </a:lnTo>
                  <a:lnTo>
                    <a:pt x="0" y="71989"/>
                  </a:lnTo>
                  <a:lnTo>
                    <a:pt x="0" y="79995"/>
                  </a:lnTo>
                  <a:lnTo>
                    <a:pt x="0" y="87979"/>
                  </a:lnTo>
                  <a:lnTo>
                    <a:pt x="0" y="95986"/>
                  </a:lnTo>
                  <a:lnTo>
                    <a:pt x="0" y="103969"/>
                  </a:lnTo>
                  <a:lnTo>
                    <a:pt x="0" y="111976"/>
                  </a:lnTo>
                  <a:lnTo>
                    <a:pt x="0" y="119982"/>
                  </a:lnTo>
                  <a:lnTo>
                    <a:pt x="0" y="127966"/>
                  </a:lnTo>
                  <a:lnTo>
                    <a:pt x="0" y="135972"/>
                  </a:lnTo>
                  <a:lnTo>
                    <a:pt x="0" y="143978"/>
                  </a:lnTo>
                  <a:lnTo>
                    <a:pt x="0" y="151962"/>
                  </a:lnTo>
                  <a:lnTo>
                    <a:pt x="0" y="159968"/>
                  </a:lnTo>
                  <a:lnTo>
                    <a:pt x="0" y="167952"/>
                  </a:lnTo>
                  <a:lnTo>
                    <a:pt x="0" y="175958"/>
                  </a:lnTo>
                  <a:lnTo>
                    <a:pt x="0" y="183965"/>
                  </a:lnTo>
                  <a:lnTo>
                    <a:pt x="0" y="191949"/>
                  </a:lnTo>
                  <a:lnTo>
                    <a:pt x="0" y="199955"/>
                  </a:lnTo>
                  <a:lnTo>
                    <a:pt x="0" y="207961"/>
                  </a:lnTo>
                  <a:lnTo>
                    <a:pt x="0" y="215945"/>
                  </a:lnTo>
                  <a:lnTo>
                    <a:pt x="0" y="223951"/>
                  </a:lnTo>
                  <a:lnTo>
                    <a:pt x="0" y="231935"/>
                  </a:lnTo>
                  <a:lnTo>
                    <a:pt x="0" y="239941"/>
                  </a:lnTo>
                  <a:lnTo>
                    <a:pt x="0" y="247948"/>
                  </a:lnTo>
                  <a:lnTo>
                    <a:pt x="0" y="255931"/>
                  </a:lnTo>
                  <a:lnTo>
                    <a:pt x="0" y="263938"/>
                  </a:lnTo>
                  <a:lnTo>
                    <a:pt x="0" y="271944"/>
                  </a:lnTo>
                  <a:lnTo>
                    <a:pt x="0" y="279928"/>
                  </a:lnTo>
                  <a:lnTo>
                    <a:pt x="0" y="287934"/>
                  </a:lnTo>
                  <a:lnTo>
                    <a:pt x="0" y="295918"/>
                  </a:lnTo>
                  <a:lnTo>
                    <a:pt x="0" y="303924"/>
                  </a:lnTo>
                  <a:lnTo>
                    <a:pt x="0" y="311931"/>
                  </a:lnTo>
                  <a:lnTo>
                    <a:pt x="0" y="319914"/>
                  </a:lnTo>
                  <a:lnTo>
                    <a:pt x="0" y="327921"/>
                  </a:lnTo>
                  <a:lnTo>
                    <a:pt x="0" y="335927"/>
                  </a:lnTo>
                  <a:lnTo>
                    <a:pt x="0" y="343911"/>
                  </a:lnTo>
                  <a:lnTo>
                    <a:pt x="0" y="351917"/>
                  </a:lnTo>
                  <a:lnTo>
                    <a:pt x="0" y="359901"/>
                  </a:lnTo>
                  <a:lnTo>
                    <a:pt x="0" y="367907"/>
                  </a:lnTo>
                  <a:lnTo>
                    <a:pt x="0" y="375913"/>
                  </a:lnTo>
                  <a:lnTo>
                    <a:pt x="0" y="383897"/>
                  </a:lnTo>
                  <a:lnTo>
                    <a:pt x="0" y="391903"/>
                  </a:lnTo>
                  <a:lnTo>
                    <a:pt x="0" y="399910"/>
                  </a:lnTo>
                  <a:lnTo>
                    <a:pt x="0" y="407894"/>
                  </a:lnTo>
                  <a:lnTo>
                    <a:pt x="0" y="415900"/>
                  </a:lnTo>
                  <a:lnTo>
                    <a:pt x="0" y="423906"/>
                  </a:lnTo>
                  <a:lnTo>
                    <a:pt x="0" y="431890"/>
                  </a:lnTo>
                  <a:lnTo>
                    <a:pt x="0" y="439896"/>
                  </a:lnTo>
                  <a:lnTo>
                    <a:pt x="0" y="447880"/>
                  </a:lnTo>
                  <a:lnTo>
                    <a:pt x="0" y="455886"/>
                  </a:lnTo>
                  <a:lnTo>
                    <a:pt x="0" y="463893"/>
                  </a:lnTo>
                  <a:lnTo>
                    <a:pt x="0" y="471876"/>
                  </a:lnTo>
                  <a:lnTo>
                    <a:pt x="0" y="479883"/>
                  </a:lnTo>
                  <a:lnTo>
                    <a:pt x="0" y="487889"/>
                  </a:lnTo>
                  <a:lnTo>
                    <a:pt x="0" y="495873"/>
                  </a:lnTo>
                  <a:lnTo>
                    <a:pt x="0" y="503879"/>
                  </a:lnTo>
                  <a:lnTo>
                    <a:pt x="0" y="511863"/>
                  </a:lnTo>
                  <a:lnTo>
                    <a:pt x="0" y="519869"/>
                  </a:lnTo>
                  <a:lnTo>
                    <a:pt x="0" y="527876"/>
                  </a:lnTo>
                  <a:lnTo>
                    <a:pt x="0" y="535859"/>
                  </a:lnTo>
                  <a:lnTo>
                    <a:pt x="0" y="543866"/>
                  </a:lnTo>
                  <a:lnTo>
                    <a:pt x="0" y="551872"/>
                  </a:lnTo>
                  <a:lnTo>
                    <a:pt x="0" y="559856"/>
                  </a:lnTo>
                  <a:lnTo>
                    <a:pt x="0" y="567862"/>
                  </a:lnTo>
                  <a:lnTo>
                    <a:pt x="0" y="575846"/>
                  </a:lnTo>
                  <a:lnTo>
                    <a:pt x="0" y="583852"/>
                  </a:lnTo>
                  <a:lnTo>
                    <a:pt x="0" y="591858"/>
                  </a:lnTo>
                  <a:lnTo>
                    <a:pt x="0" y="599842"/>
                  </a:lnTo>
                  <a:lnTo>
                    <a:pt x="0" y="607848"/>
                  </a:lnTo>
                  <a:lnTo>
                    <a:pt x="0" y="615855"/>
                  </a:lnTo>
                  <a:lnTo>
                    <a:pt x="0" y="623839"/>
                  </a:lnTo>
                  <a:lnTo>
                    <a:pt x="0" y="631845"/>
                  </a:lnTo>
                  <a:lnTo>
                    <a:pt x="0" y="639829"/>
                  </a:lnTo>
                  <a:lnTo>
                    <a:pt x="0" y="647835"/>
                  </a:lnTo>
                  <a:lnTo>
                    <a:pt x="0" y="655841"/>
                  </a:lnTo>
                  <a:lnTo>
                    <a:pt x="0" y="663825"/>
                  </a:lnTo>
                  <a:lnTo>
                    <a:pt x="0" y="671831"/>
                  </a:lnTo>
                  <a:lnTo>
                    <a:pt x="0" y="679837"/>
                  </a:lnTo>
                  <a:lnTo>
                    <a:pt x="0" y="687821"/>
                  </a:lnTo>
                  <a:lnTo>
                    <a:pt x="0" y="695828"/>
                  </a:lnTo>
                  <a:lnTo>
                    <a:pt x="0" y="703811"/>
                  </a:lnTo>
                  <a:lnTo>
                    <a:pt x="0" y="711818"/>
                  </a:lnTo>
                  <a:lnTo>
                    <a:pt x="0" y="719824"/>
                  </a:lnTo>
                  <a:lnTo>
                    <a:pt x="0" y="727808"/>
                  </a:lnTo>
                  <a:lnTo>
                    <a:pt x="0" y="735814"/>
                  </a:lnTo>
                  <a:lnTo>
                    <a:pt x="0" y="743820"/>
                  </a:lnTo>
                  <a:lnTo>
                    <a:pt x="0" y="751804"/>
                  </a:lnTo>
                  <a:lnTo>
                    <a:pt x="0" y="759811"/>
                  </a:lnTo>
                  <a:lnTo>
                    <a:pt x="0" y="767817"/>
                  </a:lnTo>
                  <a:lnTo>
                    <a:pt x="0" y="775801"/>
                  </a:lnTo>
                  <a:lnTo>
                    <a:pt x="0" y="783807"/>
                  </a:lnTo>
                  <a:close/>
                </a:path>
              </a:pathLst>
            </a:custGeom>
            <a:solidFill>
              <a:srgbClr val="DAF1FD">
                <a:alpha val="50000"/>
              </a:srgbClr>
            </a:solidFill>
            <a:ln w="2249" cap="flat">
              <a:noFill/>
              <a:prstDash val="solid"/>
              <a:miter/>
            </a:ln>
          </p:spPr>
          <p:txBody>
            <a:bodyPr rtlCol="0" anchor="ctr"/>
            <a:lstStyle/>
            <a:p>
              <a:endParaRPr lang="en-US"/>
            </a:p>
          </p:txBody>
        </p:sp>
        <p:sp>
          <p:nvSpPr>
            <p:cNvPr id="17927" name="Freeform 17926">
              <a:extLst>
                <a:ext uri="{FF2B5EF4-FFF2-40B4-BE49-F238E27FC236}">
                  <a16:creationId xmlns:a16="http://schemas.microsoft.com/office/drawing/2014/main" id="{7E503E31-C680-DDA8-689B-B2645B553780}"/>
                </a:ext>
              </a:extLst>
            </p:cNvPr>
            <p:cNvSpPr/>
            <p:nvPr/>
          </p:nvSpPr>
          <p:spPr>
            <a:xfrm rot="20803200">
              <a:off x="7354532" y="3907114"/>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7928" name="Freeform 17927">
              <a:extLst>
                <a:ext uri="{FF2B5EF4-FFF2-40B4-BE49-F238E27FC236}">
                  <a16:creationId xmlns:a16="http://schemas.microsoft.com/office/drawing/2014/main" id="{03C0FE91-C6B1-752A-5CCB-02AC4145FD99}"/>
                </a:ext>
              </a:extLst>
            </p:cNvPr>
            <p:cNvSpPr/>
            <p:nvPr/>
          </p:nvSpPr>
          <p:spPr>
            <a:xfrm rot="20803200">
              <a:off x="7454894" y="4161128"/>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6" y="16552"/>
                    <a:pt x="0" y="12847"/>
                    <a:pt x="0" y="8276"/>
                  </a:cubicBezTo>
                  <a:cubicBezTo>
                    <a:pt x="0" y="3706"/>
                    <a:pt x="3706" y="0"/>
                    <a:pt x="8276" y="0"/>
                  </a:cubicBezTo>
                  <a:cubicBezTo>
                    <a:pt x="12847" y="0"/>
                    <a:pt x="16552" y="3706"/>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7929" name="Freeform 17928">
              <a:extLst>
                <a:ext uri="{FF2B5EF4-FFF2-40B4-BE49-F238E27FC236}">
                  <a16:creationId xmlns:a16="http://schemas.microsoft.com/office/drawing/2014/main" id="{50509706-574B-6CD4-383D-88C12F60F7A0}"/>
                </a:ext>
              </a:extLst>
            </p:cNvPr>
            <p:cNvSpPr/>
            <p:nvPr/>
          </p:nvSpPr>
          <p:spPr>
            <a:xfrm rot="20803200">
              <a:off x="7417094" y="3772599"/>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7930" name="Freeform 17929">
              <a:extLst>
                <a:ext uri="{FF2B5EF4-FFF2-40B4-BE49-F238E27FC236}">
                  <a16:creationId xmlns:a16="http://schemas.microsoft.com/office/drawing/2014/main" id="{7FE48A48-85F1-F6B2-8872-A081406C3D2A}"/>
                </a:ext>
              </a:extLst>
            </p:cNvPr>
            <p:cNvSpPr/>
            <p:nvPr/>
          </p:nvSpPr>
          <p:spPr>
            <a:xfrm rot="20803200">
              <a:off x="7518185" y="2946664"/>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6"/>
                    <a:pt x="3706" y="0"/>
                    <a:pt x="8276" y="0"/>
                  </a:cubicBezTo>
                  <a:cubicBezTo>
                    <a:pt x="12847" y="0"/>
                    <a:pt x="16552" y="3706"/>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7931" name="Freeform 17930">
              <a:extLst>
                <a:ext uri="{FF2B5EF4-FFF2-40B4-BE49-F238E27FC236}">
                  <a16:creationId xmlns:a16="http://schemas.microsoft.com/office/drawing/2014/main" id="{D4EE3B24-B4DE-9DCB-0527-101161A23844}"/>
                </a:ext>
              </a:extLst>
            </p:cNvPr>
            <p:cNvSpPr/>
            <p:nvPr/>
          </p:nvSpPr>
          <p:spPr>
            <a:xfrm rot="20803200">
              <a:off x="7516810" y="2526752"/>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7932" name="Freeform 17931">
              <a:extLst>
                <a:ext uri="{FF2B5EF4-FFF2-40B4-BE49-F238E27FC236}">
                  <a16:creationId xmlns:a16="http://schemas.microsoft.com/office/drawing/2014/main" id="{83AE0360-C5BB-A2BB-35E3-7A22545EE7D3}"/>
                </a:ext>
              </a:extLst>
            </p:cNvPr>
            <p:cNvSpPr/>
            <p:nvPr/>
          </p:nvSpPr>
          <p:spPr>
            <a:xfrm rot="20803200">
              <a:off x="7487541" y="3336089"/>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6"/>
                    <a:pt x="3706" y="0"/>
                    <a:pt x="8276" y="0"/>
                  </a:cubicBezTo>
                  <a:cubicBezTo>
                    <a:pt x="12847" y="0"/>
                    <a:pt x="16552" y="3706"/>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7933" name="Freeform 17932">
              <a:extLst>
                <a:ext uri="{FF2B5EF4-FFF2-40B4-BE49-F238E27FC236}">
                  <a16:creationId xmlns:a16="http://schemas.microsoft.com/office/drawing/2014/main" id="{2E1DB597-3DD8-1FBB-D77D-398843F98FE1}"/>
                </a:ext>
              </a:extLst>
            </p:cNvPr>
            <p:cNvSpPr/>
            <p:nvPr/>
          </p:nvSpPr>
          <p:spPr>
            <a:xfrm rot="20803200">
              <a:off x="7508783" y="3165485"/>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6" y="16552"/>
                    <a:pt x="8276" y="16552"/>
                  </a:cubicBezTo>
                  <a:cubicBezTo>
                    <a:pt x="3705" y="16552"/>
                    <a:pt x="0" y="12847"/>
                    <a:pt x="0" y="8276"/>
                  </a:cubicBezTo>
                  <a:cubicBezTo>
                    <a:pt x="0" y="3706"/>
                    <a:pt x="3706" y="0"/>
                    <a:pt x="8276" y="0"/>
                  </a:cubicBezTo>
                  <a:cubicBezTo>
                    <a:pt x="12847" y="0"/>
                    <a:pt x="16552" y="3706"/>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7934" name="Freeform 17933">
              <a:extLst>
                <a:ext uri="{FF2B5EF4-FFF2-40B4-BE49-F238E27FC236}">
                  <a16:creationId xmlns:a16="http://schemas.microsoft.com/office/drawing/2014/main" id="{7DE2418E-41C8-866E-8BD4-E48DB5A5D8BE}"/>
                </a:ext>
              </a:extLst>
            </p:cNvPr>
            <p:cNvSpPr/>
            <p:nvPr/>
          </p:nvSpPr>
          <p:spPr>
            <a:xfrm rot="20803200">
              <a:off x="7377182" y="3158480"/>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7935" name="Freeform 17934">
              <a:extLst>
                <a:ext uri="{FF2B5EF4-FFF2-40B4-BE49-F238E27FC236}">
                  <a16:creationId xmlns:a16="http://schemas.microsoft.com/office/drawing/2014/main" id="{4E8F499C-45F3-EC70-ED93-124B8748E407}"/>
                </a:ext>
              </a:extLst>
            </p:cNvPr>
            <p:cNvSpPr/>
            <p:nvPr/>
          </p:nvSpPr>
          <p:spPr>
            <a:xfrm rot="20803200">
              <a:off x="7421723" y="3264224"/>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6" y="16552"/>
                    <a:pt x="0" y="12847"/>
                    <a:pt x="0" y="8276"/>
                  </a:cubicBezTo>
                  <a:cubicBezTo>
                    <a:pt x="0" y="3705"/>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7936" name="Freeform 17935">
              <a:extLst>
                <a:ext uri="{FF2B5EF4-FFF2-40B4-BE49-F238E27FC236}">
                  <a16:creationId xmlns:a16="http://schemas.microsoft.com/office/drawing/2014/main" id="{42E1C685-DF43-2643-A265-2AFD5DBB1B71}"/>
                </a:ext>
              </a:extLst>
            </p:cNvPr>
            <p:cNvSpPr/>
            <p:nvPr/>
          </p:nvSpPr>
          <p:spPr>
            <a:xfrm rot="20803200">
              <a:off x="7367906" y="4055995"/>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7937" name="Freeform 17936">
              <a:extLst>
                <a:ext uri="{FF2B5EF4-FFF2-40B4-BE49-F238E27FC236}">
                  <a16:creationId xmlns:a16="http://schemas.microsoft.com/office/drawing/2014/main" id="{DFD4E137-785C-1259-B147-052FB18048CC}"/>
                </a:ext>
              </a:extLst>
            </p:cNvPr>
            <p:cNvSpPr/>
            <p:nvPr/>
          </p:nvSpPr>
          <p:spPr>
            <a:xfrm rot="20803200">
              <a:off x="7482121" y="3642190"/>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6"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7938" name="Freeform 17937">
              <a:extLst>
                <a:ext uri="{FF2B5EF4-FFF2-40B4-BE49-F238E27FC236}">
                  <a16:creationId xmlns:a16="http://schemas.microsoft.com/office/drawing/2014/main" id="{A9D40D3B-687E-1358-B872-FB0BC1A472D1}"/>
                </a:ext>
              </a:extLst>
            </p:cNvPr>
            <p:cNvSpPr/>
            <p:nvPr/>
          </p:nvSpPr>
          <p:spPr>
            <a:xfrm rot="20803200">
              <a:off x="7513246" y="3978593"/>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6"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7939" name="Freeform 17938">
              <a:extLst>
                <a:ext uri="{FF2B5EF4-FFF2-40B4-BE49-F238E27FC236}">
                  <a16:creationId xmlns:a16="http://schemas.microsoft.com/office/drawing/2014/main" id="{79AEBFA4-32D8-2828-433F-CD1BB443714E}"/>
                </a:ext>
              </a:extLst>
            </p:cNvPr>
            <p:cNvSpPr/>
            <p:nvPr/>
          </p:nvSpPr>
          <p:spPr>
            <a:xfrm rot="20803200">
              <a:off x="7395359" y="3999615"/>
              <a:ext cx="65247" cy="65246"/>
            </a:xfrm>
            <a:custGeom>
              <a:avLst/>
              <a:gdLst>
                <a:gd name="connsiteX0" fmla="*/ 16553 w 16552"/>
                <a:gd name="connsiteY0" fmla="*/ 8276 h 16552"/>
                <a:gd name="connsiteX1" fmla="*/ 8277 w 16552"/>
                <a:gd name="connsiteY1" fmla="*/ 16552 h 16552"/>
                <a:gd name="connsiteX2" fmla="*/ 1 w 16552"/>
                <a:gd name="connsiteY2" fmla="*/ 8276 h 16552"/>
                <a:gd name="connsiteX3" fmla="*/ 8277 w 16552"/>
                <a:gd name="connsiteY3" fmla="*/ 0 h 16552"/>
                <a:gd name="connsiteX4" fmla="*/ 16553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3" y="8276"/>
                  </a:moveTo>
                  <a:cubicBezTo>
                    <a:pt x="16553" y="12847"/>
                    <a:pt x="12847" y="16552"/>
                    <a:pt x="8277" y="16552"/>
                  </a:cubicBezTo>
                  <a:cubicBezTo>
                    <a:pt x="3706" y="16552"/>
                    <a:pt x="1" y="12847"/>
                    <a:pt x="1" y="8276"/>
                  </a:cubicBezTo>
                  <a:cubicBezTo>
                    <a:pt x="1" y="3705"/>
                    <a:pt x="3706" y="0"/>
                    <a:pt x="8277" y="0"/>
                  </a:cubicBezTo>
                  <a:cubicBezTo>
                    <a:pt x="12847" y="0"/>
                    <a:pt x="16553" y="3705"/>
                    <a:pt x="16553"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7940" name="Freeform 17939">
              <a:extLst>
                <a:ext uri="{FF2B5EF4-FFF2-40B4-BE49-F238E27FC236}">
                  <a16:creationId xmlns:a16="http://schemas.microsoft.com/office/drawing/2014/main" id="{EF151E1D-FA26-50CB-8039-9708FFB137B9}"/>
                </a:ext>
              </a:extLst>
            </p:cNvPr>
            <p:cNvSpPr/>
            <p:nvPr/>
          </p:nvSpPr>
          <p:spPr>
            <a:xfrm rot="20803200">
              <a:off x="7396647" y="3351257"/>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7941" name="Freeform 17940">
              <a:extLst>
                <a:ext uri="{FF2B5EF4-FFF2-40B4-BE49-F238E27FC236}">
                  <a16:creationId xmlns:a16="http://schemas.microsoft.com/office/drawing/2014/main" id="{AE039815-C78E-E697-1D65-791083065DB9}"/>
                </a:ext>
              </a:extLst>
            </p:cNvPr>
            <p:cNvSpPr/>
            <p:nvPr/>
          </p:nvSpPr>
          <p:spPr>
            <a:xfrm rot="20803200">
              <a:off x="7361667" y="3282916"/>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6"/>
                    <a:pt x="3706" y="0"/>
                    <a:pt x="8276" y="0"/>
                  </a:cubicBezTo>
                  <a:cubicBezTo>
                    <a:pt x="12847" y="0"/>
                    <a:pt x="16552" y="3706"/>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7942" name="Freeform 17941">
              <a:extLst>
                <a:ext uri="{FF2B5EF4-FFF2-40B4-BE49-F238E27FC236}">
                  <a16:creationId xmlns:a16="http://schemas.microsoft.com/office/drawing/2014/main" id="{EA586BA2-762B-31A9-BA3D-A0EF952CB9CE}"/>
                </a:ext>
              </a:extLst>
            </p:cNvPr>
            <p:cNvSpPr/>
            <p:nvPr/>
          </p:nvSpPr>
          <p:spPr>
            <a:xfrm rot="20803200">
              <a:off x="7363543" y="3253491"/>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7943" name="Freeform 17942">
              <a:extLst>
                <a:ext uri="{FF2B5EF4-FFF2-40B4-BE49-F238E27FC236}">
                  <a16:creationId xmlns:a16="http://schemas.microsoft.com/office/drawing/2014/main" id="{BCAC7EDB-2E76-6666-455D-291BC6C629AB}"/>
                </a:ext>
              </a:extLst>
            </p:cNvPr>
            <p:cNvSpPr/>
            <p:nvPr/>
          </p:nvSpPr>
          <p:spPr>
            <a:xfrm rot="20803200">
              <a:off x="7466057" y="3886845"/>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6" y="16552"/>
                    <a:pt x="0" y="12847"/>
                    <a:pt x="0" y="8276"/>
                  </a:cubicBezTo>
                  <a:cubicBezTo>
                    <a:pt x="0" y="3706"/>
                    <a:pt x="3706" y="0"/>
                    <a:pt x="8276" y="0"/>
                  </a:cubicBezTo>
                  <a:cubicBezTo>
                    <a:pt x="12847" y="0"/>
                    <a:pt x="16552" y="3706"/>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7944" name="Freeform 17943">
              <a:extLst>
                <a:ext uri="{FF2B5EF4-FFF2-40B4-BE49-F238E27FC236}">
                  <a16:creationId xmlns:a16="http://schemas.microsoft.com/office/drawing/2014/main" id="{79DF28E5-BE7D-518C-70F5-E6CFE2B2405A}"/>
                </a:ext>
              </a:extLst>
            </p:cNvPr>
            <p:cNvSpPr/>
            <p:nvPr/>
          </p:nvSpPr>
          <p:spPr>
            <a:xfrm rot="20803200">
              <a:off x="7442158" y="2873452"/>
              <a:ext cx="65247" cy="65246"/>
            </a:xfrm>
            <a:custGeom>
              <a:avLst/>
              <a:gdLst>
                <a:gd name="connsiteX0" fmla="*/ 16553 w 16552"/>
                <a:gd name="connsiteY0" fmla="*/ 8276 h 16552"/>
                <a:gd name="connsiteX1" fmla="*/ 8277 w 16552"/>
                <a:gd name="connsiteY1" fmla="*/ 16552 h 16552"/>
                <a:gd name="connsiteX2" fmla="*/ 1 w 16552"/>
                <a:gd name="connsiteY2" fmla="*/ 8276 h 16552"/>
                <a:gd name="connsiteX3" fmla="*/ 8277 w 16552"/>
                <a:gd name="connsiteY3" fmla="*/ 0 h 16552"/>
                <a:gd name="connsiteX4" fmla="*/ 16553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3" y="8276"/>
                  </a:moveTo>
                  <a:cubicBezTo>
                    <a:pt x="16553" y="12847"/>
                    <a:pt x="12847" y="16552"/>
                    <a:pt x="8277" y="16552"/>
                  </a:cubicBezTo>
                  <a:cubicBezTo>
                    <a:pt x="3706" y="16552"/>
                    <a:pt x="1" y="12847"/>
                    <a:pt x="1" y="8276"/>
                  </a:cubicBezTo>
                  <a:cubicBezTo>
                    <a:pt x="1" y="3706"/>
                    <a:pt x="3706" y="0"/>
                    <a:pt x="8277" y="0"/>
                  </a:cubicBezTo>
                  <a:cubicBezTo>
                    <a:pt x="12848" y="0"/>
                    <a:pt x="16553" y="3706"/>
                    <a:pt x="16553"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7945" name="Freeform 17944">
              <a:extLst>
                <a:ext uri="{FF2B5EF4-FFF2-40B4-BE49-F238E27FC236}">
                  <a16:creationId xmlns:a16="http://schemas.microsoft.com/office/drawing/2014/main" id="{31F4351F-3323-64F8-1BB5-8DFB3760F18F}"/>
                </a:ext>
              </a:extLst>
            </p:cNvPr>
            <p:cNvSpPr/>
            <p:nvPr/>
          </p:nvSpPr>
          <p:spPr>
            <a:xfrm rot="20803200">
              <a:off x="7438192" y="3460935"/>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7946" name="Freeform 17945">
              <a:extLst>
                <a:ext uri="{FF2B5EF4-FFF2-40B4-BE49-F238E27FC236}">
                  <a16:creationId xmlns:a16="http://schemas.microsoft.com/office/drawing/2014/main" id="{2F71F5A6-64E7-A8EF-3521-9D4453CD03A8}"/>
                </a:ext>
              </a:extLst>
            </p:cNvPr>
            <p:cNvSpPr/>
            <p:nvPr/>
          </p:nvSpPr>
          <p:spPr>
            <a:xfrm rot="20803200">
              <a:off x="7415123" y="3177535"/>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6" y="16552"/>
                    <a:pt x="0" y="12847"/>
                    <a:pt x="0" y="8276"/>
                  </a:cubicBezTo>
                  <a:cubicBezTo>
                    <a:pt x="0" y="3705"/>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7947" name="Freeform 17946">
              <a:extLst>
                <a:ext uri="{FF2B5EF4-FFF2-40B4-BE49-F238E27FC236}">
                  <a16:creationId xmlns:a16="http://schemas.microsoft.com/office/drawing/2014/main" id="{486CD30B-8B4B-2CB6-0155-BA07B2401592}"/>
                </a:ext>
              </a:extLst>
            </p:cNvPr>
            <p:cNvSpPr/>
            <p:nvPr/>
          </p:nvSpPr>
          <p:spPr>
            <a:xfrm rot="20803200">
              <a:off x="7465553" y="3495214"/>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6"/>
                    <a:pt x="3706" y="0"/>
                    <a:pt x="8276" y="0"/>
                  </a:cubicBezTo>
                  <a:cubicBezTo>
                    <a:pt x="12847" y="0"/>
                    <a:pt x="16552" y="3706"/>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7948" name="Freeform 17947">
              <a:extLst>
                <a:ext uri="{FF2B5EF4-FFF2-40B4-BE49-F238E27FC236}">
                  <a16:creationId xmlns:a16="http://schemas.microsoft.com/office/drawing/2014/main" id="{C1FB1E11-A3F2-9BA8-7B26-A642B3447717}"/>
                </a:ext>
              </a:extLst>
            </p:cNvPr>
            <p:cNvSpPr/>
            <p:nvPr/>
          </p:nvSpPr>
          <p:spPr>
            <a:xfrm rot="20803200">
              <a:off x="7407614" y="3477791"/>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7949" name="Freeform 17948">
              <a:extLst>
                <a:ext uri="{FF2B5EF4-FFF2-40B4-BE49-F238E27FC236}">
                  <a16:creationId xmlns:a16="http://schemas.microsoft.com/office/drawing/2014/main" id="{FBFE3243-2420-1AE2-6980-4C2D498BB500}"/>
                </a:ext>
              </a:extLst>
            </p:cNvPr>
            <p:cNvSpPr/>
            <p:nvPr/>
          </p:nvSpPr>
          <p:spPr>
            <a:xfrm rot="20803200">
              <a:off x="7520467" y="3597856"/>
              <a:ext cx="65247" cy="65246"/>
            </a:xfrm>
            <a:custGeom>
              <a:avLst/>
              <a:gdLst>
                <a:gd name="connsiteX0" fmla="*/ 16552 w 16552"/>
                <a:gd name="connsiteY0" fmla="*/ 8276 h 16552"/>
                <a:gd name="connsiteX1" fmla="*/ 8276 w 16552"/>
                <a:gd name="connsiteY1" fmla="*/ 16552 h 16552"/>
                <a:gd name="connsiteX2" fmla="*/ 0 w 16552"/>
                <a:gd name="connsiteY2" fmla="*/ 8276 h 16552"/>
                <a:gd name="connsiteX3" fmla="*/ 8276 w 16552"/>
                <a:gd name="connsiteY3" fmla="*/ 0 h 16552"/>
                <a:gd name="connsiteX4" fmla="*/ 16552 w 16552"/>
                <a:gd name="connsiteY4" fmla="*/ 8276 h 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52" h="16552">
                  <a:moveTo>
                    <a:pt x="16552" y="8276"/>
                  </a:moveTo>
                  <a:cubicBezTo>
                    <a:pt x="16552" y="12847"/>
                    <a:pt x="12847" y="16552"/>
                    <a:pt x="8276" y="16552"/>
                  </a:cubicBezTo>
                  <a:cubicBezTo>
                    <a:pt x="3705" y="16552"/>
                    <a:pt x="0" y="12847"/>
                    <a:pt x="0" y="8276"/>
                  </a:cubicBezTo>
                  <a:cubicBezTo>
                    <a:pt x="0" y="3705"/>
                    <a:pt x="3706" y="0"/>
                    <a:pt x="8276" y="0"/>
                  </a:cubicBezTo>
                  <a:cubicBezTo>
                    <a:pt x="12847" y="0"/>
                    <a:pt x="16552" y="3705"/>
                    <a:pt x="16552" y="8276"/>
                  </a:cubicBezTo>
                  <a:close/>
                </a:path>
              </a:pathLst>
            </a:custGeom>
            <a:solidFill>
              <a:srgbClr val="DAF1FD">
                <a:alpha val="70000"/>
              </a:srgbClr>
            </a:solidFill>
            <a:ln w="2249" cap="flat">
              <a:noFill/>
              <a:prstDash val="solid"/>
              <a:miter/>
            </a:ln>
          </p:spPr>
          <p:txBody>
            <a:bodyPr rtlCol="0" anchor="ctr"/>
            <a:lstStyle/>
            <a:p>
              <a:endParaRPr lang="en-US"/>
            </a:p>
          </p:txBody>
        </p:sp>
        <p:sp>
          <p:nvSpPr>
            <p:cNvPr id="17950" name="Freeform 17949">
              <a:extLst>
                <a:ext uri="{FF2B5EF4-FFF2-40B4-BE49-F238E27FC236}">
                  <a16:creationId xmlns:a16="http://schemas.microsoft.com/office/drawing/2014/main" id="{41CA61C3-1F17-F46B-9663-BC25BF144095}"/>
                </a:ext>
              </a:extLst>
            </p:cNvPr>
            <p:cNvSpPr/>
            <p:nvPr/>
          </p:nvSpPr>
          <p:spPr>
            <a:xfrm>
              <a:off x="7600741" y="3228271"/>
              <a:ext cx="172337" cy="661690"/>
            </a:xfrm>
            <a:custGeom>
              <a:avLst/>
              <a:gdLst>
                <a:gd name="connsiteX0" fmla="*/ 0 w 43719"/>
                <a:gd name="connsiteY0" fmla="*/ 0 h 167862"/>
                <a:gd name="connsiteX1" fmla="*/ 43719 w 43719"/>
                <a:gd name="connsiteY1" fmla="*/ 0 h 167862"/>
                <a:gd name="connsiteX2" fmla="*/ 43719 w 43719"/>
                <a:gd name="connsiteY2" fmla="*/ 167862 h 167862"/>
                <a:gd name="connsiteX3" fmla="*/ 0 w 43719"/>
                <a:gd name="connsiteY3" fmla="*/ 167862 h 167862"/>
              </a:gdLst>
              <a:ahLst/>
              <a:cxnLst>
                <a:cxn ang="0">
                  <a:pos x="connsiteX0" y="connsiteY0"/>
                </a:cxn>
                <a:cxn ang="0">
                  <a:pos x="connsiteX1" y="connsiteY1"/>
                </a:cxn>
                <a:cxn ang="0">
                  <a:pos x="connsiteX2" y="connsiteY2"/>
                </a:cxn>
                <a:cxn ang="0">
                  <a:pos x="connsiteX3" y="connsiteY3"/>
                </a:cxn>
              </a:cxnLst>
              <a:rect l="l" t="t" r="r" b="b"/>
              <a:pathLst>
                <a:path w="43719" h="167862">
                  <a:moveTo>
                    <a:pt x="0" y="0"/>
                  </a:moveTo>
                  <a:lnTo>
                    <a:pt x="43719" y="0"/>
                  </a:lnTo>
                  <a:lnTo>
                    <a:pt x="43719" y="167862"/>
                  </a:lnTo>
                  <a:lnTo>
                    <a:pt x="0" y="167862"/>
                  </a:lnTo>
                  <a:close/>
                </a:path>
              </a:pathLst>
            </a:custGeom>
            <a:solidFill>
              <a:srgbClr val="DAF1FD"/>
            </a:solidFill>
            <a:ln w="2249" cap="flat">
              <a:noFill/>
              <a:prstDash val="solid"/>
              <a:miter/>
            </a:ln>
          </p:spPr>
          <p:txBody>
            <a:bodyPr rtlCol="0" anchor="ctr"/>
            <a:lstStyle/>
            <a:p>
              <a:endParaRPr lang="en-US"/>
            </a:p>
          </p:txBody>
        </p:sp>
        <p:sp>
          <p:nvSpPr>
            <p:cNvPr id="17951" name="Freeform 17950">
              <a:extLst>
                <a:ext uri="{FF2B5EF4-FFF2-40B4-BE49-F238E27FC236}">
                  <a16:creationId xmlns:a16="http://schemas.microsoft.com/office/drawing/2014/main" id="{C25F287D-FFF7-0D74-9459-F6B85EB1D7D1}"/>
                </a:ext>
              </a:extLst>
            </p:cNvPr>
            <p:cNvSpPr/>
            <p:nvPr/>
          </p:nvSpPr>
          <p:spPr>
            <a:xfrm>
              <a:off x="7600741" y="3228271"/>
              <a:ext cx="172337" cy="661690"/>
            </a:xfrm>
            <a:custGeom>
              <a:avLst/>
              <a:gdLst>
                <a:gd name="connsiteX0" fmla="*/ 0 w 43719"/>
                <a:gd name="connsiteY0" fmla="*/ 0 h 167862"/>
                <a:gd name="connsiteX1" fmla="*/ 43719 w 43719"/>
                <a:gd name="connsiteY1" fmla="*/ 0 h 167862"/>
                <a:gd name="connsiteX2" fmla="*/ 43719 w 43719"/>
                <a:gd name="connsiteY2" fmla="*/ 167862 h 167862"/>
                <a:gd name="connsiteX3" fmla="*/ 0 w 43719"/>
                <a:gd name="connsiteY3" fmla="*/ 167862 h 167862"/>
              </a:gdLst>
              <a:ahLst/>
              <a:cxnLst>
                <a:cxn ang="0">
                  <a:pos x="connsiteX0" y="connsiteY0"/>
                </a:cxn>
                <a:cxn ang="0">
                  <a:pos x="connsiteX1" y="connsiteY1"/>
                </a:cxn>
                <a:cxn ang="0">
                  <a:pos x="connsiteX2" y="connsiteY2"/>
                </a:cxn>
                <a:cxn ang="0">
                  <a:pos x="connsiteX3" y="connsiteY3"/>
                </a:cxn>
              </a:cxnLst>
              <a:rect l="l" t="t" r="r" b="b"/>
              <a:pathLst>
                <a:path w="43719" h="167862">
                  <a:moveTo>
                    <a:pt x="0" y="0"/>
                  </a:moveTo>
                  <a:lnTo>
                    <a:pt x="43719" y="0"/>
                  </a:lnTo>
                  <a:lnTo>
                    <a:pt x="43719" y="167862"/>
                  </a:lnTo>
                  <a:lnTo>
                    <a:pt x="0" y="167862"/>
                  </a:lnTo>
                  <a:close/>
                </a:path>
              </a:pathLst>
            </a:custGeom>
            <a:noFill/>
            <a:ln w="4498" cap="flat">
              <a:solidFill>
                <a:srgbClr val="000000"/>
              </a:solidFill>
              <a:prstDash val="solid"/>
              <a:miter/>
            </a:ln>
          </p:spPr>
          <p:txBody>
            <a:bodyPr rtlCol="0" anchor="ctr"/>
            <a:lstStyle/>
            <a:p>
              <a:endParaRPr lang="en-US"/>
            </a:p>
          </p:txBody>
        </p:sp>
        <p:sp>
          <p:nvSpPr>
            <p:cNvPr id="17952" name="Freeform 17951">
              <a:extLst>
                <a:ext uri="{FF2B5EF4-FFF2-40B4-BE49-F238E27FC236}">
                  <a16:creationId xmlns:a16="http://schemas.microsoft.com/office/drawing/2014/main" id="{C806494A-1C3D-CA27-DD54-FDDBF2B48FA2}"/>
                </a:ext>
              </a:extLst>
            </p:cNvPr>
            <p:cNvSpPr/>
            <p:nvPr/>
          </p:nvSpPr>
          <p:spPr>
            <a:xfrm>
              <a:off x="7600741" y="3492627"/>
              <a:ext cx="172337" cy="8861"/>
            </a:xfrm>
            <a:custGeom>
              <a:avLst/>
              <a:gdLst>
                <a:gd name="connsiteX0" fmla="*/ 0 w 43719"/>
                <a:gd name="connsiteY0" fmla="*/ 0 h 2248"/>
                <a:gd name="connsiteX1" fmla="*/ 43720 w 43719"/>
                <a:gd name="connsiteY1" fmla="*/ 0 h 2248"/>
              </a:gdLst>
              <a:ahLst/>
              <a:cxnLst>
                <a:cxn ang="0">
                  <a:pos x="connsiteX0" y="connsiteY0"/>
                </a:cxn>
                <a:cxn ang="0">
                  <a:pos x="connsiteX1" y="connsiteY1"/>
                </a:cxn>
              </a:cxnLst>
              <a:rect l="l" t="t" r="r" b="b"/>
              <a:pathLst>
                <a:path w="43719" h="2248">
                  <a:moveTo>
                    <a:pt x="0" y="0"/>
                  </a:moveTo>
                  <a:lnTo>
                    <a:pt x="43720" y="0"/>
                  </a:lnTo>
                </a:path>
              </a:pathLst>
            </a:custGeom>
            <a:ln w="4498" cap="flat">
              <a:solidFill>
                <a:srgbClr val="000000"/>
              </a:solidFill>
              <a:prstDash val="solid"/>
              <a:round/>
            </a:ln>
          </p:spPr>
          <p:txBody>
            <a:bodyPr rtlCol="0" anchor="ctr"/>
            <a:lstStyle/>
            <a:p>
              <a:endParaRPr lang="en-US"/>
            </a:p>
          </p:txBody>
        </p:sp>
        <p:sp>
          <p:nvSpPr>
            <p:cNvPr id="17957" name="Freeform 17956">
              <a:extLst>
                <a:ext uri="{FF2B5EF4-FFF2-40B4-BE49-F238E27FC236}">
                  <a16:creationId xmlns:a16="http://schemas.microsoft.com/office/drawing/2014/main" id="{B27BF619-26DA-D7C2-DBFA-95C84BF47ACF}"/>
                </a:ext>
              </a:extLst>
            </p:cNvPr>
            <p:cNvSpPr/>
            <p:nvPr/>
          </p:nvSpPr>
          <p:spPr>
            <a:xfrm>
              <a:off x="6798258" y="1970405"/>
              <a:ext cx="861700" cy="64623"/>
            </a:xfrm>
            <a:custGeom>
              <a:avLst/>
              <a:gdLst>
                <a:gd name="connsiteX0" fmla="*/ 0 w 218598"/>
                <a:gd name="connsiteY0" fmla="*/ 16395 h 16394"/>
                <a:gd name="connsiteX1" fmla="*/ 0 w 218598"/>
                <a:gd name="connsiteY1" fmla="*/ 0 h 16394"/>
                <a:gd name="connsiteX2" fmla="*/ 218599 w 218598"/>
                <a:gd name="connsiteY2" fmla="*/ 0 h 16394"/>
                <a:gd name="connsiteX3" fmla="*/ 218599 w 218598"/>
                <a:gd name="connsiteY3" fmla="*/ 16395 h 16394"/>
              </a:gdLst>
              <a:ahLst/>
              <a:cxnLst>
                <a:cxn ang="0">
                  <a:pos x="connsiteX0" y="connsiteY0"/>
                </a:cxn>
                <a:cxn ang="0">
                  <a:pos x="connsiteX1" y="connsiteY1"/>
                </a:cxn>
                <a:cxn ang="0">
                  <a:pos x="connsiteX2" y="connsiteY2"/>
                </a:cxn>
                <a:cxn ang="0">
                  <a:pos x="connsiteX3" y="connsiteY3"/>
                </a:cxn>
              </a:cxnLst>
              <a:rect l="l" t="t" r="r" b="b"/>
              <a:pathLst>
                <a:path w="218598" h="16394">
                  <a:moveTo>
                    <a:pt x="0" y="16395"/>
                  </a:moveTo>
                  <a:lnTo>
                    <a:pt x="0" y="0"/>
                  </a:lnTo>
                  <a:lnTo>
                    <a:pt x="218599" y="0"/>
                  </a:lnTo>
                  <a:lnTo>
                    <a:pt x="218599" y="16395"/>
                  </a:lnTo>
                </a:path>
              </a:pathLst>
            </a:custGeom>
            <a:noFill/>
            <a:ln w="4498" cap="flat">
              <a:solidFill>
                <a:srgbClr val="000000"/>
              </a:solidFill>
              <a:prstDash val="solid"/>
              <a:round/>
            </a:ln>
          </p:spPr>
          <p:txBody>
            <a:bodyPr rtlCol="0" anchor="ctr"/>
            <a:lstStyle/>
            <a:p>
              <a:endParaRPr lang="en-US"/>
            </a:p>
          </p:txBody>
        </p:sp>
        <p:grpSp>
          <p:nvGrpSpPr>
            <p:cNvPr id="17958" name="Graphic 4479">
              <a:extLst>
                <a:ext uri="{FF2B5EF4-FFF2-40B4-BE49-F238E27FC236}">
                  <a16:creationId xmlns:a16="http://schemas.microsoft.com/office/drawing/2014/main" id="{750AB378-A7A3-A78E-DAD2-D8AC463671F4}"/>
                </a:ext>
              </a:extLst>
            </p:cNvPr>
            <p:cNvGrpSpPr/>
            <p:nvPr/>
          </p:nvGrpSpPr>
          <p:grpSpPr>
            <a:xfrm>
              <a:off x="7083985" y="1791863"/>
              <a:ext cx="305673" cy="116041"/>
              <a:chOff x="5473197" y="3505015"/>
              <a:chExt cx="77544" cy="29438"/>
            </a:xfrm>
            <a:solidFill>
              <a:srgbClr val="000000"/>
            </a:solidFill>
          </p:grpSpPr>
          <p:sp>
            <p:nvSpPr>
              <p:cNvPr id="17959" name="Freeform 17958">
                <a:extLst>
                  <a:ext uri="{FF2B5EF4-FFF2-40B4-BE49-F238E27FC236}">
                    <a16:creationId xmlns:a16="http://schemas.microsoft.com/office/drawing/2014/main" id="{0D2DD247-133A-5BE5-9EB5-75BC99A67495}"/>
                  </a:ext>
                </a:extLst>
              </p:cNvPr>
              <p:cNvSpPr/>
              <p:nvPr/>
            </p:nvSpPr>
            <p:spPr>
              <a:xfrm>
                <a:off x="5473197" y="3505037"/>
                <a:ext cx="22196" cy="28741"/>
              </a:xfrm>
              <a:custGeom>
                <a:avLst/>
                <a:gdLst>
                  <a:gd name="connsiteX0" fmla="*/ 3238 w 22196"/>
                  <a:gd name="connsiteY0" fmla="*/ 28719 h 28741"/>
                  <a:gd name="connsiteX1" fmla="*/ 0 w 22196"/>
                  <a:gd name="connsiteY1" fmla="*/ 28719 h 28741"/>
                  <a:gd name="connsiteX2" fmla="*/ 0 w 22196"/>
                  <a:gd name="connsiteY2" fmla="*/ 765 h 28741"/>
                  <a:gd name="connsiteX3" fmla="*/ 3238 w 22196"/>
                  <a:gd name="connsiteY3" fmla="*/ 765 h 28741"/>
                  <a:gd name="connsiteX4" fmla="*/ 3238 w 22196"/>
                  <a:gd name="connsiteY4" fmla="*/ 4655 h 28741"/>
                  <a:gd name="connsiteX5" fmla="*/ 7264 w 22196"/>
                  <a:gd name="connsiteY5" fmla="*/ 1304 h 28741"/>
                  <a:gd name="connsiteX6" fmla="*/ 12257 w 22196"/>
                  <a:gd name="connsiteY6" fmla="*/ 0 h 28741"/>
                  <a:gd name="connsiteX7" fmla="*/ 17069 w 22196"/>
                  <a:gd name="connsiteY7" fmla="*/ 900 h 28741"/>
                  <a:gd name="connsiteX8" fmla="*/ 20803 w 22196"/>
                  <a:gd name="connsiteY8" fmla="*/ 4003 h 28741"/>
                  <a:gd name="connsiteX9" fmla="*/ 22017 w 22196"/>
                  <a:gd name="connsiteY9" fmla="*/ 7107 h 28741"/>
                  <a:gd name="connsiteX10" fmla="*/ 22197 w 22196"/>
                  <a:gd name="connsiteY10" fmla="*/ 10435 h 28741"/>
                  <a:gd name="connsiteX11" fmla="*/ 22197 w 22196"/>
                  <a:gd name="connsiteY11" fmla="*/ 28742 h 28741"/>
                  <a:gd name="connsiteX12" fmla="*/ 18959 w 22196"/>
                  <a:gd name="connsiteY12" fmla="*/ 28742 h 28741"/>
                  <a:gd name="connsiteX13" fmla="*/ 18959 w 22196"/>
                  <a:gd name="connsiteY13" fmla="*/ 10503 h 28741"/>
                  <a:gd name="connsiteX14" fmla="*/ 17294 w 22196"/>
                  <a:gd name="connsiteY14" fmla="*/ 4835 h 28741"/>
                  <a:gd name="connsiteX15" fmla="*/ 11739 w 22196"/>
                  <a:gd name="connsiteY15" fmla="*/ 2946 h 28741"/>
                  <a:gd name="connsiteX16" fmla="*/ 8996 w 22196"/>
                  <a:gd name="connsiteY16" fmla="*/ 3396 h 28741"/>
                  <a:gd name="connsiteX17" fmla="*/ 6747 w 22196"/>
                  <a:gd name="connsiteY17" fmla="*/ 4610 h 28741"/>
                  <a:gd name="connsiteX18" fmla="*/ 5038 w 22196"/>
                  <a:gd name="connsiteY18" fmla="*/ 6342 h 28741"/>
                  <a:gd name="connsiteX19" fmla="*/ 3958 w 22196"/>
                  <a:gd name="connsiteY19" fmla="*/ 8389 h 28741"/>
                  <a:gd name="connsiteX20" fmla="*/ 3373 w 22196"/>
                  <a:gd name="connsiteY20" fmla="*/ 10975 h 28741"/>
                  <a:gd name="connsiteX21" fmla="*/ 3261 w 22196"/>
                  <a:gd name="connsiteY21" fmla="*/ 13674 h 28741"/>
                  <a:gd name="connsiteX22" fmla="*/ 3261 w 22196"/>
                  <a:gd name="connsiteY22" fmla="*/ 28742 h 28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2196" h="28741">
                    <a:moveTo>
                      <a:pt x="3238" y="28719"/>
                    </a:moveTo>
                    <a:lnTo>
                      <a:pt x="0" y="28719"/>
                    </a:lnTo>
                    <a:lnTo>
                      <a:pt x="0" y="765"/>
                    </a:lnTo>
                    <a:lnTo>
                      <a:pt x="3238" y="765"/>
                    </a:lnTo>
                    <a:lnTo>
                      <a:pt x="3238" y="4655"/>
                    </a:lnTo>
                    <a:cubicBezTo>
                      <a:pt x="4543" y="3284"/>
                      <a:pt x="5869" y="2181"/>
                      <a:pt x="7264" y="1304"/>
                    </a:cubicBezTo>
                    <a:cubicBezTo>
                      <a:pt x="8658" y="450"/>
                      <a:pt x="10322" y="0"/>
                      <a:pt x="12257" y="0"/>
                    </a:cubicBezTo>
                    <a:cubicBezTo>
                      <a:pt x="13988" y="0"/>
                      <a:pt x="15585" y="292"/>
                      <a:pt x="17069" y="900"/>
                    </a:cubicBezTo>
                    <a:cubicBezTo>
                      <a:pt x="18554" y="1484"/>
                      <a:pt x="19790" y="2519"/>
                      <a:pt x="20803" y="4003"/>
                    </a:cubicBezTo>
                    <a:cubicBezTo>
                      <a:pt x="21477" y="5015"/>
                      <a:pt x="21882" y="6050"/>
                      <a:pt x="22017" y="7107"/>
                    </a:cubicBezTo>
                    <a:cubicBezTo>
                      <a:pt x="22152" y="8164"/>
                      <a:pt x="22197" y="9266"/>
                      <a:pt x="22197" y="10435"/>
                    </a:cubicBezTo>
                    <a:lnTo>
                      <a:pt x="22197" y="28742"/>
                    </a:lnTo>
                    <a:lnTo>
                      <a:pt x="18959" y="28742"/>
                    </a:lnTo>
                    <a:lnTo>
                      <a:pt x="18959" y="10503"/>
                    </a:lnTo>
                    <a:cubicBezTo>
                      <a:pt x="18959" y="7984"/>
                      <a:pt x="18396" y="6095"/>
                      <a:pt x="17294" y="4835"/>
                    </a:cubicBezTo>
                    <a:cubicBezTo>
                      <a:pt x="16170" y="3576"/>
                      <a:pt x="14326" y="2946"/>
                      <a:pt x="11739" y="2946"/>
                    </a:cubicBezTo>
                    <a:cubicBezTo>
                      <a:pt x="10728" y="2946"/>
                      <a:pt x="9805" y="3104"/>
                      <a:pt x="8996" y="3396"/>
                    </a:cubicBezTo>
                    <a:cubicBezTo>
                      <a:pt x="8186" y="3688"/>
                      <a:pt x="7421" y="4116"/>
                      <a:pt x="6747" y="4610"/>
                    </a:cubicBezTo>
                    <a:cubicBezTo>
                      <a:pt x="6072" y="5105"/>
                      <a:pt x="5510" y="5690"/>
                      <a:pt x="5038" y="6342"/>
                    </a:cubicBezTo>
                    <a:cubicBezTo>
                      <a:pt x="4565" y="6994"/>
                      <a:pt x="4205" y="7669"/>
                      <a:pt x="3958" y="8389"/>
                    </a:cubicBezTo>
                    <a:cubicBezTo>
                      <a:pt x="3643" y="9288"/>
                      <a:pt x="3440" y="10143"/>
                      <a:pt x="3373" y="10975"/>
                    </a:cubicBezTo>
                    <a:cubicBezTo>
                      <a:pt x="3306" y="11807"/>
                      <a:pt x="3261" y="12707"/>
                      <a:pt x="3261" y="13674"/>
                    </a:cubicBezTo>
                    <a:lnTo>
                      <a:pt x="3261" y="28742"/>
                    </a:lnTo>
                    <a:close/>
                  </a:path>
                </a:pathLst>
              </a:custGeom>
              <a:solidFill>
                <a:srgbClr val="000000"/>
              </a:solidFill>
              <a:ln w="2249" cap="flat">
                <a:noFill/>
                <a:prstDash val="solid"/>
                <a:miter/>
              </a:ln>
            </p:spPr>
            <p:txBody>
              <a:bodyPr rtlCol="0" anchor="ctr"/>
              <a:lstStyle/>
              <a:p>
                <a:endParaRPr lang="en-US"/>
              </a:p>
            </p:txBody>
          </p:sp>
          <p:sp>
            <p:nvSpPr>
              <p:cNvPr id="17960" name="Freeform 17959">
                <a:extLst>
                  <a:ext uri="{FF2B5EF4-FFF2-40B4-BE49-F238E27FC236}">
                    <a16:creationId xmlns:a16="http://schemas.microsoft.com/office/drawing/2014/main" id="{25202A06-8951-F94A-4DBE-962684E82BB0}"/>
                  </a:ext>
                </a:extLst>
              </p:cNvPr>
              <p:cNvSpPr/>
              <p:nvPr/>
            </p:nvSpPr>
            <p:spPr>
              <a:xfrm>
                <a:off x="5504817" y="3529011"/>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000000"/>
              </a:solidFill>
              <a:ln w="2249" cap="flat">
                <a:noFill/>
                <a:prstDash val="solid"/>
                <a:miter/>
              </a:ln>
            </p:spPr>
            <p:txBody>
              <a:bodyPr rtlCol="0" anchor="ctr"/>
              <a:lstStyle/>
              <a:p>
                <a:endParaRPr lang="en-US"/>
              </a:p>
            </p:txBody>
          </p:sp>
          <p:sp>
            <p:nvSpPr>
              <p:cNvPr id="17961" name="Freeform 17960">
                <a:extLst>
                  <a:ext uri="{FF2B5EF4-FFF2-40B4-BE49-F238E27FC236}">
                    <a16:creationId xmlns:a16="http://schemas.microsoft.com/office/drawing/2014/main" id="{F94EB2FD-A1EB-7DCC-C6F0-232FF72B16C5}"/>
                  </a:ext>
                </a:extLst>
              </p:cNvPr>
              <p:cNvSpPr/>
              <p:nvPr/>
            </p:nvSpPr>
            <p:spPr>
              <a:xfrm>
                <a:off x="5516782" y="3505015"/>
                <a:ext cx="22039" cy="29438"/>
              </a:xfrm>
              <a:custGeom>
                <a:avLst/>
                <a:gdLst>
                  <a:gd name="connsiteX0" fmla="*/ 3306 w 22039"/>
                  <a:gd name="connsiteY0" fmla="*/ 19993 h 29438"/>
                  <a:gd name="connsiteX1" fmla="*/ 6027 w 22039"/>
                  <a:gd name="connsiteY1" fmla="*/ 25098 h 29438"/>
                  <a:gd name="connsiteX2" fmla="*/ 11672 w 22039"/>
                  <a:gd name="connsiteY2" fmla="*/ 26583 h 29438"/>
                  <a:gd name="connsiteX3" fmla="*/ 14753 w 22039"/>
                  <a:gd name="connsiteY3" fmla="*/ 26155 h 29438"/>
                  <a:gd name="connsiteX4" fmla="*/ 16890 w 22039"/>
                  <a:gd name="connsiteY4" fmla="*/ 24986 h 29438"/>
                  <a:gd name="connsiteX5" fmla="*/ 18149 w 22039"/>
                  <a:gd name="connsiteY5" fmla="*/ 23344 h 29438"/>
                  <a:gd name="connsiteX6" fmla="*/ 18576 w 22039"/>
                  <a:gd name="connsiteY6" fmla="*/ 21410 h 29438"/>
                  <a:gd name="connsiteX7" fmla="*/ 17249 w 22039"/>
                  <a:gd name="connsiteY7" fmla="*/ 18351 h 29438"/>
                  <a:gd name="connsiteX8" fmla="*/ 13921 w 22039"/>
                  <a:gd name="connsiteY8" fmla="*/ 16777 h 29438"/>
                  <a:gd name="connsiteX9" fmla="*/ 9603 w 22039"/>
                  <a:gd name="connsiteY9" fmla="*/ 15810 h 29438"/>
                  <a:gd name="connsiteX10" fmla="*/ 5285 w 22039"/>
                  <a:gd name="connsiteY10" fmla="*/ 14596 h 29438"/>
                  <a:gd name="connsiteX11" fmla="*/ 1957 w 22039"/>
                  <a:gd name="connsiteY11" fmla="*/ 12279 h 29438"/>
                  <a:gd name="connsiteX12" fmla="*/ 630 w 22039"/>
                  <a:gd name="connsiteY12" fmla="*/ 8006 h 29438"/>
                  <a:gd name="connsiteX13" fmla="*/ 3193 w 22039"/>
                  <a:gd name="connsiteY13" fmla="*/ 2249 h 29438"/>
                  <a:gd name="connsiteX14" fmla="*/ 10457 w 22039"/>
                  <a:gd name="connsiteY14" fmla="*/ 0 h 29438"/>
                  <a:gd name="connsiteX15" fmla="*/ 17834 w 22039"/>
                  <a:gd name="connsiteY15" fmla="*/ 2024 h 29438"/>
                  <a:gd name="connsiteX16" fmla="*/ 21253 w 22039"/>
                  <a:gd name="connsiteY16" fmla="*/ 8793 h 29438"/>
                  <a:gd name="connsiteX17" fmla="*/ 17969 w 22039"/>
                  <a:gd name="connsiteY17" fmla="*/ 8793 h 29438"/>
                  <a:gd name="connsiteX18" fmla="*/ 15518 w 22039"/>
                  <a:gd name="connsiteY18" fmla="*/ 4228 h 29438"/>
                  <a:gd name="connsiteX19" fmla="*/ 10413 w 22039"/>
                  <a:gd name="connsiteY19" fmla="*/ 2901 h 29438"/>
                  <a:gd name="connsiteX20" fmla="*/ 5712 w 22039"/>
                  <a:gd name="connsiteY20" fmla="*/ 4228 h 29438"/>
                  <a:gd name="connsiteX21" fmla="*/ 4093 w 22039"/>
                  <a:gd name="connsiteY21" fmla="*/ 7714 h 29438"/>
                  <a:gd name="connsiteX22" fmla="*/ 5420 w 22039"/>
                  <a:gd name="connsiteY22" fmla="*/ 10593 h 29438"/>
                  <a:gd name="connsiteX23" fmla="*/ 8749 w 22039"/>
                  <a:gd name="connsiteY23" fmla="*/ 12212 h 29438"/>
                  <a:gd name="connsiteX24" fmla="*/ 13067 w 22039"/>
                  <a:gd name="connsiteY24" fmla="*/ 13314 h 29438"/>
                  <a:gd name="connsiteX25" fmla="*/ 17384 w 22039"/>
                  <a:gd name="connsiteY25" fmla="*/ 14686 h 29438"/>
                  <a:gd name="connsiteX26" fmla="*/ 20713 w 22039"/>
                  <a:gd name="connsiteY26" fmla="*/ 17092 h 29438"/>
                  <a:gd name="connsiteX27" fmla="*/ 22040 w 22039"/>
                  <a:gd name="connsiteY27" fmla="*/ 21298 h 29438"/>
                  <a:gd name="connsiteX28" fmla="*/ 21185 w 22039"/>
                  <a:gd name="connsiteY28" fmla="*/ 24828 h 29438"/>
                  <a:gd name="connsiteX29" fmla="*/ 18802 w 22039"/>
                  <a:gd name="connsiteY29" fmla="*/ 27392 h 29438"/>
                  <a:gd name="connsiteX30" fmla="*/ 15203 w 22039"/>
                  <a:gd name="connsiteY30" fmla="*/ 28922 h 29438"/>
                  <a:gd name="connsiteX31" fmla="*/ 10638 w 22039"/>
                  <a:gd name="connsiteY31" fmla="*/ 29439 h 29438"/>
                  <a:gd name="connsiteX32" fmla="*/ 6230 w 22039"/>
                  <a:gd name="connsiteY32" fmla="*/ 28719 h 29438"/>
                  <a:gd name="connsiteX33" fmla="*/ 2969 w 22039"/>
                  <a:gd name="connsiteY33" fmla="*/ 26695 h 29438"/>
                  <a:gd name="connsiteX34" fmla="*/ 855 w 22039"/>
                  <a:gd name="connsiteY34" fmla="*/ 23682 h 29438"/>
                  <a:gd name="connsiteX35" fmla="*/ 0 w 22039"/>
                  <a:gd name="connsiteY35" fmla="*/ 19948 h 29438"/>
                  <a:gd name="connsiteX36" fmla="*/ 3283 w 22039"/>
                  <a:gd name="connsiteY36" fmla="*/ 19948 h 29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2039" h="29438">
                    <a:moveTo>
                      <a:pt x="3306" y="19993"/>
                    </a:moveTo>
                    <a:cubicBezTo>
                      <a:pt x="3801" y="22400"/>
                      <a:pt x="4723" y="24109"/>
                      <a:pt x="6027" y="25098"/>
                    </a:cubicBezTo>
                    <a:cubicBezTo>
                      <a:pt x="7332" y="26088"/>
                      <a:pt x="9221" y="26583"/>
                      <a:pt x="11672" y="26583"/>
                    </a:cubicBezTo>
                    <a:cubicBezTo>
                      <a:pt x="12864" y="26583"/>
                      <a:pt x="13876" y="26448"/>
                      <a:pt x="14753" y="26155"/>
                    </a:cubicBezTo>
                    <a:cubicBezTo>
                      <a:pt x="15608" y="25863"/>
                      <a:pt x="16327" y="25481"/>
                      <a:pt x="16890" y="24986"/>
                    </a:cubicBezTo>
                    <a:cubicBezTo>
                      <a:pt x="17452" y="24491"/>
                      <a:pt x="17879" y="23951"/>
                      <a:pt x="18149" y="23344"/>
                    </a:cubicBezTo>
                    <a:cubicBezTo>
                      <a:pt x="18441" y="22737"/>
                      <a:pt x="18576" y="22085"/>
                      <a:pt x="18576" y="21410"/>
                    </a:cubicBezTo>
                    <a:cubicBezTo>
                      <a:pt x="18576" y="20038"/>
                      <a:pt x="18127" y="19026"/>
                      <a:pt x="17249" y="18351"/>
                    </a:cubicBezTo>
                    <a:cubicBezTo>
                      <a:pt x="16372" y="17677"/>
                      <a:pt x="15271" y="17160"/>
                      <a:pt x="13921" y="16777"/>
                    </a:cubicBezTo>
                    <a:cubicBezTo>
                      <a:pt x="12572" y="16395"/>
                      <a:pt x="11155" y="16080"/>
                      <a:pt x="9603" y="15810"/>
                    </a:cubicBezTo>
                    <a:cubicBezTo>
                      <a:pt x="8051" y="15540"/>
                      <a:pt x="6612" y="15135"/>
                      <a:pt x="5285" y="14596"/>
                    </a:cubicBezTo>
                    <a:cubicBezTo>
                      <a:pt x="3958" y="14056"/>
                      <a:pt x="2856" y="13291"/>
                      <a:pt x="1957" y="12279"/>
                    </a:cubicBezTo>
                    <a:cubicBezTo>
                      <a:pt x="1079" y="11267"/>
                      <a:pt x="630" y="9850"/>
                      <a:pt x="630" y="8006"/>
                    </a:cubicBezTo>
                    <a:cubicBezTo>
                      <a:pt x="630" y="5667"/>
                      <a:pt x="1484" y="3756"/>
                      <a:pt x="3193" y="2249"/>
                    </a:cubicBezTo>
                    <a:cubicBezTo>
                      <a:pt x="4903" y="765"/>
                      <a:pt x="7332" y="0"/>
                      <a:pt x="10457" y="0"/>
                    </a:cubicBezTo>
                    <a:cubicBezTo>
                      <a:pt x="13584" y="0"/>
                      <a:pt x="15945" y="675"/>
                      <a:pt x="17834" y="2024"/>
                    </a:cubicBezTo>
                    <a:cubicBezTo>
                      <a:pt x="19723" y="3373"/>
                      <a:pt x="20870" y="5622"/>
                      <a:pt x="21253" y="8793"/>
                    </a:cubicBezTo>
                    <a:lnTo>
                      <a:pt x="17969" y="8793"/>
                    </a:lnTo>
                    <a:cubicBezTo>
                      <a:pt x="17677" y="6634"/>
                      <a:pt x="16867" y="5105"/>
                      <a:pt x="15518" y="4228"/>
                    </a:cubicBezTo>
                    <a:cubicBezTo>
                      <a:pt x="14169" y="3351"/>
                      <a:pt x="12459" y="2901"/>
                      <a:pt x="10413" y="2901"/>
                    </a:cubicBezTo>
                    <a:cubicBezTo>
                      <a:pt x="8366" y="2901"/>
                      <a:pt x="6792" y="3351"/>
                      <a:pt x="5712" y="4228"/>
                    </a:cubicBezTo>
                    <a:cubicBezTo>
                      <a:pt x="4633" y="5105"/>
                      <a:pt x="4093" y="6275"/>
                      <a:pt x="4093" y="7714"/>
                    </a:cubicBezTo>
                    <a:cubicBezTo>
                      <a:pt x="4093" y="8973"/>
                      <a:pt x="4543" y="9940"/>
                      <a:pt x="5420" y="10593"/>
                    </a:cubicBezTo>
                    <a:cubicBezTo>
                      <a:pt x="6297" y="11267"/>
                      <a:pt x="7399" y="11807"/>
                      <a:pt x="8749" y="12212"/>
                    </a:cubicBezTo>
                    <a:cubicBezTo>
                      <a:pt x="10075" y="12617"/>
                      <a:pt x="11515" y="12999"/>
                      <a:pt x="13067" y="13314"/>
                    </a:cubicBezTo>
                    <a:cubicBezTo>
                      <a:pt x="14618" y="13629"/>
                      <a:pt x="16058" y="14101"/>
                      <a:pt x="17384" y="14686"/>
                    </a:cubicBezTo>
                    <a:cubicBezTo>
                      <a:pt x="18711" y="15270"/>
                      <a:pt x="19813" y="16080"/>
                      <a:pt x="20713" y="17092"/>
                    </a:cubicBezTo>
                    <a:cubicBezTo>
                      <a:pt x="21590" y="18104"/>
                      <a:pt x="22040" y="19498"/>
                      <a:pt x="22040" y="21298"/>
                    </a:cubicBezTo>
                    <a:cubicBezTo>
                      <a:pt x="22040" y="22625"/>
                      <a:pt x="21747" y="23817"/>
                      <a:pt x="21185" y="24828"/>
                    </a:cubicBezTo>
                    <a:cubicBezTo>
                      <a:pt x="20600" y="25863"/>
                      <a:pt x="19813" y="26718"/>
                      <a:pt x="18802" y="27392"/>
                    </a:cubicBezTo>
                    <a:cubicBezTo>
                      <a:pt x="17789" y="28067"/>
                      <a:pt x="16598" y="28584"/>
                      <a:pt x="15203" y="28922"/>
                    </a:cubicBezTo>
                    <a:cubicBezTo>
                      <a:pt x="13809" y="29259"/>
                      <a:pt x="12302" y="29439"/>
                      <a:pt x="10638" y="29439"/>
                    </a:cubicBezTo>
                    <a:cubicBezTo>
                      <a:pt x="8973" y="29439"/>
                      <a:pt x="7512" y="29191"/>
                      <a:pt x="6230" y="28719"/>
                    </a:cubicBezTo>
                    <a:cubicBezTo>
                      <a:pt x="4948" y="28247"/>
                      <a:pt x="3868" y="27550"/>
                      <a:pt x="2969" y="26695"/>
                    </a:cubicBezTo>
                    <a:cubicBezTo>
                      <a:pt x="2069" y="25841"/>
                      <a:pt x="1372" y="24828"/>
                      <a:pt x="855" y="23682"/>
                    </a:cubicBezTo>
                    <a:cubicBezTo>
                      <a:pt x="360" y="22535"/>
                      <a:pt x="68" y="21298"/>
                      <a:pt x="0" y="19948"/>
                    </a:cubicBezTo>
                    <a:lnTo>
                      <a:pt x="3283" y="19948"/>
                    </a:lnTo>
                    <a:close/>
                  </a:path>
                </a:pathLst>
              </a:custGeom>
              <a:solidFill>
                <a:srgbClr val="000000"/>
              </a:solidFill>
              <a:ln w="2249" cap="flat">
                <a:noFill/>
                <a:prstDash val="solid"/>
                <a:miter/>
              </a:ln>
            </p:spPr>
            <p:txBody>
              <a:bodyPr rtlCol="0" anchor="ctr"/>
              <a:lstStyle/>
              <a:p>
                <a:endParaRPr lang="en-US"/>
              </a:p>
            </p:txBody>
          </p:sp>
          <p:sp>
            <p:nvSpPr>
              <p:cNvPr id="17962" name="Freeform 17961">
                <a:extLst>
                  <a:ext uri="{FF2B5EF4-FFF2-40B4-BE49-F238E27FC236}">
                    <a16:creationId xmlns:a16="http://schemas.microsoft.com/office/drawing/2014/main" id="{0ED11D77-950E-BF79-6C24-36B15C87C0C8}"/>
                  </a:ext>
                </a:extLst>
              </p:cNvPr>
              <p:cNvSpPr/>
              <p:nvPr/>
            </p:nvSpPr>
            <p:spPr>
              <a:xfrm>
                <a:off x="5546805" y="3529011"/>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000000"/>
              </a:solidFill>
              <a:ln w="2249" cap="flat">
                <a:noFill/>
                <a:prstDash val="solid"/>
                <a:miter/>
              </a:ln>
            </p:spPr>
            <p:txBody>
              <a:bodyPr rtlCol="0" anchor="ctr"/>
              <a:lstStyle/>
              <a:p>
                <a:endParaRPr lang="en-US"/>
              </a:p>
            </p:txBody>
          </p:sp>
        </p:grpSp>
        <p:grpSp>
          <p:nvGrpSpPr>
            <p:cNvPr id="17973" name="Graphic 4479">
              <a:extLst>
                <a:ext uri="{FF2B5EF4-FFF2-40B4-BE49-F238E27FC236}">
                  <a16:creationId xmlns:a16="http://schemas.microsoft.com/office/drawing/2014/main" id="{ACF5A9D9-9824-27C5-9FAE-DB24F8518077}"/>
                </a:ext>
              </a:extLst>
            </p:cNvPr>
            <p:cNvGrpSpPr/>
            <p:nvPr/>
          </p:nvGrpSpPr>
          <p:grpSpPr>
            <a:xfrm>
              <a:off x="6836289" y="1511194"/>
              <a:ext cx="711523" cy="156378"/>
              <a:chOff x="5410361" y="3433813"/>
              <a:chExt cx="180501" cy="39671"/>
            </a:xfrm>
            <a:solidFill>
              <a:srgbClr val="231F20"/>
            </a:solidFill>
          </p:grpSpPr>
          <p:sp>
            <p:nvSpPr>
              <p:cNvPr id="17974" name="Freeform 17973">
                <a:extLst>
                  <a:ext uri="{FF2B5EF4-FFF2-40B4-BE49-F238E27FC236}">
                    <a16:creationId xmlns:a16="http://schemas.microsoft.com/office/drawing/2014/main" id="{38289B60-65D4-EA2A-7C27-210DB722D6E9}"/>
                  </a:ext>
                </a:extLst>
              </p:cNvPr>
              <p:cNvSpPr/>
              <p:nvPr/>
            </p:nvSpPr>
            <p:spPr>
              <a:xfrm>
                <a:off x="5410361" y="3433813"/>
                <a:ext cx="3553" cy="38861"/>
              </a:xfrm>
              <a:custGeom>
                <a:avLst/>
                <a:gdLst>
                  <a:gd name="connsiteX0" fmla="*/ 0 w 3553"/>
                  <a:gd name="connsiteY0" fmla="*/ 4813 h 38861"/>
                  <a:gd name="connsiteX1" fmla="*/ 0 w 3553"/>
                  <a:gd name="connsiteY1" fmla="*/ 0 h 38861"/>
                  <a:gd name="connsiteX2" fmla="*/ 3553 w 3553"/>
                  <a:gd name="connsiteY2" fmla="*/ 0 h 38861"/>
                  <a:gd name="connsiteX3" fmla="*/ 3553 w 3553"/>
                  <a:gd name="connsiteY3" fmla="*/ 4813 h 38861"/>
                  <a:gd name="connsiteX4" fmla="*/ 0 w 3553"/>
                  <a:gd name="connsiteY4" fmla="*/ 4813 h 38861"/>
                  <a:gd name="connsiteX5" fmla="*/ 180 w 3553"/>
                  <a:gd name="connsiteY5" fmla="*/ 38862 h 38861"/>
                  <a:gd name="connsiteX6" fmla="*/ 180 w 3553"/>
                  <a:gd name="connsiteY6" fmla="*/ 10907 h 38861"/>
                  <a:gd name="connsiteX7" fmla="*/ 3418 w 3553"/>
                  <a:gd name="connsiteY7" fmla="*/ 10907 h 38861"/>
                  <a:gd name="connsiteX8" fmla="*/ 3418 w 3553"/>
                  <a:gd name="connsiteY8" fmla="*/ 38862 h 38861"/>
                  <a:gd name="connsiteX9" fmla="*/ 180 w 3553"/>
                  <a:gd name="connsiteY9" fmla="*/ 38862 h 38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53" h="38861">
                    <a:moveTo>
                      <a:pt x="0" y="4813"/>
                    </a:moveTo>
                    <a:lnTo>
                      <a:pt x="0" y="0"/>
                    </a:lnTo>
                    <a:lnTo>
                      <a:pt x="3553" y="0"/>
                    </a:lnTo>
                    <a:lnTo>
                      <a:pt x="3553" y="4813"/>
                    </a:lnTo>
                    <a:lnTo>
                      <a:pt x="0" y="4813"/>
                    </a:lnTo>
                    <a:close/>
                    <a:moveTo>
                      <a:pt x="180" y="38862"/>
                    </a:moveTo>
                    <a:lnTo>
                      <a:pt x="180" y="10907"/>
                    </a:lnTo>
                    <a:lnTo>
                      <a:pt x="3418" y="10907"/>
                    </a:lnTo>
                    <a:lnTo>
                      <a:pt x="3418" y="38862"/>
                    </a:lnTo>
                    <a:lnTo>
                      <a:pt x="180" y="38862"/>
                    </a:lnTo>
                    <a:close/>
                  </a:path>
                </a:pathLst>
              </a:custGeom>
              <a:solidFill>
                <a:srgbClr val="231F20"/>
              </a:solidFill>
              <a:ln w="2249" cap="flat">
                <a:noFill/>
                <a:prstDash val="solid"/>
                <a:miter/>
              </a:ln>
            </p:spPr>
            <p:txBody>
              <a:bodyPr rtlCol="0" anchor="ctr"/>
              <a:lstStyle/>
              <a:p>
                <a:endParaRPr lang="en-US"/>
              </a:p>
            </p:txBody>
          </p:sp>
          <p:sp>
            <p:nvSpPr>
              <p:cNvPr id="17975" name="Freeform 17974">
                <a:extLst>
                  <a:ext uri="{FF2B5EF4-FFF2-40B4-BE49-F238E27FC236}">
                    <a16:creationId xmlns:a16="http://schemas.microsoft.com/office/drawing/2014/main" id="{B67295C0-BAC7-E750-B3A3-E098DE526D97}"/>
                  </a:ext>
                </a:extLst>
              </p:cNvPr>
              <p:cNvSpPr/>
              <p:nvPr/>
            </p:nvSpPr>
            <p:spPr>
              <a:xfrm>
                <a:off x="5420616" y="3443933"/>
                <a:ext cx="22039" cy="29438"/>
              </a:xfrm>
              <a:custGeom>
                <a:avLst/>
                <a:gdLst>
                  <a:gd name="connsiteX0" fmla="*/ 3306 w 22039"/>
                  <a:gd name="connsiteY0" fmla="*/ 19993 h 29438"/>
                  <a:gd name="connsiteX1" fmla="*/ 6027 w 22039"/>
                  <a:gd name="connsiteY1" fmla="*/ 25098 h 29438"/>
                  <a:gd name="connsiteX2" fmla="*/ 11672 w 22039"/>
                  <a:gd name="connsiteY2" fmla="*/ 26583 h 29438"/>
                  <a:gd name="connsiteX3" fmla="*/ 14753 w 22039"/>
                  <a:gd name="connsiteY3" fmla="*/ 26155 h 29438"/>
                  <a:gd name="connsiteX4" fmla="*/ 16890 w 22039"/>
                  <a:gd name="connsiteY4" fmla="*/ 24986 h 29438"/>
                  <a:gd name="connsiteX5" fmla="*/ 18149 w 22039"/>
                  <a:gd name="connsiteY5" fmla="*/ 23344 h 29438"/>
                  <a:gd name="connsiteX6" fmla="*/ 18576 w 22039"/>
                  <a:gd name="connsiteY6" fmla="*/ 21410 h 29438"/>
                  <a:gd name="connsiteX7" fmla="*/ 17249 w 22039"/>
                  <a:gd name="connsiteY7" fmla="*/ 18351 h 29438"/>
                  <a:gd name="connsiteX8" fmla="*/ 13921 w 22039"/>
                  <a:gd name="connsiteY8" fmla="*/ 16777 h 29438"/>
                  <a:gd name="connsiteX9" fmla="*/ 9603 w 22039"/>
                  <a:gd name="connsiteY9" fmla="*/ 15810 h 29438"/>
                  <a:gd name="connsiteX10" fmla="*/ 5285 w 22039"/>
                  <a:gd name="connsiteY10" fmla="*/ 14596 h 29438"/>
                  <a:gd name="connsiteX11" fmla="*/ 1957 w 22039"/>
                  <a:gd name="connsiteY11" fmla="*/ 12279 h 29438"/>
                  <a:gd name="connsiteX12" fmla="*/ 630 w 22039"/>
                  <a:gd name="connsiteY12" fmla="*/ 8006 h 29438"/>
                  <a:gd name="connsiteX13" fmla="*/ 3194 w 22039"/>
                  <a:gd name="connsiteY13" fmla="*/ 2249 h 29438"/>
                  <a:gd name="connsiteX14" fmla="*/ 10458 w 22039"/>
                  <a:gd name="connsiteY14" fmla="*/ 0 h 29438"/>
                  <a:gd name="connsiteX15" fmla="*/ 17834 w 22039"/>
                  <a:gd name="connsiteY15" fmla="*/ 2024 h 29438"/>
                  <a:gd name="connsiteX16" fmla="*/ 21253 w 22039"/>
                  <a:gd name="connsiteY16" fmla="*/ 8793 h 29438"/>
                  <a:gd name="connsiteX17" fmla="*/ 17969 w 22039"/>
                  <a:gd name="connsiteY17" fmla="*/ 8793 h 29438"/>
                  <a:gd name="connsiteX18" fmla="*/ 15518 w 22039"/>
                  <a:gd name="connsiteY18" fmla="*/ 4228 h 29438"/>
                  <a:gd name="connsiteX19" fmla="*/ 10413 w 22039"/>
                  <a:gd name="connsiteY19" fmla="*/ 2901 h 29438"/>
                  <a:gd name="connsiteX20" fmla="*/ 5712 w 22039"/>
                  <a:gd name="connsiteY20" fmla="*/ 4228 h 29438"/>
                  <a:gd name="connsiteX21" fmla="*/ 4093 w 22039"/>
                  <a:gd name="connsiteY21" fmla="*/ 7714 h 29438"/>
                  <a:gd name="connsiteX22" fmla="*/ 5420 w 22039"/>
                  <a:gd name="connsiteY22" fmla="*/ 10593 h 29438"/>
                  <a:gd name="connsiteX23" fmla="*/ 8748 w 22039"/>
                  <a:gd name="connsiteY23" fmla="*/ 12212 h 29438"/>
                  <a:gd name="connsiteX24" fmla="*/ 13067 w 22039"/>
                  <a:gd name="connsiteY24" fmla="*/ 13314 h 29438"/>
                  <a:gd name="connsiteX25" fmla="*/ 17384 w 22039"/>
                  <a:gd name="connsiteY25" fmla="*/ 14686 h 29438"/>
                  <a:gd name="connsiteX26" fmla="*/ 20713 w 22039"/>
                  <a:gd name="connsiteY26" fmla="*/ 17092 h 29438"/>
                  <a:gd name="connsiteX27" fmla="*/ 22040 w 22039"/>
                  <a:gd name="connsiteY27" fmla="*/ 21298 h 29438"/>
                  <a:gd name="connsiteX28" fmla="*/ 21185 w 22039"/>
                  <a:gd name="connsiteY28" fmla="*/ 24828 h 29438"/>
                  <a:gd name="connsiteX29" fmla="*/ 18802 w 22039"/>
                  <a:gd name="connsiteY29" fmla="*/ 27392 h 29438"/>
                  <a:gd name="connsiteX30" fmla="*/ 15203 w 22039"/>
                  <a:gd name="connsiteY30" fmla="*/ 28922 h 29438"/>
                  <a:gd name="connsiteX31" fmla="*/ 10638 w 22039"/>
                  <a:gd name="connsiteY31" fmla="*/ 29439 h 29438"/>
                  <a:gd name="connsiteX32" fmla="*/ 6230 w 22039"/>
                  <a:gd name="connsiteY32" fmla="*/ 28719 h 29438"/>
                  <a:gd name="connsiteX33" fmla="*/ 2969 w 22039"/>
                  <a:gd name="connsiteY33" fmla="*/ 26695 h 29438"/>
                  <a:gd name="connsiteX34" fmla="*/ 855 w 22039"/>
                  <a:gd name="connsiteY34" fmla="*/ 23681 h 29438"/>
                  <a:gd name="connsiteX35" fmla="*/ 0 w 22039"/>
                  <a:gd name="connsiteY35" fmla="*/ 19948 h 29438"/>
                  <a:gd name="connsiteX36" fmla="*/ 3284 w 22039"/>
                  <a:gd name="connsiteY36" fmla="*/ 19948 h 29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2039" h="29438">
                    <a:moveTo>
                      <a:pt x="3306" y="19993"/>
                    </a:moveTo>
                    <a:cubicBezTo>
                      <a:pt x="3801" y="22400"/>
                      <a:pt x="4723" y="24109"/>
                      <a:pt x="6027" y="25098"/>
                    </a:cubicBezTo>
                    <a:cubicBezTo>
                      <a:pt x="7332" y="26088"/>
                      <a:pt x="9221" y="26583"/>
                      <a:pt x="11672" y="26583"/>
                    </a:cubicBezTo>
                    <a:cubicBezTo>
                      <a:pt x="12864" y="26583"/>
                      <a:pt x="13876" y="26448"/>
                      <a:pt x="14753" y="26155"/>
                    </a:cubicBezTo>
                    <a:cubicBezTo>
                      <a:pt x="15608" y="25863"/>
                      <a:pt x="16327" y="25481"/>
                      <a:pt x="16890" y="24986"/>
                    </a:cubicBezTo>
                    <a:cubicBezTo>
                      <a:pt x="17452" y="24491"/>
                      <a:pt x="17879" y="23951"/>
                      <a:pt x="18149" y="23344"/>
                    </a:cubicBezTo>
                    <a:cubicBezTo>
                      <a:pt x="18441" y="22737"/>
                      <a:pt x="18576" y="22085"/>
                      <a:pt x="18576" y="21410"/>
                    </a:cubicBezTo>
                    <a:cubicBezTo>
                      <a:pt x="18576" y="20038"/>
                      <a:pt x="18127" y="19026"/>
                      <a:pt x="17249" y="18351"/>
                    </a:cubicBezTo>
                    <a:cubicBezTo>
                      <a:pt x="16372" y="17677"/>
                      <a:pt x="15271" y="17160"/>
                      <a:pt x="13921" y="16777"/>
                    </a:cubicBezTo>
                    <a:cubicBezTo>
                      <a:pt x="12572" y="16395"/>
                      <a:pt x="11155" y="16080"/>
                      <a:pt x="9603" y="15810"/>
                    </a:cubicBezTo>
                    <a:cubicBezTo>
                      <a:pt x="8051" y="15540"/>
                      <a:pt x="6612" y="15135"/>
                      <a:pt x="5285" y="14596"/>
                    </a:cubicBezTo>
                    <a:cubicBezTo>
                      <a:pt x="3958" y="14056"/>
                      <a:pt x="2856" y="13291"/>
                      <a:pt x="1957" y="12279"/>
                    </a:cubicBezTo>
                    <a:cubicBezTo>
                      <a:pt x="1079" y="11267"/>
                      <a:pt x="630" y="9850"/>
                      <a:pt x="630" y="8006"/>
                    </a:cubicBezTo>
                    <a:cubicBezTo>
                      <a:pt x="630" y="5667"/>
                      <a:pt x="1484" y="3756"/>
                      <a:pt x="3194" y="2249"/>
                    </a:cubicBezTo>
                    <a:cubicBezTo>
                      <a:pt x="4903" y="765"/>
                      <a:pt x="7332" y="0"/>
                      <a:pt x="10458" y="0"/>
                    </a:cubicBezTo>
                    <a:cubicBezTo>
                      <a:pt x="13584" y="0"/>
                      <a:pt x="15945" y="675"/>
                      <a:pt x="17834" y="2024"/>
                    </a:cubicBezTo>
                    <a:cubicBezTo>
                      <a:pt x="19723" y="3373"/>
                      <a:pt x="20870" y="5622"/>
                      <a:pt x="21253" y="8793"/>
                    </a:cubicBezTo>
                    <a:lnTo>
                      <a:pt x="17969" y="8793"/>
                    </a:lnTo>
                    <a:cubicBezTo>
                      <a:pt x="17677" y="6634"/>
                      <a:pt x="16867" y="5105"/>
                      <a:pt x="15518" y="4228"/>
                    </a:cubicBezTo>
                    <a:cubicBezTo>
                      <a:pt x="14169" y="3351"/>
                      <a:pt x="12459" y="2901"/>
                      <a:pt x="10413" y="2901"/>
                    </a:cubicBezTo>
                    <a:cubicBezTo>
                      <a:pt x="8366" y="2901"/>
                      <a:pt x="6792" y="3351"/>
                      <a:pt x="5712" y="4228"/>
                    </a:cubicBezTo>
                    <a:cubicBezTo>
                      <a:pt x="4633" y="5105"/>
                      <a:pt x="4093" y="6275"/>
                      <a:pt x="4093" y="7714"/>
                    </a:cubicBezTo>
                    <a:cubicBezTo>
                      <a:pt x="4093" y="8973"/>
                      <a:pt x="4543" y="9940"/>
                      <a:pt x="5420" y="10593"/>
                    </a:cubicBezTo>
                    <a:cubicBezTo>
                      <a:pt x="6297" y="11267"/>
                      <a:pt x="7399" y="11807"/>
                      <a:pt x="8748" y="12212"/>
                    </a:cubicBezTo>
                    <a:cubicBezTo>
                      <a:pt x="10075" y="12617"/>
                      <a:pt x="11515" y="12999"/>
                      <a:pt x="13067" y="13314"/>
                    </a:cubicBezTo>
                    <a:cubicBezTo>
                      <a:pt x="14618" y="13629"/>
                      <a:pt x="16058" y="14101"/>
                      <a:pt x="17384" y="14686"/>
                    </a:cubicBezTo>
                    <a:cubicBezTo>
                      <a:pt x="18711" y="15270"/>
                      <a:pt x="19813" y="16080"/>
                      <a:pt x="20713" y="17092"/>
                    </a:cubicBezTo>
                    <a:cubicBezTo>
                      <a:pt x="21590" y="18104"/>
                      <a:pt x="22040" y="19498"/>
                      <a:pt x="22040" y="21298"/>
                    </a:cubicBezTo>
                    <a:cubicBezTo>
                      <a:pt x="22040" y="22625"/>
                      <a:pt x="21747" y="23816"/>
                      <a:pt x="21185" y="24828"/>
                    </a:cubicBezTo>
                    <a:cubicBezTo>
                      <a:pt x="20600" y="25863"/>
                      <a:pt x="19813" y="26718"/>
                      <a:pt x="18802" y="27392"/>
                    </a:cubicBezTo>
                    <a:cubicBezTo>
                      <a:pt x="17789" y="28067"/>
                      <a:pt x="16598" y="28584"/>
                      <a:pt x="15203" y="28922"/>
                    </a:cubicBezTo>
                    <a:cubicBezTo>
                      <a:pt x="13809" y="29259"/>
                      <a:pt x="12302" y="29439"/>
                      <a:pt x="10638" y="29439"/>
                    </a:cubicBezTo>
                    <a:cubicBezTo>
                      <a:pt x="8973" y="29439"/>
                      <a:pt x="7512" y="29191"/>
                      <a:pt x="6230" y="28719"/>
                    </a:cubicBezTo>
                    <a:cubicBezTo>
                      <a:pt x="4948" y="28247"/>
                      <a:pt x="3868" y="27550"/>
                      <a:pt x="2969" y="26695"/>
                    </a:cubicBezTo>
                    <a:cubicBezTo>
                      <a:pt x="2069" y="25841"/>
                      <a:pt x="1372" y="24828"/>
                      <a:pt x="855" y="23681"/>
                    </a:cubicBezTo>
                    <a:cubicBezTo>
                      <a:pt x="360" y="22534"/>
                      <a:pt x="68" y="21298"/>
                      <a:pt x="0" y="19948"/>
                    </a:cubicBezTo>
                    <a:lnTo>
                      <a:pt x="3284" y="19948"/>
                    </a:lnTo>
                    <a:close/>
                  </a:path>
                </a:pathLst>
              </a:custGeom>
              <a:solidFill>
                <a:srgbClr val="231F20"/>
              </a:solidFill>
              <a:ln w="2249" cap="flat">
                <a:noFill/>
                <a:prstDash val="solid"/>
                <a:miter/>
              </a:ln>
            </p:spPr>
            <p:txBody>
              <a:bodyPr rtlCol="0" anchor="ctr"/>
              <a:lstStyle/>
              <a:p>
                <a:endParaRPr lang="en-US"/>
              </a:p>
            </p:txBody>
          </p:sp>
          <p:sp>
            <p:nvSpPr>
              <p:cNvPr id="17976" name="Freeform 17975">
                <a:extLst>
                  <a:ext uri="{FF2B5EF4-FFF2-40B4-BE49-F238E27FC236}">
                    <a16:creationId xmlns:a16="http://schemas.microsoft.com/office/drawing/2014/main" id="{8C929078-E233-D0A4-41F7-7FC6BD7BEEC1}"/>
                  </a:ext>
                </a:extLst>
              </p:cNvPr>
              <p:cNvSpPr/>
              <p:nvPr/>
            </p:nvSpPr>
            <p:spPr>
              <a:xfrm>
                <a:off x="5447176" y="3443955"/>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4 w 25908"/>
                  <a:gd name="connsiteY3" fmla="*/ 21185 h 29483"/>
                  <a:gd name="connsiteX4" fmla="*/ 0 w 25908"/>
                  <a:gd name="connsiteY4" fmla="*/ 14753 h 29483"/>
                  <a:gd name="connsiteX5" fmla="*/ 809 w 25908"/>
                  <a:gd name="connsiteY5" fmla="*/ 8996 h 29483"/>
                  <a:gd name="connsiteX6" fmla="*/ 3238 w 25908"/>
                  <a:gd name="connsiteY6" fmla="*/ 4318 h 29483"/>
                  <a:gd name="connsiteX7" fmla="*/ 7287 w 25908"/>
                  <a:gd name="connsiteY7" fmla="*/ 1170 h 29483"/>
                  <a:gd name="connsiteX8" fmla="*/ 12954 w 25908"/>
                  <a:gd name="connsiteY8" fmla="*/ 0 h 29483"/>
                  <a:gd name="connsiteX9" fmla="*/ 18666 w 25908"/>
                  <a:gd name="connsiteY9" fmla="*/ 1170 h 29483"/>
                  <a:gd name="connsiteX10" fmla="*/ 22714 w 25908"/>
                  <a:gd name="connsiteY10" fmla="*/ 4296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67 w 25908"/>
                  <a:gd name="connsiteY17" fmla="*/ 14753 h 29483"/>
                  <a:gd name="connsiteX18" fmla="*/ 21927 w 25908"/>
                  <a:gd name="connsiteY18" fmla="*/ 10120 h 29483"/>
                  <a:gd name="connsiteX19" fmla="*/ 20263 w 25908"/>
                  <a:gd name="connsiteY19" fmla="*/ 6365 h 29483"/>
                  <a:gd name="connsiteX20" fmla="*/ 17339 w 25908"/>
                  <a:gd name="connsiteY20" fmla="*/ 3846 h 29483"/>
                  <a:gd name="connsiteX21" fmla="*/ 12977 w 25908"/>
                  <a:gd name="connsiteY21" fmla="*/ 2924 h 29483"/>
                  <a:gd name="connsiteX22" fmla="*/ 8636 w 25908"/>
                  <a:gd name="connsiteY22" fmla="*/ 3913 h 29483"/>
                  <a:gd name="connsiteX23" fmla="*/ 5690 w 25908"/>
                  <a:gd name="connsiteY23" fmla="*/ 6567 h 29483"/>
                  <a:gd name="connsiteX24" fmla="*/ 4026 w 25908"/>
                  <a:gd name="connsiteY24" fmla="*/ 10345 h 29483"/>
                  <a:gd name="connsiteX25" fmla="*/ 3486 w 25908"/>
                  <a:gd name="connsiteY25" fmla="*/ 14753 h 29483"/>
                  <a:gd name="connsiteX26" fmla="*/ 4116 w 25908"/>
                  <a:gd name="connsiteY26" fmla="*/ 19521 h 29483"/>
                  <a:gd name="connsiteX27" fmla="*/ 5914 w 25908"/>
                  <a:gd name="connsiteY27" fmla="*/ 23277 h 29483"/>
                  <a:gd name="connsiteX28" fmla="*/ 8883 w 25908"/>
                  <a:gd name="connsiteY28" fmla="*/ 25706 h 29483"/>
                  <a:gd name="connsiteX29" fmla="*/ 12977 w 25908"/>
                  <a:gd name="connsiteY29" fmla="*/ 26560 h 29483"/>
                  <a:gd name="connsiteX30" fmla="*/ 17317 w 25908"/>
                  <a:gd name="connsiteY30" fmla="*/ 25571 h 29483"/>
                  <a:gd name="connsiteX31" fmla="*/ 20263 w 25908"/>
                  <a:gd name="connsiteY31" fmla="*/ 22895 h 29483"/>
                  <a:gd name="connsiteX32" fmla="*/ 21927 w 25908"/>
                  <a:gd name="connsiteY32" fmla="*/ 19116 h 29483"/>
                  <a:gd name="connsiteX33" fmla="*/ 22467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4" y="21185"/>
                    </a:cubicBezTo>
                    <a:cubicBezTo>
                      <a:pt x="360" y="19341"/>
                      <a:pt x="0" y="17205"/>
                      <a:pt x="0" y="14753"/>
                    </a:cubicBezTo>
                    <a:cubicBezTo>
                      <a:pt x="0" y="12707"/>
                      <a:pt x="270" y="10795"/>
                      <a:pt x="809" y="8996"/>
                    </a:cubicBezTo>
                    <a:cubicBezTo>
                      <a:pt x="1349" y="7219"/>
                      <a:pt x="2159" y="5667"/>
                      <a:pt x="3238" y="4318"/>
                    </a:cubicBezTo>
                    <a:cubicBezTo>
                      <a:pt x="4318" y="2969"/>
                      <a:pt x="5667" y="1934"/>
                      <a:pt x="7287" y="1170"/>
                    </a:cubicBezTo>
                    <a:cubicBezTo>
                      <a:pt x="8906" y="405"/>
                      <a:pt x="10795" y="0"/>
                      <a:pt x="12954" y="0"/>
                    </a:cubicBezTo>
                    <a:cubicBezTo>
                      <a:pt x="15113" y="0"/>
                      <a:pt x="17047" y="382"/>
                      <a:pt x="18666" y="1170"/>
                    </a:cubicBezTo>
                    <a:cubicBezTo>
                      <a:pt x="20286" y="1934"/>
                      <a:pt x="21635" y="2991"/>
                      <a:pt x="22714" y="4296"/>
                    </a:cubicBezTo>
                    <a:cubicBezTo>
                      <a:pt x="23794" y="5600"/>
                      <a:pt x="24603" y="7174"/>
                      <a:pt x="25121" y="8973"/>
                    </a:cubicBezTo>
                    <a:cubicBezTo>
                      <a:pt x="25638" y="10773"/>
                      <a:pt x="25908" y="12707"/>
                      <a:pt x="25908" y="14753"/>
                    </a:cubicBezTo>
                    <a:cubicBezTo>
                      <a:pt x="25908" y="16980"/>
                      <a:pt x="25593" y="19004"/>
                      <a:pt x="24986" y="20803"/>
                    </a:cubicBezTo>
                    <a:cubicBezTo>
                      <a:pt x="24379" y="22602"/>
                      <a:pt x="23502" y="24154"/>
                      <a:pt x="22377" y="25436"/>
                    </a:cubicBezTo>
                    <a:cubicBezTo>
                      <a:pt x="21253" y="26718"/>
                      <a:pt x="19881" y="27730"/>
                      <a:pt x="18284" y="28427"/>
                    </a:cubicBezTo>
                    <a:cubicBezTo>
                      <a:pt x="16687" y="29124"/>
                      <a:pt x="14910" y="29484"/>
                      <a:pt x="12977" y="29484"/>
                    </a:cubicBezTo>
                    <a:close/>
                    <a:moveTo>
                      <a:pt x="22467" y="14753"/>
                    </a:moveTo>
                    <a:cubicBezTo>
                      <a:pt x="22467" y="13089"/>
                      <a:pt x="22287" y="11560"/>
                      <a:pt x="21927" y="10120"/>
                    </a:cubicBezTo>
                    <a:cubicBezTo>
                      <a:pt x="21568" y="8681"/>
                      <a:pt x="21005" y="7422"/>
                      <a:pt x="20263" y="6365"/>
                    </a:cubicBezTo>
                    <a:cubicBezTo>
                      <a:pt x="19498" y="5308"/>
                      <a:pt x="18531" y="4476"/>
                      <a:pt x="17339" y="3846"/>
                    </a:cubicBezTo>
                    <a:cubicBezTo>
                      <a:pt x="16147" y="3239"/>
                      <a:pt x="14686" y="2924"/>
                      <a:pt x="12977" y="2924"/>
                    </a:cubicBezTo>
                    <a:cubicBezTo>
                      <a:pt x="11267" y="2924"/>
                      <a:pt x="9828" y="3261"/>
                      <a:pt x="8636" y="3913"/>
                    </a:cubicBezTo>
                    <a:cubicBezTo>
                      <a:pt x="7422" y="4588"/>
                      <a:pt x="6454" y="5465"/>
                      <a:pt x="5690" y="6567"/>
                    </a:cubicBezTo>
                    <a:cubicBezTo>
                      <a:pt x="4925" y="7669"/>
                      <a:pt x="4385" y="8928"/>
                      <a:pt x="4026" y="10345"/>
                    </a:cubicBezTo>
                    <a:cubicBezTo>
                      <a:pt x="3666" y="11762"/>
                      <a:pt x="3486" y="13224"/>
                      <a:pt x="3486" y="14753"/>
                    </a:cubicBezTo>
                    <a:cubicBezTo>
                      <a:pt x="3486" y="16485"/>
                      <a:pt x="3688" y="18082"/>
                      <a:pt x="4116" y="19521"/>
                    </a:cubicBezTo>
                    <a:cubicBezTo>
                      <a:pt x="4520" y="20983"/>
                      <a:pt x="5128" y="22220"/>
                      <a:pt x="5914" y="23277"/>
                    </a:cubicBezTo>
                    <a:cubicBezTo>
                      <a:pt x="6702" y="24334"/>
                      <a:pt x="7691" y="25121"/>
                      <a:pt x="8883" y="25706"/>
                    </a:cubicBezTo>
                    <a:cubicBezTo>
                      <a:pt x="10075" y="26290"/>
                      <a:pt x="11447" y="26560"/>
                      <a:pt x="12977" y="26560"/>
                    </a:cubicBezTo>
                    <a:cubicBezTo>
                      <a:pt x="14663" y="26560"/>
                      <a:pt x="16125" y="26223"/>
                      <a:pt x="17317" y="25571"/>
                    </a:cubicBezTo>
                    <a:cubicBezTo>
                      <a:pt x="18531" y="24896"/>
                      <a:pt x="19498" y="24019"/>
                      <a:pt x="20263" y="22895"/>
                    </a:cubicBezTo>
                    <a:cubicBezTo>
                      <a:pt x="21027" y="21770"/>
                      <a:pt x="21568" y="20511"/>
                      <a:pt x="21927" y="19116"/>
                    </a:cubicBezTo>
                    <a:cubicBezTo>
                      <a:pt x="22287" y="17722"/>
                      <a:pt x="22467" y="16260"/>
                      <a:pt x="22467" y="14753"/>
                    </a:cubicBezTo>
                    <a:close/>
                  </a:path>
                </a:pathLst>
              </a:custGeom>
              <a:solidFill>
                <a:srgbClr val="231F20"/>
              </a:solidFill>
              <a:ln w="2249" cap="flat">
                <a:noFill/>
                <a:prstDash val="solid"/>
                <a:miter/>
              </a:ln>
            </p:spPr>
            <p:txBody>
              <a:bodyPr rtlCol="0" anchor="ctr"/>
              <a:lstStyle/>
              <a:p>
                <a:endParaRPr lang="en-US"/>
              </a:p>
            </p:txBody>
          </p:sp>
          <p:sp>
            <p:nvSpPr>
              <p:cNvPr id="17977" name="Freeform 17976">
                <a:extLst>
                  <a:ext uri="{FF2B5EF4-FFF2-40B4-BE49-F238E27FC236}">
                    <a16:creationId xmlns:a16="http://schemas.microsoft.com/office/drawing/2014/main" id="{0FE69084-94AD-2D13-C438-CBBBE3E36CBB}"/>
                  </a:ext>
                </a:extLst>
              </p:cNvPr>
              <p:cNvSpPr/>
              <p:nvPr/>
            </p:nvSpPr>
            <p:spPr>
              <a:xfrm>
                <a:off x="5479516" y="3433813"/>
                <a:ext cx="3238" cy="38861"/>
              </a:xfrm>
              <a:custGeom>
                <a:avLst/>
                <a:gdLst>
                  <a:gd name="connsiteX0" fmla="*/ 0 w 3238"/>
                  <a:gd name="connsiteY0" fmla="*/ 38862 h 38861"/>
                  <a:gd name="connsiteX1" fmla="*/ 0 w 3238"/>
                  <a:gd name="connsiteY1" fmla="*/ 0 h 38861"/>
                  <a:gd name="connsiteX2" fmla="*/ 3239 w 3238"/>
                  <a:gd name="connsiteY2" fmla="*/ 0 h 38861"/>
                  <a:gd name="connsiteX3" fmla="*/ 3239 w 3238"/>
                  <a:gd name="connsiteY3" fmla="*/ 38862 h 38861"/>
                  <a:gd name="connsiteX4" fmla="*/ 0 w 3238"/>
                  <a:gd name="connsiteY4" fmla="*/ 38862 h 388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8" h="38861">
                    <a:moveTo>
                      <a:pt x="0" y="38862"/>
                    </a:moveTo>
                    <a:lnTo>
                      <a:pt x="0" y="0"/>
                    </a:lnTo>
                    <a:lnTo>
                      <a:pt x="3239" y="0"/>
                    </a:lnTo>
                    <a:lnTo>
                      <a:pt x="3239" y="38862"/>
                    </a:lnTo>
                    <a:lnTo>
                      <a:pt x="0" y="38862"/>
                    </a:lnTo>
                    <a:close/>
                  </a:path>
                </a:pathLst>
              </a:custGeom>
              <a:solidFill>
                <a:srgbClr val="231F20"/>
              </a:solidFill>
              <a:ln w="2249" cap="flat">
                <a:noFill/>
                <a:prstDash val="solid"/>
                <a:miter/>
              </a:ln>
            </p:spPr>
            <p:txBody>
              <a:bodyPr rtlCol="0" anchor="ctr"/>
              <a:lstStyle/>
              <a:p>
                <a:endParaRPr lang="en-US"/>
              </a:p>
            </p:txBody>
          </p:sp>
          <p:sp>
            <p:nvSpPr>
              <p:cNvPr id="17978" name="Freeform 17977">
                <a:extLst>
                  <a:ext uri="{FF2B5EF4-FFF2-40B4-BE49-F238E27FC236}">
                    <a16:creationId xmlns:a16="http://schemas.microsoft.com/office/drawing/2014/main" id="{9AAA8935-4C65-F511-2D91-244790D6DC41}"/>
                  </a:ext>
                </a:extLst>
              </p:cNvPr>
              <p:cNvSpPr/>
              <p:nvPr/>
            </p:nvSpPr>
            <p:spPr>
              <a:xfrm>
                <a:off x="5489524" y="3444000"/>
                <a:ext cx="26357" cy="29483"/>
              </a:xfrm>
              <a:custGeom>
                <a:avLst/>
                <a:gdLst>
                  <a:gd name="connsiteX0" fmla="*/ 14326 w 26357"/>
                  <a:gd name="connsiteY0" fmla="*/ 12369 h 29483"/>
                  <a:gd name="connsiteX1" fmla="*/ 16507 w 26357"/>
                  <a:gd name="connsiteY1" fmla="*/ 12054 h 29483"/>
                  <a:gd name="connsiteX2" fmla="*/ 18576 w 26357"/>
                  <a:gd name="connsiteY2" fmla="*/ 11470 h 29483"/>
                  <a:gd name="connsiteX3" fmla="*/ 19566 w 26357"/>
                  <a:gd name="connsiteY3" fmla="*/ 10210 h 29483"/>
                  <a:gd name="connsiteX4" fmla="*/ 19745 w 26357"/>
                  <a:gd name="connsiteY4" fmla="*/ 8569 h 29483"/>
                  <a:gd name="connsiteX5" fmla="*/ 18149 w 26357"/>
                  <a:gd name="connsiteY5" fmla="*/ 4498 h 29483"/>
                  <a:gd name="connsiteX6" fmla="*/ 12774 w 26357"/>
                  <a:gd name="connsiteY6" fmla="*/ 2901 h 29483"/>
                  <a:gd name="connsiteX7" fmla="*/ 9693 w 26357"/>
                  <a:gd name="connsiteY7" fmla="*/ 3193 h 29483"/>
                  <a:gd name="connsiteX8" fmla="*/ 7242 w 26357"/>
                  <a:gd name="connsiteY8" fmla="*/ 4228 h 29483"/>
                  <a:gd name="connsiteX9" fmla="*/ 5510 w 26357"/>
                  <a:gd name="connsiteY9" fmla="*/ 6162 h 29483"/>
                  <a:gd name="connsiteX10" fmla="*/ 4610 w 26357"/>
                  <a:gd name="connsiteY10" fmla="*/ 9221 h 29483"/>
                  <a:gd name="connsiteX11" fmla="*/ 1327 w 26357"/>
                  <a:gd name="connsiteY11" fmla="*/ 9221 h 29483"/>
                  <a:gd name="connsiteX12" fmla="*/ 2451 w 26357"/>
                  <a:gd name="connsiteY12" fmla="*/ 4993 h 29483"/>
                  <a:gd name="connsiteX13" fmla="*/ 4970 w 26357"/>
                  <a:gd name="connsiteY13" fmla="*/ 2137 h 29483"/>
                  <a:gd name="connsiteX14" fmla="*/ 8523 w 26357"/>
                  <a:gd name="connsiteY14" fmla="*/ 517 h 29483"/>
                  <a:gd name="connsiteX15" fmla="*/ 12819 w 26357"/>
                  <a:gd name="connsiteY15" fmla="*/ 0 h 29483"/>
                  <a:gd name="connsiteX16" fmla="*/ 16777 w 26357"/>
                  <a:gd name="connsiteY16" fmla="*/ 450 h 29483"/>
                  <a:gd name="connsiteX17" fmla="*/ 20016 w 26357"/>
                  <a:gd name="connsiteY17" fmla="*/ 1912 h 29483"/>
                  <a:gd name="connsiteX18" fmla="*/ 22174 w 26357"/>
                  <a:gd name="connsiteY18" fmla="*/ 4588 h 29483"/>
                  <a:gd name="connsiteX19" fmla="*/ 22962 w 26357"/>
                  <a:gd name="connsiteY19" fmla="*/ 8681 h 29483"/>
                  <a:gd name="connsiteX20" fmla="*/ 22962 w 26357"/>
                  <a:gd name="connsiteY20" fmla="*/ 23906 h 29483"/>
                  <a:gd name="connsiteX21" fmla="*/ 23637 w 26357"/>
                  <a:gd name="connsiteY21" fmla="*/ 26313 h 29483"/>
                  <a:gd name="connsiteX22" fmla="*/ 26358 w 26357"/>
                  <a:gd name="connsiteY22" fmla="*/ 26065 h 29483"/>
                  <a:gd name="connsiteX23" fmla="*/ 26358 w 26357"/>
                  <a:gd name="connsiteY23" fmla="*/ 28607 h 29483"/>
                  <a:gd name="connsiteX24" fmla="*/ 25256 w 26357"/>
                  <a:gd name="connsiteY24" fmla="*/ 28922 h 29483"/>
                  <a:gd name="connsiteX25" fmla="*/ 23816 w 26357"/>
                  <a:gd name="connsiteY25" fmla="*/ 29147 h 29483"/>
                  <a:gd name="connsiteX26" fmla="*/ 22355 w 26357"/>
                  <a:gd name="connsiteY26" fmla="*/ 28989 h 29483"/>
                  <a:gd name="connsiteX27" fmla="*/ 21050 w 26357"/>
                  <a:gd name="connsiteY27" fmla="*/ 28472 h 29483"/>
                  <a:gd name="connsiteX28" fmla="*/ 20263 w 26357"/>
                  <a:gd name="connsiteY28" fmla="*/ 27505 h 29483"/>
                  <a:gd name="connsiteX29" fmla="*/ 19858 w 26357"/>
                  <a:gd name="connsiteY29" fmla="*/ 26268 h 29483"/>
                  <a:gd name="connsiteX30" fmla="*/ 19745 w 26357"/>
                  <a:gd name="connsiteY30" fmla="*/ 24828 h 29483"/>
                  <a:gd name="connsiteX31" fmla="*/ 15045 w 26357"/>
                  <a:gd name="connsiteY31" fmla="*/ 28292 h 29483"/>
                  <a:gd name="connsiteX32" fmla="*/ 9333 w 26357"/>
                  <a:gd name="connsiteY32" fmla="*/ 29484 h 29483"/>
                  <a:gd name="connsiteX33" fmla="*/ 5802 w 26357"/>
                  <a:gd name="connsiteY33" fmla="*/ 28989 h 29483"/>
                  <a:gd name="connsiteX34" fmla="*/ 2811 w 26357"/>
                  <a:gd name="connsiteY34" fmla="*/ 27482 h 29483"/>
                  <a:gd name="connsiteX35" fmla="*/ 764 w 26357"/>
                  <a:gd name="connsiteY35" fmla="*/ 24964 h 29483"/>
                  <a:gd name="connsiteX36" fmla="*/ 0 w 26357"/>
                  <a:gd name="connsiteY36" fmla="*/ 21433 h 29483"/>
                  <a:gd name="connsiteX37" fmla="*/ 9760 w 26357"/>
                  <a:gd name="connsiteY37" fmla="*/ 13021 h 29483"/>
                  <a:gd name="connsiteX38" fmla="*/ 14236 w 26357"/>
                  <a:gd name="connsiteY38" fmla="*/ 12437 h 29483"/>
                  <a:gd name="connsiteX39" fmla="*/ 19790 w 26357"/>
                  <a:gd name="connsiteY39" fmla="*/ 13989 h 29483"/>
                  <a:gd name="connsiteX40" fmla="*/ 15630 w 26357"/>
                  <a:gd name="connsiteY40" fmla="*/ 15113 h 29483"/>
                  <a:gd name="connsiteX41" fmla="*/ 11424 w 26357"/>
                  <a:gd name="connsiteY41" fmla="*/ 15540 h 29483"/>
                  <a:gd name="connsiteX42" fmla="*/ 5622 w 26357"/>
                  <a:gd name="connsiteY42" fmla="*/ 17205 h 29483"/>
                  <a:gd name="connsiteX43" fmla="*/ 3553 w 26357"/>
                  <a:gd name="connsiteY43" fmla="*/ 21478 h 29483"/>
                  <a:gd name="connsiteX44" fmla="*/ 4070 w 26357"/>
                  <a:gd name="connsiteY44" fmla="*/ 23726 h 29483"/>
                  <a:gd name="connsiteX45" fmla="*/ 5420 w 26357"/>
                  <a:gd name="connsiteY45" fmla="*/ 25301 h 29483"/>
                  <a:gd name="connsiteX46" fmla="*/ 7354 w 26357"/>
                  <a:gd name="connsiteY46" fmla="*/ 26223 h 29483"/>
                  <a:gd name="connsiteX47" fmla="*/ 9603 w 26357"/>
                  <a:gd name="connsiteY47" fmla="*/ 26515 h 29483"/>
                  <a:gd name="connsiteX48" fmla="*/ 13381 w 26357"/>
                  <a:gd name="connsiteY48" fmla="*/ 26020 h 29483"/>
                  <a:gd name="connsiteX49" fmla="*/ 16642 w 26357"/>
                  <a:gd name="connsiteY49" fmla="*/ 24536 h 29483"/>
                  <a:gd name="connsiteX50" fmla="*/ 18936 w 26357"/>
                  <a:gd name="connsiteY50" fmla="*/ 21995 h 29483"/>
                  <a:gd name="connsiteX51" fmla="*/ 19790 w 26357"/>
                  <a:gd name="connsiteY51" fmla="*/ 18352 h 29483"/>
                  <a:gd name="connsiteX52" fmla="*/ 19790 w 26357"/>
                  <a:gd name="connsiteY52" fmla="*/ 13989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6357" h="29483">
                    <a:moveTo>
                      <a:pt x="14326" y="12369"/>
                    </a:moveTo>
                    <a:cubicBezTo>
                      <a:pt x="14933" y="12302"/>
                      <a:pt x="15675" y="12189"/>
                      <a:pt x="16507" y="12054"/>
                    </a:cubicBezTo>
                    <a:cubicBezTo>
                      <a:pt x="17362" y="11919"/>
                      <a:pt x="18036" y="11717"/>
                      <a:pt x="18576" y="11470"/>
                    </a:cubicBezTo>
                    <a:cubicBezTo>
                      <a:pt x="19116" y="11222"/>
                      <a:pt x="19453" y="10795"/>
                      <a:pt x="19566" y="10210"/>
                    </a:cubicBezTo>
                    <a:cubicBezTo>
                      <a:pt x="19701" y="9626"/>
                      <a:pt x="19745" y="9063"/>
                      <a:pt x="19745" y="8569"/>
                    </a:cubicBezTo>
                    <a:cubicBezTo>
                      <a:pt x="19745" y="6904"/>
                      <a:pt x="19206" y="5555"/>
                      <a:pt x="18149" y="4498"/>
                    </a:cubicBezTo>
                    <a:cubicBezTo>
                      <a:pt x="17092" y="3441"/>
                      <a:pt x="15292" y="2901"/>
                      <a:pt x="12774" y="2901"/>
                    </a:cubicBezTo>
                    <a:cubicBezTo>
                      <a:pt x="11649" y="2901"/>
                      <a:pt x="10638" y="2991"/>
                      <a:pt x="9693" y="3193"/>
                    </a:cubicBezTo>
                    <a:cubicBezTo>
                      <a:pt x="8748" y="3396"/>
                      <a:pt x="7938" y="3733"/>
                      <a:pt x="7242" y="4228"/>
                    </a:cubicBezTo>
                    <a:cubicBezTo>
                      <a:pt x="6544" y="4723"/>
                      <a:pt x="5960" y="5353"/>
                      <a:pt x="5510" y="6162"/>
                    </a:cubicBezTo>
                    <a:cubicBezTo>
                      <a:pt x="5060" y="6972"/>
                      <a:pt x="4768" y="7984"/>
                      <a:pt x="4610" y="9221"/>
                    </a:cubicBezTo>
                    <a:lnTo>
                      <a:pt x="1327" y="9221"/>
                    </a:lnTo>
                    <a:cubicBezTo>
                      <a:pt x="1439" y="7556"/>
                      <a:pt x="1821" y="6162"/>
                      <a:pt x="2451" y="4993"/>
                    </a:cubicBezTo>
                    <a:cubicBezTo>
                      <a:pt x="3081" y="3823"/>
                      <a:pt x="3936" y="2879"/>
                      <a:pt x="4970" y="2137"/>
                    </a:cubicBezTo>
                    <a:cubicBezTo>
                      <a:pt x="6005" y="1394"/>
                      <a:pt x="7174" y="855"/>
                      <a:pt x="8523" y="517"/>
                    </a:cubicBezTo>
                    <a:cubicBezTo>
                      <a:pt x="9873" y="180"/>
                      <a:pt x="11312" y="0"/>
                      <a:pt x="12819" y="0"/>
                    </a:cubicBezTo>
                    <a:cubicBezTo>
                      <a:pt x="14213" y="0"/>
                      <a:pt x="15540" y="157"/>
                      <a:pt x="16777" y="450"/>
                    </a:cubicBezTo>
                    <a:cubicBezTo>
                      <a:pt x="18014" y="765"/>
                      <a:pt x="19094" y="1237"/>
                      <a:pt x="20016" y="1912"/>
                    </a:cubicBezTo>
                    <a:cubicBezTo>
                      <a:pt x="20937" y="2586"/>
                      <a:pt x="21657" y="3463"/>
                      <a:pt x="22174" y="4588"/>
                    </a:cubicBezTo>
                    <a:cubicBezTo>
                      <a:pt x="22692" y="5712"/>
                      <a:pt x="22962" y="7062"/>
                      <a:pt x="22962" y="8681"/>
                    </a:cubicBezTo>
                    <a:lnTo>
                      <a:pt x="22962" y="23906"/>
                    </a:lnTo>
                    <a:cubicBezTo>
                      <a:pt x="22962" y="25166"/>
                      <a:pt x="23186" y="25975"/>
                      <a:pt x="23637" y="26313"/>
                    </a:cubicBezTo>
                    <a:cubicBezTo>
                      <a:pt x="24086" y="26650"/>
                      <a:pt x="24986" y="26583"/>
                      <a:pt x="26358" y="26065"/>
                    </a:cubicBezTo>
                    <a:lnTo>
                      <a:pt x="26358" y="28607"/>
                    </a:lnTo>
                    <a:cubicBezTo>
                      <a:pt x="26110" y="28674"/>
                      <a:pt x="25728" y="28787"/>
                      <a:pt x="25256" y="28922"/>
                    </a:cubicBezTo>
                    <a:cubicBezTo>
                      <a:pt x="24761" y="29056"/>
                      <a:pt x="24288" y="29147"/>
                      <a:pt x="23816" y="29147"/>
                    </a:cubicBezTo>
                    <a:cubicBezTo>
                      <a:pt x="23321" y="29147"/>
                      <a:pt x="22827" y="29102"/>
                      <a:pt x="22355" y="28989"/>
                    </a:cubicBezTo>
                    <a:cubicBezTo>
                      <a:pt x="21815" y="28922"/>
                      <a:pt x="21388" y="28742"/>
                      <a:pt x="21050" y="28472"/>
                    </a:cubicBezTo>
                    <a:cubicBezTo>
                      <a:pt x="20735" y="28202"/>
                      <a:pt x="20465" y="27887"/>
                      <a:pt x="20263" y="27505"/>
                    </a:cubicBezTo>
                    <a:cubicBezTo>
                      <a:pt x="20061" y="27122"/>
                      <a:pt x="19925" y="26718"/>
                      <a:pt x="19858" y="26268"/>
                    </a:cubicBezTo>
                    <a:cubicBezTo>
                      <a:pt x="19790" y="25818"/>
                      <a:pt x="19745" y="25346"/>
                      <a:pt x="19745" y="24828"/>
                    </a:cubicBezTo>
                    <a:cubicBezTo>
                      <a:pt x="18374" y="26335"/>
                      <a:pt x="16822" y="27482"/>
                      <a:pt x="15045" y="28292"/>
                    </a:cubicBezTo>
                    <a:cubicBezTo>
                      <a:pt x="13291" y="29079"/>
                      <a:pt x="11379" y="29484"/>
                      <a:pt x="9333" y="29484"/>
                    </a:cubicBezTo>
                    <a:cubicBezTo>
                      <a:pt x="8118" y="29484"/>
                      <a:pt x="6926" y="29326"/>
                      <a:pt x="5802" y="28989"/>
                    </a:cubicBezTo>
                    <a:cubicBezTo>
                      <a:pt x="4677" y="28674"/>
                      <a:pt x="3666" y="28157"/>
                      <a:pt x="2811" y="27482"/>
                    </a:cubicBezTo>
                    <a:cubicBezTo>
                      <a:pt x="1956" y="26808"/>
                      <a:pt x="1259" y="25953"/>
                      <a:pt x="764" y="24964"/>
                    </a:cubicBezTo>
                    <a:cubicBezTo>
                      <a:pt x="270" y="23974"/>
                      <a:pt x="0" y="22804"/>
                      <a:pt x="0" y="21433"/>
                    </a:cubicBezTo>
                    <a:cubicBezTo>
                      <a:pt x="0" y="16687"/>
                      <a:pt x="3261" y="13876"/>
                      <a:pt x="9760" y="13021"/>
                    </a:cubicBezTo>
                    <a:lnTo>
                      <a:pt x="14236" y="12437"/>
                    </a:lnTo>
                    <a:close/>
                    <a:moveTo>
                      <a:pt x="19790" y="13989"/>
                    </a:moveTo>
                    <a:cubicBezTo>
                      <a:pt x="18419" y="14573"/>
                      <a:pt x="17047" y="14933"/>
                      <a:pt x="15630" y="15113"/>
                    </a:cubicBezTo>
                    <a:cubicBezTo>
                      <a:pt x="14236" y="15293"/>
                      <a:pt x="12819" y="15428"/>
                      <a:pt x="11424" y="15540"/>
                    </a:cubicBezTo>
                    <a:cubicBezTo>
                      <a:pt x="8951" y="15720"/>
                      <a:pt x="7016" y="16282"/>
                      <a:pt x="5622" y="17205"/>
                    </a:cubicBezTo>
                    <a:cubicBezTo>
                      <a:pt x="4228" y="18149"/>
                      <a:pt x="3553" y="19566"/>
                      <a:pt x="3553" y="21478"/>
                    </a:cubicBezTo>
                    <a:cubicBezTo>
                      <a:pt x="3553" y="22332"/>
                      <a:pt x="3733" y="23097"/>
                      <a:pt x="4070" y="23726"/>
                    </a:cubicBezTo>
                    <a:cubicBezTo>
                      <a:pt x="4408" y="24356"/>
                      <a:pt x="4858" y="24873"/>
                      <a:pt x="5420" y="25301"/>
                    </a:cubicBezTo>
                    <a:cubicBezTo>
                      <a:pt x="5982" y="25706"/>
                      <a:pt x="6634" y="26020"/>
                      <a:pt x="7354" y="26223"/>
                    </a:cubicBezTo>
                    <a:cubicBezTo>
                      <a:pt x="8096" y="26425"/>
                      <a:pt x="8838" y="26515"/>
                      <a:pt x="9603" y="26515"/>
                    </a:cubicBezTo>
                    <a:cubicBezTo>
                      <a:pt x="10907" y="26515"/>
                      <a:pt x="12167" y="26358"/>
                      <a:pt x="13381" y="26020"/>
                    </a:cubicBezTo>
                    <a:cubicBezTo>
                      <a:pt x="14596" y="25706"/>
                      <a:pt x="15698" y="25211"/>
                      <a:pt x="16642" y="24536"/>
                    </a:cubicBezTo>
                    <a:cubicBezTo>
                      <a:pt x="17586" y="23861"/>
                      <a:pt x="18351" y="23029"/>
                      <a:pt x="18936" y="21995"/>
                    </a:cubicBezTo>
                    <a:cubicBezTo>
                      <a:pt x="19521" y="20960"/>
                      <a:pt x="19790" y="19746"/>
                      <a:pt x="19790" y="18352"/>
                    </a:cubicBezTo>
                    <a:lnTo>
                      <a:pt x="19790" y="13989"/>
                    </a:lnTo>
                    <a:close/>
                  </a:path>
                </a:pathLst>
              </a:custGeom>
              <a:solidFill>
                <a:srgbClr val="231F20"/>
              </a:solidFill>
              <a:ln w="2249" cap="flat">
                <a:noFill/>
                <a:prstDash val="solid"/>
                <a:miter/>
              </a:ln>
            </p:spPr>
            <p:txBody>
              <a:bodyPr rtlCol="0" anchor="ctr"/>
              <a:lstStyle/>
              <a:p>
                <a:endParaRPr lang="en-US"/>
              </a:p>
            </p:txBody>
          </p:sp>
          <p:sp>
            <p:nvSpPr>
              <p:cNvPr id="17979" name="Freeform 17978">
                <a:extLst>
                  <a:ext uri="{FF2B5EF4-FFF2-40B4-BE49-F238E27FC236}">
                    <a16:creationId xmlns:a16="http://schemas.microsoft.com/office/drawing/2014/main" id="{C0DC10DC-FBF7-104B-0821-99291172FA6A}"/>
                  </a:ext>
                </a:extLst>
              </p:cNvPr>
              <p:cNvSpPr/>
              <p:nvPr/>
            </p:nvSpPr>
            <p:spPr>
              <a:xfrm>
                <a:off x="5518221" y="3436939"/>
                <a:ext cx="12616" cy="36500"/>
              </a:xfrm>
              <a:custGeom>
                <a:avLst/>
                <a:gdLst>
                  <a:gd name="connsiteX0" fmla="*/ 12616 w 12616"/>
                  <a:gd name="connsiteY0" fmla="*/ 35848 h 36500"/>
                  <a:gd name="connsiteX1" fmla="*/ 11042 w 12616"/>
                  <a:gd name="connsiteY1" fmla="*/ 36231 h 36500"/>
                  <a:gd name="connsiteX2" fmla="*/ 8883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1 h 36500"/>
                  <a:gd name="connsiteX8" fmla="*/ 3936 w 12616"/>
                  <a:gd name="connsiteY8" fmla="*/ 7781 h 36500"/>
                  <a:gd name="connsiteX9" fmla="*/ 3936 w 12616"/>
                  <a:gd name="connsiteY9" fmla="*/ 0 h 36500"/>
                  <a:gd name="connsiteX10" fmla="*/ 7174 w 12616"/>
                  <a:gd name="connsiteY10" fmla="*/ 0 h 36500"/>
                  <a:gd name="connsiteX11" fmla="*/ 7174 w 12616"/>
                  <a:gd name="connsiteY11" fmla="*/ 7781 h 36500"/>
                  <a:gd name="connsiteX12" fmla="*/ 12414 w 12616"/>
                  <a:gd name="connsiteY12" fmla="*/ 7781 h 36500"/>
                  <a:gd name="connsiteX13" fmla="*/ 12414 w 12616"/>
                  <a:gd name="connsiteY13" fmla="*/ 10480 h 36500"/>
                  <a:gd name="connsiteX14" fmla="*/ 7174 w 12616"/>
                  <a:gd name="connsiteY14" fmla="*/ 10480 h 36500"/>
                  <a:gd name="connsiteX15" fmla="*/ 7174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89 w 12616"/>
                  <a:gd name="connsiteY20" fmla="*/ 33465 h 36500"/>
                  <a:gd name="connsiteX21" fmla="*/ 12616 w 12616"/>
                  <a:gd name="connsiteY21" fmla="*/ 33195 h 36500"/>
                  <a:gd name="connsiteX22" fmla="*/ 12616 w 12616"/>
                  <a:gd name="connsiteY22" fmla="*/ 35848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616" h="36500">
                    <a:moveTo>
                      <a:pt x="12616" y="35848"/>
                    </a:moveTo>
                    <a:cubicBezTo>
                      <a:pt x="12212" y="35916"/>
                      <a:pt x="11694" y="36051"/>
                      <a:pt x="11042" y="36231"/>
                    </a:cubicBezTo>
                    <a:cubicBezTo>
                      <a:pt x="10390" y="36411"/>
                      <a:pt x="9670" y="36501"/>
                      <a:pt x="8883" y="36501"/>
                    </a:cubicBezTo>
                    <a:cubicBezTo>
                      <a:pt x="7264" y="36501"/>
                      <a:pt x="6027" y="36096"/>
                      <a:pt x="5195" y="35286"/>
                    </a:cubicBezTo>
                    <a:cubicBezTo>
                      <a:pt x="4363" y="34477"/>
                      <a:pt x="3936" y="33037"/>
                      <a:pt x="3936" y="30946"/>
                    </a:cubicBezTo>
                    <a:lnTo>
                      <a:pt x="3936" y="10480"/>
                    </a:lnTo>
                    <a:lnTo>
                      <a:pt x="0" y="10480"/>
                    </a:lnTo>
                    <a:lnTo>
                      <a:pt x="0" y="7781"/>
                    </a:lnTo>
                    <a:lnTo>
                      <a:pt x="3936" y="7781"/>
                    </a:lnTo>
                    <a:lnTo>
                      <a:pt x="3936" y="0"/>
                    </a:lnTo>
                    <a:lnTo>
                      <a:pt x="7174" y="0"/>
                    </a:lnTo>
                    <a:lnTo>
                      <a:pt x="7174" y="7781"/>
                    </a:lnTo>
                    <a:lnTo>
                      <a:pt x="12414" y="7781"/>
                    </a:lnTo>
                    <a:lnTo>
                      <a:pt x="12414" y="10480"/>
                    </a:lnTo>
                    <a:lnTo>
                      <a:pt x="7174" y="10480"/>
                    </a:lnTo>
                    <a:lnTo>
                      <a:pt x="7174" y="29641"/>
                    </a:lnTo>
                    <a:cubicBezTo>
                      <a:pt x="7174" y="30316"/>
                      <a:pt x="7174" y="30923"/>
                      <a:pt x="7219" y="31418"/>
                    </a:cubicBezTo>
                    <a:cubicBezTo>
                      <a:pt x="7264" y="31913"/>
                      <a:pt x="7354" y="32340"/>
                      <a:pt x="7534" y="32655"/>
                    </a:cubicBezTo>
                    <a:cubicBezTo>
                      <a:pt x="7714" y="32970"/>
                      <a:pt x="7983" y="33217"/>
                      <a:pt x="8366" y="33352"/>
                    </a:cubicBezTo>
                    <a:cubicBezTo>
                      <a:pt x="8748" y="33487"/>
                      <a:pt x="9265" y="33577"/>
                      <a:pt x="9963" y="33577"/>
                    </a:cubicBezTo>
                    <a:cubicBezTo>
                      <a:pt x="10390" y="33577"/>
                      <a:pt x="10840" y="33532"/>
                      <a:pt x="11289" y="33465"/>
                    </a:cubicBezTo>
                    <a:cubicBezTo>
                      <a:pt x="11739" y="33397"/>
                      <a:pt x="12189" y="33307"/>
                      <a:pt x="12616" y="33195"/>
                    </a:cubicBezTo>
                    <a:lnTo>
                      <a:pt x="12616" y="35848"/>
                    </a:lnTo>
                    <a:close/>
                  </a:path>
                </a:pathLst>
              </a:custGeom>
              <a:solidFill>
                <a:srgbClr val="231F20"/>
              </a:solidFill>
              <a:ln w="2249" cap="flat">
                <a:noFill/>
                <a:prstDash val="solid"/>
                <a:miter/>
              </a:ln>
            </p:spPr>
            <p:txBody>
              <a:bodyPr rtlCol="0" anchor="ctr"/>
              <a:lstStyle/>
              <a:p>
                <a:endParaRPr lang="en-US"/>
              </a:p>
            </p:txBody>
          </p:sp>
          <p:sp>
            <p:nvSpPr>
              <p:cNvPr id="17980" name="Freeform 17979">
                <a:extLst>
                  <a:ext uri="{FF2B5EF4-FFF2-40B4-BE49-F238E27FC236}">
                    <a16:creationId xmlns:a16="http://schemas.microsoft.com/office/drawing/2014/main" id="{B1D0BE6E-A662-ACFD-77B6-F971F1D231D3}"/>
                  </a:ext>
                </a:extLst>
              </p:cNvPr>
              <p:cNvSpPr/>
              <p:nvPr/>
            </p:nvSpPr>
            <p:spPr>
              <a:xfrm>
                <a:off x="5534504" y="3443978"/>
                <a:ext cx="25167" cy="29483"/>
              </a:xfrm>
              <a:custGeom>
                <a:avLst/>
                <a:gdLst>
                  <a:gd name="connsiteX0" fmla="*/ 3508 w 25167"/>
                  <a:gd name="connsiteY0" fmla="*/ 15473 h 29483"/>
                  <a:gd name="connsiteX1" fmla="*/ 4093 w 25167"/>
                  <a:gd name="connsiteY1" fmla="*/ 19768 h 29483"/>
                  <a:gd name="connsiteX2" fmla="*/ 5847 w 25167"/>
                  <a:gd name="connsiteY2" fmla="*/ 23277 h 29483"/>
                  <a:gd name="connsiteX3" fmla="*/ 8793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3 w 25167"/>
                  <a:gd name="connsiteY7" fmla="*/ 20151 h 29483"/>
                  <a:gd name="connsiteX8" fmla="*/ 23389 w 25167"/>
                  <a:gd name="connsiteY8" fmla="*/ 23839 h 29483"/>
                  <a:gd name="connsiteX9" fmla="*/ 20960 w 25167"/>
                  <a:gd name="connsiteY9" fmla="*/ 26808 h 29483"/>
                  <a:gd name="connsiteX10" fmla="*/ 17496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4 w 25167"/>
                  <a:gd name="connsiteY14" fmla="*/ 20623 h 29483"/>
                  <a:gd name="connsiteX15" fmla="*/ 0 w 25167"/>
                  <a:gd name="connsiteY15" fmla="*/ 14866 h 29483"/>
                  <a:gd name="connsiteX16" fmla="*/ 899 w 25167"/>
                  <a:gd name="connsiteY16" fmla="*/ 9086 h 29483"/>
                  <a:gd name="connsiteX17" fmla="*/ 3440 w 25167"/>
                  <a:gd name="connsiteY17" fmla="*/ 4363 h 29483"/>
                  <a:gd name="connsiteX18" fmla="*/ 7466 w 25167"/>
                  <a:gd name="connsiteY18" fmla="*/ 1170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70 w 25167"/>
                  <a:gd name="connsiteY23" fmla="*/ 12774 h 29483"/>
                  <a:gd name="connsiteX24" fmla="*/ 21208 w 25167"/>
                  <a:gd name="connsiteY24" fmla="*/ 8906 h 29483"/>
                  <a:gd name="connsiteX25" fmla="*/ 19543 w 25167"/>
                  <a:gd name="connsiteY25" fmla="*/ 5780 h 29483"/>
                  <a:gd name="connsiteX26" fmla="*/ 16755 w 25167"/>
                  <a:gd name="connsiteY26" fmla="*/ 3666 h 29483"/>
                  <a:gd name="connsiteX27" fmla="*/ 12932 w 25167"/>
                  <a:gd name="connsiteY27" fmla="*/ 2879 h 29483"/>
                  <a:gd name="connsiteX28" fmla="*/ 9130 w 25167"/>
                  <a:gd name="connsiteY28" fmla="*/ 3688 h 29483"/>
                  <a:gd name="connsiteX29" fmla="*/ 6319 w 25167"/>
                  <a:gd name="connsiteY29" fmla="*/ 5847 h 29483"/>
                  <a:gd name="connsiteX30" fmla="*/ 4453 w 25167"/>
                  <a:gd name="connsiteY30" fmla="*/ 8973 h 29483"/>
                  <a:gd name="connsiteX31" fmla="*/ 3530 w 25167"/>
                  <a:gd name="connsiteY31" fmla="*/ 12752 h 29483"/>
                  <a:gd name="connsiteX32" fmla="*/ 21770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8" y="15473"/>
                    </a:moveTo>
                    <a:cubicBezTo>
                      <a:pt x="3508" y="16980"/>
                      <a:pt x="3711" y="18419"/>
                      <a:pt x="4093" y="19768"/>
                    </a:cubicBezTo>
                    <a:cubicBezTo>
                      <a:pt x="4498" y="21118"/>
                      <a:pt x="5083" y="22287"/>
                      <a:pt x="5847" y="23277"/>
                    </a:cubicBezTo>
                    <a:cubicBezTo>
                      <a:pt x="6612" y="24266"/>
                      <a:pt x="7601" y="25053"/>
                      <a:pt x="8793" y="25661"/>
                    </a:cubicBezTo>
                    <a:cubicBezTo>
                      <a:pt x="9985" y="26245"/>
                      <a:pt x="11357" y="26560"/>
                      <a:pt x="12886" y="26560"/>
                    </a:cubicBezTo>
                    <a:cubicBezTo>
                      <a:pt x="15000" y="26560"/>
                      <a:pt x="16822" y="25998"/>
                      <a:pt x="18329" y="24896"/>
                    </a:cubicBezTo>
                    <a:cubicBezTo>
                      <a:pt x="19835" y="23772"/>
                      <a:pt x="20847" y="22197"/>
                      <a:pt x="21343" y="20151"/>
                    </a:cubicBezTo>
                    <a:lnTo>
                      <a:pt x="24963" y="20151"/>
                    </a:lnTo>
                    <a:cubicBezTo>
                      <a:pt x="24558" y="21478"/>
                      <a:pt x="24041" y="22715"/>
                      <a:pt x="23389" y="23839"/>
                    </a:cubicBezTo>
                    <a:cubicBezTo>
                      <a:pt x="22737" y="24964"/>
                      <a:pt x="21927" y="25953"/>
                      <a:pt x="20960" y="26808"/>
                    </a:cubicBezTo>
                    <a:cubicBezTo>
                      <a:pt x="19993" y="27662"/>
                      <a:pt x="18846" y="28314"/>
                      <a:pt x="17496" y="28787"/>
                    </a:cubicBezTo>
                    <a:cubicBezTo>
                      <a:pt x="16170" y="29259"/>
                      <a:pt x="14618" y="29484"/>
                      <a:pt x="12864" y="29484"/>
                    </a:cubicBezTo>
                    <a:cubicBezTo>
                      <a:pt x="10638" y="29484"/>
                      <a:pt x="8703" y="29102"/>
                      <a:pt x="7084" y="28359"/>
                    </a:cubicBezTo>
                    <a:cubicBezTo>
                      <a:pt x="5465" y="27595"/>
                      <a:pt x="4138" y="26560"/>
                      <a:pt x="3081" y="25256"/>
                    </a:cubicBezTo>
                    <a:cubicBezTo>
                      <a:pt x="2046" y="23951"/>
                      <a:pt x="1259" y="22400"/>
                      <a:pt x="764" y="20623"/>
                    </a:cubicBezTo>
                    <a:cubicBezTo>
                      <a:pt x="270" y="18846"/>
                      <a:pt x="0" y="16935"/>
                      <a:pt x="0" y="14866"/>
                    </a:cubicBezTo>
                    <a:cubicBezTo>
                      <a:pt x="0" y="12797"/>
                      <a:pt x="292" y="10885"/>
                      <a:pt x="899" y="9086"/>
                    </a:cubicBezTo>
                    <a:cubicBezTo>
                      <a:pt x="1484" y="7287"/>
                      <a:pt x="2338" y="5712"/>
                      <a:pt x="3440" y="4363"/>
                    </a:cubicBezTo>
                    <a:cubicBezTo>
                      <a:pt x="4542" y="3014"/>
                      <a:pt x="5869" y="1957"/>
                      <a:pt x="7466" y="1170"/>
                    </a:cubicBezTo>
                    <a:cubicBezTo>
                      <a:pt x="9040" y="405"/>
                      <a:pt x="10840" y="0"/>
                      <a:pt x="12864" y="0"/>
                    </a:cubicBezTo>
                    <a:cubicBezTo>
                      <a:pt x="16710" y="0"/>
                      <a:pt x="19745" y="1327"/>
                      <a:pt x="21927" y="3958"/>
                    </a:cubicBezTo>
                    <a:cubicBezTo>
                      <a:pt x="24131" y="6612"/>
                      <a:pt x="25211" y="10435"/>
                      <a:pt x="25166" y="15473"/>
                    </a:cubicBezTo>
                    <a:lnTo>
                      <a:pt x="3463" y="15473"/>
                    </a:lnTo>
                    <a:close/>
                    <a:moveTo>
                      <a:pt x="21770" y="12774"/>
                    </a:moveTo>
                    <a:cubicBezTo>
                      <a:pt x="21770" y="11402"/>
                      <a:pt x="21590" y="10120"/>
                      <a:pt x="21208" y="8906"/>
                    </a:cubicBezTo>
                    <a:cubicBezTo>
                      <a:pt x="20825" y="7692"/>
                      <a:pt x="20263" y="6657"/>
                      <a:pt x="19543" y="5780"/>
                    </a:cubicBezTo>
                    <a:cubicBezTo>
                      <a:pt x="18801" y="4903"/>
                      <a:pt x="17879" y="4206"/>
                      <a:pt x="16755" y="3666"/>
                    </a:cubicBezTo>
                    <a:cubicBezTo>
                      <a:pt x="15630" y="3149"/>
                      <a:pt x="14371" y="2879"/>
                      <a:pt x="12932" y="2879"/>
                    </a:cubicBezTo>
                    <a:cubicBezTo>
                      <a:pt x="11492" y="2879"/>
                      <a:pt x="10232" y="3149"/>
                      <a:pt x="9130" y="3688"/>
                    </a:cubicBezTo>
                    <a:cubicBezTo>
                      <a:pt x="8028" y="4228"/>
                      <a:pt x="7107" y="4948"/>
                      <a:pt x="6319" y="5847"/>
                    </a:cubicBezTo>
                    <a:cubicBezTo>
                      <a:pt x="5555" y="6747"/>
                      <a:pt x="4925" y="7781"/>
                      <a:pt x="4453" y="8973"/>
                    </a:cubicBezTo>
                    <a:cubicBezTo>
                      <a:pt x="3980" y="10165"/>
                      <a:pt x="3688" y="11425"/>
                      <a:pt x="3530" y="12752"/>
                    </a:cubicBezTo>
                    <a:lnTo>
                      <a:pt x="21770" y="12752"/>
                    </a:lnTo>
                    <a:close/>
                  </a:path>
                </a:pathLst>
              </a:custGeom>
              <a:solidFill>
                <a:srgbClr val="231F20"/>
              </a:solidFill>
              <a:ln w="2249" cap="flat">
                <a:noFill/>
                <a:prstDash val="solid"/>
                <a:miter/>
              </a:ln>
            </p:spPr>
            <p:txBody>
              <a:bodyPr rtlCol="0" anchor="ctr"/>
              <a:lstStyle/>
              <a:p>
                <a:endParaRPr lang="en-US"/>
              </a:p>
            </p:txBody>
          </p:sp>
          <p:sp>
            <p:nvSpPr>
              <p:cNvPr id="17981" name="Freeform 17980">
                <a:extLst>
                  <a:ext uri="{FF2B5EF4-FFF2-40B4-BE49-F238E27FC236}">
                    <a16:creationId xmlns:a16="http://schemas.microsoft.com/office/drawing/2014/main" id="{AB000481-9A50-0D6C-C54A-5CEB671AA806}"/>
                  </a:ext>
                </a:extLst>
              </p:cNvPr>
              <p:cNvSpPr/>
              <p:nvPr/>
            </p:nvSpPr>
            <p:spPr>
              <a:xfrm>
                <a:off x="5565179" y="3433813"/>
                <a:ext cx="25682" cy="39626"/>
              </a:xfrm>
              <a:custGeom>
                <a:avLst/>
                <a:gdLst>
                  <a:gd name="connsiteX0" fmla="*/ 22445 w 25682"/>
                  <a:gd name="connsiteY0" fmla="*/ 0 h 39626"/>
                  <a:gd name="connsiteX1" fmla="*/ 25683 w 25682"/>
                  <a:gd name="connsiteY1" fmla="*/ 0 h 39626"/>
                  <a:gd name="connsiteX2" fmla="*/ 25683 w 25682"/>
                  <a:gd name="connsiteY2" fmla="*/ 38862 h 39626"/>
                  <a:gd name="connsiteX3" fmla="*/ 22445 w 25682"/>
                  <a:gd name="connsiteY3" fmla="*/ 38862 h 39626"/>
                  <a:gd name="connsiteX4" fmla="*/ 22445 w 25682"/>
                  <a:gd name="connsiteY4" fmla="*/ 33959 h 39626"/>
                  <a:gd name="connsiteX5" fmla="*/ 22332 w 25682"/>
                  <a:gd name="connsiteY5" fmla="*/ 33959 h 39626"/>
                  <a:gd name="connsiteX6" fmla="*/ 20533 w 25682"/>
                  <a:gd name="connsiteY6" fmla="*/ 36411 h 39626"/>
                  <a:gd name="connsiteX7" fmla="*/ 18104 w 25682"/>
                  <a:gd name="connsiteY7" fmla="*/ 38165 h 39626"/>
                  <a:gd name="connsiteX8" fmla="*/ 15383 w 25682"/>
                  <a:gd name="connsiteY8" fmla="*/ 39244 h 39626"/>
                  <a:gd name="connsiteX9" fmla="*/ 12639 w 25682"/>
                  <a:gd name="connsiteY9" fmla="*/ 39627 h 39626"/>
                  <a:gd name="connsiteX10" fmla="*/ 6859 w 25682"/>
                  <a:gd name="connsiteY10" fmla="*/ 38502 h 39626"/>
                  <a:gd name="connsiteX11" fmla="*/ 2946 w 25682"/>
                  <a:gd name="connsiteY11" fmla="*/ 35399 h 39626"/>
                  <a:gd name="connsiteX12" fmla="*/ 697 w 25682"/>
                  <a:gd name="connsiteY12" fmla="*/ 30721 h 39626"/>
                  <a:gd name="connsiteX13" fmla="*/ 0 w 25682"/>
                  <a:gd name="connsiteY13" fmla="*/ 24941 h 39626"/>
                  <a:gd name="connsiteX14" fmla="*/ 765 w 25682"/>
                  <a:gd name="connsiteY14" fmla="*/ 19318 h 39626"/>
                  <a:gd name="connsiteX15" fmla="*/ 3059 w 25682"/>
                  <a:gd name="connsiteY15" fmla="*/ 14596 h 39626"/>
                  <a:gd name="connsiteX16" fmla="*/ 6949 w 25682"/>
                  <a:gd name="connsiteY16" fmla="*/ 11357 h 39626"/>
                  <a:gd name="connsiteX17" fmla="*/ 12482 w 25682"/>
                  <a:gd name="connsiteY17" fmla="*/ 10143 h 39626"/>
                  <a:gd name="connsiteX18" fmla="*/ 18172 w 25682"/>
                  <a:gd name="connsiteY18" fmla="*/ 11470 h 39626"/>
                  <a:gd name="connsiteX19" fmla="*/ 22467 w 25682"/>
                  <a:gd name="connsiteY19" fmla="*/ 15383 h 39626"/>
                  <a:gd name="connsiteX20" fmla="*/ 22467 w 25682"/>
                  <a:gd name="connsiteY20" fmla="*/ 0 h 39626"/>
                  <a:gd name="connsiteX21" fmla="*/ 22445 w 25682"/>
                  <a:gd name="connsiteY21" fmla="*/ 24783 h 39626"/>
                  <a:gd name="connsiteX22" fmla="*/ 21792 w 25682"/>
                  <a:gd name="connsiteY22" fmla="*/ 20286 h 39626"/>
                  <a:gd name="connsiteX23" fmla="*/ 19926 w 25682"/>
                  <a:gd name="connsiteY23" fmla="*/ 16552 h 39626"/>
                  <a:gd name="connsiteX24" fmla="*/ 16957 w 25682"/>
                  <a:gd name="connsiteY24" fmla="*/ 14011 h 39626"/>
                  <a:gd name="connsiteX25" fmla="*/ 12999 w 25682"/>
                  <a:gd name="connsiteY25" fmla="*/ 13066 h 39626"/>
                  <a:gd name="connsiteX26" fmla="*/ 8636 w 25682"/>
                  <a:gd name="connsiteY26" fmla="*/ 14056 h 39626"/>
                  <a:gd name="connsiteX27" fmla="*/ 5622 w 25682"/>
                  <a:gd name="connsiteY27" fmla="*/ 16777 h 39626"/>
                  <a:gd name="connsiteX28" fmla="*/ 3891 w 25682"/>
                  <a:gd name="connsiteY28" fmla="*/ 20803 h 39626"/>
                  <a:gd name="connsiteX29" fmla="*/ 3463 w 25682"/>
                  <a:gd name="connsiteY29" fmla="*/ 25750 h 39626"/>
                  <a:gd name="connsiteX30" fmla="*/ 4183 w 25682"/>
                  <a:gd name="connsiteY30" fmla="*/ 30428 h 39626"/>
                  <a:gd name="connsiteX31" fmla="*/ 6207 w 25682"/>
                  <a:gd name="connsiteY31" fmla="*/ 33847 h 39626"/>
                  <a:gd name="connsiteX32" fmla="*/ 9221 w 25682"/>
                  <a:gd name="connsiteY32" fmla="*/ 35983 h 39626"/>
                  <a:gd name="connsiteX33" fmla="*/ 12999 w 25682"/>
                  <a:gd name="connsiteY33" fmla="*/ 36703 h 39626"/>
                  <a:gd name="connsiteX34" fmla="*/ 17047 w 25682"/>
                  <a:gd name="connsiteY34" fmla="*/ 35781 h 39626"/>
                  <a:gd name="connsiteX35" fmla="*/ 20016 w 25682"/>
                  <a:gd name="connsiteY35" fmla="*/ 33262 h 39626"/>
                  <a:gd name="connsiteX36" fmla="*/ 21815 w 25682"/>
                  <a:gd name="connsiteY36" fmla="*/ 29484 h 39626"/>
                  <a:gd name="connsiteX37" fmla="*/ 22445 w 25682"/>
                  <a:gd name="connsiteY37" fmla="*/ 24761 h 3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682" h="39626">
                    <a:moveTo>
                      <a:pt x="22445" y="0"/>
                    </a:moveTo>
                    <a:lnTo>
                      <a:pt x="25683" y="0"/>
                    </a:lnTo>
                    <a:lnTo>
                      <a:pt x="25683" y="38862"/>
                    </a:lnTo>
                    <a:lnTo>
                      <a:pt x="22445" y="38862"/>
                    </a:lnTo>
                    <a:lnTo>
                      <a:pt x="22445" y="33959"/>
                    </a:lnTo>
                    <a:lnTo>
                      <a:pt x="22332" y="33959"/>
                    </a:lnTo>
                    <a:cubicBezTo>
                      <a:pt x="21860" y="34904"/>
                      <a:pt x="21253" y="35713"/>
                      <a:pt x="20533" y="36411"/>
                    </a:cubicBezTo>
                    <a:cubicBezTo>
                      <a:pt x="19791" y="37108"/>
                      <a:pt x="18981" y="37692"/>
                      <a:pt x="18104" y="38165"/>
                    </a:cubicBezTo>
                    <a:cubicBezTo>
                      <a:pt x="17227" y="38637"/>
                      <a:pt x="16305" y="38997"/>
                      <a:pt x="15383" y="39244"/>
                    </a:cubicBezTo>
                    <a:cubicBezTo>
                      <a:pt x="14438" y="39492"/>
                      <a:pt x="13539" y="39627"/>
                      <a:pt x="12639" y="39627"/>
                    </a:cubicBezTo>
                    <a:cubicBezTo>
                      <a:pt x="10368" y="39627"/>
                      <a:pt x="8456" y="39244"/>
                      <a:pt x="6859" y="38502"/>
                    </a:cubicBezTo>
                    <a:cubicBezTo>
                      <a:pt x="5285" y="37737"/>
                      <a:pt x="3981" y="36703"/>
                      <a:pt x="2946" y="35399"/>
                    </a:cubicBezTo>
                    <a:cubicBezTo>
                      <a:pt x="1912" y="34094"/>
                      <a:pt x="1170" y="32520"/>
                      <a:pt x="697" y="30721"/>
                    </a:cubicBezTo>
                    <a:cubicBezTo>
                      <a:pt x="225" y="28922"/>
                      <a:pt x="0" y="26987"/>
                      <a:pt x="0" y="24941"/>
                    </a:cubicBezTo>
                    <a:cubicBezTo>
                      <a:pt x="0" y="23007"/>
                      <a:pt x="248" y="21118"/>
                      <a:pt x="765" y="19318"/>
                    </a:cubicBezTo>
                    <a:cubicBezTo>
                      <a:pt x="1260" y="17519"/>
                      <a:pt x="2024" y="15945"/>
                      <a:pt x="3059" y="14596"/>
                    </a:cubicBezTo>
                    <a:cubicBezTo>
                      <a:pt x="4093" y="13246"/>
                      <a:pt x="5375" y="12167"/>
                      <a:pt x="6949" y="11357"/>
                    </a:cubicBezTo>
                    <a:cubicBezTo>
                      <a:pt x="8524" y="10548"/>
                      <a:pt x="10368" y="10143"/>
                      <a:pt x="12482" y="10143"/>
                    </a:cubicBezTo>
                    <a:cubicBezTo>
                      <a:pt x="14461" y="10143"/>
                      <a:pt x="16350" y="10593"/>
                      <a:pt x="18172" y="11470"/>
                    </a:cubicBezTo>
                    <a:cubicBezTo>
                      <a:pt x="19993" y="12347"/>
                      <a:pt x="21410" y="13651"/>
                      <a:pt x="22467" y="15383"/>
                    </a:cubicBezTo>
                    <a:lnTo>
                      <a:pt x="22467" y="0"/>
                    </a:lnTo>
                    <a:close/>
                    <a:moveTo>
                      <a:pt x="22445" y="24783"/>
                    </a:moveTo>
                    <a:cubicBezTo>
                      <a:pt x="22445" y="23209"/>
                      <a:pt x="22219" y="21702"/>
                      <a:pt x="21792" y="20286"/>
                    </a:cubicBezTo>
                    <a:cubicBezTo>
                      <a:pt x="21365" y="18869"/>
                      <a:pt x="20735" y="17632"/>
                      <a:pt x="19926" y="16552"/>
                    </a:cubicBezTo>
                    <a:cubicBezTo>
                      <a:pt x="19116" y="15473"/>
                      <a:pt x="18127" y="14641"/>
                      <a:pt x="16957" y="14011"/>
                    </a:cubicBezTo>
                    <a:cubicBezTo>
                      <a:pt x="15788" y="13381"/>
                      <a:pt x="14461" y="13066"/>
                      <a:pt x="12999" y="13066"/>
                    </a:cubicBezTo>
                    <a:cubicBezTo>
                      <a:pt x="11312" y="13066"/>
                      <a:pt x="9850" y="13404"/>
                      <a:pt x="8636" y="14056"/>
                    </a:cubicBezTo>
                    <a:cubicBezTo>
                      <a:pt x="7422" y="14731"/>
                      <a:pt x="6410" y="15630"/>
                      <a:pt x="5622" y="16777"/>
                    </a:cubicBezTo>
                    <a:cubicBezTo>
                      <a:pt x="4835" y="17924"/>
                      <a:pt x="4250" y="19273"/>
                      <a:pt x="3891" y="20803"/>
                    </a:cubicBezTo>
                    <a:cubicBezTo>
                      <a:pt x="3531" y="22332"/>
                      <a:pt x="3396" y="23974"/>
                      <a:pt x="3463" y="25750"/>
                    </a:cubicBezTo>
                    <a:cubicBezTo>
                      <a:pt x="3463" y="27505"/>
                      <a:pt x="3711" y="29079"/>
                      <a:pt x="4183" y="30428"/>
                    </a:cubicBezTo>
                    <a:cubicBezTo>
                      <a:pt x="4678" y="31778"/>
                      <a:pt x="5352" y="32925"/>
                      <a:pt x="6207" y="33847"/>
                    </a:cubicBezTo>
                    <a:cubicBezTo>
                      <a:pt x="7061" y="34791"/>
                      <a:pt x="8074" y="35488"/>
                      <a:pt x="9221" y="35983"/>
                    </a:cubicBezTo>
                    <a:cubicBezTo>
                      <a:pt x="10368" y="36478"/>
                      <a:pt x="11627" y="36703"/>
                      <a:pt x="12999" y="36703"/>
                    </a:cubicBezTo>
                    <a:cubicBezTo>
                      <a:pt x="14506" y="36703"/>
                      <a:pt x="15855" y="36388"/>
                      <a:pt x="17047" y="35781"/>
                    </a:cubicBezTo>
                    <a:cubicBezTo>
                      <a:pt x="18239" y="35174"/>
                      <a:pt x="19229" y="34341"/>
                      <a:pt x="20016" y="33262"/>
                    </a:cubicBezTo>
                    <a:cubicBezTo>
                      <a:pt x="20803" y="32205"/>
                      <a:pt x="21410" y="30946"/>
                      <a:pt x="21815" y="29484"/>
                    </a:cubicBezTo>
                    <a:cubicBezTo>
                      <a:pt x="22219" y="28022"/>
                      <a:pt x="22445" y="26448"/>
                      <a:pt x="22445" y="24761"/>
                    </a:cubicBezTo>
                    <a:close/>
                  </a:path>
                </a:pathLst>
              </a:custGeom>
              <a:solidFill>
                <a:srgbClr val="231F20"/>
              </a:solidFill>
              <a:ln w="2249" cap="flat">
                <a:noFill/>
                <a:prstDash val="solid"/>
                <a:miter/>
              </a:ln>
            </p:spPr>
            <p:txBody>
              <a:bodyPr rtlCol="0" anchor="ctr"/>
              <a:lstStyle/>
              <a:p>
                <a:endParaRPr lang="en-US"/>
              </a:p>
            </p:txBody>
          </p:sp>
        </p:grpSp>
      </p:grpSp>
      <p:sp>
        <p:nvSpPr>
          <p:cNvPr id="18001" name="Freeform 18000">
            <a:extLst>
              <a:ext uri="{FF2B5EF4-FFF2-40B4-BE49-F238E27FC236}">
                <a16:creationId xmlns:a16="http://schemas.microsoft.com/office/drawing/2014/main" id="{8167D028-65D5-A95E-809E-666D33CC2071}"/>
              </a:ext>
            </a:extLst>
          </p:cNvPr>
          <p:cNvSpPr/>
          <p:nvPr/>
        </p:nvSpPr>
        <p:spPr>
          <a:xfrm>
            <a:off x="10128363" y="4122957"/>
            <a:ext cx="7483" cy="32412"/>
          </a:xfrm>
          <a:custGeom>
            <a:avLst/>
            <a:gdLst>
              <a:gd name="connsiteX0" fmla="*/ 0 w 2248"/>
              <a:gd name="connsiteY0" fmla="*/ 9738 h 9737"/>
              <a:gd name="connsiteX1" fmla="*/ 0 w 2248"/>
              <a:gd name="connsiteY1" fmla="*/ 0 h 9737"/>
            </a:gdLst>
            <a:ahLst/>
            <a:cxnLst>
              <a:cxn ang="0">
                <a:pos x="connsiteX0" y="connsiteY0"/>
              </a:cxn>
              <a:cxn ang="0">
                <a:pos x="connsiteX1" y="connsiteY1"/>
              </a:cxn>
            </a:cxnLst>
            <a:rect l="l" t="t" r="r" b="b"/>
            <a:pathLst>
              <a:path w="2248" h="9737">
                <a:moveTo>
                  <a:pt x="0" y="9738"/>
                </a:moveTo>
                <a:lnTo>
                  <a:pt x="0" y="0"/>
                </a:lnTo>
              </a:path>
            </a:pathLst>
          </a:custGeom>
          <a:ln w="4498" cap="sq">
            <a:solidFill>
              <a:srgbClr val="262626"/>
            </a:solidFill>
            <a:prstDash val="solid"/>
            <a:round/>
          </a:ln>
        </p:spPr>
        <p:txBody>
          <a:bodyPr rtlCol="0" anchor="ctr"/>
          <a:lstStyle/>
          <a:p>
            <a:endParaRPr lang="en-US"/>
          </a:p>
        </p:txBody>
      </p:sp>
      <p:sp>
        <p:nvSpPr>
          <p:cNvPr id="18002" name="Freeform 18001">
            <a:extLst>
              <a:ext uri="{FF2B5EF4-FFF2-40B4-BE49-F238E27FC236}">
                <a16:creationId xmlns:a16="http://schemas.microsoft.com/office/drawing/2014/main" id="{379C2854-A148-84CE-C6D5-7BF06A1352FB}"/>
              </a:ext>
            </a:extLst>
          </p:cNvPr>
          <p:cNvSpPr/>
          <p:nvPr/>
        </p:nvSpPr>
        <p:spPr>
          <a:xfrm>
            <a:off x="10847427" y="4122957"/>
            <a:ext cx="7483" cy="32412"/>
          </a:xfrm>
          <a:custGeom>
            <a:avLst/>
            <a:gdLst>
              <a:gd name="connsiteX0" fmla="*/ 0 w 2248"/>
              <a:gd name="connsiteY0" fmla="*/ 9738 h 9737"/>
              <a:gd name="connsiteX1" fmla="*/ 0 w 2248"/>
              <a:gd name="connsiteY1" fmla="*/ 0 h 9737"/>
            </a:gdLst>
            <a:ahLst/>
            <a:cxnLst>
              <a:cxn ang="0">
                <a:pos x="connsiteX0" y="connsiteY0"/>
              </a:cxn>
              <a:cxn ang="0">
                <a:pos x="connsiteX1" y="connsiteY1"/>
              </a:cxn>
            </a:cxnLst>
            <a:rect l="l" t="t" r="r" b="b"/>
            <a:pathLst>
              <a:path w="2248" h="9737">
                <a:moveTo>
                  <a:pt x="0" y="9738"/>
                </a:moveTo>
                <a:lnTo>
                  <a:pt x="0" y="0"/>
                </a:lnTo>
              </a:path>
            </a:pathLst>
          </a:custGeom>
          <a:ln w="4498" cap="sq">
            <a:solidFill>
              <a:srgbClr val="262626"/>
            </a:solidFill>
            <a:prstDash val="solid"/>
            <a:round/>
          </a:ln>
        </p:spPr>
        <p:txBody>
          <a:bodyPr rtlCol="0" anchor="ctr"/>
          <a:lstStyle/>
          <a:p>
            <a:endParaRPr lang="en-US"/>
          </a:p>
        </p:txBody>
      </p:sp>
      <p:sp>
        <p:nvSpPr>
          <p:cNvPr id="18003" name="Freeform 18002">
            <a:extLst>
              <a:ext uri="{FF2B5EF4-FFF2-40B4-BE49-F238E27FC236}">
                <a16:creationId xmlns:a16="http://schemas.microsoft.com/office/drawing/2014/main" id="{43297338-2152-1813-A132-D8FAF9A2893E}"/>
              </a:ext>
            </a:extLst>
          </p:cNvPr>
          <p:cNvSpPr/>
          <p:nvPr/>
        </p:nvSpPr>
        <p:spPr>
          <a:xfrm>
            <a:off x="11566489" y="4107988"/>
            <a:ext cx="7483" cy="32412"/>
          </a:xfrm>
          <a:custGeom>
            <a:avLst/>
            <a:gdLst>
              <a:gd name="connsiteX0" fmla="*/ 0 w 2248"/>
              <a:gd name="connsiteY0" fmla="*/ 9738 h 9737"/>
              <a:gd name="connsiteX1" fmla="*/ 0 w 2248"/>
              <a:gd name="connsiteY1" fmla="*/ 0 h 9737"/>
            </a:gdLst>
            <a:ahLst/>
            <a:cxnLst>
              <a:cxn ang="0">
                <a:pos x="connsiteX0" y="connsiteY0"/>
              </a:cxn>
              <a:cxn ang="0">
                <a:pos x="connsiteX1" y="connsiteY1"/>
              </a:cxn>
            </a:cxnLst>
            <a:rect l="l" t="t" r="r" b="b"/>
            <a:pathLst>
              <a:path w="2248" h="9737">
                <a:moveTo>
                  <a:pt x="0" y="9738"/>
                </a:moveTo>
                <a:lnTo>
                  <a:pt x="0" y="0"/>
                </a:lnTo>
              </a:path>
            </a:pathLst>
          </a:custGeom>
          <a:ln w="4498" cap="sq">
            <a:solidFill>
              <a:srgbClr val="262626"/>
            </a:solidFill>
            <a:prstDash val="solid"/>
            <a:round/>
          </a:ln>
        </p:spPr>
        <p:txBody>
          <a:bodyPr rtlCol="0" anchor="ctr"/>
          <a:lstStyle/>
          <a:p>
            <a:endParaRPr lang="en-US"/>
          </a:p>
        </p:txBody>
      </p:sp>
      <p:grpSp>
        <p:nvGrpSpPr>
          <p:cNvPr id="23" name="Group 22">
            <a:extLst>
              <a:ext uri="{FF2B5EF4-FFF2-40B4-BE49-F238E27FC236}">
                <a16:creationId xmlns:a16="http://schemas.microsoft.com/office/drawing/2014/main" id="{331845D9-9F1E-EB2C-7AA3-6EB13C4B4082}"/>
              </a:ext>
            </a:extLst>
          </p:cNvPr>
          <p:cNvGrpSpPr/>
          <p:nvPr/>
        </p:nvGrpSpPr>
        <p:grpSpPr>
          <a:xfrm>
            <a:off x="8709702" y="1159246"/>
            <a:ext cx="3013173" cy="3474720"/>
            <a:chOff x="8358542" y="1371569"/>
            <a:chExt cx="3568169" cy="4114728"/>
          </a:xfrm>
        </p:grpSpPr>
        <p:grpSp>
          <p:nvGrpSpPr>
            <p:cNvPr id="18054" name="Graphic 4479">
              <a:extLst>
                <a:ext uri="{FF2B5EF4-FFF2-40B4-BE49-F238E27FC236}">
                  <a16:creationId xmlns:a16="http://schemas.microsoft.com/office/drawing/2014/main" id="{989FCEAC-5E64-F176-F4B2-E6FF407206E5}"/>
                </a:ext>
              </a:extLst>
            </p:cNvPr>
            <p:cNvGrpSpPr/>
            <p:nvPr/>
          </p:nvGrpSpPr>
          <p:grpSpPr>
            <a:xfrm>
              <a:off x="8358542" y="2581031"/>
              <a:ext cx="200972" cy="1643230"/>
              <a:chOff x="5796530" y="3705217"/>
              <a:chExt cx="50983" cy="416866"/>
            </a:xfrm>
            <a:solidFill>
              <a:srgbClr val="231F20"/>
            </a:solidFill>
          </p:grpSpPr>
          <p:sp>
            <p:nvSpPr>
              <p:cNvPr id="18055" name="Freeform 18054">
                <a:extLst>
                  <a:ext uri="{FF2B5EF4-FFF2-40B4-BE49-F238E27FC236}">
                    <a16:creationId xmlns:a16="http://schemas.microsoft.com/office/drawing/2014/main" id="{89649D89-C018-4AD6-CE83-251054ACD1A1}"/>
                  </a:ext>
                </a:extLst>
              </p:cNvPr>
              <p:cNvSpPr/>
              <p:nvPr/>
            </p:nvSpPr>
            <p:spPr>
              <a:xfrm>
                <a:off x="5796530" y="4087450"/>
                <a:ext cx="40953" cy="34634"/>
              </a:xfrm>
              <a:custGeom>
                <a:avLst/>
                <a:gdLst>
                  <a:gd name="connsiteX0" fmla="*/ 22984 w 40953"/>
                  <a:gd name="connsiteY0" fmla="*/ 16620 h 34634"/>
                  <a:gd name="connsiteX1" fmla="*/ 19858 w 40953"/>
                  <a:gd name="connsiteY1" fmla="*/ 16620 h 34634"/>
                  <a:gd name="connsiteX2" fmla="*/ 19858 w 40953"/>
                  <a:gd name="connsiteY2" fmla="*/ 0 h 34634"/>
                  <a:gd name="connsiteX3" fmla="*/ 39941 w 40953"/>
                  <a:gd name="connsiteY3" fmla="*/ 0 h 34634"/>
                  <a:gd name="connsiteX4" fmla="*/ 39941 w 40953"/>
                  <a:gd name="connsiteY4" fmla="*/ 3126 h 34634"/>
                  <a:gd name="connsiteX5" fmla="*/ 33307 w 40953"/>
                  <a:gd name="connsiteY5" fmla="*/ 3126 h 34634"/>
                  <a:gd name="connsiteX6" fmla="*/ 36456 w 40953"/>
                  <a:gd name="connsiteY6" fmla="*/ 5465 h 34634"/>
                  <a:gd name="connsiteX7" fmla="*/ 38884 w 40953"/>
                  <a:gd name="connsiteY7" fmla="*/ 8524 h 34634"/>
                  <a:gd name="connsiteX8" fmla="*/ 40414 w 40953"/>
                  <a:gd name="connsiteY8" fmla="*/ 12527 h 34634"/>
                  <a:gd name="connsiteX9" fmla="*/ 40953 w 40953"/>
                  <a:gd name="connsiteY9" fmla="*/ 17654 h 34634"/>
                  <a:gd name="connsiteX10" fmla="*/ 39649 w 40953"/>
                  <a:gd name="connsiteY10" fmla="*/ 24446 h 34634"/>
                  <a:gd name="connsiteX11" fmla="*/ 35781 w 40953"/>
                  <a:gd name="connsiteY11" fmla="*/ 29844 h 34634"/>
                  <a:gd name="connsiteX12" fmla="*/ 29326 w 40953"/>
                  <a:gd name="connsiteY12" fmla="*/ 33375 h 34634"/>
                  <a:gd name="connsiteX13" fmla="*/ 20263 w 40953"/>
                  <a:gd name="connsiteY13" fmla="*/ 34634 h 34634"/>
                  <a:gd name="connsiteX14" fmla="*/ 12302 w 40953"/>
                  <a:gd name="connsiteY14" fmla="*/ 33555 h 34634"/>
                  <a:gd name="connsiteX15" fmla="*/ 5869 w 40953"/>
                  <a:gd name="connsiteY15" fmla="*/ 30226 h 34634"/>
                  <a:gd name="connsiteX16" fmla="*/ 1574 w 40953"/>
                  <a:gd name="connsiteY16" fmla="*/ 24604 h 34634"/>
                  <a:gd name="connsiteX17" fmla="*/ 0 w 40953"/>
                  <a:gd name="connsiteY17" fmla="*/ 16642 h 34634"/>
                  <a:gd name="connsiteX18" fmla="*/ 764 w 40953"/>
                  <a:gd name="connsiteY18" fmla="*/ 10885 h 34634"/>
                  <a:gd name="connsiteX19" fmla="*/ 3058 w 40953"/>
                  <a:gd name="connsiteY19" fmla="*/ 6072 h 34634"/>
                  <a:gd name="connsiteX20" fmla="*/ 6881 w 40953"/>
                  <a:gd name="connsiteY20" fmla="*/ 2474 h 34634"/>
                  <a:gd name="connsiteX21" fmla="*/ 12302 w 40953"/>
                  <a:gd name="connsiteY21" fmla="*/ 360 h 34634"/>
                  <a:gd name="connsiteX22" fmla="*/ 12302 w 40953"/>
                  <a:gd name="connsiteY22" fmla="*/ 4138 h 34634"/>
                  <a:gd name="connsiteX23" fmla="*/ 8411 w 40953"/>
                  <a:gd name="connsiteY23" fmla="*/ 5780 h 34634"/>
                  <a:gd name="connsiteX24" fmla="*/ 5532 w 40953"/>
                  <a:gd name="connsiteY24" fmla="*/ 8569 h 34634"/>
                  <a:gd name="connsiteX25" fmla="*/ 3756 w 40953"/>
                  <a:gd name="connsiteY25" fmla="*/ 12189 h 34634"/>
                  <a:gd name="connsiteX26" fmla="*/ 3126 w 40953"/>
                  <a:gd name="connsiteY26" fmla="*/ 16350 h 34634"/>
                  <a:gd name="connsiteX27" fmla="*/ 4475 w 40953"/>
                  <a:gd name="connsiteY27" fmla="*/ 22939 h 34634"/>
                  <a:gd name="connsiteX28" fmla="*/ 8276 w 40953"/>
                  <a:gd name="connsiteY28" fmla="*/ 27482 h 34634"/>
                  <a:gd name="connsiteX29" fmla="*/ 14168 w 40953"/>
                  <a:gd name="connsiteY29" fmla="*/ 30091 h 34634"/>
                  <a:gd name="connsiteX30" fmla="*/ 21702 w 40953"/>
                  <a:gd name="connsiteY30" fmla="*/ 30923 h 34634"/>
                  <a:gd name="connsiteX31" fmla="*/ 27864 w 40953"/>
                  <a:gd name="connsiteY31" fmla="*/ 29979 h 34634"/>
                  <a:gd name="connsiteX32" fmla="*/ 32992 w 40953"/>
                  <a:gd name="connsiteY32" fmla="*/ 27235 h 34634"/>
                  <a:gd name="connsiteX33" fmla="*/ 36501 w 40953"/>
                  <a:gd name="connsiteY33" fmla="*/ 22804 h 34634"/>
                  <a:gd name="connsiteX34" fmla="*/ 37805 w 40953"/>
                  <a:gd name="connsiteY34" fmla="*/ 16845 h 34634"/>
                  <a:gd name="connsiteX35" fmla="*/ 37445 w 40953"/>
                  <a:gd name="connsiteY35" fmla="*/ 13606 h 34634"/>
                  <a:gd name="connsiteX36" fmla="*/ 36275 w 40953"/>
                  <a:gd name="connsiteY36" fmla="*/ 10368 h 34634"/>
                  <a:gd name="connsiteX37" fmla="*/ 34162 w 40953"/>
                  <a:gd name="connsiteY37" fmla="*/ 7444 h 34634"/>
                  <a:gd name="connsiteX38" fmla="*/ 30968 w 40953"/>
                  <a:gd name="connsiteY38" fmla="*/ 5128 h 34634"/>
                  <a:gd name="connsiteX39" fmla="*/ 27145 w 40953"/>
                  <a:gd name="connsiteY39" fmla="*/ 3868 h 34634"/>
                  <a:gd name="connsiteX40" fmla="*/ 22939 w 40953"/>
                  <a:gd name="connsiteY40" fmla="*/ 3463 h 34634"/>
                  <a:gd name="connsiteX41" fmla="*/ 22939 w 40953"/>
                  <a:gd name="connsiteY41" fmla="*/ 16575 h 346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40953" h="34634">
                    <a:moveTo>
                      <a:pt x="22984" y="16620"/>
                    </a:moveTo>
                    <a:lnTo>
                      <a:pt x="19858" y="16620"/>
                    </a:lnTo>
                    <a:lnTo>
                      <a:pt x="19858" y="0"/>
                    </a:lnTo>
                    <a:lnTo>
                      <a:pt x="39941" y="0"/>
                    </a:lnTo>
                    <a:lnTo>
                      <a:pt x="39941" y="3126"/>
                    </a:lnTo>
                    <a:lnTo>
                      <a:pt x="33307" y="3126"/>
                    </a:lnTo>
                    <a:cubicBezTo>
                      <a:pt x="34454" y="3801"/>
                      <a:pt x="35511" y="4588"/>
                      <a:pt x="36456" y="5465"/>
                    </a:cubicBezTo>
                    <a:cubicBezTo>
                      <a:pt x="37400" y="6342"/>
                      <a:pt x="38210" y="7354"/>
                      <a:pt x="38884" y="8524"/>
                    </a:cubicBezTo>
                    <a:cubicBezTo>
                      <a:pt x="39559" y="9671"/>
                      <a:pt x="40054" y="10997"/>
                      <a:pt x="40414" y="12527"/>
                    </a:cubicBezTo>
                    <a:cubicBezTo>
                      <a:pt x="40773" y="14034"/>
                      <a:pt x="40953" y="15743"/>
                      <a:pt x="40953" y="17654"/>
                    </a:cubicBezTo>
                    <a:cubicBezTo>
                      <a:pt x="40953" y="20106"/>
                      <a:pt x="40526" y="22377"/>
                      <a:pt x="39649" y="24446"/>
                    </a:cubicBezTo>
                    <a:cubicBezTo>
                      <a:pt x="38795" y="26538"/>
                      <a:pt x="37490" y="28337"/>
                      <a:pt x="35781" y="29844"/>
                    </a:cubicBezTo>
                    <a:cubicBezTo>
                      <a:pt x="34072" y="31350"/>
                      <a:pt x="31913" y="32542"/>
                      <a:pt x="29326" y="33375"/>
                    </a:cubicBezTo>
                    <a:cubicBezTo>
                      <a:pt x="26740" y="34207"/>
                      <a:pt x="23704" y="34634"/>
                      <a:pt x="20263" y="34634"/>
                    </a:cubicBezTo>
                    <a:cubicBezTo>
                      <a:pt x="17429" y="34634"/>
                      <a:pt x="14775" y="34274"/>
                      <a:pt x="12302" y="33555"/>
                    </a:cubicBezTo>
                    <a:cubicBezTo>
                      <a:pt x="9828" y="32835"/>
                      <a:pt x="7691" y="31733"/>
                      <a:pt x="5869" y="30226"/>
                    </a:cubicBezTo>
                    <a:cubicBezTo>
                      <a:pt x="4048" y="28742"/>
                      <a:pt x="2631" y="26853"/>
                      <a:pt x="1574" y="24604"/>
                    </a:cubicBezTo>
                    <a:cubicBezTo>
                      <a:pt x="540" y="22355"/>
                      <a:pt x="0" y="19701"/>
                      <a:pt x="0" y="16642"/>
                    </a:cubicBezTo>
                    <a:cubicBezTo>
                      <a:pt x="0" y="14596"/>
                      <a:pt x="247" y="12684"/>
                      <a:pt x="764" y="10885"/>
                    </a:cubicBezTo>
                    <a:cubicBezTo>
                      <a:pt x="1259" y="9108"/>
                      <a:pt x="2024" y="7512"/>
                      <a:pt x="3058" y="6072"/>
                    </a:cubicBezTo>
                    <a:cubicBezTo>
                      <a:pt x="4093" y="4655"/>
                      <a:pt x="5352" y="3463"/>
                      <a:pt x="6881" y="2474"/>
                    </a:cubicBezTo>
                    <a:cubicBezTo>
                      <a:pt x="8411" y="1507"/>
                      <a:pt x="10210" y="810"/>
                      <a:pt x="12302" y="360"/>
                    </a:cubicBezTo>
                    <a:lnTo>
                      <a:pt x="12302" y="4138"/>
                    </a:lnTo>
                    <a:cubicBezTo>
                      <a:pt x="10862" y="4453"/>
                      <a:pt x="9558" y="5015"/>
                      <a:pt x="8411" y="5780"/>
                    </a:cubicBezTo>
                    <a:cubicBezTo>
                      <a:pt x="7264" y="6545"/>
                      <a:pt x="6297" y="7489"/>
                      <a:pt x="5532" y="8569"/>
                    </a:cubicBezTo>
                    <a:cubicBezTo>
                      <a:pt x="4768" y="9648"/>
                      <a:pt x="4160" y="10863"/>
                      <a:pt x="3756" y="12189"/>
                    </a:cubicBezTo>
                    <a:cubicBezTo>
                      <a:pt x="3351" y="13516"/>
                      <a:pt x="3126" y="14911"/>
                      <a:pt x="3126" y="16350"/>
                    </a:cubicBezTo>
                    <a:cubicBezTo>
                      <a:pt x="3126" y="18914"/>
                      <a:pt x="3575" y="21095"/>
                      <a:pt x="4475" y="22939"/>
                    </a:cubicBezTo>
                    <a:cubicBezTo>
                      <a:pt x="5375" y="24784"/>
                      <a:pt x="6634" y="26290"/>
                      <a:pt x="8276" y="27482"/>
                    </a:cubicBezTo>
                    <a:cubicBezTo>
                      <a:pt x="9918" y="28674"/>
                      <a:pt x="11874" y="29551"/>
                      <a:pt x="14168" y="30091"/>
                    </a:cubicBezTo>
                    <a:cubicBezTo>
                      <a:pt x="16462" y="30653"/>
                      <a:pt x="18959" y="30923"/>
                      <a:pt x="21702" y="30923"/>
                    </a:cubicBezTo>
                    <a:cubicBezTo>
                      <a:pt x="23861" y="30923"/>
                      <a:pt x="25907" y="30608"/>
                      <a:pt x="27864" y="29979"/>
                    </a:cubicBezTo>
                    <a:cubicBezTo>
                      <a:pt x="29799" y="29349"/>
                      <a:pt x="31507" y="28427"/>
                      <a:pt x="32992" y="27235"/>
                    </a:cubicBezTo>
                    <a:cubicBezTo>
                      <a:pt x="34476" y="26020"/>
                      <a:pt x="35646" y="24559"/>
                      <a:pt x="36501" y="22804"/>
                    </a:cubicBezTo>
                    <a:cubicBezTo>
                      <a:pt x="37355" y="21050"/>
                      <a:pt x="37805" y="19071"/>
                      <a:pt x="37805" y="16845"/>
                    </a:cubicBezTo>
                    <a:cubicBezTo>
                      <a:pt x="37805" y="15810"/>
                      <a:pt x="37692" y="14731"/>
                      <a:pt x="37445" y="13606"/>
                    </a:cubicBezTo>
                    <a:cubicBezTo>
                      <a:pt x="37220" y="12482"/>
                      <a:pt x="36815" y="11402"/>
                      <a:pt x="36275" y="10368"/>
                    </a:cubicBezTo>
                    <a:cubicBezTo>
                      <a:pt x="35736" y="9333"/>
                      <a:pt x="35038" y="8344"/>
                      <a:pt x="34162" y="7444"/>
                    </a:cubicBezTo>
                    <a:cubicBezTo>
                      <a:pt x="33307" y="6545"/>
                      <a:pt x="32227" y="5780"/>
                      <a:pt x="30968" y="5128"/>
                    </a:cubicBezTo>
                    <a:cubicBezTo>
                      <a:pt x="29754" y="4520"/>
                      <a:pt x="28472" y="4093"/>
                      <a:pt x="27145" y="3868"/>
                    </a:cubicBezTo>
                    <a:cubicBezTo>
                      <a:pt x="25818" y="3643"/>
                      <a:pt x="24401" y="3508"/>
                      <a:pt x="22939" y="3463"/>
                    </a:cubicBezTo>
                    <a:lnTo>
                      <a:pt x="22939" y="16575"/>
                    </a:lnTo>
                    <a:close/>
                  </a:path>
                </a:pathLst>
              </a:custGeom>
              <a:solidFill>
                <a:srgbClr val="231F20"/>
              </a:solidFill>
              <a:ln w="2249" cap="flat">
                <a:noFill/>
                <a:prstDash val="solid"/>
                <a:miter/>
              </a:ln>
            </p:spPr>
            <p:txBody>
              <a:bodyPr rtlCol="0" anchor="ctr"/>
              <a:lstStyle/>
              <a:p>
                <a:endParaRPr lang="en-US"/>
              </a:p>
            </p:txBody>
          </p:sp>
          <p:sp>
            <p:nvSpPr>
              <p:cNvPr id="18056" name="Freeform 18055">
                <a:extLst>
                  <a:ext uri="{FF2B5EF4-FFF2-40B4-BE49-F238E27FC236}">
                    <a16:creationId xmlns:a16="http://schemas.microsoft.com/office/drawing/2014/main" id="{F7C82194-A181-EBC8-D823-E9EC09F83808}"/>
                  </a:ext>
                </a:extLst>
              </p:cNvPr>
              <p:cNvSpPr/>
              <p:nvPr/>
            </p:nvSpPr>
            <p:spPr>
              <a:xfrm>
                <a:off x="5807797" y="4054210"/>
                <a:ext cx="29484" cy="26357"/>
              </a:xfrm>
              <a:custGeom>
                <a:avLst/>
                <a:gdLst>
                  <a:gd name="connsiteX0" fmla="*/ 12369 w 29484"/>
                  <a:gd name="connsiteY0" fmla="*/ 12032 h 26357"/>
                  <a:gd name="connsiteX1" fmla="*/ 12055 w 29484"/>
                  <a:gd name="connsiteY1" fmla="*/ 9850 h 26357"/>
                  <a:gd name="connsiteX2" fmla="*/ 11470 w 29484"/>
                  <a:gd name="connsiteY2" fmla="*/ 7781 h 26357"/>
                  <a:gd name="connsiteX3" fmla="*/ 10210 w 29484"/>
                  <a:gd name="connsiteY3" fmla="*/ 6792 h 26357"/>
                  <a:gd name="connsiteX4" fmla="*/ 8569 w 29484"/>
                  <a:gd name="connsiteY4" fmla="*/ 6612 h 26357"/>
                  <a:gd name="connsiteX5" fmla="*/ 4498 w 29484"/>
                  <a:gd name="connsiteY5" fmla="*/ 8209 h 26357"/>
                  <a:gd name="connsiteX6" fmla="*/ 2901 w 29484"/>
                  <a:gd name="connsiteY6" fmla="*/ 13584 h 26357"/>
                  <a:gd name="connsiteX7" fmla="*/ 3194 w 29484"/>
                  <a:gd name="connsiteY7" fmla="*/ 16665 h 26357"/>
                  <a:gd name="connsiteX8" fmla="*/ 4228 w 29484"/>
                  <a:gd name="connsiteY8" fmla="*/ 19116 h 26357"/>
                  <a:gd name="connsiteX9" fmla="*/ 6163 w 29484"/>
                  <a:gd name="connsiteY9" fmla="*/ 20848 h 26357"/>
                  <a:gd name="connsiteX10" fmla="*/ 9221 w 29484"/>
                  <a:gd name="connsiteY10" fmla="*/ 21747 h 26357"/>
                  <a:gd name="connsiteX11" fmla="*/ 9221 w 29484"/>
                  <a:gd name="connsiteY11" fmla="*/ 25031 h 26357"/>
                  <a:gd name="connsiteX12" fmla="*/ 4993 w 29484"/>
                  <a:gd name="connsiteY12" fmla="*/ 23906 h 26357"/>
                  <a:gd name="connsiteX13" fmla="*/ 2137 w 29484"/>
                  <a:gd name="connsiteY13" fmla="*/ 21388 h 26357"/>
                  <a:gd name="connsiteX14" fmla="*/ 518 w 29484"/>
                  <a:gd name="connsiteY14" fmla="*/ 17834 h 26357"/>
                  <a:gd name="connsiteX15" fmla="*/ 0 w 29484"/>
                  <a:gd name="connsiteY15" fmla="*/ 13539 h 26357"/>
                  <a:gd name="connsiteX16" fmla="*/ 450 w 29484"/>
                  <a:gd name="connsiteY16" fmla="*/ 9581 h 26357"/>
                  <a:gd name="connsiteX17" fmla="*/ 1912 w 29484"/>
                  <a:gd name="connsiteY17" fmla="*/ 6342 h 26357"/>
                  <a:gd name="connsiteX18" fmla="*/ 4588 w 29484"/>
                  <a:gd name="connsiteY18" fmla="*/ 4183 h 26357"/>
                  <a:gd name="connsiteX19" fmla="*/ 8681 w 29484"/>
                  <a:gd name="connsiteY19" fmla="*/ 3396 h 26357"/>
                  <a:gd name="connsiteX20" fmla="*/ 23907 w 29484"/>
                  <a:gd name="connsiteY20" fmla="*/ 3396 h 26357"/>
                  <a:gd name="connsiteX21" fmla="*/ 26313 w 29484"/>
                  <a:gd name="connsiteY21" fmla="*/ 2721 h 26357"/>
                  <a:gd name="connsiteX22" fmla="*/ 26066 w 29484"/>
                  <a:gd name="connsiteY22" fmla="*/ 0 h 26357"/>
                  <a:gd name="connsiteX23" fmla="*/ 28607 w 29484"/>
                  <a:gd name="connsiteY23" fmla="*/ 0 h 26357"/>
                  <a:gd name="connsiteX24" fmla="*/ 28922 w 29484"/>
                  <a:gd name="connsiteY24" fmla="*/ 1102 h 26357"/>
                  <a:gd name="connsiteX25" fmla="*/ 29147 w 29484"/>
                  <a:gd name="connsiteY25" fmla="*/ 2541 h 26357"/>
                  <a:gd name="connsiteX26" fmla="*/ 28989 w 29484"/>
                  <a:gd name="connsiteY26" fmla="*/ 4003 h 26357"/>
                  <a:gd name="connsiteX27" fmla="*/ 28472 w 29484"/>
                  <a:gd name="connsiteY27" fmla="*/ 5308 h 26357"/>
                  <a:gd name="connsiteX28" fmla="*/ 27505 w 29484"/>
                  <a:gd name="connsiteY28" fmla="*/ 6095 h 26357"/>
                  <a:gd name="connsiteX29" fmla="*/ 26268 w 29484"/>
                  <a:gd name="connsiteY29" fmla="*/ 6500 h 26357"/>
                  <a:gd name="connsiteX30" fmla="*/ 24829 w 29484"/>
                  <a:gd name="connsiteY30" fmla="*/ 6612 h 26357"/>
                  <a:gd name="connsiteX31" fmla="*/ 28292 w 29484"/>
                  <a:gd name="connsiteY31" fmla="*/ 11312 h 26357"/>
                  <a:gd name="connsiteX32" fmla="*/ 29484 w 29484"/>
                  <a:gd name="connsiteY32" fmla="*/ 17025 h 26357"/>
                  <a:gd name="connsiteX33" fmla="*/ 28989 w 29484"/>
                  <a:gd name="connsiteY33" fmla="*/ 20556 h 26357"/>
                  <a:gd name="connsiteX34" fmla="*/ 27483 w 29484"/>
                  <a:gd name="connsiteY34" fmla="*/ 23547 h 26357"/>
                  <a:gd name="connsiteX35" fmla="*/ 24964 w 29484"/>
                  <a:gd name="connsiteY35" fmla="*/ 25593 h 26357"/>
                  <a:gd name="connsiteX36" fmla="*/ 21433 w 29484"/>
                  <a:gd name="connsiteY36" fmla="*/ 26358 h 26357"/>
                  <a:gd name="connsiteX37" fmla="*/ 13022 w 29484"/>
                  <a:gd name="connsiteY37" fmla="*/ 16597 h 26357"/>
                  <a:gd name="connsiteX38" fmla="*/ 12437 w 29484"/>
                  <a:gd name="connsiteY38" fmla="*/ 12122 h 26357"/>
                  <a:gd name="connsiteX39" fmla="*/ 13989 w 29484"/>
                  <a:gd name="connsiteY39" fmla="*/ 6567 h 26357"/>
                  <a:gd name="connsiteX40" fmla="*/ 15113 w 29484"/>
                  <a:gd name="connsiteY40" fmla="*/ 10728 h 26357"/>
                  <a:gd name="connsiteX41" fmla="*/ 15541 w 29484"/>
                  <a:gd name="connsiteY41" fmla="*/ 14933 h 26357"/>
                  <a:gd name="connsiteX42" fmla="*/ 17205 w 29484"/>
                  <a:gd name="connsiteY42" fmla="*/ 20735 h 26357"/>
                  <a:gd name="connsiteX43" fmla="*/ 21478 w 29484"/>
                  <a:gd name="connsiteY43" fmla="*/ 22804 h 26357"/>
                  <a:gd name="connsiteX44" fmla="*/ 23727 w 29484"/>
                  <a:gd name="connsiteY44" fmla="*/ 22287 h 26357"/>
                  <a:gd name="connsiteX45" fmla="*/ 25301 w 29484"/>
                  <a:gd name="connsiteY45" fmla="*/ 20938 h 26357"/>
                  <a:gd name="connsiteX46" fmla="*/ 26223 w 29484"/>
                  <a:gd name="connsiteY46" fmla="*/ 19004 h 26357"/>
                  <a:gd name="connsiteX47" fmla="*/ 26515 w 29484"/>
                  <a:gd name="connsiteY47" fmla="*/ 16755 h 26357"/>
                  <a:gd name="connsiteX48" fmla="*/ 26021 w 29484"/>
                  <a:gd name="connsiteY48" fmla="*/ 12977 h 26357"/>
                  <a:gd name="connsiteX49" fmla="*/ 24536 w 29484"/>
                  <a:gd name="connsiteY49" fmla="*/ 9716 h 26357"/>
                  <a:gd name="connsiteX50" fmla="*/ 21995 w 29484"/>
                  <a:gd name="connsiteY50" fmla="*/ 7422 h 26357"/>
                  <a:gd name="connsiteX51" fmla="*/ 18352 w 29484"/>
                  <a:gd name="connsiteY51" fmla="*/ 6567 h 26357"/>
                  <a:gd name="connsiteX52" fmla="*/ 13989 w 29484"/>
                  <a:gd name="connsiteY52" fmla="*/ 6567 h 26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9484" h="26357">
                    <a:moveTo>
                      <a:pt x="12369" y="12032"/>
                    </a:moveTo>
                    <a:cubicBezTo>
                      <a:pt x="12302" y="11425"/>
                      <a:pt x="12190" y="10683"/>
                      <a:pt x="12055" y="9850"/>
                    </a:cubicBezTo>
                    <a:cubicBezTo>
                      <a:pt x="11920" y="8996"/>
                      <a:pt x="11718" y="8321"/>
                      <a:pt x="11470" y="7781"/>
                    </a:cubicBezTo>
                    <a:cubicBezTo>
                      <a:pt x="11223" y="7242"/>
                      <a:pt x="10795" y="6904"/>
                      <a:pt x="10210" y="6792"/>
                    </a:cubicBezTo>
                    <a:cubicBezTo>
                      <a:pt x="9626" y="6657"/>
                      <a:pt x="9063" y="6612"/>
                      <a:pt x="8569" y="6612"/>
                    </a:cubicBezTo>
                    <a:cubicBezTo>
                      <a:pt x="6904" y="6612"/>
                      <a:pt x="5555" y="7152"/>
                      <a:pt x="4498" y="8209"/>
                    </a:cubicBezTo>
                    <a:cubicBezTo>
                      <a:pt x="3441" y="9266"/>
                      <a:pt x="2901" y="11065"/>
                      <a:pt x="2901" y="13584"/>
                    </a:cubicBezTo>
                    <a:cubicBezTo>
                      <a:pt x="2901" y="14708"/>
                      <a:pt x="2991" y="15720"/>
                      <a:pt x="3194" y="16665"/>
                    </a:cubicBezTo>
                    <a:cubicBezTo>
                      <a:pt x="3396" y="17609"/>
                      <a:pt x="3734" y="18419"/>
                      <a:pt x="4228" y="19116"/>
                    </a:cubicBezTo>
                    <a:cubicBezTo>
                      <a:pt x="4723" y="19813"/>
                      <a:pt x="5353" y="20398"/>
                      <a:pt x="6163" y="20848"/>
                    </a:cubicBezTo>
                    <a:cubicBezTo>
                      <a:pt x="6972" y="21298"/>
                      <a:pt x="7984" y="21590"/>
                      <a:pt x="9221" y="21747"/>
                    </a:cubicBezTo>
                    <a:lnTo>
                      <a:pt x="9221" y="25031"/>
                    </a:lnTo>
                    <a:cubicBezTo>
                      <a:pt x="7557" y="24918"/>
                      <a:pt x="6163" y="24536"/>
                      <a:pt x="4993" y="23906"/>
                    </a:cubicBezTo>
                    <a:cubicBezTo>
                      <a:pt x="3824" y="23277"/>
                      <a:pt x="2879" y="22422"/>
                      <a:pt x="2137" y="21388"/>
                    </a:cubicBezTo>
                    <a:cubicBezTo>
                      <a:pt x="1395" y="20353"/>
                      <a:pt x="855" y="19184"/>
                      <a:pt x="518" y="17834"/>
                    </a:cubicBezTo>
                    <a:cubicBezTo>
                      <a:pt x="180" y="16485"/>
                      <a:pt x="0" y="15046"/>
                      <a:pt x="0" y="13539"/>
                    </a:cubicBezTo>
                    <a:cubicBezTo>
                      <a:pt x="0" y="12144"/>
                      <a:pt x="158" y="10817"/>
                      <a:pt x="450" y="9581"/>
                    </a:cubicBezTo>
                    <a:cubicBezTo>
                      <a:pt x="765" y="8344"/>
                      <a:pt x="1237" y="7264"/>
                      <a:pt x="1912" y="6342"/>
                    </a:cubicBezTo>
                    <a:cubicBezTo>
                      <a:pt x="2587" y="5420"/>
                      <a:pt x="3463" y="4700"/>
                      <a:pt x="4588" y="4183"/>
                    </a:cubicBezTo>
                    <a:cubicBezTo>
                      <a:pt x="5712" y="3666"/>
                      <a:pt x="7062" y="3396"/>
                      <a:pt x="8681" y="3396"/>
                    </a:cubicBezTo>
                    <a:lnTo>
                      <a:pt x="23907" y="3396"/>
                    </a:lnTo>
                    <a:cubicBezTo>
                      <a:pt x="25166" y="3396"/>
                      <a:pt x="25976" y="3171"/>
                      <a:pt x="26313" y="2721"/>
                    </a:cubicBezTo>
                    <a:cubicBezTo>
                      <a:pt x="26650" y="2271"/>
                      <a:pt x="26583" y="1372"/>
                      <a:pt x="26066" y="0"/>
                    </a:cubicBezTo>
                    <a:lnTo>
                      <a:pt x="28607" y="0"/>
                    </a:lnTo>
                    <a:cubicBezTo>
                      <a:pt x="28674" y="247"/>
                      <a:pt x="28787" y="630"/>
                      <a:pt x="28922" y="1102"/>
                    </a:cubicBezTo>
                    <a:cubicBezTo>
                      <a:pt x="29057" y="1597"/>
                      <a:pt x="29147" y="2069"/>
                      <a:pt x="29147" y="2541"/>
                    </a:cubicBezTo>
                    <a:cubicBezTo>
                      <a:pt x="29147" y="3036"/>
                      <a:pt x="29102" y="3531"/>
                      <a:pt x="28989" y="4003"/>
                    </a:cubicBezTo>
                    <a:cubicBezTo>
                      <a:pt x="28922" y="4543"/>
                      <a:pt x="28742" y="4970"/>
                      <a:pt x="28472" y="5308"/>
                    </a:cubicBezTo>
                    <a:cubicBezTo>
                      <a:pt x="28202" y="5622"/>
                      <a:pt x="27887" y="5892"/>
                      <a:pt x="27505" y="6095"/>
                    </a:cubicBezTo>
                    <a:cubicBezTo>
                      <a:pt x="27123" y="6297"/>
                      <a:pt x="26718" y="6432"/>
                      <a:pt x="26268" y="6500"/>
                    </a:cubicBezTo>
                    <a:cubicBezTo>
                      <a:pt x="25819" y="6567"/>
                      <a:pt x="25346" y="6612"/>
                      <a:pt x="24829" y="6612"/>
                    </a:cubicBezTo>
                    <a:cubicBezTo>
                      <a:pt x="26336" y="7984"/>
                      <a:pt x="27483" y="9536"/>
                      <a:pt x="28292" y="11312"/>
                    </a:cubicBezTo>
                    <a:cubicBezTo>
                      <a:pt x="29079" y="13066"/>
                      <a:pt x="29484" y="14978"/>
                      <a:pt x="29484" y="17025"/>
                    </a:cubicBezTo>
                    <a:cubicBezTo>
                      <a:pt x="29484" y="18239"/>
                      <a:pt x="29327" y="19431"/>
                      <a:pt x="28989" y="20556"/>
                    </a:cubicBezTo>
                    <a:cubicBezTo>
                      <a:pt x="28674" y="21680"/>
                      <a:pt x="28157" y="22692"/>
                      <a:pt x="27483" y="23547"/>
                    </a:cubicBezTo>
                    <a:cubicBezTo>
                      <a:pt x="26808" y="24401"/>
                      <a:pt x="25953" y="25098"/>
                      <a:pt x="24964" y="25593"/>
                    </a:cubicBezTo>
                    <a:cubicBezTo>
                      <a:pt x="23974" y="26088"/>
                      <a:pt x="22805" y="26358"/>
                      <a:pt x="21433" y="26358"/>
                    </a:cubicBezTo>
                    <a:cubicBezTo>
                      <a:pt x="16688" y="26358"/>
                      <a:pt x="13876" y="23097"/>
                      <a:pt x="13022" y="16597"/>
                    </a:cubicBezTo>
                    <a:lnTo>
                      <a:pt x="12437" y="12122"/>
                    </a:lnTo>
                    <a:close/>
                    <a:moveTo>
                      <a:pt x="13989" y="6567"/>
                    </a:moveTo>
                    <a:cubicBezTo>
                      <a:pt x="14574" y="7939"/>
                      <a:pt x="14933" y="9311"/>
                      <a:pt x="15113" y="10728"/>
                    </a:cubicBezTo>
                    <a:cubicBezTo>
                      <a:pt x="15293" y="12122"/>
                      <a:pt x="15428" y="13539"/>
                      <a:pt x="15541" y="14933"/>
                    </a:cubicBezTo>
                    <a:cubicBezTo>
                      <a:pt x="15721" y="17407"/>
                      <a:pt x="16283" y="19341"/>
                      <a:pt x="17205" y="20735"/>
                    </a:cubicBezTo>
                    <a:cubicBezTo>
                      <a:pt x="18149" y="22130"/>
                      <a:pt x="19566" y="22804"/>
                      <a:pt x="21478" y="22804"/>
                    </a:cubicBezTo>
                    <a:cubicBezTo>
                      <a:pt x="22333" y="22804"/>
                      <a:pt x="23097" y="22625"/>
                      <a:pt x="23727" y="22287"/>
                    </a:cubicBezTo>
                    <a:cubicBezTo>
                      <a:pt x="24356" y="21950"/>
                      <a:pt x="24874" y="21500"/>
                      <a:pt x="25301" y="20938"/>
                    </a:cubicBezTo>
                    <a:cubicBezTo>
                      <a:pt x="25706" y="20376"/>
                      <a:pt x="26021" y="19723"/>
                      <a:pt x="26223" y="19004"/>
                    </a:cubicBezTo>
                    <a:cubicBezTo>
                      <a:pt x="26425" y="18262"/>
                      <a:pt x="26515" y="17519"/>
                      <a:pt x="26515" y="16755"/>
                    </a:cubicBezTo>
                    <a:cubicBezTo>
                      <a:pt x="26515" y="15450"/>
                      <a:pt x="26358" y="14191"/>
                      <a:pt x="26021" y="12977"/>
                    </a:cubicBezTo>
                    <a:cubicBezTo>
                      <a:pt x="25706" y="11762"/>
                      <a:pt x="25211" y="10660"/>
                      <a:pt x="24536" y="9716"/>
                    </a:cubicBezTo>
                    <a:cubicBezTo>
                      <a:pt x="23862" y="8771"/>
                      <a:pt x="23030" y="8006"/>
                      <a:pt x="21995" y="7422"/>
                    </a:cubicBezTo>
                    <a:cubicBezTo>
                      <a:pt x="20960" y="6837"/>
                      <a:pt x="19746" y="6567"/>
                      <a:pt x="18352" y="6567"/>
                    </a:cubicBezTo>
                    <a:lnTo>
                      <a:pt x="13989" y="6567"/>
                    </a:lnTo>
                    <a:close/>
                  </a:path>
                </a:pathLst>
              </a:custGeom>
              <a:solidFill>
                <a:srgbClr val="231F20"/>
              </a:solidFill>
              <a:ln w="2249" cap="flat">
                <a:noFill/>
                <a:prstDash val="solid"/>
                <a:miter/>
              </a:ln>
            </p:spPr>
            <p:txBody>
              <a:bodyPr rtlCol="0" anchor="ctr"/>
              <a:lstStyle/>
              <a:p>
                <a:endParaRPr lang="en-US"/>
              </a:p>
            </p:txBody>
          </p:sp>
          <p:sp>
            <p:nvSpPr>
              <p:cNvPr id="18057" name="Freeform 18056">
                <a:extLst>
                  <a:ext uri="{FF2B5EF4-FFF2-40B4-BE49-F238E27FC236}">
                    <a16:creationId xmlns:a16="http://schemas.microsoft.com/office/drawing/2014/main" id="{08D26FC3-3676-6BEE-7B0D-8B68ED3AC01A}"/>
                  </a:ext>
                </a:extLst>
              </p:cNvPr>
              <p:cNvSpPr/>
              <p:nvPr/>
            </p:nvSpPr>
            <p:spPr>
              <a:xfrm>
                <a:off x="5808516" y="4027740"/>
                <a:ext cx="27954" cy="23434"/>
              </a:xfrm>
              <a:custGeom>
                <a:avLst/>
                <a:gdLst>
                  <a:gd name="connsiteX0" fmla="*/ 27954 w 27954"/>
                  <a:gd name="connsiteY0" fmla="*/ 23434 h 23434"/>
                  <a:gd name="connsiteX1" fmla="*/ 25099 w 27954"/>
                  <a:gd name="connsiteY1" fmla="*/ 23434 h 23434"/>
                  <a:gd name="connsiteX2" fmla="*/ 2699 w 27954"/>
                  <a:gd name="connsiteY2" fmla="*/ 4858 h 23434"/>
                  <a:gd name="connsiteX3" fmla="*/ 2699 w 27954"/>
                  <a:gd name="connsiteY3" fmla="*/ 22175 h 23434"/>
                  <a:gd name="connsiteX4" fmla="*/ 0 w 27954"/>
                  <a:gd name="connsiteY4" fmla="*/ 22175 h 23434"/>
                  <a:gd name="connsiteX5" fmla="*/ 0 w 27954"/>
                  <a:gd name="connsiteY5" fmla="*/ 697 h 23434"/>
                  <a:gd name="connsiteX6" fmla="*/ 2856 w 27954"/>
                  <a:gd name="connsiteY6" fmla="*/ 697 h 23434"/>
                  <a:gd name="connsiteX7" fmla="*/ 25256 w 27954"/>
                  <a:gd name="connsiteY7" fmla="*/ 19274 h 23434"/>
                  <a:gd name="connsiteX8" fmla="*/ 25256 w 27954"/>
                  <a:gd name="connsiteY8" fmla="*/ 0 h 23434"/>
                  <a:gd name="connsiteX9" fmla="*/ 27954 w 27954"/>
                  <a:gd name="connsiteY9" fmla="*/ 0 h 23434"/>
                  <a:gd name="connsiteX10" fmla="*/ 27954 w 27954"/>
                  <a:gd name="connsiteY10" fmla="*/ 23434 h 23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954" h="23434">
                    <a:moveTo>
                      <a:pt x="27954" y="23434"/>
                    </a:moveTo>
                    <a:lnTo>
                      <a:pt x="25099" y="23434"/>
                    </a:lnTo>
                    <a:lnTo>
                      <a:pt x="2699" y="4858"/>
                    </a:lnTo>
                    <a:lnTo>
                      <a:pt x="2699" y="22175"/>
                    </a:lnTo>
                    <a:lnTo>
                      <a:pt x="0" y="22175"/>
                    </a:lnTo>
                    <a:lnTo>
                      <a:pt x="0" y="697"/>
                    </a:lnTo>
                    <a:lnTo>
                      <a:pt x="2856" y="697"/>
                    </a:lnTo>
                    <a:lnTo>
                      <a:pt x="25256" y="19274"/>
                    </a:lnTo>
                    <a:lnTo>
                      <a:pt x="25256" y="0"/>
                    </a:lnTo>
                    <a:lnTo>
                      <a:pt x="27954" y="0"/>
                    </a:lnTo>
                    <a:lnTo>
                      <a:pt x="27954" y="23434"/>
                    </a:lnTo>
                    <a:close/>
                  </a:path>
                </a:pathLst>
              </a:custGeom>
              <a:solidFill>
                <a:srgbClr val="231F20"/>
              </a:solidFill>
              <a:ln w="2249" cap="flat">
                <a:noFill/>
                <a:prstDash val="solid"/>
                <a:miter/>
              </a:ln>
            </p:spPr>
            <p:txBody>
              <a:bodyPr rtlCol="0" anchor="ctr"/>
              <a:lstStyle/>
              <a:p>
                <a:endParaRPr lang="en-US"/>
              </a:p>
            </p:txBody>
          </p:sp>
          <p:sp>
            <p:nvSpPr>
              <p:cNvPr id="18058" name="Freeform 18057">
                <a:extLst>
                  <a:ext uri="{FF2B5EF4-FFF2-40B4-BE49-F238E27FC236}">
                    <a16:creationId xmlns:a16="http://schemas.microsoft.com/office/drawing/2014/main" id="{84342A51-B4A4-E494-5C30-F045F59448D5}"/>
                  </a:ext>
                </a:extLst>
              </p:cNvPr>
              <p:cNvSpPr/>
              <p:nvPr/>
            </p:nvSpPr>
            <p:spPr>
              <a:xfrm>
                <a:off x="5807775" y="3998435"/>
                <a:ext cx="29483" cy="25167"/>
              </a:xfrm>
              <a:custGeom>
                <a:avLst/>
                <a:gdLst>
                  <a:gd name="connsiteX0" fmla="*/ 15473 w 29483"/>
                  <a:gd name="connsiteY0" fmla="*/ 21659 h 25167"/>
                  <a:gd name="connsiteX1" fmla="*/ 19768 w 29483"/>
                  <a:gd name="connsiteY1" fmla="*/ 21074 h 25167"/>
                  <a:gd name="connsiteX2" fmla="*/ 23276 w 29483"/>
                  <a:gd name="connsiteY2" fmla="*/ 19320 h 25167"/>
                  <a:gd name="connsiteX3" fmla="*/ 25660 w 29483"/>
                  <a:gd name="connsiteY3" fmla="*/ 16374 h 25167"/>
                  <a:gd name="connsiteX4" fmla="*/ 26560 w 29483"/>
                  <a:gd name="connsiteY4" fmla="*/ 12281 h 25167"/>
                  <a:gd name="connsiteX5" fmla="*/ 24896 w 29483"/>
                  <a:gd name="connsiteY5" fmla="*/ 6838 h 25167"/>
                  <a:gd name="connsiteX6" fmla="*/ 20151 w 29483"/>
                  <a:gd name="connsiteY6" fmla="*/ 3824 h 25167"/>
                  <a:gd name="connsiteX7" fmla="*/ 20151 w 29483"/>
                  <a:gd name="connsiteY7" fmla="*/ 204 h 25167"/>
                  <a:gd name="connsiteX8" fmla="*/ 23839 w 29483"/>
                  <a:gd name="connsiteY8" fmla="*/ 1778 h 25167"/>
                  <a:gd name="connsiteX9" fmla="*/ 26807 w 29483"/>
                  <a:gd name="connsiteY9" fmla="*/ 4207 h 25167"/>
                  <a:gd name="connsiteX10" fmla="*/ 28786 w 29483"/>
                  <a:gd name="connsiteY10" fmla="*/ 7670 h 25167"/>
                  <a:gd name="connsiteX11" fmla="*/ 29484 w 29483"/>
                  <a:gd name="connsiteY11" fmla="*/ 12303 h 25167"/>
                  <a:gd name="connsiteX12" fmla="*/ 28359 w 29483"/>
                  <a:gd name="connsiteY12" fmla="*/ 18083 h 25167"/>
                  <a:gd name="connsiteX13" fmla="*/ 25256 w 29483"/>
                  <a:gd name="connsiteY13" fmla="*/ 22086 h 25167"/>
                  <a:gd name="connsiteX14" fmla="*/ 20623 w 29483"/>
                  <a:gd name="connsiteY14" fmla="*/ 24402 h 25167"/>
                  <a:gd name="connsiteX15" fmla="*/ 14865 w 29483"/>
                  <a:gd name="connsiteY15" fmla="*/ 25167 h 25167"/>
                  <a:gd name="connsiteX16" fmla="*/ 9085 w 29483"/>
                  <a:gd name="connsiteY16" fmla="*/ 24268 h 25167"/>
                  <a:gd name="connsiteX17" fmla="*/ 4363 w 29483"/>
                  <a:gd name="connsiteY17" fmla="*/ 21726 h 25167"/>
                  <a:gd name="connsiteX18" fmla="*/ 1169 w 29483"/>
                  <a:gd name="connsiteY18" fmla="*/ 17701 h 25167"/>
                  <a:gd name="connsiteX19" fmla="*/ 0 w 29483"/>
                  <a:gd name="connsiteY19" fmla="*/ 12303 h 25167"/>
                  <a:gd name="connsiteX20" fmla="*/ 3958 w 29483"/>
                  <a:gd name="connsiteY20" fmla="*/ 3240 h 25167"/>
                  <a:gd name="connsiteX21" fmla="*/ 15473 w 29483"/>
                  <a:gd name="connsiteY21" fmla="*/ 1 h 25167"/>
                  <a:gd name="connsiteX22" fmla="*/ 15473 w 29483"/>
                  <a:gd name="connsiteY22" fmla="*/ 21704 h 25167"/>
                  <a:gd name="connsiteX23" fmla="*/ 12774 w 29483"/>
                  <a:gd name="connsiteY23" fmla="*/ 3420 h 25167"/>
                  <a:gd name="connsiteX24" fmla="*/ 8906 w 29483"/>
                  <a:gd name="connsiteY24" fmla="*/ 3982 h 25167"/>
                  <a:gd name="connsiteX25" fmla="*/ 5779 w 29483"/>
                  <a:gd name="connsiteY25" fmla="*/ 5646 h 25167"/>
                  <a:gd name="connsiteX26" fmla="*/ 3666 w 29483"/>
                  <a:gd name="connsiteY26" fmla="*/ 8435 h 25167"/>
                  <a:gd name="connsiteX27" fmla="*/ 2878 w 29483"/>
                  <a:gd name="connsiteY27" fmla="*/ 12258 h 25167"/>
                  <a:gd name="connsiteX28" fmla="*/ 3688 w 29483"/>
                  <a:gd name="connsiteY28" fmla="*/ 16059 h 25167"/>
                  <a:gd name="connsiteX29" fmla="*/ 5847 w 29483"/>
                  <a:gd name="connsiteY29" fmla="*/ 18870 h 25167"/>
                  <a:gd name="connsiteX30" fmla="*/ 8973 w 29483"/>
                  <a:gd name="connsiteY30" fmla="*/ 20737 h 25167"/>
                  <a:gd name="connsiteX31" fmla="*/ 12751 w 29483"/>
                  <a:gd name="connsiteY31" fmla="*/ 21659 h 25167"/>
                  <a:gd name="connsiteX32" fmla="*/ 12751 w 29483"/>
                  <a:gd name="connsiteY32"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3" h="25167">
                    <a:moveTo>
                      <a:pt x="15473" y="21659"/>
                    </a:moveTo>
                    <a:cubicBezTo>
                      <a:pt x="16979" y="21659"/>
                      <a:pt x="18419" y="21456"/>
                      <a:pt x="19768" y="21074"/>
                    </a:cubicBezTo>
                    <a:cubicBezTo>
                      <a:pt x="21117" y="20669"/>
                      <a:pt x="22287" y="20085"/>
                      <a:pt x="23276" y="19320"/>
                    </a:cubicBezTo>
                    <a:cubicBezTo>
                      <a:pt x="24266" y="18555"/>
                      <a:pt x="25053" y="17566"/>
                      <a:pt x="25660" y="16374"/>
                    </a:cubicBezTo>
                    <a:cubicBezTo>
                      <a:pt x="26245" y="15182"/>
                      <a:pt x="26560" y="13810"/>
                      <a:pt x="26560" y="12281"/>
                    </a:cubicBezTo>
                    <a:cubicBezTo>
                      <a:pt x="26560" y="10167"/>
                      <a:pt x="25998" y="8345"/>
                      <a:pt x="24896" y="6838"/>
                    </a:cubicBezTo>
                    <a:cubicBezTo>
                      <a:pt x="23771" y="5331"/>
                      <a:pt x="22197" y="4319"/>
                      <a:pt x="20151" y="3824"/>
                    </a:cubicBezTo>
                    <a:lnTo>
                      <a:pt x="20151" y="204"/>
                    </a:lnTo>
                    <a:cubicBezTo>
                      <a:pt x="21477" y="608"/>
                      <a:pt x="22714" y="1126"/>
                      <a:pt x="23839" y="1778"/>
                    </a:cubicBezTo>
                    <a:cubicBezTo>
                      <a:pt x="24963" y="2430"/>
                      <a:pt x="25953" y="3240"/>
                      <a:pt x="26807" y="4207"/>
                    </a:cubicBezTo>
                    <a:cubicBezTo>
                      <a:pt x="27662" y="5174"/>
                      <a:pt x="28314" y="6321"/>
                      <a:pt x="28786" y="7670"/>
                    </a:cubicBezTo>
                    <a:cubicBezTo>
                      <a:pt x="29258" y="8997"/>
                      <a:pt x="29484" y="10549"/>
                      <a:pt x="29484" y="12303"/>
                    </a:cubicBezTo>
                    <a:cubicBezTo>
                      <a:pt x="29484" y="14530"/>
                      <a:pt x="29101" y="16464"/>
                      <a:pt x="28359" y="18083"/>
                    </a:cubicBezTo>
                    <a:cubicBezTo>
                      <a:pt x="27594" y="19702"/>
                      <a:pt x="26560" y="21029"/>
                      <a:pt x="25256" y="22086"/>
                    </a:cubicBezTo>
                    <a:cubicBezTo>
                      <a:pt x="23951" y="23121"/>
                      <a:pt x="22400" y="23908"/>
                      <a:pt x="20623" y="24402"/>
                    </a:cubicBezTo>
                    <a:cubicBezTo>
                      <a:pt x="18846" y="24897"/>
                      <a:pt x="16934" y="25167"/>
                      <a:pt x="14865" y="25167"/>
                    </a:cubicBezTo>
                    <a:cubicBezTo>
                      <a:pt x="12796" y="25167"/>
                      <a:pt x="10885" y="24875"/>
                      <a:pt x="9085" y="24268"/>
                    </a:cubicBezTo>
                    <a:cubicBezTo>
                      <a:pt x="7287" y="23683"/>
                      <a:pt x="5712" y="22828"/>
                      <a:pt x="4363" y="21726"/>
                    </a:cubicBezTo>
                    <a:cubicBezTo>
                      <a:pt x="3013" y="20624"/>
                      <a:pt x="1956" y="19297"/>
                      <a:pt x="1169" y="17701"/>
                    </a:cubicBezTo>
                    <a:cubicBezTo>
                      <a:pt x="405" y="16126"/>
                      <a:pt x="0" y="14327"/>
                      <a:pt x="0" y="12303"/>
                    </a:cubicBezTo>
                    <a:cubicBezTo>
                      <a:pt x="0" y="8457"/>
                      <a:pt x="1327" y="5421"/>
                      <a:pt x="3958" y="3240"/>
                    </a:cubicBezTo>
                    <a:cubicBezTo>
                      <a:pt x="6612" y="1036"/>
                      <a:pt x="10435" y="-44"/>
                      <a:pt x="15473" y="1"/>
                    </a:cubicBezTo>
                    <a:lnTo>
                      <a:pt x="15473" y="21704"/>
                    </a:lnTo>
                    <a:close/>
                    <a:moveTo>
                      <a:pt x="12774" y="3420"/>
                    </a:moveTo>
                    <a:cubicBezTo>
                      <a:pt x="11402" y="3420"/>
                      <a:pt x="10120" y="3600"/>
                      <a:pt x="8906" y="3982"/>
                    </a:cubicBezTo>
                    <a:cubicBezTo>
                      <a:pt x="7691" y="4364"/>
                      <a:pt x="6657" y="4927"/>
                      <a:pt x="5779" y="5646"/>
                    </a:cubicBezTo>
                    <a:cubicBezTo>
                      <a:pt x="4903" y="6388"/>
                      <a:pt x="4205" y="7310"/>
                      <a:pt x="3666" y="8435"/>
                    </a:cubicBezTo>
                    <a:cubicBezTo>
                      <a:pt x="3148" y="9559"/>
                      <a:pt x="2878" y="10819"/>
                      <a:pt x="2878" y="12258"/>
                    </a:cubicBezTo>
                    <a:cubicBezTo>
                      <a:pt x="2878" y="13697"/>
                      <a:pt x="3148" y="14957"/>
                      <a:pt x="3688" y="16059"/>
                    </a:cubicBezTo>
                    <a:cubicBezTo>
                      <a:pt x="4228" y="17161"/>
                      <a:pt x="4948" y="18083"/>
                      <a:pt x="5847" y="18870"/>
                    </a:cubicBezTo>
                    <a:cubicBezTo>
                      <a:pt x="6747" y="19635"/>
                      <a:pt x="7781" y="20264"/>
                      <a:pt x="8973" y="20737"/>
                    </a:cubicBezTo>
                    <a:cubicBezTo>
                      <a:pt x="10165" y="21209"/>
                      <a:pt x="11424" y="21501"/>
                      <a:pt x="12751" y="21659"/>
                    </a:cubicBezTo>
                    <a:lnTo>
                      <a:pt x="12751" y="3420"/>
                    </a:lnTo>
                    <a:close/>
                  </a:path>
                </a:pathLst>
              </a:custGeom>
              <a:solidFill>
                <a:srgbClr val="231F20"/>
              </a:solidFill>
              <a:ln w="2249" cap="flat">
                <a:noFill/>
                <a:prstDash val="solid"/>
                <a:miter/>
              </a:ln>
            </p:spPr>
            <p:txBody>
              <a:bodyPr rtlCol="0" anchor="ctr"/>
              <a:lstStyle/>
              <a:p>
                <a:endParaRPr lang="en-US"/>
              </a:p>
            </p:txBody>
          </p:sp>
          <p:sp>
            <p:nvSpPr>
              <p:cNvPr id="18059" name="Freeform 18058">
                <a:extLst>
                  <a:ext uri="{FF2B5EF4-FFF2-40B4-BE49-F238E27FC236}">
                    <a16:creationId xmlns:a16="http://schemas.microsoft.com/office/drawing/2014/main" id="{0BDBA118-69E9-AF1C-4AF4-5C2A9D9AB6C1}"/>
                  </a:ext>
                </a:extLst>
              </p:cNvPr>
              <p:cNvSpPr/>
              <p:nvPr/>
            </p:nvSpPr>
            <p:spPr>
              <a:xfrm>
                <a:off x="5807730" y="3956448"/>
                <a:ext cx="29438" cy="22039"/>
              </a:xfrm>
              <a:custGeom>
                <a:avLst/>
                <a:gdLst>
                  <a:gd name="connsiteX0" fmla="*/ 19993 w 29438"/>
                  <a:gd name="connsiteY0" fmla="*/ 18734 h 22039"/>
                  <a:gd name="connsiteX1" fmla="*/ 25098 w 29438"/>
                  <a:gd name="connsiteY1" fmla="*/ 16013 h 22039"/>
                  <a:gd name="connsiteX2" fmla="*/ 26582 w 29438"/>
                  <a:gd name="connsiteY2" fmla="*/ 10368 h 22039"/>
                  <a:gd name="connsiteX3" fmla="*/ 26155 w 29438"/>
                  <a:gd name="connsiteY3" fmla="*/ 7287 h 22039"/>
                  <a:gd name="connsiteX4" fmla="*/ 24986 w 29438"/>
                  <a:gd name="connsiteY4" fmla="*/ 5150 h 22039"/>
                  <a:gd name="connsiteX5" fmla="*/ 23344 w 29438"/>
                  <a:gd name="connsiteY5" fmla="*/ 3891 h 22039"/>
                  <a:gd name="connsiteX6" fmla="*/ 21410 w 29438"/>
                  <a:gd name="connsiteY6" fmla="*/ 3463 h 22039"/>
                  <a:gd name="connsiteX7" fmla="*/ 18351 w 29438"/>
                  <a:gd name="connsiteY7" fmla="*/ 4790 h 22039"/>
                  <a:gd name="connsiteX8" fmla="*/ 16777 w 29438"/>
                  <a:gd name="connsiteY8" fmla="*/ 8119 h 22039"/>
                  <a:gd name="connsiteX9" fmla="*/ 15810 w 29438"/>
                  <a:gd name="connsiteY9" fmla="*/ 12437 h 22039"/>
                  <a:gd name="connsiteX10" fmla="*/ 14596 w 29438"/>
                  <a:gd name="connsiteY10" fmla="*/ 16755 h 22039"/>
                  <a:gd name="connsiteX11" fmla="*/ 12279 w 29438"/>
                  <a:gd name="connsiteY11" fmla="*/ 20083 h 22039"/>
                  <a:gd name="connsiteX12" fmla="*/ 8006 w 29438"/>
                  <a:gd name="connsiteY12" fmla="*/ 21410 h 22039"/>
                  <a:gd name="connsiteX13" fmla="*/ 2249 w 29438"/>
                  <a:gd name="connsiteY13" fmla="*/ 18846 h 22039"/>
                  <a:gd name="connsiteX14" fmla="*/ 0 w 29438"/>
                  <a:gd name="connsiteY14" fmla="*/ 11582 h 22039"/>
                  <a:gd name="connsiteX15" fmla="*/ 2024 w 29438"/>
                  <a:gd name="connsiteY15" fmla="*/ 4206 h 22039"/>
                  <a:gd name="connsiteX16" fmla="*/ 8793 w 29438"/>
                  <a:gd name="connsiteY16" fmla="*/ 787 h 22039"/>
                  <a:gd name="connsiteX17" fmla="*/ 8793 w 29438"/>
                  <a:gd name="connsiteY17" fmla="*/ 4071 h 22039"/>
                  <a:gd name="connsiteX18" fmla="*/ 4228 w 29438"/>
                  <a:gd name="connsiteY18" fmla="*/ 6522 h 22039"/>
                  <a:gd name="connsiteX19" fmla="*/ 2901 w 29438"/>
                  <a:gd name="connsiteY19" fmla="*/ 11627 h 22039"/>
                  <a:gd name="connsiteX20" fmla="*/ 4228 w 29438"/>
                  <a:gd name="connsiteY20" fmla="*/ 16327 h 22039"/>
                  <a:gd name="connsiteX21" fmla="*/ 7714 w 29438"/>
                  <a:gd name="connsiteY21" fmla="*/ 17947 h 22039"/>
                  <a:gd name="connsiteX22" fmla="*/ 10593 w 29438"/>
                  <a:gd name="connsiteY22" fmla="*/ 16620 h 22039"/>
                  <a:gd name="connsiteX23" fmla="*/ 12212 w 29438"/>
                  <a:gd name="connsiteY23" fmla="*/ 13291 h 22039"/>
                  <a:gd name="connsiteX24" fmla="*/ 13314 w 29438"/>
                  <a:gd name="connsiteY24" fmla="*/ 8973 h 22039"/>
                  <a:gd name="connsiteX25" fmla="*/ 14685 w 29438"/>
                  <a:gd name="connsiteY25" fmla="*/ 4655 h 22039"/>
                  <a:gd name="connsiteX26" fmla="*/ 17092 w 29438"/>
                  <a:gd name="connsiteY26" fmla="*/ 1327 h 22039"/>
                  <a:gd name="connsiteX27" fmla="*/ 21298 w 29438"/>
                  <a:gd name="connsiteY27" fmla="*/ 0 h 22039"/>
                  <a:gd name="connsiteX28" fmla="*/ 24828 w 29438"/>
                  <a:gd name="connsiteY28" fmla="*/ 855 h 22039"/>
                  <a:gd name="connsiteX29" fmla="*/ 27392 w 29438"/>
                  <a:gd name="connsiteY29" fmla="*/ 3239 h 22039"/>
                  <a:gd name="connsiteX30" fmla="*/ 28921 w 29438"/>
                  <a:gd name="connsiteY30" fmla="*/ 6837 h 22039"/>
                  <a:gd name="connsiteX31" fmla="*/ 29439 w 29438"/>
                  <a:gd name="connsiteY31" fmla="*/ 11402 h 22039"/>
                  <a:gd name="connsiteX32" fmla="*/ 28719 w 29438"/>
                  <a:gd name="connsiteY32" fmla="*/ 15810 h 22039"/>
                  <a:gd name="connsiteX33" fmla="*/ 26695 w 29438"/>
                  <a:gd name="connsiteY33" fmla="*/ 19071 h 22039"/>
                  <a:gd name="connsiteX34" fmla="*/ 23681 w 29438"/>
                  <a:gd name="connsiteY34" fmla="*/ 21185 h 22039"/>
                  <a:gd name="connsiteX35" fmla="*/ 19948 w 29438"/>
                  <a:gd name="connsiteY35" fmla="*/ 22040 h 22039"/>
                  <a:gd name="connsiteX36" fmla="*/ 19948 w 29438"/>
                  <a:gd name="connsiteY36" fmla="*/ 18756 h 22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9438" h="22039">
                    <a:moveTo>
                      <a:pt x="19993" y="18734"/>
                    </a:moveTo>
                    <a:cubicBezTo>
                      <a:pt x="22400" y="18239"/>
                      <a:pt x="24109" y="17317"/>
                      <a:pt x="25098" y="16013"/>
                    </a:cubicBezTo>
                    <a:cubicBezTo>
                      <a:pt x="26088" y="14708"/>
                      <a:pt x="26582" y="12819"/>
                      <a:pt x="26582" y="10368"/>
                    </a:cubicBezTo>
                    <a:cubicBezTo>
                      <a:pt x="26582" y="9176"/>
                      <a:pt x="26448" y="8164"/>
                      <a:pt x="26155" y="7287"/>
                    </a:cubicBezTo>
                    <a:cubicBezTo>
                      <a:pt x="25863" y="6432"/>
                      <a:pt x="25480" y="5712"/>
                      <a:pt x="24986" y="5150"/>
                    </a:cubicBezTo>
                    <a:cubicBezTo>
                      <a:pt x="24491" y="4588"/>
                      <a:pt x="23951" y="4161"/>
                      <a:pt x="23344" y="3891"/>
                    </a:cubicBezTo>
                    <a:cubicBezTo>
                      <a:pt x="22737" y="3598"/>
                      <a:pt x="22084" y="3463"/>
                      <a:pt x="21410" y="3463"/>
                    </a:cubicBezTo>
                    <a:cubicBezTo>
                      <a:pt x="20038" y="3463"/>
                      <a:pt x="19026" y="3913"/>
                      <a:pt x="18351" y="4790"/>
                    </a:cubicBezTo>
                    <a:cubicBezTo>
                      <a:pt x="17677" y="5667"/>
                      <a:pt x="17159" y="6769"/>
                      <a:pt x="16777" y="8119"/>
                    </a:cubicBezTo>
                    <a:cubicBezTo>
                      <a:pt x="16394" y="9468"/>
                      <a:pt x="16080" y="10885"/>
                      <a:pt x="15810" y="12437"/>
                    </a:cubicBezTo>
                    <a:cubicBezTo>
                      <a:pt x="15540" y="13989"/>
                      <a:pt x="15135" y="15428"/>
                      <a:pt x="14596" y="16755"/>
                    </a:cubicBezTo>
                    <a:cubicBezTo>
                      <a:pt x="14056" y="18082"/>
                      <a:pt x="13291" y="19184"/>
                      <a:pt x="12279" y="20083"/>
                    </a:cubicBezTo>
                    <a:cubicBezTo>
                      <a:pt x="11267" y="20960"/>
                      <a:pt x="9850" y="21410"/>
                      <a:pt x="8006" y="21410"/>
                    </a:cubicBezTo>
                    <a:cubicBezTo>
                      <a:pt x="5667" y="21410"/>
                      <a:pt x="3756" y="20556"/>
                      <a:pt x="2249" y="18846"/>
                    </a:cubicBezTo>
                    <a:cubicBezTo>
                      <a:pt x="764" y="17137"/>
                      <a:pt x="0" y="14708"/>
                      <a:pt x="0" y="11582"/>
                    </a:cubicBezTo>
                    <a:cubicBezTo>
                      <a:pt x="0" y="8456"/>
                      <a:pt x="674" y="6095"/>
                      <a:pt x="2024" y="4206"/>
                    </a:cubicBezTo>
                    <a:cubicBezTo>
                      <a:pt x="3373" y="2316"/>
                      <a:pt x="5622" y="1170"/>
                      <a:pt x="8793" y="787"/>
                    </a:cubicBezTo>
                    <a:lnTo>
                      <a:pt x="8793" y="4071"/>
                    </a:lnTo>
                    <a:cubicBezTo>
                      <a:pt x="6634" y="4363"/>
                      <a:pt x="5105" y="5173"/>
                      <a:pt x="4228" y="6522"/>
                    </a:cubicBezTo>
                    <a:cubicBezTo>
                      <a:pt x="3351" y="7871"/>
                      <a:pt x="2901" y="9581"/>
                      <a:pt x="2901" y="11627"/>
                    </a:cubicBezTo>
                    <a:cubicBezTo>
                      <a:pt x="2901" y="13674"/>
                      <a:pt x="3351" y="15248"/>
                      <a:pt x="4228" y="16327"/>
                    </a:cubicBezTo>
                    <a:cubicBezTo>
                      <a:pt x="5105" y="17407"/>
                      <a:pt x="6274" y="17947"/>
                      <a:pt x="7714" y="17947"/>
                    </a:cubicBezTo>
                    <a:cubicBezTo>
                      <a:pt x="8973" y="17947"/>
                      <a:pt x="9940" y="17497"/>
                      <a:pt x="10593" y="16620"/>
                    </a:cubicBezTo>
                    <a:cubicBezTo>
                      <a:pt x="11267" y="15743"/>
                      <a:pt x="11807" y="14641"/>
                      <a:pt x="12212" y="13291"/>
                    </a:cubicBezTo>
                    <a:cubicBezTo>
                      <a:pt x="12616" y="11964"/>
                      <a:pt x="12998" y="10525"/>
                      <a:pt x="13314" y="8973"/>
                    </a:cubicBezTo>
                    <a:cubicBezTo>
                      <a:pt x="13628" y="7422"/>
                      <a:pt x="14101" y="5982"/>
                      <a:pt x="14685" y="4655"/>
                    </a:cubicBezTo>
                    <a:cubicBezTo>
                      <a:pt x="15270" y="3329"/>
                      <a:pt x="16080" y="2227"/>
                      <a:pt x="17092" y="1327"/>
                    </a:cubicBezTo>
                    <a:cubicBezTo>
                      <a:pt x="18104" y="450"/>
                      <a:pt x="19498" y="0"/>
                      <a:pt x="21298" y="0"/>
                    </a:cubicBezTo>
                    <a:cubicBezTo>
                      <a:pt x="22624" y="0"/>
                      <a:pt x="23816" y="292"/>
                      <a:pt x="24828" y="855"/>
                    </a:cubicBezTo>
                    <a:cubicBezTo>
                      <a:pt x="25863" y="1439"/>
                      <a:pt x="26717" y="2227"/>
                      <a:pt x="27392" y="3239"/>
                    </a:cubicBezTo>
                    <a:cubicBezTo>
                      <a:pt x="28067" y="4251"/>
                      <a:pt x="28584" y="5443"/>
                      <a:pt x="28921" y="6837"/>
                    </a:cubicBezTo>
                    <a:cubicBezTo>
                      <a:pt x="29259" y="8231"/>
                      <a:pt x="29439" y="9738"/>
                      <a:pt x="29439" y="11402"/>
                    </a:cubicBezTo>
                    <a:cubicBezTo>
                      <a:pt x="29439" y="13066"/>
                      <a:pt x="29191" y="14528"/>
                      <a:pt x="28719" y="15810"/>
                    </a:cubicBezTo>
                    <a:cubicBezTo>
                      <a:pt x="28247" y="17092"/>
                      <a:pt x="27550" y="18172"/>
                      <a:pt x="26695" y="19071"/>
                    </a:cubicBezTo>
                    <a:cubicBezTo>
                      <a:pt x="25841" y="19971"/>
                      <a:pt x="24828" y="20668"/>
                      <a:pt x="23681" y="21185"/>
                    </a:cubicBezTo>
                    <a:cubicBezTo>
                      <a:pt x="22535" y="21680"/>
                      <a:pt x="21298" y="21972"/>
                      <a:pt x="19948" y="22040"/>
                    </a:cubicBezTo>
                    <a:lnTo>
                      <a:pt x="19948" y="18756"/>
                    </a:lnTo>
                    <a:close/>
                  </a:path>
                </a:pathLst>
              </a:custGeom>
              <a:solidFill>
                <a:srgbClr val="231F20"/>
              </a:solidFill>
              <a:ln w="2249" cap="flat">
                <a:noFill/>
                <a:prstDash val="solid"/>
                <a:miter/>
              </a:ln>
            </p:spPr>
            <p:txBody>
              <a:bodyPr rtlCol="0" anchor="ctr"/>
              <a:lstStyle/>
              <a:p>
                <a:endParaRPr lang="en-US"/>
              </a:p>
            </p:txBody>
          </p:sp>
          <p:sp>
            <p:nvSpPr>
              <p:cNvPr id="18060" name="Freeform 18059">
                <a:extLst>
                  <a:ext uri="{FF2B5EF4-FFF2-40B4-BE49-F238E27FC236}">
                    <a16:creationId xmlns:a16="http://schemas.microsoft.com/office/drawing/2014/main" id="{B9D3450E-F575-FCF5-DEA0-72D4428D9E72}"/>
                  </a:ext>
                </a:extLst>
              </p:cNvPr>
              <p:cNvSpPr/>
              <p:nvPr/>
            </p:nvSpPr>
            <p:spPr>
              <a:xfrm>
                <a:off x="5797587" y="3946215"/>
                <a:ext cx="38884" cy="3553"/>
              </a:xfrm>
              <a:custGeom>
                <a:avLst/>
                <a:gdLst>
                  <a:gd name="connsiteX0" fmla="*/ 4813 w 38884"/>
                  <a:gd name="connsiteY0" fmla="*/ 3553 h 3553"/>
                  <a:gd name="connsiteX1" fmla="*/ 0 w 38884"/>
                  <a:gd name="connsiteY1" fmla="*/ 3553 h 3553"/>
                  <a:gd name="connsiteX2" fmla="*/ 0 w 38884"/>
                  <a:gd name="connsiteY2" fmla="*/ 0 h 3553"/>
                  <a:gd name="connsiteX3" fmla="*/ 4813 w 38884"/>
                  <a:gd name="connsiteY3" fmla="*/ 0 h 3553"/>
                  <a:gd name="connsiteX4" fmla="*/ 4813 w 38884"/>
                  <a:gd name="connsiteY4" fmla="*/ 3553 h 3553"/>
                  <a:gd name="connsiteX5" fmla="*/ 38884 w 38884"/>
                  <a:gd name="connsiteY5" fmla="*/ 3373 h 3553"/>
                  <a:gd name="connsiteX6" fmla="*/ 10930 w 38884"/>
                  <a:gd name="connsiteY6" fmla="*/ 3373 h 3553"/>
                  <a:gd name="connsiteX7" fmla="*/ 10930 w 38884"/>
                  <a:gd name="connsiteY7" fmla="*/ 135 h 3553"/>
                  <a:gd name="connsiteX8" fmla="*/ 38884 w 38884"/>
                  <a:gd name="connsiteY8" fmla="*/ 135 h 3553"/>
                  <a:gd name="connsiteX9" fmla="*/ 38884 w 38884"/>
                  <a:gd name="connsiteY9" fmla="*/ 3373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84" h="3553">
                    <a:moveTo>
                      <a:pt x="4813" y="3553"/>
                    </a:moveTo>
                    <a:lnTo>
                      <a:pt x="0" y="3553"/>
                    </a:lnTo>
                    <a:lnTo>
                      <a:pt x="0" y="0"/>
                    </a:lnTo>
                    <a:lnTo>
                      <a:pt x="4813" y="0"/>
                    </a:lnTo>
                    <a:lnTo>
                      <a:pt x="4813" y="3553"/>
                    </a:lnTo>
                    <a:close/>
                    <a:moveTo>
                      <a:pt x="38884" y="3373"/>
                    </a:moveTo>
                    <a:lnTo>
                      <a:pt x="10930" y="3373"/>
                    </a:lnTo>
                    <a:lnTo>
                      <a:pt x="10930" y="135"/>
                    </a:lnTo>
                    <a:lnTo>
                      <a:pt x="38884" y="135"/>
                    </a:lnTo>
                    <a:lnTo>
                      <a:pt x="38884" y="3373"/>
                    </a:lnTo>
                    <a:close/>
                  </a:path>
                </a:pathLst>
              </a:custGeom>
              <a:solidFill>
                <a:srgbClr val="231F20"/>
              </a:solidFill>
              <a:ln w="2249" cap="flat">
                <a:noFill/>
                <a:prstDash val="solid"/>
                <a:miter/>
              </a:ln>
            </p:spPr>
            <p:txBody>
              <a:bodyPr rtlCol="0" anchor="ctr"/>
              <a:lstStyle/>
              <a:p>
                <a:endParaRPr lang="en-US"/>
              </a:p>
            </p:txBody>
          </p:sp>
          <p:sp>
            <p:nvSpPr>
              <p:cNvPr id="18061" name="Freeform 18060">
                <a:extLst>
                  <a:ext uri="{FF2B5EF4-FFF2-40B4-BE49-F238E27FC236}">
                    <a16:creationId xmlns:a16="http://schemas.microsoft.com/office/drawing/2014/main" id="{0346B99D-2B57-ADA9-AA60-7F8A91EE22A3}"/>
                  </a:ext>
                </a:extLst>
              </p:cNvPr>
              <p:cNvSpPr/>
              <p:nvPr/>
            </p:nvSpPr>
            <p:spPr>
              <a:xfrm>
                <a:off x="5807775" y="3900516"/>
                <a:ext cx="28763" cy="38007"/>
              </a:xfrm>
              <a:custGeom>
                <a:avLst/>
                <a:gdLst>
                  <a:gd name="connsiteX0" fmla="*/ 28696 w 28763"/>
                  <a:gd name="connsiteY0" fmla="*/ 34769 h 38007"/>
                  <a:gd name="connsiteX1" fmla="*/ 28696 w 28763"/>
                  <a:gd name="connsiteY1" fmla="*/ 38007 h 38007"/>
                  <a:gd name="connsiteX2" fmla="*/ 742 w 28763"/>
                  <a:gd name="connsiteY2" fmla="*/ 38007 h 38007"/>
                  <a:gd name="connsiteX3" fmla="*/ 742 w 28763"/>
                  <a:gd name="connsiteY3" fmla="*/ 34769 h 38007"/>
                  <a:gd name="connsiteX4" fmla="*/ 4948 w 28763"/>
                  <a:gd name="connsiteY4" fmla="*/ 34769 h 38007"/>
                  <a:gd name="connsiteX5" fmla="*/ 4948 w 28763"/>
                  <a:gd name="connsiteY5" fmla="*/ 34657 h 38007"/>
                  <a:gd name="connsiteX6" fmla="*/ 1259 w 28763"/>
                  <a:gd name="connsiteY6" fmla="*/ 31103 h 38007"/>
                  <a:gd name="connsiteX7" fmla="*/ 0 w 28763"/>
                  <a:gd name="connsiteY7" fmla="*/ 26020 h 38007"/>
                  <a:gd name="connsiteX8" fmla="*/ 427 w 28763"/>
                  <a:gd name="connsiteY8" fmla="*/ 22737 h 38007"/>
                  <a:gd name="connsiteX9" fmla="*/ 1597 w 28763"/>
                  <a:gd name="connsiteY9" fmla="*/ 20443 h 38007"/>
                  <a:gd name="connsiteX10" fmla="*/ 3306 w 28763"/>
                  <a:gd name="connsiteY10" fmla="*/ 18869 h 38007"/>
                  <a:gd name="connsiteX11" fmla="*/ 5420 w 28763"/>
                  <a:gd name="connsiteY11" fmla="*/ 17812 h 38007"/>
                  <a:gd name="connsiteX12" fmla="*/ 1349 w 28763"/>
                  <a:gd name="connsiteY12" fmla="*/ 14056 h 38007"/>
                  <a:gd name="connsiteX13" fmla="*/ 22 w 28763"/>
                  <a:gd name="connsiteY13" fmla="*/ 8681 h 38007"/>
                  <a:gd name="connsiteX14" fmla="*/ 967 w 28763"/>
                  <a:gd name="connsiteY14" fmla="*/ 4116 h 38007"/>
                  <a:gd name="connsiteX15" fmla="*/ 3440 w 28763"/>
                  <a:gd name="connsiteY15" fmla="*/ 1507 h 38007"/>
                  <a:gd name="connsiteX16" fmla="*/ 6971 w 28763"/>
                  <a:gd name="connsiteY16" fmla="*/ 292 h 38007"/>
                  <a:gd name="connsiteX17" fmla="*/ 11065 w 28763"/>
                  <a:gd name="connsiteY17" fmla="*/ 0 h 38007"/>
                  <a:gd name="connsiteX18" fmla="*/ 28719 w 28763"/>
                  <a:gd name="connsiteY18" fmla="*/ 0 h 38007"/>
                  <a:gd name="connsiteX19" fmla="*/ 28719 w 28763"/>
                  <a:gd name="connsiteY19" fmla="*/ 3239 h 38007"/>
                  <a:gd name="connsiteX20" fmla="*/ 9400 w 28763"/>
                  <a:gd name="connsiteY20" fmla="*/ 3239 h 38007"/>
                  <a:gd name="connsiteX21" fmla="*/ 4655 w 28763"/>
                  <a:gd name="connsiteY21" fmla="*/ 4498 h 38007"/>
                  <a:gd name="connsiteX22" fmla="*/ 2923 w 28763"/>
                  <a:gd name="connsiteY22" fmla="*/ 9221 h 38007"/>
                  <a:gd name="connsiteX23" fmla="*/ 3711 w 28763"/>
                  <a:gd name="connsiteY23" fmla="*/ 12639 h 38007"/>
                  <a:gd name="connsiteX24" fmla="*/ 6117 w 28763"/>
                  <a:gd name="connsiteY24" fmla="*/ 15518 h 38007"/>
                  <a:gd name="connsiteX25" fmla="*/ 7759 w 28763"/>
                  <a:gd name="connsiteY25" fmla="*/ 16417 h 38007"/>
                  <a:gd name="connsiteX26" fmla="*/ 9738 w 28763"/>
                  <a:gd name="connsiteY26" fmla="*/ 16980 h 38007"/>
                  <a:gd name="connsiteX27" fmla="*/ 11785 w 28763"/>
                  <a:gd name="connsiteY27" fmla="*/ 17272 h 38007"/>
                  <a:gd name="connsiteX28" fmla="*/ 13673 w 28763"/>
                  <a:gd name="connsiteY28" fmla="*/ 17362 h 38007"/>
                  <a:gd name="connsiteX29" fmla="*/ 28741 w 28763"/>
                  <a:gd name="connsiteY29" fmla="*/ 17362 h 38007"/>
                  <a:gd name="connsiteX30" fmla="*/ 28741 w 28763"/>
                  <a:gd name="connsiteY30" fmla="*/ 20601 h 38007"/>
                  <a:gd name="connsiteX31" fmla="*/ 9423 w 28763"/>
                  <a:gd name="connsiteY31" fmla="*/ 20601 h 38007"/>
                  <a:gd name="connsiteX32" fmla="*/ 4677 w 28763"/>
                  <a:gd name="connsiteY32" fmla="*/ 21860 h 38007"/>
                  <a:gd name="connsiteX33" fmla="*/ 2946 w 28763"/>
                  <a:gd name="connsiteY33" fmla="*/ 26583 h 38007"/>
                  <a:gd name="connsiteX34" fmla="*/ 3733 w 28763"/>
                  <a:gd name="connsiteY34" fmla="*/ 30001 h 38007"/>
                  <a:gd name="connsiteX35" fmla="*/ 6140 w 28763"/>
                  <a:gd name="connsiteY35" fmla="*/ 32880 h 38007"/>
                  <a:gd name="connsiteX36" fmla="*/ 7781 w 28763"/>
                  <a:gd name="connsiteY36" fmla="*/ 33779 h 38007"/>
                  <a:gd name="connsiteX37" fmla="*/ 9760 w 28763"/>
                  <a:gd name="connsiteY37" fmla="*/ 34342 h 38007"/>
                  <a:gd name="connsiteX38" fmla="*/ 11807 w 28763"/>
                  <a:gd name="connsiteY38" fmla="*/ 34634 h 38007"/>
                  <a:gd name="connsiteX39" fmla="*/ 13696 w 28763"/>
                  <a:gd name="connsiteY39" fmla="*/ 34724 h 38007"/>
                  <a:gd name="connsiteX40" fmla="*/ 28764 w 28763"/>
                  <a:gd name="connsiteY40" fmla="*/ 34724 h 380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8763" h="38007">
                    <a:moveTo>
                      <a:pt x="28696" y="34769"/>
                    </a:moveTo>
                    <a:lnTo>
                      <a:pt x="28696" y="38007"/>
                    </a:lnTo>
                    <a:lnTo>
                      <a:pt x="742" y="38007"/>
                    </a:lnTo>
                    <a:lnTo>
                      <a:pt x="742" y="34769"/>
                    </a:lnTo>
                    <a:lnTo>
                      <a:pt x="4948" y="34769"/>
                    </a:lnTo>
                    <a:lnTo>
                      <a:pt x="4948" y="34657"/>
                    </a:lnTo>
                    <a:cubicBezTo>
                      <a:pt x="3328" y="33824"/>
                      <a:pt x="2091" y="32632"/>
                      <a:pt x="1259" y="31103"/>
                    </a:cubicBezTo>
                    <a:cubicBezTo>
                      <a:pt x="427" y="29574"/>
                      <a:pt x="0" y="27865"/>
                      <a:pt x="0" y="26020"/>
                    </a:cubicBezTo>
                    <a:cubicBezTo>
                      <a:pt x="0" y="24716"/>
                      <a:pt x="135" y="23637"/>
                      <a:pt x="427" y="22737"/>
                    </a:cubicBezTo>
                    <a:cubicBezTo>
                      <a:pt x="719" y="21837"/>
                      <a:pt x="1102" y="21073"/>
                      <a:pt x="1597" y="20443"/>
                    </a:cubicBezTo>
                    <a:cubicBezTo>
                      <a:pt x="2091" y="19813"/>
                      <a:pt x="2654" y="19296"/>
                      <a:pt x="3306" y="18869"/>
                    </a:cubicBezTo>
                    <a:cubicBezTo>
                      <a:pt x="3958" y="18464"/>
                      <a:pt x="4655" y="18104"/>
                      <a:pt x="5420" y="17812"/>
                    </a:cubicBezTo>
                    <a:cubicBezTo>
                      <a:pt x="3575" y="16867"/>
                      <a:pt x="2226" y="15630"/>
                      <a:pt x="1349" y="14056"/>
                    </a:cubicBezTo>
                    <a:cubicBezTo>
                      <a:pt x="472" y="12482"/>
                      <a:pt x="22" y="10705"/>
                      <a:pt x="22" y="8681"/>
                    </a:cubicBezTo>
                    <a:cubicBezTo>
                      <a:pt x="22" y="6769"/>
                      <a:pt x="337" y="5263"/>
                      <a:pt x="967" y="4116"/>
                    </a:cubicBezTo>
                    <a:cubicBezTo>
                      <a:pt x="1597" y="2991"/>
                      <a:pt x="2429" y="2114"/>
                      <a:pt x="3440" y="1507"/>
                    </a:cubicBezTo>
                    <a:cubicBezTo>
                      <a:pt x="4453" y="900"/>
                      <a:pt x="5644" y="495"/>
                      <a:pt x="6971" y="292"/>
                    </a:cubicBezTo>
                    <a:cubicBezTo>
                      <a:pt x="8299" y="90"/>
                      <a:pt x="9670" y="0"/>
                      <a:pt x="11065" y="0"/>
                    </a:cubicBezTo>
                    <a:lnTo>
                      <a:pt x="28719" y="0"/>
                    </a:lnTo>
                    <a:lnTo>
                      <a:pt x="28719" y="3239"/>
                    </a:lnTo>
                    <a:lnTo>
                      <a:pt x="9400" y="3239"/>
                    </a:lnTo>
                    <a:cubicBezTo>
                      <a:pt x="7376" y="3239"/>
                      <a:pt x="5802" y="3666"/>
                      <a:pt x="4655" y="4498"/>
                    </a:cubicBezTo>
                    <a:cubicBezTo>
                      <a:pt x="3508" y="5353"/>
                      <a:pt x="2923" y="6927"/>
                      <a:pt x="2923" y="9221"/>
                    </a:cubicBezTo>
                    <a:cubicBezTo>
                      <a:pt x="2923" y="10413"/>
                      <a:pt x="3193" y="11560"/>
                      <a:pt x="3711" y="12639"/>
                    </a:cubicBezTo>
                    <a:cubicBezTo>
                      <a:pt x="4228" y="13741"/>
                      <a:pt x="5038" y="14708"/>
                      <a:pt x="6117" y="15518"/>
                    </a:cubicBezTo>
                    <a:cubicBezTo>
                      <a:pt x="6589" y="15878"/>
                      <a:pt x="7129" y="16170"/>
                      <a:pt x="7759" y="16417"/>
                    </a:cubicBezTo>
                    <a:cubicBezTo>
                      <a:pt x="8389" y="16642"/>
                      <a:pt x="9040" y="16845"/>
                      <a:pt x="9738" y="16980"/>
                    </a:cubicBezTo>
                    <a:cubicBezTo>
                      <a:pt x="10412" y="17115"/>
                      <a:pt x="11110" y="17227"/>
                      <a:pt x="11785" y="17272"/>
                    </a:cubicBezTo>
                    <a:cubicBezTo>
                      <a:pt x="12459" y="17317"/>
                      <a:pt x="13089" y="17362"/>
                      <a:pt x="13673" y="17362"/>
                    </a:cubicBezTo>
                    <a:lnTo>
                      <a:pt x="28741" y="17362"/>
                    </a:lnTo>
                    <a:lnTo>
                      <a:pt x="28741" y="20601"/>
                    </a:lnTo>
                    <a:lnTo>
                      <a:pt x="9423" y="20601"/>
                    </a:lnTo>
                    <a:cubicBezTo>
                      <a:pt x="7399" y="20601"/>
                      <a:pt x="5824" y="21028"/>
                      <a:pt x="4677" y="21860"/>
                    </a:cubicBezTo>
                    <a:cubicBezTo>
                      <a:pt x="3530" y="22715"/>
                      <a:pt x="2946" y="24289"/>
                      <a:pt x="2946" y="26583"/>
                    </a:cubicBezTo>
                    <a:cubicBezTo>
                      <a:pt x="2946" y="27775"/>
                      <a:pt x="3216" y="28922"/>
                      <a:pt x="3733" y="30001"/>
                    </a:cubicBezTo>
                    <a:cubicBezTo>
                      <a:pt x="4250" y="31103"/>
                      <a:pt x="5060" y="32070"/>
                      <a:pt x="6140" y="32880"/>
                    </a:cubicBezTo>
                    <a:cubicBezTo>
                      <a:pt x="6612" y="33240"/>
                      <a:pt x="7152" y="33532"/>
                      <a:pt x="7781" y="33779"/>
                    </a:cubicBezTo>
                    <a:cubicBezTo>
                      <a:pt x="8411" y="34004"/>
                      <a:pt x="9063" y="34207"/>
                      <a:pt x="9760" y="34342"/>
                    </a:cubicBezTo>
                    <a:cubicBezTo>
                      <a:pt x="10435" y="34477"/>
                      <a:pt x="11132" y="34589"/>
                      <a:pt x="11807" y="34634"/>
                    </a:cubicBezTo>
                    <a:cubicBezTo>
                      <a:pt x="12481" y="34679"/>
                      <a:pt x="13111" y="34724"/>
                      <a:pt x="13696" y="34724"/>
                    </a:cubicBezTo>
                    <a:lnTo>
                      <a:pt x="28764" y="34724"/>
                    </a:lnTo>
                    <a:close/>
                  </a:path>
                </a:pathLst>
              </a:custGeom>
              <a:solidFill>
                <a:srgbClr val="231F20"/>
              </a:solidFill>
              <a:ln w="2249" cap="flat">
                <a:noFill/>
                <a:prstDash val="solid"/>
                <a:miter/>
              </a:ln>
            </p:spPr>
            <p:txBody>
              <a:bodyPr rtlCol="0" anchor="ctr"/>
              <a:lstStyle/>
              <a:p>
                <a:endParaRPr lang="en-US"/>
              </a:p>
            </p:txBody>
          </p:sp>
          <p:sp>
            <p:nvSpPr>
              <p:cNvPr id="18062" name="Freeform 18061">
                <a:extLst>
                  <a:ext uri="{FF2B5EF4-FFF2-40B4-BE49-F238E27FC236}">
                    <a16:creationId xmlns:a16="http://schemas.microsoft.com/office/drawing/2014/main" id="{0CCF7B90-C7F5-B786-543F-714E49A9A433}"/>
                  </a:ext>
                </a:extLst>
              </p:cNvPr>
              <p:cNvSpPr/>
              <p:nvPr/>
            </p:nvSpPr>
            <p:spPr>
              <a:xfrm>
                <a:off x="5797587" y="3889272"/>
                <a:ext cx="38884" cy="3553"/>
              </a:xfrm>
              <a:custGeom>
                <a:avLst/>
                <a:gdLst>
                  <a:gd name="connsiteX0" fmla="*/ 4813 w 38884"/>
                  <a:gd name="connsiteY0" fmla="*/ 3553 h 3553"/>
                  <a:gd name="connsiteX1" fmla="*/ 0 w 38884"/>
                  <a:gd name="connsiteY1" fmla="*/ 3553 h 3553"/>
                  <a:gd name="connsiteX2" fmla="*/ 0 w 38884"/>
                  <a:gd name="connsiteY2" fmla="*/ 0 h 3553"/>
                  <a:gd name="connsiteX3" fmla="*/ 4813 w 38884"/>
                  <a:gd name="connsiteY3" fmla="*/ 0 h 3553"/>
                  <a:gd name="connsiteX4" fmla="*/ 4813 w 38884"/>
                  <a:gd name="connsiteY4" fmla="*/ 3553 h 3553"/>
                  <a:gd name="connsiteX5" fmla="*/ 38884 w 38884"/>
                  <a:gd name="connsiteY5" fmla="*/ 3373 h 3553"/>
                  <a:gd name="connsiteX6" fmla="*/ 10930 w 38884"/>
                  <a:gd name="connsiteY6" fmla="*/ 3373 h 3553"/>
                  <a:gd name="connsiteX7" fmla="*/ 10930 w 38884"/>
                  <a:gd name="connsiteY7" fmla="*/ 135 h 3553"/>
                  <a:gd name="connsiteX8" fmla="*/ 38884 w 38884"/>
                  <a:gd name="connsiteY8" fmla="*/ 135 h 3553"/>
                  <a:gd name="connsiteX9" fmla="*/ 38884 w 38884"/>
                  <a:gd name="connsiteY9" fmla="*/ 3373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84" h="3553">
                    <a:moveTo>
                      <a:pt x="4813" y="3553"/>
                    </a:moveTo>
                    <a:lnTo>
                      <a:pt x="0" y="3553"/>
                    </a:lnTo>
                    <a:lnTo>
                      <a:pt x="0" y="0"/>
                    </a:lnTo>
                    <a:lnTo>
                      <a:pt x="4813" y="0"/>
                    </a:lnTo>
                    <a:lnTo>
                      <a:pt x="4813" y="3553"/>
                    </a:lnTo>
                    <a:close/>
                    <a:moveTo>
                      <a:pt x="38884" y="3373"/>
                    </a:moveTo>
                    <a:lnTo>
                      <a:pt x="10930" y="3373"/>
                    </a:lnTo>
                    <a:lnTo>
                      <a:pt x="10930" y="135"/>
                    </a:lnTo>
                    <a:lnTo>
                      <a:pt x="38884" y="135"/>
                    </a:lnTo>
                    <a:lnTo>
                      <a:pt x="38884" y="3373"/>
                    </a:lnTo>
                    <a:close/>
                  </a:path>
                </a:pathLst>
              </a:custGeom>
              <a:solidFill>
                <a:srgbClr val="231F20"/>
              </a:solidFill>
              <a:ln w="2249" cap="flat">
                <a:noFill/>
                <a:prstDash val="solid"/>
                <a:miter/>
              </a:ln>
            </p:spPr>
            <p:txBody>
              <a:bodyPr rtlCol="0" anchor="ctr"/>
              <a:lstStyle/>
              <a:p>
                <a:endParaRPr lang="en-US"/>
              </a:p>
            </p:txBody>
          </p:sp>
          <p:sp>
            <p:nvSpPr>
              <p:cNvPr id="18063" name="Freeform 18062">
                <a:extLst>
                  <a:ext uri="{FF2B5EF4-FFF2-40B4-BE49-F238E27FC236}">
                    <a16:creationId xmlns:a16="http://schemas.microsoft.com/office/drawing/2014/main" id="{057D2877-882A-50DA-2079-1A13E9E390CB}"/>
                  </a:ext>
                </a:extLst>
              </p:cNvPr>
              <p:cNvSpPr/>
              <p:nvPr/>
            </p:nvSpPr>
            <p:spPr>
              <a:xfrm>
                <a:off x="5797609" y="3877442"/>
                <a:ext cx="38861" cy="3238"/>
              </a:xfrm>
              <a:custGeom>
                <a:avLst/>
                <a:gdLst>
                  <a:gd name="connsiteX0" fmla="*/ 38862 w 38861"/>
                  <a:gd name="connsiteY0" fmla="*/ 3239 h 3238"/>
                  <a:gd name="connsiteX1" fmla="*/ 0 w 38861"/>
                  <a:gd name="connsiteY1" fmla="*/ 3239 h 3238"/>
                  <a:gd name="connsiteX2" fmla="*/ 0 w 38861"/>
                  <a:gd name="connsiteY2" fmla="*/ 0 h 3238"/>
                  <a:gd name="connsiteX3" fmla="*/ 38862 w 38861"/>
                  <a:gd name="connsiteY3" fmla="*/ 0 h 3238"/>
                  <a:gd name="connsiteX4" fmla="*/ 38862 w 38861"/>
                  <a:gd name="connsiteY4" fmla="*/ 3239 h 3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861" h="3238">
                    <a:moveTo>
                      <a:pt x="38862" y="3239"/>
                    </a:moveTo>
                    <a:lnTo>
                      <a:pt x="0" y="3239"/>
                    </a:lnTo>
                    <a:lnTo>
                      <a:pt x="0" y="0"/>
                    </a:lnTo>
                    <a:lnTo>
                      <a:pt x="38862" y="0"/>
                    </a:lnTo>
                    <a:lnTo>
                      <a:pt x="38862" y="3239"/>
                    </a:lnTo>
                    <a:close/>
                  </a:path>
                </a:pathLst>
              </a:custGeom>
              <a:solidFill>
                <a:srgbClr val="231F20"/>
              </a:solidFill>
              <a:ln w="2249" cap="flat">
                <a:noFill/>
                <a:prstDash val="solid"/>
                <a:miter/>
              </a:ln>
            </p:spPr>
            <p:txBody>
              <a:bodyPr rtlCol="0" anchor="ctr"/>
              <a:lstStyle/>
              <a:p>
                <a:endParaRPr lang="en-US"/>
              </a:p>
            </p:txBody>
          </p:sp>
          <p:sp>
            <p:nvSpPr>
              <p:cNvPr id="18064" name="Freeform 18063">
                <a:extLst>
                  <a:ext uri="{FF2B5EF4-FFF2-40B4-BE49-F238E27FC236}">
                    <a16:creationId xmlns:a16="http://schemas.microsoft.com/office/drawing/2014/main" id="{5D194AB5-54E8-C3C9-9BF3-D586CCAF9782}"/>
                  </a:ext>
                </a:extLst>
              </p:cNvPr>
              <p:cNvSpPr/>
              <p:nvPr/>
            </p:nvSpPr>
            <p:spPr>
              <a:xfrm>
                <a:off x="5807797" y="3844292"/>
                <a:ext cx="29484" cy="26357"/>
              </a:xfrm>
              <a:custGeom>
                <a:avLst/>
                <a:gdLst>
                  <a:gd name="connsiteX0" fmla="*/ 12369 w 29484"/>
                  <a:gd name="connsiteY0" fmla="*/ 12032 h 26357"/>
                  <a:gd name="connsiteX1" fmla="*/ 12055 w 29484"/>
                  <a:gd name="connsiteY1" fmla="*/ 9850 h 26357"/>
                  <a:gd name="connsiteX2" fmla="*/ 11470 w 29484"/>
                  <a:gd name="connsiteY2" fmla="*/ 7781 h 26357"/>
                  <a:gd name="connsiteX3" fmla="*/ 10210 w 29484"/>
                  <a:gd name="connsiteY3" fmla="*/ 6792 h 26357"/>
                  <a:gd name="connsiteX4" fmla="*/ 8569 w 29484"/>
                  <a:gd name="connsiteY4" fmla="*/ 6612 h 26357"/>
                  <a:gd name="connsiteX5" fmla="*/ 4498 w 29484"/>
                  <a:gd name="connsiteY5" fmla="*/ 8209 h 26357"/>
                  <a:gd name="connsiteX6" fmla="*/ 2901 w 29484"/>
                  <a:gd name="connsiteY6" fmla="*/ 13584 h 26357"/>
                  <a:gd name="connsiteX7" fmla="*/ 3194 w 29484"/>
                  <a:gd name="connsiteY7" fmla="*/ 16665 h 26357"/>
                  <a:gd name="connsiteX8" fmla="*/ 4228 w 29484"/>
                  <a:gd name="connsiteY8" fmla="*/ 19116 h 26357"/>
                  <a:gd name="connsiteX9" fmla="*/ 6163 w 29484"/>
                  <a:gd name="connsiteY9" fmla="*/ 20848 h 26357"/>
                  <a:gd name="connsiteX10" fmla="*/ 9221 w 29484"/>
                  <a:gd name="connsiteY10" fmla="*/ 21748 h 26357"/>
                  <a:gd name="connsiteX11" fmla="*/ 9221 w 29484"/>
                  <a:gd name="connsiteY11" fmla="*/ 25031 h 26357"/>
                  <a:gd name="connsiteX12" fmla="*/ 4993 w 29484"/>
                  <a:gd name="connsiteY12" fmla="*/ 23906 h 26357"/>
                  <a:gd name="connsiteX13" fmla="*/ 2137 w 29484"/>
                  <a:gd name="connsiteY13" fmla="*/ 21388 h 26357"/>
                  <a:gd name="connsiteX14" fmla="*/ 518 w 29484"/>
                  <a:gd name="connsiteY14" fmla="*/ 17834 h 26357"/>
                  <a:gd name="connsiteX15" fmla="*/ 0 w 29484"/>
                  <a:gd name="connsiteY15" fmla="*/ 13539 h 26357"/>
                  <a:gd name="connsiteX16" fmla="*/ 450 w 29484"/>
                  <a:gd name="connsiteY16" fmla="*/ 9581 h 26357"/>
                  <a:gd name="connsiteX17" fmla="*/ 1912 w 29484"/>
                  <a:gd name="connsiteY17" fmla="*/ 6342 h 26357"/>
                  <a:gd name="connsiteX18" fmla="*/ 4588 w 29484"/>
                  <a:gd name="connsiteY18" fmla="*/ 4183 h 26357"/>
                  <a:gd name="connsiteX19" fmla="*/ 8681 w 29484"/>
                  <a:gd name="connsiteY19" fmla="*/ 3396 h 26357"/>
                  <a:gd name="connsiteX20" fmla="*/ 23907 w 29484"/>
                  <a:gd name="connsiteY20" fmla="*/ 3396 h 26357"/>
                  <a:gd name="connsiteX21" fmla="*/ 26313 w 29484"/>
                  <a:gd name="connsiteY21" fmla="*/ 2721 h 26357"/>
                  <a:gd name="connsiteX22" fmla="*/ 26066 w 29484"/>
                  <a:gd name="connsiteY22" fmla="*/ 0 h 26357"/>
                  <a:gd name="connsiteX23" fmla="*/ 28607 w 29484"/>
                  <a:gd name="connsiteY23" fmla="*/ 0 h 26357"/>
                  <a:gd name="connsiteX24" fmla="*/ 28922 w 29484"/>
                  <a:gd name="connsiteY24" fmla="*/ 1102 h 26357"/>
                  <a:gd name="connsiteX25" fmla="*/ 29147 w 29484"/>
                  <a:gd name="connsiteY25" fmla="*/ 2541 h 26357"/>
                  <a:gd name="connsiteX26" fmla="*/ 28989 w 29484"/>
                  <a:gd name="connsiteY26" fmla="*/ 4003 h 26357"/>
                  <a:gd name="connsiteX27" fmla="*/ 28472 w 29484"/>
                  <a:gd name="connsiteY27" fmla="*/ 5308 h 26357"/>
                  <a:gd name="connsiteX28" fmla="*/ 27505 w 29484"/>
                  <a:gd name="connsiteY28" fmla="*/ 6095 h 26357"/>
                  <a:gd name="connsiteX29" fmla="*/ 26268 w 29484"/>
                  <a:gd name="connsiteY29" fmla="*/ 6500 h 26357"/>
                  <a:gd name="connsiteX30" fmla="*/ 24829 w 29484"/>
                  <a:gd name="connsiteY30" fmla="*/ 6612 h 26357"/>
                  <a:gd name="connsiteX31" fmla="*/ 28292 w 29484"/>
                  <a:gd name="connsiteY31" fmla="*/ 11312 h 26357"/>
                  <a:gd name="connsiteX32" fmla="*/ 29484 w 29484"/>
                  <a:gd name="connsiteY32" fmla="*/ 17025 h 26357"/>
                  <a:gd name="connsiteX33" fmla="*/ 28989 w 29484"/>
                  <a:gd name="connsiteY33" fmla="*/ 20556 h 26357"/>
                  <a:gd name="connsiteX34" fmla="*/ 27483 w 29484"/>
                  <a:gd name="connsiteY34" fmla="*/ 23547 h 26357"/>
                  <a:gd name="connsiteX35" fmla="*/ 24964 w 29484"/>
                  <a:gd name="connsiteY35" fmla="*/ 25593 h 26357"/>
                  <a:gd name="connsiteX36" fmla="*/ 21433 w 29484"/>
                  <a:gd name="connsiteY36" fmla="*/ 26358 h 26357"/>
                  <a:gd name="connsiteX37" fmla="*/ 13022 w 29484"/>
                  <a:gd name="connsiteY37" fmla="*/ 16597 h 26357"/>
                  <a:gd name="connsiteX38" fmla="*/ 12437 w 29484"/>
                  <a:gd name="connsiteY38" fmla="*/ 12122 h 26357"/>
                  <a:gd name="connsiteX39" fmla="*/ 13989 w 29484"/>
                  <a:gd name="connsiteY39" fmla="*/ 6589 h 26357"/>
                  <a:gd name="connsiteX40" fmla="*/ 15113 w 29484"/>
                  <a:gd name="connsiteY40" fmla="*/ 10750 h 26357"/>
                  <a:gd name="connsiteX41" fmla="*/ 15541 w 29484"/>
                  <a:gd name="connsiteY41" fmla="*/ 14956 h 26357"/>
                  <a:gd name="connsiteX42" fmla="*/ 17205 w 29484"/>
                  <a:gd name="connsiteY42" fmla="*/ 20758 h 26357"/>
                  <a:gd name="connsiteX43" fmla="*/ 21478 w 29484"/>
                  <a:gd name="connsiteY43" fmla="*/ 22827 h 26357"/>
                  <a:gd name="connsiteX44" fmla="*/ 23727 w 29484"/>
                  <a:gd name="connsiteY44" fmla="*/ 22310 h 26357"/>
                  <a:gd name="connsiteX45" fmla="*/ 25301 w 29484"/>
                  <a:gd name="connsiteY45" fmla="*/ 20960 h 26357"/>
                  <a:gd name="connsiteX46" fmla="*/ 26223 w 29484"/>
                  <a:gd name="connsiteY46" fmla="*/ 19026 h 26357"/>
                  <a:gd name="connsiteX47" fmla="*/ 26515 w 29484"/>
                  <a:gd name="connsiteY47" fmla="*/ 16777 h 26357"/>
                  <a:gd name="connsiteX48" fmla="*/ 26021 w 29484"/>
                  <a:gd name="connsiteY48" fmla="*/ 12999 h 26357"/>
                  <a:gd name="connsiteX49" fmla="*/ 24536 w 29484"/>
                  <a:gd name="connsiteY49" fmla="*/ 9738 h 26357"/>
                  <a:gd name="connsiteX50" fmla="*/ 21995 w 29484"/>
                  <a:gd name="connsiteY50" fmla="*/ 7444 h 26357"/>
                  <a:gd name="connsiteX51" fmla="*/ 18352 w 29484"/>
                  <a:gd name="connsiteY51" fmla="*/ 6589 h 26357"/>
                  <a:gd name="connsiteX52" fmla="*/ 13989 w 29484"/>
                  <a:gd name="connsiteY52" fmla="*/ 6589 h 26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9484" h="26357">
                    <a:moveTo>
                      <a:pt x="12369" y="12032"/>
                    </a:moveTo>
                    <a:cubicBezTo>
                      <a:pt x="12302" y="11425"/>
                      <a:pt x="12190" y="10683"/>
                      <a:pt x="12055" y="9850"/>
                    </a:cubicBezTo>
                    <a:cubicBezTo>
                      <a:pt x="11920" y="8996"/>
                      <a:pt x="11718" y="8321"/>
                      <a:pt x="11470" y="7781"/>
                    </a:cubicBezTo>
                    <a:cubicBezTo>
                      <a:pt x="11223" y="7242"/>
                      <a:pt x="10795" y="6904"/>
                      <a:pt x="10210" y="6792"/>
                    </a:cubicBezTo>
                    <a:cubicBezTo>
                      <a:pt x="9626" y="6657"/>
                      <a:pt x="9063" y="6612"/>
                      <a:pt x="8569" y="6612"/>
                    </a:cubicBezTo>
                    <a:cubicBezTo>
                      <a:pt x="6904" y="6612"/>
                      <a:pt x="5555" y="7152"/>
                      <a:pt x="4498" y="8209"/>
                    </a:cubicBezTo>
                    <a:cubicBezTo>
                      <a:pt x="3441" y="9266"/>
                      <a:pt x="2901" y="11065"/>
                      <a:pt x="2901" y="13584"/>
                    </a:cubicBezTo>
                    <a:cubicBezTo>
                      <a:pt x="2901" y="14708"/>
                      <a:pt x="2991" y="15720"/>
                      <a:pt x="3194" y="16665"/>
                    </a:cubicBezTo>
                    <a:cubicBezTo>
                      <a:pt x="3396" y="17609"/>
                      <a:pt x="3734" y="18419"/>
                      <a:pt x="4228" y="19116"/>
                    </a:cubicBezTo>
                    <a:cubicBezTo>
                      <a:pt x="4723" y="19813"/>
                      <a:pt x="5353" y="20398"/>
                      <a:pt x="6163" y="20848"/>
                    </a:cubicBezTo>
                    <a:cubicBezTo>
                      <a:pt x="6972" y="21298"/>
                      <a:pt x="7984" y="21590"/>
                      <a:pt x="9221" y="21748"/>
                    </a:cubicBezTo>
                    <a:lnTo>
                      <a:pt x="9221" y="25031"/>
                    </a:lnTo>
                    <a:cubicBezTo>
                      <a:pt x="7557" y="24918"/>
                      <a:pt x="6163" y="24536"/>
                      <a:pt x="4993" y="23906"/>
                    </a:cubicBezTo>
                    <a:cubicBezTo>
                      <a:pt x="3824" y="23277"/>
                      <a:pt x="2879" y="22422"/>
                      <a:pt x="2137" y="21388"/>
                    </a:cubicBezTo>
                    <a:cubicBezTo>
                      <a:pt x="1395" y="20353"/>
                      <a:pt x="855" y="19184"/>
                      <a:pt x="518" y="17834"/>
                    </a:cubicBezTo>
                    <a:cubicBezTo>
                      <a:pt x="180" y="16485"/>
                      <a:pt x="0" y="15046"/>
                      <a:pt x="0" y="13539"/>
                    </a:cubicBezTo>
                    <a:cubicBezTo>
                      <a:pt x="0" y="12144"/>
                      <a:pt x="158" y="10817"/>
                      <a:pt x="450" y="9581"/>
                    </a:cubicBezTo>
                    <a:cubicBezTo>
                      <a:pt x="765" y="8344"/>
                      <a:pt x="1237" y="7264"/>
                      <a:pt x="1912" y="6342"/>
                    </a:cubicBezTo>
                    <a:cubicBezTo>
                      <a:pt x="2587" y="5420"/>
                      <a:pt x="3463" y="4700"/>
                      <a:pt x="4588" y="4183"/>
                    </a:cubicBezTo>
                    <a:cubicBezTo>
                      <a:pt x="5712" y="3666"/>
                      <a:pt x="7062" y="3396"/>
                      <a:pt x="8681" y="3396"/>
                    </a:cubicBezTo>
                    <a:lnTo>
                      <a:pt x="23907" y="3396"/>
                    </a:lnTo>
                    <a:cubicBezTo>
                      <a:pt x="25166" y="3396"/>
                      <a:pt x="25976" y="3171"/>
                      <a:pt x="26313" y="2721"/>
                    </a:cubicBezTo>
                    <a:cubicBezTo>
                      <a:pt x="26650" y="2271"/>
                      <a:pt x="26583" y="1372"/>
                      <a:pt x="26066" y="0"/>
                    </a:cubicBezTo>
                    <a:lnTo>
                      <a:pt x="28607" y="0"/>
                    </a:lnTo>
                    <a:cubicBezTo>
                      <a:pt x="28674" y="247"/>
                      <a:pt x="28787" y="630"/>
                      <a:pt x="28922" y="1102"/>
                    </a:cubicBezTo>
                    <a:cubicBezTo>
                      <a:pt x="29057" y="1597"/>
                      <a:pt x="29147" y="2069"/>
                      <a:pt x="29147" y="2541"/>
                    </a:cubicBezTo>
                    <a:cubicBezTo>
                      <a:pt x="29147" y="3036"/>
                      <a:pt x="29102" y="3531"/>
                      <a:pt x="28989" y="4003"/>
                    </a:cubicBezTo>
                    <a:cubicBezTo>
                      <a:pt x="28922" y="4543"/>
                      <a:pt x="28742" y="4970"/>
                      <a:pt x="28472" y="5308"/>
                    </a:cubicBezTo>
                    <a:cubicBezTo>
                      <a:pt x="28202" y="5622"/>
                      <a:pt x="27887" y="5892"/>
                      <a:pt x="27505" y="6095"/>
                    </a:cubicBezTo>
                    <a:cubicBezTo>
                      <a:pt x="27123" y="6297"/>
                      <a:pt x="26718" y="6432"/>
                      <a:pt x="26268" y="6500"/>
                    </a:cubicBezTo>
                    <a:cubicBezTo>
                      <a:pt x="25819" y="6567"/>
                      <a:pt x="25346" y="6612"/>
                      <a:pt x="24829" y="6612"/>
                    </a:cubicBezTo>
                    <a:cubicBezTo>
                      <a:pt x="26336" y="7984"/>
                      <a:pt x="27483" y="9536"/>
                      <a:pt x="28292" y="11312"/>
                    </a:cubicBezTo>
                    <a:cubicBezTo>
                      <a:pt x="29079" y="13066"/>
                      <a:pt x="29484" y="14978"/>
                      <a:pt x="29484" y="17025"/>
                    </a:cubicBezTo>
                    <a:cubicBezTo>
                      <a:pt x="29484" y="18239"/>
                      <a:pt x="29327" y="19431"/>
                      <a:pt x="28989" y="20556"/>
                    </a:cubicBezTo>
                    <a:cubicBezTo>
                      <a:pt x="28674" y="21680"/>
                      <a:pt x="28157" y="22692"/>
                      <a:pt x="27483" y="23547"/>
                    </a:cubicBezTo>
                    <a:cubicBezTo>
                      <a:pt x="26808" y="24401"/>
                      <a:pt x="25953" y="25098"/>
                      <a:pt x="24964" y="25593"/>
                    </a:cubicBezTo>
                    <a:cubicBezTo>
                      <a:pt x="23974" y="26088"/>
                      <a:pt x="22805" y="26358"/>
                      <a:pt x="21433" y="26358"/>
                    </a:cubicBezTo>
                    <a:cubicBezTo>
                      <a:pt x="16688" y="26358"/>
                      <a:pt x="13876" y="23097"/>
                      <a:pt x="13022" y="16597"/>
                    </a:cubicBezTo>
                    <a:lnTo>
                      <a:pt x="12437" y="12122"/>
                    </a:lnTo>
                    <a:close/>
                    <a:moveTo>
                      <a:pt x="13989" y="6589"/>
                    </a:moveTo>
                    <a:cubicBezTo>
                      <a:pt x="14574" y="7961"/>
                      <a:pt x="14933" y="9333"/>
                      <a:pt x="15113" y="10750"/>
                    </a:cubicBezTo>
                    <a:cubicBezTo>
                      <a:pt x="15293" y="12144"/>
                      <a:pt x="15428" y="13561"/>
                      <a:pt x="15541" y="14956"/>
                    </a:cubicBezTo>
                    <a:cubicBezTo>
                      <a:pt x="15721" y="17429"/>
                      <a:pt x="16283" y="19364"/>
                      <a:pt x="17205" y="20758"/>
                    </a:cubicBezTo>
                    <a:cubicBezTo>
                      <a:pt x="18149" y="22152"/>
                      <a:pt x="19566" y="22827"/>
                      <a:pt x="21478" y="22827"/>
                    </a:cubicBezTo>
                    <a:cubicBezTo>
                      <a:pt x="22333" y="22827"/>
                      <a:pt x="23097" y="22647"/>
                      <a:pt x="23727" y="22310"/>
                    </a:cubicBezTo>
                    <a:cubicBezTo>
                      <a:pt x="24356" y="21972"/>
                      <a:pt x="24874" y="21523"/>
                      <a:pt x="25301" y="20960"/>
                    </a:cubicBezTo>
                    <a:cubicBezTo>
                      <a:pt x="25706" y="20398"/>
                      <a:pt x="26021" y="19746"/>
                      <a:pt x="26223" y="19026"/>
                    </a:cubicBezTo>
                    <a:cubicBezTo>
                      <a:pt x="26425" y="18284"/>
                      <a:pt x="26515" y="17542"/>
                      <a:pt x="26515" y="16777"/>
                    </a:cubicBezTo>
                    <a:cubicBezTo>
                      <a:pt x="26515" y="15473"/>
                      <a:pt x="26358" y="14213"/>
                      <a:pt x="26021" y="12999"/>
                    </a:cubicBezTo>
                    <a:cubicBezTo>
                      <a:pt x="25706" y="11785"/>
                      <a:pt x="25211" y="10683"/>
                      <a:pt x="24536" y="9738"/>
                    </a:cubicBezTo>
                    <a:cubicBezTo>
                      <a:pt x="23862" y="8794"/>
                      <a:pt x="23030" y="8029"/>
                      <a:pt x="21995" y="7444"/>
                    </a:cubicBezTo>
                    <a:cubicBezTo>
                      <a:pt x="20960" y="6859"/>
                      <a:pt x="19746" y="6589"/>
                      <a:pt x="18352" y="6589"/>
                    </a:cubicBezTo>
                    <a:lnTo>
                      <a:pt x="13989" y="6589"/>
                    </a:lnTo>
                    <a:close/>
                  </a:path>
                </a:pathLst>
              </a:custGeom>
              <a:solidFill>
                <a:srgbClr val="231F20"/>
              </a:solidFill>
              <a:ln w="2249" cap="flat">
                <a:noFill/>
                <a:prstDash val="solid"/>
                <a:miter/>
              </a:ln>
            </p:spPr>
            <p:txBody>
              <a:bodyPr rtlCol="0" anchor="ctr"/>
              <a:lstStyle/>
              <a:p>
                <a:endParaRPr lang="en-US"/>
              </a:p>
            </p:txBody>
          </p:sp>
          <p:sp>
            <p:nvSpPr>
              <p:cNvPr id="18065" name="Freeform 18064">
                <a:extLst>
                  <a:ext uri="{FF2B5EF4-FFF2-40B4-BE49-F238E27FC236}">
                    <a16:creationId xmlns:a16="http://schemas.microsoft.com/office/drawing/2014/main" id="{6CA916AC-511F-D1D7-BE28-4CC1747A38CD}"/>
                  </a:ext>
                </a:extLst>
              </p:cNvPr>
              <p:cNvSpPr/>
              <p:nvPr/>
            </p:nvSpPr>
            <p:spPr>
              <a:xfrm>
                <a:off x="5807752" y="3826526"/>
                <a:ext cx="28718" cy="12481"/>
              </a:xfrm>
              <a:custGeom>
                <a:avLst/>
                <a:gdLst>
                  <a:gd name="connsiteX0" fmla="*/ 28719 w 28718"/>
                  <a:gd name="connsiteY0" fmla="*/ 9243 h 12481"/>
                  <a:gd name="connsiteX1" fmla="*/ 28719 w 28718"/>
                  <a:gd name="connsiteY1" fmla="*/ 12482 h 12481"/>
                  <a:gd name="connsiteX2" fmla="*/ 764 w 28718"/>
                  <a:gd name="connsiteY2" fmla="*/ 12482 h 12481"/>
                  <a:gd name="connsiteX3" fmla="*/ 764 w 28718"/>
                  <a:gd name="connsiteY3" fmla="*/ 9243 h 12481"/>
                  <a:gd name="connsiteX4" fmla="*/ 6005 w 28718"/>
                  <a:gd name="connsiteY4" fmla="*/ 9243 h 12481"/>
                  <a:gd name="connsiteX5" fmla="*/ 6005 w 28718"/>
                  <a:gd name="connsiteY5" fmla="*/ 9131 h 12481"/>
                  <a:gd name="connsiteX6" fmla="*/ 1327 w 28718"/>
                  <a:gd name="connsiteY6" fmla="*/ 5645 h 12481"/>
                  <a:gd name="connsiteX7" fmla="*/ 0 w 28718"/>
                  <a:gd name="connsiteY7" fmla="*/ 0 h 12481"/>
                  <a:gd name="connsiteX8" fmla="*/ 3508 w 28718"/>
                  <a:gd name="connsiteY8" fmla="*/ 0 h 12481"/>
                  <a:gd name="connsiteX9" fmla="*/ 4363 w 28718"/>
                  <a:gd name="connsiteY9" fmla="*/ 4543 h 12481"/>
                  <a:gd name="connsiteX10" fmla="*/ 6836 w 28718"/>
                  <a:gd name="connsiteY10" fmla="*/ 7377 h 12481"/>
                  <a:gd name="connsiteX11" fmla="*/ 10525 w 28718"/>
                  <a:gd name="connsiteY11" fmla="*/ 8838 h 12481"/>
                  <a:gd name="connsiteX12" fmla="*/ 14978 w 28718"/>
                  <a:gd name="connsiteY12" fmla="*/ 9243 h 12481"/>
                  <a:gd name="connsiteX13" fmla="*/ 28697 w 28718"/>
                  <a:gd name="connsiteY13" fmla="*/ 9243 h 1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718" h="12481">
                    <a:moveTo>
                      <a:pt x="28719" y="9243"/>
                    </a:moveTo>
                    <a:lnTo>
                      <a:pt x="28719" y="12482"/>
                    </a:lnTo>
                    <a:lnTo>
                      <a:pt x="764" y="12482"/>
                    </a:lnTo>
                    <a:lnTo>
                      <a:pt x="764" y="9243"/>
                    </a:lnTo>
                    <a:lnTo>
                      <a:pt x="6005" y="9243"/>
                    </a:lnTo>
                    <a:lnTo>
                      <a:pt x="6005" y="9131"/>
                    </a:lnTo>
                    <a:cubicBezTo>
                      <a:pt x="3778" y="8231"/>
                      <a:pt x="2226" y="7062"/>
                      <a:pt x="1327" y="5645"/>
                    </a:cubicBezTo>
                    <a:cubicBezTo>
                      <a:pt x="450" y="4228"/>
                      <a:pt x="0" y="2339"/>
                      <a:pt x="0" y="0"/>
                    </a:cubicBezTo>
                    <a:lnTo>
                      <a:pt x="3508" y="0"/>
                    </a:lnTo>
                    <a:cubicBezTo>
                      <a:pt x="3463" y="1844"/>
                      <a:pt x="3756" y="3351"/>
                      <a:pt x="4363" y="4543"/>
                    </a:cubicBezTo>
                    <a:cubicBezTo>
                      <a:pt x="4970" y="5735"/>
                      <a:pt x="5802" y="6679"/>
                      <a:pt x="6836" y="7377"/>
                    </a:cubicBezTo>
                    <a:cubicBezTo>
                      <a:pt x="7871" y="8074"/>
                      <a:pt x="9108" y="8569"/>
                      <a:pt x="10525" y="8838"/>
                    </a:cubicBezTo>
                    <a:cubicBezTo>
                      <a:pt x="11942" y="9108"/>
                      <a:pt x="13426" y="9243"/>
                      <a:pt x="14978" y="9243"/>
                    </a:cubicBezTo>
                    <a:lnTo>
                      <a:pt x="28697" y="9243"/>
                    </a:lnTo>
                    <a:close/>
                  </a:path>
                </a:pathLst>
              </a:custGeom>
              <a:solidFill>
                <a:srgbClr val="231F20"/>
              </a:solidFill>
              <a:ln w="2249" cap="flat">
                <a:noFill/>
                <a:prstDash val="solid"/>
                <a:miter/>
              </a:ln>
            </p:spPr>
            <p:txBody>
              <a:bodyPr rtlCol="0" anchor="ctr"/>
              <a:lstStyle/>
              <a:p>
                <a:endParaRPr lang="en-US"/>
              </a:p>
            </p:txBody>
          </p:sp>
          <p:sp>
            <p:nvSpPr>
              <p:cNvPr id="18066" name="Freeform 18065">
                <a:extLst>
                  <a:ext uri="{FF2B5EF4-FFF2-40B4-BE49-F238E27FC236}">
                    <a16:creationId xmlns:a16="http://schemas.microsoft.com/office/drawing/2014/main" id="{4E2B3F3A-1F28-7CA2-B7E6-B5387980E461}"/>
                  </a:ext>
                </a:extLst>
              </p:cNvPr>
              <p:cNvSpPr/>
              <p:nvPr/>
            </p:nvSpPr>
            <p:spPr>
              <a:xfrm>
                <a:off x="5797587" y="3817327"/>
                <a:ext cx="38884" cy="3553"/>
              </a:xfrm>
              <a:custGeom>
                <a:avLst/>
                <a:gdLst>
                  <a:gd name="connsiteX0" fmla="*/ 4813 w 38884"/>
                  <a:gd name="connsiteY0" fmla="*/ 3553 h 3553"/>
                  <a:gd name="connsiteX1" fmla="*/ 0 w 38884"/>
                  <a:gd name="connsiteY1" fmla="*/ 3553 h 3553"/>
                  <a:gd name="connsiteX2" fmla="*/ 0 w 38884"/>
                  <a:gd name="connsiteY2" fmla="*/ 0 h 3553"/>
                  <a:gd name="connsiteX3" fmla="*/ 4813 w 38884"/>
                  <a:gd name="connsiteY3" fmla="*/ 0 h 3553"/>
                  <a:gd name="connsiteX4" fmla="*/ 4813 w 38884"/>
                  <a:gd name="connsiteY4" fmla="*/ 3553 h 3553"/>
                  <a:gd name="connsiteX5" fmla="*/ 38884 w 38884"/>
                  <a:gd name="connsiteY5" fmla="*/ 3373 h 3553"/>
                  <a:gd name="connsiteX6" fmla="*/ 10930 w 38884"/>
                  <a:gd name="connsiteY6" fmla="*/ 3373 h 3553"/>
                  <a:gd name="connsiteX7" fmla="*/ 10930 w 38884"/>
                  <a:gd name="connsiteY7" fmla="*/ 135 h 3553"/>
                  <a:gd name="connsiteX8" fmla="*/ 38884 w 38884"/>
                  <a:gd name="connsiteY8" fmla="*/ 135 h 3553"/>
                  <a:gd name="connsiteX9" fmla="*/ 38884 w 38884"/>
                  <a:gd name="connsiteY9" fmla="*/ 3373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84" h="3553">
                    <a:moveTo>
                      <a:pt x="4813" y="3553"/>
                    </a:moveTo>
                    <a:lnTo>
                      <a:pt x="0" y="3553"/>
                    </a:lnTo>
                    <a:lnTo>
                      <a:pt x="0" y="0"/>
                    </a:lnTo>
                    <a:lnTo>
                      <a:pt x="4813" y="0"/>
                    </a:lnTo>
                    <a:lnTo>
                      <a:pt x="4813" y="3553"/>
                    </a:lnTo>
                    <a:close/>
                    <a:moveTo>
                      <a:pt x="38884" y="3373"/>
                    </a:moveTo>
                    <a:lnTo>
                      <a:pt x="10930" y="3373"/>
                    </a:lnTo>
                    <a:lnTo>
                      <a:pt x="10930" y="135"/>
                    </a:lnTo>
                    <a:lnTo>
                      <a:pt x="38884" y="135"/>
                    </a:lnTo>
                    <a:lnTo>
                      <a:pt x="38884" y="3373"/>
                    </a:lnTo>
                    <a:close/>
                  </a:path>
                </a:pathLst>
              </a:custGeom>
              <a:solidFill>
                <a:srgbClr val="231F20"/>
              </a:solidFill>
              <a:ln w="2249" cap="flat">
                <a:noFill/>
                <a:prstDash val="solid"/>
                <a:miter/>
              </a:ln>
            </p:spPr>
            <p:txBody>
              <a:bodyPr rtlCol="0" anchor="ctr"/>
              <a:lstStyle/>
              <a:p>
                <a:endParaRPr lang="en-US"/>
              </a:p>
            </p:txBody>
          </p:sp>
          <p:sp>
            <p:nvSpPr>
              <p:cNvPr id="18067" name="Freeform 18066">
                <a:extLst>
                  <a:ext uri="{FF2B5EF4-FFF2-40B4-BE49-F238E27FC236}">
                    <a16:creationId xmlns:a16="http://schemas.microsoft.com/office/drawing/2014/main" id="{BF50DDCA-90A5-05C2-F3BB-63D9519B080A}"/>
                  </a:ext>
                </a:extLst>
              </p:cNvPr>
              <p:cNvSpPr/>
              <p:nvPr/>
            </p:nvSpPr>
            <p:spPr>
              <a:xfrm>
                <a:off x="5800735" y="3799381"/>
                <a:ext cx="36500" cy="12616"/>
              </a:xfrm>
              <a:custGeom>
                <a:avLst/>
                <a:gdLst>
                  <a:gd name="connsiteX0" fmla="*/ 35848 w 36500"/>
                  <a:gd name="connsiteY0" fmla="*/ 0 h 12616"/>
                  <a:gd name="connsiteX1" fmla="*/ 36231 w 36500"/>
                  <a:gd name="connsiteY1" fmla="*/ 1574 h 12616"/>
                  <a:gd name="connsiteX2" fmla="*/ 36501 w 36500"/>
                  <a:gd name="connsiteY2" fmla="*/ 3733 h 12616"/>
                  <a:gd name="connsiteX3" fmla="*/ 35286 w 36500"/>
                  <a:gd name="connsiteY3" fmla="*/ 7422 h 12616"/>
                  <a:gd name="connsiteX4" fmla="*/ 30946 w 36500"/>
                  <a:gd name="connsiteY4" fmla="*/ 8681 h 12616"/>
                  <a:gd name="connsiteX5" fmla="*/ 10480 w 36500"/>
                  <a:gd name="connsiteY5" fmla="*/ 8681 h 12616"/>
                  <a:gd name="connsiteX6" fmla="*/ 10480 w 36500"/>
                  <a:gd name="connsiteY6" fmla="*/ 12617 h 12616"/>
                  <a:gd name="connsiteX7" fmla="*/ 7781 w 36500"/>
                  <a:gd name="connsiteY7" fmla="*/ 12617 h 12616"/>
                  <a:gd name="connsiteX8" fmla="*/ 7781 w 36500"/>
                  <a:gd name="connsiteY8" fmla="*/ 8681 h 12616"/>
                  <a:gd name="connsiteX9" fmla="*/ 0 w 36500"/>
                  <a:gd name="connsiteY9" fmla="*/ 8681 h 12616"/>
                  <a:gd name="connsiteX10" fmla="*/ 0 w 36500"/>
                  <a:gd name="connsiteY10" fmla="*/ 5442 h 12616"/>
                  <a:gd name="connsiteX11" fmla="*/ 7781 w 36500"/>
                  <a:gd name="connsiteY11" fmla="*/ 5442 h 12616"/>
                  <a:gd name="connsiteX12" fmla="*/ 7781 w 36500"/>
                  <a:gd name="connsiteY12" fmla="*/ 202 h 12616"/>
                  <a:gd name="connsiteX13" fmla="*/ 10480 w 36500"/>
                  <a:gd name="connsiteY13" fmla="*/ 202 h 12616"/>
                  <a:gd name="connsiteX14" fmla="*/ 10480 w 36500"/>
                  <a:gd name="connsiteY14" fmla="*/ 5442 h 12616"/>
                  <a:gd name="connsiteX15" fmla="*/ 29641 w 36500"/>
                  <a:gd name="connsiteY15" fmla="*/ 5442 h 12616"/>
                  <a:gd name="connsiteX16" fmla="*/ 31418 w 36500"/>
                  <a:gd name="connsiteY16" fmla="*/ 5397 h 12616"/>
                  <a:gd name="connsiteX17" fmla="*/ 32655 w 36500"/>
                  <a:gd name="connsiteY17" fmla="*/ 5083 h 12616"/>
                  <a:gd name="connsiteX18" fmla="*/ 33352 w 36500"/>
                  <a:gd name="connsiteY18" fmla="*/ 4251 h 12616"/>
                  <a:gd name="connsiteX19" fmla="*/ 33577 w 36500"/>
                  <a:gd name="connsiteY19" fmla="*/ 2654 h 12616"/>
                  <a:gd name="connsiteX20" fmla="*/ 33465 w 36500"/>
                  <a:gd name="connsiteY20" fmla="*/ 1327 h 12616"/>
                  <a:gd name="connsiteX21" fmla="*/ 33195 w 36500"/>
                  <a:gd name="connsiteY21" fmla="*/ 0 h 12616"/>
                  <a:gd name="connsiteX22" fmla="*/ 35848 w 36500"/>
                  <a:gd name="connsiteY22" fmla="*/ 0 h 126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500" h="12616">
                    <a:moveTo>
                      <a:pt x="35848" y="0"/>
                    </a:moveTo>
                    <a:cubicBezTo>
                      <a:pt x="35916" y="405"/>
                      <a:pt x="36051" y="922"/>
                      <a:pt x="36231" y="1574"/>
                    </a:cubicBezTo>
                    <a:cubicBezTo>
                      <a:pt x="36411" y="2226"/>
                      <a:pt x="36501" y="2946"/>
                      <a:pt x="36501" y="3733"/>
                    </a:cubicBezTo>
                    <a:cubicBezTo>
                      <a:pt x="36501" y="5353"/>
                      <a:pt x="36096" y="6589"/>
                      <a:pt x="35286" y="7422"/>
                    </a:cubicBezTo>
                    <a:cubicBezTo>
                      <a:pt x="34477" y="8254"/>
                      <a:pt x="33037" y="8681"/>
                      <a:pt x="30946" y="8681"/>
                    </a:cubicBezTo>
                    <a:lnTo>
                      <a:pt x="10480" y="8681"/>
                    </a:lnTo>
                    <a:lnTo>
                      <a:pt x="10480" y="12617"/>
                    </a:lnTo>
                    <a:lnTo>
                      <a:pt x="7781" y="12617"/>
                    </a:lnTo>
                    <a:lnTo>
                      <a:pt x="7781" y="8681"/>
                    </a:lnTo>
                    <a:lnTo>
                      <a:pt x="0" y="8681"/>
                    </a:lnTo>
                    <a:lnTo>
                      <a:pt x="0" y="5442"/>
                    </a:lnTo>
                    <a:lnTo>
                      <a:pt x="7781" y="5442"/>
                    </a:lnTo>
                    <a:lnTo>
                      <a:pt x="7781" y="202"/>
                    </a:lnTo>
                    <a:lnTo>
                      <a:pt x="10480" y="202"/>
                    </a:lnTo>
                    <a:lnTo>
                      <a:pt x="10480" y="5442"/>
                    </a:lnTo>
                    <a:lnTo>
                      <a:pt x="29641" y="5442"/>
                    </a:lnTo>
                    <a:cubicBezTo>
                      <a:pt x="30316" y="5442"/>
                      <a:pt x="30923" y="5442"/>
                      <a:pt x="31418" y="5397"/>
                    </a:cubicBezTo>
                    <a:cubicBezTo>
                      <a:pt x="31913" y="5353"/>
                      <a:pt x="32340" y="5262"/>
                      <a:pt x="32655" y="5083"/>
                    </a:cubicBezTo>
                    <a:cubicBezTo>
                      <a:pt x="32970" y="4903"/>
                      <a:pt x="33217" y="4633"/>
                      <a:pt x="33352" y="4251"/>
                    </a:cubicBezTo>
                    <a:cubicBezTo>
                      <a:pt x="33487" y="3868"/>
                      <a:pt x="33577" y="3351"/>
                      <a:pt x="33577" y="2654"/>
                    </a:cubicBezTo>
                    <a:cubicBezTo>
                      <a:pt x="33577" y="2226"/>
                      <a:pt x="33532" y="1777"/>
                      <a:pt x="33465" y="1327"/>
                    </a:cubicBezTo>
                    <a:cubicBezTo>
                      <a:pt x="33397" y="877"/>
                      <a:pt x="33307" y="427"/>
                      <a:pt x="33195" y="0"/>
                    </a:cubicBezTo>
                    <a:lnTo>
                      <a:pt x="35848" y="0"/>
                    </a:lnTo>
                    <a:close/>
                  </a:path>
                </a:pathLst>
              </a:custGeom>
              <a:solidFill>
                <a:srgbClr val="231F20"/>
              </a:solidFill>
              <a:ln w="2249" cap="flat">
                <a:noFill/>
                <a:prstDash val="solid"/>
                <a:miter/>
              </a:ln>
            </p:spPr>
            <p:txBody>
              <a:bodyPr rtlCol="0" anchor="ctr"/>
              <a:lstStyle/>
              <a:p>
                <a:endParaRPr lang="en-US"/>
              </a:p>
            </p:txBody>
          </p:sp>
          <p:sp>
            <p:nvSpPr>
              <p:cNvPr id="18068" name="Freeform 18067">
                <a:extLst>
                  <a:ext uri="{FF2B5EF4-FFF2-40B4-BE49-F238E27FC236}">
                    <a16:creationId xmlns:a16="http://schemas.microsoft.com/office/drawing/2014/main" id="{8D9D1F8F-241C-57DE-DF0A-69E4F37D3F93}"/>
                  </a:ext>
                </a:extLst>
              </p:cNvPr>
              <p:cNvSpPr/>
              <p:nvPr/>
            </p:nvSpPr>
            <p:spPr>
              <a:xfrm>
                <a:off x="5808539" y="3772101"/>
                <a:ext cx="38974" cy="25030"/>
              </a:xfrm>
              <a:custGeom>
                <a:avLst/>
                <a:gdLst>
                  <a:gd name="connsiteX0" fmla="*/ 35489 w 38974"/>
                  <a:gd name="connsiteY0" fmla="*/ 22332 h 25030"/>
                  <a:gd name="connsiteX1" fmla="*/ 35714 w 38974"/>
                  <a:gd name="connsiteY1" fmla="*/ 21005 h 25030"/>
                  <a:gd name="connsiteX2" fmla="*/ 35826 w 38974"/>
                  <a:gd name="connsiteY2" fmla="*/ 19633 h 25030"/>
                  <a:gd name="connsiteX3" fmla="*/ 34971 w 38974"/>
                  <a:gd name="connsiteY3" fmla="*/ 17429 h 25030"/>
                  <a:gd name="connsiteX4" fmla="*/ 32903 w 38974"/>
                  <a:gd name="connsiteY4" fmla="*/ 15990 h 25030"/>
                  <a:gd name="connsiteX5" fmla="*/ 30361 w 38974"/>
                  <a:gd name="connsiteY5" fmla="*/ 15046 h 25030"/>
                  <a:gd name="connsiteX6" fmla="*/ 28134 w 38974"/>
                  <a:gd name="connsiteY6" fmla="*/ 14191 h 25030"/>
                  <a:gd name="connsiteX7" fmla="*/ 0 w 38974"/>
                  <a:gd name="connsiteY7" fmla="*/ 25031 h 25030"/>
                  <a:gd name="connsiteX8" fmla="*/ 0 w 38974"/>
                  <a:gd name="connsiteY8" fmla="*/ 21410 h 25030"/>
                  <a:gd name="connsiteX9" fmla="*/ 24019 w 38974"/>
                  <a:gd name="connsiteY9" fmla="*/ 12459 h 25030"/>
                  <a:gd name="connsiteX10" fmla="*/ 0 w 38974"/>
                  <a:gd name="connsiteY10" fmla="*/ 3508 h 25030"/>
                  <a:gd name="connsiteX11" fmla="*/ 0 w 38974"/>
                  <a:gd name="connsiteY11" fmla="*/ 0 h 25030"/>
                  <a:gd name="connsiteX12" fmla="*/ 27572 w 38974"/>
                  <a:gd name="connsiteY12" fmla="*/ 10413 h 25030"/>
                  <a:gd name="connsiteX13" fmla="*/ 32318 w 38974"/>
                  <a:gd name="connsiteY13" fmla="*/ 12279 h 25030"/>
                  <a:gd name="connsiteX14" fmla="*/ 35916 w 38974"/>
                  <a:gd name="connsiteY14" fmla="*/ 14168 h 25030"/>
                  <a:gd name="connsiteX15" fmla="*/ 38187 w 38974"/>
                  <a:gd name="connsiteY15" fmla="*/ 16372 h 25030"/>
                  <a:gd name="connsiteX16" fmla="*/ 38975 w 38974"/>
                  <a:gd name="connsiteY16" fmla="*/ 19251 h 25030"/>
                  <a:gd name="connsiteX17" fmla="*/ 38862 w 38974"/>
                  <a:gd name="connsiteY17" fmla="*/ 20893 h 25030"/>
                  <a:gd name="connsiteX18" fmla="*/ 38592 w 38974"/>
                  <a:gd name="connsiteY18" fmla="*/ 22332 h 25030"/>
                  <a:gd name="connsiteX19" fmla="*/ 35511 w 38974"/>
                  <a:gd name="connsiteY19" fmla="*/ 22332 h 25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8974" h="25030">
                    <a:moveTo>
                      <a:pt x="35489" y="22332"/>
                    </a:moveTo>
                    <a:cubicBezTo>
                      <a:pt x="35556" y="21905"/>
                      <a:pt x="35624" y="21455"/>
                      <a:pt x="35714" y="21005"/>
                    </a:cubicBezTo>
                    <a:cubicBezTo>
                      <a:pt x="35781" y="20556"/>
                      <a:pt x="35826" y="20106"/>
                      <a:pt x="35826" y="19633"/>
                    </a:cubicBezTo>
                    <a:cubicBezTo>
                      <a:pt x="35826" y="18734"/>
                      <a:pt x="35534" y="17992"/>
                      <a:pt x="34971" y="17429"/>
                    </a:cubicBezTo>
                    <a:cubicBezTo>
                      <a:pt x="34387" y="16845"/>
                      <a:pt x="33712" y="16372"/>
                      <a:pt x="32903" y="15990"/>
                    </a:cubicBezTo>
                    <a:cubicBezTo>
                      <a:pt x="32093" y="15608"/>
                      <a:pt x="31238" y="15293"/>
                      <a:pt x="30361" y="15046"/>
                    </a:cubicBezTo>
                    <a:cubicBezTo>
                      <a:pt x="29484" y="14798"/>
                      <a:pt x="28742" y="14506"/>
                      <a:pt x="28134" y="14191"/>
                    </a:cubicBezTo>
                    <a:lnTo>
                      <a:pt x="0" y="25031"/>
                    </a:lnTo>
                    <a:lnTo>
                      <a:pt x="0" y="21410"/>
                    </a:lnTo>
                    <a:lnTo>
                      <a:pt x="24019" y="12459"/>
                    </a:lnTo>
                    <a:lnTo>
                      <a:pt x="0" y="3508"/>
                    </a:lnTo>
                    <a:lnTo>
                      <a:pt x="0" y="0"/>
                    </a:lnTo>
                    <a:lnTo>
                      <a:pt x="27572" y="10413"/>
                    </a:lnTo>
                    <a:cubicBezTo>
                      <a:pt x="29327" y="11065"/>
                      <a:pt x="30923" y="11672"/>
                      <a:pt x="32318" y="12279"/>
                    </a:cubicBezTo>
                    <a:cubicBezTo>
                      <a:pt x="33712" y="12864"/>
                      <a:pt x="34926" y="13494"/>
                      <a:pt x="35916" y="14168"/>
                    </a:cubicBezTo>
                    <a:cubicBezTo>
                      <a:pt x="36906" y="14843"/>
                      <a:pt x="37670" y="15563"/>
                      <a:pt x="38187" y="16372"/>
                    </a:cubicBezTo>
                    <a:cubicBezTo>
                      <a:pt x="38704" y="17182"/>
                      <a:pt x="38975" y="18149"/>
                      <a:pt x="38975" y="19251"/>
                    </a:cubicBezTo>
                    <a:cubicBezTo>
                      <a:pt x="38975" y="19836"/>
                      <a:pt x="38930" y="20376"/>
                      <a:pt x="38862" y="20893"/>
                    </a:cubicBezTo>
                    <a:cubicBezTo>
                      <a:pt x="38795" y="21410"/>
                      <a:pt x="38704" y="21882"/>
                      <a:pt x="38592" y="22332"/>
                    </a:cubicBezTo>
                    <a:lnTo>
                      <a:pt x="35511" y="22332"/>
                    </a:lnTo>
                    <a:close/>
                  </a:path>
                </a:pathLst>
              </a:custGeom>
              <a:solidFill>
                <a:srgbClr val="231F20"/>
              </a:solidFill>
              <a:ln w="2249" cap="flat">
                <a:noFill/>
                <a:prstDash val="solid"/>
                <a:miter/>
              </a:ln>
            </p:spPr>
            <p:txBody>
              <a:bodyPr rtlCol="0" anchor="ctr"/>
              <a:lstStyle/>
              <a:p>
                <a:endParaRPr lang="en-US"/>
              </a:p>
            </p:txBody>
          </p:sp>
          <p:sp>
            <p:nvSpPr>
              <p:cNvPr id="18069" name="Freeform 18068">
                <a:extLst>
                  <a:ext uri="{FF2B5EF4-FFF2-40B4-BE49-F238E27FC236}">
                    <a16:creationId xmlns:a16="http://schemas.microsoft.com/office/drawing/2014/main" id="{490E8482-3D9F-E01B-577F-B7FD4D1FEB77}"/>
                  </a:ext>
                </a:extLst>
              </p:cNvPr>
              <p:cNvSpPr/>
              <p:nvPr/>
            </p:nvSpPr>
            <p:spPr>
              <a:xfrm>
                <a:off x="5796552" y="3741200"/>
                <a:ext cx="50219" cy="11919"/>
              </a:xfrm>
              <a:custGeom>
                <a:avLst/>
                <a:gdLst>
                  <a:gd name="connsiteX0" fmla="*/ 23 w 50219"/>
                  <a:gd name="connsiteY0" fmla="*/ 0 h 11919"/>
                  <a:gd name="connsiteX1" fmla="*/ 12032 w 50219"/>
                  <a:gd name="connsiteY1" fmla="*/ 6072 h 11919"/>
                  <a:gd name="connsiteX2" fmla="*/ 25279 w 50219"/>
                  <a:gd name="connsiteY2" fmla="*/ 8254 h 11919"/>
                  <a:gd name="connsiteX3" fmla="*/ 38345 w 50219"/>
                  <a:gd name="connsiteY3" fmla="*/ 5982 h 11919"/>
                  <a:gd name="connsiteX4" fmla="*/ 50219 w 50219"/>
                  <a:gd name="connsiteY4" fmla="*/ 0 h 11919"/>
                  <a:gd name="connsiteX5" fmla="*/ 50219 w 50219"/>
                  <a:gd name="connsiteY5" fmla="*/ 2744 h 11919"/>
                  <a:gd name="connsiteX6" fmla="*/ 44260 w 50219"/>
                  <a:gd name="connsiteY6" fmla="*/ 6679 h 11919"/>
                  <a:gd name="connsiteX7" fmla="*/ 38367 w 50219"/>
                  <a:gd name="connsiteY7" fmla="*/ 9581 h 11919"/>
                  <a:gd name="connsiteX8" fmla="*/ 32115 w 50219"/>
                  <a:gd name="connsiteY8" fmla="*/ 11335 h 11919"/>
                  <a:gd name="connsiteX9" fmla="*/ 25009 w 50219"/>
                  <a:gd name="connsiteY9" fmla="*/ 11919 h 11919"/>
                  <a:gd name="connsiteX10" fmla="*/ 18014 w 50219"/>
                  <a:gd name="connsiteY10" fmla="*/ 11312 h 11919"/>
                  <a:gd name="connsiteX11" fmla="*/ 11718 w 50219"/>
                  <a:gd name="connsiteY11" fmla="*/ 9536 h 11919"/>
                  <a:gd name="connsiteX12" fmla="*/ 5802 w 50219"/>
                  <a:gd name="connsiteY12" fmla="*/ 6657 h 11919"/>
                  <a:gd name="connsiteX13" fmla="*/ 0 w 50219"/>
                  <a:gd name="connsiteY13" fmla="*/ 2744 h 11919"/>
                  <a:gd name="connsiteX14" fmla="*/ 0 w 50219"/>
                  <a:gd name="connsiteY14" fmla="*/ 0 h 11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0219" h="11919">
                    <a:moveTo>
                      <a:pt x="23" y="0"/>
                    </a:moveTo>
                    <a:cubicBezTo>
                      <a:pt x="3779" y="2586"/>
                      <a:pt x="7759" y="4610"/>
                      <a:pt x="12032" y="6072"/>
                    </a:cubicBezTo>
                    <a:cubicBezTo>
                      <a:pt x="16305" y="7534"/>
                      <a:pt x="20713" y="8254"/>
                      <a:pt x="25279" y="8254"/>
                    </a:cubicBezTo>
                    <a:cubicBezTo>
                      <a:pt x="29844" y="8254"/>
                      <a:pt x="34140" y="7489"/>
                      <a:pt x="38345" y="5982"/>
                    </a:cubicBezTo>
                    <a:cubicBezTo>
                      <a:pt x="42551" y="4475"/>
                      <a:pt x="46509" y="2474"/>
                      <a:pt x="50219" y="0"/>
                    </a:cubicBezTo>
                    <a:lnTo>
                      <a:pt x="50219" y="2744"/>
                    </a:lnTo>
                    <a:cubicBezTo>
                      <a:pt x="48173" y="4228"/>
                      <a:pt x="46171" y="5532"/>
                      <a:pt x="44260" y="6679"/>
                    </a:cubicBezTo>
                    <a:cubicBezTo>
                      <a:pt x="42326" y="7826"/>
                      <a:pt x="40369" y="8793"/>
                      <a:pt x="38367" y="9581"/>
                    </a:cubicBezTo>
                    <a:cubicBezTo>
                      <a:pt x="36366" y="10368"/>
                      <a:pt x="34275" y="10952"/>
                      <a:pt x="32115" y="11335"/>
                    </a:cubicBezTo>
                    <a:cubicBezTo>
                      <a:pt x="29956" y="11717"/>
                      <a:pt x="27572" y="11919"/>
                      <a:pt x="25009" y="11919"/>
                    </a:cubicBezTo>
                    <a:cubicBezTo>
                      <a:pt x="22445" y="11919"/>
                      <a:pt x="20196" y="11717"/>
                      <a:pt x="18014" y="11312"/>
                    </a:cubicBezTo>
                    <a:cubicBezTo>
                      <a:pt x="15833" y="10907"/>
                      <a:pt x="13741" y="10300"/>
                      <a:pt x="11718" y="9536"/>
                    </a:cubicBezTo>
                    <a:cubicBezTo>
                      <a:pt x="9693" y="8748"/>
                      <a:pt x="7737" y="7804"/>
                      <a:pt x="5802" y="6657"/>
                    </a:cubicBezTo>
                    <a:cubicBezTo>
                      <a:pt x="3869" y="5532"/>
                      <a:pt x="1934" y="4228"/>
                      <a:pt x="0" y="2744"/>
                    </a:cubicBezTo>
                    <a:lnTo>
                      <a:pt x="0" y="0"/>
                    </a:lnTo>
                    <a:close/>
                  </a:path>
                </a:pathLst>
              </a:custGeom>
              <a:solidFill>
                <a:srgbClr val="231F20"/>
              </a:solidFill>
              <a:ln w="2249" cap="flat">
                <a:noFill/>
                <a:prstDash val="solid"/>
                <a:miter/>
              </a:ln>
            </p:spPr>
            <p:txBody>
              <a:bodyPr rtlCol="0" anchor="ctr"/>
              <a:lstStyle/>
              <a:p>
                <a:endParaRPr lang="en-US"/>
              </a:p>
            </p:txBody>
          </p:sp>
          <p:sp>
            <p:nvSpPr>
              <p:cNvPr id="18070" name="Freeform 18069">
                <a:extLst>
                  <a:ext uri="{FF2B5EF4-FFF2-40B4-BE49-F238E27FC236}">
                    <a16:creationId xmlns:a16="http://schemas.microsoft.com/office/drawing/2014/main" id="{02421B30-FD92-1F2B-D944-83F0BBC5496A}"/>
                  </a:ext>
                </a:extLst>
              </p:cNvPr>
              <p:cNvSpPr/>
              <p:nvPr/>
            </p:nvSpPr>
            <p:spPr>
              <a:xfrm>
                <a:off x="5807752" y="3721589"/>
                <a:ext cx="28718" cy="12481"/>
              </a:xfrm>
              <a:custGeom>
                <a:avLst/>
                <a:gdLst>
                  <a:gd name="connsiteX0" fmla="*/ 28719 w 28718"/>
                  <a:gd name="connsiteY0" fmla="*/ 9243 h 12481"/>
                  <a:gd name="connsiteX1" fmla="*/ 28719 w 28718"/>
                  <a:gd name="connsiteY1" fmla="*/ 12482 h 12481"/>
                  <a:gd name="connsiteX2" fmla="*/ 764 w 28718"/>
                  <a:gd name="connsiteY2" fmla="*/ 12482 h 12481"/>
                  <a:gd name="connsiteX3" fmla="*/ 764 w 28718"/>
                  <a:gd name="connsiteY3" fmla="*/ 9243 h 12481"/>
                  <a:gd name="connsiteX4" fmla="*/ 6005 w 28718"/>
                  <a:gd name="connsiteY4" fmla="*/ 9243 h 12481"/>
                  <a:gd name="connsiteX5" fmla="*/ 6005 w 28718"/>
                  <a:gd name="connsiteY5" fmla="*/ 9131 h 12481"/>
                  <a:gd name="connsiteX6" fmla="*/ 1327 w 28718"/>
                  <a:gd name="connsiteY6" fmla="*/ 5645 h 12481"/>
                  <a:gd name="connsiteX7" fmla="*/ 0 w 28718"/>
                  <a:gd name="connsiteY7" fmla="*/ 0 h 12481"/>
                  <a:gd name="connsiteX8" fmla="*/ 3508 w 28718"/>
                  <a:gd name="connsiteY8" fmla="*/ 0 h 12481"/>
                  <a:gd name="connsiteX9" fmla="*/ 4363 w 28718"/>
                  <a:gd name="connsiteY9" fmla="*/ 4543 h 12481"/>
                  <a:gd name="connsiteX10" fmla="*/ 6836 w 28718"/>
                  <a:gd name="connsiteY10" fmla="*/ 7377 h 12481"/>
                  <a:gd name="connsiteX11" fmla="*/ 10525 w 28718"/>
                  <a:gd name="connsiteY11" fmla="*/ 8838 h 12481"/>
                  <a:gd name="connsiteX12" fmla="*/ 14978 w 28718"/>
                  <a:gd name="connsiteY12" fmla="*/ 9243 h 12481"/>
                  <a:gd name="connsiteX13" fmla="*/ 28697 w 28718"/>
                  <a:gd name="connsiteY13" fmla="*/ 9243 h 1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718" h="12481">
                    <a:moveTo>
                      <a:pt x="28719" y="9243"/>
                    </a:moveTo>
                    <a:lnTo>
                      <a:pt x="28719" y="12482"/>
                    </a:lnTo>
                    <a:lnTo>
                      <a:pt x="764" y="12482"/>
                    </a:lnTo>
                    <a:lnTo>
                      <a:pt x="764" y="9243"/>
                    </a:lnTo>
                    <a:lnTo>
                      <a:pt x="6005" y="9243"/>
                    </a:lnTo>
                    <a:lnTo>
                      <a:pt x="6005" y="9131"/>
                    </a:lnTo>
                    <a:cubicBezTo>
                      <a:pt x="3778" y="8231"/>
                      <a:pt x="2226" y="7062"/>
                      <a:pt x="1327" y="5645"/>
                    </a:cubicBezTo>
                    <a:cubicBezTo>
                      <a:pt x="450" y="4228"/>
                      <a:pt x="0" y="2339"/>
                      <a:pt x="0" y="0"/>
                    </a:cubicBezTo>
                    <a:lnTo>
                      <a:pt x="3508" y="0"/>
                    </a:lnTo>
                    <a:cubicBezTo>
                      <a:pt x="3463" y="1844"/>
                      <a:pt x="3756" y="3351"/>
                      <a:pt x="4363" y="4543"/>
                    </a:cubicBezTo>
                    <a:cubicBezTo>
                      <a:pt x="4970" y="5735"/>
                      <a:pt x="5802" y="6679"/>
                      <a:pt x="6836" y="7377"/>
                    </a:cubicBezTo>
                    <a:cubicBezTo>
                      <a:pt x="7871" y="8074"/>
                      <a:pt x="9108" y="8569"/>
                      <a:pt x="10525" y="8838"/>
                    </a:cubicBezTo>
                    <a:cubicBezTo>
                      <a:pt x="11942" y="9108"/>
                      <a:pt x="13426" y="9243"/>
                      <a:pt x="14978" y="9243"/>
                    </a:cubicBezTo>
                    <a:lnTo>
                      <a:pt x="28697" y="9243"/>
                    </a:lnTo>
                    <a:close/>
                  </a:path>
                </a:pathLst>
              </a:custGeom>
              <a:solidFill>
                <a:srgbClr val="231F20"/>
              </a:solidFill>
              <a:ln w="2249" cap="flat">
                <a:noFill/>
                <a:prstDash val="solid"/>
                <a:miter/>
              </a:ln>
            </p:spPr>
            <p:txBody>
              <a:bodyPr rtlCol="0" anchor="ctr"/>
              <a:lstStyle/>
              <a:p>
                <a:endParaRPr lang="en-US"/>
              </a:p>
            </p:txBody>
          </p:sp>
          <p:sp>
            <p:nvSpPr>
              <p:cNvPr id="18071" name="Freeform 18070">
                <a:extLst>
                  <a:ext uri="{FF2B5EF4-FFF2-40B4-BE49-F238E27FC236}">
                    <a16:creationId xmlns:a16="http://schemas.microsoft.com/office/drawing/2014/main" id="{00859C6D-0B75-563E-B8C2-01FA8136F3EF}"/>
                  </a:ext>
                </a:extLst>
              </p:cNvPr>
              <p:cNvSpPr/>
              <p:nvPr/>
            </p:nvSpPr>
            <p:spPr>
              <a:xfrm>
                <a:off x="5796574" y="3705217"/>
                <a:ext cx="50219" cy="11919"/>
              </a:xfrm>
              <a:custGeom>
                <a:avLst/>
                <a:gdLst>
                  <a:gd name="connsiteX0" fmla="*/ 50197 w 50219"/>
                  <a:gd name="connsiteY0" fmla="*/ 11919 h 11919"/>
                  <a:gd name="connsiteX1" fmla="*/ 38188 w 50219"/>
                  <a:gd name="connsiteY1" fmla="*/ 5847 h 11919"/>
                  <a:gd name="connsiteX2" fmla="*/ 24941 w 50219"/>
                  <a:gd name="connsiteY2" fmla="*/ 3666 h 11919"/>
                  <a:gd name="connsiteX3" fmla="*/ 11875 w 50219"/>
                  <a:gd name="connsiteY3" fmla="*/ 5937 h 11919"/>
                  <a:gd name="connsiteX4" fmla="*/ 0 w 50219"/>
                  <a:gd name="connsiteY4" fmla="*/ 11919 h 11919"/>
                  <a:gd name="connsiteX5" fmla="*/ 0 w 50219"/>
                  <a:gd name="connsiteY5" fmla="*/ 9176 h 11919"/>
                  <a:gd name="connsiteX6" fmla="*/ 5960 w 50219"/>
                  <a:gd name="connsiteY6" fmla="*/ 5240 h 11919"/>
                  <a:gd name="connsiteX7" fmla="*/ 11852 w 50219"/>
                  <a:gd name="connsiteY7" fmla="*/ 2361 h 11919"/>
                  <a:gd name="connsiteX8" fmla="*/ 18104 w 50219"/>
                  <a:gd name="connsiteY8" fmla="*/ 607 h 11919"/>
                  <a:gd name="connsiteX9" fmla="*/ 25211 w 50219"/>
                  <a:gd name="connsiteY9" fmla="*/ 0 h 11919"/>
                  <a:gd name="connsiteX10" fmla="*/ 32205 w 50219"/>
                  <a:gd name="connsiteY10" fmla="*/ 607 h 11919"/>
                  <a:gd name="connsiteX11" fmla="*/ 38502 w 50219"/>
                  <a:gd name="connsiteY11" fmla="*/ 2384 h 11919"/>
                  <a:gd name="connsiteX12" fmla="*/ 44417 w 50219"/>
                  <a:gd name="connsiteY12" fmla="*/ 5285 h 11919"/>
                  <a:gd name="connsiteX13" fmla="*/ 50219 w 50219"/>
                  <a:gd name="connsiteY13" fmla="*/ 9176 h 11919"/>
                  <a:gd name="connsiteX14" fmla="*/ 50219 w 50219"/>
                  <a:gd name="connsiteY14" fmla="*/ 11919 h 11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0219" h="11919">
                    <a:moveTo>
                      <a:pt x="50197" y="11919"/>
                    </a:moveTo>
                    <a:cubicBezTo>
                      <a:pt x="46464" y="9333"/>
                      <a:pt x="42461" y="7309"/>
                      <a:pt x="38188" y="5847"/>
                    </a:cubicBezTo>
                    <a:cubicBezTo>
                      <a:pt x="33914" y="4385"/>
                      <a:pt x="29507" y="3666"/>
                      <a:pt x="24941" y="3666"/>
                    </a:cubicBezTo>
                    <a:cubicBezTo>
                      <a:pt x="20376" y="3666"/>
                      <a:pt x="16080" y="4430"/>
                      <a:pt x="11875" y="5937"/>
                    </a:cubicBezTo>
                    <a:cubicBezTo>
                      <a:pt x="7669" y="7444"/>
                      <a:pt x="3711" y="9446"/>
                      <a:pt x="0" y="11919"/>
                    </a:cubicBezTo>
                    <a:lnTo>
                      <a:pt x="0" y="9176"/>
                    </a:lnTo>
                    <a:cubicBezTo>
                      <a:pt x="2047" y="7691"/>
                      <a:pt x="4048" y="6387"/>
                      <a:pt x="5960" y="5240"/>
                    </a:cubicBezTo>
                    <a:cubicBezTo>
                      <a:pt x="7894" y="4093"/>
                      <a:pt x="9851" y="3126"/>
                      <a:pt x="11852" y="2361"/>
                    </a:cubicBezTo>
                    <a:cubicBezTo>
                      <a:pt x="13854" y="1597"/>
                      <a:pt x="15945" y="1012"/>
                      <a:pt x="18104" y="607"/>
                    </a:cubicBezTo>
                    <a:cubicBezTo>
                      <a:pt x="20286" y="202"/>
                      <a:pt x="22647" y="0"/>
                      <a:pt x="25211" y="0"/>
                    </a:cubicBezTo>
                    <a:cubicBezTo>
                      <a:pt x="27775" y="0"/>
                      <a:pt x="30024" y="202"/>
                      <a:pt x="32205" y="607"/>
                    </a:cubicBezTo>
                    <a:cubicBezTo>
                      <a:pt x="34387" y="1012"/>
                      <a:pt x="36479" y="1619"/>
                      <a:pt x="38502" y="2384"/>
                    </a:cubicBezTo>
                    <a:cubicBezTo>
                      <a:pt x="40526" y="3171"/>
                      <a:pt x="42483" y="4138"/>
                      <a:pt x="44417" y="5285"/>
                    </a:cubicBezTo>
                    <a:cubicBezTo>
                      <a:pt x="46351" y="6432"/>
                      <a:pt x="48286" y="7736"/>
                      <a:pt x="50219" y="9176"/>
                    </a:cubicBezTo>
                    <a:lnTo>
                      <a:pt x="50219" y="11919"/>
                    </a:lnTo>
                    <a:close/>
                  </a:path>
                </a:pathLst>
              </a:custGeom>
              <a:solidFill>
                <a:srgbClr val="231F20"/>
              </a:solidFill>
              <a:ln w="2249" cap="flat">
                <a:noFill/>
                <a:prstDash val="solid"/>
                <a:miter/>
              </a:ln>
            </p:spPr>
            <p:txBody>
              <a:bodyPr rtlCol="0" anchor="ctr"/>
              <a:lstStyle/>
              <a:p>
                <a:endParaRPr lang="en-US"/>
              </a:p>
            </p:txBody>
          </p:sp>
        </p:grpSp>
        <p:grpSp>
          <p:nvGrpSpPr>
            <p:cNvPr id="21" name="Group 20">
              <a:extLst>
                <a:ext uri="{FF2B5EF4-FFF2-40B4-BE49-F238E27FC236}">
                  <a16:creationId xmlns:a16="http://schemas.microsoft.com/office/drawing/2014/main" id="{E45A9162-7958-7C6F-D126-69DCA07CCB6D}"/>
                </a:ext>
              </a:extLst>
            </p:cNvPr>
            <p:cNvGrpSpPr/>
            <p:nvPr/>
          </p:nvGrpSpPr>
          <p:grpSpPr>
            <a:xfrm>
              <a:off x="8657389" y="1371569"/>
              <a:ext cx="3269322" cy="4114728"/>
              <a:chOff x="8657389" y="1371569"/>
              <a:chExt cx="3269322" cy="4114728"/>
            </a:xfrm>
          </p:grpSpPr>
          <p:sp>
            <p:nvSpPr>
              <p:cNvPr id="18000" name="Freeform 17999">
                <a:extLst>
                  <a:ext uri="{FF2B5EF4-FFF2-40B4-BE49-F238E27FC236}">
                    <a16:creationId xmlns:a16="http://schemas.microsoft.com/office/drawing/2014/main" id="{7DAACC84-1A5E-1669-8CD2-48CF6B206025}"/>
                  </a:ext>
                </a:extLst>
              </p:cNvPr>
              <p:cNvSpPr/>
              <p:nvPr/>
            </p:nvSpPr>
            <p:spPr>
              <a:xfrm>
                <a:off x="9133098" y="4919551"/>
                <a:ext cx="2793613" cy="8861"/>
              </a:xfrm>
              <a:custGeom>
                <a:avLst/>
                <a:gdLst>
                  <a:gd name="connsiteX0" fmla="*/ 0 w 708691"/>
                  <a:gd name="connsiteY0" fmla="*/ 0 h 2248"/>
                  <a:gd name="connsiteX1" fmla="*/ 708692 w 708691"/>
                  <a:gd name="connsiteY1" fmla="*/ 0 h 2248"/>
                </a:gdLst>
                <a:ahLst/>
                <a:cxnLst>
                  <a:cxn ang="0">
                    <a:pos x="connsiteX0" y="connsiteY0"/>
                  </a:cxn>
                  <a:cxn ang="0">
                    <a:pos x="connsiteX1" y="connsiteY1"/>
                  </a:cxn>
                </a:cxnLst>
                <a:rect l="l" t="t" r="r" b="b"/>
                <a:pathLst>
                  <a:path w="708691" h="2248">
                    <a:moveTo>
                      <a:pt x="0" y="0"/>
                    </a:moveTo>
                    <a:lnTo>
                      <a:pt x="708692" y="0"/>
                    </a:lnTo>
                  </a:path>
                </a:pathLst>
              </a:custGeom>
              <a:ln w="4498" cap="sq">
                <a:solidFill>
                  <a:srgbClr val="262626"/>
                </a:solidFill>
                <a:prstDash val="solid"/>
                <a:round/>
              </a:ln>
            </p:spPr>
            <p:txBody>
              <a:bodyPr rtlCol="0" anchor="ctr"/>
              <a:lstStyle/>
              <a:p>
                <a:endParaRPr lang="en-US"/>
              </a:p>
            </p:txBody>
          </p:sp>
          <p:sp>
            <p:nvSpPr>
              <p:cNvPr id="18004" name="Freeform 18003">
                <a:extLst>
                  <a:ext uri="{FF2B5EF4-FFF2-40B4-BE49-F238E27FC236}">
                    <a16:creationId xmlns:a16="http://schemas.microsoft.com/office/drawing/2014/main" id="{692645EA-854F-13E4-154E-FE963FD6E762}"/>
                  </a:ext>
                </a:extLst>
              </p:cNvPr>
              <p:cNvSpPr/>
              <p:nvPr/>
            </p:nvSpPr>
            <p:spPr>
              <a:xfrm>
                <a:off x="9151005" y="5048541"/>
                <a:ext cx="52301" cy="149995"/>
              </a:xfrm>
              <a:custGeom>
                <a:avLst/>
                <a:gdLst>
                  <a:gd name="connsiteX0" fmla="*/ 9828 w 13268"/>
                  <a:gd name="connsiteY0" fmla="*/ 9783 h 38052"/>
                  <a:gd name="connsiteX1" fmla="*/ 0 w 13268"/>
                  <a:gd name="connsiteY1" fmla="*/ 9783 h 38052"/>
                  <a:gd name="connsiteX2" fmla="*/ 0 w 13268"/>
                  <a:gd name="connsiteY2" fmla="*/ 7512 h 38052"/>
                  <a:gd name="connsiteX3" fmla="*/ 3913 w 13268"/>
                  <a:gd name="connsiteY3" fmla="*/ 7084 h 38052"/>
                  <a:gd name="connsiteX4" fmla="*/ 6995 w 13268"/>
                  <a:gd name="connsiteY4" fmla="*/ 6050 h 38052"/>
                  <a:gd name="connsiteX5" fmla="*/ 9198 w 13268"/>
                  <a:gd name="connsiteY5" fmla="*/ 3868 h 38052"/>
                  <a:gd name="connsiteX6" fmla="*/ 10525 w 13268"/>
                  <a:gd name="connsiteY6" fmla="*/ 0 h 38052"/>
                  <a:gd name="connsiteX7" fmla="*/ 13269 w 13268"/>
                  <a:gd name="connsiteY7" fmla="*/ 0 h 38052"/>
                  <a:gd name="connsiteX8" fmla="*/ 13269 w 13268"/>
                  <a:gd name="connsiteY8" fmla="*/ 38052 h 38052"/>
                  <a:gd name="connsiteX9" fmla="*/ 9806 w 13268"/>
                  <a:gd name="connsiteY9" fmla="*/ 38052 h 38052"/>
                  <a:gd name="connsiteX10" fmla="*/ 9806 w 13268"/>
                  <a:gd name="connsiteY10" fmla="*/ 9761 h 380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268" h="38052">
                    <a:moveTo>
                      <a:pt x="9828" y="9783"/>
                    </a:moveTo>
                    <a:lnTo>
                      <a:pt x="0" y="9783"/>
                    </a:lnTo>
                    <a:lnTo>
                      <a:pt x="0" y="7512"/>
                    </a:lnTo>
                    <a:cubicBezTo>
                      <a:pt x="1439" y="7399"/>
                      <a:pt x="2744" y="7264"/>
                      <a:pt x="3913" y="7084"/>
                    </a:cubicBezTo>
                    <a:cubicBezTo>
                      <a:pt x="5083" y="6904"/>
                      <a:pt x="6117" y="6567"/>
                      <a:pt x="6995" y="6050"/>
                    </a:cubicBezTo>
                    <a:cubicBezTo>
                      <a:pt x="7871" y="5555"/>
                      <a:pt x="8614" y="4813"/>
                      <a:pt x="9198" y="3868"/>
                    </a:cubicBezTo>
                    <a:cubicBezTo>
                      <a:pt x="9783" y="2924"/>
                      <a:pt x="10233" y="1619"/>
                      <a:pt x="10525" y="0"/>
                    </a:cubicBezTo>
                    <a:lnTo>
                      <a:pt x="13269" y="0"/>
                    </a:lnTo>
                    <a:lnTo>
                      <a:pt x="13269" y="38052"/>
                    </a:lnTo>
                    <a:lnTo>
                      <a:pt x="9806" y="38052"/>
                    </a:lnTo>
                    <a:lnTo>
                      <a:pt x="9806" y="9761"/>
                    </a:lnTo>
                    <a:close/>
                  </a:path>
                </a:pathLst>
              </a:custGeom>
              <a:solidFill>
                <a:srgbClr val="231F20"/>
              </a:solidFill>
              <a:ln w="2249" cap="flat">
                <a:noFill/>
                <a:prstDash val="solid"/>
                <a:miter/>
              </a:ln>
            </p:spPr>
            <p:txBody>
              <a:bodyPr rtlCol="0" anchor="ctr"/>
              <a:lstStyle/>
              <a:p>
                <a:endParaRPr lang="en-US"/>
              </a:p>
            </p:txBody>
          </p:sp>
          <p:sp>
            <p:nvSpPr>
              <p:cNvPr id="18005" name="Freeform 18004">
                <a:extLst>
                  <a:ext uri="{FF2B5EF4-FFF2-40B4-BE49-F238E27FC236}">
                    <a16:creationId xmlns:a16="http://schemas.microsoft.com/office/drawing/2014/main" id="{23A987E4-0B5A-FF39-D8BE-BD562824CC71}"/>
                  </a:ext>
                </a:extLst>
              </p:cNvPr>
              <p:cNvSpPr/>
              <p:nvPr/>
            </p:nvSpPr>
            <p:spPr>
              <a:xfrm>
                <a:off x="9987177" y="5048541"/>
                <a:ext cx="99376" cy="150082"/>
              </a:xfrm>
              <a:custGeom>
                <a:avLst/>
                <a:gdLst>
                  <a:gd name="connsiteX0" fmla="*/ 1147 w 25210"/>
                  <a:gd name="connsiteY0" fmla="*/ 12482 h 38074"/>
                  <a:gd name="connsiteX1" fmla="*/ 2001 w 25210"/>
                  <a:gd name="connsiteY1" fmla="*/ 7377 h 38074"/>
                  <a:gd name="connsiteX2" fmla="*/ 4475 w 25210"/>
                  <a:gd name="connsiteY2" fmla="*/ 3441 h 38074"/>
                  <a:gd name="connsiteX3" fmla="*/ 8389 w 25210"/>
                  <a:gd name="connsiteY3" fmla="*/ 900 h 38074"/>
                  <a:gd name="connsiteX4" fmla="*/ 13494 w 25210"/>
                  <a:gd name="connsiteY4" fmla="*/ 0 h 38074"/>
                  <a:gd name="connsiteX5" fmla="*/ 18531 w 25210"/>
                  <a:gd name="connsiteY5" fmla="*/ 832 h 38074"/>
                  <a:gd name="connsiteX6" fmla="*/ 22197 w 25210"/>
                  <a:gd name="connsiteY6" fmla="*/ 3081 h 38074"/>
                  <a:gd name="connsiteX7" fmla="*/ 24446 w 25210"/>
                  <a:gd name="connsiteY7" fmla="*/ 6432 h 38074"/>
                  <a:gd name="connsiteX8" fmla="*/ 25211 w 25210"/>
                  <a:gd name="connsiteY8" fmla="*/ 10525 h 38074"/>
                  <a:gd name="connsiteX9" fmla="*/ 24378 w 25210"/>
                  <a:gd name="connsiteY9" fmla="*/ 15001 h 38074"/>
                  <a:gd name="connsiteX10" fmla="*/ 22174 w 25210"/>
                  <a:gd name="connsiteY10" fmla="*/ 18464 h 38074"/>
                  <a:gd name="connsiteX11" fmla="*/ 19049 w 25210"/>
                  <a:gd name="connsiteY11" fmla="*/ 21163 h 38074"/>
                  <a:gd name="connsiteX12" fmla="*/ 15450 w 25210"/>
                  <a:gd name="connsiteY12" fmla="*/ 23412 h 38074"/>
                  <a:gd name="connsiteX13" fmla="*/ 11830 w 25210"/>
                  <a:gd name="connsiteY13" fmla="*/ 25436 h 38074"/>
                  <a:gd name="connsiteX14" fmla="*/ 8636 w 25210"/>
                  <a:gd name="connsiteY14" fmla="*/ 27482 h 38074"/>
                  <a:gd name="connsiteX15" fmla="*/ 6859 w 25210"/>
                  <a:gd name="connsiteY15" fmla="*/ 28967 h 38074"/>
                  <a:gd name="connsiteX16" fmla="*/ 5285 w 25210"/>
                  <a:gd name="connsiteY16" fmla="*/ 30676 h 38074"/>
                  <a:gd name="connsiteX17" fmla="*/ 4160 w 25210"/>
                  <a:gd name="connsiteY17" fmla="*/ 32700 h 38074"/>
                  <a:gd name="connsiteX18" fmla="*/ 3666 w 25210"/>
                  <a:gd name="connsiteY18" fmla="*/ 35151 h 38074"/>
                  <a:gd name="connsiteX19" fmla="*/ 24873 w 25210"/>
                  <a:gd name="connsiteY19" fmla="*/ 35151 h 38074"/>
                  <a:gd name="connsiteX20" fmla="*/ 24873 w 25210"/>
                  <a:gd name="connsiteY20" fmla="*/ 38075 h 38074"/>
                  <a:gd name="connsiteX21" fmla="*/ 0 w 25210"/>
                  <a:gd name="connsiteY21" fmla="*/ 38075 h 38074"/>
                  <a:gd name="connsiteX22" fmla="*/ 585 w 25210"/>
                  <a:gd name="connsiteY22" fmla="*/ 33105 h 38074"/>
                  <a:gd name="connsiteX23" fmla="*/ 2968 w 25210"/>
                  <a:gd name="connsiteY23" fmla="*/ 28787 h 38074"/>
                  <a:gd name="connsiteX24" fmla="*/ 7107 w 25210"/>
                  <a:gd name="connsiteY24" fmla="*/ 24896 h 38074"/>
                  <a:gd name="connsiteX25" fmla="*/ 11290 w 25210"/>
                  <a:gd name="connsiteY25" fmla="*/ 22017 h 38074"/>
                  <a:gd name="connsiteX26" fmla="*/ 15180 w 25210"/>
                  <a:gd name="connsiteY26" fmla="*/ 19701 h 38074"/>
                  <a:gd name="connsiteX27" fmla="*/ 18419 w 25210"/>
                  <a:gd name="connsiteY27" fmla="*/ 17407 h 38074"/>
                  <a:gd name="connsiteX28" fmla="*/ 20623 w 25210"/>
                  <a:gd name="connsiteY28" fmla="*/ 14596 h 38074"/>
                  <a:gd name="connsiteX29" fmla="*/ 21433 w 25210"/>
                  <a:gd name="connsiteY29" fmla="*/ 10773 h 38074"/>
                  <a:gd name="connsiteX30" fmla="*/ 20780 w 25210"/>
                  <a:gd name="connsiteY30" fmla="*/ 7489 h 38074"/>
                  <a:gd name="connsiteX31" fmla="*/ 19004 w 25210"/>
                  <a:gd name="connsiteY31" fmla="*/ 5015 h 38074"/>
                  <a:gd name="connsiteX32" fmla="*/ 16350 w 25210"/>
                  <a:gd name="connsiteY32" fmla="*/ 3486 h 38074"/>
                  <a:gd name="connsiteX33" fmla="*/ 13066 w 25210"/>
                  <a:gd name="connsiteY33" fmla="*/ 2969 h 38074"/>
                  <a:gd name="connsiteX34" fmla="*/ 9648 w 25210"/>
                  <a:gd name="connsiteY34" fmla="*/ 3756 h 38074"/>
                  <a:gd name="connsiteX35" fmla="*/ 6994 w 25210"/>
                  <a:gd name="connsiteY35" fmla="*/ 5825 h 38074"/>
                  <a:gd name="connsiteX36" fmla="*/ 5285 w 25210"/>
                  <a:gd name="connsiteY36" fmla="*/ 8838 h 38074"/>
                  <a:gd name="connsiteX37" fmla="*/ 4790 w 25210"/>
                  <a:gd name="connsiteY37" fmla="*/ 12504 h 38074"/>
                  <a:gd name="connsiteX38" fmla="*/ 1124 w 25210"/>
                  <a:gd name="connsiteY38" fmla="*/ 12504 h 38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25210" h="38074">
                    <a:moveTo>
                      <a:pt x="1147" y="12482"/>
                    </a:moveTo>
                    <a:cubicBezTo>
                      <a:pt x="1147" y="10615"/>
                      <a:pt x="1439" y="8906"/>
                      <a:pt x="2001" y="7377"/>
                    </a:cubicBezTo>
                    <a:cubicBezTo>
                      <a:pt x="2564" y="5847"/>
                      <a:pt x="3396" y="4543"/>
                      <a:pt x="4475" y="3441"/>
                    </a:cubicBezTo>
                    <a:cubicBezTo>
                      <a:pt x="5555" y="2339"/>
                      <a:pt x="6859" y="1507"/>
                      <a:pt x="8389" y="900"/>
                    </a:cubicBezTo>
                    <a:cubicBezTo>
                      <a:pt x="9918" y="315"/>
                      <a:pt x="11627" y="0"/>
                      <a:pt x="13494" y="0"/>
                    </a:cubicBezTo>
                    <a:cubicBezTo>
                      <a:pt x="15360" y="0"/>
                      <a:pt x="17092" y="270"/>
                      <a:pt x="18531" y="832"/>
                    </a:cubicBezTo>
                    <a:cubicBezTo>
                      <a:pt x="19993" y="1394"/>
                      <a:pt x="21208" y="2137"/>
                      <a:pt x="22197" y="3081"/>
                    </a:cubicBezTo>
                    <a:cubicBezTo>
                      <a:pt x="23186" y="4026"/>
                      <a:pt x="23929" y="5128"/>
                      <a:pt x="24446" y="6432"/>
                    </a:cubicBezTo>
                    <a:cubicBezTo>
                      <a:pt x="24941" y="7736"/>
                      <a:pt x="25211" y="9086"/>
                      <a:pt x="25211" y="10525"/>
                    </a:cubicBezTo>
                    <a:cubicBezTo>
                      <a:pt x="25211" y="12212"/>
                      <a:pt x="24941" y="13719"/>
                      <a:pt x="24378" y="15001"/>
                    </a:cubicBezTo>
                    <a:cubicBezTo>
                      <a:pt x="23816" y="16282"/>
                      <a:pt x="23074" y="17452"/>
                      <a:pt x="22174" y="18464"/>
                    </a:cubicBezTo>
                    <a:cubicBezTo>
                      <a:pt x="21253" y="19476"/>
                      <a:pt x="20218" y="20376"/>
                      <a:pt x="19049" y="21163"/>
                    </a:cubicBezTo>
                    <a:cubicBezTo>
                      <a:pt x="17879" y="21950"/>
                      <a:pt x="16687" y="22692"/>
                      <a:pt x="15450" y="23412"/>
                    </a:cubicBezTo>
                    <a:cubicBezTo>
                      <a:pt x="14236" y="24109"/>
                      <a:pt x="13022" y="24784"/>
                      <a:pt x="11830" y="25436"/>
                    </a:cubicBezTo>
                    <a:cubicBezTo>
                      <a:pt x="10638" y="26088"/>
                      <a:pt x="9581" y="26763"/>
                      <a:pt x="8636" y="27482"/>
                    </a:cubicBezTo>
                    <a:cubicBezTo>
                      <a:pt x="8028" y="27955"/>
                      <a:pt x="7421" y="28449"/>
                      <a:pt x="6859" y="28967"/>
                    </a:cubicBezTo>
                    <a:cubicBezTo>
                      <a:pt x="6275" y="29484"/>
                      <a:pt x="5757" y="30046"/>
                      <a:pt x="5285" y="30676"/>
                    </a:cubicBezTo>
                    <a:cubicBezTo>
                      <a:pt x="4813" y="31283"/>
                      <a:pt x="4430" y="31958"/>
                      <a:pt x="4160" y="32700"/>
                    </a:cubicBezTo>
                    <a:cubicBezTo>
                      <a:pt x="3891" y="33442"/>
                      <a:pt x="3711" y="34252"/>
                      <a:pt x="3666" y="35151"/>
                    </a:cubicBezTo>
                    <a:lnTo>
                      <a:pt x="24873" y="35151"/>
                    </a:lnTo>
                    <a:lnTo>
                      <a:pt x="24873" y="38075"/>
                    </a:lnTo>
                    <a:lnTo>
                      <a:pt x="0" y="38075"/>
                    </a:lnTo>
                    <a:cubicBezTo>
                      <a:pt x="45" y="36231"/>
                      <a:pt x="225" y="34589"/>
                      <a:pt x="585" y="33105"/>
                    </a:cubicBezTo>
                    <a:cubicBezTo>
                      <a:pt x="944" y="31620"/>
                      <a:pt x="1732" y="30181"/>
                      <a:pt x="2968" y="28787"/>
                    </a:cubicBezTo>
                    <a:cubicBezTo>
                      <a:pt x="4295" y="27280"/>
                      <a:pt x="5667" y="25975"/>
                      <a:pt x="7107" y="24896"/>
                    </a:cubicBezTo>
                    <a:cubicBezTo>
                      <a:pt x="8524" y="23817"/>
                      <a:pt x="9918" y="22849"/>
                      <a:pt x="11290" y="22017"/>
                    </a:cubicBezTo>
                    <a:cubicBezTo>
                      <a:pt x="12661" y="21163"/>
                      <a:pt x="13943" y="20398"/>
                      <a:pt x="15180" y="19701"/>
                    </a:cubicBezTo>
                    <a:cubicBezTo>
                      <a:pt x="16395" y="19004"/>
                      <a:pt x="17474" y="18239"/>
                      <a:pt x="18419" y="17407"/>
                    </a:cubicBezTo>
                    <a:cubicBezTo>
                      <a:pt x="19363" y="16575"/>
                      <a:pt x="20083" y="15653"/>
                      <a:pt x="20623" y="14596"/>
                    </a:cubicBezTo>
                    <a:cubicBezTo>
                      <a:pt x="21163" y="13561"/>
                      <a:pt x="21433" y="12279"/>
                      <a:pt x="21433" y="10773"/>
                    </a:cubicBezTo>
                    <a:cubicBezTo>
                      <a:pt x="21433" y="9558"/>
                      <a:pt x="21208" y="8456"/>
                      <a:pt x="20780" y="7489"/>
                    </a:cubicBezTo>
                    <a:cubicBezTo>
                      <a:pt x="20353" y="6522"/>
                      <a:pt x="19746" y="5690"/>
                      <a:pt x="19004" y="5015"/>
                    </a:cubicBezTo>
                    <a:cubicBezTo>
                      <a:pt x="18239" y="4340"/>
                      <a:pt x="17362" y="3823"/>
                      <a:pt x="16350" y="3486"/>
                    </a:cubicBezTo>
                    <a:cubicBezTo>
                      <a:pt x="15338" y="3149"/>
                      <a:pt x="14236" y="2969"/>
                      <a:pt x="13066" y="2969"/>
                    </a:cubicBezTo>
                    <a:cubicBezTo>
                      <a:pt x="11807" y="2969"/>
                      <a:pt x="10660" y="3239"/>
                      <a:pt x="9648" y="3756"/>
                    </a:cubicBezTo>
                    <a:cubicBezTo>
                      <a:pt x="8613" y="4273"/>
                      <a:pt x="7736" y="4970"/>
                      <a:pt x="6994" y="5825"/>
                    </a:cubicBezTo>
                    <a:cubicBezTo>
                      <a:pt x="6252" y="6679"/>
                      <a:pt x="5690" y="7692"/>
                      <a:pt x="5285" y="8838"/>
                    </a:cubicBezTo>
                    <a:cubicBezTo>
                      <a:pt x="4880" y="9985"/>
                      <a:pt x="4722" y="11222"/>
                      <a:pt x="4790" y="12504"/>
                    </a:cubicBezTo>
                    <a:lnTo>
                      <a:pt x="1124" y="12504"/>
                    </a:lnTo>
                    <a:close/>
                  </a:path>
                </a:pathLst>
              </a:custGeom>
              <a:solidFill>
                <a:srgbClr val="231F20"/>
              </a:solidFill>
              <a:ln w="2249" cap="flat">
                <a:noFill/>
                <a:prstDash val="solid"/>
                <a:miter/>
              </a:ln>
            </p:spPr>
            <p:txBody>
              <a:bodyPr rtlCol="0" anchor="ctr"/>
              <a:lstStyle/>
              <a:p>
                <a:endParaRPr lang="en-US"/>
              </a:p>
            </p:txBody>
          </p:sp>
          <p:sp>
            <p:nvSpPr>
              <p:cNvPr id="18006" name="Freeform 18005">
                <a:extLst>
                  <a:ext uri="{FF2B5EF4-FFF2-40B4-BE49-F238E27FC236}">
                    <a16:creationId xmlns:a16="http://schemas.microsoft.com/office/drawing/2014/main" id="{E9A22663-1381-E039-4B08-4566CA422924}"/>
                  </a:ext>
                </a:extLst>
              </p:cNvPr>
              <p:cNvSpPr/>
              <p:nvPr/>
            </p:nvSpPr>
            <p:spPr>
              <a:xfrm>
                <a:off x="10835671" y="5048541"/>
                <a:ext cx="101769" cy="153099"/>
              </a:xfrm>
              <a:custGeom>
                <a:avLst/>
                <a:gdLst>
                  <a:gd name="connsiteX0" fmla="*/ 10120 w 25817"/>
                  <a:gd name="connsiteY0" fmla="*/ 16912 h 38839"/>
                  <a:gd name="connsiteX1" fmla="*/ 14551 w 25817"/>
                  <a:gd name="connsiteY1" fmla="*/ 16620 h 38839"/>
                  <a:gd name="connsiteX2" fmla="*/ 17969 w 25817"/>
                  <a:gd name="connsiteY2" fmla="*/ 15495 h 38839"/>
                  <a:gd name="connsiteX3" fmla="*/ 20218 w 25817"/>
                  <a:gd name="connsiteY3" fmla="*/ 13246 h 38839"/>
                  <a:gd name="connsiteX4" fmla="*/ 21027 w 25817"/>
                  <a:gd name="connsiteY4" fmla="*/ 9626 h 38839"/>
                  <a:gd name="connsiteX5" fmla="*/ 20376 w 25817"/>
                  <a:gd name="connsiteY5" fmla="*/ 6567 h 38839"/>
                  <a:gd name="connsiteX6" fmla="*/ 18621 w 25817"/>
                  <a:gd name="connsiteY6" fmla="*/ 4498 h 38839"/>
                  <a:gd name="connsiteX7" fmla="*/ 16035 w 25817"/>
                  <a:gd name="connsiteY7" fmla="*/ 3306 h 38839"/>
                  <a:gd name="connsiteX8" fmla="*/ 12932 w 25817"/>
                  <a:gd name="connsiteY8" fmla="*/ 2924 h 38839"/>
                  <a:gd name="connsiteX9" fmla="*/ 9603 w 25817"/>
                  <a:gd name="connsiteY9" fmla="*/ 3508 h 38839"/>
                  <a:gd name="connsiteX10" fmla="*/ 7039 w 25817"/>
                  <a:gd name="connsiteY10" fmla="*/ 5218 h 38839"/>
                  <a:gd name="connsiteX11" fmla="*/ 5375 w 25817"/>
                  <a:gd name="connsiteY11" fmla="*/ 7804 h 38839"/>
                  <a:gd name="connsiteX12" fmla="*/ 4790 w 25817"/>
                  <a:gd name="connsiteY12" fmla="*/ 11065 h 38839"/>
                  <a:gd name="connsiteX13" fmla="*/ 1327 w 25817"/>
                  <a:gd name="connsiteY13" fmla="*/ 11065 h 38839"/>
                  <a:gd name="connsiteX14" fmla="*/ 2226 w 25817"/>
                  <a:gd name="connsiteY14" fmla="*/ 6387 h 38839"/>
                  <a:gd name="connsiteX15" fmla="*/ 5015 w 25817"/>
                  <a:gd name="connsiteY15" fmla="*/ 2519 h 38839"/>
                  <a:gd name="connsiteX16" fmla="*/ 9041 w 25817"/>
                  <a:gd name="connsiteY16" fmla="*/ 450 h 38839"/>
                  <a:gd name="connsiteX17" fmla="*/ 13651 w 25817"/>
                  <a:gd name="connsiteY17" fmla="*/ 0 h 38839"/>
                  <a:gd name="connsiteX18" fmla="*/ 17879 w 25817"/>
                  <a:gd name="connsiteY18" fmla="*/ 562 h 38839"/>
                  <a:gd name="connsiteX19" fmla="*/ 21298 w 25817"/>
                  <a:gd name="connsiteY19" fmla="*/ 2294 h 38839"/>
                  <a:gd name="connsiteX20" fmla="*/ 23614 w 25817"/>
                  <a:gd name="connsiteY20" fmla="*/ 5240 h 38839"/>
                  <a:gd name="connsiteX21" fmla="*/ 24468 w 25817"/>
                  <a:gd name="connsiteY21" fmla="*/ 9401 h 38839"/>
                  <a:gd name="connsiteX22" fmla="*/ 23142 w 25817"/>
                  <a:gd name="connsiteY22" fmla="*/ 14528 h 38839"/>
                  <a:gd name="connsiteX23" fmla="*/ 19071 w 25817"/>
                  <a:gd name="connsiteY23" fmla="*/ 17879 h 38839"/>
                  <a:gd name="connsiteX24" fmla="*/ 22445 w 25817"/>
                  <a:gd name="connsiteY24" fmla="*/ 19588 h 38839"/>
                  <a:gd name="connsiteX25" fmla="*/ 24513 w 25817"/>
                  <a:gd name="connsiteY25" fmla="*/ 21905 h 38839"/>
                  <a:gd name="connsiteX26" fmla="*/ 25548 w 25817"/>
                  <a:gd name="connsiteY26" fmla="*/ 24581 h 38839"/>
                  <a:gd name="connsiteX27" fmla="*/ 25818 w 25817"/>
                  <a:gd name="connsiteY27" fmla="*/ 27280 h 38839"/>
                  <a:gd name="connsiteX28" fmla="*/ 25008 w 25817"/>
                  <a:gd name="connsiteY28" fmla="*/ 31710 h 38839"/>
                  <a:gd name="connsiteX29" fmla="*/ 22625 w 25817"/>
                  <a:gd name="connsiteY29" fmla="*/ 35331 h 38839"/>
                  <a:gd name="connsiteX30" fmla="*/ 18756 w 25817"/>
                  <a:gd name="connsiteY30" fmla="*/ 37850 h 38839"/>
                  <a:gd name="connsiteX31" fmla="*/ 13539 w 25817"/>
                  <a:gd name="connsiteY31" fmla="*/ 38839 h 38839"/>
                  <a:gd name="connsiteX32" fmla="*/ 7826 w 25817"/>
                  <a:gd name="connsiteY32" fmla="*/ 38255 h 38839"/>
                  <a:gd name="connsiteX33" fmla="*/ 3778 w 25817"/>
                  <a:gd name="connsiteY33" fmla="*/ 36276 h 38839"/>
                  <a:gd name="connsiteX34" fmla="*/ 1237 w 25817"/>
                  <a:gd name="connsiteY34" fmla="*/ 32655 h 38839"/>
                  <a:gd name="connsiteX35" fmla="*/ 0 w 25817"/>
                  <a:gd name="connsiteY35" fmla="*/ 27078 h 38839"/>
                  <a:gd name="connsiteX36" fmla="*/ 3463 w 25817"/>
                  <a:gd name="connsiteY36" fmla="*/ 27078 h 38839"/>
                  <a:gd name="connsiteX37" fmla="*/ 6072 w 25817"/>
                  <a:gd name="connsiteY37" fmla="*/ 33689 h 38839"/>
                  <a:gd name="connsiteX38" fmla="*/ 12909 w 25817"/>
                  <a:gd name="connsiteY38" fmla="*/ 35938 h 38839"/>
                  <a:gd name="connsiteX39" fmla="*/ 16732 w 25817"/>
                  <a:gd name="connsiteY39" fmla="*/ 35241 h 38839"/>
                  <a:gd name="connsiteX40" fmla="*/ 19791 w 25817"/>
                  <a:gd name="connsiteY40" fmla="*/ 33352 h 38839"/>
                  <a:gd name="connsiteX41" fmla="*/ 21725 w 25817"/>
                  <a:gd name="connsiteY41" fmla="*/ 30608 h 38839"/>
                  <a:gd name="connsiteX42" fmla="*/ 22355 w 25817"/>
                  <a:gd name="connsiteY42" fmla="*/ 27370 h 38839"/>
                  <a:gd name="connsiteX43" fmla="*/ 21275 w 25817"/>
                  <a:gd name="connsiteY43" fmla="*/ 23502 h 38839"/>
                  <a:gd name="connsiteX44" fmla="*/ 18666 w 25817"/>
                  <a:gd name="connsiteY44" fmla="*/ 21073 h 38839"/>
                  <a:gd name="connsiteX45" fmla="*/ 14798 w 25817"/>
                  <a:gd name="connsiteY45" fmla="*/ 19881 h 38839"/>
                  <a:gd name="connsiteX46" fmla="*/ 10098 w 25817"/>
                  <a:gd name="connsiteY46" fmla="*/ 19746 h 38839"/>
                  <a:gd name="connsiteX47" fmla="*/ 10098 w 25817"/>
                  <a:gd name="connsiteY47" fmla="*/ 16935 h 3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25817" h="38839">
                    <a:moveTo>
                      <a:pt x="10120" y="16912"/>
                    </a:moveTo>
                    <a:cubicBezTo>
                      <a:pt x="11739" y="16912"/>
                      <a:pt x="13224" y="16822"/>
                      <a:pt x="14551" y="16620"/>
                    </a:cubicBezTo>
                    <a:cubicBezTo>
                      <a:pt x="15878" y="16417"/>
                      <a:pt x="17025" y="16035"/>
                      <a:pt x="17969" y="15495"/>
                    </a:cubicBezTo>
                    <a:cubicBezTo>
                      <a:pt x="18914" y="14956"/>
                      <a:pt x="19678" y="14191"/>
                      <a:pt x="20218" y="13246"/>
                    </a:cubicBezTo>
                    <a:cubicBezTo>
                      <a:pt x="20758" y="12302"/>
                      <a:pt x="21027" y="11110"/>
                      <a:pt x="21027" y="9626"/>
                    </a:cubicBezTo>
                    <a:cubicBezTo>
                      <a:pt x="21027" y="8434"/>
                      <a:pt x="20803" y="7422"/>
                      <a:pt x="20376" y="6567"/>
                    </a:cubicBezTo>
                    <a:cubicBezTo>
                      <a:pt x="19948" y="5712"/>
                      <a:pt x="19363" y="5038"/>
                      <a:pt x="18621" y="4498"/>
                    </a:cubicBezTo>
                    <a:cubicBezTo>
                      <a:pt x="17879" y="3958"/>
                      <a:pt x="17025" y="3553"/>
                      <a:pt x="16035" y="3306"/>
                    </a:cubicBezTo>
                    <a:cubicBezTo>
                      <a:pt x="15045" y="3059"/>
                      <a:pt x="14011" y="2924"/>
                      <a:pt x="12932" y="2924"/>
                    </a:cubicBezTo>
                    <a:cubicBezTo>
                      <a:pt x="11717" y="2924"/>
                      <a:pt x="10593" y="3126"/>
                      <a:pt x="9603" y="3508"/>
                    </a:cubicBezTo>
                    <a:cubicBezTo>
                      <a:pt x="8614" y="3913"/>
                      <a:pt x="7759" y="4475"/>
                      <a:pt x="7039" y="5218"/>
                    </a:cubicBezTo>
                    <a:cubicBezTo>
                      <a:pt x="6320" y="5960"/>
                      <a:pt x="5757" y="6814"/>
                      <a:pt x="5375" y="7804"/>
                    </a:cubicBezTo>
                    <a:cubicBezTo>
                      <a:pt x="4970" y="8794"/>
                      <a:pt x="4790" y="9873"/>
                      <a:pt x="4790" y="11065"/>
                    </a:cubicBezTo>
                    <a:lnTo>
                      <a:pt x="1327" y="11065"/>
                    </a:lnTo>
                    <a:cubicBezTo>
                      <a:pt x="1327" y="9333"/>
                      <a:pt x="1619" y="7781"/>
                      <a:pt x="2226" y="6387"/>
                    </a:cubicBezTo>
                    <a:cubicBezTo>
                      <a:pt x="2811" y="4993"/>
                      <a:pt x="3756" y="3711"/>
                      <a:pt x="5015" y="2519"/>
                    </a:cubicBezTo>
                    <a:cubicBezTo>
                      <a:pt x="6207" y="1439"/>
                      <a:pt x="7534" y="742"/>
                      <a:pt x="9041" y="450"/>
                    </a:cubicBezTo>
                    <a:cubicBezTo>
                      <a:pt x="10547" y="157"/>
                      <a:pt x="12077" y="0"/>
                      <a:pt x="13651" y="0"/>
                    </a:cubicBezTo>
                    <a:cubicBezTo>
                      <a:pt x="15225" y="0"/>
                      <a:pt x="16575" y="180"/>
                      <a:pt x="17879" y="562"/>
                    </a:cubicBezTo>
                    <a:cubicBezTo>
                      <a:pt x="19184" y="945"/>
                      <a:pt x="20331" y="1507"/>
                      <a:pt x="21298" y="2294"/>
                    </a:cubicBezTo>
                    <a:cubicBezTo>
                      <a:pt x="22264" y="3059"/>
                      <a:pt x="23052" y="4048"/>
                      <a:pt x="23614" y="5240"/>
                    </a:cubicBezTo>
                    <a:cubicBezTo>
                      <a:pt x="24176" y="6432"/>
                      <a:pt x="24468" y="7804"/>
                      <a:pt x="24468" y="9401"/>
                    </a:cubicBezTo>
                    <a:cubicBezTo>
                      <a:pt x="24468" y="11380"/>
                      <a:pt x="24019" y="13089"/>
                      <a:pt x="23142" y="14528"/>
                    </a:cubicBezTo>
                    <a:cubicBezTo>
                      <a:pt x="22264" y="15968"/>
                      <a:pt x="20893" y="17092"/>
                      <a:pt x="19071" y="17879"/>
                    </a:cubicBezTo>
                    <a:cubicBezTo>
                      <a:pt x="20443" y="18307"/>
                      <a:pt x="21567" y="18869"/>
                      <a:pt x="22445" y="19588"/>
                    </a:cubicBezTo>
                    <a:cubicBezTo>
                      <a:pt x="23321" y="20286"/>
                      <a:pt x="24019" y="21073"/>
                      <a:pt x="24513" y="21905"/>
                    </a:cubicBezTo>
                    <a:cubicBezTo>
                      <a:pt x="25008" y="22759"/>
                      <a:pt x="25368" y="23637"/>
                      <a:pt x="25548" y="24581"/>
                    </a:cubicBezTo>
                    <a:cubicBezTo>
                      <a:pt x="25728" y="25526"/>
                      <a:pt x="25818" y="26425"/>
                      <a:pt x="25818" y="27280"/>
                    </a:cubicBezTo>
                    <a:cubicBezTo>
                      <a:pt x="25818" y="28854"/>
                      <a:pt x="25548" y="30339"/>
                      <a:pt x="25008" y="31710"/>
                    </a:cubicBezTo>
                    <a:cubicBezTo>
                      <a:pt x="24468" y="33082"/>
                      <a:pt x="23682" y="34274"/>
                      <a:pt x="22625" y="35331"/>
                    </a:cubicBezTo>
                    <a:cubicBezTo>
                      <a:pt x="21567" y="36388"/>
                      <a:pt x="20286" y="37220"/>
                      <a:pt x="18756" y="37850"/>
                    </a:cubicBezTo>
                    <a:cubicBezTo>
                      <a:pt x="17227" y="38480"/>
                      <a:pt x="15495" y="38817"/>
                      <a:pt x="13539" y="38839"/>
                    </a:cubicBezTo>
                    <a:cubicBezTo>
                      <a:pt x="11335" y="38839"/>
                      <a:pt x="9446" y="38637"/>
                      <a:pt x="7826" y="38255"/>
                    </a:cubicBezTo>
                    <a:cubicBezTo>
                      <a:pt x="6207" y="37873"/>
                      <a:pt x="4858" y="37198"/>
                      <a:pt x="3778" y="36276"/>
                    </a:cubicBezTo>
                    <a:cubicBezTo>
                      <a:pt x="2699" y="35354"/>
                      <a:pt x="1844" y="34162"/>
                      <a:pt x="1237" y="32655"/>
                    </a:cubicBezTo>
                    <a:cubicBezTo>
                      <a:pt x="630" y="31171"/>
                      <a:pt x="202" y="29304"/>
                      <a:pt x="0" y="27078"/>
                    </a:cubicBezTo>
                    <a:lnTo>
                      <a:pt x="3463" y="27078"/>
                    </a:lnTo>
                    <a:cubicBezTo>
                      <a:pt x="3463" y="30001"/>
                      <a:pt x="4340" y="32205"/>
                      <a:pt x="6072" y="33689"/>
                    </a:cubicBezTo>
                    <a:cubicBezTo>
                      <a:pt x="7826" y="35174"/>
                      <a:pt x="10098" y="35938"/>
                      <a:pt x="12909" y="35938"/>
                    </a:cubicBezTo>
                    <a:cubicBezTo>
                      <a:pt x="14281" y="35938"/>
                      <a:pt x="15563" y="35714"/>
                      <a:pt x="16732" y="35241"/>
                    </a:cubicBezTo>
                    <a:cubicBezTo>
                      <a:pt x="17902" y="34769"/>
                      <a:pt x="18936" y="34139"/>
                      <a:pt x="19791" y="33352"/>
                    </a:cubicBezTo>
                    <a:cubicBezTo>
                      <a:pt x="20645" y="32565"/>
                      <a:pt x="21275" y="31643"/>
                      <a:pt x="21725" y="30608"/>
                    </a:cubicBezTo>
                    <a:cubicBezTo>
                      <a:pt x="22174" y="29574"/>
                      <a:pt x="22377" y="28494"/>
                      <a:pt x="22355" y="27370"/>
                    </a:cubicBezTo>
                    <a:cubicBezTo>
                      <a:pt x="22287" y="25818"/>
                      <a:pt x="21927" y="24536"/>
                      <a:pt x="21275" y="23502"/>
                    </a:cubicBezTo>
                    <a:cubicBezTo>
                      <a:pt x="20623" y="22467"/>
                      <a:pt x="19746" y="21657"/>
                      <a:pt x="18666" y="21073"/>
                    </a:cubicBezTo>
                    <a:cubicBezTo>
                      <a:pt x="17564" y="20488"/>
                      <a:pt x="16282" y="20083"/>
                      <a:pt x="14798" y="19881"/>
                    </a:cubicBezTo>
                    <a:cubicBezTo>
                      <a:pt x="13314" y="19678"/>
                      <a:pt x="11762" y="19633"/>
                      <a:pt x="10098" y="19746"/>
                    </a:cubicBezTo>
                    <a:lnTo>
                      <a:pt x="10098" y="16935"/>
                    </a:lnTo>
                    <a:close/>
                  </a:path>
                </a:pathLst>
              </a:custGeom>
              <a:solidFill>
                <a:srgbClr val="231F20"/>
              </a:solidFill>
              <a:ln w="2249" cap="flat">
                <a:noFill/>
                <a:prstDash val="solid"/>
                <a:miter/>
              </a:ln>
            </p:spPr>
            <p:txBody>
              <a:bodyPr rtlCol="0" anchor="ctr"/>
              <a:lstStyle/>
              <a:p>
                <a:endParaRPr lang="en-US"/>
              </a:p>
            </p:txBody>
          </p:sp>
          <p:sp>
            <p:nvSpPr>
              <p:cNvPr id="18007" name="Freeform 18006">
                <a:extLst>
                  <a:ext uri="{FF2B5EF4-FFF2-40B4-BE49-F238E27FC236}">
                    <a16:creationId xmlns:a16="http://schemas.microsoft.com/office/drawing/2014/main" id="{E7662CD2-D17C-CEAA-986D-CBD172C6C91D}"/>
                  </a:ext>
                </a:extLst>
              </p:cNvPr>
              <p:cNvSpPr/>
              <p:nvPr/>
            </p:nvSpPr>
            <p:spPr>
              <a:xfrm>
                <a:off x="11689214" y="5032316"/>
                <a:ext cx="102924" cy="148576"/>
              </a:xfrm>
              <a:custGeom>
                <a:avLst/>
                <a:gdLst>
                  <a:gd name="connsiteX0" fmla="*/ 17384 w 26110"/>
                  <a:gd name="connsiteY0" fmla="*/ 28292 h 37692"/>
                  <a:gd name="connsiteX1" fmla="*/ 0 w 26110"/>
                  <a:gd name="connsiteY1" fmla="*/ 28292 h 37692"/>
                  <a:gd name="connsiteX2" fmla="*/ 0 w 26110"/>
                  <a:gd name="connsiteY2" fmla="*/ 25323 h 37692"/>
                  <a:gd name="connsiteX3" fmla="*/ 17699 w 26110"/>
                  <a:gd name="connsiteY3" fmla="*/ 0 h 37692"/>
                  <a:gd name="connsiteX4" fmla="*/ 20825 w 26110"/>
                  <a:gd name="connsiteY4" fmla="*/ 0 h 37692"/>
                  <a:gd name="connsiteX5" fmla="*/ 20825 w 26110"/>
                  <a:gd name="connsiteY5" fmla="*/ 25368 h 37692"/>
                  <a:gd name="connsiteX6" fmla="*/ 26110 w 26110"/>
                  <a:gd name="connsiteY6" fmla="*/ 25368 h 37692"/>
                  <a:gd name="connsiteX7" fmla="*/ 26110 w 26110"/>
                  <a:gd name="connsiteY7" fmla="*/ 28292 h 37692"/>
                  <a:gd name="connsiteX8" fmla="*/ 20825 w 26110"/>
                  <a:gd name="connsiteY8" fmla="*/ 28292 h 37692"/>
                  <a:gd name="connsiteX9" fmla="*/ 20825 w 26110"/>
                  <a:gd name="connsiteY9" fmla="*/ 37692 h 37692"/>
                  <a:gd name="connsiteX10" fmla="*/ 17362 w 26110"/>
                  <a:gd name="connsiteY10" fmla="*/ 37692 h 37692"/>
                  <a:gd name="connsiteX11" fmla="*/ 17362 w 26110"/>
                  <a:gd name="connsiteY11" fmla="*/ 28292 h 37692"/>
                  <a:gd name="connsiteX12" fmla="*/ 3396 w 26110"/>
                  <a:gd name="connsiteY12" fmla="*/ 25391 h 37692"/>
                  <a:gd name="connsiteX13" fmla="*/ 17384 w 26110"/>
                  <a:gd name="connsiteY13" fmla="*/ 25391 h 37692"/>
                  <a:gd name="connsiteX14" fmla="*/ 17384 w 26110"/>
                  <a:gd name="connsiteY14" fmla="*/ 5195 h 37692"/>
                  <a:gd name="connsiteX15" fmla="*/ 3396 w 26110"/>
                  <a:gd name="connsiteY15" fmla="*/ 25391 h 37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6110" h="37692">
                    <a:moveTo>
                      <a:pt x="17384" y="28292"/>
                    </a:moveTo>
                    <a:lnTo>
                      <a:pt x="0" y="28292"/>
                    </a:lnTo>
                    <a:lnTo>
                      <a:pt x="0" y="25323"/>
                    </a:lnTo>
                    <a:lnTo>
                      <a:pt x="17699" y="0"/>
                    </a:lnTo>
                    <a:lnTo>
                      <a:pt x="20825" y="0"/>
                    </a:lnTo>
                    <a:lnTo>
                      <a:pt x="20825" y="25368"/>
                    </a:lnTo>
                    <a:lnTo>
                      <a:pt x="26110" y="25368"/>
                    </a:lnTo>
                    <a:lnTo>
                      <a:pt x="26110" y="28292"/>
                    </a:lnTo>
                    <a:lnTo>
                      <a:pt x="20825" y="28292"/>
                    </a:lnTo>
                    <a:lnTo>
                      <a:pt x="20825" y="37692"/>
                    </a:lnTo>
                    <a:lnTo>
                      <a:pt x="17362" y="37692"/>
                    </a:lnTo>
                    <a:lnTo>
                      <a:pt x="17362" y="28292"/>
                    </a:lnTo>
                    <a:close/>
                    <a:moveTo>
                      <a:pt x="3396" y="25391"/>
                    </a:moveTo>
                    <a:lnTo>
                      <a:pt x="17384" y="25391"/>
                    </a:lnTo>
                    <a:lnTo>
                      <a:pt x="17384" y="5195"/>
                    </a:lnTo>
                    <a:lnTo>
                      <a:pt x="3396" y="25391"/>
                    </a:lnTo>
                    <a:close/>
                  </a:path>
                </a:pathLst>
              </a:custGeom>
              <a:solidFill>
                <a:srgbClr val="231F20"/>
              </a:solidFill>
              <a:ln w="2249" cap="flat">
                <a:noFill/>
                <a:prstDash val="solid"/>
                <a:miter/>
              </a:ln>
            </p:spPr>
            <p:txBody>
              <a:bodyPr rtlCol="0" anchor="ctr"/>
              <a:lstStyle/>
              <a:p>
                <a:endParaRPr lang="en-US"/>
              </a:p>
            </p:txBody>
          </p:sp>
          <p:grpSp>
            <p:nvGrpSpPr>
              <p:cNvPr id="18008" name="Graphic 4479">
                <a:extLst>
                  <a:ext uri="{FF2B5EF4-FFF2-40B4-BE49-F238E27FC236}">
                    <a16:creationId xmlns:a16="http://schemas.microsoft.com/office/drawing/2014/main" id="{9D1B73D3-FFA3-8EEF-4F43-F319E2F019DB}"/>
                  </a:ext>
                </a:extLst>
              </p:cNvPr>
              <p:cNvGrpSpPr/>
              <p:nvPr/>
            </p:nvGrpSpPr>
            <p:grpSpPr>
              <a:xfrm>
                <a:off x="9185490" y="5325130"/>
                <a:ext cx="2573402" cy="161167"/>
                <a:chOff x="6006312" y="4401359"/>
                <a:chExt cx="652827" cy="40886"/>
              </a:xfrm>
              <a:solidFill>
                <a:srgbClr val="231F20"/>
              </a:solidFill>
            </p:grpSpPr>
            <p:sp>
              <p:nvSpPr>
                <p:cNvPr id="18009" name="Freeform 18008">
                  <a:extLst>
                    <a:ext uri="{FF2B5EF4-FFF2-40B4-BE49-F238E27FC236}">
                      <a16:creationId xmlns:a16="http://schemas.microsoft.com/office/drawing/2014/main" id="{A21623BE-D563-4091-EF4B-7AE621C0C494}"/>
                    </a:ext>
                  </a:extLst>
                </p:cNvPr>
                <p:cNvSpPr/>
                <p:nvPr/>
              </p:nvSpPr>
              <p:spPr>
                <a:xfrm>
                  <a:off x="6006312" y="4401359"/>
                  <a:ext cx="33577" cy="40886"/>
                </a:xfrm>
                <a:custGeom>
                  <a:avLst/>
                  <a:gdLst>
                    <a:gd name="connsiteX0" fmla="*/ 29372 w 33577"/>
                    <a:gd name="connsiteY0" fmla="*/ 12324 h 40886"/>
                    <a:gd name="connsiteX1" fmla="*/ 25166 w 33577"/>
                    <a:gd name="connsiteY1" fmla="*/ 5262 h 40886"/>
                    <a:gd name="connsiteX2" fmla="*/ 17115 w 33577"/>
                    <a:gd name="connsiteY2" fmla="*/ 3149 h 40886"/>
                    <a:gd name="connsiteX3" fmla="*/ 11065 w 33577"/>
                    <a:gd name="connsiteY3" fmla="*/ 4543 h 40886"/>
                    <a:gd name="connsiteX4" fmla="*/ 6882 w 33577"/>
                    <a:gd name="connsiteY4" fmla="*/ 8321 h 40886"/>
                    <a:gd name="connsiteX5" fmla="*/ 4453 w 33577"/>
                    <a:gd name="connsiteY5" fmla="*/ 13809 h 40886"/>
                    <a:gd name="connsiteX6" fmla="*/ 3666 w 33577"/>
                    <a:gd name="connsiteY6" fmla="*/ 20376 h 40886"/>
                    <a:gd name="connsiteX7" fmla="*/ 4341 w 33577"/>
                    <a:gd name="connsiteY7" fmla="*/ 26740 h 40886"/>
                    <a:gd name="connsiteX8" fmla="*/ 6590 w 33577"/>
                    <a:gd name="connsiteY8" fmla="*/ 32318 h 40886"/>
                    <a:gd name="connsiteX9" fmla="*/ 10795 w 33577"/>
                    <a:gd name="connsiteY9" fmla="*/ 36276 h 40886"/>
                    <a:gd name="connsiteX10" fmla="*/ 17429 w 33577"/>
                    <a:gd name="connsiteY10" fmla="*/ 37783 h 40886"/>
                    <a:gd name="connsiteX11" fmla="*/ 21972 w 33577"/>
                    <a:gd name="connsiteY11" fmla="*/ 36973 h 40886"/>
                    <a:gd name="connsiteX12" fmla="*/ 25571 w 33577"/>
                    <a:gd name="connsiteY12" fmla="*/ 34724 h 40886"/>
                    <a:gd name="connsiteX13" fmla="*/ 28157 w 33577"/>
                    <a:gd name="connsiteY13" fmla="*/ 31351 h 40886"/>
                    <a:gd name="connsiteX14" fmla="*/ 29754 w 33577"/>
                    <a:gd name="connsiteY14" fmla="*/ 27078 h 40886"/>
                    <a:gd name="connsiteX15" fmla="*/ 33577 w 33577"/>
                    <a:gd name="connsiteY15" fmla="*/ 27078 h 40886"/>
                    <a:gd name="connsiteX16" fmla="*/ 31688 w 33577"/>
                    <a:gd name="connsiteY16" fmla="*/ 32385 h 40886"/>
                    <a:gd name="connsiteX17" fmla="*/ 28427 w 33577"/>
                    <a:gd name="connsiteY17" fmla="*/ 36793 h 40886"/>
                    <a:gd name="connsiteX18" fmla="*/ 23525 w 33577"/>
                    <a:gd name="connsiteY18" fmla="*/ 39784 h 40886"/>
                    <a:gd name="connsiteX19" fmla="*/ 16755 w 33577"/>
                    <a:gd name="connsiteY19" fmla="*/ 40886 h 40886"/>
                    <a:gd name="connsiteX20" fmla="*/ 9086 w 33577"/>
                    <a:gd name="connsiteY20" fmla="*/ 39244 h 40886"/>
                    <a:gd name="connsiteX21" fmla="*/ 3869 w 33577"/>
                    <a:gd name="connsiteY21" fmla="*/ 34791 h 40886"/>
                    <a:gd name="connsiteX22" fmla="*/ 922 w 33577"/>
                    <a:gd name="connsiteY22" fmla="*/ 28292 h 40886"/>
                    <a:gd name="connsiteX23" fmla="*/ 0 w 33577"/>
                    <a:gd name="connsiteY23" fmla="*/ 20443 h 40886"/>
                    <a:gd name="connsiteX24" fmla="*/ 1372 w 33577"/>
                    <a:gd name="connsiteY24" fmla="*/ 10997 h 40886"/>
                    <a:gd name="connsiteX25" fmla="*/ 5173 w 33577"/>
                    <a:gd name="connsiteY25" fmla="*/ 4655 h 40886"/>
                    <a:gd name="connsiteX26" fmla="*/ 10885 w 33577"/>
                    <a:gd name="connsiteY26" fmla="*/ 1102 h 40886"/>
                    <a:gd name="connsiteX27" fmla="*/ 18059 w 33577"/>
                    <a:gd name="connsiteY27" fmla="*/ 0 h 40886"/>
                    <a:gd name="connsiteX28" fmla="*/ 23592 w 33577"/>
                    <a:gd name="connsiteY28" fmla="*/ 787 h 40886"/>
                    <a:gd name="connsiteX29" fmla="*/ 28134 w 33577"/>
                    <a:gd name="connsiteY29" fmla="*/ 3126 h 40886"/>
                    <a:gd name="connsiteX30" fmla="*/ 31373 w 33577"/>
                    <a:gd name="connsiteY30" fmla="*/ 6994 h 40886"/>
                    <a:gd name="connsiteX31" fmla="*/ 33127 w 33577"/>
                    <a:gd name="connsiteY31" fmla="*/ 12302 h 40886"/>
                    <a:gd name="connsiteX32" fmla="*/ 29349 w 33577"/>
                    <a:gd name="connsiteY32" fmla="*/ 12302 h 40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3577" h="40886">
                      <a:moveTo>
                        <a:pt x="29372" y="12324"/>
                      </a:moveTo>
                      <a:cubicBezTo>
                        <a:pt x="28607" y="9018"/>
                        <a:pt x="27213" y="6657"/>
                        <a:pt x="25166" y="5262"/>
                      </a:cubicBezTo>
                      <a:cubicBezTo>
                        <a:pt x="23119" y="3868"/>
                        <a:pt x="20443" y="3149"/>
                        <a:pt x="17115" y="3149"/>
                      </a:cubicBezTo>
                      <a:cubicBezTo>
                        <a:pt x="14776" y="3149"/>
                        <a:pt x="12752" y="3621"/>
                        <a:pt x="11065" y="4543"/>
                      </a:cubicBezTo>
                      <a:cubicBezTo>
                        <a:pt x="9379" y="5488"/>
                        <a:pt x="7984" y="6747"/>
                        <a:pt x="6882" y="8321"/>
                      </a:cubicBezTo>
                      <a:cubicBezTo>
                        <a:pt x="5780" y="9895"/>
                        <a:pt x="4971" y="11739"/>
                        <a:pt x="4453" y="13809"/>
                      </a:cubicBezTo>
                      <a:cubicBezTo>
                        <a:pt x="3936" y="15878"/>
                        <a:pt x="3666" y="18059"/>
                        <a:pt x="3666" y="20376"/>
                      </a:cubicBezTo>
                      <a:cubicBezTo>
                        <a:pt x="3666" y="22535"/>
                        <a:pt x="3891" y="24648"/>
                        <a:pt x="4341" y="26740"/>
                      </a:cubicBezTo>
                      <a:cubicBezTo>
                        <a:pt x="4791" y="28832"/>
                        <a:pt x="5533" y="30698"/>
                        <a:pt x="6590" y="32318"/>
                      </a:cubicBezTo>
                      <a:cubicBezTo>
                        <a:pt x="7647" y="33937"/>
                        <a:pt x="9041" y="35286"/>
                        <a:pt x="10795" y="36276"/>
                      </a:cubicBezTo>
                      <a:cubicBezTo>
                        <a:pt x="12549" y="37288"/>
                        <a:pt x="14776" y="37783"/>
                        <a:pt x="17429" y="37783"/>
                      </a:cubicBezTo>
                      <a:cubicBezTo>
                        <a:pt x="19094" y="37783"/>
                        <a:pt x="20601" y="37513"/>
                        <a:pt x="21972" y="36973"/>
                      </a:cubicBezTo>
                      <a:cubicBezTo>
                        <a:pt x="23344" y="36433"/>
                        <a:pt x="24536" y="35691"/>
                        <a:pt x="25571" y="34724"/>
                      </a:cubicBezTo>
                      <a:cubicBezTo>
                        <a:pt x="26605" y="33757"/>
                        <a:pt x="27460" y="32655"/>
                        <a:pt x="28157" y="31351"/>
                      </a:cubicBezTo>
                      <a:cubicBezTo>
                        <a:pt x="28854" y="30046"/>
                        <a:pt x="29394" y="28629"/>
                        <a:pt x="29754" y="27078"/>
                      </a:cubicBezTo>
                      <a:lnTo>
                        <a:pt x="33577" y="27078"/>
                      </a:lnTo>
                      <a:cubicBezTo>
                        <a:pt x="33150" y="28944"/>
                        <a:pt x="32520" y="30721"/>
                        <a:pt x="31688" y="32385"/>
                      </a:cubicBezTo>
                      <a:cubicBezTo>
                        <a:pt x="30856" y="34049"/>
                        <a:pt x="29776" y="35534"/>
                        <a:pt x="28427" y="36793"/>
                      </a:cubicBezTo>
                      <a:cubicBezTo>
                        <a:pt x="27078" y="38052"/>
                        <a:pt x="25436" y="39042"/>
                        <a:pt x="23525" y="39784"/>
                      </a:cubicBezTo>
                      <a:cubicBezTo>
                        <a:pt x="21590" y="40526"/>
                        <a:pt x="19341" y="40886"/>
                        <a:pt x="16755" y="40886"/>
                      </a:cubicBezTo>
                      <a:cubicBezTo>
                        <a:pt x="13764" y="40886"/>
                        <a:pt x="11222" y="40346"/>
                        <a:pt x="9086" y="39244"/>
                      </a:cubicBezTo>
                      <a:cubicBezTo>
                        <a:pt x="6972" y="38142"/>
                        <a:pt x="5218" y="36658"/>
                        <a:pt x="3869" y="34791"/>
                      </a:cubicBezTo>
                      <a:cubicBezTo>
                        <a:pt x="2519" y="32925"/>
                        <a:pt x="1530" y="30743"/>
                        <a:pt x="922" y="28292"/>
                      </a:cubicBezTo>
                      <a:cubicBezTo>
                        <a:pt x="315" y="25818"/>
                        <a:pt x="0" y="23209"/>
                        <a:pt x="0" y="20443"/>
                      </a:cubicBezTo>
                      <a:cubicBezTo>
                        <a:pt x="0" y="16732"/>
                        <a:pt x="450" y="13584"/>
                        <a:pt x="1372" y="10997"/>
                      </a:cubicBezTo>
                      <a:cubicBezTo>
                        <a:pt x="2294" y="8411"/>
                        <a:pt x="3554" y="6297"/>
                        <a:pt x="5173" y="4655"/>
                      </a:cubicBezTo>
                      <a:cubicBezTo>
                        <a:pt x="6792" y="3014"/>
                        <a:pt x="8704" y="1822"/>
                        <a:pt x="10885" y="1102"/>
                      </a:cubicBezTo>
                      <a:cubicBezTo>
                        <a:pt x="13089" y="360"/>
                        <a:pt x="15473" y="0"/>
                        <a:pt x="18059" y="0"/>
                      </a:cubicBezTo>
                      <a:cubicBezTo>
                        <a:pt x="20039" y="0"/>
                        <a:pt x="21882" y="270"/>
                        <a:pt x="23592" y="787"/>
                      </a:cubicBezTo>
                      <a:cubicBezTo>
                        <a:pt x="25301" y="1304"/>
                        <a:pt x="26808" y="2092"/>
                        <a:pt x="28134" y="3126"/>
                      </a:cubicBezTo>
                      <a:cubicBezTo>
                        <a:pt x="29439" y="4161"/>
                        <a:pt x="30519" y="5465"/>
                        <a:pt x="31373" y="6994"/>
                      </a:cubicBezTo>
                      <a:cubicBezTo>
                        <a:pt x="32228" y="8524"/>
                        <a:pt x="32813" y="10300"/>
                        <a:pt x="33127" y="12302"/>
                      </a:cubicBezTo>
                      <a:lnTo>
                        <a:pt x="29349" y="12302"/>
                      </a:lnTo>
                      <a:close/>
                    </a:path>
                  </a:pathLst>
                </a:custGeom>
                <a:solidFill>
                  <a:srgbClr val="231F20"/>
                </a:solidFill>
                <a:ln w="2249" cap="flat">
                  <a:noFill/>
                  <a:prstDash val="solid"/>
                  <a:miter/>
                </a:ln>
              </p:spPr>
              <p:txBody>
                <a:bodyPr rtlCol="0" anchor="ctr"/>
                <a:lstStyle/>
                <a:p>
                  <a:endParaRPr lang="en-US"/>
                </a:p>
              </p:txBody>
            </p:sp>
            <p:sp>
              <p:nvSpPr>
                <p:cNvPr id="18010" name="Freeform 18009">
                  <a:extLst>
                    <a:ext uri="{FF2B5EF4-FFF2-40B4-BE49-F238E27FC236}">
                      <a16:creationId xmlns:a16="http://schemas.microsoft.com/office/drawing/2014/main" id="{8FE09B3E-44D9-BDDD-757E-C157ABE554FC}"/>
                    </a:ext>
                  </a:extLst>
                </p:cNvPr>
                <p:cNvSpPr/>
                <p:nvPr/>
              </p:nvSpPr>
              <p:spPr>
                <a:xfrm>
                  <a:off x="6046569" y="4413279"/>
                  <a:ext cx="22196" cy="28718"/>
                </a:xfrm>
                <a:custGeom>
                  <a:avLst/>
                  <a:gdLst>
                    <a:gd name="connsiteX0" fmla="*/ 18959 w 22196"/>
                    <a:gd name="connsiteY0" fmla="*/ 23 h 28718"/>
                    <a:gd name="connsiteX1" fmla="*/ 22197 w 22196"/>
                    <a:gd name="connsiteY1" fmla="*/ 23 h 28718"/>
                    <a:gd name="connsiteX2" fmla="*/ 22197 w 22196"/>
                    <a:gd name="connsiteY2" fmla="*/ 27977 h 28718"/>
                    <a:gd name="connsiteX3" fmla="*/ 18959 w 22196"/>
                    <a:gd name="connsiteY3" fmla="*/ 27977 h 28718"/>
                    <a:gd name="connsiteX4" fmla="*/ 18959 w 22196"/>
                    <a:gd name="connsiteY4" fmla="*/ 24086 h 28718"/>
                    <a:gd name="connsiteX5" fmla="*/ 17497 w 22196"/>
                    <a:gd name="connsiteY5" fmla="*/ 25660 h 28718"/>
                    <a:gd name="connsiteX6" fmla="*/ 15630 w 22196"/>
                    <a:gd name="connsiteY6" fmla="*/ 27145 h 28718"/>
                    <a:gd name="connsiteX7" fmla="*/ 13179 w 22196"/>
                    <a:gd name="connsiteY7" fmla="*/ 28269 h 28718"/>
                    <a:gd name="connsiteX8" fmla="*/ 9940 w 22196"/>
                    <a:gd name="connsiteY8" fmla="*/ 28719 h 28718"/>
                    <a:gd name="connsiteX9" fmla="*/ 5240 w 22196"/>
                    <a:gd name="connsiteY9" fmla="*/ 27932 h 28718"/>
                    <a:gd name="connsiteX10" fmla="*/ 2181 w 22196"/>
                    <a:gd name="connsiteY10" fmla="*/ 25750 h 28718"/>
                    <a:gd name="connsiteX11" fmla="*/ 517 w 22196"/>
                    <a:gd name="connsiteY11" fmla="*/ 22490 h 28718"/>
                    <a:gd name="connsiteX12" fmla="*/ 0 w 22196"/>
                    <a:gd name="connsiteY12" fmla="*/ 18419 h 28718"/>
                    <a:gd name="connsiteX13" fmla="*/ 0 w 22196"/>
                    <a:gd name="connsiteY13" fmla="*/ 23 h 28718"/>
                    <a:gd name="connsiteX14" fmla="*/ 3238 w 22196"/>
                    <a:gd name="connsiteY14" fmla="*/ 23 h 28718"/>
                    <a:gd name="connsiteX15" fmla="*/ 3238 w 22196"/>
                    <a:gd name="connsiteY15" fmla="*/ 18374 h 28718"/>
                    <a:gd name="connsiteX16" fmla="*/ 4903 w 22196"/>
                    <a:gd name="connsiteY16" fmla="*/ 23906 h 28718"/>
                    <a:gd name="connsiteX17" fmla="*/ 10412 w 22196"/>
                    <a:gd name="connsiteY17" fmla="*/ 25818 h 28718"/>
                    <a:gd name="connsiteX18" fmla="*/ 14011 w 22196"/>
                    <a:gd name="connsiteY18" fmla="*/ 25031 h 28718"/>
                    <a:gd name="connsiteX19" fmla="*/ 16687 w 22196"/>
                    <a:gd name="connsiteY19" fmla="*/ 22849 h 28718"/>
                    <a:gd name="connsiteX20" fmla="*/ 18351 w 22196"/>
                    <a:gd name="connsiteY20" fmla="*/ 19498 h 28718"/>
                    <a:gd name="connsiteX21" fmla="*/ 18936 w 22196"/>
                    <a:gd name="connsiteY21" fmla="*/ 15225 h 28718"/>
                    <a:gd name="connsiteX22" fmla="*/ 18936 w 22196"/>
                    <a:gd name="connsiteY22" fmla="*/ 0 h 287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2196" h="28718">
                      <a:moveTo>
                        <a:pt x="18959" y="23"/>
                      </a:moveTo>
                      <a:lnTo>
                        <a:pt x="22197" y="23"/>
                      </a:lnTo>
                      <a:lnTo>
                        <a:pt x="22197" y="27977"/>
                      </a:lnTo>
                      <a:lnTo>
                        <a:pt x="18959" y="27977"/>
                      </a:lnTo>
                      <a:lnTo>
                        <a:pt x="18959" y="24086"/>
                      </a:lnTo>
                      <a:cubicBezTo>
                        <a:pt x="18531" y="24581"/>
                        <a:pt x="18037" y="25121"/>
                        <a:pt x="17497" y="25660"/>
                      </a:cubicBezTo>
                      <a:cubicBezTo>
                        <a:pt x="16957" y="26200"/>
                        <a:pt x="16327" y="26695"/>
                        <a:pt x="15630" y="27145"/>
                      </a:cubicBezTo>
                      <a:cubicBezTo>
                        <a:pt x="14933" y="27594"/>
                        <a:pt x="14101" y="27977"/>
                        <a:pt x="13179" y="28269"/>
                      </a:cubicBezTo>
                      <a:cubicBezTo>
                        <a:pt x="12257" y="28562"/>
                        <a:pt x="11155" y="28719"/>
                        <a:pt x="9940" y="28719"/>
                      </a:cubicBezTo>
                      <a:cubicBezTo>
                        <a:pt x="8073" y="28719"/>
                        <a:pt x="6499" y="28449"/>
                        <a:pt x="5240" y="27932"/>
                      </a:cubicBezTo>
                      <a:cubicBezTo>
                        <a:pt x="3981" y="27415"/>
                        <a:pt x="2969" y="26673"/>
                        <a:pt x="2181" y="25750"/>
                      </a:cubicBezTo>
                      <a:cubicBezTo>
                        <a:pt x="1417" y="24806"/>
                        <a:pt x="854" y="23726"/>
                        <a:pt x="517" y="22490"/>
                      </a:cubicBezTo>
                      <a:cubicBezTo>
                        <a:pt x="180" y="21253"/>
                        <a:pt x="0" y="19881"/>
                        <a:pt x="0" y="18419"/>
                      </a:cubicBezTo>
                      <a:lnTo>
                        <a:pt x="0" y="23"/>
                      </a:lnTo>
                      <a:lnTo>
                        <a:pt x="3238" y="23"/>
                      </a:lnTo>
                      <a:lnTo>
                        <a:pt x="3238" y="18374"/>
                      </a:lnTo>
                      <a:cubicBezTo>
                        <a:pt x="3238" y="20780"/>
                        <a:pt x="3801" y="22624"/>
                        <a:pt x="4903" y="23906"/>
                      </a:cubicBezTo>
                      <a:cubicBezTo>
                        <a:pt x="6027" y="25188"/>
                        <a:pt x="7849" y="25818"/>
                        <a:pt x="10412" y="25818"/>
                      </a:cubicBezTo>
                      <a:cubicBezTo>
                        <a:pt x="11739" y="25818"/>
                        <a:pt x="12932" y="25548"/>
                        <a:pt x="14011" y="25031"/>
                      </a:cubicBezTo>
                      <a:cubicBezTo>
                        <a:pt x="15068" y="24513"/>
                        <a:pt x="15967" y="23771"/>
                        <a:pt x="16687" y="22849"/>
                      </a:cubicBezTo>
                      <a:cubicBezTo>
                        <a:pt x="17407" y="21905"/>
                        <a:pt x="17969" y="20803"/>
                        <a:pt x="18351" y="19498"/>
                      </a:cubicBezTo>
                      <a:cubicBezTo>
                        <a:pt x="18733" y="18194"/>
                        <a:pt x="18936" y="16777"/>
                        <a:pt x="18936" y="15225"/>
                      </a:cubicBezTo>
                      <a:lnTo>
                        <a:pt x="18936" y="0"/>
                      </a:lnTo>
                      <a:close/>
                    </a:path>
                  </a:pathLst>
                </a:custGeom>
                <a:solidFill>
                  <a:srgbClr val="231F20"/>
                </a:solidFill>
                <a:ln w="2249" cap="flat">
                  <a:noFill/>
                  <a:prstDash val="solid"/>
                  <a:miter/>
                </a:ln>
              </p:spPr>
              <p:txBody>
                <a:bodyPr rtlCol="0" anchor="ctr"/>
                <a:lstStyle/>
                <a:p>
                  <a:endParaRPr lang="en-US"/>
                </a:p>
              </p:txBody>
            </p:sp>
            <p:sp>
              <p:nvSpPr>
                <p:cNvPr id="18011" name="Freeform 18010">
                  <a:extLst>
                    <a:ext uri="{FF2B5EF4-FFF2-40B4-BE49-F238E27FC236}">
                      <a16:creationId xmlns:a16="http://schemas.microsoft.com/office/drawing/2014/main" id="{0A4B9E3E-C647-2158-2FE6-1EBB822797D8}"/>
                    </a:ext>
                  </a:extLst>
                </p:cNvPr>
                <p:cNvSpPr/>
                <p:nvPr/>
              </p:nvSpPr>
              <p:spPr>
                <a:xfrm>
                  <a:off x="6076165" y="4412582"/>
                  <a:ext cx="38007" cy="28764"/>
                </a:xfrm>
                <a:custGeom>
                  <a:avLst/>
                  <a:gdLst>
                    <a:gd name="connsiteX0" fmla="*/ 3238 w 38007"/>
                    <a:gd name="connsiteY0" fmla="*/ 28697 h 28764"/>
                    <a:gd name="connsiteX1" fmla="*/ 0 w 38007"/>
                    <a:gd name="connsiteY1" fmla="*/ 28697 h 28764"/>
                    <a:gd name="connsiteX2" fmla="*/ 0 w 38007"/>
                    <a:gd name="connsiteY2" fmla="*/ 742 h 28764"/>
                    <a:gd name="connsiteX3" fmla="*/ 3238 w 38007"/>
                    <a:gd name="connsiteY3" fmla="*/ 742 h 28764"/>
                    <a:gd name="connsiteX4" fmla="*/ 3238 w 38007"/>
                    <a:gd name="connsiteY4" fmla="*/ 4948 h 28764"/>
                    <a:gd name="connsiteX5" fmla="*/ 3351 w 38007"/>
                    <a:gd name="connsiteY5" fmla="*/ 4948 h 28764"/>
                    <a:gd name="connsiteX6" fmla="*/ 6904 w 38007"/>
                    <a:gd name="connsiteY6" fmla="*/ 1260 h 28764"/>
                    <a:gd name="connsiteX7" fmla="*/ 11987 w 38007"/>
                    <a:gd name="connsiteY7" fmla="*/ 0 h 28764"/>
                    <a:gd name="connsiteX8" fmla="*/ 15271 w 38007"/>
                    <a:gd name="connsiteY8" fmla="*/ 427 h 28764"/>
                    <a:gd name="connsiteX9" fmla="*/ 17564 w 38007"/>
                    <a:gd name="connsiteY9" fmla="*/ 1597 h 28764"/>
                    <a:gd name="connsiteX10" fmla="*/ 19139 w 38007"/>
                    <a:gd name="connsiteY10" fmla="*/ 3306 h 28764"/>
                    <a:gd name="connsiteX11" fmla="*/ 20196 w 38007"/>
                    <a:gd name="connsiteY11" fmla="*/ 5420 h 28764"/>
                    <a:gd name="connsiteX12" fmla="*/ 23952 w 38007"/>
                    <a:gd name="connsiteY12" fmla="*/ 1349 h 28764"/>
                    <a:gd name="connsiteX13" fmla="*/ 29327 w 38007"/>
                    <a:gd name="connsiteY13" fmla="*/ 23 h 28764"/>
                    <a:gd name="connsiteX14" fmla="*/ 33892 w 38007"/>
                    <a:gd name="connsiteY14" fmla="*/ 967 h 28764"/>
                    <a:gd name="connsiteX15" fmla="*/ 36501 w 38007"/>
                    <a:gd name="connsiteY15" fmla="*/ 3441 h 28764"/>
                    <a:gd name="connsiteX16" fmla="*/ 37715 w 38007"/>
                    <a:gd name="connsiteY16" fmla="*/ 6972 h 28764"/>
                    <a:gd name="connsiteX17" fmla="*/ 38008 w 38007"/>
                    <a:gd name="connsiteY17" fmla="*/ 11065 h 28764"/>
                    <a:gd name="connsiteX18" fmla="*/ 38008 w 38007"/>
                    <a:gd name="connsiteY18" fmla="*/ 28719 h 28764"/>
                    <a:gd name="connsiteX19" fmla="*/ 34769 w 38007"/>
                    <a:gd name="connsiteY19" fmla="*/ 28719 h 28764"/>
                    <a:gd name="connsiteX20" fmla="*/ 34769 w 38007"/>
                    <a:gd name="connsiteY20" fmla="*/ 9401 h 28764"/>
                    <a:gd name="connsiteX21" fmla="*/ 33510 w 38007"/>
                    <a:gd name="connsiteY21" fmla="*/ 4655 h 28764"/>
                    <a:gd name="connsiteX22" fmla="*/ 28787 w 38007"/>
                    <a:gd name="connsiteY22" fmla="*/ 2924 h 28764"/>
                    <a:gd name="connsiteX23" fmla="*/ 25368 w 38007"/>
                    <a:gd name="connsiteY23" fmla="*/ 3711 h 28764"/>
                    <a:gd name="connsiteX24" fmla="*/ 22490 w 38007"/>
                    <a:gd name="connsiteY24" fmla="*/ 6117 h 28764"/>
                    <a:gd name="connsiteX25" fmla="*/ 21590 w 38007"/>
                    <a:gd name="connsiteY25" fmla="*/ 7759 h 28764"/>
                    <a:gd name="connsiteX26" fmla="*/ 21028 w 38007"/>
                    <a:gd name="connsiteY26" fmla="*/ 9738 h 28764"/>
                    <a:gd name="connsiteX27" fmla="*/ 20735 w 38007"/>
                    <a:gd name="connsiteY27" fmla="*/ 11785 h 28764"/>
                    <a:gd name="connsiteX28" fmla="*/ 20645 w 38007"/>
                    <a:gd name="connsiteY28" fmla="*/ 13674 h 28764"/>
                    <a:gd name="connsiteX29" fmla="*/ 20645 w 38007"/>
                    <a:gd name="connsiteY29" fmla="*/ 28742 h 28764"/>
                    <a:gd name="connsiteX30" fmla="*/ 17407 w 38007"/>
                    <a:gd name="connsiteY30" fmla="*/ 28742 h 28764"/>
                    <a:gd name="connsiteX31" fmla="*/ 17407 w 38007"/>
                    <a:gd name="connsiteY31" fmla="*/ 9423 h 28764"/>
                    <a:gd name="connsiteX32" fmla="*/ 16147 w 38007"/>
                    <a:gd name="connsiteY32" fmla="*/ 4678 h 28764"/>
                    <a:gd name="connsiteX33" fmla="*/ 11425 w 38007"/>
                    <a:gd name="connsiteY33" fmla="*/ 2946 h 28764"/>
                    <a:gd name="connsiteX34" fmla="*/ 8006 w 38007"/>
                    <a:gd name="connsiteY34" fmla="*/ 3733 h 28764"/>
                    <a:gd name="connsiteX35" fmla="*/ 5128 w 38007"/>
                    <a:gd name="connsiteY35" fmla="*/ 6140 h 28764"/>
                    <a:gd name="connsiteX36" fmla="*/ 4228 w 38007"/>
                    <a:gd name="connsiteY36" fmla="*/ 7781 h 28764"/>
                    <a:gd name="connsiteX37" fmla="*/ 3666 w 38007"/>
                    <a:gd name="connsiteY37" fmla="*/ 9760 h 28764"/>
                    <a:gd name="connsiteX38" fmla="*/ 3373 w 38007"/>
                    <a:gd name="connsiteY38" fmla="*/ 11807 h 28764"/>
                    <a:gd name="connsiteX39" fmla="*/ 3283 w 38007"/>
                    <a:gd name="connsiteY39" fmla="*/ 13696 h 28764"/>
                    <a:gd name="connsiteX40" fmla="*/ 3283 w 38007"/>
                    <a:gd name="connsiteY40" fmla="*/ 28764 h 28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38007" h="28764">
                      <a:moveTo>
                        <a:pt x="3238" y="28697"/>
                      </a:moveTo>
                      <a:lnTo>
                        <a:pt x="0" y="28697"/>
                      </a:lnTo>
                      <a:lnTo>
                        <a:pt x="0" y="742"/>
                      </a:lnTo>
                      <a:lnTo>
                        <a:pt x="3238" y="742"/>
                      </a:lnTo>
                      <a:lnTo>
                        <a:pt x="3238" y="4948"/>
                      </a:lnTo>
                      <a:lnTo>
                        <a:pt x="3351" y="4948"/>
                      </a:lnTo>
                      <a:cubicBezTo>
                        <a:pt x="4183" y="3328"/>
                        <a:pt x="5375" y="2092"/>
                        <a:pt x="6904" y="1260"/>
                      </a:cubicBezTo>
                      <a:cubicBezTo>
                        <a:pt x="8456" y="405"/>
                        <a:pt x="10143" y="0"/>
                        <a:pt x="11987" y="0"/>
                      </a:cubicBezTo>
                      <a:cubicBezTo>
                        <a:pt x="13292" y="0"/>
                        <a:pt x="14371" y="135"/>
                        <a:pt x="15271" y="427"/>
                      </a:cubicBezTo>
                      <a:cubicBezTo>
                        <a:pt x="16170" y="720"/>
                        <a:pt x="16935" y="1102"/>
                        <a:pt x="17564" y="1597"/>
                      </a:cubicBezTo>
                      <a:cubicBezTo>
                        <a:pt x="18194" y="2092"/>
                        <a:pt x="18711" y="2654"/>
                        <a:pt x="19139" y="3306"/>
                      </a:cubicBezTo>
                      <a:cubicBezTo>
                        <a:pt x="19543" y="3958"/>
                        <a:pt x="19904" y="4655"/>
                        <a:pt x="20196" y="5420"/>
                      </a:cubicBezTo>
                      <a:cubicBezTo>
                        <a:pt x="21141" y="3576"/>
                        <a:pt x="22377" y="2226"/>
                        <a:pt x="23952" y="1349"/>
                      </a:cubicBezTo>
                      <a:cubicBezTo>
                        <a:pt x="25526" y="472"/>
                        <a:pt x="27303" y="23"/>
                        <a:pt x="29327" y="23"/>
                      </a:cubicBezTo>
                      <a:cubicBezTo>
                        <a:pt x="31238" y="23"/>
                        <a:pt x="32745" y="337"/>
                        <a:pt x="33892" y="967"/>
                      </a:cubicBezTo>
                      <a:cubicBezTo>
                        <a:pt x="35016" y="1597"/>
                        <a:pt x="35893" y="2429"/>
                        <a:pt x="36501" y="3441"/>
                      </a:cubicBezTo>
                      <a:cubicBezTo>
                        <a:pt x="37108" y="4453"/>
                        <a:pt x="37512" y="5645"/>
                        <a:pt x="37715" y="6972"/>
                      </a:cubicBezTo>
                      <a:cubicBezTo>
                        <a:pt x="37918" y="8299"/>
                        <a:pt x="38008" y="9671"/>
                        <a:pt x="38008" y="11065"/>
                      </a:cubicBezTo>
                      <a:lnTo>
                        <a:pt x="38008" y="28719"/>
                      </a:lnTo>
                      <a:lnTo>
                        <a:pt x="34769" y="28719"/>
                      </a:lnTo>
                      <a:lnTo>
                        <a:pt x="34769" y="9401"/>
                      </a:lnTo>
                      <a:cubicBezTo>
                        <a:pt x="34769" y="7377"/>
                        <a:pt x="34342" y="5802"/>
                        <a:pt x="33510" y="4655"/>
                      </a:cubicBezTo>
                      <a:cubicBezTo>
                        <a:pt x="32677" y="3509"/>
                        <a:pt x="31081" y="2924"/>
                        <a:pt x="28787" y="2924"/>
                      </a:cubicBezTo>
                      <a:cubicBezTo>
                        <a:pt x="27595" y="2924"/>
                        <a:pt x="26448" y="3194"/>
                        <a:pt x="25368" y="3711"/>
                      </a:cubicBezTo>
                      <a:cubicBezTo>
                        <a:pt x="24266" y="4228"/>
                        <a:pt x="23299" y="5038"/>
                        <a:pt x="22490" y="6117"/>
                      </a:cubicBezTo>
                      <a:cubicBezTo>
                        <a:pt x="22130" y="6590"/>
                        <a:pt x="21837" y="7129"/>
                        <a:pt x="21590" y="7759"/>
                      </a:cubicBezTo>
                      <a:cubicBezTo>
                        <a:pt x="21365" y="8389"/>
                        <a:pt x="21163" y="9041"/>
                        <a:pt x="21028" y="9738"/>
                      </a:cubicBezTo>
                      <a:cubicBezTo>
                        <a:pt x="20893" y="10413"/>
                        <a:pt x="20780" y="11110"/>
                        <a:pt x="20735" y="11785"/>
                      </a:cubicBezTo>
                      <a:cubicBezTo>
                        <a:pt x="20690" y="12459"/>
                        <a:pt x="20645" y="13089"/>
                        <a:pt x="20645" y="13674"/>
                      </a:cubicBezTo>
                      <a:lnTo>
                        <a:pt x="20645" y="28742"/>
                      </a:lnTo>
                      <a:lnTo>
                        <a:pt x="17407" y="28742"/>
                      </a:lnTo>
                      <a:lnTo>
                        <a:pt x="17407" y="9423"/>
                      </a:lnTo>
                      <a:cubicBezTo>
                        <a:pt x="17407" y="7399"/>
                        <a:pt x="16980" y="5825"/>
                        <a:pt x="16147" y="4678"/>
                      </a:cubicBezTo>
                      <a:cubicBezTo>
                        <a:pt x="15316" y="3531"/>
                        <a:pt x="13719" y="2946"/>
                        <a:pt x="11425" y="2946"/>
                      </a:cubicBezTo>
                      <a:cubicBezTo>
                        <a:pt x="10233" y="2946"/>
                        <a:pt x="9086" y="3216"/>
                        <a:pt x="8006" y="3733"/>
                      </a:cubicBezTo>
                      <a:cubicBezTo>
                        <a:pt x="6904" y="4251"/>
                        <a:pt x="5938" y="5060"/>
                        <a:pt x="5128" y="6140"/>
                      </a:cubicBezTo>
                      <a:cubicBezTo>
                        <a:pt x="4768" y="6612"/>
                        <a:pt x="4475" y="7152"/>
                        <a:pt x="4228" y="7781"/>
                      </a:cubicBezTo>
                      <a:cubicBezTo>
                        <a:pt x="4003" y="8411"/>
                        <a:pt x="3801" y="9063"/>
                        <a:pt x="3666" y="9760"/>
                      </a:cubicBezTo>
                      <a:cubicBezTo>
                        <a:pt x="3531" y="10435"/>
                        <a:pt x="3418" y="11133"/>
                        <a:pt x="3373" y="11807"/>
                      </a:cubicBezTo>
                      <a:cubicBezTo>
                        <a:pt x="3328" y="12482"/>
                        <a:pt x="3283" y="13111"/>
                        <a:pt x="3283" y="13696"/>
                      </a:cubicBezTo>
                      <a:lnTo>
                        <a:pt x="3283" y="28764"/>
                      </a:lnTo>
                      <a:close/>
                    </a:path>
                  </a:pathLst>
                </a:custGeom>
                <a:solidFill>
                  <a:srgbClr val="231F20"/>
                </a:solidFill>
                <a:ln w="2249" cap="flat">
                  <a:noFill/>
                  <a:prstDash val="solid"/>
                  <a:miter/>
                </a:ln>
              </p:spPr>
              <p:txBody>
                <a:bodyPr rtlCol="0" anchor="ctr"/>
                <a:lstStyle/>
                <a:p>
                  <a:endParaRPr lang="en-US"/>
                </a:p>
              </p:txBody>
            </p:sp>
            <p:sp>
              <p:nvSpPr>
                <p:cNvPr id="18012" name="Freeform 18011">
                  <a:extLst>
                    <a:ext uri="{FF2B5EF4-FFF2-40B4-BE49-F238E27FC236}">
                      <a16:creationId xmlns:a16="http://schemas.microsoft.com/office/drawing/2014/main" id="{6404BA29-4063-39EF-C27A-F71D0BB89BA8}"/>
                    </a:ext>
                  </a:extLst>
                </p:cNvPr>
                <p:cNvSpPr/>
                <p:nvPr/>
              </p:nvSpPr>
              <p:spPr>
                <a:xfrm>
                  <a:off x="6121526" y="4413279"/>
                  <a:ext cx="22197" cy="28718"/>
                </a:xfrm>
                <a:custGeom>
                  <a:avLst/>
                  <a:gdLst>
                    <a:gd name="connsiteX0" fmla="*/ 18959 w 22197"/>
                    <a:gd name="connsiteY0" fmla="*/ 23 h 28718"/>
                    <a:gd name="connsiteX1" fmla="*/ 22197 w 22197"/>
                    <a:gd name="connsiteY1" fmla="*/ 23 h 28718"/>
                    <a:gd name="connsiteX2" fmla="*/ 22197 w 22197"/>
                    <a:gd name="connsiteY2" fmla="*/ 27977 h 28718"/>
                    <a:gd name="connsiteX3" fmla="*/ 18959 w 22197"/>
                    <a:gd name="connsiteY3" fmla="*/ 27977 h 28718"/>
                    <a:gd name="connsiteX4" fmla="*/ 18959 w 22197"/>
                    <a:gd name="connsiteY4" fmla="*/ 24086 h 28718"/>
                    <a:gd name="connsiteX5" fmla="*/ 17497 w 22197"/>
                    <a:gd name="connsiteY5" fmla="*/ 25660 h 28718"/>
                    <a:gd name="connsiteX6" fmla="*/ 15631 w 22197"/>
                    <a:gd name="connsiteY6" fmla="*/ 27145 h 28718"/>
                    <a:gd name="connsiteX7" fmla="*/ 13179 w 22197"/>
                    <a:gd name="connsiteY7" fmla="*/ 28269 h 28718"/>
                    <a:gd name="connsiteX8" fmla="*/ 9941 w 22197"/>
                    <a:gd name="connsiteY8" fmla="*/ 28719 h 28718"/>
                    <a:gd name="connsiteX9" fmla="*/ 5240 w 22197"/>
                    <a:gd name="connsiteY9" fmla="*/ 27932 h 28718"/>
                    <a:gd name="connsiteX10" fmla="*/ 2182 w 22197"/>
                    <a:gd name="connsiteY10" fmla="*/ 25750 h 28718"/>
                    <a:gd name="connsiteX11" fmla="*/ 518 w 22197"/>
                    <a:gd name="connsiteY11" fmla="*/ 22490 h 28718"/>
                    <a:gd name="connsiteX12" fmla="*/ 0 w 22197"/>
                    <a:gd name="connsiteY12" fmla="*/ 18419 h 28718"/>
                    <a:gd name="connsiteX13" fmla="*/ 0 w 22197"/>
                    <a:gd name="connsiteY13" fmla="*/ 23 h 28718"/>
                    <a:gd name="connsiteX14" fmla="*/ 3239 w 22197"/>
                    <a:gd name="connsiteY14" fmla="*/ 23 h 28718"/>
                    <a:gd name="connsiteX15" fmla="*/ 3239 w 22197"/>
                    <a:gd name="connsiteY15" fmla="*/ 18374 h 28718"/>
                    <a:gd name="connsiteX16" fmla="*/ 4903 w 22197"/>
                    <a:gd name="connsiteY16" fmla="*/ 23906 h 28718"/>
                    <a:gd name="connsiteX17" fmla="*/ 10413 w 22197"/>
                    <a:gd name="connsiteY17" fmla="*/ 25818 h 28718"/>
                    <a:gd name="connsiteX18" fmla="*/ 14012 w 22197"/>
                    <a:gd name="connsiteY18" fmla="*/ 25031 h 28718"/>
                    <a:gd name="connsiteX19" fmla="*/ 16688 w 22197"/>
                    <a:gd name="connsiteY19" fmla="*/ 22849 h 28718"/>
                    <a:gd name="connsiteX20" fmla="*/ 18352 w 22197"/>
                    <a:gd name="connsiteY20" fmla="*/ 19498 h 28718"/>
                    <a:gd name="connsiteX21" fmla="*/ 18937 w 22197"/>
                    <a:gd name="connsiteY21" fmla="*/ 15225 h 28718"/>
                    <a:gd name="connsiteX22" fmla="*/ 18937 w 22197"/>
                    <a:gd name="connsiteY22" fmla="*/ 0 h 287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2197" h="28718">
                      <a:moveTo>
                        <a:pt x="18959" y="23"/>
                      </a:moveTo>
                      <a:lnTo>
                        <a:pt x="22197" y="23"/>
                      </a:lnTo>
                      <a:lnTo>
                        <a:pt x="22197" y="27977"/>
                      </a:lnTo>
                      <a:lnTo>
                        <a:pt x="18959" y="27977"/>
                      </a:lnTo>
                      <a:lnTo>
                        <a:pt x="18959" y="24086"/>
                      </a:lnTo>
                      <a:cubicBezTo>
                        <a:pt x="18532" y="24581"/>
                        <a:pt x="18037" y="25121"/>
                        <a:pt x="17497" y="25660"/>
                      </a:cubicBezTo>
                      <a:cubicBezTo>
                        <a:pt x="16957" y="26200"/>
                        <a:pt x="16327" y="26695"/>
                        <a:pt x="15631" y="27145"/>
                      </a:cubicBezTo>
                      <a:cubicBezTo>
                        <a:pt x="14933" y="27594"/>
                        <a:pt x="14101" y="27977"/>
                        <a:pt x="13179" y="28269"/>
                      </a:cubicBezTo>
                      <a:cubicBezTo>
                        <a:pt x="12257" y="28562"/>
                        <a:pt x="11155" y="28719"/>
                        <a:pt x="9941" y="28719"/>
                      </a:cubicBezTo>
                      <a:cubicBezTo>
                        <a:pt x="8074" y="28719"/>
                        <a:pt x="6500" y="28449"/>
                        <a:pt x="5240" y="27932"/>
                      </a:cubicBezTo>
                      <a:cubicBezTo>
                        <a:pt x="3981" y="27415"/>
                        <a:pt x="2969" y="26673"/>
                        <a:pt x="2182" y="25750"/>
                      </a:cubicBezTo>
                      <a:cubicBezTo>
                        <a:pt x="1417" y="24806"/>
                        <a:pt x="855" y="23726"/>
                        <a:pt x="518" y="22490"/>
                      </a:cubicBezTo>
                      <a:cubicBezTo>
                        <a:pt x="180" y="21253"/>
                        <a:pt x="0" y="19881"/>
                        <a:pt x="0" y="18419"/>
                      </a:cubicBezTo>
                      <a:lnTo>
                        <a:pt x="0" y="23"/>
                      </a:lnTo>
                      <a:lnTo>
                        <a:pt x="3239" y="23"/>
                      </a:lnTo>
                      <a:lnTo>
                        <a:pt x="3239" y="18374"/>
                      </a:lnTo>
                      <a:cubicBezTo>
                        <a:pt x="3239" y="20780"/>
                        <a:pt x="3801" y="22624"/>
                        <a:pt x="4903" y="23906"/>
                      </a:cubicBezTo>
                      <a:cubicBezTo>
                        <a:pt x="6028" y="25188"/>
                        <a:pt x="7849" y="25818"/>
                        <a:pt x="10413" y="25818"/>
                      </a:cubicBezTo>
                      <a:cubicBezTo>
                        <a:pt x="11740" y="25818"/>
                        <a:pt x="12932" y="25548"/>
                        <a:pt x="14012" y="25031"/>
                      </a:cubicBezTo>
                      <a:cubicBezTo>
                        <a:pt x="15068" y="24513"/>
                        <a:pt x="15968" y="23771"/>
                        <a:pt x="16688" y="22849"/>
                      </a:cubicBezTo>
                      <a:cubicBezTo>
                        <a:pt x="17407" y="21905"/>
                        <a:pt x="17970" y="20803"/>
                        <a:pt x="18352" y="19498"/>
                      </a:cubicBezTo>
                      <a:cubicBezTo>
                        <a:pt x="18734" y="18194"/>
                        <a:pt x="18937" y="16777"/>
                        <a:pt x="18937" y="15225"/>
                      </a:cubicBezTo>
                      <a:lnTo>
                        <a:pt x="18937" y="0"/>
                      </a:lnTo>
                      <a:close/>
                    </a:path>
                  </a:pathLst>
                </a:custGeom>
                <a:solidFill>
                  <a:srgbClr val="231F20"/>
                </a:solidFill>
                <a:ln w="2249" cap="flat">
                  <a:noFill/>
                  <a:prstDash val="solid"/>
                  <a:miter/>
                </a:ln>
              </p:spPr>
              <p:txBody>
                <a:bodyPr rtlCol="0" anchor="ctr"/>
                <a:lstStyle/>
                <a:p>
                  <a:endParaRPr lang="en-US"/>
                </a:p>
              </p:txBody>
            </p:sp>
            <p:sp>
              <p:nvSpPr>
                <p:cNvPr id="18013" name="Freeform 18012">
                  <a:extLst>
                    <a:ext uri="{FF2B5EF4-FFF2-40B4-BE49-F238E27FC236}">
                      <a16:creationId xmlns:a16="http://schemas.microsoft.com/office/drawing/2014/main" id="{348A69B1-9AE9-2A67-990C-F7B9BD934BFE}"/>
                    </a:ext>
                  </a:extLst>
                </p:cNvPr>
                <p:cNvSpPr/>
                <p:nvPr/>
              </p:nvSpPr>
              <p:spPr>
                <a:xfrm>
                  <a:off x="6152045" y="4402416"/>
                  <a:ext cx="3238" cy="38862"/>
                </a:xfrm>
                <a:custGeom>
                  <a:avLst/>
                  <a:gdLst>
                    <a:gd name="connsiteX0" fmla="*/ 0 w 3238"/>
                    <a:gd name="connsiteY0" fmla="*/ 38862 h 38862"/>
                    <a:gd name="connsiteX1" fmla="*/ 0 w 3238"/>
                    <a:gd name="connsiteY1" fmla="*/ 0 h 38862"/>
                    <a:gd name="connsiteX2" fmla="*/ 3238 w 3238"/>
                    <a:gd name="connsiteY2" fmla="*/ 0 h 38862"/>
                    <a:gd name="connsiteX3" fmla="*/ 3238 w 3238"/>
                    <a:gd name="connsiteY3" fmla="*/ 38862 h 38862"/>
                    <a:gd name="connsiteX4" fmla="*/ 0 w 3238"/>
                    <a:gd name="connsiteY4" fmla="*/ 38862 h 388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8" h="38862">
                      <a:moveTo>
                        <a:pt x="0" y="38862"/>
                      </a:moveTo>
                      <a:lnTo>
                        <a:pt x="0" y="0"/>
                      </a:lnTo>
                      <a:lnTo>
                        <a:pt x="3238" y="0"/>
                      </a:lnTo>
                      <a:lnTo>
                        <a:pt x="3238" y="38862"/>
                      </a:lnTo>
                      <a:lnTo>
                        <a:pt x="0" y="38862"/>
                      </a:lnTo>
                      <a:close/>
                    </a:path>
                  </a:pathLst>
                </a:custGeom>
                <a:solidFill>
                  <a:srgbClr val="231F20"/>
                </a:solidFill>
                <a:ln w="2249" cap="flat">
                  <a:noFill/>
                  <a:prstDash val="solid"/>
                  <a:miter/>
                </a:ln>
              </p:spPr>
              <p:txBody>
                <a:bodyPr rtlCol="0" anchor="ctr"/>
                <a:lstStyle/>
                <a:p>
                  <a:endParaRPr lang="en-US"/>
                </a:p>
              </p:txBody>
            </p:sp>
            <p:sp>
              <p:nvSpPr>
                <p:cNvPr id="18014" name="Freeform 18013">
                  <a:extLst>
                    <a:ext uri="{FF2B5EF4-FFF2-40B4-BE49-F238E27FC236}">
                      <a16:creationId xmlns:a16="http://schemas.microsoft.com/office/drawing/2014/main" id="{72E4852B-D6C8-E6C2-3CAB-3CA89010CC04}"/>
                    </a:ext>
                  </a:extLst>
                </p:cNvPr>
                <p:cNvSpPr/>
                <p:nvPr/>
              </p:nvSpPr>
              <p:spPr>
                <a:xfrm>
                  <a:off x="6162053" y="4412604"/>
                  <a:ext cx="26358" cy="29483"/>
                </a:xfrm>
                <a:custGeom>
                  <a:avLst/>
                  <a:gdLst>
                    <a:gd name="connsiteX0" fmla="*/ 14326 w 26358"/>
                    <a:gd name="connsiteY0" fmla="*/ 12369 h 29483"/>
                    <a:gd name="connsiteX1" fmla="*/ 16508 w 26358"/>
                    <a:gd name="connsiteY1" fmla="*/ 12054 h 29483"/>
                    <a:gd name="connsiteX2" fmla="*/ 18576 w 26358"/>
                    <a:gd name="connsiteY2" fmla="*/ 11470 h 29483"/>
                    <a:gd name="connsiteX3" fmla="*/ 19566 w 26358"/>
                    <a:gd name="connsiteY3" fmla="*/ 10210 h 29483"/>
                    <a:gd name="connsiteX4" fmla="*/ 19746 w 26358"/>
                    <a:gd name="connsiteY4" fmla="*/ 8569 h 29483"/>
                    <a:gd name="connsiteX5" fmla="*/ 18149 w 26358"/>
                    <a:gd name="connsiteY5" fmla="*/ 4498 h 29483"/>
                    <a:gd name="connsiteX6" fmla="*/ 12774 w 26358"/>
                    <a:gd name="connsiteY6" fmla="*/ 2901 h 29483"/>
                    <a:gd name="connsiteX7" fmla="*/ 9693 w 26358"/>
                    <a:gd name="connsiteY7" fmla="*/ 3194 h 29483"/>
                    <a:gd name="connsiteX8" fmla="*/ 7242 w 26358"/>
                    <a:gd name="connsiteY8" fmla="*/ 4228 h 29483"/>
                    <a:gd name="connsiteX9" fmla="*/ 5510 w 26358"/>
                    <a:gd name="connsiteY9" fmla="*/ 6162 h 29483"/>
                    <a:gd name="connsiteX10" fmla="*/ 4610 w 26358"/>
                    <a:gd name="connsiteY10" fmla="*/ 9221 h 29483"/>
                    <a:gd name="connsiteX11" fmla="*/ 1327 w 26358"/>
                    <a:gd name="connsiteY11" fmla="*/ 9221 h 29483"/>
                    <a:gd name="connsiteX12" fmla="*/ 2452 w 26358"/>
                    <a:gd name="connsiteY12" fmla="*/ 4993 h 29483"/>
                    <a:gd name="connsiteX13" fmla="*/ 4971 w 26358"/>
                    <a:gd name="connsiteY13" fmla="*/ 2136 h 29483"/>
                    <a:gd name="connsiteX14" fmla="*/ 8524 w 26358"/>
                    <a:gd name="connsiteY14" fmla="*/ 517 h 29483"/>
                    <a:gd name="connsiteX15" fmla="*/ 12820 w 26358"/>
                    <a:gd name="connsiteY15" fmla="*/ 0 h 29483"/>
                    <a:gd name="connsiteX16" fmla="*/ 16778 w 26358"/>
                    <a:gd name="connsiteY16" fmla="*/ 450 h 29483"/>
                    <a:gd name="connsiteX17" fmla="*/ 20016 w 26358"/>
                    <a:gd name="connsiteY17" fmla="*/ 1912 h 29483"/>
                    <a:gd name="connsiteX18" fmla="*/ 22175 w 26358"/>
                    <a:gd name="connsiteY18" fmla="*/ 4588 h 29483"/>
                    <a:gd name="connsiteX19" fmla="*/ 22962 w 26358"/>
                    <a:gd name="connsiteY19" fmla="*/ 8681 h 29483"/>
                    <a:gd name="connsiteX20" fmla="*/ 22962 w 26358"/>
                    <a:gd name="connsiteY20" fmla="*/ 23906 h 29483"/>
                    <a:gd name="connsiteX21" fmla="*/ 23637 w 26358"/>
                    <a:gd name="connsiteY21" fmla="*/ 26313 h 29483"/>
                    <a:gd name="connsiteX22" fmla="*/ 26358 w 26358"/>
                    <a:gd name="connsiteY22" fmla="*/ 26065 h 29483"/>
                    <a:gd name="connsiteX23" fmla="*/ 26358 w 26358"/>
                    <a:gd name="connsiteY23" fmla="*/ 28607 h 29483"/>
                    <a:gd name="connsiteX24" fmla="*/ 25256 w 26358"/>
                    <a:gd name="connsiteY24" fmla="*/ 28922 h 29483"/>
                    <a:gd name="connsiteX25" fmla="*/ 23817 w 26358"/>
                    <a:gd name="connsiteY25" fmla="*/ 29146 h 29483"/>
                    <a:gd name="connsiteX26" fmla="*/ 22355 w 26358"/>
                    <a:gd name="connsiteY26" fmla="*/ 28989 h 29483"/>
                    <a:gd name="connsiteX27" fmla="*/ 21050 w 26358"/>
                    <a:gd name="connsiteY27" fmla="*/ 28472 h 29483"/>
                    <a:gd name="connsiteX28" fmla="*/ 20263 w 26358"/>
                    <a:gd name="connsiteY28" fmla="*/ 27505 h 29483"/>
                    <a:gd name="connsiteX29" fmla="*/ 19858 w 26358"/>
                    <a:gd name="connsiteY29" fmla="*/ 26268 h 29483"/>
                    <a:gd name="connsiteX30" fmla="*/ 19746 w 26358"/>
                    <a:gd name="connsiteY30" fmla="*/ 24829 h 29483"/>
                    <a:gd name="connsiteX31" fmla="*/ 15046 w 26358"/>
                    <a:gd name="connsiteY31" fmla="*/ 28292 h 29483"/>
                    <a:gd name="connsiteX32" fmla="*/ 9334 w 26358"/>
                    <a:gd name="connsiteY32" fmla="*/ 29484 h 29483"/>
                    <a:gd name="connsiteX33" fmla="*/ 5802 w 26358"/>
                    <a:gd name="connsiteY33" fmla="*/ 28989 h 29483"/>
                    <a:gd name="connsiteX34" fmla="*/ 2811 w 26358"/>
                    <a:gd name="connsiteY34" fmla="*/ 27482 h 29483"/>
                    <a:gd name="connsiteX35" fmla="*/ 765 w 26358"/>
                    <a:gd name="connsiteY35" fmla="*/ 24963 h 29483"/>
                    <a:gd name="connsiteX36" fmla="*/ 0 w 26358"/>
                    <a:gd name="connsiteY36" fmla="*/ 21433 h 29483"/>
                    <a:gd name="connsiteX37" fmla="*/ 9761 w 26358"/>
                    <a:gd name="connsiteY37" fmla="*/ 13022 h 29483"/>
                    <a:gd name="connsiteX38" fmla="*/ 14236 w 26358"/>
                    <a:gd name="connsiteY38" fmla="*/ 12437 h 29483"/>
                    <a:gd name="connsiteX39" fmla="*/ 19791 w 26358"/>
                    <a:gd name="connsiteY39" fmla="*/ 13988 h 29483"/>
                    <a:gd name="connsiteX40" fmla="*/ 15631 w 26358"/>
                    <a:gd name="connsiteY40" fmla="*/ 15113 h 29483"/>
                    <a:gd name="connsiteX41" fmla="*/ 11425 w 26358"/>
                    <a:gd name="connsiteY41" fmla="*/ 15540 h 29483"/>
                    <a:gd name="connsiteX42" fmla="*/ 5622 w 26358"/>
                    <a:gd name="connsiteY42" fmla="*/ 17205 h 29483"/>
                    <a:gd name="connsiteX43" fmla="*/ 3554 w 26358"/>
                    <a:gd name="connsiteY43" fmla="*/ 21478 h 29483"/>
                    <a:gd name="connsiteX44" fmla="*/ 4071 w 26358"/>
                    <a:gd name="connsiteY44" fmla="*/ 23727 h 29483"/>
                    <a:gd name="connsiteX45" fmla="*/ 5420 w 26358"/>
                    <a:gd name="connsiteY45" fmla="*/ 25301 h 29483"/>
                    <a:gd name="connsiteX46" fmla="*/ 7354 w 26358"/>
                    <a:gd name="connsiteY46" fmla="*/ 26223 h 29483"/>
                    <a:gd name="connsiteX47" fmla="*/ 9603 w 26358"/>
                    <a:gd name="connsiteY47" fmla="*/ 26515 h 29483"/>
                    <a:gd name="connsiteX48" fmla="*/ 13382 w 26358"/>
                    <a:gd name="connsiteY48" fmla="*/ 26020 h 29483"/>
                    <a:gd name="connsiteX49" fmla="*/ 16643 w 26358"/>
                    <a:gd name="connsiteY49" fmla="*/ 24536 h 29483"/>
                    <a:gd name="connsiteX50" fmla="*/ 18937 w 26358"/>
                    <a:gd name="connsiteY50" fmla="*/ 21995 h 29483"/>
                    <a:gd name="connsiteX51" fmla="*/ 19791 w 26358"/>
                    <a:gd name="connsiteY51" fmla="*/ 18352 h 29483"/>
                    <a:gd name="connsiteX52" fmla="*/ 19791 w 26358"/>
                    <a:gd name="connsiteY52" fmla="*/ 13988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6358" h="29483">
                      <a:moveTo>
                        <a:pt x="14326" y="12369"/>
                      </a:moveTo>
                      <a:cubicBezTo>
                        <a:pt x="14933" y="12302"/>
                        <a:pt x="15676" y="12189"/>
                        <a:pt x="16508" y="12054"/>
                      </a:cubicBezTo>
                      <a:cubicBezTo>
                        <a:pt x="17362" y="11920"/>
                        <a:pt x="18037" y="11717"/>
                        <a:pt x="18576" y="11470"/>
                      </a:cubicBezTo>
                      <a:cubicBezTo>
                        <a:pt x="19116" y="11222"/>
                        <a:pt x="19454" y="10795"/>
                        <a:pt x="19566" y="10210"/>
                      </a:cubicBezTo>
                      <a:cubicBezTo>
                        <a:pt x="19701" y="9626"/>
                        <a:pt x="19746" y="9063"/>
                        <a:pt x="19746" y="8569"/>
                      </a:cubicBezTo>
                      <a:cubicBezTo>
                        <a:pt x="19746" y="6904"/>
                        <a:pt x="19206" y="5555"/>
                        <a:pt x="18149" y="4498"/>
                      </a:cubicBezTo>
                      <a:cubicBezTo>
                        <a:pt x="17092" y="3441"/>
                        <a:pt x="15293" y="2901"/>
                        <a:pt x="12774" y="2901"/>
                      </a:cubicBezTo>
                      <a:cubicBezTo>
                        <a:pt x="11650" y="2901"/>
                        <a:pt x="10638" y="2991"/>
                        <a:pt x="9693" y="3194"/>
                      </a:cubicBezTo>
                      <a:cubicBezTo>
                        <a:pt x="8749" y="3396"/>
                        <a:pt x="7939" y="3733"/>
                        <a:pt x="7242" y="4228"/>
                      </a:cubicBezTo>
                      <a:cubicBezTo>
                        <a:pt x="6545" y="4723"/>
                        <a:pt x="5960" y="5353"/>
                        <a:pt x="5510" y="6162"/>
                      </a:cubicBezTo>
                      <a:cubicBezTo>
                        <a:pt x="5060" y="6972"/>
                        <a:pt x="4768" y="7984"/>
                        <a:pt x="4610" y="9221"/>
                      </a:cubicBezTo>
                      <a:lnTo>
                        <a:pt x="1327" y="9221"/>
                      </a:lnTo>
                      <a:cubicBezTo>
                        <a:pt x="1440" y="7556"/>
                        <a:pt x="1822" y="6162"/>
                        <a:pt x="2452" y="4993"/>
                      </a:cubicBezTo>
                      <a:cubicBezTo>
                        <a:pt x="3104" y="3823"/>
                        <a:pt x="3936" y="2879"/>
                        <a:pt x="4971" y="2136"/>
                      </a:cubicBezTo>
                      <a:cubicBezTo>
                        <a:pt x="6005" y="1394"/>
                        <a:pt x="7175" y="855"/>
                        <a:pt x="8524" y="517"/>
                      </a:cubicBezTo>
                      <a:cubicBezTo>
                        <a:pt x="9873" y="180"/>
                        <a:pt x="11312" y="0"/>
                        <a:pt x="12820" y="0"/>
                      </a:cubicBezTo>
                      <a:cubicBezTo>
                        <a:pt x="14214" y="0"/>
                        <a:pt x="15541" y="157"/>
                        <a:pt x="16778" y="450"/>
                      </a:cubicBezTo>
                      <a:cubicBezTo>
                        <a:pt x="18014" y="765"/>
                        <a:pt x="19094" y="1237"/>
                        <a:pt x="20016" y="1912"/>
                      </a:cubicBezTo>
                      <a:cubicBezTo>
                        <a:pt x="20938" y="2586"/>
                        <a:pt x="21658" y="3463"/>
                        <a:pt x="22175" y="4588"/>
                      </a:cubicBezTo>
                      <a:cubicBezTo>
                        <a:pt x="22692" y="5712"/>
                        <a:pt x="22962" y="7062"/>
                        <a:pt x="22962" y="8681"/>
                      </a:cubicBezTo>
                      <a:lnTo>
                        <a:pt x="22962" y="23906"/>
                      </a:lnTo>
                      <a:cubicBezTo>
                        <a:pt x="22962" y="25166"/>
                        <a:pt x="23187" y="25976"/>
                        <a:pt x="23637" y="26313"/>
                      </a:cubicBezTo>
                      <a:cubicBezTo>
                        <a:pt x="24087" y="26650"/>
                        <a:pt x="24986" y="26583"/>
                        <a:pt x="26358" y="26065"/>
                      </a:cubicBezTo>
                      <a:lnTo>
                        <a:pt x="26358" y="28607"/>
                      </a:lnTo>
                      <a:cubicBezTo>
                        <a:pt x="26111" y="28674"/>
                        <a:pt x="25729" y="28787"/>
                        <a:pt x="25256" y="28922"/>
                      </a:cubicBezTo>
                      <a:cubicBezTo>
                        <a:pt x="24761" y="29057"/>
                        <a:pt x="24289" y="29146"/>
                        <a:pt x="23817" y="29146"/>
                      </a:cubicBezTo>
                      <a:cubicBezTo>
                        <a:pt x="23322" y="29146"/>
                        <a:pt x="22827" y="29102"/>
                        <a:pt x="22355" y="28989"/>
                      </a:cubicBezTo>
                      <a:cubicBezTo>
                        <a:pt x="21815" y="28922"/>
                        <a:pt x="21388" y="28742"/>
                        <a:pt x="21050" y="28472"/>
                      </a:cubicBezTo>
                      <a:cubicBezTo>
                        <a:pt x="20736" y="28202"/>
                        <a:pt x="20466" y="27887"/>
                        <a:pt x="20263" y="27505"/>
                      </a:cubicBezTo>
                      <a:cubicBezTo>
                        <a:pt x="20061" y="27123"/>
                        <a:pt x="19926" y="26718"/>
                        <a:pt x="19858" y="26268"/>
                      </a:cubicBezTo>
                      <a:cubicBezTo>
                        <a:pt x="19791" y="25818"/>
                        <a:pt x="19746" y="25346"/>
                        <a:pt x="19746" y="24829"/>
                      </a:cubicBezTo>
                      <a:cubicBezTo>
                        <a:pt x="18374" y="26335"/>
                        <a:pt x="16822" y="27482"/>
                        <a:pt x="15046" y="28292"/>
                      </a:cubicBezTo>
                      <a:cubicBezTo>
                        <a:pt x="13269" y="29102"/>
                        <a:pt x="11380" y="29484"/>
                        <a:pt x="9334" y="29484"/>
                      </a:cubicBezTo>
                      <a:cubicBezTo>
                        <a:pt x="8119" y="29484"/>
                        <a:pt x="6927" y="29327"/>
                        <a:pt x="5802" y="28989"/>
                      </a:cubicBezTo>
                      <a:cubicBezTo>
                        <a:pt x="4678" y="28674"/>
                        <a:pt x="3666" y="28157"/>
                        <a:pt x="2811" y="27482"/>
                      </a:cubicBezTo>
                      <a:cubicBezTo>
                        <a:pt x="1957" y="26808"/>
                        <a:pt x="1260" y="25953"/>
                        <a:pt x="765" y="24963"/>
                      </a:cubicBezTo>
                      <a:cubicBezTo>
                        <a:pt x="270" y="23974"/>
                        <a:pt x="0" y="22804"/>
                        <a:pt x="0" y="21433"/>
                      </a:cubicBezTo>
                      <a:cubicBezTo>
                        <a:pt x="0" y="16687"/>
                        <a:pt x="3261" y="13876"/>
                        <a:pt x="9761" y="13022"/>
                      </a:cubicBezTo>
                      <a:lnTo>
                        <a:pt x="14236" y="12437"/>
                      </a:lnTo>
                      <a:close/>
                      <a:moveTo>
                        <a:pt x="19791" y="13988"/>
                      </a:moveTo>
                      <a:cubicBezTo>
                        <a:pt x="18419" y="14573"/>
                        <a:pt x="17047" y="14933"/>
                        <a:pt x="15631" y="15113"/>
                      </a:cubicBezTo>
                      <a:cubicBezTo>
                        <a:pt x="14214" y="15293"/>
                        <a:pt x="12820" y="15428"/>
                        <a:pt x="11425" y="15540"/>
                      </a:cubicBezTo>
                      <a:cubicBezTo>
                        <a:pt x="8951" y="15720"/>
                        <a:pt x="7017" y="16282"/>
                        <a:pt x="5622" y="17205"/>
                      </a:cubicBezTo>
                      <a:cubicBezTo>
                        <a:pt x="4228" y="18149"/>
                        <a:pt x="3554" y="19566"/>
                        <a:pt x="3554" y="21478"/>
                      </a:cubicBezTo>
                      <a:cubicBezTo>
                        <a:pt x="3554" y="22332"/>
                        <a:pt x="3734" y="23097"/>
                        <a:pt x="4071" y="23727"/>
                      </a:cubicBezTo>
                      <a:cubicBezTo>
                        <a:pt x="4408" y="24356"/>
                        <a:pt x="4858" y="24874"/>
                        <a:pt x="5420" y="25301"/>
                      </a:cubicBezTo>
                      <a:cubicBezTo>
                        <a:pt x="5983" y="25728"/>
                        <a:pt x="6635" y="26020"/>
                        <a:pt x="7354" y="26223"/>
                      </a:cubicBezTo>
                      <a:cubicBezTo>
                        <a:pt x="8074" y="26425"/>
                        <a:pt x="8839" y="26515"/>
                        <a:pt x="9603" y="26515"/>
                      </a:cubicBezTo>
                      <a:cubicBezTo>
                        <a:pt x="10908" y="26515"/>
                        <a:pt x="12167" y="26358"/>
                        <a:pt x="13382" y="26020"/>
                      </a:cubicBezTo>
                      <a:cubicBezTo>
                        <a:pt x="14596" y="25706"/>
                        <a:pt x="15698" y="25211"/>
                        <a:pt x="16643" y="24536"/>
                      </a:cubicBezTo>
                      <a:cubicBezTo>
                        <a:pt x="17587" y="23861"/>
                        <a:pt x="18352" y="23029"/>
                        <a:pt x="18937" y="21995"/>
                      </a:cubicBezTo>
                      <a:cubicBezTo>
                        <a:pt x="19499" y="20960"/>
                        <a:pt x="19791" y="19746"/>
                        <a:pt x="19791" y="18352"/>
                      </a:cubicBezTo>
                      <a:lnTo>
                        <a:pt x="19791" y="13988"/>
                      </a:lnTo>
                      <a:close/>
                    </a:path>
                  </a:pathLst>
                </a:custGeom>
                <a:solidFill>
                  <a:srgbClr val="231F20"/>
                </a:solidFill>
                <a:ln w="2249" cap="flat">
                  <a:noFill/>
                  <a:prstDash val="solid"/>
                  <a:miter/>
                </a:ln>
              </p:spPr>
              <p:txBody>
                <a:bodyPr rtlCol="0" anchor="ctr"/>
                <a:lstStyle/>
                <a:p>
                  <a:endParaRPr lang="en-US"/>
                </a:p>
              </p:txBody>
            </p:sp>
            <p:sp>
              <p:nvSpPr>
                <p:cNvPr id="18015" name="Freeform 18014">
                  <a:extLst>
                    <a:ext uri="{FF2B5EF4-FFF2-40B4-BE49-F238E27FC236}">
                      <a16:creationId xmlns:a16="http://schemas.microsoft.com/office/drawing/2014/main" id="{5BF2D420-8959-6301-50E3-252785BFCF17}"/>
                    </a:ext>
                  </a:extLst>
                </p:cNvPr>
                <p:cNvSpPr/>
                <p:nvPr/>
              </p:nvSpPr>
              <p:spPr>
                <a:xfrm>
                  <a:off x="6190749" y="4405520"/>
                  <a:ext cx="12616" cy="36500"/>
                </a:xfrm>
                <a:custGeom>
                  <a:avLst/>
                  <a:gdLst>
                    <a:gd name="connsiteX0" fmla="*/ 12617 w 12616"/>
                    <a:gd name="connsiteY0" fmla="*/ 35849 h 36500"/>
                    <a:gd name="connsiteX1" fmla="*/ 11043 w 12616"/>
                    <a:gd name="connsiteY1" fmla="*/ 36231 h 36500"/>
                    <a:gd name="connsiteX2" fmla="*/ 8884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2 h 36500"/>
                    <a:gd name="connsiteX8" fmla="*/ 3936 w 12616"/>
                    <a:gd name="connsiteY8" fmla="*/ 7782 h 36500"/>
                    <a:gd name="connsiteX9" fmla="*/ 3936 w 12616"/>
                    <a:gd name="connsiteY9" fmla="*/ 0 h 36500"/>
                    <a:gd name="connsiteX10" fmla="*/ 7175 w 12616"/>
                    <a:gd name="connsiteY10" fmla="*/ 0 h 36500"/>
                    <a:gd name="connsiteX11" fmla="*/ 7175 w 12616"/>
                    <a:gd name="connsiteY11" fmla="*/ 7782 h 36500"/>
                    <a:gd name="connsiteX12" fmla="*/ 12414 w 12616"/>
                    <a:gd name="connsiteY12" fmla="*/ 7782 h 36500"/>
                    <a:gd name="connsiteX13" fmla="*/ 12414 w 12616"/>
                    <a:gd name="connsiteY13" fmla="*/ 10480 h 36500"/>
                    <a:gd name="connsiteX14" fmla="*/ 7175 w 12616"/>
                    <a:gd name="connsiteY14" fmla="*/ 10480 h 36500"/>
                    <a:gd name="connsiteX15" fmla="*/ 7175 w 12616"/>
                    <a:gd name="connsiteY15" fmla="*/ 29641 h 36500"/>
                    <a:gd name="connsiteX16" fmla="*/ 7220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5 h 36500"/>
                    <a:gd name="connsiteX21" fmla="*/ 12617 w 12616"/>
                    <a:gd name="connsiteY21" fmla="*/ 33195 h 36500"/>
                    <a:gd name="connsiteX22" fmla="*/ 12617 w 12616"/>
                    <a:gd name="connsiteY22" fmla="*/ 35849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616" h="36500">
                      <a:moveTo>
                        <a:pt x="12617" y="35849"/>
                      </a:moveTo>
                      <a:cubicBezTo>
                        <a:pt x="12212" y="35916"/>
                        <a:pt x="11695" y="36051"/>
                        <a:pt x="11043" y="36231"/>
                      </a:cubicBezTo>
                      <a:cubicBezTo>
                        <a:pt x="10390" y="36411"/>
                        <a:pt x="9671" y="36501"/>
                        <a:pt x="8884" y="36501"/>
                      </a:cubicBezTo>
                      <a:cubicBezTo>
                        <a:pt x="7264" y="36501"/>
                        <a:pt x="6028" y="36096"/>
                        <a:pt x="5195" y="35286"/>
                      </a:cubicBezTo>
                      <a:cubicBezTo>
                        <a:pt x="4341" y="34477"/>
                        <a:pt x="3936" y="33037"/>
                        <a:pt x="3936" y="30946"/>
                      </a:cubicBezTo>
                      <a:lnTo>
                        <a:pt x="3936" y="10480"/>
                      </a:lnTo>
                      <a:lnTo>
                        <a:pt x="0" y="10480"/>
                      </a:lnTo>
                      <a:lnTo>
                        <a:pt x="0" y="7782"/>
                      </a:lnTo>
                      <a:lnTo>
                        <a:pt x="3936" y="7782"/>
                      </a:lnTo>
                      <a:lnTo>
                        <a:pt x="3936" y="0"/>
                      </a:lnTo>
                      <a:lnTo>
                        <a:pt x="7175" y="0"/>
                      </a:lnTo>
                      <a:lnTo>
                        <a:pt x="7175" y="7782"/>
                      </a:lnTo>
                      <a:lnTo>
                        <a:pt x="12414" y="7782"/>
                      </a:lnTo>
                      <a:lnTo>
                        <a:pt x="12414" y="10480"/>
                      </a:lnTo>
                      <a:lnTo>
                        <a:pt x="7175" y="10480"/>
                      </a:lnTo>
                      <a:lnTo>
                        <a:pt x="7175" y="29641"/>
                      </a:lnTo>
                      <a:cubicBezTo>
                        <a:pt x="7175" y="30316"/>
                        <a:pt x="7175" y="30923"/>
                        <a:pt x="7220" y="31418"/>
                      </a:cubicBezTo>
                      <a:cubicBezTo>
                        <a:pt x="7264" y="31913"/>
                        <a:pt x="7354" y="32340"/>
                        <a:pt x="7534" y="32655"/>
                      </a:cubicBezTo>
                      <a:cubicBezTo>
                        <a:pt x="7714" y="32970"/>
                        <a:pt x="7984" y="33217"/>
                        <a:pt x="8366" y="33352"/>
                      </a:cubicBezTo>
                      <a:cubicBezTo>
                        <a:pt x="8749" y="33487"/>
                        <a:pt x="9266" y="33577"/>
                        <a:pt x="9963" y="33577"/>
                      </a:cubicBezTo>
                      <a:cubicBezTo>
                        <a:pt x="10390" y="33577"/>
                        <a:pt x="10840" y="33532"/>
                        <a:pt x="11290" y="33465"/>
                      </a:cubicBezTo>
                      <a:cubicBezTo>
                        <a:pt x="11739" y="33397"/>
                        <a:pt x="12190" y="33307"/>
                        <a:pt x="12617" y="33195"/>
                      </a:cubicBezTo>
                      <a:lnTo>
                        <a:pt x="12617" y="35849"/>
                      </a:lnTo>
                      <a:close/>
                    </a:path>
                  </a:pathLst>
                </a:custGeom>
                <a:solidFill>
                  <a:srgbClr val="231F20"/>
                </a:solidFill>
                <a:ln w="2249" cap="flat">
                  <a:noFill/>
                  <a:prstDash val="solid"/>
                  <a:miter/>
                </a:ln>
              </p:spPr>
              <p:txBody>
                <a:bodyPr rtlCol="0" anchor="ctr"/>
                <a:lstStyle/>
                <a:p>
                  <a:endParaRPr lang="en-US"/>
                </a:p>
              </p:txBody>
            </p:sp>
            <p:sp>
              <p:nvSpPr>
                <p:cNvPr id="18016" name="Freeform 18015">
                  <a:extLst>
                    <a:ext uri="{FF2B5EF4-FFF2-40B4-BE49-F238E27FC236}">
                      <a16:creationId xmlns:a16="http://schemas.microsoft.com/office/drawing/2014/main" id="{A1FABF77-FE96-9B90-900A-40B3D7EF9486}"/>
                    </a:ext>
                  </a:extLst>
                </p:cNvPr>
                <p:cNvSpPr/>
                <p:nvPr/>
              </p:nvSpPr>
              <p:spPr>
                <a:xfrm>
                  <a:off x="6208876" y="4402394"/>
                  <a:ext cx="3553" cy="38884"/>
                </a:xfrm>
                <a:custGeom>
                  <a:avLst/>
                  <a:gdLst>
                    <a:gd name="connsiteX0" fmla="*/ 0 w 3553"/>
                    <a:gd name="connsiteY0" fmla="*/ 4813 h 38884"/>
                    <a:gd name="connsiteX1" fmla="*/ 0 w 3553"/>
                    <a:gd name="connsiteY1" fmla="*/ 0 h 38884"/>
                    <a:gd name="connsiteX2" fmla="*/ 3554 w 3553"/>
                    <a:gd name="connsiteY2" fmla="*/ 0 h 38884"/>
                    <a:gd name="connsiteX3" fmla="*/ 3554 w 3553"/>
                    <a:gd name="connsiteY3" fmla="*/ 4813 h 38884"/>
                    <a:gd name="connsiteX4" fmla="*/ 0 w 3553"/>
                    <a:gd name="connsiteY4" fmla="*/ 4813 h 38884"/>
                    <a:gd name="connsiteX5" fmla="*/ 158 w 3553"/>
                    <a:gd name="connsiteY5" fmla="*/ 38885 h 38884"/>
                    <a:gd name="connsiteX6" fmla="*/ 158 w 3553"/>
                    <a:gd name="connsiteY6" fmla="*/ 10930 h 38884"/>
                    <a:gd name="connsiteX7" fmla="*/ 3396 w 3553"/>
                    <a:gd name="connsiteY7" fmla="*/ 10930 h 38884"/>
                    <a:gd name="connsiteX8" fmla="*/ 3396 w 3553"/>
                    <a:gd name="connsiteY8" fmla="*/ 38885 h 38884"/>
                    <a:gd name="connsiteX9" fmla="*/ 158 w 3553"/>
                    <a:gd name="connsiteY9" fmla="*/ 38885 h 38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53" h="38884">
                      <a:moveTo>
                        <a:pt x="0" y="4813"/>
                      </a:moveTo>
                      <a:lnTo>
                        <a:pt x="0" y="0"/>
                      </a:lnTo>
                      <a:lnTo>
                        <a:pt x="3554" y="0"/>
                      </a:lnTo>
                      <a:lnTo>
                        <a:pt x="3554" y="4813"/>
                      </a:lnTo>
                      <a:lnTo>
                        <a:pt x="0" y="4813"/>
                      </a:lnTo>
                      <a:close/>
                      <a:moveTo>
                        <a:pt x="158" y="38885"/>
                      </a:moveTo>
                      <a:lnTo>
                        <a:pt x="158" y="10930"/>
                      </a:lnTo>
                      <a:lnTo>
                        <a:pt x="3396" y="10930"/>
                      </a:lnTo>
                      <a:lnTo>
                        <a:pt x="3396" y="38885"/>
                      </a:lnTo>
                      <a:lnTo>
                        <a:pt x="158" y="38885"/>
                      </a:lnTo>
                      <a:close/>
                    </a:path>
                  </a:pathLst>
                </a:custGeom>
                <a:solidFill>
                  <a:srgbClr val="231F20"/>
                </a:solidFill>
                <a:ln w="2249" cap="flat">
                  <a:noFill/>
                  <a:prstDash val="solid"/>
                  <a:miter/>
                </a:ln>
              </p:spPr>
              <p:txBody>
                <a:bodyPr rtlCol="0" anchor="ctr"/>
                <a:lstStyle/>
                <a:p>
                  <a:endParaRPr lang="en-US"/>
                </a:p>
              </p:txBody>
            </p:sp>
            <p:sp>
              <p:nvSpPr>
                <p:cNvPr id="18017" name="Freeform 18016">
                  <a:extLst>
                    <a:ext uri="{FF2B5EF4-FFF2-40B4-BE49-F238E27FC236}">
                      <a16:creationId xmlns:a16="http://schemas.microsoft.com/office/drawing/2014/main" id="{C6ADAD5F-83D0-C117-EE71-13C5A7F584BD}"/>
                    </a:ext>
                  </a:extLst>
                </p:cNvPr>
                <p:cNvSpPr/>
                <p:nvPr/>
              </p:nvSpPr>
              <p:spPr>
                <a:xfrm>
                  <a:off x="6217580" y="4413301"/>
                  <a:ext cx="25143" cy="27954"/>
                </a:xfrm>
                <a:custGeom>
                  <a:avLst/>
                  <a:gdLst>
                    <a:gd name="connsiteX0" fmla="*/ 0 w 25143"/>
                    <a:gd name="connsiteY0" fmla="*/ 0 h 27954"/>
                    <a:gd name="connsiteX1" fmla="*/ 3508 w 25143"/>
                    <a:gd name="connsiteY1" fmla="*/ 0 h 27954"/>
                    <a:gd name="connsiteX2" fmla="*/ 12571 w 25143"/>
                    <a:gd name="connsiteY2" fmla="*/ 23974 h 27954"/>
                    <a:gd name="connsiteX3" fmla="*/ 21635 w 25143"/>
                    <a:gd name="connsiteY3" fmla="*/ 0 h 27954"/>
                    <a:gd name="connsiteX4" fmla="*/ 25143 w 25143"/>
                    <a:gd name="connsiteY4" fmla="*/ 0 h 27954"/>
                    <a:gd name="connsiteX5" fmla="*/ 14303 w 25143"/>
                    <a:gd name="connsiteY5" fmla="*/ 27954 h 27954"/>
                    <a:gd name="connsiteX6" fmla="*/ 10683 w 25143"/>
                    <a:gd name="connsiteY6" fmla="*/ 27954 h 27954"/>
                    <a:gd name="connsiteX7" fmla="*/ 0 w 25143"/>
                    <a:gd name="connsiteY7" fmla="*/ 0 h 279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143" h="27954">
                      <a:moveTo>
                        <a:pt x="0" y="0"/>
                      </a:moveTo>
                      <a:lnTo>
                        <a:pt x="3508" y="0"/>
                      </a:lnTo>
                      <a:lnTo>
                        <a:pt x="12571" y="23974"/>
                      </a:lnTo>
                      <a:lnTo>
                        <a:pt x="21635" y="0"/>
                      </a:lnTo>
                      <a:lnTo>
                        <a:pt x="25143" y="0"/>
                      </a:lnTo>
                      <a:lnTo>
                        <a:pt x="14303" y="27954"/>
                      </a:lnTo>
                      <a:lnTo>
                        <a:pt x="10683" y="27954"/>
                      </a:lnTo>
                      <a:lnTo>
                        <a:pt x="0" y="0"/>
                      </a:lnTo>
                      <a:close/>
                    </a:path>
                  </a:pathLst>
                </a:custGeom>
                <a:solidFill>
                  <a:srgbClr val="231F20"/>
                </a:solidFill>
                <a:ln w="2249" cap="flat">
                  <a:noFill/>
                  <a:prstDash val="solid"/>
                  <a:miter/>
                </a:ln>
              </p:spPr>
              <p:txBody>
                <a:bodyPr rtlCol="0" anchor="ctr"/>
                <a:lstStyle/>
                <a:p>
                  <a:endParaRPr lang="en-US"/>
                </a:p>
              </p:txBody>
            </p:sp>
            <p:sp>
              <p:nvSpPr>
                <p:cNvPr id="18018" name="Freeform 18017">
                  <a:extLst>
                    <a:ext uri="{FF2B5EF4-FFF2-40B4-BE49-F238E27FC236}">
                      <a16:creationId xmlns:a16="http://schemas.microsoft.com/office/drawing/2014/main" id="{F0219DBD-0BB6-85FB-835E-D24A1AA786D3}"/>
                    </a:ext>
                  </a:extLst>
                </p:cNvPr>
                <p:cNvSpPr/>
                <p:nvPr/>
              </p:nvSpPr>
              <p:spPr>
                <a:xfrm>
                  <a:off x="6246006" y="4412582"/>
                  <a:ext cx="25167" cy="29483"/>
                </a:xfrm>
                <a:custGeom>
                  <a:avLst/>
                  <a:gdLst>
                    <a:gd name="connsiteX0" fmla="*/ 3509 w 25167"/>
                    <a:gd name="connsiteY0" fmla="*/ 15473 h 29483"/>
                    <a:gd name="connsiteX1" fmla="*/ 4093 w 25167"/>
                    <a:gd name="connsiteY1" fmla="*/ 19768 h 29483"/>
                    <a:gd name="connsiteX2" fmla="*/ 5848 w 25167"/>
                    <a:gd name="connsiteY2" fmla="*/ 23277 h 29483"/>
                    <a:gd name="connsiteX3" fmla="*/ 8793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4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899 w 25167"/>
                    <a:gd name="connsiteY16" fmla="*/ 9086 h 29483"/>
                    <a:gd name="connsiteX17" fmla="*/ 3441 w 25167"/>
                    <a:gd name="connsiteY17" fmla="*/ 4363 h 29483"/>
                    <a:gd name="connsiteX18" fmla="*/ 7467 w 25167"/>
                    <a:gd name="connsiteY18" fmla="*/ 1170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7 w 25167"/>
                    <a:gd name="connsiteY23" fmla="*/ 12774 h 29483"/>
                    <a:gd name="connsiteX24" fmla="*/ 21185 w 25167"/>
                    <a:gd name="connsiteY24" fmla="*/ 8906 h 29483"/>
                    <a:gd name="connsiteX25" fmla="*/ 19521 w 25167"/>
                    <a:gd name="connsiteY25" fmla="*/ 5780 h 29483"/>
                    <a:gd name="connsiteX26" fmla="*/ 16732 w 25167"/>
                    <a:gd name="connsiteY26" fmla="*/ 3666 h 29483"/>
                    <a:gd name="connsiteX27" fmla="*/ 12909 w 25167"/>
                    <a:gd name="connsiteY27" fmla="*/ 2879 h 29483"/>
                    <a:gd name="connsiteX28" fmla="*/ 9108 w 25167"/>
                    <a:gd name="connsiteY28" fmla="*/ 3688 h 29483"/>
                    <a:gd name="connsiteX29" fmla="*/ 6297 w 25167"/>
                    <a:gd name="connsiteY29" fmla="*/ 5847 h 29483"/>
                    <a:gd name="connsiteX30" fmla="*/ 4430 w 25167"/>
                    <a:gd name="connsiteY30" fmla="*/ 8973 h 29483"/>
                    <a:gd name="connsiteX31" fmla="*/ 3509 w 25167"/>
                    <a:gd name="connsiteY31" fmla="*/ 12752 h 29483"/>
                    <a:gd name="connsiteX32" fmla="*/ 21747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9" y="15473"/>
                      </a:moveTo>
                      <a:cubicBezTo>
                        <a:pt x="3509" y="16980"/>
                        <a:pt x="3711" y="18419"/>
                        <a:pt x="4093" y="19768"/>
                      </a:cubicBezTo>
                      <a:cubicBezTo>
                        <a:pt x="4498" y="21118"/>
                        <a:pt x="5083" y="22287"/>
                        <a:pt x="5848" y="23277"/>
                      </a:cubicBezTo>
                      <a:cubicBezTo>
                        <a:pt x="6612" y="24266"/>
                        <a:pt x="7602" y="25053"/>
                        <a:pt x="8793" y="25661"/>
                      </a:cubicBezTo>
                      <a:cubicBezTo>
                        <a:pt x="9985" y="26245"/>
                        <a:pt x="11357" y="26560"/>
                        <a:pt x="12886" y="26560"/>
                      </a:cubicBezTo>
                      <a:cubicBezTo>
                        <a:pt x="15000" y="26560"/>
                        <a:pt x="16822" y="25998"/>
                        <a:pt x="18329" y="24896"/>
                      </a:cubicBezTo>
                      <a:cubicBezTo>
                        <a:pt x="19836" y="23794"/>
                        <a:pt x="20848" y="22197"/>
                        <a:pt x="21343" y="20151"/>
                      </a:cubicBezTo>
                      <a:lnTo>
                        <a:pt x="24964" y="20151"/>
                      </a:lnTo>
                      <a:cubicBezTo>
                        <a:pt x="24558" y="21478"/>
                        <a:pt x="24041" y="22714"/>
                        <a:pt x="23389" y="23839"/>
                      </a:cubicBezTo>
                      <a:cubicBezTo>
                        <a:pt x="22737" y="24963"/>
                        <a:pt x="21927" y="25953"/>
                        <a:pt x="20960" y="26808"/>
                      </a:cubicBezTo>
                      <a:cubicBezTo>
                        <a:pt x="19994" y="27662"/>
                        <a:pt x="18847" y="28314"/>
                        <a:pt x="17497" y="28787"/>
                      </a:cubicBezTo>
                      <a:cubicBezTo>
                        <a:pt x="16170" y="29259"/>
                        <a:pt x="14618" y="29484"/>
                        <a:pt x="12864" y="29484"/>
                      </a:cubicBezTo>
                      <a:cubicBezTo>
                        <a:pt x="10638" y="29484"/>
                        <a:pt x="8704" y="29102"/>
                        <a:pt x="7084" y="28359"/>
                      </a:cubicBezTo>
                      <a:cubicBezTo>
                        <a:pt x="5465" y="27595"/>
                        <a:pt x="4138" y="26560"/>
                        <a:pt x="3081" y="25256"/>
                      </a:cubicBezTo>
                      <a:cubicBezTo>
                        <a:pt x="2046" y="23951"/>
                        <a:pt x="1260" y="22400"/>
                        <a:pt x="765" y="20623"/>
                      </a:cubicBezTo>
                      <a:cubicBezTo>
                        <a:pt x="270" y="18846"/>
                        <a:pt x="0" y="16935"/>
                        <a:pt x="0" y="14866"/>
                      </a:cubicBezTo>
                      <a:cubicBezTo>
                        <a:pt x="0" y="12797"/>
                        <a:pt x="293" y="10885"/>
                        <a:pt x="899" y="9086"/>
                      </a:cubicBezTo>
                      <a:cubicBezTo>
                        <a:pt x="1484" y="7287"/>
                        <a:pt x="2339" y="5712"/>
                        <a:pt x="3441" y="4363"/>
                      </a:cubicBezTo>
                      <a:cubicBezTo>
                        <a:pt x="4543" y="3014"/>
                        <a:pt x="5870" y="1957"/>
                        <a:pt x="7467" y="1170"/>
                      </a:cubicBezTo>
                      <a:cubicBezTo>
                        <a:pt x="9063" y="382"/>
                        <a:pt x="10840" y="0"/>
                        <a:pt x="12864" y="0"/>
                      </a:cubicBezTo>
                      <a:cubicBezTo>
                        <a:pt x="16710" y="0"/>
                        <a:pt x="19746" y="1327"/>
                        <a:pt x="21927" y="3958"/>
                      </a:cubicBezTo>
                      <a:cubicBezTo>
                        <a:pt x="24131" y="6612"/>
                        <a:pt x="25211" y="10435"/>
                        <a:pt x="25166" y="15473"/>
                      </a:cubicBezTo>
                      <a:lnTo>
                        <a:pt x="3463" y="15473"/>
                      </a:lnTo>
                      <a:close/>
                      <a:moveTo>
                        <a:pt x="21747" y="12774"/>
                      </a:moveTo>
                      <a:cubicBezTo>
                        <a:pt x="21747" y="11402"/>
                        <a:pt x="21568" y="10120"/>
                        <a:pt x="21185" y="8906"/>
                      </a:cubicBezTo>
                      <a:cubicBezTo>
                        <a:pt x="20803" y="7692"/>
                        <a:pt x="20241" y="6657"/>
                        <a:pt x="19521" y="5780"/>
                      </a:cubicBezTo>
                      <a:cubicBezTo>
                        <a:pt x="18779" y="4903"/>
                        <a:pt x="17857" y="4206"/>
                        <a:pt x="16732" y="3666"/>
                      </a:cubicBezTo>
                      <a:cubicBezTo>
                        <a:pt x="15608" y="3149"/>
                        <a:pt x="14349" y="2879"/>
                        <a:pt x="12909" y="2879"/>
                      </a:cubicBezTo>
                      <a:cubicBezTo>
                        <a:pt x="11470" y="2879"/>
                        <a:pt x="10210" y="3149"/>
                        <a:pt x="9108" y="3688"/>
                      </a:cubicBezTo>
                      <a:cubicBezTo>
                        <a:pt x="8006" y="4228"/>
                        <a:pt x="7084" y="4948"/>
                        <a:pt x="6297" y="5847"/>
                      </a:cubicBezTo>
                      <a:cubicBezTo>
                        <a:pt x="5532" y="6747"/>
                        <a:pt x="4903" y="7781"/>
                        <a:pt x="4430" y="8973"/>
                      </a:cubicBezTo>
                      <a:cubicBezTo>
                        <a:pt x="3958" y="10165"/>
                        <a:pt x="3666" y="11425"/>
                        <a:pt x="3509" y="12752"/>
                      </a:cubicBezTo>
                      <a:lnTo>
                        <a:pt x="21747" y="12752"/>
                      </a:lnTo>
                      <a:close/>
                    </a:path>
                  </a:pathLst>
                </a:custGeom>
                <a:solidFill>
                  <a:srgbClr val="231F20"/>
                </a:solidFill>
                <a:ln w="2249" cap="flat">
                  <a:noFill/>
                  <a:prstDash val="solid"/>
                  <a:miter/>
                </a:ln>
              </p:spPr>
              <p:txBody>
                <a:bodyPr rtlCol="0" anchor="ctr"/>
                <a:lstStyle/>
                <a:p>
                  <a:endParaRPr lang="en-US"/>
                </a:p>
              </p:txBody>
            </p:sp>
            <p:sp>
              <p:nvSpPr>
                <p:cNvPr id="18019" name="Freeform 18018">
                  <a:extLst>
                    <a:ext uri="{FF2B5EF4-FFF2-40B4-BE49-F238E27FC236}">
                      <a16:creationId xmlns:a16="http://schemas.microsoft.com/office/drawing/2014/main" id="{7AC98CA5-4151-5B7F-37BD-FD4E84DFA2B2}"/>
                    </a:ext>
                  </a:extLst>
                </p:cNvPr>
                <p:cNvSpPr/>
                <p:nvPr/>
              </p:nvSpPr>
              <p:spPr>
                <a:xfrm>
                  <a:off x="6289726" y="4401652"/>
                  <a:ext cx="12796" cy="39604"/>
                </a:xfrm>
                <a:custGeom>
                  <a:avLst/>
                  <a:gdLst>
                    <a:gd name="connsiteX0" fmla="*/ 0 w 12796"/>
                    <a:gd name="connsiteY0" fmla="*/ 14348 h 39604"/>
                    <a:gd name="connsiteX1" fmla="*/ 0 w 12796"/>
                    <a:gd name="connsiteY1" fmla="*/ 11650 h 39604"/>
                    <a:gd name="connsiteX2" fmla="*/ 4161 w 12796"/>
                    <a:gd name="connsiteY2" fmla="*/ 11650 h 39604"/>
                    <a:gd name="connsiteX3" fmla="*/ 4161 w 12796"/>
                    <a:gd name="connsiteY3" fmla="*/ 7219 h 39604"/>
                    <a:gd name="connsiteX4" fmla="*/ 5510 w 12796"/>
                    <a:gd name="connsiteY4" fmla="*/ 1934 h 39604"/>
                    <a:gd name="connsiteX5" fmla="*/ 10098 w 12796"/>
                    <a:gd name="connsiteY5" fmla="*/ 0 h 39604"/>
                    <a:gd name="connsiteX6" fmla="*/ 11492 w 12796"/>
                    <a:gd name="connsiteY6" fmla="*/ 45 h 39604"/>
                    <a:gd name="connsiteX7" fmla="*/ 12797 w 12796"/>
                    <a:gd name="connsiteY7" fmla="*/ 202 h 39604"/>
                    <a:gd name="connsiteX8" fmla="*/ 12797 w 12796"/>
                    <a:gd name="connsiteY8" fmla="*/ 3171 h 39604"/>
                    <a:gd name="connsiteX9" fmla="*/ 10863 w 12796"/>
                    <a:gd name="connsiteY9" fmla="*/ 2901 h 39604"/>
                    <a:gd name="connsiteX10" fmla="*/ 8928 w 12796"/>
                    <a:gd name="connsiteY10" fmla="*/ 3351 h 39604"/>
                    <a:gd name="connsiteX11" fmla="*/ 7894 w 12796"/>
                    <a:gd name="connsiteY11" fmla="*/ 4565 h 39604"/>
                    <a:gd name="connsiteX12" fmla="*/ 7489 w 12796"/>
                    <a:gd name="connsiteY12" fmla="*/ 6275 h 39604"/>
                    <a:gd name="connsiteX13" fmla="*/ 7399 w 12796"/>
                    <a:gd name="connsiteY13" fmla="*/ 8186 h 39604"/>
                    <a:gd name="connsiteX14" fmla="*/ 7399 w 12796"/>
                    <a:gd name="connsiteY14" fmla="*/ 11650 h 39604"/>
                    <a:gd name="connsiteX15" fmla="*/ 12797 w 12796"/>
                    <a:gd name="connsiteY15" fmla="*/ 11650 h 39604"/>
                    <a:gd name="connsiteX16" fmla="*/ 12797 w 12796"/>
                    <a:gd name="connsiteY16" fmla="*/ 14348 h 39604"/>
                    <a:gd name="connsiteX17" fmla="*/ 7399 w 12796"/>
                    <a:gd name="connsiteY17" fmla="*/ 14348 h 39604"/>
                    <a:gd name="connsiteX18" fmla="*/ 7399 w 12796"/>
                    <a:gd name="connsiteY18" fmla="*/ 39604 h 39604"/>
                    <a:gd name="connsiteX19" fmla="*/ 4161 w 12796"/>
                    <a:gd name="connsiteY19" fmla="*/ 39604 h 39604"/>
                    <a:gd name="connsiteX20" fmla="*/ 4161 w 12796"/>
                    <a:gd name="connsiteY20" fmla="*/ 14348 h 39604"/>
                    <a:gd name="connsiteX21" fmla="*/ 0 w 12796"/>
                    <a:gd name="connsiteY21" fmla="*/ 14348 h 396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2796" h="39604">
                      <a:moveTo>
                        <a:pt x="0" y="14348"/>
                      </a:moveTo>
                      <a:lnTo>
                        <a:pt x="0" y="11650"/>
                      </a:lnTo>
                      <a:lnTo>
                        <a:pt x="4161" y="11650"/>
                      </a:lnTo>
                      <a:lnTo>
                        <a:pt x="4161" y="7219"/>
                      </a:lnTo>
                      <a:cubicBezTo>
                        <a:pt x="4161" y="4993"/>
                        <a:pt x="4610" y="3216"/>
                        <a:pt x="5510" y="1934"/>
                      </a:cubicBezTo>
                      <a:cubicBezTo>
                        <a:pt x="6410" y="630"/>
                        <a:pt x="7939" y="0"/>
                        <a:pt x="10098" y="0"/>
                      </a:cubicBezTo>
                      <a:cubicBezTo>
                        <a:pt x="10593" y="0"/>
                        <a:pt x="11065" y="0"/>
                        <a:pt x="11492" y="45"/>
                      </a:cubicBezTo>
                      <a:cubicBezTo>
                        <a:pt x="11920" y="90"/>
                        <a:pt x="12347" y="135"/>
                        <a:pt x="12797" y="202"/>
                      </a:cubicBezTo>
                      <a:lnTo>
                        <a:pt x="12797" y="3171"/>
                      </a:lnTo>
                      <a:cubicBezTo>
                        <a:pt x="12077" y="2991"/>
                        <a:pt x="11425" y="2901"/>
                        <a:pt x="10863" y="2901"/>
                      </a:cubicBezTo>
                      <a:cubicBezTo>
                        <a:pt x="10030" y="2901"/>
                        <a:pt x="9379" y="3059"/>
                        <a:pt x="8928" y="3351"/>
                      </a:cubicBezTo>
                      <a:cubicBezTo>
                        <a:pt x="8456" y="3666"/>
                        <a:pt x="8119" y="4071"/>
                        <a:pt x="7894" y="4565"/>
                      </a:cubicBezTo>
                      <a:cubicBezTo>
                        <a:pt x="7669" y="5060"/>
                        <a:pt x="7534" y="5645"/>
                        <a:pt x="7489" y="6275"/>
                      </a:cubicBezTo>
                      <a:cubicBezTo>
                        <a:pt x="7444" y="6904"/>
                        <a:pt x="7399" y="7534"/>
                        <a:pt x="7399" y="8186"/>
                      </a:cubicBezTo>
                      <a:lnTo>
                        <a:pt x="7399" y="11650"/>
                      </a:lnTo>
                      <a:lnTo>
                        <a:pt x="12797" y="11650"/>
                      </a:lnTo>
                      <a:lnTo>
                        <a:pt x="12797" y="14348"/>
                      </a:lnTo>
                      <a:lnTo>
                        <a:pt x="7399" y="14348"/>
                      </a:lnTo>
                      <a:lnTo>
                        <a:pt x="7399" y="39604"/>
                      </a:lnTo>
                      <a:lnTo>
                        <a:pt x="4161" y="39604"/>
                      </a:lnTo>
                      <a:lnTo>
                        <a:pt x="4161" y="14348"/>
                      </a:lnTo>
                      <a:lnTo>
                        <a:pt x="0" y="14348"/>
                      </a:lnTo>
                      <a:close/>
                    </a:path>
                  </a:pathLst>
                </a:custGeom>
                <a:solidFill>
                  <a:srgbClr val="231F20"/>
                </a:solidFill>
                <a:ln w="2249" cap="flat">
                  <a:noFill/>
                  <a:prstDash val="solid"/>
                  <a:miter/>
                </a:ln>
              </p:spPr>
              <p:txBody>
                <a:bodyPr rtlCol="0" anchor="ctr"/>
                <a:lstStyle/>
                <a:p>
                  <a:endParaRPr lang="en-US"/>
                </a:p>
              </p:txBody>
            </p:sp>
            <p:sp>
              <p:nvSpPr>
                <p:cNvPr id="18020" name="Freeform 18019">
                  <a:extLst>
                    <a:ext uri="{FF2B5EF4-FFF2-40B4-BE49-F238E27FC236}">
                      <a16:creationId xmlns:a16="http://schemas.microsoft.com/office/drawing/2014/main" id="{AC8F510B-4B8A-3035-9872-418AA5B4DC75}"/>
                    </a:ext>
                  </a:extLst>
                </p:cNvPr>
                <p:cNvSpPr/>
                <p:nvPr/>
              </p:nvSpPr>
              <p:spPr>
                <a:xfrm>
                  <a:off x="6307875" y="4402394"/>
                  <a:ext cx="3553" cy="38884"/>
                </a:xfrm>
                <a:custGeom>
                  <a:avLst/>
                  <a:gdLst>
                    <a:gd name="connsiteX0" fmla="*/ 0 w 3553"/>
                    <a:gd name="connsiteY0" fmla="*/ 4813 h 38884"/>
                    <a:gd name="connsiteX1" fmla="*/ 0 w 3553"/>
                    <a:gd name="connsiteY1" fmla="*/ 0 h 38884"/>
                    <a:gd name="connsiteX2" fmla="*/ 3554 w 3553"/>
                    <a:gd name="connsiteY2" fmla="*/ 0 h 38884"/>
                    <a:gd name="connsiteX3" fmla="*/ 3554 w 3553"/>
                    <a:gd name="connsiteY3" fmla="*/ 4813 h 38884"/>
                    <a:gd name="connsiteX4" fmla="*/ 0 w 3553"/>
                    <a:gd name="connsiteY4" fmla="*/ 4813 h 38884"/>
                    <a:gd name="connsiteX5" fmla="*/ 158 w 3553"/>
                    <a:gd name="connsiteY5" fmla="*/ 38885 h 38884"/>
                    <a:gd name="connsiteX6" fmla="*/ 158 w 3553"/>
                    <a:gd name="connsiteY6" fmla="*/ 10930 h 38884"/>
                    <a:gd name="connsiteX7" fmla="*/ 3396 w 3553"/>
                    <a:gd name="connsiteY7" fmla="*/ 10930 h 38884"/>
                    <a:gd name="connsiteX8" fmla="*/ 3396 w 3553"/>
                    <a:gd name="connsiteY8" fmla="*/ 38885 h 38884"/>
                    <a:gd name="connsiteX9" fmla="*/ 158 w 3553"/>
                    <a:gd name="connsiteY9" fmla="*/ 38885 h 38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53" h="38884">
                      <a:moveTo>
                        <a:pt x="0" y="4813"/>
                      </a:moveTo>
                      <a:lnTo>
                        <a:pt x="0" y="0"/>
                      </a:lnTo>
                      <a:lnTo>
                        <a:pt x="3554" y="0"/>
                      </a:lnTo>
                      <a:lnTo>
                        <a:pt x="3554" y="4813"/>
                      </a:lnTo>
                      <a:lnTo>
                        <a:pt x="0" y="4813"/>
                      </a:lnTo>
                      <a:close/>
                      <a:moveTo>
                        <a:pt x="158" y="38885"/>
                      </a:moveTo>
                      <a:lnTo>
                        <a:pt x="158" y="10930"/>
                      </a:lnTo>
                      <a:lnTo>
                        <a:pt x="3396" y="10930"/>
                      </a:lnTo>
                      <a:lnTo>
                        <a:pt x="3396" y="38885"/>
                      </a:lnTo>
                      <a:lnTo>
                        <a:pt x="158" y="38885"/>
                      </a:lnTo>
                      <a:close/>
                    </a:path>
                  </a:pathLst>
                </a:custGeom>
                <a:solidFill>
                  <a:srgbClr val="231F20"/>
                </a:solidFill>
                <a:ln w="2249" cap="flat">
                  <a:noFill/>
                  <a:prstDash val="solid"/>
                  <a:miter/>
                </a:ln>
              </p:spPr>
              <p:txBody>
                <a:bodyPr rtlCol="0" anchor="ctr"/>
                <a:lstStyle/>
                <a:p>
                  <a:endParaRPr lang="en-US"/>
                </a:p>
              </p:txBody>
            </p:sp>
            <p:sp>
              <p:nvSpPr>
                <p:cNvPr id="18021" name="Freeform 18020">
                  <a:extLst>
                    <a:ext uri="{FF2B5EF4-FFF2-40B4-BE49-F238E27FC236}">
                      <a16:creationId xmlns:a16="http://schemas.microsoft.com/office/drawing/2014/main" id="{7B133958-DF4B-D18A-425B-A7D80F03998B}"/>
                    </a:ext>
                  </a:extLst>
                </p:cNvPr>
                <p:cNvSpPr/>
                <p:nvPr/>
              </p:nvSpPr>
              <p:spPr>
                <a:xfrm>
                  <a:off x="6316623" y="4413324"/>
                  <a:ext cx="25008" cy="27954"/>
                </a:xfrm>
                <a:custGeom>
                  <a:avLst/>
                  <a:gdLst>
                    <a:gd name="connsiteX0" fmla="*/ 12617 w 25008"/>
                    <a:gd name="connsiteY0" fmla="*/ 15855 h 27954"/>
                    <a:gd name="connsiteX1" fmla="*/ 3936 w 25008"/>
                    <a:gd name="connsiteY1" fmla="*/ 27955 h 27954"/>
                    <a:gd name="connsiteX2" fmla="*/ 0 w 25008"/>
                    <a:gd name="connsiteY2" fmla="*/ 27955 h 27954"/>
                    <a:gd name="connsiteX3" fmla="*/ 10750 w 25008"/>
                    <a:gd name="connsiteY3" fmla="*/ 13494 h 27954"/>
                    <a:gd name="connsiteX4" fmla="*/ 877 w 25008"/>
                    <a:gd name="connsiteY4" fmla="*/ 0 h 27954"/>
                    <a:gd name="connsiteX5" fmla="*/ 4881 w 25008"/>
                    <a:gd name="connsiteY5" fmla="*/ 0 h 27954"/>
                    <a:gd name="connsiteX6" fmla="*/ 12594 w 25008"/>
                    <a:gd name="connsiteY6" fmla="*/ 11110 h 27954"/>
                    <a:gd name="connsiteX7" fmla="*/ 20533 w 25008"/>
                    <a:gd name="connsiteY7" fmla="*/ 0 h 27954"/>
                    <a:gd name="connsiteX8" fmla="*/ 24627 w 25008"/>
                    <a:gd name="connsiteY8" fmla="*/ 0 h 27954"/>
                    <a:gd name="connsiteX9" fmla="*/ 14529 w 25008"/>
                    <a:gd name="connsiteY9" fmla="*/ 13494 h 27954"/>
                    <a:gd name="connsiteX10" fmla="*/ 25009 w 25008"/>
                    <a:gd name="connsiteY10" fmla="*/ 27955 h 27954"/>
                    <a:gd name="connsiteX11" fmla="*/ 21118 w 25008"/>
                    <a:gd name="connsiteY11" fmla="*/ 27955 h 27954"/>
                    <a:gd name="connsiteX12" fmla="*/ 12639 w 25008"/>
                    <a:gd name="connsiteY12" fmla="*/ 15855 h 279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5008" h="27954">
                      <a:moveTo>
                        <a:pt x="12617" y="15855"/>
                      </a:moveTo>
                      <a:lnTo>
                        <a:pt x="3936" y="27955"/>
                      </a:lnTo>
                      <a:lnTo>
                        <a:pt x="0" y="27955"/>
                      </a:lnTo>
                      <a:lnTo>
                        <a:pt x="10750" y="13494"/>
                      </a:lnTo>
                      <a:lnTo>
                        <a:pt x="877" y="0"/>
                      </a:lnTo>
                      <a:lnTo>
                        <a:pt x="4881" y="0"/>
                      </a:lnTo>
                      <a:lnTo>
                        <a:pt x="12594" y="11110"/>
                      </a:lnTo>
                      <a:lnTo>
                        <a:pt x="20533" y="0"/>
                      </a:lnTo>
                      <a:lnTo>
                        <a:pt x="24627" y="0"/>
                      </a:lnTo>
                      <a:lnTo>
                        <a:pt x="14529" y="13494"/>
                      </a:lnTo>
                      <a:lnTo>
                        <a:pt x="25009" y="27955"/>
                      </a:lnTo>
                      <a:lnTo>
                        <a:pt x="21118" y="27955"/>
                      </a:lnTo>
                      <a:lnTo>
                        <a:pt x="12639" y="15855"/>
                      </a:lnTo>
                      <a:close/>
                    </a:path>
                  </a:pathLst>
                </a:custGeom>
                <a:solidFill>
                  <a:srgbClr val="231F20"/>
                </a:solidFill>
                <a:ln w="2249" cap="flat">
                  <a:noFill/>
                  <a:prstDash val="solid"/>
                  <a:miter/>
                </a:ln>
              </p:spPr>
              <p:txBody>
                <a:bodyPr rtlCol="0" anchor="ctr"/>
                <a:lstStyle/>
                <a:p>
                  <a:endParaRPr lang="en-US"/>
                </a:p>
              </p:txBody>
            </p:sp>
            <p:sp>
              <p:nvSpPr>
                <p:cNvPr id="18022" name="Freeform 18021">
                  <a:extLst>
                    <a:ext uri="{FF2B5EF4-FFF2-40B4-BE49-F238E27FC236}">
                      <a16:creationId xmlns:a16="http://schemas.microsoft.com/office/drawing/2014/main" id="{B10BC262-6B71-D996-650D-F7DB7C4F992B}"/>
                    </a:ext>
                  </a:extLst>
                </p:cNvPr>
                <p:cNvSpPr/>
                <p:nvPr/>
              </p:nvSpPr>
              <p:spPr>
                <a:xfrm>
                  <a:off x="6345028" y="4412604"/>
                  <a:ext cx="26357" cy="29483"/>
                </a:xfrm>
                <a:custGeom>
                  <a:avLst/>
                  <a:gdLst>
                    <a:gd name="connsiteX0" fmla="*/ 14326 w 26357"/>
                    <a:gd name="connsiteY0" fmla="*/ 12369 h 29483"/>
                    <a:gd name="connsiteX1" fmla="*/ 16508 w 26357"/>
                    <a:gd name="connsiteY1" fmla="*/ 12054 h 29483"/>
                    <a:gd name="connsiteX2" fmla="*/ 18576 w 26357"/>
                    <a:gd name="connsiteY2" fmla="*/ 11470 h 29483"/>
                    <a:gd name="connsiteX3" fmla="*/ 19566 w 26357"/>
                    <a:gd name="connsiteY3" fmla="*/ 10210 h 29483"/>
                    <a:gd name="connsiteX4" fmla="*/ 19746 w 26357"/>
                    <a:gd name="connsiteY4" fmla="*/ 8569 h 29483"/>
                    <a:gd name="connsiteX5" fmla="*/ 18149 w 26357"/>
                    <a:gd name="connsiteY5" fmla="*/ 4498 h 29483"/>
                    <a:gd name="connsiteX6" fmla="*/ 12774 w 26357"/>
                    <a:gd name="connsiteY6" fmla="*/ 2901 h 29483"/>
                    <a:gd name="connsiteX7" fmla="*/ 9693 w 26357"/>
                    <a:gd name="connsiteY7" fmla="*/ 3194 h 29483"/>
                    <a:gd name="connsiteX8" fmla="*/ 7242 w 26357"/>
                    <a:gd name="connsiteY8" fmla="*/ 4228 h 29483"/>
                    <a:gd name="connsiteX9" fmla="*/ 5510 w 26357"/>
                    <a:gd name="connsiteY9" fmla="*/ 6162 h 29483"/>
                    <a:gd name="connsiteX10" fmla="*/ 4610 w 26357"/>
                    <a:gd name="connsiteY10" fmla="*/ 9221 h 29483"/>
                    <a:gd name="connsiteX11" fmla="*/ 1327 w 26357"/>
                    <a:gd name="connsiteY11" fmla="*/ 9221 h 29483"/>
                    <a:gd name="connsiteX12" fmla="*/ 2452 w 26357"/>
                    <a:gd name="connsiteY12" fmla="*/ 4993 h 29483"/>
                    <a:gd name="connsiteX13" fmla="*/ 4970 w 26357"/>
                    <a:gd name="connsiteY13" fmla="*/ 2136 h 29483"/>
                    <a:gd name="connsiteX14" fmla="*/ 8524 w 26357"/>
                    <a:gd name="connsiteY14" fmla="*/ 517 h 29483"/>
                    <a:gd name="connsiteX15" fmla="*/ 12819 w 26357"/>
                    <a:gd name="connsiteY15" fmla="*/ 0 h 29483"/>
                    <a:gd name="connsiteX16" fmla="*/ 16777 w 26357"/>
                    <a:gd name="connsiteY16" fmla="*/ 450 h 29483"/>
                    <a:gd name="connsiteX17" fmla="*/ 20016 w 26357"/>
                    <a:gd name="connsiteY17" fmla="*/ 1912 h 29483"/>
                    <a:gd name="connsiteX18" fmla="*/ 22175 w 26357"/>
                    <a:gd name="connsiteY18" fmla="*/ 4588 h 29483"/>
                    <a:gd name="connsiteX19" fmla="*/ 22962 w 26357"/>
                    <a:gd name="connsiteY19" fmla="*/ 8681 h 29483"/>
                    <a:gd name="connsiteX20" fmla="*/ 22962 w 26357"/>
                    <a:gd name="connsiteY20" fmla="*/ 23906 h 29483"/>
                    <a:gd name="connsiteX21" fmla="*/ 23637 w 26357"/>
                    <a:gd name="connsiteY21" fmla="*/ 26313 h 29483"/>
                    <a:gd name="connsiteX22" fmla="*/ 26358 w 26357"/>
                    <a:gd name="connsiteY22" fmla="*/ 26065 h 29483"/>
                    <a:gd name="connsiteX23" fmla="*/ 26358 w 26357"/>
                    <a:gd name="connsiteY23" fmla="*/ 28607 h 29483"/>
                    <a:gd name="connsiteX24" fmla="*/ 25256 w 26357"/>
                    <a:gd name="connsiteY24" fmla="*/ 28922 h 29483"/>
                    <a:gd name="connsiteX25" fmla="*/ 23817 w 26357"/>
                    <a:gd name="connsiteY25" fmla="*/ 29146 h 29483"/>
                    <a:gd name="connsiteX26" fmla="*/ 22355 w 26357"/>
                    <a:gd name="connsiteY26" fmla="*/ 28989 h 29483"/>
                    <a:gd name="connsiteX27" fmla="*/ 21050 w 26357"/>
                    <a:gd name="connsiteY27" fmla="*/ 28472 h 29483"/>
                    <a:gd name="connsiteX28" fmla="*/ 20263 w 26357"/>
                    <a:gd name="connsiteY28" fmla="*/ 27505 h 29483"/>
                    <a:gd name="connsiteX29" fmla="*/ 19858 w 26357"/>
                    <a:gd name="connsiteY29" fmla="*/ 26268 h 29483"/>
                    <a:gd name="connsiteX30" fmla="*/ 19746 w 26357"/>
                    <a:gd name="connsiteY30" fmla="*/ 24829 h 29483"/>
                    <a:gd name="connsiteX31" fmla="*/ 15045 w 26357"/>
                    <a:gd name="connsiteY31" fmla="*/ 28292 h 29483"/>
                    <a:gd name="connsiteX32" fmla="*/ 9333 w 26357"/>
                    <a:gd name="connsiteY32" fmla="*/ 29484 h 29483"/>
                    <a:gd name="connsiteX33" fmla="*/ 5802 w 26357"/>
                    <a:gd name="connsiteY33" fmla="*/ 28989 h 29483"/>
                    <a:gd name="connsiteX34" fmla="*/ 2811 w 26357"/>
                    <a:gd name="connsiteY34" fmla="*/ 27482 h 29483"/>
                    <a:gd name="connsiteX35" fmla="*/ 765 w 26357"/>
                    <a:gd name="connsiteY35" fmla="*/ 24963 h 29483"/>
                    <a:gd name="connsiteX36" fmla="*/ 0 w 26357"/>
                    <a:gd name="connsiteY36" fmla="*/ 21433 h 29483"/>
                    <a:gd name="connsiteX37" fmla="*/ 9761 w 26357"/>
                    <a:gd name="connsiteY37" fmla="*/ 13022 h 29483"/>
                    <a:gd name="connsiteX38" fmla="*/ 14236 w 26357"/>
                    <a:gd name="connsiteY38" fmla="*/ 12437 h 29483"/>
                    <a:gd name="connsiteX39" fmla="*/ 19791 w 26357"/>
                    <a:gd name="connsiteY39" fmla="*/ 13988 h 29483"/>
                    <a:gd name="connsiteX40" fmla="*/ 15630 w 26357"/>
                    <a:gd name="connsiteY40" fmla="*/ 15113 h 29483"/>
                    <a:gd name="connsiteX41" fmla="*/ 11425 w 26357"/>
                    <a:gd name="connsiteY41" fmla="*/ 15540 h 29483"/>
                    <a:gd name="connsiteX42" fmla="*/ 5622 w 26357"/>
                    <a:gd name="connsiteY42" fmla="*/ 17205 h 29483"/>
                    <a:gd name="connsiteX43" fmla="*/ 3554 w 26357"/>
                    <a:gd name="connsiteY43" fmla="*/ 21478 h 29483"/>
                    <a:gd name="connsiteX44" fmla="*/ 4071 w 26357"/>
                    <a:gd name="connsiteY44" fmla="*/ 23727 h 29483"/>
                    <a:gd name="connsiteX45" fmla="*/ 5420 w 26357"/>
                    <a:gd name="connsiteY45" fmla="*/ 25301 h 29483"/>
                    <a:gd name="connsiteX46" fmla="*/ 7354 w 26357"/>
                    <a:gd name="connsiteY46" fmla="*/ 26223 h 29483"/>
                    <a:gd name="connsiteX47" fmla="*/ 9603 w 26357"/>
                    <a:gd name="connsiteY47" fmla="*/ 26515 h 29483"/>
                    <a:gd name="connsiteX48" fmla="*/ 13381 w 26357"/>
                    <a:gd name="connsiteY48" fmla="*/ 26020 h 29483"/>
                    <a:gd name="connsiteX49" fmla="*/ 16642 w 26357"/>
                    <a:gd name="connsiteY49" fmla="*/ 24536 h 29483"/>
                    <a:gd name="connsiteX50" fmla="*/ 18936 w 26357"/>
                    <a:gd name="connsiteY50" fmla="*/ 21995 h 29483"/>
                    <a:gd name="connsiteX51" fmla="*/ 19791 w 26357"/>
                    <a:gd name="connsiteY51" fmla="*/ 18352 h 29483"/>
                    <a:gd name="connsiteX52" fmla="*/ 19791 w 26357"/>
                    <a:gd name="connsiteY52" fmla="*/ 13988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6357" h="29483">
                      <a:moveTo>
                        <a:pt x="14326" y="12369"/>
                      </a:moveTo>
                      <a:cubicBezTo>
                        <a:pt x="14933" y="12302"/>
                        <a:pt x="15675" y="12189"/>
                        <a:pt x="16508" y="12054"/>
                      </a:cubicBezTo>
                      <a:cubicBezTo>
                        <a:pt x="17362" y="11920"/>
                        <a:pt x="18037" y="11717"/>
                        <a:pt x="18576" y="11470"/>
                      </a:cubicBezTo>
                      <a:cubicBezTo>
                        <a:pt x="19116" y="11222"/>
                        <a:pt x="19453" y="10795"/>
                        <a:pt x="19566" y="10210"/>
                      </a:cubicBezTo>
                      <a:cubicBezTo>
                        <a:pt x="19701" y="9626"/>
                        <a:pt x="19746" y="9063"/>
                        <a:pt x="19746" y="8569"/>
                      </a:cubicBezTo>
                      <a:cubicBezTo>
                        <a:pt x="19746" y="6904"/>
                        <a:pt x="19206" y="5555"/>
                        <a:pt x="18149" y="4498"/>
                      </a:cubicBezTo>
                      <a:cubicBezTo>
                        <a:pt x="17092" y="3441"/>
                        <a:pt x="15293" y="2901"/>
                        <a:pt x="12774" y="2901"/>
                      </a:cubicBezTo>
                      <a:cubicBezTo>
                        <a:pt x="11649" y="2901"/>
                        <a:pt x="10638" y="2991"/>
                        <a:pt x="9693" y="3194"/>
                      </a:cubicBezTo>
                      <a:cubicBezTo>
                        <a:pt x="8748" y="3396"/>
                        <a:pt x="7939" y="3733"/>
                        <a:pt x="7242" y="4228"/>
                      </a:cubicBezTo>
                      <a:cubicBezTo>
                        <a:pt x="6544" y="4723"/>
                        <a:pt x="5960" y="5353"/>
                        <a:pt x="5510" y="6162"/>
                      </a:cubicBezTo>
                      <a:cubicBezTo>
                        <a:pt x="5060" y="6972"/>
                        <a:pt x="4768" y="7984"/>
                        <a:pt x="4610" y="9221"/>
                      </a:cubicBezTo>
                      <a:lnTo>
                        <a:pt x="1327" y="9221"/>
                      </a:lnTo>
                      <a:cubicBezTo>
                        <a:pt x="1439" y="7556"/>
                        <a:pt x="1822" y="6162"/>
                        <a:pt x="2452" y="4993"/>
                      </a:cubicBezTo>
                      <a:cubicBezTo>
                        <a:pt x="3103" y="3823"/>
                        <a:pt x="3936" y="2879"/>
                        <a:pt x="4970" y="2136"/>
                      </a:cubicBezTo>
                      <a:cubicBezTo>
                        <a:pt x="6005" y="1394"/>
                        <a:pt x="7174" y="855"/>
                        <a:pt x="8524" y="517"/>
                      </a:cubicBezTo>
                      <a:cubicBezTo>
                        <a:pt x="9873" y="180"/>
                        <a:pt x="11312" y="0"/>
                        <a:pt x="12819" y="0"/>
                      </a:cubicBezTo>
                      <a:cubicBezTo>
                        <a:pt x="14214" y="0"/>
                        <a:pt x="15540" y="157"/>
                        <a:pt x="16777" y="450"/>
                      </a:cubicBezTo>
                      <a:cubicBezTo>
                        <a:pt x="18014" y="765"/>
                        <a:pt x="19094" y="1237"/>
                        <a:pt x="20016" y="1912"/>
                      </a:cubicBezTo>
                      <a:cubicBezTo>
                        <a:pt x="20938" y="2586"/>
                        <a:pt x="21657" y="3463"/>
                        <a:pt x="22175" y="4588"/>
                      </a:cubicBezTo>
                      <a:cubicBezTo>
                        <a:pt x="22692" y="5712"/>
                        <a:pt x="22962" y="7062"/>
                        <a:pt x="22962" y="8681"/>
                      </a:cubicBezTo>
                      <a:lnTo>
                        <a:pt x="22962" y="23906"/>
                      </a:lnTo>
                      <a:cubicBezTo>
                        <a:pt x="22962" y="25166"/>
                        <a:pt x="23187" y="25976"/>
                        <a:pt x="23637" y="26313"/>
                      </a:cubicBezTo>
                      <a:cubicBezTo>
                        <a:pt x="24086" y="26650"/>
                        <a:pt x="24986" y="26583"/>
                        <a:pt x="26358" y="26065"/>
                      </a:cubicBezTo>
                      <a:lnTo>
                        <a:pt x="26358" y="28607"/>
                      </a:lnTo>
                      <a:cubicBezTo>
                        <a:pt x="26111" y="28674"/>
                        <a:pt x="25728" y="28787"/>
                        <a:pt x="25256" y="28922"/>
                      </a:cubicBezTo>
                      <a:cubicBezTo>
                        <a:pt x="24761" y="29057"/>
                        <a:pt x="24289" y="29146"/>
                        <a:pt x="23817" y="29146"/>
                      </a:cubicBezTo>
                      <a:cubicBezTo>
                        <a:pt x="23321" y="29146"/>
                        <a:pt x="22827" y="29102"/>
                        <a:pt x="22355" y="28989"/>
                      </a:cubicBezTo>
                      <a:cubicBezTo>
                        <a:pt x="21815" y="28922"/>
                        <a:pt x="21388" y="28742"/>
                        <a:pt x="21050" y="28472"/>
                      </a:cubicBezTo>
                      <a:cubicBezTo>
                        <a:pt x="20735" y="28202"/>
                        <a:pt x="20466" y="27887"/>
                        <a:pt x="20263" y="27505"/>
                      </a:cubicBezTo>
                      <a:cubicBezTo>
                        <a:pt x="20061" y="27123"/>
                        <a:pt x="19926" y="26718"/>
                        <a:pt x="19858" y="26268"/>
                      </a:cubicBezTo>
                      <a:cubicBezTo>
                        <a:pt x="19791" y="25818"/>
                        <a:pt x="19746" y="25346"/>
                        <a:pt x="19746" y="24829"/>
                      </a:cubicBezTo>
                      <a:cubicBezTo>
                        <a:pt x="18374" y="26335"/>
                        <a:pt x="16822" y="27482"/>
                        <a:pt x="15045" y="28292"/>
                      </a:cubicBezTo>
                      <a:cubicBezTo>
                        <a:pt x="13269" y="29102"/>
                        <a:pt x="11380" y="29484"/>
                        <a:pt x="9333" y="29484"/>
                      </a:cubicBezTo>
                      <a:cubicBezTo>
                        <a:pt x="8119" y="29484"/>
                        <a:pt x="6927" y="29327"/>
                        <a:pt x="5802" y="28989"/>
                      </a:cubicBezTo>
                      <a:cubicBezTo>
                        <a:pt x="4678" y="28674"/>
                        <a:pt x="3666" y="28157"/>
                        <a:pt x="2811" y="27482"/>
                      </a:cubicBezTo>
                      <a:cubicBezTo>
                        <a:pt x="1956" y="26808"/>
                        <a:pt x="1260" y="25953"/>
                        <a:pt x="765" y="24963"/>
                      </a:cubicBezTo>
                      <a:cubicBezTo>
                        <a:pt x="270" y="23974"/>
                        <a:pt x="0" y="22804"/>
                        <a:pt x="0" y="21433"/>
                      </a:cubicBezTo>
                      <a:cubicBezTo>
                        <a:pt x="0" y="16687"/>
                        <a:pt x="3261" y="13876"/>
                        <a:pt x="9761" y="13022"/>
                      </a:cubicBezTo>
                      <a:lnTo>
                        <a:pt x="14236" y="12437"/>
                      </a:lnTo>
                      <a:close/>
                      <a:moveTo>
                        <a:pt x="19791" y="13988"/>
                      </a:moveTo>
                      <a:cubicBezTo>
                        <a:pt x="18419" y="14573"/>
                        <a:pt x="17047" y="14933"/>
                        <a:pt x="15630" y="15113"/>
                      </a:cubicBezTo>
                      <a:cubicBezTo>
                        <a:pt x="14214" y="15293"/>
                        <a:pt x="12819" y="15428"/>
                        <a:pt x="11425" y="15540"/>
                      </a:cubicBezTo>
                      <a:cubicBezTo>
                        <a:pt x="8951" y="15720"/>
                        <a:pt x="7016" y="16282"/>
                        <a:pt x="5622" y="17205"/>
                      </a:cubicBezTo>
                      <a:cubicBezTo>
                        <a:pt x="4228" y="18149"/>
                        <a:pt x="3554" y="19566"/>
                        <a:pt x="3554" y="21478"/>
                      </a:cubicBezTo>
                      <a:cubicBezTo>
                        <a:pt x="3554" y="22332"/>
                        <a:pt x="3733" y="23097"/>
                        <a:pt x="4071" y="23727"/>
                      </a:cubicBezTo>
                      <a:cubicBezTo>
                        <a:pt x="4408" y="24356"/>
                        <a:pt x="4858" y="24874"/>
                        <a:pt x="5420" y="25301"/>
                      </a:cubicBezTo>
                      <a:cubicBezTo>
                        <a:pt x="5982" y="25728"/>
                        <a:pt x="6634" y="26020"/>
                        <a:pt x="7354" y="26223"/>
                      </a:cubicBezTo>
                      <a:cubicBezTo>
                        <a:pt x="8074" y="26425"/>
                        <a:pt x="8838" y="26515"/>
                        <a:pt x="9603" y="26515"/>
                      </a:cubicBezTo>
                      <a:cubicBezTo>
                        <a:pt x="10908" y="26515"/>
                        <a:pt x="12167" y="26358"/>
                        <a:pt x="13381" y="26020"/>
                      </a:cubicBezTo>
                      <a:cubicBezTo>
                        <a:pt x="14596" y="25706"/>
                        <a:pt x="15698" y="25211"/>
                        <a:pt x="16642" y="24536"/>
                      </a:cubicBezTo>
                      <a:cubicBezTo>
                        <a:pt x="17587" y="23861"/>
                        <a:pt x="18351" y="23029"/>
                        <a:pt x="18936" y="21995"/>
                      </a:cubicBezTo>
                      <a:cubicBezTo>
                        <a:pt x="19498" y="20960"/>
                        <a:pt x="19791" y="19746"/>
                        <a:pt x="19791" y="18352"/>
                      </a:cubicBezTo>
                      <a:lnTo>
                        <a:pt x="19791" y="13988"/>
                      </a:lnTo>
                      <a:close/>
                    </a:path>
                  </a:pathLst>
                </a:custGeom>
                <a:solidFill>
                  <a:srgbClr val="231F20"/>
                </a:solidFill>
                <a:ln w="2249" cap="flat">
                  <a:noFill/>
                  <a:prstDash val="solid"/>
                  <a:miter/>
                </a:ln>
              </p:spPr>
              <p:txBody>
                <a:bodyPr rtlCol="0" anchor="ctr"/>
                <a:lstStyle/>
                <a:p>
                  <a:endParaRPr lang="en-US"/>
                </a:p>
              </p:txBody>
            </p:sp>
            <p:sp>
              <p:nvSpPr>
                <p:cNvPr id="18023" name="Freeform 18022">
                  <a:extLst>
                    <a:ext uri="{FF2B5EF4-FFF2-40B4-BE49-F238E27FC236}">
                      <a16:creationId xmlns:a16="http://schemas.microsoft.com/office/drawing/2014/main" id="{FC90F4BB-BFB1-9759-F0CF-C7D465B08554}"/>
                    </a:ext>
                  </a:extLst>
                </p:cNvPr>
                <p:cNvSpPr/>
                <p:nvPr/>
              </p:nvSpPr>
              <p:spPr>
                <a:xfrm>
                  <a:off x="6373725" y="4405520"/>
                  <a:ext cx="12616" cy="36500"/>
                </a:xfrm>
                <a:custGeom>
                  <a:avLst/>
                  <a:gdLst>
                    <a:gd name="connsiteX0" fmla="*/ 12616 w 12616"/>
                    <a:gd name="connsiteY0" fmla="*/ 35849 h 36500"/>
                    <a:gd name="connsiteX1" fmla="*/ 11042 w 12616"/>
                    <a:gd name="connsiteY1" fmla="*/ 36231 h 36500"/>
                    <a:gd name="connsiteX2" fmla="*/ 8883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2 h 36500"/>
                    <a:gd name="connsiteX8" fmla="*/ 3936 w 12616"/>
                    <a:gd name="connsiteY8" fmla="*/ 7782 h 36500"/>
                    <a:gd name="connsiteX9" fmla="*/ 3936 w 12616"/>
                    <a:gd name="connsiteY9" fmla="*/ 0 h 36500"/>
                    <a:gd name="connsiteX10" fmla="*/ 7174 w 12616"/>
                    <a:gd name="connsiteY10" fmla="*/ 0 h 36500"/>
                    <a:gd name="connsiteX11" fmla="*/ 7174 w 12616"/>
                    <a:gd name="connsiteY11" fmla="*/ 7782 h 36500"/>
                    <a:gd name="connsiteX12" fmla="*/ 12414 w 12616"/>
                    <a:gd name="connsiteY12" fmla="*/ 7782 h 36500"/>
                    <a:gd name="connsiteX13" fmla="*/ 12414 w 12616"/>
                    <a:gd name="connsiteY13" fmla="*/ 10480 h 36500"/>
                    <a:gd name="connsiteX14" fmla="*/ 7174 w 12616"/>
                    <a:gd name="connsiteY14" fmla="*/ 10480 h 36500"/>
                    <a:gd name="connsiteX15" fmla="*/ 7174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5 h 36500"/>
                    <a:gd name="connsiteX21" fmla="*/ 12616 w 12616"/>
                    <a:gd name="connsiteY21" fmla="*/ 33195 h 36500"/>
                    <a:gd name="connsiteX22" fmla="*/ 12616 w 12616"/>
                    <a:gd name="connsiteY22" fmla="*/ 35849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616" h="36500">
                      <a:moveTo>
                        <a:pt x="12616" y="35849"/>
                      </a:moveTo>
                      <a:cubicBezTo>
                        <a:pt x="12212" y="35916"/>
                        <a:pt x="11694" y="36051"/>
                        <a:pt x="11042" y="36231"/>
                      </a:cubicBezTo>
                      <a:cubicBezTo>
                        <a:pt x="10390" y="36411"/>
                        <a:pt x="9671" y="36501"/>
                        <a:pt x="8883" y="36501"/>
                      </a:cubicBezTo>
                      <a:cubicBezTo>
                        <a:pt x="7264" y="36501"/>
                        <a:pt x="6027" y="36096"/>
                        <a:pt x="5195" y="35286"/>
                      </a:cubicBezTo>
                      <a:cubicBezTo>
                        <a:pt x="4340" y="34477"/>
                        <a:pt x="3936" y="33037"/>
                        <a:pt x="3936" y="30946"/>
                      </a:cubicBezTo>
                      <a:lnTo>
                        <a:pt x="3936" y="10480"/>
                      </a:lnTo>
                      <a:lnTo>
                        <a:pt x="0" y="10480"/>
                      </a:lnTo>
                      <a:lnTo>
                        <a:pt x="0" y="7782"/>
                      </a:lnTo>
                      <a:lnTo>
                        <a:pt x="3936" y="7782"/>
                      </a:lnTo>
                      <a:lnTo>
                        <a:pt x="3936" y="0"/>
                      </a:lnTo>
                      <a:lnTo>
                        <a:pt x="7174" y="0"/>
                      </a:lnTo>
                      <a:lnTo>
                        <a:pt x="7174" y="7782"/>
                      </a:lnTo>
                      <a:lnTo>
                        <a:pt x="12414" y="7782"/>
                      </a:lnTo>
                      <a:lnTo>
                        <a:pt x="12414" y="10480"/>
                      </a:lnTo>
                      <a:lnTo>
                        <a:pt x="7174" y="10480"/>
                      </a:lnTo>
                      <a:lnTo>
                        <a:pt x="7174" y="29641"/>
                      </a:lnTo>
                      <a:cubicBezTo>
                        <a:pt x="7174" y="30316"/>
                        <a:pt x="7174" y="30923"/>
                        <a:pt x="7219" y="31418"/>
                      </a:cubicBezTo>
                      <a:cubicBezTo>
                        <a:pt x="7264" y="31913"/>
                        <a:pt x="7354" y="32340"/>
                        <a:pt x="7534" y="32655"/>
                      </a:cubicBezTo>
                      <a:cubicBezTo>
                        <a:pt x="7714" y="32970"/>
                        <a:pt x="7984" y="33217"/>
                        <a:pt x="8366" y="33352"/>
                      </a:cubicBezTo>
                      <a:cubicBezTo>
                        <a:pt x="8748" y="33487"/>
                        <a:pt x="9265" y="33577"/>
                        <a:pt x="9963" y="33577"/>
                      </a:cubicBezTo>
                      <a:cubicBezTo>
                        <a:pt x="10390" y="33577"/>
                        <a:pt x="10840" y="33532"/>
                        <a:pt x="11290" y="33465"/>
                      </a:cubicBezTo>
                      <a:cubicBezTo>
                        <a:pt x="11739" y="33397"/>
                        <a:pt x="12189" y="33307"/>
                        <a:pt x="12616" y="33195"/>
                      </a:cubicBezTo>
                      <a:lnTo>
                        <a:pt x="12616" y="35849"/>
                      </a:lnTo>
                      <a:close/>
                    </a:path>
                  </a:pathLst>
                </a:custGeom>
                <a:solidFill>
                  <a:srgbClr val="231F20"/>
                </a:solidFill>
                <a:ln w="2249" cap="flat">
                  <a:noFill/>
                  <a:prstDash val="solid"/>
                  <a:miter/>
                </a:ln>
              </p:spPr>
              <p:txBody>
                <a:bodyPr rtlCol="0" anchor="ctr"/>
                <a:lstStyle/>
                <a:p>
                  <a:endParaRPr lang="en-US"/>
                </a:p>
              </p:txBody>
            </p:sp>
            <p:sp>
              <p:nvSpPr>
                <p:cNvPr id="18024" name="Freeform 18023">
                  <a:extLst>
                    <a:ext uri="{FF2B5EF4-FFF2-40B4-BE49-F238E27FC236}">
                      <a16:creationId xmlns:a16="http://schemas.microsoft.com/office/drawing/2014/main" id="{573520C4-C324-CD52-3B7F-AF04377337FA}"/>
                    </a:ext>
                  </a:extLst>
                </p:cNvPr>
                <p:cNvSpPr/>
                <p:nvPr/>
              </p:nvSpPr>
              <p:spPr>
                <a:xfrm>
                  <a:off x="6391851" y="4402394"/>
                  <a:ext cx="3552" cy="38884"/>
                </a:xfrm>
                <a:custGeom>
                  <a:avLst/>
                  <a:gdLst>
                    <a:gd name="connsiteX0" fmla="*/ 0 w 3552"/>
                    <a:gd name="connsiteY0" fmla="*/ 4813 h 38884"/>
                    <a:gd name="connsiteX1" fmla="*/ 0 w 3552"/>
                    <a:gd name="connsiteY1" fmla="*/ 0 h 38884"/>
                    <a:gd name="connsiteX2" fmla="*/ 3553 w 3552"/>
                    <a:gd name="connsiteY2" fmla="*/ 0 h 38884"/>
                    <a:gd name="connsiteX3" fmla="*/ 3553 w 3552"/>
                    <a:gd name="connsiteY3" fmla="*/ 4813 h 38884"/>
                    <a:gd name="connsiteX4" fmla="*/ 0 w 3552"/>
                    <a:gd name="connsiteY4" fmla="*/ 4813 h 38884"/>
                    <a:gd name="connsiteX5" fmla="*/ 157 w 3552"/>
                    <a:gd name="connsiteY5" fmla="*/ 38885 h 38884"/>
                    <a:gd name="connsiteX6" fmla="*/ 157 w 3552"/>
                    <a:gd name="connsiteY6" fmla="*/ 10930 h 38884"/>
                    <a:gd name="connsiteX7" fmla="*/ 3396 w 3552"/>
                    <a:gd name="connsiteY7" fmla="*/ 10930 h 38884"/>
                    <a:gd name="connsiteX8" fmla="*/ 3396 w 3552"/>
                    <a:gd name="connsiteY8" fmla="*/ 38885 h 38884"/>
                    <a:gd name="connsiteX9" fmla="*/ 157 w 3552"/>
                    <a:gd name="connsiteY9" fmla="*/ 38885 h 38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52" h="38884">
                      <a:moveTo>
                        <a:pt x="0" y="4813"/>
                      </a:moveTo>
                      <a:lnTo>
                        <a:pt x="0" y="0"/>
                      </a:lnTo>
                      <a:lnTo>
                        <a:pt x="3553" y="0"/>
                      </a:lnTo>
                      <a:lnTo>
                        <a:pt x="3553" y="4813"/>
                      </a:lnTo>
                      <a:lnTo>
                        <a:pt x="0" y="4813"/>
                      </a:lnTo>
                      <a:close/>
                      <a:moveTo>
                        <a:pt x="157" y="38885"/>
                      </a:moveTo>
                      <a:lnTo>
                        <a:pt x="157" y="10930"/>
                      </a:lnTo>
                      <a:lnTo>
                        <a:pt x="3396" y="10930"/>
                      </a:lnTo>
                      <a:lnTo>
                        <a:pt x="3396" y="38885"/>
                      </a:lnTo>
                      <a:lnTo>
                        <a:pt x="157" y="38885"/>
                      </a:lnTo>
                      <a:close/>
                    </a:path>
                  </a:pathLst>
                </a:custGeom>
                <a:solidFill>
                  <a:srgbClr val="231F20"/>
                </a:solidFill>
                <a:ln w="2249" cap="flat">
                  <a:noFill/>
                  <a:prstDash val="solid"/>
                  <a:miter/>
                </a:ln>
              </p:spPr>
              <p:txBody>
                <a:bodyPr rtlCol="0" anchor="ctr"/>
                <a:lstStyle/>
                <a:p>
                  <a:endParaRPr lang="en-US"/>
                </a:p>
              </p:txBody>
            </p:sp>
            <p:sp>
              <p:nvSpPr>
                <p:cNvPr id="18025" name="Freeform 18024">
                  <a:extLst>
                    <a:ext uri="{FF2B5EF4-FFF2-40B4-BE49-F238E27FC236}">
                      <a16:creationId xmlns:a16="http://schemas.microsoft.com/office/drawing/2014/main" id="{2F7F0C77-604A-DDDE-BD3E-F2C759D1A77F}"/>
                    </a:ext>
                  </a:extLst>
                </p:cNvPr>
                <p:cNvSpPr/>
                <p:nvPr/>
              </p:nvSpPr>
              <p:spPr>
                <a:xfrm>
                  <a:off x="6401679" y="4412537"/>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4 w 25908"/>
                    <a:gd name="connsiteY3" fmla="*/ 21185 h 29483"/>
                    <a:gd name="connsiteX4" fmla="*/ 0 w 25908"/>
                    <a:gd name="connsiteY4" fmla="*/ 14753 h 29483"/>
                    <a:gd name="connsiteX5" fmla="*/ 810 w 25908"/>
                    <a:gd name="connsiteY5" fmla="*/ 8996 h 29483"/>
                    <a:gd name="connsiteX6" fmla="*/ 3238 w 25908"/>
                    <a:gd name="connsiteY6" fmla="*/ 4318 h 29483"/>
                    <a:gd name="connsiteX7" fmla="*/ 7287 w 25908"/>
                    <a:gd name="connsiteY7" fmla="*/ 1170 h 29483"/>
                    <a:gd name="connsiteX8" fmla="*/ 12954 w 25908"/>
                    <a:gd name="connsiteY8" fmla="*/ 0 h 29483"/>
                    <a:gd name="connsiteX9" fmla="*/ 18666 w 25908"/>
                    <a:gd name="connsiteY9" fmla="*/ 1170 h 29483"/>
                    <a:gd name="connsiteX10" fmla="*/ 22715 w 25908"/>
                    <a:gd name="connsiteY10" fmla="*/ 4296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45 w 25908"/>
                    <a:gd name="connsiteY17" fmla="*/ 14753 h 29483"/>
                    <a:gd name="connsiteX18" fmla="*/ 21905 w 25908"/>
                    <a:gd name="connsiteY18" fmla="*/ 10120 h 29483"/>
                    <a:gd name="connsiteX19" fmla="*/ 20241 w 25908"/>
                    <a:gd name="connsiteY19" fmla="*/ 6365 h 29483"/>
                    <a:gd name="connsiteX20" fmla="*/ 17317 w 25908"/>
                    <a:gd name="connsiteY20" fmla="*/ 3846 h 29483"/>
                    <a:gd name="connsiteX21" fmla="*/ 12954 w 25908"/>
                    <a:gd name="connsiteY21" fmla="*/ 2924 h 29483"/>
                    <a:gd name="connsiteX22" fmla="*/ 8614 w 25908"/>
                    <a:gd name="connsiteY22" fmla="*/ 3913 h 29483"/>
                    <a:gd name="connsiteX23" fmla="*/ 5667 w 25908"/>
                    <a:gd name="connsiteY23" fmla="*/ 6567 h 29483"/>
                    <a:gd name="connsiteX24" fmla="*/ 4003 w 25908"/>
                    <a:gd name="connsiteY24" fmla="*/ 10345 h 29483"/>
                    <a:gd name="connsiteX25" fmla="*/ 3463 w 25908"/>
                    <a:gd name="connsiteY25" fmla="*/ 14753 h 29483"/>
                    <a:gd name="connsiteX26" fmla="*/ 4093 w 25908"/>
                    <a:gd name="connsiteY26" fmla="*/ 19521 h 29483"/>
                    <a:gd name="connsiteX27" fmla="*/ 5893 w 25908"/>
                    <a:gd name="connsiteY27" fmla="*/ 23277 h 29483"/>
                    <a:gd name="connsiteX28" fmla="*/ 8861 w 25908"/>
                    <a:gd name="connsiteY28" fmla="*/ 25706 h 29483"/>
                    <a:gd name="connsiteX29" fmla="*/ 12954 w 25908"/>
                    <a:gd name="connsiteY29" fmla="*/ 26560 h 29483"/>
                    <a:gd name="connsiteX30" fmla="*/ 17294 w 25908"/>
                    <a:gd name="connsiteY30" fmla="*/ 25571 h 29483"/>
                    <a:gd name="connsiteX31" fmla="*/ 20241 w 25908"/>
                    <a:gd name="connsiteY31" fmla="*/ 22895 h 29483"/>
                    <a:gd name="connsiteX32" fmla="*/ 21905 w 25908"/>
                    <a:gd name="connsiteY32" fmla="*/ 19116 h 29483"/>
                    <a:gd name="connsiteX33" fmla="*/ 22445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4" y="21185"/>
                      </a:cubicBezTo>
                      <a:cubicBezTo>
                        <a:pt x="360" y="19341"/>
                        <a:pt x="0" y="17205"/>
                        <a:pt x="0" y="14753"/>
                      </a:cubicBezTo>
                      <a:cubicBezTo>
                        <a:pt x="0" y="12707"/>
                        <a:pt x="270" y="10795"/>
                        <a:pt x="810" y="8996"/>
                      </a:cubicBezTo>
                      <a:cubicBezTo>
                        <a:pt x="1350" y="7219"/>
                        <a:pt x="2159" y="5667"/>
                        <a:pt x="3238" y="4318"/>
                      </a:cubicBezTo>
                      <a:cubicBezTo>
                        <a:pt x="4318" y="2991"/>
                        <a:pt x="5667" y="1934"/>
                        <a:pt x="7287" y="1170"/>
                      </a:cubicBezTo>
                      <a:cubicBezTo>
                        <a:pt x="8906" y="405"/>
                        <a:pt x="10795" y="0"/>
                        <a:pt x="12954" y="0"/>
                      </a:cubicBezTo>
                      <a:cubicBezTo>
                        <a:pt x="15113" y="0"/>
                        <a:pt x="17047" y="382"/>
                        <a:pt x="18666" y="1170"/>
                      </a:cubicBezTo>
                      <a:cubicBezTo>
                        <a:pt x="20286" y="1957"/>
                        <a:pt x="21635" y="2991"/>
                        <a:pt x="22715" y="4296"/>
                      </a:cubicBezTo>
                      <a:cubicBezTo>
                        <a:pt x="23794" y="5600"/>
                        <a:pt x="24603" y="7174"/>
                        <a:pt x="25121" y="8973"/>
                      </a:cubicBezTo>
                      <a:cubicBezTo>
                        <a:pt x="25638" y="10773"/>
                        <a:pt x="25908" y="12707"/>
                        <a:pt x="25908" y="14753"/>
                      </a:cubicBezTo>
                      <a:cubicBezTo>
                        <a:pt x="25908" y="16980"/>
                        <a:pt x="25593" y="19004"/>
                        <a:pt x="24986" y="20803"/>
                      </a:cubicBezTo>
                      <a:cubicBezTo>
                        <a:pt x="24379" y="22602"/>
                        <a:pt x="23502" y="24154"/>
                        <a:pt x="22377" y="25436"/>
                      </a:cubicBezTo>
                      <a:cubicBezTo>
                        <a:pt x="21253" y="26740"/>
                        <a:pt x="19881" y="27730"/>
                        <a:pt x="18284" y="28427"/>
                      </a:cubicBezTo>
                      <a:cubicBezTo>
                        <a:pt x="16688" y="29124"/>
                        <a:pt x="14911" y="29484"/>
                        <a:pt x="12977" y="29484"/>
                      </a:cubicBezTo>
                      <a:close/>
                      <a:moveTo>
                        <a:pt x="22445" y="14753"/>
                      </a:moveTo>
                      <a:cubicBezTo>
                        <a:pt x="22445" y="13089"/>
                        <a:pt x="22265" y="11560"/>
                        <a:pt x="21905" y="10120"/>
                      </a:cubicBezTo>
                      <a:cubicBezTo>
                        <a:pt x="21545" y="8681"/>
                        <a:pt x="20983" y="7422"/>
                        <a:pt x="20241" y="6365"/>
                      </a:cubicBezTo>
                      <a:cubicBezTo>
                        <a:pt x="19499" y="5308"/>
                        <a:pt x="18509" y="4475"/>
                        <a:pt x="17317" y="3846"/>
                      </a:cubicBezTo>
                      <a:cubicBezTo>
                        <a:pt x="16125" y="3239"/>
                        <a:pt x="14663" y="2924"/>
                        <a:pt x="12954" y="2924"/>
                      </a:cubicBezTo>
                      <a:cubicBezTo>
                        <a:pt x="11245" y="2924"/>
                        <a:pt x="9806" y="3261"/>
                        <a:pt x="8614" y="3913"/>
                      </a:cubicBezTo>
                      <a:cubicBezTo>
                        <a:pt x="7399" y="4588"/>
                        <a:pt x="6432" y="5465"/>
                        <a:pt x="5667" y="6567"/>
                      </a:cubicBezTo>
                      <a:cubicBezTo>
                        <a:pt x="4903" y="7669"/>
                        <a:pt x="4363" y="8929"/>
                        <a:pt x="4003" y="10345"/>
                      </a:cubicBezTo>
                      <a:cubicBezTo>
                        <a:pt x="3644" y="11762"/>
                        <a:pt x="3463" y="13224"/>
                        <a:pt x="3463" y="14753"/>
                      </a:cubicBezTo>
                      <a:cubicBezTo>
                        <a:pt x="3463" y="16485"/>
                        <a:pt x="3666" y="18082"/>
                        <a:pt x="4093" y="19521"/>
                      </a:cubicBezTo>
                      <a:cubicBezTo>
                        <a:pt x="4498" y="20983"/>
                        <a:pt x="5105" y="22220"/>
                        <a:pt x="5893" y="23277"/>
                      </a:cubicBezTo>
                      <a:cubicBezTo>
                        <a:pt x="6679" y="24311"/>
                        <a:pt x="7669" y="25121"/>
                        <a:pt x="8861" y="25706"/>
                      </a:cubicBezTo>
                      <a:cubicBezTo>
                        <a:pt x="10053" y="26290"/>
                        <a:pt x="11425" y="26560"/>
                        <a:pt x="12954" y="26560"/>
                      </a:cubicBezTo>
                      <a:cubicBezTo>
                        <a:pt x="14641" y="26560"/>
                        <a:pt x="16103" y="26223"/>
                        <a:pt x="17294" y="25571"/>
                      </a:cubicBezTo>
                      <a:cubicBezTo>
                        <a:pt x="18486" y="24919"/>
                        <a:pt x="19476" y="24019"/>
                        <a:pt x="20241" y="22895"/>
                      </a:cubicBezTo>
                      <a:cubicBezTo>
                        <a:pt x="21005" y="21770"/>
                        <a:pt x="21545" y="20510"/>
                        <a:pt x="21905" y="19116"/>
                      </a:cubicBezTo>
                      <a:cubicBezTo>
                        <a:pt x="22265" y="17722"/>
                        <a:pt x="22445" y="16260"/>
                        <a:pt x="22445" y="14753"/>
                      </a:cubicBezTo>
                      <a:close/>
                    </a:path>
                  </a:pathLst>
                </a:custGeom>
                <a:solidFill>
                  <a:srgbClr val="231F20"/>
                </a:solidFill>
                <a:ln w="2249" cap="flat">
                  <a:noFill/>
                  <a:prstDash val="solid"/>
                  <a:miter/>
                </a:ln>
              </p:spPr>
              <p:txBody>
                <a:bodyPr rtlCol="0" anchor="ctr"/>
                <a:lstStyle/>
                <a:p>
                  <a:endParaRPr lang="en-US"/>
                </a:p>
              </p:txBody>
            </p:sp>
            <p:sp>
              <p:nvSpPr>
                <p:cNvPr id="18026" name="Freeform 18025">
                  <a:extLst>
                    <a:ext uri="{FF2B5EF4-FFF2-40B4-BE49-F238E27FC236}">
                      <a16:creationId xmlns:a16="http://schemas.microsoft.com/office/drawing/2014/main" id="{1793D01C-0D28-498E-FFD3-734730951BF2}"/>
                    </a:ext>
                  </a:extLst>
                </p:cNvPr>
                <p:cNvSpPr/>
                <p:nvPr/>
              </p:nvSpPr>
              <p:spPr>
                <a:xfrm>
                  <a:off x="6433525" y="4412559"/>
                  <a:ext cx="22196" cy="28741"/>
                </a:xfrm>
                <a:custGeom>
                  <a:avLst/>
                  <a:gdLst>
                    <a:gd name="connsiteX0" fmla="*/ 3238 w 22196"/>
                    <a:gd name="connsiteY0" fmla="*/ 28719 h 28741"/>
                    <a:gd name="connsiteX1" fmla="*/ 0 w 22196"/>
                    <a:gd name="connsiteY1" fmla="*/ 28719 h 28741"/>
                    <a:gd name="connsiteX2" fmla="*/ 0 w 22196"/>
                    <a:gd name="connsiteY2" fmla="*/ 765 h 28741"/>
                    <a:gd name="connsiteX3" fmla="*/ 3238 w 22196"/>
                    <a:gd name="connsiteY3" fmla="*/ 765 h 28741"/>
                    <a:gd name="connsiteX4" fmla="*/ 3238 w 22196"/>
                    <a:gd name="connsiteY4" fmla="*/ 4655 h 28741"/>
                    <a:gd name="connsiteX5" fmla="*/ 7264 w 22196"/>
                    <a:gd name="connsiteY5" fmla="*/ 1305 h 28741"/>
                    <a:gd name="connsiteX6" fmla="*/ 12257 w 22196"/>
                    <a:gd name="connsiteY6" fmla="*/ 0 h 28741"/>
                    <a:gd name="connsiteX7" fmla="*/ 17069 w 22196"/>
                    <a:gd name="connsiteY7" fmla="*/ 900 h 28741"/>
                    <a:gd name="connsiteX8" fmla="*/ 20803 w 22196"/>
                    <a:gd name="connsiteY8" fmla="*/ 4003 h 28741"/>
                    <a:gd name="connsiteX9" fmla="*/ 22017 w 22196"/>
                    <a:gd name="connsiteY9" fmla="*/ 7107 h 28741"/>
                    <a:gd name="connsiteX10" fmla="*/ 22197 w 22196"/>
                    <a:gd name="connsiteY10" fmla="*/ 10435 h 28741"/>
                    <a:gd name="connsiteX11" fmla="*/ 22197 w 22196"/>
                    <a:gd name="connsiteY11" fmla="*/ 28742 h 28741"/>
                    <a:gd name="connsiteX12" fmla="*/ 18959 w 22196"/>
                    <a:gd name="connsiteY12" fmla="*/ 28742 h 28741"/>
                    <a:gd name="connsiteX13" fmla="*/ 18959 w 22196"/>
                    <a:gd name="connsiteY13" fmla="*/ 10503 h 28741"/>
                    <a:gd name="connsiteX14" fmla="*/ 17294 w 22196"/>
                    <a:gd name="connsiteY14" fmla="*/ 4835 h 28741"/>
                    <a:gd name="connsiteX15" fmla="*/ 11739 w 22196"/>
                    <a:gd name="connsiteY15" fmla="*/ 2946 h 28741"/>
                    <a:gd name="connsiteX16" fmla="*/ 8996 w 22196"/>
                    <a:gd name="connsiteY16" fmla="*/ 3396 h 28741"/>
                    <a:gd name="connsiteX17" fmla="*/ 6747 w 22196"/>
                    <a:gd name="connsiteY17" fmla="*/ 4610 h 28741"/>
                    <a:gd name="connsiteX18" fmla="*/ 5038 w 22196"/>
                    <a:gd name="connsiteY18" fmla="*/ 6342 h 28741"/>
                    <a:gd name="connsiteX19" fmla="*/ 3958 w 22196"/>
                    <a:gd name="connsiteY19" fmla="*/ 8389 h 28741"/>
                    <a:gd name="connsiteX20" fmla="*/ 3373 w 22196"/>
                    <a:gd name="connsiteY20" fmla="*/ 10975 h 28741"/>
                    <a:gd name="connsiteX21" fmla="*/ 3261 w 22196"/>
                    <a:gd name="connsiteY21" fmla="*/ 13674 h 28741"/>
                    <a:gd name="connsiteX22" fmla="*/ 3261 w 22196"/>
                    <a:gd name="connsiteY22" fmla="*/ 28742 h 28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2196" h="28741">
                      <a:moveTo>
                        <a:pt x="3238" y="28719"/>
                      </a:moveTo>
                      <a:lnTo>
                        <a:pt x="0" y="28719"/>
                      </a:lnTo>
                      <a:lnTo>
                        <a:pt x="0" y="765"/>
                      </a:lnTo>
                      <a:lnTo>
                        <a:pt x="3238" y="765"/>
                      </a:lnTo>
                      <a:lnTo>
                        <a:pt x="3238" y="4655"/>
                      </a:lnTo>
                      <a:cubicBezTo>
                        <a:pt x="4542" y="3284"/>
                        <a:pt x="5869" y="2181"/>
                        <a:pt x="7264" y="1305"/>
                      </a:cubicBezTo>
                      <a:cubicBezTo>
                        <a:pt x="8658" y="450"/>
                        <a:pt x="10322" y="0"/>
                        <a:pt x="12257" y="0"/>
                      </a:cubicBezTo>
                      <a:cubicBezTo>
                        <a:pt x="13988" y="0"/>
                        <a:pt x="15585" y="292"/>
                        <a:pt x="17069" y="900"/>
                      </a:cubicBezTo>
                      <a:cubicBezTo>
                        <a:pt x="18554" y="1484"/>
                        <a:pt x="19790" y="2519"/>
                        <a:pt x="20803" y="4003"/>
                      </a:cubicBezTo>
                      <a:cubicBezTo>
                        <a:pt x="21477" y="5015"/>
                        <a:pt x="21882" y="6050"/>
                        <a:pt x="22017" y="7107"/>
                      </a:cubicBezTo>
                      <a:cubicBezTo>
                        <a:pt x="22152" y="8164"/>
                        <a:pt x="22197" y="9266"/>
                        <a:pt x="22197" y="10435"/>
                      </a:cubicBezTo>
                      <a:lnTo>
                        <a:pt x="22197" y="28742"/>
                      </a:lnTo>
                      <a:lnTo>
                        <a:pt x="18959" y="28742"/>
                      </a:lnTo>
                      <a:lnTo>
                        <a:pt x="18959" y="10503"/>
                      </a:lnTo>
                      <a:cubicBezTo>
                        <a:pt x="18959" y="7984"/>
                        <a:pt x="18396" y="6095"/>
                        <a:pt x="17294" y="4835"/>
                      </a:cubicBezTo>
                      <a:cubicBezTo>
                        <a:pt x="16170" y="3576"/>
                        <a:pt x="14326" y="2946"/>
                        <a:pt x="11739" y="2946"/>
                      </a:cubicBezTo>
                      <a:cubicBezTo>
                        <a:pt x="10727" y="2946"/>
                        <a:pt x="9805" y="3104"/>
                        <a:pt x="8996" y="3396"/>
                      </a:cubicBezTo>
                      <a:cubicBezTo>
                        <a:pt x="8163" y="3711"/>
                        <a:pt x="7421" y="4116"/>
                        <a:pt x="6747" y="4610"/>
                      </a:cubicBezTo>
                      <a:cubicBezTo>
                        <a:pt x="6072" y="5105"/>
                        <a:pt x="5510" y="5690"/>
                        <a:pt x="5038" y="6342"/>
                      </a:cubicBezTo>
                      <a:cubicBezTo>
                        <a:pt x="4565" y="6994"/>
                        <a:pt x="4205" y="7669"/>
                        <a:pt x="3958" y="8389"/>
                      </a:cubicBezTo>
                      <a:cubicBezTo>
                        <a:pt x="3643" y="9288"/>
                        <a:pt x="3440" y="10143"/>
                        <a:pt x="3373" y="10975"/>
                      </a:cubicBezTo>
                      <a:cubicBezTo>
                        <a:pt x="3306" y="11807"/>
                        <a:pt x="3261" y="12707"/>
                        <a:pt x="3261" y="13674"/>
                      </a:cubicBezTo>
                      <a:lnTo>
                        <a:pt x="3261" y="28742"/>
                      </a:lnTo>
                      <a:close/>
                    </a:path>
                  </a:pathLst>
                </a:custGeom>
                <a:solidFill>
                  <a:srgbClr val="231F20"/>
                </a:solidFill>
                <a:ln w="2249" cap="flat">
                  <a:noFill/>
                  <a:prstDash val="solid"/>
                  <a:miter/>
                </a:ln>
              </p:spPr>
              <p:txBody>
                <a:bodyPr rtlCol="0" anchor="ctr"/>
                <a:lstStyle/>
                <a:p>
                  <a:endParaRPr lang="en-US"/>
                </a:p>
              </p:txBody>
            </p:sp>
            <p:sp>
              <p:nvSpPr>
                <p:cNvPr id="18027" name="Freeform 18026">
                  <a:extLst>
                    <a:ext uri="{FF2B5EF4-FFF2-40B4-BE49-F238E27FC236}">
                      <a16:creationId xmlns:a16="http://schemas.microsoft.com/office/drawing/2014/main" id="{1735ACDC-1AFB-142C-3C02-9CDF09FA8DFE}"/>
                    </a:ext>
                  </a:extLst>
                </p:cNvPr>
                <p:cNvSpPr/>
                <p:nvPr/>
              </p:nvSpPr>
              <p:spPr>
                <a:xfrm>
                  <a:off x="6478526" y="4412559"/>
                  <a:ext cx="22196" cy="28741"/>
                </a:xfrm>
                <a:custGeom>
                  <a:avLst/>
                  <a:gdLst>
                    <a:gd name="connsiteX0" fmla="*/ 3238 w 22196"/>
                    <a:gd name="connsiteY0" fmla="*/ 28719 h 28741"/>
                    <a:gd name="connsiteX1" fmla="*/ 0 w 22196"/>
                    <a:gd name="connsiteY1" fmla="*/ 28719 h 28741"/>
                    <a:gd name="connsiteX2" fmla="*/ 0 w 22196"/>
                    <a:gd name="connsiteY2" fmla="*/ 765 h 28741"/>
                    <a:gd name="connsiteX3" fmla="*/ 3238 w 22196"/>
                    <a:gd name="connsiteY3" fmla="*/ 765 h 28741"/>
                    <a:gd name="connsiteX4" fmla="*/ 3238 w 22196"/>
                    <a:gd name="connsiteY4" fmla="*/ 4655 h 28741"/>
                    <a:gd name="connsiteX5" fmla="*/ 7264 w 22196"/>
                    <a:gd name="connsiteY5" fmla="*/ 1305 h 28741"/>
                    <a:gd name="connsiteX6" fmla="*/ 12257 w 22196"/>
                    <a:gd name="connsiteY6" fmla="*/ 0 h 28741"/>
                    <a:gd name="connsiteX7" fmla="*/ 17069 w 22196"/>
                    <a:gd name="connsiteY7" fmla="*/ 900 h 28741"/>
                    <a:gd name="connsiteX8" fmla="*/ 20803 w 22196"/>
                    <a:gd name="connsiteY8" fmla="*/ 4003 h 28741"/>
                    <a:gd name="connsiteX9" fmla="*/ 22017 w 22196"/>
                    <a:gd name="connsiteY9" fmla="*/ 7107 h 28741"/>
                    <a:gd name="connsiteX10" fmla="*/ 22197 w 22196"/>
                    <a:gd name="connsiteY10" fmla="*/ 10435 h 28741"/>
                    <a:gd name="connsiteX11" fmla="*/ 22197 w 22196"/>
                    <a:gd name="connsiteY11" fmla="*/ 28742 h 28741"/>
                    <a:gd name="connsiteX12" fmla="*/ 18959 w 22196"/>
                    <a:gd name="connsiteY12" fmla="*/ 28742 h 28741"/>
                    <a:gd name="connsiteX13" fmla="*/ 18959 w 22196"/>
                    <a:gd name="connsiteY13" fmla="*/ 10503 h 28741"/>
                    <a:gd name="connsiteX14" fmla="*/ 17294 w 22196"/>
                    <a:gd name="connsiteY14" fmla="*/ 4835 h 28741"/>
                    <a:gd name="connsiteX15" fmla="*/ 11739 w 22196"/>
                    <a:gd name="connsiteY15" fmla="*/ 2946 h 28741"/>
                    <a:gd name="connsiteX16" fmla="*/ 8996 w 22196"/>
                    <a:gd name="connsiteY16" fmla="*/ 3396 h 28741"/>
                    <a:gd name="connsiteX17" fmla="*/ 6747 w 22196"/>
                    <a:gd name="connsiteY17" fmla="*/ 4610 h 28741"/>
                    <a:gd name="connsiteX18" fmla="*/ 5038 w 22196"/>
                    <a:gd name="connsiteY18" fmla="*/ 6342 h 28741"/>
                    <a:gd name="connsiteX19" fmla="*/ 3958 w 22196"/>
                    <a:gd name="connsiteY19" fmla="*/ 8389 h 28741"/>
                    <a:gd name="connsiteX20" fmla="*/ 3373 w 22196"/>
                    <a:gd name="connsiteY20" fmla="*/ 10975 h 28741"/>
                    <a:gd name="connsiteX21" fmla="*/ 3261 w 22196"/>
                    <a:gd name="connsiteY21" fmla="*/ 13674 h 28741"/>
                    <a:gd name="connsiteX22" fmla="*/ 3261 w 22196"/>
                    <a:gd name="connsiteY22" fmla="*/ 28742 h 28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2196" h="28741">
                      <a:moveTo>
                        <a:pt x="3238" y="28719"/>
                      </a:moveTo>
                      <a:lnTo>
                        <a:pt x="0" y="28719"/>
                      </a:lnTo>
                      <a:lnTo>
                        <a:pt x="0" y="765"/>
                      </a:lnTo>
                      <a:lnTo>
                        <a:pt x="3238" y="765"/>
                      </a:lnTo>
                      <a:lnTo>
                        <a:pt x="3238" y="4655"/>
                      </a:lnTo>
                      <a:cubicBezTo>
                        <a:pt x="4542" y="3284"/>
                        <a:pt x="5869" y="2181"/>
                        <a:pt x="7264" y="1305"/>
                      </a:cubicBezTo>
                      <a:cubicBezTo>
                        <a:pt x="8658" y="450"/>
                        <a:pt x="10322" y="0"/>
                        <a:pt x="12257" y="0"/>
                      </a:cubicBezTo>
                      <a:cubicBezTo>
                        <a:pt x="13988" y="0"/>
                        <a:pt x="15585" y="292"/>
                        <a:pt x="17069" y="900"/>
                      </a:cubicBezTo>
                      <a:cubicBezTo>
                        <a:pt x="18554" y="1484"/>
                        <a:pt x="19790" y="2519"/>
                        <a:pt x="20803" y="4003"/>
                      </a:cubicBezTo>
                      <a:cubicBezTo>
                        <a:pt x="21477" y="5015"/>
                        <a:pt x="21882" y="6050"/>
                        <a:pt x="22017" y="7107"/>
                      </a:cubicBezTo>
                      <a:cubicBezTo>
                        <a:pt x="22152" y="8164"/>
                        <a:pt x="22197" y="9266"/>
                        <a:pt x="22197" y="10435"/>
                      </a:cubicBezTo>
                      <a:lnTo>
                        <a:pt x="22197" y="28742"/>
                      </a:lnTo>
                      <a:lnTo>
                        <a:pt x="18959" y="28742"/>
                      </a:lnTo>
                      <a:lnTo>
                        <a:pt x="18959" y="10503"/>
                      </a:lnTo>
                      <a:cubicBezTo>
                        <a:pt x="18959" y="7984"/>
                        <a:pt x="18396" y="6095"/>
                        <a:pt x="17294" y="4835"/>
                      </a:cubicBezTo>
                      <a:cubicBezTo>
                        <a:pt x="16170" y="3576"/>
                        <a:pt x="14326" y="2946"/>
                        <a:pt x="11739" y="2946"/>
                      </a:cubicBezTo>
                      <a:cubicBezTo>
                        <a:pt x="10727" y="2946"/>
                        <a:pt x="9805" y="3104"/>
                        <a:pt x="8996" y="3396"/>
                      </a:cubicBezTo>
                      <a:cubicBezTo>
                        <a:pt x="8163" y="3711"/>
                        <a:pt x="7421" y="4116"/>
                        <a:pt x="6747" y="4610"/>
                      </a:cubicBezTo>
                      <a:cubicBezTo>
                        <a:pt x="6072" y="5105"/>
                        <a:pt x="5510" y="5690"/>
                        <a:pt x="5038" y="6342"/>
                      </a:cubicBezTo>
                      <a:cubicBezTo>
                        <a:pt x="4565" y="6994"/>
                        <a:pt x="4205" y="7669"/>
                        <a:pt x="3958" y="8389"/>
                      </a:cubicBezTo>
                      <a:cubicBezTo>
                        <a:pt x="3643" y="9288"/>
                        <a:pt x="3440" y="10143"/>
                        <a:pt x="3373" y="10975"/>
                      </a:cubicBezTo>
                      <a:cubicBezTo>
                        <a:pt x="3306" y="11807"/>
                        <a:pt x="3261" y="12707"/>
                        <a:pt x="3261" y="13674"/>
                      </a:cubicBezTo>
                      <a:lnTo>
                        <a:pt x="3261" y="28742"/>
                      </a:lnTo>
                      <a:close/>
                    </a:path>
                  </a:pathLst>
                </a:custGeom>
                <a:solidFill>
                  <a:srgbClr val="231F20"/>
                </a:solidFill>
                <a:ln w="2249" cap="flat">
                  <a:noFill/>
                  <a:prstDash val="solid"/>
                  <a:miter/>
                </a:ln>
              </p:spPr>
              <p:txBody>
                <a:bodyPr rtlCol="0" anchor="ctr"/>
                <a:lstStyle/>
                <a:p>
                  <a:endParaRPr lang="en-US"/>
                </a:p>
              </p:txBody>
            </p:sp>
            <p:sp>
              <p:nvSpPr>
                <p:cNvPr id="18028" name="Freeform 18027">
                  <a:extLst>
                    <a:ext uri="{FF2B5EF4-FFF2-40B4-BE49-F238E27FC236}">
                      <a16:creationId xmlns:a16="http://schemas.microsoft.com/office/drawing/2014/main" id="{B5A0F87B-329B-5AE4-25C7-5A1B9D6E2591}"/>
                    </a:ext>
                  </a:extLst>
                </p:cNvPr>
                <p:cNvSpPr/>
                <p:nvPr/>
              </p:nvSpPr>
              <p:spPr>
                <a:xfrm>
                  <a:off x="6508527" y="4413279"/>
                  <a:ext cx="22197" cy="28718"/>
                </a:xfrm>
                <a:custGeom>
                  <a:avLst/>
                  <a:gdLst>
                    <a:gd name="connsiteX0" fmla="*/ 18959 w 22197"/>
                    <a:gd name="connsiteY0" fmla="*/ 23 h 28718"/>
                    <a:gd name="connsiteX1" fmla="*/ 22197 w 22197"/>
                    <a:gd name="connsiteY1" fmla="*/ 23 h 28718"/>
                    <a:gd name="connsiteX2" fmla="*/ 22197 w 22197"/>
                    <a:gd name="connsiteY2" fmla="*/ 27977 h 28718"/>
                    <a:gd name="connsiteX3" fmla="*/ 18959 w 22197"/>
                    <a:gd name="connsiteY3" fmla="*/ 27977 h 28718"/>
                    <a:gd name="connsiteX4" fmla="*/ 18959 w 22197"/>
                    <a:gd name="connsiteY4" fmla="*/ 24086 h 28718"/>
                    <a:gd name="connsiteX5" fmla="*/ 17497 w 22197"/>
                    <a:gd name="connsiteY5" fmla="*/ 25660 h 28718"/>
                    <a:gd name="connsiteX6" fmla="*/ 15630 w 22197"/>
                    <a:gd name="connsiteY6" fmla="*/ 27145 h 28718"/>
                    <a:gd name="connsiteX7" fmla="*/ 13179 w 22197"/>
                    <a:gd name="connsiteY7" fmla="*/ 28269 h 28718"/>
                    <a:gd name="connsiteX8" fmla="*/ 9940 w 22197"/>
                    <a:gd name="connsiteY8" fmla="*/ 28719 h 28718"/>
                    <a:gd name="connsiteX9" fmla="*/ 5240 w 22197"/>
                    <a:gd name="connsiteY9" fmla="*/ 27932 h 28718"/>
                    <a:gd name="connsiteX10" fmla="*/ 2181 w 22197"/>
                    <a:gd name="connsiteY10" fmla="*/ 25750 h 28718"/>
                    <a:gd name="connsiteX11" fmla="*/ 517 w 22197"/>
                    <a:gd name="connsiteY11" fmla="*/ 22490 h 28718"/>
                    <a:gd name="connsiteX12" fmla="*/ 0 w 22197"/>
                    <a:gd name="connsiteY12" fmla="*/ 18419 h 28718"/>
                    <a:gd name="connsiteX13" fmla="*/ 0 w 22197"/>
                    <a:gd name="connsiteY13" fmla="*/ 23 h 28718"/>
                    <a:gd name="connsiteX14" fmla="*/ 3238 w 22197"/>
                    <a:gd name="connsiteY14" fmla="*/ 23 h 28718"/>
                    <a:gd name="connsiteX15" fmla="*/ 3238 w 22197"/>
                    <a:gd name="connsiteY15" fmla="*/ 18374 h 28718"/>
                    <a:gd name="connsiteX16" fmla="*/ 4903 w 22197"/>
                    <a:gd name="connsiteY16" fmla="*/ 23906 h 28718"/>
                    <a:gd name="connsiteX17" fmla="*/ 10413 w 22197"/>
                    <a:gd name="connsiteY17" fmla="*/ 25818 h 28718"/>
                    <a:gd name="connsiteX18" fmla="*/ 14011 w 22197"/>
                    <a:gd name="connsiteY18" fmla="*/ 25031 h 28718"/>
                    <a:gd name="connsiteX19" fmla="*/ 16687 w 22197"/>
                    <a:gd name="connsiteY19" fmla="*/ 22849 h 28718"/>
                    <a:gd name="connsiteX20" fmla="*/ 18352 w 22197"/>
                    <a:gd name="connsiteY20" fmla="*/ 19498 h 28718"/>
                    <a:gd name="connsiteX21" fmla="*/ 18936 w 22197"/>
                    <a:gd name="connsiteY21" fmla="*/ 15225 h 28718"/>
                    <a:gd name="connsiteX22" fmla="*/ 18936 w 22197"/>
                    <a:gd name="connsiteY22" fmla="*/ 0 h 287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2197" h="28718">
                      <a:moveTo>
                        <a:pt x="18959" y="23"/>
                      </a:moveTo>
                      <a:lnTo>
                        <a:pt x="22197" y="23"/>
                      </a:lnTo>
                      <a:lnTo>
                        <a:pt x="22197" y="27977"/>
                      </a:lnTo>
                      <a:lnTo>
                        <a:pt x="18959" y="27977"/>
                      </a:lnTo>
                      <a:lnTo>
                        <a:pt x="18959" y="24086"/>
                      </a:lnTo>
                      <a:cubicBezTo>
                        <a:pt x="18531" y="24581"/>
                        <a:pt x="18037" y="25121"/>
                        <a:pt x="17497" y="25660"/>
                      </a:cubicBezTo>
                      <a:cubicBezTo>
                        <a:pt x="16957" y="26200"/>
                        <a:pt x="16327" y="26695"/>
                        <a:pt x="15630" y="27145"/>
                      </a:cubicBezTo>
                      <a:cubicBezTo>
                        <a:pt x="14933" y="27594"/>
                        <a:pt x="14101" y="27977"/>
                        <a:pt x="13179" y="28269"/>
                      </a:cubicBezTo>
                      <a:cubicBezTo>
                        <a:pt x="12257" y="28562"/>
                        <a:pt x="11155" y="28719"/>
                        <a:pt x="9940" y="28719"/>
                      </a:cubicBezTo>
                      <a:cubicBezTo>
                        <a:pt x="8074" y="28719"/>
                        <a:pt x="6500" y="28449"/>
                        <a:pt x="5240" y="27932"/>
                      </a:cubicBezTo>
                      <a:cubicBezTo>
                        <a:pt x="3981" y="27415"/>
                        <a:pt x="2969" y="26673"/>
                        <a:pt x="2181" y="25750"/>
                      </a:cubicBezTo>
                      <a:cubicBezTo>
                        <a:pt x="1417" y="24806"/>
                        <a:pt x="855" y="23726"/>
                        <a:pt x="517" y="22490"/>
                      </a:cubicBezTo>
                      <a:cubicBezTo>
                        <a:pt x="180" y="21253"/>
                        <a:pt x="0" y="19881"/>
                        <a:pt x="0" y="18419"/>
                      </a:cubicBezTo>
                      <a:lnTo>
                        <a:pt x="0" y="23"/>
                      </a:lnTo>
                      <a:lnTo>
                        <a:pt x="3238" y="23"/>
                      </a:lnTo>
                      <a:lnTo>
                        <a:pt x="3238" y="18374"/>
                      </a:lnTo>
                      <a:cubicBezTo>
                        <a:pt x="3238" y="20780"/>
                        <a:pt x="3801" y="22624"/>
                        <a:pt x="4903" y="23906"/>
                      </a:cubicBezTo>
                      <a:cubicBezTo>
                        <a:pt x="6027" y="25188"/>
                        <a:pt x="7849" y="25818"/>
                        <a:pt x="10413" y="25818"/>
                      </a:cubicBezTo>
                      <a:cubicBezTo>
                        <a:pt x="11739" y="25818"/>
                        <a:pt x="12932" y="25548"/>
                        <a:pt x="14011" y="25031"/>
                      </a:cubicBezTo>
                      <a:cubicBezTo>
                        <a:pt x="15068" y="24513"/>
                        <a:pt x="15968" y="23771"/>
                        <a:pt x="16687" y="22849"/>
                      </a:cubicBezTo>
                      <a:cubicBezTo>
                        <a:pt x="17407" y="21905"/>
                        <a:pt x="17969" y="20803"/>
                        <a:pt x="18352" y="19498"/>
                      </a:cubicBezTo>
                      <a:cubicBezTo>
                        <a:pt x="18734" y="18194"/>
                        <a:pt x="18936" y="16777"/>
                        <a:pt x="18936" y="15225"/>
                      </a:cubicBezTo>
                      <a:lnTo>
                        <a:pt x="18936" y="0"/>
                      </a:lnTo>
                      <a:close/>
                    </a:path>
                  </a:pathLst>
                </a:custGeom>
                <a:solidFill>
                  <a:srgbClr val="231F20"/>
                </a:solidFill>
                <a:ln w="2249" cap="flat">
                  <a:noFill/>
                  <a:prstDash val="solid"/>
                  <a:miter/>
                </a:ln>
              </p:spPr>
              <p:txBody>
                <a:bodyPr rtlCol="0" anchor="ctr"/>
                <a:lstStyle/>
                <a:p>
                  <a:endParaRPr lang="en-US"/>
                </a:p>
              </p:txBody>
            </p:sp>
            <p:sp>
              <p:nvSpPr>
                <p:cNvPr id="18029" name="Freeform 18028">
                  <a:extLst>
                    <a:ext uri="{FF2B5EF4-FFF2-40B4-BE49-F238E27FC236}">
                      <a16:creationId xmlns:a16="http://schemas.microsoft.com/office/drawing/2014/main" id="{341DA7B7-983A-D117-AE8D-72156D190DF6}"/>
                    </a:ext>
                  </a:extLst>
                </p:cNvPr>
                <p:cNvSpPr/>
                <p:nvPr/>
              </p:nvSpPr>
              <p:spPr>
                <a:xfrm>
                  <a:off x="6538124" y="4412582"/>
                  <a:ext cx="38007" cy="28764"/>
                </a:xfrm>
                <a:custGeom>
                  <a:avLst/>
                  <a:gdLst>
                    <a:gd name="connsiteX0" fmla="*/ 3238 w 38007"/>
                    <a:gd name="connsiteY0" fmla="*/ 28697 h 28764"/>
                    <a:gd name="connsiteX1" fmla="*/ 0 w 38007"/>
                    <a:gd name="connsiteY1" fmla="*/ 28697 h 28764"/>
                    <a:gd name="connsiteX2" fmla="*/ 0 w 38007"/>
                    <a:gd name="connsiteY2" fmla="*/ 742 h 28764"/>
                    <a:gd name="connsiteX3" fmla="*/ 3238 w 38007"/>
                    <a:gd name="connsiteY3" fmla="*/ 742 h 28764"/>
                    <a:gd name="connsiteX4" fmla="*/ 3238 w 38007"/>
                    <a:gd name="connsiteY4" fmla="*/ 4948 h 28764"/>
                    <a:gd name="connsiteX5" fmla="*/ 3351 w 38007"/>
                    <a:gd name="connsiteY5" fmla="*/ 4948 h 28764"/>
                    <a:gd name="connsiteX6" fmla="*/ 6904 w 38007"/>
                    <a:gd name="connsiteY6" fmla="*/ 1260 h 28764"/>
                    <a:gd name="connsiteX7" fmla="*/ 11987 w 38007"/>
                    <a:gd name="connsiteY7" fmla="*/ 0 h 28764"/>
                    <a:gd name="connsiteX8" fmla="*/ 15270 w 38007"/>
                    <a:gd name="connsiteY8" fmla="*/ 427 h 28764"/>
                    <a:gd name="connsiteX9" fmla="*/ 17564 w 38007"/>
                    <a:gd name="connsiteY9" fmla="*/ 1597 h 28764"/>
                    <a:gd name="connsiteX10" fmla="*/ 19138 w 38007"/>
                    <a:gd name="connsiteY10" fmla="*/ 3306 h 28764"/>
                    <a:gd name="connsiteX11" fmla="*/ 20196 w 38007"/>
                    <a:gd name="connsiteY11" fmla="*/ 5420 h 28764"/>
                    <a:gd name="connsiteX12" fmla="*/ 23951 w 38007"/>
                    <a:gd name="connsiteY12" fmla="*/ 1349 h 28764"/>
                    <a:gd name="connsiteX13" fmla="*/ 29326 w 38007"/>
                    <a:gd name="connsiteY13" fmla="*/ 23 h 28764"/>
                    <a:gd name="connsiteX14" fmla="*/ 33891 w 38007"/>
                    <a:gd name="connsiteY14" fmla="*/ 967 h 28764"/>
                    <a:gd name="connsiteX15" fmla="*/ 36501 w 38007"/>
                    <a:gd name="connsiteY15" fmla="*/ 3441 h 28764"/>
                    <a:gd name="connsiteX16" fmla="*/ 37715 w 38007"/>
                    <a:gd name="connsiteY16" fmla="*/ 6972 h 28764"/>
                    <a:gd name="connsiteX17" fmla="*/ 38007 w 38007"/>
                    <a:gd name="connsiteY17" fmla="*/ 11065 h 28764"/>
                    <a:gd name="connsiteX18" fmla="*/ 38007 w 38007"/>
                    <a:gd name="connsiteY18" fmla="*/ 28719 h 28764"/>
                    <a:gd name="connsiteX19" fmla="*/ 34769 w 38007"/>
                    <a:gd name="connsiteY19" fmla="*/ 28719 h 28764"/>
                    <a:gd name="connsiteX20" fmla="*/ 34769 w 38007"/>
                    <a:gd name="connsiteY20" fmla="*/ 9401 h 28764"/>
                    <a:gd name="connsiteX21" fmla="*/ 33509 w 38007"/>
                    <a:gd name="connsiteY21" fmla="*/ 4655 h 28764"/>
                    <a:gd name="connsiteX22" fmla="*/ 28786 w 38007"/>
                    <a:gd name="connsiteY22" fmla="*/ 2924 h 28764"/>
                    <a:gd name="connsiteX23" fmla="*/ 25368 w 38007"/>
                    <a:gd name="connsiteY23" fmla="*/ 3711 h 28764"/>
                    <a:gd name="connsiteX24" fmla="*/ 22490 w 38007"/>
                    <a:gd name="connsiteY24" fmla="*/ 6117 h 28764"/>
                    <a:gd name="connsiteX25" fmla="*/ 21590 w 38007"/>
                    <a:gd name="connsiteY25" fmla="*/ 7759 h 28764"/>
                    <a:gd name="connsiteX26" fmla="*/ 21027 w 38007"/>
                    <a:gd name="connsiteY26" fmla="*/ 9738 h 28764"/>
                    <a:gd name="connsiteX27" fmla="*/ 20735 w 38007"/>
                    <a:gd name="connsiteY27" fmla="*/ 11785 h 28764"/>
                    <a:gd name="connsiteX28" fmla="*/ 20645 w 38007"/>
                    <a:gd name="connsiteY28" fmla="*/ 13674 h 28764"/>
                    <a:gd name="connsiteX29" fmla="*/ 20645 w 38007"/>
                    <a:gd name="connsiteY29" fmla="*/ 28742 h 28764"/>
                    <a:gd name="connsiteX30" fmla="*/ 17407 w 38007"/>
                    <a:gd name="connsiteY30" fmla="*/ 28742 h 28764"/>
                    <a:gd name="connsiteX31" fmla="*/ 17407 w 38007"/>
                    <a:gd name="connsiteY31" fmla="*/ 9423 h 28764"/>
                    <a:gd name="connsiteX32" fmla="*/ 16147 w 38007"/>
                    <a:gd name="connsiteY32" fmla="*/ 4678 h 28764"/>
                    <a:gd name="connsiteX33" fmla="*/ 11424 w 38007"/>
                    <a:gd name="connsiteY33" fmla="*/ 2946 h 28764"/>
                    <a:gd name="connsiteX34" fmla="*/ 8006 w 38007"/>
                    <a:gd name="connsiteY34" fmla="*/ 3733 h 28764"/>
                    <a:gd name="connsiteX35" fmla="*/ 5127 w 38007"/>
                    <a:gd name="connsiteY35" fmla="*/ 6140 h 28764"/>
                    <a:gd name="connsiteX36" fmla="*/ 4228 w 38007"/>
                    <a:gd name="connsiteY36" fmla="*/ 7781 h 28764"/>
                    <a:gd name="connsiteX37" fmla="*/ 3666 w 38007"/>
                    <a:gd name="connsiteY37" fmla="*/ 9760 h 28764"/>
                    <a:gd name="connsiteX38" fmla="*/ 3373 w 38007"/>
                    <a:gd name="connsiteY38" fmla="*/ 11807 h 28764"/>
                    <a:gd name="connsiteX39" fmla="*/ 3283 w 38007"/>
                    <a:gd name="connsiteY39" fmla="*/ 13696 h 28764"/>
                    <a:gd name="connsiteX40" fmla="*/ 3283 w 38007"/>
                    <a:gd name="connsiteY40" fmla="*/ 28764 h 28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38007" h="28764">
                      <a:moveTo>
                        <a:pt x="3238" y="28697"/>
                      </a:moveTo>
                      <a:lnTo>
                        <a:pt x="0" y="28697"/>
                      </a:lnTo>
                      <a:lnTo>
                        <a:pt x="0" y="742"/>
                      </a:lnTo>
                      <a:lnTo>
                        <a:pt x="3238" y="742"/>
                      </a:lnTo>
                      <a:lnTo>
                        <a:pt x="3238" y="4948"/>
                      </a:lnTo>
                      <a:lnTo>
                        <a:pt x="3351" y="4948"/>
                      </a:lnTo>
                      <a:cubicBezTo>
                        <a:pt x="4183" y="3328"/>
                        <a:pt x="5375" y="2092"/>
                        <a:pt x="6904" y="1260"/>
                      </a:cubicBezTo>
                      <a:cubicBezTo>
                        <a:pt x="8456" y="405"/>
                        <a:pt x="10142" y="0"/>
                        <a:pt x="11987" y="0"/>
                      </a:cubicBezTo>
                      <a:cubicBezTo>
                        <a:pt x="13291" y="0"/>
                        <a:pt x="14371" y="135"/>
                        <a:pt x="15270" y="427"/>
                      </a:cubicBezTo>
                      <a:cubicBezTo>
                        <a:pt x="16170" y="720"/>
                        <a:pt x="16934" y="1102"/>
                        <a:pt x="17564" y="1597"/>
                      </a:cubicBezTo>
                      <a:cubicBezTo>
                        <a:pt x="18194" y="2092"/>
                        <a:pt x="18711" y="2654"/>
                        <a:pt x="19138" y="3306"/>
                      </a:cubicBezTo>
                      <a:cubicBezTo>
                        <a:pt x="19543" y="3958"/>
                        <a:pt x="19903" y="4655"/>
                        <a:pt x="20196" y="5420"/>
                      </a:cubicBezTo>
                      <a:cubicBezTo>
                        <a:pt x="21140" y="3576"/>
                        <a:pt x="22377" y="2226"/>
                        <a:pt x="23951" y="1349"/>
                      </a:cubicBezTo>
                      <a:cubicBezTo>
                        <a:pt x="25525" y="472"/>
                        <a:pt x="27302" y="23"/>
                        <a:pt x="29326" y="23"/>
                      </a:cubicBezTo>
                      <a:cubicBezTo>
                        <a:pt x="31238" y="23"/>
                        <a:pt x="32744" y="337"/>
                        <a:pt x="33891" y="967"/>
                      </a:cubicBezTo>
                      <a:cubicBezTo>
                        <a:pt x="35016" y="1597"/>
                        <a:pt x="35893" y="2429"/>
                        <a:pt x="36501" y="3441"/>
                      </a:cubicBezTo>
                      <a:cubicBezTo>
                        <a:pt x="37108" y="4453"/>
                        <a:pt x="37512" y="5645"/>
                        <a:pt x="37715" y="6972"/>
                      </a:cubicBezTo>
                      <a:cubicBezTo>
                        <a:pt x="37917" y="8299"/>
                        <a:pt x="38007" y="9671"/>
                        <a:pt x="38007" y="11065"/>
                      </a:cubicBezTo>
                      <a:lnTo>
                        <a:pt x="38007" y="28719"/>
                      </a:lnTo>
                      <a:lnTo>
                        <a:pt x="34769" y="28719"/>
                      </a:lnTo>
                      <a:lnTo>
                        <a:pt x="34769" y="9401"/>
                      </a:lnTo>
                      <a:cubicBezTo>
                        <a:pt x="34769" y="7377"/>
                        <a:pt x="34341" y="5802"/>
                        <a:pt x="33509" y="4655"/>
                      </a:cubicBezTo>
                      <a:cubicBezTo>
                        <a:pt x="32677" y="3509"/>
                        <a:pt x="31080" y="2924"/>
                        <a:pt x="28786" y="2924"/>
                      </a:cubicBezTo>
                      <a:cubicBezTo>
                        <a:pt x="27594" y="2924"/>
                        <a:pt x="26447" y="3194"/>
                        <a:pt x="25368" y="3711"/>
                      </a:cubicBezTo>
                      <a:cubicBezTo>
                        <a:pt x="24266" y="4228"/>
                        <a:pt x="23299" y="5038"/>
                        <a:pt x="22490" y="6117"/>
                      </a:cubicBezTo>
                      <a:cubicBezTo>
                        <a:pt x="22129" y="6590"/>
                        <a:pt x="21837" y="7129"/>
                        <a:pt x="21590" y="7759"/>
                      </a:cubicBezTo>
                      <a:cubicBezTo>
                        <a:pt x="21365" y="8389"/>
                        <a:pt x="21163" y="9041"/>
                        <a:pt x="21027" y="9738"/>
                      </a:cubicBezTo>
                      <a:cubicBezTo>
                        <a:pt x="20892" y="10413"/>
                        <a:pt x="20780" y="11110"/>
                        <a:pt x="20735" y="11785"/>
                      </a:cubicBezTo>
                      <a:cubicBezTo>
                        <a:pt x="20690" y="12459"/>
                        <a:pt x="20645" y="13089"/>
                        <a:pt x="20645" y="13674"/>
                      </a:cubicBezTo>
                      <a:lnTo>
                        <a:pt x="20645" y="28742"/>
                      </a:lnTo>
                      <a:lnTo>
                        <a:pt x="17407" y="28742"/>
                      </a:lnTo>
                      <a:lnTo>
                        <a:pt x="17407" y="9423"/>
                      </a:lnTo>
                      <a:cubicBezTo>
                        <a:pt x="17407" y="7399"/>
                        <a:pt x="16979" y="5825"/>
                        <a:pt x="16147" y="4678"/>
                      </a:cubicBezTo>
                      <a:cubicBezTo>
                        <a:pt x="15315" y="3531"/>
                        <a:pt x="13718" y="2946"/>
                        <a:pt x="11424" y="2946"/>
                      </a:cubicBezTo>
                      <a:cubicBezTo>
                        <a:pt x="10232" y="2946"/>
                        <a:pt x="9085" y="3216"/>
                        <a:pt x="8006" y="3733"/>
                      </a:cubicBezTo>
                      <a:cubicBezTo>
                        <a:pt x="6904" y="4251"/>
                        <a:pt x="5937" y="5060"/>
                        <a:pt x="5127" y="6140"/>
                      </a:cubicBezTo>
                      <a:cubicBezTo>
                        <a:pt x="4768" y="6612"/>
                        <a:pt x="4475" y="7152"/>
                        <a:pt x="4228" y="7781"/>
                      </a:cubicBezTo>
                      <a:cubicBezTo>
                        <a:pt x="4003" y="8411"/>
                        <a:pt x="3801" y="9063"/>
                        <a:pt x="3666" y="9760"/>
                      </a:cubicBezTo>
                      <a:cubicBezTo>
                        <a:pt x="3530" y="10435"/>
                        <a:pt x="3418" y="11133"/>
                        <a:pt x="3373" y="11807"/>
                      </a:cubicBezTo>
                      <a:cubicBezTo>
                        <a:pt x="3328" y="12482"/>
                        <a:pt x="3283" y="13111"/>
                        <a:pt x="3283" y="13696"/>
                      </a:cubicBezTo>
                      <a:lnTo>
                        <a:pt x="3283" y="28764"/>
                      </a:lnTo>
                      <a:close/>
                    </a:path>
                  </a:pathLst>
                </a:custGeom>
                <a:solidFill>
                  <a:srgbClr val="231F20"/>
                </a:solidFill>
                <a:ln w="2249" cap="flat">
                  <a:noFill/>
                  <a:prstDash val="solid"/>
                  <a:miter/>
                </a:ln>
              </p:spPr>
              <p:txBody>
                <a:bodyPr rtlCol="0" anchor="ctr"/>
                <a:lstStyle/>
                <a:p>
                  <a:endParaRPr lang="en-US"/>
                </a:p>
              </p:txBody>
            </p:sp>
            <p:sp>
              <p:nvSpPr>
                <p:cNvPr id="18030" name="Freeform 18029">
                  <a:extLst>
                    <a:ext uri="{FF2B5EF4-FFF2-40B4-BE49-F238E27FC236}">
                      <a16:creationId xmlns:a16="http://schemas.microsoft.com/office/drawing/2014/main" id="{82794921-5539-34FD-95C6-43A8316D6D9E}"/>
                    </a:ext>
                  </a:extLst>
                </p:cNvPr>
                <p:cNvSpPr/>
                <p:nvPr/>
              </p:nvSpPr>
              <p:spPr>
                <a:xfrm>
                  <a:off x="6583890" y="4402416"/>
                  <a:ext cx="25705" cy="39626"/>
                </a:xfrm>
                <a:custGeom>
                  <a:avLst/>
                  <a:gdLst>
                    <a:gd name="connsiteX0" fmla="*/ 3238 w 25705"/>
                    <a:gd name="connsiteY0" fmla="*/ 38862 h 39626"/>
                    <a:gd name="connsiteX1" fmla="*/ 0 w 25705"/>
                    <a:gd name="connsiteY1" fmla="*/ 38862 h 39626"/>
                    <a:gd name="connsiteX2" fmla="*/ 0 w 25705"/>
                    <a:gd name="connsiteY2" fmla="*/ 0 h 39626"/>
                    <a:gd name="connsiteX3" fmla="*/ 3238 w 25705"/>
                    <a:gd name="connsiteY3" fmla="*/ 0 h 39626"/>
                    <a:gd name="connsiteX4" fmla="*/ 3238 w 25705"/>
                    <a:gd name="connsiteY4" fmla="*/ 15383 h 39626"/>
                    <a:gd name="connsiteX5" fmla="*/ 7534 w 25705"/>
                    <a:gd name="connsiteY5" fmla="*/ 11470 h 39626"/>
                    <a:gd name="connsiteX6" fmla="*/ 13224 w 25705"/>
                    <a:gd name="connsiteY6" fmla="*/ 10143 h 39626"/>
                    <a:gd name="connsiteX7" fmla="*/ 18757 w 25705"/>
                    <a:gd name="connsiteY7" fmla="*/ 11357 h 39626"/>
                    <a:gd name="connsiteX8" fmla="*/ 22647 w 25705"/>
                    <a:gd name="connsiteY8" fmla="*/ 14596 h 39626"/>
                    <a:gd name="connsiteX9" fmla="*/ 24941 w 25705"/>
                    <a:gd name="connsiteY9" fmla="*/ 19319 h 39626"/>
                    <a:gd name="connsiteX10" fmla="*/ 25705 w 25705"/>
                    <a:gd name="connsiteY10" fmla="*/ 24941 h 39626"/>
                    <a:gd name="connsiteX11" fmla="*/ 25009 w 25705"/>
                    <a:gd name="connsiteY11" fmla="*/ 30721 h 39626"/>
                    <a:gd name="connsiteX12" fmla="*/ 22760 w 25705"/>
                    <a:gd name="connsiteY12" fmla="*/ 35399 h 39626"/>
                    <a:gd name="connsiteX13" fmla="*/ 18847 w 25705"/>
                    <a:gd name="connsiteY13" fmla="*/ 38502 h 39626"/>
                    <a:gd name="connsiteX14" fmla="*/ 13067 w 25705"/>
                    <a:gd name="connsiteY14" fmla="*/ 39627 h 39626"/>
                    <a:gd name="connsiteX15" fmla="*/ 10323 w 25705"/>
                    <a:gd name="connsiteY15" fmla="*/ 39244 h 39626"/>
                    <a:gd name="connsiteX16" fmla="*/ 7602 w 25705"/>
                    <a:gd name="connsiteY16" fmla="*/ 38165 h 39626"/>
                    <a:gd name="connsiteX17" fmla="*/ 5173 w 25705"/>
                    <a:gd name="connsiteY17" fmla="*/ 36411 h 39626"/>
                    <a:gd name="connsiteX18" fmla="*/ 3373 w 25705"/>
                    <a:gd name="connsiteY18" fmla="*/ 33959 h 39626"/>
                    <a:gd name="connsiteX19" fmla="*/ 3261 w 25705"/>
                    <a:gd name="connsiteY19" fmla="*/ 33959 h 39626"/>
                    <a:gd name="connsiteX20" fmla="*/ 3261 w 25705"/>
                    <a:gd name="connsiteY20" fmla="*/ 38862 h 39626"/>
                    <a:gd name="connsiteX21" fmla="*/ 3238 w 25705"/>
                    <a:gd name="connsiteY21" fmla="*/ 24761 h 39626"/>
                    <a:gd name="connsiteX22" fmla="*/ 3868 w 25705"/>
                    <a:gd name="connsiteY22" fmla="*/ 29484 h 39626"/>
                    <a:gd name="connsiteX23" fmla="*/ 5667 w 25705"/>
                    <a:gd name="connsiteY23" fmla="*/ 33262 h 39626"/>
                    <a:gd name="connsiteX24" fmla="*/ 8636 w 25705"/>
                    <a:gd name="connsiteY24" fmla="*/ 35781 h 39626"/>
                    <a:gd name="connsiteX25" fmla="*/ 12684 w 25705"/>
                    <a:gd name="connsiteY25" fmla="*/ 36703 h 39626"/>
                    <a:gd name="connsiteX26" fmla="*/ 16463 w 25705"/>
                    <a:gd name="connsiteY26" fmla="*/ 35983 h 39626"/>
                    <a:gd name="connsiteX27" fmla="*/ 19476 w 25705"/>
                    <a:gd name="connsiteY27" fmla="*/ 33847 h 39626"/>
                    <a:gd name="connsiteX28" fmla="*/ 21500 w 25705"/>
                    <a:gd name="connsiteY28" fmla="*/ 30428 h 39626"/>
                    <a:gd name="connsiteX29" fmla="*/ 22220 w 25705"/>
                    <a:gd name="connsiteY29" fmla="*/ 25751 h 39626"/>
                    <a:gd name="connsiteX30" fmla="*/ 21792 w 25705"/>
                    <a:gd name="connsiteY30" fmla="*/ 20803 h 39626"/>
                    <a:gd name="connsiteX31" fmla="*/ 20061 w 25705"/>
                    <a:gd name="connsiteY31" fmla="*/ 16777 h 39626"/>
                    <a:gd name="connsiteX32" fmla="*/ 17002 w 25705"/>
                    <a:gd name="connsiteY32" fmla="*/ 14056 h 39626"/>
                    <a:gd name="connsiteX33" fmla="*/ 12662 w 25705"/>
                    <a:gd name="connsiteY33" fmla="*/ 13067 h 39626"/>
                    <a:gd name="connsiteX34" fmla="*/ 8704 w 25705"/>
                    <a:gd name="connsiteY34" fmla="*/ 14011 h 39626"/>
                    <a:gd name="connsiteX35" fmla="*/ 5735 w 25705"/>
                    <a:gd name="connsiteY35" fmla="*/ 16552 h 39626"/>
                    <a:gd name="connsiteX36" fmla="*/ 3868 w 25705"/>
                    <a:gd name="connsiteY36" fmla="*/ 20286 h 39626"/>
                    <a:gd name="connsiteX37" fmla="*/ 3216 w 25705"/>
                    <a:gd name="connsiteY37" fmla="*/ 24784 h 3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05" h="39626">
                      <a:moveTo>
                        <a:pt x="3238" y="38862"/>
                      </a:moveTo>
                      <a:lnTo>
                        <a:pt x="0" y="38862"/>
                      </a:lnTo>
                      <a:lnTo>
                        <a:pt x="0" y="0"/>
                      </a:lnTo>
                      <a:lnTo>
                        <a:pt x="3238" y="0"/>
                      </a:lnTo>
                      <a:lnTo>
                        <a:pt x="3238" y="15383"/>
                      </a:lnTo>
                      <a:cubicBezTo>
                        <a:pt x="4273" y="13651"/>
                        <a:pt x="5712" y="12347"/>
                        <a:pt x="7534" y="11470"/>
                      </a:cubicBezTo>
                      <a:cubicBezTo>
                        <a:pt x="9355" y="10593"/>
                        <a:pt x="11245" y="10143"/>
                        <a:pt x="13224" y="10143"/>
                      </a:cubicBezTo>
                      <a:cubicBezTo>
                        <a:pt x="15338" y="10143"/>
                        <a:pt x="17182" y="10548"/>
                        <a:pt x="18757" y="11357"/>
                      </a:cubicBezTo>
                      <a:cubicBezTo>
                        <a:pt x="20331" y="12167"/>
                        <a:pt x="21613" y="13246"/>
                        <a:pt x="22647" y="14596"/>
                      </a:cubicBezTo>
                      <a:cubicBezTo>
                        <a:pt x="23682" y="15945"/>
                        <a:pt x="24446" y="17519"/>
                        <a:pt x="24941" y="19319"/>
                      </a:cubicBezTo>
                      <a:cubicBezTo>
                        <a:pt x="25436" y="21118"/>
                        <a:pt x="25705" y="22985"/>
                        <a:pt x="25705" y="24941"/>
                      </a:cubicBezTo>
                      <a:cubicBezTo>
                        <a:pt x="25705" y="26987"/>
                        <a:pt x="25481" y="28922"/>
                        <a:pt x="25009" y="30721"/>
                      </a:cubicBezTo>
                      <a:cubicBezTo>
                        <a:pt x="24536" y="32520"/>
                        <a:pt x="23794" y="34072"/>
                        <a:pt x="22760" y="35399"/>
                      </a:cubicBezTo>
                      <a:cubicBezTo>
                        <a:pt x="21725" y="36726"/>
                        <a:pt x="20421" y="37738"/>
                        <a:pt x="18847" y="38502"/>
                      </a:cubicBezTo>
                      <a:cubicBezTo>
                        <a:pt x="17249" y="39267"/>
                        <a:pt x="15338" y="39627"/>
                        <a:pt x="13067" y="39627"/>
                      </a:cubicBezTo>
                      <a:cubicBezTo>
                        <a:pt x="12167" y="39627"/>
                        <a:pt x="11245" y="39492"/>
                        <a:pt x="10323" y="39244"/>
                      </a:cubicBezTo>
                      <a:cubicBezTo>
                        <a:pt x="9378" y="38997"/>
                        <a:pt x="8479" y="38637"/>
                        <a:pt x="7602" y="38165"/>
                      </a:cubicBezTo>
                      <a:cubicBezTo>
                        <a:pt x="6724" y="37693"/>
                        <a:pt x="5915" y="37108"/>
                        <a:pt x="5173" y="36411"/>
                      </a:cubicBezTo>
                      <a:cubicBezTo>
                        <a:pt x="4430" y="35713"/>
                        <a:pt x="3823" y="34881"/>
                        <a:pt x="3373" y="33959"/>
                      </a:cubicBezTo>
                      <a:lnTo>
                        <a:pt x="3261" y="33959"/>
                      </a:lnTo>
                      <a:lnTo>
                        <a:pt x="3261" y="38862"/>
                      </a:lnTo>
                      <a:close/>
                      <a:moveTo>
                        <a:pt x="3238" y="24761"/>
                      </a:moveTo>
                      <a:cubicBezTo>
                        <a:pt x="3238" y="26448"/>
                        <a:pt x="3441" y="28022"/>
                        <a:pt x="3868" y="29484"/>
                      </a:cubicBezTo>
                      <a:cubicBezTo>
                        <a:pt x="4273" y="30946"/>
                        <a:pt x="4880" y="32205"/>
                        <a:pt x="5667" y="33262"/>
                      </a:cubicBezTo>
                      <a:cubicBezTo>
                        <a:pt x="6455" y="34319"/>
                        <a:pt x="7444" y="35151"/>
                        <a:pt x="8636" y="35781"/>
                      </a:cubicBezTo>
                      <a:cubicBezTo>
                        <a:pt x="9828" y="36388"/>
                        <a:pt x="11177" y="36703"/>
                        <a:pt x="12684" y="36703"/>
                      </a:cubicBezTo>
                      <a:cubicBezTo>
                        <a:pt x="14056" y="36703"/>
                        <a:pt x="15316" y="36456"/>
                        <a:pt x="16463" y="35983"/>
                      </a:cubicBezTo>
                      <a:cubicBezTo>
                        <a:pt x="17610" y="35511"/>
                        <a:pt x="18621" y="34792"/>
                        <a:pt x="19476" y="33847"/>
                      </a:cubicBezTo>
                      <a:cubicBezTo>
                        <a:pt x="20331" y="32902"/>
                        <a:pt x="21005" y="31778"/>
                        <a:pt x="21500" y="30428"/>
                      </a:cubicBezTo>
                      <a:cubicBezTo>
                        <a:pt x="21995" y="29079"/>
                        <a:pt x="22220" y="27527"/>
                        <a:pt x="22220" y="25751"/>
                      </a:cubicBezTo>
                      <a:cubicBezTo>
                        <a:pt x="22287" y="23996"/>
                        <a:pt x="22152" y="22332"/>
                        <a:pt x="21792" y="20803"/>
                      </a:cubicBezTo>
                      <a:cubicBezTo>
                        <a:pt x="21433" y="19274"/>
                        <a:pt x="20848" y="17924"/>
                        <a:pt x="20061" y="16777"/>
                      </a:cubicBezTo>
                      <a:cubicBezTo>
                        <a:pt x="19274" y="15630"/>
                        <a:pt x="18262" y="14708"/>
                        <a:pt x="17002" y="14056"/>
                      </a:cubicBezTo>
                      <a:cubicBezTo>
                        <a:pt x="15743" y="13404"/>
                        <a:pt x="14304" y="13067"/>
                        <a:pt x="12662" y="13067"/>
                      </a:cubicBezTo>
                      <a:cubicBezTo>
                        <a:pt x="11177" y="13067"/>
                        <a:pt x="9873" y="13381"/>
                        <a:pt x="8704" y="14011"/>
                      </a:cubicBezTo>
                      <a:cubicBezTo>
                        <a:pt x="7534" y="14641"/>
                        <a:pt x="6544" y="15495"/>
                        <a:pt x="5735" y="16552"/>
                      </a:cubicBezTo>
                      <a:cubicBezTo>
                        <a:pt x="4925" y="17610"/>
                        <a:pt x="4295" y="18846"/>
                        <a:pt x="3868" y="20286"/>
                      </a:cubicBezTo>
                      <a:cubicBezTo>
                        <a:pt x="3441" y="21703"/>
                        <a:pt x="3216" y="23209"/>
                        <a:pt x="3216" y="24784"/>
                      </a:cubicBezTo>
                      <a:close/>
                    </a:path>
                  </a:pathLst>
                </a:custGeom>
                <a:solidFill>
                  <a:srgbClr val="231F20"/>
                </a:solidFill>
                <a:ln w="2249" cap="flat">
                  <a:noFill/>
                  <a:prstDash val="solid"/>
                  <a:miter/>
                </a:ln>
              </p:spPr>
              <p:txBody>
                <a:bodyPr rtlCol="0" anchor="ctr"/>
                <a:lstStyle/>
                <a:p>
                  <a:endParaRPr lang="en-US"/>
                </a:p>
              </p:txBody>
            </p:sp>
            <p:sp>
              <p:nvSpPr>
                <p:cNvPr id="18031" name="Freeform 18030">
                  <a:extLst>
                    <a:ext uri="{FF2B5EF4-FFF2-40B4-BE49-F238E27FC236}">
                      <a16:creationId xmlns:a16="http://schemas.microsoft.com/office/drawing/2014/main" id="{3E040B33-B874-F28C-C9B2-980125AA033F}"/>
                    </a:ext>
                  </a:extLst>
                </p:cNvPr>
                <p:cNvSpPr/>
                <p:nvPr/>
              </p:nvSpPr>
              <p:spPr>
                <a:xfrm>
                  <a:off x="6614993" y="4412582"/>
                  <a:ext cx="25167" cy="29483"/>
                </a:xfrm>
                <a:custGeom>
                  <a:avLst/>
                  <a:gdLst>
                    <a:gd name="connsiteX0" fmla="*/ 3509 w 25167"/>
                    <a:gd name="connsiteY0" fmla="*/ 15473 h 29483"/>
                    <a:gd name="connsiteX1" fmla="*/ 4093 w 25167"/>
                    <a:gd name="connsiteY1" fmla="*/ 19768 h 29483"/>
                    <a:gd name="connsiteX2" fmla="*/ 5847 w 25167"/>
                    <a:gd name="connsiteY2" fmla="*/ 23277 h 29483"/>
                    <a:gd name="connsiteX3" fmla="*/ 8793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3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4 w 25167"/>
                    <a:gd name="connsiteY14" fmla="*/ 20623 h 29483"/>
                    <a:gd name="connsiteX15" fmla="*/ 0 w 25167"/>
                    <a:gd name="connsiteY15" fmla="*/ 14866 h 29483"/>
                    <a:gd name="connsiteX16" fmla="*/ 899 w 25167"/>
                    <a:gd name="connsiteY16" fmla="*/ 9086 h 29483"/>
                    <a:gd name="connsiteX17" fmla="*/ 3441 w 25167"/>
                    <a:gd name="connsiteY17" fmla="*/ 4363 h 29483"/>
                    <a:gd name="connsiteX18" fmla="*/ 7467 w 25167"/>
                    <a:gd name="connsiteY18" fmla="*/ 1170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7 w 25167"/>
                    <a:gd name="connsiteY23" fmla="*/ 12774 h 29483"/>
                    <a:gd name="connsiteX24" fmla="*/ 21185 w 25167"/>
                    <a:gd name="connsiteY24" fmla="*/ 8906 h 29483"/>
                    <a:gd name="connsiteX25" fmla="*/ 19521 w 25167"/>
                    <a:gd name="connsiteY25" fmla="*/ 5780 h 29483"/>
                    <a:gd name="connsiteX26" fmla="*/ 16732 w 25167"/>
                    <a:gd name="connsiteY26" fmla="*/ 3666 h 29483"/>
                    <a:gd name="connsiteX27" fmla="*/ 12909 w 25167"/>
                    <a:gd name="connsiteY27" fmla="*/ 2879 h 29483"/>
                    <a:gd name="connsiteX28" fmla="*/ 9108 w 25167"/>
                    <a:gd name="connsiteY28" fmla="*/ 3688 h 29483"/>
                    <a:gd name="connsiteX29" fmla="*/ 6297 w 25167"/>
                    <a:gd name="connsiteY29" fmla="*/ 5847 h 29483"/>
                    <a:gd name="connsiteX30" fmla="*/ 4430 w 25167"/>
                    <a:gd name="connsiteY30" fmla="*/ 8973 h 29483"/>
                    <a:gd name="connsiteX31" fmla="*/ 3509 w 25167"/>
                    <a:gd name="connsiteY31" fmla="*/ 12752 h 29483"/>
                    <a:gd name="connsiteX32" fmla="*/ 21747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9" y="15473"/>
                      </a:moveTo>
                      <a:cubicBezTo>
                        <a:pt x="3509" y="16980"/>
                        <a:pt x="3711" y="18419"/>
                        <a:pt x="4093" y="19768"/>
                      </a:cubicBezTo>
                      <a:cubicBezTo>
                        <a:pt x="4498" y="21118"/>
                        <a:pt x="5083" y="22287"/>
                        <a:pt x="5847" y="23277"/>
                      </a:cubicBezTo>
                      <a:cubicBezTo>
                        <a:pt x="6612" y="24266"/>
                        <a:pt x="7601" y="25053"/>
                        <a:pt x="8793" y="25661"/>
                      </a:cubicBezTo>
                      <a:cubicBezTo>
                        <a:pt x="9985" y="26245"/>
                        <a:pt x="11357" y="26560"/>
                        <a:pt x="12886" y="26560"/>
                      </a:cubicBezTo>
                      <a:cubicBezTo>
                        <a:pt x="15000" y="26560"/>
                        <a:pt x="16822" y="25998"/>
                        <a:pt x="18329" y="24896"/>
                      </a:cubicBezTo>
                      <a:cubicBezTo>
                        <a:pt x="19836" y="23794"/>
                        <a:pt x="20848" y="22197"/>
                        <a:pt x="21343" y="20151"/>
                      </a:cubicBezTo>
                      <a:lnTo>
                        <a:pt x="24963" y="20151"/>
                      </a:lnTo>
                      <a:cubicBezTo>
                        <a:pt x="24558" y="21478"/>
                        <a:pt x="24041"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6" y="23951"/>
                        <a:pt x="1260" y="22400"/>
                        <a:pt x="764" y="20623"/>
                      </a:cubicBezTo>
                      <a:cubicBezTo>
                        <a:pt x="270" y="18846"/>
                        <a:pt x="0" y="16935"/>
                        <a:pt x="0" y="14866"/>
                      </a:cubicBezTo>
                      <a:cubicBezTo>
                        <a:pt x="0" y="12797"/>
                        <a:pt x="292" y="10885"/>
                        <a:pt x="899" y="9086"/>
                      </a:cubicBezTo>
                      <a:cubicBezTo>
                        <a:pt x="1484" y="7287"/>
                        <a:pt x="2339" y="5712"/>
                        <a:pt x="3441" y="4363"/>
                      </a:cubicBezTo>
                      <a:cubicBezTo>
                        <a:pt x="4543" y="3014"/>
                        <a:pt x="5869" y="1957"/>
                        <a:pt x="7467" y="1170"/>
                      </a:cubicBezTo>
                      <a:cubicBezTo>
                        <a:pt x="9063" y="382"/>
                        <a:pt x="10840" y="0"/>
                        <a:pt x="12864" y="0"/>
                      </a:cubicBezTo>
                      <a:cubicBezTo>
                        <a:pt x="16710" y="0"/>
                        <a:pt x="19746" y="1327"/>
                        <a:pt x="21927" y="3958"/>
                      </a:cubicBezTo>
                      <a:cubicBezTo>
                        <a:pt x="24131" y="6612"/>
                        <a:pt x="25211" y="10435"/>
                        <a:pt x="25166" y="15473"/>
                      </a:cubicBezTo>
                      <a:lnTo>
                        <a:pt x="3463" y="15473"/>
                      </a:lnTo>
                      <a:close/>
                      <a:moveTo>
                        <a:pt x="21747" y="12774"/>
                      </a:moveTo>
                      <a:cubicBezTo>
                        <a:pt x="21747" y="11402"/>
                        <a:pt x="21567" y="10120"/>
                        <a:pt x="21185" y="8906"/>
                      </a:cubicBezTo>
                      <a:cubicBezTo>
                        <a:pt x="20803" y="7692"/>
                        <a:pt x="20241" y="6657"/>
                        <a:pt x="19521" y="5780"/>
                      </a:cubicBezTo>
                      <a:cubicBezTo>
                        <a:pt x="18778" y="4903"/>
                        <a:pt x="17857" y="4206"/>
                        <a:pt x="16732" y="3666"/>
                      </a:cubicBezTo>
                      <a:cubicBezTo>
                        <a:pt x="15608" y="3149"/>
                        <a:pt x="14348" y="2879"/>
                        <a:pt x="12909" y="2879"/>
                      </a:cubicBezTo>
                      <a:cubicBezTo>
                        <a:pt x="11469" y="2879"/>
                        <a:pt x="10210" y="3149"/>
                        <a:pt x="9108" y="3688"/>
                      </a:cubicBezTo>
                      <a:cubicBezTo>
                        <a:pt x="8006" y="4228"/>
                        <a:pt x="7084" y="4948"/>
                        <a:pt x="6297" y="5847"/>
                      </a:cubicBezTo>
                      <a:cubicBezTo>
                        <a:pt x="5532" y="6747"/>
                        <a:pt x="4903" y="7781"/>
                        <a:pt x="4430" y="8973"/>
                      </a:cubicBezTo>
                      <a:cubicBezTo>
                        <a:pt x="3958" y="10165"/>
                        <a:pt x="3666" y="11425"/>
                        <a:pt x="3509" y="12752"/>
                      </a:cubicBezTo>
                      <a:lnTo>
                        <a:pt x="21747" y="12752"/>
                      </a:lnTo>
                      <a:close/>
                    </a:path>
                  </a:pathLst>
                </a:custGeom>
                <a:solidFill>
                  <a:srgbClr val="231F20"/>
                </a:solidFill>
                <a:ln w="2249" cap="flat">
                  <a:noFill/>
                  <a:prstDash val="solid"/>
                  <a:miter/>
                </a:ln>
              </p:spPr>
              <p:txBody>
                <a:bodyPr rtlCol="0" anchor="ctr"/>
                <a:lstStyle/>
                <a:p>
                  <a:endParaRPr lang="en-US"/>
                </a:p>
              </p:txBody>
            </p:sp>
            <p:sp>
              <p:nvSpPr>
                <p:cNvPr id="18032" name="Freeform 18031">
                  <a:extLst>
                    <a:ext uri="{FF2B5EF4-FFF2-40B4-BE49-F238E27FC236}">
                      <a16:creationId xmlns:a16="http://schemas.microsoft.com/office/drawing/2014/main" id="{68671B78-BA39-0FF6-1E50-3296051D2873}"/>
                    </a:ext>
                  </a:extLst>
                </p:cNvPr>
                <p:cNvSpPr/>
                <p:nvPr/>
              </p:nvSpPr>
              <p:spPr>
                <a:xfrm>
                  <a:off x="6646658" y="4412559"/>
                  <a:ext cx="12481" cy="28719"/>
                </a:xfrm>
                <a:custGeom>
                  <a:avLst/>
                  <a:gdLst>
                    <a:gd name="connsiteX0" fmla="*/ 3239 w 12481"/>
                    <a:gd name="connsiteY0" fmla="*/ 28719 h 28719"/>
                    <a:gd name="connsiteX1" fmla="*/ 0 w 12481"/>
                    <a:gd name="connsiteY1" fmla="*/ 28719 h 28719"/>
                    <a:gd name="connsiteX2" fmla="*/ 0 w 12481"/>
                    <a:gd name="connsiteY2" fmla="*/ 765 h 28719"/>
                    <a:gd name="connsiteX3" fmla="*/ 3239 w 12481"/>
                    <a:gd name="connsiteY3" fmla="*/ 765 h 28719"/>
                    <a:gd name="connsiteX4" fmla="*/ 3239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9 h 28719"/>
                    <a:gd name="connsiteX9" fmla="*/ 7939 w 12481"/>
                    <a:gd name="connsiteY9" fmla="*/ 4363 h 28719"/>
                    <a:gd name="connsiteX10" fmla="*/ 5105 w 12481"/>
                    <a:gd name="connsiteY10" fmla="*/ 6837 h 28719"/>
                    <a:gd name="connsiteX11" fmla="*/ 3644 w 12481"/>
                    <a:gd name="connsiteY11" fmla="*/ 10525 h 28719"/>
                    <a:gd name="connsiteX12" fmla="*/ 3239 w 12481"/>
                    <a:gd name="connsiteY12" fmla="*/ 14978 h 28719"/>
                    <a:gd name="connsiteX13" fmla="*/ 3239 w 12481"/>
                    <a:gd name="connsiteY13"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9">
                      <a:moveTo>
                        <a:pt x="3239" y="28719"/>
                      </a:moveTo>
                      <a:lnTo>
                        <a:pt x="0" y="28719"/>
                      </a:lnTo>
                      <a:lnTo>
                        <a:pt x="0" y="765"/>
                      </a:lnTo>
                      <a:lnTo>
                        <a:pt x="3239" y="765"/>
                      </a:lnTo>
                      <a:lnTo>
                        <a:pt x="3239" y="6005"/>
                      </a:lnTo>
                      <a:lnTo>
                        <a:pt x="3351" y="6005"/>
                      </a:lnTo>
                      <a:cubicBezTo>
                        <a:pt x="4251" y="3778"/>
                        <a:pt x="5420" y="2226"/>
                        <a:pt x="6837" y="1327"/>
                      </a:cubicBezTo>
                      <a:cubicBezTo>
                        <a:pt x="8254" y="450"/>
                        <a:pt x="10143" y="0"/>
                        <a:pt x="12482" y="0"/>
                      </a:cubicBezTo>
                      <a:lnTo>
                        <a:pt x="12482" y="3509"/>
                      </a:lnTo>
                      <a:cubicBezTo>
                        <a:pt x="10638" y="3463"/>
                        <a:pt x="9131" y="3756"/>
                        <a:pt x="7939" y="4363"/>
                      </a:cubicBezTo>
                      <a:cubicBezTo>
                        <a:pt x="6747" y="4970"/>
                        <a:pt x="5802" y="5802"/>
                        <a:pt x="5105" y="6837"/>
                      </a:cubicBezTo>
                      <a:cubicBezTo>
                        <a:pt x="4408" y="7871"/>
                        <a:pt x="3914" y="9108"/>
                        <a:pt x="3644" y="10525"/>
                      </a:cubicBezTo>
                      <a:cubicBezTo>
                        <a:pt x="3373" y="11942"/>
                        <a:pt x="3239" y="13426"/>
                        <a:pt x="3239" y="14978"/>
                      </a:cubicBezTo>
                      <a:lnTo>
                        <a:pt x="3239" y="28697"/>
                      </a:lnTo>
                      <a:close/>
                    </a:path>
                  </a:pathLst>
                </a:custGeom>
                <a:solidFill>
                  <a:srgbClr val="231F20"/>
                </a:solidFill>
                <a:ln w="2249" cap="flat">
                  <a:noFill/>
                  <a:prstDash val="solid"/>
                  <a:miter/>
                </a:ln>
              </p:spPr>
              <p:txBody>
                <a:bodyPr rtlCol="0" anchor="ctr"/>
                <a:lstStyle/>
                <a:p>
                  <a:endParaRPr lang="en-US"/>
                </a:p>
              </p:txBody>
            </p:sp>
          </p:grpSp>
          <p:sp>
            <p:nvSpPr>
              <p:cNvPr id="18033" name="Freeform 18032">
                <a:extLst>
                  <a:ext uri="{FF2B5EF4-FFF2-40B4-BE49-F238E27FC236}">
                    <a16:creationId xmlns:a16="http://schemas.microsoft.com/office/drawing/2014/main" id="{AE0B71B5-70A0-F89D-7CFC-7071F54C1DFD}"/>
                  </a:ext>
                </a:extLst>
              </p:cNvPr>
              <p:cNvSpPr/>
              <p:nvPr/>
            </p:nvSpPr>
            <p:spPr>
              <a:xfrm>
                <a:off x="9141166" y="1371569"/>
                <a:ext cx="8861" cy="3547982"/>
              </a:xfrm>
              <a:custGeom>
                <a:avLst/>
                <a:gdLst>
                  <a:gd name="connsiteX0" fmla="*/ 0 w 2248"/>
                  <a:gd name="connsiteY0" fmla="*/ 900078 h 900077"/>
                  <a:gd name="connsiteX1" fmla="*/ 0 w 2248"/>
                  <a:gd name="connsiteY1" fmla="*/ 0 h 900077"/>
                </a:gdLst>
                <a:ahLst/>
                <a:cxnLst>
                  <a:cxn ang="0">
                    <a:pos x="connsiteX0" y="connsiteY0"/>
                  </a:cxn>
                  <a:cxn ang="0">
                    <a:pos x="connsiteX1" y="connsiteY1"/>
                  </a:cxn>
                </a:cxnLst>
                <a:rect l="l" t="t" r="r" b="b"/>
                <a:pathLst>
                  <a:path w="2248" h="900077">
                    <a:moveTo>
                      <a:pt x="0" y="900078"/>
                    </a:moveTo>
                    <a:lnTo>
                      <a:pt x="0" y="0"/>
                    </a:lnTo>
                  </a:path>
                </a:pathLst>
              </a:custGeom>
              <a:ln w="4498" cap="sq">
                <a:solidFill>
                  <a:srgbClr val="262626"/>
                </a:solidFill>
                <a:prstDash val="solid"/>
                <a:round/>
              </a:ln>
            </p:spPr>
            <p:txBody>
              <a:bodyPr rtlCol="0" anchor="ctr"/>
              <a:lstStyle/>
              <a:p>
                <a:endParaRPr lang="en-US"/>
              </a:p>
            </p:txBody>
          </p:sp>
          <p:sp>
            <p:nvSpPr>
              <p:cNvPr id="18034" name="Freeform 18033">
                <a:extLst>
                  <a:ext uri="{FF2B5EF4-FFF2-40B4-BE49-F238E27FC236}">
                    <a16:creationId xmlns:a16="http://schemas.microsoft.com/office/drawing/2014/main" id="{B5F29275-B6A7-19C6-FEBE-897196E17201}"/>
                  </a:ext>
                </a:extLst>
              </p:cNvPr>
              <p:cNvSpPr/>
              <p:nvPr/>
            </p:nvSpPr>
            <p:spPr>
              <a:xfrm>
                <a:off x="9141166" y="4274441"/>
                <a:ext cx="38296" cy="8861"/>
              </a:xfrm>
              <a:custGeom>
                <a:avLst/>
                <a:gdLst>
                  <a:gd name="connsiteX0" fmla="*/ 0 w 9715"/>
                  <a:gd name="connsiteY0" fmla="*/ 0 h 2248"/>
                  <a:gd name="connsiteX1" fmla="*/ 9715 w 9715"/>
                  <a:gd name="connsiteY1" fmla="*/ 0 h 2248"/>
                </a:gdLst>
                <a:ahLst/>
                <a:cxnLst>
                  <a:cxn ang="0">
                    <a:pos x="connsiteX0" y="connsiteY0"/>
                  </a:cxn>
                  <a:cxn ang="0">
                    <a:pos x="connsiteX1" y="connsiteY1"/>
                  </a:cxn>
                </a:cxnLst>
                <a:rect l="l" t="t" r="r" b="b"/>
                <a:pathLst>
                  <a:path w="9715" h="2248">
                    <a:moveTo>
                      <a:pt x="0" y="0"/>
                    </a:moveTo>
                    <a:lnTo>
                      <a:pt x="9715" y="0"/>
                    </a:lnTo>
                  </a:path>
                </a:pathLst>
              </a:custGeom>
              <a:ln w="4498" cap="sq">
                <a:solidFill>
                  <a:srgbClr val="262626"/>
                </a:solidFill>
                <a:prstDash val="solid"/>
                <a:round/>
              </a:ln>
            </p:spPr>
            <p:txBody>
              <a:bodyPr rtlCol="0" anchor="ctr"/>
              <a:lstStyle/>
              <a:p>
                <a:endParaRPr lang="en-US"/>
              </a:p>
            </p:txBody>
          </p:sp>
          <p:sp>
            <p:nvSpPr>
              <p:cNvPr id="18035" name="Freeform 18034">
                <a:extLst>
                  <a:ext uri="{FF2B5EF4-FFF2-40B4-BE49-F238E27FC236}">
                    <a16:creationId xmlns:a16="http://schemas.microsoft.com/office/drawing/2014/main" id="{44CF251E-DAA8-4701-57A9-4E261CF95A85}"/>
                  </a:ext>
                </a:extLst>
              </p:cNvPr>
              <p:cNvSpPr/>
              <p:nvPr/>
            </p:nvSpPr>
            <p:spPr>
              <a:xfrm>
                <a:off x="9141166" y="3629328"/>
                <a:ext cx="38296" cy="8861"/>
              </a:xfrm>
              <a:custGeom>
                <a:avLst/>
                <a:gdLst>
                  <a:gd name="connsiteX0" fmla="*/ 0 w 9715"/>
                  <a:gd name="connsiteY0" fmla="*/ 0 h 2248"/>
                  <a:gd name="connsiteX1" fmla="*/ 9715 w 9715"/>
                  <a:gd name="connsiteY1" fmla="*/ 0 h 2248"/>
                </a:gdLst>
                <a:ahLst/>
                <a:cxnLst>
                  <a:cxn ang="0">
                    <a:pos x="connsiteX0" y="connsiteY0"/>
                  </a:cxn>
                  <a:cxn ang="0">
                    <a:pos x="connsiteX1" y="connsiteY1"/>
                  </a:cxn>
                </a:cxnLst>
                <a:rect l="l" t="t" r="r" b="b"/>
                <a:pathLst>
                  <a:path w="9715" h="2248">
                    <a:moveTo>
                      <a:pt x="0" y="0"/>
                    </a:moveTo>
                    <a:lnTo>
                      <a:pt x="9715" y="0"/>
                    </a:lnTo>
                  </a:path>
                </a:pathLst>
              </a:custGeom>
              <a:ln w="4498" cap="sq">
                <a:solidFill>
                  <a:srgbClr val="262626"/>
                </a:solidFill>
                <a:prstDash val="solid"/>
                <a:round/>
              </a:ln>
            </p:spPr>
            <p:txBody>
              <a:bodyPr rtlCol="0" anchor="ctr"/>
              <a:lstStyle/>
              <a:p>
                <a:endParaRPr lang="en-US"/>
              </a:p>
            </p:txBody>
          </p:sp>
          <p:sp>
            <p:nvSpPr>
              <p:cNvPr id="18036" name="Freeform 18035">
                <a:extLst>
                  <a:ext uri="{FF2B5EF4-FFF2-40B4-BE49-F238E27FC236}">
                    <a16:creationId xmlns:a16="http://schemas.microsoft.com/office/drawing/2014/main" id="{11C51ABF-7EBE-38D7-10C9-93B0FFF90FF2}"/>
                  </a:ext>
                </a:extLst>
              </p:cNvPr>
              <p:cNvSpPr/>
              <p:nvPr/>
            </p:nvSpPr>
            <p:spPr>
              <a:xfrm>
                <a:off x="9141166" y="2984304"/>
                <a:ext cx="38296" cy="8861"/>
              </a:xfrm>
              <a:custGeom>
                <a:avLst/>
                <a:gdLst>
                  <a:gd name="connsiteX0" fmla="*/ 0 w 9715"/>
                  <a:gd name="connsiteY0" fmla="*/ 0 h 2248"/>
                  <a:gd name="connsiteX1" fmla="*/ 9715 w 9715"/>
                  <a:gd name="connsiteY1" fmla="*/ 0 h 2248"/>
                </a:gdLst>
                <a:ahLst/>
                <a:cxnLst>
                  <a:cxn ang="0">
                    <a:pos x="connsiteX0" y="connsiteY0"/>
                  </a:cxn>
                  <a:cxn ang="0">
                    <a:pos x="connsiteX1" y="connsiteY1"/>
                  </a:cxn>
                </a:cxnLst>
                <a:rect l="l" t="t" r="r" b="b"/>
                <a:pathLst>
                  <a:path w="9715" h="2248">
                    <a:moveTo>
                      <a:pt x="0" y="0"/>
                    </a:moveTo>
                    <a:lnTo>
                      <a:pt x="9715" y="0"/>
                    </a:lnTo>
                  </a:path>
                </a:pathLst>
              </a:custGeom>
              <a:ln w="4498" cap="sq">
                <a:solidFill>
                  <a:srgbClr val="262626"/>
                </a:solidFill>
                <a:prstDash val="solid"/>
                <a:round/>
              </a:ln>
            </p:spPr>
            <p:txBody>
              <a:bodyPr rtlCol="0" anchor="ctr"/>
              <a:lstStyle/>
              <a:p>
                <a:endParaRPr lang="en-US"/>
              </a:p>
            </p:txBody>
          </p:sp>
          <p:sp>
            <p:nvSpPr>
              <p:cNvPr id="18037" name="Freeform 18036">
                <a:extLst>
                  <a:ext uri="{FF2B5EF4-FFF2-40B4-BE49-F238E27FC236}">
                    <a16:creationId xmlns:a16="http://schemas.microsoft.com/office/drawing/2014/main" id="{55EB612C-73A1-6970-7AD9-BA3A95B583A8}"/>
                  </a:ext>
                </a:extLst>
              </p:cNvPr>
              <p:cNvSpPr/>
              <p:nvPr/>
            </p:nvSpPr>
            <p:spPr>
              <a:xfrm>
                <a:off x="9141166" y="2339190"/>
                <a:ext cx="38296" cy="8861"/>
              </a:xfrm>
              <a:custGeom>
                <a:avLst/>
                <a:gdLst>
                  <a:gd name="connsiteX0" fmla="*/ 0 w 9715"/>
                  <a:gd name="connsiteY0" fmla="*/ 0 h 2248"/>
                  <a:gd name="connsiteX1" fmla="*/ 9715 w 9715"/>
                  <a:gd name="connsiteY1" fmla="*/ 0 h 2248"/>
                </a:gdLst>
                <a:ahLst/>
                <a:cxnLst>
                  <a:cxn ang="0">
                    <a:pos x="connsiteX0" y="connsiteY0"/>
                  </a:cxn>
                  <a:cxn ang="0">
                    <a:pos x="connsiteX1" y="connsiteY1"/>
                  </a:cxn>
                </a:cxnLst>
                <a:rect l="l" t="t" r="r" b="b"/>
                <a:pathLst>
                  <a:path w="9715" h="2248">
                    <a:moveTo>
                      <a:pt x="0" y="0"/>
                    </a:moveTo>
                    <a:lnTo>
                      <a:pt x="9715" y="0"/>
                    </a:lnTo>
                  </a:path>
                </a:pathLst>
              </a:custGeom>
              <a:ln w="4498" cap="sq">
                <a:solidFill>
                  <a:srgbClr val="262626"/>
                </a:solidFill>
                <a:prstDash val="solid"/>
                <a:round/>
              </a:ln>
            </p:spPr>
            <p:txBody>
              <a:bodyPr rtlCol="0" anchor="ctr"/>
              <a:lstStyle/>
              <a:p>
                <a:endParaRPr lang="en-US"/>
              </a:p>
            </p:txBody>
          </p:sp>
          <p:sp>
            <p:nvSpPr>
              <p:cNvPr id="18038" name="Freeform 18037">
                <a:extLst>
                  <a:ext uri="{FF2B5EF4-FFF2-40B4-BE49-F238E27FC236}">
                    <a16:creationId xmlns:a16="http://schemas.microsoft.com/office/drawing/2014/main" id="{E8C4F06B-6762-2ECB-8E8B-17C0E6CAB0B4}"/>
                  </a:ext>
                </a:extLst>
              </p:cNvPr>
              <p:cNvSpPr/>
              <p:nvPr/>
            </p:nvSpPr>
            <p:spPr>
              <a:xfrm>
                <a:off x="8953045" y="4207244"/>
                <a:ext cx="101592" cy="153012"/>
              </a:xfrm>
              <a:custGeom>
                <a:avLst/>
                <a:gdLst>
                  <a:gd name="connsiteX0" fmla="*/ 12932 w 25772"/>
                  <a:gd name="connsiteY0" fmla="*/ 0 h 38817"/>
                  <a:gd name="connsiteX1" fmla="*/ 17790 w 25772"/>
                  <a:gd name="connsiteY1" fmla="*/ 832 h 38817"/>
                  <a:gd name="connsiteX2" fmla="*/ 21275 w 25772"/>
                  <a:gd name="connsiteY2" fmla="*/ 3126 h 38817"/>
                  <a:gd name="connsiteX3" fmla="*/ 23592 w 25772"/>
                  <a:gd name="connsiteY3" fmla="*/ 6522 h 38817"/>
                  <a:gd name="connsiteX4" fmla="*/ 24964 w 25772"/>
                  <a:gd name="connsiteY4" fmla="*/ 10660 h 38817"/>
                  <a:gd name="connsiteX5" fmla="*/ 25616 w 25772"/>
                  <a:gd name="connsiteY5" fmla="*/ 15158 h 38817"/>
                  <a:gd name="connsiteX6" fmla="*/ 25773 w 25772"/>
                  <a:gd name="connsiteY6" fmla="*/ 19701 h 38817"/>
                  <a:gd name="connsiteX7" fmla="*/ 25233 w 25772"/>
                  <a:gd name="connsiteY7" fmla="*/ 26942 h 38817"/>
                  <a:gd name="connsiteX8" fmla="*/ 23254 w 25772"/>
                  <a:gd name="connsiteY8" fmla="*/ 33037 h 38817"/>
                  <a:gd name="connsiteX9" fmla="*/ 19341 w 25772"/>
                  <a:gd name="connsiteY9" fmla="*/ 37243 h 38817"/>
                  <a:gd name="connsiteX10" fmla="*/ 12909 w 25772"/>
                  <a:gd name="connsiteY10" fmla="*/ 38817 h 38817"/>
                  <a:gd name="connsiteX11" fmla="*/ 6455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2 w 25772"/>
                  <a:gd name="connsiteY16" fmla="*/ 6095 h 38817"/>
                  <a:gd name="connsiteX17" fmla="*/ 6275 w 25772"/>
                  <a:gd name="connsiteY17" fmla="*/ 1687 h 38817"/>
                  <a:gd name="connsiteX18" fmla="*/ 12909 w 25772"/>
                  <a:gd name="connsiteY18" fmla="*/ 23 h 38817"/>
                  <a:gd name="connsiteX19" fmla="*/ 22333 w 25772"/>
                  <a:gd name="connsiteY19" fmla="*/ 19318 h 38817"/>
                  <a:gd name="connsiteX20" fmla="*/ 21972 w 25772"/>
                  <a:gd name="connsiteY20" fmla="*/ 13291 h 38817"/>
                  <a:gd name="connsiteX21" fmla="*/ 20601 w 25772"/>
                  <a:gd name="connsiteY21" fmla="*/ 8029 h 38817"/>
                  <a:gd name="connsiteX22" fmla="*/ 17722 w 25772"/>
                  <a:gd name="connsiteY22" fmla="*/ 4295 h 38817"/>
                  <a:gd name="connsiteX23" fmla="*/ 12841 w 25772"/>
                  <a:gd name="connsiteY23" fmla="*/ 2901 h 38817"/>
                  <a:gd name="connsiteX24" fmla="*/ 8164 w 25772"/>
                  <a:gd name="connsiteY24" fmla="*/ 4340 h 38817"/>
                  <a:gd name="connsiteX25" fmla="*/ 5330 w 25772"/>
                  <a:gd name="connsiteY25" fmla="*/ 8141 h 38817"/>
                  <a:gd name="connsiteX26" fmla="*/ 3891 w 25772"/>
                  <a:gd name="connsiteY26" fmla="*/ 13539 h 38817"/>
                  <a:gd name="connsiteX27" fmla="*/ 3486 w 25772"/>
                  <a:gd name="connsiteY27" fmla="*/ 19701 h 38817"/>
                  <a:gd name="connsiteX28" fmla="*/ 3936 w 25772"/>
                  <a:gd name="connsiteY28" fmla="*/ 26358 h 38817"/>
                  <a:gd name="connsiteX29" fmla="*/ 5465 w 25772"/>
                  <a:gd name="connsiteY29" fmla="*/ 31463 h 38817"/>
                  <a:gd name="connsiteX30" fmla="*/ 8344 w 25772"/>
                  <a:gd name="connsiteY30" fmla="*/ 34724 h 38817"/>
                  <a:gd name="connsiteX31" fmla="*/ 12909 w 25772"/>
                  <a:gd name="connsiteY31" fmla="*/ 35893 h 38817"/>
                  <a:gd name="connsiteX32" fmla="*/ 17857 w 25772"/>
                  <a:gd name="connsiteY32" fmla="*/ 34387 h 38817"/>
                  <a:gd name="connsiteX33" fmla="*/ 20690 w 25772"/>
                  <a:gd name="connsiteY33" fmla="*/ 30496 h 38817"/>
                  <a:gd name="connsiteX34" fmla="*/ 21995 w 25772"/>
                  <a:gd name="connsiteY34" fmla="*/ 25143 h 38817"/>
                  <a:gd name="connsiteX35" fmla="*/ 22310 w 25772"/>
                  <a:gd name="connsiteY35" fmla="*/ 19318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2" h="38817">
                    <a:moveTo>
                      <a:pt x="12932" y="0"/>
                    </a:moveTo>
                    <a:cubicBezTo>
                      <a:pt x="14798" y="0"/>
                      <a:pt x="16418" y="270"/>
                      <a:pt x="17790" y="832"/>
                    </a:cubicBezTo>
                    <a:cubicBezTo>
                      <a:pt x="19161" y="1394"/>
                      <a:pt x="20308" y="2159"/>
                      <a:pt x="21275" y="3126"/>
                    </a:cubicBezTo>
                    <a:cubicBezTo>
                      <a:pt x="22220" y="4093"/>
                      <a:pt x="23007" y="5240"/>
                      <a:pt x="23592" y="6522"/>
                    </a:cubicBezTo>
                    <a:cubicBezTo>
                      <a:pt x="24176" y="7826"/>
                      <a:pt x="24648" y="9198"/>
                      <a:pt x="24964" y="10660"/>
                    </a:cubicBezTo>
                    <a:cubicBezTo>
                      <a:pt x="25278" y="12122"/>
                      <a:pt x="25503" y="13629"/>
                      <a:pt x="25616" y="15158"/>
                    </a:cubicBezTo>
                    <a:cubicBezTo>
                      <a:pt x="25729" y="16710"/>
                      <a:pt x="25773" y="18217"/>
                      <a:pt x="25773" y="19701"/>
                    </a:cubicBezTo>
                    <a:cubicBezTo>
                      <a:pt x="25773" y="22220"/>
                      <a:pt x="25593" y="24626"/>
                      <a:pt x="25233" y="26942"/>
                    </a:cubicBezTo>
                    <a:cubicBezTo>
                      <a:pt x="24874" y="29236"/>
                      <a:pt x="24221" y="31283"/>
                      <a:pt x="23254" y="33037"/>
                    </a:cubicBezTo>
                    <a:cubicBezTo>
                      <a:pt x="22310" y="34791"/>
                      <a:pt x="21005" y="36208"/>
                      <a:pt x="19341" y="37243"/>
                    </a:cubicBezTo>
                    <a:cubicBezTo>
                      <a:pt x="17677" y="38277"/>
                      <a:pt x="15541" y="38817"/>
                      <a:pt x="12909" y="38817"/>
                    </a:cubicBezTo>
                    <a:cubicBezTo>
                      <a:pt x="10278" y="38817"/>
                      <a:pt x="8141" y="38300"/>
                      <a:pt x="6455" y="37243"/>
                    </a:cubicBezTo>
                    <a:cubicBezTo>
                      <a:pt x="4768" y="36186"/>
                      <a:pt x="3463" y="34791"/>
                      <a:pt x="2519" y="33015"/>
                    </a:cubicBezTo>
                    <a:cubicBezTo>
                      <a:pt x="1574" y="31238"/>
                      <a:pt x="900" y="29169"/>
                      <a:pt x="540" y="26808"/>
                    </a:cubicBezTo>
                    <a:cubicBezTo>
                      <a:pt x="180" y="24446"/>
                      <a:pt x="0" y="21950"/>
                      <a:pt x="0" y="19341"/>
                    </a:cubicBezTo>
                    <a:cubicBezTo>
                      <a:pt x="0" y="16935"/>
                      <a:pt x="158" y="14573"/>
                      <a:pt x="495" y="12279"/>
                    </a:cubicBezTo>
                    <a:cubicBezTo>
                      <a:pt x="810" y="9985"/>
                      <a:pt x="1440" y="7916"/>
                      <a:pt x="2362" y="6095"/>
                    </a:cubicBezTo>
                    <a:cubicBezTo>
                      <a:pt x="3283" y="4273"/>
                      <a:pt x="4588" y="2811"/>
                      <a:pt x="6275" y="1687"/>
                    </a:cubicBezTo>
                    <a:cubicBezTo>
                      <a:pt x="7961" y="562"/>
                      <a:pt x="10188" y="23"/>
                      <a:pt x="12909" y="23"/>
                    </a:cubicBezTo>
                    <a:close/>
                    <a:moveTo>
                      <a:pt x="22333" y="19318"/>
                    </a:moveTo>
                    <a:cubicBezTo>
                      <a:pt x="22333" y="17272"/>
                      <a:pt x="22220" y="15270"/>
                      <a:pt x="21972" y="13291"/>
                    </a:cubicBezTo>
                    <a:cubicBezTo>
                      <a:pt x="21748" y="11335"/>
                      <a:pt x="21275" y="9581"/>
                      <a:pt x="20601" y="8029"/>
                    </a:cubicBezTo>
                    <a:cubicBezTo>
                      <a:pt x="19926" y="6477"/>
                      <a:pt x="18959" y="5240"/>
                      <a:pt x="17722" y="4295"/>
                    </a:cubicBezTo>
                    <a:cubicBezTo>
                      <a:pt x="16485" y="3351"/>
                      <a:pt x="14843" y="2901"/>
                      <a:pt x="12841" y="2901"/>
                    </a:cubicBezTo>
                    <a:cubicBezTo>
                      <a:pt x="10930" y="2901"/>
                      <a:pt x="9379" y="3373"/>
                      <a:pt x="8164" y="4340"/>
                    </a:cubicBezTo>
                    <a:cubicBezTo>
                      <a:pt x="6949" y="5285"/>
                      <a:pt x="6005" y="6567"/>
                      <a:pt x="5330" y="8141"/>
                    </a:cubicBezTo>
                    <a:cubicBezTo>
                      <a:pt x="4655" y="9716"/>
                      <a:pt x="4161" y="11515"/>
                      <a:pt x="3891" y="13539"/>
                    </a:cubicBezTo>
                    <a:cubicBezTo>
                      <a:pt x="3621" y="15563"/>
                      <a:pt x="3486" y="17609"/>
                      <a:pt x="3486" y="19701"/>
                    </a:cubicBezTo>
                    <a:cubicBezTo>
                      <a:pt x="3486" y="22152"/>
                      <a:pt x="3644" y="24379"/>
                      <a:pt x="3936" y="26358"/>
                    </a:cubicBezTo>
                    <a:cubicBezTo>
                      <a:pt x="4228" y="28337"/>
                      <a:pt x="4746" y="30046"/>
                      <a:pt x="5465" y="31463"/>
                    </a:cubicBezTo>
                    <a:cubicBezTo>
                      <a:pt x="6185" y="32857"/>
                      <a:pt x="7152" y="33959"/>
                      <a:pt x="8344" y="34724"/>
                    </a:cubicBezTo>
                    <a:cubicBezTo>
                      <a:pt x="9558" y="35488"/>
                      <a:pt x="11065" y="35893"/>
                      <a:pt x="12909" y="35893"/>
                    </a:cubicBezTo>
                    <a:cubicBezTo>
                      <a:pt x="14956" y="35893"/>
                      <a:pt x="16598" y="35399"/>
                      <a:pt x="17857" y="34387"/>
                    </a:cubicBezTo>
                    <a:cubicBezTo>
                      <a:pt x="19094" y="33374"/>
                      <a:pt x="20039" y="32093"/>
                      <a:pt x="20690" y="30496"/>
                    </a:cubicBezTo>
                    <a:cubicBezTo>
                      <a:pt x="21343" y="28899"/>
                      <a:pt x="21770" y="27122"/>
                      <a:pt x="21995" y="25143"/>
                    </a:cubicBezTo>
                    <a:cubicBezTo>
                      <a:pt x="22220" y="23164"/>
                      <a:pt x="22310" y="21230"/>
                      <a:pt x="22310" y="19318"/>
                    </a:cubicBezTo>
                    <a:close/>
                  </a:path>
                </a:pathLst>
              </a:custGeom>
              <a:solidFill>
                <a:srgbClr val="231F20"/>
              </a:solidFill>
              <a:ln w="2249" cap="flat">
                <a:noFill/>
                <a:prstDash val="solid"/>
                <a:miter/>
              </a:ln>
            </p:spPr>
            <p:txBody>
              <a:bodyPr rtlCol="0" anchor="ctr"/>
              <a:lstStyle/>
              <a:p>
                <a:endParaRPr lang="en-US"/>
              </a:p>
            </p:txBody>
          </p:sp>
          <p:grpSp>
            <p:nvGrpSpPr>
              <p:cNvPr id="18039" name="Graphic 4479">
                <a:extLst>
                  <a:ext uri="{FF2B5EF4-FFF2-40B4-BE49-F238E27FC236}">
                    <a16:creationId xmlns:a16="http://schemas.microsoft.com/office/drawing/2014/main" id="{3F07285D-E15B-11AF-C495-D2DE59180BA0}"/>
                  </a:ext>
                </a:extLst>
              </p:cNvPr>
              <p:cNvGrpSpPr/>
              <p:nvPr/>
            </p:nvGrpSpPr>
            <p:grpSpPr>
              <a:xfrm>
                <a:off x="8657389" y="3562131"/>
                <a:ext cx="397071" cy="153012"/>
                <a:chOff x="5872342" y="3954109"/>
                <a:chExt cx="100730" cy="38817"/>
              </a:xfrm>
              <a:solidFill>
                <a:srgbClr val="231F20"/>
              </a:solidFill>
            </p:grpSpPr>
            <p:sp>
              <p:nvSpPr>
                <p:cNvPr id="18040" name="Freeform 18039">
                  <a:extLst>
                    <a:ext uri="{FF2B5EF4-FFF2-40B4-BE49-F238E27FC236}">
                      <a16:creationId xmlns:a16="http://schemas.microsoft.com/office/drawing/2014/main" id="{E9A23B88-7426-655A-87D3-0796CAAA0042}"/>
                    </a:ext>
                  </a:extLst>
                </p:cNvPr>
                <p:cNvSpPr/>
                <p:nvPr/>
              </p:nvSpPr>
              <p:spPr>
                <a:xfrm>
                  <a:off x="5872342" y="3954109"/>
                  <a:ext cx="25772" cy="3881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5 w 25772"/>
                    <a:gd name="connsiteY5" fmla="*/ 15158 h 38817"/>
                    <a:gd name="connsiteX6" fmla="*/ 25773 w 25772"/>
                    <a:gd name="connsiteY6" fmla="*/ 19701 h 38817"/>
                    <a:gd name="connsiteX7" fmla="*/ 25233 w 25772"/>
                    <a:gd name="connsiteY7" fmla="*/ 26942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1 w 25772"/>
                    <a:gd name="connsiteY16" fmla="*/ 6095 h 38817"/>
                    <a:gd name="connsiteX17" fmla="*/ 6275 w 25772"/>
                    <a:gd name="connsiteY17" fmla="*/ 1687 h 38817"/>
                    <a:gd name="connsiteX18" fmla="*/ 12909 w 25772"/>
                    <a:gd name="connsiteY18" fmla="*/ 23 h 38817"/>
                    <a:gd name="connsiteX19" fmla="*/ 22309 w 25772"/>
                    <a:gd name="connsiteY19" fmla="*/ 19341 h 38817"/>
                    <a:gd name="connsiteX20" fmla="*/ 21950 w 25772"/>
                    <a:gd name="connsiteY20" fmla="*/ 13314 h 38817"/>
                    <a:gd name="connsiteX21" fmla="*/ 20578 w 25772"/>
                    <a:gd name="connsiteY21" fmla="*/ 8051 h 38817"/>
                    <a:gd name="connsiteX22" fmla="*/ 17699 w 25772"/>
                    <a:gd name="connsiteY22" fmla="*/ 4318 h 38817"/>
                    <a:gd name="connsiteX23" fmla="*/ 12819 w 25772"/>
                    <a:gd name="connsiteY23" fmla="*/ 2924 h 38817"/>
                    <a:gd name="connsiteX24" fmla="*/ 8141 w 25772"/>
                    <a:gd name="connsiteY24" fmla="*/ 4363 h 38817"/>
                    <a:gd name="connsiteX25" fmla="*/ 5307 w 25772"/>
                    <a:gd name="connsiteY25" fmla="*/ 8164 h 38817"/>
                    <a:gd name="connsiteX26" fmla="*/ 3868 w 25772"/>
                    <a:gd name="connsiteY26" fmla="*/ 13561 h 38817"/>
                    <a:gd name="connsiteX27" fmla="*/ 3463 w 25772"/>
                    <a:gd name="connsiteY27" fmla="*/ 19723 h 38817"/>
                    <a:gd name="connsiteX28" fmla="*/ 3913 w 25772"/>
                    <a:gd name="connsiteY28" fmla="*/ 26380 h 38817"/>
                    <a:gd name="connsiteX29" fmla="*/ 5442 w 25772"/>
                    <a:gd name="connsiteY29" fmla="*/ 31485 h 38817"/>
                    <a:gd name="connsiteX30" fmla="*/ 8321 w 25772"/>
                    <a:gd name="connsiteY30" fmla="*/ 34746 h 38817"/>
                    <a:gd name="connsiteX31" fmla="*/ 12886 w 25772"/>
                    <a:gd name="connsiteY31" fmla="*/ 35916 h 38817"/>
                    <a:gd name="connsiteX32" fmla="*/ 17834 w 25772"/>
                    <a:gd name="connsiteY32" fmla="*/ 34409 h 38817"/>
                    <a:gd name="connsiteX33" fmla="*/ 20668 w 25772"/>
                    <a:gd name="connsiteY33" fmla="*/ 30518 h 38817"/>
                    <a:gd name="connsiteX34" fmla="*/ 21972 w 25772"/>
                    <a:gd name="connsiteY34" fmla="*/ 25166 h 38817"/>
                    <a:gd name="connsiteX35" fmla="*/ 22287 w 25772"/>
                    <a:gd name="connsiteY35" fmla="*/ 19341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2" h="38817">
                      <a:moveTo>
                        <a:pt x="12932" y="0"/>
                      </a:moveTo>
                      <a:cubicBezTo>
                        <a:pt x="14798" y="0"/>
                        <a:pt x="16417"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710"/>
                        <a:pt x="25773" y="18217"/>
                        <a:pt x="25773" y="19701"/>
                      </a:cubicBezTo>
                      <a:cubicBezTo>
                        <a:pt x="25773" y="22220"/>
                        <a:pt x="25593" y="24626"/>
                        <a:pt x="25233" y="26942"/>
                      </a:cubicBezTo>
                      <a:cubicBezTo>
                        <a:pt x="24873" y="29259"/>
                        <a:pt x="24221" y="31283"/>
                        <a:pt x="23254" y="33037"/>
                      </a:cubicBezTo>
                      <a:cubicBezTo>
                        <a:pt x="22309" y="34791"/>
                        <a:pt x="21005" y="36208"/>
                        <a:pt x="19341" y="37243"/>
                      </a:cubicBezTo>
                      <a:cubicBezTo>
                        <a:pt x="17677" y="38277"/>
                        <a:pt x="15540" y="38817"/>
                        <a:pt x="12909" y="38817"/>
                      </a:cubicBezTo>
                      <a:cubicBezTo>
                        <a:pt x="10277" y="38817"/>
                        <a:pt x="8141" y="38300"/>
                        <a:pt x="6454" y="37243"/>
                      </a:cubicBezTo>
                      <a:cubicBezTo>
                        <a:pt x="4768" y="36186"/>
                        <a:pt x="3463" y="34791"/>
                        <a:pt x="2519" y="33015"/>
                      </a:cubicBezTo>
                      <a:cubicBezTo>
                        <a:pt x="1574" y="31238"/>
                        <a:pt x="899" y="29169"/>
                        <a:pt x="540" y="26808"/>
                      </a:cubicBezTo>
                      <a:cubicBezTo>
                        <a:pt x="180" y="24446"/>
                        <a:pt x="0" y="21950"/>
                        <a:pt x="0" y="19341"/>
                      </a:cubicBezTo>
                      <a:cubicBezTo>
                        <a:pt x="0" y="16935"/>
                        <a:pt x="157" y="14573"/>
                        <a:pt x="495" y="12279"/>
                      </a:cubicBezTo>
                      <a:cubicBezTo>
                        <a:pt x="809" y="9985"/>
                        <a:pt x="1439" y="7916"/>
                        <a:pt x="2361" y="6095"/>
                      </a:cubicBezTo>
                      <a:cubicBezTo>
                        <a:pt x="3283" y="4273"/>
                        <a:pt x="4588" y="2811"/>
                        <a:pt x="6275" y="1687"/>
                      </a:cubicBezTo>
                      <a:cubicBezTo>
                        <a:pt x="7961" y="562"/>
                        <a:pt x="10188" y="23"/>
                        <a:pt x="12909" y="23"/>
                      </a:cubicBezTo>
                      <a:close/>
                      <a:moveTo>
                        <a:pt x="22309" y="19341"/>
                      </a:moveTo>
                      <a:cubicBezTo>
                        <a:pt x="22309" y="17294"/>
                        <a:pt x="22197" y="15293"/>
                        <a:pt x="21950" y="13314"/>
                      </a:cubicBezTo>
                      <a:cubicBezTo>
                        <a:pt x="21725" y="11357"/>
                        <a:pt x="21253" y="9603"/>
                        <a:pt x="20578" y="8051"/>
                      </a:cubicBezTo>
                      <a:cubicBezTo>
                        <a:pt x="19903" y="6500"/>
                        <a:pt x="18936" y="5263"/>
                        <a:pt x="17699" y="4318"/>
                      </a:cubicBezTo>
                      <a:cubicBezTo>
                        <a:pt x="16462" y="3373"/>
                        <a:pt x="14820" y="2924"/>
                        <a:pt x="12819" y="2924"/>
                      </a:cubicBezTo>
                      <a:cubicBezTo>
                        <a:pt x="10907" y="2924"/>
                        <a:pt x="9355" y="3396"/>
                        <a:pt x="8141" y="4363"/>
                      </a:cubicBezTo>
                      <a:cubicBezTo>
                        <a:pt x="6926" y="5330"/>
                        <a:pt x="5982" y="6589"/>
                        <a:pt x="5307" y="8164"/>
                      </a:cubicBezTo>
                      <a:cubicBezTo>
                        <a:pt x="4632" y="9738"/>
                        <a:pt x="4138" y="11537"/>
                        <a:pt x="3868" y="13561"/>
                      </a:cubicBezTo>
                      <a:cubicBezTo>
                        <a:pt x="3598" y="15585"/>
                        <a:pt x="3463" y="17632"/>
                        <a:pt x="3463" y="19723"/>
                      </a:cubicBezTo>
                      <a:cubicBezTo>
                        <a:pt x="3463" y="22175"/>
                        <a:pt x="3621" y="24401"/>
                        <a:pt x="3913" y="26380"/>
                      </a:cubicBezTo>
                      <a:cubicBezTo>
                        <a:pt x="4228" y="28382"/>
                        <a:pt x="4722" y="30069"/>
                        <a:pt x="5442" y="31485"/>
                      </a:cubicBezTo>
                      <a:cubicBezTo>
                        <a:pt x="6162" y="32880"/>
                        <a:pt x="7129" y="33982"/>
                        <a:pt x="8321" y="34746"/>
                      </a:cubicBezTo>
                      <a:cubicBezTo>
                        <a:pt x="9536" y="35511"/>
                        <a:pt x="11042" y="35916"/>
                        <a:pt x="12886" y="35916"/>
                      </a:cubicBezTo>
                      <a:cubicBezTo>
                        <a:pt x="14933" y="35916"/>
                        <a:pt x="16575" y="35421"/>
                        <a:pt x="17834" y="34409"/>
                      </a:cubicBezTo>
                      <a:cubicBezTo>
                        <a:pt x="19094" y="33397"/>
                        <a:pt x="20016" y="32115"/>
                        <a:pt x="20668" y="30518"/>
                      </a:cubicBezTo>
                      <a:cubicBezTo>
                        <a:pt x="21320" y="28922"/>
                        <a:pt x="21747" y="27145"/>
                        <a:pt x="21972" y="25166"/>
                      </a:cubicBezTo>
                      <a:cubicBezTo>
                        <a:pt x="22197" y="23187"/>
                        <a:pt x="22287" y="21253"/>
                        <a:pt x="22287" y="19341"/>
                      </a:cubicBezTo>
                      <a:close/>
                    </a:path>
                  </a:pathLst>
                </a:custGeom>
                <a:solidFill>
                  <a:srgbClr val="231F20"/>
                </a:solidFill>
                <a:ln w="2249" cap="flat">
                  <a:noFill/>
                  <a:prstDash val="solid"/>
                  <a:miter/>
                </a:ln>
              </p:spPr>
              <p:txBody>
                <a:bodyPr rtlCol="0" anchor="ctr"/>
                <a:lstStyle/>
                <a:p>
                  <a:endParaRPr lang="en-US"/>
                </a:p>
              </p:txBody>
            </p:sp>
            <p:sp>
              <p:nvSpPr>
                <p:cNvPr id="18041" name="Freeform 18040">
                  <a:extLst>
                    <a:ext uri="{FF2B5EF4-FFF2-40B4-BE49-F238E27FC236}">
                      <a16:creationId xmlns:a16="http://schemas.microsoft.com/office/drawing/2014/main" id="{1CC6BA88-283E-4D16-2C38-0898692B4C7B}"/>
                    </a:ext>
                  </a:extLst>
                </p:cNvPr>
                <p:cNvSpPr/>
                <p:nvPr/>
              </p:nvSpPr>
              <p:spPr>
                <a:xfrm>
                  <a:off x="5905784" y="3987416"/>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231F20"/>
                </a:solidFill>
                <a:ln w="2249" cap="flat">
                  <a:noFill/>
                  <a:prstDash val="solid"/>
                  <a:miter/>
                </a:ln>
              </p:spPr>
              <p:txBody>
                <a:bodyPr rtlCol="0" anchor="ctr"/>
                <a:lstStyle/>
                <a:p>
                  <a:endParaRPr lang="en-US"/>
                </a:p>
              </p:txBody>
            </p:sp>
            <p:sp>
              <p:nvSpPr>
                <p:cNvPr id="18042" name="Freeform 18041">
                  <a:extLst>
                    <a:ext uri="{FF2B5EF4-FFF2-40B4-BE49-F238E27FC236}">
                      <a16:creationId xmlns:a16="http://schemas.microsoft.com/office/drawing/2014/main" id="{A7BB8DB5-A5D4-1316-C90B-D4442C258547}"/>
                    </a:ext>
                  </a:extLst>
                </p:cNvPr>
                <p:cNvSpPr/>
                <p:nvPr/>
              </p:nvSpPr>
              <p:spPr>
                <a:xfrm>
                  <a:off x="5917344" y="3954109"/>
                  <a:ext cx="25772" cy="3881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5 w 25772"/>
                    <a:gd name="connsiteY5" fmla="*/ 15158 h 38817"/>
                    <a:gd name="connsiteX6" fmla="*/ 25773 w 25772"/>
                    <a:gd name="connsiteY6" fmla="*/ 19701 h 38817"/>
                    <a:gd name="connsiteX7" fmla="*/ 25233 w 25772"/>
                    <a:gd name="connsiteY7" fmla="*/ 26942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1 w 25772"/>
                    <a:gd name="connsiteY16" fmla="*/ 6095 h 38817"/>
                    <a:gd name="connsiteX17" fmla="*/ 6274 w 25772"/>
                    <a:gd name="connsiteY17" fmla="*/ 1687 h 38817"/>
                    <a:gd name="connsiteX18" fmla="*/ 12909 w 25772"/>
                    <a:gd name="connsiteY18" fmla="*/ 23 h 38817"/>
                    <a:gd name="connsiteX19" fmla="*/ 22332 w 25772"/>
                    <a:gd name="connsiteY19" fmla="*/ 19341 h 38817"/>
                    <a:gd name="connsiteX20" fmla="*/ 21972 w 25772"/>
                    <a:gd name="connsiteY20" fmla="*/ 13314 h 38817"/>
                    <a:gd name="connsiteX21" fmla="*/ 20600 w 25772"/>
                    <a:gd name="connsiteY21" fmla="*/ 8051 h 38817"/>
                    <a:gd name="connsiteX22" fmla="*/ 17722 w 25772"/>
                    <a:gd name="connsiteY22" fmla="*/ 4318 h 38817"/>
                    <a:gd name="connsiteX23" fmla="*/ 12841 w 25772"/>
                    <a:gd name="connsiteY23" fmla="*/ 2924 h 38817"/>
                    <a:gd name="connsiteX24" fmla="*/ 8163 w 25772"/>
                    <a:gd name="connsiteY24" fmla="*/ 4363 h 38817"/>
                    <a:gd name="connsiteX25" fmla="*/ 5330 w 25772"/>
                    <a:gd name="connsiteY25" fmla="*/ 8164 h 38817"/>
                    <a:gd name="connsiteX26" fmla="*/ 3891 w 25772"/>
                    <a:gd name="connsiteY26" fmla="*/ 13561 h 38817"/>
                    <a:gd name="connsiteX27" fmla="*/ 3485 w 25772"/>
                    <a:gd name="connsiteY27" fmla="*/ 19723 h 38817"/>
                    <a:gd name="connsiteX28" fmla="*/ 3936 w 25772"/>
                    <a:gd name="connsiteY28" fmla="*/ 26380 h 38817"/>
                    <a:gd name="connsiteX29" fmla="*/ 5465 w 25772"/>
                    <a:gd name="connsiteY29" fmla="*/ 31485 h 38817"/>
                    <a:gd name="connsiteX30" fmla="*/ 8344 w 25772"/>
                    <a:gd name="connsiteY30" fmla="*/ 34746 h 38817"/>
                    <a:gd name="connsiteX31" fmla="*/ 12909 w 25772"/>
                    <a:gd name="connsiteY31" fmla="*/ 35916 h 38817"/>
                    <a:gd name="connsiteX32" fmla="*/ 17857 w 25772"/>
                    <a:gd name="connsiteY32" fmla="*/ 34409 h 38817"/>
                    <a:gd name="connsiteX33" fmla="*/ 20690 w 25772"/>
                    <a:gd name="connsiteY33" fmla="*/ 30518 h 38817"/>
                    <a:gd name="connsiteX34" fmla="*/ 21995 w 25772"/>
                    <a:gd name="connsiteY34" fmla="*/ 25166 h 38817"/>
                    <a:gd name="connsiteX35" fmla="*/ 22309 w 25772"/>
                    <a:gd name="connsiteY35" fmla="*/ 19341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2" h="38817">
                      <a:moveTo>
                        <a:pt x="12932" y="0"/>
                      </a:moveTo>
                      <a:cubicBezTo>
                        <a:pt x="14798" y="0"/>
                        <a:pt x="16417"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710"/>
                        <a:pt x="25773" y="18217"/>
                        <a:pt x="25773" y="19701"/>
                      </a:cubicBezTo>
                      <a:cubicBezTo>
                        <a:pt x="25773" y="22220"/>
                        <a:pt x="25593" y="24626"/>
                        <a:pt x="25233" y="26942"/>
                      </a:cubicBezTo>
                      <a:cubicBezTo>
                        <a:pt x="24873" y="29259"/>
                        <a:pt x="24221" y="31283"/>
                        <a:pt x="23254" y="33037"/>
                      </a:cubicBezTo>
                      <a:cubicBezTo>
                        <a:pt x="22309" y="34791"/>
                        <a:pt x="21005" y="36208"/>
                        <a:pt x="19341" y="37243"/>
                      </a:cubicBezTo>
                      <a:cubicBezTo>
                        <a:pt x="17677" y="38277"/>
                        <a:pt x="15540" y="38817"/>
                        <a:pt x="12909" y="38817"/>
                      </a:cubicBezTo>
                      <a:cubicBezTo>
                        <a:pt x="10277" y="38817"/>
                        <a:pt x="8141" y="38300"/>
                        <a:pt x="6454" y="37243"/>
                      </a:cubicBezTo>
                      <a:cubicBezTo>
                        <a:pt x="4768" y="36186"/>
                        <a:pt x="3463" y="34791"/>
                        <a:pt x="2519" y="33015"/>
                      </a:cubicBezTo>
                      <a:cubicBezTo>
                        <a:pt x="1574" y="31238"/>
                        <a:pt x="899" y="29169"/>
                        <a:pt x="540" y="26808"/>
                      </a:cubicBezTo>
                      <a:cubicBezTo>
                        <a:pt x="180" y="24446"/>
                        <a:pt x="0" y="21950"/>
                        <a:pt x="0" y="19341"/>
                      </a:cubicBezTo>
                      <a:cubicBezTo>
                        <a:pt x="0" y="16935"/>
                        <a:pt x="157" y="14573"/>
                        <a:pt x="495" y="12279"/>
                      </a:cubicBezTo>
                      <a:cubicBezTo>
                        <a:pt x="809" y="9985"/>
                        <a:pt x="1439" y="7916"/>
                        <a:pt x="2361" y="6095"/>
                      </a:cubicBezTo>
                      <a:cubicBezTo>
                        <a:pt x="3283" y="4273"/>
                        <a:pt x="4587" y="2811"/>
                        <a:pt x="6274" y="1687"/>
                      </a:cubicBezTo>
                      <a:cubicBezTo>
                        <a:pt x="7961" y="562"/>
                        <a:pt x="10188" y="23"/>
                        <a:pt x="12909" y="23"/>
                      </a:cubicBezTo>
                      <a:close/>
                      <a:moveTo>
                        <a:pt x="22332" y="19341"/>
                      </a:moveTo>
                      <a:cubicBezTo>
                        <a:pt x="22332" y="17294"/>
                        <a:pt x="22219" y="15293"/>
                        <a:pt x="21972" y="13314"/>
                      </a:cubicBezTo>
                      <a:cubicBezTo>
                        <a:pt x="21747" y="11357"/>
                        <a:pt x="21275" y="9603"/>
                        <a:pt x="20600" y="8051"/>
                      </a:cubicBezTo>
                      <a:cubicBezTo>
                        <a:pt x="19925" y="6500"/>
                        <a:pt x="18959" y="5263"/>
                        <a:pt x="17722" y="4318"/>
                      </a:cubicBezTo>
                      <a:cubicBezTo>
                        <a:pt x="16484" y="3373"/>
                        <a:pt x="14843" y="2924"/>
                        <a:pt x="12841" y="2924"/>
                      </a:cubicBezTo>
                      <a:cubicBezTo>
                        <a:pt x="10930" y="2924"/>
                        <a:pt x="9378" y="3396"/>
                        <a:pt x="8163" y="4363"/>
                      </a:cubicBezTo>
                      <a:cubicBezTo>
                        <a:pt x="6949" y="5330"/>
                        <a:pt x="6005" y="6589"/>
                        <a:pt x="5330" y="8164"/>
                      </a:cubicBezTo>
                      <a:cubicBezTo>
                        <a:pt x="4655" y="9738"/>
                        <a:pt x="4160" y="11537"/>
                        <a:pt x="3891" y="13561"/>
                      </a:cubicBezTo>
                      <a:cubicBezTo>
                        <a:pt x="3621" y="15585"/>
                        <a:pt x="3485" y="17632"/>
                        <a:pt x="3485" y="19723"/>
                      </a:cubicBezTo>
                      <a:cubicBezTo>
                        <a:pt x="3485" y="22175"/>
                        <a:pt x="3643" y="24401"/>
                        <a:pt x="3936" y="26380"/>
                      </a:cubicBezTo>
                      <a:cubicBezTo>
                        <a:pt x="4250" y="28382"/>
                        <a:pt x="4745" y="30069"/>
                        <a:pt x="5465" y="31485"/>
                      </a:cubicBezTo>
                      <a:cubicBezTo>
                        <a:pt x="6185" y="32880"/>
                        <a:pt x="7152" y="33982"/>
                        <a:pt x="8344" y="34746"/>
                      </a:cubicBezTo>
                      <a:cubicBezTo>
                        <a:pt x="9558" y="35511"/>
                        <a:pt x="11065" y="35916"/>
                        <a:pt x="12909" y="35916"/>
                      </a:cubicBezTo>
                      <a:cubicBezTo>
                        <a:pt x="14955" y="35916"/>
                        <a:pt x="16597" y="35421"/>
                        <a:pt x="17857" y="34409"/>
                      </a:cubicBezTo>
                      <a:cubicBezTo>
                        <a:pt x="19116" y="33397"/>
                        <a:pt x="20038" y="32115"/>
                        <a:pt x="20690" y="30518"/>
                      </a:cubicBezTo>
                      <a:cubicBezTo>
                        <a:pt x="21343" y="28922"/>
                        <a:pt x="21770" y="27145"/>
                        <a:pt x="21995" y="25166"/>
                      </a:cubicBezTo>
                      <a:cubicBezTo>
                        <a:pt x="22219" y="23187"/>
                        <a:pt x="22309" y="21253"/>
                        <a:pt x="22309" y="19341"/>
                      </a:cubicBezTo>
                      <a:close/>
                    </a:path>
                  </a:pathLst>
                </a:custGeom>
                <a:solidFill>
                  <a:srgbClr val="231F20"/>
                </a:solidFill>
                <a:ln w="2249" cap="flat">
                  <a:noFill/>
                  <a:prstDash val="solid"/>
                  <a:miter/>
                </a:ln>
              </p:spPr>
              <p:txBody>
                <a:bodyPr rtlCol="0" anchor="ctr"/>
                <a:lstStyle/>
                <a:p>
                  <a:endParaRPr lang="en-US"/>
                </a:p>
              </p:txBody>
            </p:sp>
            <p:sp>
              <p:nvSpPr>
                <p:cNvPr id="18043" name="Freeform 18042">
                  <a:extLst>
                    <a:ext uri="{FF2B5EF4-FFF2-40B4-BE49-F238E27FC236}">
                      <a16:creationId xmlns:a16="http://schemas.microsoft.com/office/drawing/2014/main" id="{D4E35FCF-2018-DAA9-B42B-355602F15300}"/>
                    </a:ext>
                  </a:extLst>
                </p:cNvPr>
                <p:cNvSpPr/>
                <p:nvPr/>
              </p:nvSpPr>
              <p:spPr>
                <a:xfrm>
                  <a:off x="5947862" y="3954109"/>
                  <a:ext cx="25211" cy="38074"/>
                </a:xfrm>
                <a:custGeom>
                  <a:avLst/>
                  <a:gdLst>
                    <a:gd name="connsiteX0" fmla="*/ 1147 w 25211"/>
                    <a:gd name="connsiteY0" fmla="*/ 12482 h 38074"/>
                    <a:gd name="connsiteX1" fmla="*/ 2002 w 25211"/>
                    <a:gd name="connsiteY1" fmla="*/ 7377 h 38074"/>
                    <a:gd name="connsiteX2" fmla="*/ 4475 w 25211"/>
                    <a:gd name="connsiteY2" fmla="*/ 3441 h 38074"/>
                    <a:gd name="connsiteX3" fmla="*/ 8389 w 25211"/>
                    <a:gd name="connsiteY3" fmla="*/ 900 h 38074"/>
                    <a:gd name="connsiteX4" fmla="*/ 13494 w 25211"/>
                    <a:gd name="connsiteY4" fmla="*/ 0 h 38074"/>
                    <a:gd name="connsiteX5" fmla="*/ 18531 w 25211"/>
                    <a:gd name="connsiteY5" fmla="*/ 832 h 38074"/>
                    <a:gd name="connsiteX6" fmla="*/ 22197 w 25211"/>
                    <a:gd name="connsiteY6" fmla="*/ 3081 h 38074"/>
                    <a:gd name="connsiteX7" fmla="*/ 24446 w 25211"/>
                    <a:gd name="connsiteY7" fmla="*/ 6432 h 38074"/>
                    <a:gd name="connsiteX8" fmla="*/ 25211 w 25211"/>
                    <a:gd name="connsiteY8" fmla="*/ 10525 h 38074"/>
                    <a:gd name="connsiteX9" fmla="*/ 24379 w 25211"/>
                    <a:gd name="connsiteY9" fmla="*/ 15001 h 38074"/>
                    <a:gd name="connsiteX10" fmla="*/ 22175 w 25211"/>
                    <a:gd name="connsiteY10" fmla="*/ 18464 h 38074"/>
                    <a:gd name="connsiteX11" fmla="*/ 19049 w 25211"/>
                    <a:gd name="connsiteY11" fmla="*/ 21163 h 38074"/>
                    <a:gd name="connsiteX12" fmla="*/ 15451 w 25211"/>
                    <a:gd name="connsiteY12" fmla="*/ 23412 h 38074"/>
                    <a:gd name="connsiteX13" fmla="*/ 11830 w 25211"/>
                    <a:gd name="connsiteY13" fmla="*/ 25436 h 38074"/>
                    <a:gd name="connsiteX14" fmla="*/ 8636 w 25211"/>
                    <a:gd name="connsiteY14" fmla="*/ 27482 h 38074"/>
                    <a:gd name="connsiteX15" fmla="*/ 6859 w 25211"/>
                    <a:gd name="connsiteY15" fmla="*/ 28967 h 38074"/>
                    <a:gd name="connsiteX16" fmla="*/ 5285 w 25211"/>
                    <a:gd name="connsiteY16" fmla="*/ 30676 h 38074"/>
                    <a:gd name="connsiteX17" fmla="*/ 4161 w 25211"/>
                    <a:gd name="connsiteY17" fmla="*/ 32700 h 38074"/>
                    <a:gd name="connsiteX18" fmla="*/ 3666 w 25211"/>
                    <a:gd name="connsiteY18" fmla="*/ 35151 h 38074"/>
                    <a:gd name="connsiteX19" fmla="*/ 24874 w 25211"/>
                    <a:gd name="connsiteY19" fmla="*/ 35151 h 38074"/>
                    <a:gd name="connsiteX20" fmla="*/ 24874 w 25211"/>
                    <a:gd name="connsiteY20" fmla="*/ 38075 h 38074"/>
                    <a:gd name="connsiteX21" fmla="*/ 0 w 25211"/>
                    <a:gd name="connsiteY21" fmla="*/ 38075 h 38074"/>
                    <a:gd name="connsiteX22" fmla="*/ 585 w 25211"/>
                    <a:gd name="connsiteY22" fmla="*/ 33105 h 38074"/>
                    <a:gd name="connsiteX23" fmla="*/ 2969 w 25211"/>
                    <a:gd name="connsiteY23" fmla="*/ 28787 h 38074"/>
                    <a:gd name="connsiteX24" fmla="*/ 7107 w 25211"/>
                    <a:gd name="connsiteY24" fmla="*/ 24896 h 38074"/>
                    <a:gd name="connsiteX25" fmla="*/ 11290 w 25211"/>
                    <a:gd name="connsiteY25" fmla="*/ 22017 h 38074"/>
                    <a:gd name="connsiteX26" fmla="*/ 15180 w 25211"/>
                    <a:gd name="connsiteY26" fmla="*/ 19701 h 38074"/>
                    <a:gd name="connsiteX27" fmla="*/ 18419 w 25211"/>
                    <a:gd name="connsiteY27" fmla="*/ 17407 h 38074"/>
                    <a:gd name="connsiteX28" fmla="*/ 20623 w 25211"/>
                    <a:gd name="connsiteY28" fmla="*/ 14596 h 38074"/>
                    <a:gd name="connsiteX29" fmla="*/ 21433 w 25211"/>
                    <a:gd name="connsiteY29" fmla="*/ 10772 h 38074"/>
                    <a:gd name="connsiteX30" fmla="*/ 20780 w 25211"/>
                    <a:gd name="connsiteY30" fmla="*/ 7489 h 38074"/>
                    <a:gd name="connsiteX31" fmla="*/ 19004 w 25211"/>
                    <a:gd name="connsiteY31" fmla="*/ 5015 h 38074"/>
                    <a:gd name="connsiteX32" fmla="*/ 16350 w 25211"/>
                    <a:gd name="connsiteY32" fmla="*/ 3486 h 38074"/>
                    <a:gd name="connsiteX33" fmla="*/ 13067 w 25211"/>
                    <a:gd name="connsiteY33" fmla="*/ 2969 h 38074"/>
                    <a:gd name="connsiteX34" fmla="*/ 9648 w 25211"/>
                    <a:gd name="connsiteY34" fmla="*/ 3756 h 38074"/>
                    <a:gd name="connsiteX35" fmla="*/ 6995 w 25211"/>
                    <a:gd name="connsiteY35" fmla="*/ 5825 h 38074"/>
                    <a:gd name="connsiteX36" fmla="*/ 5285 w 25211"/>
                    <a:gd name="connsiteY36" fmla="*/ 8838 h 38074"/>
                    <a:gd name="connsiteX37" fmla="*/ 4791 w 25211"/>
                    <a:gd name="connsiteY37" fmla="*/ 12504 h 38074"/>
                    <a:gd name="connsiteX38" fmla="*/ 1124 w 25211"/>
                    <a:gd name="connsiteY38" fmla="*/ 12504 h 38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25211" h="38074">
                      <a:moveTo>
                        <a:pt x="1147" y="12482"/>
                      </a:moveTo>
                      <a:cubicBezTo>
                        <a:pt x="1147" y="10615"/>
                        <a:pt x="1440" y="8906"/>
                        <a:pt x="2002" y="7377"/>
                      </a:cubicBezTo>
                      <a:cubicBezTo>
                        <a:pt x="2587" y="5847"/>
                        <a:pt x="3396" y="4543"/>
                        <a:pt x="4475" y="3441"/>
                      </a:cubicBezTo>
                      <a:cubicBezTo>
                        <a:pt x="5555" y="2339"/>
                        <a:pt x="6859" y="1507"/>
                        <a:pt x="8389" y="900"/>
                      </a:cubicBezTo>
                      <a:cubicBezTo>
                        <a:pt x="9918" y="292"/>
                        <a:pt x="11627" y="0"/>
                        <a:pt x="13494" y="0"/>
                      </a:cubicBezTo>
                      <a:cubicBezTo>
                        <a:pt x="15361" y="0"/>
                        <a:pt x="17092" y="270"/>
                        <a:pt x="18531" y="832"/>
                      </a:cubicBezTo>
                      <a:cubicBezTo>
                        <a:pt x="19994" y="1394"/>
                        <a:pt x="21208" y="2137"/>
                        <a:pt x="22197" y="3081"/>
                      </a:cubicBezTo>
                      <a:cubicBezTo>
                        <a:pt x="23187" y="4026"/>
                        <a:pt x="23929" y="5128"/>
                        <a:pt x="24446" y="6432"/>
                      </a:cubicBezTo>
                      <a:cubicBezTo>
                        <a:pt x="24941" y="7736"/>
                        <a:pt x="25211" y="9086"/>
                        <a:pt x="25211" y="10525"/>
                      </a:cubicBezTo>
                      <a:cubicBezTo>
                        <a:pt x="25211" y="12212"/>
                        <a:pt x="24941" y="13719"/>
                        <a:pt x="24379" y="15001"/>
                      </a:cubicBezTo>
                      <a:cubicBezTo>
                        <a:pt x="23817" y="16282"/>
                        <a:pt x="23074" y="17452"/>
                        <a:pt x="22175" y="18464"/>
                      </a:cubicBezTo>
                      <a:cubicBezTo>
                        <a:pt x="21253" y="19476"/>
                        <a:pt x="20218" y="20376"/>
                        <a:pt x="19049" y="21163"/>
                      </a:cubicBezTo>
                      <a:cubicBezTo>
                        <a:pt x="17880" y="21950"/>
                        <a:pt x="16688" y="22692"/>
                        <a:pt x="15451" y="23412"/>
                      </a:cubicBezTo>
                      <a:cubicBezTo>
                        <a:pt x="14214" y="24131"/>
                        <a:pt x="13022" y="24784"/>
                        <a:pt x="11830" y="25436"/>
                      </a:cubicBezTo>
                      <a:cubicBezTo>
                        <a:pt x="10638" y="26088"/>
                        <a:pt x="9581" y="26763"/>
                        <a:pt x="8636" y="27482"/>
                      </a:cubicBezTo>
                      <a:cubicBezTo>
                        <a:pt x="8029" y="27955"/>
                        <a:pt x="7422" y="28449"/>
                        <a:pt x="6859" y="28967"/>
                      </a:cubicBezTo>
                      <a:cubicBezTo>
                        <a:pt x="6297" y="29484"/>
                        <a:pt x="5757" y="30046"/>
                        <a:pt x="5285" y="30676"/>
                      </a:cubicBezTo>
                      <a:cubicBezTo>
                        <a:pt x="4813" y="31283"/>
                        <a:pt x="4430" y="31958"/>
                        <a:pt x="4161" y="32700"/>
                      </a:cubicBezTo>
                      <a:cubicBezTo>
                        <a:pt x="3868" y="33442"/>
                        <a:pt x="3711" y="34252"/>
                        <a:pt x="3666" y="35151"/>
                      </a:cubicBezTo>
                      <a:lnTo>
                        <a:pt x="24874" y="35151"/>
                      </a:lnTo>
                      <a:lnTo>
                        <a:pt x="24874" y="38075"/>
                      </a:lnTo>
                      <a:lnTo>
                        <a:pt x="0" y="38075"/>
                      </a:lnTo>
                      <a:cubicBezTo>
                        <a:pt x="45" y="36231"/>
                        <a:pt x="225" y="34589"/>
                        <a:pt x="585" y="33105"/>
                      </a:cubicBezTo>
                      <a:cubicBezTo>
                        <a:pt x="945" y="31620"/>
                        <a:pt x="1732" y="30181"/>
                        <a:pt x="2969" y="28787"/>
                      </a:cubicBezTo>
                      <a:cubicBezTo>
                        <a:pt x="4296" y="27280"/>
                        <a:pt x="5667" y="25975"/>
                        <a:pt x="7107" y="24896"/>
                      </a:cubicBezTo>
                      <a:cubicBezTo>
                        <a:pt x="8546" y="23817"/>
                        <a:pt x="9918" y="22849"/>
                        <a:pt x="11290" y="22017"/>
                      </a:cubicBezTo>
                      <a:cubicBezTo>
                        <a:pt x="12662" y="21163"/>
                        <a:pt x="13944" y="20398"/>
                        <a:pt x="15180" y="19701"/>
                      </a:cubicBezTo>
                      <a:cubicBezTo>
                        <a:pt x="16395" y="19004"/>
                        <a:pt x="17474" y="18239"/>
                        <a:pt x="18419" y="17407"/>
                      </a:cubicBezTo>
                      <a:cubicBezTo>
                        <a:pt x="19364" y="16575"/>
                        <a:pt x="20084" y="15653"/>
                        <a:pt x="20623" y="14596"/>
                      </a:cubicBezTo>
                      <a:cubicBezTo>
                        <a:pt x="21163" y="13561"/>
                        <a:pt x="21433" y="12279"/>
                        <a:pt x="21433" y="10772"/>
                      </a:cubicBezTo>
                      <a:cubicBezTo>
                        <a:pt x="21433" y="9558"/>
                        <a:pt x="21208" y="8456"/>
                        <a:pt x="20780" y="7489"/>
                      </a:cubicBezTo>
                      <a:cubicBezTo>
                        <a:pt x="20353" y="6522"/>
                        <a:pt x="19746" y="5690"/>
                        <a:pt x="19004" y="5015"/>
                      </a:cubicBezTo>
                      <a:cubicBezTo>
                        <a:pt x="18239" y="4340"/>
                        <a:pt x="17362" y="3823"/>
                        <a:pt x="16350" y="3486"/>
                      </a:cubicBezTo>
                      <a:cubicBezTo>
                        <a:pt x="15338" y="3149"/>
                        <a:pt x="14236" y="2969"/>
                        <a:pt x="13067" y="2969"/>
                      </a:cubicBezTo>
                      <a:cubicBezTo>
                        <a:pt x="11807" y="2969"/>
                        <a:pt x="10660" y="3239"/>
                        <a:pt x="9648" y="3756"/>
                      </a:cubicBezTo>
                      <a:cubicBezTo>
                        <a:pt x="8614" y="4273"/>
                        <a:pt x="7737" y="4970"/>
                        <a:pt x="6995" y="5825"/>
                      </a:cubicBezTo>
                      <a:cubicBezTo>
                        <a:pt x="6252" y="6679"/>
                        <a:pt x="5690" y="7691"/>
                        <a:pt x="5285" y="8838"/>
                      </a:cubicBezTo>
                      <a:cubicBezTo>
                        <a:pt x="4881" y="9985"/>
                        <a:pt x="4723" y="11222"/>
                        <a:pt x="4791" y="12504"/>
                      </a:cubicBezTo>
                      <a:lnTo>
                        <a:pt x="1124" y="12504"/>
                      </a:lnTo>
                      <a:close/>
                    </a:path>
                  </a:pathLst>
                </a:custGeom>
                <a:solidFill>
                  <a:srgbClr val="231F20"/>
                </a:solidFill>
                <a:ln w="2249" cap="flat">
                  <a:noFill/>
                  <a:prstDash val="solid"/>
                  <a:miter/>
                </a:ln>
              </p:spPr>
              <p:txBody>
                <a:bodyPr rtlCol="0" anchor="ctr"/>
                <a:lstStyle/>
                <a:p>
                  <a:endParaRPr lang="en-US"/>
                </a:p>
              </p:txBody>
            </p:sp>
          </p:grpSp>
          <p:grpSp>
            <p:nvGrpSpPr>
              <p:cNvPr id="18044" name="Graphic 4479">
                <a:extLst>
                  <a:ext uri="{FF2B5EF4-FFF2-40B4-BE49-F238E27FC236}">
                    <a16:creationId xmlns:a16="http://schemas.microsoft.com/office/drawing/2014/main" id="{AE44CA53-F707-C1F5-F9B8-C00432EB22A7}"/>
                  </a:ext>
                </a:extLst>
              </p:cNvPr>
              <p:cNvGrpSpPr/>
              <p:nvPr/>
            </p:nvGrpSpPr>
            <p:grpSpPr>
              <a:xfrm>
                <a:off x="8657389" y="2917107"/>
                <a:ext cx="398136" cy="153012"/>
                <a:chOff x="5872342" y="3790475"/>
                <a:chExt cx="101000" cy="38817"/>
              </a:xfrm>
              <a:solidFill>
                <a:srgbClr val="231F20"/>
              </a:solidFill>
            </p:grpSpPr>
            <p:sp>
              <p:nvSpPr>
                <p:cNvPr id="18045" name="Freeform 18044">
                  <a:extLst>
                    <a:ext uri="{FF2B5EF4-FFF2-40B4-BE49-F238E27FC236}">
                      <a16:creationId xmlns:a16="http://schemas.microsoft.com/office/drawing/2014/main" id="{C5E55D55-9FD8-3C54-D706-1BE2443F8BBA}"/>
                    </a:ext>
                  </a:extLst>
                </p:cNvPr>
                <p:cNvSpPr/>
                <p:nvPr/>
              </p:nvSpPr>
              <p:spPr>
                <a:xfrm>
                  <a:off x="5872342" y="3790475"/>
                  <a:ext cx="25772" cy="3881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5 w 25772"/>
                    <a:gd name="connsiteY5" fmla="*/ 15158 h 38817"/>
                    <a:gd name="connsiteX6" fmla="*/ 25773 w 25772"/>
                    <a:gd name="connsiteY6" fmla="*/ 19701 h 38817"/>
                    <a:gd name="connsiteX7" fmla="*/ 25233 w 25772"/>
                    <a:gd name="connsiteY7" fmla="*/ 26942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1 w 25772"/>
                    <a:gd name="connsiteY16" fmla="*/ 6095 h 38817"/>
                    <a:gd name="connsiteX17" fmla="*/ 6275 w 25772"/>
                    <a:gd name="connsiteY17" fmla="*/ 1687 h 38817"/>
                    <a:gd name="connsiteX18" fmla="*/ 12909 w 25772"/>
                    <a:gd name="connsiteY18" fmla="*/ 23 h 38817"/>
                    <a:gd name="connsiteX19" fmla="*/ 22309 w 25772"/>
                    <a:gd name="connsiteY19" fmla="*/ 19319 h 38817"/>
                    <a:gd name="connsiteX20" fmla="*/ 21950 w 25772"/>
                    <a:gd name="connsiteY20" fmla="*/ 13291 h 38817"/>
                    <a:gd name="connsiteX21" fmla="*/ 20578 w 25772"/>
                    <a:gd name="connsiteY21" fmla="*/ 8029 h 38817"/>
                    <a:gd name="connsiteX22" fmla="*/ 17699 w 25772"/>
                    <a:gd name="connsiteY22" fmla="*/ 4296 h 38817"/>
                    <a:gd name="connsiteX23" fmla="*/ 12819 w 25772"/>
                    <a:gd name="connsiteY23" fmla="*/ 2901 h 38817"/>
                    <a:gd name="connsiteX24" fmla="*/ 8141 w 25772"/>
                    <a:gd name="connsiteY24" fmla="*/ 4340 h 38817"/>
                    <a:gd name="connsiteX25" fmla="*/ 5307 w 25772"/>
                    <a:gd name="connsiteY25" fmla="*/ 8141 h 38817"/>
                    <a:gd name="connsiteX26" fmla="*/ 3868 w 25772"/>
                    <a:gd name="connsiteY26" fmla="*/ 13539 h 38817"/>
                    <a:gd name="connsiteX27" fmla="*/ 3463 w 25772"/>
                    <a:gd name="connsiteY27" fmla="*/ 19701 h 38817"/>
                    <a:gd name="connsiteX28" fmla="*/ 3913 w 25772"/>
                    <a:gd name="connsiteY28" fmla="*/ 26358 h 38817"/>
                    <a:gd name="connsiteX29" fmla="*/ 5442 w 25772"/>
                    <a:gd name="connsiteY29" fmla="*/ 31463 h 38817"/>
                    <a:gd name="connsiteX30" fmla="*/ 8321 w 25772"/>
                    <a:gd name="connsiteY30" fmla="*/ 34724 h 38817"/>
                    <a:gd name="connsiteX31" fmla="*/ 12886 w 25772"/>
                    <a:gd name="connsiteY31" fmla="*/ 35893 h 38817"/>
                    <a:gd name="connsiteX32" fmla="*/ 17834 w 25772"/>
                    <a:gd name="connsiteY32" fmla="*/ 34387 h 38817"/>
                    <a:gd name="connsiteX33" fmla="*/ 20668 w 25772"/>
                    <a:gd name="connsiteY33" fmla="*/ 30496 h 38817"/>
                    <a:gd name="connsiteX34" fmla="*/ 21972 w 25772"/>
                    <a:gd name="connsiteY34" fmla="*/ 25143 h 38817"/>
                    <a:gd name="connsiteX35" fmla="*/ 22287 w 25772"/>
                    <a:gd name="connsiteY35"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2" h="38817">
                      <a:moveTo>
                        <a:pt x="12932" y="0"/>
                      </a:moveTo>
                      <a:cubicBezTo>
                        <a:pt x="14798" y="0"/>
                        <a:pt x="16417"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710"/>
                        <a:pt x="25773" y="18217"/>
                        <a:pt x="25773" y="19701"/>
                      </a:cubicBezTo>
                      <a:cubicBezTo>
                        <a:pt x="25773" y="22220"/>
                        <a:pt x="25593" y="24626"/>
                        <a:pt x="25233" y="26942"/>
                      </a:cubicBezTo>
                      <a:cubicBezTo>
                        <a:pt x="24873" y="29259"/>
                        <a:pt x="24221" y="31283"/>
                        <a:pt x="23254" y="33037"/>
                      </a:cubicBezTo>
                      <a:cubicBezTo>
                        <a:pt x="22309" y="34791"/>
                        <a:pt x="21005" y="36208"/>
                        <a:pt x="19341" y="37243"/>
                      </a:cubicBezTo>
                      <a:cubicBezTo>
                        <a:pt x="17677" y="38277"/>
                        <a:pt x="15540" y="38817"/>
                        <a:pt x="12909" y="38817"/>
                      </a:cubicBezTo>
                      <a:cubicBezTo>
                        <a:pt x="10277" y="38817"/>
                        <a:pt x="8141" y="38300"/>
                        <a:pt x="6454" y="37243"/>
                      </a:cubicBezTo>
                      <a:cubicBezTo>
                        <a:pt x="4768" y="36186"/>
                        <a:pt x="3463" y="34791"/>
                        <a:pt x="2519" y="33015"/>
                      </a:cubicBezTo>
                      <a:cubicBezTo>
                        <a:pt x="1574" y="31238"/>
                        <a:pt x="899" y="29169"/>
                        <a:pt x="540" y="26808"/>
                      </a:cubicBezTo>
                      <a:cubicBezTo>
                        <a:pt x="180" y="24446"/>
                        <a:pt x="0" y="21950"/>
                        <a:pt x="0" y="19341"/>
                      </a:cubicBezTo>
                      <a:cubicBezTo>
                        <a:pt x="0" y="16935"/>
                        <a:pt x="157" y="14573"/>
                        <a:pt x="495" y="12279"/>
                      </a:cubicBezTo>
                      <a:cubicBezTo>
                        <a:pt x="809" y="9985"/>
                        <a:pt x="1439" y="7916"/>
                        <a:pt x="2361" y="6095"/>
                      </a:cubicBezTo>
                      <a:cubicBezTo>
                        <a:pt x="3283" y="4273"/>
                        <a:pt x="4588" y="2811"/>
                        <a:pt x="6275" y="1687"/>
                      </a:cubicBezTo>
                      <a:cubicBezTo>
                        <a:pt x="7961" y="562"/>
                        <a:pt x="10188" y="23"/>
                        <a:pt x="12909" y="23"/>
                      </a:cubicBezTo>
                      <a:close/>
                      <a:moveTo>
                        <a:pt x="22309" y="19319"/>
                      </a:moveTo>
                      <a:cubicBezTo>
                        <a:pt x="22309" y="17272"/>
                        <a:pt x="22197" y="15271"/>
                        <a:pt x="21950" y="13291"/>
                      </a:cubicBezTo>
                      <a:cubicBezTo>
                        <a:pt x="21725" y="11335"/>
                        <a:pt x="21253" y="9581"/>
                        <a:pt x="20578" y="8029"/>
                      </a:cubicBezTo>
                      <a:cubicBezTo>
                        <a:pt x="19903" y="6477"/>
                        <a:pt x="18936" y="5240"/>
                        <a:pt x="17699" y="4296"/>
                      </a:cubicBezTo>
                      <a:cubicBezTo>
                        <a:pt x="16462" y="3351"/>
                        <a:pt x="14820" y="2901"/>
                        <a:pt x="12819" y="2901"/>
                      </a:cubicBezTo>
                      <a:cubicBezTo>
                        <a:pt x="10907" y="2901"/>
                        <a:pt x="9355" y="3373"/>
                        <a:pt x="8141" y="4340"/>
                      </a:cubicBezTo>
                      <a:cubicBezTo>
                        <a:pt x="6926" y="5308"/>
                        <a:pt x="5982" y="6567"/>
                        <a:pt x="5307" y="8141"/>
                      </a:cubicBezTo>
                      <a:cubicBezTo>
                        <a:pt x="4632" y="9716"/>
                        <a:pt x="4138" y="11515"/>
                        <a:pt x="3868" y="13539"/>
                      </a:cubicBezTo>
                      <a:cubicBezTo>
                        <a:pt x="3598" y="15563"/>
                        <a:pt x="3463" y="17609"/>
                        <a:pt x="3463" y="19701"/>
                      </a:cubicBezTo>
                      <a:cubicBezTo>
                        <a:pt x="3463" y="22152"/>
                        <a:pt x="3621" y="24379"/>
                        <a:pt x="3913" y="26358"/>
                      </a:cubicBezTo>
                      <a:cubicBezTo>
                        <a:pt x="4228" y="28359"/>
                        <a:pt x="4722" y="30046"/>
                        <a:pt x="5442" y="31463"/>
                      </a:cubicBezTo>
                      <a:cubicBezTo>
                        <a:pt x="6162" y="32857"/>
                        <a:pt x="7129" y="33959"/>
                        <a:pt x="8321" y="34724"/>
                      </a:cubicBezTo>
                      <a:cubicBezTo>
                        <a:pt x="9536" y="35489"/>
                        <a:pt x="11042" y="35893"/>
                        <a:pt x="12886" y="35893"/>
                      </a:cubicBezTo>
                      <a:cubicBezTo>
                        <a:pt x="14933" y="35893"/>
                        <a:pt x="16575" y="35399"/>
                        <a:pt x="17834" y="34387"/>
                      </a:cubicBezTo>
                      <a:cubicBezTo>
                        <a:pt x="19094" y="33375"/>
                        <a:pt x="20016" y="32093"/>
                        <a:pt x="20668" y="30496"/>
                      </a:cubicBezTo>
                      <a:cubicBezTo>
                        <a:pt x="21320" y="28899"/>
                        <a:pt x="21747" y="27122"/>
                        <a:pt x="21972" y="25143"/>
                      </a:cubicBezTo>
                      <a:cubicBezTo>
                        <a:pt x="22197" y="23164"/>
                        <a:pt x="22287" y="21230"/>
                        <a:pt x="22287" y="19319"/>
                      </a:cubicBezTo>
                      <a:close/>
                    </a:path>
                  </a:pathLst>
                </a:custGeom>
                <a:solidFill>
                  <a:srgbClr val="231F20"/>
                </a:solidFill>
                <a:ln w="2249" cap="flat">
                  <a:noFill/>
                  <a:prstDash val="solid"/>
                  <a:miter/>
                </a:ln>
              </p:spPr>
              <p:txBody>
                <a:bodyPr rtlCol="0" anchor="ctr"/>
                <a:lstStyle/>
                <a:p>
                  <a:endParaRPr lang="en-US"/>
                </a:p>
              </p:txBody>
            </p:sp>
            <p:sp>
              <p:nvSpPr>
                <p:cNvPr id="18046" name="Freeform 18045">
                  <a:extLst>
                    <a:ext uri="{FF2B5EF4-FFF2-40B4-BE49-F238E27FC236}">
                      <a16:creationId xmlns:a16="http://schemas.microsoft.com/office/drawing/2014/main" id="{00D58D4F-C62D-AC22-F265-004CA172B475}"/>
                    </a:ext>
                  </a:extLst>
                </p:cNvPr>
                <p:cNvSpPr/>
                <p:nvPr/>
              </p:nvSpPr>
              <p:spPr>
                <a:xfrm>
                  <a:off x="5905784" y="3823782"/>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231F20"/>
                </a:solidFill>
                <a:ln w="2249" cap="flat">
                  <a:noFill/>
                  <a:prstDash val="solid"/>
                  <a:miter/>
                </a:ln>
              </p:spPr>
              <p:txBody>
                <a:bodyPr rtlCol="0" anchor="ctr"/>
                <a:lstStyle/>
                <a:p>
                  <a:endParaRPr lang="en-US"/>
                </a:p>
              </p:txBody>
            </p:sp>
            <p:sp>
              <p:nvSpPr>
                <p:cNvPr id="18047" name="Freeform 18046">
                  <a:extLst>
                    <a:ext uri="{FF2B5EF4-FFF2-40B4-BE49-F238E27FC236}">
                      <a16:creationId xmlns:a16="http://schemas.microsoft.com/office/drawing/2014/main" id="{DD65AD35-2683-9D7A-4BAE-CBA43CB5FE08}"/>
                    </a:ext>
                  </a:extLst>
                </p:cNvPr>
                <p:cNvSpPr/>
                <p:nvPr/>
              </p:nvSpPr>
              <p:spPr>
                <a:xfrm>
                  <a:off x="5917344" y="3790475"/>
                  <a:ext cx="25772" cy="3881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5 w 25772"/>
                    <a:gd name="connsiteY5" fmla="*/ 15158 h 38817"/>
                    <a:gd name="connsiteX6" fmla="*/ 25773 w 25772"/>
                    <a:gd name="connsiteY6" fmla="*/ 19701 h 38817"/>
                    <a:gd name="connsiteX7" fmla="*/ 25233 w 25772"/>
                    <a:gd name="connsiteY7" fmla="*/ 26942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1 w 25772"/>
                    <a:gd name="connsiteY16" fmla="*/ 6095 h 38817"/>
                    <a:gd name="connsiteX17" fmla="*/ 6274 w 25772"/>
                    <a:gd name="connsiteY17" fmla="*/ 1687 h 38817"/>
                    <a:gd name="connsiteX18" fmla="*/ 12909 w 25772"/>
                    <a:gd name="connsiteY18" fmla="*/ 23 h 38817"/>
                    <a:gd name="connsiteX19" fmla="*/ 22332 w 25772"/>
                    <a:gd name="connsiteY19" fmla="*/ 19319 h 38817"/>
                    <a:gd name="connsiteX20" fmla="*/ 21972 w 25772"/>
                    <a:gd name="connsiteY20" fmla="*/ 13291 h 38817"/>
                    <a:gd name="connsiteX21" fmla="*/ 20600 w 25772"/>
                    <a:gd name="connsiteY21" fmla="*/ 8029 h 38817"/>
                    <a:gd name="connsiteX22" fmla="*/ 17722 w 25772"/>
                    <a:gd name="connsiteY22" fmla="*/ 4296 h 38817"/>
                    <a:gd name="connsiteX23" fmla="*/ 12841 w 25772"/>
                    <a:gd name="connsiteY23" fmla="*/ 2901 h 38817"/>
                    <a:gd name="connsiteX24" fmla="*/ 8163 w 25772"/>
                    <a:gd name="connsiteY24" fmla="*/ 4340 h 38817"/>
                    <a:gd name="connsiteX25" fmla="*/ 5330 w 25772"/>
                    <a:gd name="connsiteY25" fmla="*/ 8141 h 38817"/>
                    <a:gd name="connsiteX26" fmla="*/ 3891 w 25772"/>
                    <a:gd name="connsiteY26" fmla="*/ 13539 h 38817"/>
                    <a:gd name="connsiteX27" fmla="*/ 3485 w 25772"/>
                    <a:gd name="connsiteY27" fmla="*/ 19701 h 38817"/>
                    <a:gd name="connsiteX28" fmla="*/ 3936 w 25772"/>
                    <a:gd name="connsiteY28" fmla="*/ 26358 h 38817"/>
                    <a:gd name="connsiteX29" fmla="*/ 5465 w 25772"/>
                    <a:gd name="connsiteY29" fmla="*/ 31463 h 38817"/>
                    <a:gd name="connsiteX30" fmla="*/ 8344 w 25772"/>
                    <a:gd name="connsiteY30" fmla="*/ 34724 h 38817"/>
                    <a:gd name="connsiteX31" fmla="*/ 12909 w 25772"/>
                    <a:gd name="connsiteY31" fmla="*/ 35893 h 38817"/>
                    <a:gd name="connsiteX32" fmla="*/ 17857 w 25772"/>
                    <a:gd name="connsiteY32" fmla="*/ 34387 h 38817"/>
                    <a:gd name="connsiteX33" fmla="*/ 20690 w 25772"/>
                    <a:gd name="connsiteY33" fmla="*/ 30496 h 38817"/>
                    <a:gd name="connsiteX34" fmla="*/ 21995 w 25772"/>
                    <a:gd name="connsiteY34" fmla="*/ 25143 h 38817"/>
                    <a:gd name="connsiteX35" fmla="*/ 22309 w 25772"/>
                    <a:gd name="connsiteY35"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2" h="38817">
                      <a:moveTo>
                        <a:pt x="12932" y="0"/>
                      </a:moveTo>
                      <a:cubicBezTo>
                        <a:pt x="14798" y="0"/>
                        <a:pt x="16417"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710"/>
                        <a:pt x="25773" y="18217"/>
                        <a:pt x="25773" y="19701"/>
                      </a:cubicBezTo>
                      <a:cubicBezTo>
                        <a:pt x="25773" y="22220"/>
                        <a:pt x="25593" y="24626"/>
                        <a:pt x="25233" y="26942"/>
                      </a:cubicBezTo>
                      <a:cubicBezTo>
                        <a:pt x="24873" y="29259"/>
                        <a:pt x="24221" y="31283"/>
                        <a:pt x="23254" y="33037"/>
                      </a:cubicBezTo>
                      <a:cubicBezTo>
                        <a:pt x="22309" y="34791"/>
                        <a:pt x="21005" y="36208"/>
                        <a:pt x="19341" y="37243"/>
                      </a:cubicBezTo>
                      <a:cubicBezTo>
                        <a:pt x="17677" y="38277"/>
                        <a:pt x="15540" y="38817"/>
                        <a:pt x="12909" y="38817"/>
                      </a:cubicBezTo>
                      <a:cubicBezTo>
                        <a:pt x="10277" y="38817"/>
                        <a:pt x="8141" y="38300"/>
                        <a:pt x="6454" y="37243"/>
                      </a:cubicBezTo>
                      <a:cubicBezTo>
                        <a:pt x="4768" y="36186"/>
                        <a:pt x="3463" y="34791"/>
                        <a:pt x="2519" y="33015"/>
                      </a:cubicBezTo>
                      <a:cubicBezTo>
                        <a:pt x="1574" y="31238"/>
                        <a:pt x="899" y="29169"/>
                        <a:pt x="540" y="26808"/>
                      </a:cubicBezTo>
                      <a:cubicBezTo>
                        <a:pt x="180" y="24446"/>
                        <a:pt x="0" y="21950"/>
                        <a:pt x="0" y="19341"/>
                      </a:cubicBezTo>
                      <a:cubicBezTo>
                        <a:pt x="0" y="16935"/>
                        <a:pt x="157" y="14573"/>
                        <a:pt x="495" y="12279"/>
                      </a:cubicBezTo>
                      <a:cubicBezTo>
                        <a:pt x="809" y="9985"/>
                        <a:pt x="1439" y="7916"/>
                        <a:pt x="2361" y="6095"/>
                      </a:cubicBezTo>
                      <a:cubicBezTo>
                        <a:pt x="3283" y="4273"/>
                        <a:pt x="4587" y="2811"/>
                        <a:pt x="6274" y="1687"/>
                      </a:cubicBezTo>
                      <a:cubicBezTo>
                        <a:pt x="7961" y="562"/>
                        <a:pt x="10188" y="23"/>
                        <a:pt x="12909" y="23"/>
                      </a:cubicBezTo>
                      <a:close/>
                      <a:moveTo>
                        <a:pt x="22332" y="19319"/>
                      </a:moveTo>
                      <a:cubicBezTo>
                        <a:pt x="22332" y="17272"/>
                        <a:pt x="22219" y="15271"/>
                        <a:pt x="21972" y="13291"/>
                      </a:cubicBezTo>
                      <a:cubicBezTo>
                        <a:pt x="21747" y="11335"/>
                        <a:pt x="21275" y="9581"/>
                        <a:pt x="20600" y="8029"/>
                      </a:cubicBezTo>
                      <a:cubicBezTo>
                        <a:pt x="19925" y="6477"/>
                        <a:pt x="18959" y="5240"/>
                        <a:pt x="17722" y="4296"/>
                      </a:cubicBezTo>
                      <a:cubicBezTo>
                        <a:pt x="16484" y="3351"/>
                        <a:pt x="14843" y="2901"/>
                        <a:pt x="12841" y="2901"/>
                      </a:cubicBezTo>
                      <a:cubicBezTo>
                        <a:pt x="10930" y="2901"/>
                        <a:pt x="9378" y="3373"/>
                        <a:pt x="8163" y="4340"/>
                      </a:cubicBezTo>
                      <a:cubicBezTo>
                        <a:pt x="6949" y="5308"/>
                        <a:pt x="6005" y="6567"/>
                        <a:pt x="5330" y="8141"/>
                      </a:cubicBezTo>
                      <a:cubicBezTo>
                        <a:pt x="4655" y="9716"/>
                        <a:pt x="4160" y="11515"/>
                        <a:pt x="3891" y="13539"/>
                      </a:cubicBezTo>
                      <a:cubicBezTo>
                        <a:pt x="3621" y="15563"/>
                        <a:pt x="3485" y="17609"/>
                        <a:pt x="3485" y="19701"/>
                      </a:cubicBezTo>
                      <a:cubicBezTo>
                        <a:pt x="3485" y="22152"/>
                        <a:pt x="3643" y="24379"/>
                        <a:pt x="3936" y="26358"/>
                      </a:cubicBezTo>
                      <a:cubicBezTo>
                        <a:pt x="4250" y="28359"/>
                        <a:pt x="4745" y="30046"/>
                        <a:pt x="5465" y="31463"/>
                      </a:cubicBezTo>
                      <a:cubicBezTo>
                        <a:pt x="6185" y="32857"/>
                        <a:pt x="7152" y="33959"/>
                        <a:pt x="8344" y="34724"/>
                      </a:cubicBezTo>
                      <a:cubicBezTo>
                        <a:pt x="9558" y="35489"/>
                        <a:pt x="11065" y="35893"/>
                        <a:pt x="12909" y="35893"/>
                      </a:cubicBezTo>
                      <a:cubicBezTo>
                        <a:pt x="14955" y="35893"/>
                        <a:pt x="16597" y="35399"/>
                        <a:pt x="17857" y="34387"/>
                      </a:cubicBezTo>
                      <a:cubicBezTo>
                        <a:pt x="19116" y="33375"/>
                        <a:pt x="20038" y="32093"/>
                        <a:pt x="20690" y="30496"/>
                      </a:cubicBezTo>
                      <a:cubicBezTo>
                        <a:pt x="21343" y="28899"/>
                        <a:pt x="21770" y="27122"/>
                        <a:pt x="21995" y="25143"/>
                      </a:cubicBezTo>
                      <a:cubicBezTo>
                        <a:pt x="22219" y="23164"/>
                        <a:pt x="22309" y="21230"/>
                        <a:pt x="22309" y="19319"/>
                      </a:cubicBezTo>
                      <a:close/>
                    </a:path>
                  </a:pathLst>
                </a:custGeom>
                <a:solidFill>
                  <a:srgbClr val="231F20"/>
                </a:solidFill>
                <a:ln w="2249" cap="flat">
                  <a:noFill/>
                  <a:prstDash val="solid"/>
                  <a:miter/>
                </a:ln>
              </p:spPr>
              <p:txBody>
                <a:bodyPr rtlCol="0" anchor="ctr"/>
                <a:lstStyle/>
                <a:p>
                  <a:endParaRPr lang="en-US"/>
                </a:p>
              </p:txBody>
            </p:sp>
            <p:sp>
              <p:nvSpPr>
                <p:cNvPr id="18048" name="Freeform 18047">
                  <a:extLst>
                    <a:ext uri="{FF2B5EF4-FFF2-40B4-BE49-F238E27FC236}">
                      <a16:creationId xmlns:a16="http://schemas.microsoft.com/office/drawing/2014/main" id="{D9629C93-B43F-A5B5-318E-B4FA3F87E237}"/>
                    </a:ext>
                  </a:extLst>
                </p:cNvPr>
                <p:cNvSpPr/>
                <p:nvPr/>
              </p:nvSpPr>
              <p:spPr>
                <a:xfrm>
                  <a:off x="5947232" y="3790835"/>
                  <a:ext cx="26110" cy="37692"/>
                </a:xfrm>
                <a:custGeom>
                  <a:avLst/>
                  <a:gdLst>
                    <a:gd name="connsiteX0" fmla="*/ 17385 w 26110"/>
                    <a:gd name="connsiteY0" fmla="*/ 28292 h 37692"/>
                    <a:gd name="connsiteX1" fmla="*/ 0 w 26110"/>
                    <a:gd name="connsiteY1" fmla="*/ 28292 h 37692"/>
                    <a:gd name="connsiteX2" fmla="*/ 0 w 26110"/>
                    <a:gd name="connsiteY2" fmla="*/ 25323 h 37692"/>
                    <a:gd name="connsiteX3" fmla="*/ 17700 w 26110"/>
                    <a:gd name="connsiteY3" fmla="*/ 0 h 37692"/>
                    <a:gd name="connsiteX4" fmla="*/ 20825 w 26110"/>
                    <a:gd name="connsiteY4" fmla="*/ 0 h 37692"/>
                    <a:gd name="connsiteX5" fmla="*/ 20825 w 26110"/>
                    <a:gd name="connsiteY5" fmla="*/ 25368 h 37692"/>
                    <a:gd name="connsiteX6" fmla="*/ 26111 w 26110"/>
                    <a:gd name="connsiteY6" fmla="*/ 25368 h 37692"/>
                    <a:gd name="connsiteX7" fmla="*/ 26111 w 26110"/>
                    <a:gd name="connsiteY7" fmla="*/ 28292 h 37692"/>
                    <a:gd name="connsiteX8" fmla="*/ 20825 w 26110"/>
                    <a:gd name="connsiteY8" fmla="*/ 28292 h 37692"/>
                    <a:gd name="connsiteX9" fmla="*/ 20825 w 26110"/>
                    <a:gd name="connsiteY9" fmla="*/ 37692 h 37692"/>
                    <a:gd name="connsiteX10" fmla="*/ 17362 w 26110"/>
                    <a:gd name="connsiteY10" fmla="*/ 37692 h 37692"/>
                    <a:gd name="connsiteX11" fmla="*/ 17362 w 26110"/>
                    <a:gd name="connsiteY11" fmla="*/ 28292 h 37692"/>
                    <a:gd name="connsiteX12" fmla="*/ 3396 w 26110"/>
                    <a:gd name="connsiteY12" fmla="*/ 25368 h 37692"/>
                    <a:gd name="connsiteX13" fmla="*/ 17385 w 26110"/>
                    <a:gd name="connsiteY13" fmla="*/ 25368 h 37692"/>
                    <a:gd name="connsiteX14" fmla="*/ 17385 w 26110"/>
                    <a:gd name="connsiteY14" fmla="*/ 5173 h 37692"/>
                    <a:gd name="connsiteX15" fmla="*/ 3396 w 26110"/>
                    <a:gd name="connsiteY15" fmla="*/ 25368 h 37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6110" h="37692">
                      <a:moveTo>
                        <a:pt x="17385" y="28292"/>
                      </a:moveTo>
                      <a:lnTo>
                        <a:pt x="0" y="28292"/>
                      </a:lnTo>
                      <a:lnTo>
                        <a:pt x="0" y="25323"/>
                      </a:lnTo>
                      <a:lnTo>
                        <a:pt x="17700" y="0"/>
                      </a:lnTo>
                      <a:lnTo>
                        <a:pt x="20825" y="0"/>
                      </a:lnTo>
                      <a:lnTo>
                        <a:pt x="20825" y="25368"/>
                      </a:lnTo>
                      <a:lnTo>
                        <a:pt x="26111" y="25368"/>
                      </a:lnTo>
                      <a:lnTo>
                        <a:pt x="26111" y="28292"/>
                      </a:lnTo>
                      <a:lnTo>
                        <a:pt x="20825" y="28292"/>
                      </a:lnTo>
                      <a:lnTo>
                        <a:pt x="20825" y="37692"/>
                      </a:lnTo>
                      <a:lnTo>
                        <a:pt x="17362" y="37692"/>
                      </a:lnTo>
                      <a:lnTo>
                        <a:pt x="17362" y="28292"/>
                      </a:lnTo>
                      <a:close/>
                      <a:moveTo>
                        <a:pt x="3396" y="25368"/>
                      </a:moveTo>
                      <a:lnTo>
                        <a:pt x="17385" y="25368"/>
                      </a:lnTo>
                      <a:lnTo>
                        <a:pt x="17385" y="5173"/>
                      </a:lnTo>
                      <a:lnTo>
                        <a:pt x="3396" y="25368"/>
                      </a:lnTo>
                      <a:close/>
                    </a:path>
                  </a:pathLst>
                </a:custGeom>
                <a:solidFill>
                  <a:srgbClr val="231F20"/>
                </a:solidFill>
                <a:ln w="2249" cap="flat">
                  <a:noFill/>
                  <a:prstDash val="solid"/>
                  <a:miter/>
                </a:ln>
              </p:spPr>
              <p:txBody>
                <a:bodyPr rtlCol="0" anchor="ctr"/>
                <a:lstStyle/>
                <a:p>
                  <a:endParaRPr lang="en-US"/>
                </a:p>
              </p:txBody>
            </p:sp>
          </p:grpSp>
          <p:grpSp>
            <p:nvGrpSpPr>
              <p:cNvPr id="18049" name="Graphic 4479">
                <a:extLst>
                  <a:ext uri="{FF2B5EF4-FFF2-40B4-BE49-F238E27FC236}">
                    <a16:creationId xmlns:a16="http://schemas.microsoft.com/office/drawing/2014/main" id="{CFCB9F40-F8F7-451C-C2EC-917F5ED4786A}"/>
                  </a:ext>
                </a:extLst>
              </p:cNvPr>
              <p:cNvGrpSpPr/>
              <p:nvPr/>
            </p:nvGrpSpPr>
            <p:grpSpPr>
              <a:xfrm>
                <a:off x="8657389" y="2271816"/>
                <a:ext cx="396893" cy="153184"/>
                <a:chOff x="5872342" y="3626773"/>
                <a:chExt cx="100685" cy="38861"/>
              </a:xfrm>
              <a:solidFill>
                <a:srgbClr val="231F20"/>
              </a:solidFill>
            </p:grpSpPr>
            <p:sp>
              <p:nvSpPr>
                <p:cNvPr id="18050" name="Freeform 18049">
                  <a:extLst>
                    <a:ext uri="{FF2B5EF4-FFF2-40B4-BE49-F238E27FC236}">
                      <a16:creationId xmlns:a16="http://schemas.microsoft.com/office/drawing/2014/main" id="{D2C69EA0-C8D4-48FA-87A3-CC82BEDC81CF}"/>
                    </a:ext>
                  </a:extLst>
                </p:cNvPr>
                <p:cNvSpPr/>
                <p:nvPr/>
              </p:nvSpPr>
              <p:spPr>
                <a:xfrm>
                  <a:off x="5872342" y="3626818"/>
                  <a:ext cx="25772" cy="3881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5 w 25772"/>
                    <a:gd name="connsiteY5" fmla="*/ 15158 h 38817"/>
                    <a:gd name="connsiteX6" fmla="*/ 25773 w 25772"/>
                    <a:gd name="connsiteY6" fmla="*/ 19701 h 38817"/>
                    <a:gd name="connsiteX7" fmla="*/ 25233 w 25772"/>
                    <a:gd name="connsiteY7" fmla="*/ 26943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1 w 25772"/>
                    <a:gd name="connsiteY16" fmla="*/ 6095 h 38817"/>
                    <a:gd name="connsiteX17" fmla="*/ 6275 w 25772"/>
                    <a:gd name="connsiteY17" fmla="*/ 1687 h 38817"/>
                    <a:gd name="connsiteX18" fmla="*/ 12909 w 25772"/>
                    <a:gd name="connsiteY18" fmla="*/ 23 h 38817"/>
                    <a:gd name="connsiteX19" fmla="*/ 22309 w 25772"/>
                    <a:gd name="connsiteY19" fmla="*/ 19319 h 38817"/>
                    <a:gd name="connsiteX20" fmla="*/ 21950 w 25772"/>
                    <a:gd name="connsiteY20" fmla="*/ 13291 h 38817"/>
                    <a:gd name="connsiteX21" fmla="*/ 20578 w 25772"/>
                    <a:gd name="connsiteY21" fmla="*/ 8029 h 38817"/>
                    <a:gd name="connsiteX22" fmla="*/ 17699 w 25772"/>
                    <a:gd name="connsiteY22" fmla="*/ 4296 h 38817"/>
                    <a:gd name="connsiteX23" fmla="*/ 12819 w 25772"/>
                    <a:gd name="connsiteY23" fmla="*/ 2901 h 38817"/>
                    <a:gd name="connsiteX24" fmla="*/ 8141 w 25772"/>
                    <a:gd name="connsiteY24" fmla="*/ 4341 h 38817"/>
                    <a:gd name="connsiteX25" fmla="*/ 5307 w 25772"/>
                    <a:gd name="connsiteY25" fmla="*/ 8141 h 38817"/>
                    <a:gd name="connsiteX26" fmla="*/ 3868 w 25772"/>
                    <a:gd name="connsiteY26" fmla="*/ 13539 h 38817"/>
                    <a:gd name="connsiteX27" fmla="*/ 3463 w 25772"/>
                    <a:gd name="connsiteY27" fmla="*/ 19701 h 38817"/>
                    <a:gd name="connsiteX28" fmla="*/ 3913 w 25772"/>
                    <a:gd name="connsiteY28" fmla="*/ 26358 h 38817"/>
                    <a:gd name="connsiteX29" fmla="*/ 5442 w 25772"/>
                    <a:gd name="connsiteY29" fmla="*/ 31463 h 38817"/>
                    <a:gd name="connsiteX30" fmla="*/ 8321 w 25772"/>
                    <a:gd name="connsiteY30" fmla="*/ 34724 h 38817"/>
                    <a:gd name="connsiteX31" fmla="*/ 12886 w 25772"/>
                    <a:gd name="connsiteY31" fmla="*/ 35893 h 38817"/>
                    <a:gd name="connsiteX32" fmla="*/ 17834 w 25772"/>
                    <a:gd name="connsiteY32" fmla="*/ 34387 h 38817"/>
                    <a:gd name="connsiteX33" fmla="*/ 20668 w 25772"/>
                    <a:gd name="connsiteY33" fmla="*/ 30496 h 38817"/>
                    <a:gd name="connsiteX34" fmla="*/ 21972 w 25772"/>
                    <a:gd name="connsiteY34" fmla="*/ 25143 h 38817"/>
                    <a:gd name="connsiteX35" fmla="*/ 22287 w 25772"/>
                    <a:gd name="connsiteY35"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2" h="38817">
                      <a:moveTo>
                        <a:pt x="12932" y="0"/>
                      </a:moveTo>
                      <a:cubicBezTo>
                        <a:pt x="14798" y="0"/>
                        <a:pt x="16417"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710"/>
                        <a:pt x="25773" y="18217"/>
                        <a:pt x="25773" y="19701"/>
                      </a:cubicBezTo>
                      <a:cubicBezTo>
                        <a:pt x="25773" y="22220"/>
                        <a:pt x="25593" y="24626"/>
                        <a:pt x="25233" y="26943"/>
                      </a:cubicBezTo>
                      <a:cubicBezTo>
                        <a:pt x="24873" y="29259"/>
                        <a:pt x="24221" y="31283"/>
                        <a:pt x="23254" y="33037"/>
                      </a:cubicBezTo>
                      <a:cubicBezTo>
                        <a:pt x="22309" y="34791"/>
                        <a:pt x="21005" y="36208"/>
                        <a:pt x="19341" y="37243"/>
                      </a:cubicBezTo>
                      <a:cubicBezTo>
                        <a:pt x="17677" y="38277"/>
                        <a:pt x="15540" y="38817"/>
                        <a:pt x="12909" y="38817"/>
                      </a:cubicBezTo>
                      <a:cubicBezTo>
                        <a:pt x="10277" y="38817"/>
                        <a:pt x="8141" y="38300"/>
                        <a:pt x="6454" y="37243"/>
                      </a:cubicBezTo>
                      <a:cubicBezTo>
                        <a:pt x="4768" y="36186"/>
                        <a:pt x="3463" y="34791"/>
                        <a:pt x="2519" y="33015"/>
                      </a:cubicBezTo>
                      <a:cubicBezTo>
                        <a:pt x="1574" y="31238"/>
                        <a:pt x="899" y="29169"/>
                        <a:pt x="540" y="26808"/>
                      </a:cubicBezTo>
                      <a:cubicBezTo>
                        <a:pt x="180" y="24446"/>
                        <a:pt x="0" y="21950"/>
                        <a:pt x="0" y="19341"/>
                      </a:cubicBezTo>
                      <a:cubicBezTo>
                        <a:pt x="0" y="16935"/>
                        <a:pt x="157" y="14573"/>
                        <a:pt x="495" y="12279"/>
                      </a:cubicBezTo>
                      <a:cubicBezTo>
                        <a:pt x="809" y="9985"/>
                        <a:pt x="1439" y="7916"/>
                        <a:pt x="2361" y="6095"/>
                      </a:cubicBezTo>
                      <a:cubicBezTo>
                        <a:pt x="3283" y="4273"/>
                        <a:pt x="4588" y="2811"/>
                        <a:pt x="6275" y="1687"/>
                      </a:cubicBezTo>
                      <a:cubicBezTo>
                        <a:pt x="7961" y="562"/>
                        <a:pt x="10188" y="23"/>
                        <a:pt x="12909" y="23"/>
                      </a:cubicBezTo>
                      <a:close/>
                      <a:moveTo>
                        <a:pt x="22309" y="19319"/>
                      </a:moveTo>
                      <a:cubicBezTo>
                        <a:pt x="22309" y="17272"/>
                        <a:pt x="22197" y="15271"/>
                        <a:pt x="21950" y="13291"/>
                      </a:cubicBezTo>
                      <a:cubicBezTo>
                        <a:pt x="21725" y="11335"/>
                        <a:pt x="21253" y="9581"/>
                        <a:pt x="20578" y="8029"/>
                      </a:cubicBezTo>
                      <a:cubicBezTo>
                        <a:pt x="19903" y="6477"/>
                        <a:pt x="18936" y="5240"/>
                        <a:pt x="17699" y="4296"/>
                      </a:cubicBezTo>
                      <a:cubicBezTo>
                        <a:pt x="16462" y="3351"/>
                        <a:pt x="14820" y="2901"/>
                        <a:pt x="12819" y="2901"/>
                      </a:cubicBezTo>
                      <a:cubicBezTo>
                        <a:pt x="10907" y="2901"/>
                        <a:pt x="9355" y="3373"/>
                        <a:pt x="8141" y="4341"/>
                      </a:cubicBezTo>
                      <a:cubicBezTo>
                        <a:pt x="6926" y="5308"/>
                        <a:pt x="5982" y="6567"/>
                        <a:pt x="5307" y="8141"/>
                      </a:cubicBezTo>
                      <a:cubicBezTo>
                        <a:pt x="4632" y="9716"/>
                        <a:pt x="4138" y="11515"/>
                        <a:pt x="3868" y="13539"/>
                      </a:cubicBezTo>
                      <a:cubicBezTo>
                        <a:pt x="3598" y="15563"/>
                        <a:pt x="3463" y="17609"/>
                        <a:pt x="3463" y="19701"/>
                      </a:cubicBezTo>
                      <a:cubicBezTo>
                        <a:pt x="3463" y="22152"/>
                        <a:pt x="3621" y="24379"/>
                        <a:pt x="3913" y="26358"/>
                      </a:cubicBezTo>
                      <a:cubicBezTo>
                        <a:pt x="4228" y="28359"/>
                        <a:pt x="4722" y="30046"/>
                        <a:pt x="5442" y="31463"/>
                      </a:cubicBezTo>
                      <a:cubicBezTo>
                        <a:pt x="6162" y="32857"/>
                        <a:pt x="7129" y="33959"/>
                        <a:pt x="8321" y="34724"/>
                      </a:cubicBezTo>
                      <a:cubicBezTo>
                        <a:pt x="9536" y="35489"/>
                        <a:pt x="11042" y="35893"/>
                        <a:pt x="12886" y="35893"/>
                      </a:cubicBezTo>
                      <a:cubicBezTo>
                        <a:pt x="14933" y="35893"/>
                        <a:pt x="16575" y="35399"/>
                        <a:pt x="17834" y="34387"/>
                      </a:cubicBezTo>
                      <a:cubicBezTo>
                        <a:pt x="19094" y="33375"/>
                        <a:pt x="20016" y="32093"/>
                        <a:pt x="20668" y="30496"/>
                      </a:cubicBezTo>
                      <a:cubicBezTo>
                        <a:pt x="21320" y="28899"/>
                        <a:pt x="21747" y="27123"/>
                        <a:pt x="21972" y="25143"/>
                      </a:cubicBezTo>
                      <a:cubicBezTo>
                        <a:pt x="22197" y="23164"/>
                        <a:pt x="22287" y="21230"/>
                        <a:pt x="22287" y="19319"/>
                      </a:cubicBezTo>
                      <a:close/>
                    </a:path>
                  </a:pathLst>
                </a:custGeom>
                <a:solidFill>
                  <a:srgbClr val="231F20"/>
                </a:solidFill>
                <a:ln w="2249" cap="flat">
                  <a:noFill/>
                  <a:prstDash val="solid"/>
                  <a:miter/>
                </a:ln>
              </p:spPr>
              <p:txBody>
                <a:bodyPr rtlCol="0" anchor="ctr"/>
                <a:lstStyle/>
                <a:p>
                  <a:endParaRPr lang="en-US"/>
                </a:p>
              </p:txBody>
            </p:sp>
            <p:sp>
              <p:nvSpPr>
                <p:cNvPr id="18051" name="Freeform 18050">
                  <a:extLst>
                    <a:ext uri="{FF2B5EF4-FFF2-40B4-BE49-F238E27FC236}">
                      <a16:creationId xmlns:a16="http://schemas.microsoft.com/office/drawing/2014/main" id="{5000A759-7579-99FD-868D-5E7BC2684F2E}"/>
                    </a:ext>
                  </a:extLst>
                </p:cNvPr>
                <p:cNvSpPr/>
                <p:nvPr/>
              </p:nvSpPr>
              <p:spPr>
                <a:xfrm>
                  <a:off x="5905784" y="3660125"/>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231F20"/>
                </a:solidFill>
                <a:ln w="2249" cap="flat">
                  <a:noFill/>
                  <a:prstDash val="solid"/>
                  <a:miter/>
                </a:ln>
              </p:spPr>
              <p:txBody>
                <a:bodyPr rtlCol="0" anchor="ctr"/>
                <a:lstStyle/>
                <a:p>
                  <a:endParaRPr lang="en-US"/>
                </a:p>
              </p:txBody>
            </p:sp>
            <p:sp>
              <p:nvSpPr>
                <p:cNvPr id="18052" name="Freeform 18051">
                  <a:extLst>
                    <a:ext uri="{FF2B5EF4-FFF2-40B4-BE49-F238E27FC236}">
                      <a16:creationId xmlns:a16="http://schemas.microsoft.com/office/drawing/2014/main" id="{7EC60AB5-D893-D8AC-071B-920629EBF98C}"/>
                    </a:ext>
                  </a:extLst>
                </p:cNvPr>
                <p:cNvSpPr/>
                <p:nvPr/>
              </p:nvSpPr>
              <p:spPr>
                <a:xfrm>
                  <a:off x="5917344" y="3626818"/>
                  <a:ext cx="25772" cy="3881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5 w 25772"/>
                    <a:gd name="connsiteY5" fmla="*/ 15158 h 38817"/>
                    <a:gd name="connsiteX6" fmla="*/ 25773 w 25772"/>
                    <a:gd name="connsiteY6" fmla="*/ 19701 h 38817"/>
                    <a:gd name="connsiteX7" fmla="*/ 25233 w 25772"/>
                    <a:gd name="connsiteY7" fmla="*/ 26943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1 w 25772"/>
                    <a:gd name="connsiteY16" fmla="*/ 6095 h 38817"/>
                    <a:gd name="connsiteX17" fmla="*/ 6274 w 25772"/>
                    <a:gd name="connsiteY17" fmla="*/ 1687 h 38817"/>
                    <a:gd name="connsiteX18" fmla="*/ 12909 w 25772"/>
                    <a:gd name="connsiteY18" fmla="*/ 23 h 38817"/>
                    <a:gd name="connsiteX19" fmla="*/ 22332 w 25772"/>
                    <a:gd name="connsiteY19" fmla="*/ 19319 h 38817"/>
                    <a:gd name="connsiteX20" fmla="*/ 21972 w 25772"/>
                    <a:gd name="connsiteY20" fmla="*/ 13291 h 38817"/>
                    <a:gd name="connsiteX21" fmla="*/ 20600 w 25772"/>
                    <a:gd name="connsiteY21" fmla="*/ 8029 h 38817"/>
                    <a:gd name="connsiteX22" fmla="*/ 17722 w 25772"/>
                    <a:gd name="connsiteY22" fmla="*/ 4296 h 38817"/>
                    <a:gd name="connsiteX23" fmla="*/ 12841 w 25772"/>
                    <a:gd name="connsiteY23" fmla="*/ 2901 h 38817"/>
                    <a:gd name="connsiteX24" fmla="*/ 8163 w 25772"/>
                    <a:gd name="connsiteY24" fmla="*/ 4341 h 38817"/>
                    <a:gd name="connsiteX25" fmla="*/ 5330 w 25772"/>
                    <a:gd name="connsiteY25" fmla="*/ 8141 h 38817"/>
                    <a:gd name="connsiteX26" fmla="*/ 3891 w 25772"/>
                    <a:gd name="connsiteY26" fmla="*/ 13539 h 38817"/>
                    <a:gd name="connsiteX27" fmla="*/ 3485 w 25772"/>
                    <a:gd name="connsiteY27" fmla="*/ 19701 h 38817"/>
                    <a:gd name="connsiteX28" fmla="*/ 3936 w 25772"/>
                    <a:gd name="connsiteY28" fmla="*/ 26358 h 38817"/>
                    <a:gd name="connsiteX29" fmla="*/ 5465 w 25772"/>
                    <a:gd name="connsiteY29" fmla="*/ 31463 h 38817"/>
                    <a:gd name="connsiteX30" fmla="*/ 8344 w 25772"/>
                    <a:gd name="connsiteY30" fmla="*/ 34724 h 38817"/>
                    <a:gd name="connsiteX31" fmla="*/ 12909 w 25772"/>
                    <a:gd name="connsiteY31" fmla="*/ 35893 h 38817"/>
                    <a:gd name="connsiteX32" fmla="*/ 17857 w 25772"/>
                    <a:gd name="connsiteY32" fmla="*/ 34387 h 38817"/>
                    <a:gd name="connsiteX33" fmla="*/ 20690 w 25772"/>
                    <a:gd name="connsiteY33" fmla="*/ 30496 h 38817"/>
                    <a:gd name="connsiteX34" fmla="*/ 21995 w 25772"/>
                    <a:gd name="connsiteY34" fmla="*/ 25143 h 38817"/>
                    <a:gd name="connsiteX35" fmla="*/ 22309 w 25772"/>
                    <a:gd name="connsiteY35"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2" h="38817">
                      <a:moveTo>
                        <a:pt x="12932" y="0"/>
                      </a:moveTo>
                      <a:cubicBezTo>
                        <a:pt x="14798" y="0"/>
                        <a:pt x="16417"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710"/>
                        <a:pt x="25773" y="18217"/>
                        <a:pt x="25773" y="19701"/>
                      </a:cubicBezTo>
                      <a:cubicBezTo>
                        <a:pt x="25773" y="22220"/>
                        <a:pt x="25593" y="24626"/>
                        <a:pt x="25233" y="26943"/>
                      </a:cubicBezTo>
                      <a:cubicBezTo>
                        <a:pt x="24873" y="29259"/>
                        <a:pt x="24221" y="31283"/>
                        <a:pt x="23254" y="33037"/>
                      </a:cubicBezTo>
                      <a:cubicBezTo>
                        <a:pt x="22309" y="34791"/>
                        <a:pt x="21005" y="36208"/>
                        <a:pt x="19341" y="37243"/>
                      </a:cubicBezTo>
                      <a:cubicBezTo>
                        <a:pt x="17677" y="38277"/>
                        <a:pt x="15540" y="38817"/>
                        <a:pt x="12909" y="38817"/>
                      </a:cubicBezTo>
                      <a:cubicBezTo>
                        <a:pt x="10277" y="38817"/>
                        <a:pt x="8141" y="38300"/>
                        <a:pt x="6454" y="37243"/>
                      </a:cubicBezTo>
                      <a:cubicBezTo>
                        <a:pt x="4768" y="36186"/>
                        <a:pt x="3463" y="34791"/>
                        <a:pt x="2519" y="33015"/>
                      </a:cubicBezTo>
                      <a:cubicBezTo>
                        <a:pt x="1574" y="31238"/>
                        <a:pt x="899" y="29169"/>
                        <a:pt x="540" y="26808"/>
                      </a:cubicBezTo>
                      <a:cubicBezTo>
                        <a:pt x="180" y="24446"/>
                        <a:pt x="0" y="21950"/>
                        <a:pt x="0" y="19341"/>
                      </a:cubicBezTo>
                      <a:cubicBezTo>
                        <a:pt x="0" y="16935"/>
                        <a:pt x="157" y="14573"/>
                        <a:pt x="495" y="12279"/>
                      </a:cubicBezTo>
                      <a:cubicBezTo>
                        <a:pt x="809" y="9985"/>
                        <a:pt x="1439" y="7916"/>
                        <a:pt x="2361" y="6095"/>
                      </a:cubicBezTo>
                      <a:cubicBezTo>
                        <a:pt x="3283" y="4273"/>
                        <a:pt x="4587" y="2811"/>
                        <a:pt x="6274" y="1687"/>
                      </a:cubicBezTo>
                      <a:cubicBezTo>
                        <a:pt x="7961" y="562"/>
                        <a:pt x="10188" y="23"/>
                        <a:pt x="12909" y="23"/>
                      </a:cubicBezTo>
                      <a:close/>
                      <a:moveTo>
                        <a:pt x="22332" y="19319"/>
                      </a:moveTo>
                      <a:cubicBezTo>
                        <a:pt x="22332" y="17272"/>
                        <a:pt x="22219" y="15271"/>
                        <a:pt x="21972" y="13291"/>
                      </a:cubicBezTo>
                      <a:cubicBezTo>
                        <a:pt x="21747" y="11335"/>
                        <a:pt x="21275" y="9581"/>
                        <a:pt x="20600" y="8029"/>
                      </a:cubicBezTo>
                      <a:cubicBezTo>
                        <a:pt x="19925" y="6477"/>
                        <a:pt x="18959" y="5240"/>
                        <a:pt x="17722" y="4296"/>
                      </a:cubicBezTo>
                      <a:cubicBezTo>
                        <a:pt x="16484" y="3351"/>
                        <a:pt x="14843" y="2901"/>
                        <a:pt x="12841" y="2901"/>
                      </a:cubicBezTo>
                      <a:cubicBezTo>
                        <a:pt x="10930" y="2901"/>
                        <a:pt x="9378" y="3373"/>
                        <a:pt x="8163" y="4341"/>
                      </a:cubicBezTo>
                      <a:cubicBezTo>
                        <a:pt x="6949" y="5308"/>
                        <a:pt x="6005" y="6567"/>
                        <a:pt x="5330" y="8141"/>
                      </a:cubicBezTo>
                      <a:cubicBezTo>
                        <a:pt x="4655" y="9716"/>
                        <a:pt x="4160" y="11515"/>
                        <a:pt x="3891" y="13539"/>
                      </a:cubicBezTo>
                      <a:cubicBezTo>
                        <a:pt x="3621" y="15563"/>
                        <a:pt x="3485" y="17609"/>
                        <a:pt x="3485" y="19701"/>
                      </a:cubicBezTo>
                      <a:cubicBezTo>
                        <a:pt x="3485" y="22152"/>
                        <a:pt x="3643" y="24379"/>
                        <a:pt x="3936" y="26358"/>
                      </a:cubicBezTo>
                      <a:cubicBezTo>
                        <a:pt x="4250" y="28359"/>
                        <a:pt x="4745" y="30046"/>
                        <a:pt x="5465" y="31463"/>
                      </a:cubicBezTo>
                      <a:cubicBezTo>
                        <a:pt x="6185" y="32857"/>
                        <a:pt x="7152" y="33959"/>
                        <a:pt x="8344" y="34724"/>
                      </a:cubicBezTo>
                      <a:cubicBezTo>
                        <a:pt x="9558" y="35489"/>
                        <a:pt x="11065" y="35893"/>
                        <a:pt x="12909" y="35893"/>
                      </a:cubicBezTo>
                      <a:cubicBezTo>
                        <a:pt x="14955" y="35893"/>
                        <a:pt x="16597" y="35399"/>
                        <a:pt x="17857" y="34387"/>
                      </a:cubicBezTo>
                      <a:cubicBezTo>
                        <a:pt x="19116" y="33375"/>
                        <a:pt x="20038" y="32093"/>
                        <a:pt x="20690" y="30496"/>
                      </a:cubicBezTo>
                      <a:cubicBezTo>
                        <a:pt x="21343" y="28899"/>
                        <a:pt x="21770" y="27123"/>
                        <a:pt x="21995" y="25143"/>
                      </a:cubicBezTo>
                      <a:cubicBezTo>
                        <a:pt x="22219" y="23164"/>
                        <a:pt x="22309" y="21230"/>
                        <a:pt x="22309" y="19319"/>
                      </a:cubicBezTo>
                      <a:close/>
                    </a:path>
                  </a:pathLst>
                </a:custGeom>
                <a:solidFill>
                  <a:srgbClr val="231F20"/>
                </a:solidFill>
                <a:ln w="2249" cap="flat">
                  <a:noFill/>
                  <a:prstDash val="solid"/>
                  <a:miter/>
                </a:ln>
              </p:spPr>
              <p:txBody>
                <a:bodyPr rtlCol="0" anchor="ctr"/>
                <a:lstStyle/>
                <a:p>
                  <a:endParaRPr lang="en-US"/>
                </a:p>
              </p:txBody>
            </p:sp>
            <p:sp>
              <p:nvSpPr>
                <p:cNvPr id="18053" name="Freeform 18052">
                  <a:extLst>
                    <a:ext uri="{FF2B5EF4-FFF2-40B4-BE49-F238E27FC236}">
                      <a16:creationId xmlns:a16="http://schemas.microsoft.com/office/drawing/2014/main" id="{ACB2E383-3DEE-0692-B89B-4820DD5C5DA9}"/>
                    </a:ext>
                  </a:extLst>
                </p:cNvPr>
                <p:cNvSpPr/>
                <p:nvPr/>
              </p:nvSpPr>
              <p:spPr>
                <a:xfrm>
                  <a:off x="5947480" y="3626773"/>
                  <a:ext cx="25548" cy="38794"/>
                </a:xfrm>
                <a:custGeom>
                  <a:avLst/>
                  <a:gdLst>
                    <a:gd name="connsiteX0" fmla="*/ 21388 w 25548"/>
                    <a:gd name="connsiteY0" fmla="*/ 9378 h 38794"/>
                    <a:gd name="connsiteX1" fmla="*/ 19004 w 25548"/>
                    <a:gd name="connsiteY1" fmla="*/ 4700 h 38794"/>
                    <a:gd name="connsiteX2" fmla="*/ 14146 w 25548"/>
                    <a:gd name="connsiteY2" fmla="*/ 2946 h 38794"/>
                    <a:gd name="connsiteX3" fmla="*/ 8614 w 25548"/>
                    <a:gd name="connsiteY3" fmla="*/ 4610 h 38794"/>
                    <a:gd name="connsiteX4" fmla="*/ 5510 w 25548"/>
                    <a:gd name="connsiteY4" fmla="*/ 8838 h 38794"/>
                    <a:gd name="connsiteX5" fmla="*/ 4048 w 25548"/>
                    <a:gd name="connsiteY5" fmla="*/ 14416 h 38794"/>
                    <a:gd name="connsiteX6" fmla="*/ 3463 w 25548"/>
                    <a:gd name="connsiteY6" fmla="*/ 20128 h 38794"/>
                    <a:gd name="connsiteX7" fmla="*/ 5173 w 25548"/>
                    <a:gd name="connsiteY7" fmla="*/ 17969 h 38794"/>
                    <a:gd name="connsiteX8" fmla="*/ 7197 w 25548"/>
                    <a:gd name="connsiteY8" fmla="*/ 16058 h 38794"/>
                    <a:gd name="connsiteX9" fmla="*/ 9851 w 25548"/>
                    <a:gd name="connsiteY9" fmla="*/ 14708 h 38794"/>
                    <a:gd name="connsiteX10" fmla="*/ 13471 w 25548"/>
                    <a:gd name="connsiteY10" fmla="*/ 14191 h 38794"/>
                    <a:gd name="connsiteX11" fmla="*/ 22400 w 25548"/>
                    <a:gd name="connsiteY11" fmla="*/ 17452 h 38794"/>
                    <a:gd name="connsiteX12" fmla="*/ 25548 w 25548"/>
                    <a:gd name="connsiteY12" fmla="*/ 26448 h 38794"/>
                    <a:gd name="connsiteX13" fmla="*/ 22355 w 25548"/>
                    <a:gd name="connsiteY13" fmla="*/ 35511 h 38794"/>
                    <a:gd name="connsiteX14" fmla="*/ 13336 w 25548"/>
                    <a:gd name="connsiteY14" fmla="*/ 38795 h 38794"/>
                    <a:gd name="connsiteX15" fmla="*/ 8051 w 25548"/>
                    <a:gd name="connsiteY15" fmla="*/ 37850 h 38794"/>
                    <a:gd name="connsiteX16" fmla="*/ 3846 w 25548"/>
                    <a:gd name="connsiteY16" fmla="*/ 34746 h 38794"/>
                    <a:gd name="connsiteX17" fmla="*/ 1034 w 25548"/>
                    <a:gd name="connsiteY17" fmla="*/ 29102 h 38794"/>
                    <a:gd name="connsiteX18" fmla="*/ 0 w 25548"/>
                    <a:gd name="connsiteY18" fmla="*/ 20600 h 38794"/>
                    <a:gd name="connsiteX19" fmla="*/ 585 w 25548"/>
                    <a:gd name="connsiteY19" fmla="*/ 13561 h 38794"/>
                    <a:gd name="connsiteX20" fmla="*/ 2721 w 25548"/>
                    <a:gd name="connsiteY20" fmla="*/ 6904 h 38794"/>
                    <a:gd name="connsiteX21" fmla="*/ 6927 w 25548"/>
                    <a:gd name="connsiteY21" fmla="*/ 1934 h 38794"/>
                    <a:gd name="connsiteX22" fmla="*/ 13808 w 25548"/>
                    <a:gd name="connsiteY22" fmla="*/ 0 h 38794"/>
                    <a:gd name="connsiteX23" fmla="*/ 21365 w 25548"/>
                    <a:gd name="connsiteY23" fmla="*/ 2384 h 38794"/>
                    <a:gd name="connsiteX24" fmla="*/ 24919 w 25548"/>
                    <a:gd name="connsiteY24" fmla="*/ 9356 h 38794"/>
                    <a:gd name="connsiteX25" fmla="*/ 21365 w 25548"/>
                    <a:gd name="connsiteY25" fmla="*/ 9356 h 38794"/>
                    <a:gd name="connsiteX26" fmla="*/ 13359 w 25548"/>
                    <a:gd name="connsiteY26" fmla="*/ 17160 h 38794"/>
                    <a:gd name="connsiteX27" fmla="*/ 9761 w 25548"/>
                    <a:gd name="connsiteY27" fmla="*/ 17924 h 38794"/>
                    <a:gd name="connsiteX28" fmla="*/ 7061 w 25548"/>
                    <a:gd name="connsiteY28" fmla="*/ 19971 h 38794"/>
                    <a:gd name="connsiteX29" fmla="*/ 5353 w 25548"/>
                    <a:gd name="connsiteY29" fmla="*/ 22962 h 38794"/>
                    <a:gd name="connsiteX30" fmla="*/ 4768 w 25548"/>
                    <a:gd name="connsiteY30" fmla="*/ 26605 h 38794"/>
                    <a:gd name="connsiteX31" fmla="*/ 5218 w 25548"/>
                    <a:gd name="connsiteY31" fmla="*/ 29866 h 38794"/>
                    <a:gd name="connsiteX32" fmla="*/ 6724 w 25548"/>
                    <a:gd name="connsiteY32" fmla="*/ 32857 h 38794"/>
                    <a:gd name="connsiteX33" fmla="*/ 9400 w 25548"/>
                    <a:gd name="connsiteY33" fmla="*/ 35061 h 38794"/>
                    <a:gd name="connsiteX34" fmla="*/ 13404 w 25548"/>
                    <a:gd name="connsiteY34" fmla="*/ 35916 h 38794"/>
                    <a:gd name="connsiteX35" fmla="*/ 17474 w 25548"/>
                    <a:gd name="connsiteY35" fmla="*/ 35084 h 38794"/>
                    <a:gd name="connsiteX36" fmla="*/ 20151 w 25548"/>
                    <a:gd name="connsiteY36" fmla="*/ 32880 h 38794"/>
                    <a:gd name="connsiteX37" fmla="*/ 21635 w 25548"/>
                    <a:gd name="connsiteY37" fmla="*/ 29799 h 38794"/>
                    <a:gd name="connsiteX38" fmla="*/ 22085 w 25548"/>
                    <a:gd name="connsiteY38" fmla="*/ 26380 h 38794"/>
                    <a:gd name="connsiteX39" fmla="*/ 19949 w 25548"/>
                    <a:gd name="connsiteY39" fmla="*/ 19543 h 38794"/>
                    <a:gd name="connsiteX40" fmla="*/ 13336 w 25548"/>
                    <a:gd name="connsiteY40" fmla="*/ 17137 h 387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5548" h="38794">
                      <a:moveTo>
                        <a:pt x="21388" y="9378"/>
                      </a:moveTo>
                      <a:cubicBezTo>
                        <a:pt x="20983" y="7444"/>
                        <a:pt x="20196" y="5870"/>
                        <a:pt x="19004" y="4700"/>
                      </a:cubicBezTo>
                      <a:cubicBezTo>
                        <a:pt x="17812" y="3531"/>
                        <a:pt x="16192" y="2946"/>
                        <a:pt x="14146" y="2946"/>
                      </a:cubicBezTo>
                      <a:cubicBezTo>
                        <a:pt x="11807" y="2946"/>
                        <a:pt x="9963" y="3508"/>
                        <a:pt x="8614" y="4610"/>
                      </a:cubicBezTo>
                      <a:cubicBezTo>
                        <a:pt x="7264" y="5735"/>
                        <a:pt x="6230" y="7129"/>
                        <a:pt x="5510" y="8838"/>
                      </a:cubicBezTo>
                      <a:cubicBezTo>
                        <a:pt x="4791" y="10548"/>
                        <a:pt x="4295" y="12414"/>
                        <a:pt x="4048" y="14416"/>
                      </a:cubicBezTo>
                      <a:cubicBezTo>
                        <a:pt x="3801" y="16440"/>
                        <a:pt x="3599" y="18329"/>
                        <a:pt x="3463" y="20128"/>
                      </a:cubicBezTo>
                      <a:cubicBezTo>
                        <a:pt x="4003" y="19409"/>
                        <a:pt x="4565" y="18689"/>
                        <a:pt x="5173" y="17969"/>
                      </a:cubicBezTo>
                      <a:cubicBezTo>
                        <a:pt x="5757" y="17249"/>
                        <a:pt x="6432" y="16620"/>
                        <a:pt x="7197" y="16058"/>
                      </a:cubicBezTo>
                      <a:cubicBezTo>
                        <a:pt x="7961" y="15495"/>
                        <a:pt x="8838" y="15046"/>
                        <a:pt x="9851" y="14708"/>
                      </a:cubicBezTo>
                      <a:cubicBezTo>
                        <a:pt x="10863" y="14371"/>
                        <a:pt x="12055" y="14191"/>
                        <a:pt x="13471" y="14191"/>
                      </a:cubicBezTo>
                      <a:cubicBezTo>
                        <a:pt x="17317" y="14191"/>
                        <a:pt x="20308" y="15270"/>
                        <a:pt x="22400" y="17452"/>
                      </a:cubicBezTo>
                      <a:cubicBezTo>
                        <a:pt x="24513" y="19633"/>
                        <a:pt x="25548" y="22625"/>
                        <a:pt x="25548" y="26448"/>
                      </a:cubicBezTo>
                      <a:cubicBezTo>
                        <a:pt x="25548" y="30271"/>
                        <a:pt x="24491" y="33330"/>
                        <a:pt x="22355" y="35511"/>
                      </a:cubicBezTo>
                      <a:cubicBezTo>
                        <a:pt x="20241" y="37715"/>
                        <a:pt x="17227" y="38795"/>
                        <a:pt x="13336" y="38795"/>
                      </a:cubicBezTo>
                      <a:cubicBezTo>
                        <a:pt x="11425" y="38795"/>
                        <a:pt x="9671" y="38480"/>
                        <a:pt x="8051" y="37850"/>
                      </a:cubicBezTo>
                      <a:cubicBezTo>
                        <a:pt x="6432" y="37220"/>
                        <a:pt x="5038" y="36186"/>
                        <a:pt x="3846" y="34746"/>
                      </a:cubicBezTo>
                      <a:cubicBezTo>
                        <a:pt x="2654" y="33307"/>
                        <a:pt x="1732" y="31418"/>
                        <a:pt x="1034" y="29102"/>
                      </a:cubicBezTo>
                      <a:cubicBezTo>
                        <a:pt x="360" y="26785"/>
                        <a:pt x="0" y="23951"/>
                        <a:pt x="0" y="20600"/>
                      </a:cubicBezTo>
                      <a:cubicBezTo>
                        <a:pt x="0" y="18329"/>
                        <a:pt x="203" y="15990"/>
                        <a:pt x="585" y="13561"/>
                      </a:cubicBezTo>
                      <a:cubicBezTo>
                        <a:pt x="989" y="11132"/>
                        <a:pt x="1687" y="8906"/>
                        <a:pt x="2721" y="6904"/>
                      </a:cubicBezTo>
                      <a:cubicBezTo>
                        <a:pt x="3756" y="4880"/>
                        <a:pt x="5150" y="3239"/>
                        <a:pt x="6927" y="1934"/>
                      </a:cubicBezTo>
                      <a:cubicBezTo>
                        <a:pt x="8704" y="630"/>
                        <a:pt x="10997" y="0"/>
                        <a:pt x="13808" y="0"/>
                      </a:cubicBezTo>
                      <a:cubicBezTo>
                        <a:pt x="16822" y="0"/>
                        <a:pt x="19341" y="787"/>
                        <a:pt x="21365" y="2384"/>
                      </a:cubicBezTo>
                      <a:cubicBezTo>
                        <a:pt x="23389" y="3958"/>
                        <a:pt x="24558" y="6297"/>
                        <a:pt x="24919" y="9356"/>
                      </a:cubicBezTo>
                      <a:lnTo>
                        <a:pt x="21365" y="9356"/>
                      </a:lnTo>
                      <a:close/>
                      <a:moveTo>
                        <a:pt x="13359" y="17160"/>
                      </a:moveTo>
                      <a:cubicBezTo>
                        <a:pt x="12032" y="17160"/>
                        <a:pt x="10840" y="17407"/>
                        <a:pt x="9761" y="17924"/>
                      </a:cubicBezTo>
                      <a:cubicBezTo>
                        <a:pt x="8704" y="18419"/>
                        <a:pt x="7804" y="19116"/>
                        <a:pt x="7061" y="19971"/>
                      </a:cubicBezTo>
                      <a:cubicBezTo>
                        <a:pt x="6320" y="20825"/>
                        <a:pt x="5757" y="21837"/>
                        <a:pt x="5353" y="22962"/>
                      </a:cubicBezTo>
                      <a:cubicBezTo>
                        <a:pt x="4948" y="24086"/>
                        <a:pt x="4768" y="25301"/>
                        <a:pt x="4768" y="26605"/>
                      </a:cubicBezTo>
                      <a:cubicBezTo>
                        <a:pt x="4768" y="27685"/>
                        <a:pt x="4925" y="28764"/>
                        <a:pt x="5218" y="29866"/>
                      </a:cubicBezTo>
                      <a:cubicBezTo>
                        <a:pt x="5532" y="30968"/>
                        <a:pt x="6027" y="31958"/>
                        <a:pt x="6724" y="32857"/>
                      </a:cubicBezTo>
                      <a:cubicBezTo>
                        <a:pt x="7422" y="33757"/>
                        <a:pt x="8321" y="34499"/>
                        <a:pt x="9400" y="35061"/>
                      </a:cubicBezTo>
                      <a:cubicBezTo>
                        <a:pt x="10480" y="35646"/>
                        <a:pt x="11807" y="35916"/>
                        <a:pt x="13404" y="35916"/>
                      </a:cubicBezTo>
                      <a:cubicBezTo>
                        <a:pt x="15000" y="35916"/>
                        <a:pt x="16372" y="35646"/>
                        <a:pt x="17474" y="35084"/>
                      </a:cubicBezTo>
                      <a:cubicBezTo>
                        <a:pt x="18576" y="34521"/>
                        <a:pt x="19453" y="33779"/>
                        <a:pt x="20151" y="32880"/>
                      </a:cubicBezTo>
                      <a:cubicBezTo>
                        <a:pt x="20825" y="31958"/>
                        <a:pt x="21320" y="30946"/>
                        <a:pt x="21635" y="29799"/>
                      </a:cubicBezTo>
                      <a:cubicBezTo>
                        <a:pt x="21950" y="28652"/>
                        <a:pt x="22085" y="27527"/>
                        <a:pt x="22085" y="26380"/>
                      </a:cubicBezTo>
                      <a:cubicBezTo>
                        <a:pt x="22085" y="23434"/>
                        <a:pt x="21365" y="21163"/>
                        <a:pt x="19949" y="19543"/>
                      </a:cubicBezTo>
                      <a:cubicBezTo>
                        <a:pt x="18531" y="17947"/>
                        <a:pt x="16327" y="17137"/>
                        <a:pt x="13336" y="17137"/>
                      </a:cubicBezTo>
                      <a:close/>
                    </a:path>
                  </a:pathLst>
                </a:custGeom>
                <a:solidFill>
                  <a:srgbClr val="231F20"/>
                </a:solidFill>
                <a:ln w="2249" cap="flat">
                  <a:noFill/>
                  <a:prstDash val="solid"/>
                  <a:miter/>
                </a:ln>
              </p:spPr>
              <p:txBody>
                <a:bodyPr rtlCol="0" anchor="ctr"/>
                <a:lstStyle/>
                <a:p>
                  <a:endParaRPr lang="en-US"/>
                </a:p>
              </p:txBody>
            </p:sp>
          </p:grpSp>
          <p:sp>
            <p:nvSpPr>
              <p:cNvPr id="18076" name="Freeform 18075">
                <a:extLst>
                  <a:ext uri="{FF2B5EF4-FFF2-40B4-BE49-F238E27FC236}">
                    <a16:creationId xmlns:a16="http://schemas.microsoft.com/office/drawing/2014/main" id="{0EFF5E7E-265B-FFDB-1F05-E0842620FE23}"/>
                  </a:ext>
                </a:extLst>
              </p:cNvPr>
              <p:cNvSpPr/>
              <p:nvPr/>
            </p:nvSpPr>
            <p:spPr>
              <a:xfrm>
                <a:off x="9133098" y="4274441"/>
                <a:ext cx="2793613" cy="8861"/>
              </a:xfrm>
              <a:custGeom>
                <a:avLst/>
                <a:gdLst>
                  <a:gd name="connsiteX0" fmla="*/ 0 w 708691"/>
                  <a:gd name="connsiteY0" fmla="*/ 0 h 2248"/>
                  <a:gd name="connsiteX1" fmla="*/ 708692 w 708691"/>
                  <a:gd name="connsiteY1" fmla="*/ 0 h 2248"/>
                </a:gdLst>
                <a:ahLst/>
                <a:cxnLst>
                  <a:cxn ang="0">
                    <a:pos x="connsiteX0" y="connsiteY0"/>
                  </a:cxn>
                  <a:cxn ang="0">
                    <a:pos x="connsiteX1" y="connsiteY1"/>
                  </a:cxn>
                </a:cxnLst>
                <a:rect l="l" t="t" r="r" b="b"/>
                <a:pathLst>
                  <a:path w="708691" h="2248">
                    <a:moveTo>
                      <a:pt x="0" y="0"/>
                    </a:moveTo>
                    <a:lnTo>
                      <a:pt x="708692" y="0"/>
                    </a:lnTo>
                  </a:path>
                </a:pathLst>
              </a:custGeom>
              <a:ln w="4498" cap="flat">
                <a:solidFill>
                  <a:srgbClr val="000000">
                    <a:alpha val="70000"/>
                  </a:srgbClr>
                </a:solidFill>
                <a:custDash>
                  <a:ds d="854250" sp="512250"/>
                </a:custDash>
                <a:bevel/>
              </a:ln>
            </p:spPr>
            <p:txBody>
              <a:bodyPr rtlCol="0" anchor="ctr"/>
              <a:lstStyle/>
              <a:p>
                <a:endParaRPr lang="en-US"/>
              </a:p>
            </p:txBody>
          </p:sp>
        </p:grpSp>
      </p:grpSp>
      <p:grpSp>
        <p:nvGrpSpPr>
          <p:cNvPr id="3467" name="Group 3466">
            <a:extLst>
              <a:ext uri="{FF2B5EF4-FFF2-40B4-BE49-F238E27FC236}">
                <a16:creationId xmlns:a16="http://schemas.microsoft.com/office/drawing/2014/main" id="{F2F873F9-753C-FC05-AD1B-5FBC3072D986}"/>
              </a:ext>
            </a:extLst>
          </p:cNvPr>
          <p:cNvGrpSpPr/>
          <p:nvPr/>
        </p:nvGrpSpPr>
        <p:grpSpPr>
          <a:xfrm>
            <a:off x="9373516" y="1381210"/>
            <a:ext cx="2423699" cy="2466780"/>
            <a:chOff x="5086651" y="3249339"/>
            <a:chExt cx="2423699" cy="2466780"/>
          </a:xfrm>
        </p:grpSpPr>
        <p:grpSp>
          <p:nvGrpSpPr>
            <p:cNvPr id="3464" name="Group 3463">
              <a:extLst>
                <a:ext uri="{FF2B5EF4-FFF2-40B4-BE49-F238E27FC236}">
                  <a16:creationId xmlns:a16="http://schemas.microsoft.com/office/drawing/2014/main" id="{383AE81B-CF8D-C5C4-E9B7-F3F61072096E}"/>
                </a:ext>
              </a:extLst>
            </p:cNvPr>
            <p:cNvGrpSpPr/>
            <p:nvPr/>
          </p:nvGrpSpPr>
          <p:grpSpPr>
            <a:xfrm>
              <a:off x="5086651" y="3249339"/>
              <a:ext cx="2286775" cy="2466780"/>
              <a:chOff x="5086651" y="3249339"/>
              <a:chExt cx="2286775" cy="2466780"/>
            </a:xfrm>
          </p:grpSpPr>
          <p:sp>
            <p:nvSpPr>
              <p:cNvPr id="18072" name="Freeform 18071">
                <a:extLst>
                  <a:ext uri="{FF2B5EF4-FFF2-40B4-BE49-F238E27FC236}">
                    <a16:creationId xmlns:a16="http://schemas.microsoft.com/office/drawing/2014/main" id="{1C9B04A2-DA8A-8CAD-6CCE-A5D912E737C9}"/>
                  </a:ext>
                </a:extLst>
              </p:cNvPr>
              <p:cNvSpPr/>
              <p:nvPr/>
            </p:nvSpPr>
            <p:spPr>
              <a:xfrm>
                <a:off x="5086651" y="3249339"/>
                <a:ext cx="2157262" cy="2466780"/>
              </a:xfrm>
              <a:custGeom>
                <a:avLst/>
                <a:gdLst>
                  <a:gd name="connsiteX0" fmla="*/ 0 w 648059"/>
                  <a:gd name="connsiteY0" fmla="*/ 741054 h 741054"/>
                  <a:gd name="connsiteX1" fmla="*/ 216035 w 648059"/>
                  <a:gd name="connsiteY1" fmla="*/ 492387 h 741054"/>
                  <a:gd name="connsiteX2" fmla="*/ 432047 w 648059"/>
                  <a:gd name="connsiteY2" fmla="*/ 306106 h 741054"/>
                  <a:gd name="connsiteX3" fmla="*/ 648060 w 648059"/>
                  <a:gd name="connsiteY3" fmla="*/ 253907 h 741054"/>
                  <a:gd name="connsiteX4" fmla="*/ 648060 w 648059"/>
                  <a:gd name="connsiteY4" fmla="*/ 0 h 741054"/>
                  <a:gd name="connsiteX5" fmla="*/ 432047 w 648059"/>
                  <a:gd name="connsiteY5" fmla="*/ 120027 h 741054"/>
                  <a:gd name="connsiteX6" fmla="*/ 216035 w 648059"/>
                  <a:gd name="connsiteY6" fmla="*/ 323715 h 741054"/>
                  <a:gd name="connsiteX7" fmla="*/ 0 w 648059"/>
                  <a:gd name="connsiteY7" fmla="*/ 553873 h 741054"/>
                  <a:gd name="connsiteX8" fmla="*/ 0 w 648059"/>
                  <a:gd name="connsiteY8" fmla="*/ 741054 h 7410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48059" h="741054">
                    <a:moveTo>
                      <a:pt x="0" y="741054"/>
                    </a:moveTo>
                    <a:lnTo>
                      <a:pt x="216035" y="492387"/>
                    </a:lnTo>
                    <a:lnTo>
                      <a:pt x="432047" y="306106"/>
                    </a:lnTo>
                    <a:lnTo>
                      <a:pt x="648060" y="253907"/>
                    </a:lnTo>
                    <a:lnTo>
                      <a:pt x="648060" y="0"/>
                    </a:lnTo>
                    <a:lnTo>
                      <a:pt x="432047" y="120027"/>
                    </a:lnTo>
                    <a:lnTo>
                      <a:pt x="216035" y="323715"/>
                    </a:lnTo>
                    <a:lnTo>
                      <a:pt x="0" y="553873"/>
                    </a:lnTo>
                    <a:lnTo>
                      <a:pt x="0" y="741054"/>
                    </a:lnTo>
                    <a:close/>
                  </a:path>
                </a:pathLst>
              </a:custGeom>
              <a:solidFill>
                <a:srgbClr val="B4AED3">
                  <a:alpha val="15000"/>
                </a:srgbClr>
              </a:solidFill>
              <a:ln w="2249" cap="flat">
                <a:noFill/>
                <a:prstDash val="solid"/>
                <a:miter/>
              </a:ln>
            </p:spPr>
            <p:txBody>
              <a:bodyPr rtlCol="0" anchor="ctr"/>
              <a:lstStyle/>
              <a:p>
                <a:endParaRPr lang="en-US"/>
              </a:p>
            </p:txBody>
          </p:sp>
          <p:sp>
            <p:nvSpPr>
              <p:cNvPr id="18073" name="Freeform 18072">
                <a:extLst>
                  <a:ext uri="{FF2B5EF4-FFF2-40B4-BE49-F238E27FC236}">
                    <a16:creationId xmlns:a16="http://schemas.microsoft.com/office/drawing/2014/main" id="{457D0A64-3A8D-44B1-17E6-C3387534BEAB}"/>
                  </a:ext>
                </a:extLst>
              </p:cNvPr>
              <p:cNvSpPr/>
              <p:nvPr/>
            </p:nvSpPr>
            <p:spPr>
              <a:xfrm>
                <a:off x="5086651" y="3758477"/>
                <a:ext cx="2157262" cy="1613426"/>
              </a:xfrm>
              <a:custGeom>
                <a:avLst/>
                <a:gdLst>
                  <a:gd name="connsiteX0" fmla="*/ 0 w 648059"/>
                  <a:gd name="connsiteY0" fmla="*/ 484695 h 484695"/>
                  <a:gd name="connsiteX1" fmla="*/ 216035 w 648059"/>
                  <a:gd name="connsiteY1" fmla="*/ 341999 h 484695"/>
                  <a:gd name="connsiteX2" fmla="*/ 432047 w 648059"/>
                  <a:gd name="connsiteY2" fmla="*/ 382210 h 484695"/>
                  <a:gd name="connsiteX3" fmla="*/ 648060 w 648059"/>
                  <a:gd name="connsiteY3" fmla="*/ 223794 h 484695"/>
                  <a:gd name="connsiteX4" fmla="*/ 648060 w 648059"/>
                  <a:gd name="connsiteY4" fmla="*/ 0 h 484695"/>
                  <a:gd name="connsiteX5" fmla="*/ 432047 w 648059"/>
                  <a:gd name="connsiteY5" fmla="*/ 147172 h 484695"/>
                  <a:gd name="connsiteX6" fmla="*/ 216035 w 648059"/>
                  <a:gd name="connsiteY6" fmla="*/ 175666 h 484695"/>
                  <a:gd name="connsiteX7" fmla="*/ 0 w 648059"/>
                  <a:gd name="connsiteY7" fmla="*/ 312673 h 484695"/>
                  <a:gd name="connsiteX8" fmla="*/ 0 w 648059"/>
                  <a:gd name="connsiteY8" fmla="*/ 484695 h 484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48059" h="484695">
                    <a:moveTo>
                      <a:pt x="0" y="484695"/>
                    </a:moveTo>
                    <a:lnTo>
                      <a:pt x="216035" y="341999"/>
                    </a:lnTo>
                    <a:lnTo>
                      <a:pt x="432047" y="382210"/>
                    </a:lnTo>
                    <a:lnTo>
                      <a:pt x="648060" y="223794"/>
                    </a:lnTo>
                    <a:lnTo>
                      <a:pt x="648060" y="0"/>
                    </a:lnTo>
                    <a:lnTo>
                      <a:pt x="432047" y="147172"/>
                    </a:lnTo>
                    <a:lnTo>
                      <a:pt x="216035" y="175666"/>
                    </a:lnTo>
                    <a:lnTo>
                      <a:pt x="0" y="312673"/>
                    </a:lnTo>
                    <a:lnTo>
                      <a:pt x="0" y="484695"/>
                    </a:lnTo>
                    <a:close/>
                  </a:path>
                </a:pathLst>
              </a:custGeom>
              <a:solidFill>
                <a:srgbClr val="B4E4FA">
                  <a:alpha val="15000"/>
                </a:srgbClr>
              </a:solidFill>
              <a:ln w="2249" cap="flat">
                <a:noFill/>
                <a:prstDash val="solid"/>
                <a:miter/>
              </a:ln>
            </p:spPr>
            <p:txBody>
              <a:bodyPr rtlCol="0" anchor="ctr"/>
              <a:lstStyle/>
              <a:p>
                <a:endParaRPr lang="en-US"/>
              </a:p>
            </p:txBody>
          </p:sp>
          <p:sp>
            <p:nvSpPr>
              <p:cNvPr id="18112" name="Freeform 18111">
                <a:extLst>
                  <a:ext uri="{FF2B5EF4-FFF2-40B4-BE49-F238E27FC236}">
                    <a16:creationId xmlns:a16="http://schemas.microsoft.com/office/drawing/2014/main" id="{F85797D6-0D51-9072-CF4C-B53B5210C8BF}"/>
                  </a:ext>
                </a:extLst>
              </p:cNvPr>
              <p:cNvSpPr/>
              <p:nvPr/>
            </p:nvSpPr>
            <p:spPr>
              <a:xfrm>
                <a:off x="7326939" y="4001778"/>
                <a:ext cx="46487" cy="619183"/>
              </a:xfrm>
              <a:custGeom>
                <a:avLst/>
                <a:gdLst>
                  <a:gd name="connsiteX0" fmla="*/ 0 w 13965"/>
                  <a:gd name="connsiteY0" fmla="*/ 0 h 186011"/>
                  <a:gd name="connsiteX1" fmla="*/ 13966 w 13965"/>
                  <a:gd name="connsiteY1" fmla="*/ 0 h 186011"/>
                  <a:gd name="connsiteX2" fmla="*/ 13966 w 13965"/>
                  <a:gd name="connsiteY2" fmla="*/ 186011 h 186011"/>
                  <a:gd name="connsiteX3" fmla="*/ 0 w 13965"/>
                  <a:gd name="connsiteY3" fmla="*/ 186011 h 186011"/>
                </a:gdLst>
                <a:ahLst/>
                <a:cxnLst>
                  <a:cxn ang="0">
                    <a:pos x="connsiteX0" y="connsiteY0"/>
                  </a:cxn>
                  <a:cxn ang="0">
                    <a:pos x="connsiteX1" y="connsiteY1"/>
                  </a:cxn>
                  <a:cxn ang="0">
                    <a:pos x="connsiteX2" y="connsiteY2"/>
                  </a:cxn>
                  <a:cxn ang="0">
                    <a:pos x="connsiteX3" y="connsiteY3"/>
                  </a:cxn>
                </a:cxnLst>
                <a:rect l="l" t="t" r="r" b="b"/>
                <a:pathLst>
                  <a:path w="13965" h="186011">
                    <a:moveTo>
                      <a:pt x="0" y="0"/>
                    </a:moveTo>
                    <a:lnTo>
                      <a:pt x="13966" y="0"/>
                    </a:lnTo>
                    <a:lnTo>
                      <a:pt x="13966" y="186011"/>
                    </a:lnTo>
                    <a:lnTo>
                      <a:pt x="0" y="186011"/>
                    </a:lnTo>
                  </a:path>
                </a:pathLst>
              </a:custGeom>
              <a:noFill/>
              <a:ln w="4498" cap="flat">
                <a:solidFill>
                  <a:srgbClr val="000000"/>
                </a:solidFill>
                <a:prstDash val="solid"/>
                <a:round/>
              </a:ln>
            </p:spPr>
            <p:txBody>
              <a:bodyPr rtlCol="0" anchor="ctr"/>
              <a:lstStyle/>
              <a:p>
                <a:endParaRPr lang="en-US"/>
              </a:p>
            </p:txBody>
          </p:sp>
        </p:grpSp>
        <p:sp>
          <p:nvSpPr>
            <p:cNvPr id="18075" name="Freeform 18074">
              <a:extLst>
                <a:ext uri="{FF2B5EF4-FFF2-40B4-BE49-F238E27FC236}">
                  <a16:creationId xmlns:a16="http://schemas.microsoft.com/office/drawing/2014/main" id="{EF693A4E-D932-111E-2A66-5FF090AC18E0}"/>
                </a:ext>
              </a:extLst>
            </p:cNvPr>
            <p:cNvSpPr/>
            <p:nvPr/>
          </p:nvSpPr>
          <p:spPr>
            <a:xfrm>
              <a:off x="5086651" y="4565265"/>
              <a:ext cx="2157262" cy="107501"/>
            </a:xfrm>
            <a:custGeom>
              <a:avLst/>
              <a:gdLst>
                <a:gd name="connsiteX0" fmla="*/ 0 w 648059"/>
                <a:gd name="connsiteY0" fmla="*/ 0 h 32295"/>
                <a:gd name="connsiteX1" fmla="*/ 13246 w 648059"/>
                <a:gd name="connsiteY1" fmla="*/ 675 h 32295"/>
                <a:gd name="connsiteX2" fmla="*/ 26470 w 648059"/>
                <a:gd name="connsiteY2" fmla="*/ 1327 h 32295"/>
                <a:gd name="connsiteX3" fmla="*/ 39694 w 648059"/>
                <a:gd name="connsiteY3" fmla="*/ 1979 h 32295"/>
                <a:gd name="connsiteX4" fmla="*/ 52918 w 648059"/>
                <a:gd name="connsiteY4" fmla="*/ 2654 h 32295"/>
                <a:gd name="connsiteX5" fmla="*/ 66142 w 648059"/>
                <a:gd name="connsiteY5" fmla="*/ 3306 h 32295"/>
                <a:gd name="connsiteX6" fmla="*/ 79366 w 648059"/>
                <a:gd name="connsiteY6" fmla="*/ 3958 h 32295"/>
                <a:gd name="connsiteX7" fmla="*/ 92589 w 648059"/>
                <a:gd name="connsiteY7" fmla="*/ 4610 h 32295"/>
                <a:gd name="connsiteX8" fmla="*/ 105814 w 648059"/>
                <a:gd name="connsiteY8" fmla="*/ 5285 h 32295"/>
                <a:gd name="connsiteX9" fmla="*/ 119037 w 648059"/>
                <a:gd name="connsiteY9" fmla="*/ 5937 h 32295"/>
                <a:gd name="connsiteX10" fmla="*/ 132261 w 648059"/>
                <a:gd name="connsiteY10" fmla="*/ 6589 h 32295"/>
                <a:gd name="connsiteX11" fmla="*/ 145485 w 648059"/>
                <a:gd name="connsiteY11" fmla="*/ 7264 h 32295"/>
                <a:gd name="connsiteX12" fmla="*/ 158709 w 648059"/>
                <a:gd name="connsiteY12" fmla="*/ 7916 h 32295"/>
                <a:gd name="connsiteX13" fmla="*/ 171933 w 648059"/>
                <a:gd name="connsiteY13" fmla="*/ 8569 h 32295"/>
                <a:gd name="connsiteX14" fmla="*/ 185157 w 648059"/>
                <a:gd name="connsiteY14" fmla="*/ 9243 h 32295"/>
                <a:gd name="connsiteX15" fmla="*/ 198403 w 648059"/>
                <a:gd name="connsiteY15" fmla="*/ 9895 h 32295"/>
                <a:gd name="connsiteX16" fmla="*/ 211627 w 648059"/>
                <a:gd name="connsiteY16" fmla="*/ 10548 h 32295"/>
                <a:gd name="connsiteX17" fmla="*/ 224851 w 648059"/>
                <a:gd name="connsiteY17" fmla="*/ 11200 h 32295"/>
                <a:gd name="connsiteX18" fmla="*/ 238074 w 648059"/>
                <a:gd name="connsiteY18" fmla="*/ 11874 h 32295"/>
                <a:gd name="connsiteX19" fmla="*/ 251299 w 648059"/>
                <a:gd name="connsiteY19" fmla="*/ 12527 h 32295"/>
                <a:gd name="connsiteX20" fmla="*/ 264522 w 648059"/>
                <a:gd name="connsiteY20" fmla="*/ 13179 h 32295"/>
                <a:gd name="connsiteX21" fmla="*/ 277746 w 648059"/>
                <a:gd name="connsiteY21" fmla="*/ 13854 h 32295"/>
                <a:gd name="connsiteX22" fmla="*/ 290970 w 648059"/>
                <a:gd name="connsiteY22" fmla="*/ 14506 h 32295"/>
                <a:gd name="connsiteX23" fmla="*/ 304194 w 648059"/>
                <a:gd name="connsiteY23" fmla="*/ 15158 h 32295"/>
                <a:gd name="connsiteX24" fmla="*/ 317418 w 648059"/>
                <a:gd name="connsiteY24" fmla="*/ 15833 h 32295"/>
                <a:gd name="connsiteX25" fmla="*/ 330642 w 648059"/>
                <a:gd name="connsiteY25" fmla="*/ 16485 h 32295"/>
                <a:gd name="connsiteX26" fmla="*/ 343866 w 648059"/>
                <a:gd name="connsiteY26" fmla="*/ 17137 h 32295"/>
                <a:gd name="connsiteX27" fmla="*/ 357090 w 648059"/>
                <a:gd name="connsiteY27" fmla="*/ 17789 h 32295"/>
                <a:gd name="connsiteX28" fmla="*/ 370313 w 648059"/>
                <a:gd name="connsiteY28" fmla="*/ 18464 h 32295"/>
                <a:gd name="connsiteX29" fmla="*/ 383560 w 648059"/>
                <a:gd name="connsiteY29" fmla="*/ 19116 h 32295"/>
                <a:gd name="connsiteX30" fmla="*/ 396784 w 648059"/>
                <a:gd name="connsiteY30" fmla="*/ 19768 h 32295"/>
                <a:gd name="connsiteX31" fmla="*/ 410008 w 648059"/>
                <a:gd name="connsiteY31" fmla="*/ 20443 h 32295"/>
                <a:gd name="connsiteX32" fmla="*/ 423231 w 648059"/>
                <a:gd name="connsiteY32" fmla="*/ 21095 h 32295"/>
                <a:gd name="connsiteX33" fmla="*/ 436456 w 648059"/>
                <a:gd name="connsiteY33" fmla="*/ 21747 h 32295"/>
                <a:gd name="connsiteX34" fmla="*/ 449679 w 648059"/>
                <a:gd name="connsiteY34" fmla="*/ 22400 h 32295"/>
                <a:gd name="connsiteX35" fmla="*/ 462903 w 648059"/>
                <a:gd name="connsiteY35" fmla="*/ 23074 h 32295"/>
                <a:gd name="connsiteX36" fmla="*/ 476127 w 648059"/>
                <a:gd name="connsiteY36" fmla="*/ 23726 h 32295"/>
                <a:gd name="connsiteX37" fmla="*/ 489351 w 648059"/>
                <a:gd name="connsiteY37" fmla="*/ 24379 h 32295"/>
                <a:gd name="connsiteX38" fmla="*/ 502575 w 648059"/>
                <a:gd name="connsiteY38" fmla="*/ 25053 h 32295"/>
                <a:gd name="connsiteX39" fmla="*/ 515798 w 648059"/>
                <a:gd name="connsiteY39" fmla="*/ 25706 h 32295"/>
                <a:gd name="connsiteX40" fmla="*/ 529022 w 648059"/>
                <a:gd name="connsiteY40" fmla="*/ 26358 h 32295"/>
                <a:gd name="connsiteX41" fmla="*/ 542246 w 648059"/>
                <a:gd name="connsiteY41" fmla="*/ 27032 h 32295"/>
                <a:gd name="connsiteX42" fmla="*/ 555470 w 648059"/>
                <a:gd name="connsiteY42" fmla="*/ 27685 h 32295"/>
                <a:gd name="connsiteX43" fmla="*/ 568716 w 648059"/>
                <a:gd name="connsiteY43" fmla="*/ 28337 h 32295"/>
                <a:gd name="connsiteX44" fmla="*/ 581941 w 648059"/>
                <a:gd name="connsiteY44" fmla="*/ 28989 h 32295"/>
                <a:gd name="connsiteX45" fmla="*/ 595164 w 648059"/>
                <a:gd name="connsiteY45" fmla="*/ 29664 h 32295"/>
                <a:gd name="connsiteX46" fmla="*/ 608388 w 648059"/>
                <a:gd name="connsiteY46" fmla="*/ 30316 h 32295"/>
                <a:gd name="connsiteX47" fmla="*/ 621612 w 648059"/>
                <a:gd name="connsiteY47" fmla="*/ 30968 h 32295"/>
                <a:gd name="connsiteX48" fmla="*/ 634836 w 648059"/>
                <a:gd name="connsiteY48" fmla="*/ 31643 h 32295"/>
                <a:gd name="connsiteX49" fmla="*/ 648060 w 648059"/>
                <a:gd name="connsiteY49" fmla="*/ 32295 h 32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8059" h="32295">
                  <a:moveTo>
                    <a:pt x="0" y="0"/>
                  </a:moveTo>
                  <a:lnTo>
                    <a:pt x="13246" y="675"/>
                  </a:lnTo>
                  <a:lnTo>
                    <a:pt x="26470" y="1327"/>
                  </a:lnTo>
                  <a:lnTo>
                    <a:pt x="39694" y="1979"/>
                  </a:lnTo>
                  <a:lnTo>
                    <a:pt x="52918" y="2654"/>
                  </a:lnTo>
                  <a:lnTo>
                    <a:pt x="66142" y="3306"/>
                  </a:lnTo>
                  <a:lnTo>
                    <a:pt x="79366" y="3958"/>
                  </a:lnTo>
                  <a:lnTo>
                    <a:pt x="92589" y="4610"/>
                  </a:lnTo>
                  <a:lnTo>
                    <a:pt x="105814" y="5285"/>
                  </a:lnTo>
                  <a:lnTo>
                    <a:pt x="119037" y="5937"/>
                  </a:lnTo>
                  <a:lnTo>
                    <a:pt x="132261" y="6589"/>
                  </a:lnTo>
                  <a:lnTo>
                    <a:pt x="145485" y="7264"/>
                  </a:lnTo>
                  <a:lnTo>
                    <a:pt x="158709" y="7916"/>
                  </a:lnTo>
                  <a:lnTo>
                    <a:pt x="171933" y="8569"/>
                  </a:lnTo>
                  <a:lnTo>
                    <a:pt x="185157" y="9243"/>
                  </a:lnTo>
                  <a:lnTo>
                    <a:pt x="198403" y="9895"/>
                  </a:lnTo>
                  <a:lnTo>
                    <a:pt x="211627" y="10548"/>
                  </a:lnTo>
                  <a:lnTo>
                    <a:pt x="224851" y="11200"/>
                  </a:lnTo>
                  <a:lnTo>
                    <a:pt x="238074" y="11874"/>
                  </a:lnTo>
                  <a:lnTo>
                    <a:pt x="251299" y="12527"/>
                  </a:lnTo>
                  <a:lnTo>
                    <a:pt x="264522" y="13179"/>
                  </a:lnTo>
                  <a:lnTo>
                    <a:pt x="277746" y="13854"/>
                  </a:lnTo>
                  <a:lnTo>
                    <a:pt x="290970" y="14506"/>
                  </a:lnTo>
                  <a:lnTo>
                    <a:pt x="304194" y="15158"/>
                  </a:lnTo>
                  <a:lnTo>
                    <a:pt x="317418" y="15833"/>
                  </a:lnTo>
                  <a:lnTo>
                    <a:pt x="330642" y="16485"/>
                  </a:lnTo>
                  <a:lnTo>
                    <a:pt x="343866" y="17137"/>
                  </a:lnTo>
                  <a:lnTo>
                    <a:pt x="357090" y="17789"/>
                  </a:lnTo>
                  <a:lnTo>
                    <a:pt x="370313" y="18464"/>
                  </a:lnTo>
                  <a:lnTo>
                    <a:pt x="383560" y="19116"/>
                  </a:lnTo>
                  <a:lnTo>
                    <a:pt x="396784" y="19768"/>
                  </a:lnTo>
                  <a:lnTo>
                    <a:pt x="410008" y="20443"/>
                  </a:lnTo>
                  <a:lnTo>
                    <a:pt x="423231" y="21095"/>
                  </a:lnTo>
                  <a:lnTo>
                    <a:pt x="436456" y="21747"/>
                  </a:lnTo>
                  <a:lnTo>
                    <a:pt x="449679" y="22400"/>
                  </a:lnTo>
                  <a:lnTo>
                    <a:pt x="462903" y="23074"/>
                  </a:lnTo>
                  <a:lnTo>
                    <a:pt x="476127" y="23726"/>
                  </a:lnTo>
                  <a:lnTo>
                    <a:pt x="489351" y="24379"/>
                  </a:lnTo>
                  <a:lnTo>
                    <a:pt x="502575" y="25053"/>
                  </a:lnTo>
                  <a:lnTo>
                    <a:pt x="515798" y="25706"/>
                  </a:lnTo>
                  <a:lnTo>
                    <a:pt x="529022" y="26358"/>
                  </a:lnTo>
                  <a:lnTo>
                    <a:pt x="542246" y="27032"/>
                  </a:lnTo>
                  <a:lnTo>
                    <a:pt x="555470" y="27685"/>
                  </a:lnTo>
                  <a:lnTo>
                    <a:pt x="568716" y="28337"/>
                  </a:lnTo>
                  <a:lnTo>
                    <a:pt x="581941" y="28989"/>
                  </a:lnTo>
                  <a:lnTo>
                    <a:pt x="595164" y="29664"/>
                  </a:lnTo>
                  <a:lnTo>
                    <a:pt x="608388" y="30316"/>
                  </a:lnTo>
                  <a:lnTo>
                    <a:pt x="621612" y="30968"/>
                  </a:lnTo>
                  <a:lnTo>
                    <a:pt x="634836" y="31643"/>
                  </a:lnTo>
                  <a:lnTo>
                    <a:pt x="648060" y="32295"/>
                  </a:lnTo>
                </a:path>
              </a:pathLst>
            </a:custGeom>
            <a:noFill/>
            <a:ln w="38100" cap="flat">
              <a:solidFill>
                <a:srgbClr val="B4E4FA"/>
              </a:solidFill>
              <a:prstDash val="solid"/>
              <a:round/>
            </a:ln>
          </p:spPr>
          <p:txBody>
            <a:bodyPr rtlCol="0" anchor="ctr"/>
            <a:lstStyle/>
            <a:p>
              <a:endParaRPr lang="en-US"/>
            </a:p>
          </p:txBody>
        </p:sp>
        <p:sp>
          <p:nvSpPr>
            <p:cNvPr id="18111" name="Freeform 18110">
              <a:extLst>
                <a:ext uri="{FF2B5EF4-FFF2-40B4-BE49-F238E27FC236}">
                  <a16:creationId xmlns:a16="http://schemas.microsoft.com/office/drawing/2014/main" id="{9E5DCB83-B25F-FDC2-A15D-24831F13CCC5}"/>
                </a:ext>
              </a:extLst>
            </p:cNvPr>
            <p:cNvSpPr/>
            <p:nvPr/>
          </p:nvSpPr>
          <p:spPr>
            <a:xfrm>
              <a:off x="7442975" y="4243058"/>
              <a:ext cx="67375" cy="64232"/>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9 w 20240"/>
                <a:gd name="connsiteY4" fmla="*/ 5060 h 19296"/>
                <a:gd name="connsiteX5" fmla="*/ 20241 w 20240"/>
                <a:gd name="connsiteY5" fmla="*/ 8029 h 19296"/>
                <a:gd name="connsiteX6" fmla="*/ 12549 w 20240"/>
                <a:gd name="connsiteY6" fmla="*/ 10525 h 19296"/>
                <a:gd name="connsiteX7" fmla="*/ 17610 w 20240"/>
                <a:gd name="connsiteY7" fmla="*/ 17677 h 19296"/>
                <a:gd name="connsiteX8" fmla="*/ 14978 w 20240"/>
                <a:gd name="connsiteY8" fmla="*/ 19296 h 19296"/>
                <a:gd name="connsiteX9" fmla="*/ 9985 w 20240"/>
                <a:gd name="connsiteY9" fmla="*/ 12009 h 19296"/>
                <a:gd name="connsiteX10" fmla="*/ 4722 w 20240"/>
                <a:gd name="connsiteY10" fmla="*/ 19161 h 19296"/>
                <a:gd name="connsiteX11" fmla="*/ 2362 w 20240"/>
                <a:gd name="connsiteY11" fmla="*/ 17340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9" y="5060"/>
                  </a:lnTo>
                  <a:lnTo>
                    <a:pt x="20241" y="8029"/>
                  </a:lnTo>
                  <a:lnTo>
                    <a:pt x="12549" y="10525"/>
                  </a:lnTo>
                  <a:lnTo>
                    <a:pt x="17610" y="17677"/>
                  </a:lnTo>
                  <a:lnTo>
                    <a:pt x="14978" y="19296"/>
                  </a:lnTo>
                  <a:lnTo>
                    <a:pt x="9985" y="12009"/>
                  </a:lnTo>
                  <a:lnTo>
                    <a:pt x="4722" y="19161"/>
                  </a:lnTo>
                  <a:lnTo>
                    <a:pt x="2362" y="17340"/>
                  </a:lnTo>
                  <a:lnTo>
                    <a:pt x="7556" y="10525"/>
                  </a:lnTo>
                  <a:lnTo>
                    <a:pt x="0" y="7826"/>
                  </a:lnTo>
                  <a:lnTo>
                    <a:pt x="1215" y="4993"/>
                  </a:lnTo>
                  <a:lnTo>
                    <a:pt x="8703" y="7894"/>
                  </a:lnTo>
                  <a:close/>
                </a:path>
              </a:pathLst>
            </a:custGeom>
            <a:solidFill>
              <a:srgbClr val="000000"/>
            </a:solidFill>
            <a:ln w="2249" cap="flat">
              <a:noFill/>
              <a:prstDash val="solid"/>
              <a:miter/>
            </a:ln>
          </p:spPr>
          <p:txBody>
            <a:bodyPr rtlCol="0" anchor="ctr"/>
            <a:lstStyle/>
            <a:p>
              <a:endParaRPr lang="en-US"/>
            </a:p>
          </p:txBody>
        </p:sp>
        <p:sp>
          <p:nvSpPr>
            <p:cNvPr id="18074" name="Freeform 18073">
              <a:extLst>
                <a:ext uri="{FF2B5EF4-FFF2-40B4-BE49-F238E27FC236}">
                  <a16:creationId xmlns:a16="http://schemas.microsoft.com/office/drawing/2014/main" id="{0B3312CE-94DA-9B6E-A47F-CB606BBB34C9}"/>
                </a:ext>
              </a:extLst>
            </p:cNvPr>
            <p:cNvSpPr/>
            <p:nvPr/>
          </p:nvSpPr>
          <p:spPr>
            <a:xfrm>
              <a:off x="5086651" y="3985158"/>
              <a:ext cx="2157262" cy="851031"/>
            </a:xfrm>
            <a:custGeom>
              <a:avLst/>
              <a:gdLst>
                <a:gd name="connsiteX0" fmla="*/ 0 w 648059"/>
                <a:gd name="connsiteY0" fmla="*/ 255662 h 255661"/>
                <a:gd name="connsiteX1" fmla="*/ 13246 w 648059"/>
                <a:gd name="connsiteY1" fmla="*/ 250444 h 255661"/>
                <a:gd name="connsiteX2" fmla="*/ 26470 w 648059"/>
                <a:gd name="connsiteY2" fmla="*/ 245226 h 255661"/>
                <a:gd name="connsiteX3" fmla="*/ 39694 w 648059"/>
                <a:gd name="connsiteY3" fmla="*/ 240009 h 255661"/>
                <a:gd name="connsiteX4" fmla="*/ 52918 w 648059"/>
                <a:gd name="connsiteY4" fmla="*/ 234791 h 255661"/>
                <a:gd name="connsiteX5" fmla="*/ 66142 w 648059"/>
                <a:gd name="connsiteY5" fmla="*/ 229574 h 255661"/>
                <a:gd name="connsiteX6" fmla="*/ 79366 w 648059"/>
                <a:gd name="connsiteY6" fmla="*/ 224356 h 255661"/>
                <a:gd name="connsiteX7" fmla="*/ 92589 w 648059"/>
                <a:gd name="connsiteY7" fmla="*/ 219138 h 255661"/>
                <a:gd name="connsiteX8" fmla="*/ 105814 w 648059"/>
                <a:gd name="connsiteY8" fmla="*/ 213921 h 255661"/>
                <a:gd name="connsiteX9" fmla="*/ 119037 w 648059"/>
                <a:gd name="connsiteY9" fmla="*/ 208703 h 255661"/>
                <a:gd name="connsiteX10" fmla="*/ 132261 w 648059"/>
                <a:gd name="connsiteY10" fmla="*/ 203486 h 255661"/>
                <a:gd name="connsiteX11" fmla="*/ 145485 w 648059"/>
                <a:gd name="connsiteY11" fmla="*/ 198268 h 255661"/>
                <a:gd name="connsiteX12" fmla="*/ 158709 w 648059"/>
                <a:gd name="connsiteY12" fmla="*/ 193050 h 255661"/>
                <a:gd name="connsiteX13" fmla="*/ 171933 w 648059"/>
                <a:gd name="connsiteY13" fmla="*/ 187833 h 255661"/>
                <a:gd name="connsiteX14" fmla="*/ 185157 w 648059"/>
                <a:gd name="connsiteY14" fmla="*/ 182615 h 255661"/>
                <a:gd name="connsiteX15" fmla="*/ 198403 w 648059"/>
                <a:gd name="connsiteY15" fmla="*/ 177398 h 255661"/>
                <a:gd name="connsiteX16" fmla="*/ 211627 w 648059"/>
                <a:gd name="connsiteY16" fmla="*/ 172180 h 255661"/>
                <a:gd name="connsiteX17" fmla="*/ 224851 w 648059"/>
                <a:gd name="connsiteY17" fmla="*/ 166963 h 255661"/>
                <a:gd name="connsiteX18" fmla="*/ 238074 w 648059"/>
                <a:gd name="connsiteY18" fmla="*/ 161745 h 255661"/>
                <a:gd name="connsiteX19" fmla="*/ 251299 w 648059"/>
                <a:gd name="connsiteY19" fmla="*/ 156527 h 255661"/>
                <a:gd name="connsiteX20" fmla="*/ 264522 w 648059"/>
                <a:gd name="connsiteY20" fmla="*/ 151310 h 255661"/>
                <a:gd name="connsiteX21" fmla="*/ 277746 w 648059"/>
                <a:gd name="connsiteY21" fmla="*/ 146092 h 255661"/>
                <a:gd name="connsiteX22" fmla="*/ 290970 w 648059"/>
                <a:gd name="connsiteY22" fmla="*/ 140875 h 255661"/>
                <a:gd name="connsiteX23" fmla="*/ 304194 w 648059"/>
                <a:gd name="connsiteY23" fmla="*/ 135657 h 255661"/>
                <a:gd name="connsiteX24" fmla="*/ 317418 w 648059"/>
                <a:gd name="connsiteY24" fmla="*/ 130440 h 255661"/>
                <a:gd name="connsiteX25" fmla="*/ 330642 w 648059"/>
                <a:gd name="connsiteY25" fmla="*/ 125222 h 255661"/>
                <a:gd name="connsiteX26" fmla="*/ 343866 w 648059"/>
                <a:gd name="connsiteY26" fmla="*/ 120004 h 255661"/>
                <a:gd name="connsiteX27" fmla="*/ 357090 w 648059"/>
                <a:gd name="connsiteY27" fmla="*/ 114787 h 255661"/>
                <a:gd name="connsiteX28" fmla="*/ 370313 w 648059"/>
                <a:gd name="connsiteY28" fmla="*/ 109569 h 255661"/>
                <a:gd name="connsiteX29" fmla="*/ 383560 w 648059"/>
                <a:gd name="connsiteY29" fmla="*/ 104352 h 255661"/>
                <a:gd name="connsiteX30" fmla="*/ 396784 w 648059"/>
                <a:gd name="connsiteY30" fmla="*/ 99134 h 255661"/>
                <a:gd name="connsiteX31" fmla="*/ 410008 w 648059"/>
                <a:gd name="connsiteY31" fmla="*/ 93916 h 255661"/>
                <a:gd name="connsiteX32" fmla="*/ 423231 w 648059"/>
                <a:gd name="connsiteY32" fmla="*/ 88699 h 255661"/>
                <a:gd name="connsiteX33" fmla="*/ 436456 w 648059"/>
                <a:gd name="connsiteY33" fmla="*/ 83481 h 255661"/>
                <a:gd name="connsiteX34" fmla="*/ 449679 w 648059"/>
                <a:gd name="connsiteY34" fmla="*/ 78264 h 255661"/>
                <a:gd name="connsiteX35" fmla="*/ 462903 w 648059"/>
                <a:gd name="connsiteY35" fmla="*/ 73046 h 255661"/>
                <a:gd name="connsiteX36" fmla="*/ 476127 w 648059"/>
                <a:gd name="connsiteY36" fmla="*/ 67829 h 255661"/>
                <a:gd name="connsiteX37" fmla="*/ 489351 w 648059"/>
                <a:gd name="connsiteY37" fmla="*/ 62611 h 255661"/>
                <a:gd name="connsiteX38" fmla="*/ 502575 w 648059"/>
                <a:gd name="connsiteY38" fmla="*/ 57393 h 255661"/>
                <a:gd name="connsiteX39" fmla="*/ 515798 w 648059"/>
                <a:gd name="connsiteY39" fmla="*/ 52176 h 255661"/>
                <a:gd name="connsiteX40" fmla="*/ 529022 w 648059"/>
                <a:gd name="connsiteY40" fmla="*/ 46958 h 255661"/>
                <a:gd name="connsiteX41" fmla="*/ 542246 w 648059"/>
                <a:gd name="connsiteY41" fmla="*/ 41741 h 255661"/>
                <a:gd name="connsiteX42" fmla="*/ 555470 w 648059"/>
                <a:gd name="connsiteY42" fmla="*/ 36523 h 255661"/>
                <a:gd name="connsiteX43" fmla="*/ 568716 w 648059"/>
                <a:gd name="connsiteY43" fmla="*/ 31305 h 255661"/>
                <a:gd name="connsiteX44" fmla="*/ 581941 w 648059"/>
                <a:gd name="connsiteY44" fmla="*/ 26088 h 255661"/>
                <a:gd name="connsiteX45" fmla="*/ 595164 w 648059"/>
                <a:gd name="connsiteY45" fmla="*/ 20870 h 255661"/>
                <a:gd name="connsiteX46" fmla="*/ 608388 w 648059"/>
                <a:gd name="connsiteY46" fmla="*/ 15653 h 255661"/>
                <a:gd name="connsiteX47" fmla="*/ 621612 w 648059"/>
                <a:gd name="connsiteY47" fmla="*/ 10435 h 255661"/>
                <a:gd name="connsiteX48" fmla="*/ 634836 w 648059"/>
                <a:gd name="connsiteY48" fmla="*/ 5217 h 255661"/>
                <a:gd name="connsiteX49" fmla="*/ 648060 w 648059"/>
                <a:gd name="connsiteY49" fmla="*/ 0 h 255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8059" h="255661">
                  <a:moveTo>
                    <a:pt x="0" y="255662"/>
                  </a:moveTo>
                  <a:lnTo>
                    <a:pt x="13246" y="250444"/>
                  </a:lnTo>
                  <a:lnTo>
                    <a:pt x="26470" y="245226"/>
                  </a:lnTo>
                  <a:lnTo>
                    <a:pt x="39694" y="240009"/>
                  </a:lnTo>
                  <a:lnTo>
                    <a:pt x="52918" y="234791"/>
                  </a:lnTo>
                  <a:lnTo>
                    <a:pt x="66142" y="229574"/>
                  </a:lnTo>
                  <a:lnTo>
                    <a:pt x="79366" y="224356"/>
                  </a:lnTo>
                  <a:lnTo>
                    <a:pt x="92589" y="219138"/>
                  </a:lnTo>
                  <a:lnTo>
                    <a:pt x="105814" y="213921"/>
                  </a:lnTo>
                  <a:lnTo>
                    <a:pt x="119037" y="208703"/>
                  </a:lnTo>
                  <a:lnTo>
                    <a:pt x="132261" y="203486"/>
                  </a:lnTo>
                  <a:lnTo>
                    <a:pt x="145485" y="198268"/>
                  </a:lnTo>
                  <a:lnTo>
                    <a:pt x="158709" y="193050"/>
                  </a:lnTo>
                  <a:lnTo>
                    <a:pt x="171933" y="187833"/>
                  </a:lnTo>
                  <a:lnTo>
                    <a:pt x="185157" y="182615"/>
                  </a:lnTo>
                  <a:lnTo>
                    <a:pt x="198403" y="177398"/>
                  </a:lnTo>
                  <a:lnTo>
                    <a:pt x="211627" y="172180"/>
                  </a:lnTo>
                  <a:lnTo>
                    <a:pt x="224851" y="166963"/>
                  </a:lnTo>
                  <a:lnTo>
                    <a:pt x="238074" y="161745"/>
                  </a:lnTo>
                  <a:lnTo>
                    <a:pt x="251299" y="156527"/>
                  </a:lnTo>
                  <a:lnTo>
                    <a:pt x="264522" y="151310"/>
                  </a:lnTo>
                  <a:lnTo>
                    <a:pt x="277746" y="146092"/>
                  </a:lnTo>
                  <a:lnTo>
                    <a:pt x="290970" y="140875"/>
                  </a:lnTo>
                  <a:lnTo>
                    <a:pt x="304194" y="135657"/>
                  </a:lnTo>
                  <a:lnTo>
                    <a:pt x="317418" y="130440"/>
                  </a:lnTo>
                  <a:lnTo>
                    <a:pt x="330642" y="125222"/>
                  </a:lnTo>
                  <a:lnTo>
                    <a:pt x="343866" y="120004"/>
                  </a:lnTo>
                  <a:lnTo>
                    <a:pt x="357090" y="114787"/>
                  </a:lnTo>
                  <a:lnTo>
                    <a:pt x="370313" y="109569"/>
                  </a:lnTo>
                  <a:lnTo>
                    <a:pt x="383560" y="104352"/>
                  </a:lnTo>
                  <a:lnTo>
                    <a:pt x="396784" y="99134"/>
                  </a:lnTo>
                  <a:lnTo>
                    <a:pt x="410008" y="93916"/>
                  </a:lnTo>
                  <a:lnTo>
                    <a:pt x="423231" y="88699"/>
                  </a:lnTo>
                  <a:lnTo>
                    <a:pt x="436456" y="83481"/>
                  </a:lnTo>
                  <a:lnTo>
                    <a:pt x="449679" y="78264"/>
                  </a:lnTo>
                  <a:lnTo>
                    <a:pt x="462903" y="73046"/>
                  </a:lnTo>
                  <a:lnTo>
                    <a:pt x="476127" y="67829"/>
                  </a:lnTo>
                  <a:lnTo>
                    <a:pt x="489351" y="62611"/>
                  </a:lnTo>
                  <a:lnTo>
                    <a:pt x="502575" y="57393"/>
                  </a:lnTo>
                  <a:lnTo>
                    <a:pt x="515798" y="52176"/>
                  </a:lnTo>
                  <a:lnTo>
                    <a:pt x="529022" y="46958"/>
                  </a:lnTo>
                  <a:lnTo>
                    <a:pt x="542246" y="41741"/>
                  </a:lnTo>
                  <a:lnTo>
                    <a:pt x="555470" y="36523"/>
                  </a:lnTo>
                  <a:lnTo>
                    <a:pt x="568716" y="31305"/>
                  </a:lnTo>
                  <a:lnTo>
                    <a:pt x="581941" y="26088"/>
                  </a:lnTo>
                  <a:lnTo>
                    <a:pt x="595164" y="20870"/>
                  </a:lnTo>
                  <a:lnTo>
                    <a:pt x="608388" y="15653"/>
                  </a:lnTo>
                  <a:lnTo>
                    <a:pt x="621612" y="10435"/>
                  </a:lnTo>
                  <a:lnTo>
                    <a:pt x="634836" y="5217"/>
                  </a:lnTo>
                  <a:lnTo>
                    <a:pt x="648060" y="0"/>
                  </a:lnTo>
                </a:path>
              </a:pathLst>
            </a:custGeom>
            <a:noFill/>
            <a:ln w="38100" cap="flat">
              <a:solidFill>
                <a:srgbClr val="B4AED3"/>
              </a:solidFill>
              <a:prstDash val="solid"/>
              <a:round/>
            </a:ln>
          </p:spPr>
          <p:txBody>
            <a:bodyPr rtlCol="0" anchor="ctr"/>
            <a:lstStyle/>
            <a:p>
              <a:endParaRPr lang="en-US"/>
            </a:p>
          </p:txBody>
        </p:sp>
      </p:grpSp>
      <p:sp>
        <p:nvSpPr>
          <p:cNvPr id="17786" name="Freeform 17785">
            <a:extLst>
              <a:ext uri="{FF2B5EF4-FFF2-40B4-BE49-F238E27FC236}">
                <a16:creationId xmlns:a16="http://schemas.microsoft.com/office/drawing/2014/main" id="{5B8BBAFE-1AF0-72CE-64FF-8C4AACEBA67A}"/>
              </a:ext>
            </a:extLst>
          </p:cNvPr>
          <p:cNvSpPr/>
          <p:nvPr/>
        </p:nvSpPr>
        <p:spPr>
          <a:xfrm>
            <a:off x="5382098" y="4282863"/>
            <a:ext cx="35635" cy="7483"/>
          </a:xfrm>
          <a:custGeom>
            <a:avLst/>
            <a:gdLst>
              <a:gd name="connsiteX0" fmla="*/ 0 w 10705"/>
              <a:gd name="connsiteY0" fmla="*/ 0 h 2248"/>
              <a:gd name="connsiteX1" fmla="*/ 10705 w 10705"/>
              <a:gd name="connsiteY1" fmla="*/ 0 h 2248"/>
            </a:gdLst>
            <a:ahLst/>
            <a:cxnLst>
              <a:cxn ang="0">
                <a:pos x="connsiteX0" y="connsiteY0"/>
              </a:cxn>
              <a:cxn ang="0">
                <a:pos x="connsiteX1" y="connsiteY1"/>
              </a:cxn>
            </a:cxnLst>
            <a:rect l="l" t="t" r="r" b="b"/>
            <a:pathLst>
              <a:path w="10705" h="2248">
                <a:moveTo>
                  <a:pt x="0" y="0"/>
                </a:moveTo>
                <a:lnTo>
                  <a:pt x="10705" y="0"/>
                </a:lnTo>
              </a:path>
            </a:pathLst>
          </a:custGeom>
          <a:ln w="4498" cap="sq">
            <a:solidFill>
              <a:srgbClr val="262626"/>
            </a:solidFill>
            <a:prstDash val="solid"/>
            <a:round/>
          </a:ln>
        </p:spPr>
        <p:txBody>
          <a:bodyPr rtlCol="0" anchor="ctr"/>
          <a:lstStyle/>
          <a:p>
            <a:endParaRPr lang="en-US"/>
          </a:p>
        </p:txBody>
      </p:sp>
      <p:sp>
        <p:nvSpPr>
          <p:cNvPr id="18122" name="TextBox 18121">
            <a:extLst>
              <a:ext uri="{FF2B5EF4-FFF2-40B4-BE49-F238E27FC236}">
                <a16:creationId xmlns:a16="http://schemas.microsoft.com/office/drawing/2014/main" id="{92C18BBE-69BF-392A-2480-214F9C010B53}"/>
              </a:ext>
            </a:extLst>
          </p:cNvPr>
          <p:cNvSpPr txBox="1"/>
          <p:nvPr/>
        </p:nvSpPr>
        <p:spPr>
          <a:xfrm>
            <a:off x="1527859" y="5083084"/>
            <a:ext cx="7801336" cy="1015663"/>
          </a:xfrm>
          <a:prstGeom prst="rect">
            <a:avLst/>
          </a:prstGeom>
          <a:noFill/>
        </p:spPr>
        <p:txBody>
          <a:bodyPr wrap="square" rtlCol="0">
            <a:spAutoFit/>
          </a:bodyPr>
          <a:lstStyle/>
          <a:p>
            <a:r>
              <a:rPr lang="en-US" sz="2000" b="1" dirty="0">
                <a:latin typeface="Helvetica" pitchFamily="2" charset="0"/>
              </a:rPr>
              <a:t>Two trials before </a:t>
            </a:r>
            <a:r>
              <a:rPr lang="en-US" sz="2000" dirty="0">
                <a:latin typeface="Helvetica" pitchFamily="2" charset="0"/>
              </a:rPr>
              <a:t>the target appeared, predictive viewing of the first of two pairmate foreshadowed upcoming discrimination success (predictive recall of diagnostic features)</a:t>
            </a:r>
            <a:endParaRPr lang="en-US" sz="2000" u="sng" dirty="0">
              <a:latin typeface="Helvetica" pitchFamily="2" charset="0"/>
            </a:endParaRPr>
          </a:p>
        </p:txBody>
      </p:sp>
      <p:grpSp>
        <p:nvGrpSpPr>
          <p:cNvPr id="3463" name="Group 3462">
            <a:extLst>
              <a:ext uri="{FF2B5EF4-FFF2-40B4-BE49-F238E27FC236}">
                <a16:creationId xmlns:a16="http://schemas.microsoft.com/office/drawing/2014/main" id="{E11BC2DD-5EFE-762A-45E3-424A963EFE23}"/>
              </a:ext>
            </a:extLst>
          </p:cNvPr>
          <p:cNvGrpSpPr/>
          <p:nvPr/>
        </p:nvGrpSpPr>
        <p:grpSpPr>
          <a:xfrm>
            <a:off x="4673574" y="1248107"/>
            <a:ext cx="3852935" cy="3042239"/>
            <a:chOff x="386709" y="3116236"/>
            <a:chExt cx="3852935" cy="3042239"/>
          </a:xfrm>
        </p:grpSpPr>
        <p:sp>
          <p:nvSpPr>
            <p:cNvPr id="17785" name="Freeform 17784">
              <a:extLst>
                <a:ext uri="{FF2B5EF4-FFF2-40B4-BE49-F238E27FC236}">
                  <a16:creationId xmlns:a16="http://schemas.microsoft.com/office/drawing/2014/main" id="{E89F63E2-E35A-E1E0-4B0B-145D65CE3220}"/>
                </a:ext>
              </a:extLst>
            </p:cNvPr>
            <p:cNvSpPr/>
            <p:nvPr/>
          </p:nvSpPr>
          <p:spPr>
            <a:xfrm>
              <a:off x="1095233" y="3116236"/>
              <a:ext cx="7483" cy="3034755"/>
            </a:xfrm>
            <a:custGeom>
              <a:avLst/>
              <a:gdLst>
                <a:gd name="connsiteX0" fmla="*/ 0 w 2248"/>
                <a:gd name="connsiteY0" fmla="*/ 911683 h 911682"/>
                <a:gd name="connsiteX1" fmla="*/ 0 w 2248"/>
                <a:gd name="connsiteY1" fmla="*/ 0 h 911682"/>
              </a:gdLst>
              <a:ahLst/>
              <a:cxnLst>
                <a:cxn ang="0">
                  <a:pos x="connsiteX0" y="connsiteY0"/>
                </a:cxn>
                <a:cxn ang="0">
                  <a:pos x="connsiteX1" y="connsiteY1"/>
                </a:cxn>
              </a:cxnLst>
              <a:rect l="l" t="t" r="r" b="b"/>
              <a:pathLst>
                <a:path w="2248" h="911682">
                  <a:moveTo>
                    <a:pt x="0" y="911683"/>
                  </a:moveTo>
                  <a:lnTo>
                    <a:pt x="0" y="0"/>
                  </a:lnTo>
                </a:path>
              </a:pathLst>
            </a:custGeom>
            <a:ln w="4498" cap="sq">
              <a:solidFill>
                <a:srgbClr val="262626"/>
              </a:solidFill>
              <a:prstDash val="solid"/>
              <a:round/>
            </a:ln>
          </p:spPr>
          <p:txBody>
            <a:bodyPr rtlCol="0" anchor="ctr"/>
            <a:lstStyle/>
            <a:p>
              <a:endParaRPr lang="en-US"/>
            </a:p>
          </p:txBody>
        </p:sp>
        <p:sp>
          <p:nvSpPr>
            <p:cNvPr id="17744" name="Freeform 17743">
              <a:extLst>
                <a:ext uri="{FF2B5EF4-FFF2-40B4-BE49-F238E27FC236}">
                  <a16:creationId xmlns:a16="http://schemas.microsoft.com/office/drawing/2014/main" id="{ABE19B0E-CC36-F9B6-8FE1-118026774D4E}"/>
                </a:ext>
              </a:extLst>
            </p:cNvPr>
            <p:cNvSpPr/>
            <p:nvPr/>
          </p:nvSpPr>
          <p:spPr>
            <a:xfrm>
              <a:off x="1112603" y="6150992"/>
              <a:ext cx="3030319" cy="7483"/>
            </a:xfrm>
            <a:custGeom>
              <a:avLst/>
              <a:gdLst>
                <a:gd name="connsiteX0" fmla="*/ 0 w 910333"/>
                <a:gd name="connsiteY0" fmla="*/ 0 h 2248"/>
                <a:gd name="connsiteX1" fmla="*/ 910333 w 910333"/>
                <a:gd name="connsiteY1" fmla="*/ 0 h 2248"/>
              </a:gdLst>
              <a:ahLst/>
              <a:cxnLst>
                <a:cxn ang="0">
                  <a:pos x="connsiteX0" y="connsiteY0"/>
                </a:cxn>
                <a:cxn ang="0">
                  <a:pos x="connsiteX1" y="connsiteY1"/>
                </a:cxn>
              </a:cxnLst>
              <a:rect l="l" t="t" r="r" b="b"/>
              <a:pathLst>
                <a:path w="910333" h="2248">
                  <a:moveTo>
                    <a:pt x="0" y="0"/>
                  </a:moveTo>
                  <a:lnTo>
                    <a:pt x="910333" y="0"/>
                  </a:lnTo>
                </a:path>
              </a:pathLst>
            </a:custGeom>
            <a:ln w="4498" cap="sq">
              <a:solidFill>
                <a:srgbClr val="262626"/>
              </a:solidFill>
              <a:prstDash val="solid"/>
              <a:round/>
            </a:ln>
          </p:spPr>
          <p:txBody>
            <a:bodyPr rtlCol="0" anchor="ctr"/>
            <a:lstStyle/>
            <a:p>
              <a:endParaRPr lang="en-US"/>
            </a:p>
          </p:txBody>
        </p:sp>
        <p:sp>
          <p:nvSpPr>
            <p:cNvPr id="17745" name="Freeform 17744">
              <a:extLst>
                <a:ext uri="{FF2B5EF4-FFF2-40B4-BE49-F238E27FC236}">
                  <a16:creationId xmlns:a16="http://schemas.microsoft.com/office/drawing/2014/main" id="{7E650DC7-0D8B-4D29-F45D-31ED539BF60D}"/>
                </a:ext>
              </a:extLst>
            </p:cNvPr>
            <p:cNvSpPr/>
            <p:nvPr/>
          </p:nvSpPr>
          <p:spPr>
            <a:xfrm>
              <a:off x="1445370" y="6115358"/>
              <a:ext cx="7483" cy="35634"/>
            </a:xfrm>
            <a:custGeom>
              <a:avLst/>
              <a:gdLst>
                <a:gd name="connsiteX0" fmla="*/ 0 w 2248"/>
                <a:gd name="connsiteY0" fmla="*/ 10705 h 10705"/>
                <a:gd name="connsiteX1" fmla="*/ 0 w 2248"/>
                <a:gd name="connsiteY1" fmla="*/ 0 h 10705"/>
              </a:gdLst>
              <a:ahLst/>
              <a:cxnLst>
                <a:cxn ang="0">
                  <a:pos x="connsiteX0" y="connsiteY0"/>
                </a:cxn>
                <a:cxn ang="0">
                  <a:pos x="connsiteX1" y="connsiteY1"/>
                </a:cxn>
              </a:cxnLst>
              <a:rect l="l" t="t" r="r" b="b"/>
              <a:pathLst>
                <a:path w="2248" h="10705">
                  <a:moveTo>
                    <a:pt x="0" y="10705"/>
                  </a:moveTo>
                  <a:lnTo>
                    <a:pt x="0" y="0"/>
                  </a:lnTo>
                </a:path>
              </a:pathLst>
            </a:custGeom>
            <a:ln w="4498" cap="sq">
              <a:solidFill>
                <a:srgbClr val="262626"/>
              </a:solidFill>
              <a:prstDash val="solid"/>
              <a:round/>
            </a:ln>
          </p:spPr>
          <p:txBody>
            <a:bodyPr rtlCol="0" anchor="ctr"/>
            <a:lstStyle/>
            <a:p>
              <a:endParaRPr lang="en-US"/>
            </a:p>
          </p:txBody>
        </p:sp>
        <p:sp>
          <p:nvSpPr>
            <p:cNvPr id="17746" name="Freeform 17745">
              <a:extLst>
                <a:ext uri="{FF2B5EF4-FFF2-40B4-BE49-F238E27FC236}">
                  <a16:creationId xmlns:a16="http://schemas.microsoft.com/office/drawing/2014/main" id="{4D1C5BAB-EF5A-60DB-1F70-2200AC63B69D}"/>
                </a:ext>
              </a:extLst>
            </p:cNvPr>
            <p:cNvSpPr/>
            <p:nvPr/>
          </p:nvSpPr>
          <p:spPr>
            <a:xfrm>
              <a:off x="2172966" y="6115358"/>
              <a:ext cx="7483" cy="35634"/>
            </a:xfrm>
            <a:custGeom>
              <a:avLst/>
              <a:gdLst>
                <a:gd name="connsiteX0" fmla="*/ 0 w 2248"/>
                <a:gd name="connsiteY0" fmla="*/ 10705 h 10705"/>
                <a:gd name="connsiteX1" fmla="*/ 0 w 2248"/>
                <a:gd name="connsiteY1" fmla="*/ 0 h 10705"/>
              </a:gdLst>
              <a:ahLst/>
              <a:cxnLst>
                <a:cxn ang="0">
                  <a:pos x="connsiteX0" y="connsiteY0"/>
                </a:cxn>
                <a:cxn ang="0">
                  <a:pos x="connsiteX1" y="connsiteY1"/>
                </a:cxn>
              </a:cxnLst>
              <a:rect l="l" t="t" r="r" b="b"/>
              <a:pathLst>
                <a:path w="2248" h="10705">
                  <a:moveTo>
                    <a:pt x="0" y="10705"/>
                  </a:moveTo>
                  <a:lnTo>
                    <a:pt x="0" y="0"/>
                  </a:lnTo>
                </a:path>
              </a:pathLst>
            </a:custGeom>
            <a:ln w="4498" cap="sq">
              <a:solidFill>
                <a:srgbClr val="262626"/>
              </a:solidFill>
              <a:prstDash val="solid"/>
              <a:round/>
            </a:ln>
          </p:spPr>
          <p:txBody>
            <a:bodyPr rtlCol="0" anchor="ctr"/>
            <a:lstStyle/>
            <a:p>
              <a:endParaRPr lang="en-US"/>
            </a:p>
          </p:txBody>
        </p:sp>
        <p:sp>
          <p:nvSpPr>
            <p:cNvPr id="17747" name="Freeform 17746">
              <a:extLst>
                <a:ext uri="{FF2B5EF4-FFF2-40B4-BE49-F238E27FC236}">
                  <a16:creationId xmlns:a16="http://schemas.microsoft.com/office/drawing/2014/main" id="{146EC1C3-77A1-9559-921C-C1D4FBC82213}"/>
                </a:ext>
              </a:extLst>
            </p:cNvPr>
            <p:cNvSpPr/>
            <p:nvPr/>
          </p:nvSpPr>
          <p:spPr>
            <a:xfrm>
              <a:off x="3014281" y="6115358"/>
              <a:ext cx="7483" cy="35634"/>
            </a:xfrm>
            <a:custGeom>
              <a:avLst/>
              <a:gdLst>
                <a:gd name="connsiteX0" fmla="*/ 0 w 2248"/>
                <a:gd name="connsiteY0" fmla="*/ 10705 h 10705"/>
                <a:gd name="connsiteX1" fmla="*/ 0 w 2248"/>
                <a:gd name="connsiteY1" fmla="*/ 0 h 10705"/>
              </a:gdLst>
              <a:ahLst/>
              <a:cxnLst>
                <a:cxn ang="0">
                  <a:pos x="connsiteX0" y="connsiteY0"/>
                </a:cxn>
                <a:cxn ang="0">
                  <a:pos x="connsiteX1" y="connsiteY1"/>
                </a:cxn>
              </a:cxnLst>
              <a:rect l="l" t="t" r="r" b="b"/>
              <a:pathLst>
                <a:path w="2248" h="10705">
                  <a:moveTo>
                    <a:pt x="0" y="10705"/>
                  </a:moveTo>
                  <a:lnTo>
                    <a:pt x="0" y="0"/>
                  </a:lnTo>
                </a:path>
              </a:pathLst>
            </a:custGeom>
            <a:ln w="4498" cap="sq">
              <a:solidFill>
                <a:srgbClr val="262626"/>
              </a:solidFill>
              <a:prstDash val="solid"/>
              <a:round/>
            </a:ln>
          </p:spPr>
          <p:txBody>
            <a:bodyPr rtlCol="0" anchor="ctr"/>
            <a:lstStyle/>
            <a:p>
              <a:endParaRPr lang="en-US"/>
            </a:p>
          </p:txBody>
        </p:sp>
        <p:sp>
          <p:nvSpPr>
            <p:cNvPr id="17748" name="Freeform 17747">
              <a:extLst>
                <a:ext uri="{FF2B5EF4-FFF2-40B4-BE49-F238E27FC236}">
                  <a16:creationId xmlns:a16="http://schemas.microsoft.com/office/drawing/2014/main" id="{1C528D79-A167-0D08-17F3-9C269D9504CB}"/>
                </a:ext>
              </a:extLst>
            </p:cNvPr>
            <p:cNvSpPr/>
            <p:nvPr/>
          </p:nvSpPr>
          <p:spPr>
            <a:xfrm>
              <a:off x="3810155" y="6115358"/>
              <a:ext cx="7483" cy="35634"/>
            </a:xfrm>
            <a:custGeom>
              <a:avLst/>
              <a:gdLst>
                <a:gd name="connsiteX0" fmla="*/ 0 w 2248"/>
                <a:gd name="connsiteY0" fmla="*/ 10705 h 10705"/>
                <a:gd name="connsiteX1" fmla="*/ 0 w 2248"/>
                <a:gd name="connsiteY1" fmla="*/ 0 h 10705"/>
              </a:gdLst>
              <a:ahLst/>
              <a:cxnLst>
                <a:cxn ang="0">
                  <a:pos x="connsiteX0" y="connsiteY0"/>
                </a:cxn>
                <a:cxn ang="0">
                  <a:pos x="connsiteX1" y="connsiteY1"/>
                </a:cxn>
              </a:cxnLst>
              <a:rect l="l" t="t" r="r" b="b"/>
              <a:pathLst>
                <a:path w="2248" h="10705">
                  <a:moveTo>
                    <a:pt x="0" y="10705"/>
                  </a:moveTo>
                  <a:lnTo>
                    <a:pt x="0" y="0"/>
                  </a:lnTo>
                </a:path>
              </a:pathLst>
            </a:custGeom>
            <a:ln w="4498" cap="sq">
              <a:solidFill>
                <a:srgbClr val="262626"/>
              </a:solidFill>
              <a:prstDash val="solid"/>
              <a:round/>
            </a:ln>
          </p:spPr>
          <p:txBody>
            <a:bodyPr rtlCol="0" anchor="ctr"/>
            <a:lstStyle/>
            <a:p>
              <a:endParaRPr lang="en-US"/>
            </a:p>
          </p:txBody>
        </p:sp>
        <p:sp>
          <p:nvSpPr>
            <p:cNvPr id="17787" name="Freeform 17786">
              <a:extLst>
                <a:ext uri="{FF2B5EF4-FFF2-40B4-BE49-F238E27FC236}">
                  <a16:creationId xmlns:a16="http://schemas.microsoft.com/office/drawing/2014/main" id="{E9ECEC93-72CE-88CD-A67B-AC6A3C30D19F}"/>
                </a:ext>
              </a:extLst>
            </p:cNvPr>
            <p:cNvSpPr/>
            <p:nvPr/>
          </p:nvSpPr>
          <p:spPr>
            <a:xfrm>
              <a:off x="1095233" y="5012941"/>
              <a:ext cx="35635" cy="7483"/>
            </a:xfrm>
            <a:custGeom>
              <a:avLst/>
              <a:gdLst>
                <a:gd name="connsiteX0" fmla="*/ 0 w 10705"/>
                <a:gd name="connsiteY0" fmla="*/ 0 h 2248"/>
                <a:gd name="connsiteX1" fmla="*/ 10705 w 10705"/>
                <a:gd name="connsiteY1" fmla="*/ 0 h 2248"/>
              </a:gdLst>
              <a:ahLst/>
              <a:cxnLst>
                <a:cxn ang="0">
                  <a:pos x="connsiteX0" y="connsiteY0"/>
                </a:cxn>
                <a:cxn ang="0">
                  <a:pos x="connsiteX1" y="connsiteY1"/>
                </a:cxn>
              </a:cxnLst>
              <a:rect l="l" t="t" r="r" b="b"/>
              <a:pathLst>
                <a:path w="10705" h="2248">
                  <a:moveTo>
                    <a:pt x="0" y="0"/>
                  </a:moveTo>
                  <a:lnTo>
                    <a:pt x="10705" y="0"/>
                  </a:lnTo>
                </a:path>
              </a:pathLst>
            </a:custGeom>
            <a:ln w="4498" cap="sq">
              <a:solidFill>
                <a:srgbClr val="262626"/>
              </a:solidFill>
              <a:prstDash val="solid"/>
              <a:round/>
            </a:ln>
          </p:spPr>
          <p:txBody>
            <a:bodyPr rtlCol="0" anchor="ctr"/>
            <a:lstStyle/>
            <a:p>
              <a:endParaRPr lang="en-US"/>
            </a:p>
          </p:txBody>
        </p:sp>
        <p:sp>
          <p:nvSpPr>
            <p:cNvPr id="17788" name="Freeform 17787">
              <a:extLst>
                <a:ext uri="{FF2B5EF4-FFF2-40B4-BE49-F238E27FC236}">
                  <a16:creationId xmlns:a16="http://schemas.microsoft.com/office/drawing/2014/main" id="{1115ECF9-B392-9839-2249-80F8C1E42BCA}"/>
                </a:ext>
              </a:extLst>
            </p:cNvPr>
            <p:cNvSpPr/>
            <p:nvPr/>
          </p:nvSpPr>
          <p:spPr>
            <a:xfrm>
              <a:off x="1095233" y="4254287"/>
              <a:ext cx="35635" cy="7483"/>
            </a:xfrm>
            <a:custGeom>
              <a:avLst/>
              <a:gdLst>
                <a:gd name="connsiteX0" fmla="*/ 0 w 10705"/>
                <a:gd name="connsiteY0" fmla="*/ 0 h 2248"/>
                <a:gd name="connsiteX1" fmla="*/ 10705 w 10705"/>
                <a:gd name="connsiteY1" fmla="*/ 0 h 2248"/>
              </a:gdLst>
              <a:ahLst/>
              <a:cxnLst>
                <a:cxn ang="0">
                  <a:pos x="connsiteX0" y="connsiteY0"/>
                </a:cxn>
                <a:cxn ang="0">
                  <a:pos x="connsiteX1" y="connsiteY1"/>
                </a:cxn>
              </a:cxnLst>
              <a:rect l="l" t="t" r="r" b="b"/>
              <a:pathLst>
                <a:path w="10705" h="2248">
                  <a:moveTo>
                    <a:pt x="0" y="0"/>
                  </a:moveTo>
                  <a:lnTo>
                    <a:pt x="10705" y="0"/>
                  </a:lnTo>
                </a:path>
              </a:pathLst>
            </a:custGeom>
            <a:ln w="4498" cap="sq">
              <a:solidFill>
                <a:srgbClr val="262626"/>
              </a:solidFill>
              <a:prstDash val="solid"/>
              <a:round/>
            </a:ln>
          </p:spPr>
          <p:txBody>
            <a:bodyPr rtlCol="0" anchor="ctr"/>
            <a:lstStyle/>
            <a:p>
              <a:endParaRPr lang="en-US"/>
            </a:p>
          </p:txBody>
        </p:sp>
        <p:sp>
          <p:nvSpPr>
            <p:cNvPr id="17789" name="Freeform 17788">
              <a:extLst>
                <a:ext uri="{FF2B5EF4-FFF2-40B4-BE49-F238E27FC236}">
                  <a16:creationId xmlns:a16="http://schemas.microsoft.com/office/drawing/2014/main" id="{B44E1C6B-1053-88F2-AF1D-236469712DA8}"/>
                </a:ext>
              </a:extLst>
            </p:cNvPr>
            <p:cNvSpPr/>
            <p:nvPr/>
          </p:nvSpPr>
          <p:spPr>
            <a:xfrm>
              <a:off x="1095233" y="3495560"/>
              <a:ext cx="35635" cy="7483"/>
            </a:xfrm>
            <a:custGeom>
              <a:avLst/>
              <a:gdLst>
                <a:gd name="connsiteX0" fmla="*/ 0 w 10705"/>
                <a:gd name="connsiteY0" fmla="*/ 0 h 2248"/>
                <a:gd name="connsiteX1" fmla="*/ 10705 w 10705"/>
                <a:gd name="connsiteY1" fmla="*/ 0 h 2248"/>
              </a:gdLst>
              <a:ahLst/>
              <a:cxnLst>
                <a:cxn ang="0">
                  <a:pos x="connsiteX0" y="connsiteY0"/>
                </a:cxn>
                <a:cxn ang="0">
                  <a:pos x="connsiteX1" y="connsiteY1"/>
                </a:cxn>
              </a:cxnLst>
              <a:rect l="l" t="t" r="r" b="b"/>
              <a:pathLst>
                <a:path w="10705" h="2248">
                  <a:moveTo>
                    <a:pt x="0" y="0"/>
                  </a:moveTo>
                  <a:lnTo>
                    <a:pt x="10705" y="0"/>
                  </a:lnTo>
                </a:path>
              </a:pathLst>
            </a:custGeom>
            <a:ln w="4498" cap="sq">
              <a:solidFill>
                <a:srgbClr val="262626"/>
              </a:solidFill>
              <a:prstDash val="solid"/>
              <a:round/>
            </a:ln>
          </p:spPr>
          <p:txBody>
            <a:bodyPr rtlCol="0" anchor="ctr"/>
            <a:lstStyle/>
            <a:p>
              <a:endParaRPr lang="en-US"/>
            </a:p>
          </p:txBody>
        </p:sp>
        <p:sp>
          <p:nvSpPr>
            <p:cNvPr id="17790" name="Freeform 17789">
              <a:extLst>
                <a:ext uri="{FF2B5EF4-FFF2-40B4-BE49-F238E27FC236}">
                  <a16:creationId xmlns:a16="http://schemas.microsoft.com/office/drawing/2014/main" id="{E816B1AE-79A7-2E5D-888A-19A713B84EB7}"/>
                </a:ext>
              </a:extLst>
            </p:cNvPr>
            <p:cNvSpPr/>
            <p:nvPr/>
          </p:nvSpPr>
          <p:spPr>
            <a:xfrm>
              <a:off x="911819" y="4956119"/>
              <a:ext cx="85790" cy="129212"/>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6 w 25772"/>
                <a:gd name="connsiteY5" fmla="*/ 15158 h 38817"/>
                <a:gd name="connsiteX6" fmla="*/ 25773 w 25772"/>
                <a:gd name="connsiteY6" fmla="*/ 19701 h 38817"/>
                <a:gd name="connsiteX7" fmla="*/ 25233 w 25772"/>
                <a:gd name="connsiteY7" fmla="*/ 26943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2 w 25772"/>
                <a:gd name="connsiteY16" fmla="*/ 6095 h 38817"/>
                <a:gd name="connsiteX17" fmla="*/ 6275 w 25772"/>
                <a:gd name="connsiteY17" fmla="*/ 1687 h 38817"/>
                <a:gd name="connsiteX18" fmla="*/ 12909 w 25772"/>
                <a:gd name="connsiteY18" fmla="*/ 23 h 38817"/>
                <a:gd name="connsiteX19" fmla="*/ 22310 w 25772"/>
                <a:gd name="connsiteY19" fmla="*/ 19319 h 38817"/>
                <a:gd name="connsiteX20" fmla="*/ 21950 w 25772"/>
                <a:gd name="connsiteY20" fmla="*/ 13291 h 38817"/>
                <a:gd name="connsiteX21" fmla="*/ 20578 w 25772"/>
                <a:gd name="connsiteY21" fmla="*/ 8029 h 38817"/>
                <a:gd name="connsiteX22" fmla="*/ 17699 w 25772"/>
                <a:gd name="connsiteY22" fmla="*/ 4296 h 38817"/>
                <a:gd name="connsiteX23" fmla="*/ 12819 w 25772"/>
                <a:gd name="connsiteY23" fmla="*/ 2901 h 38817"/>
                <a:gd name="connsiteX24" fmla="*/ 8141 w 25772"/>
                <a:gd name="connsiteY24" fmla="*/ 4340 h 38817"/>
                <a:gd name="connsiteX25" fmla="*/ 5308 w 25772"/>
                <a:gd name="connsiteY25" fmla="*/ 8141 h 38817"/>
                <a:gd name="connsiteX26" fmla="*/ 3868 w 25772"/>
                <a:gd name="connsiteY26" fmla="*/ 13539 h 38817"/>
                <a:gd name="connsiteX27" fmla="*/ 3463 w 25772"/>
                <a:gd name="connsiteY27" fmla="*/ 19701 h 38817"/>
                <a:gd name="connsiteX28" fmla="*/ 3913 w 25772"/>
                <a:gd name="connsiteY28" fmla="*/ 26358 h 38817"/>
                <a:gd name="connsiteX29" fmla="*/ 5443 w 25772"/>
                <a:gd name="connsiteY29" fmla="*/ 31463 h 38817"/>
                <a:gd name="connsiteX30" fmla="*/ 8321 w 25772"/>
                <a:gd name="connsiteY30" fmla="*/ 34724 h 38817"/>
                <a:gd name="connsiteX31" fmla="*/ 12886 w 25772"/>
                <a:gd name="connsiteY31" fmla="*/ 35893 h 38817"/>
                <a:gd name="connsiteX32" fmla="*/ 17834 w 25772"/>
                <a:gd name="connsiteY32" fmla="*/ 34387 h 38817"/>
                <a:gd name="connsiteX33" fmla="*/ 20668 w 25772"/>
                <a:gd name="connsiteY33" fmla="*/ 30496 h 38817"/>
                <a:gd name="connsiteX34" fmla="*/ 21972 w 25772"/>
                <a:gd name="connsiteY34" fmla="*/ 25143 h 38817"/>
                <a:gd name="connsiteX35" fmla="*/ 22287 w 25772"/>
                <a:gd name="connsiteY35"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2" h="38817">
                  <a:moveTo>
                    <a:pt x="12932" y="0"/>
                  </a:moveTo>
                  <a:cubicBezTo>
                    <a:pt x="14798" y="0"/>
                    <a:pt x="16418" y="270"/>
                    <a:pt x="17789" y="832"/>
                  </a:cubicBezTo>
                  <a:cubicBezTo>
                    <a:pt x="19161" y="1394"/>
                    <a:pt x="20308" y="2159"/>
                    <a:pt x="21275" y="3126"/>
                  </a:cubicBezTo>
                  <a:cubicBezTo>
                    <a:pt x="22220" y="4093"/>
                    <a:pt x="23007" y="5240"/>
                    <a:pt x="23592" y="6522"/>
                  </a:cubicBezTo>
                  <a:cubicBezTo>
                    <a:pt x="24176" y="7826"/>
                    <a:pt x="24648" y="9198"/>
                    <a:pt x="24963" y="10660"/>
                  </a:cubicBezTo>
                  <a:cubicBezTo>
                    <a:pt x="25278" y="12122"/>
                    <a:pt x="25503" y="13629"/>
                    <a:pt x="25616" y="15158"/>
                  </a:cubicBezTo>
                  <a:cubicBezTo>
                    <a:pt x="25728" y="16687"/>
                    <a:pt x="25773" y="18217"/>
                    <a:pt x="25773" y="19701"/>
                  </a:cubicBezTo>
                  <a:cubicBezTo>
                    <a:pt x="25773" y="22220"/>
                    <a:pt x="25593" y="24626"/>
                    <a:pt x="25233" y="26943"/>
                  </a:cubicBezTo>
                  <a:cubicBezTo>
                    <a:pt x="24873" y="29236"/>
                    <a:pt x="24221" y="31283"/>
                    <a:pt x="23254" y="33037"/>
                  </a:cubicBezTo>
                  <a:cubicBezTo>
                    <a:pt x="22310"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900" y="29169"/>
                    <a:pt x="540" y="26808"/>
                  </a:cubicBezTo>
                  <a:cubicBezTo>
                    <a:pt x="180" y="24446"/>
                    <a:pt x="0" y="21950"/>
                    <a:pt x="0" y="19341"/>
                  </a:cubicBezTo>
                  <a:cubicBezTo>
                    <a:pt x="0" y="16935"/>
                    <a:pt x="157" y="14573"/>
                    <a:pt x="495" y="12279"/>
                  </a:cubicBezTo>
                  <a:cubicBezTo>
                    <a:pt x="810" y="9985"/>
                    <a:pt x="1439" y="7916"/>
                    <a:pt x="2362" y="6095"/>
                  </a:cubicBezTo>
                  <a:cubicBezTo>
                    <a:pt x="3283" y="4273"/>
                    <a:pt x="4588" y="2811"/>
                    <a:pt x="6275" y="1687"/>
                  </a:cubicBezTo>
                  <a:cubicBezTo>
                    <a:pt x="7961" y="562"/>
                    <a:pt x="10188" y="23"/>
                    <a:pt x="12909" y="23"/>
                  </a:cubicBezTo>
                  <a:close/>
                  <a:moveTo>
                    <a:pt x="22310" y="19319"/>
                  </a:moveTo>
                  <a:cubicBezTo>
                    <a:pt x="22310" y="17272"/>
                    <a:pt x="22197" y="15271"/>
                    <a:pt x="21950" y="13291"/>
                  </a:cubicBezTo>
                  <a:cubicBezTo>
                    <a:pt x="21703" y="11312"/>
                    <a:pt x="21253" y="9581"/>
                    <a:pt x="20578" y="8029"/>
                  </a:cubicBezTo>
                  <a:cubicBezTo>
                    <a:pt x="19903" y="6477"/>
                    <a:pt x="18936" y="5240"/>
                    <a:pt x="17699" y="4296"/>
                  </a:cubicBezTo>
                  <a:cubicBezTo>
                    <a:pt x="16462" y="3351"/>
                    <a:pt x="14821" y="2901"/>
                    <a:pt x="12819" y="2901"/>
                  </a:cubicBezTo>
                  <a:cubicBezTo>
                    <a:pt x="10907" y="2901"/>
                    <a:pt x="9356" y="3373"/>
                    <a:pt x="8141" y="4340"/>
                  </a:cubicBezTo>
                  <a:cubicBezTo>
                    <a:pt x="6927" y="5285"/>
                    <a:pt x="5982" y="6567"/>
                    <a:pt x="5308" y="8141"/>
                  </a:cubicBezTo>
                  <a:cubicBezTo>
                    <a:pt x="4633" y="9716"/>
                    <a:pt x="4138" y="11515"/>
                    <a:pt x="3868" y="13539"/>
                  </a:cubicBezTo>
                  <a:cubicBezTo>
                    <a:pt x="3598" y="15563"/>
                    <a:pt x="3463" y="17609"/>
                    <a:pt x="3463" y="19701"/>
                  </a:cubicBezTo>
                  <a:cubicBezTo>
                    <a:pt x="3463" y="22152"/>
                    <a:pt x="3621" y="24379"/>
                    <a:pt x="3913" y="26358"/>
                  </a:cubicBezTo>
                  <a:cubicBezTo>
                    <a:pt x="4228" y="28359"/>
                    <a:pt x="4723" y="30046"/>
                    <a:pt x="5443" y="31463"/>
                  </a:cubicBezTo>
                  <a:cubicBezTo>
                    <a:pt x="6162" y="32857"/>
                    <a:pt x="7129" y="33959"/>
                    <a:pt x="8321" y="34724"/>
                  </a:cubicBezTo>
                  <a:cubicBezTo>
                    <a:pt x="9536" y="35489"/>
                    <a:pt x="11042" y="35893"/>
                    <a:pt x="12886" y="35893"/>
                  </a:cubicBezTo>
                  <a:cubicBezTo>
                    <a:pt x="14933" y="35893"/>
                    <a:pt x="16575" y="35399"/>
                    <a:pt x="17834" y="34387"/>
                  </a:cubicBezTo>
                  <a:cubicBezTo>
                    <a:pt x="19071" y="33375"/>
                    <a:pt x="20016" y="32093"/>
                    <a:pt x="20668" y="30496"/>
                  </a:cubicBezTo>
                  <a:cubicBezTo>
                    <a:pt x="21320" y="28922"/>
                    <a:pt x="21748" y="27122"/>
                    <a:pt x="21972" y="25143"/>
                  </a:cubicBezTo>
                  <a:cubicBezTo>
                    <a:pt x="22197" y="23164"/>
                    <a:pt x="22287" y="21230"/>
                    <a:pt x="22287" y="19319"/>
                  </a:cubicBezTo>
                  <a:close/>
                </a:path>
              </a:pathLst>
            </a:custGeom>
            <a:solidFill>
              <a:srgbClr val="231F20"/>
            </a:solidFill>
            <a:ln w="2249" cap="flat">
              <a:noFill/>
              <a:prstDash val="solid"/>
              <a:miter/>
            </a:ln>
          </p:spPr>
          <p:txBody>
            <a:bodyPr rtlCol="0" anchor="ctr"/>
            <a:lstStyle/>
            <a:p>
              <a:endParaRPr lang="en-US"/>
            </a:p>
          </p:txBody>
        </p:sp>
        <p:grpSp>
          <p:nvGrpSpPr>
            <p:cNvPr id="17791" name="Graphic 4479">
              <a:extLst>
                <a:ext uri="{FF2B5EF4-FFF2-40B4-BE49-F238E27FC236}">
                  <a16:creationId xmlns:a16="http://schemas.microsoft.com/office/drawing/2014/main" id="{27B4301A-D0B7-92CC-6EAA-2B4B2781D66A}"/>
                </a:ext>
              </a:extLst>
            </p:cNvPr>
            <p:cNvGrpSpPr/>
            <p:nvPr/>
          </p:nvGrpSpPr>
          <p:grpSpPr>
            <a:xfrm>
              <a:off x="762838" y="4197392"/>
              <a:ext cx="235444" cy="129212"/>
              <a:chOff x="4697036" y="3749881"/>
              <a:chExt cx="70729" cy="38817"/>
            </a:xfrm>
            <a:solidFill>
              <a:srgbClr val="231F20"/>
            </a:solidFill>
          </p:grpSpPr>
          <p:sp>
            <p:nvSpPr>
              <p:cNvPr id="17792" name="Freeform 17791">
                <a:extLst>
                  <a:ext uri="{FF2B5EF4-FFF2-40B4-BE49-F238E27FC236}">
                    <a16:creationId xmlns:a16="http://schemas.microsoft.com/office/drawing/2014/main" id="{B552F4B7-EB73-2F3D-0CDC-6E2689D85D60}"/>
                  </a:ext>
                </a:extLst>
              </p:cNvPr>
              <p:cNvSpPr/>
              <p:nvPr/>
            </p:nvSpPr>
            <p:spPr>
              <a:xfrm>
                <a:off x="4697036" y="3749881"/>
                <a:ext cx="25772" cy="3881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6 w 25772"/>
                  <a:gd name="connsiteY5" fmla="*/ 15158 h 38817"/>
                  <a:gd name="connsiteX6" fmla="*/ 25773 w 25772"/>
                  <a:gd name="connsiteY6" fmla="*/ 19701 h 38817"/>
                  <a:gd name="connsiteX7" fmla="*/ 25233 w 25772"/>
                  <a:gd name="connsiteY7" fmla="*/ 26942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2 w 25772"/>
                  <a:gd name="connsiteY16" fmla="*/ 6095 h 38817"/>
                  <a:gd name="connsiteX17" fmla="*/ 6275 w 25772"/>
                  <a:gd name="connsiteY17" fmla="*/ 1687 h 38817"/>
                  <a:gd name="connsiteX18" fmla="*/ 12909 w 25772"/>
                  <a:gd name="connsiteY18" fmla="*/ 23 h 38817"/>
                  <a:gd name="connsiteX19" fmla="*/ 22332 w 25772"/>
                  <a:gd name="connsiteY19" fmla="*/ 19341 h 38817"/>
                  <a:gd name="connsiteX20" fmla="*/ 21972 w 25772"/>
                  <a:gd name="connsiteY20" fmla="*/ 13314 h 38817"/>
                  <a:gd name="connsiteX21" fmla="*/ 20601 w 25772"/>
                  <a:gd name="connsiteY21" fmla="*/ 8051 h 38817"/>
                  <a:gd name="connsiteX22" fmla="*/ 17722 w 25772"/>
                  <a:gd name="connsiteY22" fmla="*/ 4318 h 38817"/>
                  <a:gd name="connsiteX23" fmla="*/ 12841 w 25772"/>
                  <a:gd name="connsiteY23" fmla="*/ 2924 h 38817"/>
                  <a:gd name="connsiteX24" fmla="*/ 8164 w 25772"/>
                  <a:gd name="connsiteY24" fmla="*/ 4363 h 38817"/>
                  <a:gd name="connsiteX25" fmla="*/ 5330 w 25772"/>
                  <a:gd name="connsiteY25" fmla="*/ 8164 h 38817"/>
                  <a:gd name="connsiteX26" fmla="*/ 3891 w 25772"/>
                  <a:gd name="connsiteY26" fmla="*/ 13561 h 38817"/>
                  <a:gd name="connsiteX27" fmla="*/ 3486 w 25772"/>
                  <a:gd name="connsiteY27" fmla="*/ 19723 h 38817"/>
                  <a:gd name="connsiteX28" fmla="*/ 3936 w 25772"/>
                  <a:gd name="connsiteY28" fmla="*/ 26380 h 38817"/>
                  <a:gd name="connsiteX29" fmla="*/ 5465 w 25772"/>
                  <a:gd name="connsiteY29" fmla="*/ 31485 h 38817"/>
                  <a:gd name="connsiteX30" fmla="*/ 8344 w 25772"/>
                  <a:gd name="connsiteY30" fmla="*/ 34746 h 38817"/>
                  <a:gd name="connsiteX31" fmla="*/ 12909 w 25772"/>
                  <a:gd name="connsiteY31" fmla="*/ 35916 h 38817"/>
                  <a:gd name="connsiteX32" fmla="*/ 17857 w 25772"/>
                  <a:gd name="connsiteY32" fmla="*/ 34409 h 38817"/>
                  <a:gd name="connsiteX33" fmla="*/ 20691 w 25772"/>
                  <a:gd name="connsiteY33" fmla="*/ 30518 h 38817"/>
                  <a:gd name="connsiteX34" fmla="*/ 21995 w 25772"/>
                  <a:gd name="connsiteY34" fmla="*/ 25166 h 38817"/>
                  <a:gd name="connsiteX35" fmla="*/ 22310 w 25772"/>
                  <a:gd name="connsiteY35" fmla="*/ 19341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2" h="38817">
                    <a:moveTo>
                      <a:pt x="12932" y="0"/>
                    </a:moveTo>
                    <a:cubicBezTo>
                      <a:pt x="14798" y="0"/>
                      <a:pt x="16418" y="270"/>
                      <a:pt x="17789" y="832"/>
                    </a:cubicBezTo>
                    <a:cubicBezTo>
                      <a:pt x="19161" y="1394"/>
                      <a:pt x="20308" y="2159"/>
                      <a:pt x="21275" y="3126"/>
                    </a:cubicBezTo>
                    <a:cubicBezTo>
                      <a:pt x="22220" y="4093"/>
                      <a:pt x="23007" y="5240"/>
                      <a:pt x="23592" y="6522"/>
                    </a:cubicBezTo>
                    <a:cubicBezTo>
                      <a:pt x="24176" y="7826"/>
                      <a:pt x="24648" y="9198"/>
                      <a:pt x="24963" y="10660"/>
                    </a:cubicBezTo>
                    <a:cubicBezTo>
                      <a:pt x="25278" y="12122"/>
                      <a:pt x="25503" y="13629"/>
                      <a:pt x="25616" y="15158"/>
                    </a:cubicBezTo>
                    <a:cubicBezTo>
                      <a:pt x="25728" y="16687"/>
                      <a:pt x="25773" y="18217"/>
                      <a:pt x="25773" y="19701"/>
                    </a:cubicBezTo>
                    <a:cubicBezTo>
                      <a:pt x="25773" y="22220"/>
                      <a:pt x="25593" y="24626"/>
                      <a:pt x="25233" y="26942"/>
                    </a:cubicBezTo>
                    <a:cubicBezTo>
                      <a:pt x="24874" y="29236"/>
                      <a:pt x="24221" y="31283"/>
                      <a:pt x="23254" y="33037"/>
                    </a:cubicBezTo>
                    <a:cubicBezTo>
                      <a:pt x="22310"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900" y="29169"/>
                      <a:pt x="540" y="26808"/>
                    </a:cubicBezTo>
                    <a:cubicBezTo>
                      <a:pt x="180" y="24446"/>
                      <a:pt x="0" y="21950"/>
                      <a:pt x="0" y="19341"/>
                    </a:cubicBezTo>
                    <a:cubicBezTo>
                      <a:pt x="0" y="16935"/>
                      <a:pt x="158" y="14573"/>
                      <a:pt x="495" y="12279"/>
                    </a:cubicBezTo>
                    <a:cubicBezTo>
                      <a:pt x="810" y="9985"/>
                      <a:pt x="1439" y="7916"/>
                      <a:pt x="2362" y="6095"/>
                    </a:cubicBezTo>
                    <a:cubicBezTo>
                      <a:pt x="3283" y="4273"/>
                      <a:pt x="4588" y="2811"/>
                      <a:pt x="6275" y="1687"/>
                    </a:cubicBezTo>
                    <a:cubicBezTo>
                      <a:pt x="7961" y="562"/>
                      <a:pt x="10188" y="23"/>
                      <a:pt x="12909" y="23"/>
                    </a:cubicBezTo>
                    <a:close/>
                    <a:moveTo>
                      <a:pt x="22332" y="19341"/>
                    </a:moveTo>
                    <a:cubicBezTo>
                      <a:pt x="22332" y="17294"/>
                      <a:pt x="22220" y="15293"/>
                      <a:pt x="21972" y="13314"/>
                    </a:cubicBezTo>
                    <a:cubicBezTo>
                      <a:pt x="21725" y="11335"/>
                      <a:pt x="21275" y="9603"/>
                      <a:pt x="20601" y="8051"/>
                    </a:cubicBezTo>
                    <a:cubicBezTo>
                      <a:pt x="19926" y="6500"/>
                      <a:pt x="18959" y="5263"/>
                      <a:pt x="17722" y="4318"/>
                    </a:cubicBezTo>
                    <a:cubicBezTo>
                      <a:pt x="16485" y="3373"/>
                      <a:pt x="14843" y="2924"/>
                      <a:pt x="12841" y="2924"/>
                    </a:cubicBezTo>
                    <a:cubicBezTo>
                      <a:pt x="10930" y="2924"/>
                      <a:pt x="9378" y="3396"/>
                      <a:pt x="8164" y="4363"/>
                    </a:cubicBezTo>
                    <a:cubicBezTo>
                      <a:pt x="6949" y="5308"/>
                      <a:pt x="6005" y="6589"/>
                      <a:pt x="5330" y="8164"/>
                    </a:cubicBezTo>
                    <a:cubicBezTo>
                      <a:pt x="4655" y="9738"/>
                      <a:pt x="4161" y="11537"/>
                      <a:pt x="3891" y="13561"/>
                    </a:cubicBezTo>
                    <a:cubicBezTo>
                      <a:pt x="3621" y="15585"/>
                      <a:pt x="3486" y="17632"/>
                      <a:pt x="3486" y="19723"/>
                    </a:cubicBezTo>
                    <a:cubicBezTo>
                      <a:pt x="3486" y="22175"/>
                      <a:pt x="3643" y="24401"/>
                      <a:pt x="3936" y="26380"/>
                    </a:cubicBezTo>
                    <a:cubicBezTo>
                      <a:pt x="4251" y="28382"/>
                      <a:pt x="4745" y="30069"/>
                      <a:pt x="5465" y="31485"/>
                    </a:cubicBezTo>
                    <a:cubicBezTo>
                      <a:pt x="6185" y="32880"/>
                      <a:pt x="7152" y="33982"/>
                      <a:pt x="8344" y="34746"/>
                    </a:cubicBezTo>
                    <a:cubicBezTo>
                      <a:pt x="9558" y="35511"/>
                      <a:pt x="11065" y="35916"/>
                      <a:pt x="12909" y="35916"/>
                    </a:cubicBezTo>
                    <a:cubicBezTo>
                      <a:pt x="14956" y="35916"/>
                      <a:pt x="16597" y="35421"/>
                      <a:pt x="17857" y="34409"/>
                    </a:cubicBezTo>
                    <a:cubicBezTo>
                      <a:pt x="19094" y="33397"/>
                      <a:pt x="20038" y="32115"/>
                      <a:pt x="20691" y="30518"/>
                    </a:cubicBezTo>
                    <a:cubicBezTo>
                      <a:pt x="21343" y="28944"/>
                      <a:pt x="21770" y="27145"/>
                      <a:pt x="21995" y="25166"/>
                    </a:cubicBezTo>
                    <a:cubicBezTo>
                      <a:pt x="22220" y="23187"/>
                      <a:pt x="22310" y="21253"/>
                      <a:pt x="22310" y="19341"/>
                    </a:cubicBezTo>
                    <a:close/>
                  </a:path>
                </a:pathLst>
              </a:custGeom>
              <a:solidFill>
                <a:srgbClr val="231F20"/>
              </a:solidFill>
              <a:ln w="2249" cap="flat">
                <a:noFill/>
                <a:prstDash val="solid"/>
                <a:miter/>
              </a:ln>
            </p:spPr>
            <p:txBody>
              <a:bodyPr rtlCol="0" anchor="ctr"/>
              <a:lstStyle/>
              <a:p>
                <a:endParaRPr lang="en-US"/>
              </a:p>
            </p:txBody>
          </p:sp>
          <p:sp>
            <p:nvSpPr>
              <p:cNvPr id="17793" name="Freeform 17792">
                <a:extLst>
                  <a:ext uri="{FF2B5EF4-FFF2-40B4-BE49-F238E27FC236}">
                    <a16:creationId xmlns:a16="http://schemas.microsoft.com/office/drawing/2014/main" id="{46F33116-6579-951E-C94B-DCE7F7300E50}"/>
                  </a:ext>
                </a:extLst>
              </p:cNvPr>
              <p:cNvSpPr/>
              <p:nvPr/>
            </p:nvSpPr>
            <p:spPr>
              <a:xfrm>
                <a:off x="4730478" y="3783188"/>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231F20"/>
              </a:solidFill>
              <a:ln w="2249" cap="flat">
                <a:noFill/>
                <a:prstDash val="solid"/>
                <a:miter/>
              </a:ln>
            </p:spPr>
            <p:txBody>
              <a:bodyPr rtlCol="0" anchor="ctr"/>
              <a:lstStyle/>
              <a:p>
                <a:endParaRPr lang="en-US"/>
              </a:p>
            </p:txBody>
          </p:sp>
          <p:sp>
            <p:nvSpPr>
              <p:cNvPr id="17794" name="Freeform 17793">
                <a:extLst>
                  <a:ext uri="{FF2B5EF4-FFF2-40B4-BE49-F238E27FC236}">
                    <a16:creationId xmlns:a16="http://schemas.microsoft.com/office/drawing/2014/main" id="{27A733EE-2438-A3F5-B289-D662E5A49289}"/>
                  </a:ext>
                </a:extLst>
              </p:cNvPr>
              <p:cNvSpPr/>
              <p:nvPr/>
            </p:nvSpPr>
            <p:spPr>
              <a:xfrm>
                <a:off x="4742555" y="3749881"/>
                <a:ext cx="25211" cy="38074"/>
              </a:xfrm>
              <a:custGeom>
                <a:avLst/>
                <a:gdLst>
                  <a:gd name="connsiteX0" fmla="*/ 1147 w 25211"/>
                  <a:gd name="connsiteY0" fmla="*/ 12482 h 38074"/>
                  <a:gd name="connsiteX1" fmla="*/ 2002 w 25211"/>
                  <a:gd name="connsiteY1" fmla="*/ 7377 h 38074"/>
                  <a:gd name="connsiteX2" fmla="*/ 4475 w 25211"/>
                  <a:gd name="connsiteY2" fmla="*/ 3441 h 38074"/>
                  <a:gd name="connsiteX3" fmla="*/ 8389 w 25211"/>
                  <a:gd name="connsiteY3" fmla="*/ 900 h 38074"/>
                  <a:gd name="connsiteX4" fmla="*/ 13494 w 25211"/>
                  <a:gd name="connsiteY4" fmla="*/ 0 h 38074"/>
                  <a:gd name="connsiteX5" fmla="*/ 18531 w 25211"/>
                  <a:gd name="connsiteY5" fmla="*/ 832 h 38074"/>
                  <a:gd name="connsiteX6" fmla="*/ 22197 w 25211"/>
                  <a:gd name="connsiteY6" fmla="*/ 3081 h 38074"/>
                  <a:gd name="connsiteX7" fmla="*/ 24446 w 25211"/>
                  <a:gd name="connsiteY7" fmla="*/ 6432 h 38074"/>
                  <a:gd name="connsiteX8" fmla="*/ 25211 w 25211"/>
                  <a:gd name="connsiteY8" fmla="*/ 10525 h 38074"/>
                  <a:gd name="connsiteX9" fmla="*/ 24379 w 25211"/>
                  <a:gd name="connsiteY9" fmla="*/ 15001 h 38074"/>
                  <a:gd name="connsiteX10" fmla="*/ 22175 w 25211"/>
                  <a:gd name="connsiteY10" fmla="*/ 18464 h 38074"/>
                  <a:gd name="connsiteX11" fmla="*/ 19049 w 25211"/>
                  <a:gd name="connsiteY11" fmla="*/ 21163 h 38074"/>
                  <a:gd name="connsiteX12" fmla="*/ 15450 w 25211"/>
                  <a:gd name="connsiteY12" fmla="*/ 23412 h 38074"/>
                  <a:gd name="connsiteX13" fmla="*/ 11830 w 25211"/>
                  <a:gd name="connsiteY13" fmla="*/ 25436 h 38074"/>
                  <a:gd name="connsiteX14" fmla="*/ 8636 w 25211"/>
                  <a:gd name="connsiteY14" fmla="*/ 27482 h 38074"/>
                  <a:gd name="connsiteX15" fmla="*/ 6859 w 25211"/>
                  <a:gd name="connsiteY15" fmla="*/ 28967 h 38074"/>
                  <a:gd name="connsiteX16" fmla="*/ 5285 w 25211"/>
                  <a:gd name="connsiteY16" fmla="*/ 30676 h 38074"/>
                  <a:gd name="connsiteX17" fmla="*/ 4161 w 25211"/>
                  <a:gd name="connsiteY17" fmla="*/ 32700 h 38074"/>
                  <a:gd name="connsiteX18" fmla="*/ 3666 w 25211"/>
                  <a:gd name="connsiteY18" fmla="*/ 35151 h 38074"/>
                  <a:gd name="connsiteX19" fmla="*/ 24874 w 25211"/>
                  <a:gd name="connsiteY19" fmla="*/ 35151 h 38074"/>
                  <a:gd name="connsiteX20" fmla="*/ 24874 w 25211"/>
                  <a:gd name="connsiteY20" fmla="*/ 38075 h 38074"/>
                  <a:gd name="connsiteX21" fmla="*/ 0 w 25211"/>
                  <a:gd name="connsiteY21" fmla="*/ 38075 h 38074"/>
                  <a:gd name="connsiteX22" fmla="*/ 585 w 25211"/>
                  <a:gd name="connsiteY22" fmla="*/ 33105 h 38074"/>
                  <a:gd name="connsiteX23" fmla="*/ 2969 w 25211"/>
                  <a:gd name="connsiteY23" fmla="*/ 28787 h 38074"/>
                  <a:gd name="connsiteX24" fmla="*/ 7107 w 25211"/>
                  <a:gd name="connsiteY24" fmla="*/ 24896 h 38074"/>
                  <a:gd name="connsiteX25" fmla="*/ 11290 w 25211"/>
                  <a:gd name="connsiteY25" fmla="*/ 22017 h 38074"/>
                  <a:gd name="connsiteX26" fmla="*/ 15180 w 25211"/>
                  <a:gd name="connsiteY26" fmla="*/ 19701 h 38074"/>
                  <a:gd name="connsiteX27" fmla="*/ 18419 w 25211"/>
                  <a:gd name="connsiteY27" fmla="*/ 17407 h 38074"/>
                  <a:gd name="connsiteX28" fmla="*/ 20623 w 25211"/>
                  <a:gd name="connsiteY28" fmla="*/ 14596 h 38074"/>
                  <a:gd name="connsiteX29" fmla="*/ 21433 w 25211"/>
                  <a:gd name="connsiteY29" fmla="*/ 10772 h 38074"/>
                  <a:gd name="connsiteX30" fmla="*/ 20780 w 25211"/>
                  <a:gd name="connsiteY30" fmla="*/ 7489 h 38074"/>
                  <a:gd name="connsiteX31" fmla="*/ 19004 w 25211"/>
                  <a:gd name="connsiteY31" fmla="*/ 5015 h 38074"/>
                  <a:gd name="connsiteX32" fmla="*/ 16350 w 25211"/>
                  <a:gd name="connsiteY32" fmla="*/ 3486 h 38074"/>
                  <a:gd name="connsiteX33" fmla="*/ 13067 w 25211"/>
                  <a:gd name="connsiteY33" fmla="*/ 2969 h 38074"/>
                  <a:gd name="connsiteX34" fmla="*/ 9648 w 25211"/>
                  <a:gd name="connsiteY34" fmla="*/ 3756 h 38074"/>
                  <a:gd name="connsiteX35" fmla="*/ 6994 w 25211"/>
                  <a:gd name="connsiteY35" fmla="*/ 5825 h 38074"/>
                  <a:gd name="connsiteX36" fmla="*/ 5285 w 25211"/>
                  <a:gd name="connsiteY36" fmla="*/ 8838 h 38074"/>
                  <a:gd name="connsiteX37" fmla="*/ 4790 w 25211"/>
                  <a:gd name="connsiteY37" fmla="*/ 12504 h 38074"/>
                  <a:gd name="connsiteX38" fmla="*/ 1124 w 25211"/>
                  <a:gd name="connsiteY38" fmla="*/ 12504 h 38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25211" h="38074">
                    <a:moveTo>
                      <a:pt x="1147" y="12482"/>
                    </a:moveTo>
                    <a:cubicBezTo>
                      <a:pt x="1147" y="10615"/>
                      <a:pt x="1439" y="8906"/>
                      <a:pt x="2002" y="7377"/>
                    </a:cubicBezTo>
                    <a:cubicBezTo>
                      <a:pt x="2586" y="5847"/>
                      <a:pt x="3396" y="4543"/>
                      <a:pt x="4475" y="3441"/>
                    </a:cubicBezTo>
                    <a:cubicBezTo>
                      <a:pt x="5555" y="2339"/>
                      <a:pt x="6859" y="1507"/>
                      <a:pt x="8389" y="900"/>
                    </a:cubicBezTo>
                    <a:cubicBezTo>
                      <a:pt x="9918" y="315"/>
                      <a:pt x="11627" y="0"/>
                      <a:pt x="13494" y="0"/>
                    </a:cubicBezTo>
                    <a:cubicBezTo>
                      <a:pt x="15361" y="0"/>
                      <a:pt x="17092" y="270"/>
                      <a:pt x="18531" y="832"/>
                    </a:cubicBezTo>
                    <a:cubicBezTo>
                      <a:pt x="19971" y="1394"/>
                      <a:pt x="21208" y="2137"/>
                      <a:pt x="22197" y="3081"/>
                    </a:cubicBezTo>
                    <a:cubicBezTo>
                      <a:pt x="23187" y="4026"/>
                      <a:pt x="23929" y="5128"/>
                      <a:pt x="24446" y="6432"/>
                    </a:cubicBezTo>
                    <a:cubicBezTo>
                      <a:pt x="24941" y="7736"/>
                      <a:pt x="25211" y="9086"/>
                      <a:pt x="25211" y="10525"/>
                    </a:cubicBezTo>
                    <a:cubicBezTo>
                      <a:pt x="25211" y="12212"/>
                      <a:pt x="24941" y="13719"/>
                      <a:pt x="24379" y="15001"/>
                    </a:cubicBezTo>
                    <a:cubicBezTo>
                      <a:pt x="23817" y="16282"/>
                      <a:pt x="23074" y="17452"/>
                      <a:pt x="22175" y="18464"/>
                    </a:cubicBezTo>
                    <a:cubicBezTo>
                      <a:pt x="21253" y="19476"/>
                      <a:pt x="20218" y="20376"/>
                      <a:pt x="19049" y="21163"/>
                    </a:cubicBezTo>
                    <a:cubicBezTo>
                      <a:pt x="17879" y="21950"/>
                      <a:pt x="16687" y="22692"/>
                      <a:pt x="15450" y="23412"/>
                    </a:cubicBezTo>
                    <a:cubicBezTo>
                      <a:pt x="14236" y="24109"/>
                      <a:pt x="13022" y="24784"/>
                      <a:pt x="11830" y="25436"/>
                    </a:cubicBezTo>
                    <a:cubicBezTo>
                      <a:pt x="10638" y="26088"/>
                      <a:pt x="9581" y="26763"/>
                      <a:pt x="8636" y="27482"/>
                    </a:cubicBezTo>
                    <a:cubicBezTo>
                      <a:pt x="8029" y="27955"/>
                      <a:pt x="7422" y="28449"/>
                      <a:pt x="6859" y="28967"/>
                    </a:cubicBezTo>
                    <a:cubicBezTo>
                      <a:pt x="6275" y="29484"/>
                      <a:pt x="5757" y="30046"/>
                      <a:pt x="5285" y="30676"/>
                    </a:cubicBezTo>
                    <a:cubicBezTo>
                      <a:pt x="4813" y="31283"/>
                      <a:pt x="4430" y="31958"/>
                      <a:pt x="4161" y="32700"/>
                    </a:cubicBezTo>
                    <a:cubicBezTo>
                      <a:pt x="3868" y="33442"/>
                      <a:pt x="3711" y="34252"/>
                      <a:pt x="3666" y="35151"/>
                    </a:cubicBezTo>
                    <a:lnTo>
                      <a:pt x="24874" y="35151"/>
                    </a:lnTo>
                    <a:lnTo>
                      <a:pt x="24874" y="38075"/>
                    </a:lnTo>
                    <a:lnTo>
                      <a:pt x="0" y="38075"/>
                    </a:lnTo>
                    <a:cubicBezTo>
                      <a:pt x="45" y="36231"/>
                      <a:pt x="225" y="34589"/>
                      <a:pt x="585" y="33105"/>
                    </a:cubicBezTo>
                    <a:cubicBezTo>
                      <a:pt x="945" y="31620"/>
                      <a:pt x="1732" y="30181"/>
                      <a:pt x="2969" y="28787"/>
                    </a:cubicBezTo>
                    <a:cubicBezTo>
                      <a:pt x="4296" y="27280"/>
                      <a:pt x="5667" y="25975"/>
                      <a:pt x="7107" y="24896"/>
                    </a:cubicBezTo>
                    <a:cubicBezTo>
                      <a:pt x="8524" y="23817"/>
                      <a:pt x="9918" y="22849"/>
                      <a:pt x="11290" y="22017"/>
                    </a:cubicBezTo>
                    <a:cubicBezTo>
                      <a:pt x="12662" y="21163"/>
                      <a:pt x="13944" y="20398"/>
                      <a:pt x="15180" y="19701"/>
                    </a:cubicBezTo>
                    <a:cubicBezTo>
                      <a:pt x="16395" y="19004"/>
                      <a:pt x="17474" y="18239"/>
                      <a:pt x="18419" y="17407"/>
                    </a:cubicBezTo>
                    <a:cubicBezTo>
                      <a:pt x="19363" y="16575"/>
                      <a:pt x="20083" y="15653"/>
                      <a:pt x="20623" y="14596"/>
                    </a:cubicBezTo>
                    <a:cubicBezTo>
                      <a:pt x="21163" y="13561"/>
                      <a:pt x="21433" y="12279"/>
                      <a:pt x="21433" y="10772"/>
                    </a:cubicBezTo>
                    <a:cubicBezTo>
                      <a:pt x="21433" y="9558"/>
                      <a:pt x="21208" y="8456"/>
                      <a:pt x="20780" y="7489"/>
                    </a:cubicBezTo>
                    <a:cubicBezTo>
                      <a:pt x="20353" y="6522"/>
                      <a:pt x="19746" y="5690"/>
                      <a:pt x="19004" y="5015"/>
                    </a:cubicBezTo>
                    <a:cubicBezTo>
                      <a:pt x="18262" y="4340"/>
                      <a:pt x="17362" y="3823"/>
                      <a:pt x="16350" y="3486"/>
                    </a:cubicBezTo>
                    <a:cubicBezTo>
                      <a:pt x="15338" y="3149"/>
                      <a:pt x="14236" y="2969"/>
                      <a:pt x="13067" y="2969"/>
                    </a:cubicBezTo>
                    <a:cubicBezTo>
                      <a:pt x="11807" y="2969"/>
                      <a:pt x="10660" y="3239"/>
                      <a:pt x="9648" y="3756"/>
                    </a:cubicBezTo>
                    <a:cubicBezTo>
                      <a:pt x="8614" y="4273"/>
                      <a:pt x="7737" y="4970"/>
                      <a:pt x="6994" y="5825"/>
                    </a:cubicBezTo>
                    <a:cubicBezTo>
                      <a:pt x="6252" y="6679"/>
                      <a:pt x="5690" y="7691"/>
                      <a:pt x="5285" y="8838"/>
                    </a:cubicBezTo>
                    <a:cubicBezTo>
                      <a:pt x="4880" y="9985"/>
                      <a:pt x="4723" y="11222"/>
                      <a:pt x="4790" y="12504"/>
                    </a:cubicBezTo>
                    <a:lnTo>
                      <a:pt x="1124" y="12504"/>
                    </a:lnTo>
                    <a:close/>
                  </a:path>
                </a:pathLst>
              </a:custGeom>
              <a:solidFill>
                <a:srgbClr val="231F20"/>
              </a:solidFill>
              <a:ln w="2249" cap="flat">
                <a:noFill/>
                <a:prstDash val="solid"/>
                <a:miter/>
              </a:ln>
            </p:spPr>
            <p:txBody>
              <a:bodyPr rtlCol="0" anchor="ctr"/>
              <a:lstStyle/>
              <a:p>
                <a:endParaRPr lang="en-US"/>
              </a:p>
            </p:txBody>
          </p:sp>
        </p:grpSp>
        <p:grpSp>
          <p:nvGrpSpPr>
            <p:cNvPr id="17795" name="Graphic 4479">
              <a:extLst>
                <a:ext uri="{FF2B5EF4-FFF2-40B4-BE49-F238E27FC236}">
                  <a16:creationId xmlns:a16="http://schemas.microsoft.com/office/drawing/2014/main" id="{CB2C3F0C-E464-691D-A364-B828139F2156}"/>
                </a:ext>
              </a:extLst>
            </p:cNvPr>
            <p:cNvGrpSpPr/>
            <p:nvPr/>
          </p:nvGrpSpPr>
          <p:grpSpPr>
            <a:xfrm>
              <a:off x="762838" y="3438666"/>
              <a:ext cx="236341" cy="129208"/>
              <a:chOff x="4697036" y="3521949"/>
              <a:chExt cx="70999" cy="38816"/>
            </a:xfrm>
            <a:solidFill>
              <a:srgbClr val="231F20"/>
            </a:solidFill>
          </p:grpSpPr>
          <p:sp>
            <p:nvSpPr>
              <p:cNvPr id="17796" name="Freeform 17795">
                <a:extLst>
                  <a:ext uri="{FF2B5EF4-FFF2-40B4-BE49-F238E27FC236}">
                    <a16:creationId xmlns:a16="http://schemas.microsoft.com/office/drawing/2014/main" id="{246ADD80-FA54-DBC1-81EC-4DC959D3174B}"/>
                  </a:ext>
                </a:extLst>
              </p:cNvPr>
              <p:cNvSpPr/>
              <p:nvPr/>
            </p:nvSpPr>
            <p:spPr>
              <a:xfrm>
                <a:off x="4697036" y="3521949"/>
                <a:ext cx="25772" cy="38816"/>
              </a:xfrm>
              <a:custGeom>
                <a:avLst/>
                <a:gdLst>
                  <a:gd name="connsiteX0" fmla="*/ 12932 w 25772"/>
                  <a:gd name="connsiteY0" fmla="*/ 0 h 38816"/>
                  <a:gd name="connsiteX1" fmla="*/ 17789 w 25772"/>
                  <a:gd name="connsiteY1" fmla="*/ 832 h 38816"/>
                  <a:gd name="connsiteX2" fmla="*/ 21275 w 25772"/>
                  <a:gd name="connsiteY2" fmla="*/ 3126 h 38816"/>
                  <a:gd name="connsiteX3" fmla="*/ 23592 w 25772"/>
                  <a:gd name="connsiteY3" fmla="*/ 6522 h 38816"/>
                  <a:gd name="connsiteX4" fmla="*/ 24963 w 25772"/>
                  <a:gd name="connsiteY4" fmla="*/ 10660 h 38816"/>
                  <a:gd name="connsiteX5" fmla="*/ 25616 w 25772"/>
                  <a:gd name="connsiteY5" fmla="*/ 15158 h 38816"/>
                  <a:gd name="connsiteX6" fmla="*/ 25773 w 25772"/>
                  <a:gd name="connsiteY6" fmla="*/ 19701 h 38816"/>
                  <a:gd name="connsiteX7" fmla="*/ 25233 w 25772"/>
                  <a:gd name="connsiteY7" fmla="*/ 26942 h 38816"/>
                  <a:gd name="connsiteX8" fmla="*/ 23254 w 25772"/>
                  <a:gd name="connsiteY8" fmla="*/ 33037 h 38816"/>
                  <a:gd name="connsiteX9" fmla="*/ 19341 w 25772"/>
                  <a:gd name="connsiteY9" fmla="*/ 37243 h 38816"/>
                  <a:gd name="connsiteX10" fmla="*/ 12909 w 25772"/>
                  <a:gd name="connsiteY10" fmla="*/ 38817 h 38816"/>
                  <a:gd name="connsiteX11" fmla="*/ 6454 w 25772"/>
                  <a:gd name="connsiteY11" fmla="*/ 37243 h 38816"/>
                  <a:gd name="connsiteX12" fmla="*/ 2519 w 25772"/>
                  <a:gd name="connsiteY12" fmla="*/ 33015 h 38816"/>
                  <a:gd name="connsiteX13" fmla="*/ 540 w 25772"/>
                  <a:gd name="connsiteY13" fmla="*/ 26808 h 38816"/>
                  <a:gd name="connsiteX14" fmla="*/ 0 w 25772"/>
                  <a:gd name="connsiteY14" fmla="*/ 19341 h 38816"/>
                  <a:gd name="connsiteX15" fmla="*/ 495 w 25772"/>
                  <a:gd name="connsiteY15" fmla="*/ 12279 h 38816"/>
                  <a:gd name="connsiteX16" fmla="*/ 2362 w 25772"/>
                  <a:gd name="connsiteY16" fmla="*/ 6095 h 38816"/>
                  <a:gd name="connsiteX17" fmla="*/ 6275 w 25772"/>
                  <a:gd name="connsiteY17" fmla="*/ 1687 h 38816"/>
                  <a:gd name="connsiteX18" fmla="*/ 12909 w 25772"/>
                  <a:gd name="connsiteY18" fmla="*/ 22 h 38816"/>
                  <a:gd name="connsiteX19" fmla="*/ 22332 w 25772"/>
                  <a:gd name="connsiteY19" fmla="*/ 19341 h 38816"/>
                  <a:gd name="connsiteX20" fmla="*/ 21972 w 25772"/>
                  <a:gd name="connsiteY20" fmla="*/ 13314 h 38816"/>
                  <a:gd name="connsiteX21" fmla="*/ 20601 w 25772"/>
                  <a:gd name="connsiteY21" fmla="*/ 8051 h 38816"/>
                  <a:gd name="connsiteX22" fmla="*/ 17722 w 25772"/>
                  <a:gd name="connsiteY22" fmla="*/ 4318 h 38816"/>
                  <a:gd name="connsiteX23" fmla="*/ 12841 w 25772"/>
                  <a:gd name="connsiteY23" fmla="*/ 2924 h 38816"/>
                  <a:gd name="connsiteX24" fmla="*/ 8164 w 25772"/>
                  <a:gd name="connsiteY24" fmla="*/ 4363 h 38816"/>
                  <a:gd name="connsiteX25" fmla="*/ 5330 w 25772"/>
                  <a:gd name="connsiteY25" fmla="*/ 8164 h 38816"/>
                  <a:gd name="connsiteX26" fmla="*/ 3891 w 25772"/>
                  <a:gd name="connsiteY26" fmla="*/ 13561 h 38816"/>
                  <a:gd name="connsiteX27" fmla="*/ 3486 w 25772"/>
                  <a:gd name="connsiteY27" fmla="*/ 19723 h 38816"/>
                  <a:gd name="connsiteX28" fmla="*/ 3936 w 25772"/>
                  <a:gd name="connsiteY28" fmla="*/ 26380 h 38816"/>
                  <a:gd name="connsiteX29" fmla="*/ 5465 w 25772"/>
                  <a:gd name="connsiteY29" fmla="*/ 31485 h 38816"/>
                  <a:gd name="connsiteX30" fmla="*/ 8344 w 25772"/>
                  <a:gd name="connsiteY30" fmla="*/ 34746 h 38816"/>
                  <a:gd name="connsiteX31" fmla="*/ 12909 w 25772"/>
                  <a:gd name="connsiteY31" fmla="*/ 35916 h 38816"/>
                  <a:gd name="connsiteX32" fmla="*/ 17857 w 25772"/>
                  <a:gd name="connsiteY32" fmla="*/ 34409 h 38816"/>
                  <a:gd name="connsiteX33" fmla="*/ 20691 w 25772"/>
                  <a:gd name="connsiteY33" fmla="*/ 30518 h 38816"/>
                  <a:gd name="connsiteX34" fmla="*/ 21995 w 25772"/>
                  <a:gd name="connsiteY34" fmla="*/ 25166 h 38816"/>
                  <a:gd name="connsiteX35" fmla="*/ 22310 w 25772"/>
                  <a:gd name="connsiteY35" fmla="*/ 19341 h 38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2" h="38816">
                    <a:moveTo>
                      <a:pt x="12932" y="0"/>
                    </a:moveTo>
                    <a:cubicBezTo>
                      <a:pt x="14798" y="0"/>
                      <a:pt x="16418" y="270"/>
                      <a:pt x="17789" y="832"/>
                    </a:cubicBezTo>
                    <a:cubicBezTo>
                      <a:pt x="19161" y="1394"/>
                      <a:pt x="20308" y="2159"/>
                      <a:pt x="21275" y="3126"/>
                    </a:cubicBezTo>
                    <a:cubicBezTo>
                      <a:pt x="22220" y="4093"/>
                      <a:pt x="23007" y="5240"/>
                      <a:pt x="23592" y="6522"/>
                    </a:cubicBezTo>
                    <a:cubicBezTo>
                      <a:pt x="24176" y="7826"/>
                      <a:pt x="24648" y="9198"/>
                      <a:pt x="24963" y="10660"/>
                    </a:cubicBezTo>
                    <a:cubicBezTo>
                      <a:pt x="25278" y="12122"/>
                      <a:pt x="25503" y="13629"/>
                      <a:pt x="25616" y="15158"/>
                    </a:cubicBezTo>
                    <a:cubicBezTo>
                      <a:pt x="25728" y="16687"/>
                      <a:pt x="25773" y="18217"/>
                      <a:pt x="25773" y="19701"/>
                    </a:cubicBezTo>
                    <a:cubicBezTo>
                      <a:pt x="25773" y="22220"/>
                      <a:pt x="25593" y="24626"/>
                      <a:pt x="25233" y="26942"/>
                    </a:cubicBezTo>
                    <a:cubicBezTo>
                      <a:pt x="24874" y="29236"/>
                      <a:pt x="24221" y="31283"/>
                      <a:pt x="23254" y="33037"/>
                    </a:cubicBezTo>
                    <a:cubicBezTo>
                      <a:pt x="22310"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900" y="29169"/>
                      <a:pt x="540" y="26808"/>
                    </a:cubicBezTo>
                    <a:cubicBezTo>
                      <a:pt x="180" y="24446"/>
                      <a:pt x="0" y="21950"/>
                      <a:pt x="0" y="19341"/>
                    </a:cubicBezTo>
                    <a:cubicBezTo>
                      <a:pt x="0" y="16935"/>
                      <a:pt x="158" y="14573"/>
                      <a:pt x="495" y="12279"/>
                    </a:cubicBezTo>
                    <a:cubicBezTo>
                      <a:pt x="810" y="9985"/>
                      <a:pt x="1439" y="7916"/>
                      <a:pt x="2362" y="6095"/>
                    </a:cubicBezTo>
                    <a:cubicBezTo>
                      <a:pt x="3283" y="4273"/>
                      <a:pt x="4588" y="2811"/>
                      <a:pt x="6275" y="1687"/>
                    </a:cubicBezTo>
                    <a:cubicBezTo>
                      <a:pt x="7961" y="562"/>
                      <a:pt x="10188" y="22"/>
                      <a:pt x="12909" y="22"/>
                    </a:cubicBezTo>
                    <a:close/>
                    <a:moveTo>
                      <a:pt x="22332" y="19341"/>
                    </a:moveTo>
                    <a:cubicBezTo>
                      <a:pt x="22332" y="17294"/>
                      <a:pt x="22220" y="15293"/>
                      <a:pt x="21972" y="13314"/>
                    </a:cubicBezTo>
                    <a:cubicBezTo>
                      <a:pt x="21725" y="11335"/>
                      <a:pt x="21275" y="9603"/>
                      <a:pt x="20601" y="8051"/>
                    </a:cubicBezTo>
                    <a:cubicBezTo>
                      <a:pt x="19926" y="6499"/>
                      <a:pt x="18959" y="5262"/>
                      <a:pt x="17722" y="4318"/>
                    </a:cubicBezTo>
                    <a:cubicBezTo>
                      <a:pt x="16485" y="3373"/>
                      <a:pt x="14843" y="2924"/>
                      <a:pt x="12841" y="2924"/>
                    </a:cubicBezTo>
                    <a:cubicBezTo>
                      <a:pt x="10930" y="2924"/>
                      <a:pt x="9378" y="3396"/>
                      <a:pt x="8164" y="4363"/>
                    </a:cubicBezTo>
                    <a:cubicBezTo>
                      <a:pt x="6949" y="5308"/>
                      <a:pt x="6005" y="6589"/>
                      <a:pt x="5330" y="8164"/>
                    </a:cubicBezTo>
                    <a:cubicBezTo>
                      <a:pt x="4655" y="9738"/>
                      <a:pt x="4161" y="11537"/>
                      <a:pt x="3891" y="13561"/>
                    </a:cubicBezTo>
                    <a:cubicBezTo>
                      <a:pt x="3621" y="15585"/>
                      <a:pt x="3486" y="17632"/>
                      <a:pt x="3486" y="19723"/>
                    </a:cubicBezTo>
                    <a:cubicBezTo>
                      <a:pt x="3486" y="22175"/>
                      <a:pt x="3643" y="24401"/>
                      <a:pt x="3936" y="26380"/>
                    </a:cubicBezTo>
                    <a:cubicBezTo>
                      <a:pt x="4251" y="28382"/>
                      <a:pt x="4745" y="30069"/>
                      <a:pt x="5465" y="31485"/>
                    </a:cubicBezTo>
                    <a:cubicBezTo>
                      <a:pt x="6185" y="32880"/>
                      <a:pt x="7152" y="33982"/>
                      <a:pt x="8344" y="34746"/>
                    </a:cubicBezTo>
                    <a:cubicBezTo>
                      <a:pt x="9558" y="35511"/>
                      <a:pt x="11065" y="35916"/>
                      <a:pt x="12909" y="35916"/>
                    </a:cubicBezTo>
                    <a:cubicBezTo>
                      <a:pt x="14956" y="35916"/>
                      <a:pt x="16597" y="35421"/>
                      <a:pt x="17857" y="34409"/>
                    </a:cubicBezTo>
                    <a:cubicBezTo>
                      <a:pt x="19094" y="33397"/>
                      <a:pt x="20038" y="32115"/>
                      <a:pt x="20691" y="30518"/>
                    </a:cubicBezTo>
                    <a:cubicBezTo>
                      <a:pt x="21343" y="28944"/>
                      <a:pt x="21770" y="27145"/>
                      <a:pt x="21995" y="25166"/>
                    </a:cubicBezTo>
                    <a:cubicBezTo>
                      <a:pt x="22220" y="23187"/>
                      <a:pt x="22310" y="21253"/>
                      <a:pt x="22310" y="19341"/>
                    </a:cubicBezTo>
                    <a:close/>
                  </a:path>
                </a:pathLst>
              </a:custGeom>
              <a:solidFill>
                <a:srgbClr val="231F20"/>
              </a:solidFill>
              <a:ln w="2249" cap="flat">
                <a:noFill/>
                <a:prstDash val="solid"/>
                <a:miter/>
              </a:ln>
            </p:spPr>
            <p:txBody>
              <a:bodyPr rtlCol="0" anchor="ctr"/>
              <a:lstStyle/>
              <a:p>
                <a:endParaRPr lang="en-US"/>
              </a:p>
            </p:txBody>
          </p:sp>
          <p:sp>
            <p:nvSpPr>
              <p:cNvPr id="17797" name="Freeform 17796">
                <a:extLst>
                  <a:ext uri="{FF2B5EF4-FFF2-40B4-BE49-F238E27FC236}">
                    <a16:creationId xmlns:a16="http://schemas.microsoft.com/office/drawing/2014/main" id="{26ABA3B5-0D0E-7FB2-D956-6AE33DCF7A96}"/>
                  </a:ext>
                </a:extLst>
              </p:cNvPr>
              <p:cNvSpPr/>
              <p:nvPr/>
            </p:nvSpPr>
            <p:spPr>
              <a:xfrm>
                <a:off x="4730478" y="3555256"/>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231F20"/>
              </a:solidFill>
              <a:ln w="2249" cap="flat">
                <a:noFill/>
                <a:prstDash val="solid"/>
                <a:miter/>
              </a:ln>
            </p:spPr>
            <p:txBody>
              <a:bodyPr rtlCol="0" anchor="ctr"/>
              <a:lstStyle/>
              <a:p>
                <a:endParaRPr lang="en-US"/>
              </a:p>
            </p:txBody>
          </p:sp>
          <p:sp>
            <p:nvSpPr>
              <p:cNvPr id="17798" name="Freeform 17797">
                <a:extLst>
                  <a:ext uri="{FF2B5EF4-FFF2-40B4-BE49-F238E27FC236}">
                    <a16:creationId xmlns:a16="http://schemas.microsoft.com/office/drawing/2014/main" id="{FC34A13B-5133-260E-CAE9-9C1202DFA673}"/>
                  </a:ext>
                </a:extLst>
              </p:cNvPr>
              <p:cNvSpPr/>
              <p:nvPr/>
            </p:nvSpPr>
            <p:spPr>
              <a:xfrm>
                <a:off x="4741925" y="3522332"/>
                <a:ext cx="26110" cy="37692"/>
              </a:xfrm>
              <a:custGeom>
                <a:avLst/>
                <a:gdLst>
                  <a:gd name="connsiteX0" fmla="*/ 17385 w 26110"/>
                  <a:gd name="connsiteY0" fmla="*/ 28292 h 37692"/>
                  <a:gd name="connsiteX1" fmla="*/ 0 w 26110"/>
                  <a:gd name="connsiteY1" fmla="*/ 28292 h 37692"/>
                  <a:gd name="connsiteX2" fmla="*/ 0 w 26110"/>
                  <a:gd name="connsiteY2" fmla="*/ 25323 h 37692"/>
                  <a:gd name="connsiteX3" fmla="*/ 17700 w 26110"/>
                  <a:gd name="connsiteY3" fmla="*/ 0 h 37692"/>
                  <a:gd name="connsiteX4" fmla="*/ 20825 w 26110"/>
                  <a:gd name="connsiteY4" fmla="*/ 0 h 37692"/>
                  <a:gd name="connsiteX5" fmla="*/ 20825 w 26110"/>
                  <a:gd name="connsiteY5" fmla="*/ 25368 h 37692"/>
                  <a:gd name="connsiteX6" fmla="*/ 26111 w 26110"/>
                  <a:gd name="connsiteY6" fmla="*/ 25368 h 37692"/>
                  <a:gd name="connsiteX7" fmla="*/ 26111 w 26110"/>
                  <a:gd name="connsiteY7" fmla="*/ 28292 h 37692"/>
                  <a:gd name="connsiteX8" fmla="*/ 20825 w 26110"/>
                  <a:gd name="connsiteY8" fmla="*/ 28292 h 37692"/>
                  <a:gd name="connsiteX9" fmla="*/ 20825 w 26110"/>
                  <a:gd name="connsiteY9" fmla="*/ 37693 h 37692"/>
                  <a:gd name="connsiteX10" fmla="*/ 17362 w 26110"/>
                  <a:gd name="connsiteY10" fmla="*/ 37693 h 37692"/>
                  <a:gd name="connsiteX11" fmla="*/ 17362 w 26110"/>
                  <a:gd name="connsiteY11" fmla="*/ 28292 h 37692"/>
                  <a:gd name="connsiteX12" fmla="*/ 3396 w 26110"/>
                  <a:gd name="connsiteY12" fmla="*/ 25368 h 37692"/>
                  <a:gd name="connsiteX13" fmla="*/ 17385 w 26110"/>
                  <a:gd name="connsiteY13" fmla="*/ 25368 h 37692"/>
                  <a:gd name="connsiteX14" fmla="*/ 17385 w 26110"/>
                  <a:gd name="connsiteY14" fmla="*/ 5173 h 37692"/>
                  <a:gd name="connsiteX15" fmla="*/ 3396 w 26110"/>
                  <a:gd name="connsiteY15" fmla="*/ 25368 h 37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6110" h="37692">
                    <a:moveTo>
                      <a:pt x="17385" y="28292"/>
                    </a:moveTo>
                    <a:lnTo>
                      <a:pt x="0" y="28292"/>
                    </a:lnTo>
                    <a:lnTo>
                      <a:pt x="0" y="25323"/>
                    </a:lnTo>
                    <a:lnTo>
                      <a:pt x="17700" y="0"/>
                    </a:lnTo>
                    <a:lnTo>
                      <a:pt x="20825" y="0"/>
                    </a:lnTo>
                    <a:lnTo>
                      <a:pt x="20825" y="25368"/>
                    </a:lnTo>
                    <a:lnTo>
                      <a:pt x="26111" y="25368"/>
                    </a:lnTo>
                    <a:lnTo>
                      <a:pt x="26111" y="28292"/>
                    </a:lnTo>
                    <a:lnTo>
                      <a:pt x="20825" y="28292"/>
                    </a:lnTo>
                    <a:lnTo>
                      <a:pt x="20825" y="37693"/>
                    </a:lnTo>
                    <a:lnTo>
                      <a:pt x="17362" y="37693"/>
                    </a:lnTo>
                    <a:lnTo>
                      <a:pt x="17362" y="28292"/>
                    </a:lnTo>
                    <a:close/>
                    <a:moveTo>
                      <a:pt x="3396" y="25368"/>
                    </a:moveTo>
                    <a:lnTo>
                      <a:pt x="17385" y="25368"/>
                    </a:lnTo>
                    <a:lnTo>
                      <a:pt x="17385" y="5173"/>
                    </a:lnTo>
                    <a:lnTo>
                      <a:pt x="3396" y="25368"/>
                    </a:lnTo>
                    <a:close/>
                  </a:path>
                </a:pathLst>
              </a:custGeom>
              <a:solidFill>
                <a:srgbClr val="231F20"/>
              </a:solidFill>
              <a:ln w="2249" cap="flat">
                <a:noFill/>
                <a:prstDash val="solid"/>
                <a:miter/>
              </a:ln>
            </p:spPr>
            <p:txBody>
              <a:bodyPr rtlCol="0" anchor="ctr"/>
              <a:lstStyle/>
              <a:p>
                <a:endParaRPr lang="en-US"/>
              </a:p>
            </p:txBody>
          </p:sp>
        </p:grpSp>
        <p:sp>
          <p:nvSpPr>
            <p:cNvPr id="17963" name="Freeform 17962">
              <a:extLst>
                <a:ext uri="{FF2B5EF4-FFF2-40B4-BE49-F238E27FC236}">
                  <a16:creationId xmlns:a16="http://schemas.microsoft.com/office/drawing/2014/main" id="{C693D560-20D4-1AAC-25E6-D371F7E3ABE4}"/>
                </a:ext>
              </a:extLst>
            </p:cNvPr>
            <p:cNvSpPr/>
            <p:nvPr/>
          </p:nvSpPr>
          <p:spPr>
            <a:xfrm>
              <a:off x="1015878" y="5012941"/>
              <a:ext cx="3223766" cy="7483"/>
            </a:xfrm>
            <a:custGeom>
              <a:avLst/>
              <a:gdLst>
                <a:gd name="connsiteX0" fmla="*/ 0 w 968446"/>
                <a:gd name="connsiteY0" fmla="*/ 0 h 2248"/>
                <a:gd name="connsiteX1" fmla="*/ 968446 w 968446"/>
                <a:gd name="connsiteY1" fmla="*/ 0 h 2248"/>
              </a:gdLst>
              <a:ahLst/>
              <a:cxnLst>
                <a:cxn ang="0">
                  <a:pos x="connsiteX0" y="connsiteY0"/>
                </a:cxn>
                <a:cxn ang="0">
                  <a:pos x="connsiteX1" y="connsiteY1"/>
                </a:cxn>
              </a:cxnLst>
              <a:rect l="l" t="t" r="r" b="b"/>
              <a:pathLst>
                <a:path w="968446" h="2248">
                  <a:moveTo>
                    <a:pt x="0" y="0"/>
                  </a:moveTo>
                  <a:lnTo>
                    <a:pt x="968446" y="0"/>
                  </a:lnTo>
                </a:path>
              </a:pathLst>
            </a:custGeom>
            <a:ln w="4498" cap="flat">
              <a:solidFill>
                <a:srgbClr val="010101"/>
              </a:solidFill>
              <a:custDash>
                <a:ds d="709500" sp="709500"/>
              </a:custDash>
              <a:bevel/>
            </a:ln>
          </p:spPr>
          <p:txBody>
            <a:bodyPr rtlCol="0" anchor="ctr"/>
            <a:lstStyle/>
            <a:p>
              <a:endParaRPr lang="en-US"/>
            </a:p>
          </p:txBody>
        </p:sp>
        <p:grpSp>
          <p:nvGrpSpPr>
            <p:cNvPr id="17982" name="Graphic 4479">
              <a:extLst>
                <a:ext uri="{FF2B5EF4-FFF2-40B4-BE49-F238E27FC236}">
                  <a16:creationId xmlns:a16="http://schemas.microsoft.com/office/drawing/2014/main" id="{07985E30-000C-96D6-AEDE-162F706D2581}"/>
                </a:ext>
              </a:extLst>
            </p:cNvPr>
            <p:cNvGrpSpPr/>
            <p:nvPr/>
          </p:nvGrpSpPr>
          <p:grpSpPr>
            <a:xfrm>
              <a:off x="497822" y="3866190"/>
              <a:ext cx="169639" cy="1357695"/>
              <a:chOff x="4617423" y="3720915"/>
              <a:chExt cx="50961" cy="407870"/>
            </a:xfrm>
            <a:solidFill>
              <a:srgbClr val="231F20"/>
            </a:solidFill>
          </p:grpSpPr>
          <p:sp>
            <p:nvSpPr>
              <p:cNvPr id="17983" name="Freeform 17982">
                <a:extLst>
                  <a:ext uri="{FF2B5EF4-FFF2-40B4-BE49-F238E27FC236}">
                    <a16:creationId xmlns:a16="http://schemas.microsoft.com/office/drawing/2014/main" id="{4A75FE68-0A48-FB4C-6C74-A9E3F1297827}"/>
                  </a:ext>
                </a:extLst>
              </p:cNvPr>
              <p:cNvSpPr/>
              <p:nvPr/>
            </p:nvSpPr>
            <p:spPr>
              <a:xfrm>
                <a:off x="4617423" y="4094152"/>
                <a:ext cx="40953" cy="34633"/>
              </a:xfrm>
              <a:custGeom>
                <a:avLst/>
                <a:gdLst>
                  <a:gd name="connsiteX0" fmla="*/ 22985 w 40953"/>
                  <a:gd name="connsiteY0" fmla="*/ 16620 h 34633"/>
                  <a:gd name="connsiteX1" fmla="*/ 19858 w 40953"/>
                  <a:gd name="connsiteY1" fmla="*/ 16620 h 34633"/>
                  <a:gd name="connsiteX2" fmla="*/ 19858 w 40953"/>
                  <a:gd name="connsiteY2" fmla="*/ 0 h 34633"/>
                  <a:gd name="connsiteX3" fmla="*/ 39942 w 40953"/>
                  <a:gd name="connsiteY3" fmla="*/ 0 h 34633"/>
                  <a:gd name="connsiteX4" fmla="*/ 39942 w 40953"/>
                  <a:gd name="connsiteY4" fmla="*/ 3126 h 34633"/>
                  <a:gd name="connsiteX5" fmla="*/ 33307 w 40953"/>
                  <a:gd name="connsiteY5" fmla="*/ 3126 h 34633"/>
                  <a:gd name="connsiteX6" fmla="*/ 36456 w 40953"/>
                  <a:gd name="connsiteY6" fmla="*/ 5465 h 34633"/>
                  <a:gd name="connsiteX7" fmla="*/ 38885 w 40953"/>
                  <a:gd name="connsiteY7" fmla="*/ 8524 h 34633"/>
                  <a:gd name="connsiteX8" fmla="*/ 40414 w 40953"/>
                  <a:gd name="connsiteY8" fmla="*/ 12527 h 34633"/>
                  <a:gd name="connsiteX9" fmla="*/ 40954 w 40953"/>
                  <a:gd name="connsiteY9" fmla="*/ 17654 h 34633"/>
                  <a:gd name="connsiteX10" fmla="*/ 39649 w 40953"/>
                  <a:gd name="connsiteY10" fmla="*/ 24446 h 34633"/>
                  <a:gd name="connsiteX11" fmla="*/ 35781 w 40953"/>
                  <a:gd name="connsiteY11" fmla="*/ 29844 h 34633"/>
                  <a:gd name="connsiteX12" fmla="*/ 29327 w 40953"/>
                  <a:gd name="connsiteY12" fmla="*/ 33374 h 34633"/>
                  <a:gd name="connsiteX13" fmla="*/ 20263 w 40953"/>
                  <a:gd name="connsiteY13" fmla="*/ 34634 h 34633"/>
                  <a:gd name="connsiteX14" fmla="*/ 12302 w 40953"/>
                  <a:gd name="connsiteY14" fmla="*/ 33554 h 34633"/>
                  <a:gd name="connsiteX15" fmla="*/ 5870 w 40953"/>
                  <a:gd name="connsiteY15" fmla="*/ 30226 h 34633"/>
                  <a:gd name="connsiteX16" fmla="*/ 1574 w 40953"/>
                  <a:gd name="connsiteY16" fmla="*/ 24604 h 34633"/>
                  <a:gd name="connsiteX17" fmla="*/ 0 w 40953"/>
                  <a:gd name="connsiteY17" fmla="*/ 16642 h 34633"/>
                  <a:gd name="connsiteX18" fmla="*/ 765 w 40953"/>
                  <a:gd name="connsiteY18" fmla="*/ 10885 h 34633"/>
                  <a:gd name="connsiteX19" fmla="*/ 3059 w 40953"/>
                  <a:gd name="connsiteY19" fmla="*/ 6072 h 34633"/>
                  <a:gd name="connsiteX20" fmla="*/ 6882 w 40953"/>
                  <a:gd name="connsiteY20" fmla="*/ 2474 h 34633"/>
                  <a:gd name="connsiteX21" fmla="*/ 12302 w 40953"/>
                  <a:gd name="connsiteY21" fmla="*/ 360 h 34633"/>
                  <a:gd name="connsiteX22" fmla="*/ 12302 w 40953"/>
                  <a:gd name="connsiteY22" fmla="*/ 4138 h 34633"/>
                  <a:gd name="connsiteX23" fmla="*/ 8411 w 40953"/>
                  <a:gd name="connsiteY23" fmla="*/ 5780 h 34633"/>
                  <a:gd name="connsiteX24" fmla="*/ 5533 w 40953"/>
                  <a:gd name="connsiteY24" fmla="*/ 8569 h 34633"/>
                  <a:gd name="connsiteX25" fmla="*/ 3756 w 40953"/>
                  <a:gd name="connsiteY25" fmla="*/ 12189 h 34633"/>
                  <a:gd name="connsiteX26" fmla="*/ 3126 w 40953"/>
                  <a:gd name="connsiteY26" fmla="*/ 16350 h 34633"/>
                  <a:gd name="connsiteX27" fmla="*/ 4475 w 40953"/>
                  <a:gd name="connsiteY27" fmla="*/ 22939 h 34633"/>
                  <a:gd name="connsiteX28" fmla="*/ 8276 w 40953"/>
                  <a:gd name="connsiteY28" fmla="*/ 27482 h 34633"/>
                  <a:gd name="connsiteX29" fmla="*/ 14169 w 40953"/>
                  <a:gd name="connsiteY29" fmla="*/ 30091 h 34633"/>
                  <a:gd name="connsiteX30" fmla="*/ 21703 w 40953"/>
                  <a:gd name="connsiteY30" fmla="*/ 30923 h 34633"/>
                  <a:gd name="connsiteX31" fmla="*/ 27865 w 40953"/>
                  <a:gd name="connsiteY31" fmla="*/ 29979 h 34633"/>
                  <a:gd name="connsiteX32" fmla="*/ 32992 w 40953"/>
                  <a:gd name="connsiteY32" fmla="*/ 27235 h 34633"/>
                  <a:gd name="connsiteX33" fmla="*/ 36501 w 40953"/>
                  <a:gd name="connsiteY33" fmla="*/ 22804 h 34633"/>
                  <a:gd name="connsiteX34" fmla="*/ 37805 w 40953"/>
                  <a:gd name="connsiteY34" fmla="*/ 16845 h 34633"/>
                  <a:gd name="connsiteX35" fmla="*/ 37445 w 40953"/>
                  <a:gd name="connsiteY35" fmla="*/ 13606 h 34633"/>
                  <a:gd name="connsiteX36" fmla="*/ 36276 w 40953"/>
                  <a:gd name="connsiteY36" fmla="*/ 10368 h 34633"/>
                  <a:gd name="connsiteX37" fmla="*/ 34162 w 40953"/>
                  <a:gd name="connsiteY37" fmla="*/ 7444 h 34633"/>
                  <a:gd name="connsiteX38" fmla="*/ 30968 w 40953"/>
                  <a:gd name="connsiteY38" fmla="*/ 5128 h 34633"/>
                  <a:gd name="connsiteX39" fmla="*/ 27145 w 40953"/>
                  <a:gd name="connsiteY39" fmla="*/ 3868 h 34633"/>
                  <a:gd name="connsiteX40" fmla="*/ 22940 w 40953"/>
                  <a:gd name="connsiteY40" fmla="*/ 3463 h 34633"/>
                  <a:gd name="connsiteX41" fmla="*/ 22940 w 40953"/>
                  <a:gd name="connsiteY41" fmla="*/ 16575 h 3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40953" h="34633">
                    <a:moveTo>
                      <a:pt x="22985" y="16620"/>
                    </a:moveTo>
                    <a:lnTo>
                      <a:pt x="19858" y="16620"/>
                    </a:lnTo>
                    <a:lnTo>
                      <a:pt x="19858" y="0"/>
                    </a:lnTo>
                    <a:lnTo>
                      <a:pt x="39942" y="0"/>
                    </a:lnTo>
                    <a:lnTo>
                      <a:pt x="39942" y="3126"/>
                    </a:lnTo>
                    <a:lnTo>
                      <a:pt x="33307" y="3126"/>
                    </a:lnTo>
                    <a:cubicBezTo>
                      <a:pt x="34454" y="3801"/>
                      <a:pt x="35511" y="4588"/>
                      <a:pt x="36456" y="5465"/>
                    </a:cubicBezTo>
                    <a:cubicBezTo>
                      <a:pt x="37400" y="6342"/>
                      <a:pt x="38210" y="7354"/>
                      <a:pt x="38885" y="8524"/>
                    </a:cubicBezTo>
                    <a:cubicBezTo>
                      <a:pt x="39559" y="9693"/>
                      <a:pt x="40054" y="10997"/>
                      <a:pt x="40414" y="12527"/>
                    </a:cubicBezTo>
                    <a:cubicBezTo>
                      <a:pt x="40774" y="14056"/>
                      <a:pt x="40954" y="15743"/>
                      <a:pt x="40954" y="17654"/>
                    </a:cubicBezTo>
                    <a:cubicBezTo>
                      <a:pt x="40954" y="20106"/>
                      <a:pt x="40526" y="22377"/>
                      <a:pt x="39649" y="24446"/>
                    </a:cubicBezTo>
                    <a:cubicBezTo>
                      <a:pt x="38795" y="26538"/>
                      <a:pt x="37490" y="28337"/>
                      <a:pt x="35781" y="29844"/>
                    </a:cubicBezTo>
                    <a:cubicBezTo>
                      <a:pt x="34072" y="31350"/>
                      <a:pt x="31913" y="32542"/>
                      <a:pt x="29327" y="33374"/>
                    </a:cubicBezTo>
                    <a:cubicBezTo>
                      <a:pt x="26740" y="34229"/>
                      <a:pt x="23704" y="34634"/>
                      <a:pt x="20263" y="34634"/>
                    </a:cubicBezTo>
                    <a:cubicBezTo>
                      <a:pt x="17429" y="34634"/>
                      <a:pt x="14776" y="34274"/>
                      <a:pt x="12302" y="33554"/>
                    </a:cubicBezTo>
                    <a:cubicBezTo>
                      <a:pt x="9828" y="32835"/>
                      <a:pt x="7692" y="31733"/>
                      <a:pt x="5870" y="30226"/>
                    </a:cubicBezTo>
                    <a:cubicBezTo>
                      <a:pt x="4048" y="28719"/>
                      <a:pt x="2631" y="26853"/>
                      <a:pt x="1574" y="24604"/>
                    </a:cubicBezTo>
                    <a:cubicBezTo>
                      <a:pt x="540" y="22355"/>
                      <a:pt x="0" y="19701"/>
                      <a:pt x="0" y="16642"/>
                    </a:cubicBezTo>
                    <a:cubicBezTo>
                      <a:pt x="0" y="14596"/>
                      <a:pt x="247" y="12684"/>
                      <a:pt x="765" y="10885"/>
                    </a:cubicBezTo>
                    <a:cubicBezTo>
                      <a:pt x="1282" y="9086"/>
                      <a:pt x="2024" y="7511"/>
                      <a:pt x="3059" y="6072"/>
                    </a:cubicBezTo>
                    <a:cubicBezTo>
                      <a:pt x="4093" y="4633"/>
                      <a:pt x="5353" y="3463"/>
                      <a:pt x="6882" y="2474"/>
                    </a:cubicBezTo>
                    <a:cubicBezTo>
                      <a:pt x="8411" y="1507"/>
                      <a:pt x="10210" y="810"/>
                      <a:pt x="12302" y="360"/>
                    </a:cubicBezTo>
                    <a:lnTo>
                      <a:pt x="12302" y="4138"/>
                    </a:lnTo>
                    <a:cubicBezTo>
                      <a:pt x="10863" y="4453"/>
                      <a:pt x="9558" y="5015"/>
                      <a:pt x="8411" y="5780"/>
                    </a:cubicBezTo>
                    <a:cubicBezTo>
                      <a:pt x="7264" y="6544"/>
                      <a:pt x="6297" y="7489"/>
                      <a:pt x="5533" y="8569"/>
                    </a:cubicBezTo>
                    <a:cubicBezTo>
                      <a:pt x="4768" y="9648"/>
                      <a:pt x="4161" y="10862"/>
                      <a:pt x="3756" y="12189"/>
                    </a:cubicBezTo>
                    <a:cubicBezTo>
                      <a:pt x="3351" y="13516"/>
                      <a:pt x="3126" y="14911"/>
                      <a:pt x="3126" y="16350"/>
                    </a:cubicBezTo>
                    <a:cubicBezTo>
                      <a:pt x="3126" y="18914"/>
                      <a:pt x="3576" y="21095"/>
                      <a:pt x="4475" y="22939"/>
                    </a:cubicBezTo>
                    <a:cubicBezTo>
                      <a:pt x="5375" y="24783"/>
                      <a:pt x="6635" y="26290"/>
                      <a:pt x="8276" y="27482"/>
                    </a:cubicBezTo>
                    <a:cubicBezTo>
                      <a:pt x="9918" y="28674"/>
                      <a:pt x="11875" y="29551"/>
                      <a:pt x="14169" y="30091"/>
                    </a:cubicBezTo>
                    <a:cubicBezTo>
                      <a:pt x="16463" y="30653"/>
                      <a:pt x="18959" y="30923"/>
                      <a:pt x="21703" y="30923"/>
                    </a:cubicBezTo>
                    <a:cubicBezTo>
                      <a:pt x="23861" y="30923"/>
                      <a:pt x="25908" y="30608"/>
                      <a:pt x="27865" y="29979"/>
                    </a:cubicBezTo>
                    <a:cubicBezTo>
                      <a:pt x="29799" y="29349"/>
                      <a:pt x="31508" y="28427"/>
                      <a:pt x="32992" y="27235"/>
                    </a:cubicBezTo>
                    <a:cubicBezTo>
                      <a:pt x="34477" y="26043"/>
                      <a:pt x="35646" y="24559"/>
                      <a:pt x="36501" y="22804"/>
                    </a:cubicBezTo>
                    <a:cubicBezTo>
                      <a:pt x="37355" y="21050"/>
                      <a:pt x="37805" y="19071"/>
                      <a:pt x="37805" y="16845"/>
                    </a:cubicBezTo>
                    <a:cubicBezTo>
                      <a:pt x="37805" y="15810"/>
                      <a:pt x="37693" y="14731"/>
                      <a:pt x="37445" y="13606"/>
                    </a:cubicBezTo>
                    <a:cubicBezTo>
                      <a:pt x="37220" y="12482"/>
                      <a:pt x="36815" y="11402"/>
                      <a:pt x="36276" y="10368"/>
                    </a:cubicBezTo>
                    <a:cubicBezTo>
                      <a:pt x="35736" y="9333"/>
                      <a:pt x="35039" y="8344"/>
                      <a:pt x="34162" y="7444"/>
                    </a:cubicBezTo>
                    <a:cubicBezTo>
                      <a:pt x="33307" y="6544"/>
                      <a:pt x="32228" y="5780"/>
                      <a:pt x="30968" y="5128"/>
                    </a:cubicBezTo>
                    <a:cubicBezTo>
                      <a:pt x="29754" y="4520"/>
                      <a:pt x="28472" y="4093"/>
                      <a:pt x="27145" y="3868"/>
                    </a:cubicBezTo>
                    <a:cubicBezTo>
                      <a:pt x="25818" y="3643"/>
                      <a:pt x="24401" y="3508"/>
                      <a:pt x="22940" y="3463"/>
                    </a:cubicBezTo>
                    <a:lnTo>
                      <a:pt x="22940" y="16575"/>
                    </a:lnTo>
                    <a:close/>
                  </a:path>
                </a:pathLst>
              </a:custGeom>
              <a:solidFill>
                <a:srgbClr val="231F20"/>
              </a:solidFill>
              <a:ln w="2249" cap="flat">
                <a:noFill/>
                <a:prstDash val="solid"/>
                <a:miter/>
              </a:ln>
            </p:spPr>
            <p:txBody>
              <a:bodyPr rtlCol="0" anchor="ctr"/>
              <a:lstStyle/>
              <a:p>
                <a:endParaRPr lang="en-US"/>
              </a:p>
            </p:txBody>
          </p:sp>
          <p:sp>
            <p:nvSpPr>
              <p:cNvPr id="17984" name="Freeform 17983">
                <a:extLst>
                  <a:ext uri="{FF2B5EF4-FFF2-40B4-BE49-F238E27FC236}">
                    <a16:creationId xmlns:a16="http://schemas.microsoft.com/office/drawing/2014/main" id="{2B9ED845-F875-EB23-A9DE-4A7B81841D7B}"/>
                  </a:ext>
                </a:extLst>
              </p:cNvPr>
              <p:cNvSpPr/>
              <p:nvPr/>
            </p:nvSpPr>
            <p:spPr>
              <a:xfrm>
                <a:off x="4628668" y="4060890"/>
                <a:ext cx="29483" cy="26357"/>
              </a:xfrm>
              <a:custGeom>
                <a:avLst/>
                <a:gdLst>
                  <a:gd name="connsiteX0" fmla="*/ 12369 w 29483"/>
                  <a:gd name="connsiteY0" fmla="*/ 12032 h 26357"/>
                  <a:gd name="connsiteX1" fmla="*/ 12054 w 29483"/>
                  <a:gd name="connsiteY1" fmla="*/ 9850 h 26357"/>
                  <a:gd name="connsiteX2" fmla="*/ 11470 w 29483"/>
                  <a:gd name="connsiteY2" fmla="*/ 7781 h 26357"/>
                  <a:gd name="connsiteX3" fmla="*/ 10210 w 29483"/>
                  <a:gd name="connsiteY3" fmla="*/ 6792 h 26357"/>
                  <a:gd name="connsiteX4" fmla="*/ 8569 w 29483"/>
                  <a:gd name="connsiteY4" fmla="*/ 6612 h 26357"/>
                  <a:gd name="connsiteX5" fmla="*/ 4498 w 29483"/>
                  <a:gd name="connsiteY5" fmla="*/ 8209 h 26357"/>
                  <a:gd name="connsiteX6" fmla="*/ 2901 w 29483"/>
                  <a:gd name="connsiteY6" fmla="*/ 13584 h 26357"/>
                  <a:gd name="connsiteX7" fmla="*/ 3194 w 29483"/>
                  <a:gd name="connsiteY7" fmla="*/ 16665 h 26357"/>
                  <a:gd name="connsiteX8" fmla="*/ 4228 w 29483"/>
                  <a:gd name="connsiteY8" fmla="*/ 19116 h 26357"/>
                  <a:gd name="connsiteX9" fmla="*/ 6162 w 29483"/>
                  <a:gd name="connsiteY9" fmla="*/ 20848 h 26357"/>
                  <a:gd name="connsiteX10" fmla="*/ 9221 w 29483"/>
                  <a:gd name="connsiteY10" fmla="*/ 21748 h 26357"/>
                  <a:gd name="connsiteX11" fmla="*/ 9221 w 29483"/>
                  <a:gd name="connsiteY11" fmla="*/ 25031 h 26357"/>
                  <a:gd name="connsiteX12" fmla="*/ 4993 w 29483"/>
                  <a:gd name="connsiteY12" fmla="*/ 23906 h 26357"/>
                  <a:gd name="connsiteX13" fmla="*/ 2137 w 29483"/>
                  <a:gd name="connsiteY13" fmla="*/ 21388 h 26357"/>
                  <a:gd name="connsiteX14" fmla="*/ 517 w 29483"/>
                  <a:gd name="connsiteY14" fmla="*/ 17834 h 26357"/>
                  <a:gd name="connsiteX15" fmla="*/ 0 w 29483"/>
                  <a:gd name="connsiteY15" fmla="*/ 13539 h 26357"/>
                  <a:gd name="connsiteX16" fmla="*/ 450 w 29483"/>
                  <a:gd name="connsiteY16" fmla="*/ 9581 h 26357"/>
                  <a:gd name="connsiteX17" fmla="*/ 1912 w 29483"/>
                  <a:gd name="connsiteY17" fmla="*/ 6342 h 26357"/>
                  <a:gd name="connsiteX18" fmla="*/ 4588 w 29483"/>
                  <a:gd name="connsiteY18" fmla="*/ 4183 h 26357"/>
                  <a:gd name="connsiteX19" fmla="*/ 8681 w 29483"/>
                  <a:gd name="connsiteY19" fmla="*/ 3396 h 26357"/>
                  <a:gd name="connsiteX20" fmla="*/ 23906 w 29483"/>
                  <a:gd name="connsiteY20" fmla="*/ 3396 h 26357"/>
                  <a:gd name="connsiteX21" fmla="*/ 26313 w 29483"/>
                  <a:gd name="connsiteY21" fmla="*/ 2721 h 26357"/>
                  <a:gd name="connsiteX22" fmla="*/ 26066 w 29483"/>
                  <a:gd name="connsiteY22" fmla="*/ 0 h 26357"/>
                  <a:gd name="connsiteX23" fmla="*/ 28607 w 29483"/>
                  <a:gd name="connsiteY23" fmla="*/ 0 h 26357"/>
                  <a:gd name="connsiteX24" fmla="*/ 28922 w 29483"/>
                  <a:gd name="connsiteY24" fmla="*/ 1102 h 26357"/>
                  <a:gd name="connsiteX25" fmla="*/ 29147 w 29483"/>
                  <a:gd name="connsiteY25" fmla="*/ 2541 h 26357"/>
                  <a:gd name="connsiteX26" fmla="*/ 28989 w 29483"/>
                  <a:gd name="connsiteY26" fmla="*/ 4003 h 26357"/>
                  <a:gd name="connsiteX27" fmla="*/ 28472 w 29483"/>
                  <a:gd name="connsiteY27" fmla="*/ 5308 h 26357"/>
                  <a:gd name="connsiteX28" fmla="*/ 27505 w 29483"/>
                  <a:gd name="connsiteY28" fmla="*/ 6095 h 26357"/>
                  <a:gd name="connsiteX29" fmla="*/ 26268 w 29483"/>
                  <a:gd name="connsiteY29" fmla="*/ 6500 h 26357"/>
                  <a:gd name="connsiteX30" fmla="*/ 24829 w 29483"/>
                  <a:gd name="connsiteY30" fmla="*/ 6612 h 26357"/>
                  <a:gd name="connsiteX31" fmla="*/ 28292 w 29483"/>
                  <a:gd name="connsiteY31" fmla="*/ 11312 h 26357"/>
                  <a:gd name="connsiteX32" fmla="*/ 29484 w 29483"/>
                  <a:gd name="connsiteY32" fmla="*/ 17025 h 26357"/>
                  <a:gd name="connsiteX33" fmla="*/ 28989 w 29483"/>
                  <a:gd name="connsiteY33" fmla="*/ 20556 h 26357"/>
                  <a:gd name="connsiteX34" fmla="*/ 27482 w 29483"/>
                  <a:gd name="connsiteY34" fmla="*/ 23547 h 26357"/>
                  <a:gd name="connsiteX35" fmla="*/ 24964 w 29483"/>
                  <a:gd name="connsiteY35" fmla="*/ 25593 h 26357"/>
                  <a:gd name="connsiteX36" fmla="*/ 21433 w 29483"/>
                  <a:gd name="connsiteY36" fmla="*/ 26358 h 26357"/>
                  <a:gd name="connsiteX37" fmla="*/ 13022 w 29483"/>
                  <a:gd name="connsiteY37" fmla="*/ 16597 h 26357"/>
                  <a:gd name="connsiteX38" fmla="*/ 12437 w 29483"/>
                  <a:gd name="connsiteY38" fmla="*/ 12122 h 26357"/>
                  <a:gd name="connsiteX39" fmla="*/ 13989 w 29483"/>
                  <a:gd name="connsiteY39" fmla="*/ 6589 h 26357"/>
                  <a:gd name="connsiteX40" fmla="*/ 15113 w 29483"/>
                  <a:gd name="connsiteY40" fmla="*/ 10750 h 26357"/>
                  <a:gd name="connsiteX41" fmla="*/ 15540 w 29483"/>
                  <a:gd name="connsiteY41" fmla="*/ 14956 h 26357"/>
                  <a:gd name="connsiteX42" fmla="*/ 17205 w 29483"/>
                  <a:gd name="connsiteY42" fmla="*/ 20758 h 26357"/>
                  <a:gd name="connsiteX43" fmla="*/ 21478 w 29483"/>
                  <a:gd name="connsiteY43" fmla="*/ 22827 h 26357"/>
                  <a:gd name="connsiteX44" fmla="*/ 23727 w 29483"/>
                  <a:gd name="connsiteY44" fmla="*/ 22310 h 26357"/>
                  <a:gd name="connsiteX45" fmla="*/ 25301 w 29483"/>
                  <a:gd name="connsiteY45" fmla="*/ 20960 h 26357"/>
                  <a:gd name="connsiteX46" fmla="*/ 26223 w 29483"/>
                  <a:gd name="connsiteY46" fmla="*/ 19026 h 26357"/>
                  <a:gd name="connsiteX47" fmla="*/ 26515 w 29483"/>
                  <a:gd name="connsiteY47" fmla="*/ 16777 h 26357"/>
                  <a:gd name="connsiteX48" fmla="*/ 26021 w 29483"/>
                  <a:gd name="connsiteY48" fmla="*/ 12999 h 26357"/>
                  <a:gd name="connsiteX49" fmla="*/ 24536 w 29483"/>
                  <a:gd name="connsiteY49" fmla="*/ 9738 h 26357"/>
                  <a:gd name="connsiteX50" fmla="*/ 21995 w 29483"/>
                  <a:gd name="connsiteY50" fmla="*/ 7444 h 26357"/>
                  <a:gd name="connsiteX51" fmla="*/ 18352 w 29483"/>
                  <a:gd name="connsiteY51" fmla="*/ 6589 h 26357"/>
                  <a:gd name="connsiteX52" fmla="*/ 13989 w 29483"/>
                  <a:gd name="connsiteY52" fmla="*/ 6589 h 26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9483" h="26357">
                    <a:moveTo>
                      <a:pt x="12369" y="12032"/>
                    </a:moveTo>
                    <a:cubicBezTo>
                      <a:pt x="12302" y="11425"/>
                      <a:pt x="12189" y="10683"/>
                      <a:pt x="12054" y="9850"/>
                    </a:cubicBezTo>
                    <a:cubicBezTo>
                      <a:pt x="11920" y="8996"/>
                      <a:pt x="11717" y="8321"/>
                      <a:pt x="11470" y="7781"/>
                    </a:cubicBezTo>
                    <a:cubicBezTo>
                      <a:pt x="11222" y="7242"/>
                      <a:pt x="10795" y="6904"/>
                      <a:pt x="10210" y="6792"/>
                    </a:cubicBezTo>
                    <a:cubicBezTo>
                      <a:pt x="9626" y="6657"/>
                      <a:pt x="9063" y="6612"/>
                      <a:pt x="8569" y="6612"/>
                    </a:cubicBezTo>
                    <a:cubicBezTo>
                      <a:pt x="6904" y="6612"/>
                      <a:pt x="5555" y="7152"/>
                      <a:pt x="4498" y="8209"/>
                    </a:cubicBezTo>
                    <a:cubicBezTo>
                      <a:pt x="3441" y="9266"/>
                      <a:pt x="2901" y="11065"/>
                      <a:pt x="2901" y="13584"/>
                    </a:cubicBezTo>
                    <a:cubicBezTo>
                      <a:pt x="2901" y="14708"/>
                      <a:pt x="2991" y="15720"/>
                      <a:pt x="3194" y="16665"/>
                    </a:cubicBezTo>
                    <a:cubicBezTo>
                      <a:pt x="3396" y="17609"/>
                      <a:pt x="3733" y="18419"/>
                      <a:pt x="4228" y="19116"/>
                    </a:cubicBezTo>
                    <a:cubicBezTo>
                      <a:pt x="4723" y="19813"/>
                      <a:pt x="5353" y="20398"/>
                      <a:pt x="6162" y="20848"/>
                    </a:cubicBezTo>
                    <a:cubicBezTo>
                      <a:pt x="6972" y="21298"/>
                      <a:pt x="7984" y="21590"/>
                      <a:pt x="9221" y="21748"/>
                    </a:cubicBezTo>
                    <a:lnTo>
                      <a:pt x="9221" y="25031"/>
                    </a:lnTo>
                    <a:cubicBezTo>
                      <a:pt x="7556" y="24918"/>
                      <a:pt x="6162" y="24536"/>
                      <a:pt x="4993" y="23906"/>
                    </a:cubicBezTo>
                    <a:cubicBezTo>
                      <a:pt x="3823" y="23254"/>
                      <a:pt x="2879" y="22422"/>
                      <a:pt x="2137" y="21388"/>
                    </a:cubicBezTo>
                    <a:cubicBezTo>
                      <a:pt x="1394" y="20353"/>
                      <a:pt x="855" y="19184"/>
                      <a:pt x="517" y="17834"/>
                    </a:cubicBezTo>
                    <a:cubicBezTo>
                      <a:pt x="180" y="16485"/>
                      <a:pt x="0" y="15046"/>
                      <a:pt x="0" y="13539"/>
                    </a:cubicBezTo>
                    <a:cubicBezTo>
                      <a:pt x="0" y="12144"/>
                      <a:pt x="158" y="10817"/>
                      <a:pt x="450" y="9581"/>
                    </a:cubicBezTo>
                    <a:cubicBezTo>
                      <a:pt x="765" y="8344"/>
                      <a:pt x="1237" y="7264"/>
                      <a:pt x="1912" y="6342"/>
                    </a:cubicBezTo>
                    <a:cubicBezTo>
                      <a:pt x="2586" y="5420"/>
                      <a:pt x="3463" y="4700"/>
                      <a:pt x="4588" y="4183"/>
                    </a:cubicBezTo>
                    <a:cubicBezTo>
                      <a:pt x="5712" y="3666"/>
                      <a:pt x="7062" y="3396"/>
                      <a:pt x="8681" y="3396"/>
                    </a:cubicBezTo>
                    <a:lnTo>
                      <a:pt x="23906" y="3396"/>
                    </a:lnTo>
                    <a:cubicBezTo>
                      <a:pt x="25166" y="3396"/>
                      <a:pt x="25976" y="3171"/>
                      <a:pt x="26313" y="2721"/>
                    </a:cubicBezTo>
                    <a:cubicBezTo>
                      <a:pt x="26650" y="2271"/>
                      <a:pt x="26583" y="1372"/>
                      <a:pt x="26066" y="0"/>
                    </a:cubicBezTo>
                    <a:lnTo>
                      <a:pt x="28607" y="0"/>
                    </a:lnTo>
                    <a:cubicBezTo>
                      <a:pt x="28674" y="247"/>
                      <a:pt x="28787" y="630"/>
                      <a:pt x="28922" y="1102"/>
                    </a:cubicBezTo>
                    <a:cubicBezTo>
                      <a:pt x="29057" y="1597"/>
                      <a:pt x="29147" y="2069"/>
                      <a:pt x="29147" y="2541"/>
                    </a:cubicBezTo>
                    <a:cubicBezTo>
                      <a:pt x="29147" y="3036"/>
                      <a:pt x="29102" y="3531"/>
                      <a:pt x="28989" y="4003"/>
                    </a:cubicBezTo>
                    <a:cubicBezTo>
                      <a:pt x="28922" y="4543"/>
                      <a:pt x="28742" y="4970"/>
                      <a:pt x="28472" y="5308"/>
                    </a:cubicBezTo>
                    <a:cubicBezTo>
                      <a:pt x="28202" y="5622"/>
                      <a:pt x="27887" y="5892"/>
                      <a:pt x="27505" y="6095"/>
                    </a:cubicBezTo>
                    <a:cubicBezTo>
                      <a:pt x="27123" y="6297"/>
                      <a:pt x="26718" y="6432"/>
                      <a:pt x="26268" y="6500"/>
                    </a:cubicBezTo>
                    <a:cubicBezTo>
                      <a:pt x="25818" y="6567"/>
                      <a:pt x="25346" y="6612"/>
                      <a:pt x="24829" y="6612"/>
                    </a:cubicBezTo>
                    <a:cubicBezTo>
                      <a:pt x="26335" y="7984"/>
                      <a:pt x="27482" y="9536"/>
                      <a:pt x="28292" y="11312"/>
                    </a:cubicBezTo>
                    <a:cubicBezTo>
                      <a:pt x="29079" y="13066"/>
                      <a:pt x="29484" y="14978"/>
                      <a:pt x="29484" y="17025"/>
                    </a:cubicBezTo>
                    <a:cubicBezTo>
                      <a:pt x="29484" y="18239"/>
                      <a:pt x="29327" y="19431"/>
                      <a:pt x="28989" y="20556"/>
                    </a:cubicBezTo>
                    <a:cubicBezTo>
                      <a:pt x="28674" y="21680"/>
                      <a:pt x="28157" y="22692"/>
                      <a:pt x="27482" y="23547"/>
                    </a:cubicBezTo>
                    <a:cubicBezTo>
                      <a:pt x="26808" y="24401"/>
                      <a:pt x="25953" y="25098"/>
                      <a:pt x="24964" y="25593"/>
                    </a:cubicBezTo>
                    <a:cubicBezTo>
                      <a:pt x="23974" y="26088"/>
                      <a:pt x="22804" y="26358"/>
                      <a:pt x="21433" y="26358"/>
                    </a:cubicBezTo>
                    <a:cubicBezTo>
                      <a:pt x="16687" y="26358"/>
                      <a:pt x="13876" y="23097"/>
                      <a:pt x="13022" y="16597"/>
                    </a:cubicBezTo>
                    <a:lnTo>
                      <a:pt x="12437" y="12122"/>
                    </a:lnTo>
                    <a:close/>
                    <a:moveTo>
                      <a:pt x="13989" y="6589"/>
                    </a:moveTo>
                    <a:cubicBezTo>
                      <a:pt x="14573" y="7961"/>
                      <a:pt x="14933" y="9333"/>
                      <a:pt x="15113" y="10750"/>
                    </a:cubicBezTo>
                    <a:cubicBezTo>
                      <a:pt x="15293" y="12167"/>
                      <a:pt x="15428" y="13561"/>
                      <a:pt x="15540" y="14956"/>
                    </a:cubicBezTo>
                    <a:cubicBezTo>
                      <a:pt x="15720" y="17429"/>
                      <a:pt x="16282" y="19364"/>
                      <a:pt x="17205" y="20758"/>
                    </a:cubicBezTo>
                    <a:cubicBezTo>
                      <a:pt x="18149" y="22152"/>
                      <a:pt x="19566" y="22827"/>
                      <a:pt x="21478" y="22827"/>
                    </a:cubicBezTo>
                    <a:cubicBezTo>
                      <a:pt x="22332" y="22827"/>
                      <a:pt x="23097" y="22647"/>
                      <a:pt x="23727" y="22310"/>
                    </a:cubicBezTo>
                    <a:cubicBezTo>
                      <a:pt x="24356" y="21972"/>
                      <a:pt x="24874" y="21523"/>
                      <a:pt x="25301" y="20960"/>
                    </a:cubicBezTo>
                    <a:cubicBezTo>
                      <a:pt x="25706" y="20398"/>
                      <a:pt x="26021" y="19746"/>
                      <a:pt x="26223" y="19026"/>
                    </a:cubicBezTo>
                    <a:cubicBezTo>
                      <a:pt x="26425" y="18307"/>
                      <a:pt x="26515" y="17542"/>
                      <a:pt x="26515" y="16777"/>
                    </a:cubicBezTo>
                    <a:cubicBezTo>
                      <a:pt x="26515" y="15473"/>
                      <a:pt x="26358" y="14213"/>
                      <a:pt x="26021" y="12999"/>
                    </a:cubicBezTo>
                    <a:cubicBezTo>
                      <a:pt x="25706" y="11785"/>
                      <a:pt x="25211" y="10683"/>
                      <a:pt x="24536" y="9738"/>
                    </a:cubicBezTo>
                    <a:cubicBezTo>
                      <a:pt x="23861" y="8794"/>
                      <a:pt x="23029" y="8029"/>
                      <a:pt x="21995" y="7444"/>
                    </a:cubicBezTo>
                    <a:cubicBezTo>
                      <a:pt x="20960" y="6882"/>
                      <a:pt x="19746" y="6589"/>
                      <a:pt x="18352" y="6589"/>
                    </a:cubicBezTo>
                    <a:lnTo>
                      <a:pt x="13989" y="6589"/>
                    </a:lnTo>
                    <a:close/>
                  </a:path>
                </a:pathLst>
              </a:custGeom>
              <a:solidFill>
                <a:srgbClr val="231F20"/>
              </a:solidFill>
              <a:ln w="2249" cap="flat">
                <a:noFill/>
                <a:prstDash val="solid"/>
                <a:miter/>
              </a:ln>
            </p:spPr>
            <p:txBody>
              <a:bodyPr rtlCol="0" anchor="ctr"/>
              <a:lstStyle/>
              <a:p>
                <a:endParaRPr lang="en-US"/>
              </a:p>
            </p:txBody>
          </p:sp>
          <p:sp>
            <p:nvSpPr>
              <p:cNvPr id="17985" name="Freeform 17984">
                <a:extLst>
                  <a:ext uri="{FF2B5EF4-FFF2-40B4-BE49-F238E27FC236}">
                    <a16:creationId xmlns:a16="http://schemas.microsoft.com/office/drawing/2014/main" id="{2A46256B-D590-A635-987F-8A2570CFFAA9}"/>
                  </a:ext>
                </a:extLst>
              </p:cNvPr>
              <p:cNvSpPr/>
              <p:nvPr/>
            </p:nvSpPr>
            <p:spPr>
              <a:xfrm>
                <a:off x="4629388" y="4034442"/>
                <a:ext cx="27954" cy="23434"/>
              </a:xfrm>
              <a:custGeom>
                <a:avLst/>
                <a:gdLst>
                  <a:gd name="connsiteX0" fmla="*/ 27954 w 27954"/>
                  <a:gd name="connsiteY0" fmla="*/ 23434 h 23434"/>
                  <a:gd name="connsiteX1" fmla="*/ 25098 w 27954"/>
                  <a:gd name="connsiteY1" fmla="*/ 23434 h 23434"/>
                  <a:gd name="connsiteX2" fmla="*/ 2699 w 27954"/>
                  <a:gd name="connsiteY2" fmla="*/ 4858 h 23434"/>
                  <a:gd name="connsiteX3" fmla="*/ 2699 w 27954"/>
                  <a:gd name="connsiteY3" fmla="*/ 22175 h 23434"/>
                  <a:gd name="connsiteX4" fmla="*/ 0 w 27954"/>
                  <a:gd name="connsiteY4" fmla="*/ 22175 h 23434"/>
                  <a:gd name="connsiteX5" fmla="*/ 0 w 27954"/>
                  <a:gd name="connsiteY5" fmla="*/ 697 h 23434"/>
                  <a:gd name="connsiteX6" fmla="*/ 2856 w 27954"/>
                  <a:gd name="connsiteY6" fmla="*/ 697 h 23434"/>
                  <a:gd name="connsiteX7" fmla="*/ 25256 w 27954"/>
                  <a:gd name="connsiteY7" fmla="*/ 19274 h 23434"/>
                  <a:gd name="connsiteX8" fmla="*/ 25256 w 27954"/>
                  <a:gd name="connsiteY8" fmla="*/ 0 h 23434"/>
                  <a:gd name="connsiteX9" fmla="*/ 27954 w 27954"/>
                  <a:gd name="connsiteY9" fmla="*/ 0 h 23434"/>
                  <a:gd name="connsiteX10" fmla="*/ 27954 w 27954"/>
                  <a:gd name="connsiteY10" fmla="*/ 23434 h 23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954" h="23434">
                    <a:moveTo>
                      <a:pt x="27954" y="23434"/>
                    </a:moveTo>
                    <a:lnTo>
                      <a:pt x="25098" y="23434"/>
                    </a:lnTo>
                    <a:lnTo>
                      <a:pt x="2699" y="4858"/>
                    </a:lnTo>
                    <a:lnTo>
                      <a:pt x="2699" y="22175"/>
                    </a:lnTo>
                    <a:lnTo>
                      <a:pt x="0" y="22175"/>
                    </a:lnTo>
                    <a:lnTo>
                      <a:pt x="0" y="697"/>
                    </a:lnTo>
                    <a:lnTo>
                      <a:pt x="2856" y="697"/>
                    </a:lnTo>
                    <a:lnTo>
                      <a:pt x="25256" y="19274"/>
                    </a:lnTo>
                    <a:lnTo>
                      <a:pt x="25256" y="0"/>
                    </a:lnTo>
                    <a:lnTo>
                      <a:pt x="27954" y="0"/>
                    </a:lnTo>
                    <a:lnTo>
                      <a:pt x="27954" y="23434"/>
                    </a:lnTo>
                    <a:close/>
                  </a:path>
                </a:pathLst>
              </a:custGeom>
              <a:solidFill>
                <a:srgbClr val="231F20"/>
              </a:solidFill>
              <a:ln w="2249" cap="flat">
                <a:noFill/>
                <a:prstDash val="solid"/>
                <a:miter/>
              </a:ln>
            </p:spPr>
            <p:txBody>
              <a:bodyPr rtlCol="0" anchor="ctr"/>
              <a:lstStyle/>
              <a:p>
                <a:endParaRPr lang="en-US"/>
              </a:p>
            </p:txBody>
          </p:sp>
          <p:sp>
            <p:nvSpPr>
              <p:cNvPr id="17986" name="Freeform 17985">
                <a:extLst>
                  <a:ext uri="{FF2B5EF4-FFF2-40B4-BE49-F238E27FC236}">
                    <a16:creationId xmlns:a16="http://schemas.microsoft.com/office/drawing/2014/main" id="{2B374E8E-FB0F-F48F-5D08-D3BB679450B4}"/>
                  </a:ext>
                </a:extLst>
              </p:cNvPr>
              <p:cNvSpPr/>
              <p:nvPr/>
            </p:nvSpPr>
            <p:spPr>
              <a:xfrm>
                <a:off x="4628645" y="4005114"/>
                <a:ext cx="29484" cy="25167"/>
              </a:xfrm>
              <a:custGeom>
                <a:avLst/>
                <a:gdLst>
                  <a:gd name="connsiteX0" fmla="*/ 15473 w 29484"/>
                  <a:gd name="connsiteY0" fmla="*/ 21659 h 25167"/>
                  <a:gd name="connsiteX1" fmla="*/ 19768 w 29484"/>
                  <a:gd name="connsiteY1" fmla="*/ 21074 h 25167"/>
                  <a:gd name="connsiteX2" fmla="*/ 23277 w 29484"/>
                  <a:gd name="connsiteY2" fmla="*/ 19320 h 25167"/>
                  <a:gd name="connsiteX3" fmla="*/ 25661 w 29484"/>
                  <a:gd name="connsiteY3" fmla="*/ 16374 h 25167"/>
                  <a:gd name="connsiteX4" fmla="*/ 26560 w 29484"/>
                  <a:gd name="connsiteY4" fmla="*/ 12281 h 25167"/>
                  <a:gd name="connsiteX5" fmla="*/ 24896 w 29484"/>
                  <a:gd name="connsiteY5" fmla="*/ 6838 h 25167"/>
                  <a:gd name="connsiteX6" fmla="*/ 20151 w 29484"/>
                  <a:gd name="connsiteY6" fmla="*/ 3825 h 25167"/>
                  <a:gd name="connsiteX7" fmla="*/ 20151 w 29484"/>
                  <a:gd name="connsiteY7" fmla="*/ 204 h 25167"/>
                  <a:gd name="connsiteX8" fmla="*/ 23839 w 29484"/>
                  <a:gd name="connsiteY8" fmla="*/ 1778 h 25167"/>
                  <a:gd name="connsiteX9" fmla="*/ 26808 w 29484"/>
                  <a:gd name="connsiteY9" fmla="*/ 4207 h 25167"/>
                  <a:gd name="connsiteX10" fmla="*/ 28787 w 29484"/>
                  <a:gd name="connsiteY10" fmla="*/ 7670 h 25167"/>
                  <a:gd name="connsiteX11" fmla="*/ 29484 w 29484"/>
                  <a:gd name="connsiteY11" fmla="*/ 12303 h 25167"/>
                  <a:gd name="connsiteX12" fmla="*/ 28360 w 29484"/>
                  <a:gd name="connsiteY12" fmla="*/ 18083 h 25167"/>
                  <a:gd name="connsiteX13" fmla="*/ 25256 w 29484"/>
                  <a:gd name="connsiteY13" fmla="*/ 22086 h 25167"/>
                  <a:gd name="connsiteX14" fmla="*/ 20623 w 29484"/>
                  <a:gd name="connsiteY14" fmla="*/ 24403 h 25167"/>
                  <a:gd name="connsiteX15" fmla="*/ 14866 w 29484"/>
                  <a:gd name="connsiteY15" fmla="*/ 25167 h 25167"/>
                  <a:gd name="connsiteX16" fmla="*/ 9086 w 29484"/>
                  <a:gd name="connsiteY16" fmla="*/ 24268 h 25167"/>
                  <a:gd name="connsiteX17" fmla="*/ 4363 w 29484"/>
                  <a:gd name="connsiteY17" fmla="*/ 21726 h 25167"/>
                  <a:gd name="connsiteX18" fmla="*/ 1170 w 29484"/>
                  <a:gd name="connsiteY18" fmla="*/ 17701 h 25167"/>
                  <a:gd name="connsiteX19" fmla="*/ 0 w 29484"/>
                  <a:gd name="connsiteY19" fmla="*/ 12303 h 25167"/>
                  <a:gd name="connsiteX20" fmla="*/ 3958 w 29484"/>
                  <a:gd name="connsiteY20" fmla="*/ 3240 h 25167"/>
                  <a:gd name="connsiteX21" fmla="*/ 15473 w 29484"/>
                  <a:gd name="connsiteY21" fmla="*/ 1 h 25167"/>
                  <a:gd name="connsiteX22" fmla="*/ 15473 w 29484"/>
                  <a:gd name="connsiteY22" fmla="*/ 21704 h 25167"/>
                  <a:gd name="connsiteX23" fmla="*/ 12774 w 29484"/>
                  <a:gd name="connsiteY23" fmla="*/ 3420 h 25167"/>
                  <a:gd name="connsiteX24" fmla="*/ 8906 w 29484"/>
                  <a:gd name="connsiteY24" fmla="*/ 3982 h 25167"/>
                  <a:gd name="connsiteX25" fmla="*/ 5780 w 29484"/>
                  <a:gd name="connsiteY25" fmla="*/ 5646 h 25167"/>
                  <a:gd name="connsiteX26" fmla="*/ 3666 w 29484"/>
                  <a:gd name="connsiteY26" fmla="*/ 8435 h 25167"/>
                  <a:gd name="connsiteX27" fmla="*/ 2879 w 29484"/>
                  <a:gd name="connsiteY27" fmla="*/ 12258 h 25167"/>
                  <a:gd name="connsiteX28" fmla="*/ 3688 w 29484"/>
                  <a:gd name="connsiteY28" fmla="*/ 16059 h 25167"/>
                  <a:gd name="connsiteX29" fmla="*/ 5848 w 29484"/>
                  <a:gd name="connsiteY29" fmla="*/ 18870 h 25167"/>
                  <a:gd name="connsiteX30" fmla="*/ 8974 w 29484"/>
                  <a:gd name="connsiteY30" fmla="*/ 20737 h 25167"/>
                  <a:gd name="connsiteX31" fmla="*/ 12752 w 29484"/>
                  <a:gd name="connsiteY31" fmla="*/ 21659 h 25167"/>
                  <a:gd name="connsiteX32" fmla="*/ 12752 w 29484"/>
                  <a:gd name="connsiteY32"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4" h="25167">
                    <a:moveTo>
                      <a:pt x="15473" y="21659"/>
                    </a:moveTo>
                    <a:cubicBezTo>
                      <a:pt x="16980" y="21659"/>
                      <a:pt x="18419" y="21456"/>
                      <a:pt x="19768" y="21074"/>
                    </a:cubicBezTo>
                    <a:cubicBezTo>
                      <a:pt x="21118" y="20669"/>
                      <a:pt x="22287" y="20085"/>
                      <a:pt x="23277" y="19320"/>
                    </a:cubicBezTo>
                    <a:cubicBezTo>
                      <a:pt x="24266" y="18555"/>
                      <a:pt x="25053" y="17566"/>
                      <a:pt x="25661" y="16374"/>
                    </a:cubicBezTo>
                    <a:cubicBezTo>
                      <a:pt x="26245" y="15182"/>
                      <a:pt x="26560" y="13810"/>
                      <a:pt x="26560" y="12281"/>
                    </a:cubicBezTo>
                    <a:cubicBezTo>
                      <a:pt x="26560" y="10167"/>
                      <a:pt x="25998" y="8345"/>
                      <a:pt x="24896" y="6838"/>
                    </a:cubicBezTo>
                    <a:cubicBezTo>
                      <a:pt x="23772" y="5331"/>
                      <a:pt x="22197" y="4319"/>
                      <a:pt x="20151" y="3825"/>
                    </a:cubicBezTo>
                    <a:lnTo>
                      <a:pt x="20151" y="204"/>
                    </a:lnTo>
                    <a:cubicBezTo>
                      <a:pt x="21478" y="609"/>
                      <a:pt x="22715" y="1126"/>
                      <a:pt x="23839" y="1778"/>
                    </a:cubicBezTo>
                    <a:cubicBezTo>
                      <a:pt x="24964" y="2430"/>
                      <a:pt x="25953" y="3240"/>
                      <a:pt x="26808" y="4207"/>
                    </a:cubicBezTo>
                    <a:cubicBezTo>
                      <a:pt x="27662" y="5174"/>
                      <a:pt x="28315" y="6321"/>
                      <a:pt x="28787" y="7670"/>
                    </a:cubicBezTo>
                    <a:cubicBezTo>
                      <a:pt x="29259" y="8997"/>
                      <a:pt x="29484" y="10549"/>
                      <a:pt x="29484" y="12303"/>
                    </a:cubicBezTo>
                    <a:cubicBezTo>
                      <a:pt x="29484" y="14530"/>
                      <a:pt x="29102" y="16464"/>
                      <a:pt x="28360" y="18083"/>
                    </a:cubicBezTo>
                    <a:cubicBezTo>
                      <a:pt x="27595" y="19702"/>
                      <a:pt x="26560" y="21029"/>
                      <a:pt x="25256" y="22086"/>
                    </a:cubicBezTo>
                    <a:cubicBezTo>
                      <a:pt x="23951" y="23121"/>
                      <a:pt x="22400" y="23908"/>
                      <a:pt x="20623" y="24403"/>
                    </a:cubicBezTo>
                    <a:cubicBezTo>
                      <a:pt x="18846" y="24897"/>
                      <a:pt x="16935" y="25167"/>
                      <a:pt x="14866" y="25167"/>
                    </a:cubicBezTo>
                    <a:cubicBezTo>
                      <a:pt x="12797" y="25167"/>
                      <a:pt x="10885" y="24875"/>
                      <a:pt x="9086" y="24268"/>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close/>
                    <a:moveTo>
                      <a:pt x="12774" y="3420"/>
                    </a:moveTo>
                    <a:cubicBezTo>
                      <a:pt x="11402" y="3420"/>
                      <a:pt x="10120" y="3600"/>
                      <a:pt x="8906" y="3982"/>
                    </a:cubicBezTo>
                    <a:cubicBezTo>
                      <a:pt x="7692" y="4364"/>
                      <a:pt x="6657" y="4927"/>
                      <a:pt x="5780" y="5646"/>
                    </a:cubicBezTo>
                    <a:cubicBezTo>
                      <a:pt x="4903" y="6388"/>
                      <a:pt x="4206" y="7310"/>
                      <a:pt x="3666" y="8435"/>
                    </a:cubicBezTo>
                    <a:cubicBezTo>
                      <a:pt x="3126" y="9559"/>
                      <a:pt x="2879" y="10819"/>
                      <a:pt x="2879" y="12258"/>
                    </a:cubicBezTo>
                    <a:cubicBezTo>
                      <a:pt x="2879" y="13698"/>
                      <a:pt x="3149" y="14957"/>
                      <a:pt x="3688" y="16059"/>
                    </a:cubicBezTo>
                    <a:cubicBezTo>
                      <a:pt x="4228" y="17161"/>
                      <a:pt x="4948" y="18083"/>
                      <a:pt x="5848" y="18870"/>
                    </a:cubicBezTo>
                    <a:cubicBezTo>
                      <a:pt x="6747" y="19635"/>
                      <a:pt x="7782" y="20264"/>
                      <a:pt x="8974" y="20737"/>
                    </a:cubicBezTo>
                    <a:cubicBezTo>
                      <a:pt x="10165" y="21209"/>
                      <a:pt x="11425" y="21501"/>
                      <a:pt x="12752" y="21659"/>
                    </a:cubicBezTo>
                    <a:lnTo>
                      <a:pt x="12752" y="3420"/>
                    </a:lnTo>
                    <a:close/>
                  </a:path>
                </a:pathLst>
              </a:custGeom>
              <a:solidFill>
                <a:srgbClr val="231F20"/>
              </a:solidFill>
              <a:ln w="2249" cap="flat">
                <a:noFill/>
                <a:prstDash val="solid"/>
                <a:miter/>
              </a:ln>
            </p:spPr>
            <p:txBody>
              <a:bodyPr rtlCol="0" anchor="ctr"/>
              <a:lstStyle/>
              <a:p>
                <a:endParaRPr lang="en-US"/>
              </a:p>
            </p:txBody>
          </p:sp>
          <p:sp>
            <p:nvSpPr>
              <p:cNvPr id="17987" name="Freeform 17986">
                <a:extLst>
                  <a:ext uri="{FF2B5EF4-FFF2-40B4-BE49-F238E27FC236}">
                    <a16:creationId xmlns:a16="http://schemas.microsoft.com/office/drawing/2014/main" id="{5F00EBD3-7052-1F39-545F-6E1B26540264}"/>
                  </a:ext>
                </a:extLst>
              </p:cNvPr>
              <p:cNvSpPr/>
              <p:nvPr/>
            </p:nvSpPr>
            <p:spPr>
              <a:xfrm>
                <a:off x="4617446" y="3957078"/>
                <a:ext cx="40908" cy="28314"/>
              </a:xfrm>
              <a:custGeom>
                <a:avLst/>
                <a:gdLst>
                  <a:gd name="connsiteX0" fmla="*/ 28292 w 40908"/>
                  <a:gd name="connsiteY0" fmla="*/ 24694 h 28314"/>
                  <a:gd name="connsiteX1" fmla="*/ 32700 w 40908"/>
                  <a:gd name="connsiteY1" fmla="*/ 23524 h 28314"/>
                  <a:gd name="connsiteX2" fmla="*/ 35646 w 40908"/>
                  <a:gd name="connsiteY2" fmla="*/ 21095 h 28314"/>
                  <a:gd name="connsiteX3" fmla="*/ 37288 w 40908"/>
                  <a:gd name="connsiteY3" fmla="*/ 17677 h 28314"/>
                  <a:gd name="connsiteX4" fmla="*/ 37805 w 40908"/>
                  <a:gd name="connsiteY4" fmla="*/ 13516 h 28314"/>
                  <a:gd name="connsiteX5" fmla="*/ 37153 w 40908"/>
                  <a:gd name="connsiteY5" fmla="*/ 9041 h 28314"/>
                  <a:gd name="connsiteX6" fmla="*/ 35399 w 40908"/>
                  <a:gd name="connsiteY6" fmla="*/ 5960 h 28314"/>
                  <a:gd name="connsiteX7" fmla="*/ 32835 w 40908"/>
                  <a:gd name="connsiteY7" fmla="*/ 4206 h 28314"/>
                  <a:gd name="connsiteX8" fmla="*/ 29754 w 40908"/>
                  <a:gd name="connsiteY8" fmla="*/ 3643 h 28314"/>
                  <a:gd name="connsiteX9" fmla="*/ 26088 w 40908"/>
                  <a:gd name="connsiteY9" fmla="*/ 4678 h 28314"/>
                  <a:gd name="connsiteX10" fmla="*/ 23794 w 40908"/>
                  <a:gd name="connsiteY10" fmla="*/ 7354 h 28314"/>
                  <a:gd name="connsiteX11" fmla="*/ 22355 w 40908"/>
                  <a:gd name="connsiteY11" fmla="*/ 11132 h 28314"/>
                  <a:gd name="connsiteX12" fmla="*/ 21298 w 40908"/>
                  <a:gd name="connsiteY12" fmla="*/ 15495 h 28314"/>
                  <a:gd name="connsiteX13" fmla="*/ 20083 w 40908"/>
                  <a:gd name="connsiteY13" fmla="*/ 19858 h 28314"/>
                  <a:gd name="connsiteX14" fmla="*/ 18194 w 40908"/>
                  <a:gd name="connsiteY14" fmla="*/ 23637 h 28314"/>
                  <a:gd name="connsiteX15" fmla="*/ 15135 w 40908"/>
                  <a:gd name="connsiteY15" fmla="*/ 26313 h 28314"/>
                  <a:gd name="connsiteX16" fmla="*/ 10413 w 40908"/>
                  <a:gd name="connsiteY16" fmla="*/ 27347 h 28314"/>
                  <a:gd name="connsiteX17" fmla="*/ 6522 w 40908"/>
                  <a:gd name="connsiteY17" fmla="*/ 26515 h 28314"/>
                  <a:gd name="connsiteX18" fmla="*/ 3171 w 40908"/>
                  <a:gd name="connsiteY18" fmla="*/ 24041 h 28314"/>
                  <a:gd name="connsiteX19" fmla="*/ 855 w 40908"/>
                  <a:gd name="connsiteY19" fmla="*/ 19903 h 28314"/>
                  <a:gd name="connsiteX20" fmla="*/ 0 w 40908"/>
                  <a:gd name="connsiteY20" fmla="*/ 14191 h 28314"/>
                  <a:gd name="connsiteX21" fmla="*/ 922 w 40908"/>
                  <a:gd name="connsiteY21" fmla="*/ 8434 h 28314"/>
                  <a:gd name="connsiteX22" fmla="*/ 3441 w 40908"/>
                  <a:gd name="connsiteY22" fmla="*/ 4363 h 28314"/>
                  <a:gd name="connsiteX23" fmla="*/ 7129 w 40908"/>
                  <a:gd name="connsiteY23" fmla="*/ 1934 h 28314"/>
                  <a:gd name="connsiteX24" fmla="*/ 11605 w 40908"/>
                  <a:gd name="connsiteY24" fmla="*/ 1124 h 28314"/>
                  <a:gd name="connsiteX25" fmla="*/ 11605 w 40908"/>
                  <a:gd name="connsiteY25" fmla="*/ 4633 h 28314"/>
                  <a:gd name="connsiteX26" fmla="*/ 7782 w 40908"/>
                  <a:gd name="connsiteY26" fmla="*/ 5420 h 28314"/>
                  <a:gd name="connsiteX27" fmla="*/ 5128 w 40908"/>
                  <a:gd name="connsiteY27" fmla="*/ 7556 h 28314"/>
                  <a:gd name="connsiteX28" fmla="*/ 3621 w 40908"/>
                  <a:gd name="connsiteY28" fmla="*/ 10638 h 28314"/>
                  <a:gd name="connsiteX29" fmla="*/ 3126 w 40908"/>
                  <a:gd name="connsiteY29" fmla="*/ 14191 h 28314"/>
                  <a:gd name="connsiteX30" fmla="*/ 3913 w 40908"/>
                  <a:gd name="connsiteY30" fmla="*/ 18914 h 28314"/>
                  <a:gd name="connsiteX31" fmla="*/ 5937 w 40908"/>
                  <a:gd name="connsiteY31" fmla="*/ 21972 h 28314"/>
                  <a:gd name="connsiteX32" fmla="*/ 8681 w 40908"/>
                  <a:gd name="connsiteY32" fmla="*/ 23547 h 28314"/>
                  <a:gd name="connsiteX33" fmla="*/ 11695 w 40908"/>
                  <a:gd name="connsiteY33" fmla="*/ 23704 h 28314"/>
                  <a:gd name="connsiteX34" fmla="*/ 14708 w 40908"/>
                  <a:gd name="connsiteY34" fmla="*/ 22197 h 28314"/>
                  <a:gd name="connsiteX35" fmla="*/ 16575 w 40908"/>
                  <a:gd name="connsiteY35" fmla="*/ 19274 h 28314"/>
                  <a:gd name="connsiteX36" fmla="*/ 17767 w 40908"/>
                  <a:gd name="connsiteY36" fmla="*/ 15473 h 28314"/>
                  <a:gd name="connsiteX37" fmla="*/ 18734 w 40908"/>
                  <a:gd name="connsiteY37" fmla="*/ 11245 h 28314"/>
                  <a:gd name="connsiteX38" fmla="*/ 19948 w 40908"/>
                  <a:gd name="connsiteY38" fmla="*/ 7062 h 28314"/>
                  <a:gd name="connsiteX39" fmla="*/ 21838 w 40908"/>
                  <a:gd name="connsiteY39" fmla="*/ 3463 h 28314"/>
                  <a:gd name="connsiteX40" fmla="*/ 24896 w 40908"/>
                  <a:gd name="connsiteY40" fmla="*/ 945 h 28314"/>
                  <a:gd name="connsiteX41" fmla="*/ 29574 w 40908"/>
                  <a:gd name="connsiteY41" fmla="*/ 0 h 28314"/>
                  <a:gd name="connsiteX42" fmla="*/ 37940 w 40908"/>
                  <a:gd name="connsiteY42" fmla="*/ 3733 h 28314"/>
                  <a:gd name="connsiteX43" fmla="*/ 40909 w 40908"/>
                  <a:gd name="connsiteY43" fmla="*/ 14213 h 28314"/>
                  <a:gd name="connsiteX44" fmla="*/ 40122 w 40908"/>
                  <a:gd name="connsiteY44" fmla="*/ 19836 h 28314"/>
                  <a:gd name="connsiteX45" fmla="*/ 37738 w 40908"/>
                  <a:gd name="connsiteY45" fmla="*/ 24311 h 28314"/>
                  <a:gd name="connsiteX46" fmla="*/ 33802 w 40908"/>
                  <a:gd name="connsiteY46" fmla="*/ 27257 h 28314"/>
                  <a:gd name="connsiteX47" fmla="*/ 28270 w 40908"/>
                  <a:gd name="connsiteY47" fmla="*/ 28314 h 28314"/>
                  <a:gd name="connsiteX48" fmla="*/ 28270 w 40908"/>
                  <a:gd name="connsiteY48" fmla="*/ 24761 h 283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40908" h="28314">
                    <a:moveTo>
                      <a:pt x="28292" y="24694"/>
                    </a:moveTo>
                    <a:cubicBezTo>
                      <a:pt x="30024" y="24559"/>
                      <a:pt x="31485" y="24154"/>
                      <a:pt x="32700" y="23524"/>
                    </a:cubicBezTo>
                    <a:cubicBezTo>
                      <a:pt x="33914" y="22894"/>
                      <a:pt x="34881" y="22085"/>
                      <a:pt x="35646" y="21095"/>
                    </a:cubicBezTo>
                    <a:cubicBezTo>
                      <a:pt x="36411" y="20106"/>
                      <a:pt x="36951" y="18959"/>
                      <a:pt x="37288" y="17677"/>
                    </a:cubicBezTo>
                    <a:cubicBezTo>
                      <a:pt x="37625" y="16372"/>
                      <a:pt x="37805" y="15001"/>
                      <a:pt x="37805" y="13516"/>
                    </a:cubicBezTo>
                    <a:cubicBezTo>
                      <a:pt x="37805" y="11785"/>
                      <a:pt x="37580" y="10300"/>
                      <a:pt x="37153" y="9041"/>
                    </a:cubicBezTo>
                    <a:cubicBezTo>
                      <a:pt x="36726" y="7781"/>
                      <a:pt x="36141" y="6747"/>
                      <a:pt x="35399" y="5960"/>
                    </a:cubicBezTo>
                    <a:cubicBezTo>
                      <a:pt x="34657" y="5173"/>
                      <a:pt x="33802" y="4588"/>
                      <a:pt x="32835" y="4206"/>
                    </a:cubicBezTo>
                    <a:cubicBezTo>
                      <a:pt x="31868" y="3823"/>
                      <a:pt x="30833" y="3643"/>
                      <a:pt x="29754" y="3643"/>
                    </a:cubicBezTo>
                    <a:cubicBezTo>
                      <a:pt x="28247" y="3643"/>
                      <a:pt x="27010" y="3981"/>
                      <a:pt x="26088" y="4678"/>
                    </a:cubicBezTo>
                    <a:cubicBezTo>
                      <a:pt x="25143" y="5353"/>
                      <a:pt x="24379" y="6252"/>
                      <a:pt x="23794" y="7354"/>
                    </a:cubicBezTo>
                    <a:cubicBezTo>
                      <a:pt x="23209" y="8456"/>
                      <a:pt x="22714" y="9716"/>
                      <a:pt x="22355" y="11132"/>
                    </a:cubicBezTo>
                    <a:cubicBezTo>
                      <a:pt x="21995" y="12549"/>
                      <a:pt x="21635" y="14011"/>
                      <a:pt x="21298" y="15495"/>
                    </a:cubicBezTo>
                    <a:cubicBezTo>
                      <a:pt x="20960" y="16980"/>
                      <a:pt x="20556" y="18441"/>
                      <a:pt x="20083" y="19858"/>
                    </a:cubicBezTo>
                    <a:cubicBezTo>
                      <a:pt x="19611" y="21275"/>
                      <a:pt x="18981" y="22535"/>
                      <a:pt x="18194" y="23637"/>
                    </a:cubicBezTo>
                    <a:cubicBezTo>
                      <a:pt x="17407" y="24739"/>
                      <a:pt x="16395" y="25616"/>
                      <a:pt x="15135" y="26313"/>
                    </a:cubicBezTo>
                    <a:cubicBezTo>
                      <a:pt x="13899" y="26987"/>
                      <a:pt x="12324" y="27347"/>
                      <a:pt x="10413" y="27347"/>
                    </a:cubicBezTo>
                    <a:cubicBezTo>
                      <a:pt x="9086" y="27347"/>
                      <a:pt x="7782" y="27077"/>
                      <a:pt x="6522" y="26515"/>
                    </a:cubicBezTo>
                    <a:cubicBezTo>
                      <a:pt x="5263" y="25953"/>
                      <a:pt x="4138" y="25121"/>
                      <a:pt x="3171" y="24041"/>
                    </a:cubicBezTo>
                    <a:cubicBezTo>
                      <a:pt x="2204" y="22939"/>
                      <a:pt x="1417" y="21567"/>
                      <a:pt x="855" y="19903"/>
                    </a:cubicBezTo>
                    <a:cubicBezTo>
                      <a:pt x="270" y="18239"/>
                      <a:pt x="0" y="16350"/>
                      <a:pt x="0" y="14191"/>
                    </a:cubicBezTo>
                    <a:cubicBezTo>
                      <a:pt x="0" y="12032"/>
                      <a:pt x="315" y="10075"/>
                      <a:pt x="922" y="8434"/>
                    </a:cubicBezTo>
                    <a:cubicBezTo>
                      <a:pt x="1529" y="6792"/>
                      <a:pt x="2362" y="5442"/>
                      <a:pt x="3441" y="4363"/>
                    </a:cubicBezTo>
                    <a:cubicBezTo>
                      <a:pt x="4498" y="3284"/>
                      <a:pt x="5735" y="2474"/>
                      <a:pt x="7129" y="1934"/>
                    </a:cubicBezTo>
                    <a:cubicBezTo>
                      <a:pt x="8524" y="1394"/>
                      <a:pt x="10031" y="1124"/>
                      <a:pt x="11605" y="1124"/>
                    </a:cubicBezTo>
                    <a:lnTo>
                      <a:pt x="11605" y="4633"/>
                    </a:lnTo>
                    <a:cubicBezTo>
                      <a:pt x="10120" y="4633"/>
                      <a:pt x="8861" y="4903"/>
                      <a:pt x="7782" y="5420"/>
                    </a:cubicBezTo>
                    <a:cubicBezTo>
                      <a:pt x="6702" y="5937"/>
                      <a:pt x="5825" y="6657"/>
                      <a:pt x="5128" y="7556"/>
                    </a:cubicBezTo>
                    <a:cubicBezTo>
                      <a:pt x="4453" y="8456"/>
                      <a:pt x="3936" y="9491"/>
                      <a:pt x="3621" y="10638"/>
                    </a:cubicBezTo>
                    <a:cubicBezTo>
                      <a:pt x="3306" y="11785"/>
                      <a:pt x="3126" y="12977"/>
                      <a:pt x="3126" y="14191"/>
                    </a:cubicBezTo>
                    <a:cubicBezTo>
                      <a:pt x="3126" y="16058"/>
                      <a:pt x="3396" y="17632"/>
                      <a:pt x="3913" y="18914"/>
                    </a:cubicBezTo>
                    <a:cubicBezTo>
                      <a:pt x="4431" y="20196"/>
                      <a:pt x="5105" y="21208"/>
                      <a:pt x="5937" y="21972"/>
                    </a:cubicBezTo>
                    <a:cubicBezTo>
                      <a:pt x="6769" y="22737"/>
                      <a:pt x="7692" y="23254"/>
                      <a:pt x="8681" y="23547"/>
                    </a:cubicBezTo>
                    <a:cubicBezTo>
                      <a:pt x="9693" y="23839"/>
                      <a:pt x="10705" y="23884"/>
                      <a:pt x="11695" y="23704"/>
                    </a:cubicBezTo>
                    <a:cubicBezTo>
                      <a:pt x="12954" y="23479"/>
                      <a:pt x="13966" y="22984"/>
                      <a:pt x="14708" y="22197"/>
                    </a:cubicBezTo>
                    <a:cubicBezTo>
                      <a:pt x="15473" y="21410"/>
                      <a:pt x="16080" y="20443"/>
                      <a:pt x="16575" y="19274"/>
                    </a:cubicBezTo>
                    <a:cubicBezTo>
                      <a:pt x="17070" y="18127"/>
                      <a:pt x="17452" y="16845"/>
                      <a:pt x="17767" y="15473"/>
                    </a:cubicBezTo>
                    <a:cubicBezTo>
                      <a:pt x="18082" y="14078"/>
                      <a:pt x="18397" y="12684"/>
                      <a:pt x="18734" y="11245"/>
                    </a:cubicBezTo>
                    <a:cubicBezTo>
                      <a:pt x="19071" y="9805"/>
                      <a:pt x="19476" y="8411"/>
                      <a:pt x="19948" y="7062"/>
                    </a:cubicBezTo>
                    <a:cubicBezTo>
                      <a:pt x="20421" y="5712"/>
                      <a:pt x="21050" y="4520"/>
                      <a:pt x="21838" y="3463"/>
                    </a:cubicBezTo>
                    <a:cubicBezTo>
                      <a:pt x="22625" y="2429"/>
                      <a:pt x="23637" y="1574"/>
                      <a:pt x="24896" y="945"/>
                    </a:cubicBezTo>
                    <a:cubicBezTo>
                      <a:pt x="26133" y="315"/>
                      <a:pt x="27685" y="0"/>
                      <a:pt x="29574" y="0"/>
                    </a:cubicBezTo>
                    <a:cubicBezTo>
                      <a:pt x="33172" y="0"/>
                      <a:pt x="35961" y="1237"/>
                      <a:pt x="37940" y="3733"/>
                    </a:cubicBezTo>
                    <a:cubicBezTo>
                      <a:pt x="39919" y="6207"/>
                      <a:pt x="40909" y="9716"/>
                      <a:pt x="40909" y="14213"/>
                    </a:cubicBezTo>
                    <a:cubicBezTo>
                      <a:pt x="40909" y="16237"/>
                      <a:pt x="40639" y="18104"/>
                      <a:pt x="40122" y="19836"/>
                    </a:cubicBezTo>
                    <a:cubicBezTo>
                      <a:pt x="39604" y="21567"/>
                      <a:pt x="38817" y="23052"/>
                      <a:pt x="37738" y="24311"/>
                    </a:cubicBezTo>
                    <a:cubicBezTo>
                      <a:pt x="36681" y="25571"/>
                      <a:pt x="35354" y="26560"/>
                      <a:pt x="33802" y="27257"/>
                    </a:cubicBezTo>
                    <a:cubicBezTo>
                      <a:pt x="32228" y="27955"/>
                      <a:pt x="30383" y="28314"/>
                      <a:pt x="28270" y="28314"/>
                    </a:cubicBezTo>
                    <a:lnTo>
                      <a:pt x="28270" y="24761"/>
                    </a:lnTo>
                    <a:close/>
                  </a:path>
                </a:pathLst>
              </a:custGeom>
              <a:solidFill>
                <a:srgbClr val="231F20"/>
              </a:solidFill>
              <a:ln w="2249" cap="flat">
                <a:noFill/>
                <a:prstDash val="solid"/>
                <a:miter/>
              </a:ln>
            </p:spPr>
            <p:txBody>
              <a:bodyPr rtlCol="0" anchor="ctr"/>
              <a:lstStyle/>
              <a:p>
                <a:endParaRPr lang="en-US"/>
              </a:p>
            </p:txBody>
          </p:sp>
          <p:sp>
            <p:nvSpPr>
              <p:cNvPr id="17988" name="Freeform 17987">
                <a:extLst>
                  <a:ext uri="{FF2B5EF4-FFF2-40B4-BE49-F238E27FC236}">
                    <a16:creationId xmlns:a16="http://schemas.microsoft.com/office/drawing/2014/main" id="{BD400C39-198C-4431-86A6-5B7DE48F3D9C}"/>
                  </a:ext>
                </a:extLst>
              </p:cNvPr>
              <p:cNvSpPr/>
              <p:nvPr/>
            </p:nvSpPr>
            <p:spPr>
              <a:xfrm>
                <a:off x="4618480" y="3946912"/>
                <a:ext cx="38861" cy="3553"/>
              </a:xfrm>
              <a:custGeom>
                <a:avLst/>
                <a:gdLst>
                  <a:gd name="connsiteX0" fmla="*/ 4813 w 38861"/>
                  <a:gd name="connsiteY0" fmla="*/ 3553 h 3553"/>
                  <a:gd name="connsiteX1" fmla="*/ 0 w 38861"/>
                  <a:gd name="connsiteY1" fmla="*/ 3553 h 3553"/>
                  <a:gd name="connsiteX2" fmla="*/ 0 w 38861"/>
                  <a:gd name="connsiteY2" fmla="*/ 0 h 3553"/>
                  <a:gd name="connsiteX3" fmla="*/ 4813 w 38861"/>
                  <a:gd name="connsiteY3" fmla="*/ 0 h 3553"/>
                  <a:gd name="connsiteX4" fmla="*/ 4813 w 38861"/>
                  <a:gd name="connsiteY4" fmla="*/ 3553 h 3553"/>
                  <a:gd name="connsiteX5" fmla="*/ 38862 w 38861"/>
                  <a:gd name="connsiteY5" fmla="*/ 3396 h 3553"/>
                  <a:gd name="connsiteX6" fmla="*/ 10907 w 38861"/>
                  <a:gd name="connsiteY6" fmla="*/ 3396 h 3553"/>
                  <a:gd name="connsiteX7" fmla="*/ 10907 w 38861"/>
                  <a:gd name="connsiteY7" fmla="*/ 157 h 3553"/>
                  <a:gd name="connsiteX8" fmla="*/ 38862 w 38861"/>
                  <a:gd name="connsiteY8" fmla="*/ 157 h 3553"/>
                  <a:gd name="connsiteX9" fmla="*/ 38862 w 38861"/>
                  <a:gd name="connsiteY9" fmla="*/ 3396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61" h="3553">
                    <a:moveTo>
                      <a:pt x="4813" y="3553"/>
                    </a:moveTo>
                    <a:lnTo>
                      <a:pt x="0" y="3553"/>
                    </a:lnTo>
                    <a:lnTo>
                      <a:pt x="0" y="0"/>
                    </a:lnTo>
                    <a:lnTo>
                      <a:pt x="4813" y="0"/>
                    </a:lnTo>
                    <a:lnTo>
                      <a:pt x="4813" y="3553"/>
                    </a:lnTo>
                    <a:close/>
                    <a:moveTo>
                      <a:pt x="38862" y="3396"/>
                    </a:moveTo>
                    <a:lnTo>
                      <a:pt x="10907" y="3396"/>
                    </a:lnTo>
                    <a:lnTo>
                      <a:pt x="10907" y="157"/>
                    </a:lnTo>
                    <a:lnTo>
                      <a:pt x="38862" y="157"/>
                    </a:lnTo>
                    <a:lnTo>
                      <a:pt x="38862" y="3396"/>
                    </a:lnTo>
                    <a:close/>
                  </a:path>
                </a:pathLst>
              </a:custGeom>
              <a:solidFill>
                <a:srgbClr val="231F20"/>
              </a:solidFill>
              <a:ln w="2249" cap="flat">
                <a:noFill/>
                <a:prstDash val="solid"/>
                <a:miter/>
              </a:ln>
            </p:spPr>
            <p:txBody>
              <a:bodyPr rtlCol="0" anchor="ctr"/>
              <a:lstStyle/>
              <a:p>
                <a:endParaRPr lang="en-US"/>
              </a:p>
            </p:txBody>
          </p:sp>
          <p:sp>
            <p:nvSpPr>
              <p:cNvPr id="17989" name="Freeform 17988">
                <a:extLst>
                  <a:ext uri="{FF2B5EF4-FFF2-40B4-BE49-F238E27FC236}">
                    <a16:creationId xmlns:a16="http://schemas.microsoft.com/office/drawing/2014/main" id="{249209D1-14F9-F61C-7C45-AF220F444B69}"/>
                  </a:ext>
                </a:extLst>
              </p:cNvPr>
              <p:cNvSpPr/>
              <p:nvPr/>
            </p:nvSpPr>
            <p:spPr>
              <a:xfrm>
                <a:off x="4628645" y="3901236"/>
                <a:ext cx="28764" cy="38007"/>
              </a:xfrm>
              <a:custGeom>
                <a:avLst/>
                <a:gdLst>
                  <a:gd name="connsiteX0" fmla="*/ 28697 w 28764"/>
                  <a:gd name="connsiteY0" fmla="*/ 34769 h 38007"/>
                  <a:gd name="connsiteX1" fmla="*/ 28697 w 28764"/>
                  <a:gd name="connsiteY1" fmla="*/ 38007 h 38007"/>
                  <a:gd name="connsiteX2" fmla="*/ 742 w 28764"/>
                  <a:gd name="connsiteY2" fmla="*/ 38007 h 38007"/>
                  <a:gd name="connsiteX3" fmla="*/ 742 w 28764"/>
                  <a:gd name="connsiteY3" fmla="*/ 34769 h 38007"/>
                  <a:gd name="connsiteX4" fmla="*/ 4948 w 28764"/>
                  <a:gd name="connsiteY4" fmla="*/ 34769 h 38007"/>
                  <a:gd name="connsiteX5" fmla="*/ 4948 w 28764"/>
                  <a:gd name="connsiteY5" fmla="*/ 34657 h 38007"/>
                  <a:gd name="connsiteX6" fmla="*/ 1260 w 28764"/>
                  <a:gd name="connsiteY6" fmla="*/ 31103 h 38007"/>
                  <a:gd name="connsiteX7" fmla="*/ 0 w 28764"/>
                  <a:gd name="connsiteY7" fmla="*/ 26020 h 38007"/>
                  <a:gd name="connsiteX8" fmla="*/ 427 w 28764"/>
                  <a:gd name="connsiteY8" fmla="*/ 22737 h 38007"/>
                  <a:gd name="connsiteX9" fmla="*/ 1597 w 28764"/>
                  <a:gd name="connsiteY9" fmla="*/ 20443 h 38007"/>
                  <a:gd name="connsiteX10" fmla="*/ 3306 w 28764"/>
                  <a:gd name="connsiteY10" fmla="*/ 18869 h 38007"/>
                  <a:gd name="connsiteX11" fmla="*/ 5420 w 28764"/>
                  <a:gd name="connsiteY11" fmla="*/ 17812 h 38007"/>
                  <a:gd name="connsiteX12" fmla="*/ 1350 w 28764"/>
                  <a:gd name="connsiteY12" fmla="*/ 14056 h 38007"/>
                  <a:gd name="connsiteX13" fmla="*/ 23 w 28764"/>
                  <a:gd name="connsiteY13" fmla="*/ 8681 h 38007"/>
                  <a:gd name="connsiteX14" fmla="*/ 967 w 28764"/>
                  <a:gd name="connsiteY14" fmla="*/ 4116 h 38007"/>
                  <a:gd name="connsiteX15" fmla="*/ 3441 w 28764"/>
                  <a:gd name="connsiteY15" fmla="*/ 1507 h 38007"/>
                  <a:gd name="connsiteX16" fmla="*/ 6972 w 28764"/>
                  <a:gd name="connsiteY16" fmla="*/ 292 h 38007"/>
                  <a:gd name="connsiteX17" fmla="*/ 11065 w 28764"/>
                  <a:gd name="connsiteY17" fmla="*/ 0 h 38007"/>
                  <a:gd name="connsiteX18" fmla="*/ 28719 w 28764"/>
                  <a:gd name="connsiteY18" fmla="*/ 0 h 38007"/>
                  <a:gd name="connsiteX19" fmla="*/ 28719 w 28764"/>
                  <a:gd name="connsiteY19" fmla="*/ 3239 h 38007"/>
                  <a:gd name="connsiteX20" fmla="*/ 9401 w 28764"/>
                  <a:gd name="connsiteY20" fmla="*/ 3239 h 38007"/>
                  <a:gd name="connsiteX21" fmla="*/ 4655 w 28764"/>
                  <a:gd name="connsiteY21" fmla="*/ 4498 h 38007"/>
                  <a:gd name="connsiteX22" fmla="*/ 2924 w 28764"/>
                  <a:gd name="connsiteY22" fmla="*/ 9221 h 38007"/>
                  <a:gd name="connsiteX23" fmla="*/ 3711 w 28764"/>
                  <a:gd name="connsiteY23" fmla="*/ 12639 h 38007"/>
                  <a:gd name="connsiteX24" fmla="*/ 6117 w 28764"/>
                  <a:gd name="connsiteY24" fmla="*/ 15518 h 38007"/>
                  <a:gd name="connsiteX25" fmla="*/ 7759 w 28764"/>
                  <a:gd name="connsiteY25" fmla="*/ 16417 h 38007"/>
                  <a:gd name="connsiteX26" fmla="*/ 9738 w 28764"/>
                  <a:gd name="connsiteY26" fmla="*/ 16980 h 38007"/>
                  <a:gd name="connsiteX27" fmla="*/ 11785 w 28764"/>
                  <a:gd name="connsiteY27" fmla="*/ 17272 h 38007"/>
                  <a:gd name="connsiteX28" fmla="*/ 13674 w 28764"/>
                  <a:gd name="connsiteY28" fmla="*/ 17362 h 38007"/>
                  <a:gd name="connsiteX29" fmla="*/ 28742 w 28764"/>
                  <a:gd name="connsiteY29" fmla="*/ 17362 h 38007"/>
                  <a:gd name="connsiteX30" fmla="*/ 28742 w 28764"/>
                  <a:gd name="connsiteY30" fmla="*/ 20601 h 38007"/>
                  <a:gd name="connsiteX31" fmla="*/ 9423 w 28764"/>
                  <a:gd name="connsiteY31" fmla="*/ 20601 h 38007"/>
                  <a:gd name="connsiteX32" fmla="*/ 4678 w 28764"/>
                  <a:gd name="connsiteY32" fmla="*/ 21860 h 38007"/>
                  <a:gd name="connsiteX33" fmla="*/ 2946 w 28764"/>
                  <a:gd name="connsiteY33" fmla="*/ 26583 h 38007"/>
                  <a:gd name="connsiteX34" fmla="*/ 3733 w 28764"/>
                  <a:gd name="connsiteY34" fmla="*/ 30001 h 38007"/>
                  <a:gd name="connsiteX35" fmla="*/ 6140 w 28764"/>
                  <a:gd name="connsiteY35" fmla="*/ 32880 h 38007"/>
                  <a:gd name="connsiteX36" fmla="*/ 7782 w 28764"/>
                  <a:gd name="connsiteY36" fmla="*/ 33779 h 38007"/>
                  <a:gd name="connsiteX37" fmla="*/ 9761 w 28764"/>
                  <a:gd name="connsiteY37" fmla="*/ 34342 h 38007"/>
                  <a:gd name="connsiteX38" fmla="*/ 11807 w 28764"/>
                  <a:gd name="connsiteY38" fmla="*/ 34634 h 38007"/>
                  <a:gd name="connsiteX39" fmla="*/ 13696 w 28764"/>
                  <a:gd name="connsiteY39" fmla="*/ 34724 h 38007"/>
                  <a:gd name="connsiteX40" fmla="*/ 28764 w 28764"/>
                  <a:gd name="connsiteY40" fmla="*/ 34724 h 380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8764" h="38007">
                    <a:moveTo>
                      <a:pt x="28697" y="34769"/>
                    </a:moveTo>
                    <a:lnTo>
                      <a:pt x="28697" y="38007"/>
                    </a:lnTo>
                    <a:lnTo>
                      <a:pt x="742" y="38007"/>
                    </a:lnTo>
                    <a:lnTo>
                      <a:pt x="742" y="34769"/>
                    </a:lnTo>
                    <a:lnTo>
                      <a:pt x="4948" y="34769"/>
                    </a:lnTo>
                    <a:lnTo>
                      <a:pt x="4948" y="34657"/>
                    </a:lnTo>
                    <a:cubicBezTo>
                      <a:pt x="3329" y="33824"/>
                      <a:pt x="2092" y="32632"/>
                      <a:pt x="1260" y="31103"/>
                    </a:cubicBezTo>
                    <a:cubicBezTo>
                      <a:pt x="405" y="29551"/>
                      <a:pt x="0" y="27865"/>
                      <a:pt x="0" y="26020"/>
                    </a:cubicBezTo>
                    <a:cubicBezTo>
                      <a:pt x="0" y="24716"/>
                      <a:pt x="135" y="23637"/>
                      <a:pt x="427" y="22737"/>
                    </a:cubicBezTo>
                    <a:cubicBezTo>
                      <a:pt x="720" y="21837"/>
                      <a:pt x="1102" y="21073"/>
                      <a:pt x="1597" y="20443"/>
                    </a:cubicBezTo>
                    <a:cubicBezTo>
                      <a:pt x="2092" y="19813"/>
                      <a:pt x="2654" y="19296"/>
                      <a:pt x="3306" y="18869"/>
                    </a:cubicBezTo>
                    <a:cubicBezTo>
                      <a:pt x="3958" y="18464"/>
                      <a:pt x="4655" y="18104"/>
                      <a:pt x="5420" y="17812"/>
                    </a:cubicBezTo>
                    <a:cubicBezTo>
                      <a:pt x="3576" y="16867"/>
                      <a:pt x="2227" y="15630"/>
                      <a:pt x="1350" y="14056"/>
                    </a:cubicBezTo>
                    <a:cubicBezTo>
                      <a:pt x="472" y="12482"/>
                      <a:pt x="23" y="10705"/>
                      <a:pt x="23" y="8681"/>
                    </a:cubicBezTo>
                    <a:cubicBezTo>
                      <a:pt x="23" y="6769"/>
                      <a:pt x="337" y="5263"/>
                      <a:pt x="967" y="4116"/>
                    </a:cubicBezTo>
                    <a:cubicBezTo>
                      <a:pt x="1597" y="2991"/>
                      <a:pt x="2429" y="2114"/>
                      <a:pt x="3441" y="1507"/>
                    </a:cubicBezTo>
                    <a:cubicBezTo>
                      <a:pt x="4453" y="900"/>
                      <a:pt x="5645" y="495"/>
                      <a:pt x="6972" y="292"/>
                    </a:cubicBezTo>
                    <a:cubicBezTo>
                      <a:pt x="8299" y="90"/>
                      <a:pt x="9671" y="0"/>
                      <a:pt x="11065" y="0"/>
                    </a:cubicBezTo>
                    <a:lnTo>
                      <a:pt x="28719" y="0"/>
                    </a:lnTo>
                    <a:lnTo>
                      <a:pt x="28719" y="3239"/>
                    </a:lnTo>
                    <a:lnTo>
                      <a:pt x="9401" y="3239"/>
                    </a:lnTo>
                    <a:cubicBezTo>
                      <a:pt x="7377" y="3239"/>
                      <a:pt x="5802" y="3666"/>
                      <a:pt x="4655" y="4498"/>
                    </a:cubicBezTo>
                    <a:cubicBezTo>
                      <a:pt x="3509" y="5353"/>
                      <a:pt x="2924" y="6927"/>
                      <a:pt x="2924" y="9221"/>
                    </a:cubicBezTo>
                    <a:cubicBezTo>
                      <a:pt x="2924" y="10413"/>
                      <a:pt x="3194" y="11560"/>
                      <a:pt x="3711" y="12639"/>
                    </a:cubicBezTo>
                    <a:cubicBezTo>
                      <a:pt x="4228" y="13719"/>
                      <a:pt x="5038" y="14708"/>
                      <a:pt x="6117" y="15518"/>
                    </a:cubicBezTo>
                    <a:cubicBezTo>
                      <a:pt x="6590" y="15878"/>
                      <a:pt x="7129" y="16170"/>
                      <a:pt x="7759" y="16417"/>
                    </a:cubicBezTo>
                    <a:cubicBezTo>
                      <a:pt x="8389" y="16642"/>
                      <a:pt x="9041" y="16845"/>
                      <a:pt x="9738" y="16980"/>
                    </a:cubicBezTo>
                    <a:cubicBezTo>
                      <a:pt x="10413" y="17115"/>
                      <a:pt x="11110" y="17227"/>
                      <a:pt x="11785" y="17272"/>
                    </a:cubicBezTo>
                    <a:cubicBezTo>
                      <a:pt x="12459" y="17317"/>
                      <a:pt x="13089" y="17362"/>
                      <a:pt x="13674" y="17362"/>
                    </a:cubicBezTo>
                    <a:lnTo>
                      <a:pt x="28742" y="17362"/>
                    </a:lnTo>
                    <a:lnTo>
                      <a:pt x="28742" y="20601"/>
                    </a:lnTo>
                    <a:lnTo>
                      <a:pt x="9423" y="20601"/>
                    </a:lnTo>
                    <a:cubicBezTo>
                      <a:pt x="7399" y="20601"/>
                      <a:pt x="5825" y="21028"/>
                      <a:pt x="4678" y="21860"/>
                    </a:cubicBezTo>
                    <a:cubicBezTo>
                      <a:pt x="3531" y="22715"/>
                      <a:pt x="2946" y="24289"/>
                      <a:pt x="2946" y="26583"/>
                    </a:cubicBezTo>
                    <a:cubicBezTo>
                      <a:pt x="2946" y="27775"/>
                      <a:pt x="3216" y="28922"/>
                      <a:pt x="3733" y="30001"/>
                    </a:cubicBezTo>
                    <a:cubicBezTo>
                      <a:pt x="4251" y="31103"/>
                      <a:pt x="5060" y="32070"/>
                      <a:pt x="6140" y="32880"/>
                    </a:cubicBezTo>
                    <a:cubicBezTo>
                      <a:pt x="6612" y="33240"/>
                      <a:pt x="7152" y="33532"/>
                      <a:pt x="7782" y="33779"/>
                    </a:cubicBezTo>
                    <a:cubicBezTo>
                      <a:pt x="8411" y="34004"/>
                      <a:pt x="9063" y="34207"/>
                      <a:pt x="9761" y="34342"/>
                    </a:cubicBezTo>
                    <a:cubicBezTo>
                      <a:pt x="10435" y="34477"/>
                      <a:pt x="11133" y="34589"/>
                      <a:pt x="11807" y="34634"/>
                    </a:cubicBezTo>
                    <a:cubicBezTo>
                      <a:pt x="12482" y="34679"/>
                      <a:pt x="13112" y="34724"/>
                      <a:pt x="13696" y="34724"/>
                    </a:cubicBezTo>
                    <a:lnTo>
                      <a:pt x="28764" y="34724"/>
                    </a:lnTo>
                    <a:close/>
                  </a:path>
                </a:pathLst>
              </a:custGeom>
              <a:solidFill>
                <a:srgbClr val="231F20"/>
              </a:solidFill>
              <a:ln w="2249" cap="flat">
                <a:noFill/>
                <a:prstDash val="solid"/>
                <a:miter/>
              </a:ln>
            </p:spPr>
            <p:txBody>
              <a:bodyPr rtlCol="0" anchor="ctr"/>
              <a:lstStyle/>
              <a:p>
                <a:endParaRPr lang="en-US"/>
              </a:p>
            </p:txBody>
          </p:sp>
          <p:sp>
            <p:nvSpPr>
              <p:cNvPr id="17990" name="Freeform 17989">
                <a:extLst>
                  <a:ext uri="{FF2B5EF4-FFF2-40B4-BE49-F238E27FC236}">
                    <a16:creationId xmlns:a16="http://schemas.microsoft.com/office/drawing/2014/main" id="{5A599A44-6FAF-E4AE-7D4B-59AF44BDEA49}"/>
                  </a:ext>
                </a:extLst>
              </p:cNvPr>
              <p:cNvSpPr/>
              <p:nvPr/>
            </p:nvSpPr>
            <p:spPr>
              <a:xfrm>
                <a:off x="4618480" y="3889969"/>
                <a:ext cx="38861" cy="3553"/>
              </a:xfrm>
              <a:custGeom>
                <a:avLst/>
                <a:gdLst>
                  <a:gd name="connsiteX0" fmla="*/ 4813 w 38861"/>
                  <a:gd name="connsiteY0" fmla="*/ 3553 h 3553"/>
                  <a:gd name="connsiteX1" fmla="*/ 0 w 38861"/>
                  <a:gd name="connsiteY1" fmla="*/ 3553 h 3553"/>
                  <a:gd name="connsiteX2" fmla="*/ 0 w 38861"/>
                  <a:gd name="connsiteY2" fmla="*/ 0 h 3553"/>
                  <a:gd name="connsiteX3" fmla="*/ 4813 w 38861"/>
                  <a:gd name="connsiteY3" fmla="*/ 0 h 3553"/>
                  <a:gd name="connsiteX4" fmla="*/ 4813 w 38861"/>
                  <a:gd name="connsiteY4" fmla="*/ 3553 h 3553"/>
                  <a:gd name="connsiteX5" fmla="*/ 38862 w 38861"/>
                  <a:gd name="connsiteY5" fmla="*/ 3396 h 3553"/>
                  <a:gd name="connsiteX6" fmla="*/ 10907 w 38861"/>
                  <a:gd name="connsiteY6" fmla="*/ 3396 h 3553"/>
                  <a:gd name="connsiteX7" fmla="*/ 10907 w 38861"/>
                  <a:gd name="connsiteY7" fmla="*/ 157 h 3553"/>
                  <a:gd name="connsiteX8" fmla="*/ 38862 w 38861"/>
                  <a:gd name="connsiteY8" fmla="*/ 157 h 3553"/>
                  <a:gd name="connsiteX9" fmla="*/ 38862 w 38861"/>
                  <a:gd name="connsiteY9" fmla="*/ 3396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61" h="3553">
                    <a:moveTo>
                      <a:pt x="4813" y="3553"/>
                    </a:moveTo>
                    <a:lnTo>
                      <a:pt x="0" y="3553"/>
                    </a:lnTo>
                    <a:lnTo>
                      <a:pt x="0" y="0"/>
                    </a:lnTo>
                    <a:lnTo>
                      <a:pt x="4813" y="0"/>
                    </a:lnTo>
                    <a:lnTo>
                      <a:pt x="4813" y="3553"/>
                    </a:lnTo>
                    <a:close/>
                    <a:moveTo>
                      <a:pt x="38862" y="3396"/>
                    </a:moveTo>
                    <a:lnTo>
                      <a:pt x="10907" y="3396"/>
                    </a:lnTo>
                    <a:lnTo>
                      <a:pt x="10907" y="157"/>
                    </a:lnTo>
                    <a:lnTo>
                      <a:pt x="38862" y="157"/>
                    </a:lnTo>
                    <a:lnTo>
                      <a:pt x="38862" y="3396"/>
                    </a:lnTo>
                    <a:close/>
                  </a:path>
                </a:pathLst>
              </a:custGeom>
              <a:solidFill>
                <a:srgbClr val="231F20"/>
              </a:solidFill>
              <a:ln w="2249" cap="flat">
                <a:noFill/>
                <a:prstDash val="solid"/>
                <a:miter/>
              </a:ln>
            </p:spPr>
            <p:txBody>
              <a:bodyPr rtlCol="0" anchor="ctr"/>
              <a:lstStyle/>
              <a:p>
                <a:endParaRPr lang="en-US"/>
              </a:p>
            </p:txBody>
          </p:sp>
          <p:sp>
            <p:nvSpPr>
              <p:cNvPr id="17991" name="Freeform 17990">
                <a:extLst>
                  <a:ext uri="{FF2B5EF4-FFF2-40B4-BE49-F238E27FC236}">
                    <a16:creationId xmlns:a16="http://schemas.microsoft.com/office/drawing/2014/main" id="{A2C67553-6166-D92F-CE4E-9B32BF228773}"/>
                  </a:ext>
                </a:extLst>
              </p:cNvPr>
              <p:cNvSpPr/>
              <p:nvPr/>
            </p:nvSpPr>
            <p:spPr>
              <a:xfrm>
                <a:off x="4618480" y="3878139"/>
                <a:ext cx="38861" cy="3238"/>
              </a:xfrm>
              <a:custGeom>
                <a:avLst/>
                <a:gdLst>
                  <a:gd name="connsiteX0" fmla="*/ 38862 w 38861"/>
                  <a:gd name="connsiteY0" fmla="*/ 3239 h 3238"/>
                  <a:gd name="connsiteX1" fmla="*/ 0 w 38861"/>
                  <a:gd name="connsiteY1" fmla="*/ 3239 h 3238"/>
                  <a:gd name="connsiteX2" fmla="*/ 0 w 38861"/>
                  <a:gd name="connsiteY2" fmla="*/ 0 h 3238"/>
                  <a:gd name="connsiteX3" fmla="*/ 38862 w 38861"/>
                  <a:gd name="connsiteY3" fmla="*/ 0 h 3238"/>
                  <a:gd name="connsiteX4" fmla="*/ 38862 w 38861"/>
                  <a:gd name="connsiteY4" fmla="*/ 3239 h 3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861" h="3238">
                    <a:moveTo>
                      <a:pt x="38862" y="3239"/>
                    </a:moveTo>
                    <a:lnTo>
                      <a:pt x="0" y="3239"/>
                    </a:lnTo>
                    <a:lnTo>
                      <a:pt x="0" y="0"/>
                    </a:lnTo>
                    <a:lnTo>
                      <a:pt x="38862" y="0"/>
                    </a:lnTo>
                    <a:lnTo>
                      <a:pt x="38862" y="3239"/>
                    </a:lnTo>
                    <a:close/>
                  </a:path>
                </a:pathLst>
              </a:custGeom>
              <a:solidFill>
                <a:srgbClr val="231F20"/>
              </a:solidFill>
              <a:ln w="2249" cap="flat">
                <a:noFill/>
                <a:prstDash val="solid"/>
                <a:miter/>
              </a:ln>
            </p:spPr>
            <p:txBody>
              <a:bodyPr rtlCol="0" anchor="ctr"/>
              <a:lstStyle/>
              <a:p>
                <a:endParaRPr lang="en-US"/>
              </a:p>
            </p:txBody>
          </p:sp>
          <p:sp>
            <p:nvSpPr>
              <p:cNvPr id="17992" name="Freeform 17991">
                <a:extLst>
                  <a:ext uri="{FF2B5EF4-FFF2-40B4-BE49-F238E27FC236}">
                    <a16:creationId xmlns:a16="http://schemas.microsoft.com/office/drawing/2014/main" id="{E5D93ADC-17E0-9A40-6885-E9F171380E4C}"/>
                  </a:ext>
                </a:extLst>
              </p:cNvPr>
              <p:cNvSpPr/>
              <p:nvPr/>
            </p:nvSpPr>
            <p:spPr>
              <a:xfrm>
                <a:off x="4628668" y="3844990"/>
                <a:ext cx="29483" cy="26357"/>
              </a:xfrm>
              <a:custGeom>
                <a:avLst/>
                <a:gdLst>
                  <a:gd name="connsiteX0" fmla="*/ 12369 w 29483"/>
                  <a:gd name="connsiteY0" fmla="*/ 12032 h 26357"/>
                  <a:gd name="connsiteX1" fmla="*/ 12054 w 29483"/>
                  <a:gd name="connsiteY1" fmla="*/ 9850 h 26357"/>
                  <a:gd name="connsiteX2" fmla="*/ 11470 w 29483"/>
                  <a:gd name="connsiteY2" fmla="*/ 7781 h 26357"/>
                  <a:gd name="connsiteX3" fmla="*/ 10210 w 29483"/>
                  <a:gd name="connsiteY3" fmla="*/ 6792 h 26357"/>
                  <a:gd name="connsiteX4" fmla="*/ 8569 w 29483"/>
                  <a:gd name="connsiteY4" fmla="*/ 6612 h 26357"/>
                  <a:gd name="connsiteX5" fmla="*/ 4498 w 29483"/>
                  <a:gd name="connsiteY5" fmla="*/ 8209 h 26357"/>
                  <a:gd name="connsiteX6" fmla="*/ 2901 w 29483"/>
                  <a:gd name="connsiteY6" fmla="*/ 13584 h 26357"/>
                  <a:gd name="connsiteX7" fmla="*/ 3194 w 29483"/>
                  <a:gd name="connsiteY7" fmla="*/ 16665 h 26357"/>
                  <a:gd name="connsiteX8" fmla="*/ 4228 w 29483"/>
                  <a:gd name="connsiteY8" fmla="*/ 19116 h 26357"/>
                  <a:gd name="connsiteX9" fmla="*/ 6162 w 29483"/>
                  <a:gd name="connsiteY9" fmla="*/ 20848 h 26357"/>
                  <a:gd name="connsiteX10" fmla="*/ 9221 w 29483"/>
                  <a:gd name="connsiteY10" fmla="*/ 21748 h 26357"/>
                  <a:gd name="connsiteX11" fmla="*/ 9221 w 29483"/>
                  <a:gd name="connsiteY11" fmla="*/ 25031 h 26357"/>
                  <a:gd name="connsiteX12" fmla="*/ 4993 w 29483"/>
                  <a:gd name="connsiteY12" fmla="*/ 23906 h 26357"/>
                  <a:gd name="connsiteX13" fmla="*/ 2137 w 29483"/>
                  <a:gd name="connsiteY13" fmla="*/ 21388 h 26357"/>
                  <a:gd name="connsiteX14" fmla="*/ 517 w 29483"/>
                  <a:gd name="connsiteY14" fmla="*/ 17834 h 26357"/>
                  <a:gd name="connsiteX15" fmla="*/ 0 w 29483"/>
                  <a:gd name="connsiteY15" fmla="*/ 13539 h 26357"/>
                  <a:gd name="connsiteX16" fmla="*/ 450 w 29483"/>
                  <a:gd name="connsiteY16" fmla="*/ 9581 h 26357"/>
                  <a:gd name="connsiteX17" fmla="*/ 1912 w 29483"/>
                  <a:gd name="connsiteY17" fmla="*/ 6342 h 26357"/>
                  <a:gd name="connsiteX18" fmla="*/ 4588 w 29483"/>
                  <a:gd name="connsiteY18" fmla="*/ 4183 h 26357"/>
                  <a:gd name="connsiteX19" fmla="*/ 8681 w 29483"/>
                  <a:gd name="connsiteY19" fmla="*/ 3396 h 26357"/>
                  <a:gd name="connsiteX20" fmla="*/ 23906 w 29483"/>
                  <a:gd name="connsiteY20" fmla="*/ 3396 h 26357"/>
                  <a:gd name="connsiteX21" fmla="*/ 26313 w 29483"/>
                  <a:gd name="connsiteY21" fmla="*/ 2721 h 26357"/>
                  <a:gd name="connsiteX22" fmla="*/ 26066 w 29483"/>
                  <a:gd name="connsiteY22" fmla="*/ 0 h 26357"/>
                  <a:gd name="connsiteX23" fmla="*/ 28607 w 29483"/>
                  <a:gd name="connsiteY23" fmla="*/ 0 h 26357"/>
                  <a:gd name="connsiteX24" fmla="*/ 28922 w 29483"/>
                  <a:gd name="connsiteY24" fmla="*/ 1102 h 26357"/>
                  <a:gd name="connsiteX25" fmla="*/ 29147 w 29483"/>
                  <a:gd name="connsiteY25" fmla="*/ 2541 h 26357"/>
                  <a:gd name="connsiteX26" fmla="*/ 28989 w 29483"/>
                  <a:gd name="connsiteY26" fmla="*/ 4003 h 26357"/>
                  <a:gd name="connsiteX27" fmla="*/ 28472 w 29483"/>
                  <a:gd name="connsiteY27" fmla="*/ 5308 h 26357"/>
                  <a:gd name="connsiteX28" fmla="*/ 27505 w 29483"/>
                  <a:gd name="connsiteY28" fmla="*/ 6095 h 26357"/>
                  <a:gd name="connsiteX29" fmla="*/ 26268 w 29483"/>
                  <a:gd name="connsiteY29" fmla="*/ 6500 h 26357"/>
                  <a:gd name="connsiteX30" fmla="*/ 24829 w 29483"/>
                  <a:gd name="connsiteY30" fmla="*/ 6612 h 26357"/>
                  <a:gd name="connsiteX31" fmla="*/ 28292 w 29483"/>
                  <a:gd name="connsiteY31" fmla="*/ 11312 h 26357"/>
                  <a:gd name="connsiteX32" fmla="*/ 29484 w 29483"/>
                  <a:gd name="connsiteY32" fmla="*/ 17025 h 26357"/>
                  <a:gd name="connsiteX33" fmla="*/ 28989 w 29483"/>
                  <a:gd name="connsiteY33" fmla="*/ 20556 h 26357"/>
                  <a:gd name="connsiteX34" fmla="*/ 27482 w 29483"/>
                  <a:gd name="connsiteY34" fmla="*/ 23547 h 26357"/>
                  <a:gd name="connsiteX35" fmla="*/ 24964 w 29483"/>
                  <a:gd name="connsiteY35" fmla="*/ 25593 h 26357"/>
                  <a:gd name="connsiteX36" fmla="*/ 21433 w 29483"/>
                  <a:gd name="connsiteY36" fmla="*/ 26358 h 26357"/>
                  <a:gd name="connsiteX37" fmla="*/ 13022 w 29483"/>
                  <a:gd name="connsiteY37" fmla="*/ 16597 h 26357"/>
                  <a:gd name="connsiteX38" fmla="*/ 12437 w 29483"/>
                  <a:gd name="connsiteY38" fmla="*/ 12122 h 26357"/>
                  <a:gd name="connsiteX39" fmla="*/ 13989 w 29483"/>
                  <a:gd name="connsiteY39" fmla="*/ 6589 h 26357"/>
                  <a:gd name="connsiteX40" fmla="*/ 15113 w 29483"/>
                  <a:gd name="connsiteY40" fmla="*/ 10750 h 26357"/>
                  <a:gd name="connsiteX41" fmla="*/ 15540 w 29483"/>
                  <a:gd name="connsiteY41" fmla="*/ 14956 h 26357"/>
                  <a:gd name="connsiteX42" fmla="*/ 17205 w 29483"/>
                  <a:gd name="connsiteY42" fmla="*/ 20758 h 26357"/>
                  <a:gd name="connsiteX43" fmla="*/ 21478 w 29483"/>
                  <a:gd name="connsiteY43" fmla="*/ 22827 h 26357"/>
                  <a:gd name="connsiteX44" fmla="*/ 23727 w 29483"/>
                  <a:gd name="connsiteY44" fmla="*/ 22310 h 26357"/>
                  <a:gd name="connsiteX45" fmla="*/ 25301 w 29483"/>
                  <a:gd name="connsiteY45" fmla="*/ 20960 h 26357"/>
                  <a:gd name="connsiteX46" fmla="*/ 26223 w 29483"/>
                  <a:gd name="connsiteY46" fmla="*/ 19026 h 26357"/>
                  <a:gd name="connsiteX47" fmla="*/ 26515 w 29483"/>
                  <a:gd name="connsiteY47" fmla="*/ 16777 h 26357"/>
                  <a:gd name="connsiteX48" fmla="*/ 26021 w 29483"/>
                  <a:gd name="connsiteY48" fmla="*/ 12999 h 26357"/>
                  <a:gd name="connsiteX49" fmla="*/ 24536 w 29483"/>
                  <a:gd name="connsiteY49" fmla="*/ 9738 h 26357"/>
                  <a:gd name="connsiteX50" fmla="*/ 21995 w 29483"/>
                  <a:gd name="connsiteY50" fmla="*/ 7444 h 26357"/>
                  <a:gd name="connsiteX51" fmla="*/ 18352 w 29483"/>
                  <a:gd name="connsiteY51" fmla="*/ 6589 h 26357"/>
                  <a:gd name="connsiteX52" fmla="*/ 13989 w 29483"/>
                  <a:gd name="connsiteY52" fmla="*/ 6589 h 26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9483" h="26357">
                    <a:moveTo>
                      <a:pt x="12369" y="12032"/>
                    </a:moveTo>
                    <a:cubicBezTo>
                      <a:pt x="12302" y="11425"/>
                      <a:pt x="12189" y="10683"/>
                      <a:pt x="12054" y="9850"/>
                    </a:cubicBezTo>
                    <a:cubicBezTo>
                      <a:pt x="11920" y="8996"/>
                      <a:pt x="11717" y="8321"/>
                      <a:pt x="11470" y="7781"/>
                    </a:cubicBezTo>
                    <a:cubicBezTo>
                      <a:pt x="11222" y="7242"/>
                      <a:pt x="10795" y="6904"/>
                      <a:pt x="10210" y="6792"/>
                    </a:cubicBezTo>
                    <a:cubicBezTo>
                      <a:pt x="9626" y="6657"/>
                      <a:pt x="9063" y="6612"/>
                      <a:pt x="8569" y="6612"/>
                    </a:cubicBezTo>
                    <a:cubicBezTo>
                      <a:pt x="6904" y="6612"/>
                      <a:pt x="5555" y="7152"/>
                      <a:pt x="4498" y="8209"/>
                    </a:cubicBezTo>
                    <a:cubicBezTo>
                      <a:pt x="3441" y="9266"/>
                      <a:pt x="2901" y="11065"/>
                      <a:pt x="2901" y="13584"/>
                    </a:cubicBezTo>
                    <a:cubicBezTo>
                      <a:pt x="2901" y="14708"/>
                      <a:pt x="2991" y="15720"/>
                      <a:pt x="3194" y="16665"/>
                    </a:cubicBezTo>
                    <a:cubicBezTo>
                      <a:pt x="3396" y="17609"/>
                      <a:pt x="3733" y="18419"/>
                      <a:pt x="4228" y="19116"/>
                    </a:cubicBezTo>
                    <a:cubicBezTo>
                      <a:pt x="4723" y="19813"/>
                      <a:pt x="5353" y="20398"/>
                      <a:pt x="6162" y="20848"/>
                    </a:cubicBezTo>
                    <a:cubicBezTo>
                      <a:pt x="6972" y="21298"/>
                      <a:pt x="7984" y="21590"/>
                      <a:pt x="9221" y="21748"/>
                    </a:cubicBezTo>
                    <a:lnTo>
                      <a:pt x="9221" y="25031"/>
                    </a:lnTo>
                    <a:cubicBezTo>
                      <a:pt x="7556" y="24918"/>
                      <a:pt x="6162" y="24536"/>
                      <a:pt x="4993" y="23906"/>
                    </a:cubicBezTo>
                    <a:cubicBezTo>
                      <a:pt x="3823" y="23254"/>
                      <a:pt x="2879" y="22422"/>
                      <a:pt x="2137" y="21388"/>
                    </a:cubicBezTo>
                    <a:cubicBezTo>
                      <a:pt x="1394" y="20353"/>
                      <a:pt x="855" y="19184"/>
                      <a:pt x="517" y="17834"/>
                    </a:cubicBezTo>
                    <a:cubicBezTo>
                      <a:pt x="180" y="16485"/>
                      <a:pt x="0" y="15046"/>
                      <a:pt x="0" y="13539"/>
                    </a:cubicBezTo>
                    <a:cubicBezTo>
                      <a:pt x="0" y="12144"/>
                      <a:pt x="158" y="10817"/>
                      <a:pt x="450" y="9581"/>
                    </a:cubicBezTo>
                    <a:cubicBezTo>
                      <a:pt x="765" y="8344"/>
                      <a:pt x="1237" y="7264"/>
                      <a:pt x="1912" y="6342"/>
                    </a:cubicBezTo>
                    <a:cubicBezTo>
                      <a:pt x="2586" y="5420"/>
                      <a:pt x="3463" y="4700"/>
                      <a:pt x="4588" y="4183"/>
                    </a:cubicBezTo>
                    <a:cubicBezTo>
                      <a:pt x="5712" y="3666"/>
                      <a:pt x="7062" y="3396"/>
                      <a:pt x="8681" y="3396"/>
                    </a:cubicBezTo>
                    <a:lnTo>
                      <a:pt x="23906" y="3396"/>
                    </a:lnTo>
                    <a:cubicBezTo>
                      <a:pt x="25166" y="3396"/>
                      <a:pt x="25976" y="3171"/>
                      <a:pt x="26313" y="2721"/>
                    </a:cubicBezTo>
                    <a:cubicBezTo>
                      <a:pt x="26650" y="2271"/>
                      <a:pt x="26583" y="1372"/>
                      <a:pt x="26066" y="0"/>
                    </a:cubicBezTo>
                    <a:lnTo>
                      <a:pt x="28607" y="0"/>
                    </a:lnTo>
                    <a:cubicBezTo>
                      <a:pt x="28674" y="247"/>
                      <a:pt x="28787" y="630"/>
                      <a:pt x="28922" y="1102"/>
                    </a:cubicBezTo>
                    <a:cubicBezTo>
                      <a:pt x="29057" y="1597"/>
                      <a:pt x="29147" y="2069"/>
                      <a:pt x="29147" y="2541"/>
                    </a:cubicBezTo>
                    <a:cubicBezTo>
                      <a:pt x="29147" y="3036"/>
                      <a:pt x="29102" y="3531"/>
                      <a:pt x="28989" y="4003"/>
                    </a:cubicBezTo>
                    <a:cubicBezTo>
                      <a:pt x="28922" y="4543"/>
                      <a:pt x="28742" y="4970"/>
                      <a:pt x="28472" y="5308"/>
                    </a:cubicBezTo>
                    <a:cubicBezTo>
                      <a:pt x="28202" y="5622"/>
                      <a:pt x="27887" y="5892"/>
                      <a:pt x="27505" y="6095"/>
                    </a:cubicBezTo>
                    <a:cubicBezTo>
                      <a:pt x="27123" y="6297"/>
                      <a:pt x="26718" y="6432"/>
                      <a:pt x="26268" y="6500"/>
                    </a:cubicBezTo>
                    <a:cubicBezTo>
                      <a:pt x="25818" y="6567"/>
                      <a:pt x="25346" y="6612"/>
                      <a:pt x="24829" y="6612"/>
                    </a:cubicBezTo>
                    <a:cubicBezTo>
                      <a:pt x="26335" y="7984"/>
                      <a:pt x="27482" y="9536"/>
                      <a:pt x="28292" y="11312"/>
                    </a:cubicBezTo>
                    <a:cubicBezTo>
                      <a:pt x="29079" y="13066"/>
                      <a:pt x="29484" y="14978"/>
                      <a:pt x="29484" y="17025"/>
                    </a:cubicBezTo>
                    <a:cubicBezTo>
                      <a:pt x="29484" y="18239"/>
                      <a:pt x="29327" y="19431"/>
                      <a:pt x="28989" y="20556"/>
                    </a:cubicBezTo>
                    <a:cubicBezTo>
                      <a:pt x="28674" y="21680"/>
                      <a:pt x="28157" y="22692"/>
                      <a:pt x="27482" y="23547"/>
                    </a:cubicBezTo>
                    <a:cubicBezTo>
                      <a:pt x="26808" y="24401"/>
                      <a:pt x="25953" y="25098"/>
                      <a:pt x="24964" y="25593"/>
                    </a:cubicBezTo>
                    <a:cubicBezTo>
                      <a:pt x="23974" y="26088"/>
                      <a:pt x="22804" y="26358"/>
                      <a:pt x="21433" y="26358"/>
                    </a:cubicBezTo>
                    <a:cubicBezTo>
                      <a:pt x="16687" y="26358"/>
                      <a:pt x="13876" y="23097"/>
                      <a:pt x="13022" y="16597"/>
                    </a:cubicBezTo>
                    <a:lnTo>
                      <a:pt x="12437" y="12122"/>
                    </a:lnTo>
                    <a:close/>
                    <a:moveTo>
                      <a:pt x="13989" y="6589"/>
                    </a:moveTo>
                    <a:cubicBezTo>
                      <a:pt x="14573" y="7961"/>
                      <a:pt x="14933" y="9333"/>
                      <a:pt x="15113" y="10750"/>
                    </a:cubicBezTo>
                    <a:cubicBezTo>
                      <a:pt x="15293" y="12167"/>
                      <a:pt x="15428" y="13561"/>
                      <a:pt x="15540" y="14956"/>
                    </a:cubicBezTo>
                    <a:cubicBezTo>
                      <a:pt x="15720" y="17429"/>
                      <a:pt x="16282" y="19364"/>
                      <a:pt x="17205" y="20758"/>
                    </a:cubicBezTo>
                    <a:cubicBezTo>
                      <a:pt x="18149" y="22152"/>
                      <a:pt x="19566" y="22827"/>
                      <a:pt x="21478" y="22827"/>
                    </a:cubicBezTo>
                    <a:cubicBezTo>
                      <a:pt x="22332" y="22827"/>
                      <a:pt x="23097" y="22647"/>
                      <a:pt x="23727" y="22310"/>
                    </a:cubicBezTo>
                    <a:cubicBezTo>
                      <a:pt x="24356" y="21972"/>
                      <a:pt x="24874" y="21523"/>
                      <a:pt x="25301" y="20960"/>
                    </a:cubicBezTo>
                    <a:cubicBezTo>
                      <a:pt x="25706" y="20398"/>
                      <a:pt x="26021" y="19746"/>
                      <a:pt x="26223" y="19026"/>
                    </a:cubicBezTo>
                    <a:cubicBezTo>
                      <a:pt x="26425" y="18307"/>
                      <a:pt x="26515" y="17542"/>
                      <a:pt x="26515" y="16777"/>
                    </a:cubicBezTo>
                    <a:cubicBezTo>
                      <a:pt x="26515" y="15473"/>
                      <a:pt x="26358" y="14213"/>
                      <a:pt x="26021" y="12999"/>
                    </a:cubicBezTo>
                    <a:cubicBezTo>
                      <a:pt x="25706" y="11785"/>
                      <a:pt x="25211" y="10683"/>
                      <a:pt x="24536" y="9738"/>
                    </a:cubicBezTo>
                    <a:cubicBezTo>
                      <a:pt x="23861" y="8794"/>
                      <a:pt x="23029" y="8029"/>
                      <a:pt x="21995" y="7444"/>
                    </a:cubicBezTo>
                    <a:cubicBezTo>
                      <a:pt x="20960" y="6882"/>
                      <a:pt x="19746" y="6589"/>
                      <a:pt x="18352" y="6589"/>
                    </a:cubicBezTo>
                    <a:lnTo>
                      <a:pt x="13989" y="6589"/>
                    </a:lnTo>
                    <a:close/>
                  </a:path>
                </a:pathLst>
              </a:custGeom>
              <a:solidFill>
                <a:srgbClr val="231F20"/>
              </a:solidFill>
              <a:ln w="2249" cap="flat">
                <a:noFill/>
                <a:prstDash val="solid"/>
                <a:miter/>
              </a:ln>
            </p:spPr>
            <p:txBody>
              <a:bodyPr rtlCol="0" anchor="ctr"/>
              <a:lstStyle/>
              <a:p>
                <a:endParaRPr lang="en-US"/>
              </a:p>
            </p:txBody>
          </p:sp>
          <p:sp>
            <p:nvSpPr>
              <p:cNvPr id="17993" name="Freeform 17992">
                <a:extLst>
                  <a:ext uri="{FF2B5EF4-FFF2-40B4-BE49-F238E27FC236}">
                    <a16:creationId xmlns:a16="http://schemas.microsoft.com/office/drawing/2014/main" id="{89F7BAB1-087E-A699-AB90-AB7B83F45671}"/>
                  </a:ext>
                </a:extLst>
              </p:cNvPr>
              <p:cNvSpPr/>
              <p:nvPr/>
            </p:nvSpPr>
            <p:spPr>
              <a:xfrm>
                <a:off x="4628623" y="3827223"/>
                <a:ext cx="28718" cy="12481"/>
              </a:xfrm>
              <a:custGeom>
                <a:avLst/>
                <a:gdLst>
                  <a:gd name="connsiteX0" fmla="*/ 28719 w 28718"/>
                  <a:gd name="connsiteY0" fmla="*/ 9243 h 12481"/>
                  <a:gd name="connsiteX1" fmla="*/ 28719 w 28718"/>
                  <a:gd name="connsiteY1" fmla="*/ 12482 h 12481"/>
                  <a:gd name="connsiteX2" fmla="*/ 765 w 28718"/>
                  <a:gd name="connsiteY2" fmla="*/ 12482 h 12481"/>
                  <a:gd name="connsiteX3" fmla="*/ 765 w 28718"/>
                  <a:gd name="connsiteY3" fmla="*/ 9243 h 12481"/>
                  <a:gd name="connsiteX4" fmla="*/ 6005 w 28718"/>
                  <a:gd name="connsiteY4" fmla="*/ 9243 h 12481"/>
                  <a:gd name="connsiteX5" fmla="*/ 6005 w 28718"/>
                  <a:gd name="connsiteY5" fmla="*/ 9131 h 12481"/>
                  <a:gd name="connsiteX6" fmla="*/ 1327 w 28718"/>
                  <a:gd name="connsiteY6" fmla="*/ 5645 h 12481"/>
                  <a:gd name="connsiteX7" fmla="*/ 0 w 28718"/>
                  <a:gd name="connsiteY7" fmla="*/ 0 h 12481"/>
                  <a:gd name="connsiteX8" fmla="*/ 3508 w 28718"/>
                  <a:gd name="connsiteY8" fmla="*/ 0 h 12481"/>
                  <a:gd name="connsiteX9" fmla="*/ 4363 w 28718"/>
                  <a:gd name="connsiteY9" fmla="*/ 4543 h 12481"/>
                  <a:gd name="connsiteX10" fmla="*/ 6837 w 28718"/>
                  <a:gd name="connsiteY10" fmla="*/ 7377 h 12481"/>
                  <a:gd name="connsiteX11" fmla="*/ 10525 w 28718"/>
                  <a:gd name="connsiteY11" fmla="*/ 8838 h 12481"/>
                  <a:gd name="connsiteX12" fmla="*/ 14978 w 28718"/>
                  <a:gd name="connsiteY12" fmla="*/ 9243 h 12481"/>
                  <a:gd name="connsiteX13" fmla="*/ 28696 w 28718"/>
                  <a:gd name="connsiteY13" fmla="*/ 9243 h 1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718" h="12481">
                    <a:moveTo>
                      <a:pt x="28719" y="9243"/>
                    </a:moveTo>
                    <a:lnTo>
                      <a:pt x="28719" y="12482"/>
                    </a:lnTo>
                    <a:lnTo>
                      <a:pt x="765" y="12482"/>
                    </a:lnTo>
                    <a:lnTo>
                      <a:pt x="765" y="9243"/>
                    </a:lnTo>
                    <a:lnTo>
                      <a:pt x="6005" y="9243"/>
                    </a:lnTo>
                    <a:lnTo>
                      <a:pt x="6005" y="9131"/>
                    </a:lnTo>
                    <a:cubicBezTo>
                      <a:pt x="3778" y="8231"/>
                      <a:pt x="2226" y="7062"/>
                      <a:pt x="1327" y="5645"/>
                    </a:cubicBezTo>
                    <a:cubicBezTo>
                      <a:pt x="450" y="4228"/>
                      <a:pt x="0" y="2339"/>
                      <a:pt x="0" y="0"/>
                    </a:cubicBezTo>
                    <a:lnTo>
                      <a:pt x="3508" y="0"/>
                    </a:lnTo>
                    <a:cubicBezTo>
                      <a:pt x="3463" y="1844"/>
                      <a:pt x="3756" y="3351"/>
                      <a:pt x="4363" y="4543"/>
                    </a:cubicBezTo>
                    <a:cubicBezTo>
                      <a:pt x="4970" y="5735"/>
                      <a:pt x="5802" y="6679"/>
                      <a:pt x="6837" y="7377"/>
                    </a:cubicBezTo>
                    <a:cubicBezTo>
                      <a:pt x="7871" y="8074"/>
                      <a:pt x="9108" y="8569"/>
                      <a:pt x="10525" y="8838"/>
                    </a:cubicBezTo>
                    <a:cubicBezTo>
                      <a:pt x="11942" y="9108"/>
                      <a:pt x="13426" y="9243"/>
                      <a:pt x="14978" y="9243"/>
                    </a:cubicBezTo>
                    <a:lnTo>
                      <a:pt x="28696" y="9243"/>
                    </a:lnTo>
                    <a:close/>
                  </a:path>
                </a:pathLst>
              </a:custGeom>
              <a:solidFill>
                <a:srgbClr val="231F20"/>
              </a:solidFill>
              <a:ln w="2249" cap="flat">
                <a:noFill/>
                <a:prstDash val="solid"/>
                <a:miter/>
              </a:ln>
            </p:spPr>
            <p:txBody>
              <a:bodyPr rtlCol="0" anchor="ctr"/>
              <a:lstStyle/>
              <a:p>
                <a:endParaRPr lang="en-US"/>
              </a:p>
            </p:txBody>
          </p:sp>
          <p:sp>
            <p:nvSpPr>
              <p:cNvPr id="17994" name="Freeform 17993">
                <a:extLst>
                  <a:ext uri="{FF2B5EF4-FFF2-40B4-BE49-F238E27FC236}">
                    <a16:creationId xmlns:a16="http://schemas.microsoft.com/office/drawing/2014/main" id="{FEDED256-A265-A706-F48A-247029BB10C0}"/>
                  </a:ext>
                </a:extLst>
              </p:cNvPr>
              <p:cNvSpPr/>
              <p:nvPr/>
            </p:nvSpPr>
            <p:spPr>
              <a:xfrm>
                <a:off x="4618480" y="3818025"/>
                <a:ext cx="38861" cy="3553"/>
              </a:xfrm>
              <a:custGeom>
                <a:avLst/>
                <a:gdLst>
                  <a:gd name="connsiteX0" fmla="*/ 4813 w 38861"/>
                  <a:gd name="connsiteY0" fmla="*/ 3553 h 3553"/>
                  <a:gd name="connsiteX1" fmla="*/ 0 w 38861"/>
                  <a:gd name="connsiteY1" fmla="*/ 3553 h 3553"/>
                  <a:gd name="connsiteX2" fmla="*/ 0 w 38861"/>
                  <a:gd name="connsiteY2" fmla="*/ 0 h 3553"/>
                  <a:gd name="connsiteX3" fmla="*/ 4813 w 38861"/>
                  <a:gd name="connsiteY3" fmla="*/ 0 h 3553"/>
                  <a:gd name="connsiteX4" fmla="*/ 4813 w 38861"/>
                  <a:gd name="connsiteY4" fmla="*/ 3553 h 3553"/>
                  <a:gd name="connsiteX5" fmla="*/ 38862 w 38861"/>
                  <a:gd name="connsiteY5" fmla="*/ 3396 h 3553"/>
                  <a:gd name="connsiteX6" fmla="*/ 10907 w 38861"/>
                  <a:gd name="connsiteY6" fmla="*/ 3396 h 3553"/>
                  <a:gd name="connsiteX7" fmla="*/ 10907 w 38861"/>
                  <a:gd name="connsiteY7" fmla="*/ 157 h 3553"/>
                  <a:gd name="connsiteX8" fmla="*/ 38862 w 38861"/>
                  <a:gd name="connsiteY8" fmla="*/ 157 h 3553"/>
                  <a:gd name="connsiteX9" fmla="*/ 38862 w 38861"/>
                  <a:gd name="connsiteY9" fmla="*/ 3396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61" h="3553">
                    <a:moveTo>
                      <a:pt x="4813" y="3553"/>
                    </a:moveTo>
                    <a:lnTo>
                      <a:pt x="0" y="3553"/>
                    </a:lnTo>
                    <a:lnTo>
                      <a:pt x="0" y="0"/>
                    </a:lnTo>
                    <a:lnTo>
                      <a:pt x="4813" y="0"/>
                    </a:lnTo>
                    <a:lnTo>
                      <a:pt x="4813" y="3553"/>
                    </a:lnTo>
                    <a:close/>
                    <a:moveTo>
                      <a:pt x="38862" y="3396"/>
                    </a:moveTo>
                    <a:lnTo>
                      <a:pt x="10907" y="3396"/>
                    </a:lnTo>
                    <a:lnTo>
                      <a:pt x="10907" y="157"/>
                    </a:lnTo>
                    <a:lnTo>
                      <a:pt x="38862" y="157"/>
                    </a:lnTo>
                    <a:lnTo>
                      <a:pt x="38862" y="3396"/>
                    </a:lnTo>
                    <a:close/>
                  </a:path>
                </a:pathLst>
              </a:custGeom>
              <a:solidFill>
                <a:srgbClr val="231F20"/>
              </a:solidFill>
              <a:ln w="2249" cap="flat">
                <a:noFill/>
                <a:prstDash val="solid"/>
                <a:miter/>
              </a:ln>
            </p:spPr>
            <p:txBody>
              <a:bodyPr rtlCol="0" anchor="ctr"/>
              <a:lstStyle/>
              <a:p>
                <a:endParaRPr lang="en-US"/>
              </a:p>
            </p:txBody>
          </p:sp>
          <p:sp>
            <p:nvSpPr>
              <p:cNvPr id="17995" name="Freeform 17994">
                <a:extLst>
                  <a:ext uri="{FF2B5EF4-FFF2-40B4-BE49-F238E27FC236}">
                    <a16:creationId xmlns:a16="http://schemas.microsoft.com/office/drawing/2014/main" id="{60BA7B6E-65E4-04DC-E444-E1126C8A99E6}"/>
                  </a:ext>
                </a:extLst>
              </p:cNvPr>
              <p:cNvSpPr/>
              <p:nvPr/>
            </p:nvSpPr>
            <p:spPr>
              <a:xfrm>
                <a:off x="4621606" y="3800100"/>
                <a:ext cx="36500" cy="12616"/>
              </a:xfrm>
              <a:custGeom>
                <a:avLst/>
                <a:gdLst>
                  <a:gd name="connsiteX0" fmla="*/ 35849 w 36500"/>
                  <a:gd name="connsiteY0" fmla="*/ 0 h 12616"/>
                  <a:gd name="connsiteX1" fmla="*/ 36231 w 36500"/>
                  <a:gd name="connsiteY1" fmla="*/ 1574 h 12616"/>
                  <a:gd name="connsiteX2" fmla="*/ 36501 w 36500"/>
                  <a:gd name="connsiteY2" fmla="*/ 3733 h 12616"/>
                  <a:gd name="connsiteX3" fmla="*/ 35286 w 36500"/>
                  <a:gd name="connsiteY3" fmla="*/ 7422 h 12616"/>
                  <a:gd name="connsiteX4" fmla="*/ 30946 w 36500"/>
                  <a:gd name="connsiteY4" fmla="*/ 8681 h 12616"/>
                  <a:gd name="connsiteX5" fmla="*/ 10480 w 36500"/>
                  <a:gd name="connsiteY5" fmla="*/ 8681 h 12616"/>
                  <a:gd name="connsiteX6" fmla="*/ 10480 w 36500"/>
                  <a:gd name="connsiteY6" fmla="*/ 12617 h 12616"/>
                  <a:gd name="connsiteX7" fmla="*/ 7782 w 36500"/>
                  <a:gd name="connsiteY7" fmla="*/ 12617 h 12616"/>
                  <a:gd name="connsiteX8" fmla="*/ 7782 w 36500"/>
                  <a:gd name="connsiteY8" fmla="*/ 8681 h 12616"/>
                  <a:gd name="connsiteX9" fmla="*/ 0 w 36500"/>
                  <a:gd name="connsiteY9" fmla="*/ 8681 h 12616"/>
                  <a:gd name="connsiteX10" fmla="*/ 0 w 36500"/>
                  <a:gd name="connsiteY10" fmla="*/ 5442 h 12616"/>
                  <a:gd name="connsiteX11" fmla="*/ 7782 w 36500"/>
                  <a:gd name="connsiteY11" fmla="*/ 5442 h 12616"/>
                  <a:gd name="connsiteX12" fmla="*/ 7782 w 36500"/>
                  <a:gd name="connsiteY12" fmla="*/ 202 h 12616"/>
                  <a:gd name="connsiteX13" fmla="*/ 10480 w 36500"/>
                  <a:gd name="connsiteY13" fmla="*/ 202 h 12616"/>
                  <a:gd name="connsiteX14" fmla="*/ 10480 w 36500"/>
                  <a:gd name="connsiteY14" fmla="*/ 5442 h 12616"/>
                  <a:gd name="connsiteX15" fmla="*/ 29641 w 36500"/>
                  <a:gd name="connsiteY15" fmla="*/ 5442 h 12616"/>
                  <a:gd name="connsiteX16" fmla="*/ 31418 w 36500"/>
                  <a:gd name="connsiteY16" fmla="*/ 5397 h 12616"/>
                  <a:gd name="connsiteX17" fmla="*/ 32655 w 36500"/>
                  <a:gd name="connsiteY17" fmla="*/ 5083 h 12616"/>
                  <a:gd name="connsiteX18" fmla="*/ 33352 w 36500"/>
                  <a:gd name="connsiteY18" fmla="*/ 4250 h 12616"/>
                  <a:gd name="connsiteX19" fmla="*/ 33577 w 36500"/>
                  <a:gd name="connsiteY19" fmla="*/ 2654 h 12616"/>
                  <a:gd name="connsiteX20" fmla="*/ 33465 w 36500"/>
                  <a:gd name="connsiteY20" fmla="*/ 1327 h 12616"/>
                  <a:gd name="connsiteX21" fmla="*/ 33195 w 36500"/>
                  <a:gd name="connsiteY21" fmla="*/ 0 h 12616"/>
                  <a:gd name="connsiteX22" fmla="*/ 35849 w 36500"/>
                  <a:gd name="connsiteY22" fmla="*/ 0 h 126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500" h="12616">
                    <a:moveTo>
                      <a:pt x="35849" y="0"/>
                    </a:moveTo>
                    <a:cubicBezTo>
                      <a:pt x="35916" y="405"/>
                      <a:pt x="36051" y="922"/>
                      <a:pt x="36231" y="1574"/>
                    </a:cubicBezTo>
                    <a:cubicBezTo>
                      <a:pt x="36411" y="2226"/>
                      <a:pt x="36501" y="2946"/>
                      <a:pt x="36501" y="3733"/>
                    </a:cubicBezTo>
                    <a:cubicBezTo>
                      <a:pt x="36501" y="5353"/>
                      <a:pt x="36096" y="6589"/>
                      <a:pt x="35286" y="7422"/>
                    </a:cubicBezTo>
                    <a:cubicBezTo>
                      <a:pt x="34477" y="8254"/>
                      <a:pt x="33037" y="8681"/>
                      <a:pt x="30946" y="8681"/>
                    </a:cubicBezTo>
                    <a:lnTo>
                      <a:pt x="10480" y="8681"/>
                    </a:lnTo>
                    <a:lnTo>
                      <a:pt x="10480" y="12617"/>
                    </a:lnTo>
                    <a:lnTo>
                      <a:pt x="7782" y="12617"/>
                    </a:lnTo>
                    <a:lnTo>
                      <a:pt x="7782" y="8681"/>
                    </a:lnTo>
                    <a:lnTo>
                      <a:pt x="0" y="8681"/>
                    </a:lnTo>
                    <a:lnTo>
                      <a:pt x="0" y="5442"/>
                    </a:lnTo>
                    <a:lnTo>
                      <a:pt x="7782" y="5442"/>
                    </a:lnTo>
                    <a:lnTo>
                      <a:pt x="7782" y="202"/>
                    </a:lnTo>
                    <a:lnTo>
                      <a:pt x="10480" y="202"/>
                    </a:lnTo>
                    <a:lnTo>
                      <a:pt x="10480" y="5442"/>
                    </a:lnTo>
                    <a:lnTo>
                      <a:pt x="29641" y="5442"/>
                    </a:lnTo>
                    <a:cubicBezTo>
                      <a:pt x="30316" y="5442"/>
                      <a:pt x="30923" y="5442"/>
                      <a:pt x="31418" y="5397"/>
                    </a:cubicBezTo>
                    <a:cubicBezTo>
                      <a:pt x="31913" y="5353"/>
                      <a:pt x="32340" y="5262"/>
                      <a:pt x="32655" y="5083"/>
                    </a:cubicBezTo>
                    <a:cubicBezTo>
                      <a:pt x="32970" y="4903"/>
                      <a:pt x="33217" y="4633"/>
                      <a:pt x="33352" y="4250"/>
                    </a:cubicBezTo>
                    <a:cubicBezTo>
                      <a:pt x="33487" y="3868"/>
                      <a:pt x="33577" y="3351"/>
                      <a:pt x="33577" y="2654"/>
                    </a:cubicBezTo>
                    <a:cubicBezTo>
                      <a:pt x="33577" y="2226"/>
                      <a:pt x="33532" y="1777"/>
                      <a:pt x="33465" y="1327"/>
                    </a:cubicBezTo>
                    <a:cubicBezTo>
                      <a:pt x="33397" y="877"/>
                      <a:pt x="33307" y="427"/>
                      <a:pt x="33195" y="0"/>
                    </a:cubicBezTo>
                    <a:lnTo>
                      <a:pt x="35849" y="0"/>
                    </a:lnTo>
                    <a:close/>
                  </a:path>
                </a:pathLst>
              </a:custGeom>
              <a:solidFill>
                <a:srgbClr val="231F20"/>
              </a:solidFill>
              <a:ln w="2249" cap="flat">
                <a:noFill/>
                <a:prstDash val="solid"/>
                <a:miter/>
              </a:ln>
            </p:spPr>
            <p:txBody>
              <a:bodyPr rtlCol="0" anchor="ctr"/>
              <a:lstStyle/>
              <a:p>
                <a:endParaRPr lang="en-US"/>
              </a:p>
            </p:txBody>
          </p:sp>
          <p:sp>
            <p:nvSpPr>
              <p:cNvPr id="17996" name="Freeform 17995">
                <a:extLst>
                  <a:ext uri="{FF2B5EF4-FFF2-40B4-BE49-F238E27FC236}">
                    <a16:creationId xmlns:a16="http://schemas.microsoft.com/office/drawing/2014/main" id="{7230036B-B19B-DA27-49CA-CDA600B2D3D7}"/>
                  </a:ext>
                </a:extLst>
              </p:cNvPr>
              <p:cNvSpPr/>
              <p:nvPr/>
            </p:nvSpPr>
            <p:spPr>
              <a:xfrm>
                <a:off x="4629410" y="3772798"/>
                <a:ext cx="38974" cy="25030"/>
              </a:xfrm>
              <a:custGeom>
                <a:avLst/>
                <a:gdLst>
                  <a:gd name="connsiteX0" fmla="*/ 35488 w 38974"/>
                  <a:gd name="connsiteY0" fmla="*/ 22332 h 25030"/>
                  <a:gd name="connsiteX1" fmla="*/ 35713 w 38974"/>
                  <a:gd name="connsiteY1" fmla="*/ 21005 h 25030"/>
                  <a:gd name="connsiteX2" fmla="*/ 35826 w 38974"/>
                  <a:gd name="connsiteY2" fmla="*/ 19633 h 25030"/>
                  <a:gd name="connsiteX3" fmla="*/ 34971 w 38974"/>
                  <a:gd name="connsiteY3" fmla="*/ 17429 h 25030"/>
                  <a:gd name="connsiteX4" fmla="*/ 32902 w 38974"/>
                  <a:gd name="connsiteY4" fmla="*/ 15990 h 25030"/>
                  <a:gd name="connsiteX5" fmla="*/ 30361 w 38974"/>
                  <a:gd name="connsiteY5" fmla="*/ 15046 h 25030"/>
                  <a:gd name="connsiteX6" fmla="*/ 28134 w 38974"/>
                  <a:gd name="connsiteY6" fmla="*/ 14191 h 25030"/>
                  <a:gd name="connsiteX7" fmla="*/ 0 w 38974"/>
                  <a:gd name="connsiteY7" fmla="*/ 25031 h 25030"/>
                  <a:gd name="connsiteX8" fmla="*/ 0 w 38974"/>
                  <a:gd name="connsiteY8" fmla="*/ 21410 h 25030"/>
                  <a:gd name="connsiteX9" fmla="*/ 24019 w 38974"/>
                  <a:gd name="connsiteY9" fmla="*/ 12459 h 25030"/>
                  <a:gd name="connsiteX10" fmla="*/ 0 w 38974"/>
                  <a:gd name="connsiteY10" fmla="*/ 3508 h 25030"/>
                  <a:gd name="connsiteX11" fmla="*/ 0 w 38974"/>
                  <a:gd name="connsiteY11" fmla="*/ 0 h 25030"/>
                  <a:gd name="connsiteX12" fmla="*/ 27572 w 38974"/>
                  <a:gd name="connsiteY12" fmla="*/ 10413 h 25030"/>
                  <a:gd name="connsiteX13" fmla="*/ 32318 w 38974"/>
                  <a:gd name="connsiteY13" fmla="*/ 12279 h 25030"/>
                  <a:gd name="connsiteX14" fmla="*/ 35916 w 38974"/>
                  <a:gd name="connsiteY14" fmla="*/ 14168 h 25030"/>
                  <a:gd name="connsiteX15" fmla="*/ 38187 w 38974"/>
                  <a:gd name="connsiteY15" fmla="*/ 16372 h 25030"/>
                  <a:gd name="connsiteX16" fmla="*/ 38974 w 38974"/>
                  <a:gd name="connsiteY16" fmla="*/ 19251 h 25030"/>
                  <a:gd name="connsiteX17" fmla="*/ 38862 w 38974"/>
                  <a:gd name="connsiteY17" fmla="*/ 20893 h 25030"/>
                  <a:gd name="connsiteX18" fmla="*/ 38592 w 38974"/>
                  <a:gd name="connsiteY18" fmla="*/ 22332 h 25030"/>
                  <a:gd name="connsiteX19" fmla="*/ 35511 w 38974"/>
                  <a:gd name="connsiteY19" fmla="*/ 22332 h 25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8974" h="25030">
                    <a:moveTo>
                      <a:pt x="35488" y="22332"/>
                    </a:moveTo>
                    <a:cubicBezTo>
                      <a:pt x="35556" y="21905"/>
                      <a:pt x="35623" y="21455"/>
                      <a:pt x="35713" y="21005"/>
                    </a:cubicBezTo>
                    <a:cubicBezTo>
                      <a:pt x="35781" y="20556"/>
                      <a:pt x="35826" y="20106"/>
                      <a:pt x="35826" y="19633"/>
                    </a:cubicBezTo>
                    <a:cubicBezTo>
                      <a:pt x="35826" y="18734"/>
                      <a:pt x="35533" y="17992"/>
                      <a:pt x="34971" y="17429"/>
                    </a:cubicBezTo>
                    <a:cubicBezTo>
                      <a:pt x="34386" y="16867"/>
                      <a:pt x="33712" y="16372"/>
                      <a:pt x="32902" y="15990"/>
                    </a:cubicBezTo>
                    <a:cubicBezTo>
                      <a:pt x="32093" y="15608"/>
                      <a:pt x="31261" y="15293"/>
                      <a:pt x="30361" y="15046"/>
                    </a:cubicBezTo>
                    <a:cubicBezTo>
                      <a:pt x="29484" y="14798"/>
                      <a:pt x="28741" y="14506"/>
                      <a:pt x="28134" y="14191"/>
                    </a:cubicBezTo>
                    <a:lnTo>
                      <a:pt x="0" y="25031"/>
                    </a:lnTo>
                    <a:lnTo>
                      <a:pt x="0" y="21410"/>
                    </a:lnTo>
                    <a:lnTo>
                      <a:pt x="24019" y="12459"/>
                    </a:lnTo>
                    <a:lnTo>
                      <a:pt x="0" y="3508"/>
                    </a:lnTo>
                    <a:lnTo>
                      <a:pt x="0" y="0"/>
                    </a:lnTo>
                    <a:lnTo>
                      <a:pt x="27572" y="10413"/>
                    </a:lnTo>
                    <a:cubicBezTo>
                      <a:pt x="29326" y="11065"/>
                      <a:pt x="30923" y="11672"/>
                      <a:pt x="32318" y="12279"/>
                    </a:cubicBezTo>
                    <a:cubicBezTo>
                      <a:pt x="33712" y="12864"/>
                      <a:pt x="34926" y="13494"/>
                      <a:pt x="35916" y="14168"/>
                    </a:cubicBezTo>
                    <a:cubicBezTo>
                      <a:pt x="36905" y="14843"/>
                      <a:pt x="37670" y="15563"/>
                      <a:pt x="38187" y="16372"/>
                    </a:cubicBezTo>
                    <a:cubicBezTo>
                      <a:pt x="38704" y="17182"/>
                      <a:pt x="38974" y="18149"/>
                      <a:pt x="38974" y="19251"/>
                    </a:cubicBezTo>
                    <a:cubicBezTo>
                      <a:pt x="38974" y="19836"/>
                      <a:pt x="38929" y="20376"/>
                      <a:pt x="38862" y="20893"/>
                    </a:cubicBezTo>
                    <a:cubicBezTo>
                      <a:pt x="38795" y="21410"/>
                      <a:pt x="38704" y="21882"/>
                      <a:pt x="38592" y="22332"/>
                    </a:cubicBezTo>
                    <a:lnTo>
                      <a:pt x="35511" y="22332"/>
                    </a:lnTo>
                    <a:close/>
                  </a:path>
                </a:pathLst>
              </a:custGeom>
              <a:solidFill>
                <a:srgbClr val="231F20"/>
              </a:solidFill>
              <a:ln w="2249" cap="flat">
                <a:noFill/>
                <a:prstDash val="solid"/>
                <a:miter/>
              </a:ln>
            </p:spPr>
            <p:txBody>
              <a:bodyPr rtlCol="0" anchor="ctr"/>
              <a:lstStyle/>
              <a:p>
                <a:endParaRPr lang="en-US"/>
              </a:p>
            </p:txBody>
          </p:sp>
          <p:sp>
            <p:nvSpPr>
              <p:cNvPr id="17997" name="Freeform 17996">
                <a:extLst>
                  <a:ext uri="{FF2B5EF4-FFF2-40B4-BE49-F238E27FC236}">
                    <a16:creationId xmlns:a16="http://schemas.microsoft.com/office/drawing/2014/main" id="{261D61EE-DB9F-9381-D6B2-605FF2EEA368}"/>
                  </a:ext>
                </a:extLst>
              </p:cNvPr>
              <p:cNvSpPr/>
              <p:nvPr/>
            </p:nvSpPr>
            <p:spPr>
              <a:xfrm>
                <a:off x="4617446" y="3756920"/>
                <a:ext cx="50219" cy="11919"/>
              </a:xfrm>
              <a:custGeom>
                <a:avLst/>
                <a:gdLst>
                  <a:gd name="connsiteX0" fmla="*/ 23 w 50219"/>
                  <a:gd name="connsiteY0" fmla="*/ 0 h 11919"/>
                  <a:gd name="connsiteX1" fmla="*/ 12032 w 50219"/>
                  <a:gd name="connsiteY1" fmla="*/ 6072 h 11919"/>
                  <a:gd name="connsiteX2" fmla="*/ 25278 w 50219"/>
                  <a:gd name="connsiteY2" fmla="*/ 8254 h 11919"/>
                  <a:gd name="connsiteX3" fmla="*/ 38345 w 50219"/>
                  <a:gd name="connsiteY3" fmla="*/ 5982 h 11919"/>
                  <a:gd name="connsiteX4" fmla="*/ 50219 w 50219"/>
                  <a:gd name="connsiteY4" fmla="*/ 0 h 11919"/>
                  <a:gd name="connsiteX5" fmla="*/ 50219 w 50219"/>
                  <a:gd name="connsiteY5" fmla="*/ 2744 h 11919"/>
                  <a:gd name="connsiteX6" fmla="*/ 44260 w 50219"/>
                  <a:gd name="connsiteY6" fmla="*/ 6679 h 11919"/>
                  <a:gd name="connsiteX7" fmla="*/ 38367 w 50219"/>
                  <a:gd name="connsiteY7" fmla="*/ 9581 h 11919"/>
                  <a:gd name="connsiteX8" fmla="*/ 32115 w 50219"/>
                  <a:gd name="connsiteY8" fmla="*/ 11335 h 11919"/>
                  <a:gd name="connsiteX9" fmla="*/ 25008 w 50219"/>
                  <a:gd name="connsiteY9" fmla="*/ 11919 h 11919"/>
                  <a:gd name="connsiteX10" fmla="*/ 18014 w 50219"/>
                  <a:gd name="connsiteY10" fmla="*/ 11312 h 11919"/>
                  <a:gd name="connsiteX11" fmla="*/ 11717 w 50219"/>
                  <a:gd name="connsiteY11" fmla="*/ 9536 h 11919"/>
                  <a:gd name="connsiteX12" fmla="*/ 5802 w 50219"/>
                  <a:gd name="connsiteY12" fmla="*/ 6657 h 11919"/>
                  <a:gd name="connsiteX13" fmla="*/ 0 w 50219"/>
                  <a:gd name="connsiteY13" fmla="*/ 2744 h 11919"/>
                  <a:gd name="connsiteX14" fmla="*/ 0 w 50219"/>
                  <a:gd name="connsiteY14" fmla="*/ 0 h 11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0219" h="11919">
                    <a:moveTo>
                      <a:pt x="23" y="0"/>
                    </a:moveTo>
                    <a:cubicBezTo>
                      <a:pt x="3756" y="2586"/>
                      <a:pt x="7759" y="4610"/>
                      <a:pt x="12032" y="6072"/>
                    </a:cubicBezTo>
                    <a:cubicBezTo>
                      <a:pt x="16305" y="7534"/>
                      <a:pt x="20713" y="8254"/>
                      <a:pt x="25278" y="8254"/>
                    </a:cubicBezTo>
                    <a:cubicBezTo>
                      <a:pt x="29844" y="8254"/>
                      <a:pt x="34139" y="7489"/>
                      <a:pt x="38345" y="5982"/>
                    </a:cubicBezTo>
                    <a:cubicBezTo>
                      <a:pt x="42550" y="4475"/>
                      <a:pt x="46509" y="2474"/>
                      <a:pt x="50219" y="0"/>
                    </a:cubicBezTo>
                    <a:lnTo>
                      <a:pt x="50219" y="2744"/>
                    </a:lnTo>
                    <a:cubicBezTo>
                      <a:pt x="48173" y="4228"/>
                      <a:pt x="46171" y="5532"/>
                      <a:pt x="44260" y="6679"/>
                    </a:cubicBezTo>
                    <a:cubicBezTo>
                      <a:pt x="42326" y="7826"/>
                      <a:pt x="40369" y="8793"/>
                      <a:pt x="38367" y="9581"/>
                    </a:cubicBezTo>
                    <a:cubicBezTo>
                      <a:pt x="36366" y="10368"/>
                      <a:pt x="34274" y="10952"/>
                      <a:pt x="32115" y="11335"/>
                    </a:cubicBezTo>
                    <a:cubicBezTo>
                      <a:pt x="29956" y="11717"/>
                      <a:pt x="27572" y="11919"/>
                      <a:pt x="25008" y="11919"/>
                    </a:cubicBezTo>
                    <a:cubicBezTo>
                      <a:pt x="22445" y="11919"/>
                      <a:pt x="20196" y="11717"/>
                      <a:pt x="18014" y="11312"/>
                    </a:cubicBezTo>
                    <a:cubicBezTo>
                      <a:pt x="15833" y="10907"/>
                      <a:pt x="13741" y="10300"/>
                      <a:pt x="11717" y="9536"/>
                    </a:cubicBezTo>
                    <a:cubicBezTo>
                      <a:pt x="9693" y="8748"/>
                      <a:pt x="7737" y="7804"/>
                      <a:pt x="5802" y="6657"/>
                    </a:cubicBezTo>
                    <a:cubicBezTo>
                      <a:pt x="3868" y="5510"/>
                      <a:pt x="1934" y="4228"/>
                      <a:pt x="0" y="2744"/>
                    </a:cubicBezTo>
                    <a:lnTo>
                      <a:pt x="0" y="0"/>
                    </a:lnTo>
                    <a:close/>
                  </a:path>
                </a:pathLst>
              </a:custGeom>
              <a:solidFill>
                <a:srgbClr val="231F20"/>
              </a:solidFill>
              <a:ln w="2249" cap="flat">
                <a:noFill/>
                <a:prstDash val="solid"/>
                <a:miter/>
              </a:ln>
            </p:spPr>
            <p:txBody>
              <a:bodyPr rtlCol="0" anchor="ctr"/>
              <a:lstStyle/>
              <a:p>
                <a:endParaRPr lang="en-US"/>
              </a:p>
            </p:txBody>
          </p:sp>
          <p:sp>
            <p:nvSpPr>
              <p:cNvPr id="17998" name="Freeform 17997">
                <a:extLst>
                  <a:ext uri="{FF2B5EF4-FFF2-40B4-BE49-F238E27FC236}">
                    <a16:creationId xmlns:a16="http://schemas.microsoft.com/office/drawing/2014/main" id="{FFE9CFBB-57FC-87B1-97BD-E8A4DEE681F2}"/>
                  </a:ext>
                </a:extLst>
              </p:cNvPr>
              <p:cNvSpPr/>
              <p:nvPr/>
            </p:nvSpPr>
            <p:spPr>
              <a:xfrm>
                <a:off x="4628623" y="3737309"/>
                <a:ext cx="28718" cy="12481"/>
              </a:xfrm>
              <a:custGeom>
                <a:avLst/>
                <a:gdLst>
                  <a:gd name="connsiteX0" fmla="*/ 28719 w 28718"/>
                  <a:gd name="connsiteY0" fmla="*/ 9243 h 12481"/>
                  <a:gd name="connsiteX1" fmla="*/ 28719 w 28718"/>
                  <a:gd name="connsiteY1" fmla="*/ 12482 h 12481"/>
                  <a:gd name="connsiteX2" fmla="*/ 765 w 28718"/>
                  <a:gd name="connsiteY2" fmla="*/ 12482 h 12481"/>
                  <a:gd name="connsiteX3" fmla="*/ 765 w 28718"/>
                  <a:gd name="connsiteY3" fmla="*/ 9243 h 12481"/>
                  <a:gd name="connsiteX4" fmla="*/ 6005 w 28718"/>
                  <a:gd name="connsiteY4" fmla="*/ 9243 h 12481"/>
                  <a:gd name="connsiteX5" fmla="*/ 6005 w 28718"/>
                  <a:gd name="connsiteY5" fmla="*/ 9131 h 12481"/>
                  <a:gd name="connsiteX6" fmla="*/ 1327 w 28718"/>
                  <a:gd name="connsiteY6" fmla="*/ 5645 h 12481"/>
                  <a:gd name="connsiteX7" fmla="*/ 0 w 28718"/>
                  <a:gd name="connsiteY7" fmla="*/ 0 h 12481"/>
                  <a:gd name="connsiteX8" fmla="*/ 3508 w 28718"/>
                  <a:gd name="connsiteY8" fmla="*/ 0 h 12481"/>
                  <a:gd name="connsiteX9" fmla="*/ 4363 w 28718"/>
                  <a:gd name="connsiteY9" fmla="*/ 4543 h 12481"/>
                  <a:gd name="connsiteX10" fmla="*/ 6837 w 28718"/>
                  <a:gd name="connsiteY10" fmla="*/ 7377 h 12481"/>
                  <a:gd name="connsiteX11" fmla="*/ 10525 w 28718"/>
                  <a:gd name="connsiteY11" fmla="*/ 8839 h 12481"/>
                  <a:gd name="connsiteX12" fmla="*/ 14978 w 28718"/>
                  <a:gd name="connsiteY12" fmla="*/ 9243 h 12481"/>
                  <a:gd name="connsiteX13" fmla="*/ 28696 w 28718"/>
                  <a:gd name="connsiteY13" fmla="*/ 9243 h 1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718" h="12481">
                    <a:moveTo>
                      <a:pt x="28719" y="9243"/>
                    </a:moveTo>
                    <a:lnTo>
                      <a:pt x="28719" y="12482"/>
                    </a:lnTo>
                    <a:lnTo>
                      <a:pt x="765" y="12482"/>
                    </a:lnTo>
                    <a:lnTo>
                      <a:pt x="765" y="9243"/>
                    </a:lnTo>
                    <a:lnTo>
                      <a:pt x="6005" y="9243"/>
                    </a:lnTo>
                    <a:lnTo>
                      <a:pt x="6005" y="9131"/>
                    </a:lnTo>
                    <a:cubicBezTo>
                      <a:pt x="3778" y="8231"/>
                      <a:pt x="2226" y="7062"/>
                      <a:pt x="1327" y="5645"/>
                    </a:cubicBezTo>
                    <a:cubicBezTo>
                      <a:pt x="450" y="4228"/>
                      <a:pt x="0" y="2339"/>
                      <a:pt x="0" y="0"/>
                    </a:cubicBezTo>
                    <a:lnTo>
                      <a:pt x="3508" y="0"/>
                    </a:lnTo>
                    <a:cubicBezTo>
                      <a:pt x="3463" y="1844"/>
                      <a:pt x="3756" y="3351"/>
                      <a:pt x="4363" y="4543"/>
                    </a:cubicBezTo>
                    <a:cubicBezTo>
                      <a:pt x="4970" y="5735"/>
                      <a:pt x="5802" y="6679"/>
                      <a:pt x="6837" y="7377"/>
                    </a:cubicBezTo>
                    <a:cubicBezTo>
                      <a:pt x="7871" y="8074"/>
                      <a:pt x="9108" y="8569"/>
                      <a:pt x="10525" y="8839"/>
                    </a:cubicBezTo>
                    <a:cubicBezTo>
                      <a:pt x="11942" y="9108"/>
                      <a:pt x="13426" y="9243"/>
                      <a:pt x="14978" y="9243"/>
                    </a:cubicBezTo>
                    <a:lnTo>
                      <a:pt x="28696" y="9243"/>
                    </a:lnTo>
                    <a:close/>
                  </a:path>
                </a:pathLst>
              </a:custGeom>
              <a:solidFill>
                <a:srgbClr val="231F20"/>
              </a:solidFill>
              <a:ln w="2249" cap="flat">
                <a:noFill/>
                <a:prstDash val="solid"/>
                <a:miter/>
              </a:ln>
            </p:spPr>
            <p:txBody>
              <a:bodyPr rtlCol="0" anchor="ctr"/>
              <a:lstStyle/>
              <a:p>
                <a:endParaRPr lang="en-US"/>
              </a:p>
            </p:txBody>
          </p:sp>
          <p:sp>
            <p:nvSpPr>
              <p:cNvPr id="17999" name="Freeform 17998">
                <a:extLst>
                  <a:ext uri="{FF2B5EF4-FFF2-40B4-BE49-F238E27FC236}">
                    <a16:creationId xmlns:a16="http://schemas.microsoft.com/office/drawing/2014/main" id="{7657EEA9-4C8E-446C-A9A9-5EF9A6933A0C}"/>
                  </a:ext>
                </a:extLst>
              </p:cNvPr>
              <p:cNvSpPr/>
              <p:nvPr/>
            </p:nvSpPr>
            <p:spPr>
              <a:xfrm>
                <a:off x="4617468" y="3720915"/>
                <a:ext cx="50219" cy="11919"/>
              </a:xfrm>
              <a:custGeom>
                <a:avLst/>
                <a:gdLst>
                  <a:gd name="connsiteX0" fmla="*/ 50197 w 50219"/>
                  <a:gd name="connsiteY0" fmla="*/ 11919 h 11919"/>
                  <a:gd name="connsiteX1" fmla="*/ 38187 w 50219"/>
                  <a:gd name="connsiteY1" fmla="*/ 5847 h 11919"/>
                  <a:gd name="connsiteX2" fmla="*/ 24941 w 50219"/>
                  <a:gd name="connsiteY2" fmla="*/ 3666 h 11919"/>
                  <a:gd name="connsiteX3" fmla="*/ 11875 w 50219"/>
                  <a:gd name="connsiteY3" fmla="*/ 5937 h 11919"/>
                  <a:gd name="connsiteX4" fmla="*/ 0 w 50219"/>
                  <a:gd name="connsiteY4" fmla="*/ 11919 h 11919"/>
                  <a:gd name="connsiteX5" fmla="*/ 0 w 50219"/>
                  <a:gd name="connsiteY5" fmla="*/ 9176 h 11919"/>
                  <a:gd name="connsiteX6" fmla="*/ 5960 w 50219"/>
                  <a:gd name="connsiteY6" fmla="*/ 5240 h 11919"/>
                  <a:gd name="connsiteX7" fmla="*/ 11852 w 50219"/>
                  <a:gd name="connsiteY7" fmla="*/ 2361 h 11919"/>
                  <a:gd name="connsiteX8" fmla="*/ 18104 w 50219"/>
                  <a:gd name="connsiteY8" fmla="*/ 607 h 11919"/>
                  <a:gd name="connsiteX9" fmla="*/ 25211 w 50219"/>
                  <a:gd name="connsiteY9" fmla="*/ 0 h 11919"/>
                  <a:gd name="connsiteX10" fmla="*/ 32205 w 50219"/>
                  <a:gd name="connsiteY10" fmla="*/ 607 h 11919"/>
                  <a:gd name="connsiteX11" fmla="*/ 38502 w 50219"/>
                  <a:gd name="connsiteY11" fmla="*/ 2384 h 11919"/>
                  <a:gd name="connsiteX12" fmla="*/ 44417 w 50219"/>
                  <a:gd name="connsiteY12" fmla="*/ 5285 h 11919"/>
                  <a:gd name="connsiteX13" fmla="*/ 50219 w 50219"/>
                  <a:gd name="connsiteY13" fmla="*/ 9176 h 11919"/>
                  <a:gd name="connsiteX14" fmla="*/ 50219 w 50219"/>
                  <a:gd name="connsiteY14" fmla="*/ 11919 h 11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0219" h="11919">
                    <a:moveTo>
                      <a:pt x="50197" y="11919"/>
                    </a:moveTo>
                    <a:cubicBezTo>
                      <a:pt x="46464" y="9333"/>
                      <a:pt x="42460" y="7309"/>
                      <a:pt x="38187" y="5847"/>
                    </a:cubicBezTo>
                    <a:cubicBezTo>
                      <a:pt x="33914" y="4385"/>
                      <a:pt x="29506" y="3666"/>
                      <a:pt x="24941" y="3666"/>
                    </a:cubicBezTo>
                    <a:cubicBezTo>
                      <a:pt x="20376" y="3666"/>
                      <a:pt x="16080" y="4431"/>
                      <a:pt x="11875" y="5937"/>
                    </a:cubicBezTo>
                    <a:cubicBezTo>
                      <a:pt x="7669" y="7444"/>
                      <a:pt x="3711" y="9446"/>
                      <a:pt x="0" y="11919"/>
                    </a:cubicBezTo>
                    <a:lnTo>
                      <a:pt x="0" y="9176"/>
                    </a:lnTo>
                    <a:cubicBezTo>
                      <a:pt x="2047" y="7691"/>
                      <a:pt x="4048" y="6387"/>
                      <a:pt x="5960" y="5240"/>
                    </a:cubicBezTo>
                    <a:cubicBezTo>
                      <a:pt x="7871" y="4093"/>
                      <a:pt x="9850" y="3126"/>
                      <a:pt x="11852" y="2361"/>
                    </a:cubicBezTo>
                    <a:cubicBezTo>
                      <a:pt x="13854" y="1597"/>
                      <a:pt x="15945" y="1012"/>
                      <a:pt x="18104" y="607"/>
                    </a:cubicBezTo>
                    <a:cubicBezTo>
                      <a:pt x="20286" y="202"/>
                      <a:pt x="22647" y="0"/>
                      <a:pt x="25211" y="0"/>
                    </a:cubicBezTo>
                    <a:cubicBezTo>
                      <a:pt x="27775" y="0"/>
                      <a:pt x="30024" y="202"/>
                      <a:pt x="32205" y="607"/>
                    </a:cubicBezTo>
                    <a:cubicBezTo>
                      <a:pt x="34387" y="1012"/>
                      <a:pt x="36478" y="1619"/>
                      <a:pt x="38502" y="2384"/>
                    </a:cubicBezTo>
                    <a:cubicBezTo>
                      <a:pt x="40526" y="3171"/>
                      <a:pt x="42483" y="4138"/>
                      <a:pt x="44417" y="5285"/>
                    </a:cubicBezTo>
                    <a:cubicBezTo>
                      <a:pt x="46351" y="6432"/>
                      <a:pt x="48285" y="7736"/>
                      <a:pt x="50219" y="9176"/>
                    </a:cubicBezTo>
                    <a:lnTo>
                      <a:pt x="50219" y="11919"/>
                    </a:lnTo>
                    <a:close/>
                  </a:path>
                </a:pathLst>
              </a:custGeom>
              <a:solidFill>
                <a:srgbClr val="231F20"/>
              </a:solidFill>
              <a:ln w="2249" cap="flat">
                <a:noFill/>
                <a:prstDash val="solid"/>
                <a:miter/>
              </a:ln>
            </p:spPr>
            <p:txBody>
              <a:bodyPr rtlCol="0" anchor="ctr"/>
              <a:lstStyle/>
              <a:p>
                <a:endParaRPr lang="en-US"/>
              </a:p>
            </p:txBody>
          </p:sp>
        </p:grpSp>
        <p:sp>
          <p:nvSpPr>
            <p:cNvPr id="3462" name="TextBox 3461">
              <a:extLst>
                <a:ext uri="{FF2B5EF4-FFF2-40B4-BE49-F238E27FC236}">
                  <a16:creationId xmlns:a16="http://schemas.microsoft.com/office/drawing/2014/main" id="{F953FC63-9019-FE8F-FDA6-E1CCDA53F0FC}"/>
                </a:ext>
              </a:extLst>
            </p:cNvPr>
            <p:cNvSpPr txBox="1"/>
            <p:nvPr/>
          </p:nvSpPr>
          <p:spPr>
            <a:xfrm rot="16200000">
              <a:off x="106368" y="5429948"/>
              <a:ext cx="930013" cy="369332"/>
            </a:xfrm>
            <a:prstGeom prst="rect">
              <a:avLst/>
            </a:prstGeom>
            <a:noFill/>
          </p:spPr>
          <p:txBody>
            <a:bodyPr wrap="square" rtlCol="0">
              <a:spAutoFit/>
            </a:bodyPr>
            <a:lstStyle/>
            <a:p>
              <a:pPr algn="ctr"/>
              <a:r>
                <a:rPr lang="en-US" b="1">
                  <a:solidFill>
                    <a:srgbClr val="7030A0"/>
                  </a:solidFill>
                  <a:latin typeface="HELVETICA LIGHT" panose="020B0403020202020204" pitchFamily="34" charset="0"/>
                </a:rPr>
                <a:t>A2-B1</a:t>
              </a:r>
            </a:p>
          </p:txBody>
        </p:sp>
      </p:grpSp>
      <p:sp>
        <p:nvSpPr>
          <p:cNvPr id="3465" name="TextBox 3464">
            <a:extLst>
              <a:ext uri="{FF2B5EF4-FFF2-40B4-BE49-F238E27FC236}">
                <a16:creationId xmlns:a16="http://schemas.microsoft.com/office/drawing/2014/main" id="{CB47A2CF-DA1D-CC6C-63CB-03CC557FE8E7}"/>
              </a:ext>
            </a:extLst>
          </p:cNvPr>
          <p:cNvSpPr txBox="1"/>
          <p:nvPr/>
        </p:nvSpPr>
        <p:spPr>
          <a:xfrm>
            <a:off x="9437066" y="5078363"/>
            <a:ext cx="2475385" cy="1015663"/>
          </a:xfrm>
          <a:prstGeom prst="rect">
            <a:avLst/>
          </a:prstGeom>
          <a:noFill/>
        </p:spPr>
        <p:txBody>
          <a:bodyPr wrap="square" rtlCol="0">
            <a:spAutoFit/>
          </a:bodyPr>
          <a:lstStyle/>
          <a:p>
            <a:r>
              <a:rPr lang="en-US" sz="2000" dirty="0">
                <a:latin typeface="Helvetica" pitchFamily="2" charset="0"/>
              </a:rPr>
              <a:t>Predictive recall gradually emerged with more fixations</a:t>
            </a:r>
            <a:endParaRPr lang="en-US" sz="2000" u="sng" dirty="0">
              <a:latin typeface="Helvetica" pitchFamily="2" charset="0"/>
            </a:endParaRPr>
          </a:p>
        </p:txBody>
      </p:sp>
      <p:sp>
        <p:nvSpPr>
          <p:cNvPr id="27" name="Text 2">
            <a:extLst>
              <a:ext uri="{FF2B5EF4-FFF2-40B4-BE49-F238E27FC236}">
                <a16:creationId xmlns:a16="http://schemas.microsoft.com/office/drawing/2014/main" id="{806B3669-EDBE-0005-FFBF-6E269845C9BF}"/>
              </a:ext>
            </a:extLst>
          </p:cNvPr>
          <p:cNvSpPr/>
          <p:nvPr/>
        </p:nvSpPr>
        <p:spPr>
          <a:xfrm>
            <a:off x="343508" y="164865"/>
            <a:ext cx="10511402" cy="457245"/>
          </a:xfrm>
          <a:prstGeom prst="rect">
            <a:avLst/>
          </a:prstGeom>
          <a:noFill/>
          <a:ln/>
        </p:spPr>
        <p:txBody>
          <a:bodyPr wrap="square" lIns="0" tIns="0" rIns="0" bIns="0" rtlCol="0" anchor="ctr">
            <a:normAutofit fontScale="92500"/>
          </a:bodyPr>
          <a:lstStyle/>
          <a:p>
            <a:pPr marL="0" indent="0">
              <a:buNone/>
            </a:pPr>
            <a:r>
              <a:rPr lang="en-US" sz="2600" dirty="0">
                <a:latin typeface="Helvetica" pitchFamily="2" charset="0"/>
              </a:rPr>
              <a:t>Predictive recall of gaze patterns predict upcoming discrimination success</a:t>
            </a:r>
          </a:p>
        </p:txBody>
      </p:sp>
      <p:grpSp>
        <p:nvGrpSpPr>
          <p:cNvPr id="38" name="Group 37">
            <a:extLst>
              <a:ext uri="{FF2B5EF4-FFF2-40B4-BE49-F238E27FC236}">
                <a16:creationId xmlns:a16="http://schemas.microsoft.com/office/drawing/2014/main" id="{395D4CE9-F618-D0DF-1691-C4A6F7355205}"/>
              </a:ext>
            </a:extLst>
          </p:cNvPr>
          <p:cNvGrpSpPr/>
          <p:nvPr/>
        </p:nvGrpSpPr>
        <p:grpSpPr>
          <a:xfrm>
            <a:off x="1383543" y="1445854"/>
            <a:ext cx="2608448" cy="2366525"/>
            <a:chOff x="1383543" y="1445854"/>
            <a:chExt cx="2608448" cy="2366525"/>
          </a:xfrm>
        </p:grpSpPr>
        <p:grpSp>
          <p:nvGrpSpPr>
            <p:cNvPr id="37" name="Group 36">
              <a:extLst>
                <a:ext uri="{FF2B5EF4-FFF2-40B4-BE49-F238E27FC236}">
                  <a16:creationId xmlns:a16="http://schemas.microsoft.com/office/drawing/2014/main" id="{2D8AD190-DED3-A230-1C3C-5DE11F9A6AB7}"/>
                </a:ext>
              </a:extLst>
            </p:cNvPr>
            <p:cNvGrpSpPr/>
            <p:nvPr/>
          </p:nvGrpSpPr>
          <p:grpSpPr>
            <a:xfrm>
              <a:off x="1544171" y="1445854"/>
              <a:ext cx="2447820" cy="2366525"/>
              <a:chOff x="1544171" y="1445854"/>
              <a:chExt cx="2447820" cy="2366525"/>
            </a:xfrm>
          </p:grpSpPr>
          <p:grpSp>
            <p:nvGrpSpPr>
              <p:cNvPr id="28" name="Group 27">
                <a:extLst>
                  <a:ext uri="{FF2B5EF4-FFF2-40B4-BE49-F238E27FC236}">
                    <a16:creationId xmlns:a16="http://schemas.microsoft.com/office/drawing/2014/main" id="{5A28F007-5B72-9CA1-B524-73C56E050E46}"/>
                  </a:ext>
                </a:extLst>
              </p:cNvPr>
              <p:cNvGrpSpPr/>
              <p:nvPr/>
            </p:nvGrpSpPr>
            <p:grpSpPr>
              <a:xfrm>
                <a:off x="1544171" y="1445854"/>
                <a:ext cx="2447820" cy="2366525"/>
                <a:chOff x="2149813" y="2894640"/>
                <a:chExt cx="2447820" cy="2366525"/>
              </a:xfrm>
            </p:grpSpPr>
            <p:sp>
              <p:nvSpPr>
                <p:cNvPr id="29" name="TextBox 28">
                  <a:extLst>
                    <a:ext uri="{FF2B5EF4-FFF2-40B4-BE49-F238E27FC236}">
                      <a16:creationId xmlns:a16="http://schemas.microsoft.com/office/drawing/2014/main" id="{391170EE-CC91-C086-9989-1666804B484B}"/>
                    </a:ext>
                  </a:extLst>
                </p:cNvPr>
                <p:cNvSpPr txBox="1"/>
                <p:nvPr/>
              </p:nvSpPr>
              <p:spPr>
                <a:xfrm>
                  <a:off x="3783980" y="4891833"/>
                  <a:ext cx="466794" cy="369332"/>
                </a:xfrm>
                <a:prstGeom prst="rect">
                  <a:avLst/>
                </a:prstGeom>
                <a:noFill/>
              </p:spPr>
              <p:txBody>
                <a:bodyPr wrap="none" rtlCol="0">
                  <a:spAutoFit/>
                </a:bodyPr>
                <a:lstStyle/>
                <a:p>
                  <a:pPr algn="l"/>
                  <a:r>
                    <a:rPr lang="en-US" spc="0" baseline="0" dirty="0">
                      <a:ln/>
                      <a:solidFill>
                        <a:srgbClr val="262626"/>
                      </a:solidFill>
                      <a:latin typeface="Helvetica-Light"/>
                      <a:sym typeface="Helvetica-Light"/>
                      <a:rtl val="0"/>
                    </a:rPr>
                    <a:t>B1</a:t>
                  </a:r>
                </a:p>
              </p:txBody>
            </p:sp>
            <p:sp>
              <p:nvSpPr>
                <p:cNvPr id="30" name="TextBox 29">
                  <a:extLst>
                    <a:ext uri="{FF2B5EF4-FFF2-40B4-BE49-F238E27FC236}">
                      <a16:creationId xmlns:a16="http://schemas.microsoft.com/office/drawing/2014/main" id="{2C5806EF-D6BF-2983-ABE6-4F22823E1420}"/>
                    </a:ext>
                  </a:extLst>
                </p:cNvPr>
                <p:cNvSpPr txBox="1"/>
                <p:nvPr/>
              </p:nvSpPr>
              <p:spPr>
                <a:xfrm>
                  <a:off x="2408786" y="4885370"/>
                  <a:ext cx="466794" cy="369332"/>
                </a:xfrm>
                <a:prstGeom prst="rect">
                  <a:avLst/>
                </a:prstGeom>
                <a:noFill/>
              </p:spPr>
              <p:txBody>
                <a:bodyPr wrap="none" rtlCol="0">
                  <a:spAutoFit/>
                </a:bodyPr>
                <a:lstStyle/>
                <a:p>
                  <a:pPr algn="l"/>
                  <a:r>
                    <a:rPr lang="en-US" dirty="0">
                      <a:ln/>
                      <a:solidFill>
                        <a:srgbClr val="262626"/>
                      </a:solidFill>
                      <a:latin typeface="Helvetica-Light"/>
                      <a:sym typeface="Helvetica-Light"/>
                      <a:rtl val="0"/>
                    </a:rPr>
                    <a:t>A2</a:t>
                  </a:r>
                  <a:endParaRPr lang="en-US" spc="0" baseline="0" dirty="0">
                    <a:ln/>
                    <a:solidFill>
                      <a:srgbClr val="262626"/>
                    </a:solidFill>
                    <a:latin typeface="Helvetica-Light"/>
                    <a:sym typeface="Helvetica-Light"/>
                    <a:rtl val="0"/>
                  </a:endParaRPr>
                </a:p>
              </p:txBody>
            </p:sp>
            <p:grpSp>
              <p:nvGrpSpPr>
                <p:cNvPr id="31" name="Group 30">
                  <a:extLst>
                    <a:ext uri="{FF2B5EF4-FFF2-40B4-BE49-F238E27FC236}">
                      <a16:creationId xmlns:a16="http://schemas.microsoft.com/office/drawing/2014/main" id="{6817EBCD-5E80-61B8-4E14-4A7F2A42B718}"/>
                    </a:ext>
                  </a:extLst>
                </p:cNvPr>
                <p:cNvGrpSpPr/>
                <p:nvPr/>
              </p:nvGrpSpPr>
              <p:grpSpPr>
                <a:xfrm>
                  <a:off x="2149813" y="2894640"/>
                  <a:ext cx="2447820" cy="2035605"/>
                  <a:chOff x="1314538" y="2894640"/>
                  <a:chExt cx="2447820" cy="2035605"/>
                </a:xfrm>
              </p:grpSpPr>
              <p:pic>
                <p:nvPicPr>
                  <p:cNvPr id="32" name="Picture 31">
                    <a:extLst>
                      <a:ext uri="{FF2B5EF4-FFF2-40B4-BE49-F238E27FC236}">
                        <a16:creationId xmlns:a16="http://schemas.microsoft.com/office/drawing/2014/main" id="{1633BD8A-9AED-1817-E88D-FFBECA8434A8}"/>
                      </a:ext>
                    </a:extLst>
                  </p:cNvPr>
                  <p:cNvPicPr>
                    <a:picLocks noChangeAspect="1"/>
                  </p:cNvPicPr>
                  <p:nvPr/>
                </p:nvPicPr>
                <p:blipFill>
                  <a:blip r:embed="rId3"/>
                  <a:stretch>
                    <a:fillRect/>
                  </a:stretch>
                </p:blipFill>
                <p:spPr>
                  <a:xfrm>
                    <a:off x="2500353" y="3665086"/>
                    <a:ext cx="1262005" cy="1265159"/>
                  </a:xfrm>
                  <a:custGeom>
                    <a:avLst/>
                    <a:gdLst>
                      <a:gd name="connsiteX0" fmla="*/ 46 w 1447800"/>
                      <a:gd name="connsiteY0" fmla="*/ -29 h 1451419"/>
                      <a:gd name="connsiteX1" fmla="*/ 1447846 w 1447800"/>
                      <a:gd name="connsiteY1" fmla="*/ -29 h 1451419"/>
                      <a:gd name="connsiteX2" fmla="*/ 1447846 w 1447800"/>
                      <a:gd name="connsiteY2" fmla="*/ 1451390 h 1451419"/>
                      <a:gd name="connsiteX3" fmla="*/ 46 w 1447800"/>
                      <a:gd name="connsiteY3" fmla="*/ 1451390 h 1451419"/>
                    </a:gdLst>
                    <a:ahLst/>
                    <a:cxnLst>
                      <a:cxn ang="0">
                        <a:pos x="connsiteX0" y="connsiteY0"/>
                      </a:cxn>
                      <a:cxn ang="0">
                        <a:pos x="connsiteX1" y="connsiteY1"/>
                      </a:cxn>
                      <a:cxn ang="0">
                        <a:pos x="connsiteX2" y="connsiteY2"/>
                      </a:cxn>
                      <a:cxn ang="0">
                        <a:pos x="connsiteX3" y="connsiteY3"/>
                      </a:cxn>
                    </a:cxnLst>
                    <a:rect l="l" t="t" r="r" b="b"/>
                    <a:pathLst>
                      <a:path w="1447800" h="1451419">
                        <a:moveTo>
                          <a:pt x="46" y="-29"/>
                        </a:moveTo>
                        <a:lnTo>
                          <a:pt x="1447846" y="-29"/>
                        </a:lnTo>
                        <a:lnTo>
                          <a:pt x="1447846" y="1451390"/>
                        </a:lnTo>
                        <a:lnTo>
                          <a:pt x="46" y="1451390"/>
                        </a:lnTo>
                        <a:close/>
                      </a:path>
                    </a:pathLst>
                  </a:custGeom>
                </p:spPr>
              </p:pic>
              <p:sp>
                <p:nvSpPr>
                  <p:cNvPr id="33" name="TextBox 32">
                    <a:extLst>
                      <a:ext uri="{FF2B5EF4-FFF2-40B4-BE49-F238E27FC236}">
                        <a16:creationId xmlns:a16="http://schemas.microsoft.com/office/drawing/2014/main" id="{0F9D5EBA-41EF-D27A-37C0-3BED805B812D}"/>
                      </a:ext>
                    </a:extLst>
                  </p:cNvPr>
                  <p:cNvSpPr txBox="1"/>
                  <p:nvPr/>
                </p:nvSpPr>
                <p:spPr>
                  <a:xfrm>
                    <a:off x="1314538" y="2894640"/>
                    <a:ext cx="2428870" cy="369332"/>
                  </a:xfrm>
                  <a:prstGeom prst="rect">
                    <a:avLst/>
                  </a:prstGeom>
                  <a:noFill/>
                </p:spPr>
                <p:txBody>
                  <a:bodyPr wrap="none" rtlCol="0">
                    <a:spAutoFit/>
                  </a:bodyPr>
                  <a:lstStyle/>
                  <a:p>
                    <a:pPr algn="l"/>
                    <a:r>
                      <a:rPr lang="en-US" spc="0" baseline="0" dirty="0">
                        <a:ln/>
                        <a:solidFill>
                          <a:srgbClr val="231F20"/>
                        </a:solidFill>
                        <a:latin typeface="Helvetica-Light"/>
                        <a:sym typeface="Helvetica-Light"/>
                        <a:rtl val="0"/>
                      </a:rPr>
                      <a:t>Before discrimination</a:t>
                    </a:r>
                  </a:p>
                </p:txBody>
              </p:sp>
            </p:grpSp>
          </p:grpSp>
          <p:sp>
            <p:nvSpPr>
              <p:cNvPr id="34" name="TextBox 33">
                <a:extLst>
                  <a:ext uri="{FF2B5EF4-FFF2-40B4-BE49-F238E27FC236}">
                    <a16:creationId xmlns:a16="http://schemas.microsoft.com/office/drawing/2014/main" id="{1C4E3915-8CAE-FA0D-2318-CE4F5355C9F3}"/>
                  </a:ext>
                </a:extLst>
              </p:cNvPr>
              <p:cNvSpPr txBox="1"/>
              <p:nvPr/>
            </p:nvSpPr>
            <p:spPr>
              <a:xfrm>
                <a:off x="1720717" y="1815186"/>
                <a:ext cx="2075779" cy="369332"/>
              </a:xfrm>
              <a:prstGeom prst="rect">
                <a:avLst/>
              </a:prstGeom>
              <a:noFill/>
            </p:spPr>
            <p:txBody>
              <a:bodyPr wrap="square" rtlCol="0">
                <a:spAutoFit/>
              </a:bodyPr>
              <a:lstStyle/>
              <a:p>
                <a:pPr algn="l"/>
                <a:r>
                  <a:rPr lang="en-US" b="1" dirty="0">
                    <a:ln/>
                    <a:solidFill>
                      <a:srgbClr val="231F20"/>
                    </a:solidFill>
                    <a:latin typeface="Helvetica-Light"/>
                    <a:sym typeface="Helvetica-Light"/>
                    <a:rtl val="0"/>
                  </a:rPr>
                  <a:t>Predictive viewing</a:t>
                </a:r>
                <a:endParaRPr lang="en-US" b="1" spc="0" baseline="0" dirty="0">
                  <a:ln/>
                  <a:solidFill>
                    <a:srgbClr val="231F20"/>
                  </a:solidFill>
                  <a:latin typeface="Helvetica-Light"/>
                  <a:sym typeface="Helvetica-Light"/>
                  <a:rtl val="0"/>
                </a:endParaRPr>
              </a:p>
            </p:txBody>
          </p:sp>
        </p:grpSp>
        <p:pic>
          <p:nvPicPr>
            <p:cNvPr id="36" name="Picture 35">
              <a:extLst>
                <a:ext uri="{FF2B5EF4-FFF2-40B4-BE49-F238E27FC236}">
                  <a16:creationId xmlns:a16="http://schemas.microsoft.com/office/drawing/2014/main" id="{4BE3FAE1-7C76-8463-AF5E-05925332AF7E}"/>
                </a:ext>
              </a:extLst>
            </p:cNvPr>
            <p:cNvPicPr>
              <a:picLocks noChangeAspect="1"/>
            </p:cNvPicPr>
            <p:nvPr/>
          </p:nvPicPr>
          <p:blipFill>
            <a:blip r:embed="rId4"/>
            <a:stretch>
              <a:fillRect/>
            </a:stretch>
          </p:blipFill>
          <p:spPr>
            <a:xfrm>
              <a:off x="1383543" y="2173873"/>
              <a:ext cx="1262005" cy="1265159"/>
            </a:xfrm>
            <a:custGeom>
              <a:avLst/>
              <a:gdLst>
                <a:gd name="connsiteX0" fmla="*/ -116 w 1447800"/>
                <a:gd name="connsiteY0" fmla="*/ -35 h 1451419"/>
                <a:gd name="connsiteX1" fmla="*/ 1447684 w 1447800"/>
                <a:gd name="connsiteY1" fmla="*/ -35 h 1451419"/>
                <a:gd name="connsiteX2" fmla="*/ 1447684 w 1447800"/>
                <a:gd name="connsiteY2" fmla="*/ 1451385 h 1451419"/>
                <a:gd name="connsiteX3" fmla="*/ -116 w 1447800"/>
                <a:gd name="connsiteY3" fmla="*/ 1451385 h 1451419"/>
              </a:gdLst>
              <a:ahLst/>
              <a:cxnLst>
                <a:cxn ang="0">
                  <a:pos x="connsiteX0" y="connsiteY0"/>
                </a:cxn>
                <a:cxn ang="0">
                  <a:pos x="connsiteX1" y="connsiteY1"/>
                </a:cxn>
                <a:cxn ang="0">
                  <a:pos x="connsiteX2" y="connsiteY2"/>
                </a:cxn>
                <a:cxn ang="0">
                  <a:pos x="connsiteX3" y="connsiteY3"/>
                </a:cxn>
              </a:cxnLst>
              <a:rect l="l" t="t" r="r" b="b"/>
              <a:pathLst>
                <a:path w="1447800" h="1451419">
                  <a:moveTo>
                    <a:pt x="-116" y="-35"/>
                  </a:moveTo>
                  <a:lnTo>
                    <a:pt x="1447684" y="-35"/>
                  </a:lnTo>
                  <a:lnTo>
                    <a:pt x="1447684" y="1451385"/>
                  </a:lnTo>
                  <a:lnTo>
                    <a:pt x="-116" y="1451385"/>
                  </a:lnTo>
                  <a:close/>
                </a:path>
              </a:pathLst>
            </a:custGeom>
          </p:spPr>
        </p:pic>
      </p:grpSp>
    </p:spTree>
    <p:extLst>
      <p:ext uri="{BB962C8B-B14F-4D97-AF65-F5344CB8AC3E}">
        <p14:creationId xmlns:p14="http://schemas.microsoft.com/office/powerpoint/2010/main" val="14230896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46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81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4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4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122" grpId="0"/>
      <p:bldP spid="3465"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A4F93-F680-BF06-A136-D2DA5F83BD87}"/>
            </a:ext>
          </a:extLst>
        </p:cNvPr>
        <p:cNvGrpSpPr/>
        <p:nvPr/>
      </p:nvGrpSpPr>
      <p:grpSpPr>
        <a:xfrm>
          <a:off x="0" y="0"/>
          <a:ext cx="0" cy="0"/>
          <a:chOff x="0" y="0"/>
          <a:chExt cx="0" cy="0"/>
        </a:xfrm>
      </p:grpSpPr>
      <p:sp>
        <p:nvSpPr>
          <p:cNvPr id="3496" name="Text 2">
            <a:extLst>
              <a:ext uri="{FF2B5EF4-FFF2-40B4-BE49-F238E27FC236}">
                <a16:creationId xmlns:a16="http://schemas.microsoft.com/office/drawing/2014/main" id="{7B7BE876-5991-B112-A4CC-FB2B9DB04571}"/>
              </a:ext>
            </a:extLst>
          </p:cNvPr>
          <p:cNvSpPr/>
          <p:nvPr/>
        </p:nvSpPr>
        <p:spPr>
          <a:xfrm>
            <a:off x="3430773" y="27507"/>
            <a:ext cx="4536597" cy="722226"/>
          </a:xfrm>
          <a:prstGeom prst="rect">
            <a:avLst/>
          </a:prstGeom>
          <a:noFill/>
          <a:ln/>
        </p:spPr>
        <p:txBody>
          <a:bodyPr wrap="square" lIns="0" tIns="0" rIns="0" bIns="0" rtlCol="0" anchor="ctr">
            <a:normAutofit/>
          </a:bodyPr>
          <a:lstStyle/>
          <a:p>
            <a:pPr marL="0" indent="0" algn="ctr">
              <a:buNone/>
            </a:pPr>
            <a:endParaRPr lang="en-US" sz="2400" dirty="0">
              <a:latin typeface="Helvetica" pitchFamily="2" charset="0"/>
            </a:endParaRPr>
          </a:p>
        </p:txBody>
      </p:sp>
      <p:grpSp>
        <p:nvGrpSpPr>
          <p:cNvPr id="3825" name="Group 3824">
            <a:extLst>
              <a:ext uri="{FF2B5EF4-FFF2-40B4-BE49-F238E27FC236}">
                <a16:creationId xmlns:a16="http://schemas.microsoft.com/office/drawing/2014/main" id="{8E722D72-621E-61BA-4F31-B3313FE0A554}"/>
              </a:ext>
            </a:extLst>
          </p:cNvPr>
          <p:cNvGrpSpPr/>
          <p:nvPr/>
        </p:nvGrpSpPr>
        <p:grpSpPr>
          <a:xfrm>
            <a:off x="128203" y="808088"/>
            <a:ext cx="4180714" cy="1911963"/>
            <a:chOff x="128203" y="808088"/>
            <a:chExt cx="4180714" cy="1911963"/>
          </a:xfrm>
        </p:grpSpPr>
        <p:sp>
          <p:nvSpPr>
            <p:cNvPr id="3" name="TextBox 2">
              <a:extLst>
                <a:ext uri="{FF2B5EF4-FFF2-40B4-BE49-F238E27FC236}">
                  <a16:creationId xmlns:a16="http://schemas.microsoft.com/office/drawing/2014/main" id="{917A0A2C-F7B5-6EA5-704E-84383EB41181}"/>
                </a:ext>
              </a:extLst>
            </p:cNvPr>
            <p:cNvSpPr txBox="1"/>
            <p:nvPr/>
          </p:nvSpPr>
          <p:spPr>
            <a:xfrm>
              <a:off x="128203" y="808088"/>
              <a:ext cx="4180714" cy="353943"/>
            </a:xfrm>
            <a:prstGeom prst="rect">
              <a:avLst/>
            </a:prstGeom>
            <a:noFill/>
          </p:spPr>
          <p:txBody>
            <a:bodyPr wrap="square" rtlCol="0">
              <a:spAutoFit/>
            </a:bodyPr>
            <a:lstStyle/>
            <a:p>
              <a:r>
                <a:rPr lang="en-US" sz="1700" dirty="0">
                  <a:latin typeface="Helvetica" pitchFamily="2" charset="0"/>
                </a:rPr>
                <a:t>Evidence for an episodic benefit for WM</a:t>
              </a:r>
            </a:p>
          </p:txBody>
        </p:sp>
        <p:grpSp>
          <p:nvGrpSpPr>
            <p:cNvPr id="6" name="Group 5">
              <a:extLst>
                <a:ext uri="{FF2B5EF4-FFF2-40B4-BE49-F238E27FC236}">
                  <a16:creationId xmlns:a16="http://schemas.microsoft.com/office/drawing/2014/main" id="{173BA556-98FF-F7A3-69E3-3A9392E78E1E}"/>
                </a:ext>
              </a:extLst>
            </p:cNvPr>
            <p:cNvGrpSpPr>
              <a:grpSpLocks noChangeAspect="1"/>
            </p:cNvGrpSpPr>
            <p:nvPr/>
          </p:nvGrpSpPr>
          <p:grpSpPr>
            <a:xfrm>
              <a:off x="202176" y="1316455"/>
              <a:ext cx="3915580" cy="1403596"/>
              <a:chOff x="1834110" y="1401021"/>
              <a:chExt cx="9144000" cy="3277798"/>
            </a:xfrm>
          </p:grpSpPr>
          <p:grpSp>
            <p:nvGrpSpPr>
              <p:cNvPr id="7" name="Group 6">
                <a:extLst>
                  <a:ext uri="{FF2B5EF4-FFF2-40B4-BE49-F238E27FC236}">
                    <a16:creationId xmlns:a16="http://schemas.microsoft.com/office/drawing/2014/main" id="{70580487-BD2B-E6EF-1E87-11F8E91481E7}"/>
                  </a:ext>
                </a:extLst>
              </p:cNvPr>
              <p:cNvGrpSpPr/>
              <p:nvPr/>
            </p:nvGrpSpPr>
            <p:grpSpPr>
              <a:xfrm>
                <a:off x="5379145" y="1831850"/>
                <a:ext cx="5566134" cy="2505892"/>
                <a:chOff x="4743317" y="3702060"/>
                <a:chExt cx="5566134" cy="2505892"/>
              </a:xfrm>
            </p:grpSpPr>
            <p:grpSp>
              <p:nvGrpSpPr>
                <p:cNvPr id="3733" name="Group 3732">
                  <a:extLst>
                    <a:ext uri="{FF2B5EF4-FFF2-40B4-BE49-F238E27FC236}">
                      <a16:creationId xmlns:a16="http://schemas.microsoft.com/office/drawing/2014/main" id="{D73576B3-1FCB-F2F3-F3D2-D9507F5B3605}"/>
                    </a:ext>
                  </a:extLst>
                </p:cNvPr>
                <p:cNvGrpSpPr/>
                <p:nvPr/>
              </p:nvGrpSpPr>
              <p:grpSpPr>
                <a:xfrm>
                  <a:off x="4743317" y="4325774"/>
                  <a:ext cx="848095" cy="1882178"/>
                  <a:chOff x="4743317" y="4325774"/>
                  <a:chExt cx="848095" cy="1882178"/>
                </a:xfrm>
              </p:grpSpPr>
              <p:sp>
                <p:nvSpPr>
                  <p:cNvPr id="3770" name="Freeform 3769">
                    <a:extLst>
                      <a:ext uri="{FF2B5EF4-FFF2-40B4-BE49-F238E27FC236}">
                        <a16:creationId xmlns:a16="http://schemas.microsoft.com/office/drawing/2014/main" id="{1CC0F061-146F-7567-2913-EB5800012E87}"/>
                      </a:ext>
                    </a:extLst>
                  </p:cNvPr>
                  <p:cNvSpPr/>
                  <p:nvPr/>
                </p:nvSpPr>
                <p:spPr>
                  <a:xfrm>
                    <a:off x="4953887" y="4906300"/>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771" name="Freeform 3770">
                    <a:extLst>
                      <a:ext uri="{FF2B5EF4-FFF2-40B4-BE49-F238E27FC236}">
                        <a16:creationId xmlns:a16="http://schemas.microsoft.com/office/drawing/2014/main" id="{C884F6FE-12D1-E1C8-ECEA-6BDF3501F4B7}"/>
                      </a:ext>
                    </a:extLst>
                  </p:cNvPr>
                  <p:cNvSpPr/>
                  <p:nvPr/>
                </p:nvSpPr>
                <p:spPr>
                  <a:xfrm>
                    <a:off x="5079509" y="5335527"/>
                    <a:ext cx="133532" cy="8416"/>
                  </a:xfrm>
                  <a:custGeom>
                    <a:avLst/>
                    <a:gdLst>
                      <a:gd name="connsiteX0" fmla="*/ 0 w 35668"/>
                      <a:gd name="connsiteY0" fmla="*/ 0 h 2248"/>
                      <a:gd name="connsiteX1" fmla="*/ 35668 w 35668"/>
                      <a:gd name="connsiteY1" fmla="*/ 0 h 2248"/>
                    </a:gdLst>
                    <a:ahLst/>
                    <a:cxnLst>
                      <a:cxn ang="0">
                        <a:pos x="connsiteX0" y="connsiteY0"/>
                      </a:cxn>
                      <a:cxn ang="0">
                        <a:pos x="connsiteX1" y="connsiteY1"/>
                      </a:cxn>
                    </a:cxnLst>
                    <a:rect l="l" t="t" r="r" b="b"/>
                    <a:pathLst>
                      <a:path w="35668" h="2248">
                        <a:moveTo>
                          <a:pt x="0" y="0"/>
                        </a:moveTo>
                        <a:lnTo>
                          <a:pt x="35668" y="0"/>
                        </a:lnTo>
                      </a:path>
                    </a:pathLst>
                  </a:custGeom>
                  <a:ln w="4498" cap="flat">
                    <a:solidFill>
                      <a:srgbClr val="000000"/>
                    </a:solidFill>
                    <a:prstDash val="solid"/>
                    <a:round/>
                  </a:ln>
                </p:spPr>
                <p:txBody>
                  <a:bodyPr rtlCol="0" anchor="ctr"/>
                  <a:lstStyle/>
                  <a:p>
                    <a:endParaRPr lang="en-US"/>
                  </a:p>
                </p:txBody>
              </p:sp>
              <p:sp>
                <p:nvSpPr>
                  <p:cNvPr id="3772" name="Freeform 3771">
                    <a:extLst>
                      <a:ext uri="{FF2B5EF4-FFF2-40B4-BE49-F238E27FC236}">
                        <a16:creationId xmlns:a16="http://schemas.microsoft.com/office/drawing/2014/main" id="{8DB363C6-E5ED-2233-E67D-1DCB60EE5DA7}"/>
                      </a:ext>
                    </a:extLst>
                  </p:cNvPr>
                  <p:cNvSpPr/>
                  <p:nvPr/>
                </p:nvSpPr>
                <p:spPr>
                  <a:xfrm>
                    <a:off x="5084978" y="5042108"/>
                    <a:ext cx="133532" cy="464669"/>
                  </a:xfrm>
                  <a:custGeom>
                    <a:avLst/>
                    <a:gdLst>
                      <a:gd name="connsiteX0" fmla="*/ 0 w 35668"/>
                      <a:gd name="connsiteY0" fmla="*/ 0 h 124119"/>
                      <a:gd name="connsiteX1" fmla="*/ 35668 w 35668"/>
                      <a:gd name="connsiteY1" fmla="*/ 0 h 124119"/>
                      <a:gd name="connsiteX2" fmla="*/ 35668 w 35668"/>
                      <a:gd name="connsiteY2" fmla="*/ 124120 h 124119"/>
                      <a:gd name="connsiteX3" fmla="*/ 0 w 35668"/>
                      <a:gd name="connsiteY3" fmla="*/ 124120 h 124119"/>
                    </a:gdLst>
                    <a:ahLst/>
                    <a:cxnLst>
                      <a:cxn ang="0">
                        <a:pos x="connsiteX0" y="connsiteY0"/>
                      </a:cxn>
                      <a:cxn ang="0">
                        <a:pos x="connsiteX1" y="connsiteY1"/>
                      </a:cxn>
                      <a:cxn ang="0">
                        <a:pos x="connsiteX2" y="connsiteY2"/>
                      </a:cxn>
                      <a:cxn ang="0">
                        <a:pos x="connsiteX3" y="connsiteY3"/>
                      </a:cxn>
                    </a:cxnLst>
                    <a:rect l="l" t="t" r="r" b="b"/>
                    <a:pathLst>
                      <a:path w="35668" h="124119">
                        <a:moveTo>
                          <a:pt x="0" y="0"/>
                        </a:moveTo>
                        <a:lnTo>
                          <a:pt x="35668" y="0"/>
                        </a:lnTo>
                        <a:lnTo>
                          <a:pt x="35668" y="124120"/>
                        </a:lnTo>
                        <a:lnTo>
                          <a:pt x="0" y="124120"/>
                        </a:lnTo>
                        <a:close/>
                      </a:path>
                    </a:pathLst>
                  </a:custGeom>
                  <a:noFill/>
                  <a:ln w="4498" cap="flat">
                    <a:solidFill>
                      <a:srgbClr val="010101"/>
                    </a:solidFill>
                    <a:prstDash val="solid"/>
                    <a:miter/>
                  </a:ln>
                </p:spPr>
                <p:txBody>
                  <a:bodyPr rtlCol="0" anchor="ctr"/>
                  <a:lstStyle/>
                  <a:p>
                    <a:endParaRPr lang="en-US"/>
                  </a:p>
                </p:txBody>
              </p:sp>
              <p:grpSp>
                <p:nvGrpSpPr>
                  <p:cNvPr id="3773" name="Group 3772">
                    <a:extLst>
                      <a:ext uri="{FF2B5EF4-FFF2-40B4-BE49-F238E27FC236}">
                        <a16:creationId xmlns:a16="http://schemas.microsoft.com/office/drawing/2014/main" id="{2F611879-5004-5992-0DC4-A7BCD0C59906}"/>
                      </a:ext>
                    </a:extLst>
                  </p:cNvPr>
                  <p:cNvGrpSpPr/>
                  <p:nvPr/>
                </p:nvGrpSpPr>
                <p:grpSpPr>
                  <a:xfrm>
                    <a:off x="4743317" y="4325774"/>
                    <a:ext cx="848095" cy="1882178"/>
                    <a:chOff x="4743317" y="4325774"/>
                    <a:chExt cx="848095" cy="1882178"/>
                  </a:xfrm>
                </p:grpSpPr>
                <p:sp>
                  <p:nvSpPr>
                    <p:cNvPr id="3774" name="Freeform 3773">
                      <a:extLst>
                        <a:ext uri="{FF2B5EF4-FFF2-40B4-BE49-F238E27FC236}">
                          <a16:creationId xmlns:a16="http://schemas.microsoft.com/office/drawing/2014/main" id="{21352DD9-E27D-3124-16B1-2191B499EF6C}"/>
                        </a:ext>
                      </a:extLst>
                    </p:cNvPr>
                    <p:cNvSpPr/>
                    <p:nvPr/>
                  </p:nvSpPr>
                  <p:spPr>
                    <a:xfrm>
                      <a:off x="5146274" y="4325774"/>
                      <a:ext cx="445138" cy="1882178"/>
                    </a:xfrm>
                    <a:custGeom>
                      <a:avLst/>
                      <a:gdLst>
                        <a:gd name="connsiteX0" fmla="*/ 5398 w 118902"/>
                        <a:gd name="connsiteY0" fmla="*/ 485393 h 502754"/>
                        <a:gd name="connsiteX1" fmla="*/ 6230 w 118902"/>
                        <a:gd name="connsiteY1" fmla="*/ 479478 h 502754"/>
                        <a:gd name="connsiteX2" fmla="*/ 7129 w 118902"/>
                        <a:gd name="connsiteY2" fmla="*/ 473563 h 502754"/>
                        <a:gd name="connsiteX3" fmla="*/ 8119 w 118902"/>
                        <a:gd name="connsiteY3" fmla="*/ 467648 h 502754"/>
                        <a:gd name="connsiteX4" fmla="*/ 9198 w 118902"/>
                        <a:gd name="connsiteY4" fmla="*/ 461734 h 502754"/>
                        <a:gd name="connsiteX5" fmla="*/ 10413 w 118902"/>
                        <a:gd name="connsiteY5" fmla="*/ 455796 h 502754"/>
                        <a:gd name="connsiteX6" fmla="*/ 11785 w 118902"/>
                        <a:gd name="connsiteY6" fmla="*/ 449882 h 502754"/>
                        <a:gd name="connsiteX7" fmla="*/ 13336 w 118902"/>
                        <a:gd name="connsiteY7" fmla="*/ 443967 h 502754"/>
                        <a:gd name="connsiteX8" fmla="*/ 15135 w 118902"/>
                        <a:gd name="connsiteY8" fmla="*/ 438052 h 502754"/>
                        <a:gd name="connsiteX9" fmla="*/ 17182 w 118902"/>
                        <a:gd name="connsiteY9" fmla="*/ 432115 h 502754"/>
                        <a:gd name="connsiteX10" fmla="*/ 19566 w 118902"/>
                        <a:gd name="connsiteY10" fmla="*/ 426200 h 502754"/>
                        <a:gd name="connsiteX11" fmla="*/ 22309 w 118902"/>
                        <a:gd name="connsiteY11" fmla="*/ 420285 h 502754"/>
                        <a:gd name="connsiteX12" fmla="*/ 25481 w 118902"/>
                        <a:gd name="connsiteY12" fmla="*/ 414371 h 502754"/>
                        <a:gd name="connsiteX13" fmla="*/ 29079 w 118902"/>
                        <a:gd name="connsiteY13" fmla="*/ 408456 h 502754"/>
                        <a:gd name="connsiteX14" fmla="*/ 33127 w 118902"/>
                        <a:gd name="connsiteY14" fmla="*/ 402519 h 502754"/>
                        <a:gd name="connsiteX15" fmla="*/ 37648 w 118902"/>
                        <a:gd name="connsiteY15" fmla="*/ 396604 h 502754"/>
                        <a:gd name="connsiteX16" fmla="*/ 42618 w 118902"/>
                        <a:gd name="connsiteY16" fmla="*/ 390689 h 502754"/>
                        <a:gd name="connsiteX17" fmla="*/ 47993 w 118902"/>
                        <a:gd name="connsiteY17" fmla="*/ 384774 h 502754"/>
                        <a:gd name="connsiteX18" fmla="*/ 53705 w 118902"/>
                        <a:gd name="connsiteY18" fmla="*/ 378837 h 502754"/>
                        <a:gd name="connsiteX19" fmla="*/ 59732 w 118902"/>
                        <a:gd name="connsiteY19" fmla="*/ 372922 h 502754"/>
                        <a:gd name="connsiteX20" fmla="*/ 65917 w 118902"/>
                        <a:gd name="connsiteY20" fmla="*/ 367007 h 502754"/>
                        <a:gd name="connsiteX21" fmla="*/ 72192 w 118902"/>
                        <a:gd name="connsiteY21" fmla="*/ 361093 h 502754"/>
                        <a:gd name="connsiteX22" fmla="*/ 78421 w 118902"/>
                        <a:gd name="connsiteY22" fmla="*/ 355178 h 502754"/>
                        <a:gd name="connsiteX23" fmla="*/ 84493 w 118902"/>
                        <a:gd name="connsiteY23" fmla="*/ 349241 h 502754"/>
                        <a:gd name="connsiteX24" fmla="*/ 90296 w 118902"/>
                        <a:gd name="connsiteY24" fmla="*/ 343326 h 502754"/>
                        <a:gd name="connsiteX25" fmla="*/ 95738 w 118902"/>
                        <a:gd name="connsiteY25" fmla="*/ 337411 h 502754"/>
                        <a:gd name="connsiteX26" fmla="*/ 100708 w 118902"/>
                        <a:gd name="connsiteY26" fmla="*/ 331496 h 502754"/>
                        <a:gd name="connsiteX27" fmla="*/ 105139 w 118902"/>
                        <a:gd name="connsiteY27" fmla="*/ 325582 h 502754"/>
                        <a:gd name="connsiteX28" fmla="*/ 108962 w 118902"/>
                        <a:gd name="connsiteY28" fmla="*/ 319644 h 502754"/>
                        <a:gd name="connsiteX29" fmla="*/ 112178 w 118902"/>
                        <a:gd name="connsiteY29" fmla="*/ 313730 h 502754"/>
                        <a:gd name="connsiteX30" fmla="*/ 114742 w 118902"/>
                        <a:gd name="connsiteY30" fmla="*/ 307815 h 502754"/>
                        <a:gd name="connsiteX31" fmla="*/ 116676 w 118902"/>
                        <a:gd name="connsiteY31" fmla="*/ 301900 h 502754"/>
                        <a:gd name="connsiteX32" fmla="*/ 117980 w 118902"/>
                        <a:gd name="connsiteY32" fmla="*/ 295963 h 502754"/>
                        <a:gd name="connsiteX33" fmla="*/ 118700 w 118902"/>
                        <a:gd name="connsiteY33" fmla="*/ 290048 h 502754"/>
                        <a:gd name="connsiteX34" fmla="*/ 118902 w 118902"/>
                        <a:gd name="connsiteY34" fmla="*/ 284133 h 502754"/>
                        <a:gd name="connsiteX35" fmla="*/ 118633 w 118902"/>
                        <a:gd name="connsiteY35" fmla="*/ 278219 h 502754"/>
                        <a:gd name="connsiteX36" fmla="*/ 117935 w 118902"/>
                        <a:gd name="connsiteY36" fmla="*/ 272304 h 502754"/>
                        <a:gd name="connsiteX37" fmla="*/ 116901 w 118902"/>
                        <a:gd name="connsiteY37" fmla="*/ 266367 h 502754"/>
                        <a:gd name="connsiteX38" fmla="*/ 115551 w 118902"/>
                        <a:gd name="connsiteY38" fmla="*/ 260452 h 502754"/>
                        <a:gd name="connsiteX39" fmla="*/ 113977 w 118902"/>
                        <a:gd name="connsiteY39" fmla="*/ 254537 h 502754"/>
                        <a:gd name="connsiteX40" fmla="*/ 112201 w 118902"/>
                        <a:gd name="connsiteY40" fmla="*/ 248622 h 502754"/>
                        <a:gd name="connsiteX41" fmla="*/ 110266 w 118902"/>
                        <a:gd name="connsiteY41" fmla="*/ 242708 h 502754"/>
                        <a:gd name="connsiteX42" fmla="*/ 108242 w 118902"/>
                        <a:gd name="connsiteY42" fmla="*/ 236770 h 502754"/>
                        <a:gd name="connsiteX43" fmla="*/ 106083 w 118902"/>
                        <a:gd name="connsiteY43" fmla="*/ 230856 h 502754"/>
                        <a:gd name="connsiteX44" fmla="*/ 103857 w 118902"/>
                        <a:gd name="connsiteY44" fmla="*/ 224941 h 502754"/>
                        <a:gd name="connsiteX45" fmla="*/ 101518 w 118902"/>
                        <a:gd name="connsiteY45" fmla="*/ 219026 h 502754"/>
                        <a:gd name="connsiteX46" fmla="*/ 99044 w 118902"/>
                        <a:gd name="connsiteY46" fmla="*/ 213089 h 502754"/>
                        <a:gd name="connsiteX47" fmla="*/ 96435 w 118902"/>
                        <a:gd name="connsiteY47" fmla="*/ 207174 h 502754"/>
                        <a:gd name="connsiteX48" fmla="*/ 93647 w 118902"/>
                        <a:gd name="connsiteY48" fmla="*/ 201259 h 502754"/>
                        <a:gd name="connsiteX49" fmla="*/ 90633 w 118902"/>
                        <a:gd name="connsiteY49" fmla="*/ 195344 h 502754"/>
                        <a:gd name="connsiteX50" fmla="*/ 87349 w 118902"/>
                        <a:gd name="connsiteY50" fmla="*/ 189430 h 502754"/>
                        <a:gd name="connsiteX51" fmla="*/ 83819 w 118902"/>
                        <a:gd name="connsiteY51" fmla="*/ 183492 h 502754"/>
                        <a:gd name="connsiteX52" fmla="*/ 79973 w 118902"/>
                        <a:gd name="connsiteY52" fmla="*/ 177578 h 502754"/>
                        <a:gd name="connsiteX53" fmla="*/ 75835 w 118902"/>
                        <a:gd name="connsiteY53" fmla="*/ 171663 h 502754"/>
                        <a:gd name="connsiteX54" fmla="*/ 71404 w 118902"/>
                        <a:gd name="connsiteY54" fmla="*/ 165748 h 502754"/>
                        <a:gd name="connsiteX55" fmla="*/ 66726 w 118902"/>
                        <a:gd name="connsiteY55" fmla="*/ 159833 h 502754"/>
                        <a:gd name="connsiteX56" fmla="*/ 61824 w 118902"/>
                        <a:gd name="connsiteY56" fmla="*/ 153896 h 502754"/>
                        <a:gd name="connsiteX57" fmla="*/ 56809 w 118902"/>
                        <a:gd name="connsiteY57" fmla="*/ 147981 h 502754"/>
                        <a:gd name="connsiteX58" fmla="*/ 51681 w 118902"/>
                        <a:gd name="connsiteY58" fmla="*/ 142067 h 502754"/>
                        <a:gd name="connsiteX59" fmla="*/ 46576 w 118902"/>
                        <a:gd name="connsiteY59" fmla="*/ 136152 h 502754"/>
                        <a:gd name="connsiteX60" fmla="*/ 41538 w 118902"/>
                        <a:gd name="connsiteY60" fmla="*/ 130215 h 502754"/>
                        <a:gd name="connsiteX61" fmla="*/ 36658 w 118902"/>
                        <a:gd name="connsiteY61" fmla="*/ 124300 h 502754"/>
                        <a:gd name="connsiteX62" fmla="*/ 32003 w 118902"/>
                        <a:gd name="connsiteY62" fmla="*/ 118385 h 502754"/>
                        <a:gd name="connsiteX63" fmla="*/ 27617 w 118902"/>
                        <a:gd name="connsiteY63" fmla="*/ 112470 h 502754"/>
                        <a:gd name="connsiteX64" fmla="*/ 23569 w 118902"/>
                        <a:gd name="connsiteY64" fmla="*/ 106556 h 502754"/>
                        <a:gd name="connsiteX65" fmla="*/ 19858 w 118902"/>
                        <a:gd name="connsiteY65" fmla="*/ 100618 h 502754"/>
                        <a:gd name="connsiteX66" fmla="*/ 16552 w 118902"/>
                        <a:gd name="connsiteY66" fmla="*/ 94704 h 502754"/>
                        <a:gd name="connsiteX67" fmla="*/ 13629 w 118902"/>
                        <a:gd name="connsiteY67" fmla="*/ 88789 h 502754"/>
                        <a:gd name="connsiteX68" fmla="*/ 11087 w 118902"/>
                        <a:gd name="connsiteY68" fmla="*/ 82874 h 502754"/>
                        <a:gd name="connsiteX69" fmla="*/ 8906 w 118902"/>
                        <a:gd name="connsiteY69" fmla="*/ 76959 h 502754"/>
                        <a:gd name="connsiteX70" fmla="*/ 7062 w 118902"/>
                        <a:gd name="connsiteY70" fmla="*/ 71022 h 502754"/>
                        <a:gd name="connsiteX71" fmla="*/ 5532 w 118902"/>
                        <a:gd name="connsiteY71" fmla="*/ 65107 h 502754"/>
                        <a:gd name="connsiteX72" fmla="*/ 4295 w 118902"/>
                        <a:gd name="connsiteY72" fmla="*/ 59193 h 502754"/>
                        <a:gd name="connsiteX73" fmla="*/ 3283 w 118902"/>
                        <a:gd name="connsiteY73" fmla="*/ 53278 h 502754"/>
                        <a:gd name="connsiteX74" fmla="*/ 2474 w 118902"/>
                        <a:gd name="connsiteY74" fmla="*/ 47341 h 502754"/>
                        <a:gd name="connsiteX75" fmla="*/ 1844 w 118902"/>
                        <a:gd name="connsiteY75" fmla="*/ 41426 h 502754"/>
                        <a:gd name="connsiteX76" fmla="*/ 1349 w 118902"/>
                        <a:gd name="connsiteY76" fmla="*/ 35511 h 502754"/>
                        <a:gd name="connsiteX77" fmla="*/ 989 w 118902"/>
                        <a:gd name="connsiteY77" fmla="*/ 29596 h 502754"/>
                        <a:gd name="connsiteX78" fmla="*/ 697 w 118902"/>
                        <a:gd name="connsiteY78" fmla="*/ 23682 h 502754"/>
                        <a:gd name="connsiteX79" fmla="*/ 495 w 118902"/>
                        <a:gd name="connsiteY79" fmla="*/ 17744 h 502754"/>
                        <a:gd name="connsiteX80" fmla="*/ 360 w 118902"/>
                        <a:gd name="connsiteY80" fmla="*/ 11830 h 502754"/>
                        <a:gd name="connsiteX81" fmla="*/ 247 w 118902"/>
                        <a:gd name="connsiteY81" fmla="*/ 5915 h 502754"/>
                        <a:gd name="connsiteX82" fmla="*/ 157 w 118902"/>
                        <a:gd name="connsiteY82" fmla="*/ 0 h 502754"/>
                        <a:gd name="connsiteX83" fmla="*/ 0 w 118902"/>
                        <a:gd name="connsiteY83" fmla="*/ 0 h 502754"/>
                        <a:gd name="connsiteX84" fmla="*/ 0 w 118902"/>
                        <a:gd name="connsiteY84" fmla="*/ 5915 h 502754"/>
                        <a:gd name="connsiteX85" fmla="*/ 0 w 118902"/>
                        <a:gd name="connsiteY85" fmla="*/ 11830 h 502754"/>
                        <a:gd name="connsiteX86" fmla="*/ 0 w 118902"/>
                        <a:gd name="connsiteY86" fmla="*/ 17744 h 502754"/>
                        <a:gd name="connsiteX87" fmla="*/ 0 w 118902"/>
                        <a:gd name="connsiteY87" fmla="*/ 23682 h 502754"/>
                        <a:gd name="connsiteX88" fmla="*/ 0 w 118902"/>
                        <a:gd name="connsiteY88" fmla="*/ 29596 h 502754"/>
                        <a:gd name="connsiteX89" fmla="*/ 0 w 118902"/>
                        <a:gd name="connsiteY89" fmla="*/ 35511 h 502754"/>
                        <a:gd name="connsiteX90" fmla="*/ 0 w 118902"/>
                        <a:gd name="connsiteY90" fmla="*/ 41426 h 502754"/>
                        <a:gd name="connsiteX91" fmla="*/ 0 w 118902"/>
                        <a:gd name="connsiteY91" fmla="*/ 47341 h 502754"/>
                        <a:gd name="connsiteX92" fmla="*/ 0 w 118902"/>
                        <a:gd name="connsiteY92" fmla="*/ 53278 h 502754"/>
                        <a:gd name="connsiteX93" fmla="*/ 0 w 118902"/>
                        <a:gd name="connsiteY93" fmla="*/ 59193 h 502754"/>
                        <a:gd name="connsiteX94" fmla="*/ 0 w 118902"/>
                        <a:gd name="connsiteY94" fmla="*/ 65107 h 502754"/>
                        <a:gd name="connsiteX95" fmla="*/ 0 w 118902"/>
                        <a:gd name="connsiteY95" fmla="*/ 71022 h 502754"/>
                        <a:gd name="connsiteX96" fmla="*/ 0 w 118902"/>
                        <a:gd name="connsiteY96" fmla="*/ 76959 h 502754"/>
                        <a:gd name="connsiteX97" fmla="*/ 0 w 118902"/>
                        <a:gd name="connsiteY97" fmla="*/ 82874 h 502754"/>
                        <a:gd name="connsiteX98" fmla="*/ 0 w 118902"/>
                        <a:gd name="connsiteY98" fmla="*/ 88789 h 502754"/>
                        <a:gd name="connsiteX99" fmla="*/ 0 w 118902"/>
                        <a:gd name="connsiteY99" fmla="*/ 94704 h 502754"/>
                        <a:gd name="connsiteX100" fmla="*/ 0 w 118902"/>
                        <a:gd name="connsiteY100" fmla="*/ 100618 h 502754"/>
                        <a:gd name="connsiteX101" fmla="*/ 0 w 118902"/>
                        <a:gd name="connsiteY101" fmla="*/ 106556 h 502754"/>
                        <a:gd name="connsiteX102" fmla="*/ 0 w 118902"/>
                        <a:gd name="connsiteY102" fmla="*/ 112470 h 502754"/>
                        <a:gd name="connsiteX103" fmla="*/ 0 w 118902"/>
                        <a:gd name="connsiteY103" fmla="*/ 118385 h 502754"/>
                        <a:gd name="connsiteX104" fmla="*/ 0 w 118902"/>
                        <a:gd name="connsiteY104" fmla="*/ 124300 h 502754"/>
                        <a:gd name="connsiteX105" fmla="*/ 0 w 118902"/>
                        <a:gd name="connsiteY105" fmla="*/ 130215 h 502754"/>
                        <a:gd name="connsiteX106" fmla="*/ 0 w 118902"/>
                        <a:gd name="connsiteY106" fmla="*/ 136152 h 502754"/>
                        <a:gd name="connsiteX107" fmla="*/ 0 w 118902"/>
                        <a:gd name="connsiteY107" fmla="*/ 142067 h 502754"/>
                        <a:gd name="connsiteX108" fmla="*/ 0 w 118902"/>
                        <a:gd name="connsiteY108" fmla="*/ 147981 h 502754"/>
                        <a:gd name="connsiteX109" fmla="*/ 0 w 118902"/>
                        <a:gd name="connsiteY109" fmla="*/ 153896 h 502754"/>
                        <a:gd name="connsiteX110" fmla="*/ 0 w 118902"/>
                        <a:gd name="connsiteY110" fmla="*/ 159833 h 502754"/>
                        <a:gd name="connsiteX111" fmla="*/ 0 w 118902"/>
                        <a:gd name="connsiteY111" fmla="*/ 165748 h 502754"/>
                        <a:gd name="connsiteX112" fmla="*/ 0 w 118902"/>
                        <a:gd name="connsiteY112" fmla="*/ 171663 h 502754"/>
                        <a:gd name="connsiteX113" fmla="*/ 0 w 118902"/>
                        <a:gd name="connsiteY113" fmla="*/ 177578 h 502754"/>
                        <a:gd name="connsiteX114" fmla="*/ 0 w 118902"/>
                        <a:gd name="connsiteY114" fmla="*/ 183492 h 502754"/>
                        <a:gd name="connsiteX115" fmla="*/ 0 w 118902"/>
                        <a:gd name="connsiteY115" fmla="*/ 189430 h 502754"/>
                        <a:gd name="connsiteX116" fmla="*/ 0 w 118902"/>
                        <a:gd name="connsiteY116" fmla="*/ 195344 h 502754"/>
                        <a:gd name="connsiteX117" fmla="*/ 0 w 118902"/>
                        <a:gd name="connsiteY117" fmla="*/ 201259 h 502754"/>
                        <a:gd name="connsiteX118" fmla="*/ 0 w 118902"/>
                        <a:gd name="connsiteY118" fmla="*/ 207174 h 502754"/>
                        <a:gd name="connsiteX119" fmla="*/ 0 w 118902"/>
                        <a:gd name="connsiteY119" fmla="*/ 213089 h 502754"/>
                        <a:gd name="connsiteX120" fmla="*/ 0 w 118902"/>
                        <a:gd name="connsiteY120" fmla="*/ 219026 h 502754"/>
                        <a:gd name="connsiteX121" fmla="*/ 0 w 118902"/>
                        <a:gd name="connsiteY121" fmla="*/ 224941 h 502754"/>
                        <a:gd name="connsiteX122" fmla="*/ 0 w 118902"/>
                        <a:gd name="connsiteY122" fmla="*/ 230856 h 502754"/>
                        <a:gd name="connsiteX123" fmla="*/ 0 w 118902"/>
                        <a:gd name="connsiteY123" fmla="*/ 236770 h 502754"/>
                        <a:gd name="connsiteX124" fmla="*/ 0 w 118902"/>
                        <a:gd name="connsiteY124" fmla="*/ 242708 h 502754"/>
                        <a:gd name="connsiteX125" fmla="*/ 0 w 118902"/>
                        <a:gd name="connsiteY125" fmla="*/ 248622 h 502754"/>
                        <a:gd name="connsiteX126" fmla="*/ 0 w 118902"/>
                        <a:gd name="connsiteY126" fmla="*/ 254537 h 502754"/>
                        <a:gd name="connsiteX127" fmla="*/ 0 w 118902"/>
                        <a:gd name="connsiteY127" fmla="*/ 260452 h 502754"/>
                        <a:gd name="connsiteX128" fmla="*/ 0 w 118902"/>
                        <a:gd name="connsiteY128" fmla="*/ 266367 h 502754"/>
                        <a:gd name="connsiteX129" fmla="*/ 0 w 118902"/>
                        <a:gd name="connsiteY129" fmla="*/ 272304 h 502754"/>
                        <a:gd name="connsiteX130" fmla="*/ 0 w 118902"/>
                        <a:gd name="connsiteY130" fmla="*/ 278219 h 502754"/>
                        <a:gd name="connsiteX131" fmla="*/ 0 w 118902"/>
                        <a:gd name="connsiteY131" fmla="*/ 284133 h 502754"/>
                        <a:gd name="connsiteX132" fmla="*/ 0 w 118902"/>
                        <a:gd name="connsiteY132" fmla="*/ 290048 h 502754"/>
                        <a:gd name="connsiteX133" fmla="*/ 0 w 118902"/>
                        <a:gd name="connsiteY133" fmla="*/ 295963 h 502754"/>
                        <a:gd name="connsiteX134" fmla="*/ 0 w 118902"/>
                        <a:gd name="connsiteY134" fmla="*/ 301900 h 502754"/>
                        <a:gd name="connsiteX135" fmla="*/ 0 w 118902"/>
                        <a:gd name="connsiteY135" fmla="*/ 307815 h 502754"/>
                        <a:gd name="connsiteX136" fmla="*/ 0 w 118902"/>
                        <a:gd name="connsiteY136" fmla="*/ 313730 h 502754"/>
                        <a:gd name="connsiteX137" fmla="*/ 0 w 118902"/>
                        <a:gd name="connsiteY137" fmla="*/ 319644 h 502754"/>
                        <a:gd name="connsiteX138" fmla="*/ 0 w 118902"/>
                        <a:gd name="connsiteY138" fmla="*/ 325582 h 502754"/>
                        <a:gd name="connsiteX139" fmla="*/ 0 w 118902"/>
                        <a:gd name="connsiteY139" fmla="*/ 331496 h 502754"/>
                        <a:gd name="connsiteX140" fmla="*/ 0 w 118902"/>
                        <a:gd name="connsiteY140" fmla="*/ 337411 h 502754"/>
                        <a:gd name="connsiteX141" fmla="*/ 0 w 118902"/>
                        <a:gd name="connsiteY141" fmla="*/ 343326 h 502754"/>
                        <a:gd name="connsiteX142" fmla="*/ 0 w 118902"/>
                        <a:gd name="connsiteY142" fmla="*/ 349241 h 502754"/>
                        <a:gd name="connsiteX143" fmla="*/ 0 w 118902"/>
                        <a:gd name="connsiteY143" fmla="*/ 355178 h 502754"/>
                        <a:gd name="connsiteX144" fmla="*/ 0 w 118902"/>
                        <a:gd name="connsiteY144" fmla="*/ 361093 h 502754"/>
                        <a:gd name="connsiteX145" fmla="*/ 0 w 118902"/>
                        <a:gd name="connsiteY145" fmla="*/ 367007 h 502754"/>
                        <a:gd name="connsiteX146" fmla="*/ 0 w 118902"/>
                        <a:gd name="connsiteY146" fmla="*/ 372922 h 502754"/>
                        <a:gd name="connsiteX147" fmla="*/ 0 w 118902"/>
                        <a:gd name="connsiteY147" fmla="*/ 378837 h 502754"/>
                        <a:gd name="connsiteX148" fmla="*/ 0 w 118902"/>
                        <a:gd name="connsiteY148" fmla="*/ 384774 h 502754"/>
                        <a:gd name="connsiteX149" fmla="*/ 0 w 118902"/>
                        <a:gd name="connsiteY149" fmla="*/ 390689 h 502754"/>
                        <a:gd name="connsiteX150" fmla="*/ 0 w 118902"/>
                        <a:gd name="connsiteY150" fmla="*/ 396604 h 502754"/>
                        <a:gd name="connsiteX151" fmla="*/ 0 w 118902"/>
                        <a:gd name="connsiteY151" fmla="*/ 402519 h 502754"/>
                        <a:gd name="connsiteX152" fmla="*/ 0 w 118902"/>
                        <a:gd name="connsiteY152" fmla="*/ 408456 h 502754"/>
                        <a:gd name="connsiteX153" fmla="*/ 0 w 118902"/>
                        <a:gd name="connsiteY153" fmla="*/ 414371 h 502754"/>
                        <a:gd name="connsiteX154" fmla="*/ 0 w 118902"/>
                        <a:gd name="connsiteY154" fmla="*/ 420285 h 502754"/>
                        <a:gd name="connsiteX155" fmla="*/ 0 w 118902"/>
                        <a:gd name="connsiteY155" fmla="*/ 426200 h 502754"/>
                        <a:gd name="connsiteX156" fmla="*/ 0 w 118902"/>
                        <a:gd name="connsiteY156" fmla="*/ 432115 h 502754"/>
                        <a:gd name="connsiteX157" fmla="*/ 0 w 118902"/>
                        <a:gd name="connsiteY157" fmla="*/ 438052 h 502754"/>
                        <a:gd name="connsiteX158" fmla="*/ 0 w 118902"/>
                        <a:gd name="connsiteY158" fmla="*/ 443967 h 502754"/>
                        <a:gd name="connsiteX159" fmla="*/ 0 w 118902"/>
                        <a:gd name="connsiteY159" fmla="*/ 449882 h 502754"/>
                        <a:gd name="connsiteX160" fmla="*/ 0 w 118902"/>
                        <a:gd name="connsiteY160" fmla="*/ 455796 h 502754"/>
                        <a:gd name="connsiteX161" fmla="*/ 0 w 118902"/>
                        <a:gd name="connsiteY161" fmla="*/ 461734 h 502754"/>
                        <a:gd name="connsiteX162" fmla="*/ 0 w 118902"/>
                        <a:gd name="connsiteY162" fmla="*/ 467648 h 502754"/>
                        <a:gd name="connsiteX163" fmla="*/ 0 w 118902"/>
                        <a:gd name="connsiteY163" fmla="*/ 473563 h 502754"/>
                        <a:gd name="connsiteX164" fmla="*/ 0 w 118902"/>
                        <a:gd name="connsiteY164" fmla="*/ 479478 h 502754"/>
                        <a:gd name="connsiteX165" fmla="*/ 0 w 118902"/>
                        <a:gd name="connsiteY165" fmla="*/ 485393 h 502754"/>
                        <a:gd name="connsiteX166" fmla="*/ 0 w 118902"/>
                        <a:gd name="connsiteY166" fmla="*/ 491330 h 502754"/>
                        <a:gd name="connsiteX167" fmla="*/ 0 w 118902"/>
                        <a:gd name="connsiteY167" fmla="*/ 497245 h 502754"/>
                        <a:gd name="connsiteX168" fmla="*/ 0 w 118902"/>
                        <a:gd name="connsiteY168" fmla="*/ 502755 h 502754"/>
                        <a:gd name="connsiteX169" fmla="*/ 3126 w 118902"/>
                        <a:gd name="connsiteY169" fmla="*/ 502755 h 502754"/>
                        <a:gd name="connsiteX170" fmla="*/ 3396 w 118902"/>
                        <a:gd name="connsiteY170" fmla="*/ 502755 h 502754"/>
                        <a:gd name="connsiteX171" fmla="*/ 3981 w 118902"/>
                        <a:gd name="connsiteY171" fmla="*/ 497245 h 502754"/>
                        <a:gd name="connsiteX172" fmla="*/ 4655 w 118902"/>
                        <a:gd name="connsiteY172" fmla="*/ 491330 h 502754"/>
                        <a:gd name="connsiteX173" fmla="*/ 5398 w 118902"/>
                        <a:gd name="connsiteY173" fmla="*/ 485393 h 502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Lst>
                      <a:rect l="l" t="t" r="r" b="b"/>
                      <a:pathLst>
                        <a:path w="118902" h="502754">
                          <a:moveTo>
                            <a:pt x="5398" y="485393"/>
                          </a:moveTo>
                          <a:lnTo>
                            <a:pt x="6230" y="479478"/>
                          </a:lnTo>
                          <a:lnTo>
                            <a:pt x="7129" y="473563"/>
                          </a:lnTo>
                          <a:lnTo>
                            <a:pt x="8119" y="467648"/>
                          </a:lnTo>
                          <a:lnTo>
                            <a:pt x="9198" y="461734"/>
                          </a:lnTo>
                          <a:lnTo>
                            <a:pt x="10413" y="455796"/>
                          </a:lnTo>
                          <a:lnTo>
                            <a:pt x="11785" y="449882"/>
                          </a:lnTo>
                          <a:lnTo>
                            <a:pt x="13336" y="443967"/>
                          </a:lnTo>
                          <a:lnTo>
                            <a:pt x="15135" y="438052"/>
                          </a:lnTo>
                          <a:lnTo>
                            <a:pt x="17182" y="432115"/>
                          </a:lnTo>
                          <a:lnTo>
                            <a:pt x="19566" y="426200"/>
                          </a:lnTo>
                          <a:lnTo>
                            <a:pt x="22309" y="420285"/>
                          </a:lnTo>
                          <a:lnTo>
                            <a:pt x="25481" y="414371"/>
                          </a:lnTo>
                          <a:lnTo>
                            <a:pt x="29079" y="408456"/>
                          </a:lnTo>
                          <a:lnTo>
                            <a:pt x="33127" y="402519"/>
                          </a:lnTo>
                          <a:lnTo>
                            <a:pt x="37648" y="396604"/>
                          </a:lnTo>
                          <a:lnTo>
                            <a:pt x="42618" y="390689"/>
                          </a:lnTo>
                          <a:lnTo>
                            <a:pt x="47993" y="384774"/>
                          </a:lnTo>
                          <a:lnTo>
                            <a:pt x="53705" y="378837"/>
                          </a:lnTo>
                          <a:lnTo>
                            <a:pt x="59732" y="372922"/>
                          </a:lnTo>
                          <a:lnTo>
                            <a:pt x="65917" y="367007"/>
                          </a:lnTo>
                          <a:lnTo>
                            <a:pt x="72192" y="361093"/>
                          </a:lnTo>
                          <a:lnTo>
                            <a:pt x="78421" y="355178"/>
                          </a:lnTo>
                          <a:lnTo>
                            <a:pt x="84493" y="349241"/>
                          </a:lnTo>
                          <a:lnTo>
                            <a:pt x="90296" y="343326"/>
                          </a:lnTo>
                          <a:lnTo>
                            <a:pt x="95738" y="337411"/>
                          </a:lnTo>
                          <a:lnTo>
                            <a:pt x="100708" y="331496"/>
                          </a:lnTo>
                          <a:lnTo>
                            <a:pt x="105139" y="325582"/>
                          </a:lnTo>
                          <a:lnTo>
                            <a:pt x="108962" y="319644"/>
                          </a:lnTo>
                          <a:lnTo>
                            <a:pt x="112178" y="313730"/>
                          </a:lnTo>
                          <a:lnTo>
                            <a:pt x="114742" y="307815"/>
                          </a:lnTo>
                          <a:lnTo>
                            <a:pt x="116676" y="301900"/>
                          </a:lnTo>
                          <a:lnTo>
                            <a:pt x="117980" y="295963"/>
                          </a:lnTo>
                          <a:lnTo>
                            <a:pt x="118700" y="290048"/>
                          </a:lnTo>
                          <a:lnTo>
                            <a:pt x="118902" y="284133"/>
                          </a:lnTo>
                          <a:lnTo>
                            <a:pt x="118633" y="278219"/>
                          </a:lnTo>
                          <a:lnTo>
                            <a:pt x="117935" y="272304"/>
                          </a:lnTo>
                          <a:lnTo>
                            <a:pt x="116901" y="266367"/>
                          </a:lnTo>
                          <a:lnTo>
                            <a:pt x="115551" y="260452"/>
                          </a:lnTo>
                          <a:lnTo>
                            <a:pt x="113977" y="254537"/>
                          </a:lnTo>
                          <a:lnTo>
                            <a:pt x="112201" y="248622"/>
                          </a:lnTo>
                          <a:lnTo>
                            <a:pt x="110266" y="242708"/>
                          </a:lnTo>
                          <a:lnTo>
                            <a:pt x="108242" y="236770"/>
                          </a:lnTo>
                          <a:lnTo>
                            <a:pt x="106083" y="230856"/>
                          </a:lnTo>
                          <a:lnTo>
                            <a:pt x="103857" y="224941"/>
                          </a:lnTo>
                          <a:lnTo>
                            <a:pt x="101518" y="219026"/>
                          </a:lnTo>
                          <a:lnTo>
                            <a:pt x="99044" y="213089"/>
                          </a:lnTo>
                          <a:lnTo>
                            <a:pt x="96435" y="207174"/>
                          </a:lnTo>
                          <a:lnTo>
                            <a:pt x="93647" y="201259"/>
                          </a:lnTo>
                          <a:lnTo>
                            <a:pt x="90633" y="195344"/>
                          </a:lnTo>
                          <a:lnTo>
                            <a:pt x="87349" y="189430"/>
                          </a:lnTo>
                          <a:lnTo>
                            <a:pt x="83819" y="183492"/>
                          </a:lnTo>
                          <a:lnTo>
                            <a:pt x="79973" y="177578"/>
                          </a:lnTo>
                          <a:lnTo>
                            <a:pt x="75835" y="171663"/>
                          </a:lnTo>
                          <a:lnTo>
                            <a:pt x="71404" y="165748"/>
                          </a:lnTo>
                          <a:lnTo>
                            <a:pt x="66726" y="159833"/>
                          </a:lnTo>
                          <a:lnTo>
                            <a:pt x="61824" y="153896"/>
                          </a:lnTo>
                          <a:lnTo>
                            <a:pt x="56809" y="147981"/>
                          </a:lnTo>
                          <a:lnTo>
                            <a:pt x="51681" y="142067"/>
                          </a:lnTo>
                          <a:lnTo>
                            <a:pt x="46576" y="136152"/>
                          </a:lnTo>
                          <a:lnTo>
                            <a:pt x="41538" y="130215"/>
                          </a:lnTo>
                          <a:lnTo>
                            <a:pt x="36658" y="124300"/>
                          </a:lnTo>
                          <a:lnTo>
                            <a:pt x="32003" y="118385"/>
                          </a:lnTo>
                          <a:lnTo>
                            <a:pt x="27617" y="112470"/>
                          </a:lnTo>
                          <a:lnTo>
                            <a:pt x="23569" y="106556"/>
                          </a:lnTo>
                          <a:lnTo>
                            <a:pt x="19858" y="100618"/>
                          </a:lnTo>
                          <a:lnTo>
                            <a:pt x="16552" y="94704"/>
                          </a:lnTo>
                          <a:lnTo>
                            <a:pt x="13629" y="88789"/>
                          </a:lnTo>
                          <a:lnTo>
                            <a:pt x="11087" y="82874"/>
                          </a:lnTo>
                          <a:lnTo>
                            <a:pt x="8906" y="76959"/>
                          </a:lnTo>
                          <a:lnTo>
                            <a:pt x="7062" y="71022"/>
                          </a:lnTo>
                          <a:lnTo>
                            <a:pt x="5532" y="65107"/>
                          </a:lnTo>
                          <a:lnTo>
                            <a:pt x="4295" y="59193"/>
                          </a:lnTo>
                          <a:lnTo>
                            <a:pt x="3283" y="53278"/>
                          </a:lnTo>
                          <a:lnTo>
                            <a:pt x="2474" y="47341"/>
                          </a:lnTo>
                          <a:lnTo>
                            <a:pt x="1844" y="41426"/>
                          </a:lnTo>
                          <a:lnTo>
                            <a:pt x="1349" y="35511"/>
                          </a:lnTo>
                          <a:lnTo>
                            <a:pt x="989" y="29596"/>
                          </a:lnTo>
                          <a:lnTo>
                            <a:pt x="697" y="23682"/>
                          </a:lnTo>
                          <a:lnTo>
                            <a:pt x="495" y="17744"/>
                          </a:lnTo>
                          <a:lnTo>
                            <a:pt x="360" y="11830"/>
                          </a:lnTo>
                          <a:lnTo>
                            <a:pt x="247" y="5915"/>
                          </a:lnTo>
                          <a:lnTo>
                            <a:pt x="157" y="0"/>
                          </a:lnTo>
                          <a:lnTo>
                            <a:pt x="0" y="0"/>
                          </a:lnTo>
                          <a:lnTo>
                            <a:pt x="0" y="5915"/>
                          </a:lnTo>
                          <a:lnTo>
                            <a:pt x="0" y="11830"/>
                          </a:lnTo>
                          <a:lnTo>
                            <a:pt x="0" y="17744"/>
                          </a:lnTo>
                          <a:lnTo>
                            <a:pt x="0" y="23682"/>
                          </a:lnTo>
                          <a:lnTo>
                            <a:pt x="0" y="29596"/>
                          </a:lnTo>
                          <a:lnTo>
                            <a:pt x="0" y="35511"/>
                          </a:lnTo>
                          <a:lnTo>
                            <a:pt x="0" y="41426"/>
                          </a:lnTo>
                          <a:lnTo>
                            <a:pt x="0" y="47341"/>
                          </a:lnTo>
                          <a:lnTo>
                            <a:pt x="0" y="53278"/>
                          </a:lnTo>
                          <a:lnTo>
                            <a:pt x="0" y="59193"/>
                          </a:lnTo>
                          <a:lnTo>
                            <a:pt x="0" y="65107"/>
                          </a:lnTo>
                          <a:lnTo>
                            <a:pt x="0" y="71022"/>
                          </a:lnTo>
                          <a:lnTo>
                            <a:pt x="0" y="76959"/>
                          </a:lnTo>
                          <a:lnTo>
                            <a:pt x="0" y="82874"/>
                          </a:lnTo>
                          <a:lnTo>
                            <a:pt x="0" y="88789"/>
                          </a:lnTo>
                          <a:lnTo>
                            <a:pt x="0" y="94704"/>
                          </a:lnTo>
                          <a:lnTo>
                            <a:pt x="0" y="100618"/>
                          </a:lnTo>
                          <a:lnTo>
                            <a:pt x="0" y="106556"/>
                          </a:lnTo>
                          <a:lnTo>
                            <a:pt x="0" y="112470"/>
                          </a:lnTo>
                          <a:lnTo>
                            <a:pt x="0" y="118385"/>
                          </a:lnTo>
                          <a:lnTo>
                            <a:pt x="0" y="124300"/>
                          </a:lnTo>
                          <a:lnTo>
                            <a:pt x="0" y="130215"/>
                          </a:lnTo>
                          <a:lnTo>
                            <a:pt x="0" y="136152"/>
                          </a:lnTo>
                          <a:lnTo>
                            <a:pt x="0" y="142067"/>
                          </a:lnTo>
                          <a:lnTo>
                            <a:pt x="0" y="147981"/>
                          </a:lnTo>
                          <a:lnTo>
                            <a:pt x="0" y="153896"/>
                          </a:lnTo>
                          <a:lnTo>
                            <a:pt x="0" y="159833"/>
                          </a:lnTo>
                          <a:lnTo>
                            <a:pt x="0" y="165748"/>
                          </a:lnTo>
                          <a:lnTo>
                            <a:pt x="0" y="171663"/>
                          </a:lnTo>
                          <a:lnTo>
                            <a:pt x="0" y="177578"/>
                          </a:lnTo>
                          <a:lnTo>
                            <a:pt x="0" y="183492"/>
                          </a:lnTo>
                          <a:lnTo>
                            <a:pt x="0" y="189430"/>
                          </a:lnTo>
                          <a:lnTo>
                            <a:pt x="0" y="195344"/>
                          </a:lnTo>
                          <a:lnTo>
                            <a:pt x="0" y="201259"/>
                          </a:lnTo>
                          <a:lnTo>
                            <a:pt x="0" y="207174"/>
                          </a:lnTo>
                          <a:lnTo>
                            <a:pt x="0" y="213089"/>
                          </a:lnTo>
                          <a:lnTo>
                            <a:pt x="0" y="219026"/>
                          </a:lnTo>
                          <a:lnTo>
                            <a:pt x="0" y="224941"/>
                          </a:lnTo>
                          <a:lnTo>
                            <a:pt x="0" y="230856"/>
                          </a:lnTo>
                          <a:lnTo>
                            <a:pt x="0" y="236770"/>
                          </a:lnTo>
                          <a:lnTo>
                            <a:pt x="0" y="242708"/>
                          </a:lnTo>
                          <a:lnTo>
                            <a:pt x="0" y="248622"/>
                          </a:lnTo>
                          <a:lnTo>
                            <a:pt x="0" y="254537"/>
                          </a:lnTo>
                          <a:lnTo>
                            <a:pt x="0" y="260452"/>
                          </a:lnTo>
                          <a:lnTo>
                            <a:pt x="0" y="266367"/>
                          </a:lnTo>
                          <a:lnTo>
                            <a:pt x="0" y="272304"/>
                          </a:lnTo>
                          <a:lnTo>
                            <a:pt x="0" y="278219"/>
                          </a:lnTo>
                          <a:lnTo>
                            <a:pt x="0" y="284133"/>
                          </a:lnTo>
                          <a:lnTo>
                            <a:pt x="0" y="290048"/>
                          </a:lnTo>
                          <a:lnTo>
                            <a:pt x="0" y="295963"/>
                          </a:lnTo>
                          <a:lnTo>
                            <a:pt x="0" y="301900"/>
                          </a:lnTo>
                          <a:lnTo>
                            <a:pt x="0" y="307815"/>
                          </a:lnTo>
                          <a:lnTo>
                            <a:pt x="0" y="313730"/>
                          </a:lnTo>
                          <a:lnTo>
                            <a:pt x="0" y="319644"/>
                          </a:lnTo>
                          <a:lnTo>
                            <a:pt x="0" y="325582"/>
                          </a:lnTo>
                          <a:lnTo>
                            <a:pt x="0" y="331496"/>
                          </a:lnTo>
                          <a:lnTo>
                            <a:pt x="0" y="337411"/>
                          </a:lnTo>
                          <a:lnTo>
                            <a:pt x="0" y="343326"/>
                          </a:lnTo>
                          <a:lnTo>
                            <a:pt x="0" y="349241"/>
                          </a:lnTo>
                          <a:lnTo>
                            <a:pt x="0" y="355178"/>
                          </a:lnTo>
                          <a:lnTo>
                            <a:pt x="0" y="361093"/>
                          </a:lnTo>
                          <a:lnTo>
                            <a:pt x="0" y="367007"/>
                          </a:lnTo>
                          <a:lnTo>
                            <a:pt x="0" y="372922"/>
                          </a:lnTo>
                          <a:lnTo>
                            <a:pt x="0" y="378837"/>
                          </a:lnTo>
                          <a:lnTo>
                            <a:pt x="0" y="384774"/>
                          </a:lnTo>
                          <a:lnTo>
                            <a:pt x="0" y="390689"/>
                          </a:lnTo>
                          <a:lnTo>
                            <a:pt x="0" y="396604"/>
                          </a:lnTo>
                          <a:lnTo>
                            <a:pt x="0" y="402519"/>
                          </a:lnTo>
                          <a:lnTo>
                            <a:pt x="0" y="408456"/>
                          </a:lnTo>
                          <a:lnTo>
                            <a:pt x="0" y="414371"/>
                          </a:lnTo>
                          <a:lnTo>
                            <a:pt x="0" y="420285"/>
                          </a:lnTo>
                          <a:lnTo>
                            <a:pt x="0" y="426200"/>
                          </a:lnTo>
                          <a:lnTo>
                            <a:pt x="0" y="432115"/>
                          </a:lnTo>
                          <a:lnTo>
                            <a:pt x="0" y="438052"/>
                          </a:lnTo>
                          <a:lnTo>
                            <a:pt x="0" y="443967"/>
                          </a:lnTo>
                          <a:lnTo>
                            <a:pt x="0" y="449882"/>
                          </a:lnTo>
                          <a:lnTo>
                            <a:pt x="0" y="455796"/>
                          </a:lnTo>
                          <a:lnTo>
                            <a:pt x="0" y="461734"/>
                          </a:lnTo>
                          <a:lnTo>
                            <a:pt x="0" y="467648"/>
                          </a:lnTo>
                          <a:lnTo>
                            <a:pt x="0" y="473563"/>
                          </a:lnTo>
                          <a:lnTo>
                            <a:pt x="0" y="479478"/>
                          </a:lnTo>
                          <a:lnTo>
                            <a:pt x="0" y="485393"/>
                          </a:lnTo>
                          <a:lnTo>
                            <a:pt x="0" y="491330"/>
                          </a:lnTo>
                          <a:lnTo>
                            <a:pt x="0" y="497245"/>
                          </a:lnTo>
                          <a:lnTo>
                            <a:pt x="0" y="502755"/>
                          </a:lnTo>
                          <a:lnTo>
                            <a:pt x="3126" y="502755"/>
                          </a:lnTo>
                          <a:lnTo>
                            <a:pt x="3396" y="502755"/>
                          </a:lnTo>
                          <a:lnTo>
                            <a:pt x="3981" y="497245"/>
                          </a:lnTo>
                          <a:lnTo>
                            <a:pt x="4655" y="491330"/>
                          </a:lnTo>
                          <a:lnTo>
                            <a:pt x="5398" y="485393"/>
                          </a:lnTo>
                          <a:close/>
                        </a:path>
                      </a:pathLst>
                    </a:custGeom>
                    <a:solidFill>
                      <a:srgbClr val="47BB89">
                        <a:alpha val="30000"/>
                      </a:srgbClr>
                    </a:solidFill>
                    <a:ln w="2249" cap="flat">
                      <a:noFill/>
                      <a:prstDash val="solid"/>
                      <a:miter/>
                    </a:ln>
                  </p:spPr>
                  <p:txBody>
                    <a:bodyPr rtlCol="0" anchor="ctr"/>
                    <a:lstStyle/>
                    <a:p>
                      <a:endParaRPr lang="en-US"/>
                    </a:p>
                  </p:txBody>
                </p:sp>
                <p:sp>
                  <p:nvSpPr>
                    <p:cNvPr id="3775" name="Freeform 3774">
                      <a:extLst>
                        <a:ext uri="{FF2B5EF4-FFF2-40B4-BE49-F238E27FC236}">
                          <a16:creationId xmlns:a16="http://schemas.microsoft.com/office/drawing/2014/main" id="{115C025E-51C1-E429-434F-AD69E2853E65}"/>
                        </a:ext>
                      </a:extLst>
                    </p:cNvPr>
                    <p:cNvSpPr/>
                    <p:nvPr/>
                  </p:nvSpPr>
                  <p:spPr>
                    <a:xfrm>
                      <a:off x="4743317" y="5542982"/>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776" name="Freeform 3775">
                      <a:extLst>
                        <a:ext uri="{FF2B5EF4-FFF2-40B4-BE49-F238E27FC236}">
                          <a16:creationId xmlns:a16="http://schemas.microsoft.com/office/drawing/2014/main" id="{52258057-4903-9E03-EDFC-13A4EEBDCD79}"/>
                        </a:ext>
                      </a:extLst>
                    </p:cNvPr>
                    <p:cNvSpPr/>
                    <p:nvPr/>
                  </p:nvSpPr>
                  <p:spPr>
                    <a:xfrm>
                      <a:off x="4809746" y="5662037"/>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20"/>
                            <a:pt x="5960" y="11920"/>
                          </a:cubicBezTo>
                          <a:cubicBezTo>
                            <a:pt x="9243" y="11920"/>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777" name="Freeform 3776">
                      <a:extLst>
                        <a:ext uri="{FF2B5EF4-FFF2-40B4-BE49-F238E27FC236}">
                          <a16:creationId xmlns:a16="http://schemas.microsoft.com/office/drawing/2014/main" id="{C9FC34D8-0763-E8F5-C321-CA6DEC93FBFB}"/>
                        </a:ext>
                      </a:extLst>
                    </p:cNvPr>
                    <p:cNvSpPr/>
                    <p:nvPr/>
                  </p:nvSpPr>
                  <p:spPr>
                    <a:xfrm>
                      <a:off x="4746095" y="5487669"/>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778" name="Freeform 3777">
                      <a:extLst>
                        <a:ext uri="{FF2B5EF4-FFF2-40B4-BE49-F238E27FC236}">
                          <a16:creationId xmlns:a16="http://schemas.microsoft.com/office/drawing/2014/main" id="{EC506FBC-E7F8-68BF-D23E-21467757F183}"/>
                        </a:ext>
                      </a:extLst>
                    </p:cNvPr>
                    <p:cNvSpPr/>
                    <p:nvPr/>
                  </p:nvSpPr>
                  <p:spPr>
                    <a:xfrm>
                      <a:off x="4797961" y="5313214"/>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779" name="Freeform 3778">
                      <a:extLst>
                        <a:ext uri="{FF2B5EF4-FFF2-40B4-BE49-F238E27FC236}">
                          <a16:creationId xmlns:a16="http://schemas.microsoft.com/office/drawing/2014/main" id="{F0ACB27B-59D4-FE48-9F7F-FA5D8E3FCB9A}"/>
                        </a:ext>
                      </a:extLst>
                    </p:cNvPr>
                    <p:cNvSpPr/>
                    <p:nvPr/>
                  </p:nvSpPr>
                  <p:spPr>
                    <a:xfrm>
                      <a:off x="4797538" y="4848123"/>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780" name="Freeform 3779">
                      <a:extLst>
                        <a:ext uri="{FF2B5EF4-FFF2-40B4-BE49-F238E27FC236}">
                          <a16:creationId xmlns:a16="http://schemas.microsoft.com/office/drawing/2014/main" id="{34C3D092-2D09-706E-8ED8-27AABA181C4A}"/>
                        </a:ext>
                      </a:extLst>
                    </p:cNvPr>
                    <p:cNvSpPr/>
                    <p:nvPr/>
                  </p:nvSpPr>
                  <p:spPr>
                    <a:xfrm>
                      <a:off x="4759902" y="5545760"/>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20"/>
                            <a:pt x="5960" y="11920"/>
                          </a:cubicBezTo>
                          <a:cubicBezTo>
                            <a:pt x="9243" y="11920"/>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781" name="Freeform 3780">
                      <a:extLst>
                        <a:ext uri="{FF2B5EF4-FFF2-40B4-BE49-F238E27FC236}">
                          <a16:creationId xmlns:a16="http://schemas.microsoft.com/office/drawing/2014/main" id="{AC61E7A3-8875-13F9-0837-96D4D0F2A871}"/>
                        </a:ext>
                      </a:extLst>
                    </p:cNvPr>
                    <p:cNvSpPr/>
                    <p:nvPr/>
                  </p:nvSpPr>
                  <p:spPr>
                    <a:xfrm>
                      <a:off x="4941679" y="5196941"/>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782" name="Freeform 3781">
                      <a:extLst>
                        <a:ext uri="{FF2B5EF4-FFF2-40B4-BE49-F238E27FC236}">
                          <a16:creationId xmlns:a16="http://schemas.microsoft.com/office/drawing/2014/main" id="{256A9F00-E775-A9AA-B201-3E70C14D1D9E}"/>
                        </a:ext>
                      </a:extLst>
                    </p:cNvPr>
                    <p:cNvSpPr/>
                    <p:nvPr/>
                  </p:nvSpPr>
                  <p:spPr>
                    <a:xfrm>
                      <a:off x="4836604" y="5245438"/>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783" name="Freeform 3782">
                      <a:extLst>
                        <a:ext uri="{FF2B5EF4-FFF2-40B4-BE49-F238E27FC236}">
                          <a16:creationId xmlns:a16="http://schemas.microsoft.com/office/drawing/2014/main" id="{DC274E38-834F-E6D7-78ED-8973C8688989}"/>
                        </a:ext>
                      </a:extLst>
                    </p:cNvPr>
                    <p:cNvSpPr/>
                    <p:nvPr/>
                  </p:nvSpPr>
                  <p:spPr>
                    <a:xfrm rot="19696800">
                      <a:off x="4752504" y="5952131"/>
                      <a:ext cx="44622" cy="44622"/>
                    </a:xfrm>
                    <a:custGeom>
                      <a:avLst/>
                      <a:gdLst>
                        <a:gd name="connsiteX0" fmla="*/ 11919 w 11919"/>
                        <a:gd name="connsiteY0" fmla="*/ 5960 h 11919"/>
                        <a:gd name="connsiteX1" fmla="*/ 5960 w 11919"/>
                        <a:gd name="connsiteY1" fmla="*/ 11919 h 11919"/>
                        <a:gd name="connsiteX2" fmla="*/ 0 w 11919"/>
                        <a:gd name="connsiteY2" fmla="*/ 5960 h 11919"/>
                        <a:gd name="connsiteX3" fmla="*/ 5960 w 11919"/>
                        <a:gd name="connsiteY3" fmla="*/ 0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9251"/>
                            <a:pt x="9251" y="11919"/>
                            <a:pt x="5960" y="11919"/>
                          </a:cubicBezTo>
                          <a:cubicBezTo>
                            <a:pt x="2668" y="11919"/>
                            <a:pt x="0" y="9251"/>
                            <a:pt x="0" y="5960"/>
                          </a:cubicBezTo>
                          <a:cubicBezTo>
                            <a:pt x="0" y="2668"/>
                            <a:pt x="2668" y="0"/>
                            <a:pt x="5960" y="0"/>
                          </a:cubicBezTo>
                          <a:cubicBezTo>
                            <a:pt x="9251" y="0"/>
                            <a:pt x="11919" y="2668"/>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784" name="Freeform 3783">
                      <a:extLst>
                        <a:ext uri="{FF2B5EF4-FFF2-40B4-BE49-F238E27FC236}">
                          <a16:creationId xmlns:a16="http://schemas.microsoft.com/office/drawing/2014/main" id="{D0ECA7B0-E0A4-A685-FB4B-68260CF938C0}"/>
                        </a:ext>
                      </a:extLst>
                    </p:cNvPr>
                    <p:cNvSpPr/>
                    <p:nvPr/>
                  </p:nvSpPr>
                  <p:spPr>
                    <a:xfrm>
                      <a:off x="4766132" y="5487669"/>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785" name="Freeform 3784">
                      <a:extLst>
                        <a:ext uri="{FF2B5EF4-FFF2-40B4-BE49-F238E27FC236}">
                          <a16:creationId xmlns:a16="http://schemas.microsoft.com/office/drawing/2014/main" id="{ACA70033-0839-5976-7F9A-47394E5ED707}"/>
                        </a:ext>
                      </a:extLst>
                    </p:cNvPr>
                    <p:cNvSpPr/>
                    <p:nvPr/>
                  </p:nvSpPr>
                  <p:spPr>
                    <a:xfrm>
                      <a:off x="4923327" y="5429487"/>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20"/>
                            <a:pt x="5960" y="11920"/>
                          </a:cubicBezTo>
                          <a:cubicBezTo>
                            <a:pt x="9243" y="11920"/>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786" name="Freeform 3785">
                      <a:extLst>
                        <a:ext uri="{FF2B5EF4-FFF2-40B4-BE49-F238E27FC236}">
                          <a16:creationId xmlns:a16="http://schemas.microsoft.com/office/drawing/2014/main" id="{C850ACF3-0071-172E-AD49-87FDEDC9A109}"/>
                        </a:ext>
                      </a:extLst>
                    </p:cNvPr>
                    <p:cNvSpPr/>
                    <p:nvPr/>
                  </p:nvSpPr>
                  <p:spPr>
                    <a:xfrm>
                      <a:off x="4817073" y="5596364"/>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787" name="Freeform 3786">
                      <a:extLst>
                        <a:ext uri="{FF2B5EF4-FFF2-40B4-BE49-F238E27FC236}">
                          <a16:creationId xmlns:a16="http://schemas.microsoft.com/office/drawing/2014/main" id="{EEE52F24-F840-3681-1E45-58EA9015AA45}"/>
                        </a:ext>
                      </a:extLst>
                    </p:cNvPr>
                    <p:cNvSpPr/>
                    <p:nvPr/>
                  </p:nvSpPr>
                  <p:spPr>
                    <a:xfrm>
                      <a:off x="4946310" y="4970880"/>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20"/>
                            <a:pt x="5960" y="11920"/>
                          </a:cubicBezTo>
                          <a:cubicBezTo>
                            <a:pt x="9243" y="11920"/>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788" name="Freeform 3787">
                      <a:extLst>
                        <a:ext uri="{FF2B5EF4-FFF2-40B4-BE49-F238E27FC236}">
                          <a16:creationId xmlns:a16="http://schemas.microsoft.com/office/drawing/2014/main" id="{A979D5BA-B6C5-8646-8217-C864465AF8C5}"/>
                        </a:ext>
                      </a:extLst>
                    </p:cNvPr>
                    <p:cNvSpPr/>
                    <p:nvPr/>
                  </p:nvSpPr>
                  <p:spPr>
                    <a:xfrm>
                      <a:off x="4784487" y="5371396"/>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789" name="Freeform 3788">
                      <a:extLst>
                        <a:ext uri="{FF2B5EF4-FFF2-40B4-BE49-F238E27FC236}">
                          <a16:creationId xmlns:a16="http://schemas.microsoft.com/office/drawing/2014/main" id="{84908085-150D-8736-8B55-435A73F37989}"/>
                        </a:ext>
                      </a:extLst>
                    </p:cNvPr>
                    <p:cNvSpPr/>
                    <p:nvPr/>
                  </p:nvSpPr>
                  <p:spPr>
                    <a:xfrm>
                      <a:off x="4901183" y="5022573"/>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790" name="Freeform 3789">
                      <a:extLst>
                        <a:ext uri="{FF2B5EF4-FFF2-40B4-BE49-F238E27FC236}">
                          <a16:creationId xmlns:a16="http://schemas.microsoft.com/office/drawing/2014/main" id="{454F14FC-6E14-FD54-0AFA-F8E0D6A6A6F0}"/>
                        </a:ext>
                      </a:extLst>
                    </p:cNvPr>
                    <p:cNvSpPr/>
                    <p:nvPr/>
                  </p:nvSpPr>
                  <p:spPr>
                    <a:xfrm>
                      <a:off x="4862787" y="5313214"/>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791" name="Freeform 3790">
                      <a:extLst>
                        <a:ext uri="{FF2B5EF4-FFF2-40B4-BE49-F238E27FC236}">
                          <a16:creationId xmlns:a16="http://schemas.microsoft.com/office/drawing/2014/main" id="{364CFD91-F51E-C6F5-4AC8-525B228C62CF}"/>
                        </a:ext>
                      </a:extLst>
                    </p:cNvPr>
                    <p:cNvSpPr/>
                    <p:nvPr/>
                  </p:nvSpPr>
                  <p:spPr>
                    <a:xfrm>
                      <a:off x="4794000" y="5545760"/>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20"/>
                            <a:pt x="5960" y="11920"/>
                          </a:cubicBezTo>
                          <a:cubicBezTo>
                            <a:pt x="9243" y="11920"/>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792" name="Freeform 3791">
                      <a:extLst>
                        <a:ext uri="{FF2B5EF4-FFF2-40B4-BE49-F238E27FC236}">
                          <a16:creationId xmlns:a16="http://schemas.microsoft.com/office/drawing/2014/main" id="{C5A03686-1859-7E0B-19B9-1443597949AC}"/>
                        </a:ext>
                      </a:extLst>
                    </p:cNvPr>
                    <p:cNvSpPr/>
                    <p:nvPr/>
                  </p:nvSpPr>
                  <p:spPr>
                    <a:xfrm>
                      <a:off x="4767648" y="4906300"/>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793" name="Freeform 3792">
                      <a:extLst>
                        <a:ext uri="{FF2B5EF4-FFF2-40B4-BE49-F238E27FC236}">
                          <a16:creationId xmlns:a16="http://schemas.microsoft.com/office/drawing/2014/main" id="{9CDF43FD-8500-F555-6FCC-066B90330DC3}"/>
                        </a:ext>
                      </a:extLst>
                    </p:cNvPr>
                    <p:cNvSpPr/>
                    <p:nvPr/>
                  </p:nvSpPr>
                  <p:spPr>
                    <a:xfrm>
                      <a:off x="4867841" y="5487669"/>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794" name="Freeform 3793">
                      <a:extLst>
                        <a:ext uri="{FF2B5EF4-FFF2-40B4-BE49-F238E27FC236}">
                          <a16:creationId xmlns:a16="http://schemas.microsoft.com/office/drawing/2014/main" id="{9FF3B516-0182-8B7A-9489-CAB6C46A54D2}"/>
                        </a:ext>
                      </a:extLst>
                    </p:cNvPr>
                    <p:cNvSpPr/>
                    <p:nvPr/>
                  </p:nvSpPr>
                  <p:spPr>
                    <a:xfrm>
                      <a:off x="4852181" y="5255119"/>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795" name="Freeform 3794">
                      <a:extLst>
                        <a:ext uri="{FF2B5EF4-FFF2-40B4-BE49-F238E27FC236}">
                          <a16:creationId xmlns:a16="http://schemas.microsoft.com/office/drawing/2014/main" id="{B2B911EC-D457-0EC9-4ED0-2372FCAB5BA8}"/>
                        </a:ext>
                      </a:extLst>
                    </p:cNvPr>
                    <p:cNvSpPr/>
                    <p:nvPr/>
                  </p:nvSpPr>
                  <p:spPr>
                    <a:xfrm>
                      <a:off x="4923747" y="5371396"/>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796" name="Freeform 3795">
                      <a:extLst>
                        <a:ext uri="{FF2B5EF4-FFF2-40B4-BE49-F238E27FC236}">
                          <a16:creationId xmlns:a16="http://schemas.microsoft.com/office/drawing/2014/main" id="{EFABB0CC-AA02-FE38-9244-4ED5C7F351A1}"/>
                        </a:ext>
                      </a:extLst>
                    </p:cNvPr>
                    <p:cNvSpPr/>
                    <p:nvPr/>
                  </p:nvSpPr>
                  <p:spPr>
                    <a:xfrm>
                      <a:off x="4793581" y="5255119"/>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797" name="Freeform 3796">
                      <a:extLst>
                        <a:ext uri="{FF2B5EF4-FFF2-40B4-BE49-F238E27FC236}">
                          <a16:creationId xmlns:a16="http://schemas.microsoft.com/office/drawing/2014/main" id="{C32A8251-00F2-4D80-A1F3-F4D38C113EF3}"/>
                        </a:ext>
                      </a:extLst>
                    </p:cNvPr>
                    <p:cNvSpPr/>
                    <p:nvPr/>
                  </p:nvSpPr>
                  <p:spPr>
                    <a:xfrm>
                      <a:off x="4940668" y="5196941"/>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798" name="Freeform 3797">
                      <a:extLst>
                        <a:ext uri="{FF2B5EF4-FFF2-40B4-BE49-F238E27FC236}">
                          <a16:creationId xmlns:a16="http://schemas.microsoft.com/office/drawing/2014/main" id="{E25CAD28-CC20-FDC8-B0EF-B417B10C5B2F}"/>
                        </a:ext>
                      </a:extLst>
                    </p:cNvPr>
                    <p:cNvSpPr/>
                    <p:nvPr/>
                  </p:nvSpPr>
                  <p:spPr>
                    <a:xfrm>
                      <a:off x="4827765" y="5024007"/>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20"/>
                            <a:pt x="5960" y="11920"/>
                          </a:cubicBezTo>
                          <a:cubicBezTo>
                            <a:pt x="9243" y="11920"/>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799" name="Freeform 3798">
                      <a:extLst>
                        <a:ext uri="{FF2B5EF4-FFF2-40B4-BE49-F238E27FC236}">
                          <a16:creationId xmlns:a16="http://schemas.microsoft.com/office/drawing/2014/main" id="{5F7271B8-F210-972B-A569-CA7C4127C17C}"/>
                        </a:ext>
                      </a:extLst>
                    </p:cNvPr>
                    <p:cNvSpPr/>
                    <p:nvPr/>
                  </p:nvSpPr>
                  <p:spPr>
                    <a:xfrm>
                      <a:off x="4906402" y="5487669"/>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800" name="Freeform 3799">
                      <a:extLst>
                        <a:ext uri="{FF2B5EF4-FFF2-40B4-BE49-F238E27FC236}">
                          <a16:creationId xmlns:a16="http://schemas.microsoft.com/office/drawing/2014/main" id="{32E8B8A6-06BC-C9A0-AD8B-91FB155E4EED}"/>
                        </a:ext>
                      </a:extLst>
                    </p:cNvPr>
                    <p:cNvSpPr/>
                    <p:nvPr/>
                  </p:nvSpPr>
                  <p:spPr>
                    <a:xfrm>
                      <a:off x="4848307" y="5022573"/>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801" name="Freeform 3800">
                      <a:extLst>
                        <a:ext uri="{FF2B5EF4-FFF2-40B4-BE49-F238E27FC236}">
                          <a16:creationId xmlns:a16="http://schemas.microsoft.com/office/drawing/2014/main" id="{C91300F0-4362-747C-2F60-C74AF0204984}"/>
                        </a:ext>
                      </a:extLst>
                    </p:cNvPr>
                    <p:cNvSpPr/>
                    <p:nvPr/>
                  </p:nvSpPr>
                  <p:spPr>
                    <a:xfrm>
                      <a:off x="4923492" y="5255119"/>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802" name="Freeform 3801">
                      <a:extLst>
                        <a:ext uri="{FF2B5EF4-FFF2-40B4-BE49-F238E27FC236}">
                          <a16:creationId xmlns:a16="http://schemas.microsoft.com/office/drawing/2014/main" id="{712970D1-1B74-0695-E402-1A91A26B0193}"/>
                        </a:ext>
                      </a:extLst>
                    </p:cNvPr>
                    <p:cNvSpPr/>
                    <p:nvPr/>
                  </p:nvSpPr>
                  <p:spPr>
                    <a:xfrm>
                      <a:off x="4748117" y="5012892"/>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20"/>
                            <a:pt x="5960" y="11920"/>
                          </a:cubicBezTo>
                          <a:cubicBezTo>
                            <a:pt x="9243" y="11920"/>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803" name="Freeform 3802">
                      <a:extLst>
                        <a:ext uri="{FF2B5EF4-FFF2-40B4-BE49-F238E27FC236}">
                          <a16:creationId xmlns:a16="http://schemas.microsoft.com/office/drawing/2014/main" id="{80D52B44-6113-9157-B951-2BB594E5140A}"/>
                        </a:ext>
                      </a:extLst>
                    </p:cNvPr>
                    <p:cNvSpPr/>
                    <p:nvPr/>
                  </p:nvSpPr>
                  <p:spPr>
                    <a:xfrm>
                      <a:off x="4952457" y="5603942"/>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804" name="Freeform 3803">
                      <a:extLst>
                        <a:ext uri="{FF2B5EF4-FFF2-40B4-BE49-F238E27FC236}">
                          <a16:creationId xmlns:a16="http://schemas.microsoft.com/office/drawing/2014/main" id="{5E1F777E-AEE3-C30F-5A60-22EF5855E8EE}"/>
                        </a:ext>
                      </a:extLst>
                    </p:cNvPr>
                    <p:cNvSpPr/>
                    <p:nvPr/>
                  </p:nvSpPr>
                  <p:spPr>
                    <a:xfrm>
                      <a:off x="4880974" y="5022573"/>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3805" name="Freeform 3804">
                      <a:extLst>
                        <a:ext uri="{FF2B5EF4-FFF2-40B4-BE49-F238E27FC236}">
                          <a16:creationId xmlns:a16="http://schemas.microsoft.com/office/drawing/2014/main" id="{FEA25B3B-2197-A0D9-223E-F26495C1BCD0}"/>
                        </a:ext>
                      </a:extLst>
                    </p:cNvPr>
                    <p:cNvSpPr/>
                    <p:nvPr/>
                  </p:nvSpPr>
                  <p:spPr>
                    <a:xfrm>
                      <a:off x="5079509" y="5045223"/>
                      <a:ext cx="133532" cy="464669"/>
                    </a:xfrm>
                    <a:custGeom>
                      <a:avLst/>
                      <a:gdLst>
                        <a:gd name="connsiteX0" fmla="*/ 0 w 35668"/>
                        <a:gd name="connsiteY0" fmla="*/ 0 h 124119"/>
                        <a:gd name="connsiteX1" fmla="*/ 35668 w 35668"/>
                        <a:gd name="connsiteY1" fmla="*/ 0 h 124119"/>
                        <a:gd name="connsiteX2" fmla="*/ 35668 w 35668"/>
                        <a:gd name="connsiteY2" fmla="*/ 124120 h 124119"/>
                        <a:gd name="connsiteX3" fmla="*/ 0 w 35668"/>
                        <a:gd name="connsiteY3" fmla="*/ 124120 h 124119"/>
                      </a:gdLst>
                      <a:ahLst/>
                      <a:cxnLst>
                        <a:cxn ang="0">
                          <a:pos x="connsiteX0" y="connsiteY0"/>
                        </a:cxn>
                        <a:cxn ang="0">
                          <a:pos x="connsiteX1" y="connsiteY1"/>
                        </a:cxn>
                        <a:cxn ang="0">
                          <a:pos x="connsiteX2" y="connsiteY2"/>
                        </a:cxn>
                        <a:cxn ang="0">
                          <a:pos x="connsiteX3" y="connsiteY3"/>
                        </a:cxn>
                      </a:cxnLst>
                      <a:rect l="l" t="t" r="r" b="b"/>
                      <a:pathLst>
                        <a:path w="35668" h="124119">
                          <a:moveTo>
                            <a:pt x="0" y="0"/>
                          </a:moveTo>
                          <a:lnTo>
                            <a:pt x="35668" y="0"/>
                          </a:lnTo>
                          <a:lnTo>
                            <a:pt x="35668" y="124120"/>
                          </a:lnTo>
                          <a:lnTo>
                            <a:pt x="0" y="124120"/>
                          </a:lnTo>
                          <a:close/>
                        </a:path>
                      </a:pathLst>
                    </a:custGeom>
                    <a:solidFill>
                      <a:srgbClr val="47BB89">
                        <a:alpha val="45000"/>
                      </a:srgbClr>
                    </a:solidFill>
                    <a:ln w="2249" cap="flat">
                      <a:noFill/>
                      <a:prstDash val="solid"/>
                      <a:miter/>
                    </a:ln>
                  </p:spPr>
                  <p:txBody>
                    <a:bodyPr rtlCol="0" anchor="ctr"/>
                    <a:lstStyle/>
                    <a:p>
                      <a:endParaRPr lang="en-US"/>
                    </a:p>
                  </p:txBody>
                </p:sp>
              </p:grpSp>
            </p:grpSp>
            <p:grpSp>
              <p:nvGrpSpPr>
                <p:cNvPr id="3734" name="Group 3733">
                  <a:extLst>
                    <a:ext uri="{FF2B5EF4-FFF2-40B4-BE49-F238E27FC236}">
                      <a16:creationId xmlns:a16="http://schemas.microsoft.com/office/drawing/2014/main" id="{3218DDF6-8AA3-824E-337E-480299334B19}"/>
                    </a:ext>
                  </a:extLst>
                </p:cNvPr>
                <p:cNvGrpSpPr/>
                <p:nvPr/>
              </p:nvGrpSpPr>
              <p:grpSpPr>
                <a:xfrm>
                  <a:off x="9378590" y="3702060"/>
                  <a:ext cx="930861" cy="2451170"/>
                  <a:chOff x="9378590" y="3702060"/>
                  <a:chExt cx="930861" cy="2451170"/>
                </a:xfrm>
              </p:grpSpPr>
              <p:sp>
                <p:nvSpPr>
                  <p:cNvPr id="3735" name="Freeform 3734">
                    <a:extLst>
                      <a:ext uri="{FF2B5EF4-FFF2-40B4-BE49-F238E27FC236}">
                        <a16:creationId xmlns:a16="http://schemas.microsoft.com/office/drawing/2014/main" id="{A34D11EB-9569-C31E-2F44-5A2F9CE0B66B}"/>
                      </a:ext>
                    </a:extLst>
                  </p:cNvPr>
                  <p:cNvSpPr/>
                  <p:nvPr/>
                </p:nvSpPr>
                <p:spPr>
                  <a:xfrm>
                    <a:off x="9866586" y="3702060"/>
                    <a:ext cx="442865" cy="2451170"/>
                  </a:xfrm>
                  <a:custGeom>
                    <a:avLst/>
                    <a:gdLst>
                      <a:gd name="connsiteX0" fmla="*/ 0 w 118295"/>
                      <a:gd name="connsiteY0" fmla="*/ 648127 h 654739"/>
                      <a:gd name="connsiteX1" fmla="*/ 0 w 118295"/>
                      <a:gd name="connsiteY1" fmla="*/ 654739 h 654739"/>
                      <a:gd name="connsiteX2" fmla="*/ 90 w 118295"/>
                      <a:gd name="connsiteY2" fmla="*/ 654739 h 654739"/>
                      <a:gd name="connsiteX3" fmla="*/ 135 w 118295"/>
                      <a:gd name="connsiteY3" fmla="*/ 648127 h 654739"/>
                      <a:gd name="connsiteX4" fmla="*/ 225 w 118295"/>
                      <a:gd name="connsiteY4" fmla="*/ 641515 h 654739"/>
                      <a:gd name="connsiteX5" fmla="*/ 315 w 118295"/>
                      <a:gd name="connsiteY5" fmla="*/ 634903 h 654739"/>
                      <a:gd name="connsiteX6" fmla="*/ 450 w 118295"/>
                      <a:gd name="connsiteY6" fmla="*/ 628291 h 654739"/>
                      <a:gd name="connsiteX7" fmla="*/ 630 w 118295"/>
                      <a:gd name="connsiteY7" fmla="*/ 621657 h 654739"/>
                      <a:gd name="connsiteX8" fmla="*/ 877 w 118295"/>
                      <a:gd name="connsiteY8" fmla="*/ 615045 h 654739"/>
                      <a:gd name="connsiteX9" fmla="*/ 1192 w 118295"/>
                      <a:gd name="connsiteY9" fmla="*/ 608433 h 654739"/>
                      <a:gd name="connsiteX10" fmla="*/ 1575 w 118295"/>
                      <a:gd name="connsiteY10" fmla="*/ 601821 h 654739"/>
                      <a:gd name="connsiteX11" fmla="*/ 2047 w 118295"/>
                      <a:gd name="connsiteY11" fmla="*/ 595209 h 654739"/>
                      <a:gd name="connsiteX12" fmla="*/ 2609 w 118295"/>
                      <a:gd name="connsiteY12" fmla="*/ 588597 h 654739"/>
                      <a:gd name="connsiteX13" fmla="*/ 3261 w 118295"/>
                      <a:gd name="connsiteY13" fmla="*/ 581985 h 654739"/>
                      <a:gd name="connsiteX14" fmla="*/ 4003 w 118295"/>
                      <a:gd name="connsiteY14" fmla="*/ 575373 h 654739"/>
                      <a:gd name="connsiteX15" fmla="*/ 4813 w 118295"/>
                      <a:gd name="connsiteY15" fmla="*/ 568762 h 654739"/>
                      <a:gd name="connsiteX16" fmla="*/ 5690 w 118295"/>
                      <a:gd name="connsiteY16" fmla="*/ 562150 h 654739"/>
                      <a:gd name="connsiteX17" fmla="*/ 6612 w 118295"/>
                      <a:gd name="connsiteY17" fmla="*/ 555538 h 654739"/>
                      <a:gd name="connsiteX18" fmla="*/ 7602 w 118295"/>
                      <a:gd name="connsiteY18" fmla="*/ 548926 h 654739"/>
                      <a:gd name="connsiteX19" fmla="*/ 8614 w 118295"/>
                      <a:gd name="connsiteY19" fmla="*/ 542314 h 654739"/>
                      <a:gd name="connsiteX20" fmla="*/ 9693 w 118295"/>
                      <a:gd name="connsiteY20" fmla="*/ 535702 h 654739"/>
                      <a:gd name="connsiteX21" fmla="*/ 10863 w 118295"/>
                      <a:gd name="connsiteY21" fmla="*/ 529090 h 654739"/>
                      <a:gd name="connsiteX22" fmla="*/ 12122 w 118295"/>
                      <a:gd name="connsiteY22" fmla="*/ 522455 h 654739"/>
                      <a:gd name="connsiteX23" fmla="*/ 13561 w 118295"/>
                      <a:gd name="connsiteY23" fmla="*/ 515844 h 654739"/>
                      <a:gd name="connsiteX24" fmla="*/ 15180 w 118295"/>
                      <a:gd name="connsiteY24" fmla="*/ 509232 h 654739"/>
                      <a:gd name="connsiteX25" fmla="*/ 17092 w 118295"/>
                      <a:gd name="connsiteY25" fmla="*/ 502620 h 654739"/>
                      <a:gd name="connsiteX26" fmla="*/ 19341 w 118295"/>
                      <a:gd name="connsiteY26" fmla="*/ 496008 h 654739"/>
                      <a:gd name="connsiteX27" fmla="*/ 21995 w 118295"/>
                      <a:gd name="connsiteY27" fmla="*/ 489396 h 654739"/>
                      <a:gd name="connsiteX28" fmla="*/ 25054 w 118295"/>
                      <a:gd name="connsiteY28" fmla="*/ 482784 h 654739"/>
                      <a:gd name="connsiteX29" fmla="*/ 28607 w 118295"/>
                      <a:gd name="connsiteY29" fmla="*/ 476172 h 654739"/>
                      <a:gd name="connsiteX30" fmla="*/ 32587 w 118295"/>
                      <a:gd name="connsiteY30" fmla="*/ 469560 h 654739"/>
                      <a:gd name="connsiteX31" fmla="*/ 37018 w 118295"/>
                      <a:gd name="connsiteY31" fmla="*/ 462948 h 654739"/>
                      <a:gd name="connsiteX32" fmla="*/ 41853 w 118295"/>
                      <a:gd name="connsiteY32" fmla="*/ 456336 h 654739"/>
                      <a:gd name="connsiteX33" fmla="*/ 46981 w 118295"/>
                      <a:gd name="connsiteY33" fmla="*/ 449724 h 654739"/>
                      <a:gd name="connsiteX34" fmla="*/ 52378 w 118295"/>
                      <a:gd name="connsiteY34" fmla="*/ 443112 h 654739"/>
                      <a:gd name="connsiteX35" fmla="*/ 57933 w 118295"/>
                      <a:gd name="connsiteY35" fmla="*/ 436500 h 654739"/>
                      <a:gd name="connsiteX36" fmla="*/ 63556 w 118295"/>
                      <a:gd name="connsiteY36" fmla="*/ 429866 h 654739"/>
                      <a:gd name="connsiteX37" fmla="*/ 69178 w 118295"/>
                      <a:gd name="connsiteY37" fmla="*/ 423254 h 654739"/>
                      <a:gd name="connsiteX38" fmla="*/ 74755 w 118295"/>
                      <a:gd name="connsiteY38" fmla="*/ 416642 h 654739"/>
                      <a:gd name="connsiteX39" fmla="*/ 80243 w 118295"/>
                      <a:gd name="connsiteY39" fmla="*/ 410030 h 654739"/>
                      <a:gd name="connsiteX40" fmla="*/ 85550 w 118295"/>
                      <a:gd name="connsiteY40" fmla="*/ 403418 h 654739"/>
                      <a:gd name="connsiteX41" fmla="*/ 90656 w 118295"/>
                      <a:gd name="connsiteY41" fmla="*/ 396806 h 654739"/>
                      <a:gd name="connsiteX42" fmla="*/ 95536 w 118295"/>
                      <a:gd name="connsiteY42" fmla="*/ 390194 h 654739"/>
                      <a:gd name="connsiteX43" fmla="*/ 100124 w 118295"/>
                      <a:gd name="connsiteY43" fmla="*/ 383582 h 654739"/>
                      <a:gd name="connsiteX44" fmla="*/ 104397 w 118295"/>
                      <a:gd name="connsiteY44" fmla="*/ 376970 h 654739"/>
                      <a:gd name="connsiteX45" fmla="*/ 108243 w 118295"/>
                      <a:gd name="connsiteY45" fmla="*/ 370358 h 654739"/>
                      <a:gd name="connsiteX46" fmla="*/ 111594 w 118295"/>
                      <a:gd name="connsiteY46" fmla="*/ 363746 h 654739"/>
                      <a:gd name="connsiteX47" fmla="*/ 114360 w 118295"/>
                      <a:gd name="connsiteY47" fmla="*/ 357135 h 654739"/>
                      <a:gd name="connsiteX48" fmla="*/ 116451 w 118295"/>
                      <a:gd name="connsiteY48" fmla="*/ 350523 h 654739"/>
                      <a:gd name="connsiteX49" fmla="*/ 117778 w 118295"/>
                      <a:gd name="connsiteY49" fmla="*/ 343911 h 654739"/>
                      <a:gd name="connsiteX50" fmla="*/ 118295 w 118295"/>
                      <a:gd name="connsiteY50" fmla="*/ 337299 h 654739"/>
                      <a:gd name="connsiteX51" fmla="*/ 117913 w 118295"/>
                      <a:gd name="connsiteY51" fmla="*/ 330664 h 654739"/>
                      <a:gd name="connsiteX52" fmla="*/ 116676 w 118295"/>
                      <a:gd name="connsiteY52" fmla="*/ 324052 h 654739"/>
                      <a:gd name="connsiteX53" fmla="*/ 114607 w 118295"/>
                      <a:gd name="connsiteY53" fmla="*/ 317440 h 654739"/>
                      <a:gd name="connsiteX54" fmla="*/ 111774 w 118295"/>
                      <a:gd name="connsiteY54" fmla="*/ 310829 h 654739"/>
                      <a:gd name="connsiteX55" fmla="*/ 108265 w 118295"/>
                      <a:gd name="connsiteY55" fmla="*/ 304217 h 654739"/>
                      <a:gd name="connsiteX56" fmla="*/ 104217 w 118295"/>
                      <a:gd name="connsiteY56" fmla="*/ 297605 h 654739"/>
                      <a:gd name="connsiteX57" fmla="*/ 99787 w 118295"/>
                      <a:gd name="connsiteY57" fmla="*/ 290993 h 654739"/>
                      <a:gd name="connsiteX58" fmla="*/ 95064 w 118295"/>
                      <a:gd name="connsiteY58" fmla="*/ 284381 h 654739"/>
                      <a:gd name="connsiteX59" fmla="*/ 90228 w 118295"/>
                      <a:gd name="connsiteY59" fmla="*/ 277769 h 654739"/>
                      <a:gd name="connsiteX60" fmla="*/ 85348 w 118295"/>
                      <a:gd name="connsiteY60" fmla="*/ 271157 h 654739"/>
                      <a:gd name="connsiteX61" fmla="*/ 80513 w 118295"/>
                      <a:gd name="connsiteY61" fmla="*/ 264545 h 654739"/>
                      <a:gd name="connsiteX62" fmla="*/ 75790 w 118295"/>
                      <a:gd name="connsiteY62" fmla="*/ 257933 h 654739"/>
                      <a:gd name="connsiteX63" fmla="*/ 71225 w 118295"/>
                      <a:gd name="connsiteY63" fmla="*/ 251321 h 654739"/>
                      <a:gd name="connsiteX64" fmla="*/ 66839 w 118295"/>
                      <a:gd name="connsiteY64" fmla="*/ 244709 h 654739"/>
                      <a:gd name="connsiteX65" fmla="*/ 62656 w 118295"/>
                      <a:gd name="connsiteY65" fmla="*/ 238075 h 654739"/>
                      <a:gd name="connsiteX66" fmla="*/ 58698 w 118295"/>
                      <a:gd name="connsiteY66" fmla="*/ 231463 h 654739"/>
                      <a:gd name="connsiteX67" fmla="*/ 54965 w 118295"/>
                      <a:gd name="connsiteY67" fmla="*/ 224851 h 654739"/>
                      <a:gd name="connsiteX68" fmla="*/ 51501 w 118295"/>
                      <a:gd name="connsiteY68" fmla="*/ 218239 h 654739"/>
                      <a:gd name="connsiteX69" fmla="*/ 48330 w 118295"/>
                      <a:gd name="connsiteY69" fmla="*/ 211627 h 654739"/>
                      <a:gd name="connsiteX70" fmla="*/ 45429 w 118295"/>
                      <a:gd name="connsiteY70" fmla="*/ 205015 h 654739"/>
                      <a:gd name="connsiteX71" fmla="*/ 42798 w 118295"/>
                      <a:gd name="connsiteY71" fmla="*/ 198403 h 654739"/>
                      <a:gd name="connsiteX72" fmla="*/ 40459 w 118295"/>
                      <a:gd name="connsiteY72" fmla="*/ 191791 h 654739"/>
                      <a:gd name="connsiteX73" fmla="*/ 38367 w 118295"/>
                      <a:gd name="connsiteY73" fmla="*/ 185179 h 654739"/>
                      <a:gd name="connsiteX74" fmla="*/ 36456 w 118295"/>
                      <a:gd name="connsiteY74" fmla="*/ 178567 h 654739"/>
                      <a:gd name="connsiteX75" fmla="*/ 34702 w 118295"/>
                      <a:gd name="connsiteY75" fmla="*/ 171955 h 654739"/>
                      <a:gd name="connsiteX76" fmla="*/ 33015 w 118295"/>
                      <a:gd name="connsiteY76" fmla="*/ 165343 h 654739"/>
                      <a:gd name="connsiteX77" fmla="*/ 31351 w 118295"/>
                      <a:gd name="connsiteY77" fmla="*/ 158731 h 654739"/>
                      <a:gd name="connsiteX78" fmla="*/ 29619 w 118295"/>
                      <a:gd name="connsiteY78" fmla="*/ 152120 h 654739"/>
                      <a:gd name="connsiteX79" fmla="*/ 27797 w 118295"/>
                      <a:gd name="connsiteY79" fmla="*/ 145508 h 654739"/>
                      <a:gd name="connsiteX80" fmla="*/ 25863 w 118295"/>
                      <a:gd name="connsiteY80" fmla="*/ 138873 h 654739"/>
                      <a:gd name="connsiteX81" fmla="*/ 23817 w 118295"/>
                      <a:gd name="connsiteY81" fmla="*/ 132261 h 654739"/>
                      <a:gd name="connsiteX82" fmla="*/ 21635 w 118295"/>
                      <a:gd name="connsiteY82" fmla="*/ 125649 h 654739"/>
                      <a:gd name="connsiteX83" fmla="*/ 19386 w 118295"/>
                      <a:gd name="connsiteY83" fmla="*/ 119037 h 654739"/>
                      <a:gd name="connsiteX84" fmla="*/ 17092 w 118295"/>
                      <a:gd name="connsiteY84" fmla="*/ 112425 h 654739"/>
                      <a:gd name="connsiteX85" fmla="*/ 14821 w 118295"/>
                      <a:gd name="connsiteY85" fmla="*/ 105813 h 654739"/>
                      <a:gd name="connsiteX86" fmla="*/ 12639 w 118295"/>
                      <a:gd name="connsiteY86" fmla="*/ 99202 h 654739"/>
                      <a:gd name="connsiteX87" fmla="*/ 10593 w 118295"/>
                      <a:gd name="connsiteY87" fmla="*/ 92590 h 654739"/>
                      <a:gd name="connsiteX88" fmla="*/ 8726 w 118295"/>
                      <a:gd name="connsiteY88" fmla="*/ 85978 h 654739"/>
                      <a:gd name="connsiteX89" fmla="*/ 7040 w 118295"/>
                      <a:gd name="connsiteY89" fmla="*/ 79366 h 654739"/>
                      <a:gd name="connsiteX90" fmla="*/ 5577 w 118295"/>
                      <a:gd name="connsiteY90" fmla="*/ 72754 h 654739"/>
                      <a:gd name="connsiteX91" fmla="*/ 4318 w 118295"/>
                      <a:gd name="connsiteY91" fmla="*/ 66142 h 654739"/>
                      <a:gd name="connsiteX92" fmla="*/ 3306 w 118295"/>
                      <a:gd name="connsiteY92" fmla="*/ 59530 h 654739"/>
                      <a:gd name="connsiteX93" fmla="*/ 2452 w 118295"/>
                      <a:gd name="connsiteY93" fmla="*/ 52918 h 654739"/>
                      <a:gd name="connsiteX94" fmla="*/ 1799 w 118295"/>
                      <a:gd name="connsiteY94" fmla="*/ 46306 h 654739"/>
                      <a:gd name="connsiteX95" fmla="*/ 1305 w 118295"/>
                      <a:gd name="connsiteY95" fmla="*/ 39672 h 654739"/>
                      <a:gd name="connsiteX96" fmla="*/ 922 w 118295"/>
                      <a:gd name="connsiteY96" fmla="*/ 33060 h 654739"/>
                      <a:gd name="connsiteX97" fmla="*/ 630 w 118295"/>
                      <a:gd name="connsiteY97" fmla="*/ 26448 h 654739"/>
                      <a:gd name="connsiteX98" fmla="*/ 428 w 118295"/>
                      <a:gd name="connsiteY98" fmla="*/ 19836 h 654739"/>
                      <a:gd name="connsiteX99" fmla="*/ 293 w 118295"/>
                      <a:gd name="connsiteY99" fmla="*/ 13224 h 654739"/>
                      <a:gd name="connsiteX100" fmla="*/ 180 w 118295"/>
                      <a:gd name="connsiteY100" fmla="*/ 6612 h 654739"/>
                      <a:gd name="connsiteX101" fmla="*/ 113 w 118295"/>
                      <a:gd name="connsiteY101" fmla="*/ 0 h 654739"/>
                      <a:gd name="connsiteX102" fmla="*/ 0 w 118295"/>
                      <a:gd name="connsiteY102" fmla="*/ 0 h 654739"/>
                      <a:gd name="connsiteX103" fmla="*/ 0 w 118295"/>
                      <a:gd name="connsiteY103" fmla="*/ 6612 h 654739"/>
                      <a:gd name="connsiteX104" fmla="*/ 0 w 118295"/>
                      <a:gd name="connsiteY104" fmla="*/ 13224 h 654739"/>
                      <a:gd name="connsiteX105" fmla="*/ 0 w 118295"/>
                      <a:gd name="connsiteY105" fmla="*/ 19836 h 654739"/>
                      <a:gd name="connsiteX106" fmla="*/ 0 w 118295"/>
                      <a:gd name="connsiteY106" fmla="*/ 26448 h 654739"/>
                      <a:gd name="connsiteX107" fmla="*/ 0 w 118295"/>
                      <a:gd name="connsiteY107" fmla="*/ 33060 h 654739"/>
                      <a:gd name="connsiteX108" fmla="*/ 0 w 118295"/>
                      <a:gd name="connsiteY108" fmla="*/ 39672 h 654739"/>
                      <a:gd name="connsiteX109" fmla="*/ 0 w 118295"/>
                      <a:gd name="connsiteY109" fmla="*/ 46306 h 654739"/>
                      <a:gd name="connsiteX110" fmla="*/ 0 w 118295"/>
                      <a:gd name="connsiteY110" fmla="*/ 52918 h 654739"/>
                      <a:gd name="connsiteX111" fmla="*/ 0 w 118295"/>
                      <a:gd name="connsiteY111" fmla="*/ 59530 h 654739"/>
                      <a:gd name="connsiteX112" fmla="*/ 0 w 118295"/>
                      <a:gd name="connsiteY112" fmla="*/ 66142 h 654739"/>
                      <a:gd name="connsiteX113" fmla="*/ 0 w 118295"/>
                      <a:gd name="connsiteY113" fmla="*/ 72754 h 654739"/>
                      <a:gd name="connsiteX114" fmla="*/ 0 w 118295"/>
                      <a:gd name="connsiteY114" fmla="*/ 79366 h 654739"/>
                      <a:gd name="connsiteX115" fmla="*/ 0 w 118295"/>
                      <a:gd name="connsiteY115" fmla="*/ 85978 h 654739"/>
                      <a:gd name="connsiteX116" fmla="*/ 0 w 118295"/>
                      <a:gd name="connsiteY116" fmla="*/ 92590 h 654739"/>
                      <a:gd name="connsiteX117" fmla="*/ 0 w 118295"/>
                      <a:gd name="connsiteY117" fmla="*/ 99202 h 654739"/>
                      <a:gd name="connsiteX118" fmla="*/ 0 w 118295"/>
                      <a:gd name="connsiteY118" fmla="*/ 105813 h 654739"/>
                      <a:gd name="connsiteX119" fmla="*/ 0 w 118295"/>
                      <a:gd name="connsiteY119" fmla="*/ 112425 h 654739"/>
                      <a:gd name="connsiteX120" fmla="*/ 0 w 118295"/>
                      <a:gd name="connsiteY120" fmla="*/ 119037 h 654739"/>
                      <a:gd name="connsiteX121" fmla="*/ 0 w 118295"/>
                      <a:gd name="connsiteY121" fmla="*/ 125649 h 654739"/>
                      <a:gd name="connsiteX122" fmla="*/ 0 w 118295"/>
                      <a:gd name="connsiteY122" fmla="*/ 132261 h 654739"/>
                      <a:gd name="connsiteX123" fmla="*/ 0 w 118295"/>
                      <a:gd name="connsiteY123" fmla="*/ 138873 h 654739"/>
                      <a:gd name="connsiteX124" fmla="*/ 0 w 118295"/>
                      <a:gd name="connsiteY124" fmla="*/ 145508 h 654739"/>
                      <a:gd name="connsiteX125" fmla="*/ 0 w 118295"/>
                      <a:gd name="connsiteY125" fmla="*/ 152120 h 654739"/>
                      <a:gd name="connsiteX126" fmla="*/ 0 w 118295"/>
                      <a:gd name="connsiteY126" fmla="*/ 158731 h 654739"/>
                      <a:gd name="connsiteX127" fmla="*/ 0 w 118295"/>
                      <a:gd name="connsiteY127" fmla="*/ 165343 h 654739"/>
                      <a:gd name="connsiteX128" fmla="*/ 0 w 118295"/>
                      <a:gd name="connsiteY128" fmla="*/ 171955 h 654739"/>
                      <a:gd name="connsiteX129" fmla="*/ 0 w 118295"/>
                      <a:gd name="connsiteY129" fmla="*/ 178567 h 654739"/>
                      <a:gd name="connsiteX130" fmla="*/ 0 w 118295"/>
                      <a:gd name="connsiteY130" fmla="*/ 185179 h 654739"/>
                      <a:gd name="connsiteX131" fmla="*/ 0 w 118295"/>
                      <a:gd name="connsiteY131" fmla="*/ 191791 h 654739"/>
                      <a:gd name="connsiteX132" fmla="*/ 0 w 118295"/>
                      <a:gd name="connsiteY132" fmla="*/ 198403 h 654739"/>
                      <a:gd name="connsiteX133" fmla="*/ 0 w 118295"/>
                      <a:gd name="connsiteY133" fmla="*/ 205015 h 654739"/>
                      <a:gd name="connsiteX134" fmla="*/ 0 w 118295"/>
                      <a:gd name="connsiteY134" fmla="*/ 211627 h 654739"/>
                      <a:gd name="connsiteX135" fmla="*/ 0 w 118295"/>
                      <a:gd name="connsiteY135" fmla="*/ 218239 h 654739"/>
                      <a:gd name="connsiteX136" fmla="*/ 0 w 118295"/>
                      <a:gd name="connsiteY136" fmla="*/ 224851 h 654739"/>
                      <a:gd name="connsiteX137" fmla="*/ 0 w 118295"/>
                      <a:gd name="connsiteY137" fmla="*/ 231463 h 654739"/>
                      <a:gd name="connsiteX138" fmla="*/ 0 w 118295"/>
                      <a:gd name="connsiteY138" fmla="*/ 238075 h 654739"/>
                      <a:gd name="connsiteX139" fmla="*/ 0 w 118295"/>
                      <a:gd name="connsiteY139" fmla="*/ 244709 h 654739"/>
                      <a:gd name="connsiteX140" fmla="*/ 0 w 118295"/>
                      <a:gd name="connsiteY140" fmla="*/ 251321 h 654739"/>
                      <a:gd name="connsiteX141" fmla="*/ 0 w 118295"/>
                      <a:gd name="connsiteY141" fmla="*/ 257933 h 654739"/>
                      <a:gd name="connsiteX142" fmla="*/ 0 w 118295"/>
                      <a:gd name="connsiteY142" fmla="*/ 264545 h 654739"/>
                      <a:gd name="connsiteX143" fmla="*/ 0 w 118295"/>
                      <a:gd name="connsiteY143" fmla="*/ 271157 h 654739"/>
                      <a:gd name="connsiteX144" fmla="*/ 0 w 118295"/>
                      <a:gd name="connsiteY144" fmla="*/ 277769 h 654739"/>
                      <a:gd name="connsiteX145" fmla="*/ 0 w 118295"/>
                      <a:gd name="connsiteY145" fmla="*/ 284381 h 654739"/>
                      <a:gd name="connsiteX146" fmla="*/ 0 w 118295"/>
                      <a:gd name="connsiteY146" fmla="*/ 290993 h 654739"/>
                      <a:gd name="connsiteX147" fmla="*/ 0 w 118295"/>
                      <a:gd name="connsiteY147" fmla="*/ 297605 h 654739"/>
                      <a:gd name="connsiteX148" fmla="*/ 0 w 118295"/>
                      <a:gd name="connsiteY148" fmla="*/ 304217 h 654739"/>
                      <a:gd name="connsiteX149" fmla="*/ 0 w 118295"/>
                      <a:gd name="connsiteY149" fmla="*/ 310829 h 654739"/>
                      <a:gd name="connsiteX150" fmla="*/ 0 w 118295"/>
                      <a:gd name="connsiteY150" fmla="*/ 317440 h 654739"/>
                      <a:gd name="connsiteX151" fmla="*/ 0 w 118295"/>
                      <a:gd name="connsiteY151" fmla="*/ 324052 h 654739"/>
                      <a:gd name="connsiteX152" fmla="*/ 0 w 118295"/>
                      <a:gd name="connsiteY152" fmla="*/ 330664 h 654739"/>
                      <a:gd name="connsiteX153" fmla="*/ 0 w 118295"/>
                      <a:gd name="connsiteY153" fmla="*/ 337299 h 654739"/>
                      <a:gd name="connsiteX154" fmla="*/ 0 w 118295"/>
                      <a:gd name="connsiteY154" fmla="*/ 343911 h 654739"/>
                      <a:gd name="connsiteX155" fmla="*/ 0 w 118295"/>
                      <a:gd name="connsiteY155" fmla="*/ 350523 h 654739"/>
                      <a:gd name="connsiteX156" fmla="*/ 0 w 118295"/>
                      <a:gd name="connsiteY156" fmla="*/ 357135 h 654739"/>
                      <a:gd name="connsiteX157" fmla="*/ 0 w 118295"/>
                      <a:gd name="connsiteY157" fmla="*/ 363746 h 654739"/>
                      <a:gd name="connsiteX158" fmla="*/ 0 w 118295"/>
                      <a:gd name="connsiteY158" fmla="*/ 370358 h 654739"/>
                      <a:gd name="connsiteX159" fmla="*/ 0 w 118295"/>
                      <a:gd name="connsiteY159" fmla="*/ 376970 h 654739"/>
                      <a:gd name="connsiteX160" fmla="*/ 0 w 118295"/>
                      <a:gd name="connsiteY160" fmla="*/ 383582 h 654739"/>
                      <a:gd name="connsiteX161" fmla="*/ 0 w 118295"/>
                      <a:gd name="connsiteY161" fmla="*/ 390194 h 654739"/>
                      <a:gd name="connsiteX162" fmla="*/ 0 w 118295"/>
                      <a:gd name="connsiteY162" fmla="*/ 396806 h 654739"/>
                      <a:gd name="connsiteX163" fmla="*/ 0 w 118295"/>
                      <a:gd name="connsiteY163" fmla="*/ 403418 h 654739"/>
                      <a:gd name="connsiteX164" fmla="*/ 0 w 118295"/>
                      <a:gd name="connsiteY164" fmla="*/ 410030 h 654739"/>
                      <a:gd name="connsiteX165" fmla="*/ 0 w 118295"/>
                      <a:gd name="connsiteY165" fmla="*/ 416642 h 654739"/>
                      <a:gd name="connsiteX166" fmla="*/ 0 w 118295"/>
                      <a:gd name="connsiteY166" fmla="*/ 423254 h 654739"/>
                      <a:gd name="connsiteX167" fmla="*/ 0 w 118295"/>
                      <a:gd name="connsiteY167" fmla="*/ 429866 h 654739"/>
                      <a:gd name="connsiteX168" fmla="*/ 0 w 118295"/>
                      <a:gd name="connsiteY168" fmla="*/ 436500 h 654739"/>
                      <a:gd name="connsiteX169" fmla="*/ 0 w 118295"/>
                      <a:gd name="connsiteY169" fmla="*/ 443112 h 654739"/>
                      <a:gd name="connsiteX170" fmla="*/ 0 w 118295"/>
                      <a:gd name="connsiteY170" fmla="*/ 449724 h 654739"/>
                      <a:gd name="connsiteX171" fmla="*/ 0 w 118295"/>
                      <a:gd name="connsiteY171" fmla="*/ 456336 h 654739"/>
                      <a:gd name="connsiteX172" fmla="*/ 0 w 118295"/>
                      <a:gd name="connsiteY172" fmla="*/ 462948 h 654739"/>
                      <a:gd name="connsiteX173" fmla="*/ 0 w 118295"/>
                      <a:gd name="connsiteY173" fmla="*/ 469560 h 654739"/>
                      <a:gd name="connsiteX174" fmla="*/ 0 w 118295"/>
                      <a:gd name="connsiteY174" fmla="*/ 476172 h 654739"/>
                      <a:gd name="connsiteX175" fmla="*/ 0 w 118295"/>
                      <a:gd name="connsiteY175" fmla="*/ 482784 h 654739"/>
                      <a:gd name="connsiteX176" fmla="*/ 0 w 118295"/>
                      <a:gd name="connsiteY176" fmla="*/ 489396 h 654739"/>
                      <a:gd name="connsiteX177" fmla="*/ 0 w 118295"/>
                      <a:gd name="connsiteY177" fmla="*/ 496008 h 654739"/>
                      <a:gd name="connsiteX178" fmla="*/ 0 w 118295"/>
                      <a:gd name="connsiteY178" fmla="*/ 502620 h 654739"/>
                      <a:gd name="connsiteX179" fmla="*/ 0 w 118295"/>
                      <a:gd name="connsiteY179" fmla="*/ 509232 h 654739"/>
                      <a:gd name="connsiteX180" fmla="*/ 0 w 118295"/>
                      <a:gd name="connsiteY180" fmla="*/ 515844 h 654739"/>
                      <a:gd name="connsiteX181" fmla="*/ 0 w 118295"/>
                      <a:gd name="connsiteY181" fmla="*/ 522455 h 654739"/>
                      <a:gd name="connsiteX182" fmla="*/ 0 w 118295"/>
                      <a:gd name="connsiteY182" fmla="*/ 529090 h 654739"/>
                      <a:gd name="connsiteX183" fmla="*/ 0 w 118295"/>
                      <a:gd name="connsiteY183" fmla="*/ 535702 h 654739"/>
                      <a:gd name="connsiteX184" fmla="*/ 0 w 118295"/>
                      <a:gd name="connsiteY184" fmla="*/ 542314 h 654739"/>
                      <a:gd name="connsiteX185" fmla="*/ 0 w 118295"/>
                      <a:gd name="connsiteY185" fmla="*/ 548926 h 654739"/>
                      <a:gd name="connsiteX186" fmla="*/ 0 w 118295"/>
                      <a:gd name="connsiteY186" fmla="*/ 555538 h 654739"/>
                      <a:gd name="connsiteX187" fmla="*/ 0 w 118295"/>
                      <a:gd name="connsiteY187" fmla="*/ 562150 h 654739"/>
                      <a:gd name="connsiteX188" fmla="*/ 0 w 118295"/>
                      <a:gd name="connsiteY188" fmla="*/ 568762 h 654739"/>
                      <a:gd name="connsiteX189" fmla="*/ 0 w 118295"/>
                      <a:gd name="connsiteY189" fmla="*/ 575373 h 654739"/>
                      <a:gd name="connsiteX190" fmla="*/ 0 w 118295"/>
                      <a:gd name="connsiteY190" fmla="*/ 581985 h 654739"/>
                      <a:gd name="connsiteX191" fmla="*/ 0 w 118295"/>
                      <a:gd name="connsiteY191" fmla="*/ 588597 h 654739"/>
                      <a:gd name="connsiteX192" fmla="*/ 0 w 118295"/>
                      <a:gd name="connsiteY192" fmla="*/ 595209 h 654739"/>
                      <a:gd name="connsiteX193" fmla="*/ 0 w 118295"/>
                      <a:gd name="connsiteY193" fmla="*/ 601821 h 654739"/>
                      <a:gd name="connsiteX194" fmla="*/ 0 w 118295"/>
                      <a:gd name="connsiteY194" fmla="*/ 608433 h 654739"/>
                      <a:gd name="connsiteX195" fmla="*/ 0 w 118295"/>
                      <a:gd name="connsiteY195" fmla="*/ 615045 h 654739"/>
                      <a:gd name="connsiteX196" fmla="*/ 0 w 118295"/>
                      <a:gd name="connsiteY196" fmla="*/ 621657 h 654739"/>
                      <a:gd name="connsiteX197" fmla="*/ 0 w 118295"/>
                      <a:gd name="connsiteY197" fmla="*/ 628291 h 654739"/>
                      <a:gd name="connsiteX198" fmla="*/ 0 w 118295"/>
                      <a:gd name="connsiteY198" fmla="*/ 634903 h 654739"/>
                      <a:gd name="connsiteX199" fmla="*/ 0 w 118295"/>
                      <a:gd name="connsiteY199" fmla="*/ 641515 h 654739"/>
                      <a:gd name="connsiteX200" fmla="*/ 0 w 118295"/>
                      <a:gd name="connsiteY200" fmla="*/ 648127 h 654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118295" h="654739">
                        <a:moveTo>
                          <a:pt x="0" y="648127"/>
                        </a:moveTo>
                        <a:lnTo>
                          <a:pt x="0" y="654739"/>
                        </a:lnTo>
                        <a:lnTo>
                          <a:pt x="90" y="654739"/>
                        </a:lnTo>
                        <a:lnTo>
                          <a:pt x="135" y="648127"/>
                        </a:lnTo>
                        <a:lnTo>
                          <a:pt x="225" y="641515"/>
                        </a:lnTo>
                        <a:lnTo>
                          <a:pt x="315" y="634903"/>
                        </a:lnTo>
                        <a:lnTo>
                          <a:pt x="450" y="628291"/>
                        </a:lnTo>
                        <a:lnTo>
                          <a:pt x="630" y="621657"/>
                        </a:lnTo>
                        <a:lnTo>
                          <a:pt x="877" y="615045"/>
                        </a:lnTo>
                        <a:lnTo>
                          <a:pt x="1192" y="608433"/>
                        </a:lnTo>
                        <a:lnTo>
                          <a:pt x="1575" y="601821"/>
                        </a:lnTo>
                        <a:lnTo>
                          <a:pt x="2047" y="595209"/>
                        </a:lnTo>
                        <a:lnTo>
                          <a:pt x="2609" y="588597"/>
                        </a:lnTo>
                        <a:lnTo>
                          <a:pt x="3261" y="581985"/>
                        </a:lnTo>
                        <a:lnTo>
                          <a:pt x="4003" y="575373"/>
                        </a:lnTo>
                        <a:lnTo>
                          <a:pt x="4813" y="568762"/>
                        </a:lnTo>
                        <a:lnTo>
                          <a:pt x="5690" y="562150"/>
                        </a:lnTo>
                        <a:lnTo>
                          <a:pt x="6612" y="555538"/>
                        </a:lnTo>
                        <a:lnTo>
                          <a:pt x="7602" y="548926"/>
                        </a:lnTo>
                        <a:lnTo>
                          <a:pt x="8614" y="542314"/>
                        </a:lnTo>
                        <a:lnTo>
                          <a:pt x="9693" y="535702"/>
                        </a:lnTo>
                        <a:lnTo>
                          <a:pt x="10863" y="529090"/>
                        </a:lnTo>
                        <a:lnTo>
                          <a:pt x="12122" y="522455"/>
                        </a:lnTo>
                        <a:lnTo>
                          <a:pt x="13561" y="515844"/>
                        </a:lnTo>
                        <a:lnTo>
                          <a:pt x="15180" y="509232"/>
                        </a:lnTo>
                        <a:lnTo>
                          <a:pt x="17092" y="502620"/>
                        </a:lnTo>
                        <a:lnTo>
                          <a:pt x="19341" y="496008"/>
                        </a:lnTo>
                        <a:lnTo>
                          <a:pt x="21995" y="489396"/>
                        </a:lnTo>
                        <a:lnTo>
                          <a:pt x="25054" y="482784"/>
                        </a:lnTo>
                        <a:lnTo>
                          <a:pt x="28607" y="476172"/>
                        </a:lnTo>
                        <a:lnTo>
                          <a:pt x="32587" y="469560"/>
                        </a:lnTo>
                        <a:lnTo>
                          <a:pt x="37018" y="462948"/>
                        </a:lnTo>
                        <a:lnTo>
                          <a:pt x="41853" y="456336"/>
                        </a:lnTo>
                        <a:lnTo>
                          <a:pt x="46981" y="449724"/>
                        </a:lnTo>
                        <a:lnTo>
                          <a:pt x="52378" y="443112"/>
                        </a:lnTo>
                        <a:lnTo>
                          <a:pt x="57933" y="436500"/>
                        </a:lnTo>
                        <a:lnTo>
                          <a:pt x="63556" y="429866"/>
                        </a:lnTo>
                        <a:lnTo>
                          <a:pt x="69178" y="423254"/>
                        </a:lnTo>
                        <a:lnTo>
                          <a:pt x="74755" y="416642"/>
                        </a:lnTo>
                        <a:lnTo>
                          <a:pt x="80243" y="410030"/>
                        </a:lnTo>
                        <a:lnTo>
                          <a:pt x="85550" y="403418"/>
                        </a:lnTo>
                        <a:lnTo>
                          <a:pt x="90656" y="396806"/>
                        </a:lnTo>
                        <a:lnTo>
                          <a:pt x="95536" y="390194"/>
                        </a:lnTo>
                        <a:lnTo>
                          <a:pt x="100124" y="383582"/>
                        </a:lnTo>
                        <a:lnTo>
                          <a:pt x="104397" y="376970"/>
                        </a:lnTo>
                        <a:lnTo>
                          <a:pt x="108243" y="370358"/>
                        </a:lnTo>
                        <a:lnTo>
                          <a:pt x="111594" y="363746"/>
                        </a:lnTo>
                        <a:lnTo>
                          <a:pt x="114360" y="357135"/>
                        </a:lnTo>
                        <a:lnTo>
                          <a:pt x="116451" y="350523"/>
                        </a:lnTo>
                        <a:lnTo>
                          <a:pt x="117778" y="343911"/>
                        </a:lnTo>
                        <a:lnTo>
                          <a:pt x="118295" y="337299"/>
                        </a:lnTo>
                        <a:lnTo>
                          <a:pt x="117913" y="330664"/>
                        </a:lnTo>
                        <a:lnTo>
                          <a:pt x="116676" y="324052"/>
                        </a:lnTo>
                        <a:lnTo>
                          <a:pt x="114607" y="317440"/>
                        </a:lnTo>
                        <a:lnTo>
                          <a:pt x="111774" y="310829"/>
                        </a:lnTo>
                        <a:lnTo>
                          <a:pt x="108265" y="304217"/>
                        </a:lnTo>
                        <a:lnTo>
                          <a:pt x="104217" y="297605"/>
                        </a:lnTo>
                        <a:lnTo>
                          <a:pt x="99787" y="290993"/>
                        </a:lnTo>
                        <a:lnTo>
                          <a:pt x="95064" y="284381"/>
                        </a:lnTo>
                        <a:lnTo>
                          <a:pt x="90228" y="277769"/>
                        </a:lnTo>
                        <a:lnTo>
                          <a:pt x="85348" y="271157"/>
                        </a:lnTo>
                        <a:lnTo>
                          <a:pt x="80513" y="264545"/>
                        </a:lnTo>
                        <a:lnTo>
                          <a:pt x="75790" y="257933"/>
                        </a:lnTo>
                        <a:lnTo>
                          <a:pt x="71225" y="251321"/>
                        </a:lnTo>
                        <a:lnTo>
                          <a:pt x="66839" y="244709"/>
                        </a:lnTo>
                        <a:lnTo>
                          <a:pt x="62656" y="238075"/>
                        </a:lnTo>
                        <a:lnTo>
                          <a:pt x="58698" y="231463"/>
                        </a:lnTo>
                        <a:lnTo>
                          <a:pt x="54965" y="224851"/>
                        </a:lnTo>
                        <a:lnTo>
                          <a:pt x="51501" y="218239"/>
                        </a:lnTo>
                        <a:lnTo>
                          <a:pt x="48330" y="211627"/>
                        </a:lnTo>
                        <a:lnTo>
                          <a:pt x="45429" y="205015"/>
                        </a:lnTo>
                        <a:lnTo>
                          <a:pt x="42798" y="198403"/>
                        </a:lnTo>
                        <a:lnTo>
                          <a:pt x="40459" y="191791"/>
                        </a:lnTo>
                        <a:lnTo>
                          <a:pt x="38367" y="185179"/>
                        </a:lnTo>
                        <a:lnTo>
                          <a:pt x="36456" y="178567"/>
                        </a:lnTo>
                        <a:lnTo>
                          <a:pt x="34702" y="171955"/>
                        </a:lnTo>
                        <a:lnTo>
                          <a:pt x="33015" y="165343"/>
                        </a:lnTo>
                        <a:lnTo>
                          <a:pt x="31351" y="158731"/>
                        </a:lnTo>
                        <a:lnTo>
                          <a:pt x="29619" y="152120"/>
                        </a:lnTo>
                        <a:lnTo>
                          <a:pt x="27797" y="145508"/>
                        </a:lnTo>
                        <a:lnTo>
                          <a:pt x="25863" y="138873"/>
                        </a:lnTo>
                        <a:lnTo>
                          <a:pt x="23817" y="132261"/>
                        </a:lnTo>
                        <a:lnTo>
                          <a:pt x="21635" y="125649"/>
                        </a:lnTo>
                        <a:lnTo>
                          <a:pt x="19386" y="119037"/>
                        </a:lnTo>
                        <a:lnTo>
                          <a:pt x="17092" y="112425"/>
                        </a:lnTo>
                        <a:lnTo>
                          <a:pt x="14821" y="105813"/>
                        </a:lnTo>
                        <a:lnTo>
                          <a:pt x="12639" y="99202"/>
                        </a:lnTo>
                        <a:lnTo>
                          <a:pt x="10593" y="92590"/>
                        </a:lnTo>
                        <a:lnTo>
                          <a:pt x="8726" y="85978"/>
                        </a:lnTo>
                        <a:lnTo>
                          <a:pt x="7040" y="79366"/>
                        </a:lnTo>
                        <a:lnTo>
                          <a:pt x="5577" y="72754"/>
                        </a:lnTo>
                        <a:lnTo>
                          <a:pt x="4318" y="66142"/>
                        </a:lnTo>
                        <a:lnTo>
                          <a:pt x="3306" y="59530"/>
                        </a:lnTo>
                        <a:lnTo>
                          <a:pt x="2452" y="52918"/>
                        </a:lnTo>
                        <a:lnTo>
                          <a:pt x="1799" y="46306"/>
                        </a:lnTo>
                        <a:lnTo>
                          <a:pt x="1305" y="39672"/>
                        </a:lnTo>
                        <a:lnTo>
                          <a:pt x="922" y="33060"/>
                        </a:lnTo>
                        <a:lnTo>
                          <a:pt x="630" y="26448"/>
                        </a:lnTo>
                        <a:lnTo>
                          <a:pt x="428" y="19836"/>
                        </a:lnTo>
                        <a:lnTo>
                          <a:pt x="293" y="13224"/>
                        </a:lnTo>
                        <a:lnTo>
                          <a:pt x="180" y="6612"/>
                        </a:lnTo>
                        <a:lnTo>
                          <a:pt x="113" y="0"/>
                        </a:lnTo>
                        <a:lnTo>
                          <a:pt x="0" y="0"/>
                        </a:lnTo>
                        <a:lnTo>
                          <a:pt x="0" y="6612"/>
                        </a:lnTo>
                        <a:lnTo>
                          <a:pt x="0" y="13224"/>
                        </a:lnTo>
                        <a:lnTo>
                          <a:pt x="0" y="19836"/>
                        </a:lnTo>
                        <a:lnTo>
                          <a:pt x="0" y="26448"/>
                        </a:lnTo>
                        <a:lnTo>
                          <a:pt x="0" y="33060"/>
                        </a:lnTo>
                        <a:lnTo>
                          <a:pt x="0" y="39672"/>
                        </a:lnTo>
                        <a:lnTo>
                          <a:pt x="0" y="46306"/>
                        </a:lnTo>
                        <a:lnTo>
                          <a:pt x="0" y="52918"/>
                        </a:lnTo>
                        <a:lnTo>
                          <a:pt x="0" y="59530"/>
                        </a:lnTo>
                        <a:lnTo>
                          <a:pt x="0" y="66142"/>
                        </a:lnTo>
                        <a:lnTo>
                          <a:pt x="0" y="72754"/>
                        </a:lnTo>
                        <a:lnTo>
                          <a:pt x="0" y="79366"/>
                        </a:lnTo>
                        <a:lnTo>
                          <a:pt x="0" y="85978"/>
                        </a:lnTo>
                        <a:lnTo>
                          <a:pt x="0" y="92590"/>
                        </a:lnTo>
                        <a:lnTo>
                          <a:pt x="0" y="99202"/>
                        </a:lnTo>
                        <a:lnTo>
                          <a:pt x="0" y="105813"/>
                        </a:lnTo>
                        <a:lnTo>
                          <a:pt x="0" y="112425"/>
                        </a:lnTo>
                        <a:lnTo>
                          <a:pt x="0" y="119037"/>
                        </a:lnTo>
                        <a:lnTo>
                          <a:pt x="0" y="125649"/>
                        </a:lnTo>
                        <a:lnTo>
                          <a:pt x="0" y="132261"/>
                        </a:lnTo>
                        <a:lnTo>
                          <a:pt x="0" y="138873"/>
                        </a:lnTo>
                        <a:lnTo>
                          <a:pt x="0" y="145508"/>
                        </a:lnTo>
                        <a:lnTo>
                          <a:pt x="0" y="152120"/>
                        </a:lnTo>
                        <a:lnTo>
                          <a:pt x="0" y="158731"/>
                        </a:lnTo>
                        <a:lnTo>
                          <a:pt x="0" y="165343"/>
                        </a:lnTo>
                        <a:lnTo>
                          <a:pt x="0" y="171955"/>
                        </a:lnTo>
                        <a:lnTo>
                          <a:pt x="0" y="178567"/>
                        </a:lnTo>
                        <a:lnTo>
                          <a:pt x="0" y="185179"/>
                        </a:lnTo>
                        <a:lnTo>
                          <a:pt x="0" y="191791"/>
                        </a:lnTo>
                        <a:lnTo>
                          <a:pt x="0" y="198403"/>
                        </a:lnTo>
                        <a:lnTo>
                          <a:pt x="0" y="205015"/>
                        </a:lnTo>
                        <a:lnTo>
                          <a:pt x="0" y="211627"/>
                        </a:lnTo>
                        <a:lnTo>
                          <a:pt x="0" y="218239"/>
                        </a:lnTo>
                        <a:lnTo>
                          <a:pt x="0" y="224851"/>
                        </a:lnTo>
                        <a:lnTo>
                          <a:pt x="0" y="231463"/>
                        </a:lnTo>
                        <a:lnTo>
                          <a:pt x="0" y="238075"/>
                        </a:lnTo>
                        <a:lnTo>
                          <a:pt x="0" y="244709"/>
                        </a:lnTo>
                        <a:lnTo>
                          <a:pt x="0" y="251321"/>
                        </a:lnTo>
                        <a:lnTo>
                          <a:pt x="0" y="257933"/>
                        </a:lnTo>
                        <a:lnTo>
                          <a:pt x="0" y="264545"/>
                        </a:lnTo>
                        <a:lnTo>
                          <a:pt x="0" y="271157"/>
                        </a:lnTo>
                        <a:lnTo>
                          <a:pt x="0" y="277769"/>
                        </a:lnTo>
                        <a:lnTo>
                          <a:pt x="0" y="284381"/>
                        </a:lnTo>
                        <a:lnTo>
                          <a:pt x="0" y="290993"/>
                        </a:lnTo>
                        <a:lnTo>
                          <a:pt x="0" y="297605"/>
                        </a:lnTo>
                        <a:lnTo>
                          <a:pt x="0" y="304217"/>
                        </a:lnTo>
                        <a:lnTo>
                          <a:pt x="0" y="310829"/>
                        </a:lnTo>
                        <a:lnTo>
                          <a:pt x="0" y="317440"/>
                        </a:lnTo>
                        <a:lnTo>
                          <a:pt x="0" y="324052"/>
                        </a:lnTo>
                        <a:lnTo>
                          <a:pt x="0" y="330664"/>
                        </a:lnTo>
                        <a:lnTo>
                          <a:pt x="0" y="337299"/>
                        </a:lnTo>
                        <a:lnTo>
                          <a:pt x="0" y="343911"/>
                        </a:lnTo>
                        <a:lnTo>
                          <a:pt x="0" y="350523"/>
                        </a:lnTo>
                        <a:lnTo>
                          <a:pt x="0" y="357135"/>
                        </a:lnTo>
                        <a:lnTo>
                          <a:pt x="0" y="363746"/>
                        </a:lnTo>
                        <a:lnTo>
                          <a:pt x="0" y="370358"/>
                        </a:lnTo>
                        <a:lnTo>
                          <a:pt x="0" y="376970"/>
                        </a:lnTo>
                        <a:lnTo>
                          <a:pt x="0" y="383582"/>
                        </a:lnTo>
                        <a:lnTo>
                          <a:pt x="0" y="390194"/>
                        </a:lnTo>
                        <a:lnTo>
                          <a:pt x="0" y="396806"/>
                        </a:lnTo>
                        <a:lnTo>
                          <a:pt x="0" y="403418"/>
                        </a:lnTo>
                        <a:lnTo>
                          <a:pt x="0" y="410030"/>
                        </a:lnTo>
                        <a:lnTo>
                          <a:pt x="0" y="416642"/>
                        </a:lnTo>
                        <a:lnTo>
                          <a:pt x="0" y="423254"/>
                        </a:lnTo>
                        <a:lnTo>
                          <a:pt x="0" y="429866"/>
                        </a:lnTo>
                        <a:lnTo>
                          <a:pt x="0" y="436500"/>
                        </a:lnTo>
                        <a:lnTo>
                          <a:pt x="0" y="443112"/>
                        </a:lnTo>
                        <a:lnTo>
                          <a:pt x="0" y="449724"/>
                        </a:lnTo>
                        <a:lnTo>
                          <a:pt x="0" y="456336"/>
                        </a:lnTo>
                        <a:lnTo>
                          <a:pt x="0" y="462948"/>
                        </a:lnTo>
                        <a:lnTo>
                          <a:pt x="0" y="469560"/>
                        </a:lnTo>
                        <a:lnTo>
                          <a:pt x="0" y="476172"/>
                        </a:lnTo>
                        <a:lnTo>
                          <a:pt x="0" y="482784"/>
                        </a:lnTo>
                        <a:lnTo>
                          <a:pt x="0" y="489396"/>
                        </a:lnTo>
                        <a:lnTo>
                          <a:pt x="0" y="496008"/>
                        </a:lnTo>
                        <a:lnTo>
                          <a:pt x="0" y="502620"/>
                        </a:lnTo>
                        <a:lnTo>
                          <a:pt x="0" y="509232"/>
                        </a:lnTo>
                        <a:lnTo>
                          <a:pt x="0" y="515844"/>
                        </a:lnTo>
                        <a:lnTo>
                          <a:pt x="0" y="522455"/>
                        </a:lnTo>
                        <a:lnTo>
                          <a:pt x="0" y="529090"/>
                        </a:lnTo>
                        <a:lnTo>
                          <a:pt x="0" y="535702"/>
                        </a:lnTo>
                        <a:lnTo>
                          <a:pt x="0" y="542314"/>
                        </a:lnTo>
                        <a:lnTo>
                          <a:pt x="0" y="548926"/>
                        </a:lnTo>
                        <a:lnTo>
                          <a:pt x="0" y="555538"/>
                        </a:lnTo>
                        <a:lnTo>
                          <a:pt x="0" y="562150"/>
                        </a:lnTo>
                        <a:lnTo>
                          <a:pt x="0" y="568762"/>
                        </a:lnTo>
                        <a:lnTo>
                          <a:pt x="0" y="575373"/>
                        </a:lnTo>
                        <a:lnTo>
                          <a:pt x="0" y="581985"/>
                        </a:lnTo>
                        <a:lnTo>
                          <a:pt x="0" y="588597"/>
                        </a:lnTo>
                        <a:lnTo>
                          <a:pt x="0" y="595209"/>
                        </a:lnTo>
                        <a:lnTo>
                          <a:pt x="0" y="601821"/>
                        </a:lnTo>
                        <a:lnTo>
                          <a:pt x="0" y="608433"/>
                        </a:lnTo>
                        <a:lnTo>
                          <a:pt x="0" y="615045"/>
                        </a:lnTo>
                        <a:lnTo>
                          <a:pt x="0" y="621657"/>
                        </a:lnTo>
                        <a:lnTo>
                          <a:pt x="0" y="628291"/>
                        </a:lnTo>
                        <a:lnTo>
                          <a:pt x="0" y="634903"/>
                        </a:lnTo>
                        <a:lnTo>
                          <a:pt x="0" y="641515"/>
                        </a:lnTo>
                        <a:lnTo>
                          <a:pt x="0" y="648127"/>
                        </a:lnTo>
                        <a:close/>
                      </a:path>
                    </a:pathLst>
                  </a:custGeom>
                  <a:solidFill>
                    <a:srgbClr val="47BB89">
                      <a:alpha val="30000"/>
                    </a:srgbClr>
                  </a:solidFill>
                  <a:ln w="2249" cap="flat">
                    <a:noFill/>
                    <a:prstDash val="solid"/>
                    <a:miter/>
                  </a:ln>
                </p:spPr>
                <p:txBody>
                  <a:bodyPr rtlCol="0" anchor="ctr"/>
                  <a:lstStyle/>
                  <a:p>
                    <a:endParaRPr lang="en-US"/>
                  </a:p>
                </p:txBody>
              </p:sp>
              <p:sp>
                <p:nvSpPr>
                  <p:cNvPr id="3736" name="Freeform 3735">
                    <a:extLst>
                      <a:ext uri="{FF2B5EF4-FFF2-40B4-BE49-F238E27FC236}">
                        <a16:creationId xmlns:a16="http://schemas.microsoft.com/office/drawing/2014/main" id="{9B202026-34B3-00F5-5DEE-784BD7E979C6}"/>
                      </a:ext>
                    </a:extLst>
                  </p:cNvPr>
                  <p:cNvSpPr/>
                  <p:nvPr/>
                </p:nvSpPr>
                <p:spPr>
                  <a:xfrm>
                    <a:off x="9560622" y="4623068"/>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5" y="0"/>
                          <a:pt x="5914" y="0"/>
                        </a:cubicBezTo>
                        <a:cubicBezTo>
                          <a:pt x="2654" y="0"/>
                          <a:pt x="0" y="2654"/>
                          <a:pt x="0" y="5915"/>
                        </a:cubicBezTo>
                        <a:cubicBezTo>
                          <a:pt x="0" y="9176"/>
                          <a:pt x="2654" y="11830"/>
                          <a:pt x="5914" y="11830"/>
                        </a:cubicBezTo>
                        <a:cubicBezTo>
                          <a:pt x="9175"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37" name="Freeform 3736">
                    <a:extLst>
                      <a:ext uri="{FF2B5EF4-FFF2-40B4-BE49-F238E27FC236}">
                        <a16:creationId xmlns:a16="http://schemas.microsoft.com/office/drawing/2014/main" id="{4CFBA2F6-E998-F220-C26A-708B1F6D6D00}"/>
                      </a:ext>
                    </a:extLst>
                  </p:cNvPr>
                  <p:cNvSpPr/>
                  <p:nvPr/>
                </p:nvSpPr>
                <p:spPr>
                  <a:xfrm>
                    <a:off x="9507158" y="4727555"/>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38" name="Freeform 3737">
                    <a:extLst>
                      <a:ext uri="{FF2B5EF4-FFF2-40B4-BE49-F238E27FC236}">
                        <a16:creationId xmlns:a16="http://schemas.microsoft.com/office/drawing/2014/main" id="{C18BB9B3-CD6B-C8E0-E8F6-1587349559E7}"/>
                      </a:ext>
                    </a:extLst>
                  </p:cNvPr>
                  <p:cNvSpPr/>
                  <p:nvPr/>
                </p:nvSpPr>
                <p:spPr>
                  <a:xfrm>
                    <a:off x="9576701" y="4808128"/>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39" name="Freeform 3738">
                    <a:extLst>
                      <a:ext uri="{FF2B5EF4-FFF2-40B4-BE49-F238E27FC236}">
                        <a16:creationId xmlns:a16="http://schemas.microsoft.com/office/drawing/2014/main" id="{8F128FAE-1F68-A38D-275A-0BB0B27C3361}"/>
                      </a:ext>
                    </a:extLst>
                  </p:cNvPr>
                  <p:cNvSpPr/>
                  <p:nvPr/>
                </p:nvSpPr>
                <p:spPr>
                  <a:xfrm>
                    <a:off x="9506064" y="4528179"/>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5" y="0"/>
                          <a:pt x="5914" y="0"/>
                        </a:cubicBezTo>
                        <a:cubicBezTo>
                          <a:pt x="2654" y="0"/>
                          <a:pt x="0" y="2654"/>
                          <a:pt x="0" y="5915"/>
                        </a:cubicBezTo>
                        <a:cubicBezTo>
                          <a:pt x="0" y="9176"/>
                          <a:pt x="2654" y="11830"/>
                          <a:pt x="5914" y="11830"/>
                        </a:cubicBezTo>
                        <a:cubicBezTo>
                          <a:pt x="9175"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40" name="Freeform 3739">
                    <a:extLst>
                      <a:ext uri="{FF2B5EF4-FFF2-40B4-BE49-F238E27FC236}">
                        <a16:creationId xmlns:a16="http://schemas.microsoft.com/office/drawing/2014/main" id="{7DB0158F-8081-10DF-F881-B3EDC1EE0D99}"/>
                      </a:ext>
                    </a:extLst>
                  </p:cNvPr>
                  <p:cNvSpPr/>
                  <p:nvPr/>
                </p:nvSpPr>
                <p:spPr>
                  <a:xfrm>
                    <a:off x="9574597" y="5081762"/>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41" name="Freeform 3740">
                    <a:extLst>
                      <a:ext uri="{FF2B5EF4-FFF2-40B4-BE49-F238E27FC236}">
                        <a16:creationId xmlns:a16="http://schemas.microsoft.com/office/drawing/2014/main" id="{B9FFD03C-044E-DBD7-09F6-A844AD676653}"/>
                      </a:ext>
                    </a:extLst>
                  </p:cNvPr>
                  <p:cNvSpPr/>
                  <p:nvPr/>
                </p:nvSpPr>
                <p:spPr>
                  <a:xfrm>
                    <a:off x="9542603" y="4911268"/>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42" name="Freeform 3741">
                    <a:extLst>
                      <a:ext uri="{FF2B5EF4-FFF2-40B4-BE49-F238E27FC236}">
                        <a16:creationId xmlns:a16="http://schemas.microsoft.com/office/drawing/2014/main" id="{869154AC-2300-5810-46F0-F398EFA13210}"/>
                      </a:ext>
                    </a:extLst>
                  </p:cNvPr>
                  <p:cNvSpPr/>
                  <p:nvPr/>
                </p:nvSpPr>
                <p:spPr>
                  <a:xfrm>
                    <a:off x="9428183" y="4177256"/>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5" y="0"/>
                          <a:pt x="5914" y="0"/>
                        </a:cubicBezTo>
                        <a:cubicBezTo>
                          <a:pt x="2654" y="0"/>
                          <a:pt x="0" y="2654"/>
                          <a:pt x="0" y="5915"/>
                        </a:cubicBezTo>
                        <a:cubicBezTo>
                          <a:pt x="0" y="9176"/>
                          <a:pt x="2654" y="11830"/>
                          <a:pt x="5914" y="11830"/>
                        </a:cubicBezTo>
                        <a:cubicBezTo>
                          <a:pt x="9175"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43" name="Freeform 3742">
                    <a:extLst>
                      <a:ext uri="{FF2B5EF4-FFF2-40B4-BE49-F238E27FC236}">
                        <a16:creationId xmlns:a16="http://schemas.microsoft.com/office/drawing/2014/main" id="{5DB05CBE-E84D-7CC4-397C-BC3C2BA3F446}"/>
                      </a:ext>
                    </a:extLst>
                  </p:cNvPr>
                  <p:cNvSpPr/>
                  <p:nvPr/>
                </p:nvSpPr>
                <p:spPr>
                  <a:xfrm>
                    <a:off x="9441990" y="4612376"/>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44" name="Freeform 3743">
                    <a:extLst>
                      <a:ext uri="{FF2B5EF4-FFF2-40B4-BE49-F238E27FC236}">
                        <a16:creationId xmlns:a16="http://schemas.microsoft.com/office/drawing/2014/main" id="{A3D78E19-B774-6614-5ABE-66604782F5F7}"/>
                      </a:ext>
                    </a:extLst>
                  </p:cNvPr>
                  <p:cNvSpPr/>
                  <p:nvPr/>
                </p:nvSpPr>
                <p:spPr>
                  <a:xfrm>
                    <a:off x="9548582" y="4262546"/>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45" name="Freeform 3744">
                    <a:extLst>
                      <a:ext uri="{FF2B5EF4-FFF2-40B4-BE49-F238E27FC236}">
                        <a16:creationId xmlns:a16="http://schemas.microsoft.com/office/drawing/2014/main" id="{7B0316EC-570C-6C27-BFC8-48360FA6A281}"/>
                      </a:ext>
                    </a:extLst>
                  </p:cNvPr>
                  <p:cNvSpPr/>
                  <p:nvPr/>
                </p:nvSpPr>
                <p:spPr>
                  <a:xfrm>
                    <a:off x="9428685" y="493829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46" name="Freeform 3745">
                    <a:extLst>
                      <a:ext uri="{FF2B5EF4-FFF2-40B4-BE49-F238E27FC236}">
                        <a16:creationId xmlns:a16="http://schemas.microsoft.com/office/drawing/2014/main" id="{D6A81A75-B869-403F-6BF8-36B79C016553}"/>
                      </a:ext>
                    </a:extLst>
                  </p:cNvPr>
                  <p:cNvSpPr/>
                  <p:nvPr/>
                </p:nvSpPr>
                <p:spPr>
                  <a:xfrm>
                    <a:off x="9411677" y="5173030"/>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47" name="Freeform 3746">
                    <a:extLst>
                      <a:ext uri="{FF2B5EF4-FFF2-40B4-BE49-F238E27FC236}">
                        <a16:creationId xmlns:a16="http://schemas.microsoft.com/office/drawing/2014/main" id="{6C907EA3-F093-35EA-3815-22E4868EB611}"/>
                      </a:ext>
                    </a:extLst>
                  </p:cNvPr>
                  <p:cNvSpPr/>
                  <p:nvPr/>
                </p:nvSpPr>
                <p:spPr>
                  <a:xfrm>
                    <a:off x="9440980" y="4620039"/>
                    <a:ext cx="44281" cy="44285"/>
                  </a:xfrm>
                  <a:custGeom>
                    <a:avLst/>
                    <a:gdLst>
                      <a:gd name="connsiteX0" fmla="*/ 11829 w 11828"/>
                      <a:gd name="connsiteY0" fmla="*/ 5915 h 11829"/>
                      <a:gd name="connsiteX1" fmla="*/ 5914 w 11828"/>
                      <a:gd name="connsiteY1" fmla="*/ 0 h 11829"/>
                      <a:gd name="connsiteX2" fmla="*/ 0 w 11828"/>
                      <a:gd name="connsiteY2" fmla="*/ 5915 h 11829"/>
                      <a:gd name="connsiteX3" fmla="*/ 5914 w 11828"/>
                      <a:gd name="connsiteY3" fmla="*/ 11830 h 11829"/>
                      <a:gd name="connsiteX4" fmla="*/ 11829 w 11828"/>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8" h="11829">
                        <a:moveTo>
                          <a:pt x="11829" y="5915"/>
                        </a:moveTo>
                        <a:cubicBezTo>
                          <a:pt x="11829" y="2654"/>
                          <a:pt x="9175" y="0"/>
                          <a:pt x="5914" y="0"/>
                        </a:cubicBezTo>
                        <a:cubicBezTo>
                          <a:pt x="2654" y="0"/>
                          <a:pt x="0" y="2654"/>
                          <a:pt x="0" y="5915"/>
                        </a:cubicBezTo>
                        <a:cubicBezTo>
                          <a:pt x="0" y="9176"/>
                          <a:pt x="2654" y="11830"/>
                          <a:pt x="5914" y="11830"/>
                        </a:cubicBezTo>
                        <a:cubicBezTo>
                          <a:pt x="9175" y="11830"/>
                          <a:pt x="11829" y="9176"/>
                          <a:pt x="11829"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48" name="Freeform 3747">
                    <a:extLst>
                      <a:ext uri="{FF2B5EF4-FFF2-40B4-BE49-F238E27FC236}">
                        <a16:creationId xmlns:a16="http://schemas.microsoft.com/office/drawing/2014/main" id="{BE4FA4EC-F385-FF77-BB53-0036492B2B40}"/>
                      </a:ext>
                    </a:extLst>
                  </p:cNvPr>
                  <p:cNvSpPr/>
                  <p:nvPr/>
                </p:nvSpPr>
                <p:spPr>
                  <a:xfrm>
                    <a:off x="9524839" y="5246198"/>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5" y="0"/>
                          <a:pt x="5914" y="0"/>
                        </a:cubicBezTo>
                        <a:cubicBezTo>
                          <a:pt x="2654" y="0"/>
                          <a:pt x="0" y="2654"/>
                          <a:pt x="0" y="5915"/>
                        </a:cubicBezTo>
                        <a:cubicBezTo>
                          <a:pt x="0" y="9176"/>
                          <a:pt x="2654" y="11829"/>
                          <a:pt x="5914" y="11829"/>
                        </a:cubicBezTo>
                        <a:cubicBezTo>
                          <a:pt x="9175" y="11829"/>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49" name="Freeform 3748">
                    <a:extLst>
                      <a:ext uri="{FF2B5EF4-FFF2-40B4-BE49-F238E27FC236}">
                        <a16:creationId xmlns:a16="http://schemas.microsoft.com/office/drawing/2014/main" id="{6B8D028D-F387-28D9-E084-71DF48587432}"/>
                      </a:ext>
                    </a:extLst>
                  </p:cNvPr>
                  <p:cNvSpPr/>
                  <p:nvPr/>
                </p:nvSpPr>
                <p:spPr>
                  <a:xfrm>
                    <a:off x="9407552" y="4801225"/>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50" name="Freeform 3749">
                    <a:extLst>
                      <a:ext uri="{FF2B5EF4-FFF2-40B4-BE49-F238E27FC236}">
                        <a16:creationId xmlns:a16="http://schemas.microsoft.com/office/drawing/2014/main" id="{9550425E-9F9E-A58A-05E4-CEB55FE61674}"/>
                      </a:ext>
                    </a:extLst>
                  </p:cNvPr>
                  <p:cNvSpPr/>
                  <p:nvPr/>
                </p:nvSpPr>
                <p:spPr>
                  <a:xfrm>
                    <a:off x="9478196" y="5123354"/>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4" y="0"/>
                        </a:cubicBezTo>
                        <a:cubicBezTo>
                          <a:pt x="2654" y="0"/>
                          <a:pt x="0" y="2654"/>
                          <a:pt x="0" y="5915"/>
                        </a:cubicBezTo>
                        <a:cubicBezTo>
                          <a:pt x="0" y="9176"/>
                          <a:pt x="2654" y="11829"/>
                          <a:pt x="5914" y="11829"/>
                        </a:cubicBezTo>
                        <a:cubicBezTo>
                          <a:pt x="9176" y="11829"/>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51" name="Freeform 3750">
                    <a:extLst>
                      <a:ext uri="{FF2B5EF4-FFF2-40B4-BE49-F238E27FC236}">
                        <a16:creationId xmlns:a16="http://schemas.microsoft.com/office/drawing/2014/main" id="{E592AF21-0C61-7E98-AC85-01AA42A27E74}"/>
                      </a:ext>
                    </a:extLst>
                  </p:cNvPr>
                  <p:cNvSpPr/>
                  <p:nvPr/>
                </p:nvSpPr>
                <p:spPr>
                  <a:xfrm>
                    <a:off x="9475837" y="5633745"/>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4" y="0"/>
                        </a:cubicBezTo>
                        <a:cubicBezTo>
                          <a:pt x="2654" y="0"/>
                          <a:pt x="0" y="2654"/>
                          <a:pt x="0" y="5915"/>
                        </a:cubicBezTo>
                        <a:cubicBezTo>
                          <a:pt x="0" y="9176"/>
                          <a:pt x="2654" y="11829"/>
                          <a:pt x="5914" y="11829"/>
                        </a:cubicBezTo>
                        <a:cubicBezTo>
                          <a:pt x="9176" y="11829"/>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52" name="Freeform 3751">
                    <a:extLst>
                      <a:ext uri="{FF2B5EF4-FFF2-40B4-BE49-F238E27FC236}">
                        <a16:creationId xmlns:a16="http://schemas.microsoft.com/office/drawing/2014/main" id="{9DF9E4BD-2740-E52C-79B5-86DFD64AFFF8}"/>
                      </a:ext>
                    </a:extLst>
                  </p:cNvPr>
                  <p:cNvSpPr/>
                  <p:nvPr/>
                </p:nvSpPr>
                <p:spPr>
                  <a:xfrm>
                    <a:off x="9518355" y="4802153"/>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5" y="0"/>
                          <a:pt x="5914" y="0"/>
                        </a:cubicBezTo>
                        <a:cubicBezTo>
                          <a:pt x="2654" y="0"/>
                          <a:pt x="0" y="2654"/>
                          <a:pt x="0" y="5915"/>
                        </a:cubicBezTo>
                        <a:cubicBezTo>
                          <a:pt x="0" y="9176"/>
                          <a:pt x="2654" y="11830"/>
                          <a:pt x="5914" y="11830"/>
                        </a:cubicBezTo>
                        <a:cubicBezTo>
                          <a:pt x="9175"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53" name="Freeform 3752">
                    <a:extLst>
                      <a:ext uri="{FF2B5EF4-FFF2-40B4-BE49-F238E27FC236}">
                        <a16:creationId xmlns:a16="http://schemas.microsoft.com/office/drawing/2014/main" id="{C9EDE7FB-A47F-5FC6-6525-9812E09E7034}"/>
                      </a:ext>
                    </a:extLst>
                  </p:cNvPr>
                  <p:cNvSpPr/>
                  <p:nvPr/>
                </p:nvSpPr>
                <p:spPr>
                  <a:xfrm>
                    <a:off x="9582594" y="529443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54" name="Freeform 3753">
                    <a:extLst>
                      <a:ext uri="{FF2B5EF4-FFF2-40B4-BE49-F238E27FC236}">
                        <a16:creationId xmlns:a16="http://schemas.microsoft.com/office/drawing/2014/main" id="{DDDEB4B2-A861-9C7C-F127-E43EDB5473C4}"/>
                      </a:ext>
                    </a:extLst>
                  </p:cNvPr>
                  <p:cNvSpPr/>
                  <p:nvPr/>
                </p:nvSpPr>
                <p:spPr>
                  <a:xfrm>
                    <a:off x="9510860" y="534428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55" name="Freeform 3754">
                    <a:extLst>
                      <a:ext uri="{FF2B5EF4-FFF2-40B4-BE49-F238E27FC236}">
                        <a16:creationId xmlns:a16="http://schemas.microsoft.com/office/drawing/2014/main" id="{76C658D7-EBA8-2E8F-C704-E0A56E3FDB03}"/>
                      </a:ext>
                    </a:extLst>
                  </p:cNvPr>
                  <p:cNvSpPr/>
                  <p:nvPr/>
                </p:nvSpPr>
                <p:spPr>
                  <a:xfrm>
                    <a:off x="9555485" y="485325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56" name="Freeform 3755">
                    <a:extLst>
                      <a:ext uri="{FF2B5EF4-FFF2-40B4-BE49-F238E27FC236}">
                        <a16:creationId xmlns:a16="http://schemas.microsoft.com/office/drawing/2014/main" id="{BA014DBF-890A-0A32-BED2-7123F70BDF03}"/>
                      </a:ext>
                    </a:extLst>
                  </p:cNvPr>
                  <p:cNvSpPr/>
                  <p:nvPr/>
                </p:nvSpPr>
                <p:spPr>
                  <a:xfrm>
                    <a:off x="9534098" y="4487597"/>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57" name="Freeform 3756">
                    <a:extLst>
                      <a:ext uri="{FF2B5EF4-FFF2-40B4-BE49-F238E27FC236}">
                        <a16:creationId xmlns:a16="http://schemas.microsoft.com/office/drawing/2014/main" id="{BA877F16-728D-AC43-7820-27B0E6F0FE23}"/>
                      </a:ext>
                    </a:extLst>
                  </p:cNvPr>
                  <p:cNvSpPr/>
                  <p:nvPr/>
                </p:nvSpPr>
                <p:spPr>
                  <a:xfrm>
                    <a:off x="9436603" y="4972224"/>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5" y="0"/>
                          <a:pt x="5914" y="0"/>
                        </a:cubicBezTo>
                        <a:cubicBezTo>
                          <a:pt x="2654" y="0"/>
                          <a:pt x="0" y="2654"/>
                          <a:pt x="0" y="5915"/>
                        </a:cubicBezTo>
                        <a:cubicBezTo>
                          <a:pt x="0" y="9176"/>
                          <a:pt x="2654" y="11830"/>
                          <a:pt x="5914" y="11830"/>
                        </a:cubicBezTo>
                        <a:cubicBezTo>
                          <a:pt x="9175"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58" name="Freeform 3757">
                    <a:extLst>
                      <a:ext uri="{FF2B5EF4-FFF2-40B4-BE49-F238E27FC236}">
                        <a16:creationId xmlns:a16="http://schemas.microsoft.com/office/drawing/2014/main" id="{2AA5E6C3-82C4-EE3D-4BC5-B3F69B0B2478}"/>
                      </a:ext>
                    </a:extLst>
                  </p:cNvPr>
                  <p:cNvSpPr/>
                  <p:nvPr/>
                </p:nvSpPr>
                <p:spPr>
                  <a:xfrm>
                    <a:off x="9378590" y="5120408"/>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59" name="Freeform 3758">
                    <a:extLst>
                      <a:ext uri="{FF2B5EF4-FFF2-40B4-BE49-F238E27FC236}">
                        <a16:creationId xmlns:a16="http://schemas.microsoft.com/office/drawing/2014/main" id="{4EAB6284-3F21-B85F-BDB1-C8F698DCABF0}"/>
                      </a:ext>
                    </a:extLst>
                  </p:cNvPr>
                  <p:cNvSpPr/>
                  <p:nvPr/>
                </p:nvSpPr>
                <p:spPr>
                  <a:xfrm>
                    <a:off x="9532836" y="4967259"/>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4" y="0"/>
                        </a:cubicBezTo>
                        <a:cubicBezTo>
                          <a:pt x="2654" y="0"/>
                          <a:pt x="0" y="2654"/>
                          <a:pt x="0" y="5915"/>
                        </a:cubicBezTo>
                        <a:cubicBezTo>
                          <a:pt x="0" y="9176"/>
                          <a:pt x="2654" y="11830"/>
                          <a:pt x="5914"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60" name="Freeform 3759">
                    <a:extLst>
                      <a:ext uri="{FF2B5EF4-FFF2-40B4-BE49-F238E27FC236}">
                        <a16:creationId xmlns:a16="http://schemas.microsoft.com/office/drawing/2014/main" id="{703F4552-6976-5E0D-5000-8B1255C42141}"/>
                      </a:ext>
                    </a:extLst>
                  </p:cNvPr>
                  <p:cNvSpPr/>
                  <p:nvPr/>
                </p:nvSpPr>
                <p:spPr>
                  <a:xfrm>
                    <a:off x="9581164" y="4963639"/>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4" y="0"/>
                        </a:cubicBezTo>
                        <a:cubicBezTo>
                          <a:pt x="2654" y="0"/>
                          <a:pt x="0" y="2654"/>
                          <a:pt x="0" y="5915"/>
                        </a:cubicBezTo>
                        <a:cubicBezTo>
                          <a:pt x="0" y="9176"/>
                          <a:pt x="2654" y="11829"/>
                          <a:pt x="5914" y="11829"/>
                        </a:cubicBezTo>
                        <a:cubicBezTo>
                          <a:pt x="9176" y="11829"/>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61" name="Freeform 3760">
                    <a:extLst>
                      <a:ext uri="{FF2B5EF4-FFF2-40B4-BE49-F238E27FC236}">
                        <a16:creationId xmlns:a16="http://schemas.microsoft.com/office/drawing/2014/main" id="{E44F5F2D-C081-1DF0-74E5-13424F3D3D96}"/>
                      </a:ext>
                    </a:extLst>
                  </p:cNvPr>
                  <p:cNvSpPr/>
                  <p:nvPr/>
                </p:nvSpPr>
                <p:spPr>
                  <a:xfrm>
                    <a:off x="9554980" y="5273898"/>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62" name="Freeform 3761">
                    <a:extLst>
                      <a:ext uri="{FF2B5EF4-FFF2-40B4-BE49-F238E27FC236}">
                        <a16:creationId xmlns:a16="http://schemas.microsoft.com/office/drawing/2014/main" id="{91558B6F-A4A8-1370-7AE9-EDBAE0B03AF4}"/>
                      </a:ext>
                    </a:extLst>
                  </p:cNvPr>
                  <p:cNvSpPr/>
                  <p:nvPr/>
                </p:nvSpPr>
                <p:spPr>
                  <a:xfrm>
                    <a:off x="9545718" y="4894009"/>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5" y="0"/>
                          <a:pt x="5914" y="0"/>
                        </a:cubicBezTo>
                        <a:cubicBezTo>
                          <a:pt x="2654" y="0"/>
                          <a:pt x="0" y="2654"/>
                          <a:pt x="0" y="5915"/>
                        </a:cubicBezTo>
                        <a:cubicBezTo>
                          <a:pt x="0" y="9176"/>
                          <a:pt x="2654" y="11830"/>
                          <a:pt x="5914" y="11830"/>
                        </a:cubicBezTo>
                        <a:cubicBezTo>
                          <a:pt x="9175"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63" name="Freeform 3762">
                    <a:extLst>
                      <a:ext uri="{FF2B5EF4-FFF2-40B4-BE49-F238E27FC236}">
                        <a16:creationId xmlns:a16="http://schemas.microsoft.com/office/drawing/2014/main" id="{3E667C64-1650-8F9F-23BD-B53E45F352DC}"/>
                      </a:ext>
                    </a:extLst>
                  </p:cNvPr>
                  <p:cNvSpPr/>
                  <p:nvPr/>
                </p:nvSpPr>
                <p:spPr>
                  <a:xfrm>
                    <a:off x="9460851" y="497567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64" name="Freeform 3763">
                    <a:extLst>
                      <a:ext uri="{FF2B5EF4-FFF2-40B4-BE49-F238E27FC236}">
                        <a16:creationId xmlns:a16="http://schemas.microsoft.com/office/drawing/2014/main" id="{F4302283-6AC6-6D18-43A7-A8ECA2DEEAC8}"/>
                      </a:ext>
                    </a:extLst>
                  </p:cNvPr>
                  <p:cNvSpPr/>
                  <p:nvPr/>
                </p:nvSpPr>
                <p:spPr>
                  <a:xfrm>
                    <a:off x="9440474" y="4290160"/>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5" y="0"/>
                          <a:pt x="5914" y="0"/>
                        </a:cubicBezTo>
                        <a:cubicBezTo>
                          <a:pt x="2654" y="0"/>
                          <a:pt x="0" y="2654"/>
                          <a:pt x="0" y="5915"/>
                        </a:cubicBezTo>
                        <a:cubicBezTo>
                          <a:pt x="0" y="9176"/>
                          <a:pt x="2654" y="11830"/>
                          <a:pt x="5914" y="11830"/>
                        </a:cubicBezTo>
                        <a:cubicBezTo>
                          <a:pt x="9175"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65" name="Freeform 3764">
                    <a:extLst>
                      <a:ext uri="{FF2B5EF4-FFF2-40B4-BE49-F238E27FC236}">
                        <a16:creationId xmlns:a16="http://schemas.microsoft.com/office/drawing/2014/main" id="{F9432910-EB08-95F1-F94A-5E0B06D182FC}"/>
                      </a:ext>
                    </a:extLst>
                  </p:cNvPr>
                  <p:cNvSpPr/>
                  <p:nvPr/>
                </p:nvSpPr>
                <p:spPr>
                  <a:xfrm>
                    <a:off x="9577461" y="4896364"/>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5" y="0"/>
                          <a:pt x="5914" y="0"/>
                        </a:cubicBezTo>
                        <a:cubicBezTo>
                          <a:pt x="2654" y="0"/>
                          <a:pt x="0" y="2654"/>
                          <a:pt x="0" y="5915"/>
                        </a:cubicBezTo>
                        <a:cubicBezTo>
                          <a:pt x="0" y="9176"/>
                          <a:pt x="2654" y="11830"/>
                          <a:pt x="5914" y="11830"/>
                        </a:cubicBezTo>
                        <a:cubicBezTo>
                          <a:pt x="9175"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66" name="Freeform 3765">
                    <a:extLst>
                      <a:ext uri="{FF2B5EF4-FFF2-40B4-BE49-F238E27FC236}">
                        <a16:creationId xmlns:a16="http://schemas.microsoft.com/office/drawing/2014/main" id="{67E3431E-0760-36D1-149C-5A1FE720B9F6}"/>
                      </a:ext>
                    </a:extLst>
                  </p:cNvPr>
                  <p:cNvSpPr/>
                  <p:nvPr/>
                </p:nvSpPr>
                <p:spPr>
                  <a:xfrm>
                    <a:off x="9466744" y="5121082"/>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67" name="Freeform 3766">
                    <a:extLst>
                      <a:ext uri="{FF2B5EF4-FFF2-40B4-BE49-F238E27FC236}">
                        <a16:creationId xmlns:a16="http://schemas.microsoft.com/office/drawing/2014/main" id="{BB22CD7D-F0E8-34D4-C65B-80237B90F72E}"/>
                      </a:ext>
                    </a:extLst>
                  </p:cNvPr>
                  <p:cNvSpPr/>
                  <p:nvPr/>
                </p:nvSpPr>
                <p:spPr>
                  <a:xfrm>
                    <a:off x="9800157" y="4671396"/>
                    <a:ext cx="132858" cy="471658"/>
                  </a:xfrm>
                  <a:custGeom>
                    <a:avLst/>
                    <a:gdLst>
                      <a:gd name="connsiteX0" fmla="*/ 0 w 35488"/>
                      <a:gd name="connsiteY0" fmla="*/ 0 h 125986"/>
                      <a:gd name="connsiteX1" fmla="*/ 35489 w 35488"/>
                      <a:gd name="connsiteY1" fmla="*/ 0 h 125986"/>
                      <a:gd name="connsiteX2" fmla="*/ 35489 w 35488"/>
                      <a:gd name="connsiteY2" fmla="*/ 125987 h 125986"/>
                      <a:gd name="connsiteX3" fmla="*/ 0 w 35488"/>
                      <a:gd name="connsiteY3" fmla="*/ 125987 h 125986"/>
                    </a:gdLst>
                    <a:ahLst/>
                    <a:cxnLst>
                      <a:cxn ang="0">
                        <a:pos x="connsiteX0" y="connsiteY0"/>
                      </a:cxn>
                      <a:cxn ang="0">
                        <a:pos x="connsiteX1" y="connsiteY1"/>
                      </a:cxn>
                      <a:cxn ang="0">
                        <a:pos x="connsiteX2" y="connsiteY2"/>
                      </a:cxn>
                      <a:cxn ang="0">
                        <a:pos x="connsiteX3" y="connsiteY3"/>
                      </a:cxn>
                    </a:cxnLst>
                    <a:rect l="l" t="t" r="r" b="b"/>
                    <a:pathLst>
                      <a:path w="35488" h="125986">
                        <a:moveTo>
                          <a:pt x="0" y="0"/>
                        </a:moveTo>
                        <a:lnTo>
                          <a:pt x="35489" y="0"/>
                        </a:lnTo>
                        <a:lnTo>
                          <a:pt x="35489" y="125987"/>
                        </a:lnTo>
                        <a:lnTo>
                          <a:pt x="0" y="125987"/>
                        </a:lnTo>
                        <a:close/>
                      </a:path>
                    </a:pathLst>
                  </a:custGeom>
                  <a:solidFill>
                    <a:srgbClr val="47BB89">
                      <a:alpha val="45000"/>
                    </a:srgbClr>
                  </a:solidFill>
                  <a:ln w="2249" cap="flat">
                    <a:noFill/>
                    <a:prstDash val="solid"/>
                    <a:miter/>
                  </a:ln>
                </p:spPr>
                <p:txBody>
                  <a:bodyPr rtlCol="0" anchor="ctr"/>
                  <a:lstStyle/>
                  <a:p>
                    <a:endParaRPr lang="en-US"/>
                  </a:p>
                </p:txBody>
              </p:sp>
              <p:sp>
                <p:nvSpPr>
                  <p:cNvPr id="3768" name="Freeform 3767">
                    <a:extLst>
                      <a:ext uri="{FF2B5EF4-FFF2-40B4-BE49-F238E27FC236}">
                        <a16:creationId xmlns:a16="http://schemas.microsoft.com/office/drawing/2014/main" id="{E9797AAB-1310-B937-50F7-188373583510}"/>
                      </a:ext>
                    </a:extLst>
                  </p:cNvPr>
                  <p:cNvSpPr/>
                  <p:nvPr/>
                </p:nvSpPr>
                <p:spPr>
                  <a:xfrm>
                    <a:off x="9800157" y="4671396"/>
                    <a:ext cx="132858" cy="471658"/>
                  </a:xfrm>
                  <a:custGeom>
                    <a:avLst/>
                    <a:gdLst>
                      <a:gd name="connsiteX0" fmla="*/ 0 w 35488"/>
                      <a:gd name="connsiteY0" fmla="*/ 0 h 125986"/>
                      <a:gd name="connsiteX1" fmla="*/ 35489 w 35488"/>
                      <a:gd name="connsiteY1" fmla="*/ 0 h 125986"/>
                      <a:gd name="connsiteX2" fmla="*/ 35489 w 35488"/>
                      <a:gd name="connsiteY2" fmla="*/ 125987 h 125986"/>
                      <a:gd name="connsiteX3" fmla="*/ 0 w 35488"/>
                      <a:gd name="connsiteY3" fmla="*/ 125987 h 125986"/>
                    </a:gdLst>
                    <a:ahLst/>
                    <a:cxnLst>
                      <a:cxn ang="0">
                        <a:pos x="connsiteX0" y="connsiteY0"/>
                      </a:cxn>
                      <a:cxn ang="0">
                        <a:pos x="connsiteX1" y="connsiteY1"/>
                      </a:cxn>
                      <a:cxn ang="0">
                        <a:pos x="connsiteX2" y="connsiteY2"/>
                      </a:cxn>
                      <a:cxn ang="0">
                        <a:pos x="connsiteX3" y="connsiteY3"/>
                      </a:cxn>
                    </a:cxnLst>
                    <a:rect l="l" t="t" r="r" b="b"/>
                    <a:pathLst>
                      <a:path w="35488" h="125986">
                        <a:moveTo>
                          <a:pt x="0" y="0"/>
                        </a:moveTo>
                        <a:lnTo>
                          <a:pt x="35489" y="0"/>
                        </a:lnTo>
                        <a:lnTo>
                          <a:pt x="35489" y="125987"/>
                        </a:lnTo>
                        <a:lnTo>
                          <a:pt x="0" y="125987"/>
                        </a:lnTo>
                        <a:close/>
                      </a:path>
                    </a:pathLst>
                  </a:custGeom>
                  <a:noFill/>
                  <a:ln w="4498" cap="flat">
                    <a:solidFill>
                      <a:srgbClr val="000000"/>
                    </a:solidFill>
                    <a:prstDash val="solid"/>
                    <a:miter/>
                  </a:ln>
                </p:spPr>
                <p:txBody>
                  <a:bodyPr rtlCol="0" anchor="ctr"/>
                  <a:lstStyle/>
                  <a:p>
                    <a:endParaRPr lang="en-US"/>
                  </a:p>
                </p:txBody>
              </p:sp>
              <p:sp>
                <p:nvSpPr>
                  <p:cNvPr id="3769" name="Freeform 3768">
                    <a:extLst>
                      <a:ext uri="{FF2B5EF4-FFF2-40B4-BE49-F238E27FC236}">
                        <a16:creationId xmlns:a16="http://schemas.microsoft.com/office/drawing/2014/main" id="{D86A25F9-30F0-5641-1931-3B2279F65185}"/>
                      </a:ext>
                    </a:extLst>
                  </p:cNvPr>
                  <p:cNvSpPr/>
                  <p:nvPr/>
                </p:nvSpPr>
                <p:spPr>
                  <a:xfrm>
                    <a:off x="9800157" y="4933412"/>
                    <a:ext cx="132858" cy="8416"/>
                  </a:xfrm>
                  <a:custGeom>
                    <a:avLst/>
                    <a:gdLst>
                      <a:gd name="connsiteX0" fmla="*/ 0 w 35488"/>
                      <a:gd name="connsiteY0" fmla="*/ 0 h 2248"/>
                      <a:gd name="connsiteX1" fmla="*/ 35489 w 35488"/>
                      <a:gd name="connsiteY1" fmla="*/ 0 h 2248"/>
                    </a:gdLst>
                    <a:ahLst/>
                    <a:cxnLst>
                      <a:cxn ang="0">
                        <a:pos x="connsiteX0" y="connsiteY0"/>
                      </a:cxn>
                      <a:cxn ang="0">
                        <a:pos x="connsiteX1" y="connsiteY1"/>
                      </a:cxn>
                    </a:cxnLst>
                    <a:rect l="l" t="t" r="r" b="b"/>
                    <a:pathLst>
                      <a:path w="35488" h="2248">
                        <a:moveTo>
                          <a:pt x="0" y="0"/>
                        </a:moveTo>
                        <a:lnTo>
                          <a:pt x="35489" y="0"/>
                        </a:lnTo>
                      </a:path>
                    </a:pathLst>
                  </a:custGeom>
                  <a:ln w="4498" cap="flat">
                    <a:solidFill>
                      <a:srgbClr val="000000"/>
                    </a:solidFill>
                    <a:prstDash val="solid"/>
                    <a:round/>
                  </a:ln>
                </p:spPr>
                <p:txBody>
                  <a:bodyPr rtlCol="0" anchor="ctr"/>
                  <a:lstStyle/>
                  <a:p>
                    <a:endParaRPr lang="en-US"/>
                  </a:p>
                </p:txBody>
              </p:sp>
            </p:grpSp>
          </p:grpSp>
          <p:grpSp>
            <p:nvGrpSpPr>
              <p:cNvPr id="8" name="Group 7">
                <a:extLst>
                  <a:ext uri="{FF2B5EF4-FFF2-40B4-BE49-F238E27FC236}">
                    <a16:creationId xmlns:a16="http://schemas.microsoft.com/office/drawing/2014/main" id="{5ED6055C-AFEB-7930-8107-4E6555568F27}"/>
                  </a:ext>
                </a:extLst>
              </p:cNvPr>
              <p:cNvGrpSpPr/>
              <p:nvPr/>
            </p:nvGrpSpPr>
            <p:grpSpPr>
              <a:xfrm>
                <a:off x="4291680" y="1621276"/>
                <a:ext cx="6209468" cy="2716470"/>
                <a:chOff x="3627059" y="3491486"/>
                <a:chExt cx="6209468" cy="2716470"/>
              </a:xfrm>
            </p:grpSpPr>
            <p:sp>
              <p:nvSpPr>
                <p:cNvPr id="3654" name="Freeform 3653">
                  <a:extLst>
                    <a:ext uri="{FF2B5EF4-FFF2-40B4-BE49-F238E27FC236}">
                      <a16:creationId xmlns:a16="http://schemas.microsoft.com/office/drawing/2014/main" id="{6625E402-9C11-95EB-20B2-66A3622C4BCD}"/>
                    </a:ext>
                  </a:extLst>
                </p:cNvPr>
                <p:cNvSpPr/>
                <p:nvPr/>
              </p:nvSpPr>
              <p:spPr>
                <a:xfrm>
                  <a:off x="4033385" y="3609698"/>
                  <a:ext cx="1112889" cy="55819"/>
                </a:xfrm>
                <a:custGeom>
                  <a:avLst/>
                  <a:gdLst>
                    <a:gd name="connsiteX0" fmla="*/ 0 w 297267"/>
                    <a:gd name="connsiteY0" fmla="*/ 14911 h 14910"/>
                    <a:gd name="connsiteX1" fmla="*/ 0 w 297267"/>
                    <a:gd name="connsiteY1" fmla="*/ 0 h 14910"/>
                    <a:gd name="connsiteX2" fmla="*/ 297267 w 297267"/>
                    <a:gd name="connsiteY2" fmla="*/ 0 h 14910"/>
                    <a:gd name="connsiteX3" fmla="*/ 297267 w 297267"/>
                    <a:gd name="connsiteY3" fmla="*/ 14911 h 14910"/>
                  </a:gdLst>
                  <a:ahLst/>
                  <a:cxnLst>
                    <a:cxn ang="0">
                      <a:pos x="connsiteX0" y="connsiteY0"/>
                    </a:cxn>
                    <a:cxn ang="0">
                      <a:pos x="connsiteX1" y="connsiteY1"/>
                    </a:cxn>
                    <a:cxn ang="0">
                      <a:pos x="connsiteX2" y="connsiteY2"/>
                    </a:cxn>
                    <a:cxn ang="0">
                      <a:pos x="connsiteX3" y="connsiteY3"/>
                    </a:cxn>
                  </a:cxnLst>
                  <a:rect l="l" t="t" r="r" b="b"/>
                  <a:pathLst>
                    <a:path w="297267" h="14910">
                      <a:moveTo>
                        <a:pt x="0" y="14911"/>
                      </a:moveTo>
                      <a:lnTo>
                        <a:pt x="0" y="0"/>
                      </a:lnTo>
                      <a:lnTo>
                        <a:pt x="297267" y="0"/>
                      </a:lnTo>
                      <a:lnTo>
                        <a:pt x="297267" y="14911"/>
                      </a:lnTo>
                    </a:path>
                  </a:pathLst>
                </a:custGeom>
                <a:noFill/>
                <a:ln w="4498" cap="flat">
                  <a:solidFill>
                    <a:srgbClr val="000000"/>
                  </a:solidFill>
                  <a:prstDash val="solid"/>
                  <a:round/>
                </a:ln>
              </p:spPr>
              <p:txBody>
                <a:bodyPr rtlCol="0" anchor="ctr"/>
                <a:lstStyle/>
                <a:p>
                  <a:endParaRPr lang="en-US"/>
                </a:p>
              </p:txBody>
            </p:sp>
            <p:grpSp>
              <p:nvGrpSpPr>
                <p:cNvPr id="3655" name="Graphic 4479">
                  <a:extLst>
                    <a:ext uri="{FF2B5EF4-FFF2-40B4-BE49-F238E27FC236}">
                      <a16:creationId xmlns:a16="http://schemas.microsoft.com/office/drawing/2014/main" id="{48CAE7A4-DB36-EB08-6BDA-9424958601BD}"/>
                    </a:ext>
                  </a:extLst>
                </p:cNvPr>
                <p:cNvGrpSpPr/>
                <p:nvPr/>
              </p:nvGrpSpPr>
              <p:grpSpPr>
                <a:xfrm>
                  <a:off x="4458906" y="3510093"/>
                  <a:ext cx="174031" cy="72239"/>
                  <a:chOff x="4140779" y="2267660"/>
                  <a:chExt cx="46486" cy="19296"/>
                </a:xfrm>
                <a:solidFill>
                  <a:srgbClr val="231F20"/>
                </a:solidFill>
              </p:grpSpPr>
              <p:sp>
                <p:nvSpPr>
                  <p:cNvPr id="3731" name="Freeform 3730">
                    <a:extLst>
                      <a:ext uri="{FF2B5EF4-FFF2-40B4-BE49-F238E27FC236}">
                        <a16:creationId xmlns:a16="http://schemas.microsoft.com/office/drawing/2014/main" id="{2F35E84A-6D49-C99B-B1C3-815833949C66}"/>
                      </a:ext>
                    </a:extLst>
                  </p:cNvPr>
                  <p:cNvSpPr/>
                  <p:nvPr/>
                </p:nvSpPr>
                <p:spPr>
                  <a:xfrm>
                    <a:off x="4140779" y="2267660"/>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8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1 w 20240"/>
                      <a:gd name="connsiteY11" fmla="*/ 17339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8" y="5060"/>
                        </a:lnTo>
                        <a:lnTo>
                          <a:pt x="20241" y="8029"/>
                        </a:lnTo>
                        <a:lnTo>
                          <a:pt x="12549" y="10525"/>
                        </a:lnTo>
                        <a:lnTo>
                          <a:pt x="17609" y="17677"/>
                        </a:lnTo>
                        <a:lnTo>
                          <a:pt x="14978" y="19296"/>
                        </a:lnTo>
                        <a:lnTo>
                          <a:pt x="9985" y="12009"/>
                        </a:lnTo>
                        <a:lnTo>
                          <a:pt x="4723" y="19161"/>
                        </a:lnTo>
                        <a:lnTo>
                          <a:pt x="2361" y="17339"/>
                        </a:lnTo>
                        <a:lnTo>
                          <a:pt x="7556" y="10525"/>
                        </a:lnTo>
                        <a:lnTo>
                          <a:pt x="0" y="7826"/>
                        </a:lnTo>
                        <a:lnTo>
                          <a:pt x="1215" y="4993"/>
                        </a:lnTo>
                        <a:lnTo>
                          <a:pt x="8703" y="7894"/>
                        </a:lnTo>
                        <a:close/>
                      </a:path>
                    </a:pathLst>
                  </a:custGeom>
                  <a:solidFill>
                    <a:srgbClr val="231F20"/>
                  </a:solidFill>
                  <a:ln w="2249" cap="flat">
                    <a:noFill/>
                    <a:prstDash val="solid"/>
                    <a:miter/>
                  </a:ln>
                </p:spPr>
                <p:txBody>
                  <a:bodyPr rtlCol="0" anchor="ctr"/>
                  <a:lstStyle/>
                  <a:p>
                    <a:endParaRPr lang="en-US"/>
                  </a:p>
                </p:txBody>
              </p:sp>
              <p:sp>
                <p:nvSpPr>
                  <p:cNvPr id="3732" name="Freeform 3731">
                    <a:extLst>
                      <a:ext uri="{FF2B5EF4-FFF2-40B4-BE49-F238E27FC236}">
                        <a16:creationId xmlns:a16="http://schemas.microsoft.com/office/drawing/2014/main" id="{A2D9CE7F-3BE1-BC3B-DC12-97A26C0BAD66}"/>
                      </a:ext>
                    </a:extLst>
                  </p:cNvPr>
                  <p:cNvSpPr/>
                  <p:nvPr/>
                </p:nvSpPr>
                <p:spPr>
                  <a:xfrm>
                    <a:off x="4167024" y="2267660"/>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8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1 w 20240"/>
                      <a:gd name="connsiteY11" fmla="*/ 17339 h 19296"/>
                      <a:gd name="connsiteX12" fmla="*/ 7556 w 20240"/>
                      <a:gd name="connsiteY12" fmla="*/ 10525 h 19296"/>
                      <a:gd name="connsiteX13" fmla="*/ 0 w 20240"/>
                      <a:gd name="connsiteY13" fmla="*/ 7826 h 19296"/>
                      <a:gd name="connsiteX14" fmla="*/ 1214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8" y="5060"/>
                        </a:lnTo>
                        <a:lnTo>
                          <a:pt x="20241" y="8029"/>
                        </a:lnTo>
                        <a:lnTo>
                          <a:pt x="12549" y="10525"/>
                        </a:lnTo>
                        <a:lnTo>
                          <a:pt x="17609" y="17677"/>
                        </a:lnTo>
                        <a:lnTo>
                          <a:pt x="14978" y="19296"/>
                        </a:lnTo>
                        <a:lnTo>
                          <a:pt x="9985" y="12009"/>
                        </a:lnTo>
                        <a:lnTo>
                          <a:pt x="4723" y="19161"/>
                        </a:lnTo>
                        <a:lnTo>
                          <a:pt x="2361" y="17339"/>
                        </a:lnTo>
                        <a:lnTo>
                          <a:pt x="7556" y="10525"/>
                        </a:lnTo>
                        <a:lnTo>
                          <a:pt x="0" y="7826"/>
                        </a:lnTo>
                        <a:lnTo>
                          <a:pt x="1214" y="4993"/>
                        </a:lnTo>
                        <a:lnTo>
                          <a:pt x="8703" y="7894"/>
                        </a:lnTo>
                        <a:close/>
                      </a:path>
                    </a:pathLst>
                  </a:custGeom>
                  <a:solidFill>
                    <a:srgbClr val="231F20"/>
                  </a:solidFill>
                  <a:ln w="2249" cap="flat">
                    <a:noFill/>
                    <a:prstDash val="solid"/>
                    <a:miter/>
                  </a:ln>
                </p:spPr>
                <p:txBody>
                  <a:bodyPr rtlCol="0" anchor="ctr"/>
                  <a:lstStyle/>
                  <a:p>
                    <a:endParaRPr lang="en-US"/>
                  </a:p>
                </p:txBody>
              </p:sp>
            </p:grpSp>
            <p:grpSp>
              <p:nvGrpSpPr>
                <p:cNvPr id="3656" name="Group 3655">
                  <a:extLst>
                    <a:ext uri="{FF2B5EF4-FFF2-40B4-BE49-F238E27FC236}">
                      <a16:creationId xmlns:a16="http://schemas.microsoft.com/office/drawing/2014/main" id="{84DED989-3B2E-3AA4-DE77-07C4AAB7E3E1}"/>
                    </a:ext>
                  </a:extLst>
                </p:cNvPr>
                <p:cNvGrpSpPr/>
                <p:nvPr/>
              </p:nvGrpSpPr>
              <p:grpSpPr>
                <a:xfrm>
                  <a:off x="3627059" y="4028484"/>
                  <a:ext cx="851464" cy="2179472"/>
                  <a:chOff x="3627059" y="4028484"/>
                  <a:chExt cx="851464" cy="2179472"/>
                </a:xfrm>
              </p:grpSpPr>
              <p:sp>
                <p:nvSpPr>
                  <p:cNvPr id="3696" name="Freeform 3695">
                    <a:extLst>
                      <a:ext uri="{FF2B5EF4-FFF2-40B4-BE49-F238E27FC236}">
                        <a16:creationId xmlns:a16="http://schemas.microsoft.com/office/drawing/2014/main" id="{15E6FFC0-D52F-360C-4C13-A077758E7ADE}"/>
                      </a:ext>
                    </a:extLst>
                  </p:cNvPr>
                  <p:cNvSpPr/>
                  <p:nvPr/>
                </p:nvSpPr>
                <p:spPr>
                  <a:xfrm>
                    <a:off x="3627059" y="5603942"/>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697" name="Freeform 3696">
                    <a:extLst>
                      <a:ext uri="{FF2B5EF4-FFF2-40B4-BE49-F238E27FC236}">
                        <a16:creationId xmlns:a16="http://schemas.microsoft.com/office/drawing/2014/main" id="{EC07729A-014B-9F96-E406-B71FE165C7A4}"/>
                      </a:ext>
                    </a:extLst>
                  </p:cNvPr>
                  <p:cNvSpPr/>
                  <p:nvPr/>
                </p:nvSpPr>
                <p:spPr>
                  <a:xfrm>
                    <a:off x="3641371" y="5022573"/>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698" name="Freeform 3697">
                    <a:extLst>
                      <a:ext uri="{FF2B5EF4-FFF2-40B4-BE49-F238E27FC236}">
                        <a16:creationId xmlns:a16="http://schemas.microsoft.com/office/drawing/2014/main" id="{979BF6CA-64D8-6EC4-3A3C-D48E4D70E1DC}"/>
                      </a:ext>
                    </a:extLst>
                  </p:cNvPr>
                  <p:cNvSpPr/>
                  <p:nvPr/>
                </p:nvSpPr>
                <p:spPr>
                  <a:xfrm>
                    <a:off x="3639436" y="4731850"/>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699" name="Freeform 3698">
                    <a:extLst>
                      <a:ext uri="{FF2B5EF4-FFF2-40B4-BE49-F238E27FC236}">
                        <a16:creationId xmlns:a16="http://schemas.microsoft.com/office/drawing/2014/main" id="{385C73C1-357A-9A81-611E-74A6E12A3273}"/>
                      </a:ext>
                    </a:extLst>
                  </p:cNvPr>
                  <p:cNvSpPr/>
                  <p:nvPr/>
                </p:nvSpPr>
                <p:spPr>
                  <a:xfrm>
                    <a:off x="4033385" y="4028484"/>
                    <a:ext cx="445138" cy="2179472"/>
                  </a:xfrm>
                  <a:custGeom>
                    <a:avLst/>
                    <a:gdLst>
                      <a:gd name="connsiteX0" fmla="*/ 34859 w 118902"/>
                      <a:gd name="connsiteY0" fmla="*/ 476442 h 582165"/>
                      <a:gd name="connsiteX1" fmla="*/ 38727 w 118902"/>
                      <a:gd name="connsiteY1" fmla="*/ 470167 h 582165"/>
                      <a:gd name="connsiteX2" fmla="*/ 42550 w 118902"/>
                      <a:gd name="connsiteY2" fmla="*/ 463893 h 582165"/>
                      <a:gd name="connsiteX3" fmla="*/ 46216 w 118902"/>
                      <a:gd name="connsiteY3" fmla="*/ 457618 h 582165"/>
                      <a:gd name="connsiteX4" fmla="*/ 49635 w 118902"/>
                      <a:gd name="connsiteY4" fmla="*/ 451366 h 582165"/>
                      <a:gd name="connsiteX5" fmla="*/ 52783 w 118902"/>
                      <a:gd name="connsiteY5" fmla="*/ 445091 h 582165"/>
                      <a:gd name="connsiteX6" fmla="*/ 55594 w 118902"/>
                      <a:gd name="connsiteY6" fmla="*/ 438817 h 582165"/>
                      <a:gd name="connsiteX7" fmla="*/ 58023 w 118902"/>
                      <a:gd name="connsiteY7" fmla="*/ 432542 h 582165"/>
                      <a:gd name="connsiteX8" fmla="*/ 60092 w 118902"/>
                      <a:gd name="connsiteY8" fmla="*/ 426290 h 582165"/>
                      <a:gd name="connsiteX9" fmla="*/ 61846 w 118902"/>
                      <a:gd name="connsiteY9" fmla="*/ 420015 h 582165"/>
                      <a:gd name="connsiteX10" fmla="*/ 63308 w 118902"/>
                      <a:gd name="connsiteY10" fmla="*/ 413741 h 582165"/>
                      <a:gd name="connsiteX11" fmla="*/ 64568 w 118902"/>
                      <a:gd name="connsiteY11" fmla="*/ 407466 h 582165"/>
                      <a:gd name="connsiteX12" fmla="*/ 65760 w 118902"/>
                      <a:gd name="connsiteY12" fmla="*/ 401214 h 582165"/>
                      <a:gd name="connsiteX13" fmla="*/ 66974 w 118902"/>
                      <a:gd name="connsiteY13" fmla="*/ 394939 h 582165"/>
                      <a:gd name="connsiteX14" fmla="*/ 68346 w 118902"/>
                      <a:gd name="connsiteY14" fmla="*/ 388665 h 582165"/>
                      <a:gd name="connsiteX15" fmla="*/ 69988 w 118902"/>
                      <a:gd name="connsiteY15" fmla="*/ 382390 h 582165"/>
                      <a:gd name="connsiteX16" fmla="*/ 71989 w 118902"/>
                      <a:gd name="connsiteY16" fmla="*/ 376138 h 582165"/>
                      <a:gd name="connsiteX17" fmla="*/ 74440 w 118902"/>
                      <a:gd name="connsiteY17" fmla="*/ 369864 h 582165"/>
                      <a:gd name="connsiteX18" fmla="*/ 77364 w 118902"/>
                      <a:gd name="connsiteY18" fmla="*/ 363589 h 582165"/>
                      <a:gd name="connsiteX19" fmla="*/ 80783 w 118902"/>
                      <a:gd name="connsiteY19" fmla="*/ 357314 h 582165"/>
                      <a:gd name="connsiteX20" fmla="*/ 84628 w 118902"/>
                      <a:gd name="connsiteY20" fmla="*/ 351062 h 582165"/>
                      <a:gd name="connsiteX21" fmla="*/ 88834 w 118902"/>
                      <a:gd name="connsiteY21" fmla="*/ 344788 h 582165"/>
                      <a:gd name="connsiteX22" fmla="*/ 93287 w 118902"/>
                      <a:gd name="connsiteY22" fmla="*/ 338513 h 582165"/>
                      <a:gd name="connsiteX23" fmla="*/ 97830 w 118902"/>
                      <a:gd name="connsiteY23" fmla="*/ 332261 h 582165"/>
                      <a:gd name="connsiteX24" fmla="*/ 102328 w 118902"/>
                      <a:gd name="connsiteY24" fmla="*/ 325987 h 582165"/>
                      <a:gd name="connsiteX25" fmla="*/ 106578 w 118902"/>
                      <a:gd name="connsiteY25" fmla="*/ 319712 h 582165"/>
                      <a:gd name="connsiteX26" fmla="*/ 110401 w 118902"/>
                      <a:gd name="connsiteY26" fmla="*/ 313437 h 582165"/>
                      <a:gd name="connsiteX27" fmla="*/ 113662 w 118902"/>
                      <a:gd name="connsiteY27" fmla="*/ 307185 h 582165"/>
                      <a:gd name="connsiteX28" fmla="*/ 116226 w 118902"/>
                      <a:gd name="connsiteY28" fmla="*/ 300911 h 582165"/>
                      <a:gd name="connsiteX29" fmla="*/ 117981 w 118902"/>
                      <a:gd name="connsiteY29" fmla="*/ 294636 h 582165"/>
                      <a:gd name="connsiteX30" fmla="*/ 118880 w 118902"/>
                      <a:gd name="connsiteY30" fmla="*/ 288361 h 582165"/>
                      <a:gd name="connsiteX31" fmla="*/ 118902 w 118902"/>
                      <a:gd name="connsiteY31" fmla="*/ 282109 h 582165"/>
                      <a:gd name="connsiteX32" fmla="*/ 118093 w 118902"/>
                      <a:gd name="connsiteY32" fmla="*/ 275835 h 582165"/>
                      <a:gd name="connsiteX33" fmla="*/ 116496 w 118902"/>
                      <a:gd name="connsiteY33" fmla="*/ 269560 h 582165"/>
                      <a:gd name="connsiteX34" fmla="*/ 114180 w 118902"/>
                      <a:gd name="connsiteY34" fmla="*/ 263286 h 582165"/>
                      <a:gd name="connsiteX35" fmla="*/ 111278 w 118902"/>
                      <a:gd name="connsiteY35" fmla="*/ 257033 h 582165"/>
                      <a:gd name="connsiteX36" fmla="*/ 107905 w 118902"/>
                      <a:gd name="connsiteY36" fmla="*/ 250759 h 582165"/>
                      <a:gd name="connsiteX37" fmla="*/ 104194 w 118902"/>
                      <a:gd name="connsiteY37" fmla="*/ 244484 h 582165"/>
                      <a:gd name="connsiteX38" fmla="*/ 100214 w 118902"/>
                      <a:gd name="connsiteY38" fmla="*/ 238210 h 582165"/>
                      <a:gd name="connsiteX39" fmla="*/ 96053 w 118902"/>
                      <a:gd name="connsiteY39" fmla="*/ 231957 h 582165"/>
                      <a:gd name="connsiteX40" fmla="*/ 91825 w 118902"/>
                      <a:gd name="connsiteY40" fmla="*/ 225683 h 582165"/>
                      <a:gd name="connsiteX41" fmla="*/ 87530 w 118902"/>
                      <a:gd name="connsiteY41" fmla="*/ 219408 h 582165"/>
                      <a:gd name="connsiteX42" fmla="*/ 83234 w 118902"/>
                      <a:gd name="connsiteY42" fmla="*/ 213134 h 582165"/>
                      <a:gd name="connsiteX43" fmla="*/ 78938 w 118902"/>
                      <a:gd name="connsiteY43" fmla="*/ 206882 h 582165"/>
                      <a:gd name="connsiteX44" fmla="*/ 74621 w 118902"/>
                      <a:gd name="connsiteY44" fmla="*/ 200607 h 582165"/>
                      <a:gd name="connsiteX45" fmla="*/ 70280 w 118902"/>
                      <a:gd name="connsiteY45" fmla="*/ 194332 h 582165"/>
                      <a:gd name="connsiteX46" fmla="*/ 65917 w 118902"/>
                      <a:gd name="connsiteY46" fmla="*/ 188080 h 582165"/>
                      <a:gd name="connsiteX47" fmla="*/ 61509 w 118902"/>
                      <a:gd name="connsiteY47" fmla="*/ 181806 h 582165"/>
                      <a:gd name="connsiteX48" fmla="*/ 57056 w 118902"/>
                      <a:gd name="connsiteY48" fmla="*/ 175531 h 582165"/>
                      <a:gd name="connsiteX49" fmla="*/ 52603 w 118902"/>
                      <a:gd name="connsiteY49" fmla="*/ 169257 h 582165"/>
                      <a:gd name="connsiteX50" fmla="*/ 48128 w 118902"/>
                      <a:gd name="connsiteY50" fmla="*/ 163004 h 582165"/>
                      <a:gd name="connsiteX51" fmla="*/ 43697 w 118902"/>
                      <a:gd name="connsiteY51" fmla="*/ 156730 h 582165"/>
                      <a:gd name="connsiteX52" fmla="*/ 39334 w 118902"/>
                      <a:gd name="connsiteY52" fmla="*/ 150455 h 582165"/>
                      <a:gd name="connsiteX53" fmla="*/ 35084 w 118902"/>
                      <a:gd name="connsiteY53" fmla="*/ 144181 h 582165"/>
                      <a:gd name="connsiteX54" fmla="*/ 30991 w 118902"/>
                      <a:gd name="connsiteY54" fmla="*/ 137929 h 582165"/>
                      <a:gd name="connsiteX55" fmla="*/ 27123 w 118902"/>
                      <a:gd name="connsiteY55" fmla="*/ 131654 h 582165"/>
                      <a:gd name="connsiteX56" fmla="*/ 23479 w 118902"/>
                      <a:gd name="connsiteY56" fmla="*/ 125379 h 582165"/>
                      <a:gd name="connsiteX57" fmla="*/ 20106 w 118902"/>
                      <a:gd name="connsiteY57" fmla="*/ 119105 h 582165"/>
                      <a:gd name="connsiteX58" fmla="*/ 17025 w 118902"/>
                      <a:gd name="connsiteY58" fmla="*/ 112853 h 582165"/>
                      <a:gd name="connsiteX59" fmla="*/ 14281 w 118902"/>
                      <a:gd name="connsiteY59" fmla="*/ 106578 h 582165"/>
                      <a:gd name="connsiteX60" fmla="*/ 11830 w 118902"/>
                      <a:gd name="connsiteY60" fmla="*/ 100304 h 582165"/>
                      <a:gd name="connsiteX61" fmla="*/ 9671 w 118902"/>
                      <a:gd name="connsiteY61" fmla="*/ 94029 h 582165"/>
                      <a:gd name="connsiteX62" fmla="*/ 7826 w 118902"/>
                      <a:gd name="connsiteY62" fmla="*/ 87777 h 582165"/>
                      <a:gd name="connsiteX63" fmla="*/ 6252 w 118902"/>
                      <a:gd name="connsiteY63" fmla="*/ 81502 h 582165"/>
                      <a:gd name="connsiteX64" fmla="*/ 4948 w 118902"/>
                      <a:gd name="connsiteY64" fmla="*/ 75228 h 582165"/>
                      <a:gd name="connsiteX65" fmla="*/ 3868 w 118902"/>
                      <a:gd name="connsiteY65" fmla="*/ 68953 h 582165"/>
                      <a:gd name="connsiteX66" fmla="*/ 2969 w 118902"/>
                      <a:gd name="connsiteY66" fmla="*/ 62701 h 582165"/>
                      <a:gd name="connsiteX67" fmla="*/ 2271 w 118902"/>
                      <a:gd name="connsiteY67" fmla="*/ 56426 h 582165"/>
                      <a:gd name="connsiteX68" fmla="*/ 1709 w 118902"/>
                      <a:gd name="connsiteY68" fmla="*/ 50152 h 582165"/>
                      <a:gd name="connsiteX69" fmla="*/ 1260 w 118902"/>
                      <a:gd name="connsiteY69" fmla="*/ 43877 h 582165"/>
                      <a:gd name="connsiteX70" fmla="*/ 922 w 118902"/>
                      <a:gd name="connsiteY70" fmla="*/ 37625 h 582165"/>
                      <a:gd name="connsiteX71" fmla="*/ 675 w 118902"/>
                      <a:gd name="connsiteY71" fmla="*/ 31350 h 582165"/>
                      <a:gd name="connsiteX72" fmla="*/ 472 w 118902"/>
                      <a:gd name="connsiteY72" fmla="*/ 25076 h 582165"/>
                      <a:gd name="connsiteX73" fmla="*/ 337 w 118902"/>
                      <a:gd name="connsiteY73" fmla="*/ 18824 h 582165"/>
                      <a:gd name="connsiteX74" fmla="*/ 225 w 118902"/>
                      <a:gd name="connsiteY74" fmla="*/ 12549 h 582165"/>
                      <a:gd name="connsiteX75" fmla="*/ 158 w 118902"/>
                      <a:gd name="connsiteY75" fmla="*/ 6275 h 582165"/>
                      <a:gd name="connsiteX76" fmla="*/ 113 w 118902"/>
                      <a:gd name="connsiteY76" fmla="*/ 0 h 582165"/>
                      <a:gd name="connsiteX77" fmla="*/ 0 w 118902"/>
                      <a:gd name="connsiteY77" fmla="*/ 0 h 582165"/>
                      <a:gd name="connsiteX78" fmla="*/ 0 w 118902"/>
                      <a:gd name="connsiteY78" fmla="*/ 6275 h 582165"/>
                      <a:gd name="connsiteX79" fmla="*/ 0 w 118902"/>
                      <a:gd name="connsiteY79" fmla="*/ 12549 h 582165"/>
                      <a:gd name="connsiteX80" fmla="*/ 0 w 118902"/>
                      <a:gd name="connsiteY80" fmla="*/ 18824 h 582165"/>
                      <a:gd name="connsiteX81" fmla="*/ 0 w 118902"/>
                      <a:gd name="connsiteY81" fmla="*/ 25076 h 582165"/>
                      <a:gd name="connsiteX82" fmla="*/ 0 w 118902"/>
                      <a:gd name="connsiteY82" fmla="*/ 31350 h 582165"/>
                      <a:gd name="connsiteX83" fmla="*/ 0 w 118902"/>
                      <a:gd name="connsiteY83" fmla="*/ 37625 h 582165"/>
                      <a:gd name="connsiteX84" fmla="*/ 0 w 118902"/>
                      <a:gd name="connsiteY84" fmla="*/ 43877 h 582165"/>
                      <a:gd name="connsiteX85" fmla="*/ 0 w 118902"/>
                      <a:gd name="connsiteY85" fmla="*/ 50152 h 582165"/>
                      <a:gd name="connsiteX86" fmla="*/ 0 w 118902"/>
                      <a:gd name="connsiteY86" fmla="*/ 56426 h 582165"/>
                      <a:gd name="connsiteX87" fmla="*/ 0 w 118902"/>
                      <a:gd name="connsiteY87" fmla="*/ 62701 h 582165"/>
                      <a:gd name="connsiteX88" fmla="*/ 0 w 118902"/>
                      <a:gd name="connsiteY88" fmla="*/ 68953 h 582165"/>
                      <a:gd name="connsiteX89" fmla="*/ 0 w 118902"/>
                      <a:gd name="connsiteY89" fmla="*/ 75228 h 582165"/>
                      <a:gd name="connsiteX90" fmla="*/ 0 w 118902"/>
                      <a:gd name="connsiteY90" fmla="*/ 81502 h 582165"/>
                      <a:gd name="connsiteX91" fmla="*/ 0 w 118902"/>
                      <a:gd name="connsiteY91" fmla="*/ 87777 h 582165"/>
                      <a:gd name="connsiteX92" fmla="*/ 0 w 118902"/>
                      <a:gd name="connsiteY92" fmla="*/ 94029 h 582165"/>
                      <a:gd name="connsiteX93" fmla="*/ 0 w 118902"/>
                      <a:gd name="connsiteY93" fmla="*/ 100304 h 582165"/>
                      <a:gd name="connsiteX94" fmla="*/ 0 w 118902"/>
                      <a:gd name="connsiteY94" fmla="*/ 106578 h 582165"/>
                      <a:gd name="connsiteX95" fmla="*/ 0 w 118902"/>
                      <a:gd name="connsiteY95" fmla="*/ 112853 h 582165"/>
                      <a:gd name="connsiteX96" fmla="*/ 0 w 118902"/>
                      <a:gd name="connsiteY96" fmla="*/ 119105 h 582165"/>
                      <a:gd name="connsiteX97" fmla="*/ 0 w 118902"/>
                      <a:gd name="connsiteY97" fmla="*/ 125379 h 582165"/>
                      <a:gd name="connsiteX98" fmla="*/ 0 w 118902"/>
                      <a:gd name="connsiteY98" fmla="*/ 131654 h 582165"/>
                      <a:gd name="connsiteX99" fmla="*/ 0 w 118902"/>
                      <a:gd name="connsiteY99" fmla="*/ 137929 h 582165"/>
                      <a:gd name="connsiteX100" fmla="*/ 0 w 118902"/>
                      <a:gd name="connsiteY100" fmla="*/ 144181 h 582165"/>
                      <a:gd name="connsiteX101" fmla="*/ 0 w 118902"/>
                      <a:gd name="connsiteY101" fmla="*/ 150455 h 582165"/>
                      <a:gd name="connsiteX102" fmla="*/ 0 w 118902"/>
                      <a:gd name="connsiteY102" fmla="*/ 156730 h 582165"/>
                      <a:gd name="connsiteX103" fmla="*/ 0 w 118902"/>
                      <a:gd name="connsiteY103" fmla="*/ 163004 h 582165"/>
                      <a:gd name="connsiteX104" fmla="*/ 0 w 118902"/>
                      <a:gd name="connsiteY104" fmla="*/ 169257 h 582165"/>
                      <a:gd name="connsiteX105" fmla="*/ 0 w 118902"/>
                      <a:gd name="connsiteY105" fmla="*/ 175531 h 582165"/>
                      <a:gd name="connsiteX106" fmla="*/ 0 w 118902"/>
                      <a:gd name="connsiteY106" fmla="*/ 181806 h 582165"/>
                      <a:gd name="connsiteX107" fmla="*/ 0 w 118902"/>
                      <a:gd name="connsiteY107" fmla="*/ 188080 h 582165"/>
                      <a:gd name="connsiteX108" fmla="*/ 0 w 118902"/>
                      <a:gd name="connsiteY108" fmla="*/ 194332 h 582165"/>
                      <a:gd name="connsiteX109" fmla="*/ 0 w 118902"/>
                      <a:gd name="connsiteY109" fmla="*/ 200607 h 582165"/>
                      <a:gd name="connsiteX110" fmla="*/ 0 w 118902"/>
                      <a:gd name="connsiteY110" fmla="*/ 206882 h 582165"/>
                      <a:gd name="connsiteX111" fmla="*/ 0 w 118902"/>
                      <a:gd name="connsiteY111" fmla="*/ 213134 h 582165"/>
                      <a:gd name="connsiteX112" fmla="*/ 0 w 118902"/>
                      <a:gd name="connsiteY112" fmla="*/ 219408 h 582165"/>
                      <a:gd name="connsiteX113" fmla="*/ 0 w 118902"/>
                      <a:gd name="connsiteY113" fmla="*/ 225683 h 582165"/>
                      <a:gd name="connsiteX114" fmla="*/ 0 w 118902"/>
                      <a:gd name="connsiteY114" fmla="*/ 231957 h 582165"/>
                      <a:gd name="connsiteX115" fmla="*/ 0 w 118902"/>
                      <a:gd name="connsiteY115" fmla="*/ 238210 h 582165"/>
                      <a:gd name="connsiteX116" fmla="*/ 0 w 118902"/>
                      <a:gd name="connsiteY116" fmla="*/ 244484 h 582165"/>
                      <a:gd name="connsiteX117" fmla="*/ 0 w 118902"/>
                      <a:gd name="connsiteY117" fmla="*/ 250759 h 582165"/>
                      <a:gd name="connsiteX118" fmla="*/ 0 w 118902"/>
                      <a:gd name="connsiteY118" fmla="*/ 257033 h 582165"/>
                      <a:gd name="connsiteX119" fmla="*/ 0 w 118902"/>
                      <a:gd name="connsiteY119" fmla="*/ 263286 h 582165"/>
                      <a:gd name="connsiteX120" fmla="*/ 0 w 118902"/>
                      <a:gd name="connsiteY120" fmla="*/ 269560 h 582165"/>
                      <a:gd name="connsiteX121" fmla="*/ 0 w 118902"/>
                      <a:gd name="connsiteY121" fmla="*/ 275835 h 582165"/>
                      <a:gd name="connsiteX122" fmla="*/ 0 w 118902"/>
                      <a:gd name="connsiteY122" fmla="*/ 282109 h 582165"/>
                      <a:gd name="connsiteX123" fmla="*/ 0 w 118902"/>
                      <a:gd name="connsiteY123" fmla="*/ 288361 h 582165"/>
                      <a:gd name="connsiteX124" fmla="*/ 0 w 118902"/>
                      <a:gd name="connsiteY124" fmla="*/ 294636 h 582165"/>
                      <a:gd name="connsiteX125" fmla="*/ 0 w 118902"/>
                      <a:gd name="connsiteY125" fmla="*/ 300911 h 582165"/>
                      <a:gd name="connsiteX126" fmla="*/ 0 w 118902"/>
                      <a:gd name="connsiteY126" fmla="*/ 307185 h 582165"/>
                      <a:gd name="connsiteX127" fmla="*/ 0 w 118902"/>
                      <a:gd name="connsiteY127" fmla="*/ 313437 h 582165"/>
                      <a:gd name="connsiteX128" fmla="*/ 0 w 118902"/>
                      <a:gd name="connsiteY128" fmla="*/ 319712 h 582165"/>
                      <a:gd name="connsiteX129" fmla="*/ 0 w 118902"/>
                      <a:gd name="connsiteY129" fmla="*/ 325987 h 582165"/>
                      <a:gd name="connsiteX130" fmla="*/ 0 w 118902"/>
                      <a:gd name="connsiteY130" fmla="*/ 332261 h 582165"/>
                      <a:gd name="connsiteX131" fmla="*/ 0 w 118902"/>
                      <a:gd name="connsiteY131" fmla="*/ 338513 h 582165"/>
                      <a:gd name="connsiteX132" fmla="*/ 0 w 118902"/>
                      <a:gd name="connsiteY132" fmla="*/ 344788 h 582165"/>
                      <a:gd name="connsiteX133" fmla="*/ 0 w 118902"/>
                      <a:gd name="connsiteY133" fmla="*/ 351062 h 582165"/>
                      <a:gd name="connsiteX134" fmla="*/ 0 w 118902"/>
                      <a:gd name="connsiteY134" fmla="*/ 357314 h 582165"/>
                      <a:gd name="connsiteX135" fmla="*/ 0 w 118902"/>
                      <a:gd name="connsiteY135" fmla="*/ 363589 h 582165"/>
                      <a:gd name="connsiteX136" fmla="*/ 0 w 118902"/>
                      <a:gd name="connsiteY136" fmla="*/ 369864 h 582165"/>
                      <a:gd name="connsiteX137" fmla="*/ 0 w 118902"/>
                      <a:gd name="connsiteY137" fmla="*/ 376138 h 582165"/>
                      <a:gd name="connsiteX138" fmla="*/ 0 w 118902"/>
                      <a:gd name="connsiteY138" fmla="*/ 382390 h 582165"/>
                      <a:gd name="connsiteX139" fmla="*/ 0 w 118902"/>
                      <a:gd name="connsiteY139" fmla="*/ 388665 h 582165"/>
                      <a:gd name="connsiteX140" fmla="*/ 0 w 118902"/>
                      <a:gd name="connsiteY140" fmla="*/ 394939 h 582165"/>
                      <a:gd name="connsiteX141" fmla="*/ 0 w 118902"/>
                      <a:gd name="connsiteY141" fmla="*/ 401214 h 582165"/>
                      <a:gd name="connsiteX142" fmla="*/ 0 w 118902"/>
                      <a:gd name="connsiteY142" fmla="*/ 407466 h 582165"/>
                      <a:gd name="connsiteX143" fmla="*/ 0 w 118902"/>
                      <a:gd name="connsiteY143" fmla="*/ 413741 h 582165"/>
                      <a:gd name="connsiteX144" fmla="*/ 0 w 118902"/>
                      <a:gd name="connsiteY144" fmla="*/ 420015 h 582165"/>
                      <a:gd name="connsiteX145" fmla="*/ 0 w 118902"/>
                      <a:gd name="connsiteY145" fmla="*/ 426290 h 582165"/>
                      <a:gd name="connsiteX146" fmla="*/ 0 w 118902"/>
                      <a:gd name="connsiteY146" fmla="*/ 432542 h 582165"/>
                      <a:gd name="connsiteX147" fmla="*/ 0 w 118902"/>
                      <a:gd name="connsiteY147" fmla="*/ 438817 h 582165"/>
                      <a:gd name="connsiteX148" fmla="*/ 0 w 118902"/>
                      <a:gd name="connsiteY148" fmla="*/ 445091 h 582165"/>
                      <a:gd name="connsiteX149" fmla="*/ 0 w 118902"/>
                      <a:gd name="connsiteY149" fmla="*/ 451366 h 582165"/>
                      <a:gd name="connsiteX150" fmla="*/ 0 w 118902"/>
                      <a:gd name="connsiteY150" fmla="*/ 457618 h 582165"/>
                      <a:gd name="connsiteX151" fmla="*/ 0 w 118902"/>
                      <a:gd name="connsiteY151" fmla="*/ 463893 h 582165"/>
                      <a:gd name="connsiteX152" fmla="*/ 0 w 118902"/>
                      <a:gd name="connsiteY152" fmla="*/ 470167 h 582165"/>
                      <a:gd name="connsiteX153" fmla="*/ 0 w 118902"/>
                      <a:gd name="connsiteY153" fmla="*/ 476442 h 582165"/>
                      <a:gd name="connsiteX154" fmla="*/ 0 w 118902"/>
                      <a:gd name="connsiteY154" fmla="*/ 482694 h 582165"/>
                      <a:gd name="connsiteX155" fmla="*/ 0 w 118902"/>
                      <a:gd name="connsiteY155" fmla="*/ 488968 h 582165"/>
                      <a:gd name="connsiteX156" fmla="*/ 0 w 118902"/>
                      <a:gd name="connsiteY156" fmla="*/ 495243 h 582165"/>
                      <a:gd name="connsiteX157" fmla="*/ 0 w 118902"/>
                      <a:gd name="connsiteY157" fmla="*/ 501495 h 582165"/>
                      <a:gd name="connsiteX158" fmla="*/ 0 w 118902"/>
                      <a:gd name="connsiteY158" fmla="*/ 507770 h 582165"/>
                      <a:gd name="connsiteX159" fmla="*/ 0 w 118902"/>
                      <a:gd name="connsiteY159" fmla="*/ 514044 h 582165"/>
                      <a:gd name="connsiteX160" fmla="*/ 0 w 118902"/>
                      <a:gd name="connsiteY160" fmla="*/ 520319 h 582165"/>
                      <a:gd name="connsiteX161" fmla="*/ 0 w 118902"/>
                      <a:gd name="connsiteY161" fmla="*/ 526571 h 582165"/>
                      <a:gd name="connsiteX162" fmla="*/ 0 w 118902"/>
                      <a:gd name="connsiteY162" fmla="*/ 532846 h 582165"/>
                      <a:gd name="connsiteX163" fmla="*/ 0 w 118902"/>
                      <a:gd name="connsiteY163" fmla="*/ 539120 h 582165"/>
                      <a:gd name="connsiteX164" fmla="*/ 0 w 118902"/>
                      <a:gd name="connsiteY164" fmla="*/ 545395 h 582165"/>
                      <a:gd name="connsiteX165" fmla="*/ 0 w 118902"/>
                      <a:gd name="connsiteY165" fmla="*/ 551647 h 582165"/>
                      <a:gd name="connsiteX166" fmla="*/ 0 w 118902"/>
                      <a:gd name="connsiteY166" fmla="*/ 557921 h 582165"/>
                      <a:gd name="connsiteX167" fmla="*/ 0 w 118902"/>
                      <a:gd name="connsiteY167" fmla="*/ 564196 h 582165"/>
                      <a:gd name="connsiteX168" fmla="*/ 0 w 118902"/>
                      <a:gd name="connsiteY168" fmla="*/ 570471 h 582165"/>
                      <a:gd name="connsiteX169" fmla="*/ 0 w 118902"/>
                      <a:gd name="connsiteY169" fmla="*/ 576723 h 582165"/>
                      <a:gd name="connsiteX170" fmla="*/ 0 w 118902"/>
                      <a:gd name="connsiteY170" fmla="*/ 582165 h 582165"/>
                      <a:gd name="connsiteX171" fmla="*/ 787 w 118902"/>
                      <a:gd name="connsiteY171" fmla="*/ 582165 h 582165"/>
                      <a:gd name="connsiteX172" fmla="*/ 967 w 118902"/>
                      <a:gd name="connsiteY172" fmla="*/ 582165 h 582165"/>
                      <a:gd name="connsiteX173" fmla="*/ 1237 w 118902"/>
                      <a:gd name="connsiteY173" fmla="*/ 576723 h 582165"/>
                      <a:gd name="connsiteX174" fmla="*/ 1687 w 118902"/>
                      <a:gd name="connsiteY174" fmla="*/ 570471 h 582165"/>
                      <a:gd name="connsiteX175" fmla="*/ 2249 w 118902"/>
                      <a:gd name="connsiteY175" fmla="*/ 564196 h 582165"/>
                      <a:gd name="connsiteX176" fmla="*/ 2969 w 118902"/>
                      <a:gd name="connsiteY176" fmla="*/ 557921 h 582165"/>
                      <a:gd name="connsiteX177" fmla="*/ 3846 w 118902"/>
                      <a:gd name="connsiteY177" fmla="*/ 551647 h 582165"/>
                      <a:gd name="connsiteX178" fmla="*/ 4948 w 118902"/>
                      <a:gd name="connsiteY178" fmla="*/ 545395 h 582165"/>
                      <a:gd name="connsiteX179" fmla="*/ 6275 w 118902"/>
                      <a:gd name="connsiteY179" fmla="*/ 539120 h 582165"/>
                      <a:gd name="connsiteX180" fmla="*/ 7871 w 118902"/>
                      <a:gd name="connsiteY180" fmla="*/ 532846 h 582165"/>
                      <a:gd name="connsiteX181" fmla="*/ 9760 w 118902"/>
                      <a:gd name="connsiteY181" fmla="*/ 526571 h 582165"/>
                      <a:gd name="connsiteX182" fmla="*/ 11942 w 118902"/>
                      <a:gd name="connsiteY182" fmla="*/ 520319 h 582165"/>
                      <a:gd name="connsiteX183" fmla="*/ 14416 w 118902"/>
                      <a:gd name="connsiteY183" fmla="*/ 514044 h 582165"/>
                      <a:gd name="connsiteX184" fmla="*/ 17227 w 118902"/>
                      <a:gd name="connsiteY184" fmla="*/ 507770 h 582165"/>
                      <a:gd name="connsiteX185" fmla="*/ 20308 w 118902"/>
                      <a:gd name="connsiteY185" fmla="*/ 501495 h 582165"/>
                      <a:gd name="connsiteX186" fmla="*/ 23682 w 118902"/>
                      <a:gd name="connsiteY186" fmla="*/ 495243 h 582165"/>
                      <a:gd name="connsiteX187" fmla="*/ 27257 w 118902"/>
                      <a:gd name="connsiteY187" fmla="*/ 488968 h 582165"/>
                      <a:gd name="connsiteX188" fmla="*/ 31013 w 118902"/>
                      <a:gd name="connsiteY188" fmla="*/ 482694 h 582165"/>
                      <a:gd name="connsiteX189" fmla="*/ 34859 w 118902"/>
                      <a:gd name="connsiteY189" fmla="*/ 476442 h 5821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18902" h="582165">
                        <a:moveTo>
                          <a:pt x="34859" y="476442"/>
                        </a:moveTo>
                        <a:lnTo>
                          <a:pt x="38727" y="470167"/>
                        </a:lnTo>
                        <a:lnTo>
                          <a:pt x="42550" y="463893"/>
                        </a:lnTo>
                        <a:lnTo>
                          <a:pt x="46216" y="457618"/>
                        </a:lnTo>
                        <a:lnTo>
                          <a:pt x="49635" y="451366"/>
                        </a:lnTo>
                        <a:lnTo>
                          <a:pt x="52783" y="445091"/>
                        </a:lnTo>
                        <a:lnTo>
                          <a:pt x="55594" y="438817"/>
                        </a:lnTo>
                        <a:lnTo>
                          <a:pt x="58023" y="432542"/>
                        </a:lnTo>
                        <a:lnTo>
                          <a:pt x="60092" y="426290"/>
                        </a:lnTo>
                        <a:lnTo>
                          <a:pt x="61846" y="420015"/>
                        </a:lnTo>
                        <a:lnTo>
                          <a:pt x="63308" y="413741"/>
                        </a:lnTo>
                        <a:lnTo>
                          <a:pt x="64568" y="407466"/>
                        </a:lnTo>
                        <a:lnTo>
                          <a:pt x="65760" y="401214"/>
                        </a:lnTo>
                        <a:lnTo>
                          <a:pt x="66974" y="394939"/>
                        </a:lnTo>
                        <a:lnTo>
                          <a:pt x="68346" y="388665"/>
                        </a:lnTo>
                        <a:lnTo>
                          <a:pt x="69988" y="382390"/>
                        </a:lnTo>
                        <a:lnTo>
                          <a:pt x="71989" y="376138"/>
                        </a:lnTo>
                        <a:lnTo>
                          <a:pt x="74440" y="369864"/>
                        </a:lnTo>
                        <a:lnTo>
                          <a:pt x="77364" y="363589"/>
                        </a:lnTo>
                        <a:lnTo>
                          <a:pt x="80783" y="357314"/>
                        </a:lnTo>
                        <a:lnTo>
                          <a:pt x="84628" y="351062"/>
                        </a:lnTo>
                        <a:lnTo>
                          <a:pt x="88834" y="344788"/>
                        </a:lnTo>
                        <a:lnTo>
                          <a:pt x="93287" y="338513"/>
                        </a:lnTo>
                        <a:lnTo>
                          <a:pt x="97830" y="332261"/>
                        </a:lnTo>
                        <a:lnTo>
                          <a:pt x="102328" y="325987"/>
                        </a:lnTo>
                        <a:lnTo>
                          <a:pt x="106578" y="319712"/>
                        </a:lnTo>
                        <a:lnTo>
                          <a:pt x="110401" y="313437"/>
                        </a:lnTo>
                        <a:lnTo>
                          <a:pt x="113662" y="307185"/>
                        </a:lnTo>
                        <a:lnTo>
                          <a:pt x="116226" y="300911"/>
                        </a:lnTo>
                        <a:lnTo>
                          <a:pt x="117981" y="294636"/>
                        </a:lnTo>
                        <a:lnTo>
                          <a:pt x="118880" y="288361"/>
                        </a:lnTo>
                        <a:lnTo>
                          <a:pt x="118902" y="282109"/>
                        </a:lnTo>
                        <a:lnTo>
                          <a:pt x="118093" y="275835"/>
                        </a:lnTo>
                        <a:lnTo>
                          <a:pt x="116496" y="269560"/>
                        </a:lnTo>
                        <a:lnTo>
                          <a:pt x="114180" y="263286"/>
                        </a:lnTo>
                        <a:lnTo>
                          <a:pt x="111278" y="257033"/>
                        </a:lnTo>
                        <a:lnTo>
                          <a:pt x="107905" y="250759"/>
                        </a:lnTo>
                        <a:lnTo>
                          <a:pt x="104194" y="244484"/>
                        </a:lnTo>
                        <a:lnTo>
                          <a:pt x="100214" y="238210"/>
                        </a:lnTo>
                        <a:lnTo>
                          <a:pt x="96053" y="231957"/>
                        </a:lnTo>
                        <a:lnTo>
                          <a:pt x="91825" y="225683"/>
                        </a:lnTo>
                        <a:lnTo>
                          <a:pt x="87530" y="219408"/>
                        </a:lnTo>
                        <a:lnTo>
                          <a:pt x="83234" y="213134"/>
                        </a:lnTo>
                        <a:lnTo>
                          <a:pt x="78938" y="206882"/>
                        </a:lnTo>
                        <a:lnTo>
                          <a:pt x="74621" y="200607"/>
                        </a:lnTo>
                        <a:lnTo>
                          <a:pt x="70280" y="194332"/>
                        </a:lnTo>
                        <a:lnTo>
                          <a:pt x="65917" y="188080"/>
                        </a:lnTo>
                        <a:lnTo>
                          <a:pt x="61509" y="181806"/>
                        </a:lnTo>
                        <a:lnTo>
                          <a:pt x="57056" y="175531"/>
                        </a:lnTo>
                        <a:lnTo>
                          <a:pt x="52603" y="169257"/>
                        </a:lnTo>
                        <a:lnTo>
                          <a:pt x="48128" y="163004"/>
                        </a:lnTo>
                        <a:lnTo>
                          <a:pt x="43697" y="156730"/>
                        </a:lnTo>
                        <a:lnTo>
                          <a:pt x="39334" y="150455"/>
                        </a:lnTo>
                        <a:lnTo>
                          <a:pt x="35084" y="144181"/>
                        </a:lnTo>
                        <a:lnTo>
                          <a:pt x="30991" y="137929"/>
                        </a:lnTo>
                        <a:lnTo>
                          <a:pt x="27123" y="131654"/>
                        </a:lnTo>
                        <a:lnTo>
                          <a:pt x="23479" y="125379"/>
                        </a:lnTo>
                        <a:lnTo>
                          <a:pt x="20106" y="119105"/>
                        </a:lnTo>
                        <a:lnTo>
                          <a:pt x="17025" y="112853"/>
                        </a:lnTo>
                        <a:lnTo>
                          <a:pt x="14281" y="106578"/>
                        </a:lnTo>
                        <a:lnTo>
                          <a:pt x="11830" y="100304"/>
                        </a:lnTo>
                        <a:lnTo>
                          <a:pt x="9671" y="94029"/>
                        </a:lnTo>
                        <a:lnTo>
                          <a:pt x="7826" y="87777"/>
                        </a:lnTo>
                        <a:lnTo>
                          <a:pt x="6252" y="81502"/>
                        </a:lnTo>
                        <a:lnTo>
                          <a:pt x="4948" y="75228"/>
                        </a:lnTo>
                        <a:lnTo>
                          <a:pt x="3868" y="68953"/>
                        </a:lnTo>
                        <a:lnTo>
                          <a:pt x="2969" y="62701"/>
                        </a:lnTo>
                        <a:lnTo>
                          <a:pt x="2271" y="56426"/>
                        </a:lnTo>
                        <a:lnTo>
                          <a:pt x="1709" y="50152"/>
                        </a:lnTo>
                        <a:lnTo>
                          <a:pt x="1260" y="43877"/>
                        </a:lnTo>
                        <a:lnTo>
                          <a:pt x="922" y="37625"/>
                        </a:lnTo>
                        <a:lnTo>
                          <a:pt x="675" y="31350"/>
                        </a:lnTo>
                        <a:lnTo>
                          <a:pt x="472" y="25076"/>
                        </a:lnTo>
                        <a:lnTo>
                          <a:pt x="337" y="18824"/>
                        </a:lnTo>
                        <a:lnTo>
                          <a:pt x="225" y="12549"/>
                        </a:lnTo>
                        <a:lnTo>
                          <a:pt x="158" y="6275"/>
                        </a:lnTo>
                        <a:lnTo>
                          <a:pt x="113" y="0"/>
                        </a:lnTo>
                        <a:lnTo>
                          <a:pt x="0" y="0"/>
                        </a:lnTo>
                        <a:lnTo>
                          <a:pt x="0" y="6275"/>
                        </a:lnTo>
                        <a:lnTo>
                          <a:pt x="0" y="12549"/>
                        </a:lnTo>
                        <a:lnTo>
                          <a:pt x="0" y="18824"/>
                        </a:lnTo>
                        <a:lnTo>
                          <a:pt x="0" y="25076"/>
                        </a:lnTo>
                        <a:lnTo>
                          <a:pt x="0" y="31350"/>
                        </a:lnTo>
                        <a:lnTo>
                          <a:pt x="0" y="37625"/>
                        </a:lnTo>
                        <a:lnTo>
                          <a:pt x="0" y="43877"/>
                        </a:lnTo>
                        <a:lnTo>
                          <a:pt x="0" y="50152"/>
                        </a:lnTo>
                        <a:lnTo>
                          <a:pt x="0" y="56426"/>
                        </a:lnTo>
                        <a:lnTo>
                          <a:pt x="0" y="62701"/>
                        </a:lnTo>
                        <a:lnTo>
                          <a:pt x="0" y="68953"/>
                        </a:lnTo>
                        <a:lnTo>
                          <a:pt x="0" y="75228"/>
                        </a:lnTo>
                        <a:lnTo>
                          <a:pt x="0" y="81502"/>
                        </a:lnTo>
                        <a:lnTo>
                          <a:pt x="0" y="87777"/>
                        </a:lnTo>
                        <a:lnTo>
                          <a:pt x="0" y="94029"/>
                        </a:lnTo>
                        <a:lnTo>
                          <a:pt x="0" y="100304"/>
                        </a:lnTo>
                        <a:lnTo>
                          <a:pt x="0" y="106578"/>
                        </a:lnTo>
                        <a:lnTo>
                          <a:pt x="0" y="112853"/>
                        </a:lnTo>
                        <a:lnTo>
                          <a:pt x="0" y="119105"/>
                        </a:lnTo>
                        <a:lnTo>
                          <a:pt x="0" y="125379"/>
                        </a:lnTo>
                        <a:lnTo>
                          <a:pt x="0" y="131654"/>
                        </a:lnTo>
                        <a:lnTo>
                          <a:pt x="0" y="137929"/>
                        </a:lnTo>
                        <a:lnTo>
                          <a:pt x="0" y="144181"/>
                        </a:lnTo>
                        <a:lnTo>
                          <a:pt x="0" y="150455"/>
                        </a:lnTo>
                        <a:lnTo>
                          <a:pt x="0" y="156730"/>
                        </a:lnTo>
                        <a:lnTo>
                          <a:pt x="0" y="163004"/>
                        </a:lnTo>
                        <a:lnTo>
                          <a:pt x="0" y="169257"/>
                        </a:lnTo>
                        <a:lnTo>
                          <a:pt x="0" y="175531"/>
                        </a:lnTo>
                        <a:lnTo>
                          <a:pt x="0" y="181806"/>
                        </a:lnTo>
                        <a:lnTo>
                          <a:pt x="0" y="188080"/>
                        </a:lnTo>
                        <a:lnTo>
                          <a:pt x="0" y="194332"/>
                        </a:lnTo>
                        <a:lnTo>
                          <a:pt x="0" y="200607"/>
                        </a:lnTo>
                        <a:lnTo>
                          <a:pt x="0" y="206882"/>
                        </a:lnTo>
                        <a:lnTo>
                          <a:pt x="0" y="213134"/>
                        </a:lnTo>
                        <a:lnTo>
                          <a:pt x="0" y="219408"/>
                        </a:lnTo>
                        <a:lnTo>
                          <a:pt x="0" y="225683"/>
                        </a:lnTo>
                        <a:lnTo>
                          <a:pt x="0" y="231957"/>
                        </a:lnTo>
                        <a:lnTo>
                          <a:pt x="0" y="238210"/>
                        </a:lnTo>
                        <a:lnTo>
                          <a:pt x="0" y="244484"/>
                        </a:lnTo>
                        <a:lnTo>
                          <a:pt x="0" y="250759"/>
                        </a:lnTo>
                        <a:lnTo>
                          <a:pt x="0" y="257033"/>
                        </a:lnTo>
                        <a:lnTo>
                          <a:pt x="0" y="263286"/>
                        </a:lnTo>
                        <a:lnTo>
                          <a:pt x="0" y="269560"/>
                        </a:lnTo>
                        <a:lnTo>
                          <a:pt x="0" y="275835"/>
                        </a:lnTo>
                        <a:lnTo>
                          <a:pt x="0" y="282109"/>
                        </a:lnTo>
                        <a:lnTo>
                          <a:pt x="0" y="288361"/>
                        </a:lnTo>
                        <a:lnTo>
                          <a:pt x="0" y="294636"/>
                        </a:lnTo>
                        <a:lnTo>
                          <a:pt x="0" y="300911"/>
                        </a:lnTo>
                        <a:lnTo>
                          <a:pt x="0" y="307185"/>
                        </a:lnTo>
                        <a:lnTo>
                          <a:pt x="0" y="313437"/>
                        </a:lnTo>
                        <a:lnTo>
                          <a:pt x="0" y="319712"/>
                        </a:lnTo>
                        <a:lnTo>
                          <a:pt x="0" y="325987"/>
                        </a:lnTo>
                        <a:lnTo>
                          <a:pt x="0" y="332261"/>
                        </a:lnTo>
                        <a:lnTo>
                          <a:pt x="0" y="338513"/>
                        </a:lnTo>
                        <a:lnTo>
                          <a:pt x="0" y="344788"/>
                        </a:lnTo>
                        <a:lnTo>
                          <a:pt x="0" y="351062"/>
                        </a:lnTo>
                        <a:lnTo>
                          <a:pt x="0" y="357314"/>
                        </a:lnTo>
                        <a:lnTo>
                          <a:pt x="0" y="363589"/>
                        </a:lnTo>
                        <a:lnTo>
                          <a:pt x="0" y="369864"/>
                        </a:lnTo>
                        <a:lnTo>
                          <a:pt x="0" y="376138"/>
                        </a:lnTo>
                        <a:lnTo>
                          <a:pt x="0" y="382390"/>
                        </a:lnTo>
                        <a:lnTo>
                          <a:pt x="0" y="388665"/>
                        </a:lnTo>
                        <a:lnTo>
                          <a:pt x="0" y="394939"/>
                        </a:lnTo>
                        <a:lnTo>
                          <a:pt x="0" y="401214"/>
                        </a:lnTo>
                        <a:lnTo>
                          <a:pt x="0" y="407466"/>
                        </a:lnTo>
                        <a:lnTo>
                          <a:pt x="0" y="413741"/>
                        </a:lnTo>
                        <a:lnTo>
                          <a:pt x="0" y="420015"/>
                        </a:lnTo>
                        <a:lnTo>
                          <a:pt x="0" y="426290"/>
                        </a:lnTo>
                        <a:lnTo>
                          <a:pt x="0" y="432542"/>
                        </a:lnTo>
                        <a:lnTo>
                          <a:pt x="0" y="438817"/>
                        </a:lnTo>
                        <a:lnTo>
                          <a:pt x="0" y="445091"/>
                        </a:lnTo>
                        <a:lnTo>
                          <a:pt x="0" y="451366"/>
                        </a:lnTo>
                        <a:lnTo>
                          <a:pt x="0" y="457618"/>
                        </a:lnTo>
                        <a:lnTo>
                          <a:pt x="0" y="463893"/>
                        </a:lnTo>
                        <a:lnTo>
                          <a:pt x="0" y="470167"/>
                        </a:lnTo>
                        <a:lnTo>
                          <a:pt x="0" y="476442"/>
                        </a:lnTo>
                        <a:lnTo>
                          <a:pt x="0" y="482694"/>
                        </a:lnTo>
                        <a:lnTo>
                          <a:pt x="0" y="488968"/>
                        </a:lnTo>
                        <a:lnTo>
                          <a:pt x="0" y="495243"/>
                        </a:lnTo>
                        <a:lnTo>
                          <a:pt x="0" y="501495"/>
                        </a:lnTo>
                        <a:lnTo>
                          <a:pt x="0" y="507770"/>
                        </a:lnTo>
                        <a:lnTo>
                          <a:pt x="0" y="514044"/>
                        </a:lnTo>
                        <a:lnTo>
                          <a:pt x="0" y="520319"/>
                        </a:lnTo>
                        <a:lnTo>
                          <a:pt x="0" y="526571"/>
                        </a:lnTo>
                        <a:lnTo>
                          <a:pt x="0" y="532846"/>
                        </a:lnTo>
                        <a:lnTo>
                          <a:pt x="0" y="539120"/>
                        </a:lnTo>
                        <a:lnTo>
                          <a:pt x="0" y="545395"/>
                        </a:lnTo>
                        <a:lnTo>
                          <a:pt x="0" y="551647"/>
                        </a:lnTo>
                        <a:lnTo>
                          <a:pt x="0" y="557921"/>
                        </a:lnTo>
                        <a:lnTo>
                          <a:pt x="0" y="564196"/>
                        </a:lnTo>
                        <a:lnTo>
                          <a:pt x="0" y="570471"/>
                        </a:lnTo>
                        <a:lnTo>
                          <a:pt x="0" y="576723"/>
                        </a:lnTo>
                        <a:lnTo>
                          <a:pt x="0" y="582165"/>
                        </a:lnTo>
                        <a:lnTo>
                          <a:pt x="787" y="582165"/>
                        </a:lnTo>
                        <a:lnTo>
                          <a:pt x="967" y="582165"/>
                        </a:lnTo>
                        <a:lnTo>
                          <a:pt x="1237" y="576723"/>
                        </a:lnTo>
                        <a:lnTo>
                          <a:pt x="1687" y="570471"/>
                        </a:lnTo>
                        <a:lnTo>
                          <a:pt x="2249" y="564196"/>
                        </a:lnTo>
                        <a:lnTo>
                          <a:pt x="2969" y="557921"/>
                        </a:lnTo>
                        <a:lnTo>
                          <a:pt x="3846" y="551647"/>
                        </a:lnTo>
                        <a:lnTo>
                          <a:pt x="4948" y="545395"/>
                        </a:lnTo>
                        <a:lnTo>
                          <a:pt x="6275" y="539120"/>
                        </a:lnTo>
                        <a:lnTo>
                          <a:pt x="7871" y="532846"/>
                        </a:lnTo>
                        <a:lnTo>
                          <a:pt x="9760" y="526571"/>
                        </a:lnTo>
                        <a:lnTo>
                          <a:pt x="11942" y="520319"/>
                        </a:lnTo>
                        <a:lnTo>
                          <a:pt x="14416" y="514044"/>
                        </a:lnTo>
                        <a:lnTo>
                          <a:pt x="17227" y="507770"/>
                        </a:lnTo>
                        <a:lnTo>
                          <a:pt x="20308" y="501495"/>
                        </a:lnTo>
                        <a:lnTo>
                          <a:pt x="23682" y="495243"/>
                        </a:lnTo>
                        <a:lnTo>
                          <a:pt x="27257" y="488968"/>
                        </a:lnTo>
                        <a:lnTo>
                          <a:pt x="31013" y="482694"/>
                        </a:lnTo>
                        <a:lnTo>
                          <a:pt x="34859" y="476442"/>
                        </a:lnTo>
                        <a:close/>
                      </a:path>
                    </a:pathLst>
                  </a:custGeom>
                  <a:solidFill>
                    <a:srgbClr val="B4E4FA">
                      <a:alpha val="50000"/>
                    </a:srgbClr>
                  </a:solidFill>
                  <a:ln w="2249" cap="flat">
                    <a:noFill/>
                    <a:prstDash val="solid"/>
                    <a:miter/>
                  </a:ln>
                </p:spPr>
                <p:txBody>
                  <a:bodyPr rtlCol="0" anchor="ctr"/>
                  <a:lstStyle/>
                  <a:p>
                    <a:endParaRPr lang="en-US"/>
                  </a:p>
                </p:txBody>
              </p:sp>
              <p:sp>
                <p:nvSpPr>
                  <p:cNvPr id="3700" name="Freeform 3699">
                    <a:extLst>
                      <a:ext uri="{FF2B5EF4-FFF2-40B4-BE49-F238E27FC236}">
                        <a16:creationId xmlns:a16="http://schemas.microsoft.com/office/drawing/2014/main" id="{97C302AF-5F01-6D0F-7DE9-7B6BCB38BC07}"/>
                      </a:ext>
                    </a:extLst>
                  </p:cNvPr>
                  <p:cNvSpPr/>
                  <p:nvPr/>
                </p:nvSpPr>
                <p:spPr>
                  <a:xfrm>
                    <a:off x="3686247" y="5429487"/>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20"/>
                          <a:pt x="5960" y="11920"/>
                        </a:cubicBezTo>
                        <a:cubicBezTo>
                          <a:pt x="9243" y="11920"/>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01" name="Freeform 3700">
                    <a:extLst>
                      <a:ext uri="{FF2B5EF4-FFF2-40B4-BE49-F238E27FC236}">
                        <a16:creationId xmlns:a16="http://schemas.microsoft.com/office/drawing/2014/main" id="{C799C385-EA0B-8738-E04B-DB33DDB04246}"/>
                      </a:ext>
                    </a:extLst>
                  </p:cNvPr>
                  <p:cNvSpPr/>
                  <p:nvPr/>
                </p:nvSpPr>
                <p:spPr>
                  <a:xfrm>
                    <a:off x="3716220" y="5145248"/>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20"/>
                          <a:pt x="5960" y="11920"/>
                        </a:cubicBezTo>
                        <a:cubicBezTo>
                          <a:pt x="9243" y="11920"/>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02" name="Freeform 3701">
                    <a:extLst>
                      <a:ext uri="{FF2B5EF4-FFF2-40B4-BE49-F238E27FC236}">
                        <a16:creationId xmlns:a16="http://schemas.microsoft.com/office/drawing/2014/main" id="{CDB0C2B2-BAD1-6CCD-A6D0-8056F14C492A}"/>
                      </a:ext>
                    </a:extLst>
                  </p:cNvPr>
                  <p:cNvSpPr/>
                  <p:nvPr/>
                </p:nvSpPr>
                <p:spPr>
                  <a:xfrm>
                    <a:off x="3753773" y="5022573"/>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03" name="Freeform 3702">
                    <a:extLst>
                      <a:ext uri="{FF2B5EF4-FFF2-40B4-BE49-F238E27FC236}">
                        <a16:creationId xmlns:a16="http://schemas.microsoft.com/office/drawing/2014/main" id="{1315DEEB-AD34-EC01-E8EA-B870E2D3D155}"/>
                      </a:ext>
                    </a:extLst>
                  </p:cNvPr>
                  <p:cNvSpPr/>
                  <p:nvPr/>
                </p:nvSpPr>
                <p:spPr>
                  <a:xfrm>
                    <a:off x="3710495" y="5022573"/>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04" name="Freeform 3703">
                    <a:extLst>
                      <a:ext uri="{FF2B5EF4-FFF2-40B4-BE49-F238E27FC236}">
                        <a16:creationId xmlns:a16="http://schemas.microsoft.com/office/drawing/2014/main" id="{0AF9CFE2-3332-52FD-8D6E-594CAAC2E298}"/>
                      </a:ext>
                    </a:extLst>
                  </p:cNvPr>
                  <p:cNvSpPr/>
                  <p:nvPr/>
                </p:nvSpPr>
                <p:spPr>
                  <a:xfrm>
                    <a:off x="3777093" y="4848123"/>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05" name="Freeform 3704">
                    <a:extLst>
                      <a:ext uri="{FF2B5EF4-FFF2-40B4-BE49-F238E27FC236}">
                        <a16:creationId xmlns:a16="http://schemas.microsoft.com/office/drawing/2014/main" id="{45EE9543-379C-3DE5-F9EA-5147B29F08F9}"/>
                      </a:ext>
                    </a:extLst>
                  </p:cNvPr>
                  <p:cNvSpPr/>
                  <p:nvPr/>
                </p:nvSpPr>
                <p:spPr>
                  <a:xfrm>
                    <a:off x="3728933" y="5608655"/>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20"/>
                          <a:pt x="5960" y="11920"/>
                        </a:cubicBezTo>
                        <a:cubicBezTo>
                          <a:pt x="9243" y="11920"/>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06" name="Freeform 3705">
                    <a:extLst>
                      <a:ext uri="{FF2B5EF4-FFF2-40B4-BE49-F238E27FC236}">
                        <a16:creationId xmlns:a16="http://schemas.microsoft.com/office/drawing/2014/main" id="{ADAD0770-82E2-0ED2-CD7D-89F6859C02DB}"/>
                      </a:ext>
                    </a:extLst>
                  </p:cNvPr>
                  <p:cNvSpPr/>
                  <p:nvPr/>
                </p:nvSpPr>
                <p:spPr>
                  <a:xfrm>
                    <a:off x="3748637" y="5080668"/>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07" name="Freeform 3706">
                    <a:extLst>
                      <a:ext uri="{FF2B5EF4-FFF2-40B4-BE49-F238E27FC236}">
                        <a16:creationId xmlns:a16="http://schemas.microsoft.com/office/drawing/2014/main" id="{3D09FC25-9793-7DE3-9D43-D1A684191BDA}"/>
                      </a:ext>
                    </a:extLst>
                  </p:cNvPr>
                  <p:cNvSpPr/>
                  <p:nvPr/>
                </p:nvSpPr>
                <p:spPr>
                  <a:xfrm>
                    <a:off x="3761096" y="5628864"/>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20"/>
                          <a:pt x="5960" y="11920"/>
                        </a:cubicBezTo>
                        <a:cubicBezTo>
                          <a:pt x="9243" y="11920"/>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08" name="Freeform 3707">
                    <a:extLst>
                      <a:ext uri="{FF2B5EF4-FFF2-40B4-BE49-F238E27FC236}">
                        <a16:creationId xmlns:a16="http://schemas.microsoft.com/office/drawing/2014/main" id="{DB6484AB-E01A-CB90-DD29-62C7707898E9}"/>
                      </a:ext>
                    </a:extLst>
                  </p:cNvPr>
                  <p:cNvSpPr/>
                  <p:nvPr/>
                </p:nvSpPr>
                <p:spPr>
                  <a:xfrm rot="20194800">
                    <a:off x="3663912" y="5779092"/>
                    <a:ext cx="44622" cy="44622"/>
                  </a:xfrm>
                  <a:custGeom>
                    <a:avLst/>
                    <a:gdLst>
                      <a:gd name="connsiteX0" fmla="*/ 11919 w 11919"/>
                      <a:gd name="connsiteY0" fmla="*/ 5960 h 11919"/>
                      <a:gd name="connsiteX1" fmla="*/ 5960 w 11919"/>
                      <a:gd name="connsiteY1" fmla="*/ 11920 h 11919"/>
                      <a:gd name="connsiteX2" fmla="*/ 0 w 11919"/>
                      <a:gd name="connsiteY2" fmla="*/ 5960 h 11919"/>
                      <a:gd name="connsiteX3" fmla="*/ 5960 w 11919"/>
                      <a:gd name="connsiteY3" fmla="*/ 0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9251"/>
                          <a:pt x="9251" y="11920"/>
                          <a:pt x="5960" y="11920"/>
                        </a:cubicBezTo>
                        <a:cubicBezTo>
                          <a:pt x="2668" y="11920"/>
                          <a:pt x="0" y="9251"/>
                          <a:pt x="0" y="5960"/>
                        </a:cubicBezTo>
                        <a:cubicBezTo>
                          <a:pt x="0" y="2668"/>
                          <a:pt x="2668" y="0"/>
                          <a:pt x="5960" y="0"/>
                        </a:cubicBezTo>
                        <a:cubicBezTo>
                          <a:pt x="9251" y="0"/>
                          <a:pt x="11919" y="2668"/>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09" name="Freeform 3708">
                    <a:extLst>
                      <a:ext uri="{FF2B5EF4-FFF2-40B4-BE49-F238E27FC236}">
                        <a16:creationId xmlns:a16="http://schemas.microsoft.com/office/drawing/2014/main" id="{A36A4D05-E5F2-6CED-6FF7-2E324055BAE7}"/>
                      </a:ext>
                    </a:extLst>
                  </p:cNvPr>
                  <p:cNvSpPr/>
                  <p:nvPr/>
                </p:nvSpPr>
                <p:spPr>
                  <a:xfrm>
                    <a:off x="3714284" y="5608655"/>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20"/>
                          <a:pt x="5960" y="11920"/>
                        </a:cubicBezTo>
                        <a:cubicBezTo>
                          <a:pt x="9243" y="11920"/>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10" name="Freeform 3709">
                    <a:extLst>
                      <a:ext uri="{FF2B5EF4-FFF2-40B4-BE49-F238E27FC236}">
                        <a16:creationId xmlns:a16="http://schemas.microsoft.com/office/drawing/2014/main" id="{28A9B5A0-0AF4-5C7E-BD23-0F2487C4FD06}"/>
                      </a:ext>
                    </a:extLst>
                  </p:cNvPr>
                  <p:cNvSpPr/>
                  <p:nvPr/>
                </p:nvSpPr>
                <p:spPr>
                  <a:xfrm>
                    <a:off x="3745859" y="5255119"/>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11" name="Freeform 3710">
                    <a:extLst>
                      <a:ext uri="{FF2B5EF4-FFF2-40B4-BE49-F238E27FC236}">
                        <a16:creationId xmlns:a16="http://schemas.microsoft.com/office/drawing/2014/main" id="{65B25C6A-1702-43F9-7382-C90D1EAA4972}"/>
                      </a:ext>
                    </a:extLst>
                  </p:cNvPr>
                  <p:cNvSpPr/>
                  <p:nvPr/>
                </p:nvSpPr>
                <p:spPr>
                  <a:xfrm>
                    <a:off x="3776086" y="5497855"/>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20"/>
                          <a:pt x="5960" y="11920"/>
                        </a:cubicBezTo>
                        <a:cubicBezTo>
                          <a:pt x="9243" y="11920"/>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12" name="Freeform 3711">
                    <a:extLst>
                      <a:ext uri="{FF2B5EF4-FFF2-40B4-BE49-F238E27FC236}">
                        <a16:creationId xmlns:a16="http://schemas.microsoft.com/office/drawing/2014/main" id="{612F61A0-9EE6-CBDE-5D14-59EFAFD6525B}"/>
                      </a:ext>
                    </a:extLst>
                  </p:cNvPr>
                  <p:cNvSpPr/>
                  <p:nvPr/>
                </p:nvSpPr>
                <p:spPr>
                  <a:xfrm>
                    <a:off x="3693742" y="4673754"/>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13" name="Freeform 3712">
                    <a:extLst>
                      <a:ext uri="{FF2B5EF4-FFF2-40B4-BE49-F238E27FC236}">
                        <a16:creationId xmlns:a16="http://schemas.microsoft.com/office/drawing/2014/main" id="{CC6B4B16-701C-B0E7-6DAB-78DBA3A2559D}"/>
                      </a:ext>
                    </a:extLst>
                  </p:cNvPr>
                  <p:cNvSpPr/>
                  <p:nvPr/>
                </p:nvSpPr>
                <p:spPr>
                  <a:xfrm>
                    <a:off x="3793344" y="4906300"/>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14" name="Freeform 3713">
                    <a:extLst>
                      <a:ext uri="{FF2B5EF4-FFF2-40B4-BE49-F238E27FC236}">
                        <a16:creationId xmlns:a16="http://schemas.microsoft.com/office/drawing/2014/main" id="{1EC4778E-EA94-A630-38E7-2F5FC2750B95}"/>
                      </a:ext>
                    </a:extLst>
                  </p:cNvPr>
                  <p:cNvSpPr/>
                  <p:nvPr/>
                </p:nvSpPr>
                <p:spPr>
                  <a:xfrm>
                    <a:off x="3654927" y="5022573"/>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15" name="Freeform 3714">
                    <a:extLst>
                      <a:ext uri="{FF2B5EF4-FFF2-40B4-BE49-F238E27FC236}">
                        <a16:creationId xmlns:a16="http://schemas.microsoft.com/office/drawing/2014/main" id="{767CA7D7-F16C-3EC5-6393-33DF0C5F6C11}"/>
                      </a:ext>
                    </a:extLst>
                  </p:cNvPr>
                  <p:cNvSpPr/>
                  <p:nvPr/>
                </p:nvSpPr>
                <p:spPr>
                  <a:xfrm>
                    <a:off x="3707718" y="5138846"/>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16" name="Freeform 3715">
                    <a:extLst>
                      <a:ext uri="{FF2B5EF4-FFF2-40B4-BE49-F238E27FC236}">
                        <a16:creationId xmlns:a16="http://schemas.microsoft.com/office/drawing/2014/main" id="{5FD01B27-B3FE-3826-BA2A-4861700E8DF6}"/>
                      </a:ext>
                    </a:extLst>
                  </p:cNvPr>
                  <p:cNvSpPr/>
                  <p:nvPr/>
                </p:nvSpPr>
                <p:spPr>
                  <a:xfrm>
                    <a:off x="3678415" y="4557481"/>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17" name="Freeform 3716">
                    <a:extLst>
                      <a:ext uri="{FF2B5EF4-FFF2-40B4-BE49-F238E27FC236}">
                        <a16:creationId xmlns:a16="http://schemas.microsoft.com/office/drawing/2014/main" id="{22ECE4D7-E70B-CCAE-B16C-FFF289266BAA}"/>
                      </a:ext>
                    </a:extLst>
                  </p:cNvPr>
                  <p:cNvSpPr/>
                  <p:nvPr/>
                </p:nvSpPr>
                <p:spPr>
                  <a:xfrm>
                    <a:off x="3672354" y="4790027"/>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18" name="Freeform 3717">
                    <a:extLst>
                      <a:ext uri="{FF2B5EF4-FFF2-40B4-BE49-F238E27FC236}">
                        <a16:creationId xmlns:a16="http://schemas.microsoft.com/office/drawing/2014/main" id="{9C2AD8BF-7E35-DA28-19C2-2DF4E24331E5}"/>
                      </a:ext>
                    </a:extLst>
                  </p:cNvPr>
                  <p:cNvSpPr/>
                  <p:nvPr/>
                </p:nvSpPr>
                <p:spPr>
                  <a:xfrm>
                    <a:off x="3808413" y="5083783"/>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19" name="Freeform 3718">
                    <a:extLst>
                      <a:ext uri="{FF2B5EF4-FFF2-40B4-BE49-F238E27FC236}">
                        <a16:creationId xmlns:a16="http://schemas.microsoft.com/office/drawing/2014/main" id="{C535242C-2A25-0741-7BE7-A93B2EB25237}"/>
                      </a:ext>
                    </a:extLst>
                  </p:cNvPr>
                  <p:cNvSpPr/>
                  <p:nvPr/>
                </p:nvSpPr>
                <p:spPr>
                  <a:xfrm>
                    <a:off x="3802520" y="5022573"/>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20" name="Freeform 3719">
                    <a:extLst>
                      <a:ext uri="{FF2B5EF4-FFF2-40B4-BE49-F238E27FC236}">
                        <a16:creationId xmlns:a16="http://schemas.microsoft.com/office/drawing/2014/main" id="{0BC753A5-F8C7-4E64-DB2C-4EC4E6493538}"/>
                      </a:ext>
                    </a:extLst>
                  </p:cNvPr>
                  <p:cNvSpPr/>
                  <p:nvPr/>
                </p:nvSpPr>
                <p:spPr>
                  <a:xfrm>
                    <a:off x="3787703" y="5151140"/>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21" name="Freeform 3720">
                    <a:extLst>
                      <a:ext uri="{FF2B5EF4-FFF2-40B4-BE49-F238E27FC236}">
                        <a16:creationId xmlns:a16="http://schemas.microsoft.com/office/drawing/2014/main" id="{DDCEC05E-315C-813A-350B-EF3F9F333972}"/>
                      </a:ext>
                    </a:extLst>
                  </p:cNvPr>
                  <p:cNvSpPr/>
                  <p:nvPr/>
                </p:nvSpPr>
                <p:spPr>
                  <a:xfrm>
                    <a:off x="3644404" y="5603942"/>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22" name="Freeform 3721">
                    <a:extLst>
                      <a:ext uri="{FF2B5EF4-FFF2-40B4-BE49-F238E27FC236}">
                        <a16:creationId xmlns:a16="http://schemas.microsoft.com/office/drawing/2014/main" id="{7232678D-A717-A59F-A38A-8858E3EFC5D4}"/>
                      </a:ext>
                    </a:extLst>
                  </p:cNvPr>
                  <p:cNvSpPr/>
                  <p:nvPr/>
                </p:nvSpPr>
                <p:spPr>
                  <a:xfrm>
                    <a:off x="3745436" y="4731850"/>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23" name="Freeform 3722">
                    <a:extLst>
                      <a:ext uri="{FF2B5EF4-FFF2-40B4-BE49-F238E27FC236}">
                        <a16:creationId xmlns:a16="http://schemas.microsoft.com/office/drawing/2014/main" id="{51800988-3039-8AE9-3E96-8412A7412AA0}"/>
                      </a:ext>
                    </a:extLst>
                  </p:cNvPr>
                  <p:cNvSpPr/>
                  <p:nvPr/>
                </p:nvSpPr>
                <p:spPr>
                  <a:xfrm>
                    <a:off x="3702330" y="5196941"/>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24" name="Freeform 3723">
                    <a:extLst>
                      <a:ext uri="{FF2B5EF4-FFF2-40B4-BE49-F238E27FC236}">
                        <a16:creationId xmlns:a16="http://schemas.microsoft.com/office/drawing/2014/main" id="{3B44A68D-65EF-D3A3-DDFA-C1E71E3C0A58}"/>
                      </a:ext>
                    </a:extLst>
                  </p:cNvPr>
                  <p:cNvSpPr/>
                  <p:nvPr/>
                </p:nvSpPr>
                <p:spPr>
                  <a:xfrm>
                    <a:off x="3723123" y="5138846"/>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25" name="Freeform 3724">
                    <a:extLst>
                      <a:ext uri="{FF2B5EF4-FFF2-40B4-BE49-F238E27FC236}">
                        <a16:creationId xmlns:a16="http://schemas.microsoft.com/office/drawing/2014/main" id="{20A388C0-AFBD-D928-D7DC-1CC8A4D3E994}"/>
                      </a:ext>
                    </a:extLst>
                  </p:cNvPr>
                  <p:cNvSpPr/>
                  <p:nvPr/>
                </p:nvSpPr>
                <p:spPr>
                  <a:xfrm>
                    <a:off x="3724557" y="5304544"/>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26" name="Freeform 3725">
                    <a:extLst>
                      <a:ext uri="{FF2B5EF4-FFF2-40B4-BE49-F238E27FC236}">
                        <a16:creationId xmlns:a16="http://schemas.microsoft.com/office/drawing/2014/main" id="{54462A1C-3263-3B00-F75C-07E7973BA43D}"/>
                      </a:ext>
                    </a:extLst>
                  </p:cNvPr>
                  <p:cNvSpPr/>
                  <p:nvPr/>
                </p:nvSpPr>
                <p:spPr>
                  <a:xfrm>
                    <a:off x="3777347" y="5138846"/>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27" name="Freeform 3726">
                    <a:extLst>
                      <a:ext uri="{FF2B5EF4-FFF2-40B4-BE49-F238E27FC236}">
                        <a16:creationId xmlns:a16="http://schemas.microsoft.com/office/drawing/2014/main" id="{591F99BE-9C6B-F3AA-CE37-733BA4D41E7D}"/>
                      </a:ext>
                    </a:extLst>
                  </p:cNvPr>
                  <p:cNvSpPr/>
                  <p:nvPr/>
                </p:nvSpPr>
                <p:spPr>
                  <a:xfrm>
                    <a:off x="3732808" y="4731850"/>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3728" name="Freeform 3727">
                    <a:extLst>
                      <a:ext uri="{FF2B5EF4-FFF2-40B4-BE49-F238E27FC236}">
                        <a16:creationId xmlns:a16="http://schemas.microsoft.com/office/drawing/2014/main" id="{953F33D2-5F69-5702-229E-24C6E231B745}"/>
                      </a:ext>
                    </a:extLst>
                  </p:cNvPr>
                  <p:cNvSpPr/>
                  <p:nvPr/>
                </p:nvSpPr>
                <p:spPr>
                  <a:xfrm>
                    <a:off x="3966616" y="4957660"/>
                    <a:ext cx="133532" cy="462902"/>
                  </a:xfrm>
                  <a:custGeom>
                    <a:avLst/>
                    <a:gdLst>
                      <a:gd name="connsiteX0" fmla="*/ 0 w 35668"/>
                      <a:gd name="connsiteY0" fmla="*/ 0 h 123647"/>
                      <a:gd name="connsiteX1" fmla="*/ 35669 w 35668"/>
                      <a:gd name="connsiteY1" fmla="*/ 0 h 123647"/>
                      <a:gd name="connsiteX2" fmla="*/ 35669 w 35668"/>
                      <a:gd name="connsiteY2" fmla="*/ 123648 h 123647"/>
                      <a:gd name="connsiteX3" fmla="*/ 0 w 35668"/>
                      <a:gd name="connsiteY3" fmla="*/ 123648 h 123647"/>
                    </a:gdLst>
                    <a:ahLst/>
                    <a:cxnLst>
                      <a:cxn ang="0">
                        <a:pos x="connsiteX0" y="connsiteY0"/>
                      </a:cxn>
                      <a:cxn ang="0">
                        <a:pos x="connsiteX1" y="connsiteY1"/>
                      </a:cxn>
                      <a:cxn ang="0">
                        <a:pos x="connsiteX2" y="connsiteY2"/>
                      </a:cxn>
                      <a:cxn ang="0">
                        <a:pos x="connsiteX3" y="connsiteY3"/>
                      </a:cxn>
                    </a:cxnLst>
                    <a:rect l="l" t="t" r="r" b="b"/>
                    <a:pathLst>
                      <a:path w="35668" h="123647">
                        <a:moveTo>
                          <a:pt x="0" y="0"/>
                        </a:moveTo>
                        <a:lnTo>
                          <a:pt x="35669" y="0"/>
                        </a:lnTo>
                        <a:lnTo>
                          <a:pt x="35669" y="123648"/>
                        </a:lnTo>
                        <a:lnTo>
                          <a:pt x="0" y="123648"/>
                        </a:lnTo>
                        <a:close/>
                      </a:path>
                    </a:pathLst>
                  </a:custGeom>
                  <a:solidFill>
                    <a:srgbClr val="B4E4FA"/>
                  </a:solidFill>
                  <a:ln w="2249" cap="flat">
                    <a:noFill/>
                    <a:prstDash val="solid"/>
                    <a:miter/>
                  </a:ln>
                </p:spPr>
                <p:txBody>
                  <a:bodyPr rtlCol="0" anchor="ctr"/>
                  <a:lstStyle/>
                  <a:p>
                    <a:endParaRPr lang="en-US"/>
                  </a:p>
                </p:txBody>
              </p:sp>
              <p:sp>
                <p:nvSpPr>
                  <p:cNvPr id="3729" name="Freeform 3728">
                    <a:extLst>
                      <a:ext uri="{FF2B5EF4-FFF2-40B4-BE49-F238E27FC236}">
                        <a16:creationId xmlns:a16="http://schemas.microsoft.com/office/drawing/2014/main" id="{320A6016-201D-4747-C04C-D0C9F3351483}"/>
                      </a:ext>
                    </a:extLst>
                  </p:cNvPr>
                  <p:cNvSpPr/>
                  <p:nvPr/>
                </p:nvSpPr>
                <p:spPr>
                  <a:xfrm>
                    <a:off x="3966616" y="4957660"/>
                    <a:ext cx="133532" cy="462902"/>
                  </a:xfrm>
                  <a:custGeom>
                    <a:avLst/>
                    <a:gdLst>
                      <a:gd name="connsiteX0" fmla="*/ 0 w 35668"/>
                      <a:gd name="connsiteY0" fmla="*/ 0 h 123647"/>
                      <a:gd name="connsiteX1" fmla="*/ 35669 w 35668"/>
                      <a:gd name="connsiteY1" fmla="*/ 0 h 123647"/>
                      <a:gd name="connsiteX2" fmla="*/ 35669 w 35668"/>
                      <a:gd name="connsiteY2" fmla="*/ 123648 h 123647"/>
                      <a:gd name="connsiteX3" fmla="*/ 0 w 35668"/>
                      <a:gd name="connsiteY3" fmla="*/ 123648 h 123647"/>
                    </a:gdLst>
                    <a:ahLst/>
                    <a:cxnLst>
                      <a:cxn ang="0">
                        <a:pos x="connsiteX0" y="connsiteY0"/>
                      </a:cxn>
                      <a:cxn ang="0">
                        <a:pos x="connsiteX1" y="connsiteY1"/>
                      </a:cxn>
                      <a:cxn ang="0">
                        <a:pos x="connsiteX2" y="connsiteY2"/>
                      </a:cxn>
                      <a:cxn ang="0">
                        <a:pos x="connsiteX3" y="connsiteY3"/>
                      </a:cxn>
                    </a:cxnLst>
                    <a:rect l="l" t="t" r="r" b="b"/>
                    <a:pathLst>
                      <a:path w="35668" h="123647">
                        <a:moveTo>
                          <a:pt x="0" y="0"/>
                        </a:moveTo>
                        <a:lnTo>
                          <a:pt x="35669" y="0"/>
                        </a:lnTo>
                        <a:lnTo>
                          <a:pt x="35669" y="123648"/>
                        </a:lnTo>
                        <a:lnTo>
                          <a:pt x="0" y="123648"/>
                        </a:lnTo>
                        <a:close/>
                      </a:path>
                    </a:pathLst>
                  </a:custGeom>
                  <a:noFill/>
                  <a:ln w="4498" cap="flat">
                    <a:solidFill>
                      <a:srgbClr val="000000"/>
                    </a:solidFill>
                    <a:prstDash val="solid"/>
                    <a:miter/>
                  </a:ln>
                </p:spPr>
                <p:txBody>
                  <a:bodyPr rtlCol="0" anchor="ctr"/>
                  <a:lstStyle/>
                  <a:p>
                    <a:endParaRPr lang="en-US"/>
                  </a:p>
                </p:txBody>
              </p:sp>
              <p:sp>
                <p:nvSpPr>
                  <p:cNvPr id="3730" name="Freeform 3729">
                    <a:extLst>
                      <a:ext uri="{FF2B5EF4-FFF2-40B4-BE49-F238E27FC236}">
                        <a16:creationId xmlns:a16="http://schemas.microsoft.com/office/drawing/2014/main" id="{68401D3E-CA8D-09CD-EFB6-3FBC1E55F4A5}"/>
                      </a:ext>
                    </a:extLst>
                  </p:cNvPr>
                  <p:cNvSpPr/>
                  <p:nvPr/>
                </p:nvSpPr>
                <p:spPr>
                  <a:xfrm>
                    <a:off x="3966616" y="5161159"/>
                    <a:ext cx="133532" cy="8416"/>
                  </a:xfrm>
                  <a:custGeom>
                    <a:avLst/>
                    <a:gdLst>
                      <a:gd name="connsiteX0" fmla="*/ 0 w 35668"/>
                      <a:gd name="connsiteY0" fmla="*/ 0 h 2248"/>
                      <a:gd name="connsiteX1" fmla="*/ 35669 w 35668"/>
                      <a:gd name="connsiteY1" fmla="*/ 0 h 2248"/>
                    </a:gdLst>
                    <a:ahLst/>
                    <a:cxnLst>
                      <a:cxn ang="0">
                        <a:pos x="connsiteX0" y="connsiteY0"/>
                      </a:cxn>
                      <a:cxn ang="0">
                        <a:pos x="connsiteX1" y="connsiteY1"/>
                      </a:cxn>
                    </a:cxnLst>
                    <a:rect l="l" t="t" r="r" b="b"/>
                    <a:pathLst>
                      <a:path w="35668" h="2248">
                        <a:moveTo>
                          <a:pt x="0" y="0"/>
                        </a:moveTo>
                        <a:lnTo>
                          <a:pt x="35669" y="0"/>
                        </a:lnTo>
                      </a:path>
                    </a:pathLst>
                  </a:custGeom>
                  <a:ln w="4498" cap="flat">
                    <a:solidFill>
                      <a:srgbClr val="000000"/>
                    </a:solidFill>
                    <a:prstDash val="solid"/>
                    <a:round/>
                  </a:ln>
                </p:spPr>
                <p:txBody>
                  <a:bodyPr rtlCol="0" anchor="ctr"/>
                  <a:lstStyle/>
                  <a:p>
                    <a:endParaRPr lang="en-US"/>
                  </a:p>
                </p:txBody>
              </p:sp>
            </p:grpSp>
            <p:grpSp>
              <p:nvGrpSpPr>
                <p:cNvPr id="3657" name="Group 3656">
                  <a:extLst>
                    <a:ext uri="{FF2B5EF4-FFF2-40B4-BE49-F238E27FC236}">
                      <a16:creationId xmlns:a16="http://schemas.microsoft.com/office/drawing/2014/main" id="{D6FFEEFE-0167-7C7A-809E-0F2303C5B46A}"/>
                    </a:ext>
                  </a:extLst>
                </p:cNvPr>
                <p:cNvGrpSpPr/>
                <p:nvPr/>
              </p:nvGrpSpPr>
              <p:grpSpPr>
                <a:xfrm>
                  <a:off x="8268734" y="3852517"/>
                  <a:ext cx="847416" cy="2220473"/>
                  <a:chOff x="8268734" y="3852517"/>
                  <a:chExt cx="847416" cy="2220473"/>
                </a:xfrm>
              </p:grpSpPr>
              <p:grpSp>
                <p:nvGrpSpPr>
                  <p:cNvPr id="3660" name="Group 3659">
                    <a:extLst>
                      <a:ext uri="{FF2B5EF4-FFF2-40B4-BE49-F238E27FC236}">
                        <a16:creationId xmlns:a16="http://schemas.microsoft.com/office/drawing/2014/main" id="{3A325908-D7AC-E826-368D-79F42C168220}"/>
                      </a:ext>
                    </a:extLst>
                  </p:cNvPr>
                  <p:cNvGrpSpPr/>
                  <p:nvPr/>
                </p:nvGrpSpPr>
                <p:grpSpPr>
                  <a:xfrm>
                    <a:off x="8268734" y="3852517"/>
                    <a:ext cx="847416" cy="2220473"/>
                    <a:chOff x="8268734" y="3852517"/>
                    <a:chExt cx="847416" cy="2220473"/>
                  </a:xfrm>
                </p:grpSpPr>
                <p:sp>
                  <p:nvSpPr>
                    <p:cNvPr id="3664" name="Freeform 3663">
                      <a:extLst>
                        <a:ext uri="{FF2B5EF4-FFF2-40B4-BE49-F238E27FC236}">
                          <a16:creationId xmlns:a16="http://schemas.microsoft.com/office/drawing/2014/main" id="{93C9E44F-56EF-9A93-B6BE-9E49DE79C241}"/>
                        </a:ext>
                      </a:extLst>
                    </p:cNvPr>
                    <p:cNvSpPr/>
                    <p:nvPr/>
                  </p:nvSpPr>
                  <p:spPr>
                    <a:xfrm>
                      <a:off x="8673371" y="3852517"/>
                      <a:ext cx="442779" cy="2220473"/>
                    </a:xfrm>
                    <a:custGeom>
                      <a:avLst/>
                      <a:gdLst>
                        <a:gd name="connsiteX0" fmla="*/ 135 w 118272"/>
                        <a:gd name="connsiteY0" fmla="*/ 587113 h 593117"/>
                        <a:gd name="connsiteX1" fmla="*/ 203 w 118272"/>
                        <a:gd name="connsiteY1" fmla="*/ 581131 h 593117"/>
                        <a:gd name="connsiteX2" fmla="*/ 315 w 118272"/>
                        <a:gd name="connsiteY2" fmla="*/ 575149 h 593117"/>
                        <a:gd name="connsiteX3" fmla="*/ 450 w 118272"/>
                        <a:gd name="connsiteY3" fmla="*/ 569144 h 593117"/>
                        <a:gd name="connsiteX4" fmla="*/ 652 w 118272"/>
                        <a:gd name="connsiteY4" fmla="*/ 563162 h 593117"/>
                        <a:gd name="connsiteX5" fmla="*/ 922 w 118272"/>
                        <a:gd name="connsiteY5" fmla="*/ 557157 h 593117"/>
                        <a:gd name="connsiteX6" fmla="*/ 1260 w 118272"/>
                        <a:gd name="connsiteY6" fmla="*/ 551175 h 593117"/>
                        <a:gd name="connsiteX7" fmla="*/ 1709 w 118272"/>
                        <a:gd name="connsiteY7" fmla="*/ 545192 h 593117"/>
                        <a:gd name="connsiteX8" fmla="*/ 2271 w 118272"/>
                        <a:gd name="connsiteY8" fmla="*/ 539188 h 593117"/>
                        <a:gd name="connsiteX9" fmla="*/ 2946 w 118272"/>
                        <a:gd name="connsiteY9" fmla="*/ 533206 h 593117"/>
                        <a:gd name="connsiteX10" fmla="*/ 3778 w 118272"/>
                        <a:gd name="connsiteY10" fmla="*/ 527201 h 593117"/>
                        <a:gd name="connsiteX11" fmla="*/ 4746 w 118272"/>
                        <a:gd name="connsiteY11" fmla="*/ 521219 h 593117"/>
                        <a:gd name="connsiteX12" fmla="*/ 5892 w 118272"/>
                        <a:gd name="connsiteY12" fmla="*/ 515236 h 593117"/>
                        <a:gd name="connsiteX13" fmla="*/ 7197 w 118272"/>
                        <a:gd name="connsiteY13" fmla="*/ 509232 h 593117"/>
                        <a:gd name="connsiteX14" fmla="*/ 8703 w 118272"/>
                        <a:gd name="connsiteY14" fmla="*/ 503249 h 593117"/>
                        <a:gd name="connsiteX15" fmla="*/ 10390 w 118272"/>
                        <a:gd name="connsiteY15" fmla="*/ 497245 h 593117"/>
                        <a:gd name="connsiteX16" fmla="*/ 12302 w 118272"/>
                        <a:gd name="connsiteY16" fmla="*/ 491262 h 593117"/>
                        <a:gd name="connsiteX17" fmla="*/ 14483 w 118272"/>
                        <a:gd name="connsiteY17" fmla="*/ 485280 h 593117"/>
                        <a:gd name="connsiteX18" fmla="*/ 16935 w 118272"/>
                        <a:gd name="connsiteY18" fmla="*/ 479275 h 593117"/>
                        <a:gd name="connsiteX19" fmla="*/ 19701 w 118272"/>
                        <a:gd name="connsiteY19" fmla="*/ 473293 h 593117"/>
                        <a:gd name="connsiteX20" fmla="*/ 22872 w 118272"/>
                        <a:gd name="connsiteY20" fmla="*/ 467289 h 593117"/>
                        <a:gd name="connsiteX21" fmla="*/ 26470 w 118272"/>
                        <a:gd name="connsiteY21" fmla="*/ 461306 h 593117"/>
                        <a:gd name="connsiteX22" fmla="*/ 30541 w 118272"/>
                        <a:gd name="connsiteY22" fmla="*/ 455324 h 593117"/>
                        <a:gd name="connsiteX23" fmla="*/ 35151 w 118272"/>
                        <a:gd name="connsiteY23" fmla="*/ 449319 h 593117"/>
                        <a:gd name="connsiteX24" fmla="*/ 40301 w 118272"/>
                        <a:gd name="connsiteY24" fmla="*/ 443337 h 593117"/>
                        <a:gd name="connsiteX25" fmla="*/ 46014 w 118272"/>
                        <a:gd name="connsiteY25" fmla="*/ 437332 h 593117"/>
                        <a:gd name="connsiteX26" fmla="*/ 52266 w 118272"/>
                        <a:gd name="connsiteY26" fmla="*/ 431350 h 593117"/>
                        <a:gd name="connsiteX27" fmla="*/ 58945 w 118272"/>
                        <a:gd name="connsiteY27" fmla="*/ 425368 h 593117"/>
                        <a:gd name="connsiteX28" fmla="*/ 66007 w 118272"/>
                        <a:gd name="connsiteY28" fmla="*/ 419363 h 593117"/>
                        <a:gd name="connsiteX29" fmla="*/ 73271 w 118272"/>
                        <a:gd name="connsiteY29" fmla="*/ 413381 h 593117"/>
                        <a:gd name="connsiteX30" fmla="*/ 80558 w 118272"/>
                        <a:gd name="connsiteY30" fmla="*/ 407399 h 593117"/>
                        <a:gd name="connsiteX31" fmla="*/ 87709 w 118272"/>
                        <a:gd name="connsiteY31" fmla="*/ 401394 h 593117"/>
                        <a:gd name="connsiteX32" fmla="*/ 94501 w 118272"/>
                        <a:gd name="connsiteY32" fmla="*/ 395412 h 593117"/>
                        <a:gd name="connsiteX33" fmla="*/ 100708 w 118272"/>
                        <a:gd name="connsiteY33" fmla="*/ 389407 h 593117"/>
                        <a:gd name="connsiteX34" fmla="*/ 106174 w 118272"/>
                        <a:gd name="connsiteY34" fmla="*/ 383425 h 593117"/>
                        <a:gd name="connsiteX35" fmla="*/ 110716 w 118272"/>
                        <a:gd name="connsiteY35" fmla="*/ 377443 h 593117"/>
                        <a:gd name="connsiteX36" fmla="*/ 114247 w 118272"/>
                        <a:gd name="connsiteY36" fmla="*/ 371438 h 593117"/>
                        <a:gd name="connsiteX37" fmla="*/ 116698 w 118272"/>
                        <a:gd name="connsiteY37" fmla="*/ 365456 h 593117"/>
                        <a:gd name="connsiteX38" fmla="*/ 118026 w 118272"/>
                        <a:gd name="connsiteY38" fmla="*/ 359451 h 593117"/>
                        <a:gd name="connsiteX39" fmla="*/ 118273 w 118272"/>
                        <a:gd name="connsiteY39" fmla="*/ 353469 h 593117"/>
                        <a:gd name="connsiteX40" fmla="*/ 117531 w 118272"/>
                        <a:gd name="connsiteY40" fmla="*/ 347486 h 593117"/>
                        <a:gd name="connsiteX41" fmla="*/ 115889 w 118272"/>
                        <a:gd name="connsiteY41" fmla="*/ 341482 h 593117"/>
                        <a:gd name="connsiteX42" fmla="*/ 113505 w 118272"/>
                        <a:gd name="connsiteY42" fmla="*/ 335500 h 593117"/>
                        <a:gd name="connsiteX43" fmla="*/ 110514 w 118272"/>
                        <a:gd name="connsiteY43" fmla="*/ 329495 h 593117"/>
                        <a:gd name="connsiteX44" fmla="*/ 107095 w 118272"/>
                        <a:gd name="connsiteY44" fmla="*/ 323513 h 593117"/>
                        <a:gd name="connsiteX45" fmla="*/ 103385 w 118272"/>
                        <a:gd name="connsiteY45" fmla="*/ 317530 h 593117"/>
                        <a:gd name="connsiteX46" fmla="*/ 99561 w 118272"/>
                        <a:gd name="connsiteY46" fmla="*/ 311526 h 593117"/>
                        <a:gd name="connsiteX47" fmla="*/ 95716 w 118272"/>
                        <a:gd name="connsiteY47" fmla="*/ 305543 h 593117"/>
                        <a:gd name="connsiteX48" fmla="*/ 92005 w 118272"/>
                        <a:gd name="connsiteY48" fmla="*/ 299539 h 593117"/>
                        <a:gd name="connsiteX49" fmla="*/ 88452 w 118272"/>
                        <a:gd name="connsiteY49" fmla="*/ 293557 h 593117"/>
                        <a:gd name="connsiteX50" fmla="*/ 85146 w 118272"/>
                        <a:gd name="connsiteY50" fmla="*/ 287574 h 593117"/>
                        <a:gd name="connsiteX51" fmla="*/ 82064 w 118272"/>
                        <a:gd name="connsiteY51" fmla="*/ 281570 h 593117"/>
                        <a:gd name="connsiteX52" fmla="*/ 79186 w 118272"/>
                        <a:gd name="connsiteY52" fmla="*/ 275587 h 593117"/>
                        <a:gd name="connsiteX53" fmla="*/ 76465 w 118272"/>
                        <a:gd name="connsiteY53" fmla="*/ 269583 h 593117"/>
                        <a:gd name="connsiteX54" fmla="*/ 73833 w 118272"/>
                        <a:gd name="connsiteY54" fmla="*/ 263600 h 593117"/>
                        <a:gd name="connsiteX55" fmla="*/ 71225 w 118272"/>
                        <a:gd name="connsiteY55" fmla="*/ 257618 h 593117"/>
                        <a:gd name="connsiteX56" fmla="*/ 68548 w 118272"/>
                        <a:gd name="connsiteY56" fmla="*/ 251613 h 593117"/>
                        <a:gd name="connsiteX57" fmla="*/ 65737 w 118272"/>
                        <a:gd name="connsiteY57" fmla="*/ 245631 h 593117"/>
                        <a:gd name="connsiteX58" fmla="*/ 62723 w 118272"/>
                        <a:gd name="connsiteY58" fmla="*/ 239626 h 593117"/>
                        <a:gd name="connsiteX59" fmla="*/ 59508 w 118272"/>
                        <a:gd name="connsiteY59" fmla="*/ 233644 h 593117"/>
                        <a:gd name="connsiteX60" fmla="*/ 56089 w 118272"/>
                        <a:gd name="connsiteY60" fmla="*/ 227662 h 593117"/>
                        <a:gd name="connsiteX61" fmla="*/ 52491 w 118272"/>
                        <a:gd name="connsiteY61" fmla="*/ 221657 h 593117"/>
                        <a:gd name="connsiteX62" fmla="*/ 48780 w 118272"/>
                        <a:gd name="connsiteY62" fmla="*/ 215675 h 593117"/>
                        <a:gd name="connsiteX63" fmla="*/ 45047 w 118272"/>
                        <a:gd name="connsiteY63" fmla="*/ 209670 h 593117"/>
                        <a:gd name="connsiteX64" fmla="*/ 41358 w 118272"/>
                        <a:gd name="connsiteY64" fmla="*/ 203688 h 593117"/>
                        <a:gd name="connsiteX65" fmla="*/ 37828 w 118272"/>
                        <a:gd name="connsiteY65" fmla="*/ 197706 h 593117"/>
                        <a:gd name="connsiteX66" fmla="*/ 34522 w 118272"/>
                        <a:gd name="connsiteY66" fmla="*/ 191701 h 593117"/>
                        <a:gd name="connsiteX67" fmla="*/ 31508 w 118272"/>
                        <a:gd name="connsiteY67" fmla="*/ 185719 h 593117"/>
                        <a:gd name="connsiteX68" fmla="*/ 28832 w 118272"/>
                        <a:gd name="connsiteY68" fmla="*/ 179714 h 593117"/>
                        <a:gd name="connsiteX69" fmla="*/ 26515 w 118272"/>
                        <a:gd name="connsiteY69" fmla="*/ 173732 h 593117"/>
                        <a:gd name="connsiteX70" fmla="*/ 24559 w 118272"/>
                        <a:gd name="connsiteY70" fmla="*/ 167750 h 593117"/>
                        <a:gd name="connsiteX71" fmla="*/ 22895 w 118272"/>
                        <a:gd name="connsiteY71" fmla="*/ 161745 h 593117"/>
                        <a:gd name="connsiteX72" fmla="*/ 21478 w 118272"/>
                        <a:gd name="connsiteY72" fmla="*/ 155763 h 593117"/>
                        <a:gd name="connsiteX73" fmla="*/ 20263 w 118272"/>
                        <a:gd name="connsiteY73" fmla="*/ 149758 h 593117"/>
                        <a:gd name="connsiteX74" fmla="*/ 19184 w 118272"/>
                        <a:gd name="connsiteY74" fmla="*/ 143776 h 593117"/>
                        <a:gd name="connsiteX75" fmla="*/ 18172 w 118272"/>
                        <a:gd name="connsiteY75" fmla="*/ 137794 h 593117"/>
                        <a:gd name="connsiteX76" fmla="*/ 17137 w 118272"/>
                        <a:gd name="connsiteY76" fmla="*/ 131789 h 593117"/>
                        <a:gd name="connsiteX77" fmla="*/ 16080 w 118272"/>
                        <a:gd name="connsiteY77" fmla="*/ 125807 h 593117"/>
                        <a:gd name="connsiteX78" fmla="*/ 14956 w 118272"/>
                        <a:gd name="connsiteY78" fmla="*/ 119802 h 593117"/>
                        <a:gd name="connsiteX79" fmla="*/ 13764 w 118272"/>
                        <a:gd name="connsiteY79" fmla="*/ 113820 h 593117"/>
                        <a:gd name="connsiteX80" fmla="*/ 12482 w 118272"/>
                        <a:gd name="connsiteY80" fmla="*/ 107838 h 593117"/>
                        <a:gd name="connsiteX81" fmla="*/ 11178 w 118272"/>
                        <a:gd name="connsiteY81" fmla="*/ 101833 h 593117"/>
                        <a:gd name="connsiteX82" fmla="*/ 9850 w 118272"/>
                        <a:gd name="connsiteY82" fmla="*/ 95851 h 593117"/>
                        <a:gd name="connsiteX83" fmla="*/ 8524 w 118272"/>
                        <a:gd name="connsiteY83" fmla="*/ 89846 h 593117"/>
                        <a:gd name="connsiteX84" fmla="*/ 7242 w 118272"/>
                        <a:gd name="connsiteY84" fmla="*/ 83864 h 593117"/>
                        <a:gd name="connsiteX85" fmla="*/ 6050 w 118272"/>
                        <a:gd name="connsiteY85" fmla="*/ 77881 h 593117"/>
                        <a:gd name="connsiteX86" fmla="*/ 4948 w 118272"/>
                        <a:gd name="connsiteY86" fmla="*/ 71877 h 593117"/>
                        <a:gd name="connsiteX87" fmla="*/ 3981 w 118272"/>
                        <a:gd name="connsiteY87" fmla="*/ 65894 h 593117"/>
                        <a:gd name="connsiteX88" fmla="*/ 3149 w 118272"/>
                        <a:gd name="connsiteY88" fmla="*/ 59890 h 593117"/>
                        <a:gd name="connsiteX89" fmla="*/ 2429 w 118272"/>
                        <a:gd name="connsiteY89" fmla="*/ 53908 h 593117"/>
                        <a:gd name="connsiteX90" fmla="*/ 1822 w 118272"/>
                        <a:gd name="connsiteY90" fmla="*/ 47925 h 593117"/>
                        <a:gd name="connsiteX91" fmla="*/ 1350 w 118272"/>
                        <a:gd name="connsiteY91" fmla="*/ 41921 h 593117"/>
                        <a:gd name="connsiteX92" fmla="*/ 990 w 118272"/>
                        <a:gd name="connsiteY92" fmla="*/ 35938 h 593117"/>
                        <a:gd name="connsiteX93" fmla="*/ 697 w 118272"/>
                        <a:gd name="connsiteY93" fmla="*/ 29934 h 593117"/>
                        <a:gd name="connsiteX94" fmla="*/ 495 w 118272"/>
                        <a:gd name="connsiteY94" fmla="*/ 23951 h 593117"/>
                        <a:gd name="connsiteX95" fmla="*/ 337 w 118272"/>
                        <a:gd name="connsiteY95" fmla="*/ 17969 h 593117"/>
                        <a:gd name="connsiteX96" fmla="*/ 225 w 118272"/>
                        <a:gd name="connsiteY96" fmla="*/ 11964 h 593117"/>
                        <a:gd name="connsiteX97" fmla="*/ 135 w 118272"/>
                        <a:gd name="connsiteY97" fmla="*/ 5982 h 593117"/>
                        <a:gd name="connsiteX98" fmla="*/ 90 w 118272"/>
                        <a:gd name="connsiteY98" fmla="*/ 0 h 593117"/>
                        <a:gd name="connsiteX99" fmla="*/ 0 w 118272"/>
                        <a:gd name="connsiteY99" fmla="*/ 0 h 593117"/>
                        <a:gd name="connsiteX100" fmla="*/ 0 w 118272"/>
                        <a:gd name="connsiteY100" fmla="*/ 5982 h 593117"/>
                        <a:gd name="connsiteX101" fmla="*/ 0 w 118272"/>
                        <a:gd name="connsiteY101" fmla="*/ 11964 h 593117"/>
                        <a:gd name="connsiteX102" fmla="*/ 0 w 118272"/>
                        <a:gd name="connsiteY102" fmla="*/ 17969 h 593117"/>
                        <a:gd name="connsiteX103" fmla="*/ 0 w 118272"/>
                        <a:gd name="connsiteY103" fmla="*/ 23951 h 593117"/>
                        <a:gd name="connsiteX104" fmla="*/ 0 w 118272"/>
                        <a:gd name="connsiteY104" fmla="*/ 29934 h 593117"/>
                        <a:gd name="connsiteX105" fmla="*/ 0 w 118272"/>
                        <a:gd name="connsiteY105" fmla="*/ 35938 h 593117"/>
                        <a:gd name="connsiteX106" fmla="*/ 0 w 118272"/>
                        <a:gd name="connsiteY106" fmla="*/ 41921 h 593117"/>
                        <a:gd name="connsiteX107" fmla="*/ 0 w 118272"/>
                        <a:gd name="connsiteY107" fmla="*/ 47925 h 593117"/>
                        <a:gd name="connsiteX108" fmla="*/ 0 w 118272"/>
                        <a:gd name="connsiteY108" fmla="*/ 53908 h 593117"/>
                        <a:gd name="connsiteX109" fmla="*/ 0 w 118272"/>
                        <a:gd name="connsiteY109" fmla="*/ 59890 h 593117"/>
                        <a:gd name="connsiteX110" fmla="*/ 0 w 118272"/>
                        <a:gd name="connsiteY110" fmla="*/ 65894 h 593117"/>
                        <a:gd name="connsiteX111" fmla="*/ 0 w 118272"/>
                        <a:gd name="connsiteY111" fmla="*/ 71877 h 593117"/>
                        <a:gd name="connsiteX112" fmla="*/ 0 w 118272"/>
                        <a:gd name="connsiteY112" fmla="*/ 77881 h 593117"/>
                        <a:gd name="connsiteX113" fmla="*/ 0 w 118272"/>
                        <a:gd name="connsiteY113" fmla="*/ 83864 h 593117"/>
                        <a:gd name="connsiteX114" fmla="*/ 0 w 118272"/>
                        <a:gd name="connsiteY114" fmla="*/ 89846 h 593117"/>
                        <a:gd name="connsiteX115" fmla="*/ 0 w 118272"/>
                        <a:gd name="connsiteY115" fmla="*/ 95851 h 593117"/>
                        <a:gd name="connsiteX116" fmla="*/ 0 w 118272"/>
                        <a:gd name="connsiteY116" fmla="*/ 101833 h 593117"/>
                        <a:gd name="connsiteX117" fmla="*/ 0 w 118272"/>
                        <a:gd name="connsiteY117" fmla="*/ 107838 h 593117"/>
                        <a:gd name="connsiteX118" fmla="*/ 0 w 118272"/>
                        <a:gd name="connsiteY118" fmla="*/ 113820 h 593117"/>
                        <a:gd name="connsiteX119" fmla="*/ 0 w 118272"/>
                        <a:gd name="connsiteY119" fmla="*/ 119802 h 593117"/>
                        <a:gd name="connsiteX120" fmla="*/ 0 w 118272"/>
                        <a:gd name="connsiteY120" fmla="*/ 125807 h 593117"/>
                        <a:gd name="connsiteX121" fmla="*/ 0 w 118272"/>
                        <a:gd name="connsiteY121" fmla="*/ 131789 h 593117"/>
                        <a:gd name="connsiteX122" fmla="*/ 0 w 118272"/>
                        <a:gd name="connsiteY122" fmla="*/ 137794 h 593117"/>
                        <a:gd name="connsiteX123" fmla="*/ 0 w 118272"/>
                        <a:gd name="connsiteY123" fmla="*/ 143776 h 593117"/>
                        <a:gd name="connsiteX124" fmla="*/ 0 w 118272"/>
                        <a:gd name="connsiteY124" fmla="*/ 149758 h 593117"/>
                        <a:gd name="connsiteX125" fmla="*/ 0 w 118272"/>
                        <a:gd name="connsiteY125" fmla="*/ 155763 h 593117"/>
                        <a:gd name="connsiteX126" fmla="*/ 0 w 118272"/>
                        <a:gd name="connsiteY126" fmla="*/ 161745 h 593117"/>
                        <a:gd name="connsiteX127" fmla="*/ 0 w 118272"/>
                        <a:gd name="connsiteY127" fmla="*/ 167750 h 593117"/>
                        <a:gd name="connsiteX128" fmla="*/ 0 w 118272"/>
                        <a:gd name="connsiteY128" fmla="*/ 173732 h 593117"/>
                        <a:gd name="connsiteX129" fmla="*/ 0 w 118272"/>
                        <a:gd name="connsiteY129" fmla="*/ 179714 h 593117"/>
                        <a:gd name="connsiteX130" fmla="*/ 0 w 118272"/>
                        <a:gd name="connsiteY130" fmla="*/ 185719 h 593117"/>
                        <a:gd name="connsiteX131" fmla="*/ 0 w 118272"/>
                        <a:gd name="connsiteY131" fmla="*/ 191701 h 593117"/>
                        <a:gd name="connsiteX132" fmla="*/ 0 w 118272"/>
                        <a:gd name="connsiteY132" fmla="*/ 197706 h 593117"/>
                        <a:gd name="connsiteX133" fmla="*/ 0 w 118272"/>
                        <a:gd name="connsiteY133" fmla="*/ 203688 h 593117"/>
                        <a:gd name="connsiteX134" fmla="*/ 0 w 118272"/>
                        <a:gd name="connsiteY134" fmla="*/ 209670 h 593117"/>
                        <a:gd name="connsiteX135" fmla="*/ 0 w 118272"/>
                        <a:gd name="connsiteY135" fmla="*/ 215675 h 593117"/>
                        <a:gd name="connsiteX136" fmla="*/ 0 w 118272"/>
                        <a:gd name="connsiteY136" fmla="*/ 221657 h 593117"/>
                        <a:gd name="connsiteX137" fmla="*/ 0 w 118272"/>
                        <a:gd name="connsiteY137" fmla="*/ 227662 h 593117"/>
                        <a:gd name="connsiteX138" fmla="*/ 0 w 118272"/>
                        <a:gd name="connsiteY138" fmla="*/ 233644 h 593117"/>
                        <a:gd name="connsiteX139" fmla="*/ 0 w 118272"/>
                        <a:gd name="connsiteY139" fmla="*/ 239626 h 593117"/>
                        <a:gd name="connsiteX140" fmla="*/ 0 w 118272"/>
                        <a:gd name="connsiteY140" fmla="*/ 245631 h 593117"/>
                        <a:gd name="connsiteX141" fmla="*/ 0 w 118272"/>
                        <a:gd name="connsiteY141" fmla="*/ 251613 h 593117"/>
                        <a:gd name="connsiteX142" fmla="*/ 0 w 118272"/>
                        <a:gd name="connsiteY142" fmla="*/ 257618 h 593117"/>
                        <a:gd name="connsiteX143" fmla="*/ 0 w 118272"/>
                        <a:gd name="connsiteY143" fmla="*/ 263600 h 593117"/>
                        <a:gd name="connsiteX144" fmla="*/ 0 w 118272"/>
                        <a:gd name="connsiteY144" fmla="*/ 269583 h 593117"/>
                        <a:gd name="connsiteX145" fmla="*/ 0 w 118272"/>
                        <a:gd name="connsiteY145" fmla="*/ 275587 h 593117"/>
                        <a:gd name="connsiteX146" fmla="*/ 0 w 118272"/>
                        <a:gd name="connsiteY146" fmla="*/ 281570 h 593117"/>
                        <a:gd name="connsiteX147" fmla="*/ 0 w 118272"/>
                        <a:gd name="connsiteY147" fmla="*/ 287574 h 593117"/>
                        <a:gd name="connsiteX148" fmla="*/ 0 w 118272"/>
                        <a:gd name="connsiteY148" fmla="*/ 293557 h 593117"/>
                        <a:gd name="connsiteX149" fmla="*/ 0 w 118272"/>
                        <a:gd name="connsiteY149" fmla="*/ 299539 h 593117"/>
                        <a:gd name="connsiteX150" fmla="*/ 0 w 118272"/>
                        <a:gd name="connsiteY150" fmla="*/ 305543 h 593117"/>
                        <a:gd name="connsiteX151" fmla="*/ 0 w 118272"/>
                        <a:gd name="connsiteY151" fmla="*/ 311526 h 593117"/>
                        <a:gd name="connsiteX152" fmla="*/ 0 w 118272"/>
                        <a:gd name="connsiteY152" fmla="*/ 317530 h 593117"/>
                        <a:gd name="connsiteX153" fmla="*/ 0 w 118272"/>
                        <a:gd name="connsiteY153" fmla="*/ 323513 h 593117"/>
                        <a:gd name="connsiteX154" fmla="*/ 0 w 118272"/>
                        <a:gd name="connsiteY154" fmla="*/ 329495 h 593117"/>
                        <a:gd name="connsiteX155" fmla="*/ 0 w 118272"/>
                        <a:gd name="connsiteY155" fmla="*/ 335500 h 593117"/>
                        <a:gd name="connsiteX156" fmla="*/ 0 w 118272"/>
                        <a:gd name="connsiteY156" fmla="*/ 341482 h 593117"/>
                        <a:gd name="connsiteX157" fmla="*/ 0 w 118272"/>
                        <a:gd name="connsiteY157" fmla="*/ 347486 h 593117"/>
                        <a:gd name="connsiteX158" fmla="*/ 0 w 118272"/>
                        <a:gd name="connsiteY158" fmla="*/ 353469 h 593117"/>
                        <a:gd name="connsiteX159" fmla="*/ 0 w 118272"/>
                        <a:gd name="connsiteY159" fmla="*/ 359451 h 593117"/>
                        <a:gd name="connsiteX160" fmla="*/ 0 w 118272"/>
                        <a:gd name="connsiteY160" fmla="*/ 365456 h 593117"/>
                        <a:gd name="connsiteX161" fmla="*/ 0 w 118272"/>
                        <a:gd name="connsiteY161" fmla="*/ 371438 h 593117"/>
                        <a:gd name="connsiteX162" fmla="*/ 0 w 118272"/>
                        <a:gd name="connsiteY162" fmla="*/ 377443 h 593117"/>
                        <a:gd name="connsiteX163" fmla="*/ 0 w 118272"/>
                        <a:gd name="connsiteY163" fmla="*/ 383425 h 593117"/>
                        <a:gd name="connsiteX164" fmla="*/ 0 w 118272"/>
                        <a:gd name="connsiteY164" fmla="*/ 389407 h 593117"/>
                        <a:gd name="connsiteX165" fmla="*/ 0 w 118272"/>
                        <a:gd name="connsiteY165" fmla="*/ 395412 h 593117"/>
                        <a:gd name="connsiteX166" fmla="*/ 0 w 118272"/>
                        <a:gd name="connsiteY166" fmla="*/ 401394 h 593117"/>
                        <a:gd name="connsiteX167" fmla="*/ 0 w 118272"/>
                        <a:gd name="connsiteY167" fmla="*/ 407399 h 593117"/>
                        <a:gd name="connsiteX168" fmla="*/ 0 w 118272"/>
                        <a:gd name="connsiteY168" fmla="*/ 413381 h 593117"/>
                        <a:gd name="connsiteX169" fmla="*/ 0 w 118272"/>
                        <a:gd name="connsiteY169" fmla="*/ 419363 h 593117"/>
                        <a:gd name="connsiteX170" fmla="*/ 0 w 118272"/>
                        <a:gd name="connsiteY170" fmla="*/ 425368 h 593117"/>
                        <a:gd name="connsiteX171" fmla="*/ 0 w 118272"/>
                        <a:gd name="connsiteY171" fmla="*/ 431350 h 593117"/>
                        <a:gd name="connsiteX172" fmla="*/ 0 w 118272"/>
                        <a:gd name="connsiteY172" fmla="*/ 437332 h 593117"/>
                        <a:gd name="connsiteX173" fmla="*/ 0 w 118272"/>
                        <a:gd name="connsiteY173" fmla="*/ 443337 h 593117"/>
                        <a:gd name="connsiteX174" fmla="*/ 0 w 118272"/>
                        <a:gd name="connsiteY174" fmla="*/ 449319 h 593117"/>
                        <a:gd name="connsiteX175" fmla="*/ 0 w 118272"/>
                        <a:gd name="connsiteY175" fmla="*/ 455324 h 593117"/>
                        <a:gd name="connsiteX176" fmla="*/ 0 w 118272"/>
                        <a:gd name="connsiteY176" fmla="*/ 461306 h 593117"/>
                        <a:gd name="connsiteX177" fmla="*/ 0 w 118272"/>
                        <a:gd name="connsiteY177" fmla="*/ 467289 h 593117"/>
                        <a:gd name="connsiteX178" fmla="*/ 0 w 118272"/>
                        <a:gd name="connsiteY178" fmla="*/ 473293 h 593117"/>
                        <a:gd name="connsiteX179" fmla="*/ 0 w 118272"/>
                        <a:gd name="connsiteY179" fmla="*/ 479275 h 593117"/>
                        <a:gd name="connsiteX180" fmla="*/ 0 w 118272"/>
                        <a:gd name="connsiteY180" fmla="*/ 485280 h 593117"/>
                        <a:gd name="connsiteX181" fmla="*/ 0 w 118272"/>
                        <a:gd name="connsiteY181" fmla="*/ 491262 h 593117"/>
                        <a:gd name="connsiteX182" fmla="*/ 0 w 118272"/>
                        <a:gd name="connsiteY182" fmla="*/ 497245 h 593117"/>
                        <a:gd name="connsiteX183" fmla="*/ 0 w 118272"/>
                        <a:gd name="connsiteY183" fmla="*/ 503249 h 593117"/>
                        <a:gd name="connsiteX184" fmla="*/ 0 w 118272"/>
                        <a:gd name="connsiteY184" fmla="*/ 509232 h 593117"/>
                        <a:gd name="connsiteX185" fmla="*/ 0 w 118272"/>
                        <a:gd name="connsiteY185" fmla="*/ 515236 h 593117"/>
                        <a:gd name="connsiteX186" fmla="*/ 0 w 118272"/>
                        <a:gd name="connsiteY186" fmla="*/ 521219 h 593117"/>
                        <a:gd name="connsiteX187" fmla="*/ 0 w 118272"/>
                        <a:gd name="connsiteY187" fmla="*/ 527201 h 593117"/>
                        <a:gd name="connsiteX188" fmla="*/ 0 w 118272"/>
                        <a:gd name="connsiteY188" fmla="*/ 533206 h 593117"/>
                        <a:gd name="connsiteX189" fmla="*/ 0 w 118272"/>
                        <a:gd name="connsiteY189" fmla="*/ 539188 h 593117"/>
                        <a:gd name="connsiteX190" fmla="*/ 0 w 118272"/>
                        <a:gd name="connsiteY190" fmla="*/ 545192 h 593117"/>
                        <a:gd name="connsiteX191" fmla="*/ 0 w 118272"/>
                        <a:gd name="connsiteY191" fmla="*/ 551175 h 593117"/>
                        <a:gd name="connsiteX192" fmla="*/ 0 w 118272"/>
                        <a:gd name="connsiteY192" fmla="*/ 557157 h 593117"/>
                        <a:gd name="connsiteX193" fmla="*/ 0 w 118272"/>
                        <a:gd name="connsiteY193" fmla="*/ 563162 h 593117"/>
                        <a:gd name="connsiteX194" fmla="*/ 0 w 118272"/>
                        <a:gd name="connsiteY194" fmla="*/ 569144 h 593117"/>
                        <a:gd name="connsiteX195" fmla="*/ 0 w 118272"/>
                        <a:gd name="connsiteY195" fmla="*/ 575149 h 593117"/>
                        <a:gd name="connsiteX196" fmla="*/ 0 w 118272"/>
                        <a:gd name="connsiteY196" fmla="*/ 581131 h 593117"/>
                        <a:gd name="connsiteX197" fmla="*/ 0 w 118272"/>
                        <a:gd name="connsiteY197" fmla="*/ 587113 h 593117"/>
                        <a:gd name="connsiteX198" fmla="*/ 0 w 118272"/>
                        <a:gd name="connsiteY198" fmla="*/ 593118 h 593117"/>
                        <a:gd name="connsiteX199" fmla="*/ 90 w 118272"/>
                        <a:gd name="connsiteY199" fmla="*/ 593118 h 593117"/>
                        <a:gd name="connsiteX200" fmla="*/ 135 w 118272"/>
                        <a:gd name="connsiteY200" fmla="*/ 587113 h 593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118272" h="593117">
                          <a:moveTo>
                            <a:pt x="135" y="587113"/>
                          </a:moveTo>
                          <a:lnTo>
                            <a:pt x="203" y="581131"/>
                          </a:lnTo>
                          <a:lnTo>
                            <a:pt x="315" y="575149"/>
                          </a:lnTo>
                          <a:lnTo>
                            <a:pt x="450" y="569144"/>
                          </a:lnTo>
                          <a:lnTo>
                            <a:pt x="652" y="563162"/>
                          </a:lnTo>
                          <a:lnTo>
                            <a:pt x="922" y="557157"/>
                          </a:lnTo>
                          <a:lnTo>
                            <a:pt x="1260" y="551175"/>
                          </a:lnTo>
                          <a:lnTo>
                            <a:pt x="1709" y="545192"/>
                          </a:lnTo>
                          <a:lnTo>
                            <a:pt x="2271" y="539188"/>
                          </a:lnTo>
                          <a:lnTo>
                            <a:pt x="2946" y="533206"/>
                          </a:lnTo>
                          <a:lnTo>
                            <a:pt x="3778" y="527201"/>
                          </a:lnTo>
                          <a:lnTo>
                            <a:pt x="4746" y="521219"/>
                          </a:lnTo>
                          <a:lnTo>
                            <a:pt x="5892" y="515236"/>
                          </a:lnTo>
                          <a:lnTo>
                            <a:pt x="7197" y="509232"/>
                          </a:lnTo>
                          <a:lnTo>
                            <a:pt x="8703" y="503249"/>
                          </a:lnTo>
                          <a:lnTo>
                            <a:pt x="10390" y="497245"/>
                          </a:lnTo>
                          <a:lnTo>
                            <a:pt x="12302" y="491262"/>
                          </a:lnTo>
                          <a:lnTo>
                            <a:pt x="14483" y="485280"/>
                          </a:lnTo>
                          <a:lnTo>
                            <a:pt x="16935" y="479275"/>
                          </a:lnTo>
                          <a:lnTo>
                            <a:pt x="19701" y="473293"/>
                          </a:lnTo>
                          <a:lnTo>
                            <a:pt x="22872" y="467289"/>
                          </a:lnTo>
                          <a:lnTo>
                            <a:pt x="26470" y="461306"/>
                          </a:lnTo>
                          <a:lnTo>
                            <a:pt x="30541" y="455324"/>
                          </a:lnTo>
                          <a:lnTo>
                            <a:pt x="35151" y="449319"/>
                          </a:lnTo>
                          <a:lnTo>
                            <a:pt x="40301" y="443337"/>
                          </a:lnTo>
                          <a:lnTo>
                            <a:pt x="46014" y="437332"/>
                          </a:lnTo>
                          <a:lnTo>
                            <a:pt x="52266" y="431350"/>
                          </a:lnTo>
                          <a:lnTo>
                            <a:pt x="58945" y="425368"/>
                          </a:lnTo>
                          <a:lnTo>
                            <a:pt x="66007" y="419363"/>
                          </a:lnTo>
                          <a:lnTo>
                            <a:pt x="73271" y="413381"/>
                          </a:lnTo>
                          <a:lnTo>
                            <a:pt x="80558" y="407399"/>
                          </a:lnTo>
                          <a:lnTo>
                            <a:pt x="87709" y="401394"/>
                          </a:lnTo>
                          <a:lnTo>
                            <a:pt x="94501" y="395412"/>
                          </a:lnTo>
                          <a:lnTo>
                            <a:pt x="100708" y="389407"/>
                          </a:lnTo>
                          <a:lnTo>
                            <a:pt x="106174" y="383425"/>
                          </a:lnTo>
                          <a:lnTo>
                            <a:pt x="110716" y="377443"/>
                          </a:lnTo>
                          <a:lnTo>
                            <a:pt x="114247" y="371438"/>
                          </a:lnTo>
                          <a:lnTo>
                            <a:pt x="116698" y="365456"/>
                          </a:lnTo>
                          <a:lnTo>
                            <a:pt x="118026" y="359451"/>
                          </a:lnTo>
                          <a:lnTo>
                            <a:pt x="118273" y="353469"/>
                          </a:lnTo>
                          <a:lnTo>
                            <a:pt x="117531" y="347486"/>
                          </a:lnTo>
                          <a:lnTo>
                            <a:pt x="115889" y="341482"/>
                          </a:lnTo>
                          <a:lnTo>
                            <a:pt x="113505" y="335500"/>
                          </a:lnTo>
                          <a:lnTo>
                            <a:pt x="110514" y="329495"/>
                          </a:lnTo>
                          <a:lnTo>
                            <a:pt x="107095" y="323513"/>
                          </a:lnTo>
                          <a:lnTo>
                            <a:pt x="103385" y="317530"/>
                          </a:lnTo>
                          <a:lnTo>
                            <a:pt x="99561" y="311526"/>
                          </a:lnTo>
                          <a:lnTo>
                            <a:pt x="95716" y="305543"/>
                          </a:lnTo>
                          <a:lnTo>
                            <a:pt x="92005" y="299539"/>
                          </a:lnTo>
                          <a:lnTo>
                            <a:pt x="88452" y="293557"/>
                          </a:lnTo>
                          <a:lnTo>
                            <a:pt x="85146" y="287574"/>
                          </a:lnTo>
                          <a:lnTo>
                            <a:pt x="82064" y="281570"/>
                          </a:lnTo>
                          <a:lnTo>
                            <a:pt x="79186" y="275587"/>
                          </a:lnTo>
                          <a:lnTo>
                            <a:pt x="76465" y="269583"/>
                          </a:lnTo>
                          <a:lnTo>
                            <a:pt x="73833" y="263600"/>
                          </a:lnTo>
                          <a:lnTo>
                            <a:pt x="71225" y="257618"/>
                          </a:lnTo>
                          <a:lnTo>
                            <a:pt x="68548" y="251613"/>
                          </a:lnTo>
                          <a:lnTo>
                            <a:pt x="65737" y="245631"/>
                          </a:lnTo>
                          <a:lnTo>
                            <a:pt x="62723" y="239626"/>
                          </a:lnTo>
                          <a:lnTo>
                            <a:pt x="59508" y="233644"/>
                          </a:lnTo>
                          <a:lnTo>
                            <a:pt x="56089" y="227662"/>
                          </a:lnTo>
                          <a:lnTo>
                            <a:pt x="52491" y="221657"/>
                          </a:lnTo>
                          <a:lnTo>
                            <a:pt x="48780" y="215675"/>
                          </a:lnTo>
                          <a:lnTo>
                            <a:pt x="45047" y="209670"/>
                          </a:lnTo>
                          <a:lnTo>
                            <a:pt x="41358" y="203688"/>
                          </a:lnTo>
                          <a:lnTo>
                            <a:pt x="37828" y="197706"/>
                          </a:lnTo>
                          <a:lnTo>
                            <a:pt x="34522" y="191701"/>
                          </a:lnTo>
                          <a:lnTo>
                            <a:pt x="31508" y="185719"/>
                          </a:lnTo>
                          <a:lnTo>
                            <a:pt x="28832" y="179714"/>
                          </a:lnTo>
                          <a:lnTo>
                            <a:pt x="26515" y="173732"/>
                          </a:lnTo>
                          <a:lnTo>
                            <a:pt x="24559" y="167750"/>
                          </a:lnTo>
                          <a:lnTo>
                            <a:pt x="22895" y="161745"/>
                          </a:lnTo>
                          <a:lnTo>
                            <a:pt x="21478" y="155763"/>
                          </a:lnTo>
                          <a:lnTo>
                            <a:pt x="20263" y="149758"/>
                          </a:lnTo>
                          <a:lnTo>
                            <a:pt x="19184" y="143776"/>
                          </a:lnTo>
                          <a:lnTo>
                            <a:pt x="18172" y="137794"/>
                          </a:lnTo>
                          <a:lnTo>
                            <a:pt x="17137" y="131789"/>
                          </a:lnTo>
                          <a:lnTo>
                            <a:pt x="16080" y="125807"/>
                          </a:lnTo>
                          <a:lnTo>
                            <a:pt x="14956" y="119802"/>
                          </a:lnTo>
                          <a:lnTo>
                            <a:pt x="13764" y="113820"/>
                          </a:lnTo>
                          <a:lnTo>
                            <a:pt x="12482" y="107838"/>
                          </a:lnTo>
                          <a:lnTo>
                            <a:pt x="11178" y="101833"/>
                          </a:lnTo>
                          <a:lnTo>
                            <a:pt x="9850" y="95851"/>
                          </a:lnTo>
                          <a:lnTo>
                            <a:pt x="8524" y="89846"/>
                          </a:lnTo>
                          <a:lnTo>
                            <a:pt x="7242" y="83864"/>
                          </a:lnTo>
                          <a:lnTo>
                            <a:pt x="6050" y="77881"/>
                          </a:lnTo>
                          <a:lnTo>
                            <a:pt x="4948" y="71877"/>
                          </a:lnTo>
                          <a:lnTo>
                            <a:pt x="3981" y="65894"/>
                          </a:lnTo>
                          <a:lnTo>
                            <a:pt x="3149" y="59890"/>
                          </a:lnTo>
                          <a:lnTo>
                            <a:pt x="2429" y="53908"/>
                          </a:lnTo>
                          <a:lnTo>
                            <a:pt x="1822" y="47925"/>
                          </a:lnTo>
                          <a:lnTo>
                            <a:pt x="1350" y="41921"/>
                          </a:lnTo>
                          <a:lnTo>
                            <a:pt x="990" y="35938"/>
                          </a:lnTo>
                          <a:lnTo>
                            <a:pt x="697" y="29934"/>
                          </a:lnTo>
                          <a:lnTo>
                            <a:pt x="495" y="23951"/>
                          </a:lnTo>
                          <a:lnTo>
                            <a:pt x="337" y="17969"/>
                          </a:lnTo>
                          <a:lnTo>
                            <a:pt x="225" y="11964"/>
                          </a:lnTo>
                          <a:lnTo>
                            <a:pt x="135" y="5982"/>
                          </a:lnTo>
                          <a:lnTo>
                            <a:pt x="90" y="0"/>
                          </a:lnTo>
                          <a:lnTo>
                            <a:pt x="0" y="0"/>
                          </a:lnTo>
                          <a:lnTo>
                            <a:pt x="0" y="5982"/>
                          </a:lnTo>
                          <a:lnTo>
                            <a:pt x="0" y="11964"/>
                          </a:lnTo>
                          <a:lnTo>
                            <a:pt x="0" y="17969"/>
                          </a:lnTo>
                          <a:lnTo>
                            <a:pt x="0" y="23951"/>
                          </a:lnTo>
                          <a:lnTo>
                            <a:pt x="0" y="29934"/>
                          </a:lnTo>
                          <a:lnTo>
                            <a:pt x="0" y="35938"/>
                          </a:lnTo>
                          <a:lnTo>
                            <a:pt x="0" y="41921"/>
                          </a:lnTo>
                          <a:lnTo>
                            <a:pt x="0" y="47925"/>
                          </a:lnTo>
                          <a:lnTo>
                            <a:pt x="0" y="53908"/>
                          </a:lnTo>
                          <a:lnTo>
                            <a:pt x="0" y="59890"/>
                          </a:lnTo>
                          <a:lnTo>
                            <a:pt x="0" y="65894"/>
                          </a:lnTo>
                          <a:lnTo>
                            <a:pt x="0" y="71877"/>
                          </a:lnTo>
                          <a:lnTo>
                            <a:pt x="0" y="77881"/>
                          </a:lnTo>
                          <a:lnTo>
                            <a:pt x="0" y="83864"/>
                          </a:lnTo>
                          <a:lnTo>
                            <a:pt x="0" y="89846"/>
                          </a:lnTo>
                          <a:lnTo>
                            <a:pt x="0" y="95851"/>
                          </a:lnTo>
                          <a:lnTo>
                            <a:pt x="0" y="101833"/>
                          </a:lnTo>
                          <a:lnTo>
                            <a:pt x="0" y="107838"/>
                          </a:lnTo>
                          <a:lnTo>
                            <a:pt x="0" y="113820"/>
                          </a:lnTo>
                          <a:lnTo>
                            <a:pt x="0" y="119802"/>
                          </a:lnTo>
                          <a:lnTo>
                            <a:pt x="0" y="125807"/>
                          </a:lnTo>
                          <a:lnTo>
                            <a:pt x="0" y="131789"/>
                          </a:lnTo>
                          <a:lnTo>
                            <a:pt x="0" y="137794"/>
                          </a:lnTo>
                          <a:lnTo>
                            <a:pt x="0" y="143776"/>
                          </a:lnTo>
                          <a:lnTo>
                            <a:pt x="0" y="149758"/>
                          </a:lnTo>
                          <a:lnTo>
                            <a:pt x="0" y="155763"/>
                          </a:lnTo>
                          <a:lnTo>
                            <a:pt x="0" y="161745"/>
                          </a:lnTo>
                          <a:lnTo>
                            <a:pt x="0" y="167750"/>
                          </a:lnTo>
                          <a:lnTo>
                            <a:pt x="0" y="173732"/>
                          </a:lnTo>
                          <a:lnTo>
                            <a:pt x="0" y="179714"/>
                          </a:lnTo>
                          <a:lnTo>
                            <a:pt x="0" y="185719"/>
                          </a:lnTo>
                          <a:lnTo>
                            <a:pt x="0" y="191701"/>
                          </a:lnTo>
                          <a:lnTo>
                            <a:pt x="0" y="197706"/>
                          </a:lnTo>
                          <a:lnTo>
                            <a:pt x="0" y="203688"/>
                          </a:lnTo>
                          <a:lnTo>
                            <a:pt x="0" y="209670"/>
                          </a:lnTo>
                          <a:lnTo>
                            <a:pt x="0" y="215675"/>
                          </a:lnTo>
                          <a:lnTo>
                            <a:pt x="0" y="221657"/>
                          </a:lnTo>
                          <a:lnTo>
                            <a:pt x="0" y="227662"/>
                          </a:lnTo>
                          <a:lnTo>
                            <a:pt x="0" y="233644"/>
                          </a:lnTo>
                          <a:lnTo>
                            <a:pt x="0" y="239626"/>
                          </a:lnTo>
                          <a:lnTo>
                            <a:pt x="0" y="245631"/>
                          </a:lnTo>
                          <a:lnTo>
                            <a:pt x="0" y="251613"/>
                          </a:lnTo>
                          <a:lnTo>
                            <a:pt x="0" y="257618"/>
                          </a:lnTo>
                          <a:lnTo>
                            <a:pt x="0" y="263600"/>
                          </a:lnTo>
                          <a:lnTo>
                            <a:pt x="0" y="269583"/>
                          </a:lnTo>
                          <a:lnTo>
                            <a:pt x="0" y="275587"/>
                          </a:lnTo>
                          <a:lnTo>
                            <a:pt x="0" y="281570"/>
                          </a:lnTo>
                          <a:lnTo>
                            <a:pt x="0" y="287574"/>
                          </a:lnTo>
                          <a:lnTo>
                            <a:pt x="0" y="293557"/>
                          </a:lnTo>
                          <a:lnTo>
                            <a:pt x="0" y="299539"/>
                          </a:lnTo>
                          <a:lnTo>
                            <a:pt x="0" y="305543"/>
                          </a:lnTo>
                          <a:lnTo>
                            <a:pt x="0" y="311526"/>
                          </a:lnTo>
                          <a:lnTo>
                            <a:pt x="0" y="317530"/>
                          </a:lnTo>
                          <a:lnTo>
                            <a:pt x="0" y="323513"/>
                          </a:lnTo>
                          <a:lnTo>
                            <a:pt x="0" y="329495"/>
                          </a:lnTo>
                          <a:lnTo>
                            <a:pt x="0" y="335500"/>
                          </a:lnTo>
                          <a:lnTo>
                            <a:pt x="0" y="341482"/>
                          </a:lnTo>
                          <a:lnTo>
                            <a:pt x="0" y="347486"/>
                          </a:lnTo>
                          <a:lnTo>
                            <a:pt x="0" y="353469"/>
                          </a:lnTo>
                          <a:lnTo>
                            <a:pt x="0" y="359451"/>
                          </a:lnTo>
                          <a:lnTo>
                            <a:pt x="0" y="365456"/>
                          </a:lnTo>
                          <a:lnTo>
                            <a:pt x="0" y="371438"/>
                          </a:lnTo>
                          <a:lnTo>
                            <a:pt x="0" y="377443"/>
                          </a:lnTo>
                          <a:lnTo>
                            <a:pt x="0" y="383425"/>
                          </a:lnTo>
                          <a:lnTo>
                            <a:pt x="0" y="389407"/>
                          </a:lnTo>
                          <a:lnTo>
                            <a:pt x="0" y="395412"/>
                          </a:lnTo>
                          <a:lnTo>
                            <a:pt x="0" y="401394"/>
                          </a:lnTo>
                          <a:lnTo>
                            <a:pt x="0" y="407399"/>
                          </a:lnTo>
                          <a:lnTo>
                            <a:pt x="0" y="413381"/>
                          </a:lnTo>
                          <a:lnTo>
                            <a:pt x="0" y="419363"/>
                          </a:lnTo>
                          <a:lnTo>
                            <a:pt x="0" y="425368"/>
                          </a:lnTo>
                          <a:lnTo>
                            <a:pt x="0" y="431350"/>
                          </a:lnTo>
                          <a:lnTo>
                            <a:pt x="0" y="437332"/>
                          </a:lnTo>
                          <a:lnTo>
                            <a:pt x="0" y="443337"/>
                          </a:lnTo>
                          <a:lnTo>
                            <a:pt x="0" y="449319"/>
                          </a:lnTo>
                          <a:lnTo>
                            <a:pt x="0" y="455324"/>
                          </a:lnTo>
                          <a:lnTo>
                            <a:pt x="0" y="461306"/>
                          </a:lnTo>
                          <a:lnTo>
                            <a:pt x="0" y="467289"/>
                          </a:lnTo>
                          <a:lnTo>
                            <a:pt x="0" y="473293"/>
                          </a:lnTo>
                          <a:lnTo>
                            <a:pt x="0" y="479275"/>
                          </a:lnTo>
                          <a:lnTo>
                            <a:pt x="0" y="485280"/>
                          </a:lnTo>
                          <a:lnTo>
                            <a:pt x="0" y="491262"/>
                          </a:lnTo>
                          <a:lnTo>
                            <a:pt x="0" y="497245"/>
                          </a:lnTo>
                          <a:lnTo>
                            <a:pt x="0" y="503249"/>
                          </a:lnTo>
                          <a:lnTo>
                            <a:pt x="0" y="509232"/>
                          </a:lnTo>
                          <a:lnTo>
                            <a:pt x="0" y="515236"/>
                          </a:lnTo>
                          <a:lnTo>
                            <a:pt x="0" y="521219"/>
                          </a:lnTo>
                          <a:lnTo>
                            <a:pt x="0" y="527201"/>
                          </a:lnTo>
                          <a:lnTo>
                            <a:pt x="0" y="533206"/>
                          </a:lnTo>
                          <a:lnTo>
                            <a:pt x="0" y="539188"/>
                          </a:lnTo>
                          <a:lnTo>
                            <a:pt x="0" y="545192"/>
                          </a:lnTo>
                          <a:lnTo>
                            <a:pt x="0" y="551175"/>
                          </a:lnTo>
                          <a:lnTo>
                            <a:pt x="0" y="557157"/>
                          </a:lnTo>
                          <a:lnTo>
                            <a:pt x="0" y="563162"/>
                          </a:lnTo>
                          <a:lnTo>
                            <a:pt x="0" y="569144"/>
                          </a:lnTo>
                          <a:lnTo>
                            <a:pt x="0" y="575149"/>
                          </a:lnTo>
                          <a:lnTo>
                            <a:pt x="0" y="581131"/>
                          </a:lnTo>
                          <a:lnTo>
                            <a:pt x="0" y="587113"/>
                          </a:lnTo>
                          <a:lnTo>
                            <a:pt x="0" y="593118"/>
                          </a:lnTo>
                          <a:lnTo>
                            <a:pt x="90" y="593118"/>
                          </a:lnTo>
                          <a:lnTo>
                            <a:pt x="135" y="587113"/>
                          </a:lnTo>
                          <a:close/>
                        </a:path>
                      </a:pathLst>
                    </a:custGeom>
                    <a:solidFill>
                      <a:srgbClr val="B4E4FA">
                        <a:alpha val="50000"/>
                      </a:srgbClr>
                    </a:solidFill>
                    <a:ln w="2249" cap="flat">
                      <a:noFill/>
                      <a:prstDash val="solid"/>
                      <a:miter/>
                    </a:ln>
                  </p:spPr>
                  <p:txBody>
                    <a:bodyPr rtlCol="0" anchor="ctr"/>
                    <a:lstStyle/>
                    <a:p>
                      <a:endParaRPr lang="en-US"/>
                    </a:p>
                  </p:txBody>
                </p:sp>
                <p:sp>
                  <p:nvSpPr>
                    <p:cNvPr id="3665" name="Freeform 3664">
                      <a:extLst>
                        <a:ext uri="{FF2B5EF4-FFF2-40B4-BE49-F238E27FC236}">
                          <a16:creationId xmlns:a16="http://schemas.microsoft.com/office/drawing/2014/main" id="{ED334C97-D93A-212C-C8EB-87028200B928}"/>
                        </a:ext>
                      </a:extLst>
                    </p:cNvPr>
                    <p:cNvSpPr/>
                    <p:nvPr/>
                  </p:nvSpPr>
                  <p:spPr>
                    <a:xfrm>
                      <a:off x="8287508" y="4394228"/>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66" name="Freeform 3665">
                      <a:extLst>
                        <a:ext uri="{FF2B5EF4-FFF2-40B4-BE49-F238E27FC236}">
                          <a16:creationId xmlns:a16="http://schemas.microsoft.com/office/drawing/2014/main" id="{CD56FE1A-18D1-5EEF-E98A-F6C62EE9D6D3}"/>
                        </a:ext>
                      </a:extLst>
                    </p:cNvPr>
                    <p:cNvSpPr/>
                    <p:nvPr/>
                  </p:nvSpPr>
                  <p:spPr>
                    <a:xfrm>
                      <a:off x="8437797" y="5215971"/>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67" name="Freeform 3666">
                      <a:extLst>
                        <a:ext uri="{FF2B5EF4-FFF2-40B4-BE49-F238E27FC236}">
                          <a16:creationId xmlns:a16="http://schemas.microsoft.com/office/drawing/2014/main" id="{8ACB2473-6BFE-30B3-85DB-A6274DCE3026}"/>
                        </a:ext>
                      </a:extLst>
                    </p:cNvPr>
                    <p:cNvSpPr/>
                    <p:nvPr/>
                  </p:nvSpPr>
                  <p:spPr>
                    <a:xfrm>
                      <a:off x="8411609" y="5126975"/>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68" name="Freeform 3667">
                      <a:extLst>
                        <a:ext uri="{FF2B5EF4-FFF2-40B4-BE49-F238E27FC236}">
                          <a16:creationId xmlns:a16="http://schemas.microsoft.com/office/drawing/2014/main" id="{F0E8E6C6-4A9D-02F1-7B73-93EC6189385D}"/>
                        </a:ext>
                      </a:extLst>
                    </p:cNvPr>
                    <p:cNvSpPr/>
                    <p:nvPr/>
                  </p:nvSpPr>
                  <p:spPr>
                    <a:xfrm>
                      <a:off x="8461540" y="476215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69" name="Freeform 3668">
                      <a:extLst>
                        <a:ext uri="{FF2B5EF4-FFF2-40B4-BE49-F238E27FC236}">
                          <a16:creationId xmlns:a16="http://schemas.microsoft.com/office/drawing/2014/main" id="{D5169026-586F-D47D-A549-E99FF5AA5843}"/>
                        </a:ext>
                      </a:extLst>
                    </p:cNvPr>
                    <p:cNvSpPr/>
                    <p:nvPr/>
                  </p:nvSpPr>
                  <p:spPr>
                    <a:xfrm>
                      <a:off x="8397046" y="5089002"/>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70" name="Freeform 3669">
                      <a:extLst>
                        <a:ext uri="{FF2B5EF4-FFF2-40B4-BE49-F238E27FC236}">
                          <a16:creationId xmlns:a16="http://schemas.microsoft.com/office/drawing/2014/main" id="{8C9018DB-01D8-1C1C-AE51-431F9A14FF77}"/>
                        </a:ext>
                      </a:extLst>
                    </p:cNvPr>
                    <p:cNvSpPr/>
                    <p:nvPr/>
                  </p:nvSpPr>
                  <p:spPr>
                    <a:xfrm>
                      <a:off x="8432406" y="475104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71" name="Freeform 3670">
                      <a:extLst>
                        <a:ext uri="{FF2B5EF4-FFF2-40B4-BE49-F238E27FC236}">
                          <a16:creationId xmlns:a16="http://schemas.microsoft.com/office/drawing/2014/main" id="{ABA0D126-6A2F-85AB-B561-98FB62DE86DC}"/>
                        </a:ext>
                      </a:extLst>
                    </p:cNvPr>
                    <p:cNvSpPr/>
                    <p:nvPr/>
                  </p:nvSpPr>
                  <p:spPr>
                    <a:xfrm>
                      <a:off x="8268734" y="463274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72" name="Freeform 3671">
                      <a:extLst>
                        <a:ext uri="{FF2B5EF4-FFF2-40B4-BE49-F238E27FC236}">
                          <a16:creationId xmlns:a16="http://schemas.microsoft.com/office/drawing/2014/main" id="{416F1C85-81AC-D848-FD7F-8AF9FB33FA51}"/>
                        </a:ext>
                      </a:extLst>
                    </p:cNvPr>
                    <p:cNvSpPr/>
                    <p:nvPr/>
                  </p:nvSpPr>
                  <p:spPr>
                    <a:xfrm>
                      <a:off x="8322026" y="5080500"/>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73" name="Freeform 3672">
                      <a:extLst>
                        <a:ext uri="{FF2B5EF4-FFF2-40B4-BE49-F238E27FC236}">
                          <a16:creationId xmlns:a16="http://schemas.microsoft.com/office/drawing/2014/main" id="{BFCB06EE-3355-AE15-BECE-9E4E050456EB}"/>
                        </a:ext>
                      </a:extLst>
                    </p:cNvPr>
                    <p:cNvSpPr/>
                    <p:nvPr/>
                  </p:nvSpPr>
                  <p:spPr>
                    <a:xfrm>
                      <a:off x="8350991" y="427879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74" name="Freeform 3673">
                      <a:extLst>
                        <a:ext uri="{FF2B5EF4-FFF2-40B4-BE49-F238E27FC236}">
                          <a16:creationId xmlns:a16="http://schemas.microsoft.com/office/drawing/2014/main" id="{02AA26C9-06C0-FE13-38DA-5CCC9B9A510B}"/>
                        </a:ext>
                      </a:extLst>
                    </p:cNvPr>
                    <p:cNvSpPr/>
                    <p:nvPr/>
                  </p:nvSpPr>
                  <p:spPr>
                    <a:xfrm>
                      <a:off x="8413800" y="475104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75" name="Freeform 3674">
                      <a:extLst>
                        <a:ext uri="{FF2B5EF4-FFF2-40B4-BE49-F238E27FC236}">
                          <a16:creationId xmlns:a16="http://schemas.microsoft.com/office/drawing/2014/main" id="{7B388533-7319-309F-2103-B9D956A64ED2}"/>
                        </a:ext>
                      </a:extLst>
                    </p:cNvPr>
                    <p:cNvSpPr/>
                    <p:nvPr/>
                  </p:nvSpPr>
                  <p:spPr>
                    <a:xfrm>
                      <a:off x="8421040" y="528719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76" name="Freeform 3675">
                      <a:extLst>
                        <a:ext uri="{FF2B5EF4-FFF2-40B4-BE49-F238E27FC236}">
                          <a16:creationId xmlns:a16="http://schemas.microsoft.com/office/drawing/2014/main" id="{B6C2FBC4-1309-BA12-71C0-9AC5CC6004B6}"/>
                        </a:ext>
                      </a:extLst>
                    </p:cNvPr>
                    <p:cNvSpPr/>
                    <p:nvPr/>
                  </p:nvSpPr>
                  <p:spPr>
                    <a:xfrm>
                      <a:off x="8373049" y="5219168"/>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77" name="Freeform 3676">
                      <a:extLst>
                        <a:ext uri="{FF2B5EF4-FFF2-40B4-BE49-F238E27FC236}">
                          <a16:creationId xmlns:a16="http://schemas.microsoft.com/office/drawing/2014/main" id="{2FA0448F-7823-A49A-A016-4EE61F7CAD0D}"/>
                        </a:ext>
                      </a:extLst>
                    </p:cNvPr>
                    <p:cNvSpPr/>
                    <p:nvPr/>
                  </p:nvSpPr>
                  <p:spPr>
                    <a:xfrm>
                      <a:off x="8434091" y="5405831"/>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78" name="Freeform 3677">
                      <a:extLst>
                        <a:ext uri="{FF2B5EF4-FFF2-40B4-BE49-F238E27FC236}">
                          <a16:creationId xmlns:a16="http://schemas.microsoft.com/office/drawing/2014/main" id="{4313F386-587B-7F8B-ED21-8DF95E4201B5}"/>
                        </a:ext>
                      </a:extLst>
                    </p:cNvPr>
                    <p:cNvSpPr/>
                    <p:nvPr/>
                  </p:nvSpPr>
                  <p:spPr>
                    <a:xfrm>
                      <a:off x="8395949" y="5280127"/>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79" name="Freeform 3678">
                      <a:extLst>
                        <a:ext uri="{FF2B5EF4-FFF2-40B4-BE49-F238E27FC236}">
                          <a16:creationId xmlns:a16="http://schemas.microsoft.com/office/drawing/2014/main" id="{3CB77BEB-2FFD-FD9E-7F11-471BF02E04E6}"/>
                        </a:ext>
                      </a:extLst>
                    </p:cNvPr>
                    <p:cNvSpPr/>
                    <p:nvPr/>
                  </p:nvSpPr>
                  <p:spPr>
                    <a:xfrm>
                      <a:off x="8295673" y="5274317"/>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80" name="Freeform 3679">
                      <a:extLst>
                        <a:ext uri="{FF2B5EF4-FFF2-40B4-BE49-F238E27FC236}">
                          <a16:creationId xmlns:a16="http://schemas.microsoft.com/office/drawing/2014/main" id="{6DC98900-CC01-B3E5-88D9-52CB98D74935}"/>
                        </a:ext>
                      </a:extLst>
                    </p:cNvPr>
                    <p:cNvSpPr/>
                    <p:nvPr/>
                  </p:nvSpPr>
                  <p:spPr>
                    <a:xfrm>
                      <a:off x="8458758" y="525511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81" name="Freeform 3680">
                      <a:extLst>
                        <a:ext uri="{FF2B5EF4-FFF2-40B4-BE49-F238E27FC236}">
                          <a16:creationId xmlns:a16="http://schemas.microsoft.com/office/drawing/2014/main" id="{725815F1-96B2-DBCD-FEE2-D31F9FF2B961}"/>
                        </a:ext>
                      </a:extLst>
                    </p:cNvPr>
                    <p:cNvSpPr/>
                    <p:nvPr/>
                  </p:nvSpPr>
                  <p:spPr>
                    <a:xfrm>
                      <a:off x="8312093" y="5427975"/>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82" name="Freeform 3681">
                      <a:extLst>
                        <a:ext uri="{FF2B5EF4-FFF2-40B4-BE49-F238E27FC236}">
                          <a16:creationId xmlns:a16="http://schemas.microsoft.com/office/drawing/2014/main" id="{0DC8C20E-D97A-ECFC-54DE-8830E796DF40}"/>
                        </a:ext>
                      </a:extLst>
                    </p:cNvPr>
                    <p:cNvSpPr/>
                    <p:nvPr/>
                  </p:nvSpPr>
                  <p:spPr>
                    <a:xfrm>
                      <a:off x="8435101" y="560233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83" name="Freeform 3682">
                      <a:extLst>
                        <a:ext uri="{FF2B5EF4-FFF2-40B4-BE49-F238E27FC236}">
                          <a16:creationId xmlns:a16="http://schemas.microsoft.com/office/drawing/2014/main" id="{13118210-2031-D381-712D-BA38A771B261}"/>
                        </a:ext>
                      </a:extLst>
                    </p:cNvPr>
                    <p:cNvSpPr/>
                    <p:nvPr/>
                  </p:nvSpPr>
                  <p:spPr>
                    <a:xfrm>
                      <a:off x="8421377" y="5173536"/>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84" name="Freeform 3683">
                      <a:extLst>
                        <a:ext uri="{FF2B5EF4-FFF2-40B4-BE49-F238E27FC236}">
                          <a16:creationId xmlns:a16="http://schemas.microsoft.com/office/drawing/2014/main" id="{12394C80-53C7-50B2-88F5-C2AE16E540A0}"/>
                        </a:ext>
                      </a:extLst>
                    </p:cNvPr>
                    <p:cNvSpPr/>
                    <p:nvPr/>
                  </p:nvSpPr>
                  <p:spPr>
                    <a:xfrm>
                      <a:off x="8464149" y="5049011"/>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85" name="Freeform 3684">
                      <a:extLst>
                        <a:ext uri="{FF2B5EF4-FFF2-40B4-BE49-F238E27FC236}">
                          <a16:creationId xmlns:a16="http://schemas.microsoft.com/office/drawing/2014/main" id="{50DEDB5C-C673-60CB-3F8B-3CC009F802BE}"/>
                        </a:ext>
                      </a:extLst>
                    </p:cNvPr>
                    <p:cNvSpPr/>
                    <p:nvPr/>
                  </p:nvSpPr>
                  <p:spPr>
                    <a:xfrm>
                      <a:off x="8407233" y="4856961"/>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86" name="Freeform 3685">
                      <a:extLst>
                        <a:ext uri="{FF2B5EF4-FFF2-40B4-BE49-F238E27FC236}">
                          <a16:creationId xmlns:a16="http://schemas.microsoft.com/office/drawing/2014/main" id="{E57D2EAF-BAA8-7133-6C90-62A7C530BBA5}"/>
                        </a:ext>
                      </a:extLst>
                    </p:cNvPr>
                    <p:cNvSpPr/>
                    <p:nvPr/>
                  </p:nvSpPr>
                  <p:spPr>
                    <a:xfrm>
                      <a:off x="8367999" y="4981572"/>
                      <a:ext cx="44285" cy="44285"/>
                    </a:xfrm>
                    <a:custGeom>
                      <a:avLst/>
                      <a:gdLst>
                        <a:gd name="connsiteX0" fmla="*/ 11829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29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29" y="5915"/>
                          </a:moveTo>
                          <a:cubicBezTo>
                            <a:pt x="11829" y="2654"/>
                            <a:pt x="9176" y="0"/>
                            <a:pt x="5915" y="0"/>
                          </a:cubicBezTo>
                          <a:cubicBezTo>
                            <a:pt x="2654" y="0"/>
                            <a:pt x="0" y="2654"/>
                            <a:pt x="0" y="5915"/>
                          </a:cubicBezTo>
                          <a:cubicBezTo>
                            <a:pt x="0" y="9176"/>
                            <a:pt x="2654" y="11829"/>
                            <a:pt x="5915" y="11829"/>
                          </a:cubicBezTo>
                          <a:cubicBezTo>
                            <a:pt x="9176" y="11829"/>
                            <a:pt x="11829" y="9176"/>
                            <a:pt x="11829"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87" name="Freeform 3686">
                      <a:extLst>
                        <a:ext uri="{FF2B5EF4-FFF2-40B4-BE49-F238E27FC236}">
                          <a16:creationId xmlns:a16="http://schemas.microsoft.com/office/drawing/2014/main" id="{B64485AC-0E77-20E8-1DF0-46CA49C3BF20}"/>
                        </a:ext>
                      </a:extLst>
                    </p:cNvPr>
                    <p:cNvSpPr/>
                    <p:nvPr/>
                  </p:nvSpPr>
                  <p:spPr>
                    <a:xfrm>
                      <a:off x="8333732" y="5253775"/>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88" name="Freeform 3687">
                      <a:extLst>
                        <a:ext uri="{FF2B5EF4-FFF2-40B4-BE49-F238E27FC236}">
                          <a16:creationId xmlns:a16="http://schemas.microsoft.com/office/drawing/2014/main" id="{2CA215DF-729B-FD0E-2964-7CFB6E57DCC5}"/>
                        </a:ext>
                      </a:extLst>
                    </p:cNvPr>
                    <p:cNvSpPr/>
                    <p:nvPr/>
                  </p:nvSpPr>
                  <p:spPr>
                    <a:xfrm>
                      <a:off x="8283465" y="489131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89" name="Freeform 3688">
                      <a:extLst>
                        <a:ext uri="{FF2B5EF4-FFF2-40B4-BE49-F238E27FC236}">
                          <a16:creationId xmlns:a16="http://schemas.microsoft.com/office/drawing/2014/main" id="{47558C06-01B0-FB88-5B83-256D611A07B5}"/>
                        </a:ext>
                      </a:extLst>
                    </p:cNvPr>
                    <p:cNvSpPr/>
                    <p:nvPr/>
                  </p:nvSpPr>
                  <p:spPr>
                    <a:xfrm>
                      <a:off x="8429209" y="4614397"/>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90" name="Freeform 3689">
                      <a:extLst>
                        <a:ext uri="{FF2B5EF4-FFF2-40B4-BE49-F238E27FC236}">
                          <a16:creationId xmlns:a16="http://schemas.microsoft.com/office/drawing/2014/main" id="{B6909346-8738-F46B-9064-3395EF44B69F}"/>
                        </a:ext>
                      </a:extLst>
                    </p:cNvPr>
                    <p:cNvSpPr/>
                    <p:nvPr/>
                  </p:nvSpPr>
                  <p:spPr>
                    <a:xfrm>
                      <a:off x="8477200" y="5047158"/>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91" name="Freeform 3690">
                      <a:extLst>
                        <a:ext uri="{FF2B5EF4-FFF2-40B4-BE49-F238E27FC236}">
                          <a16:creationId xmlns:a16="http://schemas.microsoft.com/office/drawing/2014/main" id="{3964C4EC-F1B8-FD6F-B92E-3A0F618290BF}"/>
                        </a:ext>
                      </a:extLst>
                    </p:cNvPr>
                    <p:cNvSpPr/>
                    <p:nvPr/>
                  </p:nvSpPr>
                  <p:spPr>
                    <a:xfrm>
                      <a:off x="8426768" y="4932570"/>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92" name="Freeform 3691">
                      <a:extLst>
                        <a:ext uri="{FF2B5EF4-FFF2-40B4-BE49-F238E27FC236}">
                          <a16:creationId xmlns:a16="http://schemas.microsoft.com/office/drawing/2014/main" id="{DB99BA7D-BCBE-0893-5390-A5310B3AD168}"/>
                        </a:ext>
                      </a:extLst>
                    </p:cNvPr>
                    <p:cNvSpPr/>
                    <p:nvPr/>
                  </p:nvSpPr>
                  <p:spPr>
                    <a:xfrm>
                      <a:off x="8370440" y="5148531"/>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93" name="Freeform 3692">
                      <a:extLst>
                        <a:ext uri="{FF2B5EF4-FFF2-40B4-BE49-F238E27FC236}">
                          <a16:creationId xmlns:a16="http://schemas.microsoft.com/office/drawing/2014/main" id="{A38ECF08-95D4-4C80-BE32-15000222273C}"/>
                        </a:ext>
                      </a:extLst>
                    </p:cNvPr>
                    <p:cNvSpPr/>
                    <p:nvPr/>
                  </p:nvSpPr>
                  <p:spPr>
                    <a:xfrm>
                      <a:off x="8340130" y="501777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94" name="Freeform 3693">
                      <a:extLst>
                        <a:ext uri="{FF2B5EF4-FFF2-40B4-BE49-F238E27FC236}">
                          <a16:creationId xmlns:a16="http://schemas.microsoft.com/office/drawing/2014/main" id="{3CF99858-A179-29ED-6934-DB38195E765D}"/>
                        </a:ext>
                      </a:extLst>
                    </p:cNvPr>
                    <p:cNvSpPr/>
                    <p:nvPr/>
                  </p:nvSpPr>
                  <p:spPr>
                    <a:xfrm>
                      <a:off x="8300304" y="4735721"/>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3695" name="Freeform 3694">
                      <a:extLst>
                        <a:ext uri="{FF2B5EF4-FFF2-40B4-BE49-F238E27FC236}">
                          <a16:creationId xmlns:a16="http://schemas.microsoft.com/office/drawing/2014/main" id="{3A2E3FEE-9735-5560-1B82-FADD7100C03D}"/>
                        </a:ext>
                      </a:extLst>
                    </p:cNvPr>
                    <p:cNvSpPr/>
                    <p:nvPr/>
                  </p:nvSpPr>
                  <p:spPr>
                    <a:xfrm>
                      <a:off x="8413717" y="5233315"/>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grpSp>
              <p:sp>
                <p:nvSpPr>
                  <p:cNvPr id="3661" name="Freeform 3660">
                    <a:extLst>
                      <a:ext uri="{FF2B5EF4-FFF2-40B4-BE49-F238E27FC236}">
                        <a16:creationId xmlns:a16="http://schemas.microsoft.com/office/drawing/2014/main" id="{E18821BF-77CD-648B-13E9-853FABEB5F50}"/>
                      </a:ext>
                    </a:extLst>
                  </p:cNvPr>
                  <p:cNvSpPr/>
                  <p:nvPr/>
                </p:nvSpPr>
                <p:spPr>
                  <a:xfrm>
                    <a:off x="8606943" y="4808046"/>
                    <a:ext cx="132858" cy="462819"/>
                  </a:xfrm>
                  <a:custGeom>
                    <a:avLst/>
                    <a:gdLst>
                      <a:gd name="connsiteX0" fmla="*/ 0 w 35488"/>
                      <a:gd name="connsiteY0" fmla="*/ 0 h 123625"/>
                      <a:gd name="connsiteX1" fmla="*/ 35489 w 35488"/>
                      <a:gd name="connsiteY1" fmla="*/ 0 h 123625"/>
                      <a:gd name="connsiteX2" fmla="*/ 35489 w 35488"/>
                      <a:gd name="connsiteY2" fmla="*/ 123625 h 123625"/>
                      <a:gd name="connsiteX3" fmla="*/ 0 w 35488"/>
                      <a:gd name="connsiteY3" fmla="*/ 123625 h 123625"/>
                    </a:gdLst>
                    <a:ahLst/>
                    <a:cxnLst>
                      <a:cxn ang="0">
                        <a:pos x="connsiteX0" y="connsiteY0"/>
                      </a:cxn>
                      <a:cxn ang="0">
                        <a:pos x="connsiteX1" y="connsiteY1"/>
                      </a:cxn>
                      <a:cxn ang="0">
                        <a:pos x="connsiteX2" y="connsiteY2"/>
                      </a:cxn>
                      <a:cxn ang="0">
                        <a:pos x="connsiteX3" y="connsiteY3"/>
                      </a:cxn>
                    </a:cxnLst>
                    <a:rect l="l" t="t" r="r" b="b"/>
                    <a:pathLst>
                      <a:path w="35488" h="123625">
                        <a:moveTo>
                          <a:pt x="0" y="0"/>
                        </a:moveTo>
                        <a:lnTo>
                          <a:pt x="35489" y="0"/>
                        </a:lnTo>
                        <a:lnTo>
                          <a:pt x="35489" y="123625"/>
                        </a:lnTo>
                        <a:lnTo>
                          <a:pt x="0" y="123625"/>
                        </a:lnTo>
                        <a:close/>
                      </a:path>
                    </a:pathLst>
                  </a:custGeom>
                  <a:solidFill>
                    <a:srgbClr val="B4E4FA"/>
                  </a:solidFill>
                  <a:ln w="2249" cap="flat">
                    <a:noFill/>
                    <a:prstDash val="solid"/>
                    <a:miter/>
                  </a:ln>
                </p:spPr>
                <p:txBody>
                  <a:bodyPr rtlCol="0" anchor="ctr"/>
                  <a:lstStyle/>
                  <a:p>
                    <a:endParaRPr lang="en-US"/>
                  </a:p>
                </p:txBody>
              </p:sp>
              <p:sp>
                <p:nvSpPr>
                  <p:cNvPr id="3662" name="Freeform 3661">
                    <a:extLst>
                      <a:ext uri="{FF2B5EF4-FFF2-40B4-BE49-F238E27FC236}">
                        <a16:creationId xmlns:a16="http://schemas.microsoft.com/office/drawing/2014/main" id="{ACE65007-E1F3-196C-8F60-D5498933A5F9}"/>
                      </a:ext>
                    </a:extLst>
                  </p:cNvPr>
                  <p:cNvSpPr/>
                  <p:nvPr/>
                </p:nvSpPr>
                <p:spPr>
                  <a:xfrm>
                    <a:off x="8606943" y="4808046"/>
                    <a:ext cx="132858" cy="462819"/>
                  </a:xfrm>
                  <a:custGeom>
                    <a:avLst/>
                    <a:gdLst>
                      <a:gd name="connsiteX0" fmla="*/ 0 w 35488"/>
                      <a:gd name="connsiteY0" fmla="*/ 0 h 123625"/>
                      <a:gd name="connsiteX1" fmla="*/ 35489 w 35488"/>
                      <a:gd name="connsiteY1" fmla="*/ 0 h 123625"/>
                      <a:gd name="connsiteX2" fmla="*/ 35489 w 35488"/>
                      <a:gd name="connsiteY2" fmla="*/ 123625 h 123625"/>
                      <a:gd name="connsiteX3" fmla="*/ 0 w 35488"/>
                      <a:gd name="connsiteY3" fmla="*/ 123625 h 123625"/>
                    </a:gdLst>
                    <a:ahLst/>
                    <a:cxnLst>
                      <a:cxn ang="0">
                        <a:pos x="connsiteX0" y="connsiteY0"/>
                      </a:cxn>
                      <a:cxn ang="0">
                        <a:pos x="connsiteX1" y="connsiteY1"/>
                      </a:cxn>
                      <a:cxn ang="0">
                        <a:pos x="connsiteX2" y="connsiteY2"/>
                      </a:cxn>
                      <a:cxn ang="0">
                        <a:pos x="connsiteX3" y="connsiteY3"/>
                      </a:cxn>
                    </a:cxnLst>
                    <a:rect l="l" t="t" r="r" b="b"/>
                    <a:pathLst>
                      <a:path w="35488" h="123625">
                        <a:moveTo>
                          <a:pt x="0" y="0"/>
                        </a:moveTo>
                        <a:lnTo>
                          <a:pt x="35489" y="0"/>
                        </a:lnTo>
                        <a:lnTo>
                          <a:pt x="35489" y="123625"/>
                        </a:lnTo>
                        <a:lnTo>
                          <a:pt x="0" y="123625"/>
                        </a:lnTo>
                        <a:close/>
                      </a:path>
                    </a:pathLst>
                  </a:custGeom>
                  <a:noFill/>
                  <a:ln w="4498" cap="flat">
                    <a:solidFill>
                      <a:srgbClr val="000000"/>
                    </a:solidFill>
                    <a:prstDash val="solid"/>
                    <a:miter/>
                  </a:ln>
                </p:spPr>
                <p:txBody>
                  <a:bodyPr rtlCol="0" anchor="ctr"/>
                  <a:lstStyle/>
                  <a:p>
                    <a:endParaRPr lang="en-US"/>
                  </a:p>
                </p:txBody>
              </p:sp>
              <p:sp>
                <p:nvSpPr>
                  <p:cNvPr id="3663" name="Freeform 3662">
                    <a:extLst>
                      <a:ext uri="{FF2B5EF4-FFF2-40B4-BE49-F238E27FC236}">
                        <a16:creationId xmlns:a16="http://schemas.microsoft.com/office/drawing/2014/main" id="{1BF81F0A-CE7D-EB2A-2779-06D958C46436}"/>
                      </a:ext>
                    </a:extLst>
                  </p:cNvPr>
                  <p:cNvSpPr/>
                  <p:nvPr/>
                </p:nvSpPr>
                <p:spPr>
                  <a:xfrm>
                    <a:off x="8606943" y="5102644"/>
                    <a:ext cx="132858" cy="8416"/>
                  </a:xfrm>
                  <a:custGeom>
                    <a:avLst/>
                    <a:gdLst>
                      <a:gd name="connsiteX0" fmla="*/ 0 w 35488"/>
                      <a:gd name="connsiteY0" fmla="*/ 0 h 2248"/>
                      <a:gd name="connsiteX1" fmla="*/ 35488 w 35488"/>
                      <a:gd name="connsiteY1" fmla="*/ 0 h 2248"/>
                    </a:gdLst>
                    <a:ahLst/>
                    <a:cxnLst>
                      <a:cxn ang="0">
                        <a:pos x="connsiteX0" y="connsiteY0"/>
                      </a:cxn>
                      <a:cxn ang="0">
                        <a:pos x="connsiteX1" y="connsiteY1"/>
                      </a:cxn>
                    </a:cxnLst>
                    <a:rect l="l" t="t" r="r" b="b"/>
                    <a:pathLst>
                      <a:path w="35488" h="2248">
                        <a:moveTo>
                          <a:pt x="0" y="0"/>
                        </a:moveTo>
                        <a:lnTo>
                          <a:pt x="35488" y="0"/>
                        </a:lnTo>
                      </a:path>
                    </a:pathLst>
                  </a:custGeom>
                  <a:ln w="4498" cap="flat">
                    <a:solidFill>
                      <a:srgbClr val="000000"/>
                    </a:solidFill>
                    <a:prstDash val="solid"/>
                    <a:round/>
                  </a:ln>
                </p:spPr>
                <p:txBody>
                  <a:bodyPr rtlCol="0" anchor="ctr"/>
                  <a:lstStyle/>
                  <a:p>
                    <a:endParaRPr lang="en-US"/>
                  </a:p>
                </p:txBody>
              </p:sp>
            </p:grpSp>
            <p:sp>
              <p:nvSpPr>
                <p:cNvPr id="3658" name="Freeform 3657">
                  <a:extLst>
                    <a:ext uri="{FF2B5EF4-FFF2-40B4-BE49-F238E27FC236}">
                      <a16:creationId xmlns:a16="http://schemas.microsoft.com/office/drawing/2014/main" id="{380ED6A9-8C3C-D487-0A73-D00AE76E9217}"/>
                    </a:ext>
                  </a:extLst>
                </p:cNvPr>
                <p:cNvSpPr/>
                <p:nvPr/>
              </p:nvSpPr>
              <p:spPr>
                <a:xfrm>
                  <a:off x="8729531" y="3617444"/>
                  <a:ext cx="1106996" cy="55568"/>
                </a:xfrm>
                <a:custGeom>
                  <a:avLst/>
                  <a:gdLst>
                    <a:gd name="connsiteX0" fmla="*/ 0 w 295693"/>
                    <a:gd name="connsiteY0" fmla="*/ 14843 h 14843"/>
                    <a:gd name="connsiteX1" fmla="*/ 0 w 295693"/>
                    <a:gd name="connsiteY1" fmla="*/ 0 h 14843"/>
                    <a:gd name="connsiteX2" fmla="*/ 295693 w 295693"/>
                    <a:gd name="connsiteY2" fmla="*/ 0 h 14843"/>
                    <a:gd name="connsiteX3" fmla="*/ 295693 w 295693"/>
                    <a:gd name="connsiteY3" fmla="*/ 14843 h 14843"/>
                  </a:gdLst>
                  <a:ahLst/>
                  <a:cxnLst>
                    <a:cxn ang="0">
                      <a:pos x="connsiteX0" y="connsiteY0"/>
                    </a:cxn>
                    <a:cxn ang="0">
                      <a:pos x="connsiteX1" y="connsiteY1"/>
                    </a:cxn>
                    <a:cxn ang="0">
                      <a:pos x="connsiteX2" y="connsiteY2"/>
                    </a:cxn>
                    <a:cxn ang="0">
                      <a:pos x="connsiteX3" y="connsiteY3"/>
                    </a:cxn>
                  </a:cxnLst>
                  <a:rect l="l" t="t" r="r" b="b"/>
                  <a:pathLst>
                    <a:path w="295693" h="14843">
                      <a:moveTo>
                        <a:pt x="0" y="14843"/>
                      </a:moveTo>
                      <a:lnTo>
                        <a:pt x="0" y="0"/>
                      </a:lnTo>
                      <a:lnTo>
                        <a:pt x="295693" y="0"/>
                      </a:lnTo>
                      <a:lnTo>
                        <a:pt x="295693" y="14843"/>
                      </a:lnTo>
                    </a:path>
                  </a:pathLst>
                </a:custGeom>
                <a:noFill/>
                <a:ln w="4498" cap="flat">
                  <a:solidFill>
                    <a:srgbClr val="000000"/>
                  </a:solidFill>
                  <a:prstDash val="solid"/>
                  <a:round/>
                </a:ln>
              </p:spPr>
              <p:txBody>
                <a:bodyPr rtlCol="0" anchor="ctr"/>
                <a:lstStyle/>
                <a:p>
                  <a:endParaRPr lang="en-US"/>
                </a:p>
              </p:txBody>
            </p:sp>
            <p:sp>
              <p:nvSpPr>
                <p:cNvPr id="3659" name="Freeform 3658">
                  <a:extLst>
                    <a:ext uri="{FF2B5EF4-FFF2-40B4-BE49-F238E27FC236}">
                      <a16:creationId xmlns:a16="http://schemas.microsoft.com/office/drawing/2014/main" id="{BEE00E33-D315-6169-9752-C2A80F517D71}"/>
                    </a:ext>
                  </a:extLst>
                </p:cNvPr>
                <p:cNvSpPr/>
                <p:nvPr/>
              </p:nvSpPr>
              <p:spPr>
                <a:xfrm>
                  <a:off x="9249521" y="3491486"/>
                  <a:ext cx="75773" cy="72239"/>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8 w 20240"/>
                    <a:gd name="connsiteY4" fmla="*/ 5060 h 19296"/>
                    <a:gd name="connsiteX5" fmla="*/ 20240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2 w 20240"/>
                    <a:gd name="connsiteY11" fmla="*/ 17339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8" y="5060"/>
                      </a:lnTo>
                      <a:lnTo>
                        <a:pt x="20240" y="8029"/>
                      </a:lnTo>
                      <a:lnTo>
                        <a:pt x="12549" y="10525"/>
                      </a:lnTo>
                      <a:lnTo>
                        <a:pt x="17609" y="17677"/>
                      </a:lnTo>
                      <a:lnTo>
                        <a:pt x="14978" y="19296"/>
                      </a:lnTo>
                      <a:lnTo>
                        <a:pt x="9985" y="12009"/>
                      </a:lnTo>
                      <a:lnTo>
                        <a:pt x="4723" y="19161"/>
                      </a:lnTo>
                      <a:lnTo>
                        <a:pt x="2362" y="17339"/>
                      </a:lnTo>
                      <a:lnTo>
                        <a:pt x="7556" y="10525"/>
                      </a:lnTo>
                      <a:lnTo>
                        <a:pt x="0" y="7826"/>
                      </a:lnTo>
                      <a:lnTo>
                        <a:pt x="1215" y="4993"/>
                      </a:lnTo>
                      <a:lnTo>
                        <a:pt x="8703" y="7894"/>
                      </a:lnTo>
                      <a:close/>
                    </a:path>
                  </a:pathLst>
                </a:custGeom>
                <a:solidFill>
                  <a:srgbClr val="000000"/>
                </a:solidFill>
                <a:ln w="2249" cap="flat">
                  <a:noFill/>
                  <a:prstDash val="solid"/>
                  <a:miter/>
                </a:ln>
              </p:spPr>
              <p:txBody>
                <a:bodyPr rtlCol="0" anchor="ctr"/>
                <a:lstStyle/>
                <a:p>
                  <a:endParaRPr lang="en-US"/>
                </a:p>
              </p:txBody>
            </p:sp>
          </p:grpSp>
          <p:grpSp>
            <p:nvGrpSpPr>
              <p:cNvPr id="9" name="Group 8">
                <a:extLst>
                  <a:ext uri="{FF2B5EF4-FFF2-40B4-BE49-F238E27FC236}">
                    <a16:creationId xmlns:a16="http://schemas.microsoft.com/office/drawing/2014/main" id="{3C4C479B-4091-AED7-5CDE-D59BF2874471}"/>
                  </a:ext>
                </a:extLst>
              </p:cNvPr>
              <p:cNvGrpSpPr/>
              <p:nvPr/>
            </p:nvGrpSpPr>
            <p:grpSpPr>
              <a:xfrm>
                <a:off x="3148305" y="1422577"/>
                <a:ext cx="7319497" cy="2889404"/>
                <a:chOff x="2517030" y="3292787"/>
                <a:chExt cx="7319497" cy="2889404"/>
              </a:xfrm>
            </p:grpSpPr>
            <p:grpSp>
              <p:nvGrpSpPr>
                <p:cNvPr id="3541" name="Group 3540">
                  <a:extLst>
                    <a:ext uri="{FF2B5EF4-FFF2-40B4-BE49-F238E27FC236}">
                      <a16:creationId xmlns:a16="http://schemas.microsoft.com/office/drawing/2014/main" id="{B401A86F-7A12-5E2A-5066-1CDD836EF2E3}"/>
                    </a:ext>
                  </a:extLst>
                </p:cNvPr>
                <p:cNvGrpSpPr/>
                <p:nvPr/>
              </p:nvGrpSpPr>
              <p:grpSpPr>
                <a:xfrm>
                  <a:off x="2517030" y="3701218"/>
                  <a:ext cx="848682" cy="2335653"/>
                  <a:chOff x="2517030" y="3701218"/>
                  <a:chExt cx="848682" cy="2335653"/>
                </a:xfrm>
              </p:grpSpPr>
              <p:sp>
                <p:nvSpPr>
                  <p:cNvPr id="3619" name="Freeform 3618">
                    <a:extLst>
                      <a:ext uri="{FF2B5EF4-FFF2-40B4-BE49-F238E27FC236}">
                        <a16:creationId xmlns:a16="http://schemas.microsoft.com/office/drawing/2014/main" id="{DC890E79-AFAE-470F-2308-BC1557870AEB}"/>
                      </a:ext>
                    </a:extLst>
                  </p:cNvPr>
                  <p:cNvSpPr/>
                  <p:nvPr/>
                </p:nvSpPr>
                <p:spPr>
                  <a:xfrm>
                    <a:off x="2920492" y="3701218"/>
                    <a:ext cx="445220" cy="2335653"/>
                  </a:xfrm>
                  <a:custGeom>
                    <a:avLst/>
                    <a:gdLst>
                      <a:gd name="connsiteX0" fmla="*/ 180 w 118924"/>
                      <a:gd name="connsiteY0" fmla="*/ 617586 h 623883"/>
                      <a:gd name="connsiteX1" fmla="*/ 292 w 118924"/>
                      <a:gd name="connsiteY1" fmla="*/ 611289 h 623883"/>
                      <a:gd name="connsiteX2" fmla="*/ 450 w 118924"/>
                      <a:gd name="connsiteY2" fmla="*/ 604992 h 623883"/>
                      <a:gd name="connsiteX3" fmla="*/ 697 w 118924"/>
                      <a:gd name="connsiteY3" fmla="*/ 598673 h 623883"/>
                      <a:gd name="connsiteX4" fmla="*/ 1012 w 118924"/>
                      <a:gd name="connsiteY4" fmla="*/ 592376 h 623883"/>
                      <a:gd name="connsiteX5" fmla="*/ 1462 w 118924"/>
                      <a:gd name="connsiteY5" fmla="*/ 586079 h 623883"/>
                      <a:gd name="connsiteX6" fmla="*/ 2069 w 118924"/>
                      <a:gd name="connsiteY6" fmla="*/ 579781 h 623883"/>
                      <a:gd name="connsiteX7" fmla="*/ 2834 w 118924"/>
                      <a:gd name="connsiteY7" fmla="*/ 573484 h 623883"/>
                      <a:gd name="connsiteX8" fmla="*/ 3801 w 118924"/>
                      <a:gd name="connsiteY8" fmla="*/ 567165 h 623883"/>
                      <a:gd name="connsiteX9" fmla="*/ 4970 w 118924"/>
                      <a:gd name="connsiteY9" fmla="*/ 560868 h 623883"/>
                      <a:gd name="connsiteX10" fmla="*/ 6319 w 118924"/>
                      <a:gd name="connsiteY10" fmla="*/ 554571 h 623883"/>
                      <a:gd name="connsiteX11" fmla="*/ 7871 w 118924"/>
                      <a:gd name="connsiteY11" fmla="*/ 548273 h 623883"/>
                      <a:gd name="connsiteX12" fmla="*/ 9603 w 118924"/>
                      <a:gd name="connsiteY12" fmla="*/ 541976 h 623883"/>
                      <a:gd name="connsiteX13" fmla="*/ 11470 w 118924"/>
                      <a:gd name="connsiteY13" fmla="*/ 535657 h 623883"/>
                      <a:gd name="connsiteX14" fmla="*/ 13449 w 118924"/>
                      <a:gd name="connsiteY14" fmla="*/ 529360 h 623883"/>
                      <a:gd name="connsiteX15" fmla="*/ 15518 w 118924"/>
                      <a:gd name="connsiteY15" fmla="*/ 523063 h 623883"/>
                      <a:gd name="connsiteX16" fmla="*/ 17654 w 118924"/>
                      <a:gd name="connsiteY16" fmla="*/ 516766 h 623883"/>
                      <a:gd name="connsiteX17" fmla="*/ 19836 w 118924"/>
                      <a:gd name="connsiteY17" fmla="*/ 510446 h 623883"/>
                      <a:gd name="connsiteX18" fmla="*/ 22085 w 118924"/>
                      <a:gd name="connsiteY18" fmla="*/ 504149 h 623883"/>
                      <a:gd name="connsiteX19" fmla="*/ 24424 w 118924"/>
                      <a:gd name="connsiteY19" fmla="*/ 497852 h 623883"/>
                      <a:gd name="connsiteX20" fmla="*/ 26897 w 118924"/>
                      <a:gd name="connsiteY20" fmla="*/ 491555 h 623883"/>
                      <a:gd name="connsiteX21" fmla="*/ 29506 w 118924"/>
                      <a:gd name="connsiteY21" fmla="*/ 485258 h 623883"/>
                      <a:gd name="connsiteX22" fmla="*/ 32272 w 118924"/>
                      <a:gd name="connsiteY22" fmla="*/ 478938 h 623883"/>
                      <a:gd name="connsiteX23" fmla="*/ 35218 w 118924"/>
                      <a:gd name="connsiteY23" fmla="*/ 472641 h 623883"/>
                      <a:gd name="connsiteX24" fmla="*/ 38300 w 118924"/>
                      <a:gd name="connsiteY24" fmla="*/ 466344 h 623883"/>
                      <a:gd name="connsiteX25" fmla="*/ 41448 w 118924"/>
                      <a:gd name="connsiteY25" fmla="*/ 460047 h 623883"/>
                      <a:gd name="connsiteX26" fmla="*/ 44642 w 118924"/>
                      <a:gd name="connsiteY26" fmla="*/ 453750 h 623883"/>
                      <a:gd name="connsiteX27" fmla="*/ 47768 w 118924"/>
                      <a:gd name="connsiteY27" fmla="*/ 447430 h 623883"/>
                      <a:gd name="connsiteX28" fmla="*/ 50781 w 118924"/>
                      <a:gd name="connsiteY28" fmla="*/ 441133 h 623883"/>
                      <a:gd name="connsiteX29" fmla="*/ 53593 w 118924"/>
                      <a:gd name="connsiteY29" fmla="*/ 434836 h 623883"/>
                      <a:gd name="connsiteX30" fmla="*/ 56201 w 118924"/>
                      <a:gd name="connsiteY30" fmla="*/ 428539 h 623883"/>
                      <a:gd name="connsiteX31" fmla="*/ 58608 w 118924"/>
                      <a:gd name="connsiteY31" fmla="*/ 422219 h 623883"/>
                      <a:gd name="connsiteX32" fmla="*/ 60879 w 118924"/>
                      <a:gd name="connsiteY32" fmla="*/ 415922 h 623883"/>
                      <a:gd name="connsiteX33" fmla="*/ 63061 w 118924"/>
                      <a:gd name="connsiteY33" fmla="*/ 409625 h 623883"/>
                      <a:gd name="connsiteX34" fmla="*/ 65265 w 118924"/>
                      <a:gd name="connsiteY34" fmla="*/ 403328 h 623883"/>
                      <a:gd name="connsiteX35" fmla="*/ 67604 w 118924"/>
                      <a:gd name="connsiteY35" fmla="*/ 397031 h 623883"/>
                      <a:gd name="connsiteX36" fmla="*/ 70145 w 118924"/>
                      <a:gd name="connsiteY36" fmla="*/ 390711 h 623883"/>
                      <a:gd name="connsiteX37" fmla="*/ 72979 w 118924"/>
                      <a:gd name="connsiteY37" fmla="*/ 384414 h 623883"/>
                      <a:gd name="connsiteX38" fmla="*/ 76195 w 118924"/>
                      <a:gd name="connsiteY38" fmla="*/ 378117 h 623883"/>
                      <a:gd name="connsiteX39" fmla="*/ 79770 w 118924"/>
                      <a:gd name="connsiteY39" fmla="*/ 371820 h 623883"/>
                      <a:gd name="connsiteX40" fmla="*/ 83774 w 118924"/>
                      <a:gd name="connsiteY40" fmla="*/ 365523 h 623883"/>
                      <a:gd name="connsiteX41" fmla="*/ 88114 w 118924"/>
                      <a:gd name="connsiteY41" fmla="*/ 359204 h 623883"/>
                      <a:gd name="connsiteX42" fmla="*/ 92747 w 118924"/>
                      <a:gd name="connsiteY42" fmla="*/ 352906 h 623883"/>
                      <a:gd name="connsiteX43" fmla="*/ 97560 w 118924"/>
                      <a:gd name="connsiteY43" fmla="*/ 346609 h 623883"/>
                      <a:gd name="connsiteX44" fmla="*/ 102372 w 118924"/>
                      <a:gd name="connsiteY44" fmla="*/ 340312 h 623883"/>
                      <a:gd name="connsiteX45" fmla="*/ 106983 w 118924"/>
                      <a:gd name="connsiteY45" fmla="*/ 334015 h 623883"/>
                      <a:gd name="connsiteX46" fmla="*/ 111143 w 118924"/>
                      <a:gd name="connsiteY46" fmla="*/ 327696 h 623883"/>
                      <a:gd name="connsiteX47" fmla="*/ 114629 w 118924"/>
                      <a:gd name="connsiteY47" fmla="*/ 321399 h 623883"/>
                      <a:gd name="connsiteX48" fmla="*/ 117216 w 118924"/>
                      <a:gd name="connsiteY48" fmla="*/ 315102 h 623883"/>
                      <a:gd name="connsiteX49" fmla="*/ 118700 w 118924"/>
                      <a:gd name="connsiteY49" fmla="*/ 308804 h 623883"/>
                      <a:gd name="connsiteX50" fmla="*/ 118925 w 118924"/>
                      <a:gd name="connsiteY50" fmla="*/ 302485 h 623883"/>
                      <a:gd name="connsiteX51" fmla="*/ 117823 w 118924"/>
                      <a:gd name="connsiteY51" fmla="*/ 296188 h 623883"/>
                      <a:gd name="connsiteX52" fmla="*/ 115461 w 118924"/>
                      <a:gd name="connsiteY52" fmla="*/ 289891 h 623883"/>
                      <a:gd name="connsiteX53" fmla="*/ 111886 w 118924"/>
                      <a:gd name="connsiteY53" fmla="*/ 283594 h 623883"/>
                      <a:gd name="connsiteX54" fmla="*/ 107298 w 118924"/>
                      <a:gd name="connsiteY54" fmla="*/ 277297 h 623883"/>
                      <a:gd name="connsiteX55" fmla="*/ 101878 w 118924"/>
                      <a:gd name="connsiteY55" fmla="*/ 270977 h 623883"/>
                      <a:gd name="connsiteX56" fmla="*/ 95851 w 118924"/>
                      <a:gd name="connsiteY56" fmla="*/ 264680 h 623883"/>
                      <a:gd name="connsiteX57" fmla="*/ 89486 w 118924"/>
                      <a:gd name="connsiteY57" fmla="*/ 258383 h 623883"/>
                      <a:gd name="connsiteX58" fmla="*/ 82986 w 118924"/>
                      <a:gd name="connsiteY58" fmla="*/ 252086 h 623883"/>
                      <a:gd name="connsiteX59" fmla="*/ 76509 w 118924"/>
                      <a:gd name="connsiteY59" fmla="*/ 245789 h 623883"/>
                      <a:gd name="connsiteX60" fmla="*/ 70235 w 118924"/>
                      <a:gd name="connsiteY60" fmla="*/ 239469 h 623883"/>
                      <a:gd name="connsiteX61" fmla="*/ 64253 w 118924"/>
                      <a:gd name="connsiteY61" fmla="*/ 233172 h 623883"/>
                      <a:gd name="connsiteX62" fmla="*/ 58653 w 118924"/>
                      <a:gd name="connsiteY62" fmla="*/ 226875 h 623883"/>
                      <a:gd name="connsiteX63" fmla="*/ 53458 w 118924"/>
                      <a:gd name="connsiteY63" fmla="*/ 220578 h 623883"/>
                      <a:gd name="connsiteX64" fmla="*/ 48712 w 118924"/>
                      <a:gd name="connsiteY64" fmla="*/ 214258 h 623883"/>
                      <a:gd name="connsiteX65" fmla="*/ 44394 w 118924"/>
                      <a:gd name="connsiteY65" fmla="*/ 207961 h 623883"/>
                      <a:gd name="connsiteX66" fmla="*/ 40504 w 118924"/>
                      <a:gd name="connsiteY66" fmla="*/ 201664 h 623883"/>
                      <a:gd name="connsiteX67" fmla="*/ 36995 w 118924"/>
                      <a:gd name="connsiteY67" fmla="*/ 195367 h 623883"/>
                      <a:gd name="connsiteX68" fmla="*/ 33824 w 118924"/>
                      <a:gd name="connsiteY68" fmla="*/ 189070 h 623883"/>
                      <a:gd name="connsiteX69" fmla="*/ 30968 w 118924"/>
                      <a:gd name="connsiteY69" fmla="*/ 182750 h 623883"/>
                      <a:gd name="connsiteX70" fmla="*/ 28359 w 118924"/>
                      <a:gd name="connsiteY70" fmla="*/ 176453 h 623883"/>
                      <a:gd name="connsiteX71" fmla="*/ 25975 w 118924"/>
                      <a:gd name="connsiteY71" fmla="*/ 170156 h 623883"/>
                      <a:gd name="connsiteX72" fmla="*/ 23816 w 118924"/>
                      <a:gd name="connsiteY72" fmla="*/ 163859 h 623883"/>
                      <a:gd name="connsiteX73" fmla="*/ 21837 w 118924"/>
                      <a:gd name="connsiteY73" fmla="*/ 157562 h 623883"/>
                      <a:gd name="connsiteX74" fmla="*/ 20083 w 118924"/>
                      <a:gd name="connsiteY74" fmla="*/ 151242 h 623883"/>
                      <a:gd name="connsiteX75" fmla="*/ 18509 w 118924"/>
                      <a:gd name="connsiteY75" fmla="*/ 144945 h 623883"/>
                      <a:gd name="connsiteX76" fmla="*/ 17115 w 118924"/>
                      <a:gd name="connsiteY76" fmla="*/ 138648 h 623883"/>
                      <a:gd name="connsiteX77" fmla="*/ 15855 w 118924"/>
                      <a:gd name="connsiteY77" fmla="*/ 132351 h 623883"/>
                      <a:gd name="connsiteX78" fmla="*/ 14731 w 118924"/>
                      <a:gd name="connsiteY78" fmla="*/ 126054 h 623883"/>
                      <a:gd name="connsiteX79" fmla="*/ 13674 w 118924"/>
                      <a:gd name="connsiteY79" fmla="*/ 119735 h 623883"/>
                      <a:gd name="connsiteX80" fmla="*/ 12639 w 118924"/>
                      <a:gd name="connsiteY80" fmla="*/ 113437 h 623883"/>
                      <a:gd name="connsiteX81" fmla="*/ 11627 w 118924"/>
                      <a:gd name="connsiteY81" fmla="*/ 107140 h 623883"/>
                      <a:gd name="connsiteX82" fmla="*/ 10570 w 118924"/>
                      <a:gd name="connsiteY82" fmla="*/ 100843 h 623883"/>
                      <a:gd name="connsiteX83" fmla="*/ 9468 w 118924"/>
                      <a:gd name="connsiteY83" fmla="*/ 94524 h 623883"/>
                      <a:gd name="connsiteX84" fmla="*/ 8344 w 118924"/>
                      <a:gd name="connsiteY84" fmla="*/ 88227 h 623883"/>
                      <a:gd name="connsiteX85" fmla="*/ 7197 w 118924"/>
                      <a:gd name="connsiteY85" fmla="*/ 81930 h 623883"/>
                      <a:gd name="connsiteX86" fmla="*/ 6095 w 118924"/>
                      <a:gd name="connsiteY86" fmla="*/ 75632 h 623883"/>
                      <a:gd name="connsiteX87" fmla="*/ 5015 w 118924"/>
                      <a:gd name="connsiteY87" fmla="*/ 69335 h 623883"/>
                      <a:gd name="connsiteX88" fmla="*/ 4048 w 118924"/>
                      <a:gd name="connsiteY88" fmla="*/ 63016 h 623883"/>
                      <a:gd name="connsiteX89" fmla="*/ 3171 w 118924"/>
                      <a:gd name="connsiteY89" fmla="*/ 56719 h 623883"/>
                      <a:gd name="connsiteX90" fmla="*/ 2429 w 118924"/>
                      <a:gd name="connsiteY90" fmla="*/ 50422 h 623883"/>
                      <a:gd name="connsiteX91" fmla="*/ 1799 w 118924"/>
                      <a:gd name="connsiteY91" fmla="*/ 44125 h 623883"/>
                      <a:gd name="connsiteX92" fmla="*/ 1304 w 118924"/>
                      <a:gd name="connsiteY92" fmla="*/ 37827 h 623883"/>
                      <a:gd name="connsiteX93" fmla="*/ 922 w 118924"/>
                      <a:gd name="connsiteY93" fmla="*/ 31508 h 623883"/>
                      <a:gd name="connsiteX94" fmla="*/ 629 w 118924"/>
                      <a:gd name="connsiteY94" fmla="*/ 25211 h 623883"/>
                      <a:gd name="connsiteX95" fmla="*/ 405 w 118924"/>
                      <a:gd name="connsiteY95" fmla="*/ 18914 h 623883"/>
                      <a:gd name="connsiteX96" fmla="*/ 270 w 118924"/>
                      <a:gd name="connsiteY96" fmla="*/ 12617 h 623883"/>
                      <a:gd name="connsiteX97" fmla="*/ 180 w 118924"/>
                      <a:gd name="connsiteY97" fmla="*/ 6297 h 623883"/>
                      <a:gd name="connsiteX98" fmla="*/ 112 w 118924"/>
                      <a:gd name="connsiteY98" fmla="*/ 0 h 623883"/>
                      <a:gd name="connsiteX99" fmla="*/ 0 w 118924"/>
                      <a:gd name="connsiteY99" fmla="*/ 0 h 623883"/>
                      <a:gd name="connsiteX100" fmla="*/ 0 w 118924"/>
                      <a:gd name="connsiteY100" fmla="*/ 6297 h 623883"/>
                      <a:gd name="connsiteX101" fmla="*/ 0 w 118924"/>
                      <a:gd name="connsiteY101" fmla="*/ 12617 h 623883"/>
                      <a:gd name="connsiteX102" fmla="*/ 0 w 118924"/>
                      <a:gd name="connsiteY102" fmla="*/ 18914 h 623883"/>
                      <a:gd name="connsiteX103" fmla="*/ 0 w 118924"/>
                      <a:gd name="connsiteY103" fmla="*/ 25211 h 623883"/>
                      <a:gd name="connsiteX104" fmla="*/ 0 w 118924"/>
                      <a:gd name="connsiteY104" fmla="*/ 31508 h 623883"/>
                      <a:gd name="connsiteX105" fmla="*/ 0 w 118924"/>
                      <a:gd name="connsiteY105" fmla="*/ 37827 h 623883"/>
                      <a:gd name="connsiteX106" fmla="*/ 0 w 118924"/>
                      <a:gd name="connsiteY106" fmla="*/ 44125 h 623883"/>
                      <a:gd name="connsiteX107" fmla="*/ 0 w 118924"/>
                      <a:gd name="connsiteY107" fmla="*/ 50422 h 623883"/>
                      <a:gd name="connsiteX108" fmla="*/ 0 w 118924"/>
                      <a:gd name="connsiteY108" fmla="*/ 56719 h 623883"/>
                      <a:gd name="connsiteX109" fmla="*/ 0 w 118924"/>
                      <a:gd name="connsiteY109" fmla="*/ 63016 h 623883"/>
                      <a:gd name="connsiteX110" fmla="*/ 0 w 118924"/>
                      <a:gd name="connsiteY110" fmla="*/ 69335 h 623883"/>
                      <a:gd name="connsiteX111" fmla="*/ 0 w 118924"/>
                      <a:gd name="connsiteY111" fmla="*/ 75632 h 623883"/>
                      <a:gd name="connsiteX112" fmla="*/ 0 w 118924"/>
                      <a:gd name="connsiteY112" fmla="*/ 81930 h 623883"/>
                      <a:gd name="connsiteX113" fmla="*/ 0 w 118924"/>
                      <a:gd name="connsiteY113" fmla="*/ 88227 h 623883"/>
                      <a:gd name="connsiteX114" fmla="*/ 0 w 118924"/>
                      <a:gd name="connsiteY114" fmla="*/ 94524 h 623883"/>
                      <a:gd name="connsiteX115" fmla="*/ 0 w 118924"/>
                      <a:gd name="connsiteY115" fmla="*/ 100843 h 623883"/>
                      <a:gd name="connsiteX116" fmla="*/ 0 w 118924"/>
                      <a:gd name="connsiteY116" fmla="*/ 107140 h 623883"/>
                      <a:gd name="connsiteX117" fmla="*/ 0 w 118924"/>
                      <a:gd name="connsiteY117" fmla="*/ 113437 h 623883"/>
                      <a:gd name="connsiteX118" fmla="*/ 0 w 118924"/>
                      <a:gd name="connsiteY118" fmla="*/ 119735 h 623883"/>
                      <a:gd name="connsiteX119" fmla="*/ 0 w 118924"/>
                      <a:gd name="connsiteY119" fmla="*/ 126054 h 623883"/>
                      <a:gd name="connsiteX120" fmla="*/ 0 w 118924"/>
                      <a:gd name="connsiteY120" fmla="*/ 132351 h 623883"/>
                      <a:gd name="connsiteX121" fmla="*/ 0 w 118924"/>
                      <a:gd name="connsiteY121" fmla="*/ 138648 h 623883"/>
                      <a:gd name="connsiteX122" fmla="*/ 0 w 118924"/>
                      <a:gd name="connsiteY122" fmla="*/ 144945 h 623883"/>
                      <a:gd name="connsiteX123" fmla="*/ 0 w 118924"/>
                      <a:gd name="connsiteY123" fmla="*/ 151242 h 623883"/>
                      <a:gd name="connsiteX124" fmla="*/ 0 w 118924"/>
                      <a:gd name="connsiteY124" fmla="*/ 157562 h 623883"/>
                      <a:gd name="connsiteX125" fmla="*/ 0 w 118924"/>
                      <a:gd name="connsiteY125" fmla="*/ 163859 h 623883"/>
                      <a:gd name="connsiteX126" fmla="*/ 0 w 118924"/>
                      <a:gd name="connsiteY126" fmla="*/ 170156 h 623883"/>
                      <a:gd name="connsiteX127" fmla="*/ 0 w 118924"/>
                      <a:gd name="connsiteY127" fmla="*/ 176453 h 623883"/>
                      <a:gd name="connsiteX128" fmla="*/ 0 w 118924"/>
                      <a:gd name="connsiteY128" fmla="*/ 182750 h 623883"/>
                      <a:gd name="connsiteX129" fmla="*/ 0 w 118924"/>
                      <a:gd name="connsiteY129" fmla="*/ 189070 h 623883"/>
                      <a:gd name="connsiteX130" fmla="*/ 0 w 118924"/>
                      <a:gd name="connsiteY130" fmla="*/ 195367 h 623883"/>
                      <a:gd name="connsiteX131" fmla="*/ 0 w 118924"/>
                      <a:gd name="connsiteY131" fmla="*/ 201664 h 623883"/>
                      <a:gd name="connsiteX132" fmla="*/ 0 w 118924"/>
                      <a:gd name="connsiteY132" fmla="*/ 207961 h 623883"/>
                      <a:gd name="connsiteX133" fmla="*/ 0 w 118924"/>
                      <a:gd name="connsiteY133" fmla="*/ 214258 h 623883"/>
                      <a:gd name="connsiteX134" fmla="*/ 0 w 118924"/>
                      <a:gd name="connsiteY134" fmla="*/ 220578 h 623883"/>
                      <a:gd name="connsiteX135" fmla="*/ 0 w 118924"/>
                      <a:gd name="connsiteY135" fmla="*/ 226875 h 623883"/>
                      <a:gd name="connsiteX136" fmla="*/ 0 w 118924"/>
                      <a:gd name="connsiteY136" fmla="*/ 233172 h 623883"/>
                      <a:gd name="connsiteX137" fmla="*/ 0 w 118924"/>
                      <a:gd name="connsiteY137" fmla="*/ 239469 h 623883"/>
                      <a:gd name="connsiteX138" fmla="*/ 0 w 118924"/>
                      <a:gd name="connsiteY138" fmla="*/ 245789 h 623883"/>
                      <a:gd name="connsiteX139" fmla="*/ 0 w 118924"/>
                      <a:gd name="connsiteY139" fmla="*/ 252086 h 623883"/>
                      <a:gd name="connsiteX140" fmla="*/ 0 w 118924"/>
                      <a:gd name="connsiteY140" fmla="*/ 258383 h 623883"/>
                      <a:gd name="connsiteX141" fmla="*/ 0 w 118924"/>
                      <a:gd name="connsiteY141" fmla="*/ 264680 h 623883"/>
                      <a:gd name="connsiteX142" fmla="*/ 0 w 118924"/>
                      <a:gd name="connsiteY142" fmla="*/ 270977 h 623883"/>
                      <a:gd name="connsiteX143" fmla="*/ 0 w 118924"/>
                      <a:gd name="connsiteY143" fmla="*/ 277297 h 623883"/>
                      <a:gd name="connsiteX144" fmla="*/ 0 w 118924"/>
                      <a:gd name="connsiteY144" fmla="*/ 283594 h 623883"/>
                      <a:gd name="connsiteX145" fmla="*/ 0 w 118924"/>
                      <a:gd name="connsiteY145" fmla="*/ 289891 h 623883"/>
                      <a:gd name="connsiteX146" fmla="*/ 0 w 118924"/>
                      <a:gd name="connsiteY146" fmla="*/ 296188 h 623883"/>
                      <a:gd name="connsiteX147" fmla="*/ 0 w 118924"/>
                      <a:gd name="connsiteY147" fmla="*/ 302485 h 623883"/>
                      <a:gd name="connsiteX148" fmla="*/ 0 w 118924"/>
                      <a:gd name="connsiteY148" fmla="*/ 308804 h 623883"/>
                      <a:gd name="connsiteX149" fmla="*/ 0 w 118924"/>
                      <a:gd name="connsiteY149" fmla="*/ 315102 h 623883"/>
                      <a:gd name="connsiteX150" fmla="*/ 0 w 118924"/>
                      <a:gd name="connsiteY150" fmla="*/ 321399 h 623883"/>
                      <a:gd name="connsiteX151" fmla="*/ 0 w 118924"/>
                      <a:gd name="connsiteY151" fmla="*/ 327696 h 623883"/>
                      <a:gd name="connsiteX152" fmla="*/ 0 w 118924"/>
                      <a:gd name="connsiteY152" fmla="*/ 334015 h 623883"/>
                      <a:gd name="connsiteX153" fmla="*/ 0 w 118924"/>
                      <a:gd name="connsiteY153" fmla="*/ 340312 h 623883"/>
                      <a:gd name="connsiteX154" fmla="*/ 0 w 118924"/>
                      <a:gd name="connsiteY154" fmla="*/ 346609 h 623883"/>
                      <a:gd name="connsiteX155" fmla="*/ 0 w 118924"/>
                      <a:gd name="connsiteY155" fmla="*/ 352906 h 623883"/>
                      <a:gd name="connsiteX156" fmla="*/ 0 w 118924"/>
                      <a:gd name="connsiteY156" fmla="*/ 359204 h 623883"/>
                      <a:gd name="connsiteX157" fmla="*/ 0 w 118924"/>
                      <a:gd name="connsiteY157" fmla="*/ 365523 h 623883"/>
                      <a:gd name="connsiteX158" fmla="*/ 0 w 118924"/>
                      <a:gd name="connsiteY158" fmla="*/ 371820 h 623883"/>
                      <a:gd name="connsiteX159" fmla="*/ 0 w 118924"/>
                      <a:gd name="connsiteY159" fmla="*/ 378117 h 623883"/>
                      <a:gd name="connsiteX160" fmla="*/ 0 w 118924"/>
                      <a:gd name="connsiteY160" fmla="*/ 384414 h 623883"/>
                      <a:gd name="connsiteX161" fmla="*/ 0 w 118924"/>
                      <a:gd name="connsiteY161" fmla="*/ 390711 h 623883"/>
                      <a:gd name="connsiteX162" fmla="*/ 0 w 118924"/>
                      <a:gd name="connsiteY162" fmla="*/ 397031 h 623883"/>
                      <a:gd name="connsiteX163" fmla="*/ 0 w 118924"/>
                      <a:gd name="connsiteY163" fmla="*/ 403328 h 623883"/>
                      <a:gd name="connsiteX164" fmla="*/ 0 w 118924"/>
                      <a:gd name="connsiteY164" fmla="*/ 409625 h 623883"/>
                      <a:gd name="connsiteX165" fmla="*/ 0 w 118924"/>
                      <a:gd name="connsiteY165" fmla="*/ 415922 h 623883"/>
                      <a:gd name="connsiteX166" fmla="*/ 0 w 118924"/>
                      <a:gd name="connsiteY166" fmla="*/ 422219 h 623883"/>
                      <a:gd name="connsiteX167" fmla="*/ 0 w 118924"/>
                      <a:gd name="connsiteY167" fmla="*/ 428539 h 623883"/>
                      <a:gd name="connsiteX168" fmla="*/ 0 w 118924"/>
                      <a:gd name="connsiteY168" fmla="*/ 434836 h 623883"/>
                      <a:gd name="connsiteX169" fmla="*/ 0 w 118924"/>
                      <a:gd name="connsiteY169" fmla="*/ 441133 h 623883"/>
                      <a:gd name="connsiteX170" fmla="*/ 0 w 118924"/>
                      <a:gd name="connsiteY170" fmla="*/ 447430 h 623883"/>
                      <a:gd name="connsiteX171" fmla="*/ 0 w 118924"/>
                      <a:gd name="connsiteY171" fmla="*/ 453750 h 623883"/>
                      <a:gd name="connsiteX172" fmla="*/ 0 w 118924"/>
                      <a:gd name="connsiteY172" fmla="*/ 460047 h 623883"/>
                      <a:gd name="connsiteX173" fmla="*/ 0 w 118924"/>
                      <a:gd name="connsiteY173" fmla="*/ 466344 h 623883"/>
                      <a:gd name="connsiteX174" fmla="*/ 0 w 118924"/>
                      <a:gd name="connsiteY174" fmla="*/ 472641 h 623883"/>
                      <a:gd name="connsiteX175" fmla="*/ 0 w 118924"/>
                      <a:gd name="connsiteY175" fmla="*/ 478938 h 623883"/>
                      <a:gd name="connsiteX176" fmla="*/ 0 w 118924"/>
                      <a:gd name="connsiteY176" fmla="*/ 485258 h 623883"/>
                      <a:gd name="connsiteX177" fmla="*/ 0 w 118924"/>
                      <a:gd name="connsiteY177" fmla="*/ 491555 h 623883"/>
                      <a:gd name="connsiteX178" fmla="*/ 0 w 118924"/>
                      <a:gd name="connsiteY178" fmla="*/ 497852 h 623883"/>
                      <a:gd name="connsiteX179" fmla="*/ 0 w 118924"/>
                      <a:gd name="connsiteY179" fmla="*/ 504149 h 623883"/>
                      <a:gd name="connsiteX180" fmla="*/ 0 w 118924"/>
                      <a:gd name="connsiteY180" fmla="*/ 510446 h 623883"/>
                      <a:gd name="connsiteX181" fmla="*/ 0 w 118924"/>
                      <a:gd name="connsiteY181" fmla="*/ 516766 h 623883"/>
                      <a:gd name="connsiteX182" fmla="*/ 0 w 118924"/>
                      <a:gd name="connsiteY182" fmla="*/ 523063 h 623883"/>
                      <a:gd name="connsiteX183" fmla="*/ 0 w 118924"/>
                      <a:gd name="connsiteY183" fmla="*/ 529360 h 623883"/>
                      <a:gd name="connsiteX184" fmla="*/ 0 w 118924"/>
                      <a:gd name="connsiteY184" fmla="*/ 535657 h 623883"/>
                      <a:gd name="connsiteX185" fmla="*/ 0 w 118924"/>
                      <a:gd name="connsiteY185" fmla="*/ 541976 h 623883"/>
                      <a:gd name="connsiteX186" fmla="*/ 0 w 118924"/>
                      <a:gd name="connsiteY186" fmla="*/ 548273 h 623883"/>
                      <a:gd name="connsiteX187" fmla="*/ 0 w 118924"/>
                      <a:gd name="connsiteY187" fmla="*/ 554571 h 623883"/>
                      <a:gd name="connsiteX188" fmla="*/ 0 w 118924"/>
                      <a:gd name="connsiteY188" fmla="*/ 560868 h 623883"/>
                      <a:gd name="connsiteX189" fmla="*/ 0 w 118924"/>
                      <a:gd name="connsiteY189" fmla="*/ 567165 h 623883"/>
                      <a:gd name="connsiteX190" fmla="*/ 0 w 118924"/>
                      <a:gd name="connsiteY190" fmla="*/ 573484 h 623883"/>
                      <a:gd name="connsiteX191" fmla="*/ 0 w 118924"/>
                      <a:gd name="connsiteY191" fmla="*/ 579781 h 623883"/>
                      <a:gd name="connsiteX192" fmla="*/ 0 w 118924"/>
                      <a:gd name="connsiteY192" fmla="*/ 586079 h 623883"/>
                      <a:gd name="connsiteX193" fmla="*/ 0 w 118924"/>
                      <a:gd name="connsiteY193" fmla="*/ 592376 h 623883"/>
                      <a:gd name="connsiteX194" fmla="*/ 0 w 118924"/>
                      <a:gd name="connsiteY194" fmla="*/ 598673 h 623883"/>
                      <a:gd name="connsiteX195" fmla="*/ 0 w 118924"/>
                      <a:gd name="connsiteY195" fmla="*/ 604992 h 623883"/>
                      <a:gd name="connsiteX196" fmla="*/ 0 w 118924"/>
                      <a:gd name="connsiteY196" fmla="*/ 611289 h 623883"/>
                      <a:gd name="connsiteX197" fmla="*/ 0 w 118924"/>
                      <a:gd name="connsiteY197" fmla="*/ 617586 h 623883"/>
                      <a:gd name="connsiteX198" fmla="*/ 0 w 118924"/>
                      <a:gd name="connsiteY198" fmla="*/ 623883 h 623883"/>
                      <a:gd name="connsiteX199" fmla="*/ 112 w 118924"/>
                      <a:gd name="connsiteY199" fmla="*/ 623883 h 623883"/>
                      <a:gd name="connsiteX200" fmla="*/ 180 w 118924"/>
                      <a:gd name="connsiteY200" fmla="*/ 617586 h 6238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118924" h="623883">
                        <a:moveTo>
                          <a:pt x="180" y="617586"/>
                        </a:moveTo>
                        <a:lnTo>
                          <a:pt x="292" y="611289"/>
                        </a:lnTo>
                        <a:lnTo>
                          <a:pt x="450" y="604992"/>
                        </a:lnTo>
                        <a:lnTo>
                          <a:pt x="697" y="598673"/>
                        </a:lnTo>
                        <a:lnTo>
                          <a:pt x="1012" y="592376"/>
                        </a:lnTo>
                        <a:lnTo>
                          <a:pt x="1462" y="586079"/>
                        </a:lnTo>
                        <a:lnTo>
                          <a:pt x="2069" y="579781"/>
                        </a:lnTo>
                        <a:lnTo>
                          <a:pt x="2834" y="573484"/>
                        </a:lnTo>
                        <a:lnTo>
                          <a:pt x="3801" y="567165"/>
                        </a:lnTo>
                        <a:lnTo>
                          <a:pt x="4970" y="560868"/>
                        </a:lnTo>
                        <a:lnTo>
                          <a:pt x="6319" y="554571"/>
                        </a:lnTo>
                        <a:lnTo>
                          <a:pt x="7871" y="548273"/>
                        </a:lnTo>
                        <a:lnTo>
                          <a:pt x="9603" y="541976"/>
                        </a:lnTo>
                        <a:lnTo>
                          <a:pt x="11470" y="535657"/>
                        </a:lnTo>
                        <a:lnTo>
                          <a:pt x="13449" y="529360"/>
                        </a:lnTo>
                        <a:lnTo>
                          <a:pt x="15518" y="523063"/>
                        </a:lnTo>
                        <a:lnTo>
                          <a:pt x="17654" y="516766"/>
                        </a:lnTo>
                        <a:lnTo>
                          <a:pt x="19836" y="510446"/>
                        </a:lnTo>
                        <a:lnTo>
                          <a:pt x="22085" y="504149"/>
                        </a:lnTo>
                        <a:lnTo>
                          <a:pt x="24424" y="497852"/>
                        </a:lnTo>
                        <a:lnTo>
                          <a:pt x="26897" y="491555"/>
                        </a:lnTo>
                        <a:lnTo>
                          <a:pt x="29506" y="485258"/>
                        </a:lnTo>
                        <a:lnTo>
                          <a:pt x="32272" y="478938"/>
                        </a:lnTo>
                        <a:lnTo>
                          <a:pt x="35218" y="472641"/>
                        </a:lnTo>
                        <a:lnTo>
                          <a:pt x="38300" y="466344"/>
                        </a:lnTo>
                        <a:lnTo>
                          <a:pt x="41448" y="460047"/>
                        </a:lnTo>
                        <a:lnTo>
                          <a:pt x="44642" y="453750"/>
                        </a:lnTo>
                        <a:lnTo>
                          <a:pt x="47768" y="447430"/>
                        </a:lnTo>
                        <a:lnTo>
                          <a:pt x="50781" y="441133"/>
                        </a:lnTo>
                        <a:lnTo>
                          <a:pt x="53593" y="434836"/>
                        </a:lnTo>
                        <a:lnTo>
                          <a:pt x="56201" y="428539"/>
                        </a:lnTo>
                        <a:lnTo>
                          <a:pt x="58608" y="422219"/>
                        </a:lnTo>
                        <a:lnTo>
                          <a:pt x="60879" y="415922"/>
                        </a:lnTo>
                        <a:lnTo>
                          <a:pt x="63061" y="409625"/>
                        </a:lnTo>
                        <a:lnTo>
                          <a:pt x="65265" y="403328"/>
                        </a:lnTo>
                        <a:lnTo>
                          <a:pt x="67604" y="397031"/>
                        </a:lnTo>
                        <a:lnTo>
                          <a:pt x="70145" y="390711"/>
                        </a:lnTo>
                        <a:lnTo>
                          <a:pt x="72979" y="384414"/>
                        </a:lnTo>
                        <a:lnTo>
                          <a:pt x="76195" y="378117"/>
                        </a:lnTo>
                        <a:lnTo>
                          <a:pt x="79770" y="371820"/>
                        </a:lnTo>
                        <a:lnTo>
                          <a:pt x="83774" y="365523"/>
                        </a:lnTo>
                        <a:lnTo>
                          <a:pt x="88114" y="359204"/>
                        </a:lnTo>
                        <a:lnTo>
                          <a:pt x="92747" y="352906"/>
                        </a:lnTo>
                        <a:lnTo>
                          <a:pt x="97560" y="346609"/>
                        </a:lnTo>
                        <a:lnTo>
                          <a:pt x="102372" y="340312"/>
                        </a:lnTo>
                        <a:lnTo>
                          <a:pt x="106983" y="334015"/>
                        </a:lnTo>
                        <a:lnTo>
                          <a:pt x="111143" y="327696"/>
                        </a:lnTo>
                        <a:lnTo>
                          <a:pt x="114629" y="321399"/>
                        </a:lnTo>
                        <a:lnTo>
                          <a:pt x="117216" y="315102"/>
                        </a:lnTo>
                        <a:lnTo>
                          <a:pt x="118700" y="308804"/>
                        </a:lnTo>
                        <a:lnTo>
                          <a:pt x="118925" y="302485"/>
                        </a:lnTo>
                        <a:lnTo>
                          <a:pt x="117823" y="296188"/>
                        </a:lnTo>
                        <a:lnTo>
                          <a:pt x="115461" y="289891"/>
                        </a:lnTo>
                        <a:lnTo>
                          <a:pt x="111886" y="283594"/>
                        </a:lnTo>
                        <a:lnTo>
                          <a:pt x="107298" y="277297"/>
                        </a:lnTo>
                        <a:lnTo>
                          <a:pt x="101878" y="270977"/>
                        </a:lnTo>
                        <a:lnTo>
                          <a:pt x="95851" y="264680"/>
                        </a:lnTo>
                        <a:lnTo>
                          <a:pt x="89486" y="258383"/>
                        </a:lnTo>
                        <a:lnTo>
                          <a:pt x="82986" y="252086"/>
                        </a:lnTo>
                        <a:lnTo>
                          <a:pt x="76509" y="245789"/>
                        </a:lnTo>
                        <a:lnTo>
                          <a:pt x="70235" y="239469"/>
                        </a:lnTo>
                        <a:lnTo>
                          <a:pt x="64253" y="233172"/>
                        </a:lnTo>
                        <a:lnTo>
                          <a:pt x="58653" y="226875"/>
                        </a:lnTo>
                        <a:lnTo>
                          <a:pt x="53458" y="220578"/>
                        </a:lnTo>
                        <a:lnTo>
                          <a:pt x="48712" y="214258"/>
                        </a:lnTo>
                        <a:lnTo>
                          <a:pt x="44394" y="207961"/>
                        </a:lnTo>
                        <a:lnTo>
                          <a:pt x="40504" y="201664"/>
                        </a:lnTo>
                        <a:lnTo>
                          <a:pt x="36995" y="195367"/>
                        </a:lnTo>
                        <a:lnTo>
                          <a:pt x="33824" y="189070"/>
                        </a:lnTo>
                        <a:lnTo>
                          <a:pt x="30968" y="182750"/>
                        </a:lnTo>
                        <a:lnTo>
                          <a:pt x="28359" y="176453"/>
                        </a:lnTo>
                        <a:lnTo>
                          <a:pt x="25975" y="170156"/>
                        </a:lnTo>
                        <a:lnTo>
                          <a:pt x="23816" y="163859"/>
                        </a:lnTo>
                        <a:lnTo>
                          <a:pt x="21837" y="157562"/>
                        </a:lnTo>
                        <a:lnTo>
                          <a:pt x="20083" y="151242"/>
                        </a:lnTo>
                        <a:lnTo>
                          <a:pt x="18509" y="144945"/>
                        </a:lnTo>
                        <a:lnTo>
                          <a:pt x="17115" y="138648"/>
                        </a:lnTo>
                        <a:lnTo>
                          <a:pt x="15855" y="132351"/>
                        </a:lnTo>
                        <a:lnTo>
                          <a:pt x="14731" y="126054"/>
                        </a:lnTo>
                        <a:lnTo>
                          <a:pt x="13674" y="119735"/>
                        </a:lnTo>
                        <a:lnTo>
                          <a:pt x="12639" y="113437"/>
                        </a:lnTo>
                        <a:lnTo>
                          <a:pt x="11627" y="107140"/>
                        </a:lnTo>
                        <a:lnTo>
                          <a:pt x="10570" y="100843"/>
                        </a:lnTo>
                        <a:lnTo>
                          <a:pt x="9468" y="94524"/>
                        </a:lnTo>
                        <a:lnTo>
                          <a:pt x="8344" y="88227"/>
                        </a:lnTo>
                        <a:lnTo>
                          <a:pt x="7197" y="81930"/>
                        </a:lnTo>
                        <a:lnTo>
                          <a:pt x="6095" y="75632"/>
                        </a:lnTo>
                        <a:lnTo>
                          <a:pt x="5015" y="69335"/>
                        </a:lnTo>
                        <a:lnTo>
                          <a:pt x="4048" y="63016"/>
                        </a:lnTo>
                        <a:lnTo>
                          <a:pt x="3171" y="56719"/>
                        </a:lnTo>
                        <a:lnTo>
                          <a:pt x="2429" y="50422"/>
                        </a:lnTo>
                        <a:lnTo>
                          <a:pt x="1799" y="44125"/>
                        </a:lnTo>
                        <a:lnTo>
                          <a:pt x="1304" y="37827"/>
                        </a:lnTo>
                        <a:lnTo>
                          <a:pt x="922" y="31508"/>
                        </a:lnTo>
                        <a:lnTo>
                          <a:pt x="629" y="25211"/>
                        </a:lnTo>
                        <a:lnTo>
                          <a:pt x="405" y="18914"/>
                        </a:lnTo>
                        <a:lnTo>
                          <a:pt x="270" y="12617"/>
                        </a:lnTo>
                        <a:lnTo>
                          <a:pt x="180" y="6297"/>
                        </a:lnTo>
                        <a:lnTo>
                          <a:pt x="112" y="0"/>
                        </a:lnTo>
                        <a:lnTo>
                          <a:pt x="0" y="0"/>
                        </a:lnTo>
                        <a:lnTo>
                          <a:pt x="0" y="6297"/>
                        </a:lnTo>
                        <a:lnTo>
                          <a:pt x="0" y="12617"/>
                        </a:lnTo>
                        <a:lnTo>
                          <a:pt x="0" y="18914"/>
                        </a:lnTo>
                        <a:lnTo>
                          <a:pt x="0" y="25211"/>
                        </a:lnTo>
                        <a:lnTo>
                          <a:pt x="0" y="31508"/>
                        </a:lnTo>
                        <a:lnTo>
                          <a:pt x="0" y="37827"/>
                        </a:lnTo>
                        <a:lnTo>
                          <a:pt x="0" y="44125"/>
                        </a:lnTo>
                        <a:lnTo>
                          <a:pt x="0" y="50422"/>
                        </a:lnTo>
                        <a:lnTo>
                          <a:pt x="0" y="56719"/>
                        </a:lnTo>
                        <a:lnTo>
                          <a:pt x="0" y="63016"/>
                        </a:lnTo>
                        <a:lnTo>
                          <a:pt x="0" y="69335"/>
                        </a:lnTo>
                        <a:lnTo>
                          <a:pt x="0" y="75632"/>
                        </a:lnTo>
                        <a:lnTo>
                          <a:pt x="0" y="81930"/>
                        </a:lnTo>
                        <a:lnTo>
                          <a:pt x="0" y="88227"/>
                        </a:lnTo>
                        <a:lnTo>
                          <a:pt x="0" y="94524"/>
                        </a:lnTo>
                        <a:lnTo>
                          <a:pt x="0" y="100843"/>
                        </a:lnTo>
                        <a:lnTo>
                          <a:pt x="0" y="107140"/>
                        </a:lnTo>
                        <a:lnTo>
                          <a:pt x="0" y="113437"/>
                        </a:lnTo>
                        <a:lnTo>
                          <a:pt x="0" y="119735"/>
                        </a:lnTo>
                        <a:lnTo>
                          <a:pt x="0" y="126054"/>
                        </a:lnTo>
                        <a:lnTo>
                          <a:pt x="0" y="132351"/>
                        </a:lnTo>
                        <a:lnTo>
                          <a:pt x="0" y="138648"/>
                        </a:lnTo>
                        <a:lnTo>
                          <a:pt x="0" y="144945"/>
                        </a:lnTo>
                        <a:lnTo>
                          <a:pt x="0" y="151242"/>
                        </a:lnTo>
                        <a:lnTo>
                          <a:pt x="0" y="157562"/>
                        </a:lnTo>
                        <a:lnTo>
                          <a:pt x="0" y="163859"/>
                        </a:lnTo>
                        <a:lnTo>
                          <a:pt x="0" y="170156"/>
                        </a:lnTo>
                        <a:lnTo>
                          <a:pt x="0" y="176453"/>
                        </a:lnTo>
                        <a:lnTo>
                          <a:pt x="0" y="182750"/>
                        </a:lnTo>
                        <a:lnTo>
                          <a:pt x="0" y="189070"/>
                        </a:lnTo>
                        <a:lnTo>
                          <a:pt x="0" y="195367"/>
                        </a:lnTo>
                        <a:lnTo>
                          <a:pt x="0" y="201664"/>
                        </a:lnTo>
                        <a:lnTo>
                          <a:pt x="0" y="207961"/>
                        </a:lnTo>
                        <a:lnTo>
                          <a:pt x="0" y="214258"/>
                        </a:lnTo>
                        <a:lnTo>
                          <a:pt x="0" y="220578"/>
                        </a:lnTo>
                        <a:lnTo>
                          <a:pt x="0" y="226875"/>
                        </a:lnTo>
                        <a:lnTo>
                          <a:pt x="0" y="233172"/>
                        </a:lnTo>
                        <a:lnTo>
                          <a:pt x="0" y="239469"/>
                        </a:lnTo>
                        <a:lnTo>
                          <a:pt x="0" y="245789"/>
                        </a:lnTo>
                        <a:lnTo>
                          <a:pt x="0" y="252086"/>
                        </a:lnTo>
                        <a:lnTo>
                          <a:pt x="0" y="258383"/>
                        </a:lnTo>
                        <a:lnTo>
                          <a:pt x="0" y="264680"/>
                        </a:lnTo>
                        <a:lnTo>
                          <a:pt x="0" y="270977"/>
                        </a:lnTo>
                        <a:lnTo>
                          <a:pt x="0" y="277297"/>
                        </a:lnTo>
                        <a:lnTo>
                          <a:pt x="0" y="283594"/>
                        </a:lnTo>
                        <a:lnTo>
                          <a:pt x="0" y="289891"/>
                        </a:lnTo>
                        <a:lnTo>
                          <a:pt x="0" y="296188"/>
                        </a:lnTo>
                        <a:lnTo>
                          <a:pt x="0" y="302485"/>
                        </a:lnTo>
                        <a:lnTo>
                          <a:pt x="0" y="308804"/>
                        </a:lnTo>
                        <a:lnTo>
                          <a:pt x="0" y="315102"/>
                        </a:lnTo>
                        <a:lnTo>
                          <a:pt x="0" y="321399"/>
                        </a:lnTo>
                        <a:lnTo>
                          <a:pt x="0" y="327696"/>
                        </a:lnTo>
                        <a:lnTo>
                          <a:pt x="0" y="334015"/>
                        </a:lnTo>
                        <a:lnTo>
                          <a:pt x="0" y="340312"/>
                        </a:lnTo>
                        <a:lnTo>
                          <a:pt x="0" y="346609"/>
                        </a:lnTo>
                        <a:lnTo>
                          <a:pt x="0" y="352906"/>
                        </a:lnTo>
                        <a:lnTo>
                          <a:pt x="0" y="359204"/>
                        </a:lnTo>
                        <a:lnTo>
                          <a:pt x="0" y="365523"/>
                        </a:lnTo>
                        <a:lnTo>
                          <a:pt x="0" y="371820"/>
                        </a:lnTo>
                        <a:lnTo>
                          <a:pt x="0" y="378117"/>
                        </a:lnTo>
                        <a:lnTo>
                          <a:pt x="0" y="384414"/>
                        </a:lnTo>
                        <a:lnTo>
                          <a:pt x="0" y="390711"/>
                        </a:lnTo>
                        <a:lnTo>
                          <a:pt x="0" y="397031"/>
                        </a:lnTo>
                        <a:lnTo>
                          <a:pt x="0" y="403328"/>
                        </a:lnTo>
                        <a:lnTo>
                          <a:pt x="0" y="409625"/>
                        </a:lnTo>
                        <a:lnTo>
                          <a:pt x="0" y="415922"/>
                        </a:lnTo>
                        <a:lnTo>
                          <a:pt x="0" y="422219"/>
                        </a:lnTo>
                        <a:lnTo>
                          <a:pt x="0" y="428539"/>
                        </a:lnTo>
                        <a:lnTo>
                          <a:pt x="0" y="434836"/>
                        </a:lnTo>
                        <a:lnTo>
                          <a:pt x="0" y="441133"/>
                        </a:lnTo>
                        <a:lnTo>
                          <a:pt x="0" y="447430"/>
                        </a:lnTo>
                        <a:lnTo>
                          <a:pt x="0" y="453750"/>
                        </a:lnTo>
                        <a:lnTo>
                          <a:pt x="0" y="460047"/>
                        </a:lnTo>
                        <a:lnTo>
                          <a:pt x="0" y="466344"/>
                        </a:lnTo>
                        <a:lnTo>
                          <a:pt x="0" y="472641"/>
                        </a:lnTo>
                        <a:lnTo>
                          <a:pt x="0" y="478938"/>
                        </a:lnTo>
                        <a:lnTo>
                          <a:pt x="0" y="485258"/>
                        </a:lnTo>
                        <a:lnTo>
                          <a:pt x="0" y="491555"/>
                        </a:lnTo>
                        <a:lnTo>
                          <a:pt x="0" y="497852"/>
                        </a:lnTo>
                        <a:lnTo>
                          <a:pt x="0" y="504149"/>
                        </a:lnTo>
                        <a:lnTo>
                          <a:pt x="0" y="510446"/>
                        </a:lnTo>
                        <a:lnTo>
                          <a:pt x="0" y="516766"/>
                        </a:lnTo>
                        <a:lnTo>
                          <a:pt x="0" y="523063"/>
                        </a:lnTo>
                        <a:lnTo>
                          <a:pt x="0" y="529360"/>
                        </a:lnTo>
                        <a:lnTo>
                          <a:pt x="0" y="535657"/>
                        </a:lnTo>
                        <a:lnTo>
                          <a:pt x="0" y="541976"/>
                        </a:lnTo>
                        <a:lnTo>
                          <a:pt x="0" y="548273"/>
                        </a:lnTo>
                        <a:lnTo>
                          <a:pt x="0" y="554571"/>
                        </a:lnTo>
                        <a:lnTo>
                          <a:pt x="0" y="560868"/>
                        </a:lnTo>
                        <a:lnTo>
                          <a:pt x="0" y="567165"/>
                        </a:lnTo>
                        <a:lnTo>
                          <a:pt x="0" y="573484"/>
                        </a:lnTo>
                        <a:lnTo>
                          <a:pt x="0" y="579781"/>
                        </a:lnTo>
                        <a:lnTo>
                          <a:pt x="0" y="586079"/>
                        </a:lnTo>
                        <a:lnTo>
                          <a:pt x="0" y="592376"/>
                        </a:lnTo>
                        <a:lnTo>
                          <a:pt x="0" y="598673"/>
                        </a:lnTo>
                        <a:lnTo>
                          <a:pt x="0" y="604992"/>
                        </a:lnTo>
                        <a:lnTo>
                          <a:pt x="0" y="611289"/>
                        </a:lnTo>
                        <a:lnTo>
                          <a:pt x="0" y="617586"/>
                        </a:lnTo>
                        <a:lnTo>
                          <a:pt x="0" y="623883"/>
                        </a:lnTo>
                        <a:lnTo>
                          <a:pt x="112" y="623883"/>
                        </a:lnTo>
                        <a:lnTo>
                          <a:pt x="180" y="617586"/>
                        </a:lnTo>
                        <a:close/>
                      </a:path>
                    </a:pathLst>
                  </a:custGeom>
                  <a:solidFill>
                    <a:srgbClr val="B4AED3">
                      <a:alpha val="50000"/>
                    </a:srgbClr>
                  </a:solidFill>
                  <a:ln w="2249" cap="flat">
                    <a:noFill/>
                    <a:prstDash val="solid"/>
                    <a:miter/>
                  </a:ln>
                </p:spPr>
                <p:txBody>
                  <a:bodyPr rtlCol="0" anchor="ctr"/>
                  <a:lstStyle/>
                  <a:p>
                    <a:endParaRPr lang="en-US"/>
                  </a:p>
                </p:txBody>
              </p:sp>
              <p:sp>
                <p:nvSpPr>
                  <p:cNvPr id="3620" name="Freeform 3619">
                    <a:extLst>
                      <a:ext uri="{FF2B5EF4-FFF2-40B4-BE49-F238E27FC236}">
                        <a16:creationId xmlns:a16="http://schemas.microsoft.com/office/drawing/2014/main" id="{579ABB1C-9758-309F-A782-0D5488C3778E}"/>
                      </a:ext>
                    </a:extLst>
                  </p:cNvPr>
                  <p:cNvSpPr/>
                  <p:nvPr/>
                </p:nvSpPr>
                <p:spPr>
                  <a:xfrm>
                    <a:off x="2604678" y="5080668"/>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21" name="Freeform 3620">
                    <a:extLst>
                      <a:ext uri="{FF2B5EF4-FFF2-40B4-BE49-F238E27FC236}">
                        <a16:creationId xmlns:a16="http://schemas.microsoft.com/office/drawing/2014/main" id="{07C79015-3363-3C5D-6C83-18CBF7EDD3EA}"/>
                      </a:ext>
                    </a:extLst>
                  </p:cNvPr>
                  <p:cNvSpPr/>
                  <p:nvPr/>
                </p:nvSpPr>
                <p:spPr>
                  <a:xfrm>
                    <a:off x="2632461" y="4848123"/>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22" name="Freeform 3621">
                    <a:extLst>
                      <a:ext uri="{FF2B5EF4-FFF2-40B4-BE49-F238E27FC236}">
                        <a16:creationId xmlns:a16="http://schemas.microsoft.com/office/drawing/2014/main" id="{7E44B672-48C1-5B5C-1F5E-CDFE810BEC73}"/>
                      </a:ext>
                    </a:extLst>
                  </p:cNvPr>
                  <p:cNvSpPr/>
                  <p:nvPr/>
                </p:nvSpPr>
                <p:spPr>
                  <a:xfrm>
                    <a:off x="2672706" y="4557481"/>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23" name="Freeform 3622">
                    <a:extLst>
                      <a:ext uri="{FF2B5EF4-FFF2-40B4-BE49-F238E27FC236}">
                        <a16:creationId xmlns:a16="http://schemas.microsoft.com/office/drawing/2014/main" id="{99731A87-CBAA-7C5E-2798-9D9A249324F5}"/>
                      </a:ext>
                    </a:extLst>
                  </p:cNvPr>
                  <p:cNvSpPr/>
                  <p:nvPr/>
                </p:nvSpPr>
                <p:spPr>
                  <a:xfrm>
                    <a:off x="2574788" y="4906300"/>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24" name="Freeform 3623">
                    <a:extLst>
                      <a:ext uri="{FF2B5EF4-FFF2-40B4-BE49-F238E27FC236}">
                        <a16:creationId xmlns:a16="http://schemas.microsoft.com/office/drawing/2014/main" id="{CC6CC39A-B8BF-9CC1-478E-9C17F87A98A8}"/>
                      </a:ext>
                    </a:extLst>
                  </p:cNvPr>
                  <p:cNvSpPr/>
                  <p:nvPr/>
                </p:nvSpPr>
                <p:spPr>
                  <a:xfrm>
                    <a:off x="2653512" y="4556047"/>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25" name="Freeform 3624">
                    <a:extLst>
                      <a:ext uri="{FF2B5EF4-FFF2-40B4-BE49-F238E27FC236}">
                        <a16:creationId xmlns:a16="http://schemas.microsoft.com/office/drawing/2014/main" id="{A22DB5BC-0E9C-EB50-878A-CCDDCF6236AC}"/>
                      </a:ext>
                    </a:extLst>
                  </p:cNvPr>
                  <p:cNvSpPr/>
                  <p:nvPr/>
                </p:nvSpPr>
                <p:spPr>
                  <a:xfrm>
                    <a:off x="2598449" y="5313214"/>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26" name="Freeform 3625">
                    <a:extLst>
                      <a:ext uri="{FF2B5EF4-FFF2-40B4-BE49-F238E27FC236}">
                        <a16:creationId xmlns:a16="http://schemas.microsoft.com/office/drawing/2014/main" id="{EAF33F6B-EA17-CA9F-41B1-4D6B3D283BFF}"/>
                      </a:ext>
                    </a:extLst>
                  </p:cNvPr>
                  <p:cNvSpPr/>
                  <p:nvPr/>
                </p:nvSpPr>
                <p:spPr>
                  <a:xfrm>
                    <a:off x="2613603" y="5022573"/>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27" name="Freeform 3626">
                    <a:extLst>
                      <a:ext uri="{FF2B5EF4-FFF2-40B4-BE49-F238E27FC236}">
                        <a16:creationId xmlns:a16="http://schemas.microsoft.com/office/drawing/2014/main" id="{50E5BDBD-9B2C-AFA2-C832-D77D04C10391}"/>
                      </a:ext>
                    </a:extLst>
                  </p:cNvPr>
                  <p:cNvSpPr/>
                  <p:nvPr/>
                </p:nvSpPr>
                <p:spPr>
                  <a:xfrm>
                    <a:off x="2561738" y="4964395"/>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28" name="Freeform 3627">
                    <a:extLst>
                      <a:ext uri="{FF2B5EF4-FFF2-40B4-BE49-F238E27FC236}">
                        <a16:creationId xmlns:a16="http://schemas.microsoft.com/office/drawing/2014/main" id="{3643A833-DB7B-ACDE-D29B-09E7B0479FA6}"/>
                      </a:ext>
                    </a:extLst>
                  </p:cNvPr>
                  <p:cNvSpPr/>
                  <p:nvPr/>
                </p:nvSpPr>
                <p:spPr>
                  <a:xfrm>
                    <a:off x="2541952" y="5487669"/>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29" name="Freeform 3628">
                    <a:extLst>
                      <a:ext uri="{FF2B5EF4-FFF2-40B4-BE49-F238E27FC236}">
                        <a16:creationId xmlns:a16="http://schemas.microsoft.com/office/drawing/2014/main" id="{45E8DB18-7C63-A0ED-9912-FCFD786F18D7}"/>
                      </a:ext>
                    </a:extLst>
                  </p:cNvPr>
                  <p:cNvSpPr/>
                  <p:nvPr/>
                </p:nvSpPr>
                <p:spPr>
                  <a:xfrm>
                    <a:off x="2517030" y="5313214"/>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30" name="Freeform 3629">
                    <a:extLst>
                      <a:ext uri="{FF2B5EF4-FFF2-40B4-BE49-F238E27FC236}">
                        <a16:creationId xmlns:a16="http://schemas.microsoft.com/office/drawing/2014/main" id="{53261BAE-770A-16E2-FB2F-D010F531608D}"/>
                      </a:ext>
                    </a:extLst>
                  </p:cNvPr>
                  <p:cNvSpPr/>
                  <p:nvPr/>
                </p:nvSpPr>
                <p:spPr>
                  <a:xfrm>
                    <a:off x="2556182" y="4731850"/>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31" name="Freeform 3630">
                    <a:extLst>
                      <a:ext uri="{FF2B5EF4-FFF2-40B4-BE49-F238E27FC236}">
                        <a16:creationId xmlns:a16="http://schemas.microsoft.com/office/drawing/2014/main" id="{A3A64B5F-F33F-C855-DB12-3AE6B84F9081}"/>
                      </a:ext>
                    </a:extLst>
                  </p:cNvPr>
                  <p:cNvSpPr/>
                  <p:nvPr/>
                </p:nvSpPr>
                <p:spPr>
                  <a:xfrm>
                    <a:off x="2670096" y="5138846"/>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32" name="Freeform 3631">
                    <a:extLst>
                      <a:ext uri="{FF2B5EF4-FFF2-40B4-BE49-F238E27FC236}">
                        <a16:creationId xmlns:a16="http://schemas.microsoft.com/office/drawing/2014/main" id="{0EBBF6B4-0CFA-456B-4B6C-BFA0053B5798}"/>
                      </a:ext>
                    </a:extLst>
                  </p:cNvPr>
                  <p:cNvSpPr/>
                  <p:nvPr/>
                </p:nvSpPr>
                <p:spPr>
                  <a:xfrm>
                    <a:off x="2531260" y="4092386"/>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33" name="Freeform 3632">
                    <a:extLst>
                      <a:ext uri="{FF2B5EF4-FFF2-40B4-BE49-F238E27FC236}">
                        <a16:creationId xmlns:a16="http://schemas.microsoft.com/office/drawing/2014/main" id="{E43D11C3-1B29-CEFF-2868-AD0EDABBC389}"/>
                      </a:ext>
                    </a:extLst>
                  </p:cNvPr>
                  <p:cNvSpPr/>
                  <p:nvPr/>
                </p:nvSpPr>
                <p:spPr>
                  <a:xfrm>
                    <a:off x="2663024" y="4790027"/>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34" name="Freeform 3633">
                    <a:extLst>
                      <a:ext uri="{FF2B5EF4-FFF2-40B4-BE49-F238E27FC236}">
                        <a16:creationId xmlns:a16="http://schemas.microsoft.com/office/drawing/2014/main" id="{4A13D6DE-87E1-33BA-4F3B-51CE5F841410}"/>
                      </a:ext>
                    </a:extLst>
                  </p:cNvPr>
                  <p:cNvSpPr/>
                  <p:nvPr/>
                </p:nvSpPr>
                <p:spPr>
                  <a:xfrm>
                    <a:off x="2541783" y="4798615"/>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35" name="Freeform 3634">
                    <a:extLst>
                      <a:ext uri="{FF2B5EF4-FFF2-40B4-BE49-F238E27FC236}">
                        <a16:creationId xmlns:a16="http://schemas.microsoft.com/office/drawing/2014/main" id="{AE285CF7-9DC2-4F23-9225-E17678CD555D}"/>
                      </a:ext>
                    </a:extLst>
                  </p:cNvPr>
                  <p:cNvSpPr/>
                  <p:nvPr/>
                </p:nvSpPr>
                <p:spPr>
                  <a:xfrm>
                    <a:off x="2551551" y="5601164"/>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36" name="Freeform 3635">
                    <a:extLst>
                      <a:ext uri="{FF2B5EF4-FFF2-40B4-BE49-F238E27FC236}">
                        <a16:creationId xmlns:a16="http://schemas.microsoft.com/office/drawing/2014/main" id="{3B54E765-4A0A-2A26-957B-1D7B11ACD0F6}"/>
                      </a:ext>
                    </a:extLst>
                  </p:cNvPr>
                  <p:cNvSpPr/>
                  <p:nvPr/>
                </p:nvSpPr>
                <p:spPr>
                  <a:xfrm>
                    <a:off x="2621181" y="4790027"/>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37" name="Freeform 3636">
                    <a:extLst>
                      <a:ext uri="{FF2B5EF4-FFF2-40B4-BE49-F238E27FC236}">
                        <a16:creationId xmlns:a16="http://schemas.microsoft.com/office/drawing/2014/main" id="{AFE3199D-6B80-2862-97DD-BB582FEB3328}"/>
                      </a:ext>
                    </a:extLst>
                  </p:cNvPr>
                  <p:cNvSpPr/>
                  <p:nvPr/>
                </p:nvSpPr>
                <p:spPr>
                  <a:xfrm>
                    <a:off x="2638694" y="4557481"/>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38" name="Freeform 3637">
                    <a:extLst>
                      <a:ext uri="{FF2B5EF4-FFF2-40B4-BE49-F238E27FC236}">
                        <a16:creationId xmlns:a16="http://schemas.microsoft.com/office/drawing/2014/main" id="{3052463D-E13E-4577-A33F-A06825F142BF}"/>
                      </a:ext>
                    </a:extLst>
                  </p:cNvPr>
                  <p:cNvSpPr/>
                  <p:nvPr/>
                </p:nvSpPr>
                <p:spPr>
                  <a:xfrm>
                    <a:off x="2534962" y="4673754"/>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39" name="Freeform 3638">
                    <a:extLst>
                      <a:ext uri="{FF2B5EF4-FFF2-40B4-BE49-F238E27FC236}">
                        <a16:creationId xmlns:a16="http://schemas.microsoft.com/office/drawing/2014/main" id="{021F6ABB-D13C-1AC9-E822-67557940F3A9}"/>
                      </a:ext>
                    </a:extLst>
                  </p:cNvPr>
                  <p:cNvSpPr/>
                  <p:nvPr/>
                </p:nvSpPr>
                <p:spPr>
                  <a:xfrm>
                    <a:off x="2623371" y="5022573"/>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40" name="Freeform 3639">
                    <a:extLst>
                      <a:ext uri="{FF2B5EF4-FFF2-40B4-BE49-F238E27FC236}">
                        <a16:creationId xmlns:a16="http://schemas.microsoft.com/office/drawing/2014/main" id="{343DE13D-833F-2FF5-11D3-BD007BD22E1F}"/>
                      </a:ext>
                    </a:extLst>
                  </p:cNvPr>
                  <p:cNvSpPr/>
                  <p:nvPr/>
                </p:nvSpPr>
                <p:spPr>
                  <a:xfrm>
                    <a:off x="2537239" y="4790027"/>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41" name="Freeform 3640">
                    <a:extLst>
                      <a:ext uri="{FF2B5EF4-FFF2-40B4-BE49-F238E27FC236}">
                        <a16:creationId xmlns:a16="http://schemas.microsoft.com/office/drawing/2014/main" id="{F967EAFB-4F36-73E5-137C-49EB3862635A}"/>
                      </a:ext>
                    </a:extLst>
                  </p:cNvPr>
                  <p:cNvSpPr/>
                  <p:nvPr/>
                </p:nvSpPr>
                <p:spPr>
                  <a:xfrm>
                    <a:off x="2703524" y="4854607"/>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42" name="Freeform 3641">
                    <a:extLst>
                      <a:ext uri="{FF2B5EF4-FFF2-40B4-BE49-F238E27FC236}">
                        <a16:creationId xmlns:a16="http://schemas.microsoft.com/office/drawing/2014/main" id="{7DB0F1AF-9933-C5D5-36A3-3598B1F95FEC}"/>
                      </a:ext>
                    </a:extLst>
                  </p:cNvPr>
                  <p:cNvSpPr/>
                  <p:nvPr/>
                </p:nvSpPr>
                <p:spPr>
                  <a:xfrm>
                    <a:off x="2518883" y="4909333"/>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43" name="Freeform 3642">
                    <a:extLst>
                      <a:ext uri="{FF2B5EF4-FFF2-40B4-BE49-F238E27FC236}">
                        <a16:creationId xmlns:a16="http://schemas.microsoft.com/office/drawing/2014/main" id="{76FDA38A-2F3C-D732-3882-C2AF0F38BB9B}"/>
                      </a:ext>
                    </a:extLst>
                  </p:cNvPr>
                  <p:cNvSpPr/>
                  <p:nvPr/>
                </p:nvSpPr>
                <p:spPr>
                  <a:xfrm>
                    <a:off x="2523259" y="4383027"/>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44" name="Freeform 3643">
                    <a:extLst>
                      <a:ext uri="{FF2B5EF4-FFF2-40B4-BE49-F238E27FC236}">
                        <a16:creationId xmlns:a16="http://schemas.microsoft.com/office/drawing/2014/main" id="{9AA0437A-D779-3FCD-034B-C9A9D738B3A9}"/>
                      </a:ext>
                    </a:extLst>
                  </p:cNvPr>
                  <p:cNvSpPr/>
                  <p:nvPr/>
                </p:nvSpPr>
                <p:spPr>
                  <a:xfrm>
                    <a:off x="2560139" y="5255119"/>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45" name="Freeform 3644">
                    <a:extLst>
                      <a:ext uri="{FF2B5EF4-FFF2-40B4-BE49-F238E27FC236}">
                        <a16:creationId xmlns:a16="http://schemas.microsoft.com/office/drawing/2014/main" id="{529F1282-1C86-D933-C0C4-84914F957573}"/>
                      </a:ext>
                    </a:extLst>
                  </p:cNvPr>
                  <p:cNvSpPr/>
                  <p:nvPr/>
                </p:nvSpPr>
                <p:spPr>
                  <a:xfrm>
                    <a:off x="2615621" y="4731850"/>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46" name="Freeform 3645">
                    <a:extLst>
                      <a:ext uri="{FF2B5EF4-FFF2-40B4-BE49-F238E27FC236}">
                        <a16:creationId xmlns:a16="http://schemas.microsoft.com/office/drawing/2014/main" id="{C7F7F602-9AF6-7EB1-20DF-ABBC5887C8B4}"/>
                      </a:ext>
                    </a:extLst>
                  </p:cNvPr>
                  <p:cNvSpPr/>
                  <p:nvPr/>
                </p:nvSpPr>
                <p:spPr>
                  <a:xfrm>
                    <a:off x="2706807" y="5138846"/>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47" name="Freeform 3646">
                    <a:extLst>
                      <a:ext uri="{FF2B5EF4-FFF2-40B4-BE49-F238E27FC236}">
                        <a16:creationId xmlns:a16="http://schemas.microsoft.com/office/drawing/2014/main" id="{D495DEA2-8155-40BB-DA7A-8D0563A4C818}"/>
                      </a:ext>
                    </a:extLst>
                  </p:cNvPr>
                  <p:cNvSpPr/>
                  <p:nvPr/>
                </p:nvSpPr>
                <p:spPr>
                  <a:xfrm>
                    <a:off x="2569064" y="4848123"/>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48" name="Freeform 3647">
                    <a:extLst>
                      <a:ext uri="{FF2B5EF4-FFF2-40B4-BE49-F238E27FC236}">
                        <a16:creationId xmlns:a16="http://schemas.microsoft.com/office/drawing/2014/main" id="{850B7538-EE73-E180-C30E-912CA072F0E8}"/>
                      </a:ext>
                    </a:extLst>
                  </p:cNvPr>
                  <p:cNvSpPr/>
                  <p:nvPr/>
                </p:nvSpPr>
                <p:spPr>
                  <a:xfrm>
                    <a:off x="2544056" y="5313214"/>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49" name="Freeform 3648">
                    <a:extLst>
                      <a:ext uri="{FF2B5EF4-FFF2-40B4-BE49-F238E27FC236}">
                        <a16:creationId xmlns:a16="http://schemas.microsoft.com/office/drawing/2014/main" id="{BAA16192-8561-E3A2-411D-B7E9C5D3B982}"/>
                      </a:ext>
                    </a:extLst>
                  </p:cNvPr>
                  <p:cNvSpPr/>
                  <p:nvPr/>
                </p:nvSpPr>
                <p:spPr>
                  <a:xfrm>
                    <a:off x="2636504" y="4324935"/>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50" name="Freeform 3649">
                    <a:extLst>
                      <a:ext uri="{FF2B5EF4-FFF2-40B4-BE49-F238E27FC236}">
                        <a16:creationId xmlns:a16="http://schemas.microsoft.com/office/drawing/2014/main" id="{E4AF82A0-D42F-5CCA-FAE1-FAFAFFDDA9D0}"/>
                      </a:ext>
                    </a:extLst>
                  </p:cNvPr>
                  <p:cNvSpPr/>
                  <p:nvPr/>
                </p:nvSpPr>
                <p:spPr>
                  <a:xfrm>
                    <a:off x="2544561" y="4673754"/>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651" name="Freeform 3650">
                    <a:extLst>
                      <a:ext uri="{FF2B5EF4-FFF2-40B4-BE49-F238E27FC236}">
                        <a16:creationId xmlns:a16="http://schemas.microsoft.com/office/drawing/2014/main" id="{4DD0DD26-6673-7438-69B6-323492D81F03}"/>
                      </a:ext>
                    </a:extLst>
                  </p:cNvPr>
                  <p:cNvSpPr/>
                  <p:nvPr/>
                </p:nvSpPr>
                <p:spPr>
                  <a:xfrm>
                    <a:off x="2853727" y="4710548"/>
                    <a:ext cx="133532" cy="436044"/>
                  </a:xfrm>
                  <a:custGeom>
                    <a:avLst/>
                    <a:gdLst>
                      <a:gd name="connsiteX0" fmla="*/ 0 w 35668"/>
                      <a:gd name="connsiteY0" fmla="*/ 0 h 116473"/>
                      <a:gd name="connsiteX1" fmla="*/ 35668 w 35668"/>
                      <a:gd name="connsiteY1" fmla="*/ 0 h 116473"/>
                      <a:gd name="connsiteX2" fmla="*/ 35668 w 35668"/>
                      <a:gd name="connsiteY2" fmla="*/ 116474 h 116473"/>
                      <a:gd name="connsiteX3" fmla="*/ 0 w 35668"/>
                      <a:gd name="connsiteY3" fmla="*/ 116474 h 116473"/>
                    </a:gdLst>
                    <a:ahLst/>
                    <a:cxnLst>
                      <a:cxn ang="0">
                        <a:pos x="connsiteX0" y="connsiteY0"/>
                      </a:cxn>
                      <a:cxn ang="0">
                        <a:pos x="connsiteX1" y="connsiteY1"/>
                      </a:cxn>
                      <a:cxn ang="0">
                        <a:pos x="connsiteX2" y="connsiteY2"/>
                      </a:cxn>
                      <a:cxn ang="0">
                        <a:pos x="connsiteX3" y="connsiteY3"/>
                      </a:cxn>
                    </a:cxnLst>
                    <a:rect l="l" t="t" r="r" b="b"/>
                    <a:pathLst>
                      <a:path w="35668" h="116473">
                        <a:moveTo>
                          <a:pt x="0" y="0"/>
                        </a:moveTo>
                        <a:lnTo>
                          <a:pt x="35668" y="0"/>
                        </a:lnTo>
                        <a:lnTo>
                          <a:pt x="35668" y="116474"/>
                        </a:lnTo>
                        <a:lnTo>
                          <a:pt x="0" y="116474"/>
                        </a:lnTo>
                        <a:close/>
                      </a:path>
                    </a:pathLst>
                  </a:custGeom>
                  <a:solidFill>
                    <a:srgbClr val="B4AED3"/>
                  </a:solidFill>
                  <a:ln w="2249" cap="flat">
                    <a:noFill/>
                    <a:prstDash val="solid"/>
                    <a:miter/>
                  </a:ln>
                </p:spPr>
                <p:txBody>
                  <a:bodyPr rtlCol="0" anchor="ctr"/>
                  <a:lstStyle/>
                  <a:p>
                    <a:endParaRPr lang="en-US"/>
                  </a:p>
                </p:txBody>
              </p:sp>
              <p:sp>
                <p:nvSpPr>
                  <p:cNvPr id="3652" name="Freeform 3651">
                    <a:extLst>
                      <a:ext uri="{FF2B5EF4-FFF2-40B4-BE49-F238E27FC236}">
                        <a16:creationId xmlns:a16="http://schemas.microsoft.com/office/drawing/2014/main" id="{A6B78AB2-E4CF-DA53-FE89-BCE77B6476C6}"/>
                      </a:ext>
                    </a:extLst>
                  </p:cNvPr>
                  <p:cNvSpPr/>
                  <p:nvPr/>
                </p:nvSpPr>
                <p:spPr>
                  <a:xfrm>
                    <a:off x="2853727" y="4710548"/>
                    <a:ext cx="133532" cy="436044"/>
                  </a:xfrm>
                  <a:custGeom>
                    <a:avLst/>
                    <a:gdLst>
                      <a:gd name="connsiteX0" fmla="*/ 0 w 35668"/>
                      <a:gd name="connsiteY0" fmla="*/ 0 h 116473"/>
                      <a:gd name="connsiteX1" fmla="*/ 35668 w 35668"/>
                      <a:gd name="connsiteY1" fmla="*/ 0 h 116473"/>
                      <a:gd name="connsiteX2" fmla="*/ 35668 w 35668"/>
                      <a:gd name="connsiteY2" fmla="*/ 116474 h 116473"/>
                      <a:gd name="connsiteX3" fmla="*/ 0 w 35668"/>
                      <a:gd name="connsiteY3" fmla="*/ 116474 h 116473"/>
                    </a:gdLst>
                    <a:ahLst/>
                    <a:cxnLst>
                      <a:cxn ang="0">
                        <a:pos x="connsiteX0" y="connsiteY0"/>
                      </a:cxn>
                      <a:cxn ang="0">
                        <a:pos x="connsiteX1" y="connsiteY1"/>
                      </a:cxn>
                      <a:cxn ang="0">
                        <a:pos x="connsiteX2" y="connsiteY2"/>
                      </a:cxn>
                      <a:cxn ang="0">
                        <a:pos x="connsiteX3" y="connsiteY3"/>
                      </a:cxn>
                    </a:cxnLst>
                    <a:rect l="l" t="t" r="r" b="b"/>
                    <a:pathLst>
                      <a:path w="35668" h="116473">
                        <a:moveTo>
                          <a:pt x="0" y="0"/>
                        </a:moveTo>
                        <a:lnTo>
                          <a:pt x="35668" y="0"/>
                        </a:lnTo>
                        <a:lnTo>
                          <a:pt x="35668" y="116474"/>
                        </a:lnTo>
                        <a:lnTo>
                          <a:pt x="0" y="116474"/>
                        </a:lnTo>
                        <a:close/>
                      </a:path>
                    </a:pathLst>
                  </a:custGeom>
                  <a:noFill/>
                  <a:ln w="4498" cap="flat">
                    <a:solidFill>
                      <a:srgbClr val="000000"/>
                    </a:solidFill>
                    <a:prstDash val="solid"/>
                    <a:miter/>
                  </a:ln>
                </p:spPr>
                <p:txBody>
                  <a:bodyPr rtlCol="0" anchor="ctr"/>
                  <a:lstStyle/>
                  <a:p>
                    <a:endParaRPr lang="en-US"/>
                  </a:p>
                </p:txBody>
              </p:sp>
              <p:sp>
                <p:nvSpPr>
                  <p:cNvPr id="3653" name="Freeform 3652">
                    <a:extLst>
                      <a:ext uri="{FF2B5EF4-FFF2-40B4-BE49-F238E27FC236}">
                        <a16:creationId xmlns:a16="http://schemas.microsoft.com/office/drawing/2014/main" id="{51EB16F0-25F9-2522-B17F-C6492DEA5356}"/>
                      </a:ext>
                    </a:extLst>
                  </p:cNvPr>
                  <p:cNvSpPr/>
                  <p:nvPr/>
                </p:nvSpPr>
                <p:spPr>
                  <a:xfrm>
                    <a:off x="2853727" y="4870435"/>
                    <a:ext cx="133532" cy="8416"/>
                  </a:xfrm>
                  <a:custGeom>
                    <a:avLst/>
                    <a:gdLst>
                      <a:gd name="connsiteX0" fmla="*/ 0 w 35668"/>
                      <a:gd name="connsiteY0" fmla="*/ 0 h 2248"/>
                      <a:gd name="connsiteX1" fmla="*/ 35668 w 35668"/>
                      <a:gd name="connsiteY1" fmla="*/ 0 h 2248"/>
                    </a:gdLst>
                    <a:ahLst/>
                    <a:cxnLst>
                      <a:cxn ang="0">
                        <a:pos x="connsiteX0" y="connsiteY0"/>
                      </a:cxn>
                      <a:cxn ang="0">
                        <a:pos x="connsiteX1" y="connsiteY1"/>
                      </a:cxn>
                    </a:cxnLst>
                    <a:rect l="l" t="t" r="r" b="b"/>
                    <a:pathLst>
                      <a:path w="35668" h="2248">
                        <a:moveTo>
                          <a:pt x="0" y="0"/>
                        </a:moveTo>
                        <a:lnTo>
                          <a:pt x="35668" y="0"/>
                        </a:lnTo>
                      </a:path>
                    </a:pathLst>
                  </a:custGeom>
                  <a:ln w="4498" cap="flat">
                    <a:solidFill>
                      <a:srgbClr val="000000"/>
                    </a:solidFill>
                    <a:prstDash val="solid"/>
                    <a:round/>
                  </a:ln>
                </p:spPr>
                <p:txBody>
                  <a:bodyPr rtlCol="0" anchor="ctr"/>
                  <a:lstStyle/>
                  <a:p>
                    <a:endParaRPr lang="en-US"/>
                  </a:p>
                </p:txBody>
              </p:sp>
            </p:grpSp>
            <p:grpSp>
              <p:nvGrpSpPr>
                <p:cNvPr id="3542" name="Group 3541">
                  <a:extLst>
                    <a:ext uri="{FF2B5EF4-FFF2-40B4-BE49-F238E27FC236}">
                      <a16:creationId xmlns:a16="http://schemas.microsoft.com/office/drawing/2014/main" id="{78B74CD9-4745-F202-A164-D3F17CB8E837}"/>
                    </a:ext>
                  </a:extLst>
                </p:cNvPr>
                <p:cNvGrpSpPr/>
                <p:nvPr/>
              </p:nvGrpSpPr>
              <p:grpSpPr>
                <a:xfrm>
                  <a:off x="2920492" y="3292787"/>
                  <a:ext cx="6916035" cy="2889404"/>
                  <a:chOff x="2920492" y="3292787"/>
                  <a:chExt cx="6916035" cy="2889404"/>
                </a:xfrm>
              </p:grpSpPr>
              <p:sp>
                <p:nvSpPr>
                  <p:cNvPr id="3543" name="Freeform 3542">
                    <a:extLst>
                      <a:ext uri="{FF2B5EF4-FFF2-40B4-BE49-F238E27FC236}">
                        <a16:creationId xmlns:a16="http://schemas.microsoft.com/office/drawing/2014/main" id="{DB233720-4D5B-58C1-21A9-20983104D9AB}"/>
                      </a:ext>
                    </a:extLst>
                  </p:cNvPr>
                  <p:cNvSpPr/>
                  <p:nvPr/>
                </p:nvSpPr>
                <p:spPr>
                  <a:xfrm>
                    <a:off x="2920492" y="3795770"/>
                    <a:ext cx="1112889" cy="55819"/>
                  </a:xfrm>
                  <a:custGeom>
                    <a:avLst/>
                    <a:gdLst>
                      <a:gd name="connsiteX0" fmla="*/ 0 w 297267"/>
                      <a:gd name="connsiteY0" fmla="*/ 14911 h 14910"/>
                      <a:gd name="connsiteX1" fmla="*/ 0 w 297267"/>
                      <a:gd name="connsiteY1" fmla="*/ 0 h 14910"/>
                      <a:gd name="connsiteX2" fmla="*/ 297267 w 297267"/>
                      <a:gd name="connsiteY2" fmla="*/ 0 h 14910"/>
                      <a:gd name="connsiteX3" fmla="*/ 297267 w 297267"/>
                      <a:gd name="connsiteY3" fmla="*/ 14911 h 14910"/>
                    </a:gdLst>
                    <a:ahLst/>
                    <a:cxnLst>
                      <a:cxn ang="0">
                        <a:pos x="connsiteX0" y="connsiteY0"/>
                      </a:cxn>
                      <a:cxn ang="0">
                        <a:pos x="connsiteX1" y="connsiteY1"/>
                      </a:cxn>
                      <a:cxn ang="0">
                        <a:pos x="connsiteX2" y="connsiteY2"/>
                      </a:cxn>
                      <a:cxn ang="0">
                        <a:pos x="connsiteX3" y="connsiteY3"/>
                      </a:cxn>
                    </a:cxnLst>
                    <a:rect l="l" t="t" r="r" b="b"/>
                    <a:pathLst>
                      <a:path w="297267" h="14910">
                        <a:moveTo>
                          <a:pt x="0" y="14911"/>
                        </a:moveTo>
                        <a:lnTo>
                          <a:pt x="0" y="0"/>
                        </a:lnTo>
                        <a:lnTo>
                          <a:pt x="297267" y="0"/>
                        </a:lnTo>
                        <a:lnTo>
                          <a:pt x="297267" y="14911"/>
                        </a:lnTo>
                      </a:path>
                    </a:pathLst>
                  </a:custGeom>
                  <a:noFill/>
                  <a:ln w="4498" cap="flat">
                    <a:solidFill>
                      <a:srgbClr val="000000"/>
                    </a:solidFill>
                    <a:prstDash val="solid"/>
                    <a:round/>
                  </a:ln>
                </p:spPr>
                <p:txBody>
                  <a:bodyPr rtlCol="0" anchor="ctr"/>
                  <a:lstStyle/>
                  <a:p>
                    <a:endParaRPr lang="en-US"/>
                  </a:p>
                </p:txBody>
              </p:sp>
              <p:grpSp>
                <p:nvGrpSpPr>
                  <p:cNvPr id="3544" name="Graphic 4479">
                    <a:extLst>
                      <a:ext uri="{FF2B5EF4-FFF2-40B4-BE49-F238E27FC236}">
                        <a16:creationId xmlns:a16="http://schemas.microsoft.com/office/drawing/2014/main" id="{2B83639C-9D5B-CE22-58D1-C868A3973C98}"/>
                      </a:ext>
                    </a:extLst>
                  </p:cNvPr>
                  <p:cNvGrpSpPr/>
                  <p:nvPr/>
                </p:nvGrpSpPr>
                <p:grpSpPr>
                  <a:xfrm>
                    <a:off x="3363530" y="3670066"/>
                    <a:ext cx="272286" cy="72239"/>
                    <a:chOff x="3848190" y="2310391"/>
                    <a:chExt cx="72731" cy="19296"/>
                  </a:xfrm>
                  <a:solidFill>
                    <a:srgbClr val="231F20"/>
                  </a:solidFill>
                </p:grpSpPr>
                <p:sp>
                  <p:nvSpPr>
                    <p:cNvPr id="3616" name="Freeform 3615">
                      <a:extLst>
                        <a:ext uri="{FF2B5EF4-FFF2-40B4-BE49-F238E27FC236}">
                          <a16:creationId xmlns:a16="http://schemas.microsoft.com/office/drawing/2014/main" id="{786EA657-D3CF-B846-337D-3EA33A8F29AF}"/>
                        </a:ext>
                      </a:extLst>
                    </p:cNvPr>
                    <p:cNvSpPr/>
                    <p:nvPr/>
                  </p:nvSpPr>
                  <p:spPr>
                    <a:xfrm>
                      <a:off x="3848190" y="2310391"/>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8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1 w 20240"/>
                        <a:gd name="connsiteY11" fmla="*/ 17339 h 19296"/>
                        <a:gd name="connsiteX12" fmla="*/ 7556 w 20240"/>
                        <a:gd name="connsiteY12" fmla="*/ 10525 h 19296"/>
                        <a:gd name="connsiteX13" fmla="*/ 0 w 20240"/>
                        <a:gd name="connsiteY13" fmla="*/ 7826 h 19296"/>
                        <a:gd name="connsiteX14" fmla="*/ 1214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8" y="5060"/>
                          </a:lnTo>
                          <a:lnTo>
                            <a:pt x="20241" y="8029"/>
                          </a:lnTo>
                          <a:lnTo>
                            <a:pt x="12549" y="10525"/>
                          </a:lnTo>
                          <a:lnTo>
                            <a:pt x="17609" y="17677"/>
                          </a:lnTo>
                          <a:lnTo>
                            <a:pt x="14978" y="19296"/>
                          </a:lnTo>
                          <a:lnTo>
                            <a:pt x="9985" y="12009"/>
                          </a:lnTo>
                          <a:lnTo>
                            <a:pt x="4723" y="19161"/>
                          </a:lnTo>
                          <a:lnTo>
                            <a:pt x="2361" y="17339"/>
                          </a:lnTo>
                          <a:lnTo>
                            <a:pt x="7556" y="10525"/>
                          </a:lnTo>
                          <a:lnTo>
                            <a:pt x="0" y="7826"/>
                          </a:lnTo>
                          <a:lnTo>
                            <a:pt x="1214" y="4993"/>
                          </a:lnTo>
                          <a:lnTo>
                            <a:pt x="8703" y="7894"/>
                          </a:lnTo>
                          <a:close/>
                        </a:path>
                      </a:pathLst>
                    </a:custGeom>
                    <a:solidFill>
                      <a:srgbClr val="231F20"/>
                    </a:solidFill>
                    <a:ln w="2249" cap="flat">
                      <a:noFill/>
                      <a:prstDash val="solid"/>
                      <a:miter/>
                    </a:ln>
                  </p:spPr>
                  <p:txBody>
                    <a:bodyPr rtlCol="0" anchor="ctr"/>
                    <a:lstStyle/>
                    <a:p>
                      <a:endParaRPr lang="en-US"/>
                    </a:p>
                  </p:txBody>
                </p:sp>
                <p:sp>
                  <p:nvSpPr>
                    <p:cNvPr id="3617" name="Freeform 3616">
                      <a:extLst>
                        <a:ext uri="{FF2B5EF4-FFF2-40B4-BE49-F238E27FC236}">
                          <a16:creationId xmlns:a16="http://schemas.microsoft.com/office/drawing/2014/main" id="{22A975B8-5816-78E3-185B-5D693590D8B7}"/>
                        </a:ext>
                      </a:extLst>
                    </p:cNvPr>
                    <p:cNvSpPr/>
                    <p:nvPr/>
                  </p:nvSpPr>
                  <p:spPr>
                    <a:xfrm>
                      <a:off x="3874435" y="2310391"/>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9 w 20240"/>
                        <a:gd name="connsiteY4" fmla="*/ 5060 h 19296"/>
                        <a:gd name="connsiteX5" fmla="*/ 20241 w 20240"/>
                        <a:gd name="connsiteY5" fmla="*/ 8029 h 19296"/>
                        <a:gd name="connsiteX6" fmla="*/ 12549 w 20240"/>
                        <a:gd name="connsiteY6" fmla="*/ 10525 h 19296"/>
                        <a:gd name="connsiteX7" fmla="*/ 17610 w 20240"/>
                        <a:gd name="connsiteY7" fmla="*/ 17677 h 19296"/>
                        <a:gd name="connsiteX8" fmla="*/ 14978 w 20240"/>
                        <a:gd name="connsiteY8" fmla="*/ 19296 h 19296"/>
                        <a:gd name="connsiteX9" fmla="*/ 9986 w 20240"/>
                        <a:gd name="connsiteY9" fmla="*/ 12009 h 19296"/>
                        <a:gd name="connsiteX10" fmla="*/ 4723 w 20240"/>
                        <a:gd name="connsiteY10" fmla="*/ 19161 h 19296"/>
                        <a:gd name="connsiteX11" fmla="*/ 2362 w 20240"/>
                        <a:gd name="connsiteY11" fmla="*/ 17339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9" y="5060"/>
                          </a:lnTo>
                          <a:lnTo>
                            <a:pt x="20241" y="8029"/>
                          </a:lnTo>
                          <a:lnTo>
                            <a:pt x="12549" y="10525"/>
                          </a:lnTo>
                          <a:lnTo>
                            <a:pt x="17610" y="17677"/>
                          </a:lnTo>
                          <a:lnTo>
                            <a:pt x="14978" y="19296"/>
                          </a:lnTo>
                          <a:lnTo>
                            <a:pt x="9986" y="12009"/>
                          </a:lnTo>
                          <a:lnTo>
                            <a:pt x="4723" y="19161"/>
                          </a:lnTo>
                          <a:lnTo>
                            <a:pt x="2362" y="17339"/>
                          </a:lnTo>
                          <a:lnTo>
                            <a:pt x="7556" y="10525"/>
                          </a:lnTo>
                          <a:lnTo>
                            <a:pt x="0" y="7826"/>
                          </a:lnTo>
                          <a:lnTo>
                            <a:pt x="1215" y="4993"/>
                          </a:lnTo>
                          <a:lnTo>
                            <a:pt x="8703" y="7894"/>
                          </a:lnTo>
                          <a:close/>
                        </a:path>
                      </a:pathLst>
                    </a:custGeom>
                    <a:solidFill>
                      <a:srgbClr val="231F20"/>
                    </a:solidFill>
                    <a:ln w="2249" cap="flat">
                      <a:noFill/>
                      <a:prstDash val="solid"/>
                      <a:miter/>
                    </a:ln>
                  </p:spPr>
                  <p:txBody>
                    <a:bodyPr rtlCol="0" anchor="ctr"/>
                    <a:lstStyle/>
                    <a:p>
                      <a:endParaRPr lang="en-US"/>
                    </a:p>
                  </p:txBody>
                </p:sp>
                <p:sp>
                  <p:nvSpPr>
                    <p:cNvPr id="3618" name="Freeform 3617">
                      <a:extLst>
                        <a:ext uri="{FF2B5EF4-FFF2-40B4-BE49-F238E27FC236}">
                          <a16:creationId xmlns:a16="http://schemas.microsoft.com/office/drawing/2014/main" id="{F0F962DF-6B29-533D-7011-E216E02C9DEB}"/>
                        </a:ext>
                      </a:extLst>
                    </p:cNvPr>
                    <p:cNvSpPr/>
                    <p:nvPr/>
                  </p:nvSpPr>
                  <p:spPr>
                    <a:xfrm>
                      <a:off x="3900680" y="2310391"/>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9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2 w 20240"/>
                        <a:gd name="connsiteY11" fmla="*/ 17339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9" y="5060"/>
                          </a:lnTo>
                          <a:lnTo>
                            <a:pt x="20241" y="8029"/>
                          </a:lnTo>
                          <a:lnTo>
                            <a:pt x="12549" y="10525"/>
                          </a:lnTo>
                          <a:lnTo>
                            <a:pt x="17609" y="17677"/>
                          </a:lnTo>
                          <a:lnTo>
                            <a:pt x="14978" y="19296"/>
                          </a:lnTo>
                          <a:lnTo>
                            <a:pt x="9985" y="12009"/>
                          </a:lnTo>
                          <a:lnTo>
                            <a:pt x="4723" y="19161"/>
                          </a:lnTo>
                          <a:lnTo>
                            <a:pt x="2362" y="17339"/>
                          </a:lnTo>
                          <a:lnTo>
                            <a:pt x="7556" y="10525"/>
                          </a:lnTo>
                          <a:lnTo>
                            <a:pt x="0" y="7826"/>
                          </a:lnTo>
                          <a:lnTo>
                            <a:pt x="1215" y="4993"/>
                          </a:lnTo>
                          <a:lnTo>
                            <a:pt x="8703" y="7894"/>
                          </a:lnTo>
                          <a:close/>
                        </a:path>
                      </a:pathLst>
                    </a:custGeom>
                    <a:solidFill>
                      <a:srgbClr val="231F20"/>
                    </a:solidFill>
                    <a:ln w="2249" cap="flat">
                      <a:noFill/>
                      <a:prstDash val="solid"/>
                      <a:miter/>
                    </a:ln>
                  </p:spPr>
                  <p:txBody>
                    <a:bodyPr rtlCol="0" anchor="ctr"/>
                    <a:lstStyle/>
                    <a:p>
                      <a:endParaRPr lang="en-US"/>
                    </a:p>
                  </p:txBody>
                </p:sp>
              </p:grpSp>
              <p:sp>
                <p:nvSpPr>
                  <p:cNvPr id="3545" name="Freeform 3544">
                    <a:extLst>
                      <a:ext uri="{FF2B5EF4-FFF2-40B4-BE49-F238E27FC236}">
                        <a16:creationId xmlns:a16="http://schemas.microsoft.com/office/drawing/2014/main" id="{7DED1189-22BD-175A-B802-9F911148BDF9}"/>
                      </a:ext>
                    </a:extLst>
                  </p:cNvPr>
                  <p:cNvSpPr/>
                  <p:nvPr/>
                </p:nvSpPr>
                <p:spPr>
                  <a:xfrm>
                    <a:off x="2920492" y="3421520"/>
                    <a:ext cx="2225778" cy="55819"/>
                  </a:xfrm>
                  <a:custGeom>
                    <a:avLst/>
                    <a:gdLst>
                      <a:gd name="connsiteX0" fmla="*/ 0 w 594534"/>
                      <a:gd name="connsiteY0" fmla="*/ 14911 h 14910"/>
                      <a:gd name="connsiteX1" fmla="*/ 0 w 594534"/>
                      <a:gd name="connsiteY1" fmla="*/ 0 h 14910"/>
                      <a:gd name="connsiteX2" fmla="*/ 594535 w 594534"/>
                      <a:gd name="connsiteY2" fmla="*/ 0 h 14910"/>
                      <a:gd name="connsiteX3" fmla="*/ 594535 w 594534"/>
                      <a:gd name="connsiteY3" fmla="*/ 14911 h 14910"/>
                    </a:gdLst>
                    <a:ahLst/>
                    <a:cxnLst>
                      <a:cxn ang="0">
                        <a:pos x="connsiteX0" y="connsiteY0"/>
                      </a:cxn>
                      <a:cxn ang="0">
                        <a:pos x="connsiteX1" y="connsiteY1"/>
                      </a:cxn>
                      <a:cxn ang="0">
                        <a:pos x="connsiteX2" y="connsiteY2"/>
                      </a:cxn>
                      <a:cxn ang="0">
                        <a:pos x="connsiteX3" y="connsiteY3"/>
                      </a:cxn>
                    </a:cxnLst>
                    <a:rect l="l" t="t" r="r" b="b"/>
                    <a:pathLst>
                      <a:path w="594534" h="14910">
                        <a:moveTo>
                          <a:pt x="0" y="14911"/>
                        </a:moveTo>
                        <a:lnTo>
                          <a:pt x="0" y="0"/>
                        </a:lnTo>
                        <a:lnTo>
                          <a:pt x="594535" y="0"/>
                        </a:lnTo>
                        <a:lnTo>
                          <a:pt x="594535" y="14911"/>
                        </a:lnTo>
                      </a:path>
                    </a:pathLst>
                  </a:custGeom>
                  <a:noFill/>
                  <a:ln w="4498" cap="flat">
                    <a:solidFill>
                      <a:srgbClr val="000000"/>
                    </a:solidFill>
                    <a:prstDash val="solid"/>
                    <a:round/>
                  </a:ln>
                </p:spPr>
                <p:txBody>
                  <a:bodyPr rtlCol="0" anchor="ctr"/>
                  <a:lstStyle/>
                  <a:p>
                    <a:endParaRPr lang="en-US"/>
                  </a:p>
                </p:txBody>
              </p:sp>
              <p:grpSp>
                <p:nvGrpSpPr>
                  <p:cNvPr id="3546" name="Graphic 4479">
                    <a:extLst>
                      <a:ext uri="{FF2B5EF4-FFF2-40B4-BE49-F238E27FC236}">
                        <a16:creationId xmlns:a16="http://schemas.microsoft.com/office/drawing/2014/main" id="{23D825D9-9FF1-7533-8135-0809EA76D921}"/>
                      </a:ext>
                    </a:extLst>
                  </p:cNvPr>
                  <p:cNvGrpSpPr/>
                  <p:nvPr/>
                </p:nvGrpSpPr>
                <p:grpSpPr>
                  <a:xfrm>
                    <a:off x="3876695" y="3292787"/>
                    <a:ext cx="272286" cy="72239"/>
                    <a:chOff x="3985263" y="2209615"/>
                    <a:chExt cx="72731" cy="19296"/>
                  </a:xfrm>
                  <a:solidFill>
                    <a:srgbClr val="231F20"/>
                  </a:solidFill>
                </p:grpSpPr>
                <p:sp>
                  <p:nvSpPr>
                    <p:cNvPr id="3613" name="Freeform 3612">
                      <a:extLst>
                        <a:ext uri="{FF2B5EF4-FFF2-40B4-BE49-F238E27FC236}">
                          <a16:creationId xmlns:a16="http://schemas.microsoft.com/office/drawing/2014/main" id="{4344D7F5-2032-D466-9503-18300F20A6F6}"/>
                        </a:ext>
                      </a:extLst>
                    </p:cNvPr>
                    <p:cNvSpPr/>
                    <p:nvPr/>
                  </p:nvSpPr>
                  <p:spPr>
                    <a:xfrm>
                      <a:off x="3985263" y="2209615"/>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9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6 w 20240"/>
                        <a:gd name="connsiteY9" fmla="*/ 12009 h 19296"/>
                        <a:gd name="connsiteX10" fmla="*/ 4723 w 20240"/>
                        <a:gd name="connsiteY10" fmla="*/ 19161 h 19296"/>
                        <a:gd name="connsiteX11" fmla="*/ 2362 w 20240"/>
                        <a:gd name="connsiteY11" fmla="*/ 17339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9" y="5060"/>
                          </a:lnTo>
                          <a:lnTo>
                            <a:pt x="20241" y="8029"/>
                          </a:lnTo>
                          <a:lnTo>
                            <a:pt x="12549" y="10525"/>
                          </a:lnTo>
                          <a:lnTo>
                            <a:pt x="17609" y="17677"/>
                          </a:lnTo>
                          <a:lnTo>
                            <a:pt x="14978" y="19296"/>
                          </a:lnTo>
                          <a:lnTo>
                            <a:pt x="9986" y="12009"/>
                          </a:lnTo>
                          <a:lnTo>
                            <a:pt x="4723" y="19161"/>
                          </a:lnTo>
                          <a:lnTo>
                            <a:pt x="2362" y="17339"/>
                          </a:lnTo>
                          <a:lnTo>
                            <a:pt x="7556" y="10525"/>
                          </a:lnTo>
                          <a:lnTo>
                            <a:pt x="0" y="7826"/>
                          </a:lnTo>
                          <a:lnTo>
                            <a:pt x="1215" y="4993"/>
                          </a:lnTo>
                          <a:lnTo>
                            <a:pt x="8703" y="7894"/>
                          </a:lnTo>
                          <a:close/>
                        </a:path>
                      </a:pathLst>
                    </a:custGeom>
                    <a:solidFill>
                      <a:srgbClr val="231F20"/>
                    </a:solidFill>
                    <a:ln w="2249" cap="flat">
                      <a:noFill/>
                      <a:prstDash val="solid"/>
                      <a:miter/>
                    </a:ln>
                  </p:spPr>
                  <p:txBody>
                    <a:bodyPr rtlCol="0" anchor="ctr"/>
                    <a:lstStyle/>
                    <a:p>
                      <a:endParaRPr lang="en-US"/>
                    </a:p>
                  </p:txBody>
                </p:sp>
                <p:sp>
                  <p:nvSpPr>
                    <p:cNvPr id="3614" name="Freeform 3613">
                      <a:extLst>
                        <a:ext uri="{FF2B5EF4-FFF2-40B4-BE49-F238E27FC236}">
                          <a16:creationId xmlns:a16="http://schemas.microsoft.com/office/drawing/2014/main" id="{6DAAC1E1-149A-E3D3-E4D6-96C1D5ED44F8}"/>
                        </a:ext>
                      </a:extLst>
                    </p:cNvPr>
                    <p:cNvSpPr/>
                    <p:nvPr/>
                  </p:nvSpPr>
                  <p:spPr>
                    <a:xfrm>
                      <a:off x="4011509" y="2209615"/>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8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1 w 20240"/>
                        <a:gd name="connsiteY11" fmla="*/ 17339 h 19296"/>
                        <a:gd name="connsiteX12" fmla="*/ 7556 w 20240"/>
                        <a:gd name="connsiteY12" fmla="*/ 10525 h 19296"/>
                        <a:gd name="connsiteX13" fmla="*/ 0 w 20240"/>
                        <a:gd name="connsiteY13" fmla="*/ 7826 h 19296"/>
                        <a:gd name="connsiteX14" fmla="*/ 1214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8" y="5060"/>
                          </a:lnTo>
                          <a:lnTo>
                            <a:pt x="20241" y="8029"/>
                          </a:lnTo>
                          <a:lnTo>
                            <a:pt x="12549" y="10525"/>
                          </a:lnTo>
                          <a:lnTo>
                            <a:pt x="17609" y="17677"/>
                          </a:lnTo>
                          <a:lnTo>
                            <a:pt x="14978" y="19296"/>
                          </a:lnTo>
                          <a:lnTo>
                            <a:pt x="9985" y="12009"/>
                          </a:lnTo>
                          <a:lnTo>
                            <a:pt x="4723" y="19161"/>
                          </a:lnTo>
                          <a:lnTo>
                            <a:pt x="2361" y="17339"/>
                          </a:lnTo>
                          <a:lnTo>
                            <a:pt x="7556" y="10525"/>
                          </a:lnTo>
                          <a:lnTo>
                            <a:pt x="0" y="7826"/>
                          </a:lnTo>
                          <a:lnTo>
                            <a:pt x="1214" y="4993"/>
                          </a:lnTo>
                          <a:lnTo>
                            <a:pt x="8703" y="7894"/>
                          </a:lnTo>
                          <a:close/>
                        </a:path>
                      </a:pathLst>
                    </a:custGeom>
                    <a:solidFill>
                      <a:srgbClr val="231F20"/>
                    </a:solidFill>
                    <a:ln w="2249" cap="flat">
                      <a:noFill/>
                      <a:prstDash val="solid"/>
                      <a:miter/>
                    </a:ln>
                  </p:spPr>
                  <p:txBody>
                    <a:bodyPr rtlCol="0" anchor="ctr"/>
                    <a:lstStyle/>
                    <a:p>
                      <a:endParaRPr lang="en-US"/>
                    </a:p>
                  </p:txBody>
                </p:sp>
                <p:sp>
                  <p:nvSpPr>
                    <p:cNvPr id="3615" name="Freeform 3614">
                      <a:extLst>
                        <a:ext uri="{FF2B5EF4-FFF2-40B4-BE49-F238E27FC236}">
                          <a16:creationId xmlns:a16="http://schemas.microsoft.com/office/drawing/2014/main" id="{05CD491E-EC01-C2C4-604E-7B413A936B88}"/>
                        </a:ext>
                      </a:extLst>
                    </p:cNvPr>
                    <p:cNvSpPr/>
                    <p:nvPr/>
                  </p:nvSpPr>
                  <p:spPr>
                    <a:xfrm>
                      <a:off x="4037754" y="2209615"/>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9 w 20240"/>
                        <a:gd name="connsiteY4" fmla="*/ 5060 h 19296"/>
                        <a:gd name="connsiteX5" fmla="*/ 20241 w 20240"/>
                        <a:gd name="connsiteY5" fmla="*/ 8029 h 19296"/>
                        <a:gd name="connsiteX6" fmla="*/ 12549 w 20240"/>
                        <a:gd name="connsiteY6" fmla="*/ 10525 h 19296"/>
                        <a:gd name="connsiteX7" fmla="*/ 17610 w 20240"/>
                        <a:gd name="connsiteY7" fmla="*/ 17677 h 19296"/>
                        <a:gd name="connsiteX8" fmla="*/ 14978 w 20240"/>
                        <a:gd name="connsiteY8" fmla="*/ 19296 h 19296"/>
                        <a:gd name="connsiteX9" fmla="*/ 9986 w 20240"/>
                        <a:gd name="connsiteY9" fmla="*/ 12009 h 19296"/>
                        <a:gd name="connsiteX10" fmla="*/ 4723 w 20240"/>
                        <a:gd name="connsiteY10" fmla="*/ 19161 h 19296"/>
                        <a:gd name="connsiteX11" fmla="*/ 2362 w 20240"/>
                        <a:gd name="connsiteY11" fmla="*/ 17339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9" y="5060"/>
                          </a:lnTo>
                          <a:lnTo>
                            <a:pt x="20241" y="8029"/>
                          </a:lnTo>
                          <a:lnTo>
                            <a:pt x="12549" y="10525"/>
                          </a:lnTo>
                          <a:lnTo>
                            <a:pt x="17610" y="17677"/>
                          </a:lnTo>
                          <a:lnTo>
                            <a:pt x="14978" y="19296"/>
                          </a:lnTo>
                          <a:lnTo>
                            <a:pt x="9986" y="12009"/>
                          </a:lnTo>
                          <a:lnTo>
                            <a:pt x="4723" y="19161"/>
                          </a:lnTo>
                          <a:lnTo>
                            <a:pt x="2362" y="17339"/>
                          </a:lnTo>
                          <a:lnTo>
                            <a:pt x="7556" y="10525"/>
                          </a:lnTo>
                          <a:lnTo>
                            <a:pt x="0" y="7826"/>
                          </a:lnTo>
                          <a:lnTo>
                            <a:pt x="1215" y="4993"/>
                          </a:lnTo>
                          <a:lnTo>
                            <a:pt x="8703" y="7894"/>
                          </a:lnTo>
                          <a:close/>
                        </a:path>
                      </a:pathLst>
                    </a:custGeom>
                    <a:solidFill>
                      <a:srgbClr val="231F20"/>
                    </a:solidFill>
                    <a:ln w="2249" cap="flat">
                      <a:noFill/>
                      <a:prstDash val="solid"/>
                      <a:miter/>
                    </a:ln>
                  </p:spPr>
                  <p:txBody>
                    <a:bodyPr rtlCol="0" anchor="ctr"/>
                    <a:lstStyle/>
                    <a:p>
                      <a:endParaRPr lang="en-US"/>
                    </a:p>
                  </p:txBody>
                </p:sp>
              </p:grpSp>
              <p:grpSp>
                <p:nvGrpSpPr>
                  <p:cNvPr id="3547" name="Graphic 4479">
                    <a:extLst>
                      <a:ext uri="{FF2B5EF4-FFF2-40B4-BE49-F238E27FC236}">
                        <a16:creationId xmlns:a16="http://schemas.microsoft.com/office/drawing/2014/main" id="{9B27B6E8-FA71-4E84-FDC0-54BA57CF9FAB}"/>
                      </a:ext>
                    </a:extLst>
                  </p:cNvPr>
                  <p:cNvGrpSpPr/>
                  <p:nvPr/>
                </p:nvGrpSpPr>
                <p:grpSpPr>
                  <a:xfrm>
                    <a:off x="3535708" y="3980493"/>
                    <a:ext cx="913011" cy="214864"/>
                    <a:chOff x="3894181" y="2393310"/>
                    <a:chExt cx="243877" cy="57393"/>
                  </a:xfrm>
                  <a:solidFill>
                    <a:srgbClr val="231F20"/>
                  </a:solidFill>
                </p:grpSpPr>
                <p:sp>
                  <p:nvSpPr>
                    <p:cNvPr id="3605" name="Freeform 3604">
                      <a:extLst>
                        <a:ext uri="{FF2B5EF4-FFF2-40B4-BE49-F238E27FC236}">
                          <a16:creationId xmlns:a16="http://schemas.microsoft.com/office/drawing/2014/main" id="{2E132357-BD4A-FBD2-846D-A470F5EE9E92}"/>
                        </a:ext>
                      </a:extLst>
                    </p:cNvPr>
                    <p:cNvSpPr/>
                    <p:nvPr/>
                  </p:nvSpPr>
                  <p:spPr>
                    <a:xfrm>
                      <a:off x="3894181" y="2393310"/>
                      <a:ext cx="28561" cy="38861"/>
                    </a:xfrm>
                    <a:custGeom>
                      <a:avLst/>
                      <a:gdLst>
                        <a:gd name="connsiteX0" fmla="*/ 0 w 28561"/>
                        <a:gd name="connsiteY0" fmla="*/ 38862 h 38861"/>
                        <a:gd name="connsiteX1" fmla="*/ 0 w 28561"/>
                        <a:gd name="connsiteY1" fmla="*/ 0 h 38861"/>
                        <a:gd name="connsiteX2" fmla="*/ 14033 w 28561"/>
                        <a:gd name="connsiteY2" fmla="*/ 0 h 38861"/>
                        <a:gd name="connsiteX3" fmla="*/ 19858 w 28561"/>
                        <a:gd name="connsiteY3" fmla="*/ 697 h 38861"/>
                        <a:gd name="connsiteX4" fmla="*/ 23816 w 28561"/>
                        <a:gd name="connsiteY4" fmla="*/ 2699 h 38861"/>
                        <a:gd name="connsiteX5" fmla="*/ 26065 w 28561"/>
                        <a:gd name="connsiteY5" fmla="*/ 5802 h 38861"/>
                        <a:gd name="connsiteX6" fmla="*/ 26763 w 28561"/>
                        <a:gd name="connsiteY6" fmla="*/ 9760 h 38861"/>
                        <a:gd name="connsiteX7" fmla="*/ 26223 w 28561"/>
                        <a:gd name="connsiteY7" fmla="*/ 13291 h 38861"/>
                        <a:gd name="connsiteX8" fmla="*/ 24829 w 28561"/>
                        <a:gd name="connsiteY8" fmla="*/ 15765 h 38861"/>
                        <a:gd name="connsiteX9" fmla="*/ 22849 w 28561"/>
                        <a:gd name="connsiteY9" fmla="*/ 17339 h 38861"/>
                        <a:gd name="connsiteX10" fmla="*/ 20556 w 28561"/>
                        <a:gd name="connsiteY10" fmla="*/ 18127 h 38861"/>
                        <a:gd name="connsiteX11" fmla="*/ 20556 w 28561"/>
                        <a:gd name="connsiteY11" fmla="*/ 18239 h 38861"/>
                        <a:gd name="connsiteX12" fmla="*/ 26583 w 28561"/>
                        <a:gd name="connsiteY12" fmla="*/ 21433 h 38861"/>
                        <a:gd name="connsiteX13" fmla="*/ 28562 w 28561"/>
                        <a:gd name="connsiteY13" fmla="*/ 27910 h 38861"/>
                        <a:gd name="connsiteX14" fmla="*/ 27617 w 28561"/>
                        <a:gd name="connsiteY14" fmla="*/ 33037 h 38861"/>
                        <a:gd name="connsiteX15" fmla="*/ 25008 w 28561"/>
                        <a:gd name="connsiteY15" fmla="*/ 36433 h 38861"/>
                        <a:gd name="connsiteX16" fmla="*/ 20983 w 28561"/>
                        <a:gd name="connsiteY16" fmla="*/ 38300 h 38861"/>
                        <a:gd name="connsiteX17" fmla="*/ 15878 w 28561"/>
                        <a:gd name="connsiteY17" fmla="*/ 38862 h 38861"/>
                        <a:gd name="connsiteX18" fmla="*/ 0 w 28561"/>
                        <a:gd name="connsiteY18" fmla="*/ 38862 h 38861"/>
                        <a:gd name="connsiteX19" fmla="*/ 3666 w 28561"/>
                        <a:gd name="connsiteY19" fmla="*/ 17160 h 38861"/>
                        <a:gd name="connsiteX20" fmla="*/ 12954 w 28561"/>
                        <a:gd name="connsiteY20" fmla="*/ 17160 h 38861"/>
                        <a:gd name="connsiteX21" fmla="*/ 17767 w 28561"/>
                        <a:gd name="connsiteY21" fmla="*/ 16665 h 38861"/>
                        <a:gd name="connsiteX22" fmla="*/ 20893 w 28561"/>
                        <a:gd name="connsiteY22" fmla="*/ 15225 h 38861"/>
                        <a:gd name="connsiteX23" fmla="*/ 22602 w 28561"/>
                        <a:gd name="connsiteY23" fmla="*/ 12909 h 38861"/>
                        <a:gd name="connsiteX24" fmla="*/ 23119 w 28561"/>
                        <a:gd name="connsiteY24" fmla="*/ 9760 h 38861"/>
                        <a:gd name="connsiteX25" fmla="*/ 22535 w 28561"/>
                        <a:gd name="connsiteY25" fmla="*/ 6657 h 38861"/>
                        <a:gd name="connsiteX26" fmla="*/ 20646 w 28561"/>
                        <a:gd name="connsiteY26" fmla="*/ 4610 h 38861"/>
                        <a:gd name="connsiteX27" fmla="*/ 17272 w 28561"/>
                        <a:gd name="connsiteY27" fmla="*/ 3486 h 38861"/>
                        <a:gd name="connsiteX28" fmla="*/ 12167 w 28561"/>
                        <a:gd name="connsiteY28" fmla="*/ 3126 h 38861"/>
                        <a:gd name="connsiteX29" fmla="*/ 3688 w 28561"/>
                        <a:gd name="connsiteY29" fmla="*/ 3126 h 38861"/>
                        <a:gd name="connsiteX30" fmla="*/ 3688 w 28561"/>
                        <a:gd name="connsiteY30" fmla="*/ 17160 h 38861"/>
                        <a:gd name="connsiteX31" fmla="*/ 3666 w 28561"/>
                        <a:gd name="connsiteY31" fmla="*/ 35736 h 38861"/>
                        <a:gd name="connsiteX32" fmla="*/ 12999 w 28561"/>
                        <a:gd name="connsiteY32" fmla="*/ 35736 h 38861"/>
                        <a:gd name="connsiteX33" fmla="*/ 18262 w 28561"/>
                        <a:gd name="connsiteY33" fmla="*/ 35466 h 38861"/>
                        <a:gd name="connsiteX34" fmla="*/ 21950 w 28561"/>
                        <a:gd name="connsiteY34" fmla="*/ 34364 h 38861"/>
                        <a:gd name="connsiteX35" fmla="*/ 24131 w 28561"/>
                        <a:gd name="connsiteY35" fmla="*/ 31980 h 38861"/>
                        <a:gd name="connsiteX36" fmla="*/ 24851 w 28561"/>
                        <a:gd name="connsiteY36" fmla="*/ 27910 h 38861"/>
                        <a:gd name="connsiteX37" fmla="*/ 24042 w 28561"/>
                        <a:gd name="connsiteY37" fmla="*/ 23996 h 38861"/>
                        <a:gd name="connsiteX38" fmla="*/ 21725 w 28561"/>
                        <a:gd name="connsiteY38" fmla="*/ 21702 h 38861"/>
                        <a:gd name="connsiteX39" fmla="*/ 18104 w 28561"/>
                        <a:gd name="connsiteY39" fmla="*/ 20600 h 38861"/>
                        <a:gd name="connsiteX40" fmla="*/ 13404 w 28561"/>
                        <a:gd name="connsiteY40" fmla="*/ 20308 h 38861"/>
                        <a:gd name="connsiteX41" fmla="*/ 3643 w 28561"/>
                        <a:gd name="connsiteY41" fmla="*/ 20308 h 38861"/>
                        <a:gd name="connsiteX42" fmla="*/ 3643 w 28561"/>
                        <a:gd name="connsiteY42" fmla="*/ 35736 h 38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8561" h="38861">
                          <a:moveTo>
                            <a:pt x="0" y="38862"/>
                          </a:moveTo>
                          <a:lnTo>
                            <a:pt x="0" y="0"/>
                          </a:lnTo>
                          <a:lnTo>
                            <a:pt x="14033" y="0"/>
                          </a:lnTo>
                          <a:cubicBezTo>
                            <a:pt x="16305" y="0"/>
                            <a:pt x="18239" y="225"/>
                            <a:pt x="19858" y="697"/>
                          </a:cubicBezTo>
                          <a:cubicBezTo>
                            <a:pt x="21478" y="1169"/>
                            <a:pt x="22804" y="1822"/>
                            <a:pt x="23816" y="2699"/>
                          </a:cubicBezTo>
                          <a:cubicBezTo>
                            <a:pt x="24851" y="3553"/>
                            <a:pt x="25593" y="4588"/>
                            <a:pt x="26065" y="5802"/>
                          </a:cubicBezTo>
                          <a:cubicBezTo>
                            <a:pt x="26538" y="7017"/>
                            <a:pt x="26763" y="8321"/>
                            <a:pt x="26763" y="9760"/>
                          </a:cubicBezTo>
                          <a:cubicBezTo>
                            <a:pt x="26763" y="11200"/>
                            <a:pt x="26583" y="12302"/>
                            <a:pt x="26223" y="13291"/>
                          </a:cubicBezTo>
                          <a:cubicBezTo>
                            <a:pt x="25863" y="14281"/>
                            <a:pt x="25391" y="15113"/>
                            <a:pt x="24829" y="15765"/>
                          </a:cubicBezTo>
                          <a:cubicBezTo>
                            <a:pt x="24266" y="16417"/>
                            <a:pt x="23592" y="16957"/>
                            <a:pt x="22849" y="17339"/>
                          </a:cubicBezTo>
                          <a:cubicBezTo>
                            <a:pt x="22107" y="17722"/>
                            <a:pt x="21343" y="17969"/>
                            <a:pt x="20556" y="18127"/>
                          </a:cubicBezTo>
                          <a:lnTo>
                            <a:pt x="20556" y="18239"/>
                          </a:lnTo>
                          <a:cubicBezTo>
                            <a:pt x="23254" y="18644"/>
                            <a:pt x="25256" y="19701"/>
                            <a:pt x="26583" y="21433"/>
                          </a:cubicBezTo>
                          <a:cubicBezTo>
                            <a:pt x="27887" y="23164"/>
                            <a:pt x="28562" y="25323"/>
                            <a:pt x="28562" y="27910"/>
                          </a:cubicBezTo>
                          <a:cubicBezTo>
                            <a:pt x="28562" y="29934"/>
                            <a:pt x="28247" y="31643"/>
                            <a:pt x="27617" y="33037"/>
                          </a:cubicBezTo>
                          <a:cubicBezTo>
                            <a:pt x="26988" y="34432"/>
                            <a:pt x="26110" y="35578"/>
                            <a:pt x="25008" y="36433"/>
                          </a:cubicBezTo>
                          <a:cubicBezTo>
                            <a:pt x="23884" y="37288"/>
                            <a:pt x="22557" y="37917"/>
                            <a:pt x="20983" y="38300"/>
                          </a:cubicBezTo>
                          <a:cubicBezTo>
                            <a:pt x="19409" y="38682"/>
                            <a:pt x="17722" y="38862"/>
                            <a:pt x="15878" y="38862"/>
                          </a:cubicBezTo>
                          <a:lnTo>
                            <a:pt x="0" y="38862"/>
                          </a:lnTo>
                          <a:close/>
                          <a:moveTo>
                            <a:pt x="3666" y="17160"/>
                          </a:moveTo>
                          <a:lnTo>
                            <a:pt x="12954" y="17160"/>
                          </a:lnTo>
                          <a:cubicBezTo>
                            <a:pt x="14866" y="17160"/>
                            <a:pt x="16463" y="17002"/>
                            <a:pt x="17767" y="16665"/>
                          </a:cubicBezTo>
                          <a:cubicBezTo>
                            <a:pt x="19071" y="16350"/>
                            <a:pt x="20106" y="15855"/>
                            <a:pt x="20893" y="15225"/>
                          </a:cubicBezTo>
                          <a:cubicBezTo>
                            <a:pt x="21680" y="14596"/>
                            <a:pt x="22242" y="13831"/>
                            <a:pt x="22602" y="12909"/>
                          </a:cubicBezTo>
                          <a:cubicBezTo>
                            <a:pt x="22939" y="11987"/>
                            <a:pt x="23119" y="10930"/>
                            <a:pt x="23119" y="9760"/>
                          </a:cubicBezTo>
                          <a:cubicBezTo>
                            <a:pt x="23119" y="8591"/>
                            <a:pt x="22917" y="7512"/>
                            <a:pt x="22535" y="6657"/>
                          </a:cubicBezTo>
                          <a:cubicBezTo>
                            <a:pt x="22130" y="5802"/>
                            <a:pt x="21500" y="5128"/>
                            <a:pt x="20646" y="4610"/>
                          </a:cubicBezTo>
                          <a:cubicBezTo>
                            <a:pt x="19791" y="4093"/>
                            <a:pt x="18666" y="3711"/>
                            <a:pt x="17272" y="3486"/>
                          </a:cubicBezTo>
                          <a:cubicBezTo>
                            <a:pt x="15878" y="3261"/>
                            <a:pt x="14191" y="3126"/>
                            <a:pt x="12167" y="3126"/>
                          </a:cubicBezTo>
                          <a:lnTo>
                            <a:pt x="3688" y="3126"/>
                          </a:lnTo>
                          <a:lnTo>
                            <a:pt x="3688" y="17160"/>
                          </a:lnTo>
                          <a:close/>
                          <a:moveTo>
                            <a:pt x="3666" y="35736"/>
                          </a:moveTo>
                          <a:lnTo>
                            <a:pt x="12999" y="35736"/>
                          </a:lnTo>
                          <a:cubicBezTo>
                            <a:pt x="15023" y="35736"/>
                            <a:pt x="16777" y="35646"/>
                            <a:pt x="18262" y="35466"/>
                          </a:cubicBezTo>
                          <a:cubicBezTo>
                            <a:pt x="19746" y="35286"/>
                            <a:pt x="20983" y="34926"/>
                            <a:pt x="21950" y="34364"/>
                          </a:cubicBezTo>
                          <a:cubicBezTo>
                            <a:pt x="22917" y="33802"/>
                            <a:pt x="23659" y="33015"/>
                            <a:pt x="24131" y="31980"/>
                          </a:cubicBezTo>
                          <a:cubicBezTo>
                            <a:pt x="24626" y="30946"/>
                            <a:pt x="24851" y="29596"/>
                            <a:pt x="24851" y="27910"/>
                          </a:cubicBezTo>
                          <a:cubicBezTo>
                            <a:pt x="24851" y="26223"/>
                            <a:pt x="24581" y="24986"/>
                            <a:pt x="24042" y="23996"/>
                          </a:cubicBezTo>
                          <a:cubicBezTo>
                            <a:pt x="23502" y="23007"/>
                            <a:pt x="22737" y="22242"/>
                            <a:pt x="21725" y="21702"/>
                          </a:cubicBezTo>
                          <a:cubicBezTo>
                            <a:pt x="20713" y="21163"/>
                            <a:pt x="19521" y="20803"/>
                            <a:pt x="18104" y="20600"/>
                          </a:cubicBezTo>
                          <a:cubicBezTo>
                            <a:pt x="16710" y="20398"/>
                            <a:pt x="15135" y="20308"/>
                            <a:pt x="13404" y="20308"/>
                          </a:cubicBezTo>
                          <a:lnTo>
                            <a:pt x="3643" y="20308"/>
                          </a:lnTo>
                          <a:lnTo>
                            <a:pt x="3643" y="35736"/>
                          </a:lnTo>
                          <a:close/>
                        </a:path>
                      </a:pathLst>
                    </a:custGeom>
                    <a:solidFill>
                      <a:srgbClr val="231F20"/>
                    </a:solidFill>
                    <a:ln w="2249" cap="flat">
                      <a:noFill/>
                      <a:prstDash val="solid"/>
                      <a:miter/>
                    </a:ln>
                  </p:spPr>
                  <p:txBody>
                    <a:bodyPr rtlCol="0" anchor="ctr"/>
                    <a:lstStyle/>
                    <a:p>
                      <a:endParaRPr lang="en-US"/>
                    </a:p>
                  </p:txBody>
                </p:sp>
                <p:sp>
                  <p:nvSpPr>
                    <p:cNvPr id="3606" name="Freeform 3605">
                      <a:extLst>
                        <a:ext uri="{FF2B5EF4-FFF2-40B4-BE49-F238E27FC236}">
                          <a16:creationId xmlns:a16="http://schemas.microsoft.com/office/drawing/2014/main" id="{2F2E2A1D-B177-F1CC-CA09-6CFFA437EF42}"/>
                        </a:ext>
                      </a:extLst>
                    </p:cNvPr>
                    <p:cNvSpPr/>
                    <p:nvPr/>
                  </p:nvSpPr>
                  <p:spPr>
                    <a:xfrm>
                      <a:off x="3929804" y="2393310"/>
                      <a:ext cx="25053" cy="38861"/>
                    </a:xfrm>
                    <a:custGeom>
                      <a:avLst/>
                      <a:gdLst>
                        <a:gd name="connsiteX0" fmla="*/ 0 w 25053"/>
                        <a:gd name="connsiteY0" fmla="*/ 38862 h 38861"/>
                        <a:gd name="connsiteX1" fmla="*/ 0 w 25053"/>
                        <a:gd name="connsiteY1" fmla="*/ 0 h 38861"/>
                        <a:gd name="connsiteX2" fmla="*/ 25053 w 25053"/>
                        <a:gd name="connsiteY2" fmla="*/ 0 h 38861"/>
                        <a:gd name="connsiteX3" fmla="*/ 25053 w 25053"/>
                        <a:gd name="connsiteY3" fmla="*/ 3126 h 38861"/>
                        <a:gd name="connsiteX4" fmla="*/ 3688 w 25053"/>
                        <a:gd name="connsiteY4" fmla="*/ 3126 h 38861"/>
                        <a:gd name="connsiteX5" fmla="*/ 3688 w 25053"/>
                        <a:gd name="connsiteY5" fmla="*/ 17160 h 38861"/>
                        <a:gd name="connsiteX6" fmla="*/ 23119 w 25053"/>
                        <a:gd name="connsiteY6" fmla="*/ 17160 h 38861"/>
                        <a:gd name="connsiteX7" fmla="*/ 23119 w 25053"/>
                        <a:gd name="connsiteY7" fmla="*/ 20286 h 38861"/>
                        <a:gd name="connsiteX8" fmla="*/ 3688 w 25053"/>
                        <a:gd name="connsiteY8" fmla="*/ 20286 h 38861"/>
                        <a:gd name="connsiteX9" fmla="*/ 3688 w 25053"/>
                        <a:gd name="connsiteY9" fmla="*/ 38862 h 38861"/>
                        <a:gd name="connsiteX10" fmla="*/ 23 w 25053"/>
                        <a:gd name="connsiteY10" fmla="*/ 38862 h 38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5053" h="38861">
                          <a:moveTo>
                            <a:pt x="0" y="38862"/>
                          </a:moveTo>
                          <a:lnTo>
                            <a:pt x="0" y="0"/>
                          </a:lnTo>
                          <a:lnTo>
                            <a:pt x="25053" y="0"/>
                          </a:lnTo>
                          <a:lnTo>
                            <a:pt x="25053" y="3126"/>
                          </a:lnTo>
                          <a:lnTo>
                            <a:pt x="3688" y="3126"/>
                          </a:lnTo>
                          <a:lnTo>
                            <a:pt x="3688" y="17160"/>
                          </a:lnTo>
                          <a:lnTo>
                            <a:pt x="23119" y="17160"/>
                          </a:lnTo>
                          <a:lnTo>
                            <a:pt x="23119" y="20286"/>
                          </a:lnTo>
                          <a:lnTo>
                            <a:pt x="3688" y="20286"/>
                          </a:lnTo>
                          <a:lnTo>
                            <a:pt x="3688" y="38862"/>
                          </a:lnTo>
                          <a:lnTo>
                            <a:pt x="23" y="38862"/>
                          </a:lnTo>
                          <a:close/>
                        </a:path>
                      </a:pathLst>
                    </a:custGeom>
                    <a:solidFill>
                      <a:srgbClr val="231F20"/>
                    </a:solidFill>
                    <a:ln w="2249" cap="flat">
                      <a:noFill/>
                      <a:prstDash val="solid"/>
                      <a:miter/>
                    </a:ln>
                  </p:spPr>
                  <p:txBody>
                    <a:bodyPr rtlCol="0" anchor="ctr"/>
                    <a:lstStyle/>
                    <a:p>
                      <a:endParaRPr lang="en-US"/>
                    </a:p>
                  </p:txBody>
                </p:sp>
                <p:sp>
                  <p:nvSpPr>
                    <p:cNvPr id="3607" name="Freeform 3606">
                      <a:extLst>
                        <a:ext uri="{FF2B5EF4-FFF2-40B4-BE49-F238E27FC236}">
                          <a16:creationId xmlns:a16="http://schemas.microsoft.com/office/drawing/2014/main" id="{8026923C-7811-76D3-D27A-CE4121BE57DF}"/>
                        </a:ext>
                      </a:extLst>
                    </p:cNvPr>
                    <p:cNvSpPr/>
                    <p:nvPr/>
                  </p:nvSpPr>
                  <p:spPr>
                    <a:xfrm>
                      <a:off x="3957984" y="2427854"/>
                      <a:ext cx="9737" cy="22287"/>
                    </a:xfrm>
                    <a:custGeom>
                      <a:avLst/>
                      <a:gdLst>
                        <a:gd name="connsiteX0" fmla="*/ 9738 w 9737"/>
                        <a:gd name="connsiteY0" fmla="*/ 22287 h 22287"/>
                        <a:gd name="connsiteX1" fmla="*/ 5240 w 9737"/>
                        <a:gd name="connsiteY1" fmla="*/ 22287 h 22287"/>
                        <a:gd name="connsiteX2" fmla="*/ 5240 w 9737"/>
                        <a:gd name="connsiteY2" fmla="*/ 6927 h 22287"/>
                        <a:gd name="connsiteX3" fmla="*/ 0 w 9737"/>
                        <a:gd name="connsiteY3" fmla="*/ 6927 h 22287"/>
                        <a:gd name="connsiteX4" fmla="*/ 0 w 9737"/>
                        <a:gd name="connsiteY4" fmla="*/ 3936 h 22287"/>
                        <a:gd name="connsiteX5" fmla="*/ 2901 w 9737"/>
                        <a:gd name="connsiteY5" fmla="*/ 3666 h 22287"/>
                        <a:gd name="connsiteX6" fmla="*/ 5060 w 9737"/>
                        <a:gd name="connsiteY6" fmla="*/ 2496 h 22287"/>
                        <a:gd name="connsiteX7" fmla="*/ 5915 w 9737"/>
                        <a:gd name="connsiteY7" fmla="*/ 900 h 22287"/>
                        <a:gd name="connsiteX8" fmla="*/ 6095 w 9737"/>
                        <a:gd name="connsiteY8" fmla="*/ 0 h 22287"/>
                        <a:gd name="connsiteX9" fmla="*/ 9738 w 9737"/>
                        <a:gd name="connsiteY9" fmla="*/ 0 h 22287"/>
                        <a:gd name="connsiteX10" fmla="*/ 9738 w 9737"/>
                        <a:gd name="connsiteY10" fmla="*/ 22287 h 222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737" h="22287">
                          <a:moveTo>
                            <a:pt x="9738" y="22287"/>
                          </a:moveTo>
                          <a:lnTo>
                            <a:pt x="5240" y="22287"/>
                          </a:lnTo>
                          <a:lnTo>
                            <a:pt x="5240" y="6927"/>
                          </a:lnTo>
                          <a:lnTo>
                            <a:pt x="0" y="6927"/>
                          </a:lnTo>
                          <a:lnTo>
                            <a:pt x="0" y="3936"/>
                          </a:lnTo>
                          <a:cubicBezTo>
                            <a:pt x="1372" y="3868"/>
                            <a:pt x="2362" y="3778"/>
                            <a:pt x="2901" y="3666"/>
                          </a:cubicBezTo>
                          <a:cubicBezTo>
                            <a:pt x="3778" y="3463"/>
                            <a:pt x="4498" y="3081"/>
                            <a:pt x="5060" y="2496"/>
                          </a:cubicBezTo>
                          <a:cubicBezTo>
                            <a:pt x="5443" y="2092"/>
                            <a:pt x="5735" y="1574"/>
                            <a:pt x="5915" y="900"/>
                          </a:cubicBezTo>
                          <a:cubicBezTo>
                            <a:pt x="6027" y="495"/>
                            <a:pt x="6095" y="202"/>
                            <a:pt x="6095" y="0"/>
                          </a:cubicBezTo>
                          <a:lnTo>
                            <a:pt x="9738" y="0"/>
                          </a:lnTo>
                          <a:lnTo>
                            <a:pt x="9738" y="22287"/>
                          </a:lnTo>
                          <a:close/>
                        </a:path>
                      </a:pathLst>
                    </a:custGeom>
                    <a:solidFill>
                      <a:srgbClr val="231F20"/>
                    </a:solidFill>
                    <a:ln w="2249" cap="flat">
                      <a:noFill/>
                      <a:prstDash val="solid"/>
                      <a:miter/>
                    </a:ln>
                  </p:spPr>
                  <p:txBody>
                    <a:bodyPr rtlCol="0" anchor="ctr"/>
                    <a:lstStyle/>
                    <a:p>
                      <a:endParaRPr lang="en-US"/>
                    </a:p>
                  </p:txBody>
                </p:sp>
                <p:sp>
                  <p:nvSpPr>
                    <p:cNvPr id="3608" name="Freeform 3607">
                      <a:extLst>
                        <a:ext uri="{FF2B5EF4-FFF2-40B4-BE49-F238E27FC236}">
                          <a16:creationId xmlns:a16="http://schemas.microsoft.com/office/drawing/2014/main" id="{602FD3CB-879C-B5D1-9E80-F38F5A71D4B5}"/>
                        </a:ext>
                      </a:extLst>
                    </p:cNvPr>
                    <p:cNvSpPr/>
                    <p:nvPr/>
                  </p:nvSpPr>
                  <p:spPr>
                    <a:xfrm>
                      <a:off x="3974311" y="2427696"/>
                      <a:ext cx="15360" cy="23006"/>
                    </a:xfrm>
                    <a:custGeom>
                      <a:avLst/>
                      <a:gdLst>
                        <a:gd name="connsiteX0" fmla="*/ 7669 w 15360"/>
                        <a:gd name="connsiteY0" fmla="*/ 23007 h 23006"/>
                        <a:gd name="connsiteX1" fmla="*/ 1709 w 15360"/>
                        <a:gd name="connsiteY1" fmla="*/ 20016 h 23006"/>
                        <a:gd name="connsiteX2" fmla="*/ 0 w 15360"/>
                        <a:gd name="connsiteY2" fmla="*/ 11515 h 23006"/>
                        <a:gd name="connsiteX3" fmla="*/ 1709 w 15360"/>
                        <a:gd name="connsiteY3" fmla="*/ 2991 h 23006"/>
                        <a:gd name="connsiteX4" fmla="*/ 7669 w 15360"/>
                        <a:gd name="connsiteY4" fmla="*/ 0 h 23006"/>
                        <a:gd name="connsiteX5" fmla="*/ 13651 w 15360"/>
                        <a:gd name="connsiteY5" fmla="*/ 2991 h 23006"/>
                        <a:gd name="connsiteX6" fmla="*/ 15360 w 15360"/>
                        <a:gd name="connsiteY6" fmla="*/ 11515 h 23006"/>
                        <a:gd name="connsiteX7" fmla="*/ 13651 w 15360"/>
                        <a:gd name="connsiteY7" fmla="*/ 20016 h 23006"/>
                        <a:gd name="connsiteX8" fmla="*/ 7692 w 15360"/>
                        <a:gd name="connsiteY8" fmla="*/ 23007 h 23006"/>
                        <a:gd name="connsiteX9" fmla="*/ 10233 w 15360"/>
                        <a:gd name="connsiteY9" fmla="*/ 17384 h 23006"/>
                        <a:gd name="connsiteX10" fmla="*/ 10840 w 15360"/>
                        <a:gd name="connsiteY10" fmla="*/ 11515 h 23006"/>
                        <a:gd name="connsiteX11" fmla="*/ 10233 w 15360"/>
                        <a:gd name="connsiteY11" fmla="*/ 5555 h 23006"/>
                        <a:gd name="connsiteX12" fmla="*/ 7669 w 15360"/>
                        <a:gd name="connsiteY12" fmla="*/ 3621 h 23006"/>
                        <a:gd name="connsiteX13" fmla="*/ 5083 w 15360"/>
                        <a:gd name="connsiteY13" fmla="*/ 5555 h 23006"/>
                        <a:gd name="connsiteX14" fmla="*/ 4453 w 15360"/>
                        <a:gd name="connsiteY14" fmla="*/ 11515 h 23006"/>
                        <a:gd name="connsiteX15" fmla="*/ 5083 w 15360"/>
                        <a:gd name="connsiteY15" fmla="*/ 17384 h 23006"/>
                        <a:gd name="connsiteX16" fmla="*/ 7669 w 15360"/>
                        <a:gd name="connsiteY16" fmla="*/ 19431 h 23006"/>
                        <a:gd name="connsiteX17" fmla="*/ 10233 w 15360"/>
                        <a:gd name="connsiteY17" fmla="*/ 17384 h 23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5360" h="23006">
                          <a:moveTo>
                            <a:pt x="7669" y="23007"/>
                          </a:moveTo>
                          <a:cubicBezTo>
                            <a:pt x="4835" y="23007"/>
                            <a:pt x="2834" y="22017"/>
                            <a:pt x="1709" y="20016"/>
                          </a:cubicBezTo>
                          <a:cubicBezTo>
                            <a:pt x="562" y="18037"/>
                            <a:pt x="0" y="15203"/>
                            <a:pt x="0" y="11515"/>
                          </a:cubicBezTo>
                          <a:cubicBezTo>
                            <a:pt x="0" y="7826"/>
                            <a:pt x="562" y="4993"/>
                            <a:pt x="1709" y="2991"/>
                          </a:cubicBezTo>
                          <a:cubicBezTo>
                            <a:pt x="2856" y="990"/>
                            <a:pt x="4835" y="0"/>
                            <a:pt x="7669" y="0"/>
                          </a:cubicBezTo>
                          <a:cubicBezTo>
                            <a:pt x="10503" y="0"/>
                            <a:pt x="12504" y="990"/>
                            <a:pt x="13651" y="2991"/>
                          </a:cubicBezTo>
                          <a:cubicBezTo>
                            <a:pt x="14798" y="4993"/>
                            <a:pt x="15360" y="7826"/>
                            <a:pt x="15360" y="11515"/>
                          </a:cubicBezTo>
                          <a:cubicBezTo>
                            <a:pt x="15360" y="15203"/>
                            <a:pt x="14798" y="18014"/>
                            <a:pt x="13651" y="20016"/>
                          </a:cubicBezTo>
                          <a:cubicBezTo>
                            <a:pt x="12504" y="21995"/>
                            <a:pt x="10525" y="23007"/>
                            <a:pt x="7692" y="23007"/>
                          </a:cubicBezTo>
                          <a:close/>
                          <a:moveTo>
                            <a:pt x="10233" y="17384"/>
                          </a:moveTo>
                          <a:cubicBezTo>
                            <a:pt x="10638" y="16035"/>
                            <a:pt x="10840" y="14078"/>
                            <a:pt x="10840" y="11515"/>
                          </a:cubicBezTo>
                          <a:cubicBezTo>
                            <a:pt x="10840" y="8951"/>
                            <a:pt x="10638" y="6837"/>
                            <a:pt x="10233" y="5555"/>
                          </a:cubicBezTo>
                          <a:cubicBezTo>
                            <a:pt x="9828" y="4273"/>
                            <a:pt x="8973" y="3621"/>
                            <a:pt x="7669" y="3621"/>
                          </a:cubicBezTo>
                          <a:cubicBezTo>
                            <a:pt x="6364" y="3621"/>
                            <a:pt x="5510" y="4273"/>
                            <a:pt x="5083" y="5555"/>
                          </a:cubicBezTo>
                          <a:cubicBezTo>
                            <a:pt x="4655" y="6837"/>
                            <a:pt x="4453" y="8838"/>
                            <a:pt x="4453" y="11515"/>
                          </a:cubicBezTo>
                          <a:cubicBezTo>
                            <a:pt x="4453" y="14191"/>
                            <a:pt x="4655" y="16035"/>
                            <a:pt x="5083" y="17384"/>
                          </a:cubicBezTo>
                          <a:cubicBezTo>
                            <a:pt x="5510" y="18734"/>
                            <a:pt x="6364" y="19431"/>
                            <a:pt x="7669" y="19431"/>
                          </a:cubicBezTo>
                          <a:cubicBezTo>
                            <a:pt x="8973" y="19431"/>
                            <a:pt x="9828" y="18756"/>
                            <a:pt x="10233" y="17384"/>
                          </a:cubicBezTo>
                          <a:close/>
                        </a:path>
                      </a:pathLst>
                    </a:custGeom>
                    <a:solidFill>
                      <a:srgbClr val="231F20"/>
                    </a:solidFill>
                    <a:ln w="2249" cap="flat">
                      <a:noFill/>
                      <a:prstDash val="solid"/>
                      <a:miter/>
                    </a:ln>
                  </p:spPr>
                  <p:txBody>
                    <a:bodyPr rtlCol="0" anchor="ctr"/>
                    <a:lstStyle/>
                    <a:p>
                      <a:endParaRPr lang="en-US"/>
                    </a:p>
                  </p:txBody>
                </p:sp>
                <p:sp>
                  <p:nvSpPr>
                    <p:cNvPr id="3609" name="Freeform 3608">
                      <a:extLst>
                        <a:ext uri="{FF2B5EF4-FFF2-40B4-BE49-F238E27FC236}">
                          <a16:creationId xmlns:a16="http://schemas.microsoft.com/office/drawing/2014/main" id="{71915B78-C41E-A7F7-D426-02A80B22A313}"/>
                        </a:ext>
                      </a:extLst>
                    </p:cNvPr>
                    <p:cNvSpPr/>
                    <p:nvPr/>
                  </p:nvSpPr>
                  <p:spPr>
                    <a:xfrm>
                      <a:off x="4003885" y="2404892"/>
                      <a:ext cx="26987" cy="27594"/>
                    </a:xfrm>
                    <a:custGeom>
                      <a:avLst/>
                      <a:gdLst>
                        <a:gd name="connsiteX0" fmla="*/ 26988 w 26987"/>
                        <a:gd name="connsiteY0" fmla="*/ 14911 h 27594"/>
                        <a:gd name="connsiteX1" fmla="*/ 0 w 26987"/>
                        <a:gd name="connsiteY1" fmla="*/ 27595 h 27594"/>
                        <a:gd name="connsiteX2" fmla="*/ 0 w 26987"/>
                        <a:gd name="connsiteY2" fmla="*/ 24131 h 27594"/>
                        <a:gd name="connsiteX3" fmla="*/ 22714 w 26987"/>
                        <a:gd name="connsiteY3" fmla="*/ 13494 h 27594"/>
                        <a:gd name="connsiteX4" fmla="*/ 0 w 26987"/>
                        <a:gd name="connsiteY4" fmla="*/ 3463 h 27594"/>
                        <a:gd name="connsiteX5" fmla="*/ 0 w 26987"/>
                        <a:gd name="connsiteY5" fmla="*/ 0 h 27594"/>
                        <a:gd name="connsiteX6" fmla="*/ 26988 w 26987"/>
                        <a:gd name="connsiteY6" fmla="*/ 12032 h 27594"/>
                        <a:gd name="connsiteX7" fmla="*/ 26988 w 26987"/>
                        <a:gd name="connsiteY7" fmla="*/ 14888 h 27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987" h="27594">
                          <a:moveTo>
                            <a:pt x="26988" y="14911"/>
                          </a:moveTo>
                          <a:lnTo>
                            <a:pt x="0" y="27595"/>
                          </a:lnTo>
                          <a:lnTo>
                            <a:pt x="0" y="24131"/>
                          </a:lnTo>
                          <a:lnTo>
                            <a:pt x="22714" y="13494"/>
                          </a:lnTo>
                          <a:lnTo>
                            <a:pt x="0" y="3463"/>
                          </a:lnTo>
                          <a:lnTo>
                            <a:pt x="0" y="0"/>
                          </a:lnTo>
                          <a:lnTo>
                            <a:pt x="26988" y="12032"/>
                          </a:lnTo>
                          <a:lnTo>
                            <a:pt x="26988" y="14888"/>
                          </a:lnTo>
                          <a:close/>
                        </a:path>
                      </a:pathLst>
                    </a:custGeom>
                    <a:solidFill>
                      <a:srgbClr val="231F20"/>
                    </a:solidFill>
                    <a:ln w="2249" cap="flat">
                      <a:noFill/>
                      <a:prstDash val="solid"/>
                      <a:miter/>
                    </a:ln>
                  </p:spPr>
                  <p:txBody>
                    <a:bodyPr rtlCol="0" anchor="ctr"/>
                    <a:lstStyle/>
                    <a:p>
                      <a:endParaRPr lang="en-US"/>
                    </a:p>
                  </p:txBody>
                </p:sp>
                <p:sp>
                  <p:nvSpPr>
                    <p:cNvPr id="3610" name="Freeform 3609">
                      <a:extLst>
                        <a:ext uri="{FF2B5EF4-FFF2-40B4-BE49-F238E27FC236}">
                          <a16:creationId xmlns:a16="http://schemas.microsoft.com/office/drawing/2014/main" id="{781DA67C-1832-331C-4EB4-CF698E7907B5}"/>
                        </a:ext>
                      </a:extLst>
                    </p:cNvPr>
                    <p:cNvSpPr/>
                    <p:nvPr/>
                  </p:nvSpPr>
                  <p:spPr>
                    <a:xfrm>
                      <a:off x="4056668" y="2394097"/>
                      <a:ext cx="13268" cy="38052"/>
                    </a:xfrm>
                    <a:custGeom>
                      <a:avLst/>
                      <a:gdLst>
                        <a:gd name="connsiteX0" fmla="*/ 9828 w 13268"/>
                        <a:gd name="connsiteY0" fmla="*/ 9783 h 38052"/>
                        <a:gd name="connsiteX1" fmla="*/ 0 w 13268"/>
                        <a:gd name="connsiteY1" fmla="*/ 9783 h 38052"/>
                        <a:gd name="connsiteX2" fmla="*/ 0 w 13268"/>
                        <a:gd name="connsiteY2" fmla="*/ 7512 h 38052"/>
                        <a:gd name="connsiteX3" fmla="*/ 3913 w 13268"/>
                        <a:gd name="connsiteY3" fmla="*/ 7084 h 38052"/>
                        <a:gd name="connsiteX4" fmla="*/ 6994 w 13268"/>
                        <a:gd name="connsiteY4" fmla="*/ 6050 h 38052"/>
                        <a:gd name="connsiteX5" fmla="*/ 9198 w 13268"/>
                        <a:gd name="connsiteY5" fmla="*/ 3868 h 38052"/>
                        <a:gd name="connsiteX6" fmla="*/ 10525 w 13268"/>
                        <a:gd name="connsiteY6" fmla="*/ 0 h 38052"/>
                        <a:gd name="connsiteX7" fmla="*/ 13269 w 13268"/>
                        <a:gd name="connsiteY7" fmla="*/ 0 h 38052"/>
                        <a:gd name="connsiteX8" fmla="*/ 13269 w 13268"/>
                        <a:gd name="connsiteY8" fmla="*/ 38052 h 38052"/>
                        <a:gd name="connsiteX9" fmla="*/ 9805 w 13268"/>
                        <a:gd name="connsiteY9" fmla="*/ 38052 h 38052"/>
                        <a:gd name="connsiteX10" fmla="*/ 9805 w 13268"/>
                        <a:gd name="connsiteY10" fmla="*/ 9760 h 380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268" h="38052">
                          <a:moveTo>
                            <a:pt x="9828" y="9783"/>
                          </a:moveTo>
                          <a:lnTo>
                            <a:pt x="0" y="9783"/>
                          </a:lnTo>
                          <a:lnTo>
                            <a:pt x="0" y="7512"/>
                          </a:lnTo>
                          <a:cubicBezTo>
                            <a:pt x="1439" y="7399"/>
                            <a:pt x="2744" y="7264"/>
                            <a:pt x="3913" y="7084"/>
                          </a:cubicBezTo>
                          <a:cubicBezTo>
                            <a:pt x="5083" y="6904"/>
                            <a:pt x="6117" y="6567"/>
                            <a:pt x="6994" y="6050"/>
                          </a:cubicBezTo>
                          <a:cubicBezTo>
                            <a:pt x="7871" y="5532"/>
                            <a:pt x="8613" y="4813"/>
                            <a:pt x="9198" y="3868"/>
                          </a:cubicBezTo>
                          <a:cubicBezTo>
                            <a:pt x="9783" y="2924"/>
                            <a:pt x="10233" y="1619"/>
                            <a:pt x="10525" y="0"/>
                          </a:cubicBezTo>
                          <a:lnTo>
                            <a:pt x="13269" y="0"/>
                          </a:lnTo>
                          <a:lnTo>
                            <a:pt x="13269" y="38052"/>
                          </a:lnTo>
                          <a:lnTo>
                            <a:pt x="9805" y="38052"/>
                          </a:lnTo>
                          <a:lnTo>
                            <a:pt x="9805" y="9760"/>
                          </a:lnTo>
                          <a:close/>
                        </a:path>
                      </a:pathLst>
                    </a:custGeom>
                    <a:solidFill>
                      <a:srgbClr val="231F20"/>
                    </a:solidFill>
                    <a:ln w="2249" cap="flat">
                      <a:noFill/>
                      <a:prstDash val="solid"/>
                      <a:miter/>
                    </a:ln>
                  </p:spPr>
                  <p:txBody>
                    <a:bodyPr rtlCol="0" anchor="ctr"/>
                    <a:lstStyle/>
                    <a:p>
                      <a:endParaRPr lang="en-US"/>
                    </a:p>
                  </p:txBody>
                </p:sp>
                <p:sp>
                  <p:nvSpPr>
                    <p:cNvPr id="3611" name="Freeform 3610">
                      <a:extLst>
                        <a:ext uri="{FF2B5EF4-FFF2-40B4-BE49-F238E27FC236}">
                          <a16:creationId xmlns:a16="http://schemas.microsoft.com/office/drawing/2014/main" id="{377E04FF-4A7B-361B-C596-BEA409E97668}"/>
                        </a:ext>
                      </a:extLst>
                    </p:cNvPr>
                    <p:cNvSpPr/>
                    <p:nvPr/>
                  </p:nvSpPr>
                  <p:spPr>
                    <a:xfrm>
                      <a:off x="4082284" y="2394119"/>
                      <a:ext cx="25772" cy="3881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6 w 25772"/>
                        <a:gd name="connsiteY5" fmla="*/ 15158 h 38817"/>
                        <a:gd name="connsiteX6" fmla="*/ 25773 w 25772"/>
                        <a:gd name="connsiteY6" fmla="*/ 19701 h 38817"/>
                        <a:gd name="connsiteX7" fmla="*/ 25233 w 25772"/>
                        <a:gd name="connsiteY7" fmla="*/ 26943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2 w 25772"/>
                        <a:gd name="connsiteY16" fmla="*/ 6095 h 38817"/>
                        <a:gd name="connsiteX17" fmla="*/ 6275 w 25772"/>
                        <a:gd name="connsiteY17" fmla="*/ 1687 h 38817"/>
                        <a:gd name="connsiteX18" fmla="*/ 12909 w 25772"/>
                        <a:gd name="connsiteY18" fmla="*/ 22 h 38817"/>
                        <a:gd name="connsiteX19" fmla="*/ 22310 w 25772"/>
                        <a:gd name="connsiteY19" fmla="*/ 19319 h 38817"/>
                        <a:gd name="connsiteX20" fmla="*/ 21950 w 25772"/>
                        <a:gd name="connsiteY20" fmla="*/ 13291 h 38817"/>
                        <a:gd name="connsiteX21" fmla="*/ 20578 w 25772"/>
                        <a:gd name="connsiteY21" fmla="*/ 8029 h 38817"/>
                        <a:gd name="connsiteX22" fmla="*/ 17699 w 25772"/>
                        <a:gd name="connsiteY22" fmla="*/ 4295 h 38817"/>
                        <a:gd name="connsiteX23" fmla="*/ 12819 w 25772"/>
                        <a:gd name="connsiteY23" fmla="*/ 2901 h 38817"/>
                        <a:gd name="connsiteX24" fmla="*/ 8141 w 25772"/>
                        <a:gd name="connsiteY24" fmla="*/ 4340 h 38817"/>
                        <a:gd name="connsiteX25" fmla="*/ 5308 w 25772"/>
                        <a:gd name="connsiteY25" fmla="*/ 8141 h 38817"/>
                        <a:gd name="connsiteX26" fmla="*/ 3868 w 25772"/>
                        <a:gd name="connsiteY26" fmla="*/ 13539 h 38817"/>
                        <a:gd name="connsiteX27" fmla="*/ 3463 w 25772"/>
                        <a:gd name="connsiteY27" fmla="*/ 19701 h 38817"/>
                        <a:gd name="connsiteX28" fmla="*/ 3913 w 25772"/>
                        <a:gd name="connsiteY28" fmla="*/ 26358 h 38817"/>
                        <a:gd name="connsiteX29" fmla="*/ 5443 w 25772"/>
                        <a:gd name="connsiteY29" fmla="*/ 31463 h 38817"/>
                        <a:gd name="connsiteX30" fmla="*/ 8321 w 25772"/>
                        <a:gd name="connsiteY30" fmla="*/ 34724 h 38817"/>
                        <a:gd name="connsiteX31" fmla="*/ 12886 w 25772"/>
                        <a:gd name="connsiteY31" fmla="*/ 35893 h 38817"/>
                        <a:gd name="connsiteX32" fmla="*/ 17834 w 25772"/>
                        <a:gd name="connsiteY32" fmla="*/ 34387 h 38817"/>
                        <a:gd name="connsiteX33" fmla="*/ 20668 w 25772"/>
                        <a:gd name="connsiteY33" fmla="*/ 30496 h 38817"/>
                        <a:gd name="connsiteX34" fmla="*/ 21972 w 25772"/>
                        <a:gd name="connsiteY34" fmla="*/ 25143 h 38817"/>
                        <a:gd name="connsiteX35" fmla="*/ 22287 w 25772"/>
                        <a:gd name="connsiteY35"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2" h="38817">
                          <a:moveTo>
                            <a:pt x="12932" y="0"/>
                          </a:moveTo>
                          <a:cubicBezTo>
                            <a:pt x="14798" y="0"/>
                            <a:pt x="16418" y="270"/>
                            <a:pt x="17789" y="832"/>
                          </a:cubicBezTo>
                          <a:cubicBezTo>
                            <a:pt x="19161" y="1394"/>
                            <a:pt x="20308" y="2159"/>
                            <a:pt x="21275" y="3126"/>
                          </a:cubicBezTo>
                          <a:cubicBezTo>
                            <a:pt x="22220" y="4093"/>
                            <a:pt x="23007" y="5240"/>
                            <a:pt x="23592" y="6522"/>
                          </a:cubicBezTo>
                          <a:cubicBezTo>
                            <a:pt x="24176" y="7826"/>
                            <a:pt x="24648" y="9198"/>
                            <a:pt x="24963" y="10660"/>
                          </a:cubicBezTo>
                          <a:cubicBezTo>
                            <a:pt x="25278" y="12122"/>
                            <a:pt x="25503" y="13629"/>
                            <a:pt x="25616" y="15158"/>
                          </a:cubicBezTo>
                          <a:cubicBezTo>
                            <a:pt x="25728" y="16687"/>
                            <a:pt x="25773" y="18217"/>
                            <a:pt x="25773" y="19701"/>
                          </a:cubicBezTo>
                          <a:cubicBezTo>
                            <a:pt x="25773" y="22220"/>
                            <a:pt x="25593" y="24626"/>
                            <a:pt x="25233" y="26943"/>
                          </a:cubicBezTo>
                          <a:cubicBezTo>
                            <a:pt x="24873" y="29236"/>
                            <a:pt x="24221" y="31283"/>
                            <a:pt x="23254" y="33037"/>
                          </a:cubicBezTo>
                          <a:cubicBezTo>
                            <a:pt x="22310"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900" y="29169"/>
                            <a:pt x="540" y="26808"/>
                          </a:cubicBezTo>
                          <a:cubicBezTo>
                            <a:pt x="180" y="24446"/>
                            <a:pt x="0" y="21950"/>
                            <a:pt x="0" y="19341"/>
                          </a:cubicBezTo>
                          <a:cubicBezTo>
                            <a:pt x="0" y="16935"/>
                            <a:pt x="157" y="14573"/>
                            <a:pt x="495" y="12279"/>
                          </a:cubicBezTo>
                          <a:cubicBezTo>
                            <a:pt x="810" y="9985"/>
                            <a:pt x="1439" y="7916"/>
                            <a:pt x="2362" y="6095"/>
                          </a:cubicBezTo>
                          <a:cubicBezTo>
                            <a:pt x="3283" y="4273"/>
                            <a:pt x="4588" y="2811"/>
                            <a:pt x="6275" y="1687"/>
                          </a:cubicBezTo>
                          <a:cubicBezTo>
                            <a:pt x="7961" y="562"/>
                            <a:pt x="10188" y="22"/>
                            <a:pt x="12909" y="22"/>
                          </a:cubicBezTo>
                          <a:close/>
                          <a:moveTo>
                            <a:pt x="22310" y="19319"/>
                          </a:moveTo>
                          <a:cubicBezTo>
                            <a:pt x="22310" y="17272"/>
                            <a:pt x="22197" y="15270"/>
                            <a:pt x="21950" y="13291"/>
                          </a:cubicBezTo>
                          <a:cubicBezTo>
                            <a:pt x="21703" y="11312"/>
                            <a:pt x="21253" y="9581"/>
                            <a:pt x="20578" y="8029"/>
                          </a:cubicBezTo>
                          <a:cubicBezTo>
                            <a:pt x="19903" y="6477"/>
                            <a:pt x="18936" y="5240"/>
                            <a:pt x="17699" y="4295"/>
                          </a:cubicBezTo>
                          <a:cubicBezTo>
                            <a:pt x="16462" y="3351"/>
                            <a:pt x="14821" y="2901"/>
                            <a:pt x="12819" y="2901"/>
                          </a:cubicBezTo>
                          <a:cubicBezTo>
                            <a:pt x="10907" y="2901"/>
                            <a:pt x="9356" y="3373"/>
                            <a:pt x="8141" y="4340"/>
                          </a:cubicBezTo>
                          <a:cubicBezTo>
                            <a:pt x="6927" y="5308"/>
                            <a:pt x="5982" y="6567"/>
                            <a:pt x="5308" y="8141"/>
                          </a:cubicBezTo>
                          <a:cubicBezTo>
                            <a:pt x="4633" y="9715"/>
                            <a:pt x="4138" y="11515"/>
                            <a:pt x="3868" y="13539"/>
                          </a:cubicBezTo>
                          <a:cubicBezTo>
                            <a:pt x="3598" y="15563"/>
                            <a:pt x="3463" y="17609"/>
                            <a:pt x="3463" y="19701"/>
                          </a:cubicBezTo>
                          <a:cubicBezTo>
                            <a:pt x="3463" y="22152"/>
                            <a:pt x="3621" y="24379"/>
                            <a:pt x="3913" y="26358"/>
                          </a:cubicBezTo>
                          <a:cubicBezTo>
                            <a:pt x="4228" y="28359"/>
                            <a:pt x="4723" y="30046"/>
                            <a:pt x="5443" y="31463"/>
                          </a:cubicBezTo>
                          <a:cubicBezTo>
                            <a:pt x="6162" y="32857"/>
                            <a:pt x="7129" y="33959"/>
                            <a:pt x="8321" y="34724"/>
                          </a:cubicBezTo>
                          <a:cubicBezTo>
                            <a:pt x="9536" y="35489"/>
                            <a:pt x="11042" y="35893"/>
                            <a:pt x="12886" y="35893"/>
                          </a:cubicBezTo>
                          <a:cubicBezTo>
                            <a:pt x="14933" y="35893"/>
                            <a:pt x="16575" y="35399"/>
                            <a:pt x="17834" y="34387"/>
                          </a:cubicBezTo>
                          <a:cubicBezTo>
                            <a:pt x="19071" y="33375"/>
                            <a:pt x="20016" y="32093"/>
                            <a:pt x="20668" y="30496"/>
                          </a:cubicBezTo>
                          <a:cubicBezTo>
                            <a:pt x="21320" y="28899"/>
                            <a:pt x="21748" y="27122"/>
                            <a:pt x="21972" y="25143"/>
                          </a:cubicBezTo>
                          <a:cubicBezTo>
                            <a:pt x="22197" y="23164"/>
                            <a:pt x="22287" y="21230"/>
                            <a:pt x="22287" y="19319"/>
                          </a:cubicBezTo>
                          <a:close/>
                        </a:path>
                      </a:pathLst>
                    </a:custGeom>
                    <a:solidFill>
                      <a:srgbClr val="231F20"/>
                    </a:solidFill>
                    <a:ln w="2249" cap="flat">
                      <a:noFill/>
                      <a:prstDash val="solid"/>
                      <a:miter/>
                    </a:ln>
                  </p:spPr>
                  <p:txBody>
                    <a:bodyPr rtlCol="0" anchor="ctr"/>
                    <a:lstStyle/>
                    <a:p>
                      <a:endParaRPr lang="en-US"/>
                    </a:p>
                  </p:txBody>
                </p:sp>
                <p:sp>
                  <p:nvSpPr>
                    <p:cNvPr id="3612" name="Freeform 3611">
                      <a:extLst>
                        <a:ext uri="{FF2B5EF4-FFF2-40B4-BE49-F238E27FC236}">
                          <a16:creationId xmlns:a16="http://schemas.microsoft.com/office/drawing/2014/main" id="{83023C58-1D17-FE2A-BE22-9125ED1F84E2}"/>
                        </a:ext>
                      </a:extLst>
                    </p:cNvPr>
                    <p:cNvSpPr/>
                    <p:nvPr/>
                  </p:nvSpPr>
                  <p:spPr>
                    <a:xfrm>
                      <a:off x="4112285" y="2394119"/>
                      <a:ext cx="25773" cy="38817"/>
                    </a:xfrm>
                    <a:custGeom>
                      <a:avLst/>
                      <a:gdLst>
                        <a:gd name="connsiteX0" fmla="*/ 12932 w 25773"/>
                        <a:gd name="connsiteY0" fmla="*/ 0 h 38817"/>
                        <a:gd name="connsiteX1" fmla="*/ 17789 w 25773"/>
                        <a:gd name="connsiteY1" fmla="*/ 832 h 38817"/>
                        <a:gd name="connsiteX2" fmla="*/ 21275 w 25773"/>
                        <a:gd name="connsiteY2" fmla="*/ 3126 h 38817"/>
                        <a:gd name="connsiteX3" fmla="*/ 23592 w 25773"/>
                        <a:gd name="connsiteY3" fmla="*/ 6522 h 38817"/>
                        <a:gd name="connsiteX4" fmla="*/ 24963 w 25773"/>
                        <a:gd name="connsiteY4" fmla="*/ 10660 h 38817"/>
                        <a:gd name="connsiteX5" fmla="*/ 25616 w 25773"/>
                        <a:gd name="connsiteY5" fmla="*/ 15158 h 38817"/>
                        <a:gd name="connsiteX6" fmla="*/ 25773 w 25773"/>
                        <a:gd name="connsiteY6" fmla="*/ 19701 h 38817"/>
                        <a:gd name="connsiteX7" fmla="*/ 25233 w 25773"/>
                        <a:gd name="connsiteY7" fmla="*/ 26943 h 38817"/>
                        <a:gd name="connsiteX8" fmla="*/ 23254 w 25773"/>
                        <a:gd name="connsiteY8" fmla="*/ 33037 h 38817"/>
                        <a:gd name="connsiteX9" fmla="*/ 19341 w 25773"/>
                        <a:gd name="connsiteY9" fmla="*/ 37243 h 38817"/>
                        <a:gd name="connsiteX10" fmla="*/ 12909 w 25773"/>
                        <a:gd name="connsiteY10" fmla="*/ 38817 h 38817"/>
                        <a:gd name="connsiteX11" fmla="*/ 6454 w 25773"/>
                        <a:gd name="connsiteY11" fmla="*/ 37243 h 38817"/>
                        <a:gd name="connsiteX12" fmla="*/ 2519 w 25773"/>
                        <a:gd name="connsiteY12" fmla="*/ 33015 h 38817"/>
                        <a:gd name="connsiteX13" fmla="*/ 540 w 25773"/>
                        <a:gd name="connsiteY13" fmla="*/ 26808 h 38817"/>
                        <a:gd name="connsiteX14" fmla="*/ 0 w 25773"/>
                        <a:gd name="connsiteY14" fmla="*/ 19341 h 38817"/>
                        <a:gd name="connsiteX15" fmla="*/ 495 w 25773"/>
                        <a:gd name="connsiteY15" fmla="*/ 12279 h 38817"/>
                        <a:gd name="connsiteX16" fmla="*/ 2362 w 25773"/>
                        <a:gd name="connsiteY16" fmla="*/ 6095 h 38817"/>
                        <a:gd name="connsiteX17" fmla="*/ 6275 w 25773"/>
                        <a:gd name="connsiteY17" fmla="*/ 1687 h 38817"/>
                        <a:gd name="connsiteX18" fmla="*/ 12909 w 25773"/>
                        <a:gd name="connsiteY18" fmla="*/ 22 h 38817"/>
                        <a:gd name="connsiteX19" fmla="*/ 22332 w 25773"/>
                        <a:gd name="connsiteY19" fmla="*/ 19319 h 38817"/>
                        <a:gd name="connsiteX20" fmla="*/ 21972 w 25773"/>
                        <a:gd name="connsiteY20" fmla="*/ 13291 h 38817"/>
                        <a:gd name="connsiteX21" fmla="*/ 20601 w 25773"/>
                        <a:gd name="connsiteY21" fmla="*/ 8029 h 38817"/>
                        <a:gd name="connsiteX22" fmla="*/ 17722 w 25773"/>
                        <a:gd name="connsiteY22" fmla="*/ 4295 h 38817"/>
                        <a:gd name="connsiteX23" fmla="*/ 12842 w 25773"/>
                        <a:gd name="connsiteY23" fmla="*/ 2901 h 38817"/>
                        <a:gd name="connsiteX24" fmla="*/ 8164 w 25773"/>
                        <a:gd name="connsiteY24" fmla="*/ 4340 h 38817"/>
                        <a:gd name="connsiteX25" fmla="*/ 5330 w 25773"/>
                        <a:gd name="connsiteY25" fmla="*/ 8141 h 38817"/>
                        <a:gd name="connsiteX26" fmla="*/ 3891 w 25773"/>
                        <a:gd name="connsiteY26" fmla="*/ 13539 h 38817"/>
                        <a:gd name="connsiteX27" fmla="*/ 3486 w 25773"/>
                        <a:gd name="connsiteY27" fmla="*/ 19701 h 38817"/>
                        <a:gd name="connsiteX28" fmla="*/ 3936 w 25773"/>
                        <a:gd name="connsiteY28" fmla="*/ 26358 h 38817"/>
                        <a:gd name="connsiteX29" fmla="*/ 5465 w 25773"/>
                        <a:gd name="connsiteY29" fmla="*/ 31463 h 38817"/>
                        <a:gd name="connsiteX30" fmla="*/ 8344 w 25773"/>
                        <a:gd name="connsiteY30" fmla="*/ 34724 h 38817"/>
                        <a:gd name="connsiteX31" fmla="*/ 12909 w 25773"/>
                        <a:gd name="connsiteY31" fmla="*/ 35893 h 38817"/>
                        <a:gd name="connsiteX32" fmla="*/ 17857 w 25773"/>
                        <a:gd name="connsiteY32" fmla="*/ 34387 h 38817"/>
                        <a:gd name="connsiteX33" fmla="*/ 20691 w 25773"/>
                        <a:gd name="connsiteY33" fmla="*/ 30496 h 38817"/>
                        <a:gd name="connsiteX34" fmla="*/ 21995 w 25773"/>
                        <a:gd name="connsiteY34" fmla="*/ 25143 h 38817"/>
                        <a:gd name="connsiteX35" fmla="*/ 22310 w 25773"/>
                        <a:gd name="connsiteY35"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3" h="38817">
                          <a:moveTo>
                            <a:pt x="12932" y="0"/>
                          </a:moveTo>
                          <a:cubicBezTo>
                            <a:pt x="14798" y="0"/>
                            <a:pt x="16418" y="270"/>
                            <a:pt x="17789" y="832"/>
                          </a:cubicBezTo>
                          <a:cubicBezTo>
                            <a:pt x="19161" y="1394"/>
                            <a:pt x="20308" y="2159"/>
                            <a:pt x="21275" y="3126"/>
                          </a:cubicBezTo>
                          <a:cubicBezTo>
                            <a:pt x="22220" y="4093"/>
                            <a:pt x="23007" y="5240"/>
                            <a:pt x="23592" y="6522"/>
                          </a:cubicBezTo>
                          <a:cubicBezTo>
                            <a:pt x="24176" y="7826"/>
                            <a:pt x="24649" y="9198"/>
                            <a:pt x="24963" y="10660"/>
                          </a:cubicBezTo>
                          <a:cubicBezTo>
                            <a:pt x="25278" y="12122"/>
                            <a:pt x="25503" y="13629"/>
                            <a:pt x="25616" y="15158"/>
                          </a:cubicBezTo>
                          <a:cubicBezTo>
                            <a:pt x="25728" y="16687"/>
                            <a:pt x="25773" y="18217"/>
                            <a:pt x="25773" y="19701"/>
                          </a:cubicBezTo>
                          <a:cubicBezTo>
                            <a:pt x="25773" y="22220"/>
                            <a:pt x="25593" y="24626"/>
                            <a:pt x="25233" y="26943"/>
                          </a:cubicBezTo>
                          <a:cubicBezTo>
                            <a:pt x="24874" y="29236"/>
                            <a:pt x="24221" y="31283"/>
                            <a:pt x="23254" y="33037"/>
                          </a:cubicBezTo>
                          <a:cubicBezTo>
                            <a:pt x="22310"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900" y="29169"/>
                            <a:pt x="540" y="26808"/>
                          </a:cubicBezTo>
                          <a:cubicBezTo>
                            <a:pt x="180" y="24446"/>
                            <a:pt x="0" y="21950"/>
                            <a:pt x="0" y="19341"/>
                          </a:cubicBezTo>
                          <a:cubicBezTo>
                            <a:pt x="0" y="16935"/>
                            <a:pt x="158" y="14573"/>
                            <a:pt x="495" y="12279"/>
                          </a:cubicBezTo>
                          <a:cubicBezTo>
                            <a:pt x="810" y="9985"/>
                            <a:pt x="1439" y="7916"/>
                            <a:pt x="2362" y="6095"/>
                          </a:cubicBezTo>
                          <a:cubicBezTo>
                            <a:pt x="3284" y="4273"/>
                            <a:pt x="4588" y="2811"/>
                            <a:pt x="6275" y="1687"/>
                          </a:cubicBezTo>
                          <a:cubicBezTo>
                            <a:pt x="7961" y="562"/>
                            <a:pt x="10188" y="22"/>
                            <a:pt x="12909" y="22"/>
                          </a:cubicBezTo>
                          <a:close/>
                          <a:moveTo>
                            <a:pt x="22332" y="19319"/>
                          </a:moveTo>
                          <a:cubicBezTo>
                            <a:pt x="22332" y="17272"/>
                            <a:pt x="22220" y="15270"/>
                            <a:pt x="21972" y="13291"/>
                          </a:cubicBezTo>
                          <a:cubicBezTo>
                            <a:pt x="21725" y="11312"/>
                            <a:pt x="21275" y="9581"/>
                            <a:pt x="20601" y="8029"/>
                          </a:cubicBezTo>
                          <a:cubicBezTo>
                            <a:pt x="19926" y="6477"/>
                            <a:pt x="18959" y="5240"/>
                            <a:pt x="17722" y="4295"/>
                          </a:cubicBezTo>
                          <a:cubicBezTo>
                            <a:pt x="16485" y="3351"/>
                            <a:pt x="14843" y="2901"/>
                            <a:pt x="12842" y="2901"/>
                          </a:cubicBezTo>
                          <a:cubicBezTo>
                            <a:pt x="10930" y="2901"/>
                            <a:pt x="9378" y="3373"/>
                            <a:pt x="8164" y="4340"/>
                          </a:cubicBezTo>
                          <a:cubicBezTo>
                            <a:pt x="6949" y="5308"/>
                            <a:pt x="6005" y="6567"/>
                            <a:pt x="5330" y="8141"/>
                          </a:cubicBezTo>
                          <a:cubicBezTo>
                            <a:pt x="4655" y="9715"/>
                            <a:pt x="4161" y="11515"/>
                            <a:pt x="3891" y="13539"/>
                          </a:cubicBezTo>
                          <a:cubicBezTo>
                            <a:pt x="3621" y="15563"/>
                            <a:pt x="3486" y="17609"/>
                            <a:pt x="3486" y="19701"/>
                          </a:cubicBezTo>
                          <a:cubicBezTo>
                            <a:pt x="3486" y="22152"/>
                            <a:pt x="3643" y="24379"/>
                            <a:pt x="3936" y="26358"/>
                          </a:cubicBezTo>
                          <a:cubicBezTo>
                            <a:pt x="4251" y="28359"/>
                            <a:pt x="4745" y="30046"/>
                            <a:pt x="5465" y="31463"/>
                          </a:cubicBezTo>
                          <a:cubicBezTo>
                            <a:pt x="6185" y="32857"/>
                            <a:pt x="7152" y="33959"/>
                            <a:pt x="8344" y="34724"/>
                          </a:cubicBezTo>
                          <a:cubicBezTo>
                            <a:pt x="9558" y="35489"/>
                            <a:pt x="11065" y="35893"/>
                            <a:pt x="12909" y="35893"/>
                          </a:cubicBezTo>
                          <a:cubicBezTo>
                            <a:pt x="14956" y="35893"/>
                            <a:pt x="16597" y="35399"/>
                            <a:pt x="17857" y="34387"/>
                          </a:cubicBezTo>
                          <a:cubicBezTo>
                            <a:pt x="19094" y="33375"/>
                            <a:pt x="20038" y="32093"/>
                            <a:pt x="20691" y="30496"/>
                          </a:cubicBezTo>
                          <a:cubicBezTo>
                            <a:pt x="21343" y="28899"/>
                            <a:pt x="21770" y="27122"/>
                            <a:pt x="21995" y="25143"/>
                          </a:cubicBezTo>
                          <a:cubicBezTo>
                            <a:pt x="22220" y="23164"/>
                            <a:pt x="22310" y="21230"/>
                            <a:pt x="22310" y="19319"/>
                          </a:cubicBezTo>
                          <a:close/>
                        </a:path>
                      </a:pathLst>
                    </a:custGeom>
                    <a:solidFill>
                      <a:srgbClr val="231F20"/>
                    </a:solidFill>
                    <a:ln w="2249" cap="flat">
                      <a:noFill/>
                      <a:prstDash val="solid"/>
                      <a:miter/>
                    </a:ln>
                  </p:spPr>
                  <p:txBody>
                    <a:bodyPr rtlCol="0" anchor="ctr"/>
                    <a:lstStyle/>
                    <a:p>
                      <a:endParaRPr lang="en-US"/>
                    </a:p>
                  </p:txBody>
                </p:sp>
              </p:grpSp>
              <p:grpSp>
                <p:nvGrpSpPr>
                  <p:cNvPr id="3548" name="Group 3547">
                    <a:extLst>
                      <a:ext uri="{FF2B5EF4-FFF2-40B4-BE49-F238E27FC236}">
                        <a16:creationId xmlns:a16="http://schemas.microsoft.com/office/drawing/2014/main" id="{8273EBAF-32F0-BC2C-0202-C891F7195DE5}"/>
                      </a:ext>
                    </a:extLst>
                  </p:cNvPr>
                  <p:cNvGrpSpPr/>
                  <p:nvPr/>
                </p:nvGrpSpPr>
                <p:grpSpPr>
                  <a:xfrm>
                    <a:off x="7159124" y="4061994"/>
                    <a:ext cx="850034" cy="2120197"/>
                    <a:chOff x="7159124" y="4061994"/>
                    <a:chExt cx="850034" cy="2120197"/>
                  </a:xfrm>
                </p:grpSpPr>
                <p:sp>
                  <p:nvSpPr>
                    <p:cNvPr id="3570" name="Freeform 3569">
                      <a:extLst>
                        <a:ext uri="{FF2B5EF4-FFF2-40B4-BE49-F238E27FC236}">
                          <a16:creationId xmlns:a16="http://schemas.microsoft.com/office/drawing/2014/main" id="{7B0AAB7C-877B-FC82-D0D0-E656DE1E0F4D}"/>
                        </a:ext>
                      </a:extLst>
                    </p:cNvPr>
                    <p:cNvSpPr/>
                    <p:nvPr/>
                  </p:nvSpPr>
                  <p:spPr>
                    <a:xfrm>
                      <a:off x="7566293" y="4061994"/>
                      <a:ext cx="442865" cy="2120197"/>
                    </a:xfrm>
                    <a:custGeom>
                      <a:avLst/>
                      <a:gdLst>
                        <a:gd name="connsiteX0" fmla="*/ 697 w 118295"/>
                        <a:gd name="connsiteY0" fmla="*/ 566333 h 566332"/>
                        <a:gd name="connsiteX1" fmla="*/ 1260 w 118295"/>
                        <a:gd name="connsiteY1" fmla="*/ 566333 h 566332"/>
                        <a:gd name="connsiteX2" fmla="*/ 1529 w 118295"/>
                        <a:gd name="connsiteY2" fmla="*/ 562554 h 566332"/>
                        <a:gd name="connsiteX3" fmla="*/ 2069 w 118295"/>
                        <a:gd name="connsiteY3" fmla="*/ 556505 h 566332"/>
                        <a:gd name="connsiteX4" fmla="*/ 2766 w 118295"/>
                        <a:gd name="connsiteY4" fmla="*/ 550455 h 566332"/>
                        <a:gd name="connsiteX5" fmla="*/ 3621 w 118295"/>
                        <a:gd name="connsiteY5" fmla="*/ 544405 h 566332"/>
                        <a:gd name="connsiteX6" fmla="*/ 4723 w 118295"/>
                        <a:gd name="connsiteY6" fmla="*/ 538356 h 566332"/>
                        <a:gd name="connsiteX7" fmla="*/ 6050 w 118295"/>
                        <a:gd name="connsiteY7" fmla="*/ 532306 h 566332"/>
                        <a:gd name="connsiteX8" fmla="*/ 7669 w 118295"/>
                        <a:gd name="connsiteY8" fmla="*/ 526256 h 566332"/>
                        <a:gd name="connsiteX9" fmla="*/ 9581 w 118295"/>
                        <a:gd name="connsiteY9" fmla="*/ 520207 h 566332"/>
                        <a:gd name="connsiteX10" fmla="*/ 11807 w 118295"/>
                        <a:gd name="connsiteY10" fmla="*/ 514157 h 566332"/>
                        <a:gd name="connsiteX11" fmla="*/ 14393 w 118295"/>
                        <a:gd name="connsiteY11" fmla="*/ 508107 h 566332"/>
                        <a:gd name="connsiteX12" fmla="*/ 17340 w 118295"/>
                        <a:gd name="connsiteY12" fmla="*/ 502057 h 566332"/>
                        <a:gd name="connsiteX13" fmla="*/ 20623 w 118295"/>
                        <a:gd name="connsiteY13" fmla="*/ 496008 h 566332"/>
                        <a:gd name="connsiteX14" fmla="*/ 24244 w 118295"/>
                        <a:gd name="connsiteY14" fmla="*/ 489958 h 566332"/>
                        <a:gd name="connsiteX15" fmla="*/ 28202 w 118295"/>
                        <a:gd name="connsiteY15" fmla="*/ 483908 h 566332"/>
                        <a:gd name="connsiteX16" fmla="*/ 32453 w 118295"/>
                        <a:gd name="connsiteY16" fmla="*/ 477859 h 566332"/>
                        <a:gd name="connsiteX17" fmla="*/ 36973 w 118295"/>
                        <a:gd name="connsiteY17" fmla="*/ 471809 h 566332"/>
                        <a:gd name="connsiteX18" fmla="*/ 41696 w 118295"/>
                        <a:gd name="connsiteY18" fmla="*/ 465759 h 566332"/>
                        <a:gd name="connsiteX19" fmla="*/ 46621 w 118295"/>
                        <a:gd name="connsiteY19" fmla="*/ 459709 h 566332"/>
                        <a:gd name="connsiteX20" fmla="*/ 51659 w 118295"/>
                        <a:gd name="connsiteY20" fmla="*/ 453660 h 566332"/>
                        <a:gd name="connsiteX21" fmla="*/ 56764 w 118295"/>
                        <a:gd name="connsiteY21" fmla="*/ 447610 h 566332"/>
                        <a:gd name="connsiteX22" fmla="*/ 61891 w 118295"/>
                        <a:gd name="connsiteY22" fmla="*/ 441560 h 566332"/>
                        <a:gd name="connsiteX23" fmla="*/ 66997 w 118295"/>
                        <a:gd name="connsiteY23" fmla="*/ 435533 h 566332"/>
                        <a:gd name="connsiteX24" fmla="*/ 72012 w 118295"/>
                        <a:gd name="connsiteY24" fmla="*/ 429484 h 566332"/>
                        <a:gd name="connsiteX25" fmla="*/ 76937 w 118295"/>
                        <a:gd name="connsiteY25" fmla="*/ 423434 h 566332"/>
                        <a:gd name="connsiteX26" fmla="*/ 81682 w 118295"/>
                        <a:gd name="connsiteY26" fmla="*/ 417384 h 566332"/>
                        <a:gd name="connsiteX27" fmla="*/ 86225 w 118295"/>
                        <a:gd name="connsiteY27" fmla="*/ 411334 h 566332"/>
                        <a:gd name="connsiteX28" fmla="*/ 90543 w 118295"/>
                        <a:gd name="connsiteY28" fmla="*/ 405285 h 566332"/>
                        <a:gd name="connsiteX29" fmla="*/ 94614 w 118295"/>
                        <a:gd name="connsiteY29" fmla="*/ 399235 h 566332"/>
                        <a:gd name="connsiteX30" fmla="*/ 98392 w 118295"/>
                        <a:gd name="connsiteY30" fmla="*/ 393185 h 566332"/>
                        <a:gd name="connsiteX31" fmla="*/ 101878 w 118295"/>
                        <a:gd name="connsiteY31" fmla="*/ 387136 h 566332"/>
                        <a:gd name="connsiteX32" fmla="*/ 105049 w 118295"/>
                        <a:gd name="connsiteY32" fmla="*/ 381086 h 566332"/>
                        <a:gd name="connsiteX33" fmla="*/ 107860 w 118295"/>
                        <a:gd name="connsiteY33" fmla="*/ 375036 h 566332"/>
                        <a:gd name="connsiteX34" fmla="*/ 110357 w 118295"/>
                        <a:gd name="connsiteY34" fmla="*/ 368987 h 566332"/>
                        <a:gd name="connsiteX35" fmla="*/ 112493 w 118295"/>
                        <a:gd name="connsiteY35" fmla="*/ 362937 h 566332"/>
                        <a:gd name="connsiteX36" fmla="*/ 114292 w 118295"/>
                        <a:gd name="connsiteY36" fmla="*/ 356887 h 566332"/>
                        <a:gd name="connsiteX37" fmla="*/ 115754 w 118295"/>
                        <a:gd name="connsiteY37" fmla="*/ 350837 h 566332"/>
                        <a:gd name="connsiteX38" fmla="*/ 116879 w 118295"/>
                        <a:gd name="connsiteY38" fmla="*/ 344788 h 566332"/>
                        <a:gd name="connsiteX39" fmla="*/ 117666 w 118295"/>
                        <a:gd name="connsiteY39" fmla="*/ 338738 h 566332"/>
                        <a:gd name="connsiteX40" fmla="*/ 118138 w 118295"/>
                        <a:gd name="connsiteY40" fmla="*/ 332688 h 566332"/>
                        <a:gd name="connsiteX41" fmla="*/ 118295 w 118295"/>
                        <a:gd name="connsiteY41" fmla="*/ 326639 h 566332"/>
                        <a:gd name="connsiteX42" fmla="*/ 118115 w 118295"/>
                        <a:gd name="connsiteY42" fmla="*/ 320589 h 566332"/>
                        <a:gd name="connsiteX43" fmla="*/ 117643 w 118295"/>
                        <a:gd name="connsiteY43" fmla="*/ 314539 h 566332"/>
                        <a:gd name="connsiteX44" fmla="*/ 116856 w 118295"/>
                        <a:gd name="connsiteY44" fmla="*/ 308490 h 566332"/>
                        <a:gd name="connsiteX45" fmla="*/ 115732 w 118295"/>
                        <a:gd name="connsiteY45" fmla="*/ 302440 h 566332"/>
                        <a:gd name="connsiteX46" fmla="*/ 114292 w 118295"/>
                        <a:gd name="connsiteY46" fmla="*/ 296390 h 566332"/>
                        <a:gd name="connsiteX47" fmla="*/ 112515 w 118295"/>
                        <a:gd name="connsiteY47" fmla="*/ 290340 h 566332"/>
                        <a:gd name="connsiteX48" fmla="*/ 110402 w 118295"/>
                        <a:gd name="connsiteY48" fmla="*/ 284291 h 566332"/>
                        <a:gd name="connsiteX49" fmla="*/ 107927 w 118295"/>
                        <a:gd name="connsiteY49" fmla="*/ 278241 h 566332"/>
                        <a:gd name="connsiteX50" fmla="*/ 105116 w 118295"/>
                        <a:gd name="connsiteY50" fmla="*/ 272214 h 566332"/>
                        <a:gd name="connsiteX51" fmla="*/ 101968 w 118295"/>
                        <a:gd name="connsiteY51" fmla="*/ 266164 h 566332"/>
                        <a:gd name="connsiteX52" fmla="*/ 98527 w 118295"/>
                        <a:gd name="connsiteY52" fmla="*/ 260114 h 566332"/>
                        <a:gd name="connsiteX53" fmla="*/ 94771 w 118295"/>
                        <a:gd name="connsiteY53" fmla="*/ 254065 h 566332"/>
                        <a:gd name="connsiteX54" fmla="*/ 90790 w 118295"/>
                        <a:gd name="connsiteY54" fmla="*/ 248015 h 566332"/>
                        <a:gd name="connsiteX55" fmla="*/ 86630 w 118295"/>
                        <a:gd name="connsiteY55" fmla="*/ 241965 h 566332"/>
                        <a:gd name="connsiteX56" fmla="*/ 82312 w 118295"/>
                        <a:gd name="connsiteY56" fmla="*/ 235916 h 566332"/>
                        <a:gd name="connsiteX57" fmla="*/ 77949 w 118295"/>
                        <a:gd name="connsiteY57" fmla="*/ 229866 h 566332"/>
                        <a:gd name="connsiteX58" fmla="*/ 73564 w 118295"/>
                        <a:gd name="connsiteY58" fmla="*/ 223816 h 566332"/>
                        <a:gd name="connsiteX59" fmla="*/ 69223 w 118295"/>
                        <a:gd name="connsiteY59" fmla="*/ 217767 h 566332"/>
                        <a:gd name="connsiteX60" fmla="*/ 64995 w 118295"/>
                        <a:gd name="connsiteY60" fmla="*/ 211717 h 566332"/>
                        <a:gd name="connsiteX61" fmla="*/ 60902 w 118295"/>
                        <a:gd name="connsiteY61" fmla="*/ 205667 h 566332"/>
                        <a:gd name="connsiteX62" fmla="*/ 56989 w 118295"/>
                        <a:gd name="connsiteY62" fmla="*/ 199618 h 566332"/>
                        <a:gd name="connsiteX63" fmla="*/ 53278 w 118295"/>
                        <a:gd name="connsiteY63" fmla="*/ 193568 h 566332"/>
                        <a:gd name="connsiteX64" fmla="*/ 49769 w 118295"/>
                        <a:gd name="connsiteY64" fmla="*/ 187518 h 566332"/>
                        <a:gd name="connsiteX65" fmla="*/ 46464 w 118295"/>
                        <a:gd name="connsiteY65" fmla="*/ 181468 h 566332"/>
                        <a:gd name="connsiteX66" fmla="*/ 43337 w 118295"/>
                        <a:gd name="connsiteY66" fmla="*/ 175419 h 566332"/>
                        <a:gd name="connsiteX67" fmla="*/ 40391 w 118295"/>
                        <a:gd name="connsiteY67" fmla="*/ 169369 h 566332"/>
                        <a:gd name="connsiteX68" fmla="*/ 37558 w 118295"/>
                        <a:gd name="connsiteY68" fmla="*/ 163319 h 566332"/>
                        <a:gd name="connsiteX69" fmla="*/ 34859 w 118295"/>
                        <a:gd name="connsiteY69" fmla="*/ 157270 h 566332"/>
                        <a:gd name="connsiteX70" fmla="*/ 32228 w 118295"/>
                        <a:gd name="connsiteY70" fmla="*/ 151220 h 566332"/>
                        <a:gd name="connsiteX71" fmla="*/ 29664 w 118295"/>
                        <a:gd name="connsiteY71" fmla="*/ 145170 h 566332"/>
                        <a:gd name="connsiteX72" fmla="*/ 27168 w 118295"/>
                        <a:gd name="connsiteY72" fmla="*/ 139121 h 566332"/>
                        <a:gd name="connsiteX73" fmla="*/ 24739 w 118295"/>
                        <a:gd name="connsiteY73" fmla="*/ 133071 h 566332"/>
                        <a:gd name="connsiteX74" fmla="*/ 22355 w 118295"/>
                        <a:gd name="connsiteY74" fmla="*/ 127021 h 566332"/>
                        <a:gd name="connsiteX75" fmla="*/ 20016 w 118295"/>
                        <a:gd name="connsiteY75" fmla="*/ 120971 h 566332"/>
                        <a:gd name="connsiteX76" fmla="*/ 17767 w 118295"/>
                        <a:gd name="connsiteY76" fmla="*/ 114944 h 566332"/>
                        <a:gd name="connsiteX77" fmla="*/ 15630 w 118295"/>
                        <a:gd name="connsiteY77" fmla="*/ 108895 h 566332"/>
                        <a:gd name="connsiteX78" fmla="*/ 13584 w 118295"/>
                        <a:gd name="connsiteY78" fmla="*/ 102845 h 566332"/>
                        <a:gd name="connsiteX79" fmla="*/ 11695 w 118295"/>
                        <a:gd name="connsiteY79" fmla="*/ 96795 h 566332"/>
                        <a:gd name="connsiteX80" fmla="*/ 9940 w 118295"/>
                        <a:gd name="connsiteY80" fmla="*/ 90745 h 566332"/>
                        <a:gd name="connsiteX81" fmla="*/ 8344 w 118295"/>
                        <a:gd name="connsiteY81" fmla="*/ 84696 h 566332"/>
                        <a:gd name="connsiteX82" fmla="*/ 6904 w 118295"/>
                        <a:gd name="connsiteY82" fmla="*/ 78646 h 566332"/>
                        <a:gd name="connsiteX83" fmla="*/ 5645 w 118295"/>
                        <a:gd name="connsiteY83" fmla="*/ 72596 h 566332"/>
                        <a:gd name="connsiteX84" fmla="*/ 4565 w 118295"/>
                        <a:gd name="connsiteY84" fmla="*/ 66547 h 566332"/>
                        <a:gd name="connsiteX85" fmla="*/ 3621 w 118295"/>
                        <a:gd name="connsiteY85" fmla="*/ 60497 h 566332"/>
                        <a:gd name="connsiteX86" fmla="*/ 2856 w 118295"/>
                        <a:gd name="connsiteY86" fmla="*/ 54447 h 566332"/>
                        <a:gd name="connsiteX87" fmla="*/ 2204 w 118295"/>
                        <a:gd name="connsiteY87" fmla="*/ 48398 h 566332"/>
                        <a:gd name="connsiteX88" fmla="*/ 1687 w 118295"/>
                        <a:gd name="connsiteY88" fmla="*/ 42348 h 566332"/>
                        <a:gd name="connsiteX89" fmla="*/ 1260 w 118295"/>
                        <a:gd name="connsiteY89" fmla="*/ 36298 h 566332"/>
                        <a:gd name="connsiteX90" fmla="*/ 945 w 118295"/>
                        <a:gd name="connsiteY90" fmla="*/ 30248 h 566332"/>
                        <a:gd name="connsiteX91" fmla="*/ 697 w 118295"/>
                        <a:gd name="connsiteY91" fmla="*/ 24199 h 566332"/>
                        <a:gd name="connsiteX92" fmla="*/ 495 w 118295"/>
                        <a:gd name="connsiteY92" fmla="*/ 18149 h 566332"/>
                        <a:gd name="connsiteX93" fmla="*/ 360 w 118295"/>
                        <a:gd name="connsiteY93" fmla="*/ 12099 h 566332"/>
                        <a:gd name="connsiteX94" fmla="*/ 247 w 118295"/>
                        <a:gd name="connsiteY94" fmla="*/ 6050 h 566332"/>
                        <a:gd name="connsiteX95" fmla="*/ 180 w 118295"/>
                        <a:gd name="connsiteY95" fmla="*/ 0 h 566332"/>
                        <a:gd name="connsiteX96" fmla="*/ 0 w 118295"/>
                        <a:gd name="connsiteY96" fmla="*/ 0 h 566332"/>
                        <a:gd name="connsiteX97" fmla="*/ 0 w 118295"/>
                        <a:gd name="connsiteY97" fmla="*/ 6050 h 566332"/>
                        <a:gd name="connsiteX98" fmla="*/ 0 w 118295"/>
                        <a:gd name="connsiteY98" fmla="*/ 12099 h 566332"/>
                        <a:gd name="connsiteX99" fmla="*/ 0 w 118295"/>
                        <a:gd name="connsiteY99" fmla="*/ 18149 h 566332"/>
                        <a:gd name="connsiteX100" fmla="*/ 0 w 118295"/>
                        <a:gd name="connsiteY100" fmla="*/ 24199 h 566332"/>
                        <a:gd name="connsiteX101" fmla="*/ 0 w 118295"/>
                        <a:gd name="connsiteY101" fmla="*/ 30248 h 566332"/>
                        <a:gd name="connsiteX102" fmla="*/ 0 w 118295"/>
                        <a:gd name="connsiteY102" fmla="*/ 36298 h 566332"/>
                        <a:gd name="connsiteX103" fmla="*/ 0 w 118295"/>
                        <a:gd name="connsiteY103" fmla="*/ 42348 h 566332"/>
                        <a:gd name="connsiteX104" fmla="*/ 0 w 118295"/>
                        <a:gd name="connsiteY104" fmla="*/ 48398 h 566332"/>
                        <a:gd name="connsiteX105" fmla="*/ 0 w 118295"/>
                        <a:gd name="connsiteY105" fmla="*/ 54447 h 566332"/>
                        <a:gd name="connsiteX106" fmla="*/ 0 w 118295"/>
                        <a:gd name="connsiteY106" fmla="*/ 60497 h 566332"/>
                        <a:gd name="connsiteX107" fmla="*/ 0 w 118295"/>
                        <a:gd name="connsiteY107" fmla="*/ 66547 h 566332"/>
                        <a:gd name="connsiteX108" fmla="*/ 0 w 118295"/>
                        <a:gd name="connsiteY108" fmla="*/ 72596 h 566332"/>
                        <a:gd name="connsiteX109" fmla="*/ 0 w 118295"/>
                        <a:gd name="connsiteY109" fmla="*/ 78646 h 566332"/>
                        <a:gd name="connsiteX110" fmla="*/ 0 w 118295"/>
                        <a:gd name="connsiteY110" fmla="*/ 84696 h 566332"/>
                        <a:gd name="connsiteX111" fmla="*/ 0 w 118295"/>
                        <a:gd name="connsiteY111" fmla="*/ 90745 h 566332"/>
                        <a:gd name="connsiteX112" fmla="*/ 0 w 118295"/>
                        <a:gd name="connsiteY112" fmla="*/ 96795 h 566332"/>
                        <a:gd name="connsiteX113" fmla="*/ 0 w 118295"/>
                        <a:gd name="connsiteY113" fmla="*/ 102845 h 566332"/>
                        <a:gd name="connsiteX114" fmla="*/ 0 w 118295"/>
                        <a:gd name="connsiteY114" fmla="*/ 108895 h 566332"/>
                        <a:gd name="connsiteX115" fmla="*/ 0 w 118295"/>
                        <a:gd name="connsiteY115" fmla="*/ 114944 h 566332"/>
                        <a:gd name="connsiteX116" fmla="*/ 0 w 118295"/>
                        <a:gd name="connsiteY116" fmla="*/ 120971 h 566332"/>
                        <a:gd name="connsiteX117" fmla="*/ 0 w 118295"/>
                        <a:gd name="connsiteY117" fmla="*/ 127021 h 566332"/>
                        <a:gd name="connsiteX118" fmla="*/ 0 w 118295"/>
                        <a:gd name="connsiteY118" fmla="*/ 133071 h 566332"/>
                        <a:gd name="connsiteX119" fmla="*/ 0 w 118295"/>
                        <a:gd name="connsiteY119" fmla="*/ 139121 h 566332"/>
                        <a:gd name="connsiteX120" fmla="*/ 0 w 118295"/>
                        <a:gd name="connsiteY120" fmla="*/ 145170 h 566332"/>
                        <a:gd name="connsiteX121" fmla="*/ 0 w 118295"/>
                        <a:gd name="connsiteY121" fmla="*/ 151220 h 566332"/>
                        <a:gd name="connsiteX122" fmla="*/ 0 w 118295"/>
                        <a:gd name="connsiteY122" fmla="*/ 157270 h 566332"/>
                        <a:gd name="connsiteX123" fmla="*/ 0 w 118295"/>
                        <a:gd name="connsiteY123" fmla="*/ 163319 h 566332"/>
                        <a:gd name="connsiteX124" fmla="*/ 0 w 118295"/>
                        <a:gd name="connsiteY124" fmla="*/ 169369 h 566332"/>
                        <a:gd name="connsiteX125" fmla="*/ 0 w 118295"/>
                        <a:gd name="connsiteY125" fmla="*/ 175419 h 566332"/>
                        <a:gd name="connsiteX126" fmla="*/ 0 w 118295"/>
                        <a:gd name="connsiteY126" fmla="*/ 181468 h 566332"/>
                        <a:gd name="connsiteX127" fmla="*/ 0 w 118295"/>
                        <a:gd name="connsiteY127" fmla="*/ 187518 h 566332"/>
                        <a:gd name="connsiteX128" fmla="*/ 0 w 118295"/>
                        <a:gd name="connsiteY128" fmla="*/ 193568 h 566332"/>
                        <a:gd name="connsiteX129" fmla="*/ 0 w 118295"/>
                        <a:gd name="connsiteY129" fmla="*/ 199618 h 566332"/>
                        <a:gd name="connsiteX130" fmla="*/ 0 w 118295"/>
                        <a:gd name="connsiteY130" fmla="*/ 205667 h 566332"/>
                        <a:gd name="connsiteX131" fmla="*/ 0 w 118295"/>
                        <a:gd name="connsiteY131" fmla="*/ 211717 h 566332"/>
                        <a:gd name="connsiteX132" fmla="*/ 0 w 118295"/>
                        <a:gd name="connsiteY132" fmla="*/ 217767 h 566332"/>
                        <a:gd name="connsiteX133" fmla="*/ 0 w 118295"/>
                        <a:gd name="connsiteY133" fmla="*/ 223816 h 566332"/>
                        <a:gd name="connsiteX134" fmla="*/ 0 w 118295"/>
                        <a:gd name="connsiteY134" fmla="*/ 229866 h 566332"/>
                        <a:gd name="connsiteX135" fmla="*/ 0 w 118295"/>
                        <a:gd name="connsiteY135" fmla="*/ 235916 h 566332"/>
                        <a:gd name="connsiteX136" fmla="*/ 0 w 118295"/>
                        <a:gd name="connsiteY136" fmla="*/ 241965 h 566332"/>
                        <a:gd name="connsiteX137" fmla="*/ 0 w 118295"/>
                        <a:gd name="connsiteY137" fmla="*/ 248015 h 566332"/>
                        <a:gd name="connsiteX138" fmla="*/ 0 w 118295"/>
                        <a:gd name="connsiteY138" fmla="*/ 254065 h 566332"/>
                        <a:gd name="connsiteX139" fmla="*/ 0 w 118295"/>
                        <a:gd name="connsiteY139" fmla="*/ 260114 h 566332"/>
                        <a:gd name="connsiteX140" fmla="*/ 0 w 118295"/>
                        <a:gd name="connsiteY140" fmla="*/ 266164 h 566332"/>
                        <a:gd name="connsiteX141" fmla="*/ 0 w 118295"/>
                        <a:gd name="connsiteY141" fmla="*/ 272214 h 566332"/>
                        <a:gd name="connsiteX142" fmla="*/ 0 w 118295"/>
                        <a:gd name="connsiteY142" fmla="*/ 278241 h 566332"/>
                        <a:gd name="connsiteX143" fmla="*/ 0 w 118295"/>
                        <a:gd name="connsiteY143" fmla="*/ 284291 h 566332"/>
                        <a:gd name="connsiteX144" fmla="*/ 0 w 118295"/>
                        <a:gd name="connsiteY144" fmla="*/ 290340 h 566332"/>
                        <a:gd name="connsiteX145" fmla="*/ 0 w 118295"/>
                        <a:gd name="connsiteY145" fmla="*/ 296390 h 566332"/>
                        <a:gd name="connsiteX146" fmla="*/ 0 w 118295"/>
                        <a:gd name="connsiteY146" fmla="*/ 302440 h 566332"/>
                        <a:gd name="connsiteX147" fmla="*/ 0 w 118295"/>
                        <a:gd name="connsiteY147" fmla="*/ 308490 h 566332"/>
                        <a:gd name="connsiteX148" fmla="*/ 0 w 118295"/>
                        <a:gd name="connsiteY148" fmla="*/ 314539 h 566332"/>
                        <a:gd name="connsiteX149" fmla="*/ 0 w 118295"/>
                        <a:gd name="connsiteY149" fmla="*/ 320589 h 566332"/>
                        <a:gd name="connsiteX150" fmla="*/ 0 w 118295"/>
                        <a:gd name="connsiteY150" fmla="*/ 326639 h 566332"/>
                        <a:gd name="connsiteX151" fmla="*/ 0 w 118295"/>
                        <a:gd name="connsiteY151" fmla="*/ 332688 h 566332"/>
                        <a:gd name="connsiteX152" fmla="*/ 0 w 118295"/>
                        <a:gd name="connsiteY152" fmla="*/ 338738 h 566332"/>
                        <a:gd name="connsiteX153" fmla="*/ 0 w 118295"/>
                        <a:gd name="connsiteY153" fmla="*/ 344788 h 566332"/>
                        <a:gd name="connsiteX154" fmla="*/ 0 w 118295"/>
                        <a:gd name="connsiteY154" fmla="*/ 350837 h 566332"/>
                        <a:gd name="connsiteX155" fmla="*/ 0 w 118295"/>
                        <a:gd name="connsiteY155" fmla="*/ 356887 h 566332"/>
                        <a:gd name="connsiteX156" fmla="*/ 0 w 118295"/>
                        <a:gd name="connsiteY156" fmla="*/ 362937 h 566332"/>
                        <a:gd name="connsiteX157" fmla="*/ 0 w 118295"/>
                        <a:gd name="connsiteY157" fmla="*/ 368987 h 566332"/>
                        <a:gd name="connsiteX158" fmla="*/ 0 w 118295"/>
                        <a:gd name="connsiteY158" fmla="*/ 375036 h 566332"/>
                        <a:gd name="connsiteX159" fmla="*/ 0 w 118295"/>
                        <a:gd name="connsiteY159" fmla="*/ 381086 h 566332"/>
                        <a:gd name="connsiteX160" fmla="*/ 0 w 118295"/>
                        <a:gd name="connsiteY160" fmla="*/ 387136 h 566332"/>
                        <a:gd name="connsiteX161" fmla="*/ 0 w 118295"/>
                        <a:gd name="connsiteY161" fmla="*/ 393185 h 566332"/>
                        <a:gd name="connsiteX162" fmla="*/ 0 w 118295"/>
                        <a:gd name="connsiteY162" fmla="*/ 399235 h 566332"/>
                        <a:gd name="connsiteX163" fmla="*/ 0 w 118295"/>
                        <a:gd name="connsiteY163" fmla="*/ 405285 h 566332"/>
                        <a:gd name="connsiteX164" fmla="*/ 0 w 118295"/>
                        <a:gd name="connsiteY164" fmla="*/ 411334 h 566332"/>
                        <a:gd name="connsiteX165" fmla="*/ 0 w 118295"/>
                        <a:gd name="connsiteY165" fmla="*/ 417384 h 566332"/>
                        <a:gd name="connsiteX166" fmla="*/ 0 w 118295"/>
                        <a:gd name="connsiteY166" fmla="*/ 423434 h 566332"/>
                        <a:gd name="connsiteX167" fmla="*/ 0 w 118295"/>
                        <a:gd name="connsiteY167" fmla="*/ 429484 h 566332"/>
                        <a:gd name="connsiteX168" fmla="*/ 0 w 118295"/>
                        <a:gd name="connsiteY168" fmla="*/ 435533 h 566332"/>
                        <a:gd name="connsiteX169" fmla="*/ 0 w 118295"/>
                        <a:gd name="connsiteY169" fmla="*/ 441560 h 566332"/>
                        <a:gd name="connsiteX170" fmla="*/ 0 w 118295"/>
                        <a:gd name="connsiteY170" fmla="*/ 447610 h 566332"/>
                        <a:gd name="connsiteX171" fmla="*/ 0 w 118295"/>
                        <a:gd name="connsiteY171" fmla="*/ 453660 h 566332"/>
                        <a:gd name="connsiteX172" fmla="*/ 0 w 118295"/>
                        <a:gd name="connsiteY172" fmla="*/ 459709 h 566332"/>
                        <a:gd name="connsiteX173" fmla="*/ 0 w 118295"/>
                        <a:gd name="connsiteY173" fmla="*/ 465759 h 566332"/>
                        <a:gd name="connsiteX174" fmla="*/ 0 w 118295"/>
                        <a:gd name="connsiteY174" fmla="*/ 471809 h 566332"/>
                        <a:gd name="connsiteX175" fmla="*/ 0 w 118295"/>
                        <a:gd name="connsiteY175" fmla="*/ 477859 h 566332"/>
                        <a:gd name="connsiteX176" fmla="*/ 0 w 118295"/>
                        <a:gd name="connsiteY176" fmla="*/ 483908 h 566332"/>
                        <a:gd name="connsiteX177" fmla="*/ 0 w 118295"/>
                        <a:gd name="connsiteY177" fmla="*/ 489958 h 566332"/>
                        <a:gd name="connsiteX178" fmla="*/ 0 w 118295"/>
                        <a:gd name="connsiteY178" fmla="*/ 496008 h 566332"/>
                        <a:gd name="connsiteX179" fmla="*/ 0 w 118295"/>
                        <a:gd name="connsiteY179" fmla="*/ 502057 h 566332"/>
                        <a:gd name="connsiteX180" fmla="*/ 0 w 118295"/>
                        <a:gd name="connsiteY180" fmla="*/ 508107 h 566332"/>
                        <a:gd name="connsiteX181" fmla="*/ 0 w 118295"/>
                        <a:gd name="connsiteY181" fmla="*/ 514157 h 566332"/>
                        <a:gd name="connsiteX182" fmla="*/ 0 w 118295"/>
                        <a:gd name="connsiteY182" fmla="*/ 520207 h 566332"/>
                        <a:gd name="connsiteX183" fmla="*/ 0 w 118295"/>
                        <a:gd name="connsiteY183" fmla="*/ 526256 h 566332"/>
                        <a:gd name="connsiteX184" fmla="*/ 0 w 118295"/>
                        <a:gd name="connsiteY184" fmla="*/ 532306 h 566332"/>
                        <a:gd name="connsiteX185" fmla="*/ 0 w 118295"/>
                        <a:gd name="connsiteY185" fmla="*/ 538356 h 566332"/>
                        <a:gd name="connsiteX186" fmla="*/ 0 w 118295"/>
                        <a:gd name="connsiteY186" fmla="*/ 544405 h 566332"/>
                        <a:gd name="connsiteX187" fmla="*/ 0 w 118295"/>
                        <a:gd name="connsiteY187" fmla="*/ 550455 h 566332"/>
                        <a:gd name="connsiteX188" fmla="*/ 0 w 118295"/>
                        <a:gd name="connsiteY188" fmla="*/ 556505 h 566332"/>
                        <a:gd name="connsiteX189" fmla="*/ 0 w 118295"/>
                        <a:gd name="connsiteY189" fmla="*/ 562554 h 566332"/>
                        <a:gd name="connsiteX190" fmla="*/ 0 w 118295"/>
                        <a:gd name="connsiteY190" fmla="*/ 566333 h 566332"/>
                        <a:gd name="connsiteX191" fmla="*/ 697 w 118295"/>
                        <a:gd name="connsiteY191" fmla="*/ 566333 h 566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Lst>
                      <a:rect l="l" t="t" r="r" b="b"/>
                      <a:pathLst>
                        <a:path w="118295" h="566332">
                          <a:moveTo>
                            <a:pt x="697" y="566333"/>
                          </a:moveTo>
                          <a:lnTo>
                            <a:pt x="1260" y="566333"/>
                          </a:lnTo>
                          <a:lnTo>
                            <a:pt x="1529" y="562554"/>
                          </a:lnTo>
                          <a:lnTo>
                            <a:pt x="2069" y="556505"/>
                          </a:lnTo>
                          <a:lnTo>
                            <a:pt x="2766" y="550455"/>
                          </a:lnTo>
                          <a:lnTo>
                            <a:pt x="3621" y="544405"/>
                          </a:lnTo>
                          <a:lnTo>
                            <a:pt x="4723" y="538356"/>
                          </a:lnTo>
                          <a:lnTo>
                            <a:pt x="6050" y="532306"/>
                          </a:lnTo>
                          <a:lnTo>
                            <a:pt x="7669" y="526256"/>
                          </a:lnTo>
                          <a:lnTo>
                            <a:pt x="9581" y="520207"/>
                          </a:lnTo>
                          <a:lnTo>
                            <a:pt x="11807" y="514157"/>
                          </a:lnTo>
                          <a:lnTo>
                            <a:pt x="14393" y="508107"/>
                          </a:lnTo>
                          <a:lnTo>
                            <a:pt x="17340" y="502057"/>
                          </a:lnTo>
                          <a:lnTo>
                            <a:pt x="20623" y="496008"/>
                          </a:lnTo>
                          <a:lnTo>
                            <a:pt x="24244" y="489958"/>
                          </a:lnTo>
                          <a:lnTo>
                            <a:pt x="28202" y="483908"/>
                          </a:lnTo>
                          <a:lnTo>
                            <a:pt x="32453" y="477859"/>
                          </a:lnTo>
                          <a:lnTo>
                            <a:pt x="36973" y="471809"/>
                          </a:lnTo>
                          <a:lnTo>
                            <a:pt x="41696" y="465759"/>
                          </a:lnTo>
                          <a:lnTo>
                            <a:pt x="46621" y="459709"/>
                          </a:lnTo>
                          <a:lnTo>
                            <a:pt x="51659" y="453660"/>
                          </a:lnTo>
                          <a:lnTo>
                            <a:pt x="56764" y="447610"/>
                          </a:lnTo>
                          <a:lnTo>
                            <a:pt x="61891" y="441560"/>
                          </a:lnTo>
                          <a:lnTo>
                            <a:pt x="66997" y="435533"/>
                          </a:lnTo>
                          <a:lnTo>
                            <a:pt x="72012" y="429484"/>
                          </a:lnTo>
                          <a:lnTo>
                            <a:pt x="76937" y="423434"/>
                          </a:lnTo>
                          <a:lnTo>
                            <a:pt x="81682" y="417384"/>
                          </a:lnTo>
                          <a:lnTo>
                            <a:pt x="86225" y="411334"/>
                          </a:lnTo>
                          <a:lnTo>
                            <a:pt x="90543" y="405285"/>
                          </a:lnTo>
                          <a:lnTo>
                            <a:pt x="94614" y="399235"/>
                          </a:lnTo>
                          <a:lnTo>
                            <a:pt x="98392" y="393185"/>
                          </a:lnTo>
                          <a:lnTo>
                            <a:pt x="101878" y="387136"/>
                          </a:lnTo>
                          <a:lnTo>
                            <a:pt x="105049" y="381086"/>
                          </a:lnTo>
                          <a:lnTo>
                            <a:pt x="107860" y="375036"/>
                          </a:lnTo>
                          <a:lnTo>
                            <a:pt x="110357" y="368987"/>
                          </a:lnTo>
                          <a:lnTo>
                            <a:pt x="112493" y="362937"/>
                          </a:lnTo>
                          <a:lnTo>
                            <a:pt x="114292" y="356887"/>
                          </a:lnTo>
                          <a:lnTo>
                            <a:pt x="115754" y="350837"/>
                          </a:lnTo>
                          <a:lnTo>
                            <a:pt x="116879" y="344788"/>
                          </a:lnTo>
                          <a:lnTo>
                            <a:pt x="117666" y="338738"/>
                          </a:lnTo>
                          <a:lnTo>
                            <a:pt x="118138" y="332688"/>
                          </a:lnTo>
                          <a:lnTo>
                            <a:pt x="118295" y="326639"/>
                          </a:lnTo>
                          <a:lnTo>
                            <a:pt x="118115" y="320589"/>
                          </a:lnTo>
                          <a:lnTo>
                            <a:pt x="117643" y="314539"/>
                          </a:lnTo>
                          <a:lnTo>
                            <a:pt x="116856" y="308490"/>
                          </a:lnTo>
                          <a:lnTo>
                            <a:pt x="115732" y="302440"/>
                          </a:lnTo>
                          <a:lnTo>
                            <a:pt x="114292" y="296390"/>
                          </a:lnTo>
                          <a:lnTo>
                            <a:pt x="112515" y="290340"/>
                          </a:lnTo>
                          <a:lnTo>
                            <a:pt x="110402" y="284291"/>
                          </a:lnTo>
                          <a:lnTo>
                            <a:pt x="107927" y="278241"/>
                          </a:lnTo>
                          <a:lnTo>
                            <a:pt x="105116" y="272214"/>
                          </a:lnTo>
                          <a:lnTo>
                            <a:pt x="101968" y="266164"/>
                          </a:lnTo>
                          <a:lnTo>
                            <a:pt x="98527" y="260114"/>
                          </a:lnTo>
                          <a:lnTo>
                            <a:pt x="94771" y="254065"/>
                          </a:lnTo>
                          <a:lnTo>
                            <a:pt x="90790" y="248015"/>
                          </a:lnTo>
                          <a:lnTo>
                            <a:pt x="86630" y="241965"/>
                          </a:lnTo>
                          <a:lnTo>
                            <a:pt x="82312" y="235916"/>
                          </a:lnTo>
                          <a:lnTo>
                            <a:pt x="77949" y="229866"/>
                          </a:lnTo>
                          <a:lnTo>
                            <a:pt x="73564" y="223816"/>
                          </a:lnTo>
                          <a:lnTo>
                            <a:pt x="69223" y="217767"/>
                          </a:lnTo>
                          <a:lnTo>
                            <a:pt x="64995" y="211717"/>
                          </a:lnTo>
                          <a:lnTo>
                            <a:pt x="60902" y="205667"/>
                          </a:lnTo>
                          <a:lnTo>
                            <a:pt x="56989" y="199618"/>
                          </a:lnTo>
                          <a:lnTo>
                            <a:pt x="53278" y="193568"/>
                          </a:lnTo>
                          <a:lnTo>
                            <a:pt x="49769" y="187518"/>
                          </a:lnTo>
                          <a:lnTo>
                            <a:pt x="46464" y="181468"/>
                          </a:lnTo>
                          <a:lnTo>
                            <a:pt x="43337" y="175419"/>
                          </a:lnTo>
                          <a:lnTo>
                            <a:pt x="40391" y="169369"/>
                          </a:lnTo>
                          <a:lnTo>
                            <a:pt x="37558" y="163319"/>
                          </a:lnTo>
                          <a:lnTo>
                            <a:pt x="34859" y="157270"/>
                          </a:lnTo>
                          <a:lnTo>
                            <a:pt x="32228" y="151220"/>
                          </a:lnTo>
                          <a:lnTo>
                            <a:pt x="29664" y="145170"/>
                          </a:lnTo>
                          <a:lnTo>
                            <a:pt x="27168" y="139121"/>
                          </a:lnTo>
                          <a:lnTo>
                            <a:pt x="24739" y="133071"/>
                          </a:lnTo>
                          <a:lnTo>
                            <a:pt x="22355" y="127021"/>
                          </a:lnTo>
                          <a:lnTo>
                            <a:pt x="20016" y="120971"/>
                          </a:lnTo>
                          <a:lnTo>
                            <a:pt x="17767" y="114944"/>
                          </a:lnTo>
                          <a:lnTo>
                            <a:pt x="15630" y="108895"/>
                          </a:lnTo>
                          <a:lnTo>
                            <a:pt x="13584" y="102845"/>
                          </a:lnTo>
                          <a:lnTo>
                            <a:pt x="11695" y="96795"/>
                          </a:lnTo>
                          <a:lnTo>
                            <a:pt x="9940" y="90745"/>
                          </a:lnTo>
                          <a:lnTo>
                            <a:pt x="8344" y="84696"/>
                          </a:lnTo>
                          <a:lnTo>
                            <a:pt x="6904" y="78646"/>
                          </a:lnTo>
                          <a:lnTo>
                            <a:pt x="5645" y="72596"/>
                          </a:lnTo>
                          <a:lnTo>
                            <a:pt x="4565" y="66547"/>
                          </a:lnTo>
                          <a:lnTo>
                            <a:pt x="3621" y="60497"/>
                          </a:lnTo>
                          <a:lnTo>
                            <a:pt x="2856" y="54447"/>
                          </a:lnTo>
                          <a:lnTo>
                            <a:pt x="2204" y="48398"/>
                          </a:lnTo>
                          <a:lnTo>
                            <a:pt x="1687" y="42348"/>
                          </a:lnTo>
                          <a:lnTo>
                            <a:pt x="1260" y="36298"/>
                          </a:lnTo>
                          <a:lnTo>
                            <a:pt x="945" y="30248"/>
                          </a:lnTo>
                          <a:lnTo>
                            <a:pt x="697" y="24199"/>
                          </a:lnTo>
                          <a:lnTo>
                            <a:pt x="495" y="18149"/>
                          </a:lnTo>
                          <a:lnTo>
                            <a:pt x="360" y="12099"/>
                          </a:lnTo>
                          <a:lnTo>
                            <a:pt x="247" y="6050"/>
                          </a:lnTo>
                          <a:lnTo>
                            <a:pt x="180" y="0"/>
                          </a:lnTo>
                          <a:lnTo>
                            <a:pt x="0" y="0"/>
                          </a:lnTo>
                          <a:lnTo>
                            <a:pt x="0" y="6050"/>
                          </a:lnTo>
                          <a:lnTo>
                            <a:pt x="0" y="12099"/>
                          </a:lnTo>
                          <a:lnTo>
                            <a:pt x="0" y="18149"/>
                          </a:lnTo>
                          <a:lnTo>
                            <a:pt x="0" y="24199"/>
                          </a:lnTo>
                          <a:lnTo>
                            <a:pt x="0" y="30248"/>
                          </a:lnTo>
                          <a:lnTo>
                            <a:pt x="0" y="36298"/>
                          </a:lnTo>
                          <a:lnTo>
                            <a:pt x="0" y="42348"/>
                          </a:lnTo>
                          <a:lnTo>
                            <a:pt x="0" y="48398"/>
                          </a:lnTo>
                          <a:lnTo>
                            <a:pt x="0" y="54447"/>
                          </a:lnTo>
                          <a:lnTo>
                            <a:pt x="0" y="60497"/>
                          </a:lnTo>
                          <a:lnTo>
                            <a:pt x="0" y="66547"/>
                          </a:lnTo>
                          <a:lnTo>
                            <a:pt x="0" y="72596"/>
                          </a:lnTo>
                          <a:lnTo>
                            <a:pt x="0" y="78646"/>
                          </a:lnTo>
                          <a:lnTo>
                            <a:pt x="0" y="84696"/>
                          </a:lnTo>
                          <a:lnTo>
                            <a:pt x="0" y="90745"/>
                          </a:lnTo>
                          <a:lnTo>
                            <a:pt x="0" y="96795"/>
                          </a:lnTo>
                          <a:lnTo>
                            <a:pt x="0" y="102845"/>
                          </a:lnTo>
                          <a:lnTo>
                            <a:pt x="0" y="108895"/>
                          </a:lnTo>
                          <a:lnTo>
                            <a:pt x="0" y="114944"/>
                          </a:lnTo>
                          <a:lnTo>
                            <a:pt x="0" y="120971"/>
                          </a:lnTo>
                          <a:lnTo>
                            <a:pt x="0" y="127021"/>
                          </a:lnTo>
                          <a:lnTo>
                            <a:pt x="0" y="133071"/>
                          </a:lnTo>
                          <a:lnTo>
                            <a:pt x="0" y="139121"/>
                          </a:lnTo>
                          <a:lnTo>
                            <a:pt x="0" y="145170"/>
                          </a:lnTo>
                          <a:lnTo>
                            <a:pt x="0" y="151220"/>
                          </a:lnTo>
                          <a:lnTo>
                            <a:pt x="0" y="157270"/>
                          </a:lnTo>
                          <a:lnTo>
                            <a:pt x="0" y="163319"/>
                          </a:lnTo>
                          <a:lnTo>
                            <a:pt x="0" y="169369"/>
                          </a:lnTo>
                          <a:lnTo>
                            <a:pt x="0" y="175419"/>
                          </a:lnTo>
                          <a:lnTo>
                            <a:pt x="0" y="181468"/>
                          </a:lnTo>
                          <a:lnTo>
                            <a:pt x="0" y="187518"/>
                          </a:lnTo>
                          <a:lnTo>
                            <a:pt x="0" y="193568"/>
                          </a:lnTo>
                          <a:lnTo>
                            <a:pt x="0" y="199618"/>
                          </a:lnTo>
                          <a:lnTo>
                            <a:pt x="0" y="205667"/>
                          </a:lnTo>
                          <a:lnTo>
                            <a:pt x="0" y="211717"/>
                          </a:lnTo>
                          <a:lnTo>
                            <a:pt x="0" y="217767"/>
                          </a:lnTo>
                          <a:lnTo>
                            <a:pt x="0" y="223816"/>
                          </a:lnTo>
                          <a:lnTo>
                            <a:pt x="0" y="229866"/>
                          </a:lnTo>
                          <a:lnTo>
                            <a:pt x="0" y="235916"/>
                          </a:lnTo>
                          <a:lnTo>
                            <a:pt x="0" y="241965"/>
                          </a:lnTo>
                          <a:lnTo>
                            <a:pt x="0" y="248015"/>
                          </a:lnTo>
                          <a:lnTo>
                            <a:pt x="0" y="254065"/>
                          </a:lnTo>
                          <a:lnTo>
                            <a:pt x="0" y="260114"/>
                          </a:lnTo>
                          <a:lnTo>
                            <a:pt x="0" y="266164"/>
                          </a:lnTo>
                          <a:lnTo>
                            <a:pt x="0" y="272214"/>
                          </a:lnTo>
                          <a:lnTo>
                            <a:pt x="0" y="278241"/>
                          </a:lnTo>
                          <a:lnTo>
                            <a:pt x="0" y="284291"/>
                          </a:lnTo>
                          <a:lnTo>
                            <a:pt x="0" y="290340"/>
                          </a:lnTo>
                          <a:lnTo>
                            <a:pt x="0" y="296390"/>
                          </a:lnTo>
                          <a:lnTo>
                            <a:pt x="0" y="302440"/>
                          </a:lnTo>
                          <a:lnTo>
                            <a:pt x="0" y="308490"/>
                          </a:lnTo>
                          <a:lnTo>
                            <a:pt x="0" y="314539"/>
                          </a:lnTo>
                          <a:lnTo>
                            <a:pt x="0" y="320589"/>
                          </a:lnTo>
                          <a:lnTo>
                            <a:pt x="0" y="326639"/>
                          </a:lnTo>
                          <a:lnTo>
                            <a:pt x="0" y="332688"/>
                          </a:lnTo>
                          <a:lnTo>
                            <a:pt x="0" y="338738"/>
                          </a:lnTo>
                          <a:lnTo>
                            <a:pt x="0" y="344788"/>
                          </a:lnTo>
                          <a:lnTo>
                            <a:pt x="0" y="350837"/>
                          </a:lnTo>
                          <a:lnTo>
                            <a:pt x="0" y="356887"/>
                          </a:lnTo>
                          <a:lnTo>
                            <a:pt x="0" y="362937"/>
                          </a:lnTo>
                          <a:lnTo>
                            <a:pt x="0" y="368987"/>
                          </a:lnTo>
                          <a:lnTo>
                            <a:pt x="0" y="375036"/>
                          </a:lnTo>
                          <a:lnTo>
                            <a:pt x="0" y="381086"/>
                          </a:lnTo>
                          <a:lnTo>
                            <a:pt x="0" y="387136"/>
                          </a:lnTo>
                          <a:lnTo>
                            <a:pt x="0" y="393185"/>
                          </a:lnTo>
                          <a:lnTo>
                            <a:pt x="0" y="399235"/>
                          </a:lnTo>
                          <a:lnTo>
                            <a:pt x="0" y="405285"/>
                          </a:lnTo>
                          <a:lnTo>
                            <a:pt x="0" y="411334"/>
                          </a:lnTo>
                          <a:lnTo>
                            <a:pt x="0" y="417384"/>
                          </a:lnTo>
                          <a:lnTo>
                            <a:pt x="0" y="423434"/>
                          </a:lnTo>
                          <a:lnTo>
                            <a:pt x="0" y="429484"/>
                          </a:lnTo>
                          <a:lnTo>
                            <a:pt x="0" y="435533"/>
                          </a:lnTo>
                          <a:lnTo>
                            <a:pt x="0" y="441560"/>
                          </a:lnTo>
                          <a:lnTo>
                            <a:pt x="0" y="447610"/>
                          </a:lnTo>
                          <a:lnTo>
                            <a:pt x="0" y="453660"/>
                          </a:lnTo>
                          <a:lnTo>
                            <a:pt x="0" y="459709"/>
                          </a:lnTo>
                          <a:lnTo>
                            <a:pt x="0" y="465759"/>
                          </a:lnTo>
                          <a:lnTo>
                            <a:pt x="0" y="471809"/>
                          </a:lnTo>
                          <a:lnTo>
                            <a:pt x="0" y="477859"/>
                          </a:lnTo>
                          <a:lnTo>
                            <a:pt x="0" y="483908"/>
                          </a:lnTo>
                          <a:lnTo>
                            <a:pt x="0" y="489958"/>
                          </a:lnTo>
                          <a:lnTo>
                            <a:pt x="0" y="496008"/>
                          </a:lnTo>
                          <a:lnTo>
                            <a:pt x="0" y="502057"/>
                          </a:lnTo>
                          <a:lnTo>
                            <a:pt x="0" y="508107"/>
                          </a:lnTo>
                          <a:lnTo>
                            <a:pt x="0" y="514157"/>
                          </a:lnTo>
                          <a:lnTo>
                            <a:pt x="0" y="520207"/>
                          </a:lnTo>
                          <a:lnTo>
                            <a:pt x="0" y="526256"/>
                          </a:lnTo>
                          <a:lnTo>
                            <a:pt x="0" y="532306"/>
                          </a:lnTo>
                          <a:lnTo>
                            <a:pt x="0" y="538356"/>
                          </a:lnTo>
                          <a:lnTo>
                            <a:pt x="0" y="544405"/>
                          </a:lnTo>
                          <a:lnTo>
                            <a:pt x="0" y="550455"/>
                          </a:lnTo>
                          <a:lnTo>
                            <a:pt x="0" y="556505"/>
                          </a:lnTo>
                          <a:lnTo>
                            <a:pt x="0" y="562554"/>
                          </a:lnTo>
                          <a:lnTo>
                            <a:pt x="0" y="566333"/>
                          </a:lnTo>
                          <a:lnTo>
                            <a:pt x="697" y="566333"/>
                          </a:lnTo>
                          <a:close/>
                        </a:path>
                      </a:pathLst>
                    </a:custGeom>
                    <a:solidFill>
                      <a:srgbClr val="B4AED3">
                        <a:alpha val="50000"/>
                      </a:srgbClr>
                    </a:solidFill>
                    <a:ln w="2249" cap="flat">
                      <a:noFill/>
                      <a:prstDash val="solid"/>
                      <a:miter/>
                    </a:ln>
                  </p:spPr>
                  <p:txBody>
                    <a:bodyPr rtlCol="0" anchor="ctr"/>
                    <a:lstStyle/>
                    <a:p>
                      <a:endParaRPr lang="en-US"/>
                    </a:p>
                  </p:txBody>
                </p:sp>
                <p:sp>
                  <p:nvSpPr>
                    <p:cNvPr id="3571" name="Freeform 3570">
                      <a:extLst>
                        <a:ext uri="{FF2B5EF4-FFF2-40B4-BE49-F238E27FC236}">
                          <a16:creationId xmlns:a16="http://schemas.microsoft.com/office/drawing/2014/main" id="{50AE4687-A2C6-7299-075D-503D23944E8C}"/>
                        </a:ext>
                      </a:extLst>
                    </p:cNvPr>
                    <p:cNvSpPr/>
                    <p:nvPr/>
                  </p:nvSpPr>
                  <p:spPr>
                    <a:xfrm>
                      <a:off x="7341069" y="480770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572" name="Freeform 3571">
                      <a:extLst>
                        <a:ext uri="{FF2B5EF4-FFF2-40B4-BE49-F238E27FC236}">
                          <a16:creationId xmlns:a16="http://schemas.microsoft.com/office/drawing/2014/main" id="{BA336E36-C7E3-8EA3-D9B0-AF17859A0C60}"/>
                        </a:ext>
                      </a:extLst>
                    </p:cNvPr>
                    <p:cNvSpPr/>
                    <p:nvPr/>
                  </p:nvSpPr>
                  <p:spPr>
                    <a:xfrm>
                      <a:off x="7288365" y="545701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573" name="Freeform 3572">
                      <a:extLst>
                        <a:ext uri="{FF2B5EF4-FFF2-40B4-BE49-F238E27FC236}">
                          <a16:creationId xmlns:a16="http://schemas.microsoft.com/office/drawing/2014/main" id="{20414E31-1B27-EA91-A5D2-0326A95F34A3}"/>
                        </a:ext>
                      </a:extLst>
                    </p:cNvPr>
                    <p:cNvSpPr/>
                    <p:nvPr/>
                  </p:nvSpPr>
                  <p:spPr>
                    <a:xfrm>
                      <a:off x="7296530" y="5478912"/>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574" name="Freeform 3573">
                      <a:extLst>
                        <a:ext uri="{FF2B5EF4-FFF2-40B4-BE49-F238E27FC236}">
                          <a16:creationId xmlns:a16="http://schemas.microsoft.com/office/drawing/2014/main" id="{3BBDAE93-E3A9-A0E0-DEB6-3C582373A73E}"/>
                        </a:ext>
                      </a:extLst>
                    </p:cNvPr>
                    <p:cNvSpPr/>
                    <p:nvPr/>
                  </p:nvSpPr>
                  <p:spPr>
                    <a:xfrm>
                      <a:off x="7281376" y="5190626"/>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575" name="Freeform 3574">
                      <a:extLst>
                        <a:ext uri="{FF2B5EF4-FFF2-40B4-BE49-F238E27FC236}">
                          <a16:creationId xmlns:a16="http://schemas.microsoft.com/office/drawing/2014/main" id="{00036890-30C2-3439-821C-5A6A25ED7082}"/>
                        </a:ext>
                      </a:extLst>
                    </p:cNvPr>
                    <p:cNvSpPr/>
                    <p:nvPr/>
                  </p:nvSpPr>
                  <p:spPr>
                    <a:xfrm>
                      <a:off x="7360604" y="525057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576" name="Freeform 3575">
                      <a:extLst>
                        <a:ext uri="{FF2B5EF4-FFF2-40B4-BE49-F238E27FC236}">
                          <a16:creationId xmlns:a16="http://schemas.microsoft.com/office/drawing/2014/main" id="{2200F677-E034-4AC8-69FC-DB4DC586C9E9}"/>
                        </a:ext>
                      </a:extLst>
                    </p:cNvPr>
                    <p:cNvSpPr/>
                    <p:nvPr/>
                  </p:nvSpPr>
                  <p:spPr>
                    <a:xfrm>
                      <a:off x="7339808" y="5481604"/>
                      <a:ext cx="44285" cy="44285"/>
                    </a:xfrm>
                    <a:custGeom>
                      <a:avLst/>
                      <a:gdLst>
                        <a:gd name="connsiteX0" fmla="*/ 11829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29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29" y="5915"/>
                          </a:moveTo>
                          <a:cubicBezTo>
                            <a:pt x="11829" y="2654"/>
                            <a:pt x="9176" y="0"/>
                            <a:pt x="5914" y="0"/>
                          </a:cubicBezTo>
                          <a:cubicBezTo>
                            <a:pt x="2654" y="0"/>
                            <a:pt x="0" y="2654"/>
                            <a:pt x="0" y="5915"/>
                          </a:cubicBezTo>
                          <a:cubicBezTo>
                            <a:pt x="0" y="9176"/>
                            <a:pt x="2654" y="11830"/>
                            <a:pt x="5914" y="11830"/>
                          </a:cubicBezTo>
                          <a:cubicBezTo>
                            <a:pt x="9176" y="11830"/>
                            <a:pt x="11829" y="9176"/>
                            <a:pt x="11829"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577" name="Freeform 3576">
                      <a:extLst>
                        <a:ext uri="{FF2B5EF4-FFF2-40B4-BE49-F238E27FC236}">
                          <a16:creationId xmlns:a16="http://schemas.microsoft.com/office/drawing/2014/main" id="{B01AB1C4-8A14-A0E0-8586-25B9C0618D84}"/>
                        </a:ext>
                      </a:extLst>
                    </p:cNvPr>
                    <p:cNvSpPr/>
                    <p:nvPr/>
                  </p:nvSpPr>
                  <p:spPr>
                    <a:xfrm>
                      <a:off x="7291731" y="4746836"/>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578" name="Freeform 3577">
                      <a:extLst>
                        <a:ext uri="{FF2B5EF4-FFF2-40B4-BE49-F238E27FC236}">
                          <a16:creationId xmlns:a16="http://schemas.microsoft.com/office/drawing/2014/main" id="{54209911-97C0-267F-45BA-334AFFB8EE48}"/>
                        </a:ext>
                      </a:extLst>
                    </p:cNvPr>
                    <p:cNvSpPr/>
                    <p:nvPr/>
                  </p:nvSpPr>
                  <p:spPr>
                    <a:xfrm>
                      <a:off x="7164174" y="5004891"/>
                      <a:ext cx="44285" cy="44285"/>
                    </a:xfrm>
                    <a:custGeom>
                      <a:avLst/>
                      <a:gdLst>
                        <a:gd name="connsiteX0" fmla="*/ 11830 w 11829"/>
                        <a:gd name="connsiteY0" fmla="*/ 5870 h 11829"/>
                        <a:gd name="connsiteX1" fmla="*/ 5870 w 11829"/>
                        <a:gd name="connsiteY1" fmla="*/ 0 h 11829"/>
                        <a:gd name="connsiteX2" fmla="*/ 0 w 11829"/>
                        <a:gd name="connsiteY2" fmla="*/ 5960 h 11829"/>
                        <a:gd name="connsiteX3" fmla="*/ 5960 w 11829"/>
                        <a:gd name="connsiteY3" fmla="*/ 11830 h 11829"/>
                        <a:gd name="connsiteX4" fmla="*/ 11830 w 11829"/>
                        <a:gd name="connsiteY4" fmla="*/ 5870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870"/>
                          </a:moveTo>
                          <a:cubicBezTo>
                            <a:pt x="11807" y="2609"/>
                            <a:pt x="9131" y="-22"/>
                            <a:pt x="5870" y="0"/>
                          </a:cubicBezTo>
                          <a:cubicBezTo>
                            <a:pt x="2609" y="23"/>
                            <a:pt x="-22" y="2699"/>
                            <a:pt x="0" y="5960"/>
                          </a:cubicBezTo>
                          <a:cubicBezTo>
                            <a:pt x="23" y="9221"/>
                            <a:pt x="2699" y="11852"/>
                            <a:pt x="5960" y="11830"/>
                          </a:cubicBezTo>
                          <a:cubicBezTo>
                            <a:pt x="9221" y="11807"/>
                            <a:pt x="11852" y="9131"/>
                            <a:pt x="11830" y="5870"/>
                          </a:cubicBezTo>
                          <a:close/>
                        </a:path>
                      </a:pathLst>
                    </a:custGeom>
                    <a:solidFill>
                      <a:srgbClr val="B4AED3">
                        <a:alpha val="60000"/>
                      </a:srgbClr>
                    </a:solidFill>
                    <a:ln w="2249" cap="flat">
                      <a:noFill/>
                      <a:prstDash val="solid"/>
                      <a:miter/>
                    </a:ln>
                  </p:spPr>
                  <p:txBody>
                    <a:bodyPr rtlCol="0" anchor="ctr"/>
                    <a:lstStyle/>
                    <a:p>
                      <a:endParaRPr lang="en-US"/>
                    </a:p>
                  </p:txBody>
                </p:sp>
                <p:sp>
                  <p:nvSpPr>
                    <p:cNvPr id="3579" name="Freeform 3578">
                      <a:extLst>
                        <a:ext uri="{FF2B5EF4-FFF2-40B4-BE49-F238E27FC236}">
                          <a16:creationId xmlns:a16="http://schemas.microsoft.com/office/drawing/2014/main" id="{CF94E3B6-8690-9D60-79CF-AFF7D89E3088}"/>
                        </a:ext>
                      </a:extLst>
                    </p:cNvPr>
                    <p:cNvSpPr/>
                    <p:nvPr/>
                  </p:nvSpPr>
                  <p:spPr>
                    <a:xfrm>
                      <a:off x="7281039" y="4580970"/>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580" name="Freeform 3579">
                      <a:extLst>
                        <a:ext uri="{FF2B5EF4-FFF2-40B4-BE49-F238E27FC236}">
                          <a16:creationId xmlns:a16="http://schemas.microsoft.com/office/drawing/2014/main" id="{10930CE5-FA8B-F8EF-FF80-3B42D4988444}"/>
                        </a:ext>
                      </a:extLst>
                    </p:cNvPr>
                    <p:cNvSpPr/>
                    <p:nvPr/>
                  </p:nvSpPr>
                  <p:spPr>
                    <a:xfrm>
                      <a:off x="7236836" y="5443803"/>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581" name="Freeform 3580">
                      <a:extLst>
                        <a:ext uri="{FF2B5EF4-FFF2-40B4-BE49-F238E27FC236}">
                          <a16:creationId xmlns:a16="http://schemas.microsoft.com/office/drawing/2014/main" id="{F32660F7-D4B7-5C58-881A-F15505F5AAD5}"/>
                        </a:ext>
                      </a:extLst>
                    </p:cNvPr>
                    <p:cNvSpPr/>
                    <p:nvPr/>
                  </p:nvSpPr>
                  <p:spPr>
                    <a:xfrm>
                      <a:off x="7254686" y="530117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582" name="Freeform 3581">
                      <a:extLst>
                        <a:ext uri="{FF2B5EF4-FFF2-40B4-BE49-F238E27FC236}">
                          <a16:creationId xmlns:a16="http://schemas.microsoft.com/office/drawing/2014/main" id="{4AB177CB-594C-31A5-1E15-FF37B1C59495}"/>
                        </a:ext>
                      </a:extLst>
                    </p:cNvPr>
                    <p:cNvSpPr/>
                    <p:nvPr/>
                  </p:nvSpPr>
                  <p:spPr>
                    <a:xfrm>
                      <a:off x="7356984" y="4960352"/>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583" name="Freeform 3582">
                      <a:extLst>
                        <a:ext uri="{FF2B5EF4-FFF2-40B4-BE49-F238E27FC236}">
                          <a16:creationId xmlns:a16="http://schemas.microsoft.com/office/drawing/2014/main" id="{2D43C3C3-5EE0-C7BB-E550-CAEE1C636C2B}"/>
                        </a:ext>
                      </a:extLst>
                    </p:cNvPr>
                    <p:cNvSpPr/>
                    <p:nvPr/>
                  </p:nvSpPr>
                  <p:spPr>
                    <a:xfrm>
                      <a:off x="7159124" y="5563696"/>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584" name="Freeform 3583">
                      <a:extLst>
                        <a:ext uri="{FF2B5EF4-FFF2-40B4-BE49-F238E27FC236}">
                          <a16:creationId xmlns:a16="http://schemas.microsoft.com/office/drawing/2014/main" id="{6EDD761F-6628-DDE5-DBC2-56F41E218EBB}"/>
                        </a:ext>
                      </a:extLst>
                    </p:cNvPr>
                    <p:cNvSpPr/>
                    <p:nvPr/>
                  </p:nvSpPr>
                  <p:spPr>
                    <a:xfrm>
                      <a:off x="7312445" y="5693020"/>
                      <a:ext cx="44285" cy="44285"/>
                    </a:xfrm>
                    <a:custGeom>
                      <a:avLst/>
                      <a:gdLst>
                        <a:gd name="connsiteX0" fmla="*/ 11829 w 11829"/>
                        <a:gd name="connsiteY0" fmla="*/ 5915 h 11829"/>
                        <a:gd name="connsiteX1" fmla="*/ 5914 w 11829"/>
                        <a:gd name="connsiteY1" fmla="*/ 0 h 11829"/>
                        <a:gd name="connsiteX2" fmla="*/ 0 w 11829"/>
                        <a:gd name="connsiteY2" fmla="*/ 5915 h 11829"/>
                        <a:gd name="connsiteX3" fmla="*/ 5914 w 11829"/>
                        <a:gd name="connsiteY3" fmla="*/ 11829 h 11829"/>
                        <a:gd name="connsiteX4" fmla="*/ 11829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29" y="5915"/>
                          </a:moveTo>
                          <a:cubicBezTo>
                            <a:pt x="11829" y="2654"/>
                            <a:pt x="9176" y="0"/>
                            <a:pt x="5914" y="0"/>
                          </a:cubicBezTo>
                          <a:cubicBezTo>
                            <a:pt x="2654" y="0"/>
                            <a:pt x="0" y="2654"/>
                            <a:pt x="0" y="5915"/>
                          </a:cubicBezTo>
                          <a:cubicBezTo>
                            <a:pt x="0" y="9176"/>
                            <a:pt x="2654" y="11829"/>
                            <a:pt x="5914" y="11829"/>
                          </a:cubicBezTo>
                          <a:cubicBezTo>
                            <a:pt x="9176" y="11829"/>
                            <a:pt x="11829" y="9176"/>
                            <a:pt x="11829"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585" name="Freeform 3584">
                      <a:extLst>
                        <a:ext uri="{FF2B5EF4-FFF2-40B4-BE49-F238E27FC236}">
                          <a16:creationId xmlns:a16="http://schemas.microsoft.com/office/drawing/2014/main" id="{3DA0782C-AE7E-BD7F-D75C-28104446B776}"/>
                        </a:ext>
                      </a:extLst>
                    </p:cNvPr>
                    <p:cNvSpPr/>
                    <p:nvPr/>
                  </p:nvSpPr>
                  <p:spPr>
                    <a:xfrm>
                      <a:off x="7167124" y="5035875"/>
                      <a:ext cx="44285" cy="44285"/>
                    </a:xfrm>
                    <a:custGeom>
                      <a:avLst/>
                      <a:gdLst>
                        <a:gd name="connsiteX0" fmla="*/ 11830 w 11829"/>
                        <a:gd name="connsiteY0" fmla="*/ 5870 h 11829"/>
                        <a:gd name="connsiteX1" fmla="*/ 5870 w 11829"/>
                        <a:gd name="connsiteY1" fmla="*/ 0 h 11829"/>
                        <a:gd name="connsiteX2" fmla="*/ 0 w 11829"/>
                        <a:gd name="connsiteY2" fmla="*/ 5960 h 11829"/>
                        <a:gd name="connsiteX3" fmla="*/ 5960 w 11829"/>
                        <a:gd name="connsiteY3" fmla="*/ 11830 h 11829"/>
                        <a:gd name="connsiteX4" fmla="*/ 11830 w 11829"/>
                        <a:gd name="connsiteY4" fmla="*/ 5870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870"/>
                          </a:moveTo>
                          <a:cubicBezTo>
                            <a:pt x="11807" y="2609"/>
                            <a:pt x="9131" y="-22"/>
                            <a:pt x="5870" y="0"/>
                          </a:cubicBezTo>
                          <a:cubicBezTo>
                            <a:pt x="2609" y="23"/>
                            <a:pt x="-22" y="2699"/>
                            <a:pt x="0" y="5960"/>
                          </a:cubicBezTo>
                          <a:cubicBezTo>
                            <a:pt x="23" y="9221"/>
                            <a:pt x="2699" y="11852"/>
                            <a:pt x="5960" y="11830"/>
                          </a:cubicBezTo>
                          <a:cubicBezTo>
                            <a:pt x="9221" y="11807"/>
                            <a:pt x="11852" y="9131"/>
                            <a:pt x="11830" y="5870"/>
                          </a:cubicBezTo>
                          <a:close/>
                        </a:path>
                      </a:pathLst>
                    </a:custGeom>
                    <a:solidFill>
                      <a:srgbClr val="B4AED3">
                        <a:alpha val="60000"/>
                      </a:srgbClr>
                    </a:solidFill>
                    <a:ln w="2249" cap="flat">
                      <a:noFill/>
                      <a:prstDash val="solid"/>
                      <a:miter/>
                    </a:ln>
                  </p:spPr>
                  <p:txBody>
                    <a:bodyPr rtlCol="0" anchor="ctr"/>
                    <a:lstStyle/>
                    <a:p>
                      <a:endParaRPr lang="en-US"/>
                    </a:p>
                  </p:txBody>
                </p:sp>
                <p:sp>
                  <p:nvSpPr>
                    <p:cNvPr id="3586" name="Freeform 3585">
                      <a:extLst>
                        <a:ext uri="{FF2B5EF4-FFF2-40B4-BE49-F238E27FC236}">
                          <a16:creationId xmlns:a16="http://schemas.microsoft.com/office/drawing/2014/main" id="{A61CD57D-A30E-772D-B933-777B02D370C9}"/>
                        </a:ext>
                      </a:extLst>
                    </p:cNvPr>
                    <p:cNvSpPr/>
                    <p:nvPr/>
                  </p:nvSpPr>
                  <p:spPr>
                    <a:xfrm>
                      <a:off x="7373400" y="574067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587" name="Freeform 3586">
                      <a:extLst>
                        <a:ext uri="{FF2B5EF4-FFF2-40B4-BE49-F238E27FC236}">
                          <a16:creationId xmlns:a16="http://schemas.microsoft.com/office/drawing/2014/main" id="{410F50B1-1E7A-C3A8-D4A1-3CF986E4FCEE}"/>
                        </a:ext>
                      </a:extLst>
                    </p:cNvPr>
                    <p:cNvSpPr/>
                    <p:nvPr/>
                  </p:nvSpPr>
                  <p:spPr>
                    <a:xfrm>
                      <a:off x="7371214" y="5693020"/>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588" name="Freeform 3587">
                      <a:extLst>
                        <a:ext uri="{FF2B5EF4-FFF2-40B4-BE49-F238E27FC236}">
                          <a16:creationId xmlns:a16="http://schemas.microsoft.com/office/drawing/2014/main" id="{37F7693D-E04D-3F6A-EA94-BD7A3FF2419B}"/>
                        </a:ext>
                      </a:extLst>
                    </p:cNvPr>
                    <p:cNvSpPr/>
                    <p:nvPr/>
                  </p:nvSpPr>
                  <p:spPr>
                    <a:xfrm>
                      <a:off x="7164178" y="5615813"/>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589" name="Freeform 3588">
                      <a:extLst>
                        <a:ext uri="{FF2B5EF4-FFF2-40B4-BE49-F238E27FC236}">
                          <a16:creationId xmlns:a16="http://schemas.microsoft.com/office/drawing/2014/main" id="{CF9C718D-B2AE-342C-A88C-C1390331B87D}"/>
                        </a:ext>
                      </a:extLst>
                    </p:cNvPr>
                    <p:cNvSpPr/>
                    <p:nvPr/>
                  </p:nvSpPr>
                  <p:spPr>
                    <a:xfrm>
                      <a:off x="7222947" y="5357840"/>
                      <a:ext cx="44285" cy="44285"/>
                    </a:xfrm>
                    <a:custGeom>
                      <a:avLst/>
                      <a:gdLst>
                        <a:gd name="connsiteX0" fmla="*/ 11829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29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29" y="5915"/>
                          </a:moveTo>
                          <a:cubicBezTo>
                            <a:pt x="11829" y="2654"/>
                            <a:pt x="9176" y="0"/>
                            <a:pt x="5915" y="0"/>
                          </a:cubicBezTo>
                          <a:cubicBezTo>
                            <a:pt x="2654" y="0"/>
                            <a:pt x="0" y="2654"/>
                            <a:pt x="0" y="5915"/>
                          </a:cubicBezTo>
                          <a:cubicBezTo>
                            <a:pt x="0" y="9176"/>
                            <a:pt x="2654" y="11830"/>
                            <a:pt x="5915" y="11830"/>
                          </a:cubicBezTo>
                          <a:cubicBezTo>
                            <a:pt x="9176" y="11830"/>
                            <a:pt x="11829" y="9176"/>
                            <a:pt x="11829"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590" name="Freeform 3589">
                      <a:extLst>
                        <a:ext uri="{FF2B5EF4-FFF2-40B4-BE49-F238E27FC236}">
                          <a16:creationId xmlns:a16="http://schemas.microsoft.com/office/drawing/2014/main" id="{1FE834F3-4BA1-6687-1D12-AFA6B1BA5CC4}"/>
                        </a:ext>
                      </a:extLst>
                    </p:cNvPr>
                    <p:cNvSpPr/>
                    <p:nvPr/>
                  </p:nvSpPr>
                  <p:spPr>
                    <a:xfrm>
                      <a:off x="7169228" y="521125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591" name="Freeform 3590">
                      <a:extLst>
                        <a:ext uri="{FF2B5EF4-FFF2-40B4-BE49-F238E27FC236}">
                          <a16:creationId xmlns:a16="http://schemas.microsoft.com/office/drawing/2014/main" id="{5CA48B00-B9D8-A6A5-0C93-58F995529490}"/>
                        </a:ext>
                      </a:extLst>
                    </p:cNvPr>
                    <p:cNvSpPr/>
                    <p:nvPr/>
                  </p:nvSpPr>
                  <p:spPr>
                    <a:xfrm>
                      <a:off x="7309667" y="5023838"/>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592" name="Freeform 3591">
                      <a:extLst>
                        <a:ext uri="{FF2B5EF4-FFF2-40B4-BE49-F238E27FC236}">
                          <a16:creationId xmlns:a16="http://schemas.microsoft.com/office/drawing/2014/main" id="{FFE2B245-D372-9B35-C02A-A37F7A7C8C7B}"/>
                        </a:ext>
                      </a:extLst>
                    </p:cNvPr>
                    <p:cNvSpPr/>
                    <p:nvPr/>
                  </p:nvSpPr>
                  <p:spPr>
                    <a:xfrm>
                      <a:off x="7365655" y="5500888"/>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593" name="Freeform 3592">
                      <a:extLst>
                        <a:ext uri="{FF2B5EF4-FFF2-40B4-BE49-F238E27FC236}">
                          <a16:creationId xmlns:a16="http://schemas.microsoft.com/office/drawing/2014/main" id="{44DCD382-4803-81E3-83E6-DA6AE6EED80E}"/>
                        </a:ext>
                      </a:extLst>
                    </p:cNvPr>
                    <p:cNvSpPr/>
                    <p:nvPr/>
                  </p:nvSpPr>
                  <p:spPr>
                    <a:xfrm>
                      <a:off x="7191541" y="5277263"/>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594" name="Freeform 3593">
                      <a:extLst>
                        <a:ext uri="{FF2B5EF4-FFF2-40B4-BE49-F238E27FC236}">
                          <a16:creationId xmlns:a16="http://schemas.microsoft.com/office/drawing/2014/main" id="{6E56959A-1863-B17C-994D-51129D246FF9}"/>
                        </a:ext>
                      </a:extLst>
                    </p:cNvPr>
                    <p:cNvSpPr/>
                    <p:nvPr/>
                  </p:nvSpPr>
                  <p:spPr>
                    <a:xfrm>
                      <a:off x="7279185" y="499638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595" name="Freeform 3594">
                      <a:extLst>
                        <a:ext uri="{FF2B5EF4-FFF2-40B4-BE49-F238E27FC236}">
                          <a16:creationId xmlns:a16="http://schemas.microsoft.com/office/drawing/2014/main" id="{7935C9FE-4EEB-796E-B2B1-1950117FF930}"/>
                        </a:ext>
                      </a:extLst>
                    </p:cNvPr>
                    <p:cNvSpPr/>
                    <p:nvPr/>
                  </p:nvSpPr>
                  <p:spPr>
                    <a:xfrm>
                      <a:off x="7306803" y="4594106"/>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596" name="Freeform 3595">
                      <a:extLst>
                        <a:ext uri="{FF2B5EF4-FFF2-40B4-BE49-F238E27FC236}">
                          <a16:creationId xmlns:a16="http://schemas.microsoft.com/office/drawing/2014/main" id="{30F6C762-5420-8F75-2974-9C716EE9620E}"/>
                        </a:ext>
                      </a:extLst>
                    </p:cNvPr>
                    <p:cNvSpPr/>
                    <p:nvPr/>
                  </p:nvSpPr>
                  <p:spPr>
                    <a:xfrm>
                      <a:off x="7178408" y="533998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597" name="Freeform 3596">
                      <a:extLst>
                        <a:ext uri="{FF2B5EF4-FFF2-40B4-BE49-F238E27FC236}">
                          <a16:creationId xmlns:a16="http://schemas.microsoft.com/office/drawing/2014/main" id="{EDDAEF69-A8AC-87EA-8E18-2A1D97E73345}"/>
                        </a:ext>
                      </a:extLst>
                    </p:cNvPr>
                    <p:cNvSpPr/>
                    <p:nvPr/>
                  </p:nvSpPr>
                  <p:spPr>
                    <a:xfrm>
                      <a:off x="7303943" y="513438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598" name="Freeform 3597">
                      <a:extLst>
                        <a:ext uri="{FF2B5EF4-FFF2-40B4-BE49-F238E27FC236}">
                          <a16:creationId xmlns:a16="http://schemas.microsoft.com/office/drawing/2014/main" id="{43EE834A-1046-A834-2A24-3298D452A9EC}"/>
                        </a:ext>
                      </a:extLst>
                    </p:cNvPr>
                    <p:cNvSpPr/>
                    <p:nvPr/>
                  </p:nvSpPr>
                  <p:spPr>
                    <a:xfrm>
                      <a:off x="7314549" y="5132029"/>
                      <a:ext cx="44285" cy="44285"/>
                    </a:xfrm>
                    <a:custGeom>
                      <a:avLst/>
                      <a:gdLst>
                        <a:gd name="connsiteX0" fmla="*/ 11829 w 11829"/>
                        <a:gd name="connsiteY0" fmla="*/ 5915 h 11829"/>
                        <a:gd name="connsiteX1" fmla="*/ 5914 w 11829"/>
                        <a:gd name="connsiteY1" fmla="*/ 0 h 11829"/>
                        <a:gd name="connsiteX2" fmla="*/ 0 w 11829"/>
                        <a:gd name="connsiteY2" fmla="*/ 5915 h 11829"/>
                        <a:gd name="connsiteX3" fmla="*/ 5914 w 11829"/>
                        <a:gd name="connsiteY3" fmla="*/ 11829 h 11829"/>
                        <a:gd name="connsiteX4" fmla="*/ 11829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29" y="5915"/>
                          </a:moveTo>
                          <a:cubicBezTo>
                            <a:pt x="11829" y="2654"/>
                            <a:pt x="9176" y="0"/>
                            <a:pt x="5914" y="0"/>
                          </a:cubicBezTo>
                          <a:cubicBezTo>
                            <a:pt x="2654" y="0"/>
                            <a:pt x="0" y="2654"/>
                            <a:pt x="0" y="5915"/>
                          </a:cubicBezTo>
                          <a:cubicBezTo>
                            <a:pt x="0" y="9176"/>
                            <a:pt x="2654" y="11829"/>
                            <a:pt x="5914" y="11829"/>
                          </a:cubicBezTo>
                          <a:cubicBezTo>
                            <a:pt x="9176" y="11829"/>
                            <a:pt x="11829" y="9176"/>
                            <a:pt x="11829"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599" name="Freeform 3598">
                      <a:extLst>
                        <a:ext uri="{FF2B5EF4-FFF2-40B4-BE49-F238E27FC236}">
                          <a16:creationId xmlns:a16="http://schemas.microsoft.com/office/drawing/2014/main" id="{0FF7B68D-5DD6-1AF2-BB83-3EF9E3CBEDE3}"/>
                        </a:ext>
                      </a:extLst>
                    </p:cNvPr>
                    <p:cNvSpPr/>
                    <p:nvPr/>
                  </p:nvSpPr>
                  <p:spPr>
                    <a:xfrm>
                      <a:off x="7276576" y="4907816"/>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600" name="Freeform 3599">
                      <a:extLst>
                        <a:ext uri="{FF2B5EF4-FFF2-40B4-BE49-F238E27FC236}">
                          <a16:creationId xmlns:a16="http://schemas.microsoft.com/office/drawing/2014/main" id="{41915941-382A-F046-7E00-F507E16BDF8F}"/>
                        </a:ext>
                      </a:extLst>
                    </p:cNvPr>
                    <p:cNvSpPr/>
                    <p:nvPr/>
                  </p:nvSpPr>
                  <p:spPr>
                    <a:xfrm>
                      <a:off x="7181186" y="5072503"/>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601" name="Freeform 3600">
                      <a:extLst>
                        <a:ext uri="{FF2B5EF4-FFF2-40B4-BE49-F238E27FC236}">
                          <a16:creationId xmlns:a16="http://schemas.microsoft.com/office/drawing/2014/main" id="{EB9A21D4-11AC-BCAC-CA77-5B71A79D8818}"/>
                        </a:ext>
                      </a:extLst>
                    </p:cNvPr>
                    <p:cNvSpPr/>
                    <p:nvPr/>
                  </p:nvSpPr>
                  <p:spPr>
                    <a:xfrm>
                      <a:off x="7331894" y="531877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3602" name="Freeform 3601">
                      <a:extLst>
                        <a:ext uri="{FF2B5EF4-FFF2-40B4-BE49-F238E27FC236}">
                          <a16:creationId xmlns:a16="http://schemas.microsoft.com/office/drawing/2014/main" id="{F09F2D85-9C55-AA34-86B8-04575AE2E6C5}"/>
                        </a:ext>
                      </a:extLst>
                    </p:cNvPr>
                    <p:cNvSpPr/>
                    <p:nvPr/>
                  </p:nvSpPr>
                  <p:spPr>
                    <a:xfrm>
                      <a:off x="7499946" y="5032341"/>
                      <a:ext cx="132858" cy="463156"/>
                    </a:xfrm>
                    <a:custGeom>
                      <a:avLst/>
                      <a:gdLst>
                        <a:gd name="connsiteX0" fmla="*/ 0 w 35488"/>
                        <a:gd name="connsiteY0" fmla="*/ 0 h 123715"/>
                        <a:gd name="connsiteX1" fmla="*/ 35489 w 35488"/>
                        <a:gd name="connsiteY1" fmla="*/ 0 h 123715"/>
                        <a:gd name="connsiteX2" fmla="*/ 35489 w 35488"/>
                        <a:gd name="connsiteY2" fmla="*/ 123715 h 123715"/>
                        <a:gd name="connsiteX3" fmla="*/ 0 w 35488"/>
                        <a:gd name="connsiteY3" fmla="*/ 123715 h 123715"/>
                      </a:gdLst>
                      <a:ahLst/>
                      <a:cxnLst>
                        <a:cxn ang="0">
                          <a:pos x="connsiteX0" y="connsiteY0"/>
                        </a:cxn>
                        <a:cxn ang="0">
                          <a:pos x="connsiteX1" y="connsiteY1"/>
                        </a:cxn>
                        <a:cxn ang="0">
                          <a:pos x="connsiteX2" y="connsiteY2"/>
                        </a:cxn>
                        <a:cxn ang="0">
                          <a:pos x="connsiteX3" y="connsiteY3"/>
                        </a:cxn>
                      </a:cxnLst>
                      <a:rect l="l" t="t" r="r" b="b"/>
                      <a:pathLst>
                        <a:path w="35488" h="123715">
                          <a:moveTo>
                            <a:pt x="0" y="0"/>
                          </a:moveTo>
                          <a:lnTo>
                            <a:pt x="35489" y="0"/>
                          </a:lnTo>
                          <a:lnTo>
                            <a:pt x="35489" y="123715"/>
                          </a:lnTo>
                          <a:lnTo>
                            <a:pt x="0" y="123715"/>
                          </a:lnTo>
                          <a:close/>
                        </a:path>
                      </a:pathLst>
                    </a:custGeom>
                    <a:solidFill>
                      <a:srgbClr val="B4AED3"/>
                    </a:solidFill>
                    <a:ln w="2249" cap="flat">
                      <a:noFill/>
                      <a:prstDash val="solid"/>
                      <a:miter/>
                    </a:ln>
                  </p:spPr>
                  <p:txBody>
                    <a:bodyPr rtlCol="0" anchor="ctr"/>
                    <a:lstStyle/>
                    <a:p>
                      <a:endParaRPr lang="en-US"/>
                    </a:p>
                  </p:txBody>
                </p:sp>
                <p:sp>
                  <p:nvSpPr>
                    <p:cNvPr id="3603" name="Freeform 3602">
                      <a:extLst>
                        <a:ext uri="{FF2B5EF4-FFF2-40B4-BE49-F238E27FC236}">
                          <a16:creationId xmlns:a16="http://schemas.microsoft.com/office/drawing/2014/main" id="{4999EEDE-6164-13DD-AC3E-3849CE8FD7D8}"/>
                        </a:ext>
                      </a:extLst>
                    </p:cNvPr>
                    <p:cNvSpPr/>
                    <p:nvPr/>
                  </p:nvSpPr>
                  <p:spPr>
                    <a:xfrm>
                      <a:off x="7499946" y="5032341"/>
                      <a:ext cx="132858" cy="463156"/>
                    </a:xfrm>
                    <a:custGeom>
                      <a:avLst/>
                      <a:gdLst>
                        <a:gd name="connsiteX0" fmla="*/ 0 w 35488"/>
                        <a:gd name="connsiteY0" fmla="*/ 0 h 123715"/>
                        <a:gd name="connsiteX1" fmla="*/ 35489 w 35488"/>
                        <a:gd name="connsiteY1" fmla="*/ 0 h 123715"/>
                        <a:gd name="connsiteX2" fmla="*/ 35489 w 35488"/>
                        <a:gd name="connsiteY2" fmla="*/ 123715 h 123715"/>
                        <a:gd name="connsiteX3" fmla="*/ 0 w 35488"/>
                        <a:gd name="connsiteY3" fmla="*/ 123715 h 123715"/>
                      </a:gdLst>
                      <a:ahLst/>
                      <a:cxnLst>
                        <a:cxn ang="0">
                          <a:pos x="connsiteX0" y="connsiteY0"/>
                        </a:cxn>
                        <a:cxn ang="0">
                          <a:pos x="connsiteX1" y="connsiteY1"/>
                        </a:cxn>
                        <a:cxn ang="0">
                          <a:pos x="connsiteX2" y="connsiteY2"/>
                        </a:cxn>
                        <a:cxn ang="0">
                          <a:pos x="connsiteX3" y="connsiteY3"/>
                        </a:cxn>
                      </a:cxnLst>
                      <a:rect l="l" t="t" r="r" b="b"/>
                      <a:pathLst>
                        <a:path w="35488" h="123715">
                          <a:moveTo>
                            <a:pt x="0" y="0"/>
                          </a:moveTo>
                          <a:lnTo>
                            <a:pt x="35489" y="0"/>
                          </a:lnTo>
                          <a:lnTo>
                            <a:pt x="35489" y="123715"/>
                          </a:lnTo>
                          <a:lnTo>
                            <a:pt x="0" y="123715"/>
                          </a:lnTo>
                          <a:close/>
                        </a:path>
                      </a:pathLst>
                    </a:custGeom>
                    <a:noFill/>
                    <a:ln w="4498" cap="flat">
                      <a:solidFill>
                        <a:srgbClr val="000000"/>
                      </a:solidFill>
                      <a:prstDash val="solid"/>
                      <a:miter/>
                    </a:ln>
                  </p:spPr>
                  <p:txBody>
                    <a:bodyPr rtlCol="0" anchor="ctr"/>
                    <a:lstStyle/>
                    <a:p>
                      <a:endParaRPr lang="en-US"/>
                    </a:p>
                  </p:txBody>
                </p:sp>
                <p:sp>
                  <p:nvSpPr>
                    <p:cNvPr id="3604" name="Freeform 3603">
                      <a:extLst>
                        <a:ext uri="{FF2B5EF4-FFF2-40B4-BE49-F238E27FC236}">
                          <a16:creationId xmlns:a16="http://schemas.microsoft.com/office/drawing/2014/main" id="{9638B97A-8A4F-9B7E-1F7F-392DBD6958D0}"/>
                        </a:ext>
                      </a:extLst>
                    </p:cNvPr>
                    <p:cNvSpPr/>
                    <p:nvPr/>
                  </p:nvSpPr>
                  <p:spPr>
                    <a:xfrm>
                      <a:off x="7499946" y="5272718"/>
                      <a:ext cx="132775" cy="8416"/>
                    </a:xfrm>
                    <a:custGeom>
                      <a:avLst/>
                      <a:gdLst>
                        <a:gd name="connsiteX0" fmla="*/ 0 w 35466"/>
                        <a:gd name="connsiteY0" fmla="*/ 0 h 2248"/>
                        <a:gd name="connsiteX1" fmla="*/ 35466 w 35466"/>
                        <a:gd name="connsiteY1" fmla="*/ 0 h 2248"/>
                      </a:gdLst>
                      <a:ahLst/>
                      <a:cxnLst>
                        <a:cxn ang="0">
                          <a:pos x="connsiteX0" y="connsiteY0"/>
                        </a:cxn>
                        <a:cxn ang="0">
                          <a:pos x="connsiteX1" y="connsiteY1"/>
                        </a:cxn>
                      </a:cxnLst>
                      <a:rect l="l" t="t" r="r" b="b"/>
                      <a:pathLst>
                        <a:path w="35466" h="2248">
                          <a:moveTo>
                            <a:pt x="0" y="0"/>
                          </a:moveTo>
                          <a:lnTo>
                            <a:pt x="35466" y="0"/>
                          </a:lnTo>
                        </a:path>
                      </a:pathLst>
                    </a:custGeom>
                    <a:ln w="4498" cap="flat">
                      <a:solidFill>
                        <a:srgbClr val="000000"/>
                      </a:solidFill>
                      <a:prstDash val="solid"/>
                      <a:round/>
                    </a:ln>
                  </p:spPr>
                  <p:txBody>
                    <a:bodyPr rtlCol="0" anchor="ctr"/>
                    <a:lstStyle/>
                    <a:p>
                      <a:endParaRPr lang="en-US"/>
                    </a:p>
                  </p:txBody>
                </p:sp>
              </p:grpSp>
              <p:sp>
                <p:nvSpPr>
                  <p:cNvPr id="3549" name="Freeform 3548">
                    <a:extLst>
                      <a:ext uri="{FF2B5EF4-FFF2-40B4-BE49-F238E27FC236}">
                        <a16:creationId xmlns:a16="http://schemas.microsoft.com/office/drawing/2014/main" id="{D2FA2981-EBFC-0C2C-2205-AB5A62045161}"/>
                      </a:ext>
                    </a:extLst>
                  </p:cNvPr>
                  <p:cNvSpPr/>
                  <p:nvPr/>
                </p:nvSpPr>
                <p:spPr>
                  <a:xfrm>
                    <a:off x="7622452" y="3802505"/>
                    <a:ext cx="1107079" cy="55568"/>
                  </a:xfrm>
                  <a:custGeom>
                    <a:avLst/>
                    <a:gdLst>
                      <a:gd name="connsiteX0" fmla="*/ 0 w 295715"/>
                      <a:gd name="connsiteY0" fmla="*/ 14843 h 14843"/>
                      <a:gd name="connsiteX1" fmla="*/ 0 w 295715"/>
                      <a:gd name="connsiteY1" fmla="*/ 0 h 14843"/>
                      <a:gd name="connsiteX2" fmla="*/ 295716 w 295715"/>
                      <a:gd name="connsiteY2" fmla="*/ 0 h 14843"/>
                      <a:gd name="connsiteX3" fmla="*/ 295716 w 295715"/>
                      <a:gd name="connsiteY3" fmla="*/ 14843 h 14843"/>
                    </a:gdLst>
                    <a:ahLst/>
                    <a:cxnLst>
                      <a:cxn ang="0">
                        <a:pos x="connsiteX0" y="connsiteY0"/>
                      </a:cxn>
                      <a:cxn ang="0">
                        <a:pos x="connsiteX1" y="connsiteY1"/>
                      </a:cxn>
                      <a:cxn ang="0">
                        <a:pos x="connsiteX2" y="connsiteY2"/>
                      </a:cxn>
                      <a:cxn ang="0">
                        <a:pos x="connsiteX3" y="connsiteY3"/>
                      </a:cxn>
                    </a:cxnLst>
                    <a:rect l="l" t="t" r="r" b="b"/>
                    <a:pathLst>
                      <a:path w="295715" h="14843">
                        <a:moveTo>
                          <a:pt x="0" y="14843"/>
                        </a:moveTo>
                        <a:lnTo>
                          <a:pt x="0" y="0"/>
                        </a:lnTo>
                        <a:lnTo>
                          <a:pt x="295716" y="0"/>
                        </a:lnTo>
                        <a:lnTo>
                          <a:pt x="295716" y="14843"/>
                        </a:lnTo>
                      </a:path>
                    </a:pathLst>
                  </a:custGeom>
                  <a:noFill/>
                  <a:ln w="4498" cap="flat">
                    <a:solidFill>
                      <a:srgbClr val="000000"/>
                    </a:solidFill>
                    <a:prstDash val="solid"/>
                    <a:round/>
                  </a:ln>
                </p:spPr>
                <p:txBody>
                  <a:bodyPr rtlCol="0" anchor="ctr"/>
                  <a:lstStyle/>
                  <a:p>
                    <a:endParaRPr lang="en-US"/>
                  </a:p>
                </p:txBody>
              </p:sp>
              <p:grpSp>
                <p:nvGrpSpPr>
                  <p:cNvPr id="3550" name="Graphic 4479">
                    <a:extLst>
                      <a:ext uri="{FF2B5EF4-FFF2-40B4-BE49-F238E27FC236}">
                        <a16:creationId xmlns:a16="http://schemas.microsoft.com/office/drawing/2014/main" id="{3EFB1056-3C61-9D27-C989-A8CBBD006FBA}"/>
                      </a:ext>
                    </a:extLst>
                  </p:cNvPr>
                  <p:cNvGrpSpPr/>
                  <p:nvPr/>
                </p:nvGrpSpPr>
                <p:grpSpPr>
                  <a:xfrm>
                    <a:off x="8063210" y="3676547"/>
                    <a:ext cx="272286" cy="72239"/>
                    <a:chOff x="5103535" y="2312122"/>
                    <a:chExt cx="72731" cy="19296"/>
                  </a:xfrm>
                  <a:solidFill>
                    <a:srgbClr val="000000"/>
                  </a:solidFill>
                </p:grpSpPr>
                <p:sp>
                  <p:nvSpPr>
                    <p:cNvPr id="3567" name="Freeform 3566">
                      <a:extLst>
                        <a:ext uri="{FF2B5EF4-FFF2-40B4-BE49-F238E27FC236}">
                          <a16:creationId xmlns:a16="http://schemas.microsoft.com/office/drawing/2014/main" id="{DD71A508-55AD-F547-1F20-31E28193FAAB}"/>
                        </a:ext>
                      </a:extLst>
                    </p:cNvPr>
                    <p:cNvSpPr/>
                    <p:nvPr/>
                  </p:nvSpPr>
                  <p:spPr>
                    <a:xfrm>
                      <a:off x="5103535" y="2312122"/>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9 w 20240"/>
                        <a:gd name="connsiteY4" fmla="*/ 5060 h 19296"/>
                        <a:gd name="connsiteX5" fmla="*/ 20241 w 20240"/>
                        <a:gd name="connsiteY5" fmla="*/ 8029 h 19296"/>
                        <a:gd name="connsiteX6" fmla="*/ 12549 w 20240"/>
                        <a:gd name="connsiteY6" fmla="*/ 10525 h 19296"/>
                        <a:gd name="connsiteX7" fmla="*/ 17610 w 20240"/>
                        <a:gd name="connsiteY7" fmla="*/ 17677 h 19296"/>
                        <a:gd name="connsiteX8" fmla="*/ 14978 w 20240"/>
                        <a:gd name="connsiteY8" fmla="*/ 19296 h 19296"/>
                        <a:gd name="connsiteX9" fmla="*/ 9986 w 20240"/>
                        <a:gd name="connsiteY9" fmla="*/ 12009 h 19296"/>
                        <a:gd name="connsiteX10" fmla="*/ 4723 w 20240"/>
                        <a:gd name="connsiteY10" fmla="*/ 19161 h 19296"/>
                        <a:gd name="connsiteX11" fmla="*/ 2362 w 20240"/>
                        <a:gd name="connsiteY11" fmla="*/ 17339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9" y="5060"/>
                          </a:lnTo>
                          <a:lnTo>
                            <a:pt x="20241" y="8029"/>
                          </a:lnTo>
                          <a:lnTo>
                            <a:pt x="12549" y="10525"/>
                          </a:lnTo>
                          <a:lnTo>
                            <a:pt x="17610" y="17677"/>
                          </a:lnTo>
                          <a:lnTo>
                            <a:pt x="14978" y="19296"/>
                          </a:lnTo>
                          <a:lnTo>
                            <a:pt x="9986" y="12009"/>
                          </a:lnTo>
                          <a:lnTo>
                            <a:pt x="4723" y="19161"/>
                          </a:lnTo>
                          <a:lnTo>
                            <a:pt x="2362" y="17339"/>
                          </a:lnTo>
                          <a:lnTo>
                            <a:pt x="7556" y="10525"/>
                          </a:lnTo>
                          <a:lnTo>
                            <a:pt x="0" y="7826"/>
                          </a:lnTo>
                          <a:lnTo>
                            <a:pt x="1215" y="4993"/>
                          </a:lnTo>
                          <a:lnTo>
                            <a:pt x="8703" y="7894"/>
                          </a:lnTo>
                          <a:close/>
                        </a:path>
                      </a:pathLst>
                    </a:custGeom>
                    <a:solidFill>
                      <a:srgbClr val="000000"/>
                    </a:solidFill>
                    <a:ln w="2249" cap="flat">
                      <a:noFill/>
                      <a:prstDash val="solid"/>
                      <a:miter/>
                    </a:ln>
                  </p:spPr>
                  <p:txBody>
                    <a:bodyPr rtlCol="0" anchor="ctr"/>
                    <a:lstStyle/>
                    <a:p>
                      <a:endParaRPr lang="en-US"/>
                    </a:p>
                  </p:txBody>
                </p:sp>
                <p:sp>
                  <p:nvSpPr>
                    <p:cNvPr id="3568" name="Freeform 3567">
                      <a:extLst>
                        <a:ext uri="{FF2B5EF4-FFF2-40B4-BE49-F238E27FC236}">
                          <a16:creationId xmlns:a16="http://schemas.microsoft.com/office/drawing/2014/main" id="{C233FB6D-BD1D-6463-996D-A034E7B11BB7}"/>
                        </a:ext>
                      </a:extLst>
                    </p:cNvPr>
                    <p:cNvSpPr/>
                    <p:nvPr/>
                  </p:nvSpPr>
                  <p:spPr>
                    <a:xfrm>
                      <a:off x="5129781" y="2312122"/>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8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1 w 20240"/>
                        <a:gd name="connsiteY11" fmla="*/ 17339 h 19296"/>
                        <a:gd name="connsiteX12" fmla="*/ 7556 w 20240"/>
                        <a:gd name="connsiteY12" fmla="*/ 10525 h 19296"/>
                        <a:gd name="connsiteX13" fmla="*/ 0 w 20240"/>
                        <a:gd name="connsiteY13" fmla="*/ 7826 h 19296"/>
                        <a:gd name="connsiteX14" fmla="*/ 1214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8" y="5060"/>
                          </a:lnTo>
                          <a:lnTo>
                            <a:pt x="20241" y="8029"/>
                          </a:lnTo>
                          <a:lnTo>
                            <a:pt x="12549" y="10525"/>
                          </a:lnTo>
                          <a:lnTo>
                            <a:pt x="17609" y="17677"/>
                          </a:lnTo>
                          <a:lnTo>
                            <a:pt x="14978" y="19296"/>
                          </a:lnTo>
                          <a:lnTo>
                            <a:pt x="9985" y="12009"/>
                          </a:lnTo>
                          <a:lnTo>
                            <a:pt x="4723" y="19161"/>
                          </a:lnTo>
                          <a:lnTo>
                            <a:pt x="2361" y="17339"/>
                          </a:lnTo>
                          <a:lnTo>
                            <a:pt x="7556" y="10525"/>
                          </a:lnTo>
                          <a:lnTo>
                            <a:pt x="0" y="7826"/>
                          </a:lnTo>
                          <a:lnTo>
                            <a:pt x="1214" y="4993"/>
                          </a:lnTo>
                          <a:lnTo>
                            <a:pt x="8703" y="7894"/>
                          </a:lnTo>
                          <a:close/>
                        </a:path>
                      </a:pathLst>
                    </a:custGeom>
                    <a:solidFill>
                      <a:srgbClr val="000000"/>
                    </a:solidFill>
                    <a:ln w="2249" cap="flat">
                      <a:noFill/>
                      <a:prstDash val="solid"/>
                      <a:miter/>
                    </a:ln>
                  </p:spPr>
                  <p:txBody>
                    <a:bodyPr rtlCol="0" anchor="ctr"/>
                    <a:lstStyle/>
                    <a:p>
                      <a:endParaRPr lang="en-US"/>
                    </a:p>
                  </p:txBody>
                </p:sp>
                <p:sp>
                  <p:nvSpPr>
                    <p:cNvPr id="3569" name="Freeform 3568">
                      <a:extLst>
                        <a:ext uri="{FF2B5EF4-FFF2-40B4-BE49-F238E27FC236}">
                          <a16:creationId xmlns:a16="http://schemas.microsoft.com/office/drawing/2014/main" id="{766A28E5-34E7-39E0-E294-979D668CF1F0}"/>
                        </a:ext>
                      </a:extLst>
                    </p:cNvPr>
                    <p:cNvSpPr/>
                    <p:nvPr/>
                  </p:nvSpPr>
                  <p:spPr>
                    <a:xfrm>
                      <a:off x="5156026" y="2312122"/>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9 w 20240"/>
                        <a:gd name="connsiteY4" fmla="*/ 5060 h 19296"/>
                        <a:gd name="connsiteX5" fmla="*/ 20241 w 20240"/>
                        <a:gd name="connsiteY5" fmla="*/ 8029 h 19296"/>
                        <a:gd name="connsiteX6" fmla="*/ 12549 w 20240"/>
                        <a:gd name="connsiteY6" fmla="*/ 10525 h 19296"/>
                        <a:gd name="connsiteX7" fmla="*/ 17610 w 20240"/>
                        <a:gd name="connsiteY7" fmla="*/ 17677 h 19296"/>
                        <a:gd name="connsiteX8" fmla="*/ 14978 w 20240"/>
                        <a:gd name="connsiteY8" fmla="*/ 19296 h 19296"/>
                        <a:gd name="connsiteX9" fmla="*/ 9986 w 20240"/>
                        <a:gd name="connsiteY9" fmla="*/ 12009 h 19296"/>
                        <a:gd name="connsiteX10" fmla="*/ 4723 w 20240"/>
                        <a:gd name="connsiteY10" fmla="*/ 19161 h 19296"/>
                        <a:gd name="connsiteX11" fmla="*/ 2362 w 20240"/>
                        <a:gd name="connsiteY11" fmla="*/ 17339 h 19296"/>
                        <a:gd name="connsiteX12" fmla="*/ 7557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9" y="5060"/>
                          </a:lnTo>
                          <a:lnTo>
                            <a:pt x="20241" y="8029"/>
                          </a:lnTo>
                          <a:lnTo>
                            <a:pt x="12549" y="10525"/>
                          </a:lnTo>
                          <a:lnTo>
                            <a:pt x="17610" y="17677"/>
                          </a:lnTo>
                          <a:lnTo>
                            <a:pt x="14978" y="19296"/>
                          </a:lnTo>
                          <a:lnTo>
                            <a:pt x="9986" y="12009"/>
                          </a:lnTo>
                          <a:lnTo>
                            <a:pt x="4723" y="19161"/>
                          </a:lnTo>
                          <a:lnTo>
                            <a:pt x="2362" y="17339"/>
                          </a:lnTo>
                          <a:lnTo>
                            <a:pt x="7557" y="10525"/>
                          </a:lnTo>
                          <a:lnTo>
                            <a:pt x="0" y="7826"/>
                          </a:lnTo>
                          <a:lnTo>
                            <a:pt x="1215" y="4993"/>
                          </a:lnTo>
                          <a:lnTo>
                            <a:pt x="8703" y="7894"/>
                          </a:lnTo>
                          <a:close/>
                        </a:path>
                      </a:pathLst>
                    </a:custGeom>
                    <a:solidFill>
                      <a:srgbClr val="000000"/>
                    </a:solidFill>
                    <a:ln w="2249" cap="flat">
                      <a:noFill/>
                      <a:prstDash val="solid"/>
                      <a:miter/>
                    </a:ln>
                  </p:spPr>
                  <p:txBody>
                    <a:bodyPr rtlCol="0" anchor="ctr"/>
                    <a:lstStyle/>
                    <a:p>
                      <a:endParaRPr lang="en-US"/>
                    </a:p>
                  </p:txBody>
                </p:sp>
              </p:grpSp>
              <p:sp>
                <p:nvSpPr>
                  <p:cNvPr id="3551" name="Freeform 3550">
                    <a:extLst>
                      <a:ext uri="{FF2B5EF4-FFF2-40B4-BE49-F238E27FC236}">
                        <a16:creationId xmlns:a16="http://schemas.microsoft.com/office/drawing/2014/main" id="{DC9A1FD0-EF93-18B1-2D12-A2AD84D7960D}"/>
                      </a:ext>
                    </a:extLst>
                  </p:cNvPr>
                  <p:cNvSpPr/>
                  <p:nvPr/>
                </p:nvSpPr>
                <p:spPr>
                  <a:xfrm>
                    <a:off x="7622452" y="3390368"/>
                    <a:ext cx="2214075" cy="55482"/>
                  </a:xfrm>
                  <a:custGeom>
                    <a:avLst/>
                    <a:gdLst>
                      <a:gd name="connsiteX0" fmla="*/ 0 w 591408"/>
                      <a:gd name="connsiteY0" fmla="*/ 14821 h 14820"/>
                      <a:gd name="connsiteX1" fmla="*/ 0 w 591408"/>
                      <a:gd name="connsiteY1" fmla="*/ 0 h 14820"/>
                      <a:gd name="connsiteX2" fmla="*/ 591409 w 591408"/>
                      <a:gd name="connsiteY2" fmla="*/ 0 h 14820"/>
                      <a:gd name="connsiteX3" fmla="*/ 591409 w 591408"/>
                      <a:gd name="connsiteY3" fmla="*/ 14821 h 14820"/>
                    </a:gdLst>
                    <a:ahLst/>
                    <a:cxnLst>
                      <a:cxn ang="0">
                        <a:pos x="connsiteX0" y="connsiteY0"/>
                      </a:cxn>
                      <a:cxn ang="0">
                        <a:pos x="connsiteX1" y="connsiteY1"/>
                      </a:cxn>
                      <a:cxn ang="0">
                        <a:pos x="connsiteX2" y="connsiteY2"/>
                      </a:cxn>
                      <a:cxn ang="0">
                        <a:pos x="connsiteX3" y="connsiteY3"/>
                      </a:cxn>
                    </a:cxnLst>
                    <a:rect l="l" t="t" r="r" b="b"/>
                    <a:pathLst>
                      <a:path w="591408" h="14820">
                        <a:moveTo>
                          <a:pt x="0" y="14821"/>
                        </a:moveTo>
                        <a:lnTo>
                          <a:pt x="0" y="0"/>
                        </a:lnTo>
                        <a:lnTo>
                          <a:pt x="591409" y="0"/>
                        </a:lnTo>
                        <a:lnTo>
                          <a:pt x="591409" y="14821"/>
                        </a:lnTo>
                      </a:path>
                    </a:pathLst>
                  </a:custGeom>
                  <a:noFill/>
                  <a:ln w="4498" cap="flat">
                    <a:solidFill>
                      <a:srgbClr val="000000"/>
                    </a:solidFill>
                    <a:prstDash val="solid"/>
                    <a:round/>
                  </a:ln>
                </p:spPr>
                <p:txBody>
                  <a:bodyPr rtlCol="0" anchor="ctr"/>
                  <a:lstStyle/>
                  <a:p>
                    <a:endParaRPr lang="en-US"/>
                  </a:p>
                </p:txBody>
              </p:sp>
              <p:grpSp>
                <p:nvGrpSpPr>
                  <p:cNvPr id="3552" name="Graphic 4479">
                    <a:extLst>
                      <a:ext uri="{FF2B5EF4-FFF2-40B4-BE49-F238E27FC236}">
                        <a16:creationId xmlns:a16="http://schemas.microsoft.com/office/drawing/2014/main" id="{542CAAAE-0927-6557-E8BB-BF485988D491}"/>
                      </a:ext>
                    </a:extLst>
                  </p:cNvPr>
                  <p:cNvGrpSpPr/>
                  <p:nvPr/>
                </p:nvGrpSpPr>
                <p:grpSpPr>
                  <a:xfrm>
                    <a:off x="8616710" y="3306426"/>
                    <a:ext cx="272286" cy="72239"/>
                    <a:chOff x="5251382" y="2213258"/>
                    <a:chExt cx="72731" cy="19296"/>
                  </a:xfrm>
                  <a:solidFill>
                    <a:srgbClr val="000000"/>
                  </a:solidFill>
                </p:grpSpPr>
                <p:sp>
                  <p:nvSpPr>
                    <p:cNvPr id="3564" name="Freeform 3563">
                      <a:extLst>
                        <a:ext uri="{FF2B5EF4-FFF2-40B4-BE49-F238E27FC236}">
                          <a16:creationId xmlns:a16="http://schemas.microsoft.com/office/drawing/2014/main" id="{EA77F9BB-3745-85A5-775B-88B4AB533220}"/>
                        </a:ext>
                      </a:extLst>
                    </p:cNvPr>
                    <p:cNvSpPr/>
                    <p:nvPr/>
                  </p:nvSpPr>
                  <p:spPr>
                    <a:xfrm>
                      <a:off x="5251382" y="2213258"/>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9 w 20240"/>
                        <a:gd name="connsiteY4" fmla="*/ 5060 h 19296"/>
                        <a:gd name="connsiteX5" fmla="*/ 20241 w 20240"/>
                        <a:gd name="connsiteY5" fmla="*/ 8029 h 19296"/>
                        <a:gd name="connsiteX6" fmla="*/ 12549 w 20240"/>
                        <a:gd name="connsiteY6" fmla="*/ 10525 h 19296"/>
                        <a:gd name="connsiteX7" fmla="*/ 17610 w 20240"/>
                        <a:gd name="connsiteY7" fmla="*/ 17677 h 19296"/>
                        <a:gd name="connsiteX8" fmla="*/ 14978 w 20240"/>
                        <a:gd name="connsiteY8" fmla="*/ 19296 h 19296"/>
                        <a:gd name="connsiteX9" fmla="*/ 9986 w 20240"/>
                        <a:gd name="connsiteY9" fmla="*/ 12009 h 19296"/>
                        <a:gd name="connsiteX10" fmla="*/ 4723 w 20240"/>
                        <a:gd name="connsiteY10" fmla="*/ 19161 h 19296"/>
                        <a:gd name="connsiteX11" fmla="*/ 2362 w 20240"/>
                        <a:gd name="connsiteY11" fmla="*/ 17339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9" y="5060"/>
                          </a:lnTo>
                          <a:lnTo>
                            <a:pt x="20241" y="8029"/>
                          </a:lnTo>
                          <a:lnTo>
                            <a:pt x="12549" y="10525"/>
                          </a:lnTo>
                          <a:lnTo>
                            <a:pt x="17610" y="17677"/>
                          </a:lnTo>
                          <a:lnTo>
                            <a:pt x="14978" y="19296"/>
                          </a:lnTo>
                          <a:lnTo>
                            <a:pt x="9986" y="12009"/>
                          </a:lnTo>
                          <a:lnTo>
                            <a:pt x="4723" y="19161"/>
                          </a:lnTo>
                          <a:lnTo>
                            <a:pt x="2362" y="17339"/>
                          </a:lnTo>
                          <a:lnTo>
                            <a:pt x="7556" y="10525"/>
                          </a:lnTo>
                          <a:lnTo>
                            <a:pt x="0" y="7826"/>
                          </a:lnTo>
                          <a:lnTo>
                            <a:pt x="1215" y="4993"/>
                          </a:lnTo>
                          <a:lnTo>
                            <a:pt x="8703" y="7894"/>
                          </a:lnTo>
                          <a:close/>
                        </a:path>
                      </a:pathLst>
                    </a:custGeom>
                    <a:solidFill>
                      <a:srgbClr val="000000"/>
                    </a:solidFill>
                    <a:ln w="2249" cap="flat">
                      <a:noFill/>
                      <a:prstDash val="solid"/>
                      <a:miter/>
                    </a:ln>
                  </p:spPr>
                  <p:txBody>
                    <a:bodyPr rtlCol="0" anchor="ctr"/>
                    <a:lstStyle/>
                    <a:p>
                      <a:endParaRPr lang="en-US"/>
                    </a:p>
                  </p:txBody>
                </p:sp>
                <p:sp>
                  <p:nvSpPr>
                    <p:cNvPr id="3565" name="Freeform 3564">
                      <a:extLst>
                        <a:ext uri="{FF2B5EF4-FFF2-40B4-BE49-F238E27FC236}">
                          <a16:creationId xmlns:a16="http://schemas.microsoft.com/office/drawing/2014/main" id="{2C8B0B95-4BC6-83D5-4CF0-8A14B44E95ED}"/>
                        </a:ext>
                      </a:extLst>
                    </p:cNvPr>
                    <p:cNvSpPr/>
                    <p:nvPr/>
                  </p:nvSpPr>
                  <p:spPr>
                    <a:xfrm>
                      <a:off x="5277627" y="2213258"/>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8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1 w 20240"/>
                        <a:gd name="connsiteY11" fmla="*/ 17339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8" y="5060"/>
                          </a:lnTo>
                          <a:lnTo>
                            <a:pt x="20241" y="8029"/>
                          </a:lnTo>
                          <a:lnTo>
                            <a:pt x="12549" y="10525"/>
                          </a:lnTo>
                          <a:lnTo>
                            <a:pt x="17609" y="17677"/>
                          </a:lnTo>
                          <a:lnTo>
                            <a:pt x="14978" y="19296"/>
                          </a:lnTo>
                          <a:lnTo>
                            <a:pt x="9985" y="12009"/>
                          </a:lnTo>
                          <a:lnTo>
                            <a:pt x="4723" y="19161"/>
                          </a:lnTo>
                          <a:lnTo>
                            <a:pt x="2361" y="17339"/>
                          </a:lnTo>
                          <a:lnTo>
                            <a:pt x="7556" y="10525"/>
                          </a:lnTo>
                          <a:lnTo>
                            <a:pt x="0" y="7826"/>
                          </a:lnTo>
                          <a:lnTo>
                            <a:pt x="1215" y="4993"/>
                          </a:lnTo>
                          <a:lnTo>
                            <a:pt x="8703" y="7894"/>
                          </a:lnTo>
                          <a:close/>
                        </a:path>
                      </a:pathLst>
                    </a:custGeom>
                    <a:solidFill>
                      <a:srgbClr val="000000"/>
                    </a:solidFill>
                    <a:ln w="2249" cap="flat">
                      <a:noFill/>
                      <a:prstDash val="solid"/>
                      <a:miter/>
                    </a:ln>
                  </p:spPr>
                  <p:txBody>
                    <a:bodyPr rtlCol="0" anchor="ctr"/>
                    <a:lstStyle/>
                    <a:p>
                      <a:endParaRPr lang="en-US"/>
                    </a:p>
                  </p:txBody>
                </p:sp>
                <p:sp>
                  <p:nvSpPr>
                    <p:cNvPr id="3566" name="Freeform 3565">
                      <a:extLst>
                        <a:ext uri="{FF2B5EF4-FFF2-40B4-BE49-F238E27FC236}">
                          <a16:creationId xmlns:a16="http://schemas.microsoft.com/office/drawing/2014/main" id="{729D5FA5-E3BA-FE8F-FED0-4D9C8C847A2D}"/>
                        </a:ext>
                      </a:extLst>
                    </p:cNvPr>
                    <p:cNvSpPr/>
                    <p:nvPr/>
                  </p:nvSpPr>
                  <p:spPr>
                    <a:xfrm>
                      <a:off x="5303873" y="2213258"/>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8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1 w 20240"/>
                        <a:gd name="connsiteY11" fmla="*/ 17339 h 19296"/>
                        <a:gd name="connsiteX12" fmla="*/ 7556 w 20240"/>
                        <a:gd name="connsiteY12" fmla="*/ 10525 h 19296"/>
                        <a:gd name="connsiteX13" fmla="*/ 0 w 20240"/>
                        <a:gd name="connsiteY13" fmla="*/ 7826 h 19296"/>
                        <a:gd name="connsiteX14" fmla="*/ 1214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8" y="5060"/>
                          </a:lnTo>
                          <a:lnTo>
                            <a:pt x="20241" y="8029"/>
                          </a:lnTo>
                          <a:lnTo>
                            <a:pt x="12549" y="10525"/>
                          </a:lnTo>
                          <a:lnTo>
                            <a:pt x="17609" y="17677"/>
                          </a:lnTo>
                          <a:lnTo>
                            <a:pt x="14978" y="19296"/>
                          </a:lnTo>
                          <a:lnTo>
                            <a:pt x="9985" y="12009"/>
                          </a:lnTo>
                          <a:lnTo>
                            <a:pt x="4723" y="19161"/>
                          </a:lnTo>
                          <a:lnTo>
                            <a:pt x="2361" y="17339"/>
                          </a:lnTo>
                          <a:lnTo>
                            <a:pt x="7556" y="10525"/>
                          </a:lnTo>
                          <a:lnTo>
                            <a:pt x="0" y="7826"/>
                          </a:lnTo>
                          <a:lnTo>
                            <a:pt x="1214" y="4993"/>
                          </a:lnTo>
                          <a:lnTo>
                            <a:pt x="8703" y="7894"/>
                          </a:lnTo>
                          <a:close/>
                        </a:path>
                      </a:pathLst>
                    </a:custGeom>
                    <a:solidFill>
                      <a:srgbClr val="000000"/>
                    </a:solidFill>
                    <a:ln w="2249" cap="flat">
                      <a:noFill/>
                      <a:prstDash val="solid"/>
                      <a:miter/>
                    </a:ln>
                  </p:spPr>
                  <p:txBody>
                    <a:bodyPr rtlCol="0" anchor="ctr"/>
                    <a:lstStyle/>
                    <a:p>
                      <a:endParaRPr lang="en-US"/>
                    </a:p>
                  </p:txBody>
                </p:sp>
              </p:grpSp>
              <p:grpSp>
                <p:nvGrpSpPr>
                  <p:cNvPr id="3553" name="Graphic 4479">
                    <a:extLst>
                      <a:ext uri="{FF2B5EF4-FFF2-40B4-BE49-F238E27FC236}">
                        <a16:creationId xmlns:a16="http://schemas.microsoft.com/office/drawing/2014/main" id="{1C99E1CA-F09B-7CF0-6E42-F298A17ED8F1}"/>
                      </a:ext>
                    </a:extLst>
                  </p:cNvPr>
                  <p:cNvGrpSpPr/>
                  <p:nvPr/>
                </p:nvGrpSpPr>
                <p:grpSpPr>
                  <a:xfrm>
                    <a:off x="8183863" y="3935111"/>
                    <a:ext cx="1080558" cy="214864"/>
                    <a:chOff x="5135763" y="2381188"/>
                    <a:chExt cx="288631" cy="57393"/>
                  </a:xfrm>
                  <a:solidFill>
                    <a:srgbClr val="231F20"/>
                  </a:solidFill>
                </p:grpSpPr>
                <p:sp>
                  <p:nvSpPr>
                    <p:cNvPr id="3554" name="Freeform 3553">
                      <a:extLst>
                        <a:ext uri="{FF2B5EF4-FFF2-40B4-BE49-F238E27FC236}">
                          <a16:creationId xmlns:a16="http://schemas.microsoft.com/office/drawing/2014/main" id="{24C10764-2D56-C760-4421-E11D74519D4D}"/>
                        </a:ext>
                      </a:extLst>
                    </p:cNvPr>
                    <p:cNvSpPr/>
                    <p:nvPr/>
                  </p:nvSpPr>
                  <p:spPr>
                    <a:xfrm>
                      <a:off x="5135763" y="2381188"/>
                      <a:ext cx="28561" cy="38861"/>
                    </a:xfrm>
                    <a:custGeom>
                      <a:avLst/>
                      <a:gdLst>
                        <a:gd name="connsiteX0" fmla="*/ 0 w 28561"/>
                        <a:gd name="connsiteY0" fmla="*/ 38862 h 38861"/>
                        <a:gd name="connsiteX1" fmla="*/ 0 w 28561"/>
                        <a:gd name="connsiteY1" fmla="*/ 0 h 38861"/>
                        <a:gd name="connsiteX2" fmla="*/ 14033 w 28561"/>
                        <a:gd name="connsiteY2" fmla="*/ 0 h 38861"/>
                        <a:gd name="connsiteX3" fmla="*/ 19858 w 28561"/>
                        <a:gd name="connsiteY3" fmla="*/ 697 h 38861"/>
                        <a:gd name="connsiteX4" fmla="*/ 23816 w 28561"/>
                        <a:gd name="connsiteY4" fmla="*/ 2699 h 38861"/>
                        <a:gd name="connsiteX5" fmla="*/ 26065 w 28561"/>
                        <a:gd name="connsiteY5" fmla="*/ 5802 h 38861"/>
                        <a:gd name="connsiteX6" fmla="*/ 26762 w 28561"/>
                        <a:gd name="connsiteY6" fmla="*/ 9760 h 38861"/>
                        <a:gd name="connsiteX7" fmla="*/ 26223 w 28561"/>
                        <a:gd name="connsiteY7" fmla="*/ 13291 h 38861"/>
                        <a:gd name="connsiteX8" fmla="*/ 24828 w 28561"/>
                        <a:gd name="connsiteY8" fmla="*/ 15765 h 38861"/>
                        <a:gd name="connsiteX9" fmla="*/ 22849 w 28561"/>
                        <a:gd name="connsiteY9" fmla="*/ 17339 h 38861"/>
                        <a:gd name="connsiteX10" fmla="*/ 20555 w 28561"/>
                        <a:gd name="connsiteY10" fmla="*/ 18127 h 38861"/>
                        <a:gd name="connsiteX11" fmla="*/ 20555 w 28561"/>
                        <a:gd name="connsiteY11" fmla="*/ 18239 h 38861"/>
                        <a:gd name="connsiteX12" fmla="*/ 26583 w 28561"/>
                        <a:gd name="connsiteY12" fmla="*/ 21433 h 38861"/>
                        <a:gd name="connsiteX13" fmla="*/ 28562 w 28561"/>
                        <a:gd name="connsiteY13" fmla="*/ 27910 h 38861"/>
                        <a:gd name="connsiteX14" fmla="*/ 27617 w 28561"/>
                        <a:gd name="connsiteY14" fmla="*/ 33037 h 38861"/>
                        <a:gd name="connsiteX15" fmla="*/ 25008 w 28561"/>
                        <a:gd name="connsiteY15" fmla="*/ 36433 h 38861"/>
                        <a:gd name="connsiteX16" fmla="*/ 20983 w 28561"/>
                        <a:gd name="connsiteY16" fmla="*/ 38300 h 38861"/>
                        <a:gd name="connsiteX17" fmla="*/ 15878 w 28561"/>
                        <a:gd name="connsiteY17" fmla="*/ 38862 h 38861"/>
                        <a:gd name="connsiteX18" fmla="*/ 0 w 28561"/>
                        <a:gd name="connsiteY18" fmla="*/ 38862 h 38861"/>
                        <a:gd name="connsiteX19" fmla="*/ 3666 w 28561"/>
                        <a:gd name="connsiteY19" fmla="*/ 17160 h 38861"/>
                        <a:gd name="connsiteX20" fmla="*/ 12954 w 28561"/>
                        <a:gd name="connsiteY20" fmla="*/ 17160 h 38861"/>
                        <a:gd name="connsiteX21" fmla="*/ 17767 w 28561"/>
                        <a:gd name="connsiteY21" fmla="*/ 16665 h 38861"/>
                        <a:gd name="connsiteX22" fmla="*/ 20893 w 28561"/>
                        <a:gd name="connsiteY22" fmla="*/ 15225 h 38861"/>
                        <a:gd name="connsiteX23" fmla="*/ 22602 w 28561"/>
                        <a:gd name="connsiteY23" fmla="*/ 12909 h 38861"/>
                        <a:gd name="connsiteX24" fmla="*/ 23119 w 28561"/>
                        <a:gd name="connsiteY24" fmla="*/ 9760 h 38861"/>
                        <a:gd name="connsiteX25" fmla="*/ 22534 w 28561"/>
                        <a:gd name="connsiteY25" fmla="*/ 6657 h 38861"/>
                        <a:gd name="connsiteX26" fmla="*/ 20645 w 28561"/>
                        <a:gd name="connsiteY26" fmla="*/ 4610 h 38861"/>
                        <a:gd name="connsiteX27" fmla="*/ 17272 w 28561"/>
                        <a:gd name="connsiteY27" fmla="*/ 3486 h 38861"/>
                        <a:gd name="connsiteX28" fmla="*/ 12167 w 28561"/>
                        <a:gd name="connsiteY28" fmla="*/ 3126 h 38861"/>
                        <a:gd name="connsiteX29" fmla="*/ 3688 w 28561"/>
                        <a:gd name="connsiteY29" fmla="*/ 3126 h 38861"/>
                        <a:gd name="connsiteX30" fmla="*/ 3688 w 28561"/>
                        <a:gd name="connsiteY30" fmla="*/ 17160 h 38861"/>
                        <a:gd name="connsiteX31" fmla="*/ 3666 w 28561"/>
                        <a:gd name="connsiteY31" fmla="*/ 35736 h 38861"/>
                        <a:gd name="connsiteX32" fmla="*/ 12999 w 28561"/>
                        <a:gd name="connsiteY32" fmla="*/ 35736 h 38861"/>
                        <a:gd name="connsiteX33" fmla="*/ 18262 w 28561"/>
                        <a:gd name="connsiteY33" fmla="*/ 35466 h 38861"/>
                        <a:gd name="connsiteX34" fmla="*/ 21950 w 28561"/>
                        <a:gd name="connsiteY34" fmla="*/ 34364 h 38861"/>
                        <a:gd name="connsiteX35" fmla="*/ 24131 w 28561"/>
                        <a:gd name="connsiteY35" fmla="*/ 31980 h 38861"/>
                        <a:gd name="connsiteX36" fmla="*/ 24851 w 28561"/>
                        <a:gd name="connsiteY36" fmla="*/ 27910 h 38861"/>
                        <a:gd name="connsiteX37" fmla="*/ 24041 w 28561"/>
                        <a:gd name="connsiteY37" fmla="*/ 23996 h 38861"/>
                        <a:gd name="connsiteX38" fmla="*/ 21725 w 28561"/>
                        <a:gd name="connsiteY38" fmla="*/ 21702 h 38861"/>
                        <a:gd name="connsiteX39" fmla="*/ 18104 w 28561"/>
                        <a:gd name="connsiteY39" fmla="*/ 20600 h 38861"/>
                        <a:gd name="connsiteX40" fmla="*/ 13404 w 28561"/>
                        <a:gd name="connsiteY40" fmla="*/ 20308 h 38861"/>
                        <a:gd name="connsiteX41" fmla="*/ 3643 w 28561"/>
                        <a:gd name="connsiteY41" fmla="*/ 20308 h 38861"/>
                        <a:gd name="connsiteX42" fmla="*/ 3643 w 28561"/>
                        <a:gd name="connsiteY42" fmla="*/ 35736 h 38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8561" h="38861">
                          <a:moveTo>
                            <a:pt x="0" y="38862"/>
                          </a:moveTo>
                          <a:lnTo>
                            <a:pt x="0" y="0"/>
                          </a:lnTo>
                          <a:lnTo>
                            <a:pt x="14033" y="0"/>
                          </a:lnTo>
                          <a:cubicBezTo>
                            <a:pt x="16305" y="0"/>
                            <a:pt x="18239" y="225"/>
                            <a:pt x="19858" y="697"/>
                          </a:cubicBezTo>
                          <a:cubicBezTo>
                            <a:pt x="21477" y="1169"/>
                            <a:pt x="22804" y="1822"/>
                            <a:pt x="23816" y="2699"/>
                          </a:cubicBezTo>
                          <a:cubicBezTo>
                            <a:pt x="24851" y="3553"/>
                            <a:pt x="25593" y="4588"/>
                            <a:pt x="26065" y="5802"/>
                          </a:cubicBezTo>
                          <a:cubicBezTo>
                            <a:pt x="26538" y="7017"/>
                            <a:pt x="26762" y="8321"/>
                            <a:pt x="26762" y="9760"/>
                          </a:cubicBezTo>
                          <a:cubicBezTo>
                            <a:pt x="26762" y="11200"/>
                            <a:pt x="26583" y="12302"/>
                            <a:pt x="26223" y="13291"/>
                          </a:cubicBezTo>
                          <a:cubicBezTo>
                            <a:pt x="25863" y="14281"/>
                            <a:pt x="25391" y="15113"/>
                            <a:pt x="24828" y="15765"/>
                          </a:cubicBezTo>
                          <a:cubicBezTo>
                            <a:pt x="24266" y="16417"/>
                            <a:pt x="23592" y="16957"/>
                            <a:pt x="22849" y="17339"/>
                          </a:cubicBezTo>
                          <a:cubicBezTo>
                            <a:pt x="22107" y="17722"/>
                            <a:pt x="21343" y="17969"/>
                            <a:pt x="20555" y="18127"/>
                          </a:cubicBezTo>
                          <a:lnTo>
                            <a:pt x="20555" y="18239"/>
                          </a:lnTo>
                          <a:cubicBezTo>
                            <a:pt x="23254" y="18644"/>
                            <a:pt x="25256" y="19701"/>
                            <a:pt x="26583" y="21433"/>
                          </a:cubicBezTo>
                          <a:cubicBezTo>
                            <a:pt x="27887" y="23164"/>
                            <a:pt x="28562" y="25323"/>
                            <a:pt x="28562" y="27910"/>
                          </a:cubicBezTo>
                          <a:cubicBezTo>
                            <a:pt x="28562" y="29934"/>
                            <a:pt x="28247" y="31643"/>
                            <a:pt x="27617" y="33037"/>
                          </a:cubicBezTo>
                          <a:cubicBezTo>
                            <a:pt x="26988" y="34432"/>
                            <a:pt x="26110" y="35578"/>
                            <a:pt x="25008" y="36433"/>
                          </a:cubicBezTo>
                          <a:cubicBezTo>
                            <a:pt x="23884" y="37288"/>
                            <a:pt x="22557" y="37917"/>
                            <a:pt x="20983" y="38300"/>
                          </a:cubicBezTo>
                          <a:cubicBezTo>
                            <a:pt x="19408" y="38682"/>
                            <a:pt x="17722" y="38862"/>
                            <a:pt x="15878" y="38862"/>
                          </a:cubicBezTo>
                          <a:lnTo>
                            <a:pt x="0" y="38862"/>
                          </a:lnTo>
                          <a:close/>
                          <a:moveTo>
                            <a:pt x="3666" y="17160"/>
                          </a:moveTo>
                          <a:lnTo>
                            <a:pt x="12954" y="17160"/>
                          </a:lnTo>
                          <a:cubicBezTo>
                            <a:pt x="14866" y="17160"/>
                            <a:pt x="16462" y="17002"/>
                            <a:pt x="17767" y="16665"/>
                          </a:cubicBezTo>
                          <a:cubicBezTo>
                            <a:pt x="19071" y="16350"/>
                            <a:pt x="20106" y="15855"/>
                            <a:pt x="20893" y="15225"/>
                          </a:cubicBezTo>
                          <a:cubicBezTo>
                            <a:pt x="21680" y="14596"/>
                            <a:pt x="22242" y="13831"/>
                            <a:pt x="22602" y="12909"/>
                          </a:cubicBezTo>
                          <a:cubicBezTo>
                            <a:pt x="22939" y="11987"/>
                            <a:pt x="23119" y="10930"/>
                            <a:pt x="23119" y="9760"/>
                          </a:cubicBezTo>
                          <a:cubicBezTo>
                            <a:pt x="23119" y="8591"/>
                            <a:pt x="22917" y="7512"/>
                            <a:pt x="22534" y="6657"/>
                          </a:cubicBezTo>
                          <a:cubicBezTo>
                            <a:pt x="22130" y="5802"/>
                            <a:pt x="21500" y="5128"/>
                            <a:pt x="20645" y="4610"/>
                          </a:cubicBezTo>
                          <a:cubicBezTo>
                            <a:pt x="19791" y="4093"/>
                            <a:pt x="18666" y="3711"/>
                            <a:pt x="17272" y="3486"/>
                          </a:cubicBezTo>
                          <a:cubicBezTo>
                            <a:pt x="15878" y="3261"/>
                            <a:pt x="14191" y="3126"/>
                            <a:pt x="12167" y="3126"/>
                          </a:cubicBezTo>
                          <a:lnTo>
                            <a:pt x="3688" y="3126"/>
                          </a:lnTo>
                          <a:lnTo>
                            <a:pt x="3688" y="17160"/>
                          </a:lnTo>
                          <a:close/>
                          <a:moveTo>
                            <a:pt x="3666" y="35736"/>
                          </a:moveTo>
                          <a:lnTo>
                            <a:pt x="12999" y="35736"/>
                          </a:lnTo>
                          <a:cubicBezTo>
                            <a:pt x="15023" y="35736"/>
                            <a:pt x="16777" y="35646"/>
                            <a:pt x="18262" y="35466"/>
                          </a:cubicBezTo>
                          <a:cubicBezTo>
                            <a:pt x="19746" y="35286"/>
                            <a:pt x="20983" y="34926"/>
                            <a:pt x="21950" y="34364"/>
                          </a:cubicBezTo>
                          <a:cubicBezTo>
                            <a:pt x="22917" y="33802"/>
                            <a:pt x="23659" y="33015"/>
                            <a:pt x="24131" y="31980"/>
                          </a:cubicBezTo>
                          <a:cubicBezTo>
                            <a:pt x="24626" y="30946"/>
                            <a:pt x="24851" y="29596"/>
                            <a:pt x="24851" y="27910"/>
                          </a:cubicBezTo>
                          <a:cubicBezTo>
                            <a:pt x="24851" y="26223"/>
                            <a:pt x="24581" y="24986"/>
                            <a:pt x="24041" y="23996"/>
                          </a:cubicBezTo>
                          <a:cubicBezTo>
                            <a:pt x="23502" y="23007"/>
                            <a:pt x="22737" y="22242"/>
                            <a:pt x="21725" y="21702"/>
                          </a:cubicBezTo>
                          <a:cubicBezTo>
                            <a:pt x="20713" y="21163"/>
                            <a:pt x="19521" y="20803"/>
                            <a:pt x="18104" y="20600"/>
                          </a:cubicBezTo>
                          <a:cubicBezTo>
                            <a:pt x="16710" y="20398"/>
                            <a:pt x="15135" y="20308"/>
                            <a:pt x="13404" y="20308"/>
                          </a:cubicBezTo>
                          <a:lnTo>
                            <a:pt x="3643" y="20308"/>
                          </a:lnTo>
                          <a:lnTo>
                            <a:pt x="3643" y="35736"/>
                          </a:lnTo>
                          <a:close/>
                        </a:path>
                      </a:pathLst>
                    </a:custGeom>
                    <a:solidFill>
                      <a:srgbClr val="231F20"/>
                    </a:solidFill>
                    <a:ln w="2249" cap="flat">
                      <a:noFill/>
                      <a:prstDash val="solid"/>
                      <a:miter/>
                    </a:ln>
                  </p:spPr>
                  <p:txBody>
                    <a:bodyPr rtlCol="0" anchor="ctr"/>
                    <a:lstStyle/>
                    <a:p>
                      <a:endParaRPr lang="en-US"/>
                    </a:p>
                  </p:txBody>
                </p:sp>
                <p:sp>
                  <p:nvSpPr>
                    <p:cNvPr id="3555" name="Freeform 3554">
                      <a:extLst>
                        <a:ext uri="{FF2B5EF4-FFF2-40B4-BE49-F238E27FC236}">
                          <a16:creationId xmlns:a16="http://schemas.microsoft.com/office/drawing/2014/main" id="{00DE9499-FA75-751E-05F4-45770DD5D3B6}"/>
                        </a:ext>
                      </a:extLst>
                    </p:cNvPr>
                    <p:cNvSpPr/>
                    <p:nvPr/>
                  </p:nvSpPr>
                  <p:spPr>
                    <a:xfrm>
                      <a:off x="5171387" y="2381188"/>
                      <a:ext cx="25053" cy="38861"/>
                    </a:xfrm>
                    <a:custGeom>
                      <a:avLst/>
                      <a:gdLst>
                        <a:gd name="connsiteX0" fmla="*/ 0 w 25053"/>
                        <a:gd name="connsiteY0" fmla="*/ 38862 h 38861"/>
                        <a:gd name="connsiteX1" fmla="*/ 0 w 25053"/>
                        <a:gd name="connsiteY1" fmla="*/ 0 h 38861"/>
                        <a:gd name="connsiteX2" fmla="*/ 25053 w 25053"/>
                        <a:gd name="connsiteY2" fmla="*/ 0 h 38861"/>
                        <a:gd name="connsiteX3" fmla="*/ 25053 w 25053"/>
                        <a:gd name="connsiteY3" fmla="*/ 3126 h 38861"/>
                        <a:gd name="connsiteX4" fmla="*/ 3688 w 25053"/>
                        <a:gd name="connsiteY4" fmla="*/ 3126 h 38861"/>
                        <a:gd name="connsiteX5" fmla="*/ 3688 w 25053"/>
                        <a:gd name="connsiteY5" fmla="*/ 17160 h 38861"/>
                        <a:gd name="connsiteX6" fmla="*/ 23119 w 25053"/>
                        <a:gd name="connsiteY6" fmla="*/ 17160 h 38861"/>
                        <a:gd name="connsiteX7" fmla="*/ 23119 w 25053"/>
                        <a:gd name="connsiteY7" fmla="*/ 20286 h 38861"/>
                        <a:gd name="connsiteX8" fmla="*/ 3688 w 25053"/>
                        <a:gd name="connsiteY8" fmla="*/ 20286 h 38861"/>
                        <a:gd name="connsiteX9" fmla="*/ 3688 w 25053"/>
                        <a:gd name="connsiteY9" fmla="*/ 38862 h 38861"/>
                        <a:gd name="connsiteX10" fmla="*/ 23 w 25053"/>
                        <a:gd name="connsiteY10" fmla="*/ 38862 h 38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5053" h="38861">
                          <a:moveTo>
                            <a:pt x="0" y="38862"/>
                          </a:moveTo>
                          <a:lnTo>
                            <a:pt x="0" y="0"/>
                          </a:lnTo>
                          <a:lnTo>
                            <a:pt x="25053" y="0"/>
                          </a:lnTo>
                          <a:lnTo>
                            <a:pt x="25053" y="3126"/>
                          </a:lnTo>
                          <a:lnTo>
                            <a:pt x="3688" y="3126"/>
                          </a:lnTo>
                          <a:lnTo>
                            <a:pt x="3688" y="17160"/>
                          </a:lnTo>
                          <a:lnTo>
                            <a:pt x="23119" y="17160"/>
                          </a:lnTo>
                          <a:lnTo>
                            <a:pt x="23119" y="20286"/>
                          </a:lnTo>
                          <a:lnTo>
                            <a:pt x="3688" y="20286"/>
                          </a:lnTo>
                          <a:lnTo>
                            <a:pt x="3688" y="38862"/>
                          </a:lnTo>
                          <a:lnTo>
                            <a:pt x="23" y="38862"/>
                          </a:lnTo>
                          <a:close/>
                        </a:path>
                      </a:pathLst>
                    </a:custGeom>
                    <a:solidFill>
                      <a:srgbClr val="231F20"/>
                    </a:solidFill>
                    <a:ln w="2249" cap="flat">
                      <a:noFill/>
                      <a:prstDash val="solid"/>
                      <a:miter/>
                    </a:ln>
                  </p:spPr>
                  <p:txBody>
                    <a:bodyPr rtlCol="0" anchor="ctr"/>
                    <a:lstStyle/>
                    <a:p>
                      <a:endParaRPr lang="en-US"/>
                    </a:p>
                  </p:txBody>
                </p:sp>
                <p:sp>
                  <p:nvSpPr>
                    <p:cNvPr id="3556" name="Freeform 3555">
                      <a:extLst>
                        <a:ext uri="{FF2B5EF4-FFF2-40B4-BE49-F238E27FC236}">
                          <a16:creationId xmlns:a16="http://schemas.microsoft.com/office/drawing/2014/main" id="{6340C72F-FF7A-FAD5-6FC8-F476FCA203F0}"/>
                        </a:ext>
                      </a:extLst>
                    </p:cNvPr>
                    <p:cNvSpPr/>
                    <p:nvPr/>
                  </p:nvSpPr>
                  <p:spPr>
                    <a:xfrm>
                      <a:off x="5199566" y="2415732"/>
                      <a:ext cx="9737" cy="22287"/>
                    </a:xfrm>
                    <a:custGeom>
                      <a:avLst/>
                      <a:gdLst>
                        <a:gd name="connsiteX0" fmla="*/ 9738 w 9737"/>
                        <a:gd name="connsiteY0" fmla="*/ 22287 h 22287"/>
                        <a:gd name="connsiteX1" fmla="*/ 5240 w 9737"/>
                        <a:gd name="connsiteY1" fmla="*/ 22287 h 22287"/>
                        <a:gd name="connsiteX2" fmla="*/ 5240 w 9737"/>
                        <a:gd name="connsiteY2" fmla="*/ 6927 h 22287"/>
                        <a:gd name="connsiteX3" fmla="*/ 0 w 9737"/>
                        <a:gd name="connsiteY3" fmla="*/ 6927 h 22287"/>
                        <a:gd name="connsiteX4" fmla="*/ 0 w 9737"/>
                        <a:gd name="connsiteY4" fmla="*/ 3936 h 22287"/>
                        <a:gd name="connsiteX5" fmla="*/ 2901 w 9737"/>
                        <a:gd name="connsiteY5" fmla="*/ 3666 h 22287"/>
                        <a:gd name="connsiteX6" fmla="*/ 5060 w 9737"/>
                        <a:gd name="connsiteY6" fmla="*/ 2496 h 22287"/>
                        <a:gd name="connsiteX7" fmla="*/ 5915 w 9737"/>
                        <a:gd name="connsiteY7" fmla="*/ 900 h 22287"/>
                        <a:gd name="connsiteX8" fmla="*/ 6095 w 9737"/>
                        <a:gd name="connsiteY8" fmla="*/ 0 h 22287"/>
                        <a:gd name="connsiteX9" fmla="*/ 9738 w 9737"/>
                        <a:gd name="connsiteY9" fmla="*/ 0 h 22287"/>
                        <a:gd name="connsiteX10" fmla="*/ 9738 w 9737"/>
                        <a:gd name="connsiteY10" fmla="*/ 22287 h 222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737" h="22287">
                          <a:moveTo>
                            <a:pt x="9738" y="22287"/>
                          </a:moveTo>
                          <a:lnTo>
                            <a:pt x="5240" y="22287"/>
                          </a:lnTo>
                          <a:lnTo>
                            <a:pt x="5240" y="6927"/>
                          </a:lnTo>
                          <a:lnTo>
                            <a:pt x="0" y="6927"/>
                          </a:lnTo>
                          <a:lnTo>
                            <a:pt x="0" y="3936"/>
                          </a:lnTo>
                          <a:cubicBezTo>
                            <a:pt x="1372" y="3868"/>
                            <a:pt x="2361" y="3778"/>
                            <a:pt x="2901" y="3666"/>
                          </a:cubicBezTo>
                          <a:cubicBezTo>
                            <a:pt x="3778" y="3463"/>
                            <a:pt x="4498" y="3081"/>
                            <a:pt x="5060" y="2496"/>
                          </a:cubicBezTo>
                          <a:cubicBezTo>
                            <a:pt x="5442" y="2092"/>
                            <a:pt x="5735" y="1574"/>
                            <a:pt x="5915" y="900"/>
                          </a:cubicBezTo>
                          <a:cubicBezTo>
                            <a:pt x="6027" y="495"/>
                            <a:pt x="6095" y="202"/>
                            <a:pt x="6095" y="0"/>
                          </a:cubicBezTo>
                          <a:lnTo>
                            <a:pt x="9738" y="0"/>
                          </a:lnTo>
                          <a:lnTo>
                            <a:pt x="9738" y="22287"/>
                          </a:lnTo>
                          <a:close/>
                        </a:path>
                      </a:pathLst>
                    </a:custGeom>
                    <a:solidFill>
                      <a:srgbClr val="231F20"/>
                    </a:solidFill>
                    <a:ln w="2249" cap="flat">
                      <a:noFill/>
                      <a:prstDash val="solid"/>
                      <a:miter/>
                    </a:ln>
                  </p:spPr>
                  <p:txBody>
                    <a:bodyPr rtlCol="0" anchor="ctr"/>
                    <a:lstStyle/>
                    <a:p>
                      <a:endParaRPr lang="en-US"/>
                    </a:p>
                  </p:txBody>
                </p:sp>
                <p:sp>
                  <p:nvSpPr>
                    <p:cNvPr id="3557" name="Freeform 3556">
                      <a:extLst>
                        <a:ext uri="{FF2B5EF4-FFF2-40B4-BE49-F238E27FC236}">
                          <a16:creationId xmlns:a16="http://schemas.microsoft.com/office/drawing/2014/main" id="{71D0C07F-4D74-8A35-A2C8-80D755F8C3E6}"/>
                        </a:ext>
                      </a:extLst>
                    </p:cNvPr>
                    <p:cNvSpPr/>
                    <p:nvPr/>
                  </p:nvSpPr>
                  <p:spPr>
                    <a:xfrm>
                      <a:off x="5215893" y="2415574"/>
                      <a:ext cx="15360" cy="23006"/>
                    </a:xfrm>
                    <a:custGeom>
                      <a:avLst/>
                      <a:gdLst>
                        <a:gd name="connsiteX0" fmla="*/ 7669 w 15360"/>
                        <a:gd name="connsiteY0" fmla="*/ 23007 h 23006"/>
                        <a:gd name="connsiteX1" fmla="*/ 1709 w 15360"/>
                        <a:gd name="connsiteY1" fmla="*/ 20016 h 23006"/>
                        <a:gd name="connsiteX2" fmla="*/ 0 w 15360"/>
                        <a:gd name="connsiteY2" fmla="*/ 11515 h 23006"/>
                        <a:gd name="connsiteX3" fmla="*/ 1709 w 15360"/>
                        <a:gd name="connsiteY3" fmla="*/ 2991 h 23006"/>
                        <a:gd name="connsiteX4" fmla="*/ 7669 w 15360"/>
                        <a:gd name="connsiteY4" fmla="*/ 0 h 23006"/>
                        <a:gd name="connsiteX5" fmla="*/ 13651 w 15360"/>
                        <a:gd name="connsiteY5" fmla="*/ 2991 h 23006"/>
                        <a:gd name="connsiteX6" fmla="*/ 15361 w 15360"/>
                        <a:gd name="connsiteY6" fmla="*/ 11515 h 23006"/>
                        <a:gd name="connsiteX7" fmla="*/ 13651 w 15360"/>
                        <a:gd name="connsiteY7" fmla="*/ 20016 h 23006"/>
                        <a:gd name="connsiteX8" fmla="*/ 7692 w 15360"/>
                        <a:gd name="connsiteY8" fmla="*/ 23007 h 23006"/>
                        <a:gd name="connsiteX9" fmla="*/ 10233 w 15360"/>
                        <a:gd name="connsiteY9" fmla="*/ 17384 h 23006"/>
                        <a:gd name="connsiteX10" fmla="*/ 10840 w 15360"/>
                        <a:gd name="connsiteY10" fmla="*/ 11515 h 23006"/>
                        <a:gd name="connsiteX11" fmla="*/ 10233 w 15360"/>
                        <a:gd name="connsiteY11" fmla="*/ 5555 h 23006"/>
                        <a:gd name="connsiteX12" fmla="*/ 7669 w 15360"/>
                        <a:gd name="connsiteY12" fmla="*/ 3621 h 23006"/>
                        <a:gd name="connsiteX13" fmla="*/ 5083 w 15360"/>
                        <a:gd name="connsiteY13" fmla="*/ 5555 h 23006"/>
                        <a:gd name="connsiteX14" fmla="*/ 4453 w 15360"/>
                        <a:gd name="connsiteY14" fmla="*/ 11515 h 23006"/>
                        <a:gd name="connsiteX15" fmla="*/ 5083 w 15360"/>
                        <a:gd name="connsiteY15" fmla="*/ 17384 h 23006"/>
                        <a:gd name="connsiteX16" fmla="*/ 7669 w 15360"/>
                        <a:gd name="connsiteY16" fmla="*/ 19431 h 23006"/>
                        <a:gd name="connsiteX17" fmla="*/ 10233 w 15360"/>
                        <a:gd name="connsiteY17" fmla="*/ 17384 h 23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5360" h="23006">
                          <a:moveTo>
                            <a:pt x="7669" y="23007"/>
                          </a:moveTo>
                          <a:cubicBezTo>
                            <a:pt x="4835" y="23007"/>
                            <a:pt x="2834" y="22017"/>
                            <a:pt x="1709" y="20016"/>
                          </a:cubicBezTo>
                          <a:cubicBezTo>
                            <a:pt x="562" y="18037"/>
                            <a:pt x="0" y="15203"/>
                            <a:pt x="0" y="11515"/>
                          </a:cubicBezTo>
                          <a:cubicBezTo>
                            <a:pt x="0" y="7826"/>
                            <a:pt x="562" y="4993"/>
                            <a:pt x="1709" y="2991"/>
                          </a:cubicBezTo>
                          <a:cubicBezTo>
                            <a:pt x="2856" y="990"/>
                            <a:pt x="4835" y="0"/>
                            <a:pt x="7669" y="0"/>
                          </a:cubicBezTo>
                          <a:cubicBezTo>
                            <a:pt x="10503" y="0"/>
                            <a:pt x="12504" y="990"/>
                            <a:pt x="13651" y="2991"/>
                          </a:cubicBezTo>
                          <a:cubicBezTo>
                            <a:pt x="14798" y="4993"/>
                            <a:pt x="15361" y="7826"/>
                            <a:pt x="15361" y="11515"/>
                          </a:cubicBezTo>
                          <a:cubicBezTo>
                            <a:pt x="15361" y="15203"/>
                            <a:pt x="14798" y="18014"/>
                            <a:pt x="13651" y="20016"/>
                          </a:cubicBezTo>
                          <a:cubicBezTo>
                            <a:pt x="12504" y="21995"/>
                            <a:pt x="10525" y="23007"/>
                            <a:pt x="7692" y="23007"/>
                          </a:cubicBezTo>
                          <a:close/>
                          <a:moveTo>
                            <a:pt x="10233" y="17384"/>
                          </a:moveTo>
                          <a:cubicBezTo>
                            <a:pt x="10638" y="16035"/>
                            <a:pt x="10840" y="14078"/>
                            <a:pt x="10840" y="11515"/>
                          </a:cubicBezTo>
                          <a:cubicBezTo>
                            <a:pt x="10840" y="8951"/>
                            <a:pt x="10638" y="6837"/>
                            <a:pt x="10233" y="5555"/>
                          </a:cubicBezTo>
                          <a:cubicBezTo>
                            <a:pt x="9828" y="4273"/>
                            <a:pt x="8974" y="3621"/>
                            <a:pt x="7669" y="3621"/>
                          </a:cubicBezTo>
                          <a:cubicBezTo>
                            <a:pt x="6365" y="3621"/>
                            <a:pt x="5510" y="4273"/>
                            <a:pt x="5083" y="5555"/>
                          </a:cubicBezTo>
                          <a:cubicBezTo>
                            <a:pt x="4655" y="6837"/>
                            <a:pt x="4453" y="8838"/>
                            <a:pt x="4453" y="11515"/>
                          </a:cubicBezTo>
                          <a:cubicBezTo>
                            <a:pt x="4453" y="14191"/>
                            <a:pt x="4655" y="16035"/>
                            <a:pt x="5083" y="17384"/>
                          </a:cubicBezTo>
                          <a:cubicBezTo>
                            <a:pt x="5510" y="18734"/>
                            <a:pt x="6365" y="19431"/>
                            <a:pt x="7669" y="19431"/>
                          </a:cubicBezTo>
                          <a:cubicBezTo>
                            <a:pt x="8974" y="19431"/>
                            <a:pt x="9828" y="18756"/>
                            <a:pt x="10233" y="17384"/>
                          </a:cubicBezTo>
                          <a:close/>
                        </a:path>
                      </a:pathLst>
                    </a:custGeom>
                    <a:solidFill>
                      <a:srgbClr val="231F20"/>
                    </a:solidFill>
                    <a:ln w="2249" cap="flat">
                      <a:noFill/>
                      <a:prstDash val="solid"/>
                      <a:miter/>
                    </a:ln>
                  </p:spPr>
                  <p:txBody>
                    <a:bodyPr rtlCol="0" anchor="ctr"/>
                    <a:lstStyle/>
                    <a:p>
                      <a:endParaRPr lang="en-US"/>
                    </a:p>
                  </p:txBody>
                </p:sp>
                <p:sp>
                  <p:nvSpPr>
                    <p:cNvPr id="3558" name="Freeform 3557">
                      <a:extLst>
                        <a:ext uri="{FF2B5EF4-FFF2-40B4-BE49-F238E27FC236}">
                          <a16:creationId xmlns:a16="http://schemas.microsoft.com/office/drawing/2014/main" id="{3ACFA8E2-22D7-4D0F-3463-0D300594A1BE}"/>
                        </a:ext>
                      </a:extLst>
                    </p:cNvPr>
                    <p:cNvSpPr/>
                    <p:nvPr/>
                  </p:nvSpPr>
                  <p:spPr>
                    <a:xfrm>
                      <a:off x="5245467" y="2399652"/>
                      <a:ext cx="26987" cy="13696"/>
                    </a:xfrm>
                    <a:custGeom>
                      <a:avLst/>
                      <a:gdLst>
                        <a:gd name="connsiteX0" fmla="*/ 26988 w 26987"/>
                        <a:gd name="connsiteY0" fmla="*/ 3239 h 13696"/>
                        <a:gd name="connsiteX1" fmla="*/ 0 w 26987"/>
                        <a:gd name="connsiteY1" fmla="*/ 3239 h 13696"/>
                        <a:gd name="connsiteX2" fmla="*/ 0 w 26987"/>
                        <a:gd name="connsiteY2" fmla="*/ 0 h 13696"/>
                        <a:gd name="connsiteX3" fmla="*/ 26988 w 26987"/>
                        <a:gd name="connsiteY3" fmla="*/ 0 h 13696"/>
                        <a:gd name="connsiteX4" fmla="*/ 26988 w 26987"/>
                        <a:gd name="connsiteY4" fmla="*/ 3239 h 13696"/>
                        <a:gd name="connsiteX5" fmla="*/ 26988 w 26987"/>
                        <a:gd name="connsiteY5" fmla="*/ 13696 h 13696"/>
                        <a:gd name="connsiteX6" fmla="*/ 0 w 26987"/>
                        <a:gd name="connsiteY6" fmla="*/ 13696 h 13696"/>
                        <a:gd name="connsiteX7" fmla="*/ 0 w 26987"/>
                        <a:gd name="connsiteY7" fmla="*/ 10458 h 13696"/>
                        <a:gd name="connsiteX8" fmla="*/ 26988 w 26987"/>
                        <a:gd name="connsiteY8" fmla="*/ 10458 h 13696"/>
                        <a:gd name="connsiteX9" fmla="*/ 26988 w 26987"/>
                        <a:gd name="connsiteY9" fmla="*/ 13696 h 13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987" h="13696">
                          <a:moveTo>
                            <a:pt x="26988" y="3239"/>
                          </a:moveTo>
                          <a:lnTo>
                            <a:pt x="0" y="3239"/>
                          </a:lnTo>
                          <a:lnTo>
                            <a:pt x="0" y="0"/>
                          </a:lnTo>
                          <a:lnTo>
                            <a:pt x="26988" y="0"/>
                          </a:lnTo>
                          <a:lnTo>
                            <a:pt x="26988" y="3239"/>
                          </a:lnTo>
                          <a:close/>
                          <a:moveTo>
                            <a:pt x="26988" y="13696"/>
                          </a:moveTo>
                          <a:lnTo>
                            <a:pt x="0" y="13696"/>
                          </a:lnTo>
                          <a:lnTo>
                            <a:pt x="0" y="10458"/>
                          </a:lnTo>
                          <a:lnTo>
                            <a:pt x="26988" y="10458"/>
                          </a:lnTo>
                          <a:lnTo>
                            <a:pt x="26988" y="13696"/>
                          </a:lnTo>
                          <a:close/>
                        </a:path>
                      </a:pathLst>
                    </a:custGeom>
                    <a:solidFill>
                      <a:srgbClr val="231F20"/>
                    </a:solidFill>
                    <a:ln w="2249" cap="flat">
                      <a:noFill/>
                      <a:prstDash val="solid"/>
                      <a:miter/>
                    </a:ln>
                  </p:spPr>
                  <p:txBody>
                    <a:bodyPr rtlCol="0" anchor="ctr"/>
                    <a:lstStyle/>
                    <a:p>
                      <a:endParaRPr lang="en-US"/>
                    </a:p>
                  </p:txBody>
                </p:sp>
                <p:sp>
                  <p:nvSpPr>
                    <p:cNvPr id="3559" name="Freeform 3558">
                      <a:extLst>
                        <a:ext uri="{FF2B5EF4-FFF2-40B4-BE49-F238E27FC236}">
                          <a16:creationId xmlns:a16="http://schemas.microsoft.com/office/drawing/2014/main" id="{7B284119-5571-0B28-CCEC-C6C5FE13489D}"/>
                        </a:ext>
                      </a:extLst>
                    </p:cNvPr>
                    <p:cNvSpPr/>
                    <p:nvPr/>
                  </p:nvSpPr>
                  <p:spPr>
                    <a:xfrm>
                      <a:off x="5294922" y="2382357"/>
                      <a:ext cx="24266" cy="37692"/>
                    </a:xfrm>
                    <a:custGeom>
                      <a:avLst/>
                      <a:gdLst>
                        <a:gd name="connsiteX0" fmla="*/ 23 w 24266"/>
                        <a:gd name="connsiteY0" fmla="*/ 23 h 37692"/>
                        <a:gd name="connsiteX1" fmla="*/ 24266 w 24266"/>
                        <a:gd name="connsiteY1" fmla="*/ 23 h 37692"/>
                        <a:gd name="connsiteX2" fmla="*/ 24266 w 24266"/>
                        <a:gd name="connsiteY2" fmla="*/ 3261 h 37692"/>
                        <a:gd name="connsiteX3" fmla="*/ 17295 w 24266"/>
                        <a:gd name="connsiteY3" fmla="*/ 12797 h 37692"/>
                        <a:gd name="connsiteX4" fmla="*/ 12594 w 24266"/>
                        <a:gd name="connsiteY4" fmla="*/ 22287 h 37692"/>
                        <a:gd name="connsiteX5" fmla="*/ 9873 w 24266"/>
                        <a:gd name="connsiteY5" fmla="*/ 30901 h 37692"/>
                        <a:gd name="connsiteX6" fmla="*/ 8816 w 24266"/>
                        <a:gd name="connsiteY6" fmla="*/ 37693 h 37692"/>
                        <a:gd name="connsiteX7" fmla="*/ 5038 w 24266"/>
                        <a:gd name="connsiteY7" fmla="*/ 37693 h 37692"/>
                        <a:gd name="connsiteX8" fmla="*/ 6680 w 24266"/>
                        <a:gd name="connsiteY8" fmla="*/ 28967 h 37692"/>
                        <a:gd name="connsiteX9" fmla="*/ 10098 w 24266"/>
                        <a:gd name="connsiteY9" fmla="*/ 19813 h 37692"/>
                        <a:gd name="connsiteX10" fmla="*/ 14731 w 24266"/>
                        <a:gd name="connsiteY10" fmla="*/ 11042 h 37692"/>
                        <a:gd name="connsiteX11" fmla="*/ 20083 w 24266"/>
                        <a:gd name="connsiteY11" fmla="*/ 3463 h 37692"/>
                        <a:gd name="connsiteX12" fmla="*/ 0 w 24266"/>
                        <a:gd name="connsiteY12" fmla="*/ 3463 h 37692"/>
                        <a:gd name="connsiteX13" fmla="*/ 0 w 24266"/>
                        <a:gd name="connsiteY13" fmla="*/ 0 h 37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4266" h="37692">
                          <a:moveTo>
                            <a:pt x="23" y="23"/>
                          </a:moveTo>
                          <a:lnTo>
                            <a:pt x="24266" y="23"/>
                          </a:lnTo>
                          <a:lnTo>
                            <a:pt x="24266" y="3261"/>
                          </a:lnTo>
                          <a:cubicBezTo>
                            <a:pt x="21523" y="6365"/>
                            <a:pt x="19206" y="9536"/>
                            <a:pt x="17295" y="12797"/>
                          </a:cubicBezTo>
                          <a:cubicBezTo>
                            <a:pt x="15383" y="16058"/>
                            <a:pt x="13831" y="19229"/>
                            <a:pt x="12594" y="22287"/>
                          </a:cubicBezTo>
                          <a:cubicBezTo>
                            <a:pt x="11357" y="25346"/>
                            <a:pt x="10458" y="28224"/>
                            <a:pt x="9873" y="30901"/>
                          </a:cubicBezTo>
                          <a:cubicBezTo>
                            <a:pt x="9288" y="33554"/>
                            <a:pt x="8929" y="35826"/>
                            <a:pt x="8816" y="37693"/>
                          </a:cubicBezTo>
                          <a:lnTo>
                            <a:pt x="5038" y="37693"/>
                          </a:lnTo>
                          <a:cubicBezTo>
                            <a:pt x="5218" y="34949"/>
                            <a:pt x="5757" y="32048"/>
                            <a:pt x="6680" y="28967"/>
                          </a:cubicBezTo>
                          <a:cubicBezTo>
                            <a:pt x="7601" y="25886"/>
                            <a:pt x="8748" y="22849"/>
                            <a:pt x="10098" y="19813"/>
                          </a:cubicBezTo>
                          <a:cubicBezTo>
                            <a:pt x="11470" y="16800"/>
                            <a:pt x="13022" y="13876"/>
                            <a:pt x="14731" y="11042"/>
                          </a:cubicBezTo>
                          <a:cubicBezTo>
                            <a:pt x="16463" y="8209"/>
                            <a:pt x="18239" y="5690"/>
                            <a:pt x="20083" y="3463"/>
                          </a:cubicBezTo>
                          <a:lnTo>
                            <a:pt x="0" y="3463"/>
                          </a:lnTo>
                          <a:lnTo>
                            <a:pt x="0" y="0"/>
                          </a:lnTo>
                          <a:close/>
                        </a:path>
                      </a:pathLst>
                    </a:custGeom>
                    <a:solidFill>
                      <a:srgbClr val="231F20"/>
                    </a:solidFill>
                    <a:ln w="2249" cap="flat">
                      <a:noFill/>
                      <a:prstDash val="solid"/>
                      <a:miter/>
                    </a:ln>
                  </p:spPr>
                  <p:txBody>
                    <a:bodyPr rtlCol="0" anchor="ctr"/>
                    <a:lstStyle/>
                    <a:p>
                      <a:endParaRPr lang="en-US"/>
                    </a:p>
                  </p:txBody>
                </p:sp>
                <p:sp>
                  <p:nvSpPr>
                    <p:cNvPr id="3560" name="Freeform 3559">
                      <a:extLst>
                        <a:ext uri="{FF2B5EF4-FFF2-40B4-BE49-F238E27FC236}">
                          <a16:creationId xmlns:a16="http://schemas.microsoft.com/office/drawing/2014/main" id="{614566B5-3E26-DBEB-1624-08BB1ECB0854}"/>
                        </a:ext>
                      </a:extLst>
                    </p:cNvPr>
                    <p:cNvSpPr/>
                    <p:nvPr/>
                  </p:nvSpPr>
                  <p:spPr>
                    <a:xfrm>
                      <a:off x="5323843" y="2381997"/>
                      <a:ext cx="25773" cy="38817"/>
                    </a:xfrm>
                    <a:custGeom>
                      <a:avLst/>
                      <a:gdLst>
                        <a:gd name="connsiteX0" fmla="*/ 12932 w 25773"/>
                        <a:gd name="connsiteY0" fmla="*/ 0 h 38817"/>
                        <a:gd name="connsiteX1" fmla="*/ 17789 w 25773"/>
                        <a:gd name="connsiteY1" fmla="*/ 832 h 38817"/>
                        <a:gd name="connsiteX2" fmla="*/ 21275 w 25773"/>
                        <a:gd name="connsiteY2" fmla="*/ 3126 h 38817"/>
                        <a:gd name="connsiteX3" fmla="*/ 23592 w 25773"/>
                        <a:gd name="connsiteY3" fmla="*/ 6522 h 38817"/>
                        <a:gd name="connsiteX4" fmla="*/ 24964 w 25773"/>
                        <a:gd name="connsiteY4" fmla="*/ 10660 h 38817"/>
                        <a:gd name="connsiteX5" fmla="*/ 25616 w 25773"/>
                        <a:gd name="connsiteY5" fmla="*/ 15158 h 38817"/>
                        <a:gd name="connsiteX6" fmla="*/ 25773 w 25773"/>
                        <a:gd name="connsiteY6" fmla="*/ 19701 h 38817"/>
                        <a:gd name="connsiteX7" fmla="*/ 25234 w 25773"/>
                        <a:gd name="connsiteY7" fmla="*/ 26943 h 38817"/>
                        <a:gd name="connsiteX8" fmla="*/ 23254 w 25773"/>
                        <a:gd name="connsiteY8" fmla="*/ 33037 h 38817"/>
                        <a:gd name="connsiteX9" fmla="*/ 19341 w 25773"/>
                        <a:gd name="connsiteY9" fmla="*/ 37243 h 38817"/>
                        <a:gd name="connsiteX10" fmla="*/ 12909 w 25773"/>
                        <a:gd name="connsiteY10" fmla="*/ 38817 h 38817"/>
                        <a:gd name="connsiteX11" fmla="*/ 6455 w 25773"/>
                        <a:gd name="connsiteY11" fmla="*/ 37243 h 38817"/>
                        <a:gd name="connsiteX12" fmla="*/ 2519 w 25773"/>
                        <a:gd name="connsiteY12" fmla="*/ 33015 h 38817"/>
                        <a:gd name="connsiteX13" fmla="*/ 540 w 25773"/>
                        <a:gd name="connsiteY13" fmla="*/ 26808 h 38817"/>
                        <a:gd name="connsiteX14" fmla="*/ 0 w 25773"/>
                        <a:gd name="connsiteY14" fmla="*/ 19341 h 38817"/>
                        <a:gd name="connsiteX15" fmla="*/ 495 w 25773"/>
                        <a:gd name="connsiteY15" fmla="*/ 12279 h 38817"/>
                        <a:gd name="connsiteX16" fmla="*/ 2362 w 25773"/>
                        <a:gd name="connsiteY16" fmla="*/ 6095 h 38817"/>
                        <a:gd name="connsiteX17" fmla="*/ 6275 w 25773"/>
                        <a:gd name="connsiteY17" fmla="*/ 1687 h 38817"/>
                        <a:gd name="connsiteX18" fmla="*/ 12909 w 25773"/>
                        <a:gd name="connsiteY18" fmla="*/ 22 h 38817"/>
                        <a:gd name="connsiteX19" fmla="*/ 22332 w 25773"/>
                        <a:gd name="connsiteY19" fmla="*/ 19319 h 38817"/>
                        <a:gd name="connsiteX20" fmla="*/ 21972 w 25773"/>
                        <a:gd name="connsiteY20" fmla="*/ 13291 h 38817"/>
                        <a:gd name="connsiteX21" fmla="*/ 20601 w 25773"/>
                        <a:gd name="connsiteY21" fmla="*/ 8029 h 38817"/>
                        <a:gd name="connsiteX22" fmla="*/ 17722 w 25773"/>
                        <a:gd name="connsiteY22" fmla="*/ 4295 h 38817"/>
                        <a:gd name="connsiteX23" fmla="*/ 12842 w 25773"/>
                        <a:gd name="connsiteY23" fmla="*/ 2901 h 38817"/>
                        <a:gd name="connsiteX24" fmla="*/ 8164 w 25773"/>
                        <a:gd name="connsiteY24" fmla="*/ 4340 h 38817"/>
                        <a:gd name="connsiteX25" fmla="*/ 5330 w 25773"/>
                        <a:gd name="connsiteY25" fmla="*/ 8141 h 38817"/>
                        <a:gd name="connsiteX26" fmla="*/ 3891 w 25773"/>
                        <a:gd name="connsiteY26" fmla="*/ 13539 h 38817"/>
                        <a:gd name="connsiteX27" fmla="*/ 3486 w 25773"/>
                        <a:gd name="connsiteY27" fmla="*/ 19701 h 38817"/>
                        <a:gd name="connsiteX28" fmla="*/ 3936 w 25773"/>
                        <a:gd name="connsiteY28" fmla="*/ 26358 h 38817"/>
                        <a:gd name="connsiteX29" fmla="*/ 5465 w 25773"/>
                        <a:gd name="connsiteY29" fmla="*/ 31463 h 38817"/>
                        <a:gd name="connsiteX30" fmla="*/ 8344 w 25773"/>
                        <a:gd name="connsiteY30" fmla="*/ 34724 h 38817"/>
                        <a:gd name="connsiteX31" fmla="*/ 12909 w 25773"/>
                        <a:gd name="connsiteY31" fmla="*/ 35893 h 38817"/>
                        <a:gd name="connsiteX32" fmla="*/ 17857 w 25773"/>
                        <a:gd name="connsiteY32" fmla="*/ 34387 h 38817"/>
                        <a:gd name="connsiteX33" fmla="*/ 20691 w 25773"/>
                        <a:gd name="connsiteY33" fmla="*/ 30496 h 38817"/>
                        <a:gd name="connsiteX34" fmla="*/ 21995 w 25773"/>
                        <a:gd name="connsiteY34" fmla="*/ 25143 h 38817"/>
                        <a:gd name="connsiteX35" fmla="*/ 22310 w 25773"/>
                        <a:gd name="connsiteY35"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3" h="38817">
                          <a:moveTo>
                            <a:pt x="12932" y="0"/>
                          </a:moveTo>
                          <a:cubicBezTo>
                            <a:pt x="14798" y="0"/>
                            <a:pt x="16418" y="270"/>
                            <a:pt x="17789" y="832"/>
                          </a:cubicBezTo>
                          <a:cubicBezTo>
                            <a:pt x="19161" y="1394"/>
                            <a:pt x="20308" y="2159"/>
                            <a:pt x="21275" y="3126"/>
                          </a:cubicBezTo>
                          <a:cubicBezTo>
                            <a:pt x="22220" y="4093"/>
                            <a:pt x="23007" y="5240"/>
                            <a:pt x="23592" y="6522"/>
                          </a:cubicBezTo>
                          <a:cubicBezTo>
                            <a:pt x="24176" y="7826"/>
                            <a:pt x="24649" y="9198"/>
                            <a:pt x="24964" y="10660"/>
                          </a:cubicBezTo>
                          <a:cubicBezTo>
                            <a:pt x="25279" y="12122"/>
                            <a:pt x="25503" y="13629"/>
                            <a:pt x="25616" y="15158"/>
                          </a:cubicBezTo>
                          <a:cubicBezTo>
                            <a:pt x="25728" y="16687"/>
                            <a:pt x="25773" y="18217"/>
                            <a:pt x="25773" y="19701"/>
                          </a:cubicBezTo>
                          <a:cubicBezTo>
                            <a:pt x="25773" y="22220"/>
                            <a:pt x="25593" y="24626"/>
                            <a:pt x="25234" y="26943"/>
                          </a:cubicBezTo>
                          <a:cubicBezTo>
                            <a:pt x="24874" y="29236"/>
                            <a:pt x="24221" y="31283"/>
                            <a:pt x="23254" y="33037"/>
                          </a:cubicBezTo>
                          <a:cubicBezTo>
                            <a:pt x="22310" y="34791"/>
                            <a:pt x="21005" y="36208"/>
                            <a:pt x="19341" y="37243"/>
                          </a:cubicBezTo>
                          <a:cubicBezTo>
                            <a:pt x="17677" y="38277"/>
                            <a:pt x="15540" y="38817"/>
                            <a:pt x="12909" y="38817"/>
                          </a:cubicBezTo>
                          <a:cubicBezTo>
                            <a:pt x="10278" y="38817"/>
                            <a:pt x="8141" y="38300"/>
                            <a:pt x="6455" y="37243"/>
                          </a:cubicBezTo>
                          <a:cubicBezTo>
                            <a:pt x="4790" y="36208"/>
                            <a:pt x="3463" y="34791"/>
                            <a:pt x="2519" y="33015"/>
                          </a:cubicBezTo>
                          <a:cubicBezTo>
                            <a:pt x="1574" y="31238"/>
                            <a:pt x="900" y="29169"/>
                            <a:pt x="540" y="26808"/>
                          </a:cubicBezTo>
                          <a:cubicBezTo>
                            <a:pt x="180" y="24446"/>
                            <a:pt x="0" y="21950"/>
                            <a:pt x="0" y="19341"/>
                          </a:cubicBezTo>
                          <a:cubicBezTo>
                            <a:pt x="0" y="16935"/>
                            <a:pt x="158" y="14573"/>
                            <a:pt x="495" y="12279"/>
                          </a:cubicBezTo>
                          <a:cubicBezTo>
                            <a:pt x="810" y="9985"/>
                            <a:pt x="1439" y="7916"/>
                            <a:pt x="2362" y="6095"/>
                          </a:cubicBezTo>
                          <a:cubicBezTo>
                            <a:pt x="3284" y="4273"/>
                            <a:pt x="4588" y="2811"/>
                            <a:pt x="6275" y="1687"/>
                          </a:cubicBezTo>
                          <a:cubicBezTo>
                            <a:pt x="7961" y="562"/>
                            <a:pt x="10188" y="22"/>
                            <a:pt x="12909" y="22"/>
                          </a:cubicBezTo>
                          <a:close/>
                          <a:moveTo>
                            <a:pt x="22332" y="19319"/>
                          </a:moveTo>
                          <a:cubicBezTo>
                            <a:pt x="22332" y="17272"/>
                            <a:pt x="22220" y="15270"/>
                            <a:pt x="21972" y="13291"/>
                          </a:cubicBezTo>
                          <a:cubicBezTo>
                            <a:pt x="21725" y="11312"/>
                            <a:pt x="21275" y="9581"/>
                            <a:pt x="20601" y="8029"/>
                          </a:cubicBezTo>
                          <a:cubicBezTo>
                            <a:pt x="19926" y="6477"/>
                            <a:pt x="18959" y="5240"/>
                            <a:pt x="17722" y="4295"/>
                          </a:cubicBezTo>
                          <a:cubicBezTo>
                            <a:pt x="16485" y="3351"/>
                            <a:pt x="14843" y="2901"/>
                            <a:pt x="12842" y="2901"/>
                          </a:cubicBezTo>
                          <a:cubicBezTo>
                            <a:pt x="10930" y="2901"/>
                            <a:pt x="9378" y="3373"/>
                            <a:pt x="8164" y="4340"/>
                          </a:cubicBezTo>
                          <a:cubicBezTo>
                            <a:pt x="6949" y="5308"/>
                            <a:pt x="6005" y="6567"/>
                            <a:pt x="5330" y="8141"/>
                          </a:cubicBezTo>
                          <a:cubicBezTo>
                            <a:pt x="4655" y="9715"/>
                            <a:pt x="4161" y="11515"/>
                            <a:pt x="3891" y="13539"/>
                          </a:cubicBezTo>
                          <a:cubicBezTo>
                            <a:pt x="3621" y="15563"/>
                            <a:pt x="3486" y="17609"/>
                            <a:pt x="3486" y="19701"/>
                          </a:cubicBezTo>
                          <a:cubicBezTo>
                            <a:pt x="3486" y="22152"/>
                            <a:pt x="3644" y="24379"/>
                            <a:pt x="3936" y="26358"/>
                          </a:cubicBezTo>
                          <a:cubicBezTo>
                            <a:pt x="4251" y="28359"/>
                            <a:pt x="4746" y="30046"/>
                            <a:pt x="5465" y="31463"/>
                          </a:cubicBezTo>
                          <a:cubicBezTo>
                            <a:pt x="6185" y="32857"/>
                            <a:pt x="7152" y="33959"/>
                            <a:pt x="8344" y="34724"/>
                          </a:cubicBezTo>
                          <a:cubicBezTo>
                            <a:pt x="9558" y="35489"/>
                            <a:pt x="11065" y="35893"/>
                            <a:pt x="12909" y="35893"/>
                          </a:cubicBezTo>
                          <a:cubicBezTo>
                            <a:pt x="14956" y="35893"/>
                            <a:pt x="16597" y="35399"/>
                            <a:pt x="17857" y="34387"/>
                          </a:cubicBezTo>
                          <a:cubicBezTo>
                            <a:pt x="19094" y="33375"/>
                            <a:pt x="20038" y="32093"/>
                            <a:pt x="20691" y="30496"/>
                          </a:cubicBezTo>
                          <a:cubicBezTo>
                            <a:pt x="21343" y="28899"/>
                            <a:pt x="21770" y="27122"/>
                            <a:pt x="21995" y="25143"/>
                          </a:cubicBezTo>
                          <a:cubicBezTo>
                            <a:pt x="22220" y="23164"/>
                            <a:pt x="22310" y="21230"/>
                            <a:pt x="22310" y="19319"/>
                          </a:cubicBezTo>
                          <a:close/>
                        </a:path>
                      </a:pathLst>
                    </a:custGeom>
                    <a:solidFill>
                      <a:srgbClr val="231F20"/>
                    </a:solidFill>
                    <a:ln w="2249" cap="flat">
                      <a:noFill/>
                      <a:prstDash val="solid"/>
                      <a:miter/>
                    </a:ln>
                  </p:spPr>
                  <p:txBody>
                    <a:bodyPr rtlCol="0" anchor="ctr"/>
                    <a:lstStyle/>
                    <a:p>
                      <a:endParaRPr lang="en-US"/>
                    </a:p>
                  </p:txBody>
                </p:sp>
                <p:sp>
                  <p:nvSpPr>
                    <p:cNvPr id="3561" name="Freeform 3560">
                      <a:extLst>
                        <a:ext uri="{FF2B5EF4-FFF2-40B4-BE49-F238E27FC236}">
                          <a16:creationId xmlns:a16="http://schemas.microsoft.com/office/drawing/2014/main" id="{C7135498-6F96-BB1C-EF61-E0D3F0C53521}"/>
                        </a:ext>
                      </a:extLst>
                    </p:cNvPr>
                    <p:cNvSpPr/>
                    <p:nvPr/>
                  </p:nvSpPr>
                  <p:spPr>
                    <a:xfrm>
                      <a:off x="5357286" y="2415305"/>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231F20"/>
                    </a:solidFill>
                    <a:ln w="2249" cap="flat">
                      <a:noFill/>
                      <a:prstDash val="solid"/>
                      <a:miter/>
                    </a:ln>
                  </p:spPr>
                  <p:txBody>
                    <a:bodyPr rtlCol="0" anchor="ctr"/>
                    <a:lstStyle/>
                    <a:p>
                      <a:endParaRPr lang="en-US"/>
                    </a:p>
                  </p:txBody>
                </p:sp>
                <p:sp>
                  <p:nvSpPr>
                    <p:cNvPr id="3562" name="Freeform 3561">
                      <a:extLst>
                        <a:ext uri="{FF2B5EF4-FFF2-40B4-BE49-F238E27FC236}">
                          <a16:creationId xmlns:a16="http://schemas.microsoft.com/office/drawing/2014/main" id="{487EBD06-6EE5-60D3-D82F-38052D531E54}"/>
                        </a:ext>
                      </a:extLst>
                    </p:cNvPr>
                    <p:cNvSpPr/>
                    <p:nvPr/>
                  </p:nvSpPr>
                  <p:spPr>
                    <a:xfrm>
                      <a:off x="5373276" y="2381975"/>
                      <a:ext cx="13268" cy="38052"/>
                    </a:xfrm>
                    <a:custGeom>
                      <a:avLst/>
                      <a:gdLst>
                        <a:gd name="connsiteX0" fmla="*/ 9828 w 13268"/>
                        <a:gd name="connsiteY0" fmla="*/ 9783 h 38052"/>
                        <a:gd name="connsiteX1" fmla="*/ 0 w 13268"/>
                        <a:gd name="connsiteY1" fmla="*/ 9783 h 38052"/>
                        <a:gd name="connsiteX2" fmla="*/ 0 w 13268"/>
                        <a:gd name="connsiteY2" fmla="*/ 7512 h 38052"/>
                        <a:gd name="connsiteX3" fmla="*/ 3913 w 13268"/>
                        <a:gd name="connsiteY3" fmla="*/ 7084 h 38052"/>
                        <a:gd name="connsiteX4" fmla="*/ 6994 w 13268"/>
                        <a:gd name="connsiteY4" fmla="*/ 6050 h 38052"/>
                        <a:gd name="connsiteX5" fmla="*/ 9198 w 13268"/>
                        <a:gd name="connsiteY5" fmla="*/ 3868 h 38052"/>
                        <a:gd name="connsiteX6" fmla="*/ 10525 w 13268"/>
                        <a:gd name="connsiteY6" fmla="*/ 0 h 38052"/>
                        <a:gd name="connsiteX7" fmla="*/ 13269 w 13268"/>
                        <a:gd name="connsiteY7" fmla="*/ 0 h 38052"/>
                        <a:gd name="connsiteX8" fmla="*/ 13269 w 13268"/>
                        <a:gd name="connsiteY8" fmla="*/ 38052 h 38052"/>
                        <a:gd name="connsiteX9" fmla="*/ 9805 w 13268"/>
                        <a:gd name="connsiteY9" fmla="*/ 38052 h 38052"/>
                        <a:gd name="connsiteX10" fmla="*/ 9805 w 13268"/>
                        <a:gd name="connsiteY10" fmla="*/ 9760 h 380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268" h="38052">
                          <a:moveTo>
                            <a:pt x="9828" y="9783"/>
                          </a:moveTo>
                          <a:lnTo>
                            <a:pt x="0" y="9783"/>
                          </a:lnTo>
                          <a:lnTo>
                            <a:pt x="0" y="7512"/>
                          </a:lnTo>
                          <a:cubicBezTo>
                            <a:pt x="1439" y="7399"/>
                            <a:pt x="2744" y="7264"/>
                            <a:pt x="3913" y="7084"/>
                          </a:cubicBezTo>
                          <a:cubicBezTo>
                            <a:pt x="5083" y="6904"/>
                            <a:pt x="6117" y="6567"/>
                            <a:pt x="6994" y="6050"/>
                          </a:cubicBezTo>
                          <a:cubicBezTo>
                            <a:pt x="7871" y="5532"/>
                            <a:pt x="8613" y="4813"/>
                            <a:pt x="9198" y="3868"/>
                          </a:cubicBezTo>
                          <a:cubicBezTo>
                            <a:pt x="9783" y="2924"/>
                            <a:pt x="10233" y="1619"/>
                            <a:pt x="10525" y="0"/>
                          </a:cubicBezTo>
                          <a:lnTo>
                            <a:pt x="13269" y="0"/>
                          </a:lnTo>
                          <a:lnTo>
                            <a:pt x="13269" y="38052"/>
                          </a:lnTo>
                          <a:lnTo>
                            <a:pt x="9805" y="38052"/>
                          </a:lnTo>
                          <a:lnTo>
                            <a:pt x="9805" y="9760"/>
                          </a:lnTo>
                          <a:close/>
                        </a:path>
                      </a:pathLst>
                    </a:custGeom>
                    <a:solidFill>
                      <a:srgbClr val="231F20"/>
                    </a:solidFill>
                    <a:ln w="2249" cap="flat">
                      <a:noFill/>
                      <a:prstDash val="solid"/>
                      <a:miter/>
                    </a:ln>
                  </p:spPr>
                  <p:txBody>
                    <a:bodyPr rtlCol="0" anchor="ctr"/>
                    <a:lstStyle/>
                    <a:p>
                      <a:endParaRPr lang="en-US"/>
                    </a:p>
                  </p:txBody>
                </p:sp>
                <p:sp>
                  <p:nvSpPr>
                    <p:cNvPr id="3563" name="Freeform 3562">
                      <a:extLst>
                        <a:ext uri="{FF2B5EF4-FFF2-40B4-BE49-F238E27FC236}">
                          <a16:creationId xmlns:a16="http://schemas.microsoft.com/office/drawing/2014/main" id="{451AD796-A787-BB14-B061-D267088142F0}"/>
                        </a:ext>
                      </a:extLst>
                    </p:cNvPr>
                    <p:cNvSpPr/>
                    <p:nvPr/>
                  </p:nvSpPr>
                  <p:spPr>
                    <a:xfrm>
                      <a:off x="5399139" y="2381996"/>
                      <a:ext cx="25255" cy="38818"/>
                    </a:xfrm>
                    <a:custGeom>
                      <a:avLst/>
                      <a:gdLst>
                        <a:gd name="connsiteX0" fmla="*/ 6679 w 25255"/>
                        <a:gd name="connsiteY0" fmla="*/ 17589 h 38818"/>
                        <a:gd name="connsiteX1" fmla="*/ 4273 w 25255"/>
                        <a:gd name="connsiteY1" fmla="*/ 15947 h 38818"/>
                        <a:gd name="connsiteX2" fmla="*/ 2631 w 25255"/>
                        <a:gd name="connsiteY2" fmla="*/ 14238 h 38818"/>
                        <a:gd name="connsiteX3" fmla="*/ 1687 w 25255"/>
                        <a:gd name="connsiteY3" fmla="*/ 12169 h 38818"/>
                        <a:gd name="connsiteX4" fmla="*/ 1394 w 25255"/>
                        <a:gd name="connsiteY4" fmla="*/ 9290 h 38818"/>
                        <a:gd name="connsiteX5" fmla="*/ 2249 w 25255"/>
                        <a:gd name="connsiteY5" fmla="*/ 5624 h 38818"/>
                        <a:gd name="connsiteX6" fmla="*/ 4565 w 25255"/>
                        <a:gd name="connsiteY6" fmla="*/ 2633 h 38818"/>
                        <a:gd name="connsiteX7" fmla="*/ 7984 w 25255"/>
                        <a:gd name="connsiteY7" fmla="*/ 654 h 38818"/>
                        <a:gd name="connsiteX8" fmla="*/ 12212 w 25255"/>
                        <a:gd name="connsiteY8" fmla="*/ 2 h 38818"/>
                        <a:gd name="connsiteX9" fmla="*/ 16440 w 25255"/>
                        <a:gd name="connsiteY9" fmla="*/ 541 h 38818"/>
                        <a:gd name="connsiteX10" fmla="*/ 20128 w 25255"/>
                        <a:gd name="connsiteY10" fmla="*/ 2206 h 38818"/>
                        <a:gd name="connsiteX11" fmla="*/ 22714 w 25255"/>
                        <a:gd name="connsiteY11" fmla="*/ 5084 h 38818"/>
                        <a:gd name="connsiteX12" fmla="*/ 23681 w 25255"/>
                        <a:gd name="connsiteY12" fmla="*/ 9267 h 38818"/>
                        <a:gd name="connsiteX13" fmla="*/ 22467 w 25255"/>
                        <a:gd name="connsiteY13" fmla="*/ 14350 h 38818"/>
                        <a:gd name="connsiteX14" fmla="*/ 18509 w 25255"/>
                        <a:gd name="connsiteY14" fmla="*/ 17813 h 38818"/>
                        <a:gd name="connsiteX15" fmla="*/ 23456 w 25255"/>
                        <a:gd name="connsiteY15" fmla="*/ 21434 h 38818"/>
                        <a:gd name="connsiteX16" fmla="*/ 25256 w 25255"/>
                        <a:gd name="connsiteY16" fmla="*/ 27259 h 38818"/>
                        <a:gd name="connsiteX17" fmla="*/ 24311 w 25255"/>
                        <a:gd name="connsiteY17" fmla="*/ 32229 h 38818"/>
                        <a:gd name="connsiteX18" fmla="*/ 21612 w 25255"/>
                        <a:gd name="connsiteY18" fmla="*/ 35850 h 38818"/>
                        <a:gd name="connsiteX19" fmla="*/ 17384 w 25255"/>
                        <a:gd name="connsiteY19" fmla="*/ 38054 h 38818"/>
                        <a:gd name="connsiteX20" fmla="*/ 11874 w 25255"/>
                        <a:gd name="connsiteY20" fmla="*/ 38819 h 38818"/>
                        <a:gd name="connsiteX21" fmla="*/ 7691 w 25255"/>
                        <a:gd name="connsiteY21" fmla="*/ 38122 h 38818"/>
                        <a:gd name="connsiteX22" fmla="*/ 3868 w 25255"/>
                        <a:gd name="connsiteY22" fmla="*/ 36007 h 38818"/>
                        <a:gd name="connsiteX23" fmla="*/ 1079 w 25255"/>
                        <a:gd name="connsiteY23" fmla="*/ 32499 h 38818"/>
                        <a:gd name="connsiteX24" fmla="*/ 0 w 25255"/>
                        <a:gd name="connsiteY24" fmla="*/ 27596 h 38818"/>
                        <a:gd name="connsiteX25" fmla="*/ 1709 w 25255"/>
                        <a:gd name="connsiteY25" fmla="*/ 21524 h 38818"/>
                        <a:gd name="connsiteX26" fmla="*/ 6657 w 25255"/>
                        <a:gd name="connsiteY26" fmla="*/ 17611 h 38818"/>
                        <a:gd name="connsiteX27" fmla="*/ 12729 w 25255"/>
                        <a:gd name="connsiteY27" fmla="*/ 19433 h 38818"/>
                        <a:gd name="connsiteX28" fmla="*/ 9063 w 25255"/>
                        <a:gd name="connsiteY28" fmla="*/ 19927 h 38818"/>
                        <a:gd name="connsiteX29" fmla="*/ 6140 w 25255"/>
                        <a:gd name="connsiteY29" fmla="*/ 21412 h 38818"/>
                        <a:gd name="connsiteX30" fmla="*/ 4206 w 25255"/>
                        <a:gd name="connsiteY30" fmla="*/ 23953 h 38818"/>
                        <a:gd name="connsiteX31" fmla="*/ 3508 w 25255"/>
                        <a:gd name="connsiteY31" fmla="*/ 27596 h 38818"/>
                        <a:gd name="connsiteX32" fmla="*/ 4183 w 25255"/>
                        <a:gd name="connsiteY32" fmla="*/ 30880 h 38818"/>
                        <a:gd name="connsiteX33" fmla="*/ 6072 w 25255"/>
                        <a:gd name="connsiteY33" fmla="*/ 33489 h 38818"/>
                        <a:gd name="connsiteX34" fmla="*/ 9041 w 25255"/>
                        <a:gd name="connsiteY34" fmla="*/ 35243 h 38818"/>
                        <a:gd name="connsiteX35" fmla="*/ 12954 w 25255"/>
                        <a:gd name="connsiteY35" fmla="*/ 35895 h 38818"/>
                        <a:gd name="connsiteX36" fmla="*/ 16462 w 25255"/>
                        <a:gd name="connsiteY36" fmla="*/ 35265 h 38818"/>
                        <a:gd name="connsiteX37" fmla="*/ 19296 w 25255"/>
                        <a:gd name="connsiteY37" fmla="*/ 33511 h 38818"/>
                        <a:gd name="connsiteX38" fmla="*/ 21185 w 25255"/>
                        <a:gd name="connsiteY38" fmla="*/ 30812 h 38818"/>
                        <a:gd name="connsiteX39" fmla="*/ 21860 w 25255"/>
                        <a:gd name="connsiteY39" fmla="*/ 27349 h 38818"/>
                        <a:gd name="connsiteX40" fmla="*/ 21163 w 25255"/>
                        <a:gd name="connsiteY40" fmla="*/ 23863 h 38818"/>
                        <a:gd name="connsiteX41" fmla="*/ 19228 w 25255"/>
                        <a:gd name="connsiteY41" fmla="*/ 21389 h 38818"/>
                        <a:gd name="connsiteX42" fmla="*/ 16305 w 25255"/>
                        <a:gd name="connsiteY42" fmla="*/ 19905 h 38818"/>
                        <a:gd name="connsiteX43" fmla="*/ 12751 w 25255"/>
                        <a:gd name="connsiteY43" fmla="*/ 19410 h 38818"/>
                        <a:gd name="connsiteX44" fmla="*/ 12572 w 25255"/>
                        <a:gd name="connsiteY44" fmla="*/ 2925 h 38818"/>
                        <a:gd name="connsiteX45" fmla="*/ 9558 w 25255"/>
                        <a:gd name="connsiteY45" fmla="*/ 3353 h 38818"/>
                        <a:gd name="connsiteX46" fmla="*/ 7107 w 25255"/>
                        <a:gd name="connsiteY46" fmla="*/ 4657 h 38818"/>
                        <a:gd name="connsiteX47" fmla="*/ 5465 w 25255"/>
                        <a:gd name="connsiteY47" fmla="*/ 6816 h 38818"/>
                        <a:gd name="connsiteX48" fmla="*/ 4880 w 25255"/>
                        <a:gd name="connsiteY48" fmla="*/ 9785 h 38818"/>
                        <a:gd name="connsiteX49" fmla="*/ 5555 w 25255"/>
                        <a:gd name="connsiteY49" fmla="*/ 12843 h 38818"/>
                        <a:gd name="connsiteX50" fmla="*/ 7354 w 25255"/>
                        <a:gd name="connsiteY50" fmla="*/ 14912 h 38818"/>
                        <a:gd name="connsiteX51" fmla="*/ 9940 w 25255"/>
                        <a:gd name="connsiteY51" fmla="*/ 16127 h 38818"/>
                        <a:gd name="connsiteX52" fmla="*/ 12954 w 25255"/>
                        <a:gd name="connsiteY52" fmla="*/ 16532 h 38818"/>
                        <a:gd name="connsiteX53" fmla="*/ 15878 w 25255"/>
                        <a:gd name="connsiteY53" fmla="*/ 16127 h 38818"/>
                        <a:gd name="connsiteX54" fmla="*/ 18194 w 25255"/>
                        <a:gd name="connsiteY54" fmla="*/ 14800 h 38818"/>
                        <a:gd name="connsiteX55" fmla="*/ 19723 w 25255"/>
                        <a:gd name="connsiteY55" fmla="*/ 12483 h 38818"/>
                        <a:gd name="connsiteX56" fmla="*/ 20285 w 25255"/>
                        <a:gd name="connsiteY56" fmla="*/ 9020 h 38818"/>
                        <a:gd name="connsiteX57" fmla="*/ 18396 w 25255"/>
                        <a:gd name="connsiteY57" fmla="*/ 4522 h 38818"/>
                        <a:gd name="connsiteX58" fmla="*/ 12572 w 25255"/>
                        <a:gd name="connsiteY58" fmla="*/ 2925 h 388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25255" h="38818">
                          <a:moveTo>
                            <a:pt x="6679" y="17589"/>
                          </a:moveTo>
                          <a:cubicBezTo>
                            <a:pt x="5735" y="17004"/>
                            <a:pt x="4948" y="16464"/>
                            <a:pt x="4273" y="15947"/>
                          </a:cubicBezTo>
                          <a:cubicBezTo>
                            <a:pt x="3598" y="15430"/>
                            <a:pt x="3059" y="14867"/>
                            <a:pt x="2631" y="14238"/>
                          </a:cubicBezTo>
                          <a:cubicBezTo>
                            <a:pt x="2204" y="13630"/>
                            <a:pt x="1889" y="12933"/>
                            <a:pt x="1687" y="12169"/>
                          </a:cubicBezTo>
                          <a:cubicBezTo>
                            <a:pt x="1484" y="11404"/>
                            <a:pt x="1394" y="10437"/>
                            <a:pt x="1394" y="9290"/>
                          </a:cubicBezTo>
                          <a:cubicBezTo>
                            <a:pt x="1394" y="7985"/>
                            <a:pt x="1687" y="6771"/>
                            <a:pt x="2249" y="5624"/>
                          </a:cubicBezTo>
                          <a:cubicBezTo>
                            <a:pt x="2834" y="4477"/>
                            <a:pt x="3598" y="3465"/>
                            <a:pt x="4565" y="2633"/>
                          </a:cubicBezTo>
                          <a:cubicBezTo>
                            <a:pt x="5532" y="1778"/>
                            <a:pt x="6679" y="1126"/>
                            <a:pt x="7984" y="654"/>
                          </a:cubicBezTo>
                          <a:cubicBezTo>
                            <a:pt x="9288" y="182"/>
                            <a:pt x="10705" y="-21"/>
                            <a:pt x="12212" y="2"/>
                          </a:cubicBezTo>
                          <a:cubicBezTo>
                            <a:pt x="13651" y="2"/>
                            <a:pt x="15068" y="182"/>
                            <a:pt x="16440" y="541"/>
                          </a:cubicBezTo>
                          <a:cubicBezTo>
                            <a:pt x="17834" y="901"/>
                            <a:pt x="19049" y="1463"/>
                            <a:pt x="20128" y="2206"/>
                          </a:cubicBezTo>
                          <a:cubicBezTo>
                            <a:pt x="21208" y="2948"/>
                            <a:pt x="22062" y="3915"/>
                            <a:pt x="22714" y="5084"/>
                          </a:cubicBezTo>
                          <a:cubicBezTo>
                            <a:pt x="23367" y="6254"/>
                            <a:pt x="23681" y="7648"/>
                            <a:pt x="23681" y="9267"/>
                          </a:cubicBezTo>
                          <a:cubicBezTo>
                            <a:pt x="23681" y="11246"/>
                            <a:pt x="23277" y="12933"/>
                            <a:pt x="22467" y="14350"/>
                          </a:cubicBezTo>
                          <a:cubicBezTo>
                            <a:pt x="21657" y="15744"/>
                            <a:pt x="20330" y="16914"/>
                            <a:pt x="18509" y="17813"/>
                          </a:cubicBezTo>
                          <a:cubicBezTo>
                            <a:pt x="20600" y="18578"/>
                            <a:pt x="22242" y="19770"/>
                            <a:pt x="23456" y="21434"/>
                          </a:cubicBezTo>
                          <a:cubicBezTo>
                            <a:pt x="24671" y="23098"/>
                            <a:pt x="25256" y="25033"/>
                            <a:pt x="25256" y="27259"/>
                          </a:cubicBezTo>
                          <a:cubicBezTo>
                            <a:pt x="25256" y="29126"/>
                            <a:pt x="24941" y="30790"/>
                            <a:pt x="24311" y="32229"/>
                          </a:cubicBezTo>
                          <a:cubicBezTo>
                            <a:pt x="23681" y="33669"/>
                            <a:pt x="22782" y="34883"/>
                            <a:pt x="21612" y="35850"/>
                          </a:cubicBezTo>
                          <a:cubicBezTo>
                            <a:pt x="20443" y="36817"/>
                            <a:pt x="19026" y="37559"/>
                            <a:pt x="17384" y="38054"/>
                          </a:cubicBezTo>
                          <a:cubicBezTo>
                            <a:pt x="15720" y="38549"/>
                            <a:pt x="13898" y="38819"/>
                            <a:pt x="11874" y="38819"/>
                          </a:cubicBezTo>
                          <a:cubicBezTo>
                            <a:pt x="10502" y="38819"/>
                            <a:pt x="9108" y="38594"/>
                            <a:pt x="7691" y="38122"/>
                          </a:cubicBezTo>
                          <a:cubicBezTo>
                            <a:pt x="6274" y="37649"/>
                            <a:pt x="4993" y="36952"/>
                            <a:pt x="3868" y="36007"/>
                          </a:cubicBezTo>
                          <a:cubicBezTo>
                            <a:pt x="2744" y="35063"/>
                            <a:pt x="1799" y="33893"/>
                            <a:pt x="1079" y="32499"/>
                          </a:cubicBezTo>
                          <a:cubicBezTo>
                            <a:pt x="360" y="31105"/>
                            <a:pt x="0" y="29463"/>
                            <a:pt x="0" y="27596"/>
                          </a:cubicBezTo>
                          <a:cubicBezTo>
                            <a:pt x="0" y="25325"/>
                            <a:pt x="562" y="23301"/>
                            <a:pt x="1709" y="21524"/>
                          </a:cubicBezTo>
                          <a:cubicBezTo>
                            <a:pt x="2856" y="19748"/>
                            <a:pt x="4498" y="18443"/>
                            <a:pt x="6657" y="17611"/>
                          </a:cubicBezTo>
                          <a:close/>
                          <a:moveTo>
                            <a:pt x="12729" y="19433"/>
                          </a:moveTo>
                          <a:cubicBezTo>
                            <a:pt x="11402" y="19433"/>
                            <a:pt x="10165" y="19590"/>
                            <a:pt x="9063" y="19927"/>
                          </a:cubicBezTo>
                          <a:cubicBezTo>
                            <a:pt x="7939" y="20242"/>
                            <a:pt x="6972" y="20737"/>
                            <a:pt x="6140" y="21412"/>
                          </a:cubicBezTo>
                          <a:cubicBezTo>
                            <a:pt x="5308" y="22086"/>
                            <a:pt x="4655" y="22919"/>
                            <a:pt x="4206" y="23953"/>
                          </a:cubicBezTo>
                          <a:cubicBezTo>
                            <a:pt x="3756" y="24988"/>
                            <a:pt x="3508" y="26202"/>
                            <a:pt x="3508" y="27596"/>
                          </a:cubicBezTo>
                          <a:cubicBezTo>
                            <a:pt x="3508" y="28788"/>
                            <a:pt x="3733" y="29890"/>
                            <a:pt x="4183" y="30880"/>
                          </a:cubicBezTo>
                          <a:cubicBezTo>
                            <a:pt x="4633" y="31892"/>
                            <a:pt x="5262" y="32769"/>
                            <a:pt x="6072" y="33489"/>
                          </a:cubicBezTo>
                          <a:cubicBezTo>
                            <a:pt x="6882" y="34208"/>
                            <a:pt x="7871" y="34816"/>
                            <a:pt x="9041" y="35243"/>
                          </a:cubicBezTo>
                          <a:cubicBezTo>
                            <a:pt x="10210" y="35670"/>
                            <a:pt x="11515" y="35895"/>
                            <a:pt x="12954" y="35895"/>
                          </a:cubicBezTo>
                          <a:cubicBezTo>
                            <a:pt x="14213" y="35895"/>
                            <a:pt x="15383" y="35693"/>
                            <a:pt x="16462" y="35265"/>
                          </a:cubicBezTo>
                          <a:cubicBezTo>
                            <a:pt x="17542" y="34838"/>
                            <a:pt x="18486" y="34276"/>
                            <a:pt x="19296" y="33511"/>
                          </a:cubicBezTo>
                          <a:cubicBezTo>
                            <a:pt x="20106" y="32747"/>
                            <a:pt x="20735" y="31847"/>
                            <a:pt x="21185" y="30812"/>
                          </a:cubicBezTo>
                          <a:cubicBezTo>
                            <a:pt x="21635" y="29778"/>
                            <a:pt x="21860" y="28608"/>
                            <a:pt x="21860" y="27349"/>
                          </a:cubicBezTo>
                          <a:cubicBezTo>
                            <a:pt x="21860" y="26022"/>
                            <a:pt x="21635" y="24853"/>
                            <a:pt x="21163" y="23863"/>
                          </a:cubicBezTo>
                          <a:cubicBezTo>
                            <a:pt x="20690" y="22874"/>
                            <a:pt x="20038" y="22041"/>
                            <a:pt x="19228" y="21389"/>
                          </a:cubicBezTo>
                          <a:cubicBezTo>
                            <a:pt x="18396" y="20715"/>
                            <a:pt x="17429" y="20220"/>
                            <a:pt x="16305" y="19905"/>
                          </a:cubicBezTo>
                          <a:cubicBezTo>
                            <a:pt x="15180" y="19590"/>
                            <a:pt x="14011" y="19410"/>
                            <a:pt x="12751" y="19410"/>
                          </a:cubicBezTo>
                          <a:close/>
                          <a:moveTo>
                            <a:pt x="12572" y="2925"/>
                          </a:moveTo>
                          <a:cubicBezTo>
                            <a:pt x="11492" y="2925"/>
                            <a:pt x="10480" y="3060"/>
                            <a:pt x="9558" y="3353"/>
                          </a:cubicBezTo>
                          <a:cubicBezTo>
                            <a:pt x="8613" y="3645"/>
                            <a:pt x="7804" y="4072"/>
                            <a:pt x="7107" y="4657"/>
                          </a:cubicBezTo>
                          <a:cubicBezTo>
                            <a:pt x="6409" y="5242"/>
                            <a:pt x="5847" y="5961"/>
                            <a:pt x="5465" y="6816"/>
                          </a:cubicBezTo>
                          <a:cubicBezTo>
                            <a:pt x="5060" y="7671"/>
                            <a:pt x="4880" y="8660"/>
                            <a:pt x="4880" y="9785"/>
                          </a:cubicBezTo>
                          <a:cubicBezTo>
                            <a:pt x="4880" y="10977"/>
                            <a:pt x="5105" y="11989"/>
                            <a:pt x="5555" y="12843"/>
                          </a:cubicBezTo>
                          <a:cubicBezTo>
                            <a:pt x="6005" y="13698"/>
                            <a:pt x="6612" y="14373"/>
                            <a:pt x="7354" y="14912"/>
                          </a:cubicBezTo>
                          <a:cubicBezTo>
                            <a:pt x="8119" y="15452"/>
                            <a:pt x="8973" y="15857"/>
                            <a:pt x="9940" y="16127"/>
                          </a:cubicBezTo>
                          <a:cubicBezTo>
                            <a:pt x="10907" y="16397"/>
                            <a:pt x="11919" y="16532"/>
                            <a:pt x="12954" y="16532"/>
                          </a:cubicBezTo>
                          <a:cubicBezTo>
                            <a:pt x="13988" y="16532"/>
                            <a:pt x="14978" y="16397"/>
                            <a:pt x="15878" y="16127"/>
                          </a:cubicBezTo>
                          <a:cubicBezTo>
                            <a:pt x="16777" y="15857"/>
                            <a:pt x="17542" y="15407"/>
                            <a:pt x="18194" y="14800"/>
                          </a:cubicBezTo>
                          <a:cubicBezTo>
                            <a:pt x="18846" y="14193"/>
                            <a:pt x="19363" y="13405"/>
                            <a:pt x="19723" y="12483"/>
                          </a:cubicBezTo>
                          <a:cubicBezTo>
                            <a:pt x="20083" y="11561"/>
                            <a:pt x="20285" y="10392"/>
                            <a:pt x="20285" y="9020"/>
                          </a:cubicBezTo>
                          <a:cubicBezTo>
                            <a:pt x="20285" y="7086"/>
                            <a:pt x="19656" y="5579"/>
                            <a:pt x="18396" y="4522"/>
                          </a:cubicBezTo>
                          <a:cubicBezTo>
                            <a:pt x="17137" y="3465"/>
                            <a:pt x="15203" y="2925"/>
                            <a:pt x="12572" y="2925"/>
                          </a:cubicBezTo>
                          <a:close/>
                        </a:path>
                      </a:pathLst>
                    </a:custGeom>
                    <a:solidFill>
                      <a:srgbClr val="231F20"/>
                    </a:solidFill>
                    <a:ln w="2249" cap="flat">
                      <a:noFill/>
                      <a:prstDash val="solid"/>
                      <a:miter/>
                    </a:ln>
                  </p:spPr>
                  <p:txBody>
                    <a:bodyPr rtlCol="0" anchor="ctr"/>
                    <a:lstStyle/>
                    <a:p>
                      <a:endParaRPr lang="en-US"/>
                    </a:p>
                  </p:txBody>
                </p:sp>
              </p:grpSp>
            </p:grpSp>
          </p:grpSp>
          <p:grpSp>
            <p:nvGrpSpPr>
              <p:cNvPr id="10" name="Group 9">
                <a:extLst>
                  <a:ext uri="{FF2B5EF4-FFF2-40B4-BE49-F238E27FC236}">
                    <a16:creationId xmlns:a16="http://schemas.microsoft.com/office/drawing/2014/main" id="{DD9C684B-E517-3175-7C99-E877A3EF5950}"/>
                  </a:ext>
                </a:extLst>
              </p:cNvPr>
              <p:cNvGrpSpPr/>
              <p:nvPr/>
            </p:nvGrpSpPr>
            <p:grpSpPr>
              <a:xfrm>
                <a:off x="1834110" y="1401021"/>
                <a:ext cx="9144000" cy="3277798"/>
                <a:chOff x="1200811" y="3271231"/>
                <a:chExt cx="9144000" cy="3277798"/>
              </a:xfrm>
            </p:grpSpPr>
            <p:grpSp>
              <p:nvGrpSpPr>
                <p:cNvPr id="11" name="Group 10">
                  <a:extLst>
                    <a:ext uri="{FF2B5EF4-FFF2-40B4-BE49-F238E27FC236}">
                      <a16:creationId xmlns:a16="http://schemas.microsoft.com/office/drawing/2014/main" id="{0F39BA45-F1E6-768F-4BAF-F9816C0666D7}"/>
                    </a:ext>
                  </a:extLst>
                </p:cNvPr>
                <p:cNvGrpSpPr/>
                <p:nvPr/>
              </p:nvGrpSpPr>
              <p:grpSpPr>
                <a:xfrm>
                  <a:off x="1200811" y="3271231"/>
                  <a:ext cx="9144000" cy="3277798"/>
                  <a:chOff x="1200811" y="3271231"/>
                  <a:chExt cx="9144000" cy="3277798"/>
                </a:xfrm>
              </p:grpSpPr>
              <p:sp>
                <p:nvSpPr>
                  <p:cNvPr id="27" name="Freeform 26">
                    <a:extLst>
                      <a:ext uri="{FF2B5EF4-FFF2-40B4-BE49-F238E27FC236}">
                        <a16:creationId xmlns:a16="http://schemas.microsoft.com/office/drawing/2014/main" id="{97BDF4FC-0B3E-EEE8-EB76-A5625564F082}"/>
                      </a:ext>
                    </a:extLst>
                  </p:cNvPr>
                  <p:cNvSpPr/>
                  <p:nvPr/>
                </p:nvSpPr>
                <p:spPr>
                  <a:xfrm>
                    <a:off x="2316560" y="6202906"/>
                    <a:ext cx="3360729" cy="8416"/>
                  </a:xfrm>
                  <a:custGeom>
                    <a:avLst/>
                    <a:gdLst>
                      <a:gd name="connsiteX0" fmla="*/ 0 w 897694"/>
                      <a:gd name="connsiteY0" fmla="*/ 0 h 2248"/>
                      <a:gd name="connsiteX1" fmla="*/ 897694 w 897694"/>
                      <a:gd name="connsiteY1" fmla="*/ 0 h 2248"/>
                    </a:gdLst>
                    <a:ahLst/>
                    <a:cxnLst>
                      <a:cxn ang="0">
                        <a:pos x="connsiteX0" y="connsiteY0"/>
                      </a:cxn>
                      <a:cxn ang="0">
                        <a:pos x="connsiteX1" y="connsiteY1"/>
                      </a:cxn>
                    </a:cxnLst>
                    <a:rect l="l" t="t" r="r" b="b"/>
                    <a:pathLst>
                      <a:path w="897694" h="2248">
                        <a:moveTo>
                          <a:pt x="0" y="0"/>
                        </a:moveTo>
                        <a:lnTo>
                          <a:pt x="897694" y="0"/>
                        </a:lnTo>
                      </a:path>
                    </a:pathLst>
                  </a:custGeom>
                  <a:ln w="4498" cap="sq">
                    <a:solidFill>
                      <a:srgbClr val="262626"/>
                    </a:solidFill>
                    <a:prstDash val="solid"/>
                    <a:round/>
                  </a:ln>
                </p:spPr>
                <p:txBody>
                  <a:bodyPr rtlCol="0" anchor="ctr"/>
                  <a:lstStyle/>
                  <a:p>
                    <a:endParaRPr lang="en-US"/>
                  </a:p>
                </p:txBody>
              </p:sp>
              <p:grpSp>
                <p:nvGrpSpPr>
                  <p:cNvPr id="28" name="Graphic 4479">
                    <a:extLst>
                      <a:ext uri="{FF2B5EF4-FFF2-40B4-BE49-F238E27FC236}">
                        <a16:creationId xmlns:a16="http://schemas.microsoft.com/office/drawing/2014/main" id="{EC9F5173-4E12-7F7D-1DCA-55BC27A1D9E3}"/>
                      </a:ext>
                    </a:extLst>
                  </p:cNvPr>
                  <p:cNvGrpSpPr/>
                  <p:nvPr/>
                </p:nvGrpSpPr>
                <p:grpSpPr>
                  <a:xfrm>
                    <a:off x="2392169" y="6362370"/>
                    <a:ext cx="906441" cy="186659"/>
                    <a:chOff x="3588727" y="3029540"/>
                    <a:chExt cx="242122" cy="49859"/>
                  </a:xfrm>
                  <a:solidFill>
                    <a:srgbClr val="010101"/>
                  </a:solidFill>
                </p:grpSpPr>
                <p:sp>
                  <p:nvSpPr>
                    <p:cNvPr id="3533" name="Freeform 3532">
                      <a:extLst>
                        <a:ext uri="{FF2B5EF4-FFF2-40B4-BE49-F238E27FC236}">
                          <a16:creationId xmlns:a16="http://schemas.microsoft.com/office/drawing/2014/main" id="{88B25582-EE05-3A6F-486D-721C97CBDF46}"/>
                        </a:ext>
                      </a:extLst>
                    </p:cNvPr>
                    <p:cNvSpPr/>
                    <p:nvPr/>
                  </p:nvSpPr>
                  <p:spPr>
                    <a:xfrm>
                      <a:off x="3588727" y="3039683"/>
                      <a:ext cx="24895" cy="29461"/>
                    </a:xfrm>
                    <a:custGeom>
                      <a:avLst/>
                      <a:gdLst>
                        <a:gd name="connsiteX0" fmla="*/ 21163 w 24895"/>
                        <a:gd name="connsiteY0" fmla="*/ 9558 h 29461"/>
                        <a:gd name="connsiteX1" fmla="*/ 18194 w 24895"/>
                        <a:gd name="connsiteY1" fmla="*/ 4678 h 29461"/>
                        <a:gd name="connsiteX2" fmla="*/ 12841 w 24895"/>
                        <a:gd name="connsiteY2" fmla="*/ 2924 h 29461"/>
                        <a:gd name="connsiteX3" fmla="*/ 8568 w 24895"/>
                        <a:gd name="connsiteY3" fmla="*/ 3958 h 29461"/>
                        <a:gd name="connsiteX4" fmla="*/ 5645 w 24895"/>
                        <a:gd name="connsiteY4" fmla="*/ 6679 h 29461"/>
                        <a:gd name="connsiteX5" fmla="*/ 3980 w 24895"/>
                        <a:gd name="connsiteY5" fmla="*/ 10503 h 29461"/>
                        <a:gd name="connsiteX6" fmla="*/ 3441 w 24895"/>
                        <a:gd name="connsiteY6" fmla="*/ 14798 h 29461"/>
                        <a:gd name="connsiteX7" fmla="*/ 3958 w 24895"/>
                        <a:gd name="connsiteY7" fmla="*/ 19116 h 29461"/>
                        <a:gd name="connsiteX8" fmla="*/ 5600 w 24895"/>
                        <a:gd name="connsiteY8" fmla="*/ 22894 h 29461"/>
                        <a:gd name="connsiteX9" fmla="*/ 8523 w 24895"/>
                        <a:gd name="connsiteY9" fmla="*/ 25571 h 29461"/>
                        <a:gd name="connsiteX10" fmla="*/ 12841 w 24895"/>
                        <a:gd name="connsiteY10" fmla="*/ 26560 h 29461"/>
                        <a:gd name="connsiteX11" fmla="*/ 18644 w 24895"/>
                        <a:gd name="connsiteY11" fmla="*/ 24559 h 29461"/>
                        <a:gd name="connsiteX12" fmla="*/ 21432 w 24895"/>
                        <a:gd name="connsiteY12" fmla="*/ 19049 h 29461"/>
                        <a:gd name="connsiteX13" fmla="*/ 24896 w 24895"/>
                        <a:gd name="connsiteY13" fmla="*/ 19049 h 29461"/>
                        <a:gd name="connsiteX14" fmla="*/ 23524 w 24895"/>
                        <a:gd name="connsiteY14" fmla="*/ 23277 h 29461"/>
                        <a:gd name="connsiteX15" fmla="*/ 21095 w 24895"/>
                        <a:gd name="connsiteY15" fmla="*/ 26560 h 29461"/>
                        <a:gd name="connsiteX16" fmla="*/ 17564 w 24895"/>
                        <a:gd name="connsiteY16" fmla="*/ 28697 h 29461"/>
                        <a:gd name="connsiteX17" fmla="*/ 12864 w 24895"/>
                        <a:gd name="connsiteY17" fmla="*/ 29461 h 29461"/>
                        <a:gd name="connsiteX18" fmla="*/ 7084 w 24895"/>
                        <a:gd name="connsiteY18" fmla="*/ 28337 h 29461"/>
                        <a:gd name="connsiteX19" fmla="*/ 3081 w 24895"/>
                        <a:gd name="connsiteY19" fmla="*/ 25233 h 29461"/>
                        <a:gd name="connsiteX20" fmla="*/ 765 w 24895"/>
                        <a:gd name="connsiteY20" fmla="*/ 20556 h 29461"/>
                        <a:gd name="connsiteX21" fmla="*/ 0 w 24895"/>
                        <a:gd name="connsiteY21" fmla="*/ 14776 h 29461"/>
                        <a:gd name="connsiteX22" fmla="*/ 832 w 24895"/>
                        <a:gd name="connsiteY22" fmla="*/ 9198 h 29461"/>
                        <a:gd name="connsiteX23" fmla="*/ 3283 w 24895"/>
                        <a:gd name="connsiteY23" fmla="*/ 4475 h 29461"/>
                        <a:gd name="connsiteX24" fmla="*/ 7309 w 24895"/>
                        <a:gd name="connsiteY24" fmla="*/ 1214 h 29461"/>
                        <a:gd name="connsiteX25" fmla="*/ 12841 w 24895"/>
                        <a:gd name="connsiteY25" fmla="*/ 0 h 29461"/>
                        <a:gd name="connsiteX26" fmla="*/ 20690 w 24895"/>
                        <a:gd name="connsiteY26" fmla="*/ 2316 h 29461"/>
                        <a:gd name="connsiteX27" fmla="*/ 24446 w 24895"/>
                        <a:gd name="connsiteY27" fmla="*/ 9558 h 29461"/>
                        <a:gd name="connsiteX28" fmla="*/ 21163 w 24895"/>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5" h="29461">
                          <a:moveTo>
                            <a:pt x="21163" y="9558"/>
                          </a:moveTo>
                          <a:cubicBezTo>
                            <a:pt x="20578" y="7467"/>
                            <a:pt x="19588" y="5847"/>
                            <a:pt x="18194" y="4678"/>
                          </a:cubicBezTo>
                          <a:cubicBezTo>
                            <a:pt x="16800" y="3508"/>
                            <a:pt x="15000" y="2924"/>
                            <a:pt x="12841" y="2924"/>
                          </a:cubicBezTo>
                          <a:cubicBezTo>
                            <a:pt x="11177" y="2924"/>
                            <a:pt x="9760" y="3261"/>
                            <a:pt x="8568" y="3958"/>
                          </a:cubicBezTo>
                          <a:cubicBezTo>
                            <a:pt x="7376" y="4633"/>
                            <a:pt x="6409" y="5555"/>
                            <a:pt x="5645" y="6679"/>
                          </a:cubicBezTo>
                          <a:cubicBezTo>
                            <a:pt x="4880" y="7804"/>
                            <a:pt x="4340" y="9086"/>
                            <a:pt x="3980" y="10503"/>
                          </a:cubicBezTo>
                          <a:cubicBezTo>
                            <a:pt x="3621" y="11920"/>
                            <a:pt x="3441" y="13359"/>
                            <a:pt x="3441" y="14798"/>
                          </a:cubicBezTo>
                          <a:cubicBezTo>
                            <a:pt x="3441" y="16237"/>
                            <a:pt x="3621" y="17722"/>
                            <a:pt x="3958" y="19116"/>
                          </a:cubicBezTo>
                          <a:cubicBezTo>
                            <a:pt x="4295" y="20510"/>
                            <a:pt x="4858" y="21770"/>
                            <a:pt x="5600" y="22894"/>
                          </a:cubicBezTo>
                          <a:cubicBezTo>
                            <a:pt x="6342" y="24019"/>
                            <a:pt x="7332" y="24896"/>
                            <a:pt x="8523" y="25571"/>
                          </a:cubicBezTo>
                          <a:cubicBezTo>
                            <a:pt x="9715" y="26245"/>
                            <a:pt x="11155" y="26560"/>
                            <a:pt x="12841" y="26560"/>
                          </a:cubicBezTo>
                          <a:cubicBezTo>
                            <a:pt x="15248" y="26560"/>
                            <a:pt x="17182" y="25886"/>
                            <a:pt x="18644" y="24559"/>
                          </a:cubicBezTo>
                          <a:cubicBezTo>
                            <a:pt x="20106" y="23232"/>
                            <a:pt x="21028" y="21388"/>
                            <a:pt x="21432" y="19049"/>
                          </a:cubicBezTo>
                          <a:lnTo>
                            <a:pt x="24896" y="19049"/>
                          </a:lnTo>
                          <a:cubicBezTo>
                            <a:pt x="24603" y="20600"/>
                            <a:pt x="24154" y="22017"/>
                            <a:pt x="23524" y="23277"/>
                          </a:cubicBezTo>
                          <a:cubicBezTo>
                            <a:pt x="22894" y="24559"/>
                            <a:pt x="22085" y="25661"/>
                            <a:pt x="21095" y="26560"/>
                          </a:cubicBezTo>
                          <a:cubicBezTo>
                            <a:pt x="20106" y="27482"/>
                            <a:pt x="18936" y="28179"/>
                            <a:pt x="17564" y="28697"/>
                          </a:cubicBezTo>
                          <a:cubicBezTo>
                            <a:pt x="16192" y="29192"/>
                            <a:pt x="14641" y="29461"/>
                            <a:pt x="12864" y="29461"/>
                          </a:cubicBezTo>
                          <a:cubicBezTo>
                            <a:pt x="10638" y="29461"/>
                            <a:pt x="8703" y="29079"/>
                            <a:pt x="7084" y="28337"/>
                          </a:cubicBezTo>
                          <a:cubicBezTo>
                            <a:pt x="5465" y="27595"/>
                            <a:pt x="4138" y="26538"/>
                            <a:pt x="3081" y="25233"/>
                          </a:cubicBezTo>
                          <a:cubicBezTo>
                            <a:pt x="2046" y="23929"/>
                            <a:pt x="1259" y="22355"/>
                            <a:pt x="765" y="20556"/>
                          </a:cubicBezTo>
                          <a:cubicBezTo>
                            <a:pt x="270" y="18756"/>
                            <a:pt x="0" y="16822"/>
                            <a:pt x="0" y="14776"/>
                          </a:cubicBezTo>
                          <a:cubicBezTo>
                            <a:pt x="0" y="12842"/>
                            <a:pt x="270" y="10975"/>
                            <a:pt x="832" y="9198"/>
                          </a:cubicBezTo>
                          <a:cubicBezTo>
                            <a:pt x="1394" y="7422"/>
                            <a:pt x="2204" y="5847"/>
                            <a:pt x="3283" y="4475"/>
                          </a:cubicBezTo>
                          <a:cubicBezTo>
                            <a:pt x="4363" y="3104"/>
                            <a:pt x="5712" y="2024"/>
                            <a:pt x="7309" y="1214"/>
                          </a:cubicBezTo>
                          <a:cubicBezTo>
                            <a:pt x="8906" y="405"/>
                            <a:pt x="10750" y="0"/>
                            <a:pt x="12841" y="0"/>
                          </a:cubicBezTo>
                          <a:cubicBezTo>
                            <a:pt x="16080" y="0"/>
                            <a:pt x="18689" y="765"/>
                            <a:pt x="20690" y="2316"/>
                          </a:cubicBezTo>
                          <a:cubicBezTo>
                            <a:pt x="22692" y="3868"/>
                            <a:pt x="23929" y="6275"/>
                            <a:pt x="24446" y="9558"/>
                          </a:cubicBezTo>
                          <a:lnTo>
                            <a:pt x="21163" y="9558"/>
                          </a:lnTo>
                          <a:close/>
                        </a:path>
                      </a:pathLst>
                    </a:custGeom>
                    <a:solidFill>
                      <a:srgbClr val="010101"/>
                    </a:solidFill>
                    <a:ln w="2249" cap="flat">
                      <a:noFill/>
                      <a:prstDash val="solid"/>
                      <a:miter/>
                    </a:ln>
                  </p:spPr>
                  <p:txBody>
                    <a:bodyPr rtlCol="0" anchor="ctr"/>
                    <a:lstStyle/>
                    <a:p>
                      <a:endParaRPr lang="en-US"/>
                    </a:p>
                  </p:txBody>
                </p:sp>
                <p:sp>
                  <p:nvSpPr>
                    <p:cNvPr id="3534" name="Freeform 3533">
                      <a:extLst>
                        <a:ext uri="{FF2B5EF4-FFF2-40B4-BE49-F238E27FC236}">
                          <a16:creationId xmlns:a16="http://schemas.microsoft.com/office/drawing/2014/main" id="{002B336A-00FC-0701-751E-2A9D8C8EE988}"/>
                        </a:ext>
                      </a:extLst>
                    </p:cNvPr>
                    <p:cNvSpPr/>
                    <p:nvPr/>
                  </p:nvSpPr>
                  <p:spPr>
                    <a:xfrm>
                      <a:off x="3618256" y="3039660"/>
                      <a:ext cx="25907" cy="29483"/>
                    </a:xfrm>
                    <a:custGeom>
                      <a:avLst/>
                      <a:gdLst>
                        <a:gd name="connsiteX0" fmla="*/ 12954 w 25907"/>
                        <a:gd name="connsiteY0" fmla="*/ 29484 h 29483"/>
                        <a:gd name="connsiteX1" fmla="*/ 7916 w 25907"/>
                        <a:gd name="connsiteY1" fmla="*/ 28517 h 29483"/>
                        <a:gd name="connsiteX2" fmla="*/ 3823 w 25907"/>
                        <a:gd name="connsiteY2" fmla="*/ 25773 h 29483"/>
                        <a:gd name="connsiteX3" fmla="*/ 1034 w 25907"/>
                        <a:gd name="connsiteY3" fmla="*/ 21185 h 29483"/>
                        <a:gd name="connsiteX4" fmla="*/ 0 w 25907"/>
                        <a:gd name="connsiteY4" fmla="*/ 14753 h 29483"/>
                        <a:gd name="connsiteX5" fmla="*/ 810 w 25907"/>
                        <a:gd name="connsiteY5" fmla="*/ 8996 h 29483"/>
                        <a:gd name="connsiteX6" fmla="*/ 3238 w 25907"/>
                        <a:gd name="connsiteY6" fmla="*/ 4318 h 29483"/>
                        <a:gd name="connsiteX7" fmla="*/ 7287 w 25907"/>
                        <a:gd name="connsiteY7" fmla="*/ 1169 h 29483"/>
                        <a:gd name="connsiteX8" fmla="*/ 12954 w 25907"/>
                        <a:gd name="connsiteY8" fmla="*/ 0 h 29483"/>
                        <a:gd name="connsiteX9" fmla="*/ 18666 w 25907"/>
                        <a:gd name="connsiteY9" fmla="*/ 1169 h 29483"/>
                        <a:gd name="connsiteX10" fmla="*/ 22714 w 25907"/>
                        <a:gd name="connsiteY10" fmla="*/ 4295 h 29483"/>
                        <a:gd name="connsiteX11" fmla="*/ 25121 w 25907"/>
                        <a:gd name="connsiteY11" fmla="*/ 8973 h 29483"/>
                        <a:gd name="connsiteX12" fmla="*/ 25908 w 25907"/>
                        <a:gd name="connsiteY12" fmla="*/ 14753 h 29483"/>
                        <a:gd name="connsiteX13" fmla="*/ 24986 w 25907"/>
                        <a:gd name="connsiteY13" fmla="*/ 20803 h 29483"/>
                        <a:gd name="connsiteX14" fmla="*/ 22377 w 25907"/>
                        <a:gd name="connsiteY14" fmla="*/ 25436 h 29483"/>
                        <a:gd name="connsiteX15" fmla="*/ 18284 w 25907"/>
                        <a:gd name="connsiteY15" fmla="*/ 28427 h 29483"/>
                        <a:gd name="connsiteX16" fmla="*/ 12976 w 25907"/>
                        <a:gd name="connsiteY16" fmla="*/ 29484 h 29483"/>
                        <a:gd name="connsiteX17" fmla="*/ 22445 w 25907"/>
                        <a:gd name="connsiteY17" fmla="*/ 14753 h 29483"/>
                        <a:gd name="connsiteX18" fmla="*/ 21905 w 25907"/>
                        <a:gd name="connsiteY18" fmla="*/ 10120 h 29483"/>
                        <a:gd name="connsiteX19" fmla="*/ 20241 w 25907"/>
                        <a:gd name="connsiteY19" fmla="*/ 6365 h 29483"/>
                        <a:gd name="connsiteX20" fmla="*/ 17317 w 25907"/>
                        <a:gd name="connsiteY20" fmla="*/ 3846 h 29483"/>
                        <a:gd name="connsiteX21" fmla="*/ 12954 w 25907"/>
                        <a:gd name="connsiteY21" fmla="*/ 2924 h 29483"/>
                        <a:gd name="connsiteX22" fmla="*/ 8613 w 25907"/>
                        <a:gd name="connsiteY22" fmla="*/ 3913 h 29483"/>
                        <a:gd name="connsiteX23" fmla="*/ 5667 w 25907"/>
                        <a:gd name="connsiteY23" fmla="*/ 6567 h 29483"/>
                        <a:gd name="connsiteX24" fmla="*/ 4003 w 25907"/>
                        <a:gd name="connsiteY24" fmla="*/ 10345 h 29483"/>
                        <a:gd name="connsiteX25" fmla="*/ 3463 w 25907"/>
                        <a:gd name="connsiteY25" fmla="*/ 14753 h 29483"/>
                        <a:gd name="connsiteX26" fmla="*/ 4093 w 25907"/>
                        <a:gd name="connsiteY26" fmla="*/ 19521 h 29483"/>
                        <a:gd name="connsiteX27" fmla="*/ 5892 w 25907"/>
                        <a:gd name="connsiteY27" fmla="*/ 23277 h 29483"/>
                        <a:gd name="connsiteX28" fmla="*/ 8861 w 25907"/>
                        <a:gd name="connsiteY28" fmla="*/ 25706 h 29483"/>
                        <a:gd name="connsiteX29" fmla="*/ 12954 w 25907"/>
                        <a:gd name="connsiteY29" fmla="*/ 26560 h 29483"/>
                        <a:gd name="connsiteX30" fmla="*/ 17294 w 25907"/>
                        <a:gd name="connsiteY30" fmla="*/ 25571 h 29483"/>
                        <a:gd name="connsiteX31" fmla="*/ 20241 w 25907"/>
                        <a:gd name="connsiteY31" fmla="*/ 22894 h 29483"/>
                        <a:gd name="connsiteX32" fmla="*/ 21905 w 25907"/>
                        <a:gd name="connsiteY32" fmla="*/ 19116 h 29483"/>
                        <a:gd name="connsiteX33" fmla="*/ 22445 w 25907"/>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7" h="29483">
                          <a:moveTo>
                            <a:pt x="12954" y="29484"/>
                          </a:moveTo>
                          <a:cubicBezTo>
                            <a:pt x="11155" y="29439"/>
                            <a:pt x="9468" y="29124"/>
                            <a:pt x="7916" y="28517"/>
                          </a:cubicBezTo>
                          <a:cubicBezTo>
                            <a:pt x="6342" y="27910"/>
                            <a:pt x="4993" y="26987"/>
                            <a:pt x="3823" y="25773"/>
                          </a:cubicBezTo>
                          <a:cubicBezTo>
                            <a:pt x="2654" y="24559"/>
                            <a:pt x="1731" y="23029"/>
                            <a:pt x="1034" y="21185"/>
                          </a:cubicBezTo>
                          <a:cubicBezTo>
                            <a:pt x="360" y="19341"/>
                            <a:pt x="0" y="17205"/>
                            <a:pt x="0" y="14753"/>
                          </a:cubicBezTo>
                          <a:cubicBezTo>
                            <a:pt x="0" y="12707"/>
                            <a:pt x="270" y="10795"/>
                            <a:pt x="810" y="8996"/>
                          </a:cubicBezTo>
                          <a:cubicBezTo>
                            <a:pt x="1349" y="7219"/>
                            <a:pt x="2159" y="5667"/>
                            <a:pt x="3238" y="4318"/>
                          </a:cubicBezTo>
                          <a:cubicBezTo>
                            <a:pt x="4318" y="2991"/>
                            <a:pt x="5667" y="1934"/>
                            <a:pt x="7287" y="1169"/>
                          </a:cubicBezTo>
                          <a:cubicBezTo>
                            <a:pt x="8906" y="405"/>
                            <a:pt x="10795" y="0"/>
                            <a:pt x="12954" y="0"/>
                          </a:cubicBezTo>
                          <a:cubicBezTo>
                            <a:pt x="15113" y="0"/>
                            <a:pt x="17047" y="382"/>
                            <a:pt x="18666" y="1169"/>
                          </a:cubicBezTo>
                          <a:cubicBezTo>
                            <a:pt x="20285" y="1934"/>
                            <a:pt x="21635" y="2991"/>
                            <a:pt x="22714" y="4295"/>
                          </a:cubicBezTo>
                          <a:cubicBezTo>
                            <a:pt x="23794" y="5600"/>
                            <a:pt x="24603" y="7174"/>
                            <a:pt x="25121" y="8973"/>
                          </a:cubicBezTo>
                          <a:cubicBezTo>
                            <a:pt x="25638" y="10772"/>
                            <a:pt x="25908" y="12707"/>
                            <a:pt x="25908" y="14753"/>
                          </a:cubicBezTo>
                          <a:cubicBezTo>
                            <a:pt x="25908" y="16980"/>
                            <a:pt x="25593" y="19004"/>
                            <a:pt x="24986" y="20803"/>
                          </a:cubicBezTo>
                          <a:cubicBezTo>
                            <a:pt x="24379" y="22602"/>
                            <a:pt x="23502" y="24154"/>
                            <a:pt x="22377" y="25436"/>
                          </a:cubicBezTo>
                          <a:cubicBezTo>
                            <a:pt x="21253" y="26740"/>
                            <a:pt x="19881" y="27730"/>
                            <a:pt x="18284" y="28427"/>
                          </a:cubicBezTo>
                          <a:cubicBezTo>
                            <a:pt x="16687" y="29124"/>
                            <a:pt x="14911" y="29484"/>
                            <a:pt x="12976" y="29484"/>
                          </a:cubicBezTo>
                          <a:close/>
                          <a:moveTo>
                            <a:pt x="22445" y="14753"/>
                          </a:moveTo>
                          <a:cubicBezTo>
                            <a:pt x="22445" y="13089"/>
                            <a:pt x="22264" y="11560"/>
                            <a:pt x="21905" y="10120"/>
                          </a:cubicBezTo>
                          <a:cubicBezTo>
                            <a:pt x="21545" y="8681"/>
                            <a:pt x="20983" y="7422"/>
                            <a:pt x="20241" y="6365"/>
                          </a:cubicBezTo>
                          <a:cubicBezTo>
                            <a:pt x="19476" y="5308"/>
                            <a:pt x="18509" y="4475"/>
                            <a:pt x="17317" y="3846"/>
                          </a:cubicBezTo>
                          <a:cubicBezTo>
                            <a:pt x="16125" y="3238"/>
                            <a:pt x="14663" y="2924"/>
                            <a:pt x="12954" y="2924"/>
                          </a:cubicBezTo>
                          <a:cubicBezTo>
                            <a:pt x="11245" y="2924"/>
                            <a:pt x="9805" y="3261"/>
                            <a:pt x="8613" y="3913"/>
                          </a:cubicBezTo>
                          <a:cubicBezTo>
                            <a:pt x="7399" y="4588"/>
                            <a:pt x="6432" y="5465"/>
                            <a:pt x="5667" y="6567"/>
                          </a:cubicBezTo>
                          <a:cubicBezTo>
                            <a:pt x="4903" y="7669"/>
                            <a:pt x="4363" y="8928"/>
                            <a:pt x="4003" y="10345"/>
                          </a:cubicBezTo>
                          <a:cubicBezTo>
                            <a:pt x="3643" y="11762"/>
                            <a:pt x="3463" y="13224"/>
                            <a:pt x="3463" y="14753"/>
                          </a:cubicBezTo>
                          <a:cubicBezTo>
                            <a:pt x="3463" y="16485"/>
                            <a:pt x="3666" y="18082"/>
                            <a:pt x="4093" y="19521"/>
                          </a:cubicBezTo>
                          <a:cubicBezTo>
                            <a:pt x="4498" y="20983"/>
                            <a:pt x="5105" y="22220"/>
                            <a:pt x="5892" y="23277"/>
                          </a:cubicBezTo>
                          <a:cubicBezTo>
                            <a:pt x="6679" y="24334"/>
                            <a:pt x="7669" y="25121"/>
                            <a:pt x="8861" y="25706"/>
                          </a:cubicBezTo>
                          <a:cubicBezTo>
                            <a:pt x="10053" y="26290"/>
                            <a:pt x="11425" y="26560"/>
                            <a:pt x="12954" y="26560"/>
                          </a:cubicBezTo>
                          <a:cubicBezTo>
                            <a:pt x="14641" y="26560"/>
                            <a:pt x="16102" y="26223"/>
                            <a:pt x="17294" y="25571"/>
                          </a:cubicBezTo>
                          <a:cubicBezTo>
                            <a:pt x="18509" y="24896"/>
                            <a:pt x="19476" y="24019"/>
                            <a:pt x="20241" y="22894"/>
                          </a:cubicBezTo>
                          <a:cubicBezTo>
                            <a:pt x="21005" y="21770"/>
                            <a:pt x="21545" y="20510"/>
                            <a:pt x="21905" y="19116"/>
                          </a:cubicBezTo>
                          <a:cubicBezTo>
                            <a:pt x="22264" y="17722"/>
                            <a:pt x="22445" y="16260"/>
                            <a:pt x="22445" y="14753"/>
                          </a:cubicBezTo>
                          <a:close/>
                        </a:path>
                      </a:pathLst>
                    </a:custGeom>
                    <a:solidFill>
                      <a:srgbClr val="010101"/>
                    </a:solidFill>
                    <a:ln w="2249" cap="flat">
                      <a:noFill/>
                      <a:prstDash val="solid"/>
                      <a:miter/>
                    </a:ln>
                  </p:spPr>
                  <p:txBody>
                    <a:bodyPr rtlCol="0" anchor="ctr"/>
                    <a:lstStyle/>
                    <a:p>
                      <a:endParaRPr lang="en-US"/>
                    </a:p>
                  </p:txBody>
                </p:sp>
                <p:sp>
                  <p:nvSpPr>
                    <p:cNvPr id="3535" name="Freeform 3534">
                      <a:extLst>
                        <a:ext uri="{FF2B5EF4-FFF2-40B4-BE49-F238E27FC236}">
                          <a16:creationId xmlns:a16="http://schemas.microsoft.com/office/drawing/2014/main" id="{AE53B09C-62AD-B716-57E0-0935D8A1BD6B}"/>
                        </a:ext>
                      </a:extLst>
                    </p:cNvPr>
                    <p:cNvSpPr/>
                    <p:nvPr/>
                  </p:nvSpPr>
                  <p:spPr>
                    <a:xfrm>
                      <a:off x="3649674" y="3039705"/>
                      <a:ext cx="38007" cy="28764"/>
                    </a:xfrm>
                    <a:custGeom>
                      <a:avLst/>
                      <a:gdLst>
                        <a:gd name="connsiteX0" fmla="*/ 3238 w 38007"/>
                        <a:gd name="connsiteY0" fmla="*/ 28697 h 28764"/>
                        <a:gd name="connsiteX1" fmla="*/ 0 w 38007"/>
                        <a:gd name="connsiteY1" fmla="*/ 28697 h 28764"/>
                        <a:gd name="connsiteX2" fmla="*/ 0 w 38007"/>
                        <a:gd name="connsiteY2" fmla="*/ 742 h 28764"/>
                        <a:gd name="connsiteX3" fmla="*/ 3238 w 38007"/>
                        <a:gd name="connsiteY3" fmla="*/ 742 h 28764"/>
                        <a:gd name="connsiteX4" fmla="*/ 3238 w 38007"/>
                        <a:gd name="connsiteY4" fmla="*/ 4948 h 28764"/>
                        <a:gd name="connsiteX5" fmla="*/ 3351 w 38007"/>
                        <a:gd name="connsiteY5" fmla="*/ 4948 h 28764"/>
                        <a:gd name="connsiteX6" fmla="*/ 6904 w 38007"/>
                        <a:gd name="connsiteY6" fmla="*/ 1259 h 28764"/>
                        <a:gd name="connsiteX7" fmla="*/ 11987 w 38007"/>
                        <a:gd name="connsiteY7" fmla="*/ 0 h 28764"/>
                        <a:gd name="connsiteX8" fmla="*/ 15271 w 38007"/>
                        <a:gd name="connsiteY8" fmla="*/ 427 h 28764"/>
                        <a:gd name="connsiteX9" fmla="*/ 17564 w 38007"/>
                        <a:gd name="connsiteY9" fmla="*/ 1597 h 28764"/>
                        <a:gd name="connsiteX10" fmla="*/ 19139 w 38007"/>
                        <a:gd name="connsiteY10" fmla="*/ 3306 h 28764"/>
                        <a:gd name="connsiteX11" fmla="*/ 20196 w 38007"/>
                        <a:gd name="connsiteY11" fmla="*/ 5420 h 28764"/>
                        <a:gd name="connsiteX12" fmla="*/ 23951 w 38007"/>
                        <a:gd name="connsiteY12" fmla="*/ 1349 h 28764"/>
                        <a:gd name="connsiteX13" fmla="*/ 29327 w 38007"/>
                        <a:gd name="connsiteY13" fmla="*/ 23 h 28764"/>
                        <a:gd name="connsiteX14" fmla="*/ 33892 w 38007"/>
                        <a:gd name="connsiteY14" fmla="*/ 967 h 28764"/>
                        <a:gd name="connsiteX15" fmla="*/ 36501 w 38007"/>
                        <a:gd name="connsiteY15" fmla="*/ 3441 h 28764"/>
                        <a:gd name="connsiteX16" fmla="*/ 37715 w 38007"/>
                        <a:gd name="connsiteY16" fmla="*/ 6972 h 28764"/>
                        <a:gd name="connsiteX17" fmla="*/ 38007 w 38007"/>
                        <a:gd name="connsiteY17" fmla="*/ 11065 h 28764"/>
                        <a:gd name="connsiteX18" fmla="*/ 38007 w 38007"/>
                        <a:gd name="connsiteY18" fmla="*/ 28719 h 28764"/>
                        <a:gd name="connsiteX19" fmla="*/ 34769 w 38007"/>
                        <a:gd name="connsiteY19" fmla="*/ 28719 h 28764"/>
                        <a:gd name="connsiteX20" fmla="*/ 34769 w 38007"/>
                        <a:gd name="connsiteY20" fmla="*/ 9401 h 28764"/>
                        <a:gd name="connsiteX21" fmla="*/ 33510 w 38007"/>
                        <a:gd name="connsiteY21" fmla="*/ 4655 h 28764"/>
                        <a:gd name="connsiteX22" fmla="*/ 28787 w 38007"/>
                        <a:gd name="connsiteY22" fmla="*/ 2924 h 28764"/>
                        <a:gd name="connsiteX23" fmla="*/ 25368 w 38007"/>
                        <a:gd name="connsiteY23" fmla="*/ 3711 h 28764"/>
                        <a:gd name="connsiteX24" fmla="*/ 22490 w 38007"/>
                        <a:gd name="connsiteY24" fmla="*/ 6117 h 28764"/>
                        <a:gd name="connsiteX25" fmla="*/ 21590 w 38007"/>
                        <a:gd name="connsiteY25" fmla="*/ 7759 h 28764"/>
                        <a:gd name="connsiteX26" fmla="*/ 21028 w 38007"/>
                        <a:gd name="connsiteY26" fmla="*/ 9738 h 28764"/>
                        <a:gd name="connsiteX27" fmla="*/ 20735 w 38007"/>
                        <a:gd name="connsiteY27" fmla="*/ 11785 h 28764"/>
                        <a:gd name="connsiteX28" fmla="*/ 20645 w 38007"/>
                        <a:gd name="connsiteY28" fmla="*/ 13674 h 28764"/>
                        <a:gd name="connsiteX29" fmla="*/ 20645 w 38007"/>
                        <a:gd name="connsiteY29" fmla="*/ 28742 h 28764"/>
                        <a:gd name="connsiteX30" fmla="*/ 17407 w 38007"/>
                        <a:gd name="connsiteY30" fmla="*/ 28742 h 28764"/>
                        <a:gd name="connsiteX31" fmla="*/ 17407 w 38007"/>
                        <a:gd name="connsiteY31" fmla="*/ 9423 h 28764"/>
                        <a:gd name="connsiteX32" fmla="*/ 16147 w 38007"/>
                        <a:gd name="connsiteY32" fmla="*/ 4678 h 28764"/>
                        <a:gd name="connsiteX33" fmla="*/ 11425 w 38007"/>
                        <a:gd name="connsiteY33" fmla="*/ 2946 h 28764"/>
                        <a:gd name="connsiteX34" fmla="*/ 8006 w 38007"/>
                        <a:gd name="connsiteY34" fmla="*/ 3733 h 28764"/>
                        <a:gd name="connsiteX35" fmla="*/ 5128 w 38007"/>
                        <a:gd name="connsiteY35" fmla="*/ 6140 h 28764"/>
                        <a:gd name="connsiteX36" fmla="*/ 4228 w 38007"/>
                        <a:gd name="connsiteY36" fmla="*/ 7781 h 28764"/>
                        <a:gd name="connsiteX37" fmla="*/ 3666 w 38007"/>
                        <a:gd name="connsiteY37" fmla="*/ 9760 h 28764"/>
                        <a:gd name="connsiteX38" fmla="*/ 3373 w 38007"/>
                        <a:gd name="connsiteY38" fmla="*/ 11807 h 28764"/>
                        <a:gd name="connsiteX39" fmla="*/ 3283 w 38007"/>
                        <a:gd name="connsiteY39" fmla="*/ 13696 h 28764"/>
                        <a:gd name="connsiteX40" fmla="*/ 3283 w 38007"/>
                        <a:gd name="connsiteY40" fmla="*/ 28764 h 28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38007" h="28764">
                          <a:moveTo>
                            <a:pt x="3238" y="28697"/>
                          </a:moveTo>
                          <a:lnTo>
                            <a:pt x="0" y="28697"/>
                          </a:lnTo>
                          <a:lnTo>
                            <a:pt x="0" y="742"/>
                          </a:lnTo>
                          <a:lnTo>
                            <a:pt x="3238" y="742"/>
                          </a:lnTo>
                          <a:lnTo>
                            <a:pt x="3238" y="4948"/>
                          </a:lnTo>
                          <a:lnTo>
                            <a:pt x="3351" y="4948"/>
                          </a:lnTo>
                          <a:cubicBezTo>
                            <a:pt x="4183" y="3328"/>
                            <a:pt x="5375" y="2092"/>
                            <a:pt x="6904" y="1259"/>
                          </a:cubicBezTo>
                          <a:cubicBezTo>
                            <a:pt x="8456" y="405"/>
                            <a:pt x="10143" y="0"/>
                            <a:pt x="11987" y="0"/>
                          </a:cubicBezTo>
                          <a:cubicBezTo>
                            <a:pt x="13291" y="0"/>
                            <a:pt x="14371" y="135"/>
                            <a:pt x="15271" y="427"/>
                          </a:cubicBezTo>
                          <a:cubicBezTo>
                            <a:pt x="16170" y="720"/>
                            <a:pt x="16935" y="1102"/>
                            <a:pt x="17564" y="1597"/>
                          </a:cubicBezTo>
                          <a:cubicBezTo>
                            <a:pt x="18194" y="2092"/>
                            <a:pt x="18711" y="2654"/>
                            <a:pt x="19139" y="3306"/>
                          </a:cubicBezTo>
                          <a:cubicBezTo>
                            <a:pt x="19543" y="3958"/>
                            <a:pt x="19903" y="4655"/>
                            <a:pt x="20196" y="5420"/>
                          </a:cubicBezTo>
                          <a:cubicBezTo>
                            <a:pt x="21140" y="3576"/>
                            <a:pt x="22377" y="2226"/>
                            <a:pt x="23951" y="1349"/>
                          </a:cubicBezTo>
                          <a:cubicBezTo>
                            <a:pt x="25526" y="472"/>
                            <a:pt x="27302" y="23"/>
                            <a:pt x="29327" y="23"/>
                          </a:cubicBezTo>
                          <a:cubicBezTo>
                            <a:pt x="31238" y="23"/>
                            <a:pt x="32745" y="337"/>
                            <a:pt x="33892" y="967"/>
                          </a:cubicBezTo>
                          <a:cubicBezTo>
                            <a:pt x="35016" y="1597"/>
                            <a:pt x="35893" y="2429"/>
                            <a:pt x="36501" y="3441"/>
                          </a:cubicBezTo>
                          <a:cubicBezTo>
                            <a:pt x="37108" y="4453"/>
                            <a:pt x="37512" y="5645"/>
                            <a:pt x="37715" y="6972"/>
                          </a:cubicBezTo>
                          <a:cubicBezTo>
                            <a:pt x="37917" y="8299"/>
                            <a:pt x="38007" y="9670"/>
                            <a:pt x="38007" y="11065"/>
                          </a:cubicBezTo>
                          <a:lnTo>
                            <a:pt x="38007" y="28719"/>
                          </a:lnTo>
                          <a:lnTo>
                            <a:pt x="34769" y="28719"/>
                          </a:lnTo>
                          <a:lnTo>
                            <a:pt x="34769" y="9401"/>
                          </a:lnTo>
                          <a:cubicBezTo>
                            <a:pt x="34769" y="7377"/>
                            <a:pt x="34342" y="5802"/>
                            <a:pt x="33510" y="4655"/>
                          </a:cubicBezTo>
                          <a:cubicBezTo>
                            <a:pt x="32655" y="3508"/>
                            <a:pt x="31080" y="2924"/>
                            <a:pt x="28787" y="2924"/>
                          </a:cubicBezTo>
                          <a:cubicBezTo>
                            <a:pt x="27595" y="2924"/>
                            <a:pt x="26448" y="3193"/>
                            <a:pt x="25368" y="3711"/>
                          </a:cubicBezTo>
                          <a:cubicBezTo>
                            <a:pt x="24266" y="4228"/>
                            <a:pt x="23299" y="5038"/>
                            <a:pt x="22490" y="6117"/>
                          </a:cubicBezTo>
                          <a:cubicBezTo>
                            <a:pt x="22130" y="6589"/>
                            <a:pt x="21837" y="7129"/>
                            <a:pt x="21590" y="7759"/>
                          </a:cubicBezTo>
                          <a:cubicBezTo>
                            <a:pt x="21365" y="8389"/>
                            <a:pt x="21163" y="9041"/>
                            <a:pt x="21028" y="9738"/>
                          </a:cubicBezTo>
                          <a:cubicBezTo>
                            <a:pt x="20893" y="10413"/>
                            <a:pt x="20780" y="11110"/>
                            <a:pt x="20735" y="11785"/>
                          </a:cubicBezTo>
                          <a:cubicBezTo>
                            <a:pt x="20690" y="12459"/>
                            <a:pt x="20645" y="13089"/>
                            <a:pt x="20645" y="13674"/>
                          </a:cubicBezTo>
                          <a:lnTo>
                            <a:pt x="20645" y="28742"/>
                          </a:lnTo>
                          <a:lnTo>
                            <a:pt x="17407" y="28742"/>
                          </a:lnTo>
                          <a:lnTo>
                            <a:pt x="17407" y="9423"/>
                          </a:lnTo>
                          <a:cubicBezTo>
                            <a:pt x="17407" y="7399"/>
                            <a:pt x="16979" y="5825"/>
                            <a:pt x="16147" y="4678"/>
                          </a:cubicBezTo>
                          <a:cubicBezTo>
                            <a:pt x="15293" y="3531"/>
                            <a:pt x="13719" y="2946"/>
                            <a:pt x="11425" y="2946"/>
                          </a:cubicBezTo>
                          <a:cubicBezTo>
                            <a:pt x="10233" y="2946"/>
                            <a:pt x="9086" y="3216"/>
                            <a:pt x="8006" y="3733"/>
                          </a:cubicBezTo>
                          <a:cubicBezTo>
                            <a:pt x="6904" y="4250"/>
                            <a:pt x="5937" y="5060"/>
                            <a:pt x="5128" y="6140"/>
                          </a:cubicBezTo>
                          <a:cubicBezTo>
                            <a:pt x="4768" y="6612"/>
                            <a:pt x="4475" y="7152"/>
                            <a:pt x="4228" y="7781"/>
                          </a:cubicBezTo>
                          <a:cubicBezTo>
                            <a:pt x="4003" y="8411"/>
                            <a:pt x="3801" y="9063"/>
                            <a:pt x="3666" y="9760"/>
                          </a:cubicBezTo>
                          <a:cubicBezTo>
                            <a:pt x="3531" y="10435"/>
                            <a:pt x="3418" y="11132"/>
                            <a:pt x="3373" y="11807"/>
                          </a:cubicBezTo>
                          <a:cubicBezTo>
                            <a:pt x="3328" y="12482"/>
                            <a:pt x="3283" y="13111"/>
                            <a:pt x="3283" y="13696"/>
                          </a:cubicBezTo>
                          <a:lnTo>
                            <a:pt x="3283" y="28764"/>
                          </a:lnTo>
                          <a:close/>
                        </a:path>
                      </a:pathLst>
                    </a:custGeom>
                    <a:solidFill>
                      <a:srgbClr val="010101"/>
                    </a:solidFill>
                    <a:ln w="2249" cap="flat">
                      <a:noFill/>
                      <a:prstDash val="solid"/>
                      <a:miter/>
                    </a:ln>
                  </p:spPr>
                  <p:txBody>
                    <a:bodyPr rtlCol="0" anchor="ctr"/>
                    <a:lstStyle/>
                    <a:p>
                      <a:endParaRPr lang="en-US"/>
                    </a:p>
                  </p:txBody>
                </p:sp>
                <p:sp>
                  <p:nvSpPr>
                    <p:cNvPr id="3536" name="Freeform 3535">
                      <a:extLst>
                        <a:ext uri="{FF2B5EF4-FFF2-40B4-BE49-F238E27FC236}">
                          <a16:creationId xmlns:a16="http://schemas.microsoft.com/office/drawing/2014/main" id="{C6D3F7AB-306D-8657-9A23-E9366B7DF823}"/>
                        </a:ext>
                      </a:extLst>
                    </p:cNvPr>
                    <p:cNvSpPr/>
                    <p:nvPr/>
                  </p:nvSpPr>
                  <p:spPr>
                    <a:xfrm>
                      <a:off x="3695440" y="3039660"/>
                      <a:ext cx="25683" cy="39739"/>
                    </a:xfrm>
                    <a:custGeom>
                      <a:avLst/>
                      <a:gdLst>
                        <a:gd name="connsiteX0" fmla="*/ 3239 w 25683"/>
                        <a:gd name="connsiteY0" fmla="*/ 39739 h 39739"/>
                        <a:gd name="connsiteX1" fmla="*/ 0 w 25683"/>
                        <a:gd name="connsiteY1" fmla="*/ 39739 h 39739"/>
                        <a:gd name="connsiteX2" fmla="*/ 0 w 25683"/>
                        <a:gd name="connsiteY2" fmla="*/ 765 h 39739"/>
                        <a:gd name="connsiteX3" fmla="*/ 3239 w 25683"/>
                        <a:gd name="connsiteY3" fmla="*/ 765 h 39739"/>
                        <a:gd name="connsiteX4" fmla="*/ 3239 w 25683"/>
                        <a:gd name="connsiteY4" fmla="*/ 5667 h 39739"/>
                        <a:gd name="connsiteX5" fmla="*/ 3351 w 25683"/>
                        <a:gd name="connsiteY5" fmla="*/ 5667 h 39739"/>
                        <a:gd name="connsiteX6" fmla="*/ 5150 w 25683"/>
                        <a:gd name="connsiteY6" fmla="*/ 3238 h 39739"/>
                        <a:gd name="connsiteX7" fmla="*/ 7579 w 25683"/>
                        <a:gd name="connsiteY7" fmla="*/ 1462 h 39739"/>
                        <a:gd name="connsiteX8" fmla="*/ 10300 w 25683"/>
                        <a:gd name="connsiteY8" fmla="*/ 382 h 39739"/>
                        <a:gd name="connsiteX9" fmla="*/ 13044 w 25683"/>
                        <a:gd name="connsiteY9" fmla="*/ 0 h 39739"/>
                        <a:gd name="connsiteX10" fmla="*/ 18824 w 25683"/>
                        <a:gd name="connsiteY10" fmla="*/ 1124 h 39739"/>
                        <a:gd name="connsiteX11" fmla="*/ 22737 w 25683"/>
                        <a:gd name="connsiteY11" fmla="*/ 4228 h 39739"/>
                        <a:gd name="connsiteX12" fmla="*/ 24986 w 25683"/>
                        <a:gd name="connsiteY12" fmla="*/ 8906 h 39739"/>
                        <a:gd name="connsiteX13" fmla="*/ 25683 w 25683"/>
                        <a:gd name="connsiteY13" fmla="*/ 14686 h 39739"/>
                        <a:gd name="connsiteX14" fmla="*/ 24918 w 25683"/>
                        <a:gd name="connsiteY14" fmla="*/ 20308 h 39739"/>
                        <a:gd name="connsiteX15" fmla="*/ 22625 w 25683"/>
                        <a:gd name="connsiteY15" fmla="*/ 25031 h 39739"/>
                        <a:gd name="connsiteX16" fmla="*/ 18734 w 25683"/>
                        <a:gd name="connsiteY16" fmla="*/ 28269 h 39739"/>
                        <a:gd name="connsiteX17" fmla="*/ 13201 w 25683"/>
                        <a:gd name="connsiteY17" fmla="*/ 29484 h 39739"/>
                        <a:gd name="connsiteX18" fmla="*/ 7511 w 25683"/>
                        <a:gd name="connsiteY18" fmla="*/ 28157 h 39739"/>
                        <a:gd name="connsiteX19" fmla="*/ 3216 w 25683"/>
                        <a:gd name="connsiteY19" fmla="*/ 24244 h 39739"/>
                        <a:gd name="connsiteX20" fmla="*/ 3216 w 25683"/>
                        <a:gd name="connsiteY20" fmla="*/ 39739 h 39739"/>
                        <a:gd name="connsiteX21" fmla="*/ 3239 w 25683"/>
                        <a:gd name="connsiteY21" fmla="*/ 14866 h 39739"/>
                        <a:gd name="connsiteX22" fmla="*/ 3891 w 25683"/>
                        <a:gd name="connsiteY22" fmla="*/ 19363 h 39739"/>
                        <a:gd name="connsiteX23" fmla="*/ 5757 w 25683"/>
                        <a:gd name="connsiteY23" fmla="*/ 23097 h 39739"/>
                        <a:gd name="connsiteX24" fmla="*/ 8726 w 25683"/>
                        <a:gd name="connsiteY24" fmla="*/ 25638 h 39739"/>
                        <a:gd name="connsiteX25" fmla="*/ 12684 w 25683"/>
                        <a:gd name="connsiteY25" fmla="*/ 26583 h 39739"/>
                        <a:gd name="connsiteX26" fmla="*/ 17024 w 25683"/>
                        <a:gd name="connsiteY26" fmla="*/ 25593 h 39739"/>
                        <a:gd name="connsiteX27" fmla="*/ 20083 w 25683"/>
                        <a:gd name="connsiteY27" fmla="*/ 22872 h 39739"/>
                        <a:gd name="connsiteX28" fmla="*/ 21815 w 25683"/>
                        <a:gd name="connsiteY28" fmla="*/ 18846 h 39739"/>
                        <a:gd name="connsiteX29" fmla="*/ 22242 w 25683"/>
                        <a:gd name="connsiteY29" fmla="*/ 13899 h 39739"/>
                        <a:gd name="connsiteX30" fmla="*/ 21522 w 25683"/>
                        <a:gd name="connsiteY30" fmla="*/ 9221 h 39739"/>
                        <a:gd name="connsiteX31" fmla="*/ 19499 w 25683"/>
                        <a:gd name="connsiteY31" fmla="*/ 5802 h 39739"/>
                        <a:gd name="connsiteX32" fmla="*/ 16485 w 25683"/>
                        <a:gd name="connsiteY32" fmla="*/ 3666 h 39739"/>
                        <a:gd name="connsiteX33" fmla="*/ 12707 w 25683"/>
                        <a:gd name="connsiteY33" fmla="*/ 2946 h 39739"/>
                        <a:gd name="connsiteX34" fmla="*/ 8658 w 25683"/>
                        <a:gd name="connsiteY34" fmla="*/ 3868 h 39739"/>
                        <a:gd name="connsiteX35" fmla="*/ 5690 w 25683"/>
                        <a:gd name="connsiteY35" fmla="*/ 6387 h 39739"/>
                        <a:gd name="connsiteX36" fmla="*/ 3891 w 25683"/>
                        <a:gd name="connsiteY36" fmla="*/ 10165 h 39739"/>
                        <a:gd name="connsiteX37" fmla="*/ 3261 w 25683"/>
                        <a:gd name="connsiteY37" fmla="*/ 14888 h 39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683" h="39739">
                          <a:moveTo>
                            <a:pt x="3239" y="39739"/>
                          </a:moveTo>
                          <a:lnTo>
                            <a:pt x="0" y="39739"/>
                          </a:lnTo>
                          <a:lnTo>
                            <a:pt x="0" y="765"/>
                          </a:lnTo>
                          <a:lnTo>
                            <a:pt x="3239" y="765"/>
                          </a:lnTo>
                          <a:lnTo>
                            <a:pt x="3239" y="5667"/>
                          </a:lnTo>
                          <a:lnTo>
                            <a:pt x="3351" y="5667"/>
                          </a:lnTo>
                          <a:cubicBezTo>
                            <a:pt x="3823" y="4768"/>
                            <a:pt x="4430" y="3958"/>
                            <a:pt x="5150" y="3238"/>
                          </a:cubicBezTo>
                          <a:cubicBezTo>
                            <a:pt x="5892" y="2519"/>
                            <a:pt x="6702" y="1934"/>
                            <a:pt x="7579" y="1462"/>
                          </a:cubicBezTo>
                          <a:cubicBezTo>
                            <a:pt x="8456" y="989"/>
                            <a:pt x="9378" y="630"/>
                            <a:pt x="10300" y="382"/>
                          </a:cubicBezTo>
                          <a:cubicBezTo>
                            <a:pt x="11245" y="135"/>
                            <a:pt x="12144" y="0"/>
                            <a:pt x="13044" y="0"/>
                          </a:cubicBezTo>
                          <a:cubicBezTo>
                            <a:pt x="15316" y="0"/>
                            <a:pt x="17227" y="382"/>
                            <a:pt x="18824" y="1124"/>
                          </a:cubicBezTo>
                          <a:cubicBezTo>
                            <a:pt x="20420" y="1867"/>
                            <a:pt x="21703" y="2924"/>
                            <a:pt x="22737" y="4228"/>
                          </a:cubicBezTo>
                          <a:cubicBezTo>
                            <a:pt x="23771" y="5532"/>
                            <a:pt x="24514" y="7107"/>
                            <a:pt x="24986" y="8906"/>
                          </a:cubicBezTo>
                          <a:cubicBezTo>
                            <a:pt x="25458" y="10705"/>
                            <a:pt x="25683" y="12639"/>
                            <a:pt x="25683" y="14686"/>
                          </a:cubicBezTo>
                          <a:cubicBezTo>
                            <a:pt x="25683" y="16620"/>
                            <a:pt x="25436" y="18509"/>
                            <a:pt x="24918" y="20308"/>
                          </a:cubicBezTo>
                          <a:cubicBezTo>
                            <a:pt x="24424" y="22107"/>
                            <a:pt x="23659" y="23682"/>
                            <a:pt x="22625" y="25031"/>
                          </a:cubicBezTo>
                          <a:cubicBezTo>
                            <a:pt x="21590" y="26380"/>
                            <a:pt x="20308" y="27460"/>
                            <a:pt x="18734" y="28269"/>
                          </a:cubicBezTo>
                          <a:cubicBezTo>
                            <a:pt x="17160" y="29079"/>
                            <a:pt x="15316" y="29484"/>
                            <a:pt x="13201" y="29484"/>
                          </a:cubicBezTo>
                          <a:cubicBezTo>
                            <a:pt x="11222" y="29484"/>
                            <a:pt x="9333" y="29034"/>
                            <a:pt x="7511" y="28157"/>
                          </a:cubicBezTo>
                          <a:cubicBezTo>
                            <a:pt x="5690" y="27280"/>
                            <a:pt x="4273" y="25975"/>
                            <a:pt x="3216" y="24244"/>
                          </a:cubicBezTo>
                          <a:lnTo>
                            <a:pt x="3216" y="39739"/>
                          </a:lnTo>
                          <a:close/>
                          <a:moveTo>
                            <a:pt x="3239" y="14866"/>
                          </a:moveTo>
                          <a:cubicBezTo>
                            <a:pt x="3239" y="16440"/>
                            <a:pt x="3463" y="17947"/>
                            <a:pt x="3891" y="19363"/>
                          </a:cubicBezTo>
                          <a:cubicBezTo>
                            <a:pt x="4318" y="20780"/>
                            <a:pt x="4948" y="22017"/>
                            <a:pt x="5757" y="23097"/>
                          </a:cubicBezTo>
                          <a:cubicBezTo>
                            <a:pt x="6567" y="24154"/>
                            <a:pt x="7556" y="25008"/>
                            <a:pt x="8726" y="25638"/>
                          </a:cubicBezTo>
                          <a:cubicBezTo>
                            <a:pt x="9895" y="26268"/>
                            <a:pt x="11222" y="26583"/>
                            <a:pt x="12684" y="26583"/>
                          </a:cubicBezTo>
                          <a:cubicBezTo>
                            <a:pt x="14348" y="26583"/>
                            <a:pt x="15788" y="26245"/>
                            <a:pt x="17024" y="25593"/>
                          </a:cubicBezTo>
                          <a:cubicBezTo>
                            <a:pt x="18262" y="24918"/>
                            <a:pt x="19273" y="24019"/>
                            <a:pt x="20083" y="22872"/>
                          </a:cubicBezTo>
                          <a:cubicBezTo>
                            <a:pt x="20870" y="21725"/>
                            <a:pt x="21455" y="20376"/>
                            <a:pt x="21815" y="18846"/>
                          </a:cubicBezTo>
                          <a:cubicBezTo>
                            <a:pt x="22175" y="17317"/>
                            <a:pt x="22310" y="15675"/>
                            <a:pt x="22242" y="13899"/>
                          </a:cubicBezTo>
                          <a:cubicBezTo>
                            <a:pt x="22242" y="12144"/>
                            <a:pt x="21995" y="10570"/>
                            <a:pt x="21522" y="9221"/>
                          </a:cubicBezTo>
                          <a:cubicBezTo>
                            <a:pt x="21028" y="7871"/>
                            <a:pt x="20353" y="6724"/>
                            <a:pt x="19499" y="5802"/>
                          </a:cubicBezTo>
                          <a:cubicBezTo>
                            <a:pt x="18644" y="4858"/>
                            <a:pt x="17632" y="4161"/>
                            <a:pt x="16485" y="3666"/>
                          </a:cubicBezTo>
                          <a:cubicBezTo>
                            <a:pt x="15338" y="3171"/>
                            <a:pt x="14079" y="2946"/>
                            <a:pt x="12707" y="2946"/>
                          </a:cubicBezTo>
                          <a:cubicBezTo>
                            <a:pt x="11200" y="2946"/>
                            <a:pt x="9850" y="3261"/>
                            <a:pt x="8658" y="3868"/>
                          </a:cubicBezTo>
                          <a:cubicBezTo>
                            <a:pt x="7466" y="4475"/>
                            <a:pt x="6477" y="5308"/>
                            <a:pt x="5690" y="6387"/>
                          </a:cubicBezTo>
                          <a:cubicBezTo>
                            <a:pt x="4903" y="7444"/>
                            <a:pt x="4296" y="8703"/>
                            <a:pt x="3891" y="10165"/>
                          </a:cubicBezTo>
                          <a:cubicBezTo>
                            <a:pt x="3486" y="11627"/>
                            <a:pt x="3261" y="13201"/>
                            <a:pt x="3261" y="14888"/>
                          </a:cubicBezTo>
                          <a:close/>
                        </a:path>
                      </a:pathLst>
                    </a:custGeom>
                    <a:solidFill>
                      <a:srgbClr val="010101"/>
                    </a:solidFill>
                    <a:ln w="2249" cap="flat">
                      <a:noFill/>
                      <a:prstDash val="solid"/>
                      <a:miter/>
                    </a:ln>
                  </p:spPr>
                  <p:txBody>
                    <a:bodyPr rtlCol="0" anchor="ctr"/>
                    <a:lstStyle/>
                    <a:p>
                      <a:endParaRPr lang="en-US"/>
                    </a:p>
                  </p:txBody>
                </p:sp>
                <p:sp>
                  <p:nvSpPr>
                    <p:cNvPr id="3537" name="Freeform 3536">
                      <a:extLst>
                        <a:ext uri="{FF2B5EF4-FFF2-40B4-BE49-F238E27FC236}">
                          <a16:creationId xmlns:a16="http://schemas.microsoft.com/office/drawing/2014/main" id="{1C5F76FF-49F3-B1EA-8486-806BDA0514FD}"/>
                        </a:ext>
                      </a:extLst>
                    </p:cNvPr>
                    <p:cNvSpPr/>
                    <p:nvPr/>
                  </p:nvSpPr>
                  <p:spPr>
                    <a:xfrm>
                      <a:off x="3726543" y="3039728"/>
                      <a:ext cx="26358" cy="29483"/>
                    </a:xfrm>
                    <a:custGeom>
                      <a:avLst/>
                      <a:gdLst>
                        <a:gd name="connsiteX0" fmla="*/ 14326 w 26358"/>
                        <a:gd name="connsiteY0" fmla="*/ 12369 h 29483"/>
                        <a:gd name="connsiteX1" fmla="*/ 16508 w 26358"/>
                        <a:gd name="connsiteY1" fmla="*/ 12054 h 29483"/>
                        <a:gd name="connsiteX2" fmla="*/ 18576 w 26358"/>
                        <a:gd name="connsiteY2" fmla="*/ 11470 h 29483"/>
                        <a:gd name="connsiteX3" fmla="*/ 19566 w 26358"/>
                        <a:gd name="connsiteY3" fmla="*/ 10210 h 29483"/>
                        <a:gd name="connsiteX4" fmla="*/ 19746 w 26358"/>
                        <a:gd name="connsiteY4" fmla="*/ 8569 h 29483"/>
                        <a:gd name="connsiteX5" fmla="*/ 18149 w 26358"/>
                        <a:gd name="connsiteY5" fmla="*/ 4498 h 29483"/>
                        <a:gd name="connsiteX6" fmla="*/ 12774 w 26358"/>
                        <a:gd name="connsiteY6" fmla="*/ 2901 h 29483"/>
                        <a:gd name="connsiteX7" fmla="*/ 9693 w 26358"/>
                        <a:gd name="connsiteY7" fmla="*/ 3193 h 29483"/>
                        <a:gd name="connsiteX8" fmla="*/ 7242 w 26358"/>
                        <a:gd name="connsiteY8" fmla="*/ 4228 h 29483"/>
                        <a:gd name="connsiteX9" fmla="*/ 5510 w 26358"/>
                        <a:gd name="connsiteY9" fmla="*/ 6162 h 29483"/>
                        <a:gd name="connsiteX10" fmla="*/ 4610 w 26358"/>
                        <a:gd name="connsiteY10" fmla="*/ 9221 h 29483"/>
                        <a:gd name="connsiteX11" fmla="*/ 1327 w 26358"/>
                        <a:gd name="connsiteY11" fmla="*/ 9221 h 29483"/>
                        <a:gd name="connsiteX12" fmla="*/ 2452 w 26358"/>
                        <a:gd name="connsiteY12" fmla="*/ 4993 h 29483"/>
                        <a:gd name="connsiteX13" fmla="*/ 4970 w 26358"/>
                        <a:gd name="connsiteY13" fmla="*/ 2136 h 29483"/>
                        <a:gd name="connsiteX14" fmla="*/ 8524 w 26358"/>
                        <a:gd name="connsiteY14" fmla="*/ 517 h 29483"/>
                        <a:gd name="connsiteX15" fmla="*/ 12819 w 26358"/>
                        <a:gd name="connsiteY15" fmla="*/ 0 h 29483"/>
                        <a:gd name="connsiteX16" fmla="*/ 16777 w 26358"/>
                        <a:gd name="connsiteY16" fmla="*/ 450 h 29483"/>
                        <a:gd name="connsiteX17" fmla="*/ 20016 w 26358"/>
                        <a:gd name="connsiteY17" fmla="*/ 1912 h 29483"/>
                        <a:gd name="connsiteX18" fmla="*/ 22175 w 26358"/>
                        <a:gd name="connsiteY18" fmla="*/ 4588 h 29483"/>
                        <a:gd name="connsiteX19" fmla="*/ 22962 w 26358"/>
                        <a:gd name="connsiteY19" fmla="*/ 8681 h 29483"/>
                        <a:gd name="connsiteX20" fmla="*/ 22962 w 26358"/>
                        <a:gd name="connsiteY20" fmla="*/ 23906 h 29483"/>
                        <a:gd name="connsiteX21" fmla="*/ 23637 w 26358"/>
                        <a:gd name="connsiteY21" fmla="*/ 26313 h 29483"/>
                        <a:gd name="connsiteX22" fmla="*/ 26358 w 26358"/>
                        <a:gd name="connsiteY22" fmla="*/ 26065 h 29483"/>
                        <a:gd name="connsiteX23" fmla="*/ 26358 w 26358"/>
                        <a:gd name="connsiteY23" fmla="*/ 28607 h 29483"/>
                        <a:gd name="connsiteX24" fmla="*/ 25256 w 26358"/>
                        <a:gd name="connsiteY24" fmla="*/ 28922 h 29483"/>
                        <a:gd name="connsiteX25" fmla="*/ 23817 w 26358"/>
                        <a:gd name="connsiteY25" fmla="*/ 29146 h 29483"/>
                        <a:gd name="connsiteX26" fmla="*/ 22355 w 26358"/>
                        <a:gd name="connsiteY26" fmla="*/ 28989 h 29483"/>
                        <a:gd name="connsiteX27" fmla="*/ 21050 w 26358"/>
                        <a:gd name="connsiteY27" fmla="*/ 28472 h 29483"/>
                        <a:gd name="connsiteX28" fmla="*/ 20263 w 26358"/>
                        <a:gd name="connsiteY28" fmla="*/ 27505 h 29483"/>
                        <a:gd name="connsiteX29" fmla="*/ 19858 w 26358"/>
                        <a:gd name="connsiteY29" fmla="*/ 26268 h 29483"/>
                        <a:gd name="connsiteX30" fmla="*/ 19746 w 26358"/>
                        <a:gd name="connsiteY30" fmla="*/ 24828 h 29483"/>
                        <a:gd name="connsiteX31" fmla="*/ 15046 w 26358"/>
                        <a:gd name="connsiteY31" fmla="*/ 28292 h 29483"/>
                        <a:gd name="connsiteX32" fmla="*/ 9333 w 26358"/>
                        <a:gd name="connsiteY32" fmla="*/ 29484 h 29483"/>
                        <a:gd name="connsiteX33" fmla="*/ 5802 w 26358"/>
                        <a:gd name="connsiteY33" fmla="*/ 28989 h 29483"/>
                        <a:gd name="connsiteX34" fmla="*/ 2811 w 26358"/>
                        <a:gd name="connsiteY34" fmla="*/ 27482 h 29483"/>
                        <a:gd name="connsiteX35" fmla="*/ 765 w 26358"/>
                        <a:gd name="connsiteY35" fmla="*/ 24963 h 29483"/>
                        <a:gd name="connsiteX36" fmla="*/ 0 w 26358"/>
                        <a:gd name="connsiteY36" fmla="*/ 21433 h 29483"/>
                        <a:gd name="connsiteX37" fmla="*/ 9761 w 26358"/>
                        <a:gd name="connsiteY37" fmla="*/ 13021 h 29483"/>
                        <a:gd name="connsiteX38" fmla="*/ 14236 w 26358"/>
                        <a:gd name="connsiteY38" fmla="*/ 12437 h 29483"/>
                        <a:gd name="connsiteX39" fmla="*/ 19791 w 26358"/>
                        <a:gd name="connsiteY39" fmla="*/ 13989 h 29483"/>
                        <a:gd name="connsiteX40" fmla="*/ 15630 w 26358"/>
                        <a:gd name="connsiteY40" fmla="*/ 15113 h 29483"/>
                        <a:gd name="connsiteX41" fmla="*/ 11425 w 26358"/>
                        <a:gd name="connsiteY41" fmla="*/ 15540 h 29483"/>
                        <a:gd name="connsiteX42" fmla="*/ 5622 w 26358"/>
                        <a:gd name="connsiteY42" fmla="*/ 17205 h 29483"/>
                        <a:gd name="connsiteX43" fmla="*/ 3554 w 26358"/>
                        <a:gd name="connsiteY43" fmla="*/ 21478 h 29483"/>
                        <a:gd name="connsiteX44" fmla="*/ 4071 w 26358"/>
                        <a:gd name="connsiteY44" fmla="*/ 23726 h 29483"/>
                        <a:gd name="connsiteX45" fmla="*/ 5420 w 26358"/>
                        <a:gd name="connsiteY45" fmla="*/ 25301 h 29483"/>
                        <a:gd name="connsiteX46" fmla="*/ 7354 w 26358"/>
                        <a:gd name="connsiteY46" fmla="*/ 26223 h 29483"/>
                        <a:gd name="connsiteX47" fmla="*/ 9603 w 26358"/>
                        <a:gd name="connsiteY47" fmla="*/ 26515 h 29483"/>
                        <a:gd name="connsiteX48" fmla="*/ 13381 w 26358"/>
                        <a:gd name="connsiteY48" fmla="*/ 26020 h 29483"/>
                        <a:gd name="connsiteX49" fmla="*/ 16642 w 26358"/>
                        <a:gd name="connsiteY49" fmla="*/ 24536 h 29483"/>
                        <a:gd name="connsiteX50" fmla="*/ 18936 w 26358"/>
                        <a:gd name="connsiteY50" fmla="*/ 21995 h 29483"/>
                        <a:gd name="connsiteX51" fmla="*/ 19791 w 26358"/>
                        <a:gd name="connsiteY51" fmla="*/ 18351 h 29483"/>
                        <a:gd name="connsiteX52" fmla="*/ 19791 w 26358"/>
                        <a:gd name="connsiteY52" fmla="*/ 13989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6358" h="29483">
                          <a:moveTo>
                            <a:pt x="14326" y="12369"/>
                          </a:moveTo>
                          <a:cubicBezTo>
                            <a:pt x="14933" y="12302"/>
                            <a:pt x="15675" y="12189"/>
                            <a:pt x="16508" y="12054"/>
                          </a:cubicBezTo>
                          <a:cubicBezTo>
                            <a:pt x="17362" y="11919"/>
                            <a:pt x="18037" y="11717"/>
                            <a:pt x="18576" y="11470"/>
                          </a:cubicBezTo>
                          <a:cubicBezTo>
                            <a:pt x="19116" y="11222"/>
                            <a:pt x="19454" y="10795"/>
                            <a:pt x="19566" y="10210"/>
                          </a:cubicBezTo>
                          <a:cubicBezTo>
                            <a:pt x="19701" y="9626"/>
                            <a:pt x="19746" y="9063"/>
                            <a:pt x="19746" y="8569"/>
                          </a:cubicBezTo>
                          <a:cubicBezTo>
                            <a:pt x="19746" y="6904"/>
                            <a:pt x="19206" y="5555"/>
                            <a:pt x="18149" y="4498"/>
                          </a:cubicBezTo>
                          <a:cubicBezTo>
                            <a:pt x="17092" y="3441"/>
                            <a:pt x="15293" y="2901"/>
                            <a:pt x="12774" y="2901"/>
                          </a:cubicBezTo>
                          <a:cubicBezTo>
                            <a:pt x="11650" y="2901"/>
                            <a:pt x="10638" y="2991"/>
                            <a:pt x="9693" y="3193"/>
                          </a:cubicBezTo>
                          <a:cubicBezTo>
                            <a:pt x="8748" y="3396"/>
                            <a:pt x="7939" y="3733"/>
                            <a:pt x="7242" y="4228"/>
                          </a:cubicBezTo>
                          <a:cubicBezTo>
                            <a:pt x="6545" y="4723"/>
                            <a:pt x="5960" y="5352"/>
                            <a:pt x="5510" y="6162"/>
                          </a:cubicBezTo>
                          <a:cubicBezTo>
                            <a:pt x="5060" y="6972"/>
                            <a:pt x="4768" y="7984"/>
                            <a:pt x="4610" y="9221"/>
                          </a:cubicBezTo>
                          <a:lnTo>
                            <a:pt x="1327" y="9221"/>
                          </a:lnTo>
                          <a:cubicBezTo>
                            <a:pt x="1439" y="7556"/>
                            <a:pt x="1822" y="6162"/>
                            <a:pt x="2452" y="4993"/>
                          </a:cubicBezTo>
                          <a:cubicBezTo>
                            <a:pt x="3081" y="3823"/>
                            <a:pt x="3936" y="2879"/>
                            <a:pt x="4970" y="2136"/>
                          </a:cubicBezTo>
                          <a:cubicBezTo>
                            <a:pt x="6005" y="1394"/>
                            <a:pt x="7174" y="855"/>
                            <a:pt x="8524" y="517"/>
                          </a:cubicBezTo>
                          <a:cubicBezTo>
                            <a:pt x="9873" y="180"/>
                            <a:pt x="11312" y="0"/>
                            <a:pt x="12819" y="0"/>
                          </a:cubicBezTo>
                          <a:cubicBezTo>
                            <a:pt x="14214" y="0"/>
                            <a:pt x="15540" y="157"/>
                            <a:pt x="16777" y="450"/>
                          </a:cubicBezTo>
                          <a:cubicBezTo>
                            <a:pt x="18014" y="765"/>
                            <a:pt x="19094" y="1237"/>
                            <a:pt x="20016" y="1912"/>
                          </a:cubicBezTo>
                          <a:cubicBezTo>
                            <a:pt x="20938" y="2586"/>
                            <a:pt x="21657" y="3463"/>
                            <a:pt x="22175" y="4588"/>
                          </a:cubicBezTo>
                          <a:cubicBezTo>
                            <a:pt x="22692" y="5712"/>
                            <a:pt x="22962" y="7062"/>
                            <a:pt x="22962" y="8681"/>
                          </a:cubicBezTo>
                          <a:lnTo>
                            <a:pt x="22962" y="23906"/>
                          </a:lnTo>
                          <a:cubicBezTo>
                            <a:pt x="22962" y="25166"/>
                            <a:pt x="23187" y="25975"/>
                            <a:pt x="23637" y="26313"/>
                          </a:cubicBezTo>
                          <a:cubicBezTo>
                            <a:pt x="24087" y="26650"/>
                            <a:pt x="24986" y="26583"/>
                            <a:pt x="26358" y="26065"/>
                          </a:cubicBezTo>
                          <a:lnTo>
                            <a:pt x="26358" y="28607"/>
                          </a:lnTo>
                          <a:cubicBezTo>
                            <a:pt x="26111" y="28674"/>
                            <a:pt x="25728" y="28787"/>
                            <a:pt x="25256" y="28922"/>
                          </a:cubicBezTo>
                          <a:cubicBezTo>
                            <a:pt x="24761" y="29056"/>
                            <a:pt x="24289" y="29146"/>
                            <a:pt x="23817" y="29146"/>
                          </a:cubicBezTo>
                          <a:cubicBezTo>
                            <a:pt x="23322" y="29146"/>
                            <a:pt x="22827" y="29101"/>
                            <a:pt x="22355" y="28989"/>
                          </a:cubicBezTo>
                          <a:cubicBezTo>
                            <a:pt x="21815" y="28922"/>
                            <a:pt x="21388" y="28742"/>
                            <a:pt x="21050" y="28472"/>
                          </a:cubicBezTo>
                          <a:cubicBezTo>
                            <a:pt x="20713" y="28202"/>
                            <a:pt x="20466" y="27887"/>
                            <a:pt x="20263" y="27505"/>
                          </a:cubicBezTo>
                          <a:cubicBezTo>
                            <a:pt x="20061" y="27122"/>
                            <a:pt x="19926" y="26718"/>
                            <a:pt x="19858" y="26268"/>
                          </a:cubicBezTo>
                          <a:cubicBezTo>
                            <a:pt x="19791" y="25818"/>
                            <a:pt x="19746" y="25346"/>
                            <a:pt x="19746" y="24828"/>
                          </a:cubicBezTo>
                          <a:cubicBezTo>
                            <a:pt x="18374" y="26335"/>
                            <a:pt x="16822" y="27482"/>
                            <a:pt x="15046" y="28292"/>
                          </a:cubicBezTo>
                          <a:cubicBezTo>
                            <a:pt x="13291" y="29079"/>
                            <a:pt x="11380" y="29484"/>
                            <a:pt x="9333" y="29484"/>
                          </a:cubicBezTo>
                          <a:cubicBezTo>
                            <a:pt x="8119" y="29484"/>
                            <a:pt x="6927" y="29326"/>
                            <a:pt x="5802" y="28989"/>
                          </a:cubicBezTo>
                          <a:cubicBezTo>
                            <a:pt x="4678" y="28652"/>
                            <a:pt x="3666" y="28157"/>
                            <a:pt x="2811" y="27482"/>
                          </a:cubicBezTo>
                          <a:cubicBezTo>
                            <a:pt x="1957" y="26808"/>
                            <a:pt x="1260" y="25953"/>
                            <a:pt x="765" y="24963"/>
                          </a:cubicBezTo>
                          <a:cubicBezTo>
                            <a:pt x="270" y="23974"/>
                            <a:pt x="0" y="22804"/>
                            <a:pt x="0" y="21433"/>
                          </a:cubicBezTo>
                          <a:cubicBezTo>
                            <a:pt x="0" y="16687"/>
                            <a:pt x="3261" y="13876"/>
                            <a:pt x="9761" y="13021"/>
                          </a:cubicBezTo>
                          <a:lnTo>
                            <a:pt x="14236" y="12437"/>
                          </a:lnTo>
                          <a:close/>
                          <a:moveTo>
                            <a:pt x="19791" y="13989"/>
                          </a:moveTo>
                          <a:cubicBezTo>
                            <a:pt x="18419" y="14573"/>
                            <a:pt x="17047" y="14933"/>
                            <a:pt x="15630" y="15113"/>
                          </a:cubicBezTo>
                          <a:cubicBezTo>
                            <a:pt x="14214" y="15293"/>
                            <a:pt x="12819" y="15428"/>
                            <a:pt x="11425" y="15540"/>
                          </a:cubicBezTo>
                          <a:cubicBezTo>
                            <a:pt x="8951" y="15720"/>
                            <a:pt x="7017" y="16282"/>
                            <a:pt x="5622" y="17205"/>
                          </a:cubicBezTo>
                          <a:cubicBezTo>
                            <a:pt x="4228" y="18149"/>
                            <a:pt x="3554" y="19566"/>
                            <a:pt x="3554" y="21478"/>
                          </a:cubicBezTo>
                          <a:cubicBezTo>
                            <a:pt x="3554" y="22332"/>
                            <a:pt x="3733" y="23097"/>
                            <a:pt x="4071" y="23726"/>
                          </a:cubicBezTo>
                          <a:cubicBezTo>
                            <a:pt x="4408" y="24356"/>
                            <a:pt x="4858" y="24873"/>
                            <a:pt x="5420" y="25301"/>
                          </a:cubicBezTo>
                          <a:cubicBezTo>
                            <a:pt x="5982" y="25706"/>
                            <a:pt x="6635" y="26020"/>
                            <a:pt x="7354" y="26223"/>
                          </a:cubicBezTo>
                          <a:cubicBezTo>
                            <a:pt x="8096" y="26425"/>
                            <a:pt x="8839" y="26515"/>
                            <a:pt x="9603" y="26515"/>
                          </a:cubicBezTo>
                          <a:cubicBezTo>
                            <a:pt x="10908" y="26515"/>
                            <a:pt x="12167" y="26358"/>
                            <a:pt x="13381" y="26020"/>
                          </a:cubicBezTo>
                          <a:cubicBezTo>
                            <a:pt x="14596" y="25706"/>
                            <a:pt x="15698" y="25211"/>
                            <a:pt x="16642" y="24536"/>
                          </a:cubicBezTo>
                          <a:cubicBezTo>
                            <a:pt x="17587" y="23861"/>
                            <a:pt x="18352" y="23029"/>
                            <a:pt x="18936" y="21995"/>
                          </a:cubicBezTo>
                          <a:cubicBezTo>
                            <a:pt x="19521" y="20960"/>
                            <a:pt x="19791" y="19746"/>
                            <a:pt x="19791" y="18351"/>
                          </a:cubicBezTo>
                          <a:lnTo>
                            <a:pt x="19791" y="13989"/>
                          </a:lnTo>
                          <a:close/>
                        </a:path>
                      </a:pathLst>
                    </a:custGeom>
                    <a:solidFill>
                      <a:srgbClr val="010101"/>
                    </a:solidFill>
                    <a:ln w="2249" cap="flat">
                      <a:noFill/>
                      <a:prstDash val="solid"/>
                      <a:miter/>
                    </a:ln>
                  </p:spPr>
                  <p:txBody>
                    <a:bodyPr rtlCol="0" anchor="ctr"/>
                    <a:lstStyle/>
                    <a:p>
                      <a:endParaRPr lang="en-US"/>
                    </a:p>
                  </p:txBody>
                </p:sp>
                <p:sp>
                  <p:nvSpPr>
                    <p:cNvPr id="3538" name="Freeform 3537">
                      <a:extLst>
                        <a:ext uri="{FF2B5EF4-FFF2-40B4-BE49-F238E27FC236}">
                          <a16:creationId xmlns:a16="http://schemas.microsoft.com/office/drawing/2014/main" id="{5A0611E6-4087-7FDD-C0A1-C9BF2AD20F5C}"/>
                        </a:ext>
                      </a:extLst>
                    </p:cNvPr>
                    <p:cNvSpPr/>
                    <p:nvPr/>
                  </p:nvSpPr>
                  <p:spPr>
                    <a:xfrm>
                      <a:off x="3758209" y="3039683"/>
                      <a:ext cx="12481" cy="28719"/>
                    </a:xfrm>
                    <a:custGeom>
                      <a:avLst/>
                      <a:gdLst>
                        <a:gd name="connsiteX0" fmla="*/ 3238 w 12481"/>
                        <a:gd name="connsiteY0" fmla="*/ 28719 h 28719"/>
                        <a:gd name="connsiteX1" fmla="*/ 0 w 12481"/>
                        <a:gd name="connsiteY1" fmla="*/ 28719 h 28719"/>
                        <a:gd name="connsiteX2" fmla="*/ 0 w 12481"/>
                        <a:gd name="connsiteY2" fmla="*/ 765 h 28719"/>
                        <a:gd name="connsiteX3" fmla="*/ 3238 w 12481"/>
                        <a:gd name="connsiteY3" fmla="*/ 765 h 28719"/>
                        <a:gd name="connsiteX4" fmla="*/ 3238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8 h 28719"/>
                        <a:gd name="connsiteX9" fmla="*/ 7939 w 12481"/>
                        <a:gd name="connsiteY9" fmla="*/ 4363 h 28719"/>
                        <a:gd name="connsiteX10" fmla="*/ 5105 w 12481"/>
                        <a:gd name="connsiteY10" fmla="*/ 6837 h 28719"/>
                        <a:gd name="connsiteX11" fmla="*/ 3643 w 12481"/>
                        <a:gd name="connsiteY11" fmla="*/ 10525 h 28719"/>
                        <a:gd name="connsiteX12" fmla="*/ 3238 w 12481"/>
                        <a:gd name="connsiteY12" fmla="*/ 14978 h 28719"/>
                        <a:gd name="connsiteX13" fmla="*/ 3238 w 12481"/>
                        <a:gd name="connsiteY13"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9">
                          <a:moveTo>
                            <a:pt x="3238" y="28719"/>
                          </a:moveTo>
                          <a:lnTo>
                            <a:pt x="0" y="28719"/>
                          </a:lnTo>
                          <a:lnTo>
                            <a:pt x="0" y="765"/>
                          </a:lnTo>
                          <a:lnTo>
                            <a:pt x="3238" y="765"/>
                          </a:lnTo>
                          <a:lnTo>
                            <a:pt x="3238" y="6005"/>
                          </a:lnTo>
                          <a:lnTo>
                            <a:pt x="3351" y="6005"/>
                          </a:lnTo>
                          <a:cubicBezTo>
                            <a:pt x="4251" y="3778"/>
                            <a:pt x="5420" y="2227"/>
                            <a:pt x="6837" y="1327"/>
                          </a:cubicBezTo>
                          <a:cubicBezTo>
                            <a:pt x="8254" y="450"/>
                            <a:pt x="10143" y="0"/>
                            <a:pt x="12482" y="0"/>
                          </a:cubicBezTo>
                          <a:lnTo>
                            <a:pt x="12482" y="3508"/>
                          </a:lnTo>
                          <a:cubicBezTo>
                            <a:pt x="10638" y="3463"/>
                            <a:pt x="9131" y="3756"/>
                            <a:pt x="7939" y="4363"/>
                          </a:cubicBezTo>
                          <a:cubicBezTo>
                            <a:pt x="6747" y="4970"/>
                            <a:pt x="5802" y="5802"/>
                            <a:pt x="5105" y="6837"/>
                          </a:cubicBezTo>
                          <a:cubicBezTo>
                            <a:pt x="4408" y="7871"/>
                            <a:pt x="3913" y="9108"/>
                            <a:pt x="3643" y="10525"/>
                          </a:cubicBezTo>
                          <a:cubicBezTo>
                            <a:pt x="3373" y="11942"/>
                            <a:pt x="3238" y="13426"/>
                            <a:pt x="3238" y="14978"/>
                          </a:cubicBezTo>
                          <a:lnTo>
                            <a:pt x="3238" y="28697"/>
                          </a:lnTo>
                          <a:close/>
                        </a:path>
                      </a:pathLst>
                    </a:custGeom>
                    <a:solidFill>
                      <a:srgbClr val="010101"/>
                    </a:solidFill>
                    <a:ln w="2249" cap="flat">
                      <a:noFill/>
                      <a:prstDash val="solid"/>
                      <a:miter/>
                    </a:ln>
                  </p:spPr>
                  <p:txBody>
                    <a:bodyPr rtlCol="0" anchor="ctr"/>
                    <a:lstStyle/>
                    <a:p>
                      <a:endParaRPr lang="en-US"/>
                    </a:p>
                  </p:txBody>
                </p:sp>
                <p:sp>
                  <p:nvSpPr>
                    <p:cNvPr id="3539" name="Freeform 3538">
                      <a:extLst>
                        <a:ext uri="{FF2B5EF4-FFF2-40B4-BE49-F238E27FC236}">
                          <a16:creationId xmlns:a16="http://schemas.microsoft.com/office/drawing/2014/main" id="{ADEACAAC-7B38-3DBD-2478-31A083F4E6B0}"/>
                        </a:ext>
                      </a:extLst>
                    </p:cNvPr>
                    <p:cNvSpPr/>
                    <p:nvPr/>
                  </p:nvSpPr>
                  <p:spPr>
                    <a:xfrm>
                      <a:off x="3774514" y="3039705"/>
                      <a:ext cx="25167" cy="29483"/>
                    </a:xfrm>
                    <a:custGeom>
                      <a:avLst/>
                      <a:gdLst>
                        <a:gd name="connsiteX0" fmla="*/ 3508 w 25167"/>
                        <a:gd name="connsiteY0" fmla="*/ 15473 h 29483"/>
                        <a:gd name="connsiteX1" fmla="*/ 4093 w 25167"/>
                        <a:gd name="connsiteY1" fmla="*/ 19768 h 29483"/>
                        <a:gd name="connsiteX2" fmla="*/ 5847 w 25167"/>
                        <a:gd name="connsiteY2" fmla="*/ 23277 h 29483"/>
                        <a:gd name="connsiteX3" fmla="*/ 8793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3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6 w 25167"/>
                        <a:gd name="connsiteY18" fmla="*/ 1169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7 w 25167"/>
                        <a:gd name="connsiteY23" fmla="*/ 12774 h 29483"/>
                        <a:gd name="connsiteX24" fmla="*/ 21185 w 25167"/>
                        <a:gd name="connsiteY24" fmla="*/ 8906 h 29483"/>
                        <a:gd name="connsiteX25" fmla="*/ 19521 w 25167"/>
                        <a:gd name="connsiteY25" fmla="*/ 5780 h 29483"/>
                        <a:gd name="connsiteX26" fmla="*/ 16732 w 25167"/>
                        <a:gd name="connsiteY26" fmla="*/ 3666 h 29483"/>
                        <a:gd name="connsiteX27" fmla="*/ 12909 w 25167"/>
                        <a:gd name="connsiteY27" fmla="*/ 2879 h 29483"/>
                        <a:gd name="connsiteX28" fmla="*/ 9108 w 25167"/>
                        <a:gd name="connsiteY28" fmla="*/ 3688 h 29483"/>
                        <a:gd name="connsiteX29" fmla="*/ 6297 w 25167"/>
                        <a:gd name="connsiteY29" fmla="*/ 5847 h 29483"/>
                        <a:gd name="connsiteX30" fmla="*/ 4430 w 25167"/>
                        <a:gd name="connsiteY30" fmla="*/ 8973 h 29483"/>
                        <a:gd name="connsiteX31" fmla="*/ 3508 w 25167"/>
                        <a:gd name="connsiteY31" fmla="*/ 12752 h 29483"/>
                        <a:gd name="connsiteX32" fmla="*/ 21747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8" y="15473"/>
                          </a:moveTo>
                          <a:cubicBezTo>
                            <a:pt x="3508" y="16980"/>
                            <a:pt x="3711" y="18419"/>
                            <a:pt x="4093" y="19768"/>
                          </a:cubicBezTo>
                          <a:cubicBezTo>
                            <a:pt x="4498" y="21118"/>
                            <a:pt x="5083" y="22287"/>
                            <a:pt x="5847" y="23277"/>
                          </a:cubicBezTo>
                          <a:cubicBezTo>
                            <a:pt x="6612" y="24266"/>
                            <a:pt x="7601" y="25053"/>
                            <a:pt x="8793" y="25661"/>
                          </a:cubicBezTo>
                          <a:cubicBezTo>
                            <a:pt x="9985" y="26245"/>
                            <a:pt x="11357" y="26560"/>
                            <a:pt x="12886" y="26560"/>
                          </a:cubicBezTo>
                          <a:cubicBezTo>
                            <a:pt x="15000" y="26560"/>
                            <a:pt x="16822" y="25998"/>
                            <a:pt x="18329" y="24896"/>
                          </a:cubicBezTo>
                          <a:cubicBezTo>
                            <a:pt x="19836" y="23772"/>
                            <a:pt x="20848" y="22197"/>
                            <a:pt x="21343" y="20151"/>
                          </a:cubicBezTo>
                          <a:lnTo>
                            <a:pt x="24963" y="20151"/>
                          </a:lnTo>
                          <a:cubicBezTo>
                            <a:pt x="24558" y="21478"/>
                            <a:pt x="24041"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6" y="23951"/>
                            <a:pt x="1259" y="22400"/>
                            <a:pt x="765" y="20623"/>
                          </a:cubicBezTo>
                          <a:cubicBezTo>
                            <a:pt x="270" y="18846"/>
                            <a:pt x="0" y="16935"/>
                            <a:pt x="0" y="14866"/>
                          </a:cubicBezTo>
                          <a:cubicBezTo>
                            <a:pt x="0" y="12797"/>
                            <a:pt x="292" y="10885"/>
                            <a:pt x="900" y="9086"/>
                          </a:cubicBezTo>
                          <a:cubicBezTo>
                            <a:pt x="1484" y="7287"/>
                            <a:pt x="2339" y="5712"/>
                            <a:pt x="3441" y="4363"/>
                          </a:cubicBezTo>
                          <a:cubicBezTo>
                            <a:pt x="4543" y="3014"/>
                            <a:pt x="5870" y="1957"/>
                            <a:pt x="7466" y="1169"/>
                          </a:cubicBezTo>
                          <a:cubicBezTo>
                            <a:pt x="9041" y="405"/>
                            <a:pt x="10840" y="0"/>
                            <a:pt x="12864" y="0"/>
                          </a:cubicBezTo>
                          <a:cubicBezTo>
                            <a:pt x="16710" y="0"/>
                            <a:pt x="19746" y="1327"/>
                            <a:pt x="21927" y="3958"/>
                          </a:cubicBezTo>
                          <a:cubicBezTo>
                            <a:pt x="24131" y="6612"/>
                            <a:pt x="25211" y="10435"/>
                            <a:pt x="25166" y="15473"/>
                          </a:cubicBezTo>
                          <a:lnTo>
                            <a:pt x="3463" y="15473"/>
                          </a:lnTo>
                          <a:close/>
                          <a:moveTo>
                            <a:pt x="21747" y="12774"/>
                          </a:moveTo>
                          <a:cubicBezTo>
                            <a:pt x="21747" y="11402"/>
                            <a:pt x="21567" y="10120"/>
                            <a:pt x="21185" y="8906"/>
                          </a:cubicBezTo>
                          <a:cubicBezTo>
                            <a:pt x="20803" y="7691"/>
                            <a:pt x="20241" y="6657"/>
                            <a:pt x="19521" y="5780"/>
                          </a:cubicBezTo>
                          <a:cubicBezTo>
                            <a:pt x="18779" y="4903"/>
                            <a:pt x="17857" y="4206"/>
                            <a:pt x="16732" y="3666"/>
                          </a:cubicBezTo>
                          <a:cubicBezTo>
                            <a:pt x="15608" y="3149"/>
                            <a:pt x="14348" y="2879"/>
                            <a:pt x="12909" y="2879"/>
                          </a:cubicBezTo>
                          <a:cubicBezTo>
                            <a:pt x="11470" y="2879"/>
                            <a:pt x="10210" y="3149"/>
                            <a:pt x="9108" y="3688"/>
                          </a:cubicBezTo>
                          <a:cubicBezTo>
                            <a:pt x="8006" y="4228"/>
                            <a:pt x="7084" y="4948"/>
                            <a:pt x="6297" y="5847"/>
                          </a:cubicBezTo>
                          <a:cubicBezTo>
                            <a:pt x="5532" y="6747"/>
                            <a:pt x="4903" y="7781"/>
                            <a:pt x="4430" y="8973"/>
                          </a:cubicBezTo>
                          <a:cubicBezTo>
                            <a:pt x="3958" y="10165"/>
                            <a:pt x="3666" y="11425"/>
                            <a:pt x="3508" y="12752"/>
                          </a:cubicBezTo>
                          <a:lnTo>
                            <a:pt x="21747" y="12752"/>
                          </a:lnTo>
                          <a:close/>
                        </a:path>
                      </a:pathLst>
                    </a:custGeom>
                    <a:solidFill>
                      <a:srgbClr val="010101"/>
                    </a:solidFill>
                    <a:ln w="2249" cap="flat">
                      <a:noFill/>
                      <a:prstDash val="solid"/>
                      <a:miter/>
                    </a:ln>
                  </p:spPr>
                  <p:txBody>
                    <a:bodyPr rtlCol="0" anchor="ctr"/>
                    <a:lstStyle/>
                    <a:p>
                      <a:endParaRPr lang="en-US"/>
                    </a:p>
                  </p:txBody>
                </p:sp>
                <p:sp>
                  <p:nvSpPr>
                    <p:cNvPr id="3540" name="Freeform 3539">
                      <a:extLst>
                        <a:ext uri="{FF2B5EF4-FFF2-40B4-BE49-F238E27FC236}">
                          <a16:creationId xmlns:a16="http://schemas.microsoft.com/office/drawing/2014/main" id="{E457AC59-511F-0E9E-2720-CFA61AF62605}"/>
                        </a:ext>
                      </a:extLst>
                    </p:cNvPr>
                    <p:cNvSpPr/>
                    <p:nvPr/>
                  </p:nvSpPr>
                  <p:spPr>
                    <a:xfrm>
                      <a:off x="3805167" y="3029540"/>
                      <a:ext cx="25682" cy="39626"/>
                    </a:xfrm>
                    <a:custGeom>
                      <a:avLst/>
                      <a:gdLst>
                        <a:gd name="connsiteX0" fmla="*/ 22445 w 25682"/>
                        <a:gd name="connsiteY0" fmla="*/ 0 h 39626"/>
                        <a:gd name="connsiteX1" fmla="*/ 25683 w 25682"/>
                        <a:gd name="connsiteY1" fmla="*/ 0 h 39626"/>
                        <a:gd name="connsiteX2" fmla="*/ 25683 w 25682"/>
                        <a:gd name="connsiteY2" fmla="*/ 38862 h 39626"/>
                        <a:gd name="connsiteX3" fmla="*/ 22445 w 25682"/>
                        <a:gd name="connsiteY3" fmla="*/ 38862 h 39626"/>
                        <a:gd name="connsiteX4" fmla="*/ 22445 w 25682"/>
                        <a:gd name="connsiteY4" fmla="*/ 33959 h 39626"/>
                        <a:gd name="connsiteX5" fmla="*/ 22332 w 25682"/>
                        <a:gd name="connsiteY5" fmla="*/ 33959 h 39626"/>
                        <a:gd name="connsiteX6" fmla="*/ 20533 w 25682"/>
                        <a:gd name="connsiteY6" fmla="*/ 36411 h 39626"/>
                        <a:gd name="connsiteX7" fmla="*/ 18104 w 25682"/>
                        <a:gd name="connsiteY7" fmla="*/ 38165 h 39626"/>
                        <a:gd name="connsiteX8" fmla="*/ 15383 w 25682"/>
                        <a:gd name="connsiteY8" fmla="*/ 39244 h 39626"/>
                        <a:gd name="connsiteX9" fmla="*/ 12639 w 25682"/>
                        <a:gd name="connsiteY9" fmla="*/ 39627 h 39626"/>
                        <a:gd name="connsiteX10" fmla="*/ 6859 w 25682"/>
                        <a:gd name="connsiteY10" fmla="*/ 38502 h 39626"/>
                        <a:gd name="connsiteX11" fmla="*/ 2946 w 25682"/>
                        <a:gd name="connsiteY11" fmla="*/ 35399 h 39626"/>
                        <a:gd name="connsiteX12" fmla="*/ 697 w 25682"/>
                        <a:gd name="connsiteY12" fmla="*/ 30721 h 39626"/>
                        <a:gd name="connsiteX13" fmla="*/ 0 w 25682"/>
                        <a:gd name="connsiteY13" fmla="*/ 24941 h 39626"/>
                        <a:gd name="connsiteX14" fmla="*/ 765 w 25682"/>
                        <a:gd name="connsiteY14" fmla="*/ 19319 h 39626"/>
                        <a:gd name="connsiteX15" fmla="*/ 3059 w 25682"/>
                        <a:gd name="connsiteY15" fmla="*/ 14596 h 39626"/>
                        <a:gd name="connsiteX16" fmla="*/ 6949 w 25682"/>
                        <a:gd name="connsiteY16" fmla="*/ 11357 h 39626"/>
                        <a:gd name="connsiteX17" fmla="*/ 12482 w 25682"/>
                        <a:gd name="connsiteY17" fmla="*/ 10143 h 39626"/>
                        <a:gd name="connsiteX18" fmla="*/ 18171 w 25682"/>
                        <a:gd name="connsiteY18" fmla="*/ 11470 h 39626"/>
                        <a:gd name="connsiteX19" fmla="*/ 22467 w 25682"/>
                        <a:gd name="connsiteY19" fmla="*/ 15383 h 39626"/>
                        <a:gd name="connsiteX20" fmla="*/ 22467 w 25682"/>
                        <a:gd name="connsiteY20" fmla="*/ 0 h 39626"/>
                        <a:gd name="connsiteX21" fmla="*/ 22445 w 25682"/>
                        <a:gd name="connsiteY21" fmla="*/ 24761 h 39626"/>
                        <a:gd name="connsiteX22" fmla="*/ 21792 w 25682"/>
                        <a:gd name="connsiteY22" fmla="*/ 20263 h 39626"/>
                        <a:gd name="connsiteX23" fmla="*/ 19926 w 25682"/>
                        <a:gd name="connsiteY23" fmla="*/ 16530 h 39626"/>
                        <a:gd name="connsiteX24" fmla="*/ 16957 w 25682"/>
                        <a:gd name="connsiteY24" fmla="*/ 13988 h 39626"/>
                        <a:gd name="connsiteX25" fmla="*/ 12999 w 25682"/>
                        <a:gd name="connsiteY25" fmla="*/ 13044 h 39626"/>
                        <a:gd name="connsiteX26" fmla="*/ 8636 w 25682"/>
                        <a:gd name="connsiteY26" fmla="*/ 14033 h 39626"/>
                        <a:gd name="connsiteX27" fmla="*/ 5622 w 25682"/>
                        <a:gd name="connsiteY27" fmla="*/ 16755 h 39626"/>
                        <a:gd name="connsiteX28" fmla="*/ 3891 w 25682"/>
                        <a:gd name="connsiteY28" fmla="*/ 20780 h 39626"/>
                        <a:gd name="connsiteX29" fmla="*/ 3463 w 25682"/>
                        <a:gd name="connsiteY29" fmla="*/ 25728 h 39626"/>
                        <a:gd name="connsiteX30" fmla="*/ 4183 w 25682"/>
                        <a:gd name="connsiteY30" fmla="*/ 30406 h 39626"/>
                        <a:gd name="connsiteX31" fmla="*/ 6207 w 25682"/>
                        <a:gd name="connsiteY31" fmla="*/ 33824 h 39626"/>
                        <a:gd name="connsiteX32" fmla="*/ 9221 w 25682"/>
                        <a:gd name="connsiteY32" fmla="*/ 35961 h 39626"/>
                        <a:gd name="connsiteX33" fmla="*/ 12999 w 25682"/>
                        <a:gd name="connsiteY33" fmla="*/ 36681 h 39626"/>
                        <a:gd name="connsiteX34" fmla="*/ 17047 w 25682"/>
                        <a:gd name="connsiteY34" fmla="*/ 35758 h 39626"/>
                        <a:gd name="connsiteX35" fmla="*/ 20016 w 25682"/>
                        <a:gd name="connsiteY35" fmla="*/ 33240 h 39626"/>
                        <a:gd name="connsiteX36" fmla="*/ 21815 w 25682"/>
                        <a:gd name="connsiteY36" fmla="*/ 29461 h 39626"/>
                        <a:gd name="connsiteX37" fmla="*/ 22445 w 25682"/>
                        <a:gd name="connsiteY37" fmla="*/ 24739 h 3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682" h="39626">
                          <a:moveTo>
                            <a:pt x="22445" y="0"/>
                          </a:moveTo>
                          <a:lnTo>
                            <a:pt x="25683" y="0"/>
                          </a:lnTo>
                          <a:lnTo>
                            <a:pt x="25683" y="38862"/>
                          </a:lnTo>
                          <a:lnTo>
                            <a:pt x="22445" y="38862"/>
                          </a:lnTo>
                          <a:lnTo>
                            <a:pt x="22445" y="33959"/>
                          </a:lnTo>
                          <a:lnTo>
                            <a:pt x="22332" y="33959"/>
                          </a:lnTo>
                          <a:cubicBezTo>
                            <a:pt x="21860" y="34904"/>
                            <a:pt x="21253" y="35713"/>
                            <a:pt x="20533" y="36411"/>
                          </a:cubicBezTo>
                          <a:cubicBezTo>
                            <a:pt x="19791" y="37108"/>
                            <a:pt x="18981" y="37692"/>
                            <a:pt x="18104" y="38165"/>
                          </a:cubicBezTo>
                          <a:cubicBezTo>
                            <a:pt x="17227" y="38637"/>
                            <a:pt x="16305" y="38997"/>
                            <a:pt x="15383" y="39244"/>
                          </a:cubicBezTo>
                          <a:cubicBezTo>
                            <a:pt x="14438" y="39492"/>
                            <a:pt x="13539" y="39627"/>
                            <a:pt x="12639" y="39627"/>
                          </a:cubicBezTo>
                          <a:cubicBezTo>
                            <a:pt x="10368" y="39627"/>
                            <a:pt x="8456" y="39244"/>
                            <a:pt x="6859" y="38502"/>
                          </a:cubicBezTo>
                          <a:cubicBezTo>
                            <a:pt x="5285" y="37738"/>
                            <a:pt x="3981" y="36703"/>
                            <a:pt x="2946" y="35399"/>
                          </a:cubicBezTo>
                          <a:cubicBezTo>
                            <a:pt x="1912" y="34094"/>
                            <a:pt x="1170" y="32520"/>
                            <a:pt x="697" y="30721"/>
                          </a:cubicBezTo>
                          <a:cubicBezTo>
                            <a:pt x="225" y="28922"/>
                            <a:pt x="0" y="26987"/>
                            <a:pt x="0" y="24941"/>
                          </a:cubicBezTo>
                          <a:cubicBezTo>
                            <a:pt x="0" y="23007"/>
                            <a:pt x="247" y="21118"/>
                            <a:pt x="765" y="19319"/>
                          </a:cubicBezTo>
                          <a:cubicBezTo>
                            <a:pt x="1259" y="17519"/>
                            <a:pt x="2024" y="15945"/>
                            <a:pt x="3059" y="14596"/>
                          </a:cubicBezTo>
                          <a:cubicBezTo>
                            <a:pt x="4093" y="13246"/>
                            <a:pt x="5375" y="12167"/>
                            <a:pt x="6949" y="11357"/>
                          </a:cubicBezTo>
                          <a:cubicBezTo>
                            <a:pt x="8523" y="10548"/>
                            <a:pt x="10368" y="10143"/>
                            <a:pt x="12482" y="10143"/>
                          </a:cubicBezTo>
                          <a:cubicBezTo>
                            <a:pt x="14461" y="10143"/>
                            <a:pt x="16350" y="10593"/>
                            <a:pt x="18171" y="11470"/>
                          </a:cubicBezTo>
                          <a:cubicBezTo>
                            <a:pt x="19993" y="12347"/>
                            <a:pt x="21410" y="13651"/>
                            <a:pt x="22467" y="15383"/>
                          </a:cubicBezTo>
                          <a:lnTo>
                            <a:pt x="22467" y="0"/>
                          </a:lnTo>
                          <a:close/>
                          <a:moveTo>
                            <a:pt x="22445" y="24761"/>
                          </a:moveTo>
                          <a:cubicBezTo>
                            <a:pt x="22445" y="23187"/>
                            <a:pt x="22220" y="21680"/>
                            <a:pt x="21792" y="20263"/>
                          </a:cubicBezTo>
                          <a:cubicBezTo>
                            <a:pt x="21365" y="18846"/>
                            <a:pt x="20735" y="17609"/>
                            <a:pt x="19926" y="16530"/>
                          </a:cubicBezTo>
                          <a:cubicBezTo>
                            <a:pt x="19116" y="15473"/>
                            <a:pt x="18126" y="14618"/>
                            <a:pt x="16957" y="13988"/>
                          </a:cubicBezTo>
                          <a:cubicBezTo>
                            <a:pt x="15788" y="13359"/>
                            <a:pt x="14461" y="13044"/>
                            <a:pt x="12999" y="13044"/>
                          </a:cubicBezTo>
                          <a:cubicBezTo>
                            <a:pt x="11312" y="13044"/>
                            <a:pt x="9850" y="13381"/>
                            <a:pt x="8636" y="14033"/>
                          </a:cubicBezTo>
                          <a:cubicBezTo>
                            <a:pt x="7421" y="14708"/>
                            <a:pt x="6409" y="15608"/>
                            <a:pt x="5622" y="16755"/>
                          </a:cubicBezTo>
                          <a:cubicBezTo>
                            <a:pt x="4835" y="17902"/>
                            <a:pt x="4251" y="19251"/>
                            <a:pt x="3891" y="20780"/>
                          </a:cubicBezTo>
                          <a:cubicBezTo>
                            <a:pt x="3531" y="22310"/>
                            <a:pt x="3396" y="23951"/>
                            <a:pt x="3463" y="25728"/>
                          </a:cubicBezTo>
                          <a:cubicBezTo>
                            <a:pt x="3463" y="27482"/>
                            <a:pt x="3711" y="29056"/>
                            <a:pt x="4183" y="30406"/>
                          </a:cubicBezTo>
                          <a:cubicBezTo>
                            <a:pt x="4678" y="31755"/>
                            <a:pt x="5353" y="32902"/>
                            <a:pt x="6207" y="33824"/>
                          </a:cubicBezTo>
                          <a:cubicBezTo>
                            <a:pt x="7062" y="34746"/>
                            <a:pt x="8074" y="35466"/>
                            <a:pt x="9221" y="35961"/>
                          </a:cubicBezTo>
                          <a:cubicBezTo>
                            <a:pt x="10368" y="36456"/>
                            <a:pt x="11627" y="36681"/>
                            <a:pt x="12999" y="36681"/>
                          </a:cubicBezTo>
                          <a:cubicBezTo>
                            <a:pt x="14506" y="36681"/>
                            <a:pt x="15855" y="36366"/>
                            <a:pt x="17047" y="35758"/>
                          </a:cubicBezTo>
                          <a:cubicBezTo>
                            <a:pt x="18239" y="35151"/>
                            <a:pt x="19228" y="34319"/>
                            <a:pt x="20016" y="33240"/>
                          </a:cubicBezTo>
                          <a:cubicBezTo>
                            <a:pt x="20803" y="32183"/>
                            <a:pt x="21410" y="30923"/>
                            <a:pt x="21815" y="29461"/>
                          </a:cubicBezTo>
                          <a:cubicBezTo>
                            <a:pt x="22220" y="27999"/>
                            <a:pt x="22445" y="26425"/>
                            <a:pt x="22445" y="24739"/>
                          </a:cubicBezTo>
                          <a:close/>
                        </a:path>
                      </a:pathLst>
                    </a:custGeom>
                    <a:solidFill>
                      <a:srgbClr val="010101"/>
                    </a:solidFill>
                    <a:ln w="2249" cap="flat">
                      <a:noFill/>
                      <a:prstDash val="solid"/>
                      <a:miter/>
                    </a:ln>
                  </p:spPr>
                  <p:txBody>
                    <a:bodyPr rtlCol="0" anchor="ctr"/>
                    <a:lstStyle/>
                    <a:p>
                      <a:endParaRPr lang="en-US"/>
                    </a:p>
                  </p:txBody>
                </p:sp>
              </p:grpSp>
              <p:grpSp>
                <p:nvGrpSpPr>
                  <p:cNvPr id="29" name="Graphic 4479">
                    <a:extLst>
                      <a:ext uri="{FF2B5EF4-FFF2-40B4-BE49-F238E27FC236}">
                        <a16:creationId xmlns:a16="http://schemas.microsoft.com/office/drawing/2014/main" id="{D996A39E-7275-C4AC-3E48-0152673D59FE}"/>
                      </a:ext>
                    </a:extLst>
                  </p:cNvPr>
                  <p:cNvGrpSpPr/>
                  <p:nvPr/>
                </p:nvGrpSpPr>
                <p:grpSpPr>
                  <a:xfrm>
                    <a:off x="3821887" y="6362284"/>
                    <a:ext cx="675662" cy="148604"/>
                    <a:chOff x="3970623" y="3029517"/>
                    <a:chExt cx="180478" cy="39694"/>
                  </a:xfrm>
                  <a:solidFill>
                    <a:srgbClr val="010101"/>
                  </a:solidFill>
                </p:grpSpPr>
                <p:sp>
                  <p:nvSpPr>
                    <p:cNvPr id="3525" name="Freeform 3524">
                      <a:extLst>
                        <a:ext uri="{FF2B5EF4-FFF2-40B4-BE49-F238E27FC236}">
                          <a16:creationId xmlns:a16="http://schemas.microsoft.com/office/drawing/2014/main" id="{EB7A6066-7B1B-DE81-94D2-8A2831A99E2B}"/>
                        </a:ext>
                      </a:extLst>
                    </p:cNvPr>
                    <p:cNvSpPr/>
                    <p:nvPr/>
                  </p:nvSpPr>
                  <p:spPr>
                    <a:xfrm>
                      <a:off x="3970623" y="3029517"/>
                      <a:ext cx="3553" cy="38884"/>
                    </a:xfrm>
                    <a:custGeom>
                      <a:avLst/>
                      <a:gdLst>
                        <a:gd name="connsiteX0" fmla="*/ 0 w 3553"/>
                        <a:gd name="connsiteY0" fmla="*/ 4813 h 38884"/>
                        <a:gd name="connsiteX1" fmla="*/ 0 w 3553"/>
                        <a:gd name="connsiteY1" fmla="*/ 0 h 38884"/>
                        <a:gd name="connsiteX2" fmla="*/ 3554 w 3553"/>
                        <a:gd name="connsiteY2" fmla="*/ 0 h 38884"/>
                        <a:gd name="connsiteX3" fmla="*/ 3554 w 3553"/>
                        <a:gd name="connsiteY3" fmla="*/ 4813 h 38884"/>
                        <a:gd name="connsiteX4" fmla="*/ 0 w 3553"/>
                        <a:gd name="connsiteY4" fmla="*/ 4813 h 38884"/>
                        <a:gd name="connsiteX5" fmla="*/ 158 w 3553"/>
                        <a:gd name="connsiteY5" fmla="*/ 38885 h 38884"/>
                        <a:gd name="connsiteX6" fmla="*/ 158 w 3553"/>
                        <a:gd name="connsiteY6" fmla="*/ 10930 h 38884"/>
                        <a:gd name="connsiteX7" fmla="*/ 3396 w 3553"/>
                        <a:gd name="connsiteY7" fmla="*/ 10930 h 38884"/>
                        <a:gd name="connsiteX8" fmla="*/ 3396 w 3553"/>
                        <a:gd name="connsiteY8" fmla="*/ 38885 h 38884"/>
                        <a:gd name="connsiteX9" fmla="*/ 158 w 3553"/>
                        <a:gd name="connsiteY9" fmla="*/ 38885 h 38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53" h="38884">
                          <a:moveTo>
                            <a:pt x="0" y="4813"/>
                          </a:moveTo>
                          <a:lnTo>
                            <a:pt x="0" y="0"/>
                          </a:lnTo>
                          <a:lnTo>
                            <a:pt x="3554" y="0"/>
                          </a:lnTo>
                          <a:lnTo>
                            <a:pt x="3554" y="4813"/>
                          </a:lnTo>
                          <a:lnTo>
                            <a:pt x="0" y="4813"/>
                          </a:lnTo>
                          <a:close/>
                          <a:moveTo>
                            <a:pt x="158" y="38885"/>
                          </a:moveTo>
                          <a:lnTo>
                            <a:pt x="158" y="10930"/>
                          </a:lnTo>
                          <a:lnTo>
                            <a:pt x="3396" y="10930"/>
                          </a:lnTo>
                          <a:lnTo>
                            <a:pt x="3396" y="38885"/>
                          </a:lnTo>
                          <a:lnTo>
                            <a:pt x="158" y="38885"/>
                          </a:lnTo>
                          <a:close/>
                        </a:path>
                      </a:pathLst>
                    </a:custGeom>
                    <a:solidFill>
                      <a:srgbClr val="010101"/>
                    </a:solidFill>
                    <a:ln w="2249" cap="flat">
                      <a:noFill/>
                      <a:prstDash val="solid"/>
                      <a:miter/>
                    </a:ln>
                  </p:spPr>
                  <p:txBody>
                    <a:bodyPr rtlCol="0" anchor="ctr"/>
                    <a:lstStyle/>
                    <a:p>
                      <a:endParaRPr lang="en-US"/>
                    </a:p>
                  </p:txBody>
                </p:sp>
                <p:sp>
                  <p:nvSpPr>
                    <p:cNvPr id="3526" name="Freeform 3525">
                      <a:extLst>
                        <a:ext uri="{FF2B5EF4-FFF2-40B4-BE49-F238E27FC236}">
                          <a16:creationId xmlns:a16="http://schemas.microsoft.com/office/drawing/2014/main" id="{4A094013-77C5-C9F7-CB84-E5D8C450C96C}"/>
                        </a:ext>
                      </a:extLst>
                    </p:cNvPr>
                    <p:cNvSpPr/>
                    <p:nvPr/>
                  </p:nvSpPr>
                  <p:spPr>
                    <a:xfrm>
                      <a:off x="3980856" y="3039660"/>
                      <a:ext cx="22039" cy="29438"/>
                    </a:xfrm>
                    <a:custGeom>
                      <a:avLst/>
                      <a:gdLst>
                        <a:gd name="connsiteX0" fmla="*/ 3306 w 22039"/>
                        <a:gd name="connsiteY0" fmla="*/ 19993 h 29438"/>
                        <a:gd name="connsiteX1" fmla="*/ 6027 w 22039"/>
                        <a:gd name="connsiteY1" fmla="*/ 25098 h 29438"/>
                        <a:gd name="connsiteX2" fmla="*/ 11672 w 22039"/>
                        <a:gd name="connsiteY2" fmla="*/ 26583 h 29438"/>
                        <a:gd name="connsiteX3" fmla="*/ 14753 w 22039"/>
                        <a:gd name="connsiteY3" fmla="*/ 26155 h 29438"/>
                        <a:gd name="connsiteX4" fmla="*/ 16890 w 22039"/>
                        <a:gd name="connsiteY4" fmla="*/ 24986 h 29438"/>
                        <a:gd name="connsiteX5" fmla="*/ 18149 w 22039"/>
                        <a:gd name="connsiteY5" fmla="*/ 23344 h 29438"/>
                        <a:gd name="connsiteX6" fmla="*/ 18576 w 22039"/>
                        <a:gd name="connsiteY6" fmla="*/ 21410 h 29438"/>
                        <a:gd name="connsiteX7" fmla="*/ 17249 w 22039"/>
                        <a:gd name="connsiteY7" fmla="*/ 18351 h 29438"/>
                        <a:gd name="connsiteX8" fmla="*/ 13921 w 22039"/>
                        <a:gd name="connsiteY8" fmla="*/ 16777 h 29438"/>
                        <a:gd name="connsiteX9" fmla="*/ 9603 w 22039"/>
                        <a:gd name="connsiteY9" fmla="*/ 15810 h 29438"/>
                        <a:gd name="connsiteX10" fmla="*/ 5285 w 22039"/>
                        <a:gd name="connsiteY10" fmla="*/ 14596 h 29438"/>
                        <a:gd name="connsiteX11" fmla="*/ 1957 w 22039"/>
                        <a:gd name="connsiteY11" fmla="*/ 12279 h 29438"/>
                        <a:gd name="connsiteX12" fmla="*/ 630 w 22039"/>
                        <a:gd name="connsiteY12" fmla="*/ 8006 h 29438"/>
                        <a:gd name="connsiteX13" fmla="*/ 3193 w 22039"/>
                        <a:gd name="connsiteY13" fmla="*/ 2249 h 29438"/>
                        <a:gd name="connsiteX14" fmla="*/ 10458 w 22039"/>
                        <a:gd name="connsiteY14" fmla="*/ 0 h 29438"/>
                        <a:gd name="connsiteX15" fmla="*/ 17834 w 22039"/>
                        <a:gd name="connsiteY15" fmla="*/ 2024 h 29438"/>
                        <a:gd name="connsiteX16" fmla="*/ 21253 w 22039"/>
                        <a:gd name="connsiteY16" fmla="*/ 8793 h 29438"/>
                        <a:gd name="connsiteX17" fmla="*/ 17969 w 22039"/>
                        <a:gd name="connsiteY17" fmla="*/ 8793 h 29438"/>
                        <a:gd name="connsiteX18" fmla="*/ 15518 w 22039"/>
                        <a:gd name="connsiteY18" fmla="*/ 4228 h 29438"/>
                        <a:gd name="connsiteX19" fmla="*/ 10413 w 22039"/>
                        <a:gd name="connsiteY19" fmla="*/ 2901 h 29438"/>
                        <a:gd name="connsiteX20" fmla="*/ 5712 w 22039"/>
                        <a:gd name="connsiteY20" fmla="*/ 4228 h 29438"/>
                        <a:gd name="connsiteX21" fmla="*/ 4093 w 22039"/>
                        <a:gd name="connsiteY21" fmla="*/ 7714 h 29438"/>
                        <a:gd name="connsiteX22" fmla="*/ 5420 w 22039"/>
                        <a:gd name="connsiteY22" fmla="*/ 10593 h 29438"/>
                        <a:gd name="connsiteX23" fmla="*/ 8748 w 22039"/>
                        <a:gd name="connsiteY23" fmla="*/ 12212 h 29438"/>
                        <a:gd name="connsiteX24" fmla="*/ 13066 w 22039"/>
                        <a:gd name="connsiteY24" fmla="*/ 13314 h 29438"/>
                        <a:gd name="connsiteX25" fmla="*/ 17384 w 22039"/>
                        <a:gd name="connsiteY25" fmla="*/ 14686 h 29438"/>
                        <a:gd name="connsiteX26" fmla="*/ 20713 w 22039"/>
                        <a:gd name="connsiteY26" fmla="*/ 17092 h 29438"/>
                        <a:gd name="connsiteX27" fmla="*/ 22040 w 22039"/>
                        <a:gd name="connsiteY27" fmla="*/ 21298 h 29438"/>
                        <a:gd name="connsiteX28" fmla="*/ 21185 w 22039"/>
                        <a:gd name="connsiteY28" fmla="*/ 24828 h 29438"/>
                        <a:gd name="connsiteX29" fmla="*/ 18801 w 22039"/>
                        <a:gd name="connsiteY29" fmla="*/ 27392 h 29438"/>
                        <a:gd name="connsiteX30" fmla="*/ 15203 w 22039"/>
                        <a:gd name="connsiteY30" fmla="*/ 28922 h 29438"/>
                        <a:gd name="connsiteX31" fmla="*/ 10638 w 22039"/>
                        <a:gd name="connsiteY31" fmla="*/ 29439 h 29438"/>
                        <a:gd name="connsiteX32" fmla="*/ 6230 w 22039"/>
                        <a:gd name="connsiteY32" fmla="*/ 28719 h 29438"/>
                        <a:gd name="connsiteX33" fmla="*/ 2969 w 22039"/>
                        <a:gd name="connsiteY33" fmla="*/ 26695 h 29438"/>
                        <a:gd name="connsiteX34" fmla="*/ 855 w 22039"/>
                        <a:gd name="connsiteY34" fmla="*/ 23682 h 29438"/>
                        <a:gd name="connsiteX35" fmla="*/ 0 w 22039"/>
                        <a:gd name="connsiteY35" fmla="*/ 19948 h 29438"/>
                        <a:gd name="connsiteX36" fmla="*/ 3283 w 22039"/>
                        <a:gd name="connsiteY36" fmla="*/ 19948 h 29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2039" h="29438">
                          <a:moveTo>
                            <a:pt x="3306" y="19993"/>
                          </a:moveTo>
                          <a:cubicBezTo>
                            <a:pt x="3801" y="22400"/>
                            <a:pt x="4723" y="24109"/>
                            <a:pt x="6027" y="25098"/>
                          </a:cubicBezTo>
                          <a:cubicBezTo>
                            <a:pt x="7332" y="26088"/>
                            <a:pt x="9221" y="26583"/>
                            <a:pt x="11672" y="26583"/>
                          </a:cubicBezTo>
                          <a:cubicBezTo>
                            <a:pt x="12864" y="26583"/>
                            <a:pt x="13876" y="26448"/>
                            <a:pt x="14753" y="26155"/>
                          </a:cubicBezTo>
                          <a:cubicBezTo>
                            <a:pt x="15608" y="25863"/>
                            <a:pt x="16327" y="25481"/>
                            <a:pt x="16890" y="24986"/>
                          </a:cubicBezTo>
                          <a:cubicBezTo>
                            <a:pt x="17452" y="24491"/>
                            <a:pt x="17879" y="23951"/>
                            <a:pt x="18149" y="23344"/>
                          </a:cubicBezTo>
                          <a:cubicBezTo>
                            <a:pt x="18441" y="22737"/>
                            <a:pt x="18576" y="22085"/>
                            <a:pt x="18576" y="21410"/>
                          </a:cubicBezTo>
                          <a:cubicBezTo>
                            <a:pt x="18576" y="20038"/>
                            <a:pt x="18126" y="19026"/>
                            <a:pt x="17249" y="18351"/>
                          </a:cubicBezTo>
                          <a:cubicBezTo>
                            <a:pt x="16372" y="17677"/>
                            <a:pt x="15270" y="17159"/>
                            <a:pt x="13921" y="16777"/>
                          </a:cubicBezTo>
                          <a:cubicBezTo>
                            <a:pt x="12572" y="16395"/>
                            <a:pt x="11155" y="16080"/>
                            <a:pt x="9603" y="15810"/>
                          </a:cubicBezTo>
                          <a:cubicBezTo>
                            <a:pt x="8051" y="15540"/>
                            <a:pt x="6612" y="15135"/>
                            <a:pt x="5285" y="14596"/>
                          </a:cubicBezTo>
                          <a:cubicBezTo>
                            <a:pt x="3958" y="14056"/>
                            <a:pt x="2856" y="13291"/>
                            <a:pt x="1957" y="12279"/>
                          </a:cubicBezTo>
                          <a:cubicBezTo>
                            <a:pt x="1057" y="11267"/>
                            <a:pt x="630" y="9850"/>
                            <a:pt x="630" y="8006"/>
                          </a:cubicBezTo>
                          <a:cubicBezTo>
                            <a:pt x="630" y="5667"/>
                            <a:pt x="1484" y="3756"/>
                            <a:pt x="3193" y="2249"/>
                          </a:cubicBezTo>
                          <a:cubicBezTo>
                            <a:pt x="4903" y="765"/>
                            <a:pt x="7332" y="0"/>
                            <a:pt x="10458" y="0"/>
                          </a:cubicBezTo>
                          <a:cubicBezTo>
                            <a:pt x="13584" y="0"/>
                            <a:pt x="15945" y="675"/>
                            <a:pt x="17834" y="2024"/>
                          </a:cubicBezTo>
                          <a:cubicBezTo>
                            <a:pt x="19723" y="3373"/>
                            <a:pt x="20870" y="5622"/>
                            <a:pt x="21253" y="8793"/>
                          </a:cubicBezTo>
                          <a:lnTo>
                            <a:pt x="17969" y="8793"/>
                          </a:lnTo>
                          <a:cubicBezTo>
                            <a:pt x="17677" y="6634"/>
                            <a:pt x="16867" y="5105"/>
                            <a:pt x="15518" y="4228"/>
                          </a:cubicBezTo>
                          <a:cubicBezTo>
                            <a:pt x="14168" y="3351"/>
                            <a:pt x="12459" y="2901"/>
                            <a:pt x="10413" y="2901"/>
                          </a:cubicBezTo>
                          <a:cubicBezTo>
                            <a:pt x="8366" y="2901"/>
                            <a:pt x="6792" y="3351"/>
                            <a:pt x="5712" y="4228"/>
                          </a:cubicBezTo>
                          <a:cubicBezTo>
                            <a:pt x="4633" y="5105"/>
                            <a:pt x="4093" y="6275"/>
                            <a:pt x="4093" y="7714"/>
                          </a:cubicBezTo>
                          <a:cubicBezTo>
                            <a:pt x="4093" y="8973"/>
                            <a:pt x="4543" y="9940"/>
                            <a:pt x="5420" y="10593"/>
                          </a:cubicBezTo>
                          <a:cubicBezTo>
                            <a:pt x="6297" y="11267"/>
                            <a:pt x="7399" y="11807"/>
                            <a:pt x="8748" y="12212"/>
                          </a:cubicBezTo>
                          <a:cubicBezTo>
                            <a:pt x="10075" y="12617"/>
                            <a:pt x="11515" y="12999"/>
                            <a:pt x="13066" y="13314"/>
                          </a:cubicBezTo>
                          <a:cubicBezTo>
                            <a:pt x="14618" y="13629"/>
                            <a:pt x="16058" y="14101"/>
                            <a:pt x="17384" y="14686"/>
                          </a:cubicBezTo>
                          <a:cubicBezTo>
                            <a:pt x="18711" y="15270"/>
                            <a:pt x="19813" y="16080"/>
                            <a:pt x="20713" y="17092"/>
                          </a:cubicBezTo>
                          <a:cubicBezTo>
                            <a:pt x="21590" y="18104"/>
                            <a:pt x="22040" y="19498"/>
                            <a:pt x="22040" y="21298"/>
                          </a:cubicBezTo>
                          <a:cubicBezTo>
                            <a:pt x="22040" y="22625"/>
                            <a:pt x="21747" y="23816"/>
                            <a:pt x="21185" y="24828"/>
                          </a:cubicBezTo>
                          <a:cubicBezTo>
                            <a:pt x="20600" y="25863"/>
                            <a:pt x="19813" y="26718"/>
                            <a:pt x="18801" y="27392"/>
                          </a:cubicBezTo>
                          <a:cubicBezTo>
                            <a:pt x="17789" y="28067"/>
                            <a:pt x="16597" y="28584"/>
                            <a:pt x="15203" y="28922"/>
                          </a:cubicBezTo>
                          <a:cubicBezTo>
                            <a:pt x="13809" y="29259"/>
                            <a:pt x="12302" y="29439"/>
                            <a:pt x="10638" y="29439"/>
                          </a:cubicBezTo>
                          <a:cubicBezTo>
                            <a:pt x="8973" y="29439"/>
                            <a:pt x="7511" y="29191"/>
                            <a:pt x="6230" y="28719"/>
                          </a:cubicBezTo>
                          <a:cubicBezTo>
                            <a:pt x="4948" y="28224"/>
                            <a:pt x="3868" y="27550"/>
                            <a:pt x="2969" y="26695"/>
                          </a:cubicBezTo>
                          <a:cubicBezTo>
                            <a:pt x="2069" y="25841"/>
                            <a:pt x="1372" y="24828"/>
                            <a:pt x="855" y="23682"/>
                          </a:cubicBezTo>
                          <a:cubicBezTo>
                            <a:pt x="360" y="22535"/>
                            <a:pt x="68" y="21298"/>
                            <a:pt x="0" y="19948"/>
                          </a:cubicBezTo>
                          <a:lnTo>
                            <a:pt x="3283" y="19948"/>
                          </a:lnTo>
                          <a:close/>
                        </a:path>
                      </a:pathLst>
                    </a:custGeom>
                    <a:solidFill>
                      <a:srgbClr val="010101"/>
                    </a:solidFill>
                    <a:ln w="2249" cap="flat">
                      <a:noFill/>
                      <a:prstDash val="solid"/>
                      <a:miter/>
                    </a:ln>
                  </p:spPr>
                  <p:txBody>
                    <a:bodyPr rtlCol="0" anchor="ctr"/>
                    <a:lstStyle/>
                    <a:p>
                      <a:endParaRPr lang="en-US"/>
                    </a:p>
                  </p:txBody>
                </p:sp>
                <p:sp>
                  <p:nvSpPr>
                    <p:cNvPr id="3527" name="Freeform 3526">
                      <a:extLst>
                        <a:ext uri="{FF2B5EF4-FFF2-40B4-BE49-F238E27FC236}">
                          <a16:creationId xmlns:a16="http://schemas.microsoft.com/office/drawing/2014/main" id="{6671B3A5-E2DA-1A7B-B613-49493EFC69D1}"/>
                        </a:ext>
                      </a:extLst>
                    </p:cNvPr>
                    <p:cNvSpPr/>
                    <p:nvPr/>
                  </p:nvSpPr>
                  <p:spPr>
                    <a:xfrm>
                      <a:off x="4007438" y="3039660"/>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5 w 25908"/>
                        <a:gd name="connsiteY3" fmla="*/ 21185 h 29483"/>
                        <a:gd name="connsiteX4" fmla="*/ 0 w 25908"/>
                        <a:gd name="connsiteY4" fmla="*/ 14753 h 29483"/>
                        <a:gd name="connsiteX5" fmla="*/ 810 w 25908"/>
                        <a:gd name="connsiteY5" fmla="*/ 8996 h 29483"/>
                        <a:gd name="connsiteX6" fmla="*/ 3239 w 25908"/>
                        <a:gd name="connsiteY6" fmla="*/ 4318 h 29483"/>
                        <a:gd name="connsiteX7" fmla="*/ 7287 w 25908"/>
                        <a:gd name="connsiteY7" fmla="*/ 1169 h 29483"/>
                        <a:gd name="connsiteX8" fmla="*/ 12954 w 25908"/>
                        <a:gd name="connsiteY8" fmla="*/ 0 h 29483"/>
                        <a:gd name="connsiteX9" fmla="*/ 18666 w 25908"/>
                        <a:gd name="connsiteY9" fmla="*/ 1169 h 29483"/>
                        <a:gd name="connsiteX10" fmla="*/ 22714 w 25908"/>
                        <a:gd name="connsiteY10" fmla="*/ 4295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45 w 25908"/>
                        <a:gd name="connsiteY17" fmla="*/ 14753 h 29483"/>
                        <a:gd name="connsiteX18" fmla="*/ 21905 w 25908"/>
                        <a:gd name="connsiteY18" fmla="*/ 10120 h 29483"/>
                        <a:gd name="connsiteX19" fmla="*/ 20241 w 25908"/>
                        <a:gd name="connsiteY19" fmla="*/ 6365 h 29483"/>
                        <a:gd name="connsiteX20" fmla="*/ 17317 w 25908"/>
                        <a:gd name="connsiteY20" fmla="*/ 3846 h 29483"/>
                        <a:gd name="connsiteX21" fmla="*/ 12954 w 25908"/>
                        <a:gd name="connsiteY21" fmla="*/ 2924 h 29483"/>
                        <a:gd name="connsiteX22" fmla="*/ 8614 w 25908"/>
                        <a:gd name="connsiteY22" fmla="*/ 3913 h 29483"/>
                        <a:gd name="connsiteX23" fmla="*/ 5667 w 25908"/>
                        <a:gd name="connsiteY23" fmla="*/ 6567 h 29483"/>
                        <a:gd name="connsiteX24" fmla="*/ 4003 w 25908"/>
                        <a:gd name="connsiteY24" fmla="*/ 10345 h 29483"/>
                        <a:gd name="connsiteX25" fmla="*/ 3463 w 25908"/>
                        <a:gd name="connsiteY25" fmla="*/ 14753 h 29483"/>
                        <a:gd name="connsiteX26" fmla="*/ 4093 w 25908"/>
                        <a:gd name="connsiteY26" fmla="*/ 19521 h 29483"/>
                        <a:gd name="connsiteX27" fmla="*/ 5892 w 25908"/>
                        <a:gd name="connsiteY27" fmla="*/ 23277 h 29483"/>
                        <a:gd name="connsiteX28" fmla="*/ 8861 w 25908"/>
                        <a:gd name="connsiteY28" fmla="*/ 25706 h 29483"/>
                        <a:gd name="connsiteX29" fmla="*/ 12954 w 25908"/>
                        <a:gd name="connsiteY29" fmla="*/ 26560 h 29483"/>
                        <a:gd name="connsiteX30" fmla="*/ 17295 w 25908"/>
                        <a:gd name="connsiteY30" fmla="*/ 25571 h 29483"/>
                        <a:gd name="connsiteX31" fmla="*/ 20241 w 25908"/>
                        <a:gd name="connsiteY31" fmla="*/ 22894 h 29483"/>
                        <a:gd name="connsiteX32" fmla="*/ 21905 w 25908"/>
                        <a:gd name="connsiteY32" fmla="*/ 19116 h 29483"/>
                        <a:gd name="connsiteX33" fmla="*/ 22445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5" y="21185"/>
                          </a:cubicBezTo>
                          <a:cubicBezTo>
                            <a:pt x="360" y="19341"/>
                            <a:pt x="0" y="17205"/>
                            <a:pt x="0" y="14753"/>
                          </a:cubicBezTo>
                          <a:cubicBezTo>
                            <a:pt x="0" y="12707"/>
                            <a:pt x="270" y="10795"/>
                            <a:pt x="810" y="8996"/>
                          </a:cubicBezTo>
                          <a:cubicBezTo>
                            <a:pt x="1349" y="7219"/>
                            <a:pt x="2159" y="5667"/>
                            <a:pt x="3239" y="4318"/>
                          </a:cubicBezTo>
                          <a:cubicBezTo>
                            <a:pt x="4318" y="2991"/>
                            <a:pt x="5667" y="1934"/>
                            <a:pt x="7287" y="1169"/>
                          </a:cubicBezTo>
                          <a:cubicBezTo>
                            <a:pt x="8906" y="405"/>
                            <a:pt x="10795" y="0"/>
                            <a:pt x="12954" y="0"/>
                          </a:cubicBezTo>
                          <a:cubicBezTo>
                            <a:pt x="15113" y="0"/>
                            <a:pt x="17047" y="382"/>
                            <a:pt x="18666" y="1169"/>
                          </a:cubicBezTo>
                          <a:cubicBezTo>
                            <a:pt x="20286" y="1934"/>
                            <a:pt x="21635" y="2991"/>
                            <a:pt x="22714" y="4295"/>
                          </a:cubicBezTo>
                          <a:cubicBezTo>
                            <a:pt x="23794" y="5600"/>
                            <a:pt x="24604" y="7174"/>
                            <a:pt x="25121" y="8973"/>
                          </a:cubicBezTo>
                          <a:cubicBezTo>
                            <a:pt x="25638" y="10772"/>
                            <a:pt x="25908" y="12707"/>
                            <a:pt x="25908" y="14753"/>
                          </a:cubicBezTo>
                          <a:cubicBezTo>
                            <a:pt x="25908" y="16980"/>
                            <a:pt x="25593" y="19004"/>
                            <a:pt x="24986" y="20803"/>
                          </a:cubicBezTo>
                          <a:cubicBezTo>
                            <a:pt x="24379" y="22602"/>
                            <a:pt x="23502" y="24154"/>
                            <a:pt x="22377" y="25436"/>
                          </a:cubicBezTo>
                          <a:cubicBezTo>
                            <a:pt x="21253" y="26740"/>
                            <a:pt x="19881" y="27730"/>
                            <a:pt x="18284" y="28427"/>
                          </a:cubicBezTo>
                          <a:cubicBezTo>
                            <a:pt x="16687" y="29124"/>
                            <a:pt x="14911" y="29484"/>
                            <a:pt x="12977" y="29484"/>
                          </a:cubicBezTo>
                          <a:close/>
                          <a:moveTo>
                            <a:pt x="22445" y="14753"/>
                          </a:moveTo>
                          <a:cubicBezTo>
                            <a:pt x="22445" y="13089"/>
                            <a:pt x="22265" y="11560"/>
                            <a:pt x="21905" y="10120"/>
                          </a:cubicBezTo>
                          <a:cubicBezTo>
                            <a:pt x="21545" y="8681"/>
                            <a:pt x="20983" y="7422"/>
                            <a:pt x="20241" y="6365"/>
                          </a:cubicBezTo>
                          <a:cubicBezTo>
                            <a:pt x="19476" y="5308"/>
                            <a:pt x="18509" y="4475"/>
                            <a:pt x="17317" y="3846"/>
                          </a:cubicBezTo>
                          <a:cubicBezTo>
                            <a:pt x="16125" y="3238"/>
                            <a:pt x="14663" y="2924"/>
                            <a:pt x="12954" y="2924"/>
                          </a:cubicBezTo>
                          <a:cubicBezTo>
                            <a:pt x="11245" y="2924"/>
                            <a:pt x="9805" y="3261"/>
                            <a:pt x="8614" y="3913"/>
                          </a:cubicBezTo>
                          <a:cubicBezTo>
                            <a:pt x="7399" y="4588"/>
                            <a:pt x="6432" y="5465"/>
                            <a:pt x="5667" y="6567"/>
                          </a:cubicBezTo>
                          <a:cubicBezTo>
                            <a:pt x="4903" y="7669"/>
                            <a:pt x="4363" y="8928"/>
                            <a:pt x="4003" y="10345"/>
                          </a:cubicBezTo>
                          <a:cubicBezTo>
                            <a:pt x="3643" y="11762"/>
                            <a:pt x="3463" y="13224"/>
                            <a:pt x="3463" y="14753"/>
                          </a:cubicBezTo>
                          <a:cubicBezTo>
                            <a:pt x="3463" y="16485"/>
                            <a:pt x="3666" y="18082"/>
                            <a:pt x="4093" y="19521"/>
                          </a:cubicBezTo>
                          <a:cubicBezTo>
                            <a:pt x="4498" y="20983"/>
                            <a:pt x="5105" y="22220"/>
                            <a:pt x="5892" y="23277"/>
                          </a:cubicBezTo>
                          <a:cubicBezTo>
                            <a:pt x="6679" y="24334"/>
                            <a:pt x="7669" y="25121"/>
                            <a:pt x="8861" y="25706"/>
                          </a:cubicBezTo>
                          <a:cubicBezTo>
                            <a:pt x="10053" y="26290"/>
                            <a:pt x="11425" y="26560"/>
                            <a:pt x="12954" y="26560"/>
                          </a:cubicBezTo>
                          <a:cubicBezTo>
                            <a:pt x="14641" y="26560"/>
                            <a:pt x="16103" y="26223"/>
                            <a:pt x="17295" y="25571"/>
                          </a:cubicBezTo>
                          <a:cubicBezTo>
                            <a:pt x="18509" y="24896"/>
                            <a:pt x="19476" y="24019"/>
                            <a:pt x="20241" y="22894"/>
                          </a:cubicBezTo>
                          <a:cubicBezTo>
                            <a:pt x="21005" y="21770"/>
                            <a:pt x="21545" y="20510"/>
                            <a:pt x="21905" y="19116"/>
                          </a:cubicBezTo>
                          <a:cubicBezTo>
                            <a:pt x="22265" y="17722"/>
                            <a:pt x="22445" y="16260"/>
                            <a:pt x="22445" y="14753"/>
                          </a:cubicBezTo>
                          <a:close/>
                        </a:path>
                      </a:pathLst>
                    </a:custGeom>
                    <a:solidFill>
                      <a:srgbClr val="010101"/>
                    </a:solidFill>
                    <a:ln w="2249" cap="flat">
                      <a:noFill/>
                      <a:prstDash val="solid"/>
                      <a:miter/>
                    </a:ln>
                  </p:spPr>
                  <p:txBody>
                    <a:bodyPr rtlCol="0" anchor="ctr"/>
                    <a:lstStyle/>
                    <a:p>
                      <a:endParaRPr lang="en-US"/>
                    </a:p>
                  </p:txBody>
                </p:sp>
                <p:sp>
                  <p:nvSpPr>
                    <p:cNvPr id="3528" name="Freeform 3527">
                      <a:extLst>
                        <a:ext uri="{FF2B5EF4-FFF2-40B4-BE49-F238E27FC236}">
                          <a16:creationId xmlns:a16="http://schemas.microsoft.com/office/drawing/2014/main" id="{48508940-33D3-2556-88C4-239FF39BCD2F}"/>
                        </a:ext>
                      </a:extLst>
                    </p:cNvPr>
                    <p:cNvSpPr/>
                    <p:nvPr/>
                  </p:nvSpPr>
                  <p:spPr>
                    <a:xfrm>
                      <a:off x="4039756" y="3029540"/>
                      <a:ext cx="3238" cy="38861"/>
                    </a:xfrm>
                    <a:custGeom>
                      <a:avLst/>
                      <a:gdLst>
                        <a:gd name="connsiteX0" fmla="*/ 0 w 3238"/>
                        <a:gd name="connsiteY0" fmla="*/ 38862 h 38861"/>
                        <a:gd name="connsiteX1" fmla="*/ 0 w 3238"/>
                        <a:gd name="connsiteY1" fmla="*/ 0 h 38861"/>
                        <a:gd name="connsiteX2" fmla="*/ 3239 w 3238"/>
                        <a:gd name="connsiteY2" fmla="*/ 0 h 38861"/>
                        <a:gd name="connsiteX3" fmla="*/ 3239 w 3238"/>
                        <a:gd name="connsiteY3" fmla="*/ 38862 h 38861"/>
                        <a:gd name="connsiteX4" fmla="*/ 0 w 3238"/>
                        <a:gd name="connsiteY4" fmla="*/ 38862 h 388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8" h="38861">
                          <a:moveTo>
                            <a:pt x="0" y="38862"/>
                          </a:moveTo>
                          <a:lnTo>
                            <a:pt x="0" y="0"/>
                          </a:lnTo>
                          <a:lnTo>
                            <a:pt x="3239" y="0"/>
                          </a:lnTo>
                          <a:lnTo>
                            <a:pt x="3239" y="38862"/>
                          </a:lnTo>
                          <a:lnTo>
                            <a:pt x="0" y="38862"/>
                          </a:lnTo>
                          <a:close/>
                        </a:path>
                      </a:pathLst>
                    </a:custGeom>
                    <a:solidFill>
                      <a:srgbClr val="010101"/>
                    </a:solidFill>
                    <a:ln w="2249" cap="flat">
                      <a:noFill/>
                      <a:prstDash val="solid"/>
                      <a:miter/>
                    </a:ln>
                  </p:spPr>
                  <p:txBody>
                    <a:bodyPr rtlCol="0" anchor="ctr"/>
                    <a:lstStyle/>
                    <a:p>
                      <a:endParaRPr lang="en-US"/>
                    </a:p>
                  </p:txBody>
                </p:sp>
                <p:sp>
                  <p:nvSpPr>
                    <p:cNvPr id="3529" name="Freeform 3528">
                      <a:extLst>
                        <a:ext uri="{FF2B5EF4-FFF2-40B4-BE49-F238E27FC236}">
                          <a16:creationId xmlns:a16="http://schemas.microsoft.com/office/drawing/2014/main" id="{B01C84E2-F1A9-3CD1-F95D-3A7583F03F9E}"/>
                        </a:ext>
                      </a:extLst>
                    </p:cNvPr>
                    <p:cNvSpPr/>
                    <p:nvPr/>
                  </p:nvSpPr>
                  <p:spPr>
                    <a:xfrm>
                      <a:off x="4049786" y="3039728"/>
                      <a:ext cx="26357" cy="29483"/>
                    </a:xfrm>
                    <a:custGeom>
                      <a:avLst/>
                      <a:gdLst>
                        <a:gd name="connsiteX0" fmla="*/ 14326 w 26357"/>
                        <a:gd name="connsiteY0" fmla="*/ 12369 h 29483"/>
                        <a:gd name="connsiteX1" fmla="*/ 16507 w 26357"/>
                        <a:gd name="connsiteY1" fmla="*/ 12054 h 29483"/>
                        <a:gd name="connsiteX2" fmla="*/ 18576 w 26357"/>
                        <a:gd name="connsiteY2" fmla="*/ 11470 h 29483"/>
                        <a:gd name="connsiteX3" fmla="*/ 19566 w 26357"/>
                        <a:gd name="connsiteY3" fmla="*/ 10210 h 29483"/>
                        <a:gd name="connsiteX4" fmla="*/ 19746 w 26357"/>
                        <a:gd name="connsiteY4" fmla="*/ 8569 h 29483"/>
                        <a:gd name="connsiteX5" fmla="*/ 18149 w 26357"/>
                        <a:gd name="connsiteY5" fmla="*/ 4498 h 29483"/>
                        <a:gd name="connsiteX6" fmla="*/ 12774 w 26357"/>
                        <a:gd name="connsiteY6" fmla="*/ 2901 h 29483"/>
                        <a:gd name="connsiteX7" fmla="*/ 9693 w 26357"/>
                        <a:gd name="connsiteY7" fmla="*/ 3193 h 29483"/>
                        <a:gd name="connsiteX8" fmla="*/ 7242 w 26357"/>
                        <a:gd name="connsiteY8" fmla="*/ 4228 h 29483"/>
                        <a:gd name="connsiteX9" fmla="*/ 5510 w 26357"/>
                        <a:gd name="connsiteY9" fmla="*/ 6162 h 29483"/>
                        <a:gd name="connsiteX10" fmla="*/ 4610 w 26357"/>
                        <a:gd name="connsiteY10" fmla="*/ 9221 h 29483"/>
                        <a:gd name="connsiteX11" fmla="*/ 1327 w 26357"/>
                        <a:gd name="connsiteY11" fmla="*/ 9221 h 29483"/>
                        <a:gd name="connsiteX12" fmla="*/ 2451 w 26357"/>
                        <a:gd name="connsiteY12" fmla="*/ 4993 h 29483"/>
                        <a:gd name="connsiteX13" fmla="*/ 4970 w 26357"/>
                        <a:gd name="connsiteY13" fmla="*/ 2136 h 29483"/>
                        <a:gd name="connsiteX14" fmla="*/ 8523 w 26357"/>
                        <a:gd name="connsiteY14" fmla="*/ 517 h 29483"/>
                        <a:gd name="connsiteX15" fmla="*/ 12819 w 26357"/>
                        <a:gd name="connsiteY15" fmla="*/ 0 h 29483"/>
                        <a:gd name="connsiteX16" fmla="*/ 16777 w 26357"/>
                        <a:gd name="connsiteY16" fmla="*/ 450 h 29483"/>
                        <a:gd name="connsiteX17" fmla="*/ 20016 w 26357"/>
                        <a:gd name="connsiteY17" fmla="*/ 1912 h 29483"/>
                        <a:gd name="connsiteX18" fmla="*/ 22175 w 26357"/>
                        <a:gd name="connsiteY18" fmla="*/ 4588 h 29483"/>
                        <a:gd name="connsiteX19" fmla="*/ 22962 w 26357"/>
                        <a:gd name="connsiteY19" fmla="*/ 8681 h 29483"/>
                        <a:gd name="connsiteX20" fmla="*/ 22962 w 26357"/>
                        <a:gd name="connsiteY20" fmla="*/ 23906 h 29483"/>
                        <a:gd name="connsiteX21" fmla="*/ 23636 w 26357"/>
                        <a:gd name="connsiteY21" fmla="*/ 26313 h 29483"/>
                        <a:gd name="connsiteX22" fmla="*/ 26358 w 26357"/>
                        <a:gd name="connsiteY22" fmla="*/ 26065 h 29483"/>
                        <a:gd name="connsiteX23" fmla="*/ 26358 w 26357"/>
                        <a:gd name="connsiteY23" fmla="*/ 28607 h 29483"/>
                        <a:gd name="connsiteX24" fmla="*/ 25256 w 26357"/>
                        <a:gd name="connsiteY24" fmla="*/ 28922 h 29483"/>
                        <a:gd name="connsiteX25" fmla="*/ 23816 w 26357"/>
                        <a:gd name="connsiteY25" fmla="*/ 29146 h 29483"/>
                        <a:gd name="connsiteX26" fmla="*/ 22355 w 26357"/>
                        <a:gd name="connsiteY26" fmla="*/ 28989 h 29483"/>
                        <a:gd name="connsiteX27" fmla="*/ 21050 w 26357"/>
                        <a:gd name="connsiteY27" fmla="*/ 28472 h 29483"/>
                        <a:gd name="connsiteX28" fmla="*/ 20263 w 26357"/>
                        <a:gd name="connsiteY28" fmla="*/ 27505 h 29483"/>
                        <a:gd name="connsiteX29" fmla="*/ 19858 w 26357"/>
                        <a:gd name="connsiteY29" fmla="*/ 26268 h 29483"/>
                        <a:gd name="connsiteX30" fmla="*/ 19746 w 26357"/>
                        <a:gd name="connsiteY30" fmla="*/ 24828 h 29483"/>
                        <a:gd name="connsiteX31" fmla="*/ 15045 w 26357"/>
                        <a:gd name="connsiteY31" fmla="*/ 28292 h 29483"/>
                        <a:gd name="connsiteX32" fmla="*/ 9333 w 26357"/>
                        <a:gd name="connsiteY32" fmla="*/ 29484 h 29483"/>
                        <a:gd name="connsiteX33" fmla="*/ 5802 w 26357"/>
                        <a:gd name="connsiteY33" fmla="*/ 28989 h 29483"/>
                        <a:gd name="connsiteX34" fmla="*/ 2811 w 26357"/>
                        <a:gd name="connsiteY34" fmla="*/ 27482 h 29483"/>
                        <a:gd name="connsiteX35" fmla="*/ 765 w 26357"/>
                        <a:gd name="connsiteY35" fmla="*/ 24963 h 29483"/>
                        <a:gd name="connsiteX36" fmla="*/ 0 w 26357"/>
                        <a:gd name="connsiteY36" fmla="*/ 21433 h 29483"/>
                        <a:gd name="connsiteX37" fmla="*/ 9760 w 26357"/>
                        <a:gd name="connsiteY37" fmla="*/ 13021 h 29483"/>
                        <a:gd name="connsiteX38" fmla="*/ 14236 w 26357"/>
                        <a:gd name="connsiteY38" fmla="*/ 12437 h 29483"/>
                        <a:gd name="connsiteX39" fmla="*/ 19768 w 26357"/>
                        <a:gd name="connsiteY39" fmla="*/ 13989 h 29483"/>
                        <a:gd name="connsiteX40" fmla="*/ 15608 w 26357"/>
                        <a:gd name="connsiteY40" fmla="*/ 15113 h 29483"/>
                        <a:gd name="connsiteX41" fmla="*/ 11402 w 26357"/>
                        <a:gd name="connsiteY41" fmla="*/ 15540 h 29483"/>
                        <a:gd name="connsiteX42" fmla="*/ 5600 w 26357"/>
                        <a:gd name="connsiteY42" fmla="*/ 17205 h 29483"/>
                        <a:gd name="connsiteX43" fmla="*/ 3531 w 26357"/>
                        <a:gd name="connsiteY43" fmla="*/ 21478 h 29483"/>
                        <a:gd name="connsiteX44" fmla="*/ 4048 w 26357"/>
                        <a:gd name="connsiteY44" fmla="*/ 23726 h 29483"/>
                        <a:gd name="connsiteX45" fmla="*/ 5397 w 26357"/>
                        <a:gd name="connsiteY45" fmla="*/ 25301 h 29483"/>
                        <a:gd name="connsiteX46" fmla="*/ 7331 w 26357"/>
                        <a:gd name="connsiteY46" fmla="*/ 26223 h 29483"/>
                        <a:gd name="connsiteX47" fmla="*/ 9580 w 26357"/>
                        <a:gd name="connsiteY47" fmla="*/ 26515 h 29483"/>
                        <a:gd name="connsiteX48" fmla="*/ 13359 w 26357"/>
                        <a:gd name="connsiteY48" fmla="*/ 26020 h 29483"/>
                        <a:gd name="connsiteX49" fmla="*/ 16620 w 26357"/>
                        <a:gd name="connsiteY49" fmla="*/ 24536 h 29483"/>
                        <a:gd name="connsiteX50" fmla="*/ 18914 w 26357"/>
                        <a:gd name="connsiteY50" fmla="*/ 21995 h 29483"/>
                        <a:gd name="connsiteX51" fmla="*/ 19768 w 26357"/>
                        <a:gd name="connsiteY51" fmla="*/ 18351 h 29483"/>
                        <a:gd name="connsiteX52" fmla="*/ 19768 w 26357"/>
                        <a:gd name="connsiteY52" fmla="*/ 13989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6357" h="29483">
                          <a:moveTo>
                            <a:pt x="14326" y="12369"/>
                          </a:moveTo>
                          <a:cubicBezTo>
                            <a:pt x="14933" y="12302"/>
                            <a:pt x="15675" y="12189"/>
                            <a:pt x="16507" y="12054"/>
                          </a:cubicBezTo>
                          <a:cubicBezTo>
                            <a:pt x="17362" y="11919"/>
                            <a:pt x="18036" y="11717"/>
                            <a:pt x="18576" y="11470"/>
                          </a:cubicBezTo>
                          <a:cubicBezTo>
                            <a:pt x="19116" y="11222"/>
                            <a:pt x="19453" y="10795"/>
                            <a:pt x="19566" y="10210"/>
                          </a:cubicBezTo>
                          <a:cubicBezTo>
                            <a:pt x="19701" y="9626"/>
                            <a:pt x="19746" y="9063"/>
                            <a:pt x="19746" y="8569"/>
                          </a:cubicBezTo>
                          <a:cubicBezTo>
                            <a:pt x="19746" y="6904"/>
                            <a:pt x="19206" y="5555"/>
                            <a:pt x="18149" y="4498"/>
                          </a:cubicBezTo>
                          <a:cubicBezTo>
                            <a:pt x="17092" y="3441"/>
                            <a:pt x="15293" y="2901"/>
                            <a:pt x="12774" y="2901"/>
                          </a:cubicBezTo>
                          <a:cubicBezTo>
                            <a:pt x="11649" y="2901"/>
                            <a:pt x="10638" y="2991"/>
                            <a:pt x="9693" y="3193"/>
                          </a:cubicBezTo>
                          <a:cubicBezTo>
                            <a:pt x="8748" y="3396"/>
                            <a:pt x="7939" y="3733"/>
                            <a:pt x="7242" y="4228"/>
                          </a:cubicBezTo>
                          <a:cubicBezTo>
                            <a:pt x="6544" y="4723"/>
                            <a:pt x="5960" y="5352"/>
                            <a:pt x="5510" y="6162"/>
                          </a:cubicBezTo>
                          <a:cubicBezTo>
                            <a:pt x="5060" y="6972"/>
                            <a:pt x="4768" y="7984"/>
                            <a:pt x="4610" y="9221"/>
                          </a:cubicBezTo>
                          <a:lnTo>
                            <a:pt x="1327" y="9221"/>
                          </a:lnTo>
                          <a:cubicBezTo>
                            <a:pt x="1439" y="7556"/>
                            <a:pt x="1822" y="6162"/>
                            <a:pt x="2451" y="4993"/>
                          </a:cubicBezTo>
                          <a:cubicBezTo>
                            <a:pt x="3081" y="3823"/>
                            <a:pt x="3936" y="2879"/>
                            <a:pt x="4970" y="2136"/>
                          </a:cubicBezTo>
                          <a:cubicBezTo>
                            <a:pt x="6005" y="1394"/>
                            <a:pt x="7174" y="855"/>
                            <a:pt x="8523" y="517"/>
                          </a:cubicBezTo>
                          <a:cubicBezTo>
                            <a:pt x="9873" y="180"/>
                            <a:pt x="11312" y="0"/>
                            <a:pt x="12819" y="0"/>
                          </a:cubicBezTo>
                          <a:cubicBezTo>
                            <a:pt x="14213" y="0"/>
                            <a:pt x="15540" y="157"/>
                            <a:pt x="16777" y="450"/>
                          </a:cubicBezTo>
                          <a:cubicBezTo>
                            <a:pt x="18014" y="765"/>
                            <a:pt x="19094" y="1237"/>
                            <a:pt x="20016" y="1912"/>
                          </a:cubicBezTo>
                          <a:cubicBezTo>
                            <a:pt x="20938" y="2586"/>
                            <a:pt x="21657" y="3463"/>
                            <a:pt x="22175" y="4588"/>
                          </a:cubicBezTo>
                          <a:cubicBezTo>
                            <a:pt x="22692" y="5712"/>
                            <a:pt x="22962" y="7062"/>
                            <a:pt x="22962" y="8681"/>
                          </a:cubicBezTo>
                          <a:lnTo>
                            <a:pt x="22962" y="23906"/>
                          </a:lnTo>
                          <a:cubicBezTo>
                            <a:pt x="22962" y="25166"/>
                            <a:pt x="23187" y="25975"/>
                            <a:pt x="23636" y="26313"/>
                          </a:cubicBezTo>
                          <a:cubicBezTo>
                            <a:pt x="24086" y="26650"/>
                            <a:pt x="24986" y="26583"/>
                            <a:pt x="26358" y="26065"/>
                          </a:cubicBezTo>
                          <a:lnTo>
                            <a:pt x="26358" y="28607"/>
                          </a:lnTo>
                          <a:cubicBezTo>
                            <a:pt x="26110" y="28674"/>
                            <a:pt x="25728" y="28787"/>
                            <a:pt x="25256" y="28922"/>
                          </a:cubicBezTo>
                          <a:cubicBezTo>
                            <a:pt x="24761" y="29056"/>
                            <a:pt x="24289" y="29146"/>
                            <a:pt x="23816" y="29146"/>
                          </a:cubicBezTo>
                          <a:cubicBezTo>
                            <a:pt x="23322" y="29146"/>
                            <a:pt x="22827" y="29101"/>
                            <a:pt x="22355" y="28989"/>
                          </a:cubicBezTo>
                          <a:cubicBezTo>
                            <a:pt x="21815" y="28922"/>
                            <a:pt x="21387" y="28742"/>
                            <a:pt x="21050" y="28472"/>
                          </a:cubicBezTo>
                          <a:cubicBezTo>
                            <a:pt x="20713" y="28202"/>
                            <a:pt x="20465" y="27887"/>
                            <a:pt x="20263" y="27505"/>
                          </a:cubicBezTo>
                          <a:cubicBezTo>
                            <a:pt x="20061" y="27122"/>
                            <a:pt x="19926" y="26718"/>
                            <a:pt x="19858" y="26268"/>
                          </a:cubicBezTo>
                          <a:cubicBezTo>
                            <a:pt x="19791" y="25818"/>
                            <a:pt x="19746" y="25346"/>
                            <a:pt x="19746" y="24828"/>
                          </a:cubicBezTo>
                          <a:cubicBezTo>
                            <a:pt x="18374" y="26335"/>
                            <a:pt x="16822" y="27482"/>
                            <a:pt x="15045" y="28292"/>
                          </a:cubicBezTo>
                          <a:cubicBezTo>
                            <a:pt x="13291" y="29079"/>
                            <a:pt x="11380" y="29484"/>
                            <a:pt x="9333" y="29484"/>
                          </a:cubicBezTo>
                          <a:cubicBezTo>
                            <a:pt x="8119" y="29484"/>
                            <a:pt x="6927" y="29326"/>
                            <a:pt x="5802" y="28989"/>
                          </a:cubicBezTo>
                          <a:cubicBezTo>
                            <a:pt x="4678" y="28652"/>
                            <a:pt x="3666" y="28157"/>
                            <a:pt x="2811" y="27482"/>
                          </a:cubicBezTo>
                          <a:cubicBezTo>
                            <a:pt x="1957" y="26808"/>
                            <a:pt x="1259" y="25953"/>
                            <a:pt x="765" y="24963"/>
                          </a:cubicBezTo>
                          <a:cubicBezTo>
                            <a:pt x="270" y="23974"/>
                            <a:pt x="0" y="22804"/>
                            <a:pt x="0" y="21433"/>
                          </a:cubicBezTo>
                          <a:cubicBezTo>
                            <a:pt x="0" y="16687"/>
                            <a:pt x="3261" y="13876"/>
                            <a:pt x="9760" y="13021"/>
                          </a:cubicBezTo>
                          <a:lnTo>
                            <a:pt x="14236" y="12437"/>
                          </a:lnTo>
                          <a:close/>
                          <a:moveTo>
                            <a:pt x="19768" y="13989"/>
                          </a:moveTo>
                          <a:cubicBezTo>
                            <a:pt x="18396" y="14573"/>
                            <a:pt x="17024" y="14933"/>
                            <a:pt x="15608" y="15113"/>
                          </a:cubicBezTo>
                          <a:cubicBezTo>
                            <a:pt x="14191" y="15293"/>
                            <a:pt x="12796" y="15428"/>
                            <a:pt x="11402" y="15540"/>
                          </a:cubicBezTo>
                          <a:cubicBezTo>
                            <a:pt x="8928" y="15720"/>
                            <a:pt x="6994" y="16282"/>
                            <a:pt x="5600" y="17205"/>
                          </a:cubicBezTo>
                          <a:cubicBezTo>
                            <a:pt x="4206" y="18149"/>
                            <a:pt x="3531" y="19566"/>
                            <a:pt x="3531" y="21478"/>
                          </a:cubicBezTo>
                          <a:cubicBezTo>
                            <a:pt x="3531" y="22332"/>
                            <a:pt x="3711" y="23097"/>
                            <a:pt x="4048" y="23726"/>
                          </a:cubicBezTo>
                          <a:cubicBezTo>
                            <a:pt x="4385" y="24356"/>
                            <a:pt x="4835" y="24873"/>
                            <a:pt x="5397" y="25301"/>
                          </a:cubicBezTo>
                          <a:cubicBezTo>
                            <a:pt x="5960" y="25706"/>
                            <a:pt x="6612" y="26020"/>
                            <a:pt x="7331" y="26223"/>
                          </a:cubicBezTo>
                          <a:cubicBezTo>
                            <a:pt x="8074" y="26425"/>
                            <a:pt x="8816" y="26515"/>
                            <a:pt x="9580" y="26515"/>
                          </a:cubicBezTo>
                          <a:cubicBezTo>
                            <a:pt x="10885" y="26515"/>
                            <a:pt x="12144" y="26358"/>
                            <a:pt x="13359" y="26020"/>
                          </a:cubicBezTo>
                          <a:cubicBezTo>
                            <a:pt x="14573" y="25706"/>
                            <a:pt x="15675" y="25211"/>
                            <a:pt x="16620" y="24536"/>
                          </a:cubicBezTo>
                          <a:cubicBezTo>
                            <a:pt x="17564" y="23861"/>
                            <a:pt x="18329" y="23029"/>
                            <a:pt x="18914" y="21995"/>
                          </a:cubicBezTo>
                          <a:cubicBezTo>
                            <a:pt x="19498" y="20960"/>
                            <a:pt x="19768" y="19746"/>
                            <a:pt x="19768" y="18351"/>
                          </a:cubicBezTo>
                          <a:lnTo>
                            <a:pt x="19768" y="13989"/>
                          </a:lnTo>
                          <a:close/>
                        </a:path>
                      </a:pathLst>
                    </a:custGeom>
                    <a:solidFill>
                      <a:srgbClr val="010101"/>
                    </a:solidFill>
                    <a:ln w="2249" cap="flat">
                      <a:noFill/>
                      <a:prstDash val="solid"/>
                      <a:miter/>
                    </a:ln>
                  </p:spPr>
                  <p:txBody>
                    <a:bodyPr rtlCol="0" anchor="ctr"/>
                    <a:lstStyle/>
                    <a:p>
                      <a:endParaRPr lang="en-US"/>
                    </a:p>
                  </p:txBody>
                </p:sp>
                <p:sp>
                  <p:nvSpPr>
                    <p:cNvPr id="3530" name="Freeform 3529">
                      <a:extLst>
                        <a:ext uri="{FF2B5EF4-FFF2-40B4-BE49-F238E27FC236}">
                          <a16:creationId xmlns:a16="http://schemas.microsoft.com/office/drawing/2014/main" id="{BC7F9998-8D73-56D6-CF49-5EBDCC7D9580}"/>
                        </a:ext>
                      </a:extLst>
                    </p:cNvPr>
                    <p:cNvSpPr/>
                    <p:nvPr/>
                  </p:nvSpPr>
                  <p:spPr>
                    <a:xfrm>
                      <a:off x="4078483" y="3032666"/>
                      <a:ext cx="12616" cy="36500"/>
                    </a:xfrm>
                    <a:custGeom>
                      <a:avLst/>
                      <a:gdLst>
                        <a:gd name="connsiteX0" fmla="*/ 12617 w 12616"/>
                        <a:gd name="connsiteY0" fmla="*/ 35848 h 36500"/>
                        <a:gd name="connsiteX1" fmla="*/ 11042 w 12616"/>
                        <a:gd name="connsiteY1" fmla="*/ 36231 h 36500"/>
                        <a:gd name="connsiteX2" fmla="*/ 8884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1 h 36500"/>
                        <a:gd name="connsiteX8" fmla="*/ 3936 w 12616"/>
                        <a:gd name="connsiteY8" fmla="*/ 7781 h 36500"/>
                        <a:gd name="connsiteX9" fmla="*/ 3936 w 12616"/>
                        <a:gd name="connsiteY9" fmla="*/ 0 h 36500"/>
                        <a:gd name="connsiteX10" fmla="*/ 7174 w 12616"/>
                        <a:gd name="connsiteY10" fmla="*/ 0 h 36500"/>
                        <a:gd name="connsiteX11" fmla="*/ 7174 w 12616"/>
                        <a:gd name="connsiteY11" fmla="*/ 7781 h 36500"/>
                        <a:gd name="connsiteX12" fmla="*/ 12414 w 12616"/>
                        <a:gd name="connsiteY12" fmla="*/ 7781 h 36500"/>
                        <a:gd name="connsiteX13" fmla="*/ 12414 w 12616"/>
                        <a:gd name="connsiteY13" fmla="*/ 10480 h 36500"/>
                        <a:gd name="connsiteX14" fmla="*/ 7174 w 12616"/>
                        <a:gd name="connsiteY14" fmla="*/ 10480 h 36500"/>
                        <a:gd name="connsiteX15" fmla="*/ 7174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5 h 36500"/>
                        <a:gd name="connsiteX21" fmla="*/ 12617 w 12616"/>
                        <a:gd name="connsiteY21" fmla="*/ 33195 h 36500"/>
                        <a:gd name="connsiteX22" fmla="*/ 12617 w 12616"/>
                        <a:gd name="connsiteY22" fmla="*/ 35848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616" h="36500">
                          <a:moveTo>
                            <a:pt x="12617" y="35848"/>
                          </a:moveTo>
                          <a:cubicBezTo>
                            <a:pt x="12212" y="35916"/>
                            <a:pt x="11695" y="36051"/>
                            <a:pt x="11042" y="36231"/>
                          </a:cubicBezTo>
                          <a:cubicBezTo>
                            <a:pt x="10390" y="36411"/>
                            <a:pt x="9671" y="36501"/>
                            <a:pt x="8884" y="36501"/>
                          </a:cubicBezTo>
                          <a:cubicBezTo>
                            <a:pt x="7264" y="36501"/>
                            <a:pt x="6027" y="36096"/>
                            <a:pt x="5195" y="35286"/>
                          </a:cubicBezTo>
                          <a:cubicBezTo>
                            <a:pt x="4363" y="34476"/>
                            <a:pt x="3936" y="33037"/>
                            <a:pt x="3936" y="30946"/>
                          </a:cubicBezTo>
                          <a:lnTo>
                            <a:pt x="3936" y="10480"/>
                          </a:lnTo>
                          <a:lnTo>
                            <a:pt x="0" y="10480"/>
                          </a:lnTo>
                          <a:lnTo>
                            <a:pt x="0" y="7781"/>
                          </a:lnTo>
                          <a:lnTo>
                            <a:pt x="3936" y="7781"/>
                          </a:lnTo>
                          <a:lnTo>
                            <a:pt x="3936" y="0"/>
                          </a:lnTo>
                          <a:lnTo>
                            <a:pt x="7174" y="0"/>
                          </a:lnTo>
                          <a:lnTo>
                            <a:pt x="7174" y="7781"/>
                          </a:lnTo>
                          <a:lnTo>
                            <a:pt x="12414" y="7781"/>
                          </a:lnTo>
                          <a:lnTo>
                            <a:pt x="12414" y="10480"/>
                          </a:lnTo>
                          <a:lnTo>
                            <a:pt x="7174" y="10480"/>
                          </a:lnTo>
                          <a:lnTo>
                            <a:pt x="7174" y="29641"/>
                          </a:lnTo>
                          <a:cubicBezTo>
                            <a:pt x="7174" y="30316"/>
                            <a:pt x="7174" y="30923"/>
                            <a:pt x="7219" y="31418"/>
                          </a:cubicBezTo>
                          <a:cubicBezTo>
                            <a:pt x="7264" y="31913"/>
                            <a:pt x="7354" y="32340"/>
                            <a:pt x="7534" y="32655"/>
                          </a:cubicBezTo>
                          <a:cubicBezTo>
                            <a:pt x="7714" y="32970"/>
                            <a:pt x="7984" y="33217"/>
                            <a:pt x="8366" y="33352"/>
                          </a:cubicBezTo>
                          <a:cubicBezTo>
                            <a:pt x="8748" y="33487"/>
                            <a:pt x="9266" y="33577"/>
                            <a:pt x="9963" y="33577"/>
                          </a:cubicBezTo>
                          <a:cubicBezTo>
                            <a:pt x="10390" y="33577"/>
                            <a:pt x="10840" y="33532"/>
                            <a:pt x="11290" y="33465"/>
                          </a:cubicBezTo>
                          <a:cubicBezTo>
                            <a:pt x="11740" y="33397"/>
                            <a:pt x="12189" y="33307"/>
                            <a:pt x="12617" y="33195"/>
                          </a:cubicBezTo>
                          <a:lnTo>
                            <a:pt x="12617" y="35848"/>
                          </a:lnTo>
                          <a:close/>
                        </a:path>
                      </a:pathLst>
                    </a:custGeom>
                    <a:solidFill>
                      <a:srgbClr val="010101"/>
                    </a:solidFill>
                    <a:ln w="2249" cap="flat">
                      <a:noFill/>
                      <a:prstDash val="solid"/>
                      <a:miter/>
                    </a:ln>
                  </p:spPr>
                  <p:txBody>
                    <a:bodyPr rtlCol="0" anchor="ctr"/>
                    <a:lstStyle/>
                    <a:p>
                      <a:endParaRPr lang="en-US"/>
                    </a:p>
                  </p:txBody>
                </p:sp>
                <p:sp>
                  <p:nvSpPr>
                    <p:cNvPr id="3531" name="Freeform 3530">
                      <a:extLst>
                        <a:ext uri="{FF2B5EF4-FFF2-40B4-BE49-F238E27FC236}">
                          <a16:creationId xmlns:a16="http://schemas.microsoft.com/office/drawing/2014/main" id="{FB47C9F7-916D-2D63-AB8B-87116E5DCC4D}"/>
                        </a:ext>
                      </a:extLst>
                    </p:cNvPr>
                    <p:cNvSpPr/>
                    <p:nvPr/>
                  </p:nvSpPr>
                  <p:spPr>
                    <a:xfrm>
                      <a:off x="4094765" y="3039705"/>
                      <a:ext cx="25167" cy="29483"/>
                    </a:xfrm>
                    <a:custGeom>
                      <a:avLst/>
                      <a:gdLst>
                        <a:gd name="connsiteX0" fmla="*/ 3508 w 25167"/>
                        <a:gd name="connsiteY0" fmla="*/ 15473 h 29483"/>
                        <a:gd name="connsiteX1" fmla="*/ 4093 w 25167"/>
                        <a:gd name="connsiteY1" fmla="*/ 19768 h 29483"/>
                        <a:gd name="connsiteX2" fmla="*/ 5847 w 25167"/>
                        <a:gd name="connsiteY2" fmla="*/ 23277 h 29483"/>
                        <a:gd name="connsiteX3" fmla="*/ 8793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3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899 w 25167"/>
                        <a:gd name="connsiteY16" fmla="*/ 9086 h 29483"/>
                        <a:gd name="connsiteX17" fmla="*/ 3441 w 25167"/>
                        <a:gd name="connsiteY17" fmla="*/ 4363 h 29483"/>
                        <a:gd name="connsiteX18" fmla="*/ 7466 w 25167"/>
                        <a:gd name="connsiteY18" fmla="*/ 1169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7 w 25167"/>
                        <a:gd name="connsiteY23" fmla="*/ 12774 h 29483"/>
                        <a:gd name="connsiteX24" fmla="*/ 21185 w 25167"/>
                        <a:gd name="connsiteY24" fmla="*/ 8906 h 29483"/>
                        <a:gd name="connsiteX25" fmla="*/ 19521 w 25167"/>
                        <a:gd name="connsiteY25" fmla="*/ 5780 h 29483"/>
                        <a:gd name="connsiteX26" fmla="*/ 16732 w 25167"/>
                        <a:gd name="connsiteY26" fmla="*/ 3666 h 29483"/>
                        <a:gd name="connsiteX27" fmla="*/ 12909 w 25167"/>
                        <a:gd name="connsiteY27" fmla="*/ 2879 h 29483"/>
                        <a:gd name="connsiteX28" fmla="*/ 9108 w 25167"/>
                        <a:gd name="connsiteY28" fmla="*/ 3688 h 29483"/>
                        <a:gd name="connsiteX29" fmla="*/ 6297 w 25167"/>
                        <a:gd name="connsiteY29" fmla="*/ 5847 h 29483"/>
                        <a:gd name="connsiteX30" fmla="*/ 4430 w 25167"/>
                        <a:gd name="connsiteY30" fmla="*/ 8973 h 29483"/>
                        <a:gd name="connsiteX31" fmla="*/ 3508 w 25167"/>
                        <a:gd name="connsiteY31" fmla="*/ 12752 h 29483"/>
                        <a:gd name="connsiteX32" fmla="*/ 21747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8" y="15473"/>
                          </a:moveTo>
                          <a:cubicBezTo>
                            <a:pt x="3508" y="16980"/>
                            <a:pt x="3711" y="18419"/>
                            <a:pt x="4093" y="19768"/>
                          </a:cubicBezTo>
                          <a:cubicBezTo>
                            <a:pt x="4498" y="21118"/>
                            <a:pt x="5082" y="22287"/>
                            <a:pt x="5847" y="23277"/>
                          </a:cubicBezTo>
                          <a:cubicBezTo>
                            <a:pt x="6612" y="24266"/>
                            <a:pt x="7601" y="25053"/>
                            <a:pt x="8793" y="25661"/>
                          </a:cubicBezTo>
                          <a:cubicBezTo>
                            <a:pt x="9985" y="26245"/>
                            <a:pt x="11357" y="26560"/>
                            <a:pt x="12886" y="26560"/>
                          </a:cubicBezTo>
                          <a:cubicBezTo>
                            <a:pt x="15000" y="26560"/>
                            <a:pt x="16822" y="25998"/>
                            <a:pt x="18329" y="24896"/>
                          </a:cubicBezTo>
                          <a:cubicBezTo>
                            <a:pt x="19836" y="23772"/>
                            <a:pt x="20848" y="22197"/>
                            <a:pt x="21343" y="20151"/>
                          </a:cubicBezTo>
                          <a:lnTo>
                            <a:pt x="24963" y="20151"/>
                          </a:lnTo>
                          <a:cubicBezTo>
                            <a:pt x="24558" y="21478"/>
                            <a:pt x="24041"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6" y="23951"/>
                            <a:pt x="1259" y="22400"/>
                            <a:pt x="765" y="20623"/>
                          </a:cubicBezTo>
                          <a:cubicBezTo>
                            <a:pt x="270" y="18846"/>
                            <a:pt x="0" y="16935"/>
                            <a:pt x="0" y="14866"/>
                          </a:cubicBezTo>
                          <a:cubicBezTo>
                            <a:pt x="0" y="12797"/>
                            <a:pt x="292" y="10885"/>
                            <a:pt x="899" y="9086"/>
                          </a:cubicBezTo>
                          <a:cubicBezTo>
                            <a:pt x="1484" y="7287"/>
                            <a:pt x="2339" y="5712"/>
                            <a:pt x="3441" y="4363"/>
                          </a:cubicBezTo>
                          <a:cubicBezTo>
                            <a:pt x="4543" y="3014"/>
                            <a:pt x="5870" y="1957"/>
                            <a:pt x="7466" y="1169"/>
                          </a:cubicBezTo>
                          <a:cubicBezTo>
                            <a:pt x="9041" y="405"/>
                            <a:pt x="10840" y="0"/>
                            <a:pt x="12864" y="0"/>
                          </a:cubicBezTo>
                          <a:cubicBezTo>
                            <a:pt x="16710" y="0"/>
                            <a:pt x="19746" y="1327"/>
                            <a:pt x="21927" y="3958"/>
                          </a:cubicBezTo>
                          <a:cubicBezTo>
                            <a:pt x="24131" y="6612"/>
                            <a:pt x="25211" y="10435"/>
                            <a:pt x="25166" y="15473"/>
                          </a:cubicBezTo>
                          <a:lnTo>
                            <a:pt x="3463" y="15473"/>
                          </a:lnTo>
                          <a:close/>
                          <a:moveTo>
                            <a:pt x="21747" y="12774"/>
                          </a:moveTo>
                          <a:cubicBezTo>
                            <a:pt x="21747" y="11402"/>
                            <a:pt x="21567" y="10120"/>
                            <a:pt x="21185" y="8906"/>
                          </a:cubicBezTo>
                          <a:cubicBezTo>
                            <a:pt x="20803" y="7691"/>
                            <a:pt x="20241" y="6657"/>
                            <a:pt x="19521" y="5780"/>
                          </a:cubicBezTo>
                          <a:cubicBezTo>
                            <a:pt x="18779" y="4903"/>
                            <a:pt x="17857" y="4206"/>
                            <a:pt x="16732" y="3666"/>
                          </a:cubicBezTo>
                          <a:cubicBezTo>
                            <a:pt x="15608" y="3149"/>
                            <a:pt x="14348" y="2879"/>
                            <a:pt x="12909" y="2879"/>
                          </a:cubicBezTo>
                          <a:cubicBezTo>
                            <a:pt x="11470" y="2879"/>
                            <a:pt x="10210" y="3149"/>
                            <a:pt x="9108" y="3688"/>
                          </a:cubicBezTo>
                          <a:cubicBezTo>
                            <a:pt x="8006" y="4228"/>
                            <a:pt x="7084" y="4948"/>
                            <a:pt x="6297" y="5847"/>
                          </a:cubicBezTo>
                          <a:cubicBezTo>
                            <a:pt x="5532" y="6747"/>
                            <a:pt x="4903" y="7781"/>
                            <a:pt x="4430" y="8973"/>
                          </a:cubicBezTo>
                          <a:cubicBezTo>
                            <a:pt x="3958" y="10165"/>
                            <a:pt x="3666" y="11425"/>
                            <a:pt x="3508" y="12752"/>
                          </a:cubicBezTo>
                          <a:lnTo>
                            <a:pt x="21747" y="12752"/>
                          </a:lnTo>
                          <a:close/>
                        </a:path>
                      </a:pathLst>
                    </a:custGeom>
                    <a:solidFill>
                      <a:srgbClr val="010101"/>
                    </a:solidFill>
                    <a:ln w="2249" cap="flat">
                      <a:noFill/>
                      <a:prstDash val="solid"/>
                      <a:miter/>
                    </a:ln>
                  </p:spPr>
                  <p:txBody>
                    <a:bodyPr rtlCol="0" anchor="ctr"/>
                    <a:lstStyle/>
                    <a:p>
                      <a:endParaRPr lang="en-US"/>
                    </a:p>
                  </p:txBody>
                </p:sp>
                <p:sp>
                  <p:nvSpPr>
                    <p:cNvPr id="3532" name="Freeform 3531">
                      <a:extLst>
                        <a:ext uri="{FF2B5EF4-FFF2-40B4-BE49-F238E27FC236}">
                          <a16:creationId xmlns:a16="http://schemas.microsoft.com/office/drawing/2014/main" id="{CF3CC7C5-ADD8-662E-509A-F5380A671340}"/>
                        </a:ext>
                      </a:extLst>
                    </p:cNvPr>
                    <p:cNvSpPr/>
                    <p:nvPr/>
                  </p:nvSpPr>
                  <p:spPr>
                    <a:xfrm>
                      <a:off x="4125419" y="3029540"/>
                      <a:ext cx="25682" cy="39626"/>
                    </a:xfrm>
                    <a:custGeom>
                      <a:avLst/>
                      <a:gdLst>
                        <a:gd name="connsiteX0" fmla="*/ 22445 w 25682"/>
                        <a:gd name="connsiteY0" fmla="*/ 0 h 39626"/>
                        <a:gd name="connsiteX1" fmla="*/ 25683 w 25682"/>
                        <a:gd name="connsiteY1" fmla="*/ 0 h 39626"/>
                        <a:gd name="connsiteX2" fmla="*/ 25683 w 25682"/>
                        <a:gd name="connsiteY2" fmla="*/ 38862 h 39626"/>
                        <a:gd name="connsiteX3" fmla="*/ 22445 w 25682"/>
                        <a:gd name="connsiteY3" fmla="*/ 38862 h 39626"/>
                        <a:gd name="connsiteX4" fmla="*/ 22445 w 25682"/>
                        <a:gd name="connsiteY4" fmla="*/ 33959 h 39626"/>
                        <a:gd name="connsiteX5" fmla="*/ 22332 w 25682"/>
                        <a:gd name="connsiteY5" fmla="*/ 33959 h 39626"/>
                        <a:gd name="connsiteX6" fmla="*/ 20533 w 25682"/>
                        <a:gd name="connsiteY6" fmla="*/ 36411 h 39626"/>
                        <a:gd name="connsiteX7" fmla="*/ 18104 w 25682"/>
                        <a:gd name="connsiteY7" fmla="*/ 38165 h 39626"/>
                        <a:gd name="connsiteX8" fmla="*/ 15383 w 25682"/>
                        <a:gd name="connsiteY8" fmla="*/ 39244 h 39626"/>
                        <a:gd name="connsiteX9" fmla="*/ 12639 w 25682"/>
                        <a:gd name="connsiteY9" fmla="*/ 39627 h 39626"/>
                        <a:gd name="connsiteX10" fmla="*/ 6859 w 25682"/>
                        <a:gd name="connsiteY10" fmla="*/ 38502 h 39626"/>
                        <a:gd name="connsiteX11" fmla="*/ 2946 w 25682"/>
                        <a:gd name="connsiteY11" fmla="*/ 35399 h 39626"/>
                        <a:gd name="connsiteX12" fmla="*/ 697 w 25682"/>
                        <a:gd name="connsiteY12" fmla="*/ 30721 h 39626"/>
                        <a:gd name="connsiteX13" fmla="*/ 0 w 25682"/>
                        <a:gd name="connsiteY13" fmla="*/ 24941 h 39626"/>
                        <a:gd name="connsiteX14" fmla="*/ 765 w 25682"/>
                        <a:gd name="connsiteY14" fmla="*/ 19319 h 39626"/>
                        <a:gd name="connsiteX15" fmla="*/ 3059 w 25682"/>
                        <a:gd name="connsiteY15" fmla="*/ 14596 h 39626"/>
                        <a:gd name="connsiteX16" fmla="*/ 6949 w 25682"/>
                        <a:gd name="connsiteY16" fmla="*/ 11357 h 39626"/>
                        <a:gd name="connsiteX17" fmla="*/ 12482 w 25682"/>
                        <a:gd name="connsiteY17" fmla="*/ 10143 h 39626"/>
                        <a:gd name="connsiteX18" fmla="*/ 18171 w 25682"/>
                        <a:gd name="connsiteY18" fmla="*/ 11470 h 39626"/>
                        <a:gd name="connsiteX19" fmla="*/ 22467 w 25682"/>
                        <a:gd name="connsiteY19" fmla="*/ 15383 h 39626"/>
                        <a:gd name="connsiteX20" fmla="*/ 22467 w 25682"/>
                        <a:gd name="connsiteY20" fmla="*/ 0 h 39626"/>
                        <a:gd name="connsiteX21" fmla="*/ 22445 w 25682"/>
                        <a:gd name="connsiteY21" fmla="*/ 24761 h 39626"/>
                        <a:gd name="connsiteX22" fmla="*/ 21792 w 25682"/>
                        <a:gd name="connsiteY22" fmla="*/ 20263 h 39626"/>
                        <a:gd name="connsiteX23" fmla="*/ 19926 w 25682"/>
                        <a:gd name="connsiteY23" fmla="*/ 16530 h 39626"/>
                        <a:gd name="connsiteX24" fmla="*/ 16957 w 25682"/>
                        <a:gd name="connsiteY24" fmla="*/ 13988 h 39626"/>
                        <a:gd name="connsiteX25" fmla="*/ 12999 w 25682"/>
                        <a:gd name="connsiteY25" fmla="*/ 13044 h 39626"/>
                        <a:gd name="connsiteX26" fmla="*/ 8636 w 25682"/>
                        <a:gd name="connsiteY26" fmla="*/ 14033 h 39626"/>
                        <a:gd name="connsiteX27" fmla="*/ 5622 w 25682"/>
                        <a:gd name="connsiteY27" fmla="*/ 16755 h 39626"/>
                        <a:gd name="connsiteX28" fmla="*/ 3891 w 25682"/>
                        <a:gd name="connsiteY28" fmla="*/ 20780 h 39626"/>
                        <a:gd name="connsiteX29" fmla="*/ 3463 w 25682"/>
                        <a:gd name="connsiteY29" fmla="*/ 25728 h 39626"/>
                        <a:gd name="connsiteX30" fmla="*/ 4183 w 25682"/>
                        <a:gd name="connsiteY30" fmla="*/ 30406 h 39626"/>
                        <a:gd name="connsiteX31" fmla="*/ 6207 w 25682"/>
                        <a:gd name="connsiteY31" fmla="*/ 33824 h 39626"/>
                        <a:gd name="connsiteX32" fmla="*/ 9221 w 25682"/>
                        <a:gd name="connsiteY32" fmla="*/ 35961 h 39626"/>
                        <a:gd name="connsiteX33" fmla="*/ 12999 w 25682"/>
                        <a:gd name="connsiteY33" fmla="*/ 36681 h 39626"/>
                        <a:gd name="connsiteX34" fmla="*/ 17047 w 25682"/>
                        <a:gd name="connsiteY34" fmla="*/ 35758 h 39626"/>
                        <a:gd name="connsiteX35" fmla="*/ 20016 w 25682"/>
                        <a:gd name="connsiteY35" fmla="*/ 33240 h 39626"/>
                        <a:gd name="connsiteX36" fmla="*/ 21815 w 25682"/>
                        <a:gd name="connsiteY36" fmla="*/ 29461 h 39626"/>
                        <a:gd name="connsiteX37" fmla="*/ 22445 w 25682"/>
                        <a:gd name="connsiteY37" fmla="*/ 24739 h 3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682" h="39626">
                          <a:moveTo>
                            <a:pt x="22445" y="0"/>
                          </a:moveTo>
                          <a:lnTo>
                            <a:pt x="25683" y="0"/>
                          </a:lnTo>
                          <a:lnTo>
                            <a:pt x="25683" y="38862"/>
                          </a:lnTo>
                          <a:lnTo>
                            <a:pt x="22445" y="38862"/>
                          </a:lnTo>
                          <a:lnTo>
                            <a:pt x="22445" y="33959"/>
                          </a:lnTo>
                          <a:lnTo>
                            <a:pt x="22332" y="33959"/>
                          </a:lnTo>
                          <a:cubicBezTo>
                            <a:pt x="21860" y="34904"/>
                            <a:pt x="21253" y="35713"/>
                            <a:pt x="20533" y="36411"/>
                          </a:cubicBezTo>
                          <a:cubicBezTo>
                            <a:pt x="19791" y="37108"/>
                            <a:pt x="18981" y="37692"/>
                            <a:pt x="18104" y="38165"/>
                          </a:cubicBezTo>
                          <a:cubicBezTo>
                            <a:pt x="17227" y="38637"/>
                            <a:pt x="16305" y="38997"/>
                            <a:pt x="15383" y="39244"/>
                          </a:cubicBezTo>
                          <a:cubicBezTo>
                            <a:pt x="14438" y="39492"/>
                            <a:pt x="13538" y="39627"/>
                            <a:pt x="12639" y="39627"/>
                          </a:cubicBezTo>
                          <a:cubicBezTo>
                            <a:pt x="10368" y="39627"/>
                            <a:pt x="8456" y="39244"/>
                            <a:pt x="6859" y="38502"/>
                          </a:cubicBezTo>
                          <a:cubicBezTo>
                            <a:pt x="5285" y="37738"/>
                            <a:pt x="3980" y="36703"/>
                            <a:pt x="2946" y="35399"/>
                          </a:cubicBezTo>
                          <a:cubicBezTo>
                            <a:pt x="1912" y="34094"/>
                            <a:pt x="1169" y="32520"/>
                            <a:pt x="697" y="30721"/>
                          </a:cubicBezTo>
                          <a:cubicBezTo>
                            <a:pt x="225" y="28922"/>
                            <a:pt x="0" y="26987"/>
                            <a:pt x="0" y="24941"/>
                          </a:cubicBezTo>
                          <a:cubicBezTo>
                            <a:pt x="0" y="23007"/>
                            <a:pt x="247" y="21118"/>
                            <a:pt x="765" y="19319"/>
                          </a:cubicBezTo>
                          <a:cubicBezTo>
                            <a:pt x="1259" y="17519"/>
                            <a:pt x="2024" y="15945"/>
                            <a:pt x="3059" y="14596"/>
                          </a:cubicBezTo>
                          <a:cubicBezTo>
                            <a:pt x="4093" y="13246"/>
                            <a:pt x="5375" y="12167"/>
                            <a:pt x="6949" y="11357"/>
                          </a:cubicBezTo>
                          <a:cubicBezTo>
                            <a:pt x="8523" y="10548"/>
                            <a:pt x="10368" y="10143"/>
                            <a:pt x="12482" y="10143"/>
                          </a:cubicBezTo>
                          <a:cubicBezTo>
                            <a:pt x="14461" y="10143"/>
                            <a:pt x="16350" y="10593"/>
                            <a:pt x="18171" y="11470"/>
                          </a:cubicBezTo>
                          <a:cubicBezTo>
                            <a:pt x="19993" y="12347"/>
                            <a:pt x="21410" y="13651"/>
                            <a:pt x="22467" y="15383"/>
                          </a:cubicBezTo>
                          <a:lnTo>
                            <a:pt x="22467" y="0"/>
                          </a:lnTo>
                          <a:close/>
                          <a:moveTo>
                            <a:pt x="22445" y="24761"/>
                          </a:moveTo>
                          <a:cubicBezTo>
                            <a:pt x="22445" y="23187"/>
                            <a:pt x="22219" y="21680"/>
                            <a:pt x="21792" y="20263"/>
                          </a:cubicBezTo>
                          <a:cubicBezTo>
                            <a:pt x="21365" y="18846"/>
                            <a:pt x="20735" y="17609"/>
                            <a:pt x="19926" y="16530"/>
                          </a:cubicBezTo>
                          <a:cubicBezTo>
                            <a:pt x="19116" y="15473"/>
                            <a:pt x="18126" y="14618"/>
                            <a:pt x="16957" y="13988"/>
                          </a:cubicBezTo>
                          <a:cubicBezTo>
                            <a:pt x="15787" y="13359"/>
                            <a:pt x="14461" y="13044"/>
                            <a:pt x="12999" y="13044"/>
                          </a:cubicBezTo>
                          <a:cubicBezTo>
                            <a:pt x="11312" y="13044"/>
                            <a:pt x="9850" y="13381"/>
                            <a:pt x="8636" y="14033"/>
                          </a:cubicBezTo>
                          <a:cubicBezTo>
                            <a:pt x="7421" y="14708"/>
                            <a:pt x="6409" y="15608"/>
                            <a:pt x="5622" y="16755"/>
                          </a:cubicBezTo>
                          <a:cubicBezTo>
                            <a:pt x="4835" y="17902"/>
                            <a:pt x="4250" y="19251"/>
                            <a:pt x="3891" y="20780"/>
                          </a:cubicBezTo>
                          <a:cubicBezTo>
                            <a:pt x="3531" y="22310"/>
                            <a:pt x="3396" y="23951"/>
                            <a:pt x="3463" y="25728"/>
                          </a:cubicBezTo>
                          <a:cubicBezTo>
                            <a:pt x="3463" y="27482"/>
                            <a:pt x="3711" y="29056"/>
                            <a:pt x="4183" y="30406"/>
                          </a:cubicBezTo>
                          <a:cubicBezTo>
                            <a:pt x="4678" y="31755"/>
                            <a:pt x="5352" y="32902"/>
                            <a:pt x="6207" y="33824"/>
                          </a:cubicBezTo>
                          <a:cubicBezTo>
                            <a:pt x="7061" y="34746"/>
                            <a:pt x="8074" y="35466"/>
                            <a:pt x="9221" y="35961"/>
                          </a:cubicBezTo>
                          <a:cubicBezTo>
                            <a:pt x="10368" y="36456"/>
                            <a:pt x="11627" y="36681"/>
                            <a:pt x="12999" y="36681"/>
                          </a:cubicBezTo>
                          <a:cubicBezTo>
                            <a:pt x="14506" y="36681"/>
                            <a:pt x="15855" y="36366"/>
                            <a:pt x="17047" y="35758"/>
                          </a:cubicBezTo>
                          <a:cubicBezTo>
                            <a:pt x="18239" y="35151"/>
                            <a:pt x="19228" y="34319"/>
                            <a:pt x="20016" y="33240"/>
                          </a:cubicBezTo>
                          <a:cubicBezTo>
                            <a:pt x="20803" y="32183"/>
                            <a:pt x="21410" y="30923"/>
                            <a:pt x="21815" y="29461"/>
                          </a:cubicBezTo>
                          <a:cubicBezTo>
                            <a:pt x="22219" y="27999"/>
                            <a:pt x="22445" y="26425"/>
                            <a:pt x="22445" y="24739"/>
                          </a:cubicBezTo>
                          <a:close/>
                        </a:path>
                      </a:pathLst>
                    </a:custGeom>
                    <a:solidFill>
                      <a:srgbClr val="010101"/>
                    </a:solidFill>
                    <a:ln w="2249" cap="flat">
                      <a:noFill/>
                      <a:prstDash val="solid"/>
                      <a:miter/>
                    </a:ln>
                  </p:spPr>
                  <p:txBody>
                    <a:bodyPr rtlCol="0" anchor="ctr"/>
                    <a:lstStyle/>
                    <a:p>
                      <a:endParaRPr lang="en-US"/>
                    </a:p>
                  </p:txBody>
                </p:sp>
              </p:grpSp>
              <p:grpSp>
                <p:nvGrpSpPr>
                  <p:cNvPr id="30" name="Graphic 4479">
                    <a:extLst>
                      <a:ext uri="{FF2B5EF4-FFF2-40B4-BE49-F238E27FC236}">
                        <a16:creationId xmlns:a16="http://schemas.microsoft.com/office/drawing/2014/main" id="{77B6FF39-D554-CC3C-416B-71950CBF9024}"/>
                      </a:ext>
                    </a:extLst>
                  </p:cNvPr>
                  <p:cNvGrpSpPr/>
                  <p:nvPr/>
                </p:nvGrpSpPr>
                <p:grpSpPr>
                  <a:xfrm>
                    <a:off x="4975949" y="6362370"/>
                    <a:ext cx="452041" cy="148435"/>
                    <a:chOff x="4278888" y="3029540"/>
                    <a:chExt cx="120746" cy="39649"/>
                  </a:xfrm>
                  <a:solidFill>
                    <a:srgbClr val="010101"/>
                  </a:solidFill>
                </p:grpSpPr>
                <p:sp>
                  <p:nvSpPr>
                    <p:cNvPr id="3520" name="Freeform 3519">
                      <a:extLst>
                        <a:ext uri="{FF2B5EF4-FFF2-40B4-BE49-F238E27FC236}">
                          <a16:creationId xmlns:a16="http://schemas.microsoft.com/office/drawing/2014/main" id="{B3DBEAC4-3DA5-A4DC-3E80-8246A597684F}"/>
                        </a:ext>
                      </a:extLst>
                    </p:cNvPr>
                    <p:cNvSpPr/>
                    <p:nvPr/>
                  </p:nvSpPr>
                  <p:spPr>
                    <a:xfrm>
                      <a:off x="4278888" y="3039683"/>
                      <a:ext cx="22197" cy="28741"/>
                    </a:xfrm>
                    <a:custGeom>
                      <a:avLst/>
                      <a:gdLst>
                        <a:gd name="connsiteX0" fmla="*/ 3238 w 22197"/>
                        <a:gd name="connsiteY0" fmla="*/ 28719 h 28741"/>
                        <a:gd name="connsiteX1" fmla="*/ 0 w 22197"/>
                        <a:gd name="connsiteY1" fmla="*/ 28719 h 28741"/>
                        <a:gd name="connsiteX2" fmla="*/ 0 w 22197"/>
                        <a:gd name="connsiteY2" fmla="*/ 765 h 28741"/>
                        <a:gd name="connsiteX3" fmla="*/ 3238 w 22197"/>
                        <a:gd name="connsiteY3" fmla="*/ 765 h 28741"/>
                        <a:gd name="connsiteX4" fmla="*/ 3238 w 22197"/>
                        <a:gd name="connsiteY4" fmla="*/ 4655 h 28741"/>
                        <a:gd name="connsiteX5" fmla="*/ 7264 w 22197"/>
                        <a:gd name="connsiteY5" fmla="*/ 1304 h 28741"/>
                        <a:gd name="connsiteX6" fmla="*/ 12257 w 22197"/>
                        <a:gd name="connsiteY6" fmla="*/ 0 h 28741"/>
                        <a:gd name="connsiteX7" fmla="*/ 17070 w 22197"/>
                        <a:gd name="connsiteY7" fmla="*/ 900 h 28741"/>
                        <a:gd name="connsiteX8" fmla="*/ 20803 w 22197"/>
                        <a:gd name="connsiteY8" fmla="*/ 4003 h 28741"/>
                        <a:gd name="connsiteX9" fmla="*/ 22017 w 22197"/>
                        <a:gd name="connsiteY9" fmla="*/ 7107 h 28741"/>
                        <a:gd name="connsiteX10" fmla="*/ 22197 w 22197"/>
                        <a:gd name="connsiteY10" fmla="*/ 10435 h 28741"/>
                        <a:gd name="connsiteX11" fmla="*/ 22197 w 22197"/>
                        <a:gd name="connsiteY11" fmla="*/ 28742 h 28741"/>
                        <a:gd name="connsiteX12" fmla="*/ 18959 w 22197"/>
                        <a:gd name="connsiteY12" fmla="*/ 28742 h 28741"/>
                        <a:gd name="connsiteX13" fmla="*/ 18959 w 22197"/>
                        <a:gd name="connsiteY13" fmla="*/ 10503 h 28741"/>
                        <a:gd name="connsiteX14" fmla="*/ 17294 w 22197"/>
                        <a:gd name="connsiteY14" fmla="*/ 4835 h 28741"/>
                        <a:gd name="connsiteX15" fmla="*/ 11739 w 22197"/>
                        <a:gd name="connsiteY15" fmla="*/ 2946 h 28741"/>
                        <a:gd name="connsiteX16" fmla="*/ 8996 w 22197"/>
                        <a:gd name="connsiteY16" fmla="*/ 3396 h 28741"/>
                        <a:gd name="connsiteX17" fmla="*/ 6747 w 22197"/>
                        <a:gd name="connsiteY17" fmla="*/ 4610 h 28741"/>
                        <a:gd name="connsiteX18" fmla="*/ 5038 w 22197"/>
                        <a:gd name="connsiteY18" fmla="*/ 6342 h 28741"/>
                        <a:gd name="connsiteX19" fmla="*/ 3958 w 22197"/>
                        <a:gd name="connsiteY19" fmla="*/ 8389 h 28741"/>
                        <a:gd name="connsiteX20" fmla="*/ 3373 w 22197"/>
                        <a:gd name="connsiteY20" fmla="*/ 10975 h 28741"/>
                        <a:gd name="connsiteX21" fmla="*/ 3261 w 22197"/>
                        <a:gd name="connsiteY21" fmla="*/ 13674 h 28741"/>
                        <a:gd name="connsiteX22" fmla="*/ 3261 w 22197"/>
                        <a:gd name="connsiteY22" fmla="*/ 28742 h 28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2197" h="28741">
                          <a:moveTo>
                            <a:pt x="3238" y="28719"/>
                          </a:moveTo>
                          <a:lnTo>
                            <a:pt x="0" y="28719"/>
                          </a:lnTo>
                          <a:lnTo>
                            <a:pt x="0" y="765"/>
                          </a:lnTo>
                          <a:lnTo>
                            <a:pt x="3238" y="765"/>
                          </a:lnTo>
                          <a:lnTo>
                            <a:pt x="3238" y="4655"/>
                          </a:lnTo>
                          <a:cubicBezTo>
                            <a:pt x="4543" y="3283"/>
                            <a:pt x="5870" y="2181"/>
                            <a:pt x="7264" y="1304"/>
                          </a:cubicBezTo>
                          <a:cubicBezTo>
                            <a:pt x="8658" y="450"/>
                            <a:pt x="10323" y="0"/>
                            <a:pt x="12257" y="0"/>
                          </a:cubicBezTo>
                          <a:cubicBezTo>
                            <a:pt x="13988" y="0"/>
                            <a:pt x="15585" y="292"/>
                            <a:pt x="17070" y="900"/>
                          </a:cubicBezTo>
                          <a:cubicBezTo>
                            <a:pt x="18554" y="1484"/>
                            <a:pt x="19791" y="2519"/>
                            <a:pt x="20803" y="4003"/>
                          </a:cubicBezTo>
                          <a:cubicBezTo>
                            <a:pt x="21477" y="5015"/>
                            <a:pt x="21882" y="6050"/>
                            <a:pt x="22017" y="7107"/>
                          </a:cubicBezTo>
                          <a:cubicBezTo>
                            <a:pt x="22152" y="8164"/>
                            <a:pt x="22197" y="9266"/>
                            <a:pt x="22197" y="10435"/>
                          </a:cubicBezTo>
                          <a:lnTo>
                            <a:pt x="22197" y="28742"/>
                          </a:lnTo>
                          <a:lnTo>
                            <a:pt x="18959" y="28742"/>
                          </a:lnTo>
                          <a:lnTo>
                            <a:pt x="18959" y="10503"/>
                          </a:lnTo>
                          <a:cubicBezTo>
                            <a:pt x="18959" y="7984"/>
                            <a:pt x="18396" y="6095"/>
                            <a:pt x="17294" y="4835"/>
                          </a:cubicBezTo>
                          <a:cubicBezTo>
                            <a:pt x="16170" y="3576"/>
                            <a:pt x="14326" y="2946"/>
                            <a:pt x="11739" y="2946"/>
                          </a:cubicBezTo>
                          <a:cubicBezTo>
                            <a:pt x="10727" y="2946"/>
                            <a:pt x="9805" y="3104"/>
                            <a:pt x="8996" y="3396"/>
                          </a:cubicBezTo>
                          <a:cubicBezTo>
                            <a:pt x="8164" y="3711"/>
                            <a:pt x="7421" y="4116"/>
                            <a:pt x="6747" y="4610"/>
                          </a:cubicBezTo>
                          <a:cubicBezTo>
                            <a:pt x="6072" y="5105"/>
                            <a:pt x="5510" y="5690"/>
                            <a:pt x="5038" y="6342"/>
                          </a:cubicBezTo>
                          <a:cubicBezTo>
                            <a:pt x="4565" y="6994"/>
                            <a:pt x="4206" y="7669"/>
                            <a:pt x="3958" y="8389"/>
                          </a:cubicBezTo>
                          <a:cubicBezTo>
                            <a:pt x="3643" y="9288"/>
                            <a:pt x="3441" y="10143"/>
                            <a:pt x="3373" y="10975"/>
                          </a:cubicBezTo>
                          <a:cubicBezTo>
                            <a:pt x="3306" y="11807"/>
                            <a:pt x="3261" y="12707"/>
                            <a:pt x="3261" y="13674"/>
                          </a:cubicBezTo>
                          <a:lnTo>
                            <a:pt x="3261" y="28742"/>
                          </a:lnTo>
                          <a:close/>
                        </a:path>
                      </a:pathLst>
                    </a:custGeom>
                    <a:solidFill>
                      <a:srgbClr val="010101"/>
                    </a:solidFill>
                    <a:ln w="2249" cap="flat">
                      <a:noFill/>
                      <a:prstDash val="solid"/>
                      <a:miter/>
                    </a:ln>
                  </p:spPr>
                  <p:txBody>
                    <a:bodyPr rtlCol="0" anchor="ctr"/>
                    <a:lstStyle/>
                    <a:p>
                      <a:endParaRPr lang="en-US"/>
                    </a:p>
                  </p:txBody>
                </p:sp>
                <p:sp>
                  <p:nvSpPr>
                    <p:cNvPr id="3521" name="Freeform 3520">
                      <a:extLst>
                        <a:ext uri="{FF2B5EF4-FFF2-40B4-BE49-F238E27FC236}">
                          <a16:creationId xmlns:a16="http://schemas.microsoft.com/office/drawing/2014/main" id="{F26AA062-512B-4A9A-05F9-D621429D1047}"/>
                        </a:ext>
                      </a:extLst>
                    </p:cNvPr>
                    <p:cNvSpPr/>
                    <p:nvPr/>
                  </p:nvSpPr>
                  <p:spPr>
                    <a:xfrm>
                      <a:off x="4307067" y="3039660"/>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5 w 25908"/>
                        <a:gd name="connsiteY3" fmla="*/ 21185 h 29483"/>
                        <a:gd name="connsiteX4" fmla="*/ 0 w 25908"/>
                        <a:gd name="connsiteY4" fmla="*/ 14753 h 29483"/>
                        <a:gd name="connsiteX5" fmla="*/ 810 w 25908"/>
                        <a:gd name="connsiteY5" fmla="*/ 8996 h 29483"/>
                        <a:gd name="connsiteX6" fmla="*/ 3239 w 25908"/>
                        <a:gd name="connsiteY6" fmla="*/ 4318 h 29483"/>
                        <a:gd name="connsiteX7" fmla="*/ 7287 w 25908"/>
                        <a:gd name="connsiteY7" fmla="*/ 1169 h 29483"/>
                        <a:gd name="connsiteX8" fmla="*/ 12954 w 25908"/>
                        <a:gd name="connsiteY8" fmla="*/ 0 h 29483"/>
                        <a:gd name="connsiteX9" fmla="*/ 18666 w 25908"/>
                        <a:gd name="connsiteY9" fmla="*/ 1169 h 29483"/>
                        <a:gd name="connsiteX10" fmla="*/ 22715 w 25908"/>
                        <a:gd name="connsiteY10" fmla="*/ 4295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45 w 25908"/>
                        <a:gd name="connsiteY17" fmla="*/ 14753 h 29483"/>
                        <a:gd name="connsiteX18" fmla="*/ 21905 w 25908"/>
                        <a:gd name="connsiteY18" fmla="*/ 10120 h 29483"/>
                        <a:gd name="connsiteX19" fmla="*/ 20241 w 25908"/>
                        <a:gd name="connsiteY19" fmla="*/ 6365 h 29483"/>
                        <a:gd name="connsiteX20" fmla="*/ 17317 w 25908"/>
                        <a:gd name="connsiteY20" fmla="*/ 3846 h 29483"/>
                        <a:gd name="connsiteX21" fmla="*/ 12954 w 25908"/>
                        <a:gd name="connsiteY21" fmla="*/ 2924 h 29483"/>
                        <a:gd name="connsiteX22" fmla="*/ 8614 w 25908"/>
                        <a:gd name="connsiteY22" fmla="*/ 3913 h 29483"/>
                        <a:gd name="connsiteX23" fmla="*/ 5667 w 25908"/>
                        <a:gd name="connsiteY23" fmla="*/ 6567 h 29483"/>
                        <a:gd name="connsiteX24" fmla="*/ 4003 w 25908"/>
                        <a:gd name="connsiteY24" fmla="*/ 10345 h 29483"/>
                        <a:gd name="connsiteX25" fmla="*/ 3463 w 25908"/>
                        <a:gd name="connsiteY25" fmla="*/ 14753 h 29483"/>
                        <a:gd name="connsiteX26" fmla="*/ 4093 w 25908"/>
                        <a:gd name="connsiteY26" fmla="*/ 19521 h 29483"/>
                        <a:gd name="connsiteX27" fmla="*/ 5892 w 25908"/>
                        <a:gd name="connsiteY27" fmla="*/ 23277 h 29483"/>
                        <a:gd name="connsiteX28" fmla="*/ 8861 w 25908"/>
                        <a:gd name="connsiteY28" fmla="*/ 25706 h 29483"/>
                        <a:gd name="connsiteX29" fmla="*/ 12954 w 25908"/>
                        <a:gd name="connsiteY29" fmla="*/ 26560 h 29483"/>
                        <a:gd name="connsiteX30" fmla="*/ 17295 w 25908"/>
                        <a:gd name="connsiteY30" fmla="*/ 25571 h 29483"/>
                        <a:gd name="connsiteX31" fmla="*/ 20241 w 25908"/>
                        <a:gd name="connsiteY31" fmla="*/ 22894 h 29483"/>
                        <a:gd name="connsiteX32" fmla="*/ 21905 w 25908"/>
                        <a:gd name="connsiteY32" fmla="*/ 19116 h 29483"/>
                        <a:gd name="connsiteX33" fmla="*/ 22445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5" y="21185"/>
                          </a:cubicBezTo>
                          <a:cubicBezTo>
                            <a:pt x="360" y="19341"/>
                            <a:pt x="0" y="17205"/>
                            <a:pt x="0" y="14753"/>
                          </a:cubicBezTo>
                          <a:cubicBezTo>
                            <a:pt x="0" y="12707"/>
                            <a:pt x="270" y="10795"/>
                            <a:pt x="810" y="8996"/>
                          </a:cubicBezTo>
                          <a:cubicBezTo>
                            <a:pt x="1350" y="7219"/>
                            <a:pt x="2159" y="5667"/>
                            <a:pt x="3239" y="4318"/>
                          </a:cubicBezTo>
                          <a:cubicBezTo>
                            <a:pt x="4318" y="2991"/>
                            <a:pt x="5667" y="1934"/>
                            <a:pt x="7287" y="1169"/>
                          </a:cubicBezTo>
                          <a:cubicBezTo>
                            <a:pt x="8906" y="405"/>
                            <a:pt x="10795" y="0"/>
                            <a:pt x="12954" y="0"/>
                          </a:cubicBezTo>
                          <a:cubicBezTo>
                            <a:pt x="15113" y="0"/>
                            <a:pt x="17047" y="382"/>
                            <a:pt x="18666" y="1169"/>
                          </a:cubicBezTo>
                          <a:cubicBezTo>
                            <a:pt x="20286" y="1934"/>
                            <a:pt x="21635" y="2991"/>
                            <a:pt x="22715" y="4295"/>
                          </a:cubicBezTo>
                          <a:cubicBezTo>
                            <a:pt x="23794" y="5600"/>
                            <a:pt x="24604" y="7174"/>
                            <a:pt x="25121" y="8973"/>
                          </a:cubicBezTo>
                          <a:cubicBezTo>
                            <a:pt x="25638" y="10772"/>
                            <a:pt x="25908" y="12707"/>
                            <a:pt x="25908" y="14753"/>
                          </a:cubicBezTo>
                          <a:cubicBezTo>
                            <a:pt x="25908" y="16980"/>
                            <a:pt x="25593" y="19004"/>
                            <a:pt x="24986" y="20803"/>
                          </a:cubicBezTo>
                          <a:cubicBezTo>
                            <a:pt x="24379" y="22602"/>
                            <a:pt x="23502" y="24154"/>
                            <a:pt x="22377" y="25436"/>
                          </a:cubicBezTo>
                          <a:cubicBezTo>
                            <a:pt x="21253" y="26740"/>
                            <a:pt x="19881" y="27730"/>
                            <a:pt x="18284" y="28427"/>
                          </a:cubicBezTo>
                          <a:cubicBezTo>
                            <a:pt x="16687" y="29124"/>
                            <a:pt x="14911" y="29484"/>
                            <a:pt x="12977" y="29484"/>
                          </a:cubicBezTo>
                          <a:close/>
                          <a:moveTo>
                            <a:pt x="22445" y="14753"/>
                          </a:moveTo>
                          <a:cubicBezTo>
                            <a:pt x="22445" y="13089"/>
                            <a:pt x="22265" y="11560"/>
                            <a:pt x="21905" y="10120"/>
                          </a:cubicBezTo>
                          <a:cubicBezTo>
                            <a:pt x="21545" y="8681"/>
                            <a:pt x="20983" y="7422"/>
                            <a:pt x="20241" y="6365"/>
                          </a:cubicBezTo>
                          <a:cubicBezTo>
                            <a:pt x="19476" y="5308"/>
                            <a:pt x="18509" y="4475"/>
                            <a:pt x="17317" y="3846"/>
                          </a:cubicBezTo>
                          <a:cubicBezTo>
                            <a:pt x="16125" y="3238"/>
                            <a:pt x="14663" y="2924"/>
                            <a:pt x="12954" y="2924"/>
                          </a:cubicBezTo>
                          <a:cubicBezTo>
                            <a:pt x="11245" y="2924"/>
                            <a:pt x="9805" y="3261"/>
                            <a:pt x="8614" y="3913"/>
                          </a:cubicBezTo>
                          <a:cubicBezTo>
                            <a:pt x="7399" y="4588"/>
                            <a:pt x="6432" y="5465"/>
                            <a:pt x="5667" y="6567"/>
                          </a:cubicBezTo>
                          <a:cubicBezTo>
                            <a:pt x="4903" y="7669"/>
                            <a:pt x="4363" y="8928"/>
                            <a:pt x="4003" y="10345"/>
                          </a:cubicBezTo>
                          <a:cubicBezTo>
                            <a:pt x="3643" y="11762"/>
                            <a:pt x="3463" y="13224"/>
                            <a:pt x="3463" y="14753"/>
                          </a:cubicBezTo>
                          <a:cubicBezTo>
                            <a:pt x="3463" y="16485"/>
                            <a:pt x="3666" y="18082"/>
                            <a:pt x="4093" y="19521"/>
                          </a:cubicBezTo>
                          <a:cubicBezTo>
                            <a:pt x="4498" y="20983"/>
                            <a:pt x="5105" y="22220"/>
                            <a:pt x="5892" y="23277"/>
                          </a:cubicBezTo>
                          <a:cubicBezTo>
                            <a:pt x="6680" y="24334"/>
                            <a:pt x="7669" y="25121"/>
                            <a:pt x="8861" y="25706"/>
                          </a:cubicBezTo>
                          <a:cubicBezTo>
                            <a:pt x="10053" y="26290"/>
                            <a:pt x="11425" y="26560"/>
                            <a:pt x="12954" y="26560"/>
                          </a:cubicBezTo>
                          <a:cubicBezTo>
                            <a:pt x="14641" y="26560"/>
                            <a:pt x="16103" y="26223"/>
                            <a:pt x="17295" y="25571"/>
                          </a:cubicBezTo>
                          <a:cubicBezTo>
                            <a:pt x="18509" y="24896"/>
                            <a:pt x="19476" y="24019"/>
                            <a:pt x="20241" y="22894"/>
                          </a:cubicBezTo>
                          <a:cubicBezTo>
                            <a:pt x="21005" y="21770"/>
                            <a:pt x="21545" y="20510"/>
                            <a:pt x="21905" y="19116"/>
                          </a:cubicBezTo>
                          <a:cubicBezTo>
                            <a:pt x="22265" y="17722"/>
                            <a:pt x="22445" y="16260"/>
                            <a:pt x="22445" y="14753"/>
                          </a:cubicBezTo>
                          <a:close/>
                        </a:path>
                      </a:pathLst>
                    </a:custGeom>
                    <a:solidFill>
                      <a:srgbClr val="010101"/>
                    </a:solidFill>
                    <a:ln w="2249" cap="flat">
                      <a:noFill/>
                      <a:prstDash val="solid"/>
                      <a:miter/>
                    </a:ln>
                  </p:spPr>
                  <p:txBody>
                    <a:bodyPr rtlCol="0" anchor="ctr"/>
                    <a:lstStyle/>
                    <a:p>
                      <a:endParaRPr lang="en-US"/>
                    </a:p>
                  </p:txBody>
                </p:sp>
                <p:sp>
                  <p:nvSpPr>
                    <p:cNvPr id="3522" name="Freeform 3521">
                      <a:extLst>
                        <a:ext uri="{FF2B5EF4-FFF2-40B4-BE49-F238E27FC236}">
                          <a16:creationId xmlns:a16="http://schemas.microsoft.com/office/drawing/2014/main" id="{24251FDD-6657-3620-AFC8-E4A43661ED6E}"/>
                        </a:ext>
                      </a:extLst>
                    </p:cNvPr>
                    <p:cNvSpPr/>
                    <p:nvPr/>
                  </p:nvSpPr>
                  <p:spPr>
                    <a:xfrm>
                      <a:off x="4335944" y="3040447"/>
                      <a:ext cx="25143" cy="27954"/>
                    </a:xfrm>
                    <a:custGeom>
                      <a:avLst/>
                      <a:gdLst>
                        <a:gd name="connsiteX0" fmla="*/ 0 w 25143"/>
                        <a:gd name="connsiteY0" fmla="*/ 0 h 27954"/>
                        <a:gd name="connsiteX1" fmla="*/ 3508 w 25143"/>
                        <a:gd name="connsiteY1" fmla="*/ 0 h 27954"/>
                        <a:gd name="connsiteX2" fmla="*/ 12572 w 25143"/>
                        <a:gd name="connsiteY2" fmla="*/ 23974 h 27954"/>
                        <a:gd name="connsiteX3" fmla="*/ 21635 w 25143"/>
                        <a:gd name="connsiteY3" fmla="*/ 0 h 27954"/>
                        <a:gd name="connsiteX4" fmla="*/ 25143 w 25143"/>
                        <a:gd name="connsiteY4" fmla="*/ 0 h 27954"/>
                        <a:gd name="connsiteX5" fmla="*/ 14303 w 25143"/>
                        <a:gd name="connsiteY5" fmla="*/ 27955 h 27954"/>
                        <a:gd name="connsiteX6" fmla="*/ 10683 w 25143"/>
                        <a:gd name="connsiteY6" fmla="*/ 27955 h 27954"/>
                        <a:gd name="connsiteX7" fmla="*/ 0 w 25143"/>
                        <a:gd name="connsiteY7" fmla="*/ 0 h 279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143" h="27954">
                          <a:moveTo>
                            <a:pt x="0" y="0"/>
                          </a:moveTo>
                          <a:lnTo>
                            <a:pt x="3508" y="0"/>
                          </a:lnTo>
                          <a:lnTo>
                            <a:pt x="12572" y="23974"/>
                          </a:lnTo>
                          <a:lnTo>
                            <a:pt x="21635" y="0"/>
                          </a:lnTo>
                          <a:lnTo>
                            <a:pt x="25143" y="0"/>
                          </a:lnTo>
                          <a:lnTo>
                            <a:pt x="14303" y="27955"/>
                          </a:lnTo>
                          <a:lnTo>
                            <a:pt x="10683" y="27955"/>
                          </a:lnTo>
                          <a:lnTo>
                            <a:pt x="0" y="0"/>
                          </a:lnTo>
                          <a:close/>
                        </a:path>
                      </a:pathLst>
                    </a:custGeom>
                    <a:solidFill>
                      <a:srgbClr val="010101"/>
                    </a:solidFill>
                    <a:ln w="2249" cap="flat">
                      <a:noFill/>
                      <a:prstDash val="solid"/>
                      <a:miter/>
                    </a:ln>
                  </p:spPr>
                  <p:txBody>
                    <a:bodyPr rtlCol="0" anchor="ctr"/>
                    <a:lstStyle/>
                    <a:p>
                      <a:endParaRPr lang="en-US"/>
                    </a:p>
                  </p:txBody>
                </p:sp>
                <p:sp>
                  <p:nvSpPr>
                    <p:cNvPr id="3523" name="Freeform 3522">
                      <a:extLst>
                        <a:ext uri="{FF2B5EF4-FFF2-40B4-BE49-F238E27FC236}">
                          <a16:creationId xmlns:a16="http://schemas.microsoft.com/office/drawing/2014/main" id="{5A3E4EC3-5129-040B-DD44-84ADD1EE3C98}"/>
                        </a:ext>
                      </a:extLst>
                    </p:cNvPr>
                    <p:cNvSpPr/>
                    <p:nvPr/>
                  </p:nvSpPr>
                  <p:spPr>
                    <a:xfrm>
                      <a:off x="4364393" y="3039705"/>
                      <a:ext cx="25167" cy="29483"/>
                    </a:xfrm>
                    <a:custGeom>
                      <a:avLst/>
                      <a:gdLst>
                        <a:gd name="connsiteX0" fmla="*/ 3509 w 25167"/>
                        <a:gd name="connsiteY0" fmla="*/ 15473 h 29483"/>
                        <a:gd name="connsiteX1" fmla="*/ 4093 w 25167"/>
                        <a:gd name="connsiteY1" fmla="*/ 19768 h 29483"/>
                        <a:gd name="connsiteX2" fmla="*/ 5848 w 25167"/>
                        <a:gd name="connsiteY2" fmla="*/ 23277 h 29483"/>
                        <a:gd name="connsiteX3" fmla="*/ 8794 w 25167"/>
                        <a:gd name="connsiteY3" fmla="*/ 25661 h 29483"/>
                        <a:gd name="connsiteX4" fmla="*/ 12887 w 25167"/>
                        <a:gd name="connsiteY4" fmla="*/ 26560 h 29483"/>
                        <a:gd name="connsiteX5" fmla="*/ 18329 w 25167"/>
                        <a:gd name="connsiteY5" fmla="*/ 24896 h 29483"/>
                        <a:gd name="connsiteX6" fmla="*/ 21343 w 25167"/>
                        <a:gd name="connsiteY6" fmla="*/ 20151 h 29483"/>
                        <a:gd name="connsiteX7" fmla="*/ 24964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7 w 25167"/>
                        <a:gd name="connsiteY18" fmla="*/ 1169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8 w 25167"/>
                        <a:gd name="connsiteY23" fmla="*/ 12774 h 29483"/>
                        <a:gd name="connsiteX24" fmla="*/ 21185 w 25167"/>
                        <a:gd name="connsiteY24" fmla="*/ 8906 h 29483"/>
                        <a:gd name="connsiteX25" fmla="*/ 19521 w 25167"/>
                        <a:gd name="connsiteY25" fmla="*/ 5780 h 29483"/>
                        <a:gd name="connsiteX26" fmla="*/ 16732 w 25167"/>
                        <a:gd name="connsiteY26" fmla="*/ 3666 h 29483"/>
                        <a:gd name="connsiteX27" fmla="*/ 12909 w 25167"/>
                        <a:gd name="connsiteY27" fmla="*/ 2879 h 29483"/>
                        <a:gd name="connsiteX28" fmla="*/ 9108 w 25167"/>
                        <a:gd name="connsiteY28" fmla="*/ 3688 h 29483"/>
                        <a:gd name="connsiteX29" fmla="*/ 6297 w 25167"/>
                        <a:gd name="connsiteY29" fmla="*/ 5847 h 29483"/>
                        <a:gd name="connsiteX30" fmla="*/ 4431 w 25167"/>
                        <a:gd name="connsiteY30" fmla="*/ 8973 h 29483"/>
                        <a:gd name="connsiteX31" fmla="*/ 3509 w 25167"/>
                        <a:gd name="connsiteY31" fmla="*/ 12752 h 29483"/>
                        <a:gd name="connsiteX32" fmla="*/ 21748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9" y="15473"/>
                          </a:moveTo>
                          <a:cubicBezTo>
                            <a:pt x="3509" y="16980"/>
                            <a:pt x="3711" y="18419"/>
                            <a:pt x="4093" y="19768"/>
                          </a:cubicBezTo>
                          <a:cubicBezTo>
                            <a:pt x="4498" y="21118"/>
                            <a:pt x="5083" y="22287"/>
                            <a:pt x="5848" y="23277"/>
                          </a:cubicBezTo>
                          <a:cubicBezTo>
                            <a:pt x="6612" y="24266"/>
                            <a:pt x="7601" y="25053"/>
                            <a:pt x="8794" y="25661"/>
                          </a:cubicBezTo>
                          <a:cubicBezTo>
                            <a:pt x="9986" y="26245"/>
                            <a:pt x="11357" y="26560"/>
                            <a:pt x="12887" y="26560"/>
                          </a:cubicBezTo>
                          <a:cubicBezTo>
                            <a:pt x="15001" y="26560"/>
                            <a:pt x="16822" y="25998"/>
                            <a:pt x="18329" y="24896"/>
                          </a:cubicBezTo>
                          <a:cubicBezTo>
                            <a:pt x="19836" y="23772"/>
                            <a:pt x="20848" y="22197"/>
                            <a:pt x="21343" y="20151"/>
                          </a:cubicBezTo>
                          <a:lnTo>
                            <a:pt x="24964" y="20151"/>
                          </a:lnTo>
                          <a:cubicBezTo>
                            <a:pt x="24559" y="21478"/>
                            <a:pt x="24042"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7" y="23951"/>
                            <a:pt x="1260" y="22400"/>
                            <a:pt x="765" y="20623"/>
                          </a:cubicBezTo>
                          <a:cubicBezTo>
                            <a:pt x="270" y="18846"/>
                            <a:pt x="0" y="16935"/>
                            <a:pt x="0" y="14866"/>
                          </a:cubicBezTo>
                          <a:cubicBezTo>
                            <a:pt x="0" y="12797"/>
                            <a:pt x="292" y="10885"/>
                            <a:pt x="900" y="9086"/>
                          </a:cubicBezTo>
                          <a:cubicBezTo>
                            <a:pt x="1484" y="7287"/>
                            <a:pt x="2339" y="5712"/>
                            <a:pt x="3441" y="4363"/>
                          </a:cubicBezTo>
                          <a:cubicBezTo>
                            <a:pt x="4543" y="3014"/>
                            <a:pt x="5870" y="1957"/>
                            <a:pt x="7467" y="1169"/>
                          </a:cubicBezTo>
                          <a:cubicBezTo>
                            <a:pt x="9041" y="405"/>
                            <a:pt x="10840" y="0"/>
                            <a:pt x="12864" y="0"/>
                          </a:cubicBezTo>
                          <a:cubicBezTo>
                            <a:pt x="16710" y="0"/>
                            <a:pt x="19746" y="1327"/>
                            <a:pt x="21927" y="3958"/>
                          </a:cubicBezTo>
                          <a:cubicBezTo>
                            <a:pt x="24132" y="6612"/>
                            <a:pt x="25211" y="10435"/>
                            <a:pt x="25166" y="15473"/>
                          </a:cubicBezTo>
                          <a:lnTo>
                            <a:pt x="3463" y="15473"/>
                          </a:lnTo>
                          <a:close/>
                          <a:moveTo>
                            <a:pt x="21748" y="12774"/>
                          </a:moveTo>
                          <a:cubicBezTo>
                            <a:pt x="21748" y="11402"/>
                            <a:pt x="21568" y="10120"/>
                            <a:pt x="21185" y="8906"/>
                          </a:cubicBezTo>
                          <a:cubicBezTo>
                            <a:pt x="20803" y="7691"/>
                            <a:pt x="20241" y="6657"/>
                            <a:pt x="19521" y="5780"/>
                          </a:cubicBezTo>
                          <a:cubicBezTo>
                            <a:pt x="18779" y="4903"/>
                            <a:pt x="17857" y="4206"/>
                            <a:pt x="16732" y="3666"/>
                          </a:cubicBezTo>
                          <a:cubicBezTo>
                            <a:pt x="15608" y="3149"/>
                            <a:pt x="14348" y="2879"/>
                            <a:pt x="12909" y="2879"/>
                          </a:cubicBezTo>
                          <a:cubicBezTo>
                            <a:pt x="11470" y="2879"/>
                            <a:pt x="10210" y="3149"/>
                            <a:pt x="9108" y="3688"/>
                          </a:cubicBezTo>
                          <a:cubicBezTo>
                            <a:pt x="8006" y="4228"/>
                            <a:pt x="7084" y="4948"/>
                            <a:pt x="6297" y="5847"/>
                          </a:cubicBezTo>
                          <a:cubicBezTo>
                            <a:pt x="5533" y="6747"/>
                            <a:pt x="4903" y="7781"/>
                            <a:pt x="4431" y="8973"/>
                          </a:cubicBezTo>
                          <a:cubicBezTo>
                            <a:pt x="3958" y="10165"/>
                            <a:pt x="3666" y="11425"/>
                            <a:pt x="3509" y="12752"/>
                          </a:cubicBezTo>
                          <a:lnTo>
                            <a:pt x="21748" y="12752"/>
                          </a:lnTo>
                          <a:close/>
                        </a:path>
                      </a:pathLst>
                    </a:custGeom>
                    <a:solidFill>
                      <a:srgbClr val="010101"/>
                    </a:solidFill>
                    <a:ln w="2249" cap="flat">
                      <a:noFill/>
                      <a:prstDash val="solid"/>
                      <a:miter/>
                    </a:ln>
                  </p:spPr>
                  <p:txBody>
                    <a:bodyPr rtlCol="0" anchor="ctr"/>
                    <a:lstStyle/>
                    <a:p>
                      <a:endParaRPr lang="en-US"/>
                    </a:p>
                  </p:txBody>
                </p:sp>
                <p:sp>
                  <p:nvSpPr>
                    <p:cNvPr id="3524" name="Freeform 3523">
                      <a:extLst>
                        <a:ext uri="{FF2B5EF4-FFF2-40B4-BE49-F238E27FC236}">
                          <a16:creationId xmlns:a16="http://schemas.microsoft.com/office/drawing/2014/main" id="{1DBB86A4-875C-14E5-B19E-6D9FB0FBC80A}"/>
                        </a:ext>
                      </a:extLst>
                    </p:cNvPr>
                    <p:cNvSpPr/>
                    <p:nvPr/>
                  </p:nvSpPr>
                  <p:spPr>
                    <a:xfrm>
                      <a:off x="4396396" y="3029540"/>
                      <a:ext cx="3238" cy="38861"/>
                    </a:xfrm>
                    <a:custGeom>
                      <a:avLst/>
                      <a:gdLst>
                        <a:gd name="connsiteX0" fmla="*/ 0 w 3238"/>
                        <a:gd name="connsiteY0" fmla="*/ 38862 h 38861"/>
                        <a:gd name="connsiteX1" fmla="*/ 0 w 3238"/>
                        <a:gd name="connsiteY1" fmla="*/ 0 h 38861"/>
                        <a:gd name="connsiteX2" fmla="*/ 3238 w 3238"/>
                        <a:gd name="connsiteY2" fmla="*/ 0 h 38861"/>
                        <a:gd name="connsiteX3" fmla="*/ 3238 w 3238"/>
                        <a:gd name="connsiteY3" fmla="*/ 38862 h 38861"/>
                        <a:gd name="connsiteX4" fmla="*/ 0 w 3238"/>
                        <a:gd name="connsiteY4" fmla="*/ 38862 h 388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8" h="38861">
                          <a:moveTo>
                            <a:pt x="0" y="38862"/>
                          </a:moveTo>
                          <a:lnTo>
                            <a:pt x="0" y="0"/>
                          </a:lnTo>
                          <a:lnTo>
                            <a:pt x="3238" y="0"/>
                          </a:lnTo>
                          <a:lnTo>
                            <a:pt x="3238" y="38862"/>
                          </a:lnTo>
                          <a:lnTo>
                            <a:pt x="0" y="38862"/>
                          </a:lnTo>
                          <a:close/>
                        </a:path>
                      </a:pathLst>
                    </a:custGeom>
                    <a:solidFill>
                      <a:srgbClr val="010101"/>
                    </a:solidFill>
                    <a:ln w="2249" cap="flat">
                      <a:noFill/>
                      <a:prstDash val="solid"/>
                      <a:miter/>
                    </a:ln>
                  </p:spPr>
                  <p:txBody>
                    <a:bodyPr rtlCol="0" anchor="ctr"/>
                    <a:lstStyle/>
                    <a:p>
                      <a:endParaRPr lang="en-US"/>
                    </a:p>
                  </p:txBody>
                </p:sp>
              </p:grpSp>
              <p:sp>
                <p:nvSpPr>
                  <p:cNvPr id="31" name="Freeform 30">
                    <a:extLst>
                      <a:ext uri="{FF2B5EF4-FFF2-40B4-BE49-F238E27FC236}">
                        <a16:creationId xmlns:a16="http://schemas.microsoft.com/office/drawing/2014/main" id="{83223F30-BDFF-7067-015B-CBB598092837}"/>
                      </a:ext>
                    </a:extLst>
                  </p:cNvPr>
                  <p:cNvSpPr/>
                  <p:nvPr/>
                </p:nvSpPr>
                <p:spPr>
                  <a:xfrm>
                    <a:off x="2312521" y="3300953"/>
                    <a:ext cx="8416" cy="2909778"/>
                  </a:xfrm>
                  <a:custGeom>
                    <a:avLst/>
                    <a:gdLst>
                      <a:gd name="connsiteX0" fmla="*/ 0 w 2248"/>
                      <a:gd name="connsiteY0" fmla="*/ 777240 h 777239"/>
                      <a:gd name="connsiteX1" fmla="*/ 0 w 2248"/>
                      <a:gd name="connsiteY1" fmla="*/ 0 h 777239"/>
                    </a:gdLst>
                    <a:ahLst/>
                    <a:cxnLst>
                      <a:cxn ang="0">
                        <a:pos x="connsiteX0" y="connsiteY0"/>
                      </a:cxn>
                      <a:cxn ang="0">
                        <a:pos x="connsiteX1" y="connsiteY1"/>
                      </a:cxn>
                    </a:cxnLst>
                    <a:rect l="l" t="t" r="r" b="b"/>
                    <a:pathLst>
                      <a:path w="2248" h="777239">
                        <a:moveTo>
                          <a:pt x="0" y="777240"/>
                        </a:moveTo>
                        <a:lnTo>
                          <a:pt x="0" y="0"/>
                        </a:lnTo>
                      </a:path>
                    </a:pathLst>
                  </a:custGeom>
                  <a:ln w="4498" cap="sq">
                    <a:solidFill>
                      <a:srgbClr val="231F20"/>
                    </a:solidFill>
                    <a:prstDash val="solid"/>
                    <a:round/>
                  </a:ln>
                </p:spPr>
                <p:txBody>
                  <a:bodyPr rtlCol="0" anchor="ctr"/>
                  <a:lstStyle/>
                  <a:p>
                    <a:endParaRPr lang="en-US"/>
                  </a:p>
                </p:txBody>
              </p:sp>
              <p:sp>
                <p:nvSpPr>
                  <p:cNvPr id="32" name="Freeform 31">
                    <a:extLst>
                      <a:ext uri="{FF2B5EF4-FFF2-40B4-BE49-F238E27FC236}">
                        <a16:creationId xmlns:a16="http://schemas.microsoft.com/office/drawing/2014/main" id="{8AED55DE-733F-8270-9A6F-237F5B2E0E17}"/>
                      </a:ext>
                    </a:extLst>
                  </p:cNvPr>
                  <p:cNvSpPr/>
                  <p:nvPr/>
                </p:nvSpPr>
                <p:spPr>
                  <a:xfrm>
                    <a:off x="2312521" y="5044886"/>
                    <a:ext cx="40077" cy="8416"/>
                  </a:xfrm>
                  <a:custGeom>
                    <a:avLst/>
                    <a:gdLst>
                      <a:gd name="connsiteX0" fmla="*/ 0 w 10705"/>
                      <a:gd name="connsiteY0" fmla="*/ 0 h 2248"/>
                      <a:gd name="connsiteX1" fmla="*/ 10705 w 10705"/>
                      <a:gd name="connsiteY1" fmla="*/ 0 h 2248"/>
                    </a:gdLst>
                    <a:ahLst/>
                    <a:cxnLst>
                      <a:cxn ang="0">
                        <a:pos x="connsiteX0" y="connsiteY0"/>
                      </a:cxn>
                      <a:cxn ang="0">
                        <a:pos x="connsiteX1" y="connsiteY1"/>
                      </a:cxn>
                    </a:cxnLst>
                    <a:rect l="l" t="t" r="r" b="b"/>
                    <a:pathLst>
                      <a:path w="10705" h="2248">
                        <a:moveTo>
                          <a:pt x="0" y="0"/>
                        </a:moveTo>
                        <a:lnTo>
                          <a:pt x="10705" y="0"/>
                        </a:lnTo>
                      </a:path>
                    </a:pathLst>
                  </a:custGeom>
                  <a:ln w="4498" cap="sq">
                    <a:solidFill>
                      <a:srgbClr val="262626"/>
                    </a:solidFill>
                    <a:prstDash val="solid"/>
                    <a:round/>
                  </a:ln>
                </p:spPr>
                <p:txBody>
                  <a:bodyPr rtlCol="0" anchor="ctr"/>
                  <a:lstStyle/>
                  <a:p>
                    <a:endParaRPr lang="en-US"/>
                  </a:p>
                </p:txBody>
              </p:sp>
              <p:sp>
                <p:nvSpPr>
                  <p:cNvPr id="33" name="Freeform 32">
                    <a:extLst>
                      <a:ext uri="{FF2B5EF4-FFF2-40B4-BE49-F238E27FC236}">
                        <a16:creationId xmlns:a16="http://schemas.microsoft.com/office/drawing/2014/main" id="{74234407-5C10-6B2D-CC4D-364BA691F0FC}"/>
                      </a:ext>
                    </a:extLst>
                  </p:cNvPr>
                  <p:cNvSpPr/>
                  <p:nvPr/>
                </p:nvSpPr>
                <p:spPr>
                  <a:xfrm>
                    <a:off x="2312521" y="3882153"/>
                    <a:ext cx="40077" cy="8416"/>
                  </a:xfrm>
                  <a:custGeom>
                    <a:avLst/>
                    <a:gdLst>
                      <a:gd name="connsiteX0" fmla="*/ 0 w 10705"/>
                      <a:gd name="connsiteY0" fmla="*/ 0 h 2248"/>
                      <a:gd name="connsiteX1" fmla="*/ 10705 w 10705"/>
                      <a:gd name="connsiteY1" fmla="*/ 0 h 2248"/>
                    </a:gdLst>
                    <a:ahLst/>
                    <a:cxnLst>
                      <a:cxn ang="0">
                        <a:pos x="connsiteX0" y="connsiteY0"/>
                      </a:cxn>
                      <a:cxn ang="0">
                        <a:pos x="connsiteX1" y="connsiteY1"/>
                      </a:cxn>
                    </a:cxnLst>
                    <a:rect l="l" t="t" r="r" b="b"/>
                    <a:pathLst>
                      <a:path w="10705" h="2248">
                        <a:moveTo>
                          <a:pt x="0" y="0"/>
                        </a:moveTo>
                        <a:lnTo>
                          <a:pt x="10705" y="0"/>
                        </a:lnTo>
                      </a:path>
                    </a:pathLst>
                  </a:custGeom>
                  <a:ln w="4498" cap="sq">
                    <a:solidFill>
                      <a:srgbClr val="262626"/>
                    </a:solidFill>
                    <a:prstDash val="solid"/>
                    <a:round/>
                  </a:ln>
                </p:spPr>
                <p:txBody>
                  <a:bodyPr rtlCol="0" anchor="ctr"/>
                  <a:lstStyle/>
                  <a:p>
                    <a:endParaRPr lang="en-US"/>
                  </a:p>
                </p:txBody>
              </p:sp>
              <p:sp>
                <p:nvSpPr>
                  <p:cNvPr id="34" name="Freeform 33">
                    <a:extLst>
                      <a:ext uri="{FF2B5EF4-FFF2-40B4-BE49-F238E27FC236}">
                        <a16:creationId xmlns:a16="http://schemas.microsoft.com/office/drawing/2014/main" id="{BA39E3AF-3EB5-65FD-1D9E-AD555BF17F91}"/>
                      </a:ext>
                    </a:extLst>
                  </p:cNvPr>
                  <p:cNvSpPr/>
                  <p:nvPr/>
                </p:nvSpPr>
                <p:spPr>
                  <a:xfrm>
                    <a:off x="2133608" y="6092776"/>
                    <a:ext cx="96487" cy="145321"/>
                  </a:xfrm>
                  <a:custGeom>
                    <a:avLst/>
                    <a:gdLst>
                      <a:gd name="connsiteX0" fmla="*/ 12932 w 25773"/>
                      <a:gd name="connsiteY0" fmla="*/ 0 h 38817"/>
                      <a:gd name="connsiteX1" fmla="*/ 17789 w 25773"/>
                      <a:gd name="connsiteY1" fmla="*/ 832 h 38817"/>
                      <a:gd name="connsiteX2" fmla="*/ 21275 w 25773"/>
                      <a:gd name="connsiteY2" fmla="*/ 3126 h 38817"/>
                      <a:gd name="connsiteX3" fmla="*/ 23592 w 25773"/>
                      <a:gd name="connsiteY3" fmla="*/ 6522 h 38817"/>
                      <a:gd name="connsiteX4" fmla="*/ 24964 w 25773"/>
                      <a:gd name="connsiteY4" fmla="*/ 10660 h 38817"/>
                      <a:gd name="connsiteX5" fmla="*/ 25616 w 25773"/>
                      <a:gd name="connsiteY5" fmla="*/ 15158 h 38817"/>
                      <a:gd name="connsiteX6" fmla="*/ 25773 w 25773"/>
                      <a:gd name="connsiteY6" fmla="*/ 19701 h 38817"/>
                      <a:gd name="connsiteX7" fmla="*/ 25234 w 25773"/>
                      <a:gd name="connsiteY7" fmla="*/ 26943 h 38817"/>
                      <a:gd name="connsiteX8" fmla="*/ 23254 w 25773"/>
                      <a:gd name="connsiteY8" fmla="*/ 33037 h 38817"/>
                      <a:gd name="connsiteX9" fmla="*/ 19341 w 25773"/>
                      <a:gd name="connsiteY9" fmla="*/ 37243 h 38817"/>
                      <a:gd name="connsiteX10" fmla="*/ 12909 w 25773"/>
                      <a:gd name="connsiteY10" fmla="*/ 38817 h 38817"/>
                      <a:gd name="connsiteX11" fmla="*/ 6454 w 25773"/>
                      <a:gd name="connsiteY11" fmla="*/ 37243 h 38817"/>
                      <a:gd name="connsiteX12" fmla="*/ 2519 w 25773"/>
                      <a:gd name="connsiteY12" fmla="*/ 33015 h 38817"/>
                      <a:gd name="connsiteX13" fmla="*/ 540 w 25773"/>
                      <a:gd name="connsiteY13" fmla="*/ 26808 h 38817"/>
                      <a:gd name="connsiteX14" fmla="*/ 0 w 25773"/>
                      <a:gd name="connsiteY14" fmla="*/ 19341 h 38817"/>
                      <a:gd name="connsiteX15" fmla="*/ 495 w 25773"/>
                      <a:gd name="connsiteY15" fmla="*/ 12279 h 38817"/>
                      <a:gd name="connsiteX16" fmla="*/ 2362 w 25773"/>
                      <a:gd name="connsiteY16" fmla="*/ 6095 h 38817"/>
                      <a:gd name="connsiteX17" fmla="*/ 6275 w 25773"/>
                      <a:gd name="connsiteY17" fmla="*/ 1687 h 38817"/>
                      <a:gd name="connsiteX18" fmla="*/ 12909 w 25773"/>
                      <a:gd name="connsiteY18" fmla="*/ 23 h 38817"/>
                      <a:gd name="connsiteX19" fmla="*/ 22310 w 25773"/>
                      <a:gd name="connsiteY19" fmla="*/ 19319 h 38817"/>
                      <a:gd name="connsiteX20" fmla="*/ 21950 w 25773"/>
                      <a:gd name="connsiteY20" fmla="*/ 13291 h 38817"/>
                      <a:gd name="connsiteX21" fmla="*/ 20578 w 25773"/>
                      <a:gd name="connsiteY21" fmla="*/ 8029 h 38817"/>
                      <a:gd name="connsiteX22" fmla="*/ 17699 w 25773"/>
                      <a:gd name="connsiteY22" fmla="*/ 4296 h 38817"/>
                      <a:gd name="connsiteX23" fmla="*/ 12819 w 25773"/>
                      <a:gd name="connsiteY23" fmla="*/ 2901 h 38817"/>
                      <a:gd name="connsiteX24" fmla="*/ 8141 w 25773"/>
                      <a:gd name="connsiteY24" fmla="*/ 4340 h 38817"/>
                      <a:gd name="connsiteX25" fmla="*/ 5308 w 25773"/>
                      <a:gd name="connsiteY25" fmla="*/ 8141 h 38817"/>
                      <a:gd name="connsiteX26" fmla="*/ 3868 w 25773"/>
                      <a:gd name="connsiteY26" fmla="*/ 13539 h 38817"/>
                      <a:gd name="connsiteX27" fmla="*/ 3463 w 25773"/>
                      <a:gd name="connsiteY27" fmla="*/ 19701 h 38817"/>
                      <a:gd name="connsiteX28" fmla="*/ 3913 w 25773"/>
                      <a:gd name="connsiteY28" fmla="*/ 26358 h 38817"/>
                      <a:gd name="connsiteX29" fmla="*/ 5443 w 25773"/>
                      <a:gd name="connsiteY29" fmla="*/ 31463 h 38817"/>
                      <a:gd name="connsiteX30" fmla="*/ 8321 w 25773"/>
                      <a:gd name="connsiteY30" fmla="*/ 34724 h 38817"/>
                      <a:gd name="connsiteX31" fmla="*/ 12886 w 25773"/>
                      <a:gd name="connsiteY31" fmla="*/ 35893 h 38817"/>
                      <a:gd name="connsiteX32" fmla="*/ 17834 w 25773"/>
                      <a:gd name="connsiteY32" fmla="*/ 34387 h 38817"/>
                      <a:gd name="connsiteX33" fmla="*/ 20668 w 25773"/>
                      <a:gd name="connsiteY33" fmla="*/ 30496 h 38817"/>
                      <a:gd name="connsiteX34" fmla="*/ 21972 w 25773"/>
                      <a:gd name="connsiteY34" fmla="*/ 25143 h 38817"/>
                      <a:gd name="connsiteX35" fmla="*/ 22287 w 25773"/>
                      <a:gd name="connsiteY35"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3" h="38817">
                        <a:moveTo>
                          <a:pt x="12932" y="0"/>
                        </a:moveTo>
                        <a:cubicBezTo>
                          <a:pt x="14798" y="0"/>
                          <a:pt x="16418" y="270"/>
                          <a:pt x="17789" y="832"/>
                        </a:cubicBezTo>
                        <a:cubicBezTo>
                          <a:pt x="19161" y="1394"/>
                          <a:pt x="20308" y="2159"/>
                          <a:pt x="21275" y="3126"/>
                        </a:cubicBezTo>
                        <a:cubicBezTo>
                          <a:pt x="22220" y="4093"/>
                          <a:pt x="23007" y="5240"/>
                          <a:pt x="23592" y="6522"/>
                        </a:cubicBezTo>
                        <a:cubicBezTo>
                          <a:pt x="24176" y="7826"/>
                          <a:pt x="24649" y="9198"/>
                          <a:pt x="24964" y="10660"/>
                        </a:cubicBezTo>
                        <a:cubicBezTo>
                          <a:pt x="25278" y="12122"/>
                          <a:pt x="25503" y="13629"/>
                          <a:pt x="25616" y="15158"/>
                        </a:cubicBezTo>
                        <a:cubicBezTo>
                          <a:pt x="25728" y="16687"/>
                          <a:pt x="25773" y="18217"/>
                          <a:pt x="25773" y="19701"/>
                        </a:cubicBezTo>
                        <a:cubicBezTo>
                          <a:pt x="25773" y="22220"/>
                          <a:pt x="25593" y="24626"/>
                          <a:pt x="25234" y="26943"/>
                        </a:cubicBezTo>
                        <a:cubicBezTo>
                          <a:pt x="24874" y="29236"/>
                          <a:pt x="24221" y="31283"/>
                          <a:pt x="23254" y="33037"/>
                        </a:cubicBezTo>
                        <a:cubicBezTo>
                          <a:pt x="22310"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900" y="29169"/>
                          <a:pt x="540" y="26808"/>
                        </a:cubicBezTo>
                        <a:cubicBezTo>
                          <a:pt x="180" y="24446"/>
                          <a:pt x="0" y="21950"/>
                          <a:pt x="0" y="19341"/>
                        </a:cubicBezTo>
                        <a:cubicBezTo>
                          <a:pt x="0" y="16935"/>
                          <a:pt x="158" y="14573"/>
                          <a:pt x="495" y="12279"/>
                        </a:cubicBezTo>
                        <a:cubicBezTo>
                          <a:pt x="810" y="9985"/>
                          <a:pt x="1439" y="7916"/>
                          <a:pt x="2362" y="6095"/>
                        </a:cubicBezTo>
                        <a:cubicBezTo>
                          <a:pt x="3284" y="4273"/>
                          <a:pt x="4588" y="2811"/>
                          <a:pt x="6275" y="1687"/>
                        </a:cubicBezTo>
                        <a:cubicBezTo>
                          <a:pt x="7961" y="562"/>
                          <a:pt x="10188" y="23"/>
                          <a:pt x="12909" y="23"/>
                        </a:cubicBezTo>
                        <a:close/>
                        <a:moveTo>
                          <a:pt x="22310" y="19319"/>
                        </a:moveTo>
                        <a:cubicBezTo>
                          <a:pt x="22310" y="17272"/>
                          <a:pt x="22197" y="15270"/>
                          <a:pt x="21950" y="13291"/>
                        </a:cubicBezTo>
                        <a:cubicBezTo>
                          <a:pt x="21703" y="11312"/>
                          <a:pt x="21253" y="9581"/>
                          <a:pt x="20578" y="8029"/>
                        </a:cubicBezTo>
                        <a:cubicBezTo>
                          <a:pt x="19904" y="6477"/>
                          <a:pt x="18936" y="5240"/>
                          <a:pt x="17699" y="4296"/>
                        </a:cubicBezTo>
                        <a:cubicBezTo>
                          <a:pt x="16463" y="3351"/>
                          <a:pt x="14821" y="2901"/>
                          <a:pt x="12819" y="2901"/>
                        </a:cubicBezTo>
                        <a:cubicBezTo>
                          <a:pt x="10908" y="2901"/>
                          <a:pt x="9356" y="3373"/>
                          <a:pt x="8141" y="4340"/>
                        </a:cubicBezTo>
                        <a:cubicBezTo>
                          <a:pt x="6927" y="5308"/>
                          <a:pt x="5982" y="6567"/>
                          <a:pt x="5308" y="8141"/>
                        </a:cubicBezTo>
                        <a:cubicBezTo>
                          <a:pt x="4633" y="9716"/>
                          <a:pt x="4138" y="11515"/>
                          <a:pt x="3868" y="13539"/>
                        </a:cubicBezTo>
                        <a:cubicBezTo>
                          <a:pt x="3599" y="15563"/>
                          <a:pt x="3463" y="17609"/>
                          <a:pt x="3463" y="19701"/>
                        </a:cubicBezTo>
                        <a:cubicBezTo>
                          <a:pt x="3463" y="22152"/>
                          <a:pt x="3621" y="24379"/>
                          <a:pt x="3913" y="26358"/>
                        </a:cubicBezTo>
                        <a:cubicBezTo>
                          <a:pt x="4228" y="28359"/>
                          <a:pt x="4723" y="30046"/>
                          <a:pt x="5443" y="31463"/>
                        </a:cubicBezTo>
                        <a:cubicBezTo>
                          <a:pt x="6162" y="32857"/>
                          <a:pt x="7129" y="33959"/>
                          <a:pt x="8321" y="34724"/>
                        </a:cubicBezTo>
                        <a:cubicBezTo>
                          <a:pt x="9536" y="35489"/>
                          <a:pt x="11042" y="35893"/>
                          <a:pt x="12886" y="35893"/>
                        </a:cubicBezTo>
                        <a:cubicBezTo>
                          <a:pt x="14933" y="35893"/>
                          <a:pt x="16575" y="35399"/>
                          <a:pt x="17834" y="34387"/>
                        </a:cubicBezTo>
                        <a:cubicBezTo>
                          <a:pt x="19071" y="33375"/>
                          <a:pt x="20016" y="32093"/>
                          <a:pt x="20668" y="30496"/>
                        </a:cubicBezTo>
                        <a:cubicBezTo>
                          <a:pt x="21320" y="28899"/>
                          <a:pt x="21748" y="27122"/>
                          <a:pt x="21972" y="25143"/>
                        </a:cubicBezTo>
                        <a:cubicBezTo>
                          <a:pt x="22197" y="23164"/>
                          <a:pt x="22287" y="21230"/>
                          <a:pt x="22287" y="19319"/>
                        </a:cubicBezTo>
                        <a:close/>
                      </a:path>
                    </a:pathLst>
                  </a:custGeom>
                  <a:solidFill>
                    <a:srgbClr val="231F20"/>
                  </a:solidFill>
                  <a:ln w="2249" cap="flat">
                    <a:noFill/>
                    <a:prstDash val="solid"/>
                    <a:miter/>
                  </a:ln>
                </p:spPr>
                <p:txBody>
                  <a:bodyPr rtlCol="0" anchor="ctr"/>
                  <a:lstStyle/>
                  <a:p>
                    <a:endParaRPr lang="en-US"/>
                  </a:p>
                </p:txBody>
              </p:sp>
              <p:grpSp>
                <p:nvGrpSpPr>
                  <p:cNvPr id="35" name="Graphic 4479">
                    <a:extLst>
                      <a:ext uri="{FF2B5EF4-FFF2-40B4-BE49-F238E27FC236}">
                        <a16:creationId xmlns:a16="http://schemas.microsoft.com/office/drawing/2014/main" id="{C2D7FE34-392D-2580-10A1-97507A67AE31}"/>
                      </a:ext>
                    </a:extLst>
                  </p:cNvPr>
                  <p:cNvGrpSpPr/>
                  <p:nvPr/>
                </p:nvGrpSpPr>
                <p:grpSpPr>
                  <a:xfrm>
                    <a:off x="1931622" y="4992683"/>
                    <a:ext cx="263024" cy="145321"/>
                    <a:chOff x="3465709" y="2663679"/>
                    <a:chExt cx="70257" cy="38817"/>
                  </a:xfrm>
                  <a:solidFill>
                    <a:srgbClr val="231F20"/>
                  </a:solidFill>
                </p:grpSpPr>
                <p:sp>
                  <p:nvSpPr>
                    <p:cNvPr id="3517" name="Freeform 3516">
                      <a:extLst>
                        <a:ext uri="{FF2B5EF4-FFF2-40B4-BE49-F238E27FC236}">
                          <a16:creationId xmlns:a16="http://schemas.microsoft.com/office/drawing/2014/main" id="{FB8C4DAA-A953-941D-7FDA-93716ECCFC9D}"/>
                        </a:ext>
                      </a:extLst>
                    </p:cNvPr>
                    <p:cNvSpPr/>
                    <p:nvPr/>
                  </p:nvSpPr>
                  <p:spPr>
                    <a:xfrm>
                      <a:off x="3465709" y="2663679"/>
                      <a:ext cx="25773" cy="38817"/>
                    </a:xfrm>
                    <a:custGeom>
                      <a:avLst/>
                      <a:gdLst>
                        <a:gd name="connsiteX0" fmla="*/ 12932 w 25773"/>
                        <a:gd name="connsiteY0" fmla="*/ 0 h 38817"/>
                        <a:gd name="connsiteX1" fmla="*/ 17789 w 25773"/>
                        <a:gd name="connsiteY1" fmla="*/ 832 h 38817"/>
                        <a:gd name="connsiteX2" fmla="*/ 21275 w 25773"/>
                        <a:gd name="connsiteY2" fmla="*/ 3126 h 38817"/>
                        <a:gd name="connsiteX3" fmla="*/ 23592 w 25773"/>
                        <a:gd name="connsiteY3" fmla="*/ 6522 h 38817"/>
                        <a:gd name="connsiteX4" fmla="*/ 24963 w 25773"/>
                        <a:gd name="connsiteY4" fmla="*/ 10660 h 38817"/>
                        <a:gd name="connsiteX5" fmla="*/ 25616 w 25773"/>
                        <a:gd name="connsiteY5" fmla="*/ 15158 h 38817"/>
                        <a:gd name="connsiteX6" fmla="*/ 25773 w 25773"/>
                        <a:gd name="connsiteY6" fmla="*/ 19701 h 38817"/>
                        <a:gd name="connsiteX7" fmla="*/ 25233 w 25773"/>
                        <a:gd name="connsiteY7" fmla="*/ 26943 h 38817"/>
                        <a:gd name="connsiteX8" fmla="*/ 23254 w 25773"/>
                        <a:gd name="connsiteY8" fmla="*/ 33037 h 38817"/>
                        <a:gd name="connsiteX9" fmla="*/ 19341 w 25773"/>
                        <a:gd name="connsiteY9" fmla="*/ 37243 h 38817"/>
                        <a:gd name="connsiteX10" fmla="*/ 12909 w 25773"/>
                        <a:gd name="connsiteY10" fmla="*/ 38817 h 38817"/>
                        <a:gd name="connsiteX11" fmla="*/ 6454 w 25773"/>
                        <a:gd name="connsiteY11" fmla="*/ 37243 h 38817"/>
                        <a:gd name="connsiteX12" fmla="*/ 2519 w 25773"/>
                        <a:gd name="connsiteY12" fmla="*/ 33015 h 38817"/>
                        <a:gd name="connsiteX13" fmla="*/ 540 w 25773"/>
                        <a:gd name="connsiteY13" fmla="*/ 26808 h 38817"/>
                        <a:gd name="connsiteX14" fmla="*/ 0 w 25773"/>
                        <a:gd name="connsiteY14" fmla="*/ 19341 h 38817"/>
                        <a:gd name="connsiteX15" fmla="*/ 495 w 25773"/>
                        <a:gd name="connsiteY15" fmla="*/ 12279 h 38817"/>
                        <a:gd name="connsiteX16" fmla="*/ 2362 w 25773"/>
                        <a:gd name="connsiteY16" fmla="*/ 6095 h 38817"/>
                        <a:gd name="connsiteX17" fmla="*/ 6275 w 25773"/>
                        <a:gd name="connsiteY17" fmla="*/ 1687 h 38817"/>
                        <a:gd name="connsiteX18" fmla="*/ 12909 w 25773"/>
                        <a:gd name="connsiteY18" fmla="*/ 23 h 38817"/>
                        <a:gd name="connsiteX19" fmla="*/ 22332 w 25773"/>
                        <a:gd name="connsiteY19" fmla="*/ 19319 h 38817"/>
                        <a:gd name="connsiteX20" fmla="*/ 21972 w 25773"/>
                        <a:gd name="connsiteY20" fmla="*/ 13291 h 38817"/>
                        <a:gd name="connsiteX21" fmla="*/ 20601 w 25773"/>
                        <a:gd name="connsiteY21" fmla="*/ 8029 h 38817"/>
                        <a:gd name="connsiteX22" fmla="*/ 17722 w 25773"/>
                        <a:gd name="connsiteY22" fmla="*/ 4296 h 38817"/>
                        <a:gd name="connsiteX23" fmla="*/ 12842 w 25773"/>
                        <a:gd name="connsiteY23" fmla="*/ 2901 h 38817"/>
                        <a:gd name="connsiteX24" fmla="*/ 8164 w 25773"/>
                        <a:gd name="connsiteY24" fmla="*/ 4341 h 38817"/>
                        <a:gd name="connsiteX25" fmla="*/ 5330 w 25773"/>
                        <a:gd name="connsiteY25" fmla="*/ 8141 h 38817"/>
                        <a:gd name="connsiteX26" fmla="*/ 3891 w 25773"/>
                        <a:gd name="connsiteY26" fmla="*/ 13539 h 38817"/>
                        <a:gd name="connsiteX27" fmla="*/ 3486 w 25773"/>
                        <a:gd name="connsiteY27" fmla="*/ 19701 h 38817"/>
                        <a:gd name="connsiteX28" fmla="*/ 3936 w 25773"/>
                        <a:gd name="connsiteY28" fmla="*/ 26358 h 38817"/>
                        <a:gd name="connsiteX29" fmla="*/ 5465 w 25773"/>
                        <a:gd name="connsiteY29" fmla="*/ 31463 h 38817"/>
                        <a:gd name="connsiteX30" fmla="*/ 8344 w 25773"/>
                        <a:gd name="connsiteY30" fmla="*/ 34724 h 38817"/>
                        <a:gd name="connsiteX31" fmla="*/ 12909 w 25773"/>
                        <a:gd name="connsiteY31" fmla="*/ 35893 h 38817"/>
                        <a:gd name="connsiteX32" fmla="*/ 17857 w 25773"/>
                        <a:gd name="connsiteY32" fmla="*/ 34387 h 38817"/>
                        <a:gd name="connsiteX33" fmla="*/ 20691 w 25773"/>
                        <a:gd name="connsiteY33" fmla="*/ 30496 h 38817"/>
                        <a:gd name="connsiteX34" fmla="*/ 21995 w 25773"/>
                        <a:gd name="connsiteY34" fmla="*/ 25143 h 38817"/>
                        <a:gd name="connsiteX35" fmla="*/ 22310 w 25773"/>
                        <a:gd name="connsiteY35"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3" h="38817">
                          <a:moveTo>
                            <a:pt x="12932" y="0"/>
                          </a:moveTo>
                          <a:cubicBezTo>
                            <a:pt x="14798" y="0"/>
                            <a:pt x="16418" y="270"/>
                            <a:pt x="17789" y="832"/>
                          </a:cubicBezTo>
                          <a:cubicBezTo>
                            <a:pt x="19161" y="1394"/>
                            <a:pt x="20308" y="2159"/>
                            <a:pt x="21275" y="3126"/>
                          </a:cubicBezTo>
                          <a:cubicBezTo>
                            <a:pt x="22220" y="4093"/>
                            <a:pt x="23007" y="5240"/>
                            <a:pt x="23592" y="6522"/>
                          </a:cubicBezTo>
                          <a:cubicBezTo>
                            <a:pt x="24176" y="7826"/>
                            <a:pt x="24649" y="9198"/>
                            <a:pt x="24963" y="10660"/>
                          </a:cubicBezTo>
                          <a:cubicBezTo>
                            <a:pt x="25278" y="12122"/>
                            <a:pt x="25503" y="13629"/>
                            <a:pt x="25616" y="15158"/>
                          </a:cubicBezTo>
                          <a:cubicBezTo>
                            <a:pt x="25728" y="16687"/>
                            <a:pt x="25773" y="18217"/>
                            <a:pt x="25773" y="19701"/>
                          </a:cubicBezTo>
                          <a:cubicBezTo>
                            <a:pt x="25773" y="22220"/>
                            <a:pt x="25593" y="24626"/>
                            <a:pt x="25233" y="26943"/>
                          </a:cubicBezTo>
                          <a:cubicBezTo>
                            <a:pt x="24874" y="29236"/>
                            <a:pt x="24221" y="31283"/>
                            <a:pt x="23254" y="33037"/>
                          </a:cubicBezTo>
                          <a:cubicBezTo>
                            <a:pt x="22310"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900" y="29169"/>
                            <a:pt x="540" y="26808"/>
                          </a:cubicBezTo>
                          <a:cubicBezTo>
                            <a:pt x="180" y="24446"/>
                            <a:pt x="0" y="21950"/>
                            <a:pt x="0" y="19341"/>
                          </a:cubicBezTo>
                          <a:cubicBezTo>
                            <a:pt x="0" y="16935"/>
                            <a:pt x="158" y="14573"/>
                            <a:pt x="495" y="12279"/>
                          </a:cubicBezTo>
                          <a:cubicBezTo>
                            <a:pt x="810" y="9985"/>
                            <a:pt x="1439" y="7916"/>
                            <a:pt x="2362" y="6095"/>
                          </a:cubicBezTo>
                          <a:cubicBezTo>
                            <a:pt x="3284" y="4273"/>
                            <a:pt x="4588" y="2811"/>
                            <a:pt x="6275" y="1687"/>
                          </a:cubicBezTo>
                          <a:cubicBezTo>
                            <a:pt x="7961" y="562"/>
                            <a:pt x="10188" y="23"/>
                            <a:pt x="12909" y="23"/>
                          </a:cubicBezTo>
                          <a:close/>
                          <a:moveTo>
                            <a:pt x="22332" y="19319"/>
                          </a:moveTo>
                          <a:cubicBezTo>
                            <a:pt x="22332" y="17272"/>
                            <a:pt x="22220" y="15270"/>
                            <a:pt x="21972" y="13291"/>
                          </a:cubicBezTo>
                          <a:cubicBezTo>
                            <a:pt x="21725" y="11312"/>
                            <a:pt x="21275" y="9581"/>
                            <a:pt x="20601" y="8029"/>
                          </a:cubicBezTo>
                          <a:cubicBezTo>
                            <a:pt x="19926" y="6477"/>
                            <a:pt x="18959" y="5240"/>
                            <a:pt x="17722" y="4296"/>
                          </a:cubicBezTo>
                          <a:cubicBezTo>
                            <a:pt x="16485" y="3351"/>
                            <a:pt x="14843" y="2901"/>
                            <a:pt x="12842" y="2901"/>
                          </a:cubicBezTo>
                          <a:cubicBezTo>
                            <a:pt x="10930" y="2901"/>
                            <a:pt x="9378" y="3373"/>
                            <a:pt x="8164" y="4341"/>
                          </a:cubicBezTo>
                          <a:cubicBezTo>
                            <a:pt x="6949" y="5308"/>
                            <a:pt x="6005" y="6567"/>
                            <a:pt x="5330" y="8141"/>
                          </a:cubicBezTo>
                          <a:cubicBezTo>
                            <a:pt x="4655" y="9716"/>
                            <a:pt x="4161" y="11515"/>
                            <a:pt x="3891" y="13539"/>
                          </a:cubicBezTo>
                          <a:cubicBezTo>
                            <a:pt x="3621" y="15563"/>
                            <a:pt x="3486" y="17609"/>
                            <a:pt x="3486" y="19701"/>
                          </a:cubicBezTo>
                          <a:cubicBezTo>
                            <a:pt x="3486" y="22152"/>
                            <a:pt x="3643" y="24379"/>
                            <a:pt x="3936" y="26358"/>
                          </a:cubicBezTo>
                          <a:cubicBezTo>
                            <a:pt x="4251" y="28359"/>
                            <a:pt x="4745" y="30046"/>
                            <a:pt x="5465" y="31463"/>
                          </a:cubicBezTo>
                          <a:cubicBezTo>
                            <a:pt x="6185" y="32857"/>
                            <a:pt x="7152" y="33959"/>
                            <a:pt x="8344" y="34724"/>
                          </a:cubicBezTo>
                          <a:cubicBezTo>
                            <a:pt x="9558" y="35489"/>
                            <a:pt x="11065" y="35893"/>
                            <a:pt x="12909" y="35893"/>
                          </a:cubicBezTo>
                          <a:cubicBezTo>
                            <a:pt x="14956" y="35893"/>
                            <a:pt x="16597" y="35399"/>
                            <a:pt x="17857" y="34387"/>
                          </a:cubicBezTo>
                          <a:cubicBezTo>
                            <a:pt x="19094" y="33375"/>
                            <a:pt x="20038" y="32093"/>
                            <a:pt x="20691" y="30496"/>
                          </a:cubicBezTo>
                          <a:cubicBezTo>
                            <a:pt x="21343" y="28899"/>
                            <a:pt x="21770" y="27122"/>
                            <a:pt x="21995" y="25143"/>
                          </a:cubicBezTo>
                          <a:cubicBezTo>
                            <a:pt x="22220" y="23164"/>
                            <a:pt x="22310" y="21230"/>
                            <a:pt x="22310" y="19319"/>
                          </a:cubicBezTo>
                          <a:close/>
                        </a:path>
                      </a:pathLst>
                    </a:custGeom>
                    <a:solidFill>
                      <a:srgbClr val="231F20"/>
                    </a:solidFill>
                    <a:ln w="2249" cap="flat">
                      <a:noFill/>
                      <a:prstDash val="solid"/>
                      <a:miter/>
                    </a:ln>
                  </p:spPr>
                  <p:txBody>
                    <a:bodyPr rtlCol="0" anchor="ctr"/>
                    <a:lstStyle/>
                    <a:p>
                      <a:endParaRPr lang="en-US"/>
                    </a:p>
                  </p:txBody>
                </p:sp>
                <p:sp>
                  <p:nvSpPr>
                    <p:cNvPr id="3518" name="Freeform 3517">
                      <a:extLst>
                        <a:ext uri="{FF2B5EF4-FFF2-40B4-BE49-F238E27FC236}">
                          <a16:creationId xmlns:a16="http://schemas.microsoft.com/office/drawing/2014/main" id="{AEFCB4E0-9131-BC57-566F-F89E9FB222EF}"/>
                        </a:ext>
                      </a:extLst>
                    </p:cNvPr>
                    <p:cNvSpPr/>
                    <p:nvPr/>
                  </p:nvSpPr>
                  <p:spPr>
                    <a:xfrm>
                      <a:off x="3499151" y="2696986"/>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231F20"/>
                    </a:solidFill>
                    <a:ln w="2249" cap="flat">
                      <a:noFill/>
                      <a:prstDash val="solid"/>
                      <a:miter/>
                    </a:ln>
                  </p:spPr>
                  <p:txBody>
                    <a:bodyPr rtlCol="0" anchor="ctr"/>
                    <a:lstStyle/>
                    <a:p>
                      <a:endParaRPr lang="en-US"/>
                    </a:p>
                  </p:txBody>
                </p:sp>
                <p:sp>
                  <p:nvSpPr>
                    <p:cNvPr id="3519" name="Freeform 3518">
                      <a:extLst>
                        <a:ext uri="{FF2B5EF4-FFF2-40B4-BE49-F238E27FC236}">
                          <a16:creationId xmlns:a16="http://schemas.microsoft.com/office/drawing/2014/main" id="{D84855D5-B1E0-CC42-5E8F-90448EBD7857}"/>
                        </a:ext>
                      </a:extLst>
                    </p:cNvPr>
                    <p:cNvSpPr/>
                    <p:nvPr/>
                  </p:nvSpPr>
                  <p:spPr>
                    <a:xfrm>
                      <a:off x="3510553" y="2664039"/>
                      <a:ext cx="25413" cy="38389"/>
                    </a:xfrm>
                    <a:custGeom>
                      <a:avLst/>
                      <a:gdLst>
                        <a:gd name="connsiteX0" fmla="*/ 3441 w 25413"/>
                        <a:gd name="connsiteY0" fmla="*/ 27820 h 38389"/>
                        <a:gd name="connsiteX1" fmla="*/ 6544 w 25413"/>
                        <a:gd name="connsiteY1" fmla="*/ 33622 h 38389"/>
                        <a:gd name="connsiteX2" fmla="*/ 12841 w 25413"/>
                        <a:gd name="connsiteY2" fmla="*/ 35534 h 38389"/>
                        <a:gd name="connsiteX3" fmla="*/ 16642 w 25413"/>
                        <a:gd name="connsiteY3" fmla="*/ 34769 h 38389"/>
                        <a:gd name="connsiteX4" fmla="*/ 19521 w 25413"/>
                        <a:gd name="connsiteY4" fmla="*/ 32700 h 38389"/>
                        <a:gd name="connsiteX5" fmla="*/ 21320 w 25413"/>
                        <a:gd name="connsiteY5" fmla="*/ 29619 h 38389"/>
                        <a:gd name="connsiteX6" fmla="*/ 21950 w 25413"/>
                        <a:gd name="connsiteY6" fmla="*/ 25818 h 38389"/>
                        <a:gd name="connsiteX7" fmla="*/ 21275 w 25413"/>
                        <a:gd name="connsiteY7" fmla="*/ 21927 h 38389"/>
                        <a:gd name="connsiteX8" fmla="*/ 19386 w 25413"/>
                        <a:gd name="connsiteY8" fmla="*/ 18846 h 38389"/>
                        <a:gd name="connsiteX9" fmla="*/ 16417 w 25413"/>
                        <a:gd name="connsiteY9" fmla="*/ 16845 h 38389"/>
                        <a:gd name="connsiteX10" fmla="*/ 12504 w 25413"/>
                        <a:gd name="connsiteY10" fmla="*/ 16148 h 38389"/>
                        <a:gd name="connsiteX11" fmla="*/ 7871 w 25413"/>
                        <a:gd name="connsiteY11" fmla="*/ 17092 h 38389"/>
                        <a:gd name="connsiteX12" fmla="*/ 4251 w 25413"/>
                        <a:gd name="connsiteY12" fmla="*/ 20083 h 38389"/>
                        <a:gd name="connsiteX13" fmla="*/ 1394 w 25413"/>
                        <a:gd name="connsiteY13" fmla="*/ 19701 h 38389"/>
                        <a:gd name="connsiteX14" fmla="*/ 4475 w 25413"/>
                        <a:gd name="connsiteY14" fmla="*/ 0 h 38389"/>
                        <a:gd name="connsiteX15" fmla="*/ 23367 w 25413"/>
                        <a:gd name="connsiteY15" fmla="*/ 0 h 38389"/>
                        <a:gd name="connsiteX16" fmla="*/ 23367 w 25413"/>
                        <a:gd name="connsiteY16" fmla="*/ 2924 h 38389"/>
                        <a:gd name="connsiteX17" fmla="*/ 7399 w 25413"/>
                        <a:gd name="connsiteY17" fmla="*/ 2924 h 38389"/>
                        <a:gd name="connsiteX18" fmla="*/ 5015 w 25413"/>
                        <a:gd name="connsiteY18" fmla="*/ 15720 h 38389"/>
                        <a:gd name="connsiteX19" fmla="*/ 7084 w 25413"/>
                        <a:gd name="connsiteY19" fmla="*/ 14528 h 38389"/>
                        <a:gd name="connsiteX20" fmla="*/ 8996 w 25413"/>
                        <a:gd name="connsiteY20" fmla="*/ 13741 h 38389"/>
                        <a:gd name="connsiteX21" fmla="*/ 11020 w 25413"/>
                        <a:gd name="connsiteY21" fmla="*/ 13336 h 38389"/>
                        <a:gd name="connsiteX22" fmla="*/ 13359 w 25413"/>
                        <a:gd name="connsiteY22" fmla="*/ 13224 h 38389"/>
                        <a:gd name="connsiteX23" fmla="*/ 18171 w 25413"/>
                        <a:gd name="connsiteY23" fmla="*/ 14078 h 38389"/>
                        <a:gd name="connsiteX24" fmla="*/ 21995 w 25413"/>
                        <a:gd name="connsiteY24" fmla="*/ 16552 h 38389"/>
                        <a:gd name="connsiteX25" fmla="*/ 24514 w 25413"/>
                        <a:gd name="connsiteY25" fmla="*/ 20510 h 38389"/>
                        <a:gd name="connsiteX26" fmla="*/ 25413 w 25413"/>
                        <a:gd name="connsiteY26" fmla="*/ 25773 h 38389"/>
                        <a:gd name="connsiteX27" fmla="*/ 24424 w 25413"/>
                        <a:gd name="connsiteY27" fmla="*/ 31148 h 38389"/>
                        <a:gd name="connsiteX28" fmla="*/ 21747 w 25413"/>
                        <a:gd name="connsiteY28" fmla="*/ 35106 h 38389"/>
                        <a:gd name="connsiteX29" fmla="*/ 17879 w 25413"/>
                        <a:gd name="connsiteY29" fmla="*/ 37558 h 38389"/>
                        <a:gd name="connsiteX30" fmla="*/ 13381 w 25413"/>
                        <a:gd name="connsiteY30" fmla="*/ 38390 h 38389"/>
                        <a:gd name="connsiteX31" fmla="*/ 8344 w 25413"/>
                        <a:gd name="connsiteY31" fmla="*/ 37850 h 38389"/>
                        <a:gd name="connsiteX32" fmla="*/ 4206 w 25413"/>
                        <a:gd name="connsiteY32" fmla="*/ 36051 h 38389"/>
                        <a:gd name="connsiteX33" fmla="*/ 1327 w 25413"/>
                        <a:gd name="connsiteY33" fmla="*/ 32767 h 38389"/>
                        <a:gd name="connsiteX34" fmla="*/ 0 w 25413"/>
                        <a:gd name="connsiteY34" fmla="*/ 27775 h 38389"/>
                        <a:gd name="connsiteX35" fmla="*/ 3463 w 25413"/>
                        <a:gd name="connsiteY35" fmla="*/ 27775 h 38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413" h="38389">
                          <a:moveTo>
                            <a:pt x="3441" y="27820"/>
                          </a:moveTo>
                          <a:cubicBezTo>
                            <a:pt x="3801" y="30406"/>
                            <a:pt x="4835" y="32340"/>
                            <a:pt x="6544" y="33622"/>
                          </a:cubicBezTo>
                          <a:cubicBezTo>
                            <a:pt x="8254" y="34904"/>
                            <a:pt x="10345" y="35534"/>
                            <a:pt x="12841" y="35534"/>
                          </a:cubicBezTo>
                          <a:cubicBezTo>
                            <a:pt x="14236" y="35534"/>
                            <a:pt x="15518" y="35286"/>
                            <a:pt x="16642" y="34769"/>
                          </a:cubicBezTo>
                          <a:cubicBezTo>
                            <a:pt x="17767" y="34252"/>
                            <a:pt x="18734" y="33577"/>
                            <a:pt x="19521" y="32700"/>
                          </a:cubicBezTo>
                          <a:cubicBezTo>
                            <a:pt x="20308" y="31823"/>
                            <a:pt x="20915" y="30788"/>
                            <a:pt x="21320" y="29619"/>
                          </a:cubicBezTo>
                          <a:cubicBezTo>
                            <a:pt x="21725" y="28449"/>
                            <a:pt x="21950" y="27190"/>
                            <a:pt x="21950" y="25818"/>
                          </a:cubicBezTo>
                          <a:cubicBezTo>
                            <a:pt x="21950" y="24446"/>
                            <a:pt x="21725" y="23119"/>
                            <a:pt x="21275" y="21927"/>
                          </a:cubicBezTo>
                          <a:cubicBezTo>
                            <a:pt x="20825" y="20735"/>
                            <a:pt x="20196" y="19723"/>
                            <a:pt x="19386" y="18846"/>
                          </a:cubicBezTo>
                          <a:cubicBezTo>
                            <a:pt x="18576" y="17992"/>
                            <a:pt x="17587" y="17317"/>
                            <a:pt x="16417" y="16845"/>
                          </a:cubicBezTo>
                          <a:cubicBezTo>
                            <a:pt x="15248" y="16372"/>
                            <a:pt x="13943" y="16148"/>
                            <a:pt x="12504" y="16148"/>
                          </a:cubicBezTo>
                          <a:cubicBezTo>
                            <a:pt x="10772" y="16148"/>
                            <a:pt x="9221" y="16462"/>
                            <a:pt x="7871" y="17092"/>
                          </a:cubicBezTo>
                          <a:cubicBezTo>
                            <a:pt x="6500" y="17722"/>
                            <a:pt x="5308" y="18711"/>
                            <a:pt x="4251" y="20083"/>
                          </a:cubicBezTo>
                          <a:lnTo>
                            <a:pt x="1394" y="19701"/>
                          </a:lnTo>
                          <a:lnTo>
                            <a:pt x="4475" y="0"/>
                          </a:lnTo>
                          <a:lnTo>
                            <a:pt x="23367" y="0"/>
                          </a:lnTo>
                          <a:lnTo>
                            <a:pt x="23367" y="2924"/>
                          </a:lnTo>
                          <a:lnTo>
                            <a:pt x="7399" y="2924"/>
                          </a:lnTo>
                          <a:lnTo>
                            <a:pt x="5015" y="15720"/>
                          </a:lnTo>
                          <a:cubicBezTo>
                            <a:pt x="5780" y="15248"/>
                            <a:pt x="6454" y="14866"/>
                            <a:pt x="7084" y="14528"/>
                          </a:cubicBezTo>
                          <a:cubicBezTo>
                            <a:pt x="7714" y="14213"/>
                            <a:pt x="8344" y="13944"/>
                            <a:pt x="8996" y="13741"/>
                          </a:cubicBezTo>
                          <a:cubicBezTo>
                            <a:pt x="9648" y="13539"/>
                            <a:pt x="10323" y="13404"/>
                            <a:pt x="11020" y="13336"/>
                          </a:cubicBezTo>
                          <a:cubicBezTo>
                            <a:pt x="11717" y="13269"/>
                            <a:pt x="12504" y="13224"/>
                            <a:pt x="13359" y="13224"/>
                          </a:cubicBezTo>
                          <a:cubicBezTo>
                            <a:pt x="15090" y="13224"/>
                            <a:pt x="16687" y="13516"/>
                            <a:pt x="18171" y="14078"/>
                          </a:cubicBezTo>
                          <a:cubicBezTo>
                            <a:pt x="19656" y="14663"/>
                            <a:pt x="20915" y="15473"/>
                            <a:pt x="21995" y="16552"/>
                          </a:cubicBezTo>
                          <a:cubicBezTo>
                            <a:pt x="23074" y="17632"/>
                            <a:pt x="23906" y="18959"/>
                            <a:pt x="24514" y="20510"/>
                          </a:cubicBezTo>
                          <a:cubicBezTo>
                            <a:pt x="25098" y="22085"/>
                            <a:pt x="25413" y="23839"/>
                            <a:pt x="25413" y="25773"/>
                          </a:cubicBezTo>
                          <a:cubicBezTo>
                            <a:pt x="25413" y="27707"/>
                            <a:pt x="25076" y="29574"/>
                            <a:pt x="24424" y="31148"/>
                          </a:cubicBezTo>
                          <a:cubicBezTo>
                            <a:pt x="23749" y="32722"/>
                            <a:pt x="22872" y="34027"/>
                            <a:pt x="21747" y="35106"/>
                          </a:cubicBezTo>
                          <a:cubicBezTo>
                            <a:pt x="20623" y="36186"/>
                            <a:pt x="19341" y="36995"/>
                            <a:pt x="17879" y="37558"/>
                          </a:cubicBezTo>
                          <a:cubicBezTo>
                            <a:pt x="16417" y="38120"/>
                            <a:pt x="14911" y="38390"/>
                            <a:pt x="13381" y="38390"/>
                          </a:cubicBezTo>
                          <a:cubicBezTo>
                            <a:pt x="11582" y="38390"/>
                            <a:pt x="9895" y="38210"/>
                            <a:pt x="8344" y="37850"/>
                          </a:cubicBezTo>
                          <a:cubicBezTo>
                            <a:pt x="6769" y="37490"/>
                            <a:pt x="5398" y="36883"/>
                            <a:pt x="4206" y="36051"/>
                          </a:cubicBezTo>
                          <a:cubicBezTo>
                            <a:pt x="3014" y="35196"/>
                            <a:pt x="2046" y="34117"/>
                            <a:pt x="1327" y="32767"/>
                          </a:cubicBezTo>
                          <a:cubicBezTo>
                            <a:pt x="585" y="31418"/>
                            <a:pt x="157" y="29754"/>
                            <a:pt x="0" y="27775"/>
                          </a:cubicBezTo>
                          <a:lnTo>
                            <a:pt x="3463" y="27775"/>
                          </a:lnTo>
                          <a:close/>
                        </a:path>
                      </a:pathLst>
                    </a:custGeom>
                    <a:solidFill>
                      <a:srgbClr val="231F20"/>
                    </a:solidFill>
                    <a:ln w="2249" cap="flat">
                      <a:noFill/>
                      <a:prstDash val="solid"/>
                      <a:miter/>
                    </a:ln>
                  </p:spPr>
                  <p:txBody>
                    <a:bodyPr rtlCol="0" anchor="ctr"/>
                    <a:lstStyle/>
                    <a:p>
                      <a:endParaRPr lang="en-US"/>
                    </a:p>
                  </p:txBody>
                </p:sp>
              </p:grpSp>
              <p:sp>
                <p:nvSpPr>
                  <p:cNvPr id="36" name="Freeform 35">
                    <a:extLst>
                      <a:ext uri="{FF2B5EF4-FFF2-40B4-BE49-F238E27FC236}">
                        <a16:creationId xmlns:a16="http://schemas.microsoft.com/office/drawing/2014/main" id="{0072EEF3-8839-CAC4-4FE2-A5F174864CDB}"/>
                      </a:ext>
                    </a:extLst>
                  </p:cNvPr>
                  <p:cNvSpPr/>
                  <p:nvPr/>
                </p:nvSpPr>
                <p:spPr>
                  <a:xfrm>
                    <a:off x="2150024" y="3824731"/>
                    <a:ext cx="49672" cy="142457"/>
                  </a:xfrm>
                  <a:custGeom>
                    <a:avLst/>
                    <a:gdLst>
                      <a:gd name="connsiteX0" fmla="*/ 9828 w 13268"/>
                      <a:gd name="connsiteY0" fmla="*/ 9783 h 38052"/>
                      <a:gd name="connsiteX1" fmla="*/ 0 w 13268"/>
                      <a:gd name="connsiteY1" fmla="*/ 9783 h 38052"/>
                      <a:gd name="connsiteX2" fmla="*/ 0 w 13268"/>
                      <a:gd name="connsiteY2" fmla="*/ 7512 h 38052"/>
                      <a:gd name="connsiteX3" fmla="*/ 3913 w 13268"/>
                      <a:gd name="connsiteY3" fmla="*/ 7084 h 38052"/>
                      <a:gd name="connsiteX4" fmla="*/ 6994 w 13268"/>
                      <a:gd name="connsiteY4" fmla="*/ 6050 h 38052"/>
                      <a:gd name="connsiteX5" fmla="*/ 9198 w 13268"/>
                      <a:gd name="connsiteY5" fmla="*/ 3868 h 38052"/>
                      <a:gd name="connsiteX6" fmla="*/ 10525 w 13268"/>
                      <a:gd name="connsiteY6" fmla="*/ 0 h 38052"/>
                      <a:gd name="connsiteX7" fmla="*/ 13269 w 13268"/>
                      <a:gd name="connsiteY7" fmla="*/ 0 h 38052"/>
                      <a:gd name="connsiteX8" fmla="*/ 13269 w 13268"/>
                      <a:gd name="connsiteY8" fmla="*/ 38052 h 38052"/>
                      <a:gd name="connsiteX9" fmla="*/ 9805 w 13268"/>
                      <a:gd name="connsiteY9" fmla="*/ 38052 h 38052"/>
                      <a:gd name="connsiteX10" fmla="*/ 9805 w 13268"/>
                      <a:gd name="connsiteY10" fmla="*/ 9760 h 380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268" h="38052">
                        <a:moveTo>
                          <a:pt x="9828" y="9783"/>
                        </a:moveTo>
                        <a:lnTo>
                          <a:pt x="0" y="9783"/>
                        </a:lnTo>
                        <a:lnTo>
                          <a:pt x="0" y="7512"/>
                        </a:lnTo>
                        <a:cubicBezTo>
                          <a:pt x="1439" y="7399"/>
                          <a:pt x="2744" y="7264"/>
                          <a:pt x="3913" y="7084"/>
                        </a:cubicBezTo>
                        <a:cubicBezTo>
                          <a:pt x="5083" y="6904"/>
                          <a:pt x="6117" y="6567"/>
                          <a:pt x="6994" y="6050"/>
                        </a:cubicBezTo>
                        <a:cubicBezTo>
                          <a:pt x="7871" y="5532"/>
                          <a:pt x="8613" y="4813"/>
                          <a:pt x="9198" y="3868"/>
                        </a:cubicBezTo>
                        <a:cubicBezTo>
                          <a:pt x="9783" y="2924"/>
                          <a:pt x="10233" y="1619"/>
                          <a:pt x="10525" y="0"/>
                        </a:cubicBezTo>
                        <a:lnTo>
                          <a:pt x="13269" y="0"/>
                        </a:lnTo>
                        <a:lnTo>
                          <a:pt x="13269" y="38052"/>
                        </a:lnTo>
                        <a:lnTo>
                          <a:pt x="9805" y="38052"/>
                        </a:lnTo>
                        <a:lnTo>
                          <a:pt x="9805" y="9760"/>
                        </a:lnTo>
                        <a:close/>
                      </a:path>
                    </a:pathLst>
                  </a:custGeom>
                  <a:solidFill>
                    <a:srgbClr val="231F20"/>
                  </a:solidFill>
                  <a:ln w="2249" cap="flat">
                    <a:noFill/>
                    <a:prstDash val="solid"/>
                    <a:miter/>
                  </a:ln>
                </p:spPr>
                <p:txBody>
                  <a:bodyPr rtlCol="0" anchor="ctr"/>
                  <a:lstStyle/>
                  <a:p>
                    <a:endParaRPr lang="en-US"/>
                  </a:p>
                </p:txBody>
              </p:sp>
              <p:grpSp>
                <p:nvGrpSpPr>
                  <p:cNvPr id="37" name="Graphic 4479">
                    <a:extLst>
                      <a:ext uri="{FF2B5EF4-FFF2-40B4-BE49-F238E27FC236}">
                        <a16:creationId xmlns:a16="http://schemas.microsoft.com/office/drawing/2014/main" id="{928093ED-B55C-E304-D8D4-640CF9834568}"/>
                      </a:ext>
                    </a:extLst>
                  </p:cNvPr>
                  <p:cNvGrpSpPr/>
                  <p:nvPr/>
                </p:nvGrpSpPr>
                <p:grpSpPr>
                  <a:xfrm>
                    <a:off x="1669272" y="4103501"/>
                    <a:ext cx="148518" cy="1821305"/>
                    <a:chOff x="3395632" y="2426167"/>
                    <a:chExt cx="39671" cy="486494"/>
                  </a:xfrm>
                  <a:solidFill>
                    <a:srgbClr val="231F20"/>
                  </a:solidFill>
                </p:grpSpPr>
                <p:sp>
                  <p:nvSpPr>
                    <p:cNvPr id="3498" name="Freeform 3497">
                      <a:extLst>
                        <a:ext uri="{FF2B5EF4-FFF2-40B4-BE49-F238E27FC236}">
                          <a16:creationId xmlns:a16="http://schemas.microsoft.com/office/drawing/2014/main" id="{AE06CA24-BEFE-DC7A-7319-613303338CCE}"/>
                        </a:ext>
                      </a:extLst>
                    </p:cNvPr>
                    <p:cNvSpPr/>
                    <p:nvPr/>
                  </p:nvSpPr>
                  <p:spPr>
                    <a:xfrm>
                      <a:off x="3395632" y="2880884"/>
                      <a:ext cx="38884" cy="31777"/>
                    </a:xfrm>
                    <a:custGeom>
                      <a:avLst/>
                      <a:gdLst>
                        <a:gd name="connsiteX0" fmla="*/ 38862 w 38884"/>
                        <a:gd name="connsiteY0" fmla="*/ 31778 h 31777"/>
                        <a:gd name="connsiteX1" fmla="*/ 0 w 38884"/>
                        <a:gd name="connsiteY1" fmla="*/ 31778 h 31777"/>
                        <a:gd name="connsiteX2" fmla="*/ 0 w 38884"/>
                        <a:gd name="connsiteY2" fmla="*/ 18509 h 31777"/>
                        <a:gd name="connsiteX3" fmla="*/ 90 w 38884"/>
                        <a:gd name="connsiteY3" fmla="*/ 15315 h 31777"/>
                        <a:gd name="connsiteX4" fmla="*/ 472 w 38884"/>
                        <a:gd name="connsiteY4" fmla="*/ 12234 h 31777"/>
                        <a:gd name="connsiteX5" fmla="*/ 1372 w 38884"/>
                        <a:gd name="connsiteY5" fmla="*/ 9288 h 31777"/>
                        <a:gd name="connsiteX6" fmla="*/ 2946 w 38884"/>
                        <a:gd name="connsiteY6" fmla="*/ 6499 h 31777"/>
                        <a:gd name="connsiteX7" fmla="*/ 6364 w 38884"/>
                        <a:gd name="connsiteY7" fmla="*/ 3306 h 31777"/>
                        <a:gd name="connsiteX8" fmla="*/ 10638 w 38884"/>
                        <a:gd name="connsiteY8" fmla="*/ 1327 h 31777"/>
                        <a:gd name="connsiteX9" fmla="*/ 15180 w 38884"/>
                        <a:gd name="connsiteY9" fmla="*/ 292 h 31777"/>
                        <a:gd name="connsiteX10" fmla="*/ 19408 w 38884"/>
                        <a:gd name="connsiteY10" fmla="*/ 0 h 31777"/>
                        <a:gd name="connsiteX11" fmla="*/ 23344 w 38884"/>
                        <a:gd name="connsiteY11" fmla="*/ 247 h 31777"/>
                        <a:gd name="connsiteX12" fmla="*/ 27257 w 38884"/>
                        <a:gd name="connsiteY12" fmla="*/ 1035 h 31777"/>
                        <a:gd name="connsiteX13" fmla="*/ 30923 w 38884"/>
                        <a:gd name="connsiteY13" fmla="*/ 2474 h 31777"/>
                        <a:gd name="connsiteX14" fmla="*/ 34139 w 38884"/>
                        <a:gd name="connsiteY14" fmla="*/ 4723 h 31777"/>
                        <a:gd name="connsiteX15" fmla="*/ 36568 w 38884"/>
                        <a:gd name="connsiteY15" fmla="*/ 7669 h 31777"/>
                        <a:gd name="connsiteX16" fmla="*/ 38007 w 38884"/>
                        <a:gd name="connsiteY16" fmla="*/ 11020 h 31777"/>
                        <a:gd name="connsiteX17" fmla="*/ 38704 w 38884"/>
                        <a:gd name="connsiteY17" fmla="*/ 14663 h 31777"/>
                        <a:gd name="connsiteX18" fmla="*/ 38884 w 38884"/>
                        <a:gd name="connsiteY18" fmla="*/ 18486 h 31777"/>
                        <a:gd name="connsiteX19" fmla="*/ 38884 w 38884"/>
                        <a:gd name="connsiteY19" fmla="*/ 31755 h 31777"/>
                        <a:gd name="connsiteX20" fmla="*/ 35736 w 38884"/>
                        <a:gd name="connsiteY20" fmla="*/ 28112 h 31777"/>
                        <a:gd name="connsiteX21" fmla="*/ 35736 w 38884"/>
                        <a:gd name="connsiteY21" fmla="*/ 19319 h 31777"/>
                        <a:gd name="connsiteX22" fmla="*/ 35443 w 38884"/>
                        <a:gd name="connsiteY22" fmla="*/ 14641 h 31777"/>
                        <a:gd name="connsiteX23" fmla="*/ 33959 w 38884"/>
                        <a:gd name="connsiteY23" fmla="*/ 10188 h 31777"/>
                        <a:gd name="connsiteX24" fmla="*/ 31305 w 38884"/>
                        <a:gd name="connsiteY24" fmla="*/ 6994 h 31777"/>
                        <a:gd name="connsiteX25" fmla="*/ 27662 w 38884"/>
                        <a:gd name="connsiteY25" fmla="*/ 5015 h 31777"/>
                        <a:gd name="connsiteX26" fmla="*/ 23524 w 38884"/>
                        <a:gd name="connsiteY26" fmla="*/ 3981 h 31777"/>
                        <a:gd name="connsiteX27" fmla="*/ 19363 w 38884"/>
                        <a:gd name="connsiteY27" fmla="*/ 3688 h 31777"/>
                        <a:gd name="connsiteX28" fmla="*/ 15068 w 38884"/>
                        <a:gd name="connsiteY28" fmla="*/ 3958 h 31777"/>
                        <a:gd name="connsiteX29" fmla="*/ 10907 w 38884"/>
                        <a:gd name="connsiteY29" fmla="*/ 4993 h 31777"/>
                        <a:gd name="connsiteX30" fmla="*/ 7287 w 38884"/>
                        <a:gd name="connsiteY30" fmla="*/ 7039 h 31777"/>
                        <a:gd name="connsiteX31" fmla="*/ 4565 w 38884"/>
                        <a:gd name="connsiteY31" fmla="*/ 10390 h 31777"/>
                        <a:gd name="connsiteX32" fmla="*/ 3373 w 38884"/>
                        <a:gd name="connsiteY32" fmla="*/ 14483 h 31777"/>
                        <a:gd name="connsiteX33" fmla="*/ 3103 w 38884"/>
                        <a:gd name="connsiteY33" fmla="*/ 19296 h 31777"/>
                        <a:gd name="connsiteX34" fmla="*/ 3103 w 38884"/>
                        <a:gd name="connsiteY34" fmla="*/ 28089 h 31777"/>
                        <a:gd name="connsiteX35" fmla="*/ 35713 w 38884"/>
                        <a:gd name="connsiteY35" fmla="*/ 28089 h 3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38884" h="31777">
                          <a:moveTo>
                            <a:pt x="38862" y="31778"/>
                          </a:moveTo>
                          <a:lnTo>
                            <a:pt x="0" y="31778"/>
                          </a:lnTo>
                          <a:lnTo>
                            <a:pt x="0" y="18509"/>
                          </a:lnTo>
                          <a:cubicBezTo>
                            <a:pt x="0" y="17429"/>
                            <a:pt x="22" y="16372"/>
                            <a:pt x="90" y="15315"/>
                          </a:cubicBezTo>
                          <a:cubicBezTo>
                            <a:pt x="135" y="14281"/>
                            <a:pt x="270" y="13246"/>
                            <a:pt x="472" y="12234"/>
                          </a:cubicBezTo>
                          <a:cubicBezTo>
                            <a:pt x="675" y="11222"/>
                            <a:pt x="967" y="10255"/>
                            <a:pt x="1372" y="9288"/>
                          </a:cubicBezTo>
                          <a:cubicBezTo>
                            <a:pt x="1776" y="8344"/>
                            <a:pt x="2294" y="7399"/>
                            <a:pt x="2946" y="6499"/>
                          </a:cubicBezTo>
                          <a:cubicBezTo>
                            <a:pt x="3891" y="5195"/>
                            <a:pt x="5015" y="4138"/>
                            <a:pt x="6364" y="3306"/>
                          </a:cubicBezTo>
                          <a:cubicBezTo>
                            <a:pt x="7714" y="2474"/>
                            <a:pt x="9131" y="1822"/>
                            <a:pt x="10638" y="1327"/>
                          </a:cubicBezTo>
                          <a:cubicBezTo>
                            <a:pt x="12122" y="832"/>
                            <a:pt x="13651" y="495"/>
                            <a:pt x="15180" y="292"/>
                          </a:cubicBezTo>
                          <a:cubicBezTo>
                            <a:pt x="16710" y="90"/>
                            <a:pt x="18126" y="0"/>
                            <a:pt x="19408" y="0"/>
                          </a:cubicBezTo>
                          <a:cubicBezTo>
                            <a:pt x="20690" y="0"/>
                            <a:pt x="22017" y="90"/>
                            <a:pt x="23344" y="247"/>
                          </a:cubicBezTo>
                          <a:cubicBezTo>
                            <a:pt x="24671" y="405"/>
                            <a:pt x="25975" y="675"/>
                            <a:pt x="27257" y="1035"/>
                          </a:cubicBezTo>
                          <a:cubicBezTo>
                            <a:pt x="28539" y="1394"/>
                            <a:pt x="29754" y="1867"/>
                            <a:pt x="30923" y="2474"/>
                          </a:cubicBezTo>
                          <a:cubicBezTo>
                            <a:pt x="32092" y="3059"/>
                            <a:pt x="33172" y="3823"/>
                            <a:pt x="34139" y="4723"/>
                          </a:cubicBezTo>
                          <a:cubicBezTo>
                            <a:pt x="35151" y="5622"/>
                            <a:pt x="35961" y="6612"/>
                            <a:pt x="36568" y="7669"/>
                          </a:cubicBezTo>
                          <a:cubicBezTo>
                            <a:pt x="37175" y="8726"/>
                            <a:pt x="37648" y="9850"/>
                            <a:pt x="38007" y="11020"/>
                          </a:cubicBezTo>
                          <a:cubicBezTo>
                            <a:pt x="38345" y="12189"/>
                            <a:pt x="38592" y="13404"/>
                            <a:pt x="38704" y="14663"/>
                          </a:cubicBezTo>
                          <a:cubicBezTo>
                            <a:pt x="38839" y="15923"/>
                            <a:pt x="38884" y="17205"/>
                            <a:pt x="38884" y="18486"/>
                          </a:cubicBezTo>
                          <a:lnTo>
                            <a:pt x="38884" y="31755"/>
                          </a:lnTo>
                          <a:close/>
                          <a:moveTo>
                            <a:pt x="35736" y="28112"/>
                          </a:moveTo>
                          <a:lnTo>
                            <a:pt x="35736" y="19319"/>
                          </a:lnTo>
                          <a:cubicBezTo>
                            <a:pt x="35736" y="17654"/>
                            <a:pt x="35646" y="16103"/>
                            <a:pt x="35443" y="14641"/>
                          </a:cubicBezTo>
                          <a:cubicBezTo>
                            <a:pt x="35241" y="13179"/>
                            <a:pt x="34746" y="11695"/>
                            <a:pt x="33959" y="10188"/>
                          </a:cubicBezTo>
                          <a:cubicBezTo>
                            <a:pt x="33307" y="8883"/>
                            <a:pt x="32430" y="7826"/>
                            <a:pt x="31305" y="6994"/>
                          </a:cubicBezTo>
                          <a:cubicBezTo>
                            <a:pt x="30181" y="6162"/>
                            <a:pt x="28966" y="5510"/>
                            <a:pt x="27662" y="5015"/>
                          </a:cubicBezTo>
                          <a:cubicBezTo>
                            <a:pt x="26358" y="4520"/>
                            <a:pt x="24963" y="4183"/>
                            <a:pt x="23524" y="3981"/>
                          </a:cubicBezTo>
                          <a:cubicBezTo>
                            <a:pt x="22085" y="3778"/>
                            <a:pt x="20690" y="3688"/>
                            <a:pt x="19363" y="3688"/>
                          </a:cubicBezTo>
                          <a:cubicBezTo>
                            <a:pt x="17969" y="3688"/>
                            <a:pt x="16530" y="3778"/>
                            <a:pt x="15068" y="3958"/>
                          </a:cubicBezTo>
                          <a:cubicBezTo>
                            <a:pt x="13606" y="4138"/>
                            <a:pt x="12234" y="4475"/>
                            <a:pt x="10907" y="4993"/>
                          </a:cubicBezTo>
                          <a:cubicBezTo>
                            <a:pt x="9603" y="5487"/>
                            <a:pt x="8389" y="6185"/>
                            <a:pt x="7287" y="7039"/>
                          </a:cubicBezTo>
                          <a:cubicBezTo>
                            <a:pt x="6185" y="7894"/>
                            <a:pt x="5285" y="9018"/>
                            <a:pt x="4565" y="10390"/>
                          </a:cubicBezTo>
                          <a:cubicBezTo>
                            <a:pt x="3958" y="11537"/>
                            <a:pt x="3553" y="12909"/>
                            <a:pt x="3373" y="14483"/>
                          </a:cubicBezTo>
                          <a:cubicBezTo>
                            <a:pt x="3193" y="16058"/>
                            <a:pt x="3103" y="17677"/>
                            <a:pt x="3103" y="19296"/>
                          </a:cubicBezTo>
                          <a:lnTo>
                            <a:pt x="3103" y="28089"/>
                          </a:lnTo>
                          <a:lnTo>
                            <a:pt x="35713" y="28089"/>
                          </a:lnTo>
                          <a:close/>
                        </a:path>
                      </a:pathLst>
                    </a:custGeom>
                    <a:solidFill>
                      <a:srgbClr val="231F20"/>
                    </a:solidFill>
                    <a:ln w="2249" cap="flat">
                      <a:noFill/>
                      <a:prstDash val="solid"/>
                      <a:miter/>
                    </a:ln>
                  </p:spPr>
                  <p:txBody>
                    <a:bodyPr rtlCol="0" anchor="ctr"/>
                    <a:lstStyle/>
                    <a:p>
                      <a:endParaRPr lang="en-US"/>
                    </a:p>
                  </p:txBody>
                </p:sp>
                <p:sp>
                  <p:nvSpPr>
                    <p:cNvPr id="3499" name="Freeform 3498">
                      <a:extLst>
                        <a:ext uri="{FF2B5EF4-FFF2-40B4-BE49-F238E27FC236}">
                          <a16:creationId xmlns:a16="http://schemas.microsoft.com/office/drawing/2014/main" id="{632BEA0C-8627-4C45-533B-65DCB6B1E149}"/>
                        </a:ext>
                      </a:extLst>
                    </p:cNvPr>
                    <p:cNvSpPr/>
                    <p:nvPr/>
                  </p:nvSpPr>
                  <p:spPr>
                    <a:xfrm>
                      <a:off x="3395632" y="2870291"/>
                      <a:ext cx="38861" cy="3553"/>
                    </a:xfrm>
                    <a:custGeom>
                      <a:avLst/>
                      <a:gdLst>
                        <a:gd name="connsiteX0" fmla="*/ 4813 w 38861"/>
                        <a:gd name="connsiteY0" fmla="*/ 3553 h 3553"/>
                        <a:gd name="connsiteX1" fmla="*/ 0 w 38861"/>
                        <a:gd name="connsiteY1" fmla="*/ 3553 h 3553"/>
                        <a:gd name="connsiteX2" fmla="*/ 0 w 38861"/>
                        <a:gd name="connsiteY2" fmla="*/ 0 h 3553"/>
                        <a:gd name="connsiteX3" fmla="*/ 4813 w 38861"/>
                        <a:gd name="connsiteY3" fmla="*/ 0 h 3553"/>
                        <a:gd name="connsiteX4" fmla="*/ 4813 w 38861"/>
                        <a:gd name="connsiteY4" fmla="*/ 3553 h 3553"/>
                        <a:gd name="connsiteX5" fmla="*/ 38862 w 38861"/>
                        <a:gd name="connsiteY5" fmla="*/ 3396 h 3553"/>
                        <a:gd name="connsiteX6" fmla="*/ 10907 w 38861"/>
                        <a:gd name="connsiteY6" fmla="*/ 3396 h 3553"/>
                        <a:gd name="connsiteX7" fmla="*/ 10907 w 38861"/>
                        <a:gd name="connsiteY7" fmla="*/ 157 h 3553"/>
                        <a:gd name="connsiteX8" fmla="*/ 38862 w 38861"/>
                        <a:gd name="connsiteY8" fmla="*/ 157 h 3553"/>
                        <a:gd name="connsiteX9" fmla="*/ 38862 w 38861"/>
                        <a:gd name="connsiteY9" fmla="*/ 3396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61" h="3553">
                          <a:moveTo>
                            <a:pt x="4813" y="3553"/>
                          </a:moveTo>
                          <a:lnTo>
                            <a:pt x="0" y="3553"/>
                          </a:lnTo>
                          <a:lnTo>
                            <a:pt x="0" y="0"/>
                          </a:lnTo>
                          <a:lnTo>
                            <a:pt x="4813" y="0"/>
                          </a:lnTo>
                          <a:lnTo>
                            <a:pt x="4813" y="3553"/>
                          </a:lnTo>
                          <a:close/>
                          <a:moveTo>
                            <a:pt x="38862" y="3396"/>
                          </a:moveTo>
                          <a:lnTo>
                            <a:pt x="10907" y="3396"/>
                          </a:lnTo>
                          <a:lnTo>
                            <a:pt x="10907" y="157"/>
                          </a:lnTo>
                          <a:lnTo>
                            <a:pt x="38862" y="157"/>
                          </a:lnTo>
                          <a:lnTo>
                            <a:pt x="38862" y="3396"/>
                          </a:lnTo>
                          <a:close/>
                        </a:path>
                      </a:pathLst>
                    </a:custGeom>
                    <a:solidFill>
                      <a:srgbClr val="231F20"/>
                    </a:solidFill>
                    <a:ln w="2249" cap="flat">
                      <a:noFill/>
                      <a:prstDash val="solid"/>
                      <a:miter/>
                    </a:ln>
                  </p:spPr>
                  <p:txBody>
                    <a:bodyPr rtlCol="0" anchor="ctr"/>
                    <a:lstStyle/>
                    <a:p>
                      <a:endParaRPr lang="en-US"/>
                    </a:p>
                  </p:txBody>
                </p:sp>
                <p:sp>
                  <p:nvSpPr>
                    <p:cNvPr id="3500" name="Freeform 3499">
                      <a:extLst>
                        <a:ext uri="{FF2B5EF4-FFF2-40B4-BE49-F238E27FC236}">
                          <a16:creationId xmlns:a16="http://schemas.microsoft.com/office/drawing/2014/main" id="{618FA281-A9A8-AA10-9D1B-227A8AA41637}"/>
                        </a:ext>
                      </a:extLst>
                    </p:cNvPr>
                    <p:cNvSpPr/>
                    <p:nvPr/>
                  </p:nvSpPr>
                  <p:spPr>
                    <a:xfrm>
                      <a:off x="3405752" y="2841572"/>
                      <a:ext cx="29438" cy="22039"/>
                    </a:xfrm>
                    <a:custGeom>
                      <a:avLst/>
                      <a:gdLst>
                        <a:gd name="connsiteX0" fmla="*/ 19993 w 29438"/>
                        <a:gd name="connsiteY0" fmla="*/ 18734 h 22039"/>
                        <a:gd name="connsiteX1" fmla="*/ 25098 w 29438"/>
                        <a:gd name="connsiteY1" fmla="*/ 16013 h 22039"/>
                        <a:gd name="connsiteX2" fmla="*/ 26583 w 29438"/>
                        <a:gd name="connsiteY2" fmla="*/ 10368 h 22039"/>
                        <a:gd name="connsiteX3" fmla="*/ 26155 w 29438"/>
                        <a:gd name="connsiteY3" fmla="*/ 7287 h 22039"/>
                        <a:gd name="connsiteX4" fmla="*/ 24986 w 29438"/>
                        <a:gd name="connsiteY4" fmla="*/ 5150 h 22039"/>
                        <a:gd name="connsiteX5" fmla="*/ 23344 w 29438"/>
                        <a:gd name="connsiteY5" fmla="*/ 3891 h 22039"/>
                        <a:gd name="connsiteX6" fmla="*/ 21410 w 29438"/>
                        <a:gd name="connsiteY6" fmla="*/ 3463 h 22039"/>
                        <a:gd name="connsiteX7" fmla="*/ 18351 w 29438"/>
                        <a:gd name="connsiteY7" fmla="*/ 4790 h 22039"/>
                        <a:gd name="connsiteX8" fmla="*/ 16777 w 29438"/>
                        <a:gd name="connsiteY8" fmla="*/ 8119 h 22039"/>
                        <a:gd name="connsiteX9" fmla="*/ 15810 w 29438"/>
                        <a:gd name="connsiteY9" fmla="*/ 12437 h 22039"/>
                        <a:gd name="connsiteX10" fmla="*/ 14596 w 29438"/>
                        <a:gd name="connsiteY10" fmla="*/ 16755 h 22039"/>
                        <a:gd name="connsiteX11" fmla="*/ 12279 w 29438"/>
                        <a:gd name="connsiteY11" fmla="*/ 20083 h 22039"/>
                        <a:gd name="connsiteX12" fmla="*/ 8006 w 29438"/>
                        <a:gd name="connsiteY12" fmla="*/ 21410 h 22039"/>
                        <a:gd name="connsiteX13" fmla="*/ 2249 w 29438"/>
                        <a:gd name="connsiteY13" fmla="*/ 18846 h 22039"/>
                        <a:gd name="connsiteX14" fmla="*/ 0 w 29438"/>
                        <a:gd name="connsiteY14" fmla="*/ 11582 h 22039"/>
                        <a:gd name="connsiteX15" fmla="*/ 2024 w 29438"/>
                        <a:gd name="connsiteY15" fmla="*/ 4206 h 22039"/>
                        <a:gd name="connsiteX16" fmla="*/ 8793 w 29438"/>
                        <a:gd name="connsiteY16" fmla="*/ 787 h 22039"/>
                        <a:gd name="connsiteX17" fmla="*/ 8793 w 29438"/>
                        <a:gd name="connsiteY17" fmla="*/ 4071 h 22039"/>
                        <a:gd name="connsiteX18" fmla="*/ 4228 w 29438"/>
                        <a:gd name="connsiteY18" fmla="*/ 6522 h 22039"/>
                        <a:gd name="connsiteX19" fmla="*/ 2901 w 29438"/>
                        <a:gd name="connsiteY19" fmla="*/ 11627 h 22039"/>
                        <a:gd name="connsiteX20" fmla="*/ 4228 w 29438"/>
                        <a:gd name="connsiteY20" fmla="*/ 16327 h 22039"/>
                        <a:gd name="connsiteX21" fmla="*/ 7714 w 29438"/>
                        <a:gd name="connsiteY21" fmla="*/ 17947 h 22039"/>
                        <a:gd name="connsiteX22" fmla="*/ 10593 w 29438"/>
                        <a:gd name="connsiteY22" fmla="*/ 16620 h 22039"/>
                        <a:gd name="connsiteX23" fmla="*/ 12212 w 29438"/>
                        <a:gd name="connsiteY23" fmla="*/ 13291 h 22039"/>
                        <a:gd name="connsiteX24" fmla="*/ 13314 w 29438"/>
                        <a:gd name="connsiteY24" fmla="*/ 8973 h 22039"/>
                        <a:gd name="connsiteX25" fmla="*/ 14685 w 29438"/>
                        <a:gd name="connsiteY25" fmla="*/ 4655 h 22039"/>
                        <a:gd name="connsiteX26" fmla="*/ 17092 w 29438"/>
                        <a:gd name="connsiteY26" fmla="*/ 1327 h 22039"/>
                        <a:gd name="connsiteX27" fmla="*/ 21298 w 29438"/>
                        <a:gd name="connsiteY27" fmla="*/ 0 h 22039"/>
                        <a:gd name="connsiteX28" fmla="*/ 24828 w 29438"/>
                        <a:gd name="connsiteY28" fmla="*/ 855 h 22039"/>
                        <a:gd name="connsiteX29" fmla="*/ 27392 w 29438"/>
                        <a:gd name="connsiteY29" fmla="*/ 3239 h 22039"/>
                        <a:gd name="connsiteX30" fmla="*/ 28922 w 29438"/>
                        <a:gd name="connsiteY30" fmla="*/ 6837 h 22039"/>
                        <a:gd name="connsiteX31" fmla="*/ 29439 w 29438"/>
                        <a:gd name="connsiteY31" fmla="*/ 11402 h 22039"/>
                        <a:gd name="connsiteX32" fmla="*/ 28719 w 29438"/>
                        <a:gd name="connsiteY32" fmla="*/ 15810 h 22039"/>
                        <a:gd name="connsiteX33" fmla="*/ 26695 w 29438"/>
                        <a:gd name="connsiteY33" fmla="*/ 19071 h 22039"/>
                        <a:gd name="connsiteX34" fmla="*/ 23681 w 29438"/>
                        <a:gd name="connsiteY34" fmla="*/ 21185 h 22039"/>
                        <a:gd name="connsiteX35" fmla="*/ 19948 w 29438"/>
                        <a:gd name="connsiteY35" fmla="*/ 22040 h 22039"/>
                        <a:gd name="connsiteX36" fmla="*/ 19948 w 29438"/>
                        <a:gd name="connsiteY36" fmla="*/ 18756 h 22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9438" h="22039">
                          <a:moveTo>
                            <a:pt x="19993" y="18734"/>
                          </a:moveTo>
                          <a:cubicBezTo>
                            <a:pt x="22400" y="18239"/>
                            <a:pt x="24109" y="17317"/>
                            <a:pt x="25098" y="16013"/>
                          </a:cubicBezTo>
                          <a:cubicBezTo>
                            <a:pt x="26088" y="14708"/>
                            <a:pt x="26583" y="12819"/>
                            <a:pt x="26583" y="10368"/>
                          </a:cubicBezTo>
                          <a:cubicBezTo>
                            <a:pt x="26583" y="9176"/>
                            <a:pt x="26447" y="8164"/>
                            <a:pt x="26155" y="7287"/>
                          </a:cubicBezTo>
                          <a:cubicBezTo>
                            <a:pt x="25863" y="6432"/>
                            <a:pt x="25481" y="5712"/>
                            <a:pt x="24986" y="5150"/>
                          </a:cubicBezTo>
                          <a:cubicBezTo>
                            <a:pt x="24491" y="4588"/>
                            <a:pt x="23951" y="4161"/>
                            <a:pt x="23344" y="3891"/>
                          </a:cubicBezTo>
                          <a:cubicBezTo>
                            <a:pt x="22737" y="3598"/>
                            <a:pt x="22085" y="3463"/>
                            <a:pt x="21410" y="3463"/>
                          </a:cubicBezTo>
                          <a:cubicBezTo>
                            <a:pt x="20038" y="3463"/>
                            <a:pt x="19026" y="3913"/>
                            <a:pt x="18351" y="4790"/>
                          </a:cubicBezTo>
                          <a:cubicBezTo>
                            <a:pt x="17677" y="5667"/>
                            <a:pt x="17159" y="6769"/>
                            <a:pt x="16777" y="8119"/>
                          </a:cubicBezTo>
                          <a:cubicBezTo>
                            <a:pt x="16395" y="9468"/>
                            <a:pt x="16080" y="10885"/>
                            <a:pt x="15810" y="12437"/>
                          </a:cubicBezTo>
                          <a:cubicBezTo>
                            <a:pt x="15540" y="13989"/>
                            <a:pt x="15135" y="15428"/>
                            <a:pt x="14596" y="16755"/>
                          </a:cubicBezTo>
                          <a:cubicBezTo>
                            <a:pt x="14056" y="18082"/>
                            <a:pt x="13291" y="19184"/>
                            <a:pt x="12279" y="20083"/>
                          </a:cubicBezTo>
                          <a:cubicBezTo>
                            <a:pt x="11267" y="20983"/>
                            <a:pt x="9850" y="21410"/>
                            <a:pt x="8006" y="21410"/>
                          </a:cubicBezTo>
                          <a:cubicBezTo>
                            <a:pt x="5667" y="21410"/>
                            <a:pt x="3756" y="20556"/>
                            <a:pt x="2249" y="18846"/>
                          </a:cubicBezTo>
                          <a:cubicBezTo>
                            <a:pt x="765" y="17137"/>
                            <a:pt x="0" y="14708"/>
                            <a:pt x="0" y="11582"/>
                          </a:cubicBezTo>
                          <a:cubicBezTo>
                            <a:pt x="0" y="8456"/>
                            <a:pt x="675" y="6095"/>
                            <a:pt x="2024" y="4206"/>
                          </a:cubicBezTo>
                          <a:cubicBezTo>
                            <a:pt x="3373" y="2316"/>
                            <a:pt x="5622" y="1169"/>
                            <a:pt x="8793" y="787"/>
                          </a:cubicBezTo>
                          <a:lnTo>
                            <a:pt x="8793" y="4071"/>
                          </a:lnTo>
                          <a:cubicBezTo>
                            <a:pt x="6634" y="4363"/>
                            <a:pt x="5105" y="5173"/>
                            <a:pt x="4228" y="6522"/>
                          </a:cubicBezTo>
                          <a:cubicBezTo>
                            <a:pt x="3351" y="7871"/>
                            <a:pt x="2901" y="9581"/>
                            <a:pt x="2901" y="11627"/>
                          </a:cubicBezTo>
                          <a:cubicBezTo>
                            <a:pt x="2901" y="13674"/>
                            <a:pt x="3351" y="15248"/>
                            <a:pt x="4228" y="16327"/>
                          </a:cubicBezTo>
                          <a:cubicBezTo>
                            <a:pt x="5105" y="17407"/>
                            <a:pt x="6274" y="17947"/>
                            <a:pt x="7714" y="17947"/>
                          </a:cubicBezTo>
                          <a:cubicBezTo>
                            <a:pt x="8973" y="17947"/>
                            <a:pt x="9940" y="17497"/>
                            <a:pt x="10593" y="16620"/>
                          </a:cubicBezTo>
                          <a:cubicBezTo>
                            <a:pt x="11267" y="15743"/>
                            <a:pt x="11807" y="14641"/>
                            <a:pt x="12212" y="13291"/>
                          </a:cubicBezTo>
                          <a:cubicBezTo>
                            <a:pt x="12617" y="11964"/>
                            <a:pt x="12999" y="10525"/>
                            <a:pt x="13314" y="8973"/>
                          </a:cubicBezTo>
                          <a:cubicBezTo>
                            <a:pt x="13629" y="7422"/>
                            <a:pt x="14101" y="5982"/>
                            <a:pt x="14685" y="4655"/>
                          </a:cubicBezTo>
                          <a:cubicBezTo>
                            <a:pt x="15270" y="3328"/>
                            <a:pt x="16080" y="2226"/>
                            <a:pt x="17092" y="1327"/>
                          </a:cubicBezTo>
                          <a:cubicBezTo>
                            <a:pt x="18104" y="450"/>
                            <a:pt x="19498" y="0"/>
                            <a:pt x="21298" y="0"/>
                          </a:cubicBezTo>
                          <a:cubicBezTo>
                            <a:pt x="22624" y="0"/>
                            <a:pt x="23816" y="292"/>
                            <a:pt x="24828" y="855"/>
                          </a:cubicBezTo>
                          <a:cubicBezTo>
                            <a:pt x="25863" y="1439"/>
                            <a:pt x="26717" y="2226"/>
                            <a:pt x="27392" y="3239"/>
                          </a:cubicBezTo>
                          <a:cubicBezTo>
                            <a:pt x="28067" y="4251"/>
                            <a:pt x="28584" y="5443"/>
                            <a:pt x="28922" y="6837"/>
                          </a:cubicBezTo>
                          <a:cubicBezTo>
                            <a:pt x="29259" y="8231"/>
                            <a:pt x="29439" y="9738"/>
                            <a:pt x="29439" y="11402"/>
                          </a:cubicBezTo>
                          <a:cubicBezTo>
                            <a:pt x="29439" y="13066"/>
                            <a:pt x="29191" y="14528"/>
                            <a:pt x="28719" y="15810"/>
                          </a:cubicBezTo>
                          <a:cubicBezTo>
                            <a:pt x="28224" y="17092"/>
                            <a:pt x="27550" y="18172"/>
                            <a:pt x="26695" y="19071"/>
                          </a:cubicBezTo>
                          <a:cubicBezTo>
                            <a:pt x="25841" y="19971"/>
                            <a:pt x="24828" y="20668"/>
                            <a:pt x="23681" y="21185"/>
                          </a:cubicBezTo>
                          <a:cubicBezTo>
                            <a:pt x="22534" y="21680"/>
                            <a:pt x="21298" y="21972"/>
                            <a:pt x="19948" y="22040"/>
                          </a:cubicBezTo>
                          <a:lnTo>
                            <a:pt x="19948" y="18756"/>
                          </a:lnTo>
                          <a:close/>
                        </a:path>
                      </a:pathLst>
                    </a:custGeom>
                    <a:solidFill>
                      <a:srgbClr val="231F20"/>
                    </a:solidFill>
                    <a:ln w="2249" cap="flat">
                      <a:noFill/>
                      <a:prstDash val="solid"/>
                      <a:miter/>
                    </a:ln>
                  </p:spPr>
                  <p:txBody>
                    <a:bodyPr rtlCol="0" anchor="ctr"/>
                    <a:lstStyle/>
                    <a:p>
                      <a:endParaRPr lang="en-US"/>
                    </a:p>
                  </p:txBody>
                </p:sp>
                <p:sp>
                  <p:nvSpPr>
                    <p:cNvPr id="3501" name="Freeform 3500">
                      <a:extLst>
                        <a:ext uri="{FF2B5EF4-FFF2-40B4-BE49-F238E27FC236}">
                          <a16:creationId xmlns:a16="http://schemas.microsoft.com/office/drawing/2014/main" id="{FE2E06AF-8326-7069-D8C5-0CB9DD54D125}"/>
                        </a:ext>
                      </a:extLst>
                    </p:cNvPr>
                    <p:cNvSpPr/>
                    <p:nvPr/>
                  </p:nvSpPr>
                  <p:spPr>
                    <a:xfrm>
                      <a:off x="3405774" y="2811661"/>
                      <a:ext cx="29461" cy="24895"/>
                    </a:xfrm>
                    <a:custGeom>
                      <a:avLst/>
                      <a:gdLst>
                        <a:gd name="connsiteX0" fmla="*/ 9558 w 29461"/>
                        <a:gd name="connsiteY0" fmla="*/ 3733 h 24895"/>
                        <a:gd name="connsiteX1" fmla="*/ 4678 w 29461"/>
                        <a:gd name="connsiteY1" fmla="*/ 6702 h 24895"/>
                        <a:gd name="connsiteX2" fmla="*/ 2924 w 29461"/>
                        <a:gd name="connsiteY2" fmla="*/ 12054 h 24895"/>
                        <a:gd name="connsiteX3" fmla="*/ 3958 w 29461"/>
                        <a:gd name="connsiteY3" fmla="*/ 16327 h 24895"/>
                        <a:gd name="connsiteX4" fmla="*/ 6680 w 29461"/>
                        <a:gd name="connsiteY4" fmla="*/ 19251 h 24895"/>
                        <a:gd name="connsiteX5" fmla="*/ 10503 w 29461"/>
                        <a:gd name="connsiteY5" fmla="*/ 20915 h 24895"/>
                        <a:gd name="connsiteX6" fmla="*/ 14798 w 29461"/>
                        <a:gd name="connsiteY6" fmla="*/ 21455 h 24895"/>
                        <a:gd name="connsiteX7" fmla="*/ 19116 w 29461"/>
                        <a:gd name="connsiteY7" fmla="*/ 20938 h 24895"/>
                        <a:gd name="connsiteX8" fmla="*/ 22895 w 29461"/>
                        <a:gd name="connsiteY8" fmla="*/ 19296 h 24895"/>
                        <a:gd name="connsiteX9" fmla="*/ 25571 w 29461"/>
                        <a:gd name="connsiteY9" fmla="*/ 16372 h 24895"/>
                        <a:gd name="connsiteX10" fmla="*/ 26560 w 29461"/>
                        <a:gd name="connsiteY10" fmla="*/ 12054 h 24895"/>
                        <a:gd name="connsiteX11" fmla="*/ 24559 w 29461"/>
                        <a:gd name="connsiteY11" fmla="*/ 6252 h 24895"/>
                        <a:gd name="connsiteX12" fmla="*/ 19049 w 29461"/>
                        <a:gd name="connsiteY12" fmla="*/ 3463 h 24895"/>
                        <a:gd name="connsiteX13" fmla="*/ 19049 w 29461"/>
                        <a:gd name="connsiteY13" fmla="*/ 0 h 24895"/>
                        <a:gd name="connsiteX14" fmla="*/ 23277 w 29461"/>
                        <a:gd name="connsiteY14" fmla="*/ 1372 h 24895"/>
                        <a:gd name="connsiteX15" fmla="*/ 26560 w 29461"/>
                        <a:gd name="connsiteY15" fmla="*/ 3801 h 24895"/>
                        <a:gd name="connsiteX16" fmla="*/ 28697 w 29461"/>
                        <a:gd name="connsiteY16" fmla="*/ 7332 h 24895"/>
                        <a:gd name="connsiteX17" fmla="*/ 29462 w 29461"/>
                        <a:gd name="connsiteY17" fmla="*/ 12032 h 24895"/>
                        <a:gd name="connsiteX18" fmla="*/ 28337 w 29461"/>
                        <a:gd name="connsiteY18" fmla="*/ 17812 h 24895"/>
                        <a:gd name="connsiteX19" fmla="*/ 25234 w 29461"/>
                        <a:gd name="connsiteY19" fmla="*/ 21815 h 24895"/>
                        <a:gd name="connsiteX20" fmla="*/ 20556 w 29461"/>
                        <a:gd name="connsiteY20" fmla="*/ 24131 h 24895"/>
                        <a:gd name="connsiteX21" fmla="*/ 14776 w 29461"/>
                        <a:gd name="connsiteY21" fmla="*/ 24896 h 24895"/>
                        <a:gd name="connsiteX22" fmla="*/ 9198 w 29461"/>
                        <a:gd name="connsiteY22" fmla="*/ 24064 h 24895"/>
                        <a:gd name="connsiteX23" fmla="*/ 4476 w 29461"/>
                        <a:gd name="connsiteY23" fmla="*/ 21612 h 24895"/>
                        <a:gd name="connsiteX24" fmla="*/ 1215 w 29461"/>
                        <a:gd name="connsiteY24" fmla="*/ 17587 h 24895"/>
                        <a:gd name="connsiteX25" fmla="*/ 0 w 29461"/>
                        <a:gd name="connsiteY25" fmla="*/ 12054 h 24895"/>
                        <a:gd name="connsiteX26" fmla="*/ 2316 w 29461"/>
                        <a:gd name="connsiteY26" fmla="*/ 4206 h 24895"/>
                        <a:gd name="connsiteX27" fmla="*/ 9558 w 29461"/>
                        <a:gd name="connsiteY27" fmla="*/ 450 h 24895"/>
                        <a:gd name="connsiteX28" fmla="*/ 9558 w 29461"/>
                        <a:gd name="connsiteY28" fmla="*/ 3733 h 24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9461" h="24895">
                          <a:moveTo>
                            <a:pt x="9558" y="3733"/>
                          </a:moveTo>
                          <a:cubicBezTo>
                            <a:pt x="7467" y="4318"/>
                            <a:pt x="5848" y="5308"/>
                            <a:pt x="4678" y="6702"/>
                          </a:cubicBezTo>
                          <a:cubicBezTo>
                            <a:pt x="3509" y="8096"/>
                            <a:pt x="2924" y="9895"/>
                            <a:pt x="2924" y="12054"/>
                          </a:cubicBezTo>
                          <a:cubicBezTo>
                            <a:pt x="2924" y="13719"/>
                            <a:pt x="3261" y="15135"/>
                            <a:pt x="3958" y="16327"/>
                          </a:cubicBezTo>
                          <a:cubicBezTo>
                            <a:pt x="4633" y="17519"/>
                            <a:pt x="5555" y="18486"/>
                            <a:pt x="6680" y="19251"/>
                          </a:cubicBezTo>
                          <a:cubicBezTo>
                            <a:pt x="7804" y="20016"/>
                            <a:pt x="9086" y="20555"/>
                            <a:pt x="10503" y="20915"/>
                          </a:cubicBezTo>
                          <a:cubicBezTo>
                            <a:pt x="11920" y="21275"/>
                            <a:pt x="13359" y="21455"/>
                            <a:pt x="14798" y="21455"/>
                          </a:cubicBezTo>
                          <a:cubicBezTo>
                            <a:pt x="16238" y="21455"/>
                            <a:pt x="17722" y="21275"/>
                            <a:pt x="19116" y="20938"/>
                          </a:cubicBezTo>
                          <a:cubicBezTo>
                            <a:pt x="20510" y="20600"/>
                            <a:pt x="21770" y="20038"/>
                            <a:pt x="22895" y="19296"/>
                          </a:cubicBezTo>
                          <a:cubicBezTo>
                            <a:pt x="24019" y="18554"/>
                            <a:pt x="24896" y="17564"/>
                            <a:pt x="25571" y="16372"/>
                          </a:cubicBezTo>
                          <a:cubicBezTo>
                            <a:pt x="26245" y="15180"/>
                            <a:pt x="26560" y="13741"/>
                            <a:pt x="26560" y="12054"/>
                          </a:cubicBezTo>
                          <a:cubicBezTo>
                            <a:pt x="26560" y="9648"/>
                            <a:pt x="25886" y="7714"/>
                            <a:pt x="24559" y="6252"/>
                          </a:cubicBezTo>
                          <a:cubicBezTo>
                            <a:pt x="23232" y="4790"/>
                            <a:pt x="21388" y="3868"/>
                            <a:pt x="19049" y="3463"/>
                          </a:cubicBezTo>
                          <a:lnTo>
                            <a:pt x="19049" y="0"/>
                          </a:lnTo>
                          <a:cubicBezTo>
                            <a:pt x="20601" y="292"/>
                            <a:pt x="22017" y="742"/>
                            <a:pt x="23277" y="1372"/>
                          </a:cubicBezTo>
                          <a:cubicBezTo>
                            <a:pt x="24559" y="2002"/>
                            <a:pt x="25661" y="2811"/>
                            <a:pt x="26560" y="3801"/>
                          </a:cubicBezTo>
                          <a:cubicBezTo>
                            <a:pt x="27482" y="4790"/>
                            <a:pt x="28180" y="5960"/>
                            <a:pt x="28697" y="7332"/>
                          </a:cubicBezTo>
                          <a:cubicBezTo>
                            <a:pt x="29192" y="8703"/>
                            <a:pt x="29462" y="10255"/>
                            <a:pt x="29462" y="12032"/>
                          </a:cubicBezTo>
                          <a:cubicBezTo>
                            <a:pt x="29462" y="14258"/>
                            <a:pt x="29079" y="16192"/>
                            <a:pt x="28337" y="17812"/>
                          </a:cubicBezTo>
                          <a:cubicBezTo>
                            <a:pt x="27595" y="19431"/>
                            <a:pt x="26538" y="20758"/>
                            <a:pt x="25234" y="21815"/>
                          </a:cubicBezTo>
                          <a:cubicBezTo>
                            <a:pt x="23929" y="22849"/>
                            <a:pt x="22355" y="23637"/>
                            <a:pt x="20556" y="24131"/>
                          </a:cubicBezTo>
                          <a:cubicBezTo>
                            <a:pt x="18757" y="24626"/>
                            <a:pt x="16822" y="24896"/>
                            <a:pt x="14776" y="24896"/>
                          </a:cubicBezTo>
                          <a:cubicBezTo>
                            <a:pt x="12842" y="24896"/>
                            <a:pt x="10975" y="24626"/>
                            <a:pt x="9198" y="24064"/>
                          </a:cubicBezTo>
                          <a:cubicBezTo>
                            <a:pt x="7422" y="23502"/>
                            <a:pt x="5848" y="22692"/>
                            <a:pt x="4476" y="21612"/>
                          </a:cubicBezTo>
                          <a:cubicBezTo>
                            <a:pt x="3104" y="20533"/>
                            <a:pt x="2024" y="19184"/>
                            <a:pt x="1215" y="17587"/>
                          </a:cubicBezTo>
                          <a:cubicBezTo>
                            <a:pt x="405" y="15990"/>
                            <a:pt x="0" y="14146"/>
                            <a:pt x="0" y="12054"/>
                          </a:cubicBezTo>
                          <a:cubicBezTo>
                            <a:pt x="0" y="8816"/>
                            <a:pt x="765" y="6207"/>
                            <a:pt x="2316" y="4206"/>
                          </a:cubicBezTo>
                          <a:cubicBezTo>
                            <a:pt x="3868" y="2204"/>
                            <a:pt x="6275" y="967"/>
                            <a:pt x="9558" y="450"/>
                          </a:cubicBezTo>
                          <a:lnTo>
                            <a:pt x="9558" y="3733"/>
                          </a:lnTo>
                          <a:close/>
                        </a:path>
                      </a:pathLst>
                    </a:custGeom>
                    <a:solidFill>
                      <a:srgbClr val="231F20"/>
                    </a:solidFill>
                    <a:ln w="2249" cap="flat">
                      <a:noFill/>
                      <a:prstDash val="solid"/>
                      <a:miter/>
                    </a:ln>
                  </p:spPr>
                  <p:txBody>
                    <a:bodyPr rtlCol="0" anchor="ctr"/>
                    <a:lstStyle/>
                    <a:p>
                      <a:endParaRPr lang="en-US"/>
                    </a:p>
                  </p:txBody>
                </p:sp>
                <p:sp>
                  <p:nvSpPr>
                    <p:cNvPr id="3502" name="Freeform 3501">
                      <a:extLst>
                        <a:ext uri="{FF2B5EF4-FFF2-40B4-BE49-F238E27FC236}">
                          <a16:creationId xmlns:a16="http://schemas.microsoft.com/office/drawing/2014/main" id="{214F7137-81E5-6414-E63E-DB473E08E505}"/>
                        </a:ext>
                      </a:extLst>
                    </p:cNvPr>
                    <p:cNvSpPr/>
                    <p:nvPr/>
                  </p:nvSpPr>
                  <p:spPr>
                    <a:xfrm>
                      <a:off x="3405774" y="2792545"/>
                      <a:ext cx="28719" cy="12481"/>
                    </a:xfrm>
                    <a:custGeom>
                      <a:avLst/>
                      <a:gdLst>
                        <a:gd name="connsiteX0" fmla="*/ 28719 w 28719"/>
                        <a:gd name="connsiteY0" fmla="*/ 9243 h 12481"/>
                        <a:gd name="connsiteX1" fmla="*/ 28719 w 28719"/>
                        <a:gd name="connsiteY1" fmla="*/ 12482 h 12481"/>
                        <a:gd name="connsiteX2" fmla="*/ 765 w 28719"/>
                        <a:gd name="connsiteY2" fmla="*/ 12482 h 12481"/>
                        <a:gd name="connsiteX3" fmla="*/ 765 w 28719"/>
                        <a:gd name="connsiteY3" fmla="*/ 9243 h 12481"/>
                        <a:gd name="connsiteX4" fmla="*/ 6005 w 28719"/>
                        <a:gd name="connsiteY4" fmla="*/ 9243 h 12481"/>
                        <a:gd name="connsiteX5" fmla="*/ 6005 w 28719"/>
                        <a:gd name="connsiteY5" fmla="*/ 9131 h 12481"/>
                        <a:gd name="connsiteX6" fmla="*/ 1327 w 28719"/>
                        <a:gd name="connsiteY6" fmla="*/ 5645 h 12481"/>
                        <a:gd name="connsiteX7" fmla="*/ 0 w 28719"/>
                        <a:gd name="connsiteY7" fmla="*/ 0 h 12481"/>
                        <a:gd name="connsiteX8" fmla="*/ 3509 w 28719"/>
                        <a:gd name="connsiteY8" fmla="*/ 0 h 12481"/>
                        <a:gd name="connsiteX9" fmla="*/ 4363 w 28719"/>
                        <a:gd name="connsiteY9" fmla="*/ 4543 h 12481"/>
                        <a:gd name="connsiteX10" fmla="*/ 6837 w 28719"/>
                        <a:gd name="connsiteY10" fmla="*/ 7377 h 12481"/>
                        <a:gd name="connsiteX11" fmla="*/ 10525 w 28719"/>
                        <a:gd name="connsiteY11" fmla="*/ 8838 h 12481"/>
                        <a:gd name="connsiteX12" fmla="*/ 14978 w 28719"/>
                        <a:gd name="connsiteY12" fmla="*/ 9243 h 12481"/>
                        <a:gd name="connsiteX13" fmla="*/ 28697 w 28719"/>
                        <a:gd name="connsiteY13" fmla="*/ 9243 h 1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719" h="12481">
                          <a:moveTo>
                            <a:pt x="28719" y="9243"/>
                          </a:moveTo>
                          <a:lnTo>
                            <a:pt x="28719" y="12482"/>
                          </a:lnTo>
                          <a:lnTo>
                            <a:pt x="765" y="12482"/>
                          </a:lnTo>
                          <a:lnTo>
                            <a:pt x="765" y="9243"/>
                          </a:lnTo>
                          <a:lnTo>
                            <a:pt x="6005" y="9243"/>
                          </a:lnTo>
                          <a:lnTo>
                            <a:pt x="6005" y="9131"/>
                          </a:lnTo>
                          <a:cubicBezTo>
                            <a:pt x="3778" y="8231"/>
                            <a:pt x="2227" y="7062"/>
                            <a:pt x="1327" y="5645"/>
                          </a:cubicBezTo>
                          <a:cubicBezTo>
                            <a:pt x="450" y="4228"/>
                            <a:pt x="0" y="2339"/>
                            <a:pt x="0" y="0"/>
                          </a:cubicBezTo>
                          <a:lnTo>
                            <a:pt x="3509" y="0"/>
                          </a:lnTo>
                          <a:cubicBezTo>
                            <a:pt x="3463" y="1844"/>
                            <a:pt x="3756" y="3351"/>
                            <a:pt x="4363" y="4543"/>
                          </a:cubicBezTo>
                          <a:cubicBezTo>
                            <a:pt x="4970" y="5735"/>
                            <a:pt x="5802" y="6679"/>
                            <a:pt x="6837" y="7377"/>
                          </a:cubicBezTo>
                          <a:cubicBezTo>
                            <a:pt x="7871" y="8074"/>
                            <a:pt x="9108" y="8569"/>
                            <a:pt x="10525" y="8838"/>
                          </a:cubicBezTo>
                          <a:cubicBezTo>
                            <a:pt x="11942" y="9108"/>
                            <a:pt x="13426" y="9243"/>
                            <a:pt x="14978" y="9243"/>
                          </a:cubicBezTo>
                          <a:lnTo>
                            <a:pt x="28697" y="9243"/>
                          </a:lnTo>
                          <a:close/>
                        </a:path>
                      </a:pathLst>
                    </a:custGeom>
                    <a:solidFill>
                      <a:srgbClr val="231F20"/>
                    </a:solidFill>
                    <a:ln w="2249" cap="flat">
                      <a:noFill/>
                      <a:prstDash val="solid"/>
                      <a:miter/>
                    </a:ln>
                  </p:spPr>
                  <p:txBody>
                    <a:bodyPr rtlCol="0" anchor="ctr"/>
                    <a:lstStyle/>
                    <a:p>
                      <a:endParaRPr lang="en-US"/>
                    </a:p>
                  </p:txBody>
                </p:sp>
                <p:sp>
                  <p:nvSpPr>
                    <p:cNvPr id="3503" name="Freeform 3502">
                      <a:extLst>
                        <a:ext uri="{FF2B5EF4-FFF2-40B4-BE49-F238E27FC236}">
                          <a16:creationId xmlns:a16="http://schemas.microsoft.com/office/drawing/2014/main" id="{22326D47-6382-2AF3-321A-624A408698FE}"/>
                        </a:ext>
                      </a:extLst>
                    </p:cNvPr>
                    <p:cNvSpPr/>
                    <p:nvPr/>
                  </p:nvSpPr>
                  <p:spPr>
                    <a:xfrm>
                      <a:off x="3395632" y="2783347"/>
                      <a:ext cx="38861" cy="3553"/>
                    </a:xfrm>
                    <a:custGeom>
                      <a:avLst/>
                      <a:gdLst>
                        <a:gd name="connsiteX0" fmla="*/ 4813 w 38861"/>
                        <a:gd name="connsiteY0" fmla="*/ 3553 h 3553"/>
                        <a:gd name="connsiteX1" fmla="*/ 0 w 38861"/>
                        <a:gd name="connsiteY1" fmla="*/ 3553 h 3553"/>
                        <a:gd name="connsiteX2" fmla="*/ 0 w 38861"/>
                        <a:gd name="connsiteY2" fmla="*/ 0 h 3553"/>
                        <a:gd name="connsiteX3" fmla="*/ 4813 w 38861"/>
                        <a:gd name="connsiteY3" fmla="*/ 0 h 3553"/>
                        <a:gd name="connsiteX4" fmla="*/ 4813 w 38861"/>
                        <a:gd name="connsiteY4" fmla="*/ 3553 h 3553"/>
                        <a:gd name="connsiteX5" fmla="*/ 38862 w 38861"/>
                        <a:gd name="connsiteY5" fmla="*/ 3396 h 3553"/>
                        <a:gd name="connsiteX6" fmla="*/ 10907 w 38861"/>
                        <a:gd name="connsiteY6" fmla="*/ 3396 h 3553"/>
                        <a:gd name="connsiteX7" fmla="*/ 10907 w 38861"/>
                        <a:gd name="connsiteY7" fmla="*/ 157 h 3553"/>
                        <a:gd name="connsiteX8" fmla="*/ 38862 w 38861"/>
                        <a:gd name="connsiteY8" fmla="*/ 157 h 3553"/>
                        <a:gd name="connsiteX9" fmla="*/ 38862 w 38861"/>
                        <a:gd name="connsiteY9" fmla="*/ 3396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61" h="3553">
                          <a:moveTo>
                            <a:pt x="4813" y="3553"/>
                          </a:moveTo>
                          <a:lnTo>
                            <a:pt x="0" y="3553"/>
                          </a:lnTo>
                          <a:lnTo>
                            <a:pt x="0" y="0"/>
                          </a:lnTo>
                          <a:lnTo>
                            <a:pt x="4813" y="0"/>
                          </a:lnTo>
                          <a:lnTo>
                            <a:pt x="4813" y="3553"/>
                          </a:lnTo>
                          <a:close/>
                          <a:moveTo>
                            <a:pt x="38862" y="3396"/>
                          </a:moveTo>
                          <a:lnTo>
                            <a:pt x="10907" y="3396"/>
                          </a:lnTo>
                          <a:lnTo>
                            <a:pt x="10907" y="157"/>
                          </a:lnTo>
                          <a:lnTo>
                            <a:pt x="38862" y="157"/>
                          </a:lnTo>
                          <a:lnTo>
                            <a:pt x="38862" y="3396"/>
                          </a:lnTo>
                          <a:close/>
                        </a:path>
                      </a:pathLst>
                    </a:custGeom>
                    <a:solidFill>
                      <a:srgbClr val="231F20"/>
                    </a:solidFill>
                    <a:ln w="2249" cap="flat">
                      <a:noFill/>
                      <a:prstDash val="solid"/>
                      <a:miter/>
                    </a:ln>
                  </p:spPr>
                  <p:txBody>
                    <a:bodyPr rtlCol="0" anchor="ctr"/>
                    <a:lstStyle/>
                    <a:p>
                      <a:endParaRPr lang="en-US"/>
                    </a:p>
                  </p:txBody>
                </p:sp>
                <p:sp>
                  <p:nvSpPr>
                    <p:cNvPr id="3504" name="Freeform 3503">
                      <a:extLst>
                        <a:ext uri="{FF2B5EF4-FFF2-40B4-BE49-F238E27FC236}">
                          <a16:creationId xmlns:a16="http://schemas.microsoft.com/office/drawing/2014/main" id="{414DCB6A-CE34-3450-8B14-20E483D1EE00}"/>
                        </a:ext>
                      </a:extLst>
                    </p:cNvPr>
                    <p:cNvSpPr/>
                    <p:nvPr/>
                  </p:nvSpPr>
                  <p:spPr>
                    <a:xfrm>
                      <a:off x="3405797" y="2737670"/>
                      <a:ext cx="28764" cy="38007"/>
                    </a:xfrm>
                    <a:custGeom>
                      <a:avLst/>
                      <a:gdLst>
                        <a:gd name="connsiteX0" fmla="*/ 28697 w 28764"/>
                        <a:gd name="connsiteY0" fmla="*/ 34769 h 38007"/>
                        <a:gd name="connsiteX1" fmla="*/ 28697 w 28764"/>
                        <a:gd name="connsiteY1" fmla="*/ 38007 h 38007"/>
                        <a:gd name="connsiteX2" fmla="*/ 742 w 28764"/>
                        <a:gd name="connsiteY2" fmla="*/ 38007 h 38007"/>
                        <a:gd name="connsiteX3" fmla="*/ 742 w 28764"/>
                        <a:gd name="connsiteY3" fmla="*/ 34769 h 38007"/>
                        <a:gd name="connsiteX4" fmla="*/ 4948 w 28764"/>
                        <a:gd name="connsiteY4" fmla="*/ 34769 h 38007"/>
                        <a:gd name="connsiteX5" fmla="*/ 4948 w 28764"/>
                        <a:gd name="connsiteY5" fmla="*/ 34656 h 38007"/>
                        <a:gd name="connsiteX6" fmla="*/ 1260 w 28764"/>
                        <a:gd name="connsiteY6" fmla="*/ 31103 h 38007"/>
                        <a:gd name="connsiteX7" fmla="*/ 0 w 28764"/>
                        <a:gd name="connsiteY7" fmla="*/ 26020 h 38007"/>
                        <a:gd name="connsiteX8" fmla="*/ 427 w 28764"/>
                        <a:gd name="connsiteY8" fmla="*/ 22737 h 38007"/>
                        <a:gd name="connsiteX9" fmla="*/ 1597 w 28764"/>
                        <a:gd name="connsiteY9" fmla="*/ 20443 h 38007"/>
                        <a:gd name="connsiteX10" fmla="*/ 3306 w 28764"/>
                        <a:gd name="connsiteY10" fmla="*/ 18869 h 38007"/>
                        <a:gd name="connsiteX11" fmla="*/ 5420 w 28764"/>
                        <a:gd name="connsiteY11" fmla="*/ 17812 h 38007"/>
                        <a:gd name="connsiteX12" fmla="*/ 1350 w 28764"/>
                        <a:gd name="connsiteY12" fmla="*/ 14056 h 38007"/>
                        <a:gd name="connsiteX13" fmla="*/ 23 w 28764"/>
                        <a:gd name="connsiteY13" fmla="*/ 8681 h 38007"/>
                        <a:gd name="connsiteX14" fmla="*/ 967 w 28764"/>
                        <a:gd name="connsiteY14" fmla="*/ 4116 h 38007"/>
                        <a:gd name="connsiteX15" fmla="*/ 3441 w 28764"/>
                        <a:gd name="connsiteY15" fmla="*/ 1507 h 38007"/>
                        <a:gd name="connsiteX16" fmla="*/ 6972 w 28764"/>
                        <a:gd name="connsiteY16" fmla="*/ 292 h 38007"/>
                        <a:gd name="connsiteX17" fmla="*/ 11065 w 28764"/>
                        <a:gd name="connsiteY17" fmla="*/ 0 h 38007"/>
                        <a:gd name="connsiteX18" fmla="*/ 28719 w 28764"/>
                        <a:gd name="connsiteY18" fmla="*/ 0 h 38007"/>
                        <a:gd name="connsiteX19" fmla="*/ 28719 w 28764"/>
                        <a:gd name="connsiteY19" fmla="*/ 3239 h 38007"/>
                        <a:gd name="connsiteX20" fmla="*/ 9401 w 28764"/>
                        <a:gd name="connsiteY20" fmla="*/ 3239 h 38007"/>
                        <a:gd name="connsiteX21" fmla="*/ 4655 w 28764"/>
                        <a:gd name="connsiteY21" fmla="*/ 4498 h 38007"/>
                        <a:gd name="connsiteX22" fmla="*/ 2924 w 28764"/>
                        <a:gd name="connsiteY22" fmla="*/ 9221 h 38007"/>
                        <a:gd name="connsiteX23" fmla="*/ 3711 w 28764"/>
                        <a:gd name="connsiteY23" fmla="*/ 12639 h 38007"/>
                        <a:gd name="connsiteX24" fmla="*/ 6117 w 28764"/>
                        <a:gd name="connsiteY24" fmla="*/ 15518 h 38007"/>
                        <a:gd name="connsiteX25" fmla="*/ 7759 w 28764"/>
                        <a:gd name="connsiteY25" fmla="*/ 16417 h 38007"/>
                        <a:gd name="connsiteX26" fmla="*/ 9738 w 28764"/>
                        <a:gd name="connsiteY26" fmla="*/ 16980 h 38007"/>
                        <a:gd name="connsiteX27" fmla="*/ 11785 w 28764"/>
                        <a:gd name="connsiteY27" fmla="*/ 17272 h 38007"/>
                        <a:gd name="connsiteX28" fmla="*/ 13674 w 28764"/>
                        <a:gd name="connsiteY28" fmla="*/ 17362 h 38007"/>
                        <a:gd name="connsiteX29" fmla="*/ 28742 w 28764"/>
                        <a:gd name="connsiteY29" fmla="*/ 17362 h 38007"/>
                        <a:gd name="connsiteX30" fmla="*/ 28742 w 28764"/>
                        <a:gd name="connsiteY30" fmla="*/ 20600 h 38007"/>
                        <a:gd name="connsiteX31" fmla="*/ 9423 w 28764"/>
                        <a:gd name="connsiteY31" fmla="*/ 20600 h 38007"/>
                        <a:gd name="connsiteX32" fmla="*/ 4678 w 28764"/>
                        <a:gd name="connsiteY32" fmla="*/ 21860 h 38007"/>
                        <a:gd name="connsiteX33" fmla="*/ 2946 w 28764"/>
                        <a:gd name="connsiteY33" fmla="*/ 26583 h 38007"/>
                        <a:gd name="connsiteX34" fmla="*/ 3733 w 28764"/>
                        <a:gd name="connsiteY34" fmla="*/ 30001 h 38007"/>
                        <a:gd name="connsiteX35" fmla="*/ 6140 w 28764"/>
                        <a:gd name="connsiteY35" fmla="*/ 32880 h 38007"/>
                        <a:gd name="connsiteX36" fmla="*/ 7782 w 28764"/>
                        <a:gd name="connsiteY36" fmla="*/ 33779 h 38007"/>
                        <a:gd name="connsiteX37" fmla="*/ 9761 w 28764"/>
                        <a:gd name="connsiteY37" fmla="*/ 34342 h 38007"/>
                        <a:gd name="connsiteX38" fmla="*/ 11807 w 28764"/>
                        <a:gd name="connsiteY38" fmla="*/ 34634 h 38007"/>
                        <a:gd name="connsiteX39" fmla="*/ 13696 w 28764"/>
                        <a:gd name="connsiteY39" fmla="*/ 34724 h 38007"/>
                        <a:gd name="connsiteX40" fmla="*/ 28764 w 28764"/>
                        <a:gd name="connsiteY40" fmla="*/ 34724 h 380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8764" h="38007">
                          <a:moveTo>
                            <a:pt x="28697" y="34769"/>
                          </a:moveTo>
                          <a:lnTo>
                            <a:pt x="28697" y="38007"/>
                          </a:lnTo>
                          <a:lnTo>
                            <a:pt x="742" y="38007"/>
                          </a:lnTo>
                          <a:lnTo>
                            <a:pt x="742" y="34769"/>
                          </a:lnTo>
                          <a:lnTo>
                            <a:pt x="4948" y="34769"/>
                          </a:lnTo>
                          <a:lnTo>
                            <a:pt x="4948" y="34656"/>
                          </a:lnTo>
                          <a:cubicBezTo>
                            <a:pt x="3329" y="33824"/>
                            <a:pt x="2092" y="32632"/>
                            <a:pt x="1260" y="31103"/>
                          </a:cubicBezTo>
                          <a:cubicBezTo>
                            <a:pt x="405" y="29551"/>
                            <a:pt x="0" y="27865"/>
                            <a:pt x="0" y="26020"/>
                          </a:cubicBezTo>
                          <a:cubicBezTo>
                            <a:pt x="0" y="24716"/>
                            <a:pt x="135" y="23637"/>
                            <a:pt x="427" y="22737"/>
                          </a:cubicBezTo>
                          <a:cubicBezTo>
                            <a:pt x="720" y="21837"/>
                            <a:pt x="1102" y="21073"/>
                            <a:pt x="1597" y="20443"/>
                          </a:cubicBezTo>
                          <a:cubicBezTo>
                            <a:pt x="2092" y="19813"/>
                            <a:pt x="2654" y="19296"/>
                            <a:pt x="3306" y="18869"/>
                          </a:cubicBezTo>
                          <a:cubicBezTo>
                            <a:pt x="3958" y="18464"/>
                            <a:pt x="4655" y="18104"/>
                            <a:pt x="5420" y="17812"/>
                          </a:cubicBezTo>
                          <a:cubicBezTo>
                            <a:pt x="3576" y="16867"/>
                            <a:pt x="2226" y="15630"/>
                            <a:pt x="1350" y="14056"/>
                          </a:cubicBezTo>
                          <a:cubicBezTo>
                            <a:pt x="472" y="12482"/>
                            <a:pt x="23" y="10705"/>
                            <a:pt x="23" y="8681"/>
                          </a:cubicBezTo>
                          <a:cubicBezTo>
                            <a:pt x="23" y="6769"/>
                            <a:pt x="337" y="5263"/>
                            <a:pt x="967" y="4116"/>
                          </a:cubicBezTo>
                          <a:cubicBezTo>
                            <a:pt x="1597" y="2991"/>
                            <a:pt x="2429" y="2114"/>
                            <a:pt x="3441" y="1507"/>
                          </a:cubicBezTo>
                          <a:cubicBezTo>
                            <a:pt x="4453" y="900"/>
                            <a:pt x="5645" y="495"/>
                            <a:pt x="6972" y="292"/>
                          </a:cubicBezTo>
                          <a:cubicBezTo>
                            <a:pt x="8299" y="90"/>
                            <a:pt x="9671" y="0"/>
                            <a:pt x="11065" y="0"/>
                          </a:cubicBezTo>
                          <a:lnTo>
                            <a:pt x="28719" y="0"/>
                          </a:lnTo>
                          <a:lnTo>
                            <a:pt x="28719" y="3239"/>
                          </a:lnTo>
                          <a:lnTo>
                            <a:pt x="9401" y="3239"/>
                          </a:lnTo>
                          <a:cubicBezTo>
                            <a:pt x="7377" y="3239"/>
                            <a:pt x="5802" y="3666"/>
                            <a:pt x="4655" y="4498"/>
                          </a:cubicBezTo>
                          <a:cubicBezTo>
                            <a:pt x="3509" y="5353"/>
                            <a:pt x="2924" y="6927"/>
                            <a:pt x="2924" y="9221"/>
                          </a:cubicBezTo>
                          <a:cubicBezTo>
                            <a:pt x="2924" y="10413"/>
                            <a:pt x="3194" y="11560"/>
                            <a:pt x="3711" y="12639"/>
                          </a:cubicBezTo>
                          <a:cubicBezTo>
                            <a:pt x="4228" y="13741"/>
                            <a:pt x="5038" y="14708"/>
                            <a:pt x="6117" y="15518"/>
                          </a:cubicBezTo>
                          <a:cubicBezTo>
                            <a:pt x="6590" y="15878"/>
                            <a:pt x="7129" y="16170"/>
                            <a:pt x="7759" y="16417"/>
                          </a:cubicBezTo>
                          <a:cubicBezTo>
                            <a:pt x="8389" y="16642"/>
                            <a:pt x="9041" y="16845"/>
                            <a:pt x="9738" y="16980"/>
                          </a:cubicBezTo>
                          <a:cubicBezTo>
                            <a:pt x="10413" y="17115"/>
                            <a:pt x="11110" y="17227"/>
                            <a:pt x="11785" y="17272"/>
                          </a:cubicBezTo>
                          <a:cubicBezTo>
                            <a:pt x="12459" y="17317"/>
                            <a:pt x="13089" y="17362"/>
                            <a:pt x="13674" y="17362"/>
                          </a:cubicBezTo>
                          <a:lnTo>
                            <a:pt x="28742" y="17362"/>
                          </a:lnTo>
                          <a:lnTo>
                            <a:pt x="28742" y="20600"/>
                          </a:lnTo>
                          <a:lnTo>
                            <a:pt x="9423" y="20600"/>
                          </a:lnTo>
                          <a:cubicBezTo>
                            <a:pt x="7399" y="20600"/>
                            <a:pt x="5825" y="21028"/>
                            <a:pt x="4678" y="21860"/>
                          </a:cubicBezTo>
                          <a:cubicBezTo>
                            <a:pt x="3531" y="22714"/>
                            <a:pt x="2946" y="24289"/>
                            <a:pt x="2946" y="26583"/>
                          </a:cubicBezTo>
                          <a:cubicBezTo>
                            <a:pt x="2946" y="27775"/>
                            <a:pt x="3216" y="28922"/>
                            <a:pt x="3733" y="30001"/>
                          </a:cubicBezTo>
                          <a:cubicBezTo>
                            <a:pt x="4251" y="31103"/>
                            <a:pt x="5060" y="32070"/>
                            <a:pt x="6140" y="32880"/>
                          </a:cubicBezTo>
                          <a:cubicBezTo>
                            <a:pt x="6612" y="33240"/>
                            <a:pt x="7152" y="33532"/>
                            <a:pt x="7782" y="33779"/>
                          </a:cubicBezTo>
                          <a:cubicBezTo>
                            <a:pt x="8411" y="34004"/>
                            <a:pt x="9063" y="34207"/>
                            <a:pt x="9761" y="34342"/>
                          </a:cubicBezTo>
                          <a:cubicBezTo>
                            <a:pt x="10435" y="34477"/>
                            <a:pt x="11133" y="34589"/>
                            <a:pt x="11807" y="34634"/>
                          </a:cubicBezTo>
                          <a:cubicBezTo>
                            <a:pt x="12482" y="34679"/>
                            <a:pt x="13112" y="34724"/>
                            <a:pt x="13696" y="34724"/>
                          </a:cubicBezTo>
                          <a:lnTo>
                            <a:pt x="28764" y="34724"/>
                          </a:lnTo>
                          <a:close/>
                        </a:path>
                      </a:pathLst>
                    </a:custGeom>
                    <a:solidFill>
                      <a:srgbClr val="231F20"/>
                    </a:solidFill>
                    <a:ln w="2249" cap="flat">
                      <a:noFill/>
                      <a:prstDash val="solid"/>
                      <a:miter/>
                    </a:ln>
                  </p:spPr>
                  <p:txBody>
                    <a:bodyPr rtlCol="0" anchor="ctr"/>
                    <a:lstStyle/>
                    <a:p>
                      <a:endParaRPr lang="en-US"/>
                    </a:p>
                  </p:txBody>
                </p:sp>
                <p:sp>
                  <p:nvSpPr>
                    <p:cNvPr id="3505" name="Freeform 3504">
                      <a:extLst>
                        <a:ext uri="{FF2B5EF4-FFF2-40B4-BE49-F238E27FC236}">
                          <a16:creationId xmlns:a16="http://schemas.microsoft.com/office/drawing/2014/main" id="{E937AF49-E635-DB01-BCBD-33B225DE1AF2}"/>
                        </a:ext>
                      </a:extLst>
                    </p:cNvPr>
                    <p:cNvSpPr/>
                    <p:nvPr/>
                  </p:nvSpPr>
                  <p:spPr>
                    <a:xfrm>
                      <a:off x="3395632" y="2726403"/>
                      <a:ext cx="38861" cy="3553"/>
                    </a:xfrm>
                    <a:custGeom>
                      <a:avLst/>
                      <a:gdLst>
                        <a:gd name="connsiteX0" fmla="*/ 4813 w 38861"/>
                        <a:gd name="connsiteY0" fmla="*/ 3553 h 3553"/>
                        <a:gd name="connsiteX1" fmla="*/ 0 w 38861"/>
                        <a:gd name="connsiteY1" fmla="*/ 3553 h 3553"/>
                        <a:gd name="connsiteX2" fmla="*/ 0 w 38861"/>
                        <a:gd name="connsiteY2" fmla="*/ 0 h 3553"/>
                        <a:gd name="connsiteX3" fmla="*/ 4813 w 38861"/>
                        <a:gd name="connsiteY3" fmla="*/ 0 h 3553"/>
                        <a:gd name="connsiteX4" fmla="*/ 4813 w 38861"/>
                        <a:gd name="connsiteY4" fmla="*/ 3553 h 3553"/>
                        <a:gd name="connsiteX5" fmla="*/ 38862 w 38861"/>
                        <a:gd name="connsiteY5" fmla="*/ 3396 h 3553"/>
                        <a:gd name="connsiteX6" fmla="*/ 10907 w 38861"/>
                        <a:gd name="connsiteY6" fmla="*/ 3396 h 3553"/>
                        <a:gd name="connsiteX7" fmla="*/ 10907 w 38861"/>
                        <a:gd name="connsiteY7" fmla="*/ 157 h 3553"/>
                        <a:gd name="connsiteX8" fmla="*/ 38862 w 38861"/>
                        <a:gd name="connsiteY8" fmla="*/ 157 h 3553"/>
                        <a:gd name="connsiteX9" fmla="*/ 38862 w 38861"/>
                        <a:gd name="connsiteY9" fmla="*/ 3396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61" h="3553">
                          <a:moveTo>
                            <a:pt x="4813" y="3553"/>
                          </a:moveTo>
                          <a:lnTo>
                            <a:pt x="0" y="3553"/>
                          </a:lnTo>
                          <a:lnTo>
                            <a:pt x="0" y="0"/>
                          </a:lnTo>
                          <a:lnTo>
                            <a:pt x="4813" y="0"/>
                          </a:lnTo>
                          <a:lnTo>
                            <a:pt x="4813" y="3553"/>
                          </a:lnTo>
                          <a:close/>
                          <a:moveTo>
                            <a:pt x="38862" y="3396"/>
                          </a:moveTo>
                          <a:lnTo>
                            <a:pt x="10907" y="3396"/>
                          </a:lnTo>
                          <a:lnTo>
                            <a:pt x="10907" y="157"/>
                          </a:lnTo>
                          <a:lnTo>
                            <a:pt x="38862" y="157"/>
                          </a:lnTo>
                          <a:lnTo>
                            <a:pt x="38862" y="3396"/>
                          </a:lnTo>
                          <a:close/>
                        </a:path>
                      </a:pathLst>
                    </a:custGeom>
                    <a:solidFill>
                      <a:srgbClr val="231F20"/>
                    </a:solidFill>
                    <a:ln w="2249" cap="flat">
                      <a:noFill/>
                      <a:prstDash val="solid"/>
                      <a:miter/>
                    </a:ln>
                  </p:spPr>
                  <p:txBody>
                    <a:bodyPr rtlCol="0" anchor="ctr"/>
                    <a:lstStyle/>
                    <a:p>
                      <a:endParaRPr lang="en-US"/>
                    </a:p>
                  </p:txBody>
                </p:sp>
                <p:sp>
                  <p:nvSpPr>
                    <p:cNvPr id="3506" name="Freeform 3505">
                      <a:extLst>
                        <a:ext uri="{FF2B5EF4-FFF2-40B4-BE49-F238E27FC236}">
                          <a16:creationId xmlns:a16="http://schemas.microsoft.com/office/drawing/2014/main" id="{B035B85D-A5F8-DEDA-FECE-EF49529E1400}"/>
                        </a:ext>
                      </a:extLst>
                    </p:cNvPr>
                    <p:cNvSpPr/>
                    <p:nvPr/>
                  </p:nvSpPr>
                  <p:spPr>
                    <a:xfrm>
                      <a:off x="3405774" y="2696109"/>
                      <a:ext cx="28741" cy="22197"/>
                    </a:xfrm>
                    <a:custGeom>
                      <a:avLst/>
                      <a:gdLst>
                        <a:gd name="connsiteX0" fmla="*/ 28719 w 28741"/>
                        <a:gd name="connsiteY0" fmla="*/ 18959 h 22197"/>
                        <a:gd name="connsiteX1" fmla="*/ 28719 w 28741"/>
                        <a:gd name="connsiteY1" fmla="*/ 22197 h 22197"/>
                        <a:gd name="connsiteX2" fmla="*/ 765 w 28741"/>
                        <a:gd name="connsiteY2" fmla="*/ 22197 h 22197"/>
                        <a:gd name="connsiteX3" fmla="*/ 765 w 28741"/>
                        <a:gd name="connsiteY3" fmla="*/ 18959 h 22197"/>
                        <a:gd name="connsiteX4" fmla="*/ 4655 w 28741"/>
                        <a:gd name="connsiteY4" fmla="*/ 18959 h 22197"/>
                        <a:gd name="connsiteX5" fmla="*/ 1305 w 28741"/>
                        <a:gd name="connsiteY5" fmla="*/ 14933 h 22197"/>
                        <a:gd name="connsiteX6" fmla="*/ 0 w 28741"/>
                        <a:gd name="connsiteY6" fmla="*/ 9940 h 22197"/>
                        <a:gd name="connsiteX7" fmla="*/ 900 w 28741"/>
                        <a:gd name="connsiteY7" fmla="*/ 5128 h 22197"/>
                        <a:gd name="connsiteX8" fmla="*/ 4003 w 28741"/>
                        <a:gd name="connsiteY8" fmla="*/ 1394 h 22197"/>
                        <a:gd name="connsiteX9" fmla="*/ 7107 w 28741"/>
                        <a:gd name="connsiteY9" fmla="*/ 180 h 22197"/>
                        <a:gd name="connsiteX10" fmla="*/ 10435 w 28741"/>
                        <a:gd name="connsiteY10" fmla="*/ 0 h 22197"/>
                        <a:gd name="connsiteX11" fmla="*/ 28742 w 28741"/>
                        <a:gd name="connsiteY11" fmla="*/ 0 h 22197"/>
                        <a:gd name="connsiteX12" fmla="*/ 28742 w 28741"/>
                        <a:gd name="connsiteY12" fmla="*/ 3239 h 22197"/>
                        <a:gd name="connsiteX13" fmla="*/ 10503 w 28741"/>
                        <a:gd name="connsiteY13" fmla="*/ 3239 h 22197"/>
                        <a:gd name="connsiteX14" fmla="*/ 4835 w 28741"/>
                        <a:gd name="connsiteY14" fmla="*/ 4903 h 22197"/>
                        <a:gd name="connsiteX15" fmla="*/ 2946 w 28741"/>
                        <a:gd name="connsiteY15" fmla="*/ 10458 h 22197"/>
                        <a:gd name="connsiteX16" fmla="*/ 3396 w 28741"/>
                        <a:gd name="connsiteY16" fmla="*/ 13201 h 22197"/>
                        <a:gd name="connsiteX17" fmla="*/ 4610 w 28741"/>
                        <a:gd name="connsiteY17" fmla="*/ 15450 h 22197"/>
                        <a:gd name="connsiteX18" fmla="*/ 6342 w 28741"/>
                        <a:gd name="connsiteY18" fmla="*/ 17160 h 22197"/>
                        <a:gd name="connsiteX19" fmla="*/ 8389 w 28741"/>
                        <a:gd name="connsiteY19" fmla="*/ 18239 h 22197"/>
                        <a:gd name="connsiteX20" fmla="*/ 10975 w 28741"/>
                        <a:gd name="connsiteY20" fmla="*/ 18824 h 22197"/>
                        <a:gd name="connsiteX21" fmla="*/ 13674 w 28741"/>
                        <a:gd name="connsiteY21" fmla="*/ 18936 h 22197"/>
                        <a:gd name="connsiteX22" fmla="*/ 28742 w 28741"/>
                        <a:gd name="connsiteY22" fmla="*/ 18936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8741" h="22197">
                          <a:moveTo>
                            <a:pt x="28719" y="18959"/>
                          </a:moveTo>
                          <a:lnTo>
                            <a:pt x="28719" y="22197"/>
                          </a:lnTo>
                          <a:lnTo>
                            <a:pt x="765" y="22197"/>
                          </a:lnTo>
                          <a:lnTo>
                            <a:pt x="765" y="18959"/>
                          </a:lnTo>
                          <a:lnTo>
                            <a:pt x="4655" y="18959"/>
                          </a:lnTo>
                          <a:cubicBezTo>
                            <a:pt x="3284" y="17654"/>
                            <a:pt x="2182" y="16327"/>
                            <a:pt x="1305" y="14933"/>
                          </a:cubicBezTo>
                          <a:cubicBezTo>
                            <a:pt x="450" y="13539"/>
                            <a:pt x="0" y="11874"/>
                            <a:pt x="0" y="9940"/>
                          </a:cubicBezTo>
                          <a:cubicBezTo>
                            <a:pt x="0" y="8209"/>
                            <a:pt x="292" y="6612"/>
                            <a:pt x="900" y="5128"/>
                          </a:cubicBezTo>
                          <a:cubicBezTo>
                            <a:pt x="1484" y="3643"/>
                            <a:pt x="2519" y="2406"/>
                            <a:pt x="4003" y="1394"/>
                          </a:cubicBezTo>
                          <a:cubicBezTo>
                            <a:pt x="5015" y="720"/>
                            <a:pt x="6050" y="315"/>
                            <a:pt x="7107" y="180"/>
                          </a:cubicBezTo>
                          <a:cubicBezTo>
                            <a:pt x="8164" y="45"/>
                            <a:pt x="9266" y="0"/>
                            <a:pt x="10435" y="0"/>
                          </a:cubicBezTo>
                          <a:lnTo>
                            <a:pt x="28742" y="0"/>
                          </a:lnTo>
                          <a:lnTo>
                            <a:pt x="28742" y="3239"/>
                          </a:lnTo>
                          <a:lnTo>
                            <a:pt x="10503" y="3239"/>
                          </a:lnTo>
                          <a:cubicBezTo>
                            <a:pt x="7984" y="3239"/>
                            <a:pt x="6095" y="3801"/>
                            <a:pt x="4835" y="4903"/>
                          </a:cubicBezTo>
                          <a:cubicBezTo>
                            <a:pt x="3576" y="6027"/>
                            <a:pt x="2946" y="7871"/>
                            <a:pt x="2946" y="10458"/>
                          </a:cubicBezTo>
                          <a:cubicBezTo>
                            <a:pt x="2946" y="11470"/>
                            <a:pt x="3104" y="12392"/>
                            <a:pt x="3396" y="13201"/>
                          </a:cubicBezTo>
                          <a:cubicBezTo>
                            <a:pt x="3711" y="14033"/>
                            <a:pt x="4116" y="14776"/>
                            <a:pt x="4610" y="15450"/>
                          </a:cubicBezTo>
                          <a:cubicBezTo>
                            <a:pt x="5105" y="16125"/>
                            <a:pt x="5690" y="16687"/>
                            <a:pt x="6342" y="17160"/>
                          </a:cubicBezTo>
                          <a:cubicBezTo>
                            <a:pt x="6995" y="17632"/>
                            <a:pt x="7669" y="17992"/>
                            <a:pt x="8389" y="18239"/>
                          </a:cubicBezTo>
                          <a:cubicBezTo>
                            <a:pt x="9288" y="18554"/>
                            <a:pt x="10143" y="18756"/>
                            <a:pt x="10975" y="18824"/>
                          </a:cubicBezTo>
                          <a:cubicBezTo>
                            <a:pt x="11807" y="18891"/>
                            <a:pt x="12707" y="18936"/>
                            <a:pt x="13674" y="18936"/>
                          </a:cubicBezTo>
                          <a:lnTo>
                            <a:pt x="28742" y="18936"/>
                          </a:lnTo>
                          <a:close/>
                        </a:path>
                      </a:pathLst>
                    </a:custGeom>
                    <a:solidFill>
                      <a:srgbClr val="231F20"/>
                    </a:solidFill>
                    <a:ln w="2249" cap="flat">
                      <a:noFill/>
                      <a:prstDash val="solid"/>
                      <a:miter/>
                    </a:ln>
                  </p:spPr>
                  <p:txBody>
                    <a:bodyPr rtlCol="0" anchor="ctr"/>
                    <a:lstStyle/>
                    <a:p>
                      <a:endParaRPr lang="en-US"/>
                    </a:p>
                  </p:txBody>
                </p:sp>
                <p:sp>
                  <p:nvSpPr>
                    <p:cNvPr id="3507" name="Freeform 3506">
                      <a:extLst>
                        <a:ext uri="{FF2B5EF4-FFF2-40B4-BE49-F238E27FC236}">
                          <a16:creationId xmlns:a16="http://schemas.microsoft.com/office/drawing/2014/main" id="{FC2FA675-B9A4-9D64-A778-1B08DA3CBB77}"/>
                        </a:ext>
                      </a:extLst>
                    </p:cNvPr>
                    <p:cNvSpPr/>
                    <p:nvPr/>
                  </p:nvSpPr>
                  <p:spPr>
                    <a:xfrm>
                      <a:off x="3405819" y="2663410"/>
                      <a:ext cx="29483" cy="26357"/>
                    </a:xfrm>
                    <a:custGeom>
                      <a:avLst/>
                      <a:gdLst>
                        <a:gd name="connsiteX0" fmla="*/ 12369 w 29483"/>
                        <a:gd name="connsiteY0" fmla="*/ 12032 h 26357"/>
                        <a:gd name="connsiteX1" fmla="*/ 12054 w 29483"/>
                        <a:gd name="connsiteY1" fmla="*/ 9850 h 26357"/>
                        <a:gd name="connsiteX2" fmla="*/ 11470 w 29483"/>
                        <a:gd name="connsiteY2" fmla="*/ 7781 h 26357"/>
                        <a:gd name="connsiteX3" fmla="*/ 10210 w 29483"/>
                        <a:gd name="connsiteY3" fmla="*/ 6792 h 26357"/>
                        <a:gd name="connsiteX4" fmla="*/ 8569 w 29483"/>
                        <a:gd name="connsiteY4" fmla="*/ 6612 h 26357"/>
                        <a:gd name="connsiteX5" fmla="*/ 4498 w 29483"/>
                        <a:gd name="connsiteY5" fmla="*/ 8209 h 26357"/>
                        <a:gd name="connsiteX6" fmla="*/ 2901 w 29483"/>
                        <a:gd name="connsiteY6" fmla="*/ 13584 h 26357"/>
                        <a:gd name="connsiteX7" fmla="*/ 3194 w 29483"/>
                        <a:gd name="connsiteY7" fmla="*/ 16665 h 26357"/>
                        <a:gd name="connsiteX8" fmla="*/ 4228 w 29483"/>
                        <a:gd name="connsiteY8" fmla="*/ 19116 h 26357"/>
                        <a:gd name="connsiteX9" fmla="*/ 6162 w 29483"/>
                        <a:gd name="connsiteY9" fmla="*/ 20848 h 26357"/>
                        <a:gd name="connsiteX10" fmla="*/ 9221 w 29483"/>
                        <a:gd name="connsiteY10" fmla="*/ 21747 h 26357"/>
                        <a:gd name="connsiteX11" fmla="*/ 9221 w 29483"/>
                        <a:gd name="connsiteY11" fmla="*/ 25031 h 26357"/>
                        <a:gd name="connsiteX12" fmla="*/ 4993 w 29483"/>
                        <a:gd name="connsiteY12" fmla="*/ 23906 h 26357"/>
                        <a:gd name="connsiteX13" fmla="*/ 2137 w 29483"/>
                        <a:gd name="connsiteY13" fmla="*/ 21388 h 26357"/>
                        <a:gd name="connsiteX14" fmla="*/ 517 w 29483"/>
                        <a:gd name="connsiteY14" fmla="*/ 17834 h 26357"/>
                        <a:gd name="connsiteX15" fmla="*/ 0 w 29483"/>
                        <a:gd name="connsiteY15" fmla="*/ 13539 h 26357"/>
                        <a:gd name="connsiteX16" fmla="*/ 450 w 29483"/>
                        <a:gd name="connsiteY16" fmla="*/ 9581 h 26357"/>
                        <a:gd name="connsiteX17" fmla="*/ 1912 w 29483"/>
                        <a:gd name="connsiteY17" fmla="*/ 6342 h 26357"/>
                        <a:gd name="connsiteX18" fmla="*/ 4588 w 29483"/>
                        <a:gd name="connsiteY18" fmla="*/ 4183 h 26357"/>
                        <a:gd name="connsiteX19" fmla="*/ 8681 w 29483"/>
                        <a:gd name="connsiteY19" fmla="*/ 3396 h 26357"/>
                        <a:gd name="connsiteX20" fmla="*/ 23906 w 29483"/>
                        <a:gd name="connsiteY20" fmla="*/ 3396 h 26357"/>
                        <a:gd name="connsiteX21" fmla="*/ 26313 w 29483"/>
                        <a:gd name="connsiteY21" fmla="*/ 2721 h 26357"/>
                        <a:gd name="connsiteX22" fmla="*/ 26066 w 29483"/>
                        <a:gd name="connsiteY22" fmla="*/ 0 h 26357"/>
                        <a:gd name="connsiteX23" fmla="*/ 28607 w 29483"/>
                        <a:gd name="connsiteY23" fmla="*/ 0 h 26357"/>
                        <a:gd name="connsiteX24" fmla="*/ 28922 w 29483"/>
                        <a:gd name="connsiteY24" fmla="*/ 1102 h 26357"/>
                        <a:gd name="connsiteX25" fmla="*/ 29147 w 29483"/>
                        <a:gd name="connsiteY25" fmla="*/ 2541 h 26357"/>
                        <a:gd name="connsiteX26" fmla="*/ 28989 w 29483"/>
                        <a:gd name="connsiteY26" fmla="*/ 4003 h 26357"/>
                        <a:gd name="connsiteX27" fmla="*/ 28472 w 29483"/>
                        <a:gd name="connsiteY27" fmla="*/ 5308 h 26357"/>
                        <a:gd name="connsiteX28" fmla="*/ 27505 w 29483"/>
                        <a:gd name="connsiteY28" fmla="*/ 6095 h 26357"/>
                        <a:gd name="connsiteX29" fmla="*/ 26268 w 29483"/>
                        <a:gd name="connsiteY29" fmla="*/ 6500 h 26357"/>
                        <a:gd name="connsiteX30" fmla="*/ 24829 w 29483"/>
                        <a:gd name="connsiteY30" fmla="*/ 6612 h 26357"/>
                        <a:gd name="connsiteX31" fmla="*/ 28292 w 29483"/>
                        <a:gd name="connsiteY31" fmla="*/ 11312 h 26357"/>
                        <a:gd name="connsiteX32" fmla="*/ 29484 w 29483"/>
                        <a:gd name="connsiteY32" fmla="*/ 17025 h 26357"/>
                        <a:gd name="connsiteX33" fmla="*/ 28989 w 29483"/>
                        <a:gd name="connsiteY33" fmla="*/ 20556 h 26357"/>
                        <a:gd name="connsiteX34" fmla="*/ 27482 w 29483"/>
                        <a:gd name="connsiteY34" fmla="*/ 23547 h 26357"/>
                        <a:gd name="connsiteX35" fmla="*/ 24963 w 29483"/>
                        <a:gd name="connsiteY35" fmla="*/ 25593 h 26357"/>
                        <a:gd name="connsiteX36" fmla="*/ 21433 w 29483"/>
                        <a:gd name="connsiteY36" fmla="*/ 26358 h 26357"/>
                        <a:gd name="connsiteX37" fmla="*/ 13022 w 29483"/>
                        <a:gd name="connsiteY37" fmla="*/ 16597 h 26357"/>
                        <a:gd name="connsiteX38" fmla="*/ 12437 w 29483"/>
                        <a:gd name="connsiteY38" fmla="*/ 12122 h 26357"/>
                        <a:gd name="connsiteX39" fmla="*/ 14011 w 29483"/>
                        <a:gd name="connsiteY39" fmla="*/ 6589 h 26357"/>
                        <a:gd name="connsiteX40" fmla="*/ 15135 w 29483"/>
                        <a:gd name="connsiteY40" fmla="*/ 10750 h 26357"/>
                        <a:gd name="connsiteX41" fmla="*/ 15563 w 29483"/>
                        <a:gd name="connsiteY41" fmla="*/ 14956 h 26357"/>
                        <a:gd name="connsiteX42" fmla="*/ 17227 w 29483"/>
                        <a:gd name="connsiteY42" fmla="*/ 20758 h 26357"/>
                        <a:gd name="connsiteX43" fmla="*/ 21500 w 29483"/>
                        <a:gd name="connsiteY43" fmla="*/ 22827 h 26357"/>
                        <a:gd name="connsiteX44" fmla="*/ 23749 w 29483"/>
                        <a:gd name="connsiteY44" fmla="*/ 22310 h 26357"/>
                        <a:gd name="connsiteX45" fmla="*/ 25323 w 29483"/>
                        <a:gd name="connsiteY45" fmla="*/ 20960 h 26357"/>
                        <a:gd name="connsiteX46" fmla="*/ 26245 w 29483"/>
                        <a:gd name="connsiteY46" fmla="*/ 19026 h 26357"/>
                        <a:gd name="connsiteX47" fmla="*/ 26538 w 29483"/>
                        <a:gd name="connsiteY47" fmla="*/ 16777 h 26357"/>
                        <a:gd name="connsiteX48" fmla="*/ 26043 w 29483"/>
                        <a:gd name="connsiteY48" fmla="*/ 12999 h 26357"/>
                        <a:gd name="connsiteX49" fmla="*/ 24559 w 29483"/>
                        <a:gd name="connsiteY49" fmla="*/ 9738 h 26357"/>
                        <a:gd name="connsiteX50" fmla="*/ 22017 w 29483"/>
                        <a:gd name="connsiteY50" fmla="*/ 7444 h 26357"/>
                        <a:gd name="connsiteX51" fmla="*/ 18374 w 29483"/>
                        <a:gd name="connsiteY51" fmla="*/ 6589 h 26357"/>
                        <a:gd name="connsiteX52" fmla="*/ 14011 w 29483"/>
                        <a:gd name="connsiteY52" fmla="*/ 6589 h 26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9483" h="26357">
                          <a:moveTo>
                            <a:pt x="12369" y="12032"/>
                          </a:moveTo>
                          <a:cubicBezTo>
                            <a:pt x="12302" y="11425"/>
                            <a:pt x="12189" y="10683"/>
                            <a:pt x="12054" y="9850"/>
                          </a:cubicBezTo>
                          <a:cubicBezTo>
                            <a:pt x="11920" y="8996"/>
                            <a:pt x="11717" y="8321"/>
                            <a:pt x="11470" y="7781"/>
                          </a:cubicBezTo>
                          <a:cubicBezTo>
                            <a:pt x="11222" y="7242"/>
                            <a:pt x="10795" y="6904"/>
                            <a:pt x="10210" y="6792"/>
                          </a:cubicBezTo>
                          <a:cubicBezTo>
                            <a:pt x="9626" y="6657"/>
                            <a:pt x="9063" y="6612"/>
                            <a:pt x="8569" y="6612"/>
                          </a:cubicBezTo>
                          <a:cubicBezTo>
                            <a:pt x="6904" y="6612"/>
                            <a:pt x="5555" y="7152"/>
                            <a:pt x="4498" y="8209"/>
                          </a:cubicBezTo>
                          <a:cubicBezTo>
                            <a:pt x="3441" y="9266"/>
                            <a:pt x="2901" y="11065"/>
                            <a:pt x="2901" y="13584"/>
                          </a:cubicBezTo>
                          <a:cubicBezTo>
                            <a:pt x="2901" y="14708"/>
                            <a:pt x="2991" y="15720"/>
                            <a:pt x="3194" y="16665"/>
                          </a:cubicBezTo>
                          <a:cubicBezTo>
                            <a:pt x="3396" y="17609"/>
                            <a:pt x="3733" y="18419"/>
                            <a:pt x="4228" y="19116"/>
                          </a:cubicBezTo>
                          <a:cubicBezTo>
                            <a:pt x="4723" y="19813"/>
                            <a:pt x="5353" y="20398"/>
                            <a:pt x="6162" y="20848"/>
                          </a:cubicBezTo>
                          <a:cubicBezTo>
                            <a:pt x="6972" y="21298"/>
                            <a:pt x="7984" y="21590"/>
                            <a:pt x="9221" y="21747"/>
                          </a:cubicBezTo>
                          <a:lnTo>
                            <a:pt x="9221" y="25031"/>
                          </a:lnTo>
                          <a:cubicBezTo>
                            <a:pt x="7556" y="24918"/>
                            <a:pt x="6162" y="24536"/>
                            <a:pt x="4993" y="23906"/>
                          </a:cubicBezTo>
                          <a:cubicBezTo>
                            <a:pt x="3823" y="23277"/>
                            <a:pt x="2879" y="22422"/>
                            <a:pt x="2137" y="21388"/>
                          </a:cubicBezTo>
                          <a:cubicBezTo>
                            <a:pt x="1394" y="20353"/>
                            <a:pt x="855" y="19184"/>
                            <a:pt x="517" y="17834"/>
                          </a:cubicBezTo>
                          <a:cubicBezTo>
                            <a:pt x="180" y="16485"/>
                            <a:pt x="0" y="15046"/>
                            <a:pt x="0" y="13539"/>
                          </a:cubicBezTo>
                          <a:cubicBezTo>
                            <a:pt x="0" y="12144"/>
                            <a:pt x="158" y="10817"/>
                            <a:pt x="450" y="9581"/>
                          </a:cubicBezTo>
                          <a:cubicBezTo>
                            <a:pt x="765" y="8344"/>
                            <a:pt x="1237" y="7264"/>
                            <a:pt x="1912" y="6342"/>
                          </a:cubicBezTo>
                          <a:cubicBezTo>
                            <a:pt x="2586" y="5420"/>
                            <a:pt x="3463" y="4700"/>
                            <a:pt x="4588" y="4183"/>
                          </a:cubicBezTo>
                          <a:cubicBezTo>
                            <a:pt x="5712" y="3666"/>
                            <a:pt x="7062" y="3396"/>
                            <a:pt x="8681" y="3396"/>
                          </a:cubicBezTo>
                          <a:lnTo>
                            <a:pt x="23906" y="3396"/>
                          </a:lnTo>
                          <a:cubicBezTo>
                            <a:pt x="25166" y="3396"/>
                            <a:pt x="25976" y="3171"/>
                            <a:pt x="26313" y="2721"/>
                          </a:cubicBezTo>
                          <a:cubicBezTo>
                            <a:pt x="26650" y="2271"/>
                            <a:pt x="26583" y="1372"/>
                            <a:pt x="26066" y="0"/>
                          </a:cubicBezTo>
                          <a:lnTo>
                            <a:pt x="28607" y="0"/>
                          </a:lnTo>
                          <a:cubicBezTo>
                            <a:pt x="28674" y="247"/>
                            <a:pt x="28787" y="630"/>
                            <a:pt x="28922" y="1102"/>
                          </a:cubicBezTo>
                          <a:cubicBezTo>
                            <a:pt x="29057" y="1597"/>
                            <a:pt x="29147" y="2069"/>
                            <a:pt x="29147" y="2541"/>
                          </a:cubicBezTo>
                          <a:cubicBezTo>
                            <a:pt x="29147" y="3036"/>
                            <a:pt x="29102" y="3531"/>
                            <a:pt x="28989" y="4003"/>
                          </a:cubicBezTo>
                          <a:cubicBezTo>
                            <a:pt x="28922" y="4543"/>
                            <a:pt x="28742" y="4970"/>
                            <a:pt x="28472" y="5308"/>
                          </a:cubicBezTo>
                          <a:cubicBezTo>
                            <a:pt x="28202" y="5645"/>
                            <a:pt x="27887" y="5892"/>
                            <a:pt x="27505" y="6095"/>
                          </a:cubicBezTo>
                          <a:cubicBezTo>
                            <a:pt x="27123" y="6297"/>
                            <a:pt x="26718" y="6432"/>
                            <a:pt x="26268" y="6500"/>
                          </a:cubicBezTo>
                          <a:cubicBezTo>
                            <a:pt x="25818" y="6567"/>
                            <a:pt x="25346" y="6612"/>
                            <a:pt x="24829" y="6612"/>
                          </a:cubicBezTo>
                          <a:cubicBezTo>
                            <a:pt x="26335" y="7984"/>
                            <a:pt x="27482" y="9536"/>
                            <a:pt x="28292" y="11312"/>
                          </a:cubicBezTo>
                          <a:cubicBezTo>
                            <a:pt x="29079" y="13066"/>
                            <a:pt x="29484" y="14978"/>
                            <a:pt x="29484" y="17025"/>
                          </a:cubicBezTo>
                          <a:cubicBezTo>
                            <a:pt x="29484" y="18239"/>
                            <a:pt x="29327" y="19431"/>
                            <a:pt x="28989" y="20556"/>
                          </a:cubicBezTo>
                          <a:cubicBezTo>
                            <a:pt x="28652" y="21680"/>
                            <a:pt x="28157" y="22692"/>
                            <a:pt x="27482" y="23547"/>
                          </a:cubicBezTo>
                          <a:cubicBezTo>
                            <a:pt x="26808" y="24401"/>
                            <a:pt x="25953" y="25098"/>
                            <a:pt x="24963" y="25593"/>
                          </a:cubicBezTo>
                          <a:cubicBezTo>
                            <a:pt x="23974" y="26088"/>
                            <a:pt x="22804" y="26358"/>
                            <a:pt x="21433" y="26358"/>
                          </a:cubicBezTo>
                          <a:cubicBezTo>
                            <a:pt x="16687" y="26358"/>
                            <a:pt x="13876" y="23097"/>
                            <a:pt x="13022" y="16597"/>
                          </a:cubicBezTo>
                          <a:lnTo>
                            <a:pt x="12437" y="12122"/>
                          </a:lnTo>
                          <a:close/>
                          <a:moveTo>
                            <a:pt x="14011" y="6589"/>
                          </a:moveTo>
                          <a:cubicBezTo>
                            <a:pt x="14596" y="7961"/>
                            <a:pt x="14956" y="9333"/>
                            <a:pt x="15135" y="10750"/>
                          </a:cubicBezTo>
                          <a:cubicBezTo>
                            <a:pt x="15316" y="12167"/>
                            <a:pt x="15450" y="13561"/>
                            <a:pt x="15563" y="14956"/>
                          </a:cubicBezTo>
                          <a:cubicBezTo>
                            <a:pt x="15743" y="17429"/>
                            <a:pt x="16305" y="19364"/>
                            <a:pt x="17227" y="20758"/>
                          </a:cubicBezTo>
                          <a:cubicBezTo>
                            <a:pt x="18172" y="22152"/>
                            <a:pt x="19589" y="22827"/>
                            <a:pt x="21500" y="22827"/>
                          </a:cubicBezTo>
                          <a:cubicBezTo>
                            <a:pt x="22355" y="22827"/>
                            <a:pt x="23119" y="22647"/>
                            <a:pt x="23749" y="22310"/>
                          </a:cubicBezTo>
                          <a:cubicBezTo>
                            <a:pt x="24379" y="21972"/>
                            <a:pt x="24896" y="21523"/>
                            <a:pt x="25323" y="20960"/>
                          </a:cubicBezTo>
                          <a:cubicBezTo>
                            <a:pt x="25728" y="20398"/>
                            <a:pt x="26043" y="19746"/>
                            <a:pt x="26245" y="19026"/>
                          </a:cubicBezTo>
                          <a:cubicBezTo>
                            <a:pt x="26448" y="18284"/>
                            <a:pt x="26538" y="17542"/>
                            <a:pt x="26538" y="16777"/>
                          </a:cubicBezTo>
                          <a:cubicBezTo>
                            <a:pt x="26538" y="15473"/>
                            <a:pt x="26380" y="14213"/>
                            <a:pt x="26043" y="12999"/>
                          </a:cubicBezTo>
                          <a:cubicBezTo>
                            <a:pt x="25728" y="11785"/>
                            <a:pt x="25234" y="10683"/>
                            <a:pt x="24559" y="9738"/>
                          </a:cubicBezTo>
                          <a:cubicBezTo>
                            <a:pt x="23884" y="8793"/>
                            <a:pt x="23052" y="8029"/>
                            <a:pt x="22017" y="7444"/>
                          </a:cubicBezTo>
                          <a:cubicBezTo>
                            <a:pt x="20983" y="6859"/>
                            <a:pt x="19768" y="6589"/>
                            <a:pt x="18374" y="6589"/>
                          </a:cubicBezTo>
                          <a:lnTo>
                            <a:pt x="14011" y="6589"/>
                          </a:lnTo>
                          <a:close/>
                        </a:path>
                      </a:pathLst>
                    </a:custGeom>
                    <a:solidFill>
                      <a:srgbClr val="231F20"/>
                    </a:solidFill>
                    <a:ln w="2249" cap="flat">
                      <a:noFill/>
                      <a:prstDash val="solid"/>
                      <a:miter/>
                    </a:ln>
                  </p:spPr>
                  <p:txBody>
                    <a:bodyPr rtlCol="0" anchor="ctr"/>
                    <a:lstStyle/>
                    <a:p>
                      <a:endParaRPr lang="en-US"/>
                    </a:p>
                  </p:txBody>
                </p:sp>
                <p:sp>
                  <p:nvSpPr>
                    <p:cNvPr id="3508" name="Freeform 3507">
                      <a:extLst>
                        <a:ext uri="{FF2B5EF4-FFF2-40B4-BE49-F238E27FC236}">
                          <a16:creationId xmlns:a16="http://schemas.microsoft.com/office/drawing/2014/main" id="{8487E9D5-7189-C08F-DC54-77357969B428}"/>
                        </a:ext>
                      </a:extLst>
                    </p:cNvPr>
                    <p:cNvSpPr/>
                    <p:nvPr/>
                  </p:nvSpPr>
                  <p:spPr>
                    <a:xfrm>
                      <a:off x="3398758" y="2648454"/>
                      <a:ext cx="36500" cy="12616"/>
                    </a:xfrm>
                    <a:custGeom>
                      <a:avLst/>
                      <a:gdLst>
                        <a:gd name="connsiteX0" fmla="*/ 35849 w 36500"/>
                        <a:gd name="connsiteY0" fmla="*/ 0 h 12616"/>
                        <a:gd name="connsiteX1" fmla="*/ 36231 w 36500"/>
                        <a:gd name="connsiteY1" fmla="*/ 1574 h 12616"/>
                        <a:gd name="connsiteX2" fmla="*/ 36501 w 36500"/>
                        <a:gd name="connsiteY2" fmla="*/ 3733 h 12616"/>
                        <a:gd name="connsiteX3" fmla="*/ 35286 w 36500"/>
                        <a:gd name="connsiteY3" fmla="*/ 7422 h 12616"/>
                        <a:gd name="connsiteX4" fmla="*/ 30946 w 36500"/>
                        <a:gd name="connsiteY4" fmla="*/ 8681 h 12616"/>
                        <a:gd name="connsiteX5" fmla="*/ 10480 w 36500"/>
                        <a:gd name="connsiteY5" fmla="*/ 8681 h 12616"/>
                        <a:gd name="connsiteX6" fmla="*/ 10480 w 36500"/>
                        <a:gd name="connsiteY6" fmla="*/ 12617 h 12616"/>
                        <a:gd name="connsiteX7" fmla="*/ 7782 w 36500"/>
                        <a:gd name="connsiteY7" fmla="*/ 12617 h 12616"/>
                        <a:gd name="connsiteX8" fmla="*/ 7782 w 36500"/>
                        <a:gd name="connsiteY8" fmla="*/ 8681 h 12616"/>
                        <a:gd name="connsiteX9" fmla="*/ 0 w 36500"/>
                        <a:gd name="connsiteY9" fmla="*/ 8681 h 12616"/>
                        <a:gd name="connsiteX10" fmla="*/ 0 w 36500"/>
                        <a:gd name="connsiteY10" fmla="*/ 5442 h 12616"/>
                        <a:gd name="connsiteX11" fmla="*/ 7782 w 36500"/>
                        <a:gd name="connsiteY11" fmla="*/ 5442 h 12616"/>
                        <a:gd name="connsiteX12" fmla="*/ 7782 w 36500"/>
                        <a:gd name="connsiteY12" fmla="*/ 202 h 12616"/>
                        <a:gd name="connsiteX13" fmla="*/ 10480 w 36500"/>
                        <a:gd name="connsiteY13" fmla="*/ 202 h 12616"/>
                        <a:gd name="connsiteX14" fmla="*/ 10480 w 36500"/>
                        <a:gd name="connsiteY14" fmla="*/ 5442 h 12616"/>
                        <a:gd name="connsiteX15" fmla="*/ 29641 w 36500"/>
                        <a:gd name="connsiteY15" fmla="*/ 5442 h 12616"/>
                        <a:gd name="connsiteX16" fmla="*/ 31418 w 36500"/>
                        <a:gd name="connsiteY16" fmla="*/ 5397 h 12616"/>
                        <a:gd name="connsiteX17" fmla="*/ 32655 w 36500"/>
                        <a:gd name="connsiteY17" fmla="*/ 5083 h 12616"/>
                        <a:gd name="connsiteX18" fmla="*/ 33352 w 36500"/>
                        <a:gd name="connsiteY18" fmla="*/ 4250 h 12616"/>
                        <a:gd name="connsiteX19" fmla="*/ 33577 w 36500"/>
                        <a:gd name="connsiteY19" fmla="*/ 2654 h 12616"/>
                        <a:gd name="connsiteX20" fmla="*/ 33465 w 36500"/>
                        <a:gd name="connsiteY20" fmla="*/ 1327 h 12616"/>
                        <a:gd name="connsiteX21" fmla="*/ 33195 w 36500"/>
                        <a:gd name="connsiteY21" fmla="*/ 0 h 12616"/>
                        <a:gd name="connsiteX22" fmla="*/ 35849 w 36500"/>
                        <a:gd name="connsiteY22" fmla="*/ 0 h 126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500" h="12616">
                          <a:moveTo>
                            <a:pt x="35849" y="0"/>
                          </a:moveTo>
                          <a:cubicBezTo>
                            <a:pt x="35916" y="405"/>
                            <a:pt x="36051" y="922"/>
                            <a:pt x="36231" y="1574"/>
                          </a:cubicBezTo>
                          <a:cubicBezTo>
                            <a:pt x="36411" y="2226"/>
                            <a:pt x="36501" y="2946"/>
                            <a:pt x="36501" y="3733"/>
                          </a:cubicBezTo>
                          <a:cubicBezTo>
                            <a:pt x="36501" y="5353"/>
                            <a:pt x="36096" y="6589"/>
                            <a:pt x="35286" y="7422"/>
                          </a:cubicBezTo>
                          <a:cubicBezTo>
                            <a:pt x="34477" y="8254"/>
                            <a:pt x="33037" y="8681"/>
                            <a:pt x="30946" y="8681"/>
                          </a:cubicBezTo>
                          <a:lnTo>
                            <a:pt x="10480" y="8681"/>
                          </a:lnTo>
                          <a:lnTo>
                            <a:pt x="10480" y="12617"/>
                          </a:lnTo>
                          <a:lnTo>
                            <a:pt x="7782" y="12617"/>
                          </a:lnTo>
                          <a:lnTo>
                            <a:pt x="7782" y="8681"/>
                          </a:lnTo>
                          <a:lnTo>
                            <a:pt x="0" y="8681"/>
                          </a:lnTo>
                          <a:lnTo>
                            <a:pt x="0" y="5442"/>
                          </a:lnTo>
                          <a:lnTo>
                            <a:pt x="7782" y="5442"/>
                          </a:lnTo>
                          <a:lnTo>
                            <a:pt x="7782" y="202"/>
                          </a:lnTo>
                          <a:lnTo>
                            <a:pt x="10480" y="202"/>
                          </a:lnTo>
                          <a:lnTo>
                            <a:pt x="10480" y="5442"/>
                          </a:lnTo>
                          <a:lnTo>
                            <a:pt x="29641" y="5442"/>
                          </a:lnTo>
                          <a:cubicBezTo>
                            <a:pt x="30316" y="5442"/>
                            <a:pt x="30923" y="5442"/>
                            <a:pt x="31418" y="5397"/>
                          </a:cubicBezTo>
                          <a:cubicBezTo>
                            <a:pt x="31913" y="5353"/>
                            <a:pt x="32340" y="5263"/>
                            <a:pt x="32655" y="5083"/>
                          </a:cubicBezTo>
                          <a:cubicBezTo>
                            <a:pt x="32970" y="4903"/>
                            <a:pt x="33217" y="4633"/>
                            <a:pt x="33352" y="4250"/>
                          </a:cubicBezTo>
                          <a:cubicBezTo>
                            <a:pt x="33487" y="3868"/>
                            <a:pt x="33577" y="3351"/>
                            <a:pt x="33577" y="2654"/>
                          </a:cubicBezTo>
                          <a:cubicBezTo>
                            <a:pt x="33577" y="2226"/>
                            <a:pt x="33532" y="1777"/>
                            <a:pt x="33465" y="1327"/>
                          </a:cubicBezTo>
                          <a:cubicBezTo>
                            <a:pt x="33397" y="877"/>
                            <a:pt x="33307" y="427"/>
                            <a:pt x="33195" y="0"/>
                          </a:cubicBezTo>
                          <a:lnTo>
                            <a:pt x="35849" y="0"/>
                          </a:lnTo>
                          <a:close/>
                        </a:path>
                      </a:pathLst>
                    </a:custGeom>
                    <a:solidFill>
                      <a:srgbClr val="231F20"/>
                    </a:solidFill>
                    <a:ln w="2249" cap="flat">
                      <a:noFill/>
                      <a:prstDash val="solid"/>
                      <a:miter/>
                    </a:ln>
                  </p:spPr>
                  <p:txBody>
                    <a:bodyPr rtlCol="0" anchor="ctr"/>
                    <a:lstStyle/>
                    <a:p>
                      <a:endParaRPr lang="en-US"/>
                    </a:p>
                  </p:txBody>
                </p:sp>
                <p:sp>
                  <p:nvSpPr>
                    <p:cNvPr id="3509" name="Freeform 3508">
                      <a:extLst>
                        <a:ext uri="{FF2B5EF4-FFF2-40B4-BE49-F238E27FC236}">
                          <a16:creationId xmlns:a16="http://schemas.microsoft.com/office/drawing/2014/main" id="{A16FEE6E-FB08-CF56-A1C5-0B1D8B61FE31}"/>
                        </a:ext>
                      </a:extLst>
                    </p:cNvPr>
                    <p:cNvSpPr/>
                    <p:nvPr/>
                  </p:nvSpPr>
                  <p:spPr>
                    <a:xfrm>
                      <a:off x="3395632" y="2639391"/>
                      <a:ext cx="38861" cy="3553"/>
                    </a:xfrm>
                    <a:custGeom>
                      <a:avLst/>
                      <a:gdLst>
                        <a:gd name="connsiteX0" fmla="*/ 4813 w 38861"/>
                        <a:gd name="connsiteY0" fmla="*/ 3553 h 3553"/>
                        <a:gd name="connsiteX1" fmla="*/ 0 w 38861"/>
                        <a:gd name="connsiteY1" fmla="*/ 3553 h 3553"/>
                        <a:gd name="connsiteX2" fmla="*/ 0 w 38861"/>
                        <a:gd name="connsiteY2" fmla="*/ 0 h 3553"/>
                        <a:gd name="connsiteX3" fmla="*/ 4813 w 38861"/>
                        <a:gd name="connsiteY3" fmla="*/ 0 h 3553"/>
                        <a:gd name="connsiteX4" fmla="*/ 4813 w 38861"/>
                        <a:gd name="connsiteY4" fmla="*/ 3553 h 3553"/>
                        <a:gd name="connsiteX5" fmla="*/ 38862 w 38861"/>
                        <a:gd name="connsiteY5" fmla="*/ 3396 h 3553"/>
                        <a:gd name="connsiteX6" fmla="*/ 10907 w 38861"/>
                        <a:gd name="connsiteY6" fmla="*/ 3396 h 3553"/>
                        <a:gd name="connsiteX7" fmla="*/ 10907 w 38861"/>
                        <a:gd name="connsiteY7" fmla="*/ 157 h 3553"/>
                        <a:gd name="connsiteX8" fmla="*/ 38862 w 38861"/>
                        <a:gd name="connsiteY8" fmla="*/ 157 h 3553"/>
                        <a:gd name="connsiteX9" fmla="*/ 38862 w 38861"/>
                        <a:gd name="connsiteY9" fmla="*/ 3396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61" h="3553">
                          <a:moveTo>
                            <a:pt x="4813" y="3553"/>
                          </a:moveTo>
                          <a:lnTo>
                            <a:pt x="0" y="3553"/>
                          </a:lnTo>
                          <a:lnTo>
                            <a:pt x="0" y="0"/>
                          </a:lnTo>
                          <a:lnTo>
                            <a:pt x="4813" y="0"/>
                          </a:lnTo>
                          <a:lnTo>
                            <a:pt x="4813" y="3553"/>
                          </a:lnTo>
                          <a:close/>
                          <a:moveTo>
                            <a:pt x="38862" y="3396"/>
                          </a:moveTo>
                          <a:lnTo>
                            <a:pt x="10907" y="3396"/>
                          </a:lnTo>
                          <a:lnTo>
                            <a:pt x="10907" y="157"/>
                          </a:lnTo>
                          <a:lnTo>
                            <a:pt x="38862" y="157"/>
                          </a:lnTo>
                          <a:lnTo>
                            <a:pt x="38862" y="3396"/>
                          </a:lnTo>
                          <a:close/>
                        </a:path>
                      </a:pathLst>
                    </a:custGeom>
                    <a:solidFill>
                      <a:srgbClr val="231F20"/>
                    </a:solidFill>
                    <a:ln w="2249" cap="flat">
                      <a:noFill/>
                      <a:prstDash val="solid"/>
                      <a:miter/>
                    </a:ln>
                  </p:spPr>
                  <p:txBody>
                    <a:bodyPr rtlCol="0" anchor="ctr"/>
                    <a:lstStyle/>
                    <a:p>
                      <a:endParaRPr lang="en-US"/>
                    </a:p>
                  </p:txBody>
                </p:sp>
                <p:sp>
                  <p:nvSpPr>
                    <p:cNvPr id="3510" name="Freeform 3509">
                      <a:extLst>
                        <a:ext uri="{FF2B5EF4-FFF2-40B4-BE49-F238E27FC236}">
                          <a16:creationId xmlns:a16="http://schemas.microsoft.com/office/drawing/2014/main" id="{51FA5727-53BA-DBC5-12F7-5E61CD2D537A}"/>
                        </a:ext>
                      </a:extLst>
                    </p:cNvPr>
                    <p:cNvSpPr/>
                    <p:nvPr/>
                  </p:nvSpPr>
                  <p:spPr>
                    <a:xfrm>
                      <a:off x="3405774" y="2607231"/>
                      <a:ext cx="29484" cy="25908"/>
                    </a:xfrm>
                    <a:custGeom>
                      <a:avLst/>
                      <a:gdLst>
                        <a:gd name="connsiteX0" fmla="*/ 29484 w 29484"/>
                        <a:gd name="connsiteY0" fmla="*/ 12954 h 25908"/>
                        <a:gd name="connsiteX1" fmla="*/ 28517 w 29484"/>
                        <a:gd name="connsiteY1" fmla="*/ 17992 h 25908"/>
                        <a:gd name="connsiteX2" fmla="*/ 25773 w 29484"/>
                        <a:gd name="connsiteY2" fmla="*/ 22085 h 25908"/>
                        <a:gd name="connsiteX3" fmla="*/ 21185 w 29484"/>
                        <a:gd name="connsiteY3" fmla="*/ 24874 h 25908"/>
                        <a:gd name="connsiteX4" fmla="*/ 14753 w 29484"/>
                        <a:gd name="connsiteY4" fmla="*/ 25908 h 25908"/>
                        <a:gd name="connsiteX5" fmla="*/ 8996 w 29484"/>
                        <a:gd name="connsiteY5" fmla="*/ 25098 h 25908"/>
                        <a:gd name="connsiteX6" fmla="*/ 4318 w 29484"/>
                        <a:gd name="connsiteY6" fmla="*/ 22670 h 25908"/>
                        <a:gd name="connsiteX7" fmla="*/ 1170 w 29484"/>
                        <a:gd name="connsiteY7" fmla="*/ 18621 h 25908"/>
                        <a:gd name="connsiteX8" fmla="*/ 0 w 29484"/>
                        <a:gd name="connsiteY8" fmla="*/ 12954 h 25908"/>
                        <a:gd name="connsiteX9" fmla="*/ 1170 w 29484"/>
                        <a:gd name="connsiteY9" fmla="*/ 7242 h 25908"/>
                        <a:gd name="connsiteX10" fmla="*/ 4296 w 29484"/>
                        <a:gd name="connsiteY10" fmla="*/ 3194 h 25908"/>
                        <a:gd name="connsiteX11" fmla="*/ 8974 w 29484"/>
                        <a:gd name="connsiteY11" fmla="*/ 787 h 25908"/>
                        <a:gd name="connsiteX12" fmla="*/ 14753 w 29484"/>
                        <a:gd name="connsiteY12" fmla="*/ 0 h 25908"/>
                        <a:gd name="connsiteX13" fmla="*/ 20803 w 29484"/>
                        <a:gd name="connsiteY13" fmla="*/ 922 h 25908"/>
                        <a:gd name="connsiteX14" fmla="*/ 25436 w 29484"/>
                        <a:gd name="connsiteY14" fmla="*/ 3531 h 25908"/>
                        <a:gd name="connsiteX15" fmla="*/ 28427 w 29484"/>
                        <a:gd name="connsiteY15" fmla="*/ 7624 h 25908"/>
                        <a:gd name="connsiteX16" fmla="*/ 29484 w 29484"/>
                        <a:gd name="connsiteY16" fmla="*/ 12932 h 25908"/>
                        <a:gd name="connsiteX17" fmla="*/ 14753 w 29484"/>
                        <a:gd name="connsiteY17" fmla="*/ 3441 h 25908"/>
                        <a:gd name="connsiteX18" fmla="*/ 10120 w 29484"/>
                        <a:gd name="connsiteY18" fmla="*/ 3981 h 25908"/>
                        <a:gd name="connsiteX19" fmla="*/ 6365 w 29484"/>
                        <a:gd name="connsiteY19" fmla="*/ 5645 h 25908"/>
                        <a:gd name="connsiteX20" fmla="*/ 3846 w 29484"/>
                        <a:gd name="connsiteY20" fmla="*/ 8569 h 25908"/>
                        <a:gd name="connsiteX21" fmla="*/ 2924 w 29484"/>
                        <a:gd name="connsiteY21" fmla="*/ 12932 h 25908"/>
                        <a:gd name="connsiteX22" fmla="*/ 3913 w 29484"/>
                        <a:gd name="connsiteY22" fmla="*/ 17272 h 25908"/>
                        <a:gd name="connsiteX23" fmla="*/ 6567 w 29484"/>
                        <a:gd name="connsiteY23" fmla="*/ 20218 h 25908"/>
                        <a:gd name="connsiteX24" fmla="*/ 10345 w 29484"/>
                        <a:gd name="connsiteY24" fmla="*/ 21882 h 25908"/>
                        <a:gd name="connsiteX25" fmla="*/ 14753 w 29484"/>
                        <a:gd name="connsiteY25" fmla="*/ 22422 h 25908"/>
                        <a:gd name="connsiteX26" fmla="*/ 19521 w 29484"/>
                        <a:gd name="connsiteY26" fmla="*/ 21792 h 25908"/>
                        <a:gd name="connsiteX27" fmla="*/ 23277 w 29484"/>
                        <a:gd name="connsiteY27" fmla="*/ 19993 h 25908"/>
                        <a:gd name="connsiteX28" fmla="*/ 25706 w 29484"/>
                        <a:gd name="connsiteY28" fmla="*/ 17025 h 25908"/>
                        <a:gd name="connsiteX29" fmla="*/ 26560 w 29484"/>
                        <a:gd name="connsiteY29" fmla="*/ 12932 h 25908"/>
                        <a:gd name="connsiteX30" fmla="*/ 25571 w 29484"/>
                        <a:gd name="connsiteY30" fmla="*/ 8591 h 25908"/>
                        <a:gd name="connsiteX31" fmla="*/ 22895 w 29484"/>
                        <a:gd name="connsiteY31" fmla="*/ 5645 h 25908"/>
                        <a:gd name="connsiteX32" fmla="*/ 19116 w 29484"/>
                        <a:gd name="connsiteY32" fmla="*/ 3981 h 25908"/>
                        <a:gd name="connsiteX33" fmla="*/ 14753 w 29484"/>
                        <a:gd name="connsiteY33" fmla="*/ 3441 h 25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9484" h="25908">
                          <a:moveTo>
                            <a:pt x="29484" y="12954"/>
                          </a:moveTo>
                          <a:cubicBezTo>
                            <a:pt x="29439" y="14753"/>
                            <a:pt x="29124" y="16440"/>
                            <a:pt x="28517" y="17992"/>
                          </a:cubicBezTo>
                          <a:cubicBezTo>
                            <a:pt x="27910" y="19566"/>
                            <a:pt x="26988" y="20915"/>
                            <a:pt x="25773" y="22085"/>
                          </a:cubicBezTo>
                          <a:cubicBezTo>
                            <a:pt x="24559" y="23254"/>
                            <a:pt x="23030" y="24176"/>
                            <a:pt x="21185" y="24874"/>
                          </a:cubicBezTo>
                          <a:cubicBezTo>
                            <a:pt x="19341" y="25548"/>
                            <a:pt x="17205" y="25908"/>
                            <a:pt x="14753" y="25908"/>
                          </a:cubicBezTo>
                          <a:cubicBezTo>
                            <a:pt x="12707" y="25908"/>
                            <a:pt x="10795" y="25638"/>
                            <a:pt x="8996" y="25098"/>
                          </a:cubicBezTo>
                          <a:cubicBezTo>
                            <a:pt x="7219" y="24559"/>
                            <a:pt x="5667" y="23749"/>
                            <a:pt x="4318" y="22670"/>
                          </a:cubicBezTo>
                          <a:cubicBezTo>
                            <a:pt x="2991" y="21590"/>
                            <a:pt x="1934" y="20241"/>
                            <a:pt x="1170" y="18621"/>
                          </a:cubicBezTo>
                          <a:cubicBezTo>
                            <a:pt x="405" y="17002"/>
                            <a:pt x="0" y="15113"/>
                            <a:pt x="0" y="12954"/>
                          </a:cubicBezTo>
                          <a:cubicBezTo>
                            <a:pt x="0" y="10795"/>
                            <a:pt x="382" y="8861"/>
                            <a:pt x="1170" y="7242"/>
                          </a:cubicBezTo>
                          <a:cubicBezTo>
                            <a:pt x="1934" y="5622"/>
                            <a:pt x="2991" y="4273"/>
                            <a:pt x="4296" y="3194"/>
                          </a:cubicBezTo>
                          <a:cubicBezTo>
                            <a:pt x="5600" y="2114"/>
                            <a:pt x="7174" y="1304"/>
                            <a:pt x="8974" y="787"/>
                          </a:cubicBezTo>
                          <a:cubicBezTo>
                            <a:pt x="10773" y="270"/>
                            <a:pt x="12707" y="0"/>
                            <a:pt x="14753" y="0"/>
                          </a:cubicBezTo>
                          <a:cubicBezTo>
                            <a:pt x="16980" y="0"/>
                            <a:pt x="19004" y="315"/>
                            <a:pt x="20803" y="922"/>
                          </a:cubicBezTo>
                          <a:cubicBezTo>
                            <a:pt x="22602" y="1529"/>
                            <a:pt x="24154" y="2406"/>
                            <a:pt x="25436" y="3531"/>
                          </a:cubicBezTo>
                          <a:cubicBezTo>
                            <a:pt x="26740" y="4655"/>
                            <a:pt x="27730" y="6027"/>
                            <a:pt x="28427" y="7624"/>
                          </a:cubicBezTo>
                          <a:cubicBezTo>
                            <a:pt x="29124" y="9221"/>
                            <a:pt x="29484" y="10997"/>
                            <a:pt x="29484" y="12932"/>
                          </a:cubicBezTo>
                          <a:close/>
                          <a:moveTo>
                            <a:pt x="14753" y="3441"/>
                          </a:moveTo>
                          <a:cubicBezTo>
                            <a:pt x="13089" y="3441"/>
                            <a:pt x="11560" y="3621"/>
                            <a:pt x="10120" y="3981"/>
                          </a:cubicBezTo>
                          <a:cubicBezTo>
                            <a:pt x="8681" y="4340"/>
                            <a:pt x="7422" y="4903"/>
                            <a:pt x="6365" y="5645"/>
                          </a:cubicBezTo>
                          <a:cubicBezTo>
                            <a:pt x="5308" y="6410"/>
                            <a:pt x="4476" y="7377"/>
                            <a:pt x="3846" y="8569"/>
                          </a:cubicBezTo>
                          <a:cubicBezTo>
                            <a:pt x="3239" y="9760"/>
                            <a:pt x="2924" y="11222"/>
                            <a:pt x="2924" y="12932"/>
                          </a:cubicBezTo>
                          <a:cubicBezTo>
                            <a:pt x="2924" y="14641"/>
                            <a:pt x="3261" y="16080"/>
                            <a:pt x="3913" y="17272"/>
                          </a:cubicBezTo>
                          <a:cubicBezTo>
                            <a:pt x="4588" y="18486"/>
                            <a:pt x="5465" y="19453"/>
                            <a:pt x="6567" y="20218"/>
                          </a:cubicBezTo>
                          <a:cubicBezTo>
                            <a:pt x="7669" y="20983"/>
                            <a:pt x="8929" y="21523"/>
                            <a:pt x="10345" y="21882"/>
                          </a:cubicBezTo>
                          <a:cubicBezTo>
                            <a:pt x="11762" y="22242"/>
                            <a:pt x="13224" y="22422"/>
                            <a:pt x="14753" y="22422"/>
                          </a:cubicBezTo>
                          <a:cubicBezTo>
                            <a:pt x="16485" y="22422"/>
                            <a:pt x="18082" y="22220"/>
                            <a:pt x="19521" y="21792"/>
                          </a:cubicBezTo>
                          <a:cubicBezTo>
                            <a:pt x="20983" y="21388"/>
                            <a:pt x="22220" y="20780"/>
                            <a:pt x="23277" y="19993"/>
                          </a:cubicBezTo>
                          <a:cubicBezTo>
                            <a:pt x="24334" y="19206"/>
                            <a:pt x="25121" y="18217"/>
                            <a:pt x="25706" y="17025"/>
                          </a:cubicBezTo>
                          <a:cubicBezTo>
                            <a:pt x="26290" y="15833"/>
                            <a:pt x="26560" y="14461"/>
                            <a:pt x="26560" y="12932"/>
                          </a:cubicBezTo>
                          <a:cubicBezTo>
                            <a:pt x="26560" y="11245"/>
                            <a:pt x="26223" y="9783"/>
                            <a:pt x="25571" y="8591"/>
                          </a:cubicBezTo>
                          <a:cubicBezTo>
                            <a:pt x="24896" y="7377"/>
                            <a:pt x="24019" y="6410"/>
                            <a:pt x="22895" y="5645"/>
                          </a:cubicBezTo>
                          <a:cubicBezTo>
                            <a:pt x="21770" y="4880"/>
                            <a:pt x="20510" y="4340"/>
                            <a:pt x="19116" y="3981"/>
                          </a:cubicBezTo>
                          <a:cubicBezTo>
                            <a:pt x="17722" y="3621"/>
                            <a:pt x="16260" y="3441"/>
                            <a:pt x="14753" y="3441"/>
                          </a:cubicBezTo>
                          <a:close/>
                        </a:path>
                      </a:pathLst>
                    </a:custGeom>
                    <a:solidFill>
                      <a:srgbClr val="231F20"/>
                    </a:solidFill>
                    <a:ln w="2249" cap="flat">
                      <a:noFill/>
                      <a:prstDash val="solid"/>
                      <a:miter/>
                    </a:ln>
                  </p:spPr>
                  <p:txBody>
                    <a:bodyPr rtlCol="0" anchor="ctr"/>
                    <a:lstStyle/>
                    <a:p>
                      <a:endParaRPr lang="en-US"/>
                    </a:p>
                  </p:txBody>
                </p:sp>
                <p:sp>
                  <p:nvSpPr>
                    <p:cNvPr id="3511" name="Freeform 3510">
                      <a:extLst>
                        <a:ext uri="{FF2B5EF4-FFF2-40B4-BE49-F238E27FC236}">
                          <a16:creationId xmlns:a16="http://schemas.microsoft.com/office/drawing/2014/main" id="{443E257F-F2BB-614F-C797-DB84DD7B6931}"/>
                        </a:ext>
                      </a:extLst>
                    </p:cNvPr>
                    <p:cNvSpPr/>
                    <p:nvPr/>
                  </p:nvSpPr>
                  <p:spPr>
                    <a:xfrm>
                      <a:off x="3405774" y="2579096"/>
                      <a:ext cx="28741" cy="22197"/>
                    </a:xfrm>
                    <a:custGeom>
                      <a:avLst/>
                      <a:gdLst>
                        <a:gd name="connsiteX0" fmla="*/ 28719 w 28741"/>
                        <a:gd name="connsiteY0" fmla="*/ 18959 h 22197"/>
                        <a:gd name="connsiteX1" fmla="*/ 28719 w 28741"/>
                        <a:gd name="connsiteY1" fmla="*/ 22197 h 22197"/>
                        <a:gd name="connsiteX2" fmla="*/ 765 w 28741"/>
                        <a:gd name="connsiteY2" fmla="*/ 22197 h 22197"/>
                        <a:gd name="connsiteX3" fmla="*/ 765 w 28741"/>
                        <a:gd name="connsiteY3" fmla="*/ 18959 h 22197"/>
                        <a:gd name="connsiteX4" fmla="*/ 4655 w 28741"/>
                        <a:gd name="connsiteY4" fmla="*/ 18959 h 22197"/>
                        <a:gd name="connsiteX5" fmla="*/ 1305 w 28741"/>
                        <a:gd name="connsiteY5" fmla="*/ 14933 h 22197"/>
                        <a:gd name="connsiteX6" fmla="*/ 0 w 28741"/>
                        <a:gd name="connsiteY6" fmla="*/ 9940 h 22197"/>
                        <a:gd name="connsiteX7" fmla="*/ 900 w 28741"/>
                        <a:gd name="connsiteY7" fmla="*/ 5128 h 22197"/>
                        <a:gd name="connsiteX8" fmla="*/ 4003 w 28741"/>
                        <a:gd name="connsiteY8" fmla="*/ 1394 h 22197"/>
                        <a:gd name="connsiteX9" fmla="*/ 7107 w 28741"/>
                        <a:gd name="connsiteY9" fmla="*/ 180 h 22197"/>
                        <a:gd name="connsiteX10" fmla="*/ 10435 w 28741"/>
                        <a:gd name="connsiteY10" fmla="*/ 0 h 22197"/>
                        <a:gd name="connsiteX11" fmla="*/ 28742 w 28741"/>
                        <a:gd name="connsiteY11" fmla="*/ 0 h 22197"/>
                        <a:gd name="connsiteX12" fmla="*/ 28742 w 28741"/>
                        <a:gd name="connsiteY12" fmla="*/ 3238 h 22197"/>
                        <a:gd name="connsiteX13" fmla="*/ 10503 w 28741"/>
                        <a:gd name="connsiteY13" fmla="*/ 3238 h 22197"/>
                        <a:gd name="connsiteX14" fmla="*/ 4835 w 28741"/>
                        <a:gd name="connsiteY14" fmla="*/ 4903 h 22197"/>
                        <a:gd name="connsiteX15" fmla="*/ 2946 w 28741"/>
                        <a:gd name="connsiteY15" fmla="*/ 10458 h 22197"/>
                        <a:gd name="connsiteX16" fmla="*/ 3396 w 28741"/>
                        <a:gd name="connsiteY16" fmla="*/ 13201 h 22197"/>
                        <a:gd name="connsiteX17" fmla="*/ 4610 w 28741"/>
                        <a:gd name="connsiteY17" fmla="*/ 15450 h 22197"/>
                        <a:gd name="connsiteX18" fmla="*/ 6342 w 28741"/>
                        <a:gd name="connsiteY18" fmla="*/ 17160 h 22197"/>
                        <a:gd name="connsiteX19" fmla="*/ 8389 w 28741"/>
                        <a:gd name="connsiteY19" fmla="*/ 18239 h 22197"/>
                        <a:gd name="connsiteX20" fmla="*/ 10975 w 28741"/>
                        <a:gd name="connsiteY20" fmla="*/ 18824 h 22197"/>
                        <a:gd name="connsiteX21" fmla="*/ 13674 w 28741"/>
                        <a:gd name="connsiteY21" fmla="*/ 18936 h 22197"/>
                        <a:gd name="connsiteX22" fmla="*/ 28742 w 28741"/>
                        <a:gd name="connsiteY22" fmla="*/ 18936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8741" h="22197">
                          <a:moveTo>
                            <a:pt x="28719" y="18959"/>
                          </a:moveTo>
                          <a:lnTo>
                            <a:pt x="28719" y="22197"/>
                          </a:lnTo>
                          <a:lnTo>
                            <a:pt x="765" y="22197"/>
                          </a:lnTo>
                          <a:lnTo>
                            <a:pt x="765" y="18959"/>
                          </a:lnTo>
                          <a:lnTo>
                            <a:pt x="4655" y="18959"/>
                          </a:lnTo>
                          <a:cubicBezTo>
                            <a:pt x="3284" y="17654"/>
                            <a:pt x="2182" y="16327"/>
                            <a:pt x="1305" y="14933"/>
                          </a:cubicBezTo>
                          <a:cubicBezTo>
                            <a:pt x="450" y="13539"/>
                            <a:pt x="0" y="11874"/>
                            <a:pt x="0" y="9940"/>
                          </a:cubicBezTo>
                          <a:cubicBezTo>
                            <a:pt x="0" y="8209"/>
                            <a:pt x="292" y="6612"/>
                            <a:pt x="900" y="5128"/>
                          </a:cubicBezTo>
                          <a:cubicBezTo>
                            <a:pt x="1484" y="3643"/>
                            <a:pt x="2519" y="2406"/>
                            <a:pt x="4003" y="1394"/>
                          </a:cubicBezTo>
                          <a:cubicBezTo>
                            <a:pt x="5015" y="720"/>
                            <a:pt x="6050" y="315"/>
                            <a:pt x="7107" y="180"/>
                          </a:cubicBezTo>
                          <a:cubicBezTo>
                            <a:pt x="8164" y="45"/>
                            <a:pt x="9266" y="0"/>
                            <a:pt x="10435" y="0"/>
                          </a:cubicBezTo>
                          <a:lnTo>
                            <a:pt x="28742" y="0"/>
                          </a:lnTo>
                          <a:lnTo>
                            <a:pt x="28742" y="3238"/>
                          </a:lnTo>
                          <a:lnTo>
                            <a:pt x="10503" y="3238"/>
                          </a:lnTo>
                          <a:cubicBezTo>
                            <a:pt x="7984" y="3238"/>
                            <a:pt x="6095" y="3801"/>
                            <a:pt x="4835" y="4903"/>
                          </a:cubicBezTo>
                          <a:cubicBezTo>
                            <a:pt x="3576" y="6027"/>
                            <a:pt x="2946" y="7871"/>
                            <a:pt x="2946" y="10458"/>
                          </a:cubicBezTo>
                          <a:cubicBezTo>
                            <a:pt x="2946" y="11470"/>
                            <a:pt x="3104" y="12392"/>
                            <a:pt x="3396" y="13201"/>
                          </a:cubicBezTo>
                          <a:cubicBezTo>
                            <a:pt x="3711" y="14033"/>
                            <a:pt x="4116" y="14776"/>
                            <a:pt x="4610" y="15450"/>
                          </a:cubicBezTo>
                          <a:cubicBezTo>
                            <a:pt x="5105" y="16125"/>
                            <a:pt x="5690" y="16687"/>
                            <a:pt x="6342" y="17160"/>
                          </a:cubicBezTo>
                          <a:cubicBezTo>
                            <a:pt x="6995" y="17632"/>
                            <a:pt x="7669" y="17992"/>
                            <a:pt x="8389" y="18239"/>
                          </a:cubicBezTo>
                          <a:cubicBezTo>
                            <a:pt x="9288" y="18554"/>
                            <a:pt x="10143" y="18756"/>
                            <a:pt x="10975" y="18824"/>
                          </a:cubicBezTo>
                          <a:cubicBezTo>
                            <a:pt x="11807" y="18891"/>
                            <a:pt x="12707" y="18936"/>
                            <a:pt x="13674" y="18936"/>
                          </a:cubicBezTo>
                          <a:lnTo>
                            <a:pt x="28742" y="18936"/>
                          </a:lnTo>
                          <a:close/>
                        </a:path>
                      </a:pathLst>
                    </a:custGeom>
                    <a:solidFill>
                      <a:srgbClr val="231F20"/>
                    </a:solidFill>
                    <a:ln w="2249" cap="flat">
                      <a:noFill/>
                      <a:prstDash val="solid"/>
                      <a:miter/>
                    </a:ln>
                  </p:spPr>
                  <p:txBody>
                    <a:bodyPr rtlCol="0" anchor="ctr"/>
                    <a:lstStyle/>
                    <a:p>
                      <a:endParaRPr lang="en-US"/>
                    </a:p>
                  </p:txBody>
                </p:sp>
                <p:sp>
                  <p:nvSpPr>
                    <p:cNvPr id="3512" name="Freeform 3511">
                      <a:extLst>
                        <a:ext uri="{FF2B5EF4-FFF2-40B4-BE49-F238E27FC236}">
                          <a16:creationId xmlns:a16="http://schemas.microsoft.com/office/drawing/2014/main" id="{C3364A3C-5B34-AF7C-2BBE-4DC2AB92F16D}"/>
                        </a:ext>
                      </a:extLst>
                    </p:cNvPr>
                    <p:cNvSpPr/>
                    <p:nvPr/>
                  </p:nvSpPr>
                  <p:spPr>
                    <a:xfrm>
                      <a:off x="3395632" y="2550827"/>
                      <a:ext cx="38861" cy="3665"/>
                    </a:xfrm>
                    <a:custGeom>
                      <a:avLst/>
                      <a:gdLst>
                        <a:gd name="connsiteX0" fmla="*/ 38862 w 38861"/>
                        <a:gd name="connsiteY0" fmla="*/ 3666 h 3665"/>
                        <a:gd name="connsiteX1" fmla="*/ 0 w 38861"/>
                        <a:gd name="connsiteY1" fmla="*/ 3666 h 3665"/>
                        <a:gd name="connsiteX2" fmla="*/ 0 w 38861"/>
                        <a:gd name="connsiteY2" fmla="*/ 0 h 3665"/>
                        <a:gd name="connsiteX3" fmla="*/ 38862 w 38861"/>
                        <a:gd name="connsiteY3" fmla="*/ 0 h 3665"/>
                        <a:gd name="connsiteX4" fmla="*/ 38862 w 38861"/>
                        <a:gd name="connsiteY4" fmla="*/ 3666 h 36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861" h="3665">
                          <a:moveTo>
                            <a:pt x="38862" y="3666"/>
                          </a:moveTo>
                          <a:lnTo>
                            <a:pt x="0" y="3666"/>
                          </a:lnTo>
                          <a:lnTo>
                            <a:pt x="0" y="0"/>
                          </a:lnTo>
                          <a:lnTo>
                            <a:pt x="38862" y="0"/>
                          </a:lnTo>
                          <a:lnTo>
                            <a:pt x="38862" y="3666"/>
                          </a:lnTo>
                          <a:close/>
                        </a:path>
                      </a:pathLst>
                    </a:custGeom>
                    <a:solidFill>
                      <a:srgbClr val="231F20"/>
                    </a:solidFill>
                    <a:ln w="2249" cap="flat">
                      <a:noFill/>
                      <a:prstDash val="solid"/>
                      <a:miter/>
                    </a:ln>
                  </p:spPr>
                  <p:txBody>
                    <a:bodyPr rtlCol="0" anchor="ctr"/>
                    <a:lstStyle/>
                    <a:p>
                      <a:endParaRPr lang="en-US"/>
                    </a:p>
                  </p:txBody>
                </p:sp>
                <p:sp>
                  <p:nvSpPr>
                    <p:cNvPr id="3513" name="Freeform 3512">
                      <a:extLst>
                        <a:ext uri="{FF2B5EF4-FFF2-40B4-BE49-F238E27FC236}">
                          <a16:creationId xmlns:a16="http://schemas.microsoft.com/office/drawing/2014/main" id="{8B12EFEC-AE44-3FB5-7FBE-6151AC51093A}"/>
                        </a:ext>
                      </a:extLst>
                    </p:cNvPr>
                    <p:cNvSpPr/>
                    <p:nvPr/>
                  </p:nvSpPr>
                  <p:spPr>
                    <a:xfrm>
                      <a:off x="3405774" y="2519071"/>
                      <a:ext cx="28741" cy="22197"/>
                    </a:xfrm>
                    <a:custGeom>
                      <a:avLst/>
                      <a:gdLst>
                        <a:gd name="connsiteX0" fmla="*/ 28719 w 28741"/>
                        <a:gd name="connsiteY0" fmla="*/ 18959 h 22197"/>
                        <a:gd name="connsiteX1" fmla="*/ 28719 w 28741"/>
                        <a:gd name="connsiteY1" fmla="*/ 22197 h 22197"/>
                        <a:gd name="connsiteX2" fmla="*/ 765 w 28741"/>
                        <a:gd name="connsiteY2" fmla="*/ 22197 h 22197"/>
                        <a:gd name="connsiteX3" fmla="*/ 765 w 28741"/>
                        <a:gd name="connsiteY3" fmla="*/ 18959 h 22197"/>
                        <a:gd name="connsiteX4" fmla="*/ 4655 w 28741"/>
                        <a:gd name="connsiteY4" fmla="*/ 18959 h 22197"/>
                        <a:gd name="connsiteX5" fmla="*/ 1305 w 28741"/>
                        <a:gd name="connsiteY5" fmla="*/ 14933 h 22197"/>
                        <a:gd name="connsiteX6" fmla="*/ 0 w 28741"/>
                        <a:gd name="connsiteY6" fmla="*/ 9940 h 22197"/>
                        <a:gd name="connsiteX7" fmla="*/ 900 w 28741"/>
                        <a:gd name="connsiteY7" fmla="*/ 5128 h 22197"/>
                        <a:gd name="connsiteX8" fmla="*/ 4003 w 28741"/>
                        <a:gd name="connsiteY8" fmla="*/ 1394 h 22197"/>
                        <a:gd name="connsiteX9" fmla="*/ 7107 w 28741"/>
                        <a:gd name="connsiteY9" fmla="*/ 180 h 22197"/>
                        <a:gd name="connsiteX10" fmla="*/ 10435 w 28741"/>
                        <a:gd name="connsiteY10" fmla="*/ 0 h 22197"/>
                        <a:gd name="connsiteX11" fmla="*/ 28742 w 28741"/>
                        <a:gd name="connsiteY11" fmla="*/ 0 h 22197"/>
                        <a:gd name="connsiteX12" fmla="*/ 28742 w 28741"/>
                        <a:gd name="connsiteY12" fmla="*/ 3239 h 22197"/>
                        <a:gd name="connsiteX13" fmla="*/ 10503 w 28741"/>
                        <a:gd name="connsiteY13" fmla="*/ 3239 h 22197"/>
                        <a:gd name="connsiteX14" fmla="*/ 4835 w 28741"/>
                        <a:gd name="connsiteY14" fmla="*/ 4903 h 22197"/>
                        <a:gd name="connsiteX15" fmla="*/ 2946 w 28741"/>
                        <a:gd name="connsiteY15" fmla="*/ 10458 h 22197"/>
                        <a:gd name="connsiteX16" fmla="*/ 3396 w 28741"/>
                        <a:gd name="connsiteY16" fmla="*/ 13201 h 22197"/>
                        <a:gd name="connsiteX17" fmla="*/ 4610 w 28741"/>
                        <a:gd name="connsiteY17" fmla="*/ 15450 h 22197"/>
                        <a:gd name="connsiteX18" fmla="*/ 6342 w 28741"/>
                        <a:gd name="connsiteY18" fmla="*/ 17160 h 22197"/>
                        <a:gd name="connsiteX19" fmla="*/ 8389 w 28741"/>
                        <a:gd name="connsiteY19" fmla="*/ 18239 h 22197"/>
                        <a:gd name="connsiteX20" fmla="*/ 10975 w 28741"/>
                        <a:gd name="connsiteY20" fmla="*/ 18824 h 22197"/>
                        <a:gd name="connsiteX21" fmla="*/ 13674 w 28741"/>
                        <a:gd name="connsiteY21" fmla="*/ 18936 h 22197"/>
                        <a:gd name="connsiteX22" fmla="*/ 28742 w 28741"/>
                        <a:gd name="connsiteY22" fmla="*/ 18936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8741" h="22197">
                          <a:moveTo>
                            <a:pt x="28719" y="18959"/>
                          </a:moveTo>
                          <a:lnTo>
                            <a:pt x="28719" y="22197"/>
                          </a:lnTo>
                          <a:lnTo>
                            <a:pt x="765" y="22197"/>
                          </a:lnTo>
                          <a:lnTo>
                            <a:pt x="765" y="18959"/>
                          </a:lnTo>
                          <a:lnTo>
                            <a:pt x="4655" y="18959"/>
                          </a:lnTo>
                          <a:cubicBezTo>
                            <a:pt x="3284" y="17654"/>
                            <a:pt x="2182" y="16327"/>
                            <a:pt x="1305" y="14933"/>
                          </a:cubicBezTo>
                          <a:cubicBezTo>
                            <a:pt x="450" y="13539"/>
                            <a:pt x="0" y="11874"/>
                            <a:pt x="0" y="9940"/>
                          </a:cubicBezTo>
                          <a:cubicBezTo>
                            <a:pt x="0" y="8209"/>
                            <a:pt x="292" y="6612"/>
                            <a:pt x="900" y="5128"/>
                          </a:cubicBezTo>
                          <a:cubicBezTo>
                            <a:pt x="1484" y="3643"/>
                            <a:pt x="2519" y="2406"/>
                            <a:pt x="4003" y="1394"/>
                          </a:cubicBezTo>
                          <a:cubicBezTo>
                            <a:pt x="5015" y="720"/>
                            <a:pt x="6050" y="315"/>
                            <a:pt x="7107" y="180"/>
                          </a:cubicBezTo>
                          <a:cubicBezTo>
                            <a:pt x="8164" y="45"/>
                            <a:pt x="9266" y="0"/>
                            <a:pt x="10435" y="0"/>
                          </a:cubicBezTo>
                          <a:lnTo>
                            <a:pt x="28742" y="0"/>
                          </a:lnTo>
                          <a:lnTo>
                            <a:pt x="28742" y="3239"/>
                          </a:lnTo>
                          <a:lnTo>
                            <a:pt x="10503" y="3239"/>
                          </a:lnTo>
                          <a:cubicBezTo>
                            <a:pt x="7984" y="3239"/>
                            <a:pt x="6095" y="3801"/>
                            <a:pt x="4835" y="4903"/>
                          </a:cubicBezTo>
                          <a:cubicBezTo>
                            <a:pt x="3576" y="6027"/>
                            <a:pt x="2946" y="7871"/>
                            <a:pt x="2946" y="10458"/>
                          </a:cubicBezTo>
                          <a:cubicBezTo>
                            <a:pt x="2946" y="11470"/>
                            <a:pt x="3104" y="12392"/>
                            <a:pt x="3396" y="13201"/>
                          </a:cubicBezTo>
                          <a:cubicBezTo>
                            <a:pt x="3711" y="14033"/>
                            <a:pt x="4116" y="14776"/>
                            <a:pt x="4610" y="15450"/>
                          </a:cubicBezTo>
                          <a:cubicBezTo>
                            <a:pt x="5105" y="16125"/>
                            <a:pt x="5690" y="16687"/>
                            <a:pt x="6342" y="17160"/>
                          </a:cubicBezTo>
                          <a:cubicBezTo>
                            <a:pt x="6995" y="17632"/>
                            <a:pt x="7669" y="17992"/>
                            <a:pt x="8389" y="18239"/>
                          </a:cubicBezTo>
                          <a:cubicBezTo>
                            <a:pt x="9288" y="18554"/>
                            <a:pt x="10143" y="18756"/>
                            <a:pt x="10975" y="18824"/>
                          </a:cubicBezTo>
                          <a:cubicBezTo>
                            <a:pt x="11807" y="18891"/>
                            <a:pt x="12707" y="18936"/>
                            <a:pt x="13674" y="18936"/>
                          </a:cubicBezTo>
                          <a:lnTo>
                            <a:pt x="28742" y="18936"/>
                          </a:lnTo>
                          <a:close/>
                        </a:path>
                      </a:pathLst>
                    </a:custGeom>
                    <a:solidFill>
                      <a:srgbClr val="231F20"/>
                    </a:solidFill>
                    <a:ln w="2249" cap="flat">
                      <a:noFill/>
                      <a:prstDash val="solid"/>
                      <a:miter/>
                    </a:ln>
                  </p:spPr>
                  <p:txBody>
                    <a:bodyPr rtlCol="0" anchor="ctr"/>
                    <a:lstStyle/>
                    <a:p>
                      <a:endParaRPr lang="en-US"/>
                    </a:p>
                  </p:txBody>
                </p:sp>
                <p:sp>
                  <p:nvSpPr>
                    <p:cNvPr id="3514" name="Freeform 3513">
                      <a:extLst>
                        <a:ext uri="{FF2B5EF4-FFF2-40B4-BE49-F238E27FC236}">
                          <a16:creationId xmlns:a16="http://schemas.microsoft.com/office/drawing/2014/main" id="{21F9E13D-192B-4980-C120-A884C9E5EC93}"/>
                        </a:ext>
                      </a:extLst>
                    </p:cNvPr>
                    <p:cNvSpPr/>
                    <p:nvPr/>
                  </p:nvSpPr>
                  <p:spPr>
                    <a:xfrm>
                      <a:off x="3395632" y="2486417"/>
                      <a:ext cx="39626" cy="25683"/>
                    </a:xfrm>
                    <a:custGeom>
                      <a:avLst/>
                      <a:gdLst>
                        <a:gd name="connsiteX0" fmla="*/ 0 w 39626"/>
                        <a:gd name="connsiteY0" fmla="*/ 3239 h 25683"/>
                        <a:gd name="connsiteX1" fmla="*/ 0 w 39626"/>
                        <a:gd name="connsiteY1" fmla="*/ 0 h 25683"/>
                        <a:gd name="connsiteX2" fmla="*/ 38862 w 39626"/>
                        <a:gd name="connsiteY2" fmla="*/ 0 h 25683"/>
                        <a:gd name="connsiteX3" fmla="*/ 38862 w 39626"/>
                        <a:gd name="connsiteY3" fmla="*/ 3239 h 25683"/>
                        <a:gd name="connsiteX4" fmla="*/ 33959 w 39626"/>
                        <a:gd name="connsiteY4" fmla="*/ 3239 h 25683"/>
                        <a:gd name="connsiteX5" fmla="*/ 33959 w 39626"/>
                        <a:gd name="connsiteY5" fmla="*/ 3351 h 25683"/>
                        <a:gd name="connsiteX6" fmla="*/ 36411 w 39626"/>
                        <a:gd name="connsiteY6" fmla="*/ 5150 h 25683"/>
                        <a:gd name="connsiteX7" fmla="*/ 38165 w 39626"/>
                        <a:gd name="connsiteY7" fmla="*/ 7579 h 25683"/>
                        <a:gd name="connsiteX8" fmla="*/ 39244 w 39626"/>
                        <a:gd name="connsiteY8" fmla="*/ 10300 h 25683"/>
                        <a:gd name="connsiteX9" fmla="*/ 39627 w 39626"/>
                        <a:gd name="connsiteY9" fmla="*/ 13044 h 25683"/>
                        <a:gd name="connsiteX10" fmla="*/ 38502 w 39626"/>
                        <a:gd name="connsiteY10" fmla="*/ 18824 h 25683"/>
                        <a:gd name="connsiteX11" fmla="*/ 35399 w 39626"/>
                        <a:gd name="connsiteY11" fmla="*/ 22737 h 25683"/>
                        <a:gd name="connsiteX12" fmla="*/ 30721 w 39626"/>
                        <a:gd name="connsiteY12" fmla="*/ 24986 h 25683"/>
                        <a:gd name="connsiteX13" fmla="*/ 24941 w 39626"/>
                        <a:gd name="connsiteY13" fmla="*/ 25683 h 25683"/>
                        <a:gd name="connsiteX14" fmla="*/ 19318 w 39626"/>
                        <a:gd name="connsiteY14" fmla="*/ 24918 h 25683"/>
                        <a:gd name="connsiteX15" fmla="*/ 14596 w 39626"/>
                        <a:gd name="connsiteY15" fmla="*/ 22625 h 25683"/>
                        <a:gd name="connsiteX16" fmla="*/ 11357 w 39626"/>
                        <a:gd name="connsiteY16" fmla="*/ 18734 h 25683"/>
                        <a:gd name="connsiteX17" fmla="*/ 10143 w 39626"/>
                        <a:gd name="connsiteY17" fmla="*/ 13201 h 25683"/>
                        <a:gd name="connsiteX18" fmla="*/ 11470 w 39626"/>
                        <a:gd name="connsiteY18" fmla="*/ 7512 h 25683"/>
                        <a:gd name="connsiteX19" fmla="*/ 15383 w 39626"/>
                        <a:gd name="connsiteY19" fmla="*/ 3216 h 25683"/>
                        <a:gd name="connsiteX20" fmla="*/ 0 w 39626"/>
                        <a:gd name="connsiteY20" fmla="*/ 3216 h 25683"/>
                        <a:gd name="connsiteX21" fmla="*/ 24783 w 39626"/>
                        <a:gd name="connsiteY21" fmla="*/ 3239 h 25683"/>
                        <a:gd name="connsiteX22" fmla="*/ 20285 w 39626"/>
                        <a:gd name="connsiteY22" fmla="*/ 3891 h 25683"/>
                        <a:gd name="connsiteX23" fmla="*/ 16552 w 39626"/>
                        <a:gd name="connsiteY23" fmla="*/ 5757 h 25683"/>
                        <a:gd name="connsiteX24" fmla="*/ 14011 w 39626"/>
                        <a:gd name="connsiteY24" fmla="*/ 8726 h 25683"/>
                        <a:gd name="connsiteX25" fmla="*/ 13066 w 39626"/>
                        <a:gd name="connsiteY25" fmla="*/ 12684 h 25683"/>
                        <a:gd name="connsiteX26" fmla="*/ 14056 w 39626"/>
                        <a:gd name="connsiteY26" fmla="*/ 17047 h 25683"/>
                        <a:gd name="connsiteX27" fmla="*/ 16777 w 39626"/>
                        <a:gd name="connsiteY27" fmla="*/ 20061 h 25683"/>
                        <a:gd name="connsiteX28" fmla="*/ 20803 w 39626"/>
                        <a:gd name="connsiteY28" fmla="*/ 21792 h 25683"/>
                        <a:gd name="connsiteX29" fmla="*/ 25750 w 39626"/>
                        <a:gd name="connsiteY29" fmla="*/ 22220 h 25683"/>
                        <a:gd name="connsiteX30" fmla="*/ 30428 w 39626"/>
                        <a:gd name="connsiteY30" fmla="*/ 21500 h 25683"/>
                        <a:gd name="connsiteX31" fmla="*/ 33847 w 39626"/>
                        <a:gd name="connsiteY31" fmla="*/ 19476 h 25683"/>
                        <a:gd name="connsiteX32" fmla="*/ 35983 w 39626"/>
                        <a:gd name="connsiteY32" fmla="*/ 16462 h 25683"/>
                        <a:gd name="connsiteX33" fmla="*/ 36703 w 39626"/>
                        <a:gd name="connsiteY33" fmla="*/ 12684 h 25683"/>
                        <a:gd name="connsiteX34" fmla="*/ 35781 w 39626"/>
                        <a:gd name="connsiteY34" fmla="*/ 8636 h 25683"/>
                        <a:gd name="connsiteX35" fmla="*/ 33262 w 39626"/>
                        <a:gd name="connsiteY35" fmla="*/ 5667 h 25683"/>
                        <a:gd name="connsiteX36" fmla="*/ 29484 w 39626"/>
                        <a:gd name="connsiteY36" fmla="*/ 3868 h 25683"/>
                        <a:gd name="connsiteX37" fmla="*/ 24761 w 39626"/>
                        <a:gd name="connsiteY37" fmla="*/ 3239 h 25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9626" h="25683">
                          <a:moveTo>
                            <a:pt x="0" y="3239"/>
                          </a:moveTo>
                          <a:lnTo>
                            <a:pt x="0" y="0"/>
                          </a:lnTo>
                          <a:lnTo>
                            <a:pt x="38862" y="0"/>
                          </a:lnTo>
                          <a:lnTo>
                            <a:pt x="38862" y="3239"/>
                          </a:lnTo>
                          <a:lnTo>
                            <a:pt x="33959" y="3239"/>
                          </a:lnTo>
                          <a:lnTo>
                            <a:pt x="33959" y="3351"/>
                          </a:lnTo>
                          <a:cubicBezTo>
                            <a:pt x="34904" y="3823"/>
                            <a:pt x="35713" y="4430"/>
                            <a:pt x="36411" y="5150"/>
                          </a:cubicBezTo>
                          <a:cubicBezTo>
                            <a:pt x="37108" y="5892"/>
                            <a:pt x="37692" y="6702"/>
                            <a:pt x="38165" y="7579"/>
                          </a:cubicBezTo>
                          <a:cubicBezTo>
                            <a:pt x="38637" y="8456"/>
                            <a:pt x="38997" y="9378"/>
                            <a:pt x="39244" y="10300"/>
                          </a:cubicBezTo>
                          <a:cubicBezTo>
                            <a:pt x="39492" y="11245"/>
                            <a:pt x="39627" y="12144"/>
                            <a:pt x="39627" y="13044"/>
                          </a:cubicBezTo>
                          <a:cubicBezTo>
                            <a:pt x="39627" y="15315"/>
                            <a:pt x="39244" y="17227"/>
                            <a:pt x="38502" y="18824"/>
                          </a:cubicBezTo>
                          <a:cubicBezTo>
                            <a:pt x="37737" y="20398"/>
                            <a:pt x="36703" y="21702"/>
                            <a:pt x="35399" y="22737"/>
                          </a:cubicBezTo>
                          <a:cubicBezTo>
                            <a:pt x="34094" y="23772"/>
                            <a:pt x="32520" y="24514"/>
                            <a:pt x="30721" y="24986"/>
                          </a:cubicBezTo>
                          <a:cubicBezTo>
                            <a:pt x="28922" y="25458"/>
                            <a:pt x="26988" y="25683"/>
                            <a:pt x="24941" y="25683"/>
                          </a:cubicBezTo>
                          <a:cubicBezTo>
                            <a:pt x="23007" y="25683"/>
                            <a:pt x="21117" y="25436"/>
                            <a:pt x="19318" y="24918"/>
                          </a:cubicBezTo>
                          <a:cubicBezTo>
                            <a:pt x="17519" y="24424"/>
                            <a:pt x="15945" y="23659"/>
                            <a:pt x="14596" y="22625"/>
                          </a:cubicBezTo>
                          <a:cubicBezTo>
                            <a:pt x="13246" y="21590"/>
                            <a:pt x="12167" y="20308"/>
                            <a:pt x="11357" y="18734"/>
                          </a:cubicBezTo>
                          <a:cubicBezTo>
                            <a:pt x="10547" y="17160"/>
                            <a:pt x="10143" y="15315"/>
                            <a:pt x="10143" y="13201"/>
                          </a:cubicBezTo>
                          <a:cubicBezTo>
                            <a:pt x="10143" y="11222"/>
                            <a:pt x="10593" y="9333"/>
                            <a:pt x="11470" y="7512"/>
                          </a:cubicBezTo>
                          <a:cubicBezTo>
                            <a:pt x="12347" y="5690"/>
                            <a:pt x="13651" y="4273"/>
                            <a:pt x="15383" y="3216"/>
                          </a:cubicBezTo>
                          <a:lnTo>
                            <a:pt x="0" y="3216"/>
                          </a:lnTo>
                          <a:close/>
                          <a:moveTo>
                            <a:pt x="24783" y="3239"/>
                          </a:moveTo>
                          <a:cubicBezTo>
                            <a:pt x="23209" y="3239"/>
                            <a:pt x="21702" y="3463"/>
                            <a:pt x="20285" y="3891"/>
                          </a:cubicBezTo>
                          <a:cubicBezTo>
                            <a:pt x="18869" y="4318"/>
                            <a:pt x="17632" y="4948"/>
                            <a:pt x="16552" y="5757"/>
                          </a:cubicBezTo>
                          <a:cubicBezTo>
                            <a:pt x="15495" y="6567"/>
                            <a:pt x="14640" y="7557"/>
                            <a:pt x="14011" y="8726"/>
                          </a:cubicBezTo>
                          <a:cubicBezTo>
                            <a:pt x="13381" y="9895"/>
                            <a:pt x="13066" y="11222"/>
                            <a:pt x="13066" y="12684"/>
                          </a:cubicBezTo>
                          <a:cubicBezTo>
                            <a:pt x="13066" y="14371"/>
                            <a:pt x="13404" y="15833"/>
                            <a:pt x="14056" y="17047"/>
                          </a:cubicBezTo>
                          <a:cubicBezTo>
                            <a:pt x="14731" y="18262"/>
                            <a:pt x="15630" y="19274"/>
                            <a:pt x="16777" y="20061"/>
                          </a:cubicBezTo>
                          <a:cubicBezTo>
                            <a:pt x="17924" y="20848"/>
                            <a:pt x="19273" y="21433"/>
                            <a:pt x="20803" y="21792"/>
                          </a:cubicBezTo>
                          <a:cubicBezTo>
                            <a:pt x="22332" y="22152"/>
                            <a:pt x="23974" y="22287"/>
                            <a:pt x="25750" y="22220"/>
                          </a:cubicBezTo>
                          <a:cubicBezTo>
                            <a:pt x="27505" y="22220"/>
                            <a:pt x="29079" y="21972"/>
                            <a:pt x="30428" y="21500"/>
                          </a:cubicBezTo>
                          <a:cubicBezTo>
                            <a:pt x="31778" y="21005"/>
                            <a:pt x="32925" y="20331"/>
                            <a:pt x="33847" y="19476"/>
                          </a:cubicBezTo>
                          <a:cubicBezTo>
                            <a:pt x="34769" y="18621"/>
                            <a:pt x="35488" y="17609"/>
                            <a:pt x="35983" y="16462"/>
                          </a:cubicBezTo>
                          <a:cubicBezTo>
                            <a:pt x="36478" y="15315"/>
                            <a:pt x="36703" y="14056"/>
                            <a:pt x="36703" y="12684"/>
                          </a:cubicBezTo>
                          <a:cubicBezTo>
                            <a:pt x="36703" y="11177"/>
                            <a:pt x="36388" y="9828"/>
                            <a:pt x="35781" y="8636"/>
                          </a:cubicBezTo>
                          <a:cubicBezTo>
                            <a:pt x="35173" y="7444"/>
                            <a:pt x="34341" y="6454"/>
                            <a:pt x="33262" y="5667"/>
                          </a:cubicBezTo>
                          <a:cubicBezTo>
                            <a:pt x="32205" y="4880"/>
                            <a:pt x="30945" y="4273"/>
                            <a:pt x="29484" y="3868"/>
                          </a:cubicBezTo>
                          <a:cubicBezTo>
                            <a:pt x="28022" y="3463"/>
                            <a:pt x="26447" y="3239"/>
                            <a:pt x="24761" y="3239"/>
                          </a:cubicBezTo>
                          <a:close/>
                        </a:path>
                      </a:pathLst>
                    </a:custGeom>
                    <a:solidFill>
                      <a:srgbClr val="231F20"/>
                    </a:solidFill>
                    <a:ln w="2249" cap="flat">
                      <a:noFill/>
                      <a:prstDash val="solid"/>
                      <a:miter/>
                    </a:ln>
                  </p:spPr>
                  <p:txBody>
                    <a:bodyPr rtlCol="0" anchor="ctr"/>
                    <a:lstStyle/>
                    <a:p>
                      <a:endParaRPr lang="en-US"/>
                    </a:p>
                  </p:txBody>
                </p:sp>
                <p:sp>
                  <p:nvSpPr>
                    <p:cNvPr id="3515" name="Freeform 3514">
                      <a:extLst>
                        <a:ext uri="{FF2B5EF4-FFF2-40B4-BE49-F238E27FC236}">
                          <a16:creationId xmlns:a16="http://schemas.microsoft.com/office/drawing/2014/main" id="{0F1DB79D-9F7C-5AB8-BE6F-68A170F64E7D}"/>
                        </a:ext>
                      </a:extLst>
                    </p:cNvPr>
                    <p:cNvSpPr/>
                    <p:nvPr/>
                  </p:nvSpPr>
                  <p:spPr>
                    <a:xfrm>
                      <a:off x="3405797" y="2454615"/>
                      <a:ext cx="29483" cy="25167"/>
                    </a:xfrm>
                    <a:custGeom>
                      <a:avLst/>
                      <a:gdLst>
                        <a:gd name="connsiteX0" fmla="*/ 15473 w 29483"/>
                        <a:gd name="connsiteY0" fmla="*/ 21659 h 25167"/>
                        <a:gd name="connsiteX1" fmla="*/ 19768 w 29483"/>
                        <a:gd name="connsiteY1" fmla="*/ 21074 h 25167"/>
                        <a:gd name="connsiteX2" fmla="*/ 23277 w 29483"/>
                        <a:gd name="connsiteY2" fmla="*/ 19320 h 25167"/>
                        <a:gd name="connsiteX3" fmla="*/ 25661 w 29483"/>
                        <a:gd name="connsiteY3" fmla="*/ 16374 h 25167"/>
                        <a:gd name="connsiteX4" fmla="*/ 26560 w 29483"/>
                        <a:gd name="connsiteY4" fmla="*/ 12281 h 25167"/>
                        <a:gd name="connsiteX5" fmla="*/ 24896 w 29483"/>
                        <a:gd name="connsiteY5" fmla="*/ 6838 h 25167"/>
                        <a:gd name="connsiteX6" fmla="*/ 20151 w 29483"/>
                        <a:gd name="connsiteY6" fmla="*/ 3825 h 25167"/>
                        <a:gd name="connsiteX7" fmla="*/ 20151 w 29483"/>
                        <a:gd name="connsiteY7" fmla="*/ 204 h 25167"/>
                        <a:gd name="connsiteX8" fmla="*/ 23839 w 29483"/>
                        <a:gd name="connsiteY8" fmla="*/ 1778 h 25167"/>
                        <a:gd name="connsiteX9" fmla="*/ 26808 w 29483"/>
                        <a:gd name="connsiteY9" fmla="*/ 4207 h 25167"/>
                        <a:gd name="connsiteX10" fmla="*/ 28787 w 29483"/>
                        <a:gd name="connsiteY10" fmla="*/ 7670 h 25167"/>
                        <a:gd name="connsiteX11" fmla="*/ 29484 w 29483"/>
                        <a:gd name="connsiteY11" fmla="*/ 12303 h 25167"/>
                        <a:gd name="connsiteX12" fmla="*/ 28359 w 29483"/>
                        <a:gd name="connsiteY12" fmla="*/ 18083 h 25167"/>
                        <a:gd name="connsiteX13" fmla="*/ 25256 w 29483"/>
                        <a:gd name="connsiteY13" fmla="*/ 22086 h 25167"/>
                        <a:gd name="connsiteX14" fmla="*/ 20623 w 29483"/>
                        <a:gd name="connsiteY14" fmla="*/ 24403 h 25167"/>
                        <a:gd name="connsiteX15" fmla="*/ 14866 w 29483"/>
                        <a:gd name="connsiteY15" fmla="*/ 25167 h 25167"/>
                        <a:gd name="connsiteX16" fmla="*/ 9086 w 29483"/>
                        <a:gd name="connsiteY16" fmla="*/ 24268 h 25167"/>
                        <a:gd name="connsiteX17" fmla="*/ 4363 w 29483"/>
                        <a:gd name="connsiteY17" fmla="*/ 21726 h 25167"/>
                        <a:gd name="connsiteX18" fmla="*/ 1170 w 29483"/>
                        <a:gd name="connsiteY18" fmla="*/ 17701 h 25167"/>
                        <a:gd name="connsiteX19" fmla="*/ 0 w 29483"/>
                        <a:gd name="connsiteY19" fmla="*/ 12303 h 25167"/>
                        <a:gd name="connsiteX20" fmla="*/ 3958 w 29483"/>
                        <a:gd name="connsiteY20" fmla="*/ 3240 h 25167"/>
                        <a:gd name="connsiteX21" fmla="*/ 15473 w 29483"/>
                        <a:gd name="connsiteY21" fmla="*/ 1 h 25167"/>
                        <a:gd name="connsiteX22" fmla="*/ 15473 w 29483"/>
                        <a:gd name="connsiteY22" fmla="*/ 21704 h 25167"/>
                        <a:gd name="connsiteX23" fmla="*/ 12774 w 29483"/>
                        <a:gd name="connsiteY23" fmla="*/ 3420 h 25167"/>
                        <a:gd name="connsiteX24" fmla="*/ 8906 w 29483"/>
                        <a:gd name="connsiteY24" fmla="*/ 3982 h 25167"/>
                        <a:gd name="connsiteX25" fmla="*/ 5780 w 29483"/>
                        <a:gd name="connsiteY25" fmla="*/ 5646 h 25167"/>
                        <a:gd name="connsiteX26" fmla="*/ 3666 w 29483"/>
                        <a:gd name="connsiteY26" fmla="*/ 8435 h 25167"/>
                        <a:gd name="connsiteX27" fmla="*/ 2879 w 29483"/>
                        <a:gd name="connsiteY27" fmla="*/ 12258 h 25167"/>
                        <a:gd name="connsiteX28" fmla="*/ 3688 w 29483"/>
                        <a:gd name="connsiteY28" fmla="*/ 16059 h 25167"/>
                        <a:gd name="connsiteX29" fmla="*/ 5848 w 29483"/>
                        <a:gd name="connsiteY29" fmla="*/ 18870 h 25167"/>
                        <a:gd name="connsiteX30" fmla="*/ 8973 w 29483"/>
                        <a:gd name="connsiteY30" fmla="*/ 20737 h 25167"/>
                        <a:gd name="connsiteX31" fmla="*/ 12752 w 29483"/>
                        <a:gd name="connsiteY31" fmla="*/ 21659 h 25167"/>
                        <a:gd name="connsiteX32" fmla="*/ 12752 w 29483"/>
                        <a:gd name="connsiteY32"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3" h="25167">
                          <a:moveTo>
                            <a:pt x="15473" y="21659"/>
                          </a:moveTo>
                          <a:cubicBezTo>
                            <a:pt x="16980" y="21659"/>
                            <a:pt x="18419" y="21456"/>
                            <a:pt x="19768" y="21074"/>
                          </a:cubicBezTo>
                          <a:cubicBezTo>
                            <a:pt x="21118" y="20669"/>
                            <a:pt x="22287" y="20085"/>
                            <a:pt x="23277" y="19320"/>
                          </a:cubicBezTo>
                          <a:cubicBezTo>
                            <a:pt x="24266" y="18555"/>
                            <a:pt x="25053" y="17566"/>
                            <a:pt x="25661" y="16374"/>
                          </a:cubicBezTo>
                          <a:cubicBezTo>
                            <a:pt x="26245" y="15182"/>
                            <a:pt x="26560" y="13810"/>
                            <a:pt x="26560" y="12281"/>
                          </a:cubicBezTo>
                          <a:cubicBezTo>
                            <a:pt x="26560" y="10167"/>
                            <a:pt x="25998" y="8345"/>
                            <a:pt x="24896" y="6838"/>
                          </a:cubicBezTo>
                          <a:cubicBezTo>
                            <a:pt x="23772" y="5331"/>
                            <a:pt x="22197" y="4319"/>
                            <a:pt x="20151" y="3825"/>
                          </a:cubicBezTo>
                          <a:lnTo>
                            <a:pt x="20151" y="204"/>
                          </a:lnTo>
                          <a:cubicBezTo>
                            <a:pt x="21478" y="609"/>
                            <a:pt x="22715" y="1126"/>
                            <a:pt x="23839" y="1778"/>
                          </a:cubicBezTo>
                          <a:cubicBezTo>
                            <a:pt x="24964" y="2430"/>
                            <a:pt x="25953" y="3240"/>
                            <a:pt x="26808" y="4207"/>
                          </a:cubicBezTo>
                          <a:cubicBezTo>
                            <a:pt x="27662" y="5174"/>
                            <a:pt x="28315" y="6321"/>
                            <a:pt x="28787" y="7670"/>
                          </a:cubicBezTo>
                          <a:cubicBezTo>
                            <a:pt x="29259" y="8997"/>
                            <a:pt x="29484" y="10549"/>
                            <a:pt x="29484" y="12303"/>
                          </a:cubicBezTo>
                          <a:cubicBezTo>
                            <a:pt x="29484" y="14530"/>
                            <a:pt x="29102" y="16464"/>
                            <a:pt x="28359" y="18083"/>
                          </a:cubicBezTo>
                          <a:cubicBezTo>
                            <a:pt x="27595" y="19702"/>
                            <a:pt x="26560" y="21029"/>
                            <a:pt x="25256" y="22086"/>
                          </a:cubicBezTo>
                          <a:cubicBezTo>
                            <a:pt x="23951" y="23121"/>
                            <a:pt x="22400" y="23908"/>
                            <a:pt x="20623" y="24403"/>
                          </a:cubicBezTo>
                          <a:cubicBezTo>
                            <a:pt x="18846" y="24897"/>
                            <a:pt x="16935" y="25167"/>
                            <a:pt x="14866" y="25167"/>
                          </a:cubicBezTo>
                          <a:cubicBezTo>
                            <a:pt x="12797" y="25167"/>
                            <a:pt x="10885" y="24875"/>
                            <a:pt x="9086" y="24268"/>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close/>
                          <a:moveTo>
                            <a:pt x="12774" y="3420"/>
                          </a:moveTo>
                          <a:cubicBezTo>
                            <a:pt x="11402" y="3420"/>
                            <a:pt x="10120" y="3600"/>
                            <a:pt x="8906" y="3982"/>
                          </a:cubicBezTo>
                          <a:cubicBezTo>
                            <a:pt x="7692" y="4364"/>
                            <a:pt x="6657" y="4927"/>
                            <a:pt x="5780" y="5646"/>
                          </a:cubicBezTo>
                          <a:cubicBezTo>
                            <a:pt x="4903" y="6388"/>
                            <a:pt x="4206" y="7310"/>
                            <a:pt x="3666" y="8435"/>
                          </a:cubicBezTo>
                          <a:cubicBezTo>
                            <a:pt x="3149" y="9559"/>
                            <a:pt x="2879" y="10819"/>
                            <a:pt x="2879" y="12258"/>
                          </a:cubicBezTo>
                          <a:cubicBezTo>
                            <a:pt x="2879" y="13697"/>
                            <a:pt x="3149" y="14957"/>
                            <a:pt x="3688" y="16059"/>
                          </a:cubicBezTo>
                          <a:cubicBezTo>
                            <a:pt x="4228" y="17161"/>
                            <a:pt x="4948" y="18083"/>
                            <a:pt x="5848" y="18870"/>
                          </a:cubicBezTo>
                          <a:cubicBezTo>
                            <a:pt x="6747" y="19635"/>
                            <a:pt x="7782" y="20264"/>
                            <a:pt x="8973" y="20737"/>
                          </a:cubicBezTo>
                          <a:cubicBezTo>
                            <a:pt x="10165" y="21209"/>
                            <a:pt x="11425" y="21501"/>
                            <a:pt x="12752" y="21659"/>
                          </a:cubicBezTo>
                          <a:lnTo>
                            <a:pt x="12752" y="3420"/>
                          </a:lnTo>
                          <a:close/>
                        </a:path>
                      </a:pathLst>
                    </a:custGeom>
                    <a:solidFill>
                      <a:srgbClr val="231F20"/>
                    </a:solidFill>
                    <a:ln w="2249" cap="flat">
                      <a:noFill/>
                      <a:prstDash val="solid"/>
                      <a:miter/>
                    </a:ln>
                  </p:spPr>
                  <p:txBody>
                    <a:bodyPr rtlCol="0" anchor="ctr"/>
                    <a:lstStyle/>
                    <a:p>
                      <a:endParaRPr lang="en-US"/>
                    </a:p>
                  </p:txBody>
                </p:sp>
                <p:sp>
                  <p:nvSpPr>
                    <p:cNvPr id="3516" name="Freeform 3515">
                      <a:extLst>
                        <a:ext uri="{FF2B5EF4-FFF2-40B4-BE49-F238E27FC236}">
                          <a16:creationId xmlns:a16="http://schemas.microsoft.com/office/drawing/2014/main" id="{99BF6416-5067-640B-0331-479F14893A00}"/>
                        </a:ext>
                      </a:extLst>
                    </p:cNvPr>
                    <p:cNvSpPr/>
                    <p:nvPr/>
                  </p:nvSpPr>
                  <p:spPr>
                    <a:xfrm>
                      <a:off x="3406562" y="2426167"/>
                      <a:ext cx="27954" cy="25008"/>
                    </a:xfrm>
                    <a:custGeom>
                      <a:avLst/>
                      <a:gdLst>
                        <a:gd name="connsiteX0" fmla="*/ 15855 w 27954"/>
                        <a:gd name="connsiteY0" fmla="*/ 12392 h 25008"/>
                        <a:gd name="connsiteX1" fmla="*/ 27954 w 27954"/>
                        <a:gd name="connsiteY1" fmla="*/ 21073 h 25008"/>
                        <a:gd name="connsiteX2" fmla="*/ 27954 w 27954"/>
                        <a:gd name="connsiteY2" fmla="*/ 25008 h 25008"/>
                        <a:gd name="connsiteX3" fmla="*/ 13494 w 27954"/>
                        <a:gd name="connsiteY3" fmla="*/ 14258 h 25008"/>
                        <a:gd name="connsiteX4" fmla="*/ 0 w 27954"/>
                        <a:gd name="connsiteY4" fmla="*/ 24131 h 25008"/>
                        <a:gd name="connsiteX5" fmla="*/ 0 w 27954"/>
                        <a:gd name="connsiteY5" fmla="*/ 20128 h 25008"/>
                        <a:gd name="connsiteX6" fmla="*/ 11110 w 27954"/>
                        <a:gd name="connsiteY6" fmla="*/ 12414 h 25008"/>
                        <a:gd name="connsiteX7" fmla="*/ 0 w 27954"/>
                        <a:gd name="connsiteY7" fmla="*/ 4475 h 25008"/>
                        <a:gd name="connsiteX8" fmla="*/ 0 w 27954"/>
                        <a:gd name="connsiteY8" fmla="*/ 382 h 25008"/>
                        <a:gd name="connsiteX9" fmla="*/ 13494 w 27954"/>
                        <a:gd name="connsiteY9" fmla="*/ 10480 h 25008"/>
                        <a:gd name="connsiteX10" fmla="*/ 27954 w 27954"/>
                        <a:gd name="connsiteY10" fmla="*/ 0 h 25008"/>
                        <a:gd name="connsiteX11" fmla="*/ 27954 w 27954"/>
                        <a:gd name="connsiteY11" fmla="*/ 3891 h 25008"/>
                        <a:gd name="connsiteX12" fmla="*/ 15855 w 27954"/>
                        <a:gd name="connsiteY12" fmla="*/ 12369 h 250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954" h="25008">
                          <a:moveTo>
                            <a:pt x="15855" y="12392"/>
                          </a:moveTo>
                          <a:lnTo>
                            <a:pt x="27954" y="21073"/>
                          </a:lnTo>
                          <a:lnTo>
                            <a:pt x="27954" y="25008"/>
                          </a:lnTo>
                          <a:lnTo>
                            <a:pt x="13494" y="14258"/>
                          </a:lnTo>
                          <a:lnTo>
                            <a:pt x="0" y="24131"/>
                          </a:lnTo>
                          <a:lnTo>
                            <a:pt x="0" y="20128"/>
                          </a:lnTo>
                          <a:lnTo>
                            <a:pt x="11110" y="12414"/>
                          </a:lnTo>
                          <a:lnTo>
                            <a:pt x="0" y="4475"/>
                          </a:lnTo>
                          <a:lnTo>
                            <a:pt x="0" y="382"/>
                          </a:lnTo>
                          <a:lnTo>
                            <a:pt x="13494" y="10480"/>
                          </a:lnTo>
                          <a:lnTo>
                            <a:pt x="27954" y="0"/>
                          </a:lnTo>
                          <a:lnTo>
                            <a:pt x="27954" y="3891"/>
                          </a:lnTo>
                          <a:lnTo>
                            <a:pt x="15855" y="12369"/>
                          </a:lnTo>
                          <a:close/>
                        </a:path>
                      </a:pathLst>
                    </a:custGeom>
                    <a:solidFill>
                      <a:srgbClr val="231F20"/>
                    </a:solidFill>
                    <a:ln w="2249" cap="flat">
                      <a:noFill/>
                      <a:prstDash val="solid"/>
                      <a:miter/>
                    </a:ln>
                  </p:spPr>
                  <p:txBody>
                    <a:bodyPr rtlCol="0" anchor="ctr"/>
                    <a:lstStyle/>
                    <a:p>
                      <a:endParaRPr lang="en-US"/>
                    </a:p>
                  </p:txBody>
                </p:sp>
              </p:grpSp>
              <p:sp>
                <p:nvSpPr>
                  <p:cNvPr id="38" name="Freeform 37">
                    <a:extLst>
                      <a:ext uri="{FF2B5EF4-FFF2-40B4-BE49-F238E27FC236}">
                        <a16:creationId xmlns:a16="http://schemas.microsoft.com/office/drawing/2014/main" id="{8B2A5229-9789-3182-2EF1-C5816EFFC63A}"/>
                      </a:ext>
                    </a:extLst>
                  </p:cNvPr>
                  <p:cNvSpPr/>
                  <p:nvPr/>
                </p:nvSpPr>
                <p:spPr>
                  <a:xfrm>
                    <a:off x="7001850" y="6181772"/>
                    <a:ext cx="3342961" cy="8416"/>
                  </a:xfrm>
                  <a:custGeom>
                    <a:avLst/>
                    <a:gdLst>
                      <a:gd name="connsiteX0" fmla="*/ 0 w 892948"/>
                      <a:gd name="connsiteY0" fmla="*/ 0 h 2248"/>
                      <a:gd name="connsiteX1" fmla="*/ 892949 w 892948"/>
                      <a:gd name="connsiteY1" fmla="*/ 0 h 2248"/>
                    </a:gdLst>
                    <a:ahLst/>
                    <a:cxnLst>
                      <a:cxn ang="0">
                        <a:pos x="connsiteX0" y="connsiteY0"/>
                      </a:cxn>
                      <a:cxn ang="0">
                        <a:pos x="connsiteX1" y="connsiteY1"/>
                      </a:cxn>
                    </a:cxnLst>
                    <a:rect l="l" t="t" r="r" b="b"/>
                    <a:pathLst>
                      <a:path w="892948" h="2248">
                        <a:moveTo>
                          <a:pt x="0" y="0"/>
                        </a:moveTo>
                        <a:lnTo>
                          <a:pt x="892949" y="0"/>
                        </a:lnTo>
                      </a:path>
                    </a:pathLst>
                  </a:custGeom>
                  <a:ln w="4498" cap="sq">
                    <a:solidFill>
                      <a:srgbClr val="231F20"/>
                    </a:solidFill>
                    <a:prstDash val="solid"/>
                    <a:round/>
                  </a:ln>
                </p:spPr>
                <p:txBody>
                  <a:bodyPr rtlCol="0" anchor="ctr"/>
                  <a:lstStyle/>
                  <a:p>
                    <a:endParaRPr lang="en-US"/>
                  </a:p>
                </p:txBody>
              </p:sp>
              <p:sp>
                <p:nvSpPr>
                  <p:cNvPr id="39" name="Freeform 38">
                    <a:extLst>
                      <a:ext uri="{FF2B5EF4-FFF2-40B4-BE49-F238E27FC236}">
                        <a16:creationId xmlns:a16="http://schemas.microsoft.com/office/drawing/2014/main" id="{22F8940F-D599-2F09-5DE0-EE4A5DE37048}"/>
                      </a:ext>
                    </a:extLst>
                  </p:cNvPr>
                  <p:cNvSpPr/>
                  <p:nvPr/>
                </p:nvSpPr>
                <p:spPr>
                  <a:xfrm>
                    <a:off x="6977010" y="3271231"/>
                    <a:ext cx="25173" cy="2909778"/>
                  </a:xfrm>
                  <a:custGeom>
                    <a:avLst/>
                    <a:gdLst>
                      <a:gd name="connsiteX0" fmla="*/ 6724 w 6724"/>
                      <a:gd name="connsiteY0" fmla="*/ 777240 h 777239"/>
                      <a:gd name="connsiteX1" fmla="*/ 0 w 6724"/>
                      <a:gd name="connsiteY1" fmla="*/ 0 h 777239"/>
                    </a:gdLst>
                    <a:ahLst/>
                    <a:cxnLst>
                      <a:cxn ang="0">
                        <a:pos x="connsiteX0" y="connsiteY0"/>
                      </a:cxn>
                      <a:cxn ang="0">
                        <a:pos x="connsiteX1" y="connsiteY1"/>
                      </a:cxn>
                    </a:cxnLst>
                    <a:rect l="l" t="t" r="r" b="b"/>
                    <a:pathLst>
                      <a:path w="6724" h="777239">
                        <a:moveTo>
                          <a:pt x="6724" y="777240"/>
                        </a:moveTo>
                        <a:lnTo>
                          <a:pt x="0" y="0"/>
                        </a:lnTo>
                      </a:path>
                    </a:pathLst>
                  </a:custGeom>
                  <a:ln w="4498" cap="sq">
                    <a:solidFill>
                      <a:srgbClr val="231F20"/>
                    </a:solidFill>
                    <a:prstDash val="solid"/>
                    <a:round/>
                  </a:ln>
                </p:spPr>
                <p:txBody>
                  <a:bodyPr rtlCol="0" anchor="ctr"/>
                  <a:lstStyle/>
                  <a:p>
                    <a:endParaRPr lang="en-US"/>
                  </a:p>
                </p:txBody>
              </p:sp>
              <p:sp>
                <p:nvSpPr>
                  <p:cNvPr id="40" name="Freeform 39">
                    <a:extLst>
                      <a:ext uri="{FF2B5EF4-FFF2-40B4-BE49-F238E27FC236}">
                        <a16:creationId xmlns:a16="http://schemas.microsoft.com/office/drawing/2014/main" id="{1E55EC0E-0288-8C02-7879-E11D0E82BCCE}"/>
                      </a:ext>
                    </a:extLst>
                  </p:cNvPr>
                  <p:cNvSpPr/>
                  <p:nvPr/>
                </p:nvSpPr>
                <p:spPr>
                  <a:xfrm>
                    <a:off x="6993430" y="5025774"/>
                    <a:ext cx="39822" cy="333"/>
                  </a:xfrm>
                  <a:custGeom>
                    <a:avLst/>
                    <a:gdLst>
                      <a:gd name="connsiteX0" fmla="*/ 0 w 10637"/>
                      <a:gd name="connsiteY0" fmla="*/ 90 h 89"/>
                      <a:gd name="connsiteX1" fmla="*/ 10638 w 10637"/>
                      <a:gd name="connsiteY1" fmla="*/ 0 h 89"/>
                    </a:gdLst>
                    <a:ahLst/>
                    <a:cxnLst>
                      <a:cxn ang="0">
                        <a:pos x="connsiteX0" y="connsiteY0"/>
                      </a:cxn>
                      <a:cxn ang="0">
                        <a:pos x="connsiteX1" y="connsiteY1"/>
                      </a:cxn>
                    </a:cxnLst>
                    <a:rect l="l" t="t" r="r" b="b"/>
                    <a:pathLst>
                      <a:path w="10637" h="89">
                        <a:moveTo>
                          <a:pt x="0" y="90"/>
                        </a:moveTo>
                        <a:lnTo>
                          <a:pt x="10638" y="0"/>
                        </a:lnTo>
                      </a:path>
                    </a:pathLst>
                  </a:custGeom>
                  <a:ln w="4498" cap="sq">
                    <a:solidFill>
                      <a:srgbClr val="262626"/>
                    </a:solidFill>
                    <a:prstDash val="solid"/>
                    <a:round/>
                  </a:ln>
                </p:spPr>
                <p:txBody>
                  <a:bodyPr rtlCol="0" anchor="ctr"/>
                  <a:lstStyle/>
                  <a:p>
                    <a:endParaRPr lang="en-US"/>
                  </a:p>
                </p:txBody>
              </p:sp>
              <p:sp>
                <p:nvSpPr>
                  <p:cNvPr id="41" name="Freeform 40">
                    <a:extLst>
                      <a:ext uri="{FF2B5EF4-FFF2-40B4-BE49-F238E27FC236}">
                        <a16:creationId xmlns:a16="http://schemas.microsoft.com/office/drawing/2014/main" id="{9C6CC1D3-11DF-AB95-56F1-E817DD690D5D}"/>
                      </a:ext>
                    </a:extLst>
                  </p:cNvPr>
                  <p:cNvSpPr/>
                  <p:nvPr/>
                </p:nvSpPr>
                <p:spPr>
                  <a:xfrm>
                    <a:off x="6984756" y="3869270"/>
                    <a:ext cx="39822" cy="251"/>
                  </a:xfrm>
                  <a:custGeom>
                    <a:avLst/>
                    <a:gdLst>
                      <a:gd name="connsiteX0" fmla="*/ 0 w 10637"/>
                      <a:gd name="connsiteY0" fmla="*/ 67 h 67"/>
                      <a:gd name="connsiteX1" fmla="*/ 10638 w 10637"/>
                      <a:gd name="connsiteY1" fmla="*/ 0 h 67"/>
                    </a:gdLst>
                    <a:ahLst/>
                    <a:cxnLst>
                      <a:cxn ang="0">
                        <a:pos x="connsiteX0" y="connsiteY0"/>
                      </a:cxn>
                      <a:cxn ang="0">
                        <a:pos x="connsiteX1" y="connsiteY1"/>
                      </a:cxn>
                    </a:cxnLst>
                    <a:rect l="l" t="t" r="r" b="b"/>
                    <a:pathLst>
                      <a:path w="10637" h="67">
                        <a:moveTo>
                          <a:pt x="0" y="67"/>
                        </a:moveTo>
                        <a:lnTo>
                          <a:pt x="10638" y="0"/>
                        </a:lnTo>
                      </a:path>
                    </a:pathLst>
                  </a:custGeom>
                  <a:ln w="4498" cap="sq">
                    <a:solidFill>
                      <a:srgbClr val="262626"/>
                    </a:solidFill>
                    <a:prstDash val="solid"/>
                    <a:round/>
                  </a:ln>
                </p:spPr>
                <p:txBody>
                  <a:bodyPr rtlCol="0" anchor="ctr"/>
                  <a:lstStyle/>
                  <a:p>
                    <a:endParaRPr lang="en-US"/>
                  </a:p>
                </p:txBody>
              </p:sp>
              <p:grpSp>
                <p:nvGrpSpPr>
                  <p:cNvPr id="42" name="Graphic 4479">
                    <a:extLst>
                      <a:ext uri="{FF2B5EF4-FFF2-40B4-BE49-F238E27FC236}">
                        <a16:creationId xmlns:a16="http://schemas.microsoft.com/office/drawing/2014/main" id="{8BA575A8-9E85-F96A-4938-7F22DD42F5B7}"/>
                      </a:ext>
                    </a:extLst>
                  </p:cNvPr>
                  <p:cNvGrpSpPr/>
                  <p:nvPr/>
                </p:nvGrpSpPr>
                <p:grpSpPr>
                  <a:xfrm>
                    <a:off x="6555533" y="6158198"/>
                    <a:ext cx="263024" cy="145317"/>
                    <a:chOff x="4700815" y="2975003"/>
                    <a:chExt cx="70257" cy="38816"/>
                  </a:xfrm>
                  <a:solidFill>
                    <a:srgbClr val="231F20"/>
                  </a:solidFill>
                </p:grpSpPr>
                <p:sp>
                  <p:nvSpPr>
                    <p:cNvPr id="3494" name="Freeform 3493">
                      <a:extLst>
                        <a:ext uri="{FF2B5EF4-FFF2-40B4-BE49-F238E27FC236}">
                          <a16:creationId xmlns:a16="http://schemas.microsoft.com/office/drawing/2014/main" id="{F20DCB85-B174-8CE5-B19A-1E32C5163497}"/>
                        </a:ext>
                      </a:extLst>
                    </p:cNvPr>
                    <p:cNvSpPr/>
                    <p:nvPr/>
                  </p:nvSpPr>
                  <p:spPr>
                    <a:xfrm>
                      <a:off x="4700815" y="2975003"/>
                      <a:ext cx="25772" cy="38816"/>
                    </a:xfrm>
                    <a:custGeom>
                      <a:avLst/>
                      <a:gdLst>
                        <a:gd name="connsiteX0" fmla="*/ 12932 w 25772"/>
                        <a:gd name="connsiteY0" fmla="*/ 0 h 38816"/>
                        <a:gd name="connsiteX1" fmla="*/ 17789 w 25772"/>
                        <a:gd name="connsiteY1" fmla="*/ 832 h 38816"/>
                        <a:gd name="connsiteX2" fmla="*/ 21275 w 25772"/>
                        <a:gd name="connsiteY2" fmla="*/ 3126 h 38816"/>
                        <a:gd name="connsiteX3" fmla="*/ 23592 w 25772"/>
                        <a:gd name="connsiteY3" fmla="*/ 6522 h 38816"/>
                        <a:gd name="connsiteX4" fmla="*/ 24963 w 25772"/>
                        <a:gd name="connsiteY4" fmla="*/ 10660 h 38816"/>
                        <a:gd name="connsiteX5" fmla="*/ 25616 w 25772"/>
                        <a:gd name="connsiteY5" fmla="*/ 15158 h 38816"/>
                        <a:gd name="connsiteX6" fmla="*/ 25773 w 25772"/>
                        <a:gd name="connsiteY6" fmla="*/ 19701 h 38816"/>
                        <a:gd name="connsiteX7" fmla="*/ 25233 w 25772"/>
                        <a:gd name="connsiteY7" fmla="*/ 26942 h 38816"/>
                        <a:gd name="connsiteX8" fmla="*/ 23254 w 25772"/>
                        <a:gd name="connsiteY8" fmla="*/ 33037 h 38816"/>
                        <a:gd name="connsiteX9" fmla="*/ 19341 w 25772"/>
                        <a:gd name="connsiteY9" fmla="*/ 37243 h 38816"/>
                        <a:gd name="connsiteX10" fmla="*/ 12909 w 25772"/>
                        <a:gd name="connsiteY10" fmla="*/ 38817 h 38816"/>
                        <a:gd name="connsiteX11" fmla="*/ 6454 w 25772"/>
                        <a:gd name="connsiteY11" fmla="*/ 37243 h 38816"/>
                        <a:gd name="connsiteX12" fmla="*/ 2519 w 25772"/>
                        <a:gd name="connsiteY12" fmla="*/ 33015 h 38816"/>
                        <a:gd name="connsiteX13" fmla="*/ 540 w 25772"/>
                        <a:gd name="connsiteY13" fmla="*/ 26808 h 38816"/>
                        <a:gd name="connsiteX14" fmla="*/ 0 w 25772"/>
                        <a:gd name="connsiteY14" fmla="*/ 19341 h 38816"/>
                        <a:gd name="connsiteX15" fmla="*/ 495 w 25772"/>
                        <a:gd name="connsiteY15" fmla="*/ 12279 h 38816"/>
                        <a:gd name="connsiteX16" fmla="*/ 2361 w 25772"/>
                        <a:gd name="connsiteY16" fmla="*/ 6095 h 38816"/>
                        <a:gd name="connsiteX17" fmla="*/ 6274 w 25772"/>
                        <a:gd name="connsiteY17" fmla="*/ 1687 h 38816"/>
                        <a:gd name="connsiteX18" fmla="*/ 12909 w 25772"/>
                        <a:gd name="connsiteY18" fmla="*/ 22 h 38816"/>
                        <a:gd name="connsiteX19" fmla="*/ 22332 w 25772"/>
                        <a:gd name="connsiteY19" fmla="*/ 19319 h 38816"/>
                        <a:gd name="connsiteX20" fmla="*/ 21972 w 25772"/>
                        <a:gd name="connsiteY20" fmla="*/ 13291 h 38816"/>
                        <a:gd name="connsiteX21" fmla="*/ 20600 w 25772"/>
                        <a:gd name="connsiteY21" fmla="*/ 8029 h 38816"/>
                        <a:gd name="connsiteX22" fmla="*/ 17722 w 25772"/>
                        <a:gd name="connsiteY22" fmla="*/ 4295 h 38816"/>
                        <a:gd name="connsiteX23" fmla="*/ 12841 w 25772"/>
                        <a:gd name="connsiteY23" fmla="*/ 2901 h 38816"/>
                        <a:gd name="connsiteX24" fmla="*/ 8164 w 25772"/>
                        <a:gd name="connsiteY24" fmla="*/ 4340 h 38816"/>
                        <a:gd name="connsiteX25" fmla="*/ 5330 w 25772"/>
                        <a:gd name="connsiteY25" fmla="*/ 8141 h 38816"/>
                        <a:gd name="connsiteX26" fmla="*/ 3891 w 25772"/>
                        <a:gd name="connsiteY26" fmla="*/ 13539 h 38816"/>
                        <a:gd name="connsiteX27" fmla="*/ 3486 w 25772"/>
                        <a:gd name="connsiteY27" fmla="*/ 19701 h 38816"/>
                        <a:gd name="connsiteX28" fmla="*/ 3936 w 25772"/>
                        <a:gd name="connsiteY28" fmla="*/ 26358 h 38816"/>
                        <a:gd name="connsiteX29" fmla="*/ 5465 w 25772"/>
                        <a:gd name="connsiteY29" fmla="*/ 31463 h 38816"/>
                        <a:gd name="connsiteX30" fmla="*/ 8344 w 25772"/>
                        <a:gd name="connsiteY30" fmla="*/ 34724 h 38816"/>
                        <a:gd name="connsiteX31" fmla="*/ 12909 w 25772"/>
                        <a:gd name="connsiteY31" fmla="*/ 35893 h 38816"/>
                        <a:gd name="connsiteX32" fmla="*/ 17857 w 25772"/>
                        <a:gd name="connsiteY32" fmla="*/ 34387 h 38816"/>
                        <a:gd name="connsiteX33" fmla="*/ 20690 w 25772"/>
                        <a:gd name="connsiteY33" fmla="*/ 30496 h 38816"/>
                        <a:gd name="connsiteX34" fmla="*/ 21995 w 25772"/>
                        <a:gd name="connsiteY34" fmla="*/ 25143 h 38816"/>
                        <a:gd name="connsiteX35" fmla="*/ 22309 w 25772"/>
                        <a:gd name="connsiteY35" fmla="*/ 19319 h 38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2" h="38816">
                          <a:moveTo>
                            <a:pt x="12932" y="0"/>
                          </a:moveTo>
                          <a:cubicBezTo>
                            <a:pt x="14798" y="0"/>
                            <a:pt x="16417" y="270"/>
                            <a:pt x="17789" y="832"/>
                          </a:cubicBezTo>
                          <a:cubicBezTo>
                            <a:pt x="19161" y="1394"/>
                            <a:pt x="20308" y="2159"/>
                            <a:pt x="21275" y="3126"/>
                          </a:cubicBezTo>
                          <a:cubicBezTo>
                            <a:pt x="22220" y="4093"/>
                            <a:pt x="23007" y="5240"/>
                            <a:pt x="23592" y="6522"/>
                          </a:cubicBezTo>
                          <a:cubicBezTo>
                            <a:pt x="24176" y="7826"/>
                            <a:pt x="24648" y="9198"/>
                            <a:pt x="24963" y="10660"/>
                          </a:cubicBezTo>
                          <a:cubicBezTo>
                            <a:pt x="25278" y="12122"/>
                            <a:pt x="25503" y="13629"/>
                            <a:pt x="25616" y="15158"/>
                          </a:cubicBezTo>
                          <a:cubicBezTo>
                            <a:pt x="25728" y="16687"/>
                            <a:pt x="25773" y="18217"/>
                            <a:pt x="25773" y="19701"/>
                          </a:cubicBezTo>
                          <a:cubicBezTo>
                            <a:pt x="25773" y="22220"/>
                            <a:pt x="25593" y="24626"/>
                            <a:pt x="25233" y="26942"/>
                          </a:cubicBezTo>
                          <a:cubicBezTo>
                            <a:pt x="24873" y="29236"/>
                            <a:pt x="24221" y="31283"/>
                            <a:pt x="23254" y="33037"/>
                          </a:cubicBezTo>
                          <a:cubicBezTo>
                            <a:pt x="22309"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900" y="29169"/>
                            <a:pt x="540" y="26808"/>
                          </a:cubicBezTo>
                          <a:cubicBezTo>
                            <a:pt x="180" y="24446"/>
                            <a:pt x="0" y="21950"/>
                            <a:pt x="0" y="19341"/>
                          </a:cubicBezTo>
                          <a:cubicBezTo>
                            <a:pt x="0" y="16935"/>
                            <a:pt x="157" y="14573"/>
                            <a:pt x="495" y="12279"/>
                          </a:cubicBezTo>
                          <a:cubicBezTo>
                            <a:pt x="810" y="9985"/>
                            <a:pt x="1439" y="7916"/>
                            <a:pt x="2361" y="6095"/>
                          </a:cubicBezTo>
                          <a:cubicBezTo>
                            <a:pt x="3283" y="4273"/>
                            <a:pt x="4588" y="2811"/>
                            <a:pt x="6274" y="1687"/>
                          </a:cubicBezTo>
                          <a:cubicBezTo>
                            <a:pt x="7961" y="562"/>
                            <a:pt x="10188" y="22"/>
                            <a:pt x="12909" y="22"/>
                          </a:cubicBezTo>
                          <a:close/>
                          <a:moveTo>
                            <a:pt x="22332" y="19319"/>
                          </a:moveTo>
                          <a:cubicBezTo>
                            <a:pt x="22332" y="17272"/>
                            <a:pt x="22220" y="15270"/>
                            <a:pt x="21972" y="13291"/>
                          </a:cubicBezTo>
                          <a:cubicBezTo>
                            <a:pt x="21725" y="11312"/>
                            <a:pt x="21275" y="9581"/>
                            <a:pt x="20600" y="8029"/>
                          </a:cubicBezTo>
                          <a:cubicBezTo>
                            <a:pt x="19926" y="6477"/>
                            <a:pt x="18959" y="5240"/>
                            <a:pt x="17722" y="4295"/>
                          </a:cubicBezTo>
                          <a:cubicBezTo>
                            <a:pt x="16485" y="3351"/>
                            <a:pt x="14843" y="2901"/>
                            <a:pt x="12841" y="2901"/>
                          </a:cubicBezTo>
                          <a:cubicBezTo>
                            <a:pt x="10930" y="2901"/>
                            <a:pt x="9378" y="3373"/>
                            <a:pt x="8164" y="4340"/>
                          </a:cubicBezTo>
                          <a:cubicBezTo>
                            <a:pt x="6949" y="5308"/>
                            <a:pt x="6005" y="6567"/>
                            <a:pt x="5330" y="8141"/>
                          </a:cubicBezTo>
                          <a:cubicBezTo>
                            <a:pt x="4655" y="9715"/>
                            <a:pt x="4161" y="11515"/>
                            <a:pt x="3891" y="13539"/>
                          </a:cubicBezTo>
                          <a:cubicBezTo>
                            <a:pt x="3621" y="15563"/>
                            <a:pt x="3486" y="17609"/>
                            <a:pt x="3486" y="19701"/>
                          </a:cubicBezTo>
                          <a:cubicBezTo>
                            <a:pt x="3486" y="22152"/>
                            <a:pt x="3643" y="24379"/>
                            <a:pt x="3936" y="26358"/>
                          </a:cubicBezTo>
                          <a:cubicBezTo>
                            <a:pt x="4251" y="28359"/>
                            <a:pt x="4745" y="30046"/>
                            <a:pt x="5465" y="31463"/>
                          </a:cubicBezTo>
                          <a:cubicBezTo>
                            <a:pt x="6185" y="32857"/>
                            <a:pt x="7152" y="33959"/>
                            <a:pt x="8344" y="34724"/>
                          </a:cubicBezTo>
                          <a:cubicBezTo>
                            <a:pt x="9558" y="35489"/>
                            <a:pt x="11065" y="35893"/>
                            <a:pt x="12909" y="35893"/>
                          </a:cubicBezTo>
                          <a:cubicBezTo>
                            <a:pt x="14956" y="35893"/>
                            <a:pt x="16597" y="35399"/>
                            <a:pt x="17857" y="34387"/>
                          </a:cubicBezTo>
                          <a:cubicBezTo>
                            <a:pt x="19094" y="33375"/>
                            <a:pt x="20038" y="32093"/>
                            <a:pt x="20690" y="30496"/>
                          </a:cubicBezTo>
                          <a:cubicBezTo>
                            <a:pt x="21343" y="28899"/>
                            <a:pt x="21770" y="27122"/>
                            <a:pt x="21995" y="25143"/>
                          </a:cubicBezTo>
                          <a:cubicBezTo>
                            <a:pt x="22220" y="23164"/>
                            <a:pt x="22309" y="21230"/>
                            <a:pt x="22309" y="19319"/>
                          </a:cubicBezTo>
                          <a:close/>
                        </a:path>
                      </a:pathLst>
                    </a:custGeom>
                    <a:solidFill>
                      <a:srgbClr val="231F20"/>
                    </a:solidFill>
                    <a:ln w="2249" cap="flat">
                      <a:noFill/>
                      <a:prstDash val="solid"/>
                      <a:miter/>
                    </a:ln>
                  </p:spPr>
                  <p:txBody>
                    <a:bodyPr rtlCol="0" anchor="ctr"/>
                    <a:lstStyle/>
                    <a:p>
                      <a:endParaRPr lang="en-US"/>
                    </a:p>
                  </p:txBody>
                </p:sp>
                <p:sp>
                  <p:nvSpPr>
                    <p:cNvPr id="3495" name="Freeform 3494">
                      <a:extLst>
                        <a:ext uri="{FF2B5EF4-FFF2-40B4-BE49-F238E27FC236}">
                          <a16:creationId xmlns:a16="http://schemas.microsoft.com/office/drawing/2014/main" id="{23F2D9D2-70F7-5FC6-AF3A-509AB8AB3894}"/>
                        </a:ext>
                      </a:extLst>
                    </p:cNvPr>
                    <p:cNvSpPr/>
                    <p:nvPr/>
                  </p:nvSpPr>
                  <p:spPr>
                    <a:xfrm>
                      <a:off x="4734257" y="3008310"/>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231F20"/>
                    </a:solidFill>
                    <a:ln w="2249" cap="flat">
                      <a:noFill/>
                      <a:prstDash val="solid"/>
                      <a:miter/>
                    </a:ln>
                  </p:spPr>
                  <p:txBody>
                    <a:bodyPr rtlCol="0" anchor="ctr"/>
                    <a:lstStyle/>
                    <a:p>
                      <a:endParaRPr lang="en-US"/>
                    </a:p>
                  </p:txBody>
                </p:sp>
                <p:sp>
                  <p:nvSpPr>
                    <p:cNvPr id="3497" name="Freeform 3496">
                      <a:extLst>
                        <a:ext uri="{FF2B5EF4-FFF2-40B4-BE49-F238E27FC236}">
                          <a16:creationId xmlns:a16="http://schemas.microsoft.com/office/drawing/2014/main" id="{8B94743C-EAAA-718B-739F-894B0BDD64F7}"/>
                        </a:ext>
                      </a:extLst>
                    </p:cNvPr>
                    <p:cNvSpPr/>
                    <p:nvPr/>
                  </p:nvSpPr>
                  <p:spPr>
                    <a:xfrm>
                      <a:off x="4745659" y="2975362"/>
                      <a:ext cx="25413" cy="38389"/>
                    </a:xfrm>
                    <a:custGeom>
                      <a:avLst/>
                      <a:gdLst>
                        <a:gd name="connsiteX0" fmla="*/ 3441 w 25413"/>
                        <a:gd name="connsiteY0" fmla="*/ 27820 h 38389"/>
                        <a:gd name="connsiteX1" fmla="*/ 6545 w 25413"/>
                        <a:gd name="connsiteY1" fmla="*/ 33622 h 38389"/>
                        <a:gd name="connsiteX2" fmla="*/ 12842 w 25413"/>
                        <a:gd name="connsiteY2" fmla="*/ 35534 h 38389"/>
                        <a:gd name="connsiteX3" fmla="*/ 16642 w 25413"/>
                        <a:gd name="connsiteY3" fmla="*/ 34769 h 38389"/>
                        <a:gd name="connsiteX4" fmla="*/ 19521 w 25413"/>
                        <a:gd name="connsiteY4" fmla="*/ 32700 h 38389"/>
                        <a:gd name="connsiteX5" fmla="*/ 21320 w 25413"/>
                        <a:gd name="connsiteY5" fmla="*/ 29619 h 38389"/>
                        <a:gd name="connsiteX6" fmla="*/ 21950 w 25413"/>
                        <a:gd name="connsiteY6" fmla="*/ 25818 h 38389"/>
                        <a:gd name="connsiteX7" fmla="*/ 21275 w 25413"/>
                        <a:gd name="connsiteY7" fmla="*/ 21927 h 38389"/>
                        <a:gd name="connsiteX8" fmla="*/ 19386 w 25413"/>
                        <a:gd name="connsiteY8" fmla="*/ 18846 h 38389"/>
                        <a:gd name="connsiteX9" fmla="*/ 16418 w 25413"/>
                        <a:gd name="connsiteY9" fmla="*/ 16845 h 38389"/>
                        <a:gd name="connsiteX10" fmla="*/ 12504 w 25413"/>
                        <a:gd name="connsiteY10" fmla="*/ 16148 h 38389"/>
                        <a:gd name="connsiteX11" fmla="*/ 7871 w 25413"/>
                        <a:gd name="connsiteY11" fmla="*/ 17092 h 38389"/>
                        <a:gd name="connsiteX12" fmla="*/ 4251 w 25413"/>
                        <a:gd name="connsiteY12" fmla="*/ 20083 h 38389"/>
                        <a:gd name="connsiteX13" fmla="*/ 1394 w 25413"/>
                        <a:gd name="connsiteY13" fmla="*/ 19701 h 38389"/>
                        <a:gd name="connsiteX14" fmla="*/ 4475 w 25413"/>
                        <a:gd name="connsiteY14" fmla="*/ 0 h 38389"/>
                        <a:gd name="connsiteX15" fmla="*/ 23367 w 25413"/>
                        <a:gd name="connsiteY15" fmla="*/ 0 h 38389"/>
                        <a:gd name="connsiteX16" fmla="*/ 23367 w 25413"/>
                        <a:gd name="connsiteY16" fmla="*/ 2924 h 38389"/>
                        <a:gd name="connsiteX17" fmla="*/ 7399 w 25413"/>
                        <a:gd name="connsiteY17" fmla="*/ 2924 h 38389"/>
                        <a:gd name="connsiteX18" fmla="*/ 5015 w 25413"/>
                        <a:gd name="connsiteY18" fmla="*/ 15720 h 38389"/>
                        <a:gd name="connsiteX19" fmla="*/ 7084 w 25413"/>
                        <a:gd name="connsiteY19" fmla="*/ 14528 h 38389"/>
                        <a:gd name="connsiteX20" fmla="*/ 8996 w 25413"/>
                        <a:gd name="connsiteY20" fmla="*/ 13741 h 38389"/>
                        <a:gd name="connsiteX21" fmla="*/ 11020 w 25413"/>
                        <a:gd name="connsiteY21" fmla="*/ 13336 h 38389"/>
                        <a:gd name="connsiteX22" fmla="*/ 13359 w 25413"/>
                        <a:gd name="connsiteY22" fmla="*/ 13224 h 38389"/>
                        <a:gd name="connsiteX23" fmla="*/ 18172 w 25413"/>
                        <a:gd name="connsiteY23" fmla="*/ 14078 h 38389"/>
                        <a:gd name="connsiteX24" fmla="*/ 21995 w 25413"/>
                        <a:gd name="connsiteY24" fmla="*/ 16552 h 38389"/>
                        <a:gd name="connsiteX25" fmla="*/ 24514 w 25413"/>
                        <a:gd name="connsiteY25" fmla="*/ 20511 h 38389"/>
                        <a:gd name="connsiteX26" fmla="*/ 25413 w 25413"/>
                        <a:gd name="connsiteY26" fmla="*/ 25773 h 38389"/>
                        <a:gd name="connsiteX27" fmla="*/ 24424 w 25413"/>
                        <a:gd name="connsiteY27" fmla="*/ 31148 h 38389"/>
                        <a:gd name="connsiteX28" fmla="*/ 21748 w 25413"/>
                        <a:gd name="connsiteY28" fmla="*/ 35106 h 38389"/>
                        <a:gd name="connsiteX29" fmla="*/ 17879 w 25413"/>
                        <a:gd name="connsiteY29" fmla="*/ 37558 h 38389"/>
                        <a:gd name="connsiteX30" fmla="*/ 13381 w 25413"/>
                        <a:gd name="connsiteY30" fmla="*/ 38390 h 38389"/>
                        <a:gd name="connsiteX31" fmla="*/ 8344 w 25413"/>
                        <a:gd name="connsiteY31" fmla="*/ 37850 h 38389"/>
                        <a:gd name="connsiteX32" fmla="*/ 4206 w 25413"/>
                        <a:gd name="connsiteY32" fmla="*/ 36051 h 38389"/>
                        <a:gd name="connsiteX33" fmla="*/ 1327 w 25413"/>
                        <a:gd name="connsiteY33" fmla="*/ 32767 h 38389"/>
                        <a:gd name="connsiteX34" fmla="*/ 0 w 25413"/>
                        <a:gd name="connsiteY34" fmla="*/ 27775 h 38389"/>
                        <a:gd name="connsiteX35" fmla="*/ 3463 w 25413"/>
                        <a:gd name="connsiteY35" fmla="*/ 27775 h 38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413" h="38389">
                          <a:moveTo>
                            <a:pt x="3441" y="27820"/>
                          </a:moveTo>
                          <a:cubicBezTo>
                            <a:pt x="3801" y="30406"/>
                            <a:pt x="4835" y="32340"/>
                            <a:pt x="6545" y="33622"/>
                          </a:cubicBezTo>
                          <a:cubicBezTo>
                            <a:pt x="8254" y="34904"/>
                            <a:pt x="10345" y="35534"/>
                            <a:pt x="12842" y="35534"/>
                          </a:cubicBezTo>
                          <a:cubicBezTo>
                            <a:pt x="14236" y="35534"/>
                            <a:pt x="15518" y="35286"/>
                            <a:pt x="16642" y="34769"/>
                          </a:cubicBezTo>
                          <a:cubicBezTo>
                            <a:pt x="17767" y="34252"/>
                            <a:pt x="18734" y="33577"/>
                            <a:pt x="19521" y="32700"/>
                          </a:cubicBezTo>
                          <a:cubicBezTo>
                            <a:pt x="20308" y="31823"/>
                            <a:pt x="20915" y="30788"/>
                            <a:pt x="21320" y="29619"/>
                          </a:cubicBezTo>
                          <a:cubicBezTo>
                            <a:pt x="21725" y="28449"/>
                            <a:pt x="21950" y="27190"/>
                            <a:pt x="21950" y="25818"/>
                          </a:cubicBezTo>
                          <a:cubicBezTo>
                            <a:pt x="21950" y="24446"/>
                            <a:pt x="21725" y="23119"/>
                            <a:pt x="21275" y="21927"/>
                          </a:cubicBezTo>
                          <a:cubicBezTo>
                            <a:pt x="20825" y="20735"/>
                            <a:pt x="20196" y="19723"/>
                            <a:pt x="19386" y="18846"/>
                          </a:cubicBezTo>
                          <a:cubicBezTo>
                            <a:pt x="18576" y="17992"/>
                            <a:pt x="17587" y="17317"/>
                            <a:pt x="16418" y="16845"/>
                          </a:cubicBezTo>
                          <a:cubicBezTo>
                            <a:pt x="15248" y="16372"/>
                            <a:pt x="13944" y="16148"/>
                            <a:pt x="12504" y="16148"/>
                          </a:cubicBezTo>
                          <a:cubicBezTo>
                            <a:pt x="10773" y="16148"/>
                            <a:pt x="9221" y="16462"/>
                            <a:pt x="7871" y="17092"/>
                          </a:cubicBezTo>
                          <a:cubicBezTo>
                            <a:pt x="6500" y="17722"/>
                            <a:pt x="5308" y="18711"/>
                            <a:pt x="4251" y="20083"/>
                          </a:cubicBezTo>
                          <a:lnTo>
                            <a:pt x="1394" y="19701"/>
                          </a:lnTo>
                          <a:lnTo>
                            <a:pt x="4475" y="0"/>
                          </a:lnTo>
                          <a:lnTo>
                            <a:pt x="23367" y="0"/>
                          </a:lnTo>
                          <a:lnTo>
                            <a:pt x="23367" y="2924"/>
                          </a:lnTo>
                          <a:lnTo>
                            <a:pt x="7399" y="2924"/>
                          </a:lnTo>
                          <a:lnTo>
                            <a:pt x="5015" y="15720"/>
                          </a:lnTo>
                          <a:cubicBezTo>
                            <a:pt x="5780" y="15248"/>
                            <a:pt x="6454" y="14866"/>
                            <a:pt x="7084" y="14528"/>
                          </a:cubicBezTo>
                          <a:cubicBezTo>
                            <a:pt x="7714" y="14213"/>
                            <a:pt x="8344" y="13944"/>
                            <a:pt x="8996" y="13741"/>
                          </a:cubicBezTo>
                          <a:cubicBezTo>
                            <a:pt x="9648" y="13539"/>
                            <a:pt x="10323" y="13404"/>
                            <a:pt x="11020" y="13336"/>
                          </a:cubicBezTo>
                          <a:cubicBezTo>
                            <a:pt x="11717" y="13269"/>
                            <a:pt x="12504" y="13224"/>
                            <a:pt x="13359" y="13224"/>
                          </a:cubicBezTo>
                          <a:cubicBezTo>
                            <a:pt x="15091" y="13224"/>
                            <a:pt x="16687" y="13516"/>
                            <a:pt x="18172" y="14078"/>
                          </a:cubicBezTo>
                          <a:cubicBezTo>
                            <a:pt x="19656" y="14663"/>
                            <a:pt x="20915" y="15473"/>
                            <a:pt x="21995" y="16552"/>
                          </a:cubicBezTo>
                          <a:cubicBezTo>
                            <a:pt x="23074" y="17632"/>
                            <a:pt x="23906" y="18959"/>
                            <a:pt x="24514" y="20511"/>
                          </a:cubicBezTo>
                          <a:cubicBezTo>
                            <a:pt x="25098" y="22085"/>
                            <a:pt x="25413" y="23839"/>
                            <a:pt x="25413" y="25773"/>
                          </a:cubicBezTo>
                          <a:cubicBezTo>
                            <a:pt x="25413" y="27707"/>
                            <a:pt x="25076" y="29574"/>
                            <a:pt x="24424" y="31148"/>
                          </a:cubicBezTo>
                          <a:cubicBezTo>
                            <a:pt x="23749" y="32722"/>
                            <a:pt x="22872" y="34027"/>
                            <a:pt x="21748" y="35106"/>
                          </a:cubicBezTo>
                          <a:cubicBezTo>
                            <a:pt x="20623" y="36186"/>
                            <a:pt x="19341" y="36995"/>
                            <a:pt x="17879" y="37558"/>
                          </a:cubicBezTo>
                          <a:cubicBezTo>
                            <a:pt x="16418" y="38120"/>
                            <a:pt x="14911" y="38390"/>
                            <a:pt x="13381" y="38390"/>
                          </a:cubicBezTo>
                          <a:cubicBezTo>
                            <a:pt x="11582" y="38390"/>
                            <a:pt x="9895" y="38210"/>
                            <a:pt x="8344" y="37850"/>
                          </a:cubicBezTo>
                          <a:cubicBezTo>
                            <a:pt x="6769" y="37490"/>
                            <a:pt x="5398" y="36883"/>
                            <a:pt x="4206" y="36051"/>
                          </a:cubicBezTo>
                          <a:cubicBezTo>
                            <a:pt x="3014" y="35196"/>
                            <a:pt x="2047" y="34117"/>
                            <a:pt x="1327" y="32767"/>
                          </a:cubicBezTo>
                          <a:cubicBezTo>
                            <a:pt x="585" y="31418"/>
                            <a:pt x="158" y="29754"/>
                            <a:pt x="0" y="27775"/>
                          </a:cubicBezTo>
                          <a:lnTo>
                            <a:pt x="3463" y="27775"/>
                          </a:lnTo>
                          <a:close/>
                        </a:path>
                      </a:pathLst>
                    </a:custGeom>
                    <a:solidFill>
                      <a:srgbClr val="231F20"/>
                    </a:solidFill>
                    <a:ln w="2249" cap="flat">
                      <a:noFill/>
                      <a:prstDash val="solid"/>
                      <a:miter/>
                    </a:ln>
                  </p:spPr>
                  <p:txBody>
                    <a:bodyPr rtlCol="0" anchor="ctr"/>
                    <a:lstStyle/>
                    <a:p>
                      <a:endParaRPr lang="en-US"/>
                    </a:p>
                  </p:txBody>
                </p:sp>
              </p:grpSp>
              <p:grpSp>
                <p:nvGrpSpPr>
                  <p:cNvPr id="43" name="Graphic 4479">
                    <a:extLst>
                      <a:ext uri="{FF2B5EF4-FFF2-40B4-BE49-F238E27FC236}">
                        <a16:creationId xmlns:a16="http://schemas.microsoft.com/office/drawing/2014/main" id="{28CF2FD5-2F9F-60D4-555C-C2C0788665ED}"/>
                      </a:ext>
                    </a:extLst>
                  </p:cNvPr>
                  <p:cNvGrpSpPr/>
                  <p:nvPr/>
                </p:nvGrpSpPr>
                <p:grpSpPr>
                  <a:xfrm>
                    <a:off x="6555533" y="4945452"/>
                    <a:ext cx="264791" cy="145317"/>
                    <a:chOff x="4700815" y="2651063"/>
                    <a:chExt cx="70729" cy="38816"/>
                  </a:xfrm>
                  <a:solidFill>
                    <a:srgbClr val="231F20"/>
                  </a:solidFill>
                </p:grpSpPr>
                <p:sp>
                  <p:nvSpPr>
                    <p:cNvPr id="3491" name="Freeform 3490">
                      <a:extLst>
                        <a:ext uri="{FF2B5EF4-FFF2-40B4-BE49-F238E27FC236}">
                          <a16:creationId xmlns:a16="http://schemas.microsoft.com/office/drawing/2014/main" id="{741F9162-345A-6F17-7F2C-D2AEC09E9BF9}"/>
                        </a:ext>
                      </a:extLst>
                    </p:cNvPr>
                    <p:cNvSpPr/>
                    <p:nvPr/>
                  </p:nvSpPr>
                  <p:spPr>
                    <a:xfrm>
                      <a:off x="4700815" y="2651063"/>
                      <a:ext cx="25772" cy="38816"/>
                    </a:xfrm>
                    <a:custGeom>
                      <a:avLst/>
                      <a:gdLst>
                        <a:gd name="connsiteX0" fmla="*/ 12932 w 25772"/>
                        <a:gd name="connsiteY0" fmla="*/ 0 h 38816"/>
                        <a:gd name="connsiteX1" fmla="*/ 17789 w 25772"/>
                        <a:gd name="connsiteY1" fmla="*/ 832 h 38816"/>
                        <a:gd name="connsiteX2" fmla="*/ 21275 w 25772"/>
                        <a:gd name="connsiteY2" fmla="*/ 3126 h 38816"/>
                        <a:gd name="connsiteX3" fmla="*/ 23592 w 25772"/>
                        <a:gd name="connsiteY3" fmla="*/ 6522 h 38816"/>
                        <a:gd name="connsiteX4" fmla="*/ 24963 w 25772"/>
                        <a:gd name="connsiteY4" fmla="*/ 10660 h 38816"/>
                        <a:gd name="connsiteX5" fmla="*/ 25616 w 25772"/>
                        <a:gd name="connsiteY5" fmla="*/ 15158 h 38816"/>
                        <a:gd name="connsiteX6" fmla="*/ 25773 w 25772"/>
                        <a:gd name="connsiteY6" fmla="*/ 19701 h 38816"/>
                        <a:gd name="connsiteX7" fmla="*/ 25233 w 25772"/>
                        <a:gd name="connsiteY7" fmla="*/ 26942 h 38816"/>
                        <a:gd name="connsiteX8" fmla="*/ 23254 w 25772"/>
                        <a:gd name="connsiteY8" fmla="*/ 33037 h 38816"/>
                        <a:gd name="connsiteX9" fmla="*/ 19341 w 25772"/>
                        <a:gd name="connsiteY9" fmla="*/ 37243 h 38816"/>
                        <a:gd name="connsiteX10" fmla="*/ 12909 w 25772"/>
                        <a:gd name="connsiteY10" fmla="*/ 38817 h 38816"/>
                        <a:gd name="connsiteX11" fmla="*/ 6454 w 25772"/>
                        <a:gd name="connsiteY11" fmla="*/ 37243 h 38816"/>
                        <a:gd name="connsiteX12" fmla="*/ 2519 w 25772"/>
                        <a:gd name="connsiteY12" fmla="*/ 33015 h 38816"/>
                        <a:gd name="connsiteX13" fmla="*/ 540 w 25772"/>
                        <a:gd name="connsiteY13" fmla="*/ 26808 h 38816"/>
                        <a:gd name="connsiteX14" fmla="*/ 0 w 25772"/>
                        <a:gd name="connsiteY14" fmla="*/ 19341 h 38816"/>
                        <a:gd name="connsiteX15" fmla="*/ 495 w 25772"/>
                        <a:gd name="connsiteY15" fmla="*/ 12279 h 38816"/>
                        <a:gd name="connsiteX16" fmla="*/ 2361 w 25772"/>
                        <a:gd name="connsiteY16" fmla="*/ 6095 h 38816"/>
                        <a:gd name="connsiteX17" fmla="*/ 6274 w 25772"/>
                        <a:gd name="connsiteY17" fmla="*/ 1687 h 38816"/>
                        <a:gd name="connsiteX18" fmla="*/ 12909 w 25772"/>
                        <a:gd name="connsiteY18" fmla="*/ 22 h 38816"/>
                        <a:gd name="connsiteX19" fmla="*/ 22332 w 25772"/>
                        <a:gd name="connsiteY19" fmla="*/ 19319 h 38816"/>
                        <a:gd name="connsiteX20" fmla="*/ 21972 w 25772"/>
                        <a:gd name="connsiteY20" fmla="*/ 13291 h 38816"/>
                        <a:gd name="connsiteX21" fmla="*/ 20600 w 25772"/>
                        <a:gd name="connsiteY21" fmla="*/ 8029 h 38816"/>
                        <a:gd name="connsiteX22" fmla="*/ 17722 w 25772"/>
                        <a:gd name="connsiteY22" fmla="*/ 4296 h 38816"/>
                        <a:gd name="connsiteX23" fmla="*/ 12841 w 25772"/>
                        <a:gd name="connsiteY23" fmla="*/ 2901 h 38816"/>
                        <a:gd name="connsiteX24" fmla="*/ 8164 w 25772"/>
                        <a:gd name="connsiteY24" fmla="*/ 4340 h 38816"/>
                        <a:gd name="connsiteX25" fmla="*/ 5330 w 25772"/>
                        <a:gd name="connsiteY25" fmla="*/ 8141 h 38816"/>
                        <a:gd name="connsiteX26" fmla="*/ 3891 w 25772"/>
                        <a:gd name="connsiteY26" fmla="*/ 13539 h 38816"/>
                        <a:gd name="connsiteX27" fmla="*/ 3486 w 25772"/>
                        <a:gd name="connsiteY27" fmla="*/ 19701 h 38816"/>
                        <a:gd name="connsiteX28" fmla="*/ 3936 w 25772"/>
                        <a:gd name="connsiteY28" fmla="*/ 26358 h 38816"/>
                        <a:gd name="connsiteX29" fmla="*/ 5465 w 25772"/>
                        <a:gd name="connsiteY29" fmla="*/ 31463 h 38816"/>
                        <a:gd name="connsiteX30" fmla="*/ 8344 w 25772"/>
                        <a:gd name="connsiteY30" fmla="*/ 34724 h 38816"/>
                        <a:gd name="connsiteX31" fmla="*/ 12909 w 25772"/>
                        <a:gd name="connsiteY31" fmla="*/ 35893 h 38816"/>
                        <a:gd name="connsiteX32" fmla="*/ 17857 w 25772"/>
                        <a:gd name="connsiteY32" fmla="*/ 34387 h 38816"/>
                        <a:gd name="connsiteX33" fmla="*/ 20690 w 25772"/>
                        <a:gd name="connsiteY33" fmla="*/ 30496 h 38816"/>
                        <a:gd name="connsiteX34" fmla="*/ 21995 w 25772"/>
                        <a:gd name="connsiteY34" fmla="*/ 25143 h 38816"/>
                        <a:gd name="connsiteX35" fmla="*/ 22309 w 25772"/>
                        <a:gd name="connsiteY35" fmla="*/ 19319 h 38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2" h="38816">
                          <a:moveTo>
                            <a:pt x="12932" y="0"/>
                          </a:moveTo>
                          <a:cubicBezTo>
                            <a:pt x="14798" y="0"/>
                            <a:pt x="16417" y="270"/>
                            <a:pt x="17789" y="832"/>
                          </a:cubicBezTo>
                          <a:cubicBezTo>
                            <a:pt x="19161" y="1394"/>
                            <a:pt x="20308" y="2159"/>
                            <a:pt x="21275" y="3126"/>
                          </a:cubicBezTo>
                          <a:cubicBezTo>
                            <a:pt x="22220" y="4093"/>
                            <a:pt x="23007" y="5240"/>
                            <a:pt x="23592" y="6522"/>
                          </a:cubicBezTo>
                          <a:cubicBezTo>
                            <a:pt x="24176" y="7826"/>
                            <a:pt x="24648" y="9198"/>
                            <a:pt x="24963" y="10660"/>
                          </a:cubicBezTo>
                          <a:cubicBezTo>
                            <a:pt x="25278" y="12122"/>
                            <a:pt x="25503" y="13629"/>
                            <a:pt x="25616" y="15158"/>
                          </a:cubicBezTo>
                          <a:cubicBezTo>
                            <a:pt x="25728" y="16687"/>
                            <a:pt x="25773" y="18217"/>
                            <a:pt x="25773" y="19701"/>
                          </a:cubicBezTo>
                          <a:cubicBezTo>
                            <a:pt x="25773" y="22220"/>
                            <a:pt x="25593" y="24626"/>
                            <a:pt x="25233" y="26942"/>
                          </a:cubicBezTo>
                          <a:cubicBezTo>
                            <a:pt x="24873" y="29236"/>
                            <a:pt x="24221" y="31283"/>
                            <a:pt x="23254" y="33037"/>
                          </a:cubicBezTo>
                          <a:cubicBezTo>
                            <a:pt x="22309"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900" y="29169"/>
                            <a:pt x="540" y="26808"/>
                          </a:cubicBezTo>
                          <a:cubicBezTo>
                            <a:pt x="180" y="24446"/>
                            <a:pt x="0" y="21950"/>
                            <a:pt x="0" y="19341"/>
                          </a:cubicBezTo>
                          <a:cubicBezTo>
                            <a:pt x="0" y="16935"/>
                            <a:pt x="157" y="14573"/>
                            <a:pt x="495" y="12279"/>
                          </a:cubicBezTo>
                          <a:cubicBezTo>
                            <a:pt x="810" y="9985"/>
                            <a:pt x="1439" y="7916"/>
                            <a:pt x="2361" y="6095"/>
                          </a:cubicBezTo>
                          <a:cubicBezTo>
                            <a:pt x="3283" y="4273"/>
                            <a:pt x="4588" y="2811"/>
                            <a:pt x="6274" y="1687"/>
                          </a:cubicBezTo>
                          <a:cubicBezTo>
                            <a:pt x="7961" y="562"/>
                            <a:pt x="10188" y="22"/>
                            <a:pt x="12909" y="22"/>
                          </a:cubicBezTo>
                          <a:close/>
                          <a:moveTo>
                            <a:pt x="22332" y="19319"/>
                          </a:moveTo>
                          <a:cubicBezTo>
                            <a:pt x="22332" y="17272"/>
                            <a:pt x="22220" y="15270"/>
                            <a:pt x="21972" y="13291"/>
                          </a:cubicBezTo>
                          <a:cubicBezTo>
                            <a:pt x="21725" y="11312"/>
                            <a:pt x="21275" y="9581"/>
                            <a:pt x="20600" y="8029"/>
                          </a:cubicBezTo>
                          <a:cubicBezTo>
                            <a:pt x="19926" y="6477"/>
                            <a:pt x="18959" y="5240"/>
                            <a:pt x="17722" y="4296"/>
                          </a:cubicBezTo>
                          <a:cubicBezTo>
                            <a:pt x="16485" y="3351"/>
                            <a:pt x="14843" y="2901"/>
                            <a:pt x="12841" y="2901"/>
                          </a:cubicBezTo>
                          <a:cubicBezTo>
                            <a:pt x="10930" y="2901"/>
                            <a:pt x="9378" y="3373"/>
                            <a:pt x="8164" y="4340"/>
                          </a:cubicBezTo>
                          <a:cubicBezTo>
                            <a:pt x="6949" y="5308"/>
                            <a:pt x="6005" y="6567"/>
                            <a:pt x="5330" y="8141"/>
                          </a:cubicBezTo>
                          <a:cubicBezTo>
                            <a:pt x="4655" y="9716"/>
                            <a:pt x="4161" y="11515"/>
                            <a:pt x="3891" y="13539"/>
                          </a:cubicBezTo>
                          <a:cubicBezTo>
                            <a:pt x="3621" y="15563"/>
                            <a:pt x="3486" y="17609"/>
                            <a:pt x="3486" y="19701"/>
                          </a:cubicBezTo>
                          <a:cubicBezTo>
                            <a:pt x="3486" y="22152"/>
                            <a:pt x="3643" y="24379"/>
                            <a:pt x="3936" y="26358"/>
                          </a:cubicBezTo>
                          <a:cubicBezTo>
                            <a:pt x="4251" y="28359"/>
                            <a:pt x="4745" y="30046"/>
                            <a:pt x="5465" y="31463"/>
                          </a:cubicBezTo>
                          <a:cubicBezTo>
                            <a:pt x="6185" y="32857"/>
                            <a:pt x="7152" y="33959"/>
                            <a:pt x="8344" y="34724"/>
                          </a:cubicBezTo>
                          <a:cubicBezTo>
                            <a:pt x="9558" y="35489"/>
                            <a:pt x="11065" y="35893"/>
                            <a:pt x="12909" y="35893"/>
                          </a:cubicBezTo>
                          <a:cubicBezTo>
                            <a:pt x="14956" y="35893"/>
                            <a:pt x="16597" y="35399"/>
                            <a:pt x="17857" y="34387"/>
                          </a:cubicBezTo>
                          <a:cubicBezTo>
                            <a:pt x="19094" y="33375"/>
                            <a:pt x="20038" y="32093"/>
                            <a:pt x="20690" y="30496"/>
                          </a:cubicBezTo>
                          <a:cubicBezTo>
                            <a:pt x="21343" y="28899"/>
                            <a:pt x="21770" y="27122"/>
                            <a:pt x="21995" y="25143"/>
                          </a:cubicBezTo>
                          <a:cubicBezTo>
                            <a:pt x="22220" y="23164"/>
                            <a:pt x="22309" y="21230"/>
                            <a:pt x="22309" y="19319"/>
                          </a:cubicBezTo>
                          <a:close/>
                        </a:path>
                      </a:pathLst>
                    </a:custGeom>
                    <a:solidFill>
                      <a:srgbClr val="231F20"/>
                    </a:solidFill>
                    <a:ln w="2249" cap="flat">
                      <a:noFill/>
                      <a:prstDash val="solid"/>
                      <a:miter/>
                    </a:ln>
                  </p:spPr>
                  <p:txBody>
                    <a:bodyPr rtlCol="0" anchor="ctr"/>
                    <a:lstStyle/>
                    <a:p>
                      <a:endParaRPr lang="en-US"/>
                    </a:p>
                  </p:txBody>
                </p:sp>
                <p:sp>
                  <p:nvSpPr>
                    <p:cNvPr id="3492" name="Freeform 3491">
                      <a:extLst>
                        <a:ext uri="{FF2B5EF4-FFF2-40B4-BE49-F238E27FC236}">
                          <a16:creationId xmlns:a16="http://schemas.microsoft.com/office/drawing/2014/main" id="{D30BD126-6C4C-1470-A305-4B81C535D846}"/>
                        </a:ext>
                      </a:extLst>
                    </p:cNvPr>
                    <p:cNvSpPr/>
                    <p:nvPr/>
                  </p:nvSpPr>
                  <p:spPr>
                    <a:xfrm>
                      <a:off x="4734257" y="2684370"/>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231F20"/>
                    </a:solidFill>
                    <a:ln w="2249" cap="flat">
                      <a:noFill/>
                      <a:prstDash val="solid"/>
                      <a:miter/>
                    </a:ln>
                  </p:spPr>
                  <p:txBody>
                    <a:bodyPr rtlCol="0" anchor="ctr"/>
                    <a:lstStyle/>
                    <a:p>
                      <a:endParaRPr lang="en-US"/>
                    </a:p>
                  </p:txBody>
                </p:sp>
                <p:sp>
                  <p:nvSpPr>
                    <p:cNvPr id="3493" name="Freeform 3492">
                      <a:extLst>
                        <a:ext uri="{FF2B5EF4-FFF2-40B4-BE49-F238E27FC236}">
                          <a16:creationId xmlns:a16="http://schemas.microsoft.com/office/drawing/2014/main" id="{0B719C7D-CE50-A286-F62E-74FD29A657E6}"/>
                        </a:ext>
                      </a:extLst>
                    </p:cNvPr>
                    <p:cNvSpPr/>
                    <p:nvPr/>
                  </p:nvSpPr>
                  <p:spPr>
                    <a:xfrm>
                      <a:off x="4745974" y="2651063"/>
                      <a:ext cx="25570" cy="38794"/>
                    </a:xfrm>
                    <a:custGeom>
                      <a:avLst/>
                      <a:gdLst>
                        <a:gd name="connsiteX0" fmla="*/ 4161 w 25570"/>
                        <a:gd name="connsiteY0" fmla="*/ 29686 h 38794"/>
                        <a:gd name="connsiteX1" fmla="*/ 6567 w 25570"/>
                        <a:gd name="connsiteY1" fmla="*/ 34319 h 38794"/>
                        <a:gd name="connsiteX2" fmla="*/ 11560 w 25570"/>
                        <a:gd name="connsiteY2" fmla="*/ 35893 h 38794"/>
                        <a:gd name="connsiteX3" fmla="*/ 16980 w 25570"/>
                        <a:gd name="connsiteY3" fmla="*/ 34229 h 38794"/>
                        <a:gd name="connsiteX4" fmla="*/ 20106 w 25570"/>
                        <a:gd name="connsiteY4" fmla="*/ 30024 h 38794"/>
                        <a:gd name="connsiteX5" fmla="*/ 21612 w 25570"/>
                        <a:gd name="connsiteY5" fmla="*/ 24536 h 38794"/>
                        <a:gd name="connsiteX6" fmla="*/ 22130 w 25570"/>
                        <a:gd name="connsiteY6" fmla="*/ 19004 h 38794"/>
                        <a:gd name="connsiteX7" fmla="*/ 22017 w 25570"/>
                        <a:gd name="connsiteY7" fmla="*/ 18891 h 38794"/>
                        <a:gd name="connsiteX8" fmla="*/ 17722 w 25570"/>
                        <a:gd name="connsiteY8" fmla="*/ 23322 h 38794"/>
                        <a:gd name="connsiteX9" fmla="*/ 11762 w 25570"/>
                        <a:gd name="connsiteY9" fmla="*/ 24829 h 38794"/>
                        <a:gd name="connsiteX10" fmla="*/ 6904 w 25570"/>
                        <a:gd name="connsiteY10" fmla="*/ 23974 h 38794"/>
                        <a:gd name="connsiteX11" fmla="*/ 3216 w 25570"/>
                        <a:gd name="connsiteY11" fmla="*/ 21500 h 38794"/>
                        <a:gd name="connsiteX12" fmla="*/ 832 w 25570"/>
                        <a:gd name="connsiteY12" fmla="*/ 17609 h 38794"/>
                        <a:gd name="connsiteX13" fmla="*/ 0 w 25570"/>
                        <a:gd name="connsiteY13" fmla="*/ 12594 h 38794"/>
                        <a:gd name="connsiteX14" fmla="*/ 765 w 25570"/>
                        <a:gd name="connsiteY14" fmla="*/ 7601 h 38794"/>
                        <a:gd name="connsiteX15" fmla="*/ 3036 w 25570"/>
                        <a:gd name="connsiteY15" fmla="*/ 3598 h 38794"/>
                        <a:gd name="connsiteX16" fmla="*/ 6837 w 25570"/>
                        <a:gd name="connsiteY16" fmla="*/ 945 h 38794"/>
                        <a:gd name="connsiteX17" fmla="*/ 12257 w 25570"/>
                        <a:gd name="connsiteY17" fmla="*/ 0 h 38794"/>
                        <a:gd name="connsiteX18" fmla="*/ 18644 w 25570"/>
                        <a:gd name="connsiteY18" fmla="*/ 1507 h 38794"/>
                        <a:gd name="connsiteX19" fmla="*/ 22737 w 25570"/>
                        <a:gd name="connsiteY19" fmla="*/ 5600 h 38794"/>
                        <a:gd name="connsiteX20" fmla="*/ 24918 w 25570"/>
                        <a:gd name="connsiteY20" fmla="*/ 11695 h 38794"/>
                        <a:gd name="connsiteX21" fmla="*/ 25571 w 25570"/>
                        <a:gd name="connsiteY21" fmla="*/ 19206 h 38794"/>
                        <a:gd name="connsiteX22" fmla="*/ 24536 w 25570"/>
                        <a:gd name="connsiteY22" fmla="*/ 27707 h 38794"/>
                        <a:gd name="connsiteX23" fmla="*/ 21657 w 25570"/>
                        <a:gd name="connsiteY23" fmla="*/ 33824 h 38794"/>
                        <a:gd name="connsiteX24" fmla="*/ 17250 w 25570"/>
                        <a:gd name="connsiteY24" fmla="*/ 37558 h 38794"/>
                        <a:gd name="connsiteX25" fmla="*/ 11694 w 25570"/>
                        <a:gd name="connsiteY25" fmla="*/ 38795 h 38794"/>
                        <a:gd name="connsiteX26" fmla="*/ 7534 w 25570"/>
                        <a:gd name="connsiteY26" fmla="*/ 38255 h 38794"/>
                        <a:gd name="connsiteX27" fmla="*/ 4138 w 25570"/>
                        <a:gd name="connsiteY27" fmla="*/ 36591 h 38794"/>
                        <a:gd name="connsiteX28" fmla="*/ 1754 w 25570"/>
                        <a:gd name="connsiteY28" fmla="*/ 33734 h 38794"/>
                        <a:gd name="connsiteX29" fmla="*/ 630 w 25570"/>
                        <a:gd name="connsiteY29" fmla="*/ 29686 h 38794"/>
                        <a:gd name="connsiteX30" fmla="*/ 4138 w 25570"/>
                        <a:gd name="connsiteY30" fmla="*/ 29686 h 38794"/>
                        <a:gd name="connsiteX31" fmla="*/ 12257 w 25570"/>
                        <a:gd name="connsiteY31" fmla="*/ 2901 h 38794"/>
                        <a:gd name="connsiteX32" fmla="*/ 5667 w 25570"/>
                        <a:gd name="connsiteY32" fmla="*/ 5600 h 38794"/>
                        <a:gd name="connsiteX33" fmla="*/ 3463 w 25570"/>
                        <a:gd name="connsiteY33" fmla="*/ 12662 h 38794"/>
                        <a:gd name="connsiteX34" fmla="*/ 5757 w 25570"/>
                        <a:gd name="connsiteY34" fmla="*/ 19453 h 38794"/>
                        <a:gd name="connsiteX35" fmla="*/ 12257 w 25570"/>
                        <a:gd name="connsiteY35" fmla="*/ 21882 h 38794"/>
                        <a:gd name="connsiteX36" fmla="*/ 15855 w 25570"/>
                        <a:gd name="connsiteY36" fmla="*/ 21118 h 38794"/>
                        <a:gd name="connsiteX37" fmla="*/ 18554 w 25570"/>
                        <a:gd name="connsiteY37" fmla="*/ 19071 h 38794"/>
                        <a:gd name="connsiteX38" fmla="*/ 20218 w 25570"/>
                        <a:gd name="connsiteY38" fmla="*/ 16080 h 38794"/>
                        <a:gd name="connsiteX39" fmla="*/ 20780 w 25570"/>
                        <a:gd name="connsiteY39" fmla="*/ 12437 h 38794"/>
                        <a:gd name="connsiteX40" fmla="*/ 18509 w 25570"/>
                        <a:gd name="connsiteY40" fmla="*/ 5600 h 38794"/>
                        <a:gd name="connsiteX41" fmla="*/ 12257 w 25570"/>
                        <a:gd name="connsiteY41" fmla="*/ 2879 h 387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25570" h="38794">
                          <a:moveTo>
                            <a:pt x="4161" y="29686"/>
                          </a:moveTo>
                          <a:cubicBezTo>
                            <a:pt x="4565" y="31733"/>
                            <a:pt x="5353" y="33285"/>
                            <a:pt x="6567" y="34319"/>
                          </a:cubicBezTo>
                          <a:cubicBezTo>
                            <a:pt x="7781" y="35354"/>
                            <a:pt x="9446" y="35893"/>
                            <a:pt x="11560" y="35893"/>
                          </a:cubicBezTo>
                          <a:cubicBezTo>
                            <a:pt x="13831" y="35893"/>
                            <a:pt x="15630" y="35331"/>
                            <a:pt x="16980" y="34229"/>
                          </a:cubicBezTo>
                          <a:cubicBezTo>
                            <a:pt x="18329" y="33105"/>
                            <a:pt x="19363" y="31710"/>
                            <a:pt x="20106" y="30024"/>
                          </a:cubicBezTo>
                          <a:cubicBezTo>
                            <a:pt x="20848" y="28337"/>
                            <a:pt x="21343" y="26515"/>
                            <a:pt x="21612" y="24536"/>
                          </a:cubicBezTo>
                          <a:cubicBezTo>
                            <a:pt x="21882" y="22580"/>
                            <a:pt x="22062" y="20735"/>
                            <a:pt x="22130" y="19004"/>
                          </a:cubicBezTo>
                          <a:lnTo>
                            <a:pt x="22017" y="18891"/>
                          </a:lnTo>
                          <a:cubicBezTo>
                            <a:pt x="20870" y="20825"/>
                            <a:pt x="19431" y="22310"/>
                            <a:pt x="17722" y="23322"/>
                          </a:cubicBezTo>
                          <a:cubicBezTo>
                            <a:pt x="16013" y="24334"/>
                            <a:pt x="14033" y="24829"/>
                            <a:pt x="11762" y="24829"/>
                          </a:cubicBezTo>
                          <a:cubicBezTo>
                            <a:pt x="9963" y="24829"/>
                            <a:pt x="8344" y="24536"/>
                            <a:pt x="6904" y="23974"/>
                          </a:cubicBezTo>
                          <a:cubicBezTo>
                            <a:pt x="5465" y="23389"/>
                            <a:pt x="4228" y="22580"/>
                            <a:pt x="3216" y="21500"/>
                          </a:cubicBezTo>
                          <a:cubicBezTo>
                            <a:pt x="2204" y="20421"/>
                            <a:pt x="1394" y="19116"/>
                            <a:pt x="832" y="17609"/>
                          </a:cubicBezTo>
                          <a:cubicBezTo>
                            <a:pt x="270" y="16103"/>
                            <a:pt x="0" y="14416"/>
                            <a:pt x="0" y="12594"/>
                          </a:cubicBezTo>
                          <a:cubicBezTo>
                            <a:pt x="0" y="10773"/>
                            <a:pt x="247" y="9131"/>
                            <a:pt x="765" y="7601"/>
                          </a:cubicBezTo>
                          <a:cubicBezTo>
                            <a:pt x="1282" y="6072"/>
                            <a:pt x="2024" y="4745"/>
                            <a:pt x="3036" y="3598"/>
                          </a:cubicBezTo>
                          <a:cubicBezTo>
                            <a:pt x="4048" y="2474"/>
                            <a:pt x="5308" y="1574"/>
                            <a:pt x="6837" y="945"/>
                          </a:cubicBezTo>
                          <a:cubicBezTo>
                            <a:pt x="8366" y="315"/>
                            <a:pt x="10165" y="0"/>
                            <a:pt x="12257" y="0"/>
                          </a:cubicBezTo>
                          <a:cubicBezTo>
                            <a:pt x="14821" y="0"/>
                            <a:pt x="16935" y="495"/>
                            <a:pt x="18644" y="1507"/>
                          </a:cubicBezTo>
                          <a:cubicBezTo>
                            <a:pt x="20353" y="2519"/>
                            <a:pt x="21725" y="3891"/>
                            <a:pt x="22737" y="5600"/>
                          </a:cubicBezTo>
                          <a:cubicBezTo>
                            <a:pt x="23749" y="7309"/>
                            <a:pt x="24491" y="9356"/>
                            <a:pt x="24918" y="11695"/>
                          </a:cubicBezTo>
                          <a:cubicBezTo>
                            <a:pt x="25346" y="14033"/>
                            <a:pt x="25571" y="16530"/>
                            <a:pt x="25571" y="19206"/>
                          </a:cubicBezTo>
                          <a:cubicBezTo>
                            <a:pt x="25571" y="22445"/>
                            <a:pt x="25233" y="25278"/>
                            <a:pt x="24536" y="27707"/>
                          </a:cubicBezTo>
                          <a:cubicBezTo>
                            <a:pt x="23861" y="30136"/>
                            <a:pt x="22895" y="32183"/>
                            <a:pt x="21657" y="33824"/>
                          </a:cubicBezTo>
                          <a:cubicBezTo>
                            <a:pt x="20420" y="35489"/>
                            <a:pt x="18959" y="36725"/>
                            <a:pt x="17250" y="37558"/>
                          </a:cubicBezTo>
                          <a:cubicBezTo>
                            <a:pt x="15563" y="38390"/>
                            <a:pt x="13696" y="38795"/>
                            <a:pt x="11694" y="38795"/>
                          </a:cubicBezTo>
                          <a:cubicBezTo>
                            <a:pt x="10210" y="38795"/>
                            <a:pt x="8839" y="38615"/>
                            <a:pt x="7534" y="38255"/>
                          </a:cubicBezTo>
                          <a:cubicBezTo>
                            <a:pt x="6230" y="37895"/>
                            <a:pt x="5105" y="37333"/>
                            <a:pt x="4138" y="36591"/>
                          </a:cubicBezTo>
                          <a:cubicBezTo>
                            <a:pt x="3171" y="35848"/>
                            <a:pt x="2384" y="34881"/>
                            <a:pt x="1754" y="33734"/>
                          </a:cubicBezTo>
                          <a:cubicBezTo>
                            <a:pt x="1147" y="32587"/>
                            <a:pt x="765" y="31238"/>
                            <a:pt x="630" y="29686"/>
                          </a:cubicBezTo>
                          <a:lnTo>
                            <a:pt x="4138" y="29686"/>
                          </a:lnTo>
                          <a:close/>
                          <a:moveTo>
                            <a:pt x="12257" y="2901"/>
                          </a:moveTo>
                          <a:cubicBezTo>
                            <a:pt x="9333" y="2969"/>
                            <a:pt x="7152" y="3868"/>
                            <a:pt x="5667" y="5600"/>
                          </a:cubicBezTo>
                          <a:cubicBezTo>
                            <a:pt x="4183" y="7332"/>
                            <a:pt x="3463" y="9693"/>
                            <a:pt x="3463" y="12662"/>
                          </a:cubicBezTo>
                          <a:cubicBezTo>
                            <a:pt x="3463" y="15630"/>
                            <a:pt x="4228" y="17834"/>
                            <a:pt x="5757" y="19453"/>
                          </a:cubicBezTo>
                          <a:cubicBezTo>
                            <a:pt x="7287" y="21073"/>
                            <a:pt x="9446" y="21882"/>
                            <a:pt x="12257" y="21882"/>
                          </a:cubicBezTo>
                          <a:cubicBezTo>
                            <a:pt x="13584" y="21882"/>
                            <a:pt x="14776" y="21635"/>
                            <a:pt x="15855" y="21118"/>
                          </a:cubicBezTo>
                          <a:cubicBezTo>
                            <a:pt x="16912" y="20623"/>
                            <a:pt x="17812" y="19926"/>
                            <a:pt x="18554" y="19071"/>
                          </a:cubicBezTo>
                          <a:cubicBezTo>
                            <a:pt x="19296" y="18217"/>
                            <a:pt x="19858" y="17205"/>
                            <a:pt x="20218" y="16080"/>
                          </a:cubicBezTo>
                          <a:cubicBezTo>
                            <a:pt x="20578" y="14956"/>
                            <a:pt x="20780" y="13741"/>
                            <a:pt x="20780" y="12437"/>
                          </a:cubicBezTo>
                          <a:cubicBezTo>
                            <a:pt x="20780" y="9626"/>
                            <a:pt x="20016" y="7354"/>
                            <a:pt x="18509" y="5600"/>
                          </a:cubicBezTo>
                          <a:cubicBezTo>
                            <a:pt x="17002" y="3846"/>
                            <a:pt x="14911" y="2946"/>
                            <a:pt x="12257" y="2879"/>
                          </a:cubicBezTo>
                          <a:close/>
                        </a:path>
                      </a:pathLst>
                    </a:custGeom>
                    <a:solidFill>
                      <a:srgbClr val="231F20"/>
                    </a:solidFill>
                    <a:ln w="2249" cap="flat">
                      <a:noFill/>
                      <a:prstDash val="solid"/>
                      <a:miter/>
                    </a:ln>
                  </p:spPr>
                  <p:txBody>
                    <a:bodyPr rtlCol="0" anchor="ctr"/>
                    <a:lstStyle/>
                    <a:p>
                      <a:endParaRPr lang="en-US"/>
                    </a:p>
                  </p:txBody>
                </p:sp>
              </p:grpSp>
              <p:grpSp>
                <p:nvGrpSpPr>
                  <p:cNvPr id="44" name="Graphic 4479">
                    <a:extLst>
                      <a:ext uri="{FF2B5EF4-FFF2-40B4-BE49-F238E27FC236}">
                        <a16:creationId xmlns:a16="http://schemas.microsoft.com/office/drawing/2014/main" id="{3DA08267-F88F-2419-911A-70B3666408FC}"/>
                      </a:ext>
                    </a:extLst>
                  </p:cNvPr>
                  <p:cNvGrpSpPr/>
                  <p:nvPr/>
                </p:nvGrpSpPr>
                <p:grpSpPr>
                  <a:xfrm>
                    <a:off x="6572031" y="3788780"/>
                    <a:ext cx="247701" cy="145403"/>
                    <a:chOff x="4705222" y="2342101"/>
                    <a:chExt cx="66164" cy="38839"/>
                  </a:xfrm>
                  <a:solidFill>
                    <a:srgbClr val="231F20"/>
                  </a:solidFill>
                </p:grpSpPr>
                <p:sp>
                  <p:nvSpPr>
                    <p:cNvPr id="3488" name="Freeform 3487">
                      <a:extLst>
                        <a:ext uri="{FF2B5EF4-FFF2-40B4-BE49-F238E27FC236}">
                          <a16:creationId xmlns:a16="http://schemas.microsoft.com/office/drawing/2014/main" id="{382C6622-AD8D-5783-C603-BBE3474FD5F6}"/>
                        </a:ext>
                      </a:extLst>
                    </p:cNvPr>
                    <p:cNvSpPr/>
                    <p:nvPr/>
                  </p:nvSpPr>
                  <p:spPr>
                    <a:xfrm>
                      <a:off x="4705222" y="2342101"/>
                      <a:ext cx="13268" cy="38052"/>
                    </a:xfrm>
                    <a:custGeom>
                      <a:avLst/>
                      <a:gdLst>
                        <a:gd name="connsiteX0" fmla="*/ 9828 w 13268"/>
                        <a:gd name="connsiteY0" fmla="*/ 9783 h 38052"/>
                        <a:gd name="connsiteX1" fmla="*/ 0 w 13268"/>
                        <a:gd name="connsiteY1" fmla="*/ 9783 h 38052"/>
                        <a:gd name="connsiteX2" fmla="*/ 0 w 13268"/>
                        <a:gd name="connsiteY2" fmla="*/ 7512 h 38052"/>
                        <a:gd name="connsiteX3" fmla="*/ 3913 w 13268"/>
                        <a:gd name="connsiteY3" fmla="*/ 7084 h 38052"/>
                        <a:gd name="connsiteX4" fmla="*/ 6994 w 13268"/>
                        <a:gd name="connsiteY4" fmla="*/ 6050 h 38052"/>
                        <a:gd name="connsiteX5" fmla="*/ 9198 w 13268"/>
                        <a:gd name="connsiteY5" fmla="*/ 3868 h 38052"/>
                        <a:gd name="connsiteX6" fmla="*/ 10525 w 13268"/>
                        <a:gd name="connsiteY6" fmla="*/ 0 h 38052"/>
                        <a:gd name="connsiteX7" fmla="*/ 13269 w 13268"/>
                        <a:gd name="connsiteY7" fmla="*/ 0 h 38052"/>
                        <a:gd name="connsiteX8" fmla="*/ 13269 w 13268"/>
                        <a:gd name="connsiteY8" fmla="*/ 38052 h 38052"/>
                        <a:gd name="connsiteX9" fmla="*/ 9805 w 13268"/>
                        <a:gd name="connsiteY9" fmla="*/ 38052 h 38052"/>
                        <a:gd name="connsiteX10" fmla="*/ 9805 w 13268"/>
                        <a:gd name="connsiteY10" fmla="*/ 9760 h 380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268" h="38052">
                          <a:moveTo>
                            <a:pt x="9828" y="9783"/>
                          </a:moveTo>
                          <a:lnTo>
                            <a:pt x="0" y="9783"/>
                          </a:lnTo>
                          <a:lnTo>
                            <a:pt x="0" y="7512"/>
                          </a:lnTo>
                          <a:cubicBezTo>
                            <a:pt x="1439" y="7399"/>
                            <a:pt x="2744" y="7264"/>
                            <a:pt x="3913" y="7084"/>
                          </a:cubicBezTo>
                          <a:cubicBezTo>
                            <a:pt x="5083" y="6904"/>
                            <a:pt x="6117" y="6567"/>
                            <a:pt x="6994" y="6050"/>
                          </a:cubicBezTo>
                          <a:cubicBezTo>
                            <a:pt x="7871" y="5532"/>
                            <a:pt x="8613" y="4813"/>
                            <a:pt x="9198" y="3868"/>
                          </a:cubicBezTo>
                          <a:cubicBezTo>
                            <a:pt x="9783" y="2924"/>
                            <a:pt x="10233" y="1619"/>
                            <a:pt x="10525" y="0"/>
                          </a:cubicBezTo>
                          <a:lnTo>
                            <a:pt x="13269" y="0"/>
                          </a:lnTo>
                          <a:lnTo>
                            <a:pt x="13269" y="38052"/>
                          </a:lnTo>
                          <a:lnTo>
                            <a:pt x="9805" y="38052"/>
                          </a:lnTo>
                          <a:lnTo>
                            <a:pt x="9805" y="9760"/>
                          </a:lnTo>
                          <a:close/>
                        </a:path>
                      </a:pathLst>
                    </a:custGeom>
                    <a:solidFill>
                      <a:srgbClr val="231F20"/>
                    </a:solidFill>
                    <a:ln w="2249" cap="flat">
                      <a:noFill/>
                      <a:prstDash val="solid"/>
                      <a:miter/>
                    </a:ln>
                  </p:spPr>
                  <p:txBody>
                    <a:bodyPr rtlCol="0" anchor="ctr"/>
                    <a:lstStyle/>
                    <a:p>
                      <a:endParaRPr lang="en-US"/>
                    </a:p>
                  </p:txBody>
                </p:sp>
                <p:sp>
                  <p:nvSpPr>
                    <p:cNvPr id="3489" name="Freeform 3488">
                      <a:extLst>
                        <a:ext uri="{FF2B5EF4-FFF2-40B4-BE49-F238E27FC236}">
                          <a16:creationId xmlns:a16="http://schemas.microsoft.com/office/drawing/2014/main" id="{3BF592DB-05F1-EA29-661E-141BAE0BF270}"/>
                        </a:ext>
                      </a:extLst>
                    </p:cNvPr>
                    <p:cNvSpPr/>
                    <p:nvPr/>
                  </p:nvSpPr>
                  <p:spPr>
                    <a:xfrm>
                      <a:off x="4734257" y="2375430"/>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231F20"/>
                    </a:solidFill>
                    <a:ln w="2249" cap="flat">
                      <a:noFill/>
                      <a:prstDash val="solid"/>
                      <a:miter/>
                    </a:ln>
                  </p:spPr>
                  <p:txBody>
                    <a:bodyPr rtlCol="0" anchor="ctr"/>
                    <a:lstStyle/>
                    <a:p>
                      <a:endParaRPr lang="en-US"/>
                    </a:p>
                  </p:txBody>
                </p:sp>
                <p:sp>
                  <p:nvSpPr>
                    <p:cNvPr id="3490" name="Freeform 3489">
                      <a:extLst>
                        <a:ext uri="{FF2B5EF4-FFF2-40B4-BE49-F238E27FC236}">
                          <a16:creationId xmlns:a16="http://schemas.microsoft.com/office/drawing/2014/main" id="{F79AAF30-5AC8-C658-A3A6-CA341952C374}"/>
                        </a:ext>
                      </a:extLst>
                    </p:cNvPr>
                    <p:cNvSpPr/>
                    <p:nvPr/>
                  </p:nvSpPr>
                  <p:spPr>
                    <a:xfrm>
                      <a:off x="4745569" y="2342101"/>
                      <a:ext cx="25817" cy="38839"/>
                    </a:xfrm>
                    <a:custGeom>
                      <a:avLst/>
                      <a:gdLst>
                        <a:gd name="connsiteX0" fmla="*/ 10120 w 25817"/>
                        <a:gd name="connsiteY0" fmla="*/ 16912 h 38839"/>
                        <a:gd name="connsiteX1" fmla="*/ 14551 w 25817"/>
                        <a:gd name="connsiteY1" fmla="*/ 16620 h 38839"/>
                        <a:gd name="connsiteX2" fmla="*/ 17969 w 25817"/>
                        <a:gd name="connsiteY2" fmla="*/ 15495 h 38839"/>
                        <a:gd name="connsiteX3" fmla="*/ 20218 w 25817"/>
                        <a:gd name="connsiteY3" fmla="*/ 13246 h 38839"/>
                        <a:gd name="connsiteX4" fmla="*/ 21028 w 25817"/>
                        <a:gd name="connsiteY4" fmla="*/ 9626 h 38839"/>
                        <a:gd name="connsiteX5" fmla="*/ 20375 w 25817"/>
                        <a:gd name="connsiteY5" fmla="*/ 6567 h 38839"/>
                        <a:gd name="connsiteX6" fmla="*/ 18621 w 25817"/>
                        <a:gd name="connsiteY6" fmla="*/ 4498 h 38839"/>
                        <a:gd name="connsiteX7" fmla="*/ 16035 w 25817"/>
                        <a:gd name="connsiteY7" fmla="*/ 3306 h 38839"/>
                        <a:gd name="connsiteX8" fmla="*/ 12932 w 25817"/>
                        <a:gd name="connsiteY8" fmla="*/ 2924 h 38839"/>
                        <a:gd name="connsiteX9" fmla="*/ 9603 w 25817"/>
                        <a:gd name="connsiteY9" fmla="*/ 3508 h 38839"/>
                        <a:gd name="connsiteX10" fmla="*/ 7039 w 25817"/>
                        <a:gd name="connsiteY10" fmla="*/ 5218 h 38839"/>
                        <a:gd name="connsiteX11" fmla="*/ 5375 w 25817"/>
                        <a:gd name="connsiteY11" fmla="*/ 7804 h 38839"/>
                        <a:gd name="connsiteX12" fmla="*/ 4790 w 25817"/>
                        <a:gd name="connsiteY12" fmla="*/ 11065 h 38839"/>
                        <a:gd name="connsiteX13" fmla="*/ 1327 w 25817"/>
                        <a:gd name="connsiteY13" fmla="*/ 11065 h 38839"/>
                        <a:gd name="connsiteX14" fmla="*/ 2226 w 25817"/>
                        <a:gd name="connsiteY14" fmla="*/ 6387 h 38839"/>
                        <a:gd name="connsiteX15" fmla="*/ 5015 w 25817"/>
                        <a:gd name="connsiteY15" fmla="*/ 2519 h 38839"/>
                        <a:gd name="connsiteX16" fmla="*/ 9041 w 25817"/>
                        <a:gd name="connsiteY16" fmla="*/ 450 h 38839"/>
                        <a:gd name="connsiteX17" fmla="*/ 13651 w 25817"/>
                        <a:gd name="connsiteY17" fmla="*/ 0 h 38839"/>
                        <a:gd name="connsiteX18" fmla="*/ 17879 w 25817"/>
                        <a:gd name="connsiteY18" fmla="*/ 562 h 38839"/>
                        <a:gd name="connsiteX19" fmla="*/ 21298 w 25817"/>
                        <a:gd name="connsiteY19" fmla="*/ 2294 h 38839"/>
                        <a:gd name="connsiteX20" fmla="*/ 23614 w 25817"/>
                        <a:gd name="connsiteY20" fmla="*/ 5240 h 38839"/>
                        <a:gd name="connsiteX21" fmla="*/ 24468 w 25817"/>
                        <a:gd name="connsiteY21" fmla="*/ 9401 h 38839"/>
                        <a:gd name="connsiteX22" fmla="*/ 23142 w 25817"/>
                        <a:gd name="connsiteY22" fmla="*/ 14528 h 38839"/>
                        <a:gd name="connsiteX23" fmla="*/ 19071 w 25817"/>
                        <a:gd name="connsiteY23" fmla="*/ 17879 h 38839"/>
                        <a:gd name="connsiteX24" fmla="*/ 22445 w 25817"/>
                        <a:gd name="connsiteY24" fmla="*/ 19588 h 38839"/>
                        <a:gd name="connsiteX25" fmla="*/ 24513 w 25817"/>
                        <a:gd name="connsiteY25" fmla="*/ 21905 h 38839"/>
                        <a:gd name="connsiteX26" fmla="*/ 25548 w 25817"/>
                        <a:gd name="connsiteY26" fmla="*/ 24581 h 38839"/>
                        <a:gd name="connsiteX27" fmla="*/ 25818 w 25817"/>
                        <a:gd name="connsiteY27" fmla="*/ 27280 h 38839"/>
                        <a:gd name="connsiteX28" fmla="*/ 25008 w 25817"/>
                        <a:gd name="connsiteY28" fmla="*/ 31710 h 38839"/>
                        <a:gd name="connsiteX29" fmla="*/ 22624 w 25817"/>
                        <a:gd name="connsiteY29" fmla="*/ 35331 h 38839"/>
                        <a:gd name="connsiteX30" fmla="*/ 18756 w 25817"/>
                        <a:gd name="connsiteY30" fmla="*/ 37850 h 38839"/>
                        <a:gd name="connsiteX31" fmla="*/ 13538 w 25817"/>
                        <a:gd name="connsiteY31" fmla="*/ 38840 h 38839"/>
                        <a:gd name="connsiteX32" fmla="*/ 7826 w 25817"/>
                        <a:gd name="connsiteY32" fmla="*/ 38255 h 38839"/>
                        <a:gd name="connsiteX33" fmla="*/ 3778 w 25817"/>
                        <a:gd name="connsiteY33" fmla="*/ 36276 h 38839"/>
                        <a:gd name="connsiteX34" fmla="*/ 1237 w 25817"/>
                        <a:gd name="connsiteY34" fmla="*/ 32655 h 38839"/>
                        <a:gd name="connsiteX35" fmla="*/ 0 w 25817"/>
                        <a:gd name="connsiteY35" fmla="*/ 27077 h 38839"/>
                        <a:gd name="connsiteX36" fmla="*/ 3463 w 25817"/>
                        <a:gd name="connsiteY36" fmla="*/ 27077 h 38839"/>
                        <a:gd name="connsiteX37" fmla="*/ 6072 w 25817"/>
                        <a:gd name="connsiteY37" fmla="*/ 33689 h 38839"/>
                        <a:gd name="connsiteX38" fmla="*/ 12909 w 25817"/>
                        <a:gd name="connsiteY38" fmla="*/ 35938 h 38839"/>
                        <a:gd name="connsiteX39" fmla="*/ 16732 w 25817"/>
                        <a:gd name="connsiteY39" fmla="*/ 35241 h 38839"/>
                        <a:gd name="connsiteX40" fmla="*/ 19791 w 25817"/>
                        <a:gd name="connsiteY40" fmla="*/ 33352 h 38839"/>
                        <a:gd name="connsiteX41" fmla="*/ 21725 w 25817"/>
                        <a:gd name="connsiteY41" fmla="*/ 30608 h 38839"/>
                        <a:gd name="connsiteX42" fmla="*/ 22355 w 25817"/>
                        <a:gd name="connsiteY42" fmla="*/ 27370 h 38839"/>
                        <a:gd name="connsiteX43" fmla="*/ 21275 w 25817"/>
                        <a:gd name="connsiteY43" fmla="*/ 23502 h 38839"/>
                        <a:gd name="connsiteX44" fmla="*/ 18666 w 25817"/>
                        <a:gd name="connsiteY44" fmla="*/ 21073 h 38839"/>
                        <a:gd name="connsiteX45" fmla="*/ 14798 w 25817"/>
                        <a:gd name="connsiteY45" fmla="*/ 19881 h 38839"/>
                        <a:gd name="connsiteX46" fmla="*/ 10098 w 25817"/>
                        <a:gd name="connsiteY46" fmla="*/ 19746 h 38839"/>
                        <a:gd name="connsiteX47" fmla="*/ 10098 w 25817"/>
                        <a:gd name="connsiteY47" fmla="*/ 16935 h 3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25817" h="38839">
                          <a:moveTo>
                            <a:pt x="10120" y="16912"/>
                          </a:moveTo>
                          <a:cubicBezTo>
                            <a:pt x="11739" y="16912"/>
                            <a:pt x="13224" y="16822"/>
                            <a:pt x="14551" y="16620"/>
                          </a:cubicBezTo>
                          <a:cubicBezTo>
                            <a:pt x="15878" y="16417"/>
                            <a:pt x="17024" y="16035"/>
                            <a:pt x="17969" y="15495"/>
                          </a:cubicBezTo>
                          <a:cubicBezTo>
                            <a:pt x="18914" y="14956"/>
                            <a:pt x="19678" y="14191"/>
                            <a:pt x="20218" y="13246"/>
                          </a:cubicBezTo>
                          <a:cubicBezTo>
                            <a:pt x="20758" y="12302"/>
                            <a:pt x="21028" y="11110"/>
                            <a:pt x="21028" y="9626"/>
                          </a:cubicBezTo>
                          <a:cubicBezTo>
                            <a:pt x="21028" y="8434"/>
                            <a:pt x="20803" y="7422"/>
                            <a:pt x="20375" y="6567"/>
                          </a:cubicBezTo>
                          <a:cubicBezTo>
                            <a:pt x="19948" y="5712"/>
                            <a:pt x="19363" y="5038"/>
                            <a:pt x="18621" y="4498"/>
                          </a:cubicBezTo>
                          <a:cubicBezTo>
                            <a:pt x="17879" y="3958"/>
                            <a:pt x="17024" y="3553"/>
                            <a:pt x="16035" y="3306"/>
                          </a:cubicBezTo>
                          <a:cubicBezTo>
                            <a:pt x="15045" y="3059"/>
                            <a:pt x="14011" y="2924"/>
                            <a:pt x="12932" y="2924"/>
                          </a:cubicBezTo>
                          <a:cubicBezTo>
                            <a:pt x="11717" y="2924"/>
                            <a:pt x="10593" y="3126"/>
                            <a:pt x="9603" y="3508"/>
                          </a:cubicBezTo>
                          <a:cubicBezTo>
                            <a:pt x="8613" y="3913"/>
                            <a:pt x="7759" y="4475"/>
                            <a:pt x="7039" y="5218"/>
                          </a:cubicBezTo>
                          <a:cubicBezTo>
                            <a:pt x="6319" y="5960"/>
                            <a:pt x="5757" y="6814"/>
                            <a:pt x="5375" y="7804"/>
                          </a:cubicBezTo>
                          <a:cubicBezTo>
                            <a:pt x="4970" y="8793"/>
                            <a:pt x="4790" y="9873"/>
                            <a:pt x="4790" y="11065"/>
                          </a:cubicBezTo>
                          <a:lnTo>
                            <a:pt x="1327" y="11065"/>
                          </a:lnTo>
                          <a:cubicBezTo>
                            <a:pt x="1327" y="9333"/>
                            <a:pt x="1619" y="7781"/>
                            <a:pt x="2226" y="6387"/>
                          </a:cubicBezTo>
                          <a:cubicBezTo>
                            <a:pt x="2811" y="4993"/>
                            <a:pt x="3756" y="3711"/>
                            <a:pt x="5015" y="2519"/>
                          </a:cubicBezTo>
                          <a:cubicBezTo>
                            <a:pt x="6207" y="1439"/>
                            <a:pt x="7534" y="742"/>
                            <a:pt x="9041" y="450"/>
                          </a:cubicBezTo>
                          <a:cubicBezTo>
                            <a:pt x="10525" y="135"/>
                            <a:pt x="12077" y="0"/>
                            <a:pt x="13651" y="0"/>
                          </a:cubicBezTo>
                          <a:cubicBezTo>
                            <a:pt x="15225" y="0"/>
                            <a:pt x="16575" y="180"/>
                            <a:pt x="17879" y="562"/>
                          </a:cubicBezTo>
                          <a:cubicBezTo>
                            <a:pt x="19183" y="945"/>
                            <a:pt x="20330" y="1507"/>
                            <a:pt x="21298" y="2294"/>
                          </a:cubicBezTo>
                          <a:cubicBezTo>
                            <a:pt x="22264" y="3059"/>
                            <a:pt x="23052" y="4048"/>
                            <a:pt x="23614" y="5240"/>
                          </a:cubicBezTo>
                          <a:cubicBezTo>
                            <a:pt x="24199" y="6432"/>
                            <a:pt x="24468" y="7804"/>
                            <a:pt x="24468" y="9401"/>
                          </a:cubicBezTo>
                          <a:cubicBezTo>
                            <a:pt x="24468" y="11380"/>
                            <a:pt x="24019" y="13089"/>
                            <a:pt x="23142" y="14528"/>
                          </a:cubicBezTo>
                          <a:cubicBezTo>
                            <a:pt x="22264" y="15968"/>
                            <a:pt x="20893" y="17092"/>
                            <a:pt x="19071" y="17879"/>
                          </a:cubicBezTo>
                          <a:cubicBezTo>
                            <a:pt x="20443" y="18307"/>
                            <a:pt x="21567" y="18869"/>
                            <a:pt x="22445" y="19588"/>
                          </a:cubicBezTo>
                          <a:cubicBezTo>
                            <a:pt x="23322" y="20286"/>
                            <a:pt x="24019" y="21073"/>
                            <a:pt x="24513" y="21905"/>
                          </a:cubicBezTo>
                          <a:cubicBezTo>
                            <a:pt x="25008" y="22737"/>
                            <a:pt x="25368" y="23637"/>
                            <a:pt x="25548" y="24581"/>
                          </a:cubicBezTo>
                          <a:cubicBezTo>
                            <a:pt x="25728" y="25526"/>
                            <a:pt x="25818" y="26425"/>
                            <a:pt x="25818" y="27280"/>
                          </a:cubicBezTo>
                          <a:cubicBezTo>
                            <a:pt x="25818" y="28854"/>
                            <a:pt x="25548" y="30338"/>
                            <a:pt x="25008" y="31710"/>
                          </a:cubicBezTo>
                          <a:cubicBezTo>
                            <a:pt x="24468" y="33082"/>
                            <a:pt x="23681" y="34274"/>
                            <a:pt x="22624" y="35331"/>
                          </a:cubicBezTo>
                          <a:cubicBezTo>
                            <a:pt x="21567" y="36388"/>
                            <a:pt x="20285" y="37220"/>
                            <a:pt x="18756" y="37850"/>
                          </a:cubicBezTo>
                          <a:cubicBezTo>
                            <a:pt x="17227" y="38480"/>
                            <a:pt x="15495" y="38817"/>
                            <a:pt x="13538" y="38840"/>
                          </a:cubicBezTo>
                          <a:cubicBezTo>
                            <a:pt x="11335" y="38840"/>
                            <a:pt x="9446" y="38637"/>
                            <a:pt x="7826" y="38255"/>
                          </a:cubicBezTo>
                          <a:cubicBezTo>
                            <a:pt x="6207" y="37850"/>
                            <a:pt x="4858" y="37198"/>
                            <a:pt x="3778" y="36276"/>
                          </a:cubicBezTo>
                          <a:cubicBezTo>
                            <a:pt x="2699" y="35354"/>
                            <a:pt x="1844" y="34162"/>
                            <a:pt x="1237" y="32655"/>
                          </a:cubicBezTo>
                          <a:cubicBezTo>
                            <a:pt x="629" y="31171"/>
                            <a:pt x="202" y="29304"/>
                            <a:pt x="0" y="27077"/>
                          </a:cubicBezTo>
                          <a:lnTo>
                            <a:pt x="3463" y="27077"/>
                          </a:lnTo>
                          <a:cubicBezTo>
                            <a:pt x="3463" y="30001"/>
                            <a:pt x="4340" y="32205"/>
                            <a:pt x="6072" y="33689"/>
                          </a:cubicBezTo>
                          <a:cubicBezTo>
                            <a:pt x="7826" y="35174"/>
                            <a:pt x="10098" y="35938"/>
                            <a:pt x="12909" y="35938"/>
                          </a:cubicBezTo>
                          <a:cubicBezTo>
                            <a:pt x="14281" y="35938"/>
                            <a:pt x="15563" y="35713"/>
                            <a:pt x="16732" y="35241"/>
                          </a:cubicBezTo>
                          <a:cubicBezTo>
                            <a:pt x="17924" y="34769"/>
                            <a:pt x="18936" y="34139"/>
                            <a:pt x="19791" y="33352"/>
                          </a:cubicBezTo>
                          <a:cubicBezTo>
                            <a:pt x="20645" y="32565"/>
                            <a:pt x="21275" y="31643"/>
                            <a:pt x="21725" y="30608"/>
                          </a:cubicBezTo>
                          <a:cubicBezTo>
                            <a:pt x="22175" y="29574"/>
                            <a:pt x="22377" y="28494"/>
                            <a:pt x="22355" y="27370"/>
                          </a:cubicBezTo>
                          <a:cubicBezTo>
                            <a:pt x="22287" y="25818"/>
                            <a:pt x="21927" y="24536"/>
                            <a:pt x="21275" y="23502"/>
                          </a:cubicBezTo>
                          <a:cubicBezTo>
                            <a:pt x="20623" y="22467"/>
                            <a:pt x="19746" y="21657"/>
                            <a:pt x="18666" y="21073"/>
                          </a:cubicBezTo>
                          <a:cubicBezTo>
                            <a:pt x="17564" y="20488"/>
                            <a:pt x="16282" y="20083"/>
                            <a:pt x="14798" y="19881"/>
                          </a:cubicBezTo>
                          <a:cubicBezTo>
                            <a:pt x="13314" y="19678"/>
                            <a:pt x="11762" y="19633"/>
                            <a:pt x="10098" y="19746"/>
                          </a:cubicBezTo>
                          <a:lnTo>
                            <a:pt x="10098" y="16935"/>
                          </a:lnTo>
                          <a:close/>
                        </a:path>
                      </a:pathLst>
                    </a:custGeom>
                    <a:solidFill>
                      <a:srgbClr val="231F20"/>
                    </a:solidFill>
                    <a:ln w="2249" cap="flat">
                      <a:noFill/>
                      <a:prstDash val="solid"/>
                      <a:miter/>
                    </a:ln>
                  </p:spPr>
                  <p:txBody>
                    <a:bodyPr rtlCol="0" anchor="ctr"/>
                    <a:lstStyle/>
                    <a:p>
                      <a:endParaRPr lang="en-US"/>
                    </a:p>
                  </p:txBody>
                </p:sp>
              </p:grpSp>
              <p:grpSp>
                <p:nvGrpSpPr>
                  <p:cNvPr id="45" name="Graphic 4479">
                    <a:extLst>
                      <a:ext uri="{FF2B5EF4-FFF2-40B4-BE49-F238E27FC236}">
                        <a16:creationId xmlns:a16="http://schemas.microsoft.com/office/drawing/2014/main" id="{ECD70153-22F3-3343-BFC6-5BE269716885}"/>
                      </a:ext>
                    </a:extLst>
                  </p:cNvPr>
                  <p:cNvGrpSpPr/>
                  <p:nvPr/>
                </p:nvGrpSpPr>
                <p:grpSpPr>
                  <a:xfrm>
                    <a:off x="6267752" y="4821433"/>
                    <a:ext cx="188089" cy="511398"/>
                    <a:chOff x="4623945" y="2617936"/>
                    <a:chExt cx="50241" cy="136601"/>
                  </a:xfrm>
                  <a:solidFill>
                    <a:srgbClr val="231F20"/>
                  </a:solidFill>
                </p:grpSpPr>
                <p:sp>
                  <p:nvSpPr>
                    <p:cNvPr id="3483" name="Freeform 3482">
                      <a:extLst>
                        <a:ext uri="{FF2B5EF4-FFF2-40B4-BE49-F238E27FC236}">
                          <a16:creationId xmlns:a16="http://schemas.microsoft.com/office/drawing/2014/main" id="{3977E3A8-E619-E8A4-C07E-BAF421339940}"/>
                        </a:ext>
                      </a:extLst>
                    </p:cNvPr>
                    <p:cNvSpPr/>
                    <p:nvPr/>
                  </p:nvSpPr>
                  <p:spPr>
                    <a:xfrm>
                      <a:off x="4625002" y="2725841"/>
                      <a:ext cx="38862" cy="28696"/>
                    </a:xfrm>
                    <a:custGeom>
                      <a:avLst/>
                      <a:gdLst>
                        <a:gd name="connsiteX0" fmla="*/ 21208 w 38862"/>
                        <a:gd name="connsiteY0" fmla="*/ 25031 h 28696"/>
                        <a:gd name="connsiteX1" fmla="*/ 38862 w 38862"/>
                        <a:gd name="connsiteY1" fmla="*/ 25031 h 28696"/>
                        <a:gd name="connsiteX2" fmla="*/ 38817 w 38862"/>
                        <a:gd name="connsiteY2" fmla="*/ 28697 h 28696"/>
                        <a:gd name="connsiteX3" fmla="*/ 0 w 38862"/>
                        <a:gd name="connsiteY3" fmla="*/ 28697 h 28696"/>
                        <a:gd name="connsiteX4" fmla="*/ 0 w 38862"/>
                        <a:gd name="connsiteY4" fmla="*/ 13471 h 28696"/>
                        <a:gd name="connsiteX5" fmla="*/ 2407 w 38862"/>
                        <a:gd name="connsiteY5" fmla="*/ 3643 h 28696"/>
                        <a:gd name="connsiteX6" fmla="*/ 10210 w 38862"/>
                        <a:gd name="connsiteY6" fmla="*/ 247 h 28696"/>
                        <a:gd name="connsiteX7" fmla="*/ 16035 w 38862"/>
                        <a:gd name="connsiteY7" fmla="*/ 1732 h 28696"/>
                        <a:gd name="connsiteX8" fmla="*/ 19701 w 38862"/>
                        <a:gd name="connsiteY8" fmla="*/ 6567 h 28696"/>
                        <a:gd name="connsiteX9" fmla="*/ 21433 w 38862"/>
                        <a:gd name="connsiteY9" fmla="*/ 3868 h 28696"/>
                        <a:gd name="connsiteX10" fmla="*/ 24019 w 38862"/>
                        <a:gd name="connsiteY10" fmla="*/ 2406 h 28696"/>
                        <a:gd name="connsiteX11" fmla="*/ 27100 w 38862"/>
                        <a:gd name="connsiteY11" fmla="*/ 1777 h 28696"/>
                        <a:gd name="connsiteX12" fmla="*/ 30226 w 38862"/>
                        <a:gd name="connsiteY12" fmla="*/ 1597 h 28696"/>
                        <a:gd name="connsiteX13" fmla="*/ 33892 w 38862"/>
                        <a:gd name="connsiteY13" fmla="*/ 1417 h 28696"/>
                        <a:gd name="connsiteX14" fmla="*/ 36276 w 38862"/>
                        <a:gd name="connsiteY14" fmla="*/ 1102 h 28696"/>
                        <a:gd name="connsiteX15" fmla="*/ 37715 w 38862"/>
                        <a:gd name="connsiteY15" fmla="*/ 652 h 28696"/>
                        <a:gd name="connsiteX16" fmla="*/ 38502 w 38862"/>
                        <a:gd name="connsiteY16" fmla="*/ 0 h 28696"/>
                        <a:gd name="connsiteX17" fmla="*/ 38817 w 38862"/>
                        <a:gd name="connsiteY17" fmla="*/ 0 h 28696"/>
                        <a:gd name="connsiteX18" fmla="*/ 38862 w 38862"/>
                        <a:gd name="connsiteY18" fmla="*/ 4048 h 28696"/>
                        <a:gd name="connsiteX19" fmla="*/ 36163 w 38862"/>
                        <a:gd name="connsiteY19" fmla="*/ 4880 h 28696"/>
                        <a:gd name="connsiteX20" fmla="*/ 32543 w 38862"/>
                        <a:gd name="connsiteY20" fmla="*/ 5263 h 28696"/>
                        <a:gd name="connsiteX21" fmla="*/ 28877 w 38862"/>
                        <a:gd name="connsiteY21" fmla="*/ 5487 h 28696"/>
                        <a:gd name="connsiteX22" fmla="*/ 25953 w 38862"/>
                        <a:gd name="connsiteY22" fmla="*/ 5780 h 28696"/>
                        <a:gd name="connsiteX23" fmla="*/ 23434 w 38862"/>
                        <a:gd name="connsiteY23" fmla="*/ 6837 h 28696"/>
                        <a:gd name="connsiteX24" fmla="*/ 21995 w 38862"/>
                        <a:gd name="connsiteY24" fmla="*/ 8591 h 28696"/>
                        <a:gd name="connsiteX25" fmla="*/ 21343 w 38862"/>
                        <a:gd name="connsiteY25" fmla="*/ 10885 h 28696"/>
                        <a:gd name="connsiteX26" fmla="*/ 21185 w 38862"/>
                        <a:gd name="connsiteY26" fmla="*/ 13494 h 28696"/>
                        <a:gd name="connsiteX27" fmla="*/ 21185 w 38862"/>
                        <a:gd name="connsiteY27" fmla="*/ 25053 h 28696"/>
                        <a:gd name="connsiteX28" fmla="*/ 18059 w 38862"/>
                        <a:gd name="connsiteY28" fmla="*/ 13584 h 28696"/>
                        <a:gd name="connsiteX29" fmla="*/ 17632 w 38862"/>
                        <a:gd name="connsiteY29" fmla="*/ 9783 h 28696"/>
                        <a:gd name="connsiteX30" fmla="*/ 16260 w 38862"/>
                        <a:gd name="connsiteY30" fmla="*/ 6724 h 28696"/>
                        <a:gd name="connsiteX31" fmla="*/ 13854 w 38862"/>
                        <a:gd name="connsiteY31" fmla="*/ 4678 h 28696"/>
                        <a:gd name="connsiteX32" fmla="*/ 10345 w 38862"/>
                        <a:gd name="connsiteY32" fmla="*/ 3913 h 28696"/>
                        <a:gd name="connsiteX33" fmla="*/ 6792 w 38862"/>
                        <a:gd name="connsiteY33" fmla="*/ 4700 h 28696"/>
                        <a:gd name="connsiteX34" fmla="*/ 4588 w 38862"/>
                        <a:gd name="connsiteY34" fmla="*/ 6814 h 28696"/>
                        <a:gd name="connsiteX35" fmla="*/ 3463 w 38862"/>
                        <a:gd name="connsiteY35" fmla="*/ 9828 h 28696"/>
                        <a:gd name="connsiteX36" fmla="*/ 3149 w 38862"/>
                        <a:gd name="connsiteY36" fmla="*/ 13359 h 28696"/>
                        <a:gd name="connsiteX37" fmla="*/ 3149 w 38862"/>
                        <a:gd name="connsiteY37" fmla="*/ 25008 h 28696"/>
                        <a:gd name="connsiteX38" fmla="*/ 18104 w 38862"/>
                        <a:gd name="connsiteY38" fmla="*/ 25008 h 28696"/>
                        <a:gd name="connsiteX39" fmla="*/ 18104 w 38862"/>
                        <a:gd name="connsiteY39" fmla="*/ 13561 h 28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862" h="28696">
                          <a:moveTo>
                            <a:pt x="21208" y="25031"/>
                          </a:moveTo>
                          <a:lnTo>
                            <a:pt x="38862" y="25031"/>
                          </a:lnTo>
                          <a:lnTo>
                            <a:pt x="38817" y="28697"/>
                          </a:lnTo>
                          <a:lnTo>
                            <a:pt x="0" y="28697"/>
                          </a:lnTo>
                          <a:lnTo>
                            <a:pt x="0" y="13471"/>
                          </a:lnTo>
                          <a:cubicBezTo>
                            <a:pt x="0" y="9198"/>
                            <a:pt x="810" y="5915"/>
                            <a:pt x="2407" y="3643"/>
                          </a:cubicBezTo>
                          <a:cubicBezTo>
                            <a:pt x="4003" y="1372"/>
                            <a:pt x="6612" y="247"/>
                            <a:pt x="10210" y="247"/>
                          </a:cubicBezTo>
                          <a:cubicBezTo>
                            <a:pt x="12662" y="247"/>
                            <a:pt x="14596" y="742"/>
                            <a:pt x="16035" y="1732"/>
                          </a:cubicBezTo>
                          <a:cubicBezTo>
                            <a:pt x="17474" y="2721"/>
                            <a:pt x="18689" y="4340"/>
                            <a:pt x="19701" y="6567"/>
                          </a:cubicBezTo>
                          <a:cubicBezTo>
                            <a:pt x="20106" y="5420"/>
                            <a:pt x="20668" y="4520"/>
                            <a:pt x="21433" y="3868"/>
                          </a:cubicBezTo>
                          <a:cubicBezTo>
                            <a:pt x="22197" y="3216"/>
                            <a:pt x="23052" y="2744"/>
                            <a:pt x="24019" y="2406"/>
                          </a:cubicBezTo>
                          <a:cubicBezTo>
                            <a:pt x="24986" y="2069"/>
                            <a:pt x="26021" y="1867"/>
                            <a:pt x="27100" y="1777"/>
                          </a:cubicBezTo>
                          <a:cubicBezTo>
                            <a:pt x="28180" y="1687"/>
                            <a:pt x="29214" y="1619"/>
                            <a:pt x="30226" y="1597"/>
                          </a:cubicBezTo>
                          <a:cubicBezTo>
                            <a:pt x="31711" y="1552"/>
                            <a:pt x="32925" y="1507"/>
                            <a:pt x="33892" y="1417"/>
                          </a:cubicBezTo>
                          <a:cubicBezTo>
                            <a:pt x="34859" y="1327"/>
                            <a:pt x="35646" y="1214"/>
                            <a:pt x="36276" y="1102"/>
                          </a:cubicBezTo>
                          <a:cubicBezTo>
                            <a:pt x="36905" y="990"/>
                            <a:pt x="37355" y="832"/>
                            <a:pt x="37715" y="652"/>
                          </a:cubicBezTo>
                          <a:cubicBezTo>
                            <a:pt x="38052" y="472"/>
                            <a:pt x="38322" y="247"/>
                            <a:pt x="38502" y="0"/>
                          </a:cubicBezTo>
                          <a:lnTo>
                            <a:pt x="38817" y="0"/>
                          </a:lnTo>
                          <a:lnTo>
                            <a:pt x="38862" y="4048"/>
                          </a:lnTo>
                          <a:cubicBezTo>
                            <a:pt x="38210" y="4453"/>
                            <a:pt x="37310" y="4723"/>
                            <a:pt x="36163" y="4880"/>
                          </a:cubicBezTo>
                          <a:cubicBezTo>
                            <a:pt x="35016" y="5038"/>
                            <a:pt x="33802" y="5173"/>
                            <a:pt x="32543" y="5263"/>
                          </a:cubicBezTo>
                          <a:cubicBezTo>
                            <a:pt x="31283" y="5353"/>
                            <a:pt x="30069" y="5420"/>
                            <a:pt x="28877" y="5487"/>
                          </a:cubicBezTo>
                          <a:cubicBezTo>
                            <a:pt x="27685" y="5555"/>
                            <a:pt x="26718" y="5645"/>
                            <a:pt x="25953" y="5780"/>
                          </a:cubicBezTo>
                          <a:cubicBezTo>
                            <a:pt x="24919" y="6005"/>
                            <a:pt x="24064" y="6342"/>
                            <a:pt x="23434" y="6837"/>
                          </a:cubicBezTo>
                          <a:cubicBezTo>
                            <a:pt x="22804" y="7332"/>
                            <a:pt x="22332" y="7916"/>
                            <a:pt x="21995" y="8591"/>
                          </a:cubicBezTo>
                          <a:cubicBezTo>
                            <a:pt x="21680" y="9266"/>
                            <a:pt x="21455" y="10030"/>
                            <a:pt x="21343" y="10885"/>
                          </a:cubicBezTo>
                          <a:cubicBezTo>
                            <a:pt x="21230" y="11740"/>
                            <a:pt x="21185" y="12594"/>
                            <a:pt x="21185" y="13494"/>
                          </a:cubicBezTo>
                          <a:lnTo>
                            <a:pt x="21185" y="25053"/>
                          </a:lnTo>
                          <a:close/>
                          <a:moveTo>
                            <a:pt x="18059" y="13584"/>
                          </a:moveTo>
                          <a:cubicBezTo>
                            <a:pt x="18059" y="12212"/>
                            <a:pt x="17924" y="10952"/>
                            <a:pt x="17632" y="9783"/>
                          </a:cubicBezTo>
                          <a:cubicBezTo>
                            <a:pt x="17340" y="8613"/>
                            <a:pt x="16890" y="7601"/>
                            <a:pt x="16260" y="6724"/>
                          </a:cubicBezTo>
                          <a:cubicBezTo>
                            <a:pt x="15630" y="5870"/>
                            <a:pt x="14821" y="5173"/>
                            <a:pt x="13854" y="4678"/>
                          </a:cubicBezTo>
                          <a:cubicBezTo>
                            <a:pt x="12887" y="4183"/>
                            <a:pt x="11717" y="3913"/>
                            <a:pt x="10345" y="3913"/>
                          </a:cubicBezTo>
                          <a:cubicBezTo>
                            <a:pt x="8906" y="3913"/>
                            <a:pt x="7714" y="4183"/>
                            <a:pt x="6792" y="4700"/>
                          </a:cubicBezTo>
                          <a:cubicBezTo>
                            <a:pt x="5870" y="5218"/>
                            <a:pt x="5128" y="5915"/>
                            <a:pt x="4588" y="6814"/>
                          </a:cubicBezTo>
                          <a:cubicBezTo>
                            <a:pt x="4048" y="7691"/>
                            <a:pt x="3666" y="8703"/>
                            <a:pt x="3463" y="9828"/>
                          </a:cubicBezTo>
                          <a:cubicBezTo>
                            <a:pt x="3239" y="10952"/>
                            <a:pt x="3149" y="12144"/>
                            <a:pt x="3149" y="13359"/>
                          </a:cubicBezTo>
                          <a:lnTo>
                            <a:pt x="3149" y="25008"/>
                          </a:lnTo>
                          <a:lnTo>
                            <a:pt x="18104" y="25008"/>
                          </a:lnTo>
                          <a:lnTo>
                            <a:pt x="18104" y="13561"/>
                          </a:lnTo>
                          <a:close/>
                        </a:path>
                      </a:pathLst>
                    </a:custGeom>
                    <a:solidFill>
                      <a:srgbClr val="231F20"/>
                    </a:solidFill>
                    <a:ln w="2249" cap="flat">
                      <a:noFill/>
                      <a:prstDash val="solid"/>
                      <a:miter/>
                    </a:ln>
                  </p:spPr>
                  <p:txBody>
                    <a:bodyPr rtlCol="0" anchor="ctr"/>
                    <a:lstStyle/>
                    <a:p>
                      <a:endParaRPr lang="en-US"/>
                    </a:p>
                  </p:txBody>
                </p:sp>
                <p:sp>
                  <p:nvSpPr>
                    <p:cNvPr id="3484" name="Freeform 3483">
                      <a:extLst>
                        <a:ext uri="{FF2B5EF4-FFF2-40B4-BE49-F238E27FC236}">
                          <a16:creationId xmlns:a16="http://schemas.microsoft.com/office/drawing/2014/main" id="{ED7FFB42-0466-A9A0-A3BB-79A5836989D4}"/>
                        </a:ext>
                      </a:extLst>
                    </p:cNvPr>
                    <p:cNvSpPr/>
                    <p:nvPr/>
                  </p:nvSpPr>
                  <p:spPr>
                    <a:xfrm>
                      <a:off x="4625002" y="2693703"/>
                      <a:ext cx="38862" cy="28291"/>
                    </a:xfrm>
                    <a:custGeom>
                      <a:avLst/>
                      <a:gdLst>
                        <a:gd name="connsiteX0" fmla="*/ 0 w 38862"/>
                        <a:gd name="connsiteY0" fmla="*/ 28292 h 28291"/>
                        <a:gd name="connsiteX1" fmla="*/ 0 w 38862"/>
                        <a:gd name="connsiteY1" fmla="*/ 0 h 28291"/>
                        <a:gd name="connsiteX2" fmla="*/ 3126 w 38862"/>
                        <a:gd name="connsiteY2" fmla="*/ 0 h 28291"/>
                        <a:gd name="connsiteX3" fmla="*/ 3126 w 38862"/>
                        <a:gd name="connsiteY3" fmla="*/ 12302 h 28291"/>
                        <a:gd name="connsiteX4" fmla="*/ 38862 w 38862"/>
                        <a:gd name="connsiteY4" fmla="*/ 12302 h 28291"/>
                        <a:gd name="connsiteX5" fmla="*/ 38862 w 38862"/>
                        <a:gd name="connsiteY5" fmla="*/ 15968 h 28291"/>
                        <a:gd name="connsiteX6" fmla="*/ 3126 w 38862"/>
                        <a:gd name="connsiteY6" fmla="*/ 15968 h 28291"/>
                        <a:gd name="connsiteX7" fmla="*/ 3126 w 38862"/>
                        <a:gd name="connsiteY7" fmla="*/ 28269 h 28291"/>
                        <a:gd name="connsiteX8" fmla="*/ 0 w 38862"/>
                        <a:gd name="connsiteY8" fmla="*/ 28269 h 28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862" h="28291">
                          <a:moveTo>
                            <a:pt x="0" y="28292"/>
                          </a:moveTo>
                          <a:lnTo>
                            <a:pt x="0" y="0"/>
                          </a:lnTo>
                          <a:lnTo>
                            <a:pt x="3126" y="0"/>
                          </a:lnTo>
                          <a:lnTo>
                            <a:pt x="3126" y="12302"/>
                          </a:lnTo>
                          <a:lnTo>
                            <a:pt x="38862" y="12302"/>
                          </a:lnTo>
                          <a:lnTo>
                            <a:pt x="38862" y="15968"/>
                          </a:lnTo>
                          <a:lnTo>
                            <a:pt x="3126" y="15968"/>
                          </a:lnTo>
                          <a:lnTo>
                            <a:pt x="3126" y="28269"/>
                          </a:lnTo>
                          <a:lnTo>
                            <a:pt x="0" y="28269"/>
                          </a:lnTo>
                          <a:close/>
                        </a:path>
                      </a:pathLst>
                    </a:custGeom>
                    <a:solidFill>
                      <a:srgbClr val="231F20"/>
                    </a:solidFill>
                    <a:ln w="2249" cap="flat">
                      <a:noFill/>
                      <a:prstDash val="solid"/>
                      <a:miter/>
                    </a:ln>
                  </p:spPr>
                  <p:txBody>
                    <a:bodyPr rtlCol="0" anchor="ctr"/>
                    <a:lstStyle/>
                    <a:p>
                      <a:endParaRPr lang="en-US"/>
                    </a:p>
                  </p:txBody>
                </p:sp>
                <p:sp>
                  <p:nvSpPr>
                    <p:cNvPr id="3485" name="Freeform 3484">
                      <a:extLst>
                        <a:ext uri="{FF2B5EF4-FFF2-40B4-BE49-F238E27FC236}">
                          <a16:creationId xmlns:a16="http://schemas.microsoft.com/office/drawing/2014/main" id="{10868508-7858-D090-DD27-C8A3A7313C6B}"/>
                        </a:ext>
                      </a:extLst>
                    </p:cNvPr>
                    <p:cNvSpPr/>
                    <p:nvPr/>
                  </p:nvSpPr>
                  <p:spPr>
                    <a:xfrm>
                      <a:off x="4623945" y="2662937"/>
                      <a:ext cx="50219" cy="11919"/>
                    </a:xfrm>
                    <a:custGeom>
                      <a:avLst/>
                      <a:gdLst>
                        <a:gd name="connsiteX0" fmla="*/ 23 w 50219"/>
                        <a:gd name="connsiteY0" fmla="*/ 0 h 11919"/>
                        <a:gd name="connsiteX1" fmla="*/ 12032 w 50219"/>
                        <a:gd name="connsiteY1" fmla="*/ 6072 h 11919"/>
                        <a:gd name="connsiteX2" fmla="*/ 25278 w 50219"/>
                        <a:gd name="connsiteY2" fmla="*/ 8254 h 11919"/>
                        <a:gd name="connsiteX3" fmla="*/ 38345 w 50219"/>
                        <a:gd name="connsiteY3" fmla="*/ 5982 h 11919"/>
                        <a:gd name="connsiteX4" fmla="*/ 50219 w 50219"/>
                        <a:gd name="connsiteY4" fmla="*/ 0 h 11919"/>
                        <a:gd name="connsiteX5" fmla="*/ 50219 w 50219"/>
                        <a:gd name="connsiteY5" fmla="*/ 2744 h 11919"/>
                        <a:gd name="connsiteX6" fmla="*/ 44260 w 50219"/>
                        <a:gd name="connsiteY6" fmla="*/ 6679 h 11919"/>
                        <a:gd name="connsiteX7" fmla="*/ 38367 w 50219"/>
                        <a:gd name="connsiteY7" fmla="*/ 9581 h 11919"/>
                        <a:gd name="connsiteX8" fmla="*/ 32115 w 50219"/>
                        <a:gd name="connsiteY8" fmla="*/ 11335 h 11919"/>
                        <a:gd name="connsiteX9" fmla="*/ 25008 w 50219"/>
                        <a:gd name="connsiteY9" fmla="*/ 11919 h 11919"/>
                        <a:gd name="connsiteX10" fmla="*/ 18014 w 50219"/>
                        <a:gd name="connsiteY10" fmla="*/ 11312 h 11919"/>
                        <a:gd name="connsiteX11" fmla="*/ 11717 w 50219"/>
                        <a:gd name="connsiteY11" fmla="*/ 9536 h 11919"/>
                        <a:gd name="connsiteX12" fmla="*/ 5802 w 50219"/>
                        <a:gd name="connsiteY12" fmla="*/ 6657 h 11919"/>
                        <a:gd name="connsiteX13" fmla="*/ 0 w 50219"/>
                        <a:gd name="connsiteY13" fmla="*/ 2744 h 11919"/>
                        <a:gd name="connsiteX14" fmla="*/ 0 w 50219"/>
                        <a:gd name="connsiteY14" fmla="*/ 0 h 11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0219" h="11919">
                          <a:moveTo>
                            <a:pt x="23" y="0"/>
                          </a:moveTo>
                          <a:cubicBezTo>
                            <a:pt x="3756" y="2586"/>
                            <a:pt x="7759" y="4610"/>
                            <a:pt x="12032" y="6072"/>
                          </a:cubicBezTo>
                          <a:cubicBezTo>
                            <a:pt x="16305" y="7534"/>
                            <a:pt x="20713" y="8254"/>
                            <a:pt x="25278" y="8254"/>
                          </a:cubicBezTo>
                          <a:cubicBezTo>
                            <a:pt x="29844" y="8254"/>
                            <a:pt x="34139" y="7489"/>
                            <a:pt x="38345" y="5982"/>
                          </a:cubicBezTo>
                          <a:cubicBezTo>
                            <a:pt x="42550" y="4475"/>
                            <a:pt x="46509" y="2474"/>
                            <a:pt x="50219" y="0"/>
                          </a:cubicBezTo>
                          <a:lnTo>
                            <a:pt x="50219" y="2744"/>
                          </a:lnTo>
                          <a:cubicBezTo>
                            <a:pt x="48173" y="4228"/>
                            <a:pt x="46171" y="5532"/>
                            <a:pt x="44260" y="6679"/>
                          </a:cubicBezTo>
                          <a:cubicBezTo>
                            <a:pt x="42326" y="7826"/>
                            <a:pt x="40369" y="8793"/>
                            <a:pt x="38367" y="9581"/>
                          </a:cubicBezTo>
                          <a:cubicBezTo>
                            <a:pt x="36366" y="10368"/>
                            <a:pt x="34274" y="10952"/>
                            <a:pt x="32115" y="11335"/>
                          </a:cubicBezTo>
                          <a:cubicBezTo>
                            <a:pt x="29956" y="11717"/>
                            <a:pt x="27572" y="11919"/>
                            <a:pt x="25008" y="11919"/>
                          </a:cubicBezTo>
                          <a:cubicBezTo>
                            <a:pt x="22445" y="11919"/>
                            <a:pt x="20196" y="11717"/>
                            <a:pt x="18014" y="11312"/>
                          </a:cubicBezTo>
                          <a:cubicBezTo>
                            <a:pt x="15833" y="10907"/>
                            <a:pt x="13741" y="10300"/>
                            <a:pt x="11717" y="9536"/>
                          </a:cubicBezTo>
                          <a:cubicBezTo>
                            <a:pt x="9693" y="8771"/>
                            <a:pt x="7737" y="7804"/>
                            <a:pt x="5802" y="6657"/>
                          </a:cubicBezTo>
                          <a:cubicBezTo>
                            <a:pt x="3868" y="5510"/>
                            <a:pt x="1934" y="4228"/>
                            <a:pt x="0" y="2744"/>
                          </a:cubicBezTo>
                          <a:lnTo>
                            <a:pt x="0" y="0"/>
                          </a:lnTo>
                          <a:close/>
                        </a:path>
                      </a:pathLst>
                    </a:custGeom>
                    <a:solidFill>
                      <a:srgbClr val="231F20"/>
                    </a:solidFill>
                    <a:ln w="2249" cap="flat">
                      <a:noFill/>
                      <a:prstDash val="solid"/>
                      <a:miter/>
                    </a:ln>
                  </p:spPr>
                  <p:txBody>
                    <a:bodyPr rtlCol="0" anchor="ctr"/>
                    <a:lstStyle/>
                    <a:p>
                      <a:endParaRPr lang="en-US"/>
                    </a:p>
                  </p:txBody>
                </p:sp>
                <p:sp>
                  <p:nvSpPr>
                    <p:cNvPr id="3486" name="Freeform 3485">
                      <a:extLst>
                        <a:ext uri="{FF2B5EF4-FFF2-40B4-BE49-F238E27FC236}">
                          <a16:creationId xmlns:a16="http://schemas.microsoft.com/office/drawing/2014/main" id="{8DEB2957-0A5D-7628-63E5-EBF7857A77AB}"/>
                        </a:ext>
                      </a:extLst>
                    </p:cNvPr>
                    <p:cNvSpPr/>
                    <p:nvPr/>
                  </p:nvSpPr>
                  <p:spPr>
                    <a:xfrm>
                      <a:off x="4635122" y="2635365"/>
                      <a:ext cx="29439" cy="22039"/>
                    </a:xfrm>
                    <a:custGeom>
                      <a:avLst/>
                      <a:gdLst>
                        <a:gd name="connsiteX0" fmla="*/ 19993 w 29439"/>
                        <a:gd name="connsiteY0" fmla="*/ 18734 h 22039"/>
                        <a:gd name="connsiteX1" fmla="*/ 25098 w 29439"/>
                        <a:gd name="connsiteY1" fmla="*/ 16013 h 22039"/>
                        <a:gd name="connsiteX2" fmla="*/ 26583 w 29439"/>
                        <a:gd name="connsiteY2" fmla="*/ 10368 h 22039"/>
                        <a:gd name="connsiteX3" fmla="*/ 26155 w 29439"/>
                        <a:gd name="connsiteY3" fmla="*/ 7287 h 22039"/>
                        <a:gd name="connsiteX4" fmla="*/ 24986 w 29439"/>
                        <a:gd name="connsiteY4" fmla="*/ 5150 h 22039"/>
                        <a:gd name="connsiteX5" fmla="*/ 23344 w 29439"/>
                        <a:gd name="connsiteY5" fmla="*/ 3891 h 22039"/>
                        <a:gd name="connsiteX6" fmla="*/ 21410 w 29439"/>
                        <a:gd name="connsiteY6" fmla="*/ 3463 h 22039"/>
                        <a:gd name="connsiteX7" fmla="*/ 18352 w 29439"/>
                        <a:gd name="connsiteY7" fmla="*/ 4790 h 22039"/>
                        <a:gd name="connsiteX8" fmla="*/ 16777 w 29439"/>
                        <a:gd name="connsiteY8" fmla="*/ 8119 h 22039"/>
                        <a:gd name="connsiteX9" fmla="*/ 15810 w 29439"/>
                        <a:gd name="connsiteY9" fmla="*/ 12437 h 22039"/>
                        <a:gd name="connsiteX10" fmla="*/ 14596 w 29439"/>
                        <a:gd name="connsiteY10" fmla="*/ 16755 h 22039"/>
                        <a:gd name="connsiteX11" fmla="*/ 12279 w 29439"/>
                        <a:gd name="connsiteY11" fmla="*/ 20083 h 22039"/>
                        <a:gd name="connsiteX12" fmla="*/ 8006 w 29439"/>
                        <a:gd name="connsiteY12" fmla="*/ 21410 h 22039"/>
                        <a:gd name="connsiteX13" fmla="*/ 2249 w 29439"/>
                        <a:gd name="connsiteY13" fmla="*/ 18846 h 22039"/>
                        <a:gd name="connsiteX14" fmla="*/ 0 w 29439"/>
                        <a:gd name="connsiteY14" fmla="*/ 11582 h 22039"/>
                        <a:gd name="connsiteX15" fmla="*/ 2024 w 29439"/>
                        <a:gd name="connsiteY15" fmla="*/ 4206 h 22039"/>
                        <a:gd name="connsiteX16" fmla="*/ 8794 w 29439"/>
                        <a:gd name="connsiteY16" fmla="*/ 787 h 22039"/>
                        <a:gd name="connsiteX17" fmla="*/ 8794 w 29439"/>
                        <a:gd name="connsiteY17" fmla="*/ 4071 h 22039"/>
                        <a:gd name="connsiteX18" fmla="*/ 4228 w 29439"/>
                        <a:gd name="connsiteY18" fmla="*/ 6522 h 22039"/>
                        <a:gd name="connsiteX19" fmla="*/ 2901 w 29439"/>
                        <a:gd name="connsiteY19" fmla="*/ 11627 h 22039"/>
                        <a:gd name="connsiteX20" fmla="*/ 4228 w 29439"/>
                        <a:gd name="connsiteY20" fmla="*/ 16327 h 22039"/>
                        <a:gd name="connsiteX21" fmla="*/ 7714 w 29439"/>
                        <a:gd name="connsiteY21" fmla="*/ 17947 h 22039"/>
                        <a:gd name="connsiteX22" fmla="*/ 10593 w 29439"/>
                        <a:gd name="connsiteY22" fmla="*/ 16620 h 22039"/>
                        <a:gd name="connsiteX23" fmla="*/ 12212 w 29439"/>
                        <a:gd name="connsiteY23" fmla="*/ 13291 h 22039"/>
                        <a:gd name="connsiteX24" fmla="*/ 13314 w 29439"/>
                        <a:gd name="connsiteY24" fmla="*/ 8973 h 22039"/>
                        <a:gd name="connsiteX25" fmla="*/ 14686 w 29439"/>
                        <a:gd name="connsiteY25" fmla="*/ 4655 h 22039"/>
                        <a:gd name="connsiteX26" fmla="*/ 17092 w 29439"/>
                        <a:gd name="connsiteY26" fmla="*/ 1327 h 22039"/>
                        <a:gd name="connsiteX27" fmla="*/ 21298 w 29439"/>
                        <a:gd name="connsiteY27" fmla="*/ 0 h 22039"/>
                        <a:gd name="connsiteX28" fmla="*/ 24829 w 29439"/>
                        <a:gd name="connsiteY28" fmla="*/ 855 h 22039"/>
                        <a:gd name="connsiteX29" fmla="*/ 27392 w 29439"/>
                        <a:gd name="connsiteY29" fmla="*/ 3239 h 22039"/>
                        <a:gd name="connsiteX30" fmla="*/ 28922 w 29439"/>
                        <a:gd name="connsiteY30" fmla="*/ 6837 h 22039"/>
                        <a:gd name="connsiteX31" fmla="*/ 29439 w 29439"/>
                        <a:gd name="connsiteY31" fmla="*/ 11402 h 22039"/>
                        <a:gd name="connsiteX32" fmla="*/ 28719 w 29439"/>
                        <a:gd name="connsiteY32" fmla="*/ 15810 h 22039"/>
                        <a:gd name="connsiteX33" fmla="*/ 26695 w 29439"/>
                        <a:gd name="connsiteY33" fmla="*/ 19071 h 22039"/>
                        <a:gd name="connsiteX34" fmla="*/ 23682 w 29439"/>
                        <a:gd name="connsiteY34" fmla="*/ 21185 h 22039"/>
                        <a:gd name="connsiteX35" fmla="*/ 19948 w 29439"/>
                        <a:gd name="connsiteY35" fmla="*/ 22040 h 22039"/>
                        <a:gd name="connsiteX36" fmla="*/ 19948 w 29439"/>
                        <a:gd name="connsiteY36" fmla="*/ 18756 h 22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9439" h="22039">
                          <a:moveTo>
                            <a:pt x="19993" y="18734"/>
                          </a:moveTo>
                          <a:cubicBezTo>
                            <a:pt x="22400" y="18239"/>
                            <a:pt x="24109" y="17317"/>
                            <a:pt x="25098" y="16013"/>
                          </a:cubicBezTo>
                          <a:cubicBezTo>
                            <a:pt x="26088" y="14708"/>
                            <a:pt x="26583" y="12819"/>
                            <a:pt x="26583" y="10368"/>
                          </a:cubicBezTo>
                          <a:cubicBezTo>
                            <a:pt x="26583" y="9176"/>
                            <a:pt x="26448" y="8164"/>
                            <a:pt x="26155" y="7287"/>
                          </a:cubicBezTo>
                          <a:cubicBezTo>
                            <a:pt x="25863" y="6432"/>
                            <a:pt x="25481" y="5712"/>
                            <a:pt x="24986" y="5150"/>
                          </a:cubicBezTo>
                          <a:cubicBezTo>
                            <a:pt x="24491" y="4588"/>
                            <a:pt x="23951" y="4161"/>
                            <a:pt x="23344" y="3891"/>
                          </a:cubicBezTo>
                          <a:cubicBezTo>
                            <a:pt x="22737" y="3598"/>
                            <a:pt x="22085" y="3463"/>
                            <a:pt x="21410" y="3463"/>
                          </a:cubicBezTo>
                          <a:cubicBezTo>
                            <a:pt x="20038" y="3463"/>
                            <a:pt x="19026" y="3913"/>
                            <a:pt x="18352" y="4790"/>
                          </a:cubicBezTo>
                          <a:cubicBezTo>
                            <a:pt x="17677" y="5667"/>
                            <a:pt x="17160" y="6769"/>
                            <a:pt x="16777" y="8119"/>
                          </a:cubicBezTo>
                          <a:cubicBezTo>
                            <a:pt x="16395" y="9468"/>
                            <a:pt x="16080" y="10885"/>
                            <a:pt x="15810" y="12437"/>
                          </a:cubicBezTo>
                          <a:cubicBezTo>
                            <a:pt x="15540" y="13989"/>
                            <a:pt x="15136" y="15428"/>
                            <a:pt x="14596" y="16755"/>
                          </a:cubicBezTo>
                          <a:cubicBezTo>
                            <a:pt x="14056" y="18082"/>
                            <a:pt x="13291" y="19184"/>
                            <a:pt x="12279" y="20083"/>
                          </a:cubicBezTo>
                          <a:cubicBezTo>
                            <a:pt x="11267" y="20983"/>
                            <a:pt x="9850" y="21410"/>
                            <a:pt x="8006" y="21410"/>
                          </a:cubicBezTo>
                          <a:cubicBezTo>
                            <a:pt x="5667" y="21410"/>
                            <a:pt x="3756" y="20556"/>
                            <a:pt x="2249" y="18846"/>
                          </a:cubicBezTo>
                          <a:cubicBezTo>
                            <a:pt x="765" y="17137"/>
                            <a:pt x="0" y="14708"/>
                            <a:pt x="0" y="11582"/>
                          </a:cubicBezTo>
                          <a:cubicBezTo>
                            <a:pt x="0" y="8456"/>
                            <a:pt x="675" y="6095"/>
                            <a:pt x="2024" y="4206"/>
                          </a:cubicBezTo>
                          <a:cubicBezTo>
                            <a:pt x="3373" y="2316"/>
                            <a:pt x="5622" y="1170"/>
                            <a:pt x="8794" y="787"/>
                          </a:cubicBezTo>
                          <a:lnTo>
                            <a:pt x="8794" y="4071"/>
                          </a:lnTo>
                          <a:cubicBezTo>
                            <a:pt x="6635" y="4363"/>
                            <a:pt x="5105" y="5173"/>
                            <a:pt x="4228" y="6522"/>
                          </a:cubicBezTo>
                          <a:cubicBezTo>
                            <a:pt x="3351" y="7871"/>
                            <a:pt x="2901" y="9581"/>
                            <a:pt x="2901" y="11627"/>
                          </a:cubicBezTo>
                          <a:cubicBezTo>
                            <a:pt x="2901" y="13674"/>
                            <a:pt x="3351" y="15248"/>
                            <a:pt x="4228" y="16327"/>
                          </a:cubicBezTo>
                          <a:cubicBezTo>
                            <a:pt x="5105" y="17407"/>
                            <a:pt x="6275" y="17947"/>
                            <a:pt x="7714" y="17947"/>
                          </a:cubicBezTo>
                          <a:cubicBezTo>
                            <a:pt x="8973" y="17947"/>
                            <a:pt x="9940" y="17497"/>
                            <a:pt x="10593" y="16620"/>
                          </a:cubicBezTo>
                          <a:cubicBezTo>
                            <a:pt x="11267" y="15743"/>
                            <a:pt x="11807" y="14641"/>
                            <a:pt x="12212" y="13291"/>
                          </a:cubicBezTo>
                          <a:cubicBezTo>
                            <a:pt x="12617" y="11964"/>
                            <a:pt x="12999" y="10525"/>
                            <a:pt x="13314" y="8973"/>
                          </a:cubicBezTo>
                          <a:cubicBezTo>
                            <a:pt x="13629" y="7422"/>
                            <a:pt x="14101" y="5982"/>
                            <a:pt x="14686" y="4655"/>
                          </a:cubicBezTo>
                          <a:cubicBezTo>
                            <a:pt x="15271" y="3328"/>
                            <a:pt x="16080" y="2226"/>
                            <a:pt x="17092" y="1327"/>
                          </a:cubicBezTo>
                          <a:cubicBezTo>
                            <a:pt x="18104" y="450"/>
                            <a:pt x="19499" y="0"/>
                            <a:pt x="21298" y="0"/>
                          </a:cubicBezTo>
                          <a:cubicBezTo>
                            <a:pt x="22625" y="0"/>
                            <a:pt x="23817" y="292"/>
                            <a:pt x="24829" y="855"/>
                          </a:cubicBezTo>
                          <a:cubicBezTo>
                            <a:pt x="25863" y="1439"/>
                            <a:pt x="26718" y="2226"/>
                            <a:pt x="27392" y="3239"/>
                          </a:cubicBezTo>
                          <a:cubicBezTo>
                            <a:pt x="28067" y="4251"/>
                            <a:pt x="28584" y="5443"/>
                            <a:pt x="28922" y="6837"/>
                          </a:cubicBezTo>
                          <a:cubicBezTo>
                            <a:pt x="29259" y="8231"/>
                            <a:pt x="29439" y="9738"/>
                            <a:pt x="29439" y="11402"/>
                          </a:cubicBezTo>
                          <a:cubicBezTo>
                            <a:pt x="29439" y="13066"/>
                            <a:pt x="29192" y="14528"/>
                            <a:pt x="28719" y="15810"/>
                          </a:cubicBezTo>
                          <a:cubicBezTo>
                            <a:pt x="28225" y="17092"/>
                            <a:pt x="27550" y="18172"/>
                            <a:pt x="26695" y="19071"/>
                          </a:cubicBezTo>
                          <a:cubicBezTo>
                            <a:pt x="25841" y="19971"/>
                            <a:pt x="24829" y="20668"/>
                            <a:pt x="23682" y="21185"/>
                          </a:cubicBezTo>
                          <a:cubicBezTo>
                            <a:pt x="22535" y="21680"/>
                            <a:pt x="21298" y="21972"/>
                            <a:pt x="19948" y="22040"/>
                          </a:cubicBezTo>
                          <a:lnTo>
                            <a:pt x="19948" y="18756"/>
                          </a:lnTo>
                          <a:close/>
                        </a:path>
                      </a:pathLst>
                    </a:custGeom>
                    <a:solidFill>
                      <a:srgbClr val="231F20"/>
                    </a:solidFill>
                    <a:ln w="2249" cap="flat">
                      <a:noFill/>
                      <a:prstDash val="solid"/>
                      <a:miter/>
                    </a:ln>
                  </p:spPr>
                  <p:txBody>
                    <a:bodyPr rtlCol="0" anchor="ctr"/>
                    <a:lstStyle/>
                    <a:p>
                      <a:endParaRPr lang="en-US"/>
                    </a:p>
                  </p:txBody>
                </p:sp>
                <p:sp>
                  <p:nvSpPr>
                    <p:cNvPr id="3487" name="Freeform 3486">
                      <a:extLst>
                        <a:ext uri="{FF2B5EF4-FFF2-40B4-BE49-F238E27FC236}">
                          <a16:creationId xmlns:a16="http://schemas.microsoft.com/office/drawing/2014/main" id="{1F704585-57DA-2922-D7B0-8761ACFE4ECB}"/>
                        </a:ext>
                      </a:extLst>
                    </p:cNvPr>
                    <p:cNvSpPr/>
                    <p:nvPr/>
                  </p:nvSpPr>
                  <p:spPr>
                    <a:xfrm>
                      <a:off x="4623968" y="2617936"/>
                      <a:ext cx="50219" cy="11919"/>
                    </a:xfrm>
                    <a:custGeom>
                      <a:avLst/>
                      <a:gdLst>
                        <a:gd name="connsiteX0" fmla="*/ 50197 w 50219"/>
                        <a:gd name="connsiteY0" fmla="*/ 11919 h 11919"/>
                        <a:gd name="connsiteX1" fmla="*/ 38187 w 50219"/>
                        <a:gd name="connsiteY1" fmla="*/ 5847 h 11919"/>
                        <a:gd name="connsiteX2" fmla="*/ 24941 w 50219"/>
                        <a:gd name="connsiteY2" fmla="*/ 3666 h 11919"/>
                        <a:gd name="connsiteX3" fmla="*/ 11875 w 50219"/>
                        <a:gd name="connsiteY3" fmla="*/ 5937 h 11919"/>
                        <a:gd name="connsiteX4" fmla="*/ 0 w 50219"/>
                        <a:gd name="connsiteY4" fmla="*/ 11919 h 11919"/>
                        <a:gd name="connsiteX5" fmla="*/ 0 w 50219"/>
                        <a:gd name="connsiteY5" fmla="*/ 9176 h 11919"/>
                        <a:gd name="connsiteX6" fmla="*/ 5960 w 50219"/>
                        <a:gd name="connsiteY6" fmla="*/ 5240 h 11919"/>
                        <a:gd name="connsiteX7" fmla="*/ 11852 w 50219"/>
                        <a:gd name="connsiteY7" fmla="*/ 2361 h 11919"/>
                        <a:gd name="connsiteX8" fmla="*/ 18104 w 50219"/>
                        <a:gd name="connsiteY8" fmla="*/ 607 h 11919"/>
                        <a:gd name="connsiteX9" fmla="*/ 25211 w 50219"/>
                        <a:gd name="connsiteY9" fmla="*/ 0 h 11919"/>
                        <a:gd name="connsiteX10" fmla="*/ 32205 w 50219"/>
                        <a:gd name="connsiteY10" fmla="*/ 607 h 11919"/>
                        <a:gd name="connsiteX11" fmla="*/ 38502 w 50219"/>
                        <a:gd name="connsiteY11" fmla="*/ 2384 h 11919"/>
                        <a:gd name="connsiteX12" fmla="*/ 44417 w 50219"/>
                        <a:gd name="connsiteY12" fmla="*/ 5285 h 11919"/>
                        <a:gd name="connsiteX13" fmla="*/ 50219 w 50219"/>
                        <a:gd name="connsiteY13" fmla="*/ 9176 h 11919"/>
                        <a:gd name="connsiteX14" fmla="*/ 50219 w 50219"/>
                        <a:gd name="connsiteY14" fmla="*/ 11919 h 11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0219" h="11919">
                          <a:moveTo>
                            <a:pt x="50197" y="11919"/>
                          </a:moveTo>
                          <a:cubicBezTo>
                            <a:pt x="46464" y="9333"/>
                            <a:pt x="42460" y="7309"/>
                            <a:pt x="38187" y="5847"/>
                          </a:cubicBezTo>
                          <a:cubicBezTo>
                            <a:pt x="33914" y="4385"/>
                            <a:pt x="29506" y="3666"/>
                            <a:pt x="24941" y="3666"/>
                          </a:cubicBezTo>
                          <a:cubicBezTo>
                            <a:pt x="20376" y="3666"/>
                            <a:pt x="16080" y="4430"/>
                            <a:pt x="11875" y="5937"/>
                          </a:cubicBezTo>
                          <a:cubicBezTo>
                            <a:pt x="7669" y="7444"/>
                            <a:pt x="3711" y="9446"/>
                            <a:pt x="0" y="11919"/>
                          </a:cubicBezTo>
                          <a:lnTo>
                            <a:pt x="0" y="9176"/>
                          </a:lnTo>
                          <a:cubicBezTo>
                            <a:pt x="2047" y="7691"/>
                            <a:pt x="4048" y="6387"/>
                            <a:pt x="5960" y="5240"/>
                          </a:cubicBezTo>
                          <a:cubicBezTo>
                            <a:pt x="7894" y="4093"/>
                            <a:pt x="9850" y="3126"/>
                            <a:pt x="11852" y="2361"/>
                          </a:cubicBezTo>
                          <a:cubicBezTo>
                            <a:pt x="13854" y="1597"/>
                            <a:pt x="15945" y="1012"/>
                            <a:pt x="18104" y="607"/>
                          </a:cubicBezTo>
                          <a:cubicBezTo>
                            <a:pt x="20286" y="202"/>
                            <a:pt x="22647" y="0"/>
                            <a:pt x="25211" y="0"/>
                          </a:cubicBezTo>
                          <a:cubicBezTo>
                            <a:pt x="27775" y="0"/>
                            <a:pt x="30024" y="202"/>
                            <a:pt x="32205" y="607"/>
                          </a:cubicBezTo>
                          <a:cubicBezTo>
                            <a:pt x="34387" y="1012"/>
                            <a:pt x="36478" y="1619"/>
                            <a:pt x="38502" y="2384"/>
                          </a:cubicBezTo>
                          <a:cubicBezTo>
                            <a:pt x="40526" y="3171"/>
                            <a:pt x="42483" y="4138"/>
                            <a:pt x="44417" y="5285"/>
                          </a:cubicBezTo>
                          <a:cubicBezTo>
                            <a:pt x="46351" y="6432"/>
                            <a:pt x="48285" y="7736"/>
                            <a:pt x="50219" y="9176"/>
                          </a:cubicBezTo>
                          <a:lnTo>
                            <a:pt x="50219" y="11919"/>
                          </a:lnTo>
                          <a:close/>
                        </a:path>
                      </a:pathLst>
                    </a:custGeom>
                    <a:solidFill>
                      <a:srgbClr val="231F20"/>
                    </a:solidFill>
                    <a:ln w="2249" cap="flat">
                      <a:noFill/>
                      <a:prstDash val="solid"/>
                      <a:miter/>
                    </a:ln>
                  </p:spPr>
                  <p:txBody>
                    <a:bodyPr rtlCol="0" anchor="ctr"/>
                    <a:lstStyle/>
                    <a:p>
                      <a:endParaRPr lang="en-US"/>
                    </a:p>
                  </p:txBody>
                </p:sp>
              </p:grpSp>
              <p:grpSp>
                <p:nvGrpSpPr>
                  <p:cNvPr id="46" name="Graphic 4479">
                    <a:extLst>
                      <a:ext uri="{FF2B5EF4-FFF2-40B4-BE49-F238E27FC236}">
                        <a16:creationId xmlns:a16="http://schemas.microsoft.com/office/drawing/2014/main" id="{DA5F43A6-D064-14A0-41F7-B80F11458A70}"/>
                      </a:ext>
                    </a:extLst>
                  </p:cNvPr>
                  <p:cNvGrpSpPr/>
                  <p:nvPr/>
                </p:nvGrpSpPr>
                <p:grpSpPr>
                  <a:xfrm>
                    <a:off x="7120144" y="6349907"/>
                    <a:ext cx="906527" cy="186659"/>
                    <a:chOff x="4851630" y="3026211"/>
                    <a:chExt cx="242145" cy="49859"/>
                  </a:xfrm>
                  <a:solidFill>
                    <a:srgbClr val="010101"/>
                  </a:solidFill>
                </p:grpSpPr>
                <p:sp>
                  <p:nvSpPr>
                    <p:cNvPr id="3475" name="Freeform 3474">
                      <a:extLst>
                        <a:ext uri="{FF2B5EF4-FFF2-40B4-BE49-F238E27FC236}">
                          <a16:creationId xmlns:a16="http://schemas.microsoft.com/office/drawing/2014/main" id="{8281812B-286C-17A9-0CA2-5B14C32E003D}"/>
                        </a:ext>
                      </a:extLst>
                    </p:cNvPr>
                    <p:cNvSpPr/>
                    <p:nvPr/>
                  </p:nvSpPr>
                  <p:spPr>
                    <a:xfrm>
                      <a:off x="4851630" y="3036354"/>
                      <a:ext cx="24896" cy="29461"/>
                    </a:xfrm>
                    <a:custGeom>
                      <a:avLst/>
                      <a:gdLst>
                        <a:gd name="connsiteX0" fmla="*/ 21163 w 24896"/>
                        <a:gd name="connsiteY0" fmla="*/ 9558 h 29461"/>
                        <a:gd name="connsiteX1" fmla="*/ 18194 w 24896"/>
                        <a:gd name="connsiteY1" fmla="*/ 4678 h 29461"/>
                        <a:gd name="connsiteX2" fmla="*/ 12842 w 24896"/>
                        <a:gd name="connsiteY2" fmla="*/ 2924 h 29461"/>
                        <a:gd name="connsiteX3" fmla="*/ 8569 w 24896"/>
                        <a:gd name="connsiteY3" fmla="*/ 3958 h 29461"/>
                        <a:gd name="connsiteX4" fmla="*/ 5645 w 24896"/>
                        <a:gd name="connsiteY4" fmla="*/ 6679 h 29461"/>
                        <a:gd name="connsiteX5" fmla="*/ 3981 w 24896"/>
                        <a:gd name="connsiteY5" fmla="*/ 10503 h 29461"/>
                        <a:gd name="connsiteX6" fmla="*/ 3441 w 24896"/>
                        <a:gd name="connsiteY6" fmla="*/ 14798 h 29461"/>
                        <a:gd name="connsiteX7" fmla="*/ 3958 w 24896"/>
                        <a:gd name="connsiteY7" fmla="*/ 19116 h 29461"/>
                        <a:gd name="connsiteX8" fmla="*/ 5600 w 24896"/>
                        <a:gd name="connsiteY8" fmla="*/ 22894 h 29461"/>
                        <a:gd name="connsiteX9" fmla="*/ 8524 w 24896"/>
                        <a:gd name="connsiteY9" fmla="*/ 25571 h 29461"/>
                        <a:gd name="connsiteX10" fmla="*/ 12842 w 24896"/>
                        <a:gd name="connsiteY10" fmla="*/ 26560 h 29461"/>
                        <a:gd name="connsiteX11" fmla="*/ 18644 w 24896"/>
                        <a:gd name="connsiteY11" fmla="*/ 24559 h 29461"/>
                        <a:gd name="connsiteX12" fmla="*/ 21433 w 24896"/>
                        <a:gd name="connsiteY12" fmla="*/ 19049 h 29461"/>
                        <a:gd name="connsiteX13" fmla="*/ 24896 w 24896"/>
                        <a:gd name="connsiteY13" fmla="*/ 19049 h 29461"/>
                        <a:gd name="connsiteX14" fmla="*/ 23524 w 24896"/>
                        <a:gd name="connsiteY14" fmla="*/ 23277 h 29461"/>
                        <a:gd name="connsiteX15" fmla="*/ 21095 w 24896"/>
                        <a:gd name="connsiteY15" fmla="*/ 26560 h 29461"/>
                        <a:gd name="connsiteX16" fmla="*/ 17564 w 24896"/>
                        <a:gd name="connsiteY16" fmla="*/ 28697 h 29461"/>
                        <a:gd name="connsiteX17" fmla="*/ 12864 w 24896"/>
                        <a:gd name="connsiteY17" fmla="*/ 29461 h 29461"/>
                        <a:gd name="connsiteX18" fmla="*/ 7084 w 24896"/>
                        <a:gd name="connsiteY18" fmla="*/ 28337 h 29461"/>
                        <a:gd name="connsiteX19" fmla="*/ 3081 w 24896"/>
                        <a:gd name="connsiteY19" fmla="*/ 25233 h 29461"/>
                        <a:gd name="connsiteX20" fmla="*/ 765 w 24896"/>
                        <a:gd name="connsiteY20" fmla="*/ 20555 h 29461"/>
                        <a:gd name="connsiteX21" fmla="*/ 0 w 24896"/>
                        <a:gd name="connsiteY21" fmla="*/ 14776 h 29461"/>
                        <a:gd name="connsiteX22" fmla="*/ 832 w 24896"/>
                        <a:gd name="connsiteY22" fmla="*/ 9198 h 29461"/>
                        <a:gd name="connsiteX23" fmla="*/ 3284 w 24896"/>
                        <a:gd name="connsiteY23" fmla="*/ 4475 h 29461"/>
                        <a:gd name="connsiteX24" fmla="*/ 7309 w 24896"/>
                        <a:gd name="connsiteY24" fmla="*/ 1214 h 29461"/>
                        <a:gd name="connsiteX25" fmla="*/ 12842 w 24896"/>
                        <a:gd name="connsiteY25" fmla="*/ 0 h 29461"/>
                        <a:gd name="connsiteX26" fmla="*/ 20691 w 24896"/>
                        <a:gd name="connsiteY26" fmla="*/ 2316 h 29461"/>
                        <a:gd name="connsiteX27" fmla="*/ 24446 w 24896"/>
                        <a:gd name="connsiteY27" fmla="*/ 9558 h 29461"/>
                        <a:gd name="connsiteX28" fmla="*/ 21163 w 24896"/>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6" h="29461">
                          <a:moveTo>
                            <a:pt x="21163" y="9558"/>
                          </a:moveTo>
                          <a:cubicBezTo>
                            <a:pt x="20578" y="7466"/>
                            <a:pt x="19589" y="5847"/>
                            <a:pt x="18194" y="4678"/>
                          </a:cubicBezTo>
                          <a:cubicBezTo>
                            <a:pt x="16800" y="3508"/>
                            <a:pt x="15001" y="2924"/>
                            <a:pt x="12842" y="2924"/>
                          </a:cubicBezTo>
                          <a:cubicBezTo>
                            <a:pt x="11177" y="2924"/>
                            <a:pt x="9761" y="3261"/>
                            <a:pt x="8569" y="3958"/>
                          </a:cubicBezTo>
                          <a:cubicBezTo>
                            <a:pt x="7377" y="4633"/>
                            <a:pt x="6409" y="5555"/>
                            <a:pt x="5645" y="6679"/>
                          </a:cubicBezTo>
                          <a:cubicBezTo>
                            <a:pt x="4880" y="7804"/>
                            <a:pt x="4341" y="9086"/>
                            <a:pt x="3981" y="10503"/>
                          </a:cubicBezTo>
                          <a:cubicBezTo>
                            <a:pt x="3621" y="11919"/>
                            <a:pt x="3441" y="13359"/>
                            <a:pt x="3441" y="14798"/>
                          </a:cubicBezTo>
                          <a:cubicBezTo>
                            <a:pt x="3441" y="16237"/>
                            <a:pt x="3621" y="17722"/>
                            <a:pt x="3958" y="19116"/>
                          </a:cubicBezTo>
                          <a:cubicBezTo>
                            <a:pt x="4296" y="20510"/>
                            <a:pt x="4858" y="21770"/>
                            <a:pt x="5600" y="22894"/>
                          </a:cubicBezTo>
                          <a:cubicBezTo>
                            <a:pt x="6342" y="24019"/>
                            <a:pt x="7332" y="24896"/>
                            <a:pt x="8524" y="25571"/>
                          </a:cubicBezTo>
                          <a:cubicBezTo>
                            <a:pt x="9716" y="26245"/>
                            <a:pt x="11155" y="26560"/>
                            <a:pt x="12842" y="26560"/>
                          </a:cubicBezTo>
                          <a:cubicBezTo>
                            <a:pt x="15248" y="26560"/>
                            <a:pt x="17182" y="25885"/>
                            <a:pt x="18644" y="24559"/>
                          </a:cubicBezTo>
                          <a:cubicBezTo>
                            <a:pt x="20106" y="23232"/>
                            <a:pt x="21028" y="21388"/>
                            <a:pt x="21433" y="19049"/>
                          </a:cubicBezTo>
                          <a:lnTo>
                            <a:pt x="24896" y="19049"/>
                          </a:lnTo>
                          <a:cubicBezTo>
                            <a:pt x="24604" y="20600"/>
                            <a:pt x="24154" y="22017"/>
                            <a:pt x="23524" y="23277"/>
                          </a:cubicBezTo>
                          <a:cubicBezTo>
                            <a:pt x="22895" y="24559"/>
                            <a:pt x="22085" y="25661"/>
                            <a:pt x="21095" y="26560"/>
                          </a:cubicBezTo>
                          <a:cubicBezTo>
                            <a:pt x="20106" y="27482"/>
                            <a:pt x="18936" y="28179"/>
                            <a:pt x="17564" y="28697"/>
                          </a:cubicBezTo>
                          <a:cubicBezTo>
                            <a:pt x="16193" y="29191"/>
                            <a:pt x="14641" y="29461"/>
                            <a:pt x="12864" y="29461"/>
                          </a:cubicBezTo>
                          <a:cubicBezTo>
                            <a:pt x="10638" y="29461"/>
                            <a:pt x="8703" y="29079"/>
                            <a:pt x="7084" y="28337"/>
                          </a:cubicBezTo>
                          <a:cubicBezTo>
                            <a:pt x="5465" y="27595"/>
                            <a:pt x="4138" y="26538"/>
                            <a:pt x="3081" y="25233"/>
                          </a:cubicBezTo>
                          <a:cubicBezTo>
                            <a:pt x="2047" y="23929"/>
                            <a:pt x="1260" y="22355"/>
                            <a:pt x="765" y="20555"/>
                          </a:cubicBezTo>
                          <a:cubicBezTo>
                            <a:pt x="270" y="18756"/>
                            <a:pt x="0" y="16822"/>
                            <a:pt x="0" y="14776"/>
                          </a:cubicBezTo>
                          <a:cubicBezTo>
                            <a:pt x="0" y="12842"/>
                            <a:pt x="270" y="10975"/>
                            <a:pt x="832" y="9198"/>
                          </a:cubicBezTo>
                          <a:cubicBezTo>
                            <a:pt x="1394" y="7422"/>
                            <a:pt x="2204" y="5847"/>
                            <a:pt x="3284" y="4475"/>
                          </a:cubicBezTo>
                          <a:cubicBezTo>
                            <a:pt x="4363" y="3104"/>
                            <a:pt x="5712" y="2024"/>
                            <a:pt x="7309" y="1214"/>
                          </a:cubicBezTo>
                          <a:cubicBezTo>
                            <a:pt x="8906" y="405"/>
                            <a:pt x="10750" y="0"/>
                            <a:pt x="12842" y="0"/>
                          </a:cubicBezTo>
                          <a:cubicBezTo>
                            <a:pt x="16080" y="0"/>
                            <a:pt x="18689" y="765"/>
                            <a:pt x="20691" y="2316"/>
                          </a:cubicBezTo>
                          <a:cubicBezTo>
                            <a:pt x="22692" y="3868"/>
                            <a:pt x="23929" y="6275"/>
                            <a:pt x="24446" y="9558"/>
                          </a:cubicBezTo>
                          <a:lnTo>
                            <a:pt x="21163" y="9558"/>
                          </a:lnTo>
                          <a:close/>
                        </a:path>
                      </a:pathLst>
                    </a:custGeom>
                    <a:solidFill>
                      <a:srgbClr val="010101"/>
                    </a:solidFill>
                    <a:ln w="2249" cap="flat">
                      <a:noFill/>
                      <a:prstDash val="solid"/>
                      <a:miter/>
                    </a:ln>
                  </p:spPr>
                  <p:txBody>
                    <a:bodyPr rtlCol="0" anchor="ctr"/>
                    <a:lstStyle/>
                    <a:p>
                      <a:endParaRPr lang="en-US"/>
                    </a:p>
                  </p:txBody>
                </p:sp>
                <p:sp>
                  <p:nvSpPr>
                    <p:cNvPr id="3476" name="Freeform 3475">
                      <a:extLst>
                        <a:ext uri="{FF2B5EF4-FFF2-40B4-BE49-F238E27FC236}">
                          <a16:creationId xmlns:a16="http://schemas.microsoft.com/office/drawing/2014/main" id="{88C84298-AE25-3BED-195C-13C3A3ABA7D0}"/>
                        </a:ext>
                      </a:extLst>
                    </p:cNvPr>
                    <p:cNvSpPr/>
                    <p:nvPr/>
                  </p:nvSpPr>
                  <p:spPr>
                    <a:xfrm>
                      <a:off x="4881158" y="3036332"/>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5 w 25908"/>
                        <a:gd name="connsiteY3" fmla="*/ 21185 h 29483"/>
                        <a:gd name="connsiteX4" fmla="*/ 0 w 25908"/>
                        <a:gd name="connsiteY4" fmla="*/ 14753 h 29483"/>
                        <a:gd name="connsiteX5" fmla="*/ 810 w 25908"/>
                        <a:gd name="connsiteY5" fmla="*/ 8996 h 29483"/>
                        <a:gd name="connsiteX6" fmla="*/ 3239 w 25908"/>
                        <a:gd name="connsiteY6" fmla="*/ 4318 h 29483"/>
                        <a:gd name="connsiteX7" fmla="*/ 7287 w 25908"/>
                        <a:gd name="connsiteY7" fmla="*/ 1169 h 29483"/>
                        <a:gd name="connsiteX8" fmla="*/ 12954 w 25908"/>
                        <a:gd name="connsiteY8" fmla="*/ 0 h 29483"/>
                        <a:gd name="connsiteX9" fmla="*/ 18666 w 25908"/>
                        <a:gd name="connsiteY9" fmla="*/ 1169 h 29483"/>
                        <a:gd name="connsiteX10" fmla="*/ 22714 w 25908"/>
                        <a:gd name="connsiteY10" fmla="*/ 4296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67 w 25908"/>
                        <a:gd name="connsiteY17" fmla="*/ 14753 h 29483"/>
                        <a:gd name="connsiteX18" fmla="*/ 21927 w 25908"/>
                        <a:gd name="connsiteY18" fmla="*/ 10120 h 29483"/>
                        <a:gd name="connsiteX19" fmla="*/ 20263 w 25908"/>
                        <a:gd name="connsiteY19" fmla="*/ 6365 h 29483"/>
                        <a:gd name="connsiteX20" fmla="*/ 17340 w 25908"/>
                        <a:gd name="connsiteY20" fmla="*/ 3846 h 29483"/>
                        <a:gd name="connsiteX21" fmla="*/ 12977 w 25908"/>
                        <a:gd name="connsiteY21" fmla="*/ 2924 h 29483"/>
                        <a:gd name="connsiteX22" fmla="*/ 8636 w 25908"/>
                        <a:gd name="connsiteY22" fmla="*/ 3913 h 29483"/>
                        <a:gd name="connsiteX23" fmla="*/ 5690 w 25908"/>
                        <a:gd name="connsiteY23" fmla="*/ 6567 h 29483"/>
                        <a:gd name="connsiteX24" fmla="*/ 4026 w 25908"/>
                        <a:gd name="connsiteY24" fmla="*/ 10345 h 29483"/>
                        <a:gd name="connsiteX25" fmla="*/ 3486 w 25908"/>
                        <a:gd name="connsiteY25" fmla="*/ 14753 h 29483"/>
                        <a:gd name="connsiteX26" fmla="*/ 4116 w 25908"/>
                        <a:gd name="connsiteY26" fmla="*/ 19521 h 29483"/>
                        <a:gd name="connsiteX27" fmla="*/ 5915 w 25908"/>
                        <a:gd name="connsiteY27" fmla="*/ 23277 h 29483"/>
                        <a:gd name="connsiteX28" fmla="*/ 8884 w 25908"/>
                        <a:gd name="connsiteY28" fmla="*/ 25706 h 29483"/>
                        <a:gd name="connsiteX29" fmla="*/ 12977 w 25908"/>
                        <a:gd name="connsiteY29" fmla="*/ 26560 h 29483"/>
                        <a:gd name="connsiteX30" fmla="*/ 17317 w 25908"/>
                        <a:gd name="connsiteY30" fmla="*/ 25571 h 29483"/>
                        <a:gd name="connsiteX31" fmla="*/ 20263 w 25908"/>
                        <a:gd name="connsiteY31" fmla="*/ 22894 h 29483"/>
                        <a:gd name="connsiteX32" fmla="*/ 21927 w 25908"/>
                        <a:gd name="connsiteY32" fmla="*/ 19116 h 29483"/>
                        <a:gd name="connsiteX33" fmla="*/ 22467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5" y="21185"/>
                          </a:cubicBezTo>
                          <a:cubicBezTo>
                            <a:pt x="360" y="19341"/>
                            <a:pt x="0" y="17205"/>
                            <a:pt x="0" y="14753"/>
                          </a:cubicBezTo>
                          <a:cubicBezTo>
                            <a:pt x="0" y="12707"/>
                            <a:pt x="270" y="10795"/>
                            <a:pt x="810" y="8996"/>
                          </a:cubicBezTo>
                          <a:cubicBezTo>
                            <a:pt x="1349" y="7219"/>
                            <a:pt x="2159" y="5667"/>
                            <a:pt x="3239" y="4318"/>
                          </a:cubicBezTo>
                          <a:cubicBezTo>
                            <a:pt x="4318" y="2991"/>
                            <a:pt x="5667" y="1934"/>
                            <a:pt x="7287" y="1169"/>
                          </a:cubicBezTo>
                          <a:cubicBezTo>
                            <a:pt x="8906" y="405"/>
                            <a:pt x="10795" y="0"/>
                            <a:pt x="12954" y="0"/>
                          </a:cubicBezTo>
                          <a:cubicBezTo>
                            <a:pt x="15113" y="0"/>
                            <a:pt x="17047" y="382"/>
                            <a:pt x="18666" y="1169"/>
                          </a:cubicBezTo>
                          <a:cubicBezTo>
                            <a:pt x="20286" y="1934"/>
                            <a:pt x="21635" y="2991"/>
                            <a:pt x="22714" y="4296"/>
                          </a:cubicBezTo>
                          <a:cubicBezTo>
                            <a:pt x="23794" y="5600"/>
                            <a:pt x="24604" y="7174"/>
                            <a:pt x="25121" y="8973"/>
                          </a:cubicBezTo>
                          <a:cubicBezTo>
                            <a:pt x="25638" y="10773"/>
                            <a:pt x="25908" y="12707"/>
                            <a:pt x="25908" y="14753"/>
                          </a:cubicBezTo>
                          <a:cubicBezTo>
                            <a:pt x="25908" y="16980"/>
                            <a:pt x="25593" y="19004"/>
                            <a:pt x="24986" y="20803"/>
                          </a:cubicBezTo>
                          <a:cubicBezTo>
                            <a:pt x="24379" y="22602"/>
                            <a:pt x="23502" y="24154"/>
                            <a:pt x="22377" y="25436"/>
                          </a:cubicBezTo>
                          <a:cubicBezTo>
                            <a:pt x="21253" y="26740"/>
                            <a:pt x="19881" y="27730"/>
                            <a:pt x="18284" y="28427"/>
                          </a:cubicBezTo>
                          <a:cubicBezTo>
                            <a:pt x="16687" y="29124"/>
                            <a:pt x="14911" y="29484"/>
                            <a:pt x="12977" y="29484"/>
                          </a:cubicBezTo>
                          <a:close/>
                          <a:moveTo>
                            <a:pt x="22467" y="14753"/>
                          </a:moveTo>
                          <a:cubicBezTo>
                            <a:pt x="22467" y="13089"/>
                            <a:pt x="22287" y="11560"/>
                            <a:pt x="21927" y="10120"/>
                          </a:cubicBezTo>
                          <a:cubicBezTo>
                            <a:pt x="21567" y="8681"/>
                            <a:pt x="21005" y="7422"/>
                            <a:pt x="20263" y="6365"/>
                          </a:cubicBezTo>
                          <a:cubicBezTo>
                            <a:pt x="19499" y="5308"/>
                            <a:pt x="18531" y="4475"/>
                            <a:pt x="17340" y="3846"/>
                          </a:cubicBezTo>
                          <a:cubicBezTo>
                            <a:pt x="16148" y="3239"/>
                            <a:pt x="14686" y="2924"/>
                            <a:pt x="12977" y="2924"/>
                          </a:cubicBezTo>
                          <a:cubicBezTo>
                            <a:pt x="11267" y="2924"/>
                            <a:pt x="9828" y="3261"/>
                            <a:pt x="8636" y="3913"/>
                          </a:cubicBezTo>
                          <a:cubicBezTo>
                            <a:pt x="7422" y="4588"/>
                            <a:pt x="6454" y="5465"/>
                            <a:pt x="5690" y="6567"/>
                          </a:cubicBezTo>
                          <a:cubicBezTo>
                            <a:pt x="4925" y="7669"/>
                            <a:pt x="4386" y="8928"/>
                            <a:pt x="4026" y="10345"/>
                          </a:cubicBezTo>
                          <a:cubicBezTo>
                            <a:pt x="3666" y="11762"/>
                            <a:pt x="3486" y="13224"/>
                            <a:pt x="3486" y="14753"/>
                          </a:cubicBezTo>
                          <a:cubicBezTo>
                            <a:pt x="3486" y="16485"/>
                            <a:pt x="3688" y="18082"/>
                            <a:pt x="4116" y="19521"/>
                          </a:cubicBezTo>
                          <a:cubicBezTo>
                            <a:pt x="4520" y="20983"/>
                            <a:pt x="5128" y="22220"/>
                            <a:pt x="5915" y="23277"/>
                          </a:cubicBezTo>
                          <a:cubicBezTo>
                            <a:pt x="6702" y="24334"/>
                            <a:pt x="7692" y="25121"/>
                            <a:pt x="8884" y="25706"/>
                          </a:cubicBezTo>
                          <a:cubicBezTo>
                            <a:pt x="10075" y="26290"/>
                            <a:pt x="11447" y="26560"/>
                            <a:pt x="12977" y="26560"/>
                          </a:cubicBezTo>
                          <a:cubicBezTo>
                            <a:pt x="14663" y="26560"/>
                            <a:pt x="16125" y="26223"/>
                            <a:pt x="17317" y="25571"/>
                          </a:cubicBezTo>
                          <a:cubicBezTo>
                            <a:pt x="18531" y="24896"/>
                            <a:pt x="19499" y="24019"/>
                            <a:pt x="20263" y="22894"/>
                          </a:cubicBezTo>
                          <a:cubicBezTo>
                            <a:pt x="21028" y="21770"/>
                            <a:pt x="21567" y="20510"/>
                            <a:pt x="21927" y="19116"/>
                          </a:cubicBezTo>
                          <a:cubicBezTo>
                            <a:pt x="22287" y="17722"/>
                            <a:pt x="22467" y="16260"/>
                            <a:pt x="22467" y="14753"/>
                          </a:cubicBezTo>
                          <a:close/>
                        </a:path>
                      </a:pathLst>
                    </a:custGeom>
                    <a:solidFill>
                      <a:srgbClr val="010101"/>
                    </a:solidFill>
                    <a:ln w="2249" cap="flat">
                      <a:noFill/>
                      <a:prstDash val="solid"/>
                      <a:miter/>
                    </a:ln>
                  </p:spPr>
                  <p:txBody>
                    <a:bodyPr rtlCol="0" anchor="ctr"/>
                    <a:lstStyle/>
                    <a:p>
                      <a:endParaRPr lang="en-US"/>
                    </a:p>
                  </p:txBody>
                </p:sp>
                <p:sp>
                  <p:nvSpPr>
                    <p:cNvPr id="3477" name="Freeform 3476">
                      <a:extLst>
                        <a:ext uri="{FF2B5EF4-FFF2-40B4-BE49-F238E27FC236}">
                          <a16:creationId xmlns:a16="http://schemas.microsoft.com/office/drawing/2014/main" id="{7DA9F6DA-FDC8-1A1C-3517-7F80C85FBC49}"/>
                        </a:ext>
                      </a:extLst>
                    </p:cNvPr>
                    <p:cNvSpPr/>
                    <p:nvPr/>
                  </p:nvSpPr>
                  <p:spPr>
                    <a:xfrm>
                      <a:off x="4912576" y="3036377"/>
                      <a:ext cx="38007" cy="28764"/>
                    </a:xfrm>
                    <a:custGeom>
                      <a:avLst/>
                      <a:gdLst>
                        <a:gd name="connsiteX0" fmla="*/ 3239 w 38007"/>
                        <a:gd name="connsiteY0" fmla="*/ 28697 h 28764"/>
                        <a:gd name="connsiteX1" fmla="*/ 0 w 38007"/>
                        <a:gd name="connsiteY1" fmla="*/ 28697 h 28764"/>
                        <a:gd name="connsiteX2" fmla="*/ 0 w 38007"/>
                        <a:gd name="connsiteY2" fmla="*/ 742 h 28764"/>
                        <a:gd name="connsiteX3" fmla="*/ 3239 w 38007"/>
                        <a:gd name="connsiteY3" fmla="*/ 742 h 28764"/>
                        <a:gd name="connsiteX4" fmla="*/ 3239 w 38007"/>
                        <a:gd name="connsiteY4" fmla="*/ 4948 h 28764"/>
                        <a:gd name="connsiteX5" fmla="*/ 3351 w 38007"/>
                        <a:gd name="connsiteY5" fmla="*/ 4948 h 28764"/>
                        <a:gd name="connsiteX6" fmla="*/ 6904 w 38007"/>
                        <a:gd name="connsiteY6" fmla="*/ 1259 h 28764"/>
                        <a:gd name="connsiteX7" fmla="*/ 11987 w 38007"/>
                        <a:gd name="connsiteY7" fmla="*/ 0 h 28764"/>
                        <a:gd name="connsiteX8" fmla="*/ 15271 w 38007"/>
                        <a:gd name="connsiteY8" fmla="*/ 427 h 28764"/>
                        <a:gd name="connsiteX9" fmla="*/ 17564 w 38007"/>
                        <a:gd name="connsiteY9" fmla="*/ 1597 h 28764"/>
                        <a:gd name="connsiteX10" fmla="*/ 19139 w 38007"/>
                        <a:gd name="connsiteY10" fmla="*/ 3306 h 28764"/>
                        <a:gd name="connsiteX11" fmla="*/ 20196 w 38007"/>
                        <a:gd name="connsiteY11" fmla="*/ 5420 h 28764"/>
                        <a:gd name="connsiteX12" fmla="*/ 23951 w 38007"/>
                        <a:gd name="connsiteY12" fmla="*/ 1349 h 28764"/>
                        <a:gd name="connsiteX13" fmla="*/ 29327 w 38007"/>
                        <a:gd name="connsiteY13" fmla="*/ 23 h 28764"/>
                        <a:gd name="connsiteX14" fmla="*/ 33892 w 38007"/>
                        <a:gd name="connsiteY14" fmla="*/ 967 h 28764"/>
                        <a:gd name="connsiteX15" fmla="*/ 36501 w 38007"/>
                        <a:gd name="connsiteY15" fmla="*/ 3441 h 28764"/>
                        <a:gd name="connsiteX16" fmla="*/ 37715 w 38007"/>
                        <a:gd name="connsiteY16" fmla="*/ 6972 h 28764"/>
                        <a:gd name="connsiteX17" fmla="*/ 38007 w 38007"/>
                        <a:gd name="connsiteY17" fmla="*/ 11065 h 28764"/>
                        <a:gd name="connsiteX18" fmla="*/ 38007 w 38007"/>
                        <a:gd name="connsiteY18" fmla="*/ 28719 h 28764"/>
                        <a:gd name="connsiteX19" fmla="*/ 34769 w 38007"/>
                        <a:gd name="connsiteY19" fmla="*/ 28719 h 28764"/>
                        <a:gd name="connsiteX20" fmla="*/ 34769 w 38007"/>
                        <a:gd name="connsiteY20" fmla="*/ 9401 h 28764"/>
                        <a:gd name="connsiteX21" fmla="*/ 33510 w 38007"/>
                        <a:gd name="connsiteY21" fmla="*/ 4655 h 28764"/>
                        <a:gd name="connsiteX22" fmla="*/ 28787 w 38007"/>
                        <a:gd name="connsiteY22" fmla="*/ 2924 h 28764"/>
                        <a:gd name="connsiteX23" fmla="*/ 25368 w 38007"/>
                        <a:gd name="connsiteY23" fmla="*/ 3711 h 28764"/>
                        <a:gd name="connsiteX24" fmla="*/ 22490 w 38007"/>
                        <a:gd name="connsiteY24" fmla="*/ 6117 h 28764"/>
                        <a:gd name="connsiteX25" fmla="*/ 21590 w 38007"/>
                        <a:gd name="connsiteY25" fmla="*/ 7759 h 28764"/>
                        <a:gd name="connsiteX26" fmla="*/ 21028 w 38007"/>
                        <a:gd name="connsiteY26" fmla="*/ 9738 h 28764"/>
                        <a:gd name="connsiteX27" fmla="*/ 20736 w 38007"/>
                        <a:gd name="connsiteY27" fmla="*/ 11785 h 28764"/>
                        <a:gd name="connsiteX28" fmla="*/ 20646 w 38007"/>
                        <a:gd name="connsiteY28" fmla="*/ 13674 h 28764"/>
                        <a:gd name="connsiteX29" fmla="*/ 20646 w 38007"/>
                        <a:gd name="connsiteY29" fmla="*/ 28742 h 28764"/>
                        <a:gd name="connsiteX30" fmla="*/ 17407 w 38007"/>
                        <a:gd name="connsiteY30" fmla="*/ 28742 h 28764"/>
                        <a:gd name="connsiteX31" fmla="*/ 17407 w 38007"/>
                        <a:gd name="connsiteY31" fmla="*/ 9423 h 28764"/>
                        <a:gd name="connsiteX32" fmla="*/ 16148 w 38007"/>
                        <a:gd name="connsiteY32" fmla="*/ 4678 h 28764"/>
                        <a:gd name="connsiteX33" fmla="*/ 11425 w 38007"/>
                        <a:gd name="connsiteY33" fmla="*/ 2946 h 28764"/>
                        <a:gd name="connsiteX34" fmla="*/ 8006 w 38007"/>
                        <a:gd name="connsiteY34" fmla="*/ 3733 h 28764"/>
                        <a:gd name="connsiteX35" fmla="*/ 5128 w 38007"/>
                        <a:gd name="connsiteY35" fmla="*/ 6140 h 28764"/>
                        <a:gd name="connsiteX36" fmla="*/ 4228 w 38007"/>
                        <a:gd name="connsiteY36" fmla="*/ 7781 h 28764"/>
                        <a:gd name="connsiteX37" fmla="*/ 3666 w 38007"/>
                        <a:gd name="connsiteY37" fmla="*/ 9760 h 28764"/>
                        <a:gd name="connsiteX38" fmla="*/ 3373 w 38007"/>
                        <a:gd name="connsiteY38" fmla="*/ 11807 h 28764"/>
                        <a:gd name="connsiteX39" fmla="*/ 3284 w 38007"/>
                        <a:gd name="connsiteY39" fmla="*/ 13696 h 28764"/>
                        <a:gd name="connsiteX40" fmla="*/ 3284 w 38007"/>
                        <a:gd name="connsiteY40" fmla="*/ 28764 h 28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38007" h="28764">
                          <a:moveTo>
                            <a:pt x="3239" y="28697"/>
                          </a:moveTo>
                          <a:lnTo>
                            <a:pt x="0" y="28697"/>
                          </a:lnTo>
                          <a:lnTo>
                            <a:pt x="0" y="742"/>
                          </a:lnTo>
                          <a:lnTo>
                            <a:pt x="3239" y="742"/>
                          </a:lnTo>
                          <a:lnTo>
                            <a:pt x="3239" y="4948"/>
                          </a:lnTo>
                          <a:lnTo>
                            <a:pt x="3351" y="4948"/>
                          </a:lnTo>
                          <a:cubicBezTo>
                            <a:pt x="4183" y="3328"/>
                            <a:pt x="5375" y="2092"/>
                            <a:pt x="6904" y="1259"/>
                          </a:cubicBezTo>
                          <a:cubicBezTo>
                            <a:pt x="8456" y="405"/>
                            <a:pt x="10143" y="0"/>
                            <a:pt x="11987" y="0"/>
                          </a:cubicBezTo>
                          <a:cubicBezTo>
                            <a:pt x="13291" y="0"/>
                            <a:pt x="14371" y="135"/>
                            <a:pt x="15271" y="427"/>
                          </a:cubicBezTo>
                          <a:cubicBezTo>
                            <a:pt x="16170" y="720"/>
                            <a:pt x="16935" y="1102"/>
                            <a:pt x="17564" y="1597"/>
                          </a:cubicBezTo>
                          <a:cubicBezTo>
                            <a:pt x="18194" y="2092"/>
                            <a:pt x="18711" y="2654"/>
                            <a:pt x="19139" y="3306"/>
                          </a:cubicBezTo>
                          <a:cubicBezTo>
                            <a:pt x="19544" y="3958"/>
                            <a:pt x="19904" y="4655"/>
                            <a:pt x="20196" y="5420"/>
                          </a:cubicBezTo>
                          <a:cubicBezTo>
                            <a:pt x="21140" y="3576"/>
                            <a:pt x="22377" y="2227"/>
                            <a:pt x="23951" y="1349"/>
                          </a:cubicBezTo>
                          <a:cubicBezTo>
                            <a:pt x="25526" y="472"/>
                            <a:pt x="27302" y="23"/>
                            <a:pt x="29327" y="23"/>
                          </a:cubicBezTo>
                          <a:cubicBezTo>
                            <a:pt x="31238" y="23"/>
                            <a:pt x="32745" y="337"/>
                            <a:pt x="33892" y="967"/>
                          </a:cubicBezTo>
                          <a:cubicBezTo>
                            <a:pt x="35016" y="1597"/>
                            <a:pt x="35894" y="2429"/>
                            <a:pt x="36501" y="3441"/>
                          </a:cubicBezTo>
                          <a:cubicBezTo>
                            <a:pt x="37108" y="4453"/>
                            <a:pt x="37513" y="5645"/>
                            <a:pt x="37715" y="6972"/>
                          </a:cubicBezTo>
                          <a:cubicBezTo>
                            <a:pt x="37918" y="8299"/>
                            <a:pt x="38007" y="9671"/>
                            <a:pt x="38007" y="11065"/>
                          </a:cubicBezTo>
                          <a:lnTo>
                            <a:pt x="38007" y="28719"/>
                          </a:lnTo>
                          <a:lnTo>
                            <a:pt x="34769" y="28719"/>
                          </a:lnTo>
                          <a:lnTo>
                            <a:pt x="34769" y="9401"/>
                          </a:lnTo>
                          <a:cubicBezTo>
                            <a:pt x="34769" y="7377"/>
                            <a:pt x="34342" y="5802"/>
                            <a:pt x="33510" y="4655"/>
                          </a:cubicBezTo>
                          <a:cubicBezTo>
                            <a:pt x="32655" y="3508"/>
                            <a:pt x="31081" y="2924"/>
                            <a:pt x="28787" y="2924"/>
                          </a:cubicBezTo>
                          <a:cubicBezTo>
                            <a:pt x="27595" y="2924"/>
                            <a:pt x="26448" y="3194"/>
                            <a:pt x="25368" y="3711"/>
                          </a:cubicBezTo>
                          <a:cubicBezTo>
                            <a:pt x="24266" y="4228"/>
                            <a:pt x="23299" y="5038"/>
                            <a:pt x="22490" y="6117"/>
                          </a:cubicBezTo>
                          <a:cubicBezTo>
                            <a:pt x="22130" y="6589"/>
                            <a:pt x="21838" y="7129"/>
                            <a:pt x="21590" y="7759"/>
                          </a:cubicBezTo>
                          <a:cubicBezTo>
                            <a:pt x="21365" y="8389"/>
                            <a:pt x="21163" y="9041"/>
                            <a:pt x="21028" y="9738"/>
                          </a:cubicBezTo>
                          <a:cubicBezTo>
                            <a:pt x="20893" y="10413"/>
                            <a:pt x="20781" y="11110"/>
                            <a:pt x="20736" y="11785"/>
                          </a:cubicBezTo>
                          <a:cubicBezTo>
                            <a:pt x="20691" y="12459"/>
                            <a:pt x="20646" y="13089"/>
                            <a:pt x="20646" y="13674"/>
                          </a:cubicBezTo>
                          <a:lnTo>
                            <a:pt x="20646" y="28742"/>
                          </a:lnTo>
                          <a:lnTo>
                            <a:pt x="17407" y="28742"/>
                          </a:lnTo>
                          <a:lnTo>
                            <a:pt x="17407" y="9423"/>
                          </a:lnTo>
                          <a:cubicBezTo>
                            <a:pt x="17407" y="7399"/>
                            <a:pt x="16980" y="5825"/>
                            <a:pt x="16148" y="4678"/>
                          </a:cubicBezTo>
                          <a:cubicBezTo>
                            <a:pt x="15293" y="3531"/>
                            <a:pt x="13719" y="2946"/>
                            <a:pt x="11425" y="2946"/>
                          </a:cubicBezTo>
                          <a:cubicBezTo>
                            <a:pt x="10233" y="2946"/>
                            <a:pt x="9086" y="3216"/>
                            <a:pt x="8006" y="3733"/>
                          </a:cubicBezTo>
                          <a:cubicBezTo>
                            <a:pt x="6904" y="4251"/>
                            <a:pt x="5937" y="5060"/>
                            <a:pt x="5128" y="6140"/>
                          </a:cubicBezTo>
                          <a:cubicBezTo>
                            <a:pt x="4768" y="6612"/>
                            <a:pt x="4476" y="7152"/>
                            <a:pt x="4228" y="7781"/>
                          </a:cubicBezTo>
                          <a:cubicBezTo>
                            <a:pt x="4003" y="8411"/>
                            <a:pt x="3801" y="9063"/>
                            <a:pt x="3666" y="9760"/>
                          </a:cubicBezTo>
                          <a:cubicBezTo>
                            <a:pt x="3531" y="10435"/>
                            <a:pt x="3418" y="11132"/>
                            <a:pt x="3373" y="11807"/>
                          </a:cubicBezTo>
                          <a:cubicBezTo>
                            <a:pt x="3329" y="12482"/>
                            <a:pt x="3284" y="13111"/>
                            <a:pt x="3284" y="13696"/>
                          </a:cubicBezTo>
                          <a:lnTo>
                            <a:pt x="3284" y="28764"/>
                          </a:lnTo>
                          <a:close/>
                        </a:path>
                      </a:pathLst>
                    </a:custGeom>
                    <a:solidFill>
                      <a:srgbClr val="010101"/>
                    </a:solidFill>
                    <a:ln w="2249" cap="flat">
                      <a:noFill/>
                      <a:prstDash val="solid"/>
                      <a:miter/>
                    </a:ln>
                  </p:spPr>
                  <p:txBody>
                    <a:bodyPr rtlCol="0" anchor="ctr"/>
                    <a:lstStyle/>
                    <a:p>
                      <a:endParaRPr lang="en-US"/>
                    </a:p>
                  </p:txBody>
                </p:sp>
                <p:sp>
                  <p:nvSpPr>
                    <p:cNvPr id="3478" name="Freeform 3477">
                      <a:extLst>
                        <a:ext uri="{FF2B5EF4-FFF2-40B4-BE49-F238E27FC236}">
                          <a16:creationId xmlns:a16="http://schemas.microsoft.com/office/drawing/2014/main" id="{70B02BB0-9486-4801-4094-7779729F93E7}"/>
                        </a:ext>
                      </a:extLst>
                    </p:cNvPr>
                    <p:cNvSpPr/>
                    <p:nvPr/>
                  </p:nvSpPr>
                  <p:spPr>
                    <a:xfrm>
                      <a:off x="4958343" y="3036332"/>
                      <a:ext cx="25682" cy="39739"/>
                    </a:xfrm>
                    <a:custGeom>
                      <a:avLst/>
                      <a:gdLst>
                        <a:gd name="connsiteX0" fmla="*/ 3238 w 25682"/>
                        <a:gd name="connsiteY0" fmla="*/ 39739 h 39739"/>
                        <a:gd name="connsiteX1" fmla="*/ 0 w 25682"/>
                        <a:gd name="connsiteY1" fmla="*/ 39739 h 39739"/>
                        <a:gd name="connsiteX2" fmla="*/ 0 w 25682"/>
                        <a:gd name="connsiteY2" fmla="*/ 765 h 39739"/>
                        <a:gd name="connsiteX3" fmla="*/ 3238 w 25682"/>
                        <a:gd name="connsiteY3" fmla="*/ 765 h 39739"/>
                        <a:gd name="connsiteX4" fmla="*/ 3238 w 25682"/>
                        <a:gd name="connsiteY4" fmla="*/ 5667 h 39739"/>
                        <a:gd name="connsiteX5" fmla="*/ 3351 w 25682"/>
                        <a:gd name="connsiteY5" fmla="*/ 5667 h 39739"/>
                        <a:gd name="connsiteX6" fmla="*/ 5150 w 25682"/>
                        <a:gd name="connsiteY6" fmla="*/ 3239 h 39739"/>
                        <a:gd name="connsiteX7" fmla="*/ 7579 w 25682"/>
                        <a:gd name="connsiteY7" fmla="*/ 1462 h 39739"/>
                        <a:gd name="connsiteX8" fmla="*/ 10300 w 25682"/>
                        <a:gd name="connsiteY8" fmla="*/ 382 h 39739"/>
                        <a:gd name="connsiteX9" fmla="*/ 13044 w 25682"/>
                        <a:gd name="connsiteY9" fmla="*/ 0 h 39739"/>
                        <a:gd name="connsiteX10" fmla="*/ 18824 w 25682"/>
                        <a:gd name="connsiteY10" fmla="*/ 1124 h 39739"/>
                        <a:gd name="connsiteX11" fmla="*/ 22737 w 25682"/>
                        <a:gd name="connsiteY11" fmla="*/ 4228 h 39739"/>
                        <a:gd name="connsiteX12" fmla="*/ 24986 w 25682"/>
                        <a:gd name="connsiteY12" fmla="*/ 8906 h 39739"/>
                        <a:gd name="connsiteX13" fmla="*/ 25683 w 25682"/>
                        <a:gd name="connsiteY13" fmla="*/ 14686 h 39739"/>
                        <a:gd name="connsiteX14" fmla="*/ 24918 w 25682"/>
                        <a:gd name="connsiteY14" fmla="*/ 20308 h 39739"/>
                        <a:gd name="connsiteX15" fmla="*/ 22624 w 25682"/>
                        <a:gd name="connsiteY15" fmla="*/ 25031 h 39739"/>
                        <a:gd name="connsiteX16" fmla="*/ 18734 w 25682"/>
                        <a:gd name="connsiteY16" fmla="*/ 28269 h 39739"/>
                        <a:gd name="connsiteX17" fmla="*/ 13201 w 25682"/>
                        <a:gd name="connsiteY17" fmla="*/ 29484 h 39739"/>
                        <a:gd name="connsiteX18" fmla="*/ 7511 w 25682"/>
                        <a:gd name="connsiteY18" fmla="*/ 28157 h 39739"/>
                        <a:gd name="connsiteX19" fmla="*/ 3216 w 25682"/>
                        <a:gd name="connsiteY19" fmla="*/ 24244 h 39739"/>
                        <a:gd name="connsiteX20" fmla="*/ 3216 w 25682"/>
                        <a:gd name="connsiteY20" fmla="*/ 39739 h 39739"/>
                        <a:gd name="connsiteX21" fmla="*/ 3238 w 25682"/>
                        <a:gd name="connsiteY21" fmla="*/ 14866 h 39739"/>
                        <a:gd name="connsiteX22" fmla="*/ 3891 w 25682"/>
                        <a:gd name="connsiteY22" fmla="*/ 19363 h 39739"/>
                        <a:gd name="connsiteX23" fmla="*/ 5757 w 25682"/>
                        <a:gd name="connsiteY23" fmla="*/ 23097 h 39739"/>
                        <a:gd name="connsiteX24" fmla="*/ 8726 w 25682"/>
                        <a:gd name="connsiteY24" fmla="*/ 25638 h 39739"/>
                        <a:gd name="connsiteX25" fmla="*/ 12684 w 25682"/>
                        <a:gd name="connsiteY25" fmla="*/ 26583 h 39739"/>
                        <a:gd name="connsiteX26" fmla="*/ 17024 w 25682"/>
                        <a:gd name="connsiteY26" fmla="*/ 25593 h 39739"/>
                        <a:gd name="connsiteX27" fmla="*/ 20083 w 25682"/>
                        <a:gd name="connsiteY27" fmla="*/ 22872 h 39739"/>
                        <a:gd name="connsiteX28" fmla="*/ 21815 w 25682"/>
                        <a:gd name="connsiteY28" fmla="*/ 18846 h 39739"/>
                        <a:gd name="connsiteX29" fmla="*/ 22242 w 25682"/>
                        <a:gd name="connsiteY29" fmla="*/ 13899 h 39739"/>
                        <a:gd name="connsiteX30" fmla="*/ 21522 w 25682"/>
                        <a:gd name="connsiteY30" fmla="*/ 9221 h 39739"/>
                        <a:gd name="connsiteX31" fmla="*/ 19498 w 25682"/>
                        <a:gd name="connsiteY31" fmla="*/ 5802 h 39739"/>
                        <a:gd name="connsiteX32" fmla="*/ 16485 w 25682"/>
                        <a:gd name="connsiteY32" fmla="*/ 3666 h 39739"/>
                        <a:gd name="connsiteX33" fmla="*/ 12706 w 25682"/>
                        <a:gd name="connsiteY33" fmla="*/ 2946 h 39739"/>
                        <a:gd name="connsiteX34" fmla="*/ 8658 w 25682"/>
                        <a:gd name="connsiteY34" fmla="*/ 3868 h 39739"/>
                        <a:gd name="connsiteX35" fmla="*/ 5690 w 25682"/>
                        <a:gd name="connsiteY35" fmla="*/ 6387 h 39739"/>
                        <a:gd name="connsiteX36" fmla="*/ 3891 w 25682"/>
                        <a:gd name="connsiteY36" fmla="*/ 10165 h 39739"/>
                        <a:gd name="connsiteX37" fmla="*/ 3261 w 25682"/>
                        <a:gd name="connsiteY37" fmla="*/ 14888 h 39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682" h="39739">
                          <a:moveTo>
                            <a:pt x="3238" y="39739"/>
                          </a:moveTo>
                          <a:lnTo>
                            <a:pt x="0" y="39739"/>
                          </a:lnTo>
                          <a:lnTo>
                            <a:pt x="0" y="765"/>
                          </a:lnTo>
                          <a:lnTo>
                            <a:pt x="3238" y="765"/>
                          </a:lnTo>
                          <a:lnTo>
                            <a:pt x="3238" y="5667"/>
                          </a:lnTo>
                          <a:lnTo>
                            <a:pt x="3351" y="5667"/>
                          </a:lnTo>
                          <a:cubicBezTo>
                            <a:pt x="3823" y="4768"/>
                            <a:pt x="4430" y="3958"/>
                            <a:pt x="5150" y="3239"/>
                          </a:cubicBezTo>
                          <a:cubicBezTo>
                            <a:pt x="5892" y="2519"/>
                            <a:pt x="6702" y="1934"/>
                            <a:pt x="7579" y="1462"/>
                          </a:cubicBezTo>
                          <a:cubicBezTo>
                            <a:pt x="8456" y="990"/>
                            <a:pt x="9378" y="630"/>
                            <a:pt x="10300" y="382"/>
                          </a:cubicBezTo>
                          <a:cubicBezTo>
                            <a:pt x="11245" y="135"/>
                            <a:pt x="12144" y="0"/>
                            <a:pt x="13044" y="0"/>
                          </a:cubicBezTo>
                          <a:cubicBezTo>
                            <a:pt x="15315" y="0"/>
                            <a:pt x="17227" y="382"/>
                            <a:pt x="18824" y="1124"/>
                          </a:cubicBezTo>
                          <a:cubicBezTo>
                            <a:pt x="20420" y="1867"/>
                            <a:pt x="21702" y="2924"/>
                            <a:pt x="22737" y="4228"/>
                          </a:cubicBezTo>
                          <a:cubicBezTo>
                            <a:pt x="23771" y="5532"/>
                            <a:pt x="24513" y="7107"/>
                            <a:pt x="24986" y="8906"/>
                          </a:cubicBezTo>
                          <a:cubicBezTo>
                            <a:pt x="25458" y="10705"/>
                            <a:pt x="25683" y="12639"/>
                            <a:pt x="25683" y="14686"/>
                          </a:cubicBezTo>
                          <a:cubicBezTo>
                            <a:pt x="25683" y="16620"/>
                            <a:pt x="25436" y="18509"/>
                            <a:pt x="24918" y="20308"/>
                          </a:cubicBezTo>
                          <a:cubicBezTo>
                            <a:pt x="24424" y="22107"/>
                            <a:pt x="23659" y="23682"/>
                            <a:pt x="22624" y="25031"/>
                          </a:cubicBezTo>
                          <a:cubicBezTo>
                            <a:pt x="21590" y="26380"/>
                            <a:pt x="20308" y="27460"/>
                            <a:pt x="18734" y="28269"/>
                          </a:cubicBezTo>
                          <a:cubicBezTo>
                            <a:pt x="17160" y="29079"/>
                            <a:pt x="15315" y="29484"/>
                            <a:pt x="13201" y="29484"/>
                          </a:cubicBezTo>
                          <a:cubicBezTo>
                            <a:pt x="11222" y="29484"/>
                            <a:pt x="9333" y="29034"/>
                            <a:pt x="7511" y="28157"/>
                          </a:cubicBezTo>
                          <a:cubicBezTo>
                            <a:pt x="5690" y="27280"/>
                            <a:pt x="4273" y="25975"/>
                            <a:pt x="3216" y="24244"/>
                          </a:cubicBezTo>
                          <a:lnTo>
                            <a:pt x="3216" y="39739"/>
                          </a:lnTo>
                          <a:close/>
                          <a:moveTo>
                            <a:pt x="3238" y="14866"/>
                          </a:moveTo>
                          <a:cubicBezTo>
                            <a:pt x="3238" y="16440"/>
                            <a:pt x="3463" y="17947"/>
                            <a:pt x="3891" y="19363"/>
                          </a:cubicBezTo>
                          <a:cubicBezTo>
                            <a:pt x="4318" y="20780"/>
                            <a:pt x="4948" y="22017"/>
                            <a:pt x="5757" y="23097"/>
                          </a:cubicBezTo>
                          <a:cubicBezTo>
                            <a:pt x="6567" y="24154"/>
                            <a:pt x="7556" y="25008"/>
                            <a:pt x="8726" y="25638"/>
                          </a:cubicBezTo>
                          <a:cubicBezTo>
                            <a:pt x="9895" y="26268"/>
                            <a:pt x="11222" y="26583"/>
                            <a:pt x="12684" y="26583"/>
                          </a:cubicBezTo>
                          <a:cubicBezTo>
                            <a:pt x="14348" y="26583"/>
                            <a:pt x="15787" y="26245"/>
                            <a:pt x="17024" y="25593"/>
                          </a:cubicBezTo>
                          <a:cubicBezTo>
                            <a:pt x="18262" y="24918"/>
                            <a:pt x="19273" y="24019"/>
                            <a:pt x="20083" y="22872"/>
                          </a:cubicBezTo>
                          <a:cubicBezTo>
                            <a:pt x="20870" y="21725"/>
                            <a:pt x="21455" y="20376"/>
                            <a:pt x="21815" y="18846"/>
                          </a:cubicBezTo>
                          <a:cubicBezTo>
                            <a:pt x="22175" y="17317"/>
                            <a:pt x="22309" y="15675"/>
                            <a:pt x="22242" y="13899"/>
                          </a:cubicBezTo>
                          <a:cubicBezTo>
                            <a:pt x="22242" y="12144"/>
                            <a:pt x="21995" y="10570"/>
                            <a:pt x="21522" y="9221"/>
                          </a:cubicBezTo>
                          <a:cubicBezTo>
                            <a:pt x="21028" y="7871"/>
                            <a:pt x="20353" y="6724"/>
                            <a:pt x="19498" y="5802"/>
                          </a:cubicBezTo>
                          <a:cubicBezTo>
                            <a:pt x="18644" y="4858"/>
                            <a:pt x="17632" y="4161"/>
                            <a:pt x="16485" y="3666"/>
                          </a:cubicBezTo>
                          <a:cubicBezTo>
                            <a:pt x="15338" y="3171"/>
                            <a:pt x="14079" y="2946"/>
                            <a:pt x="12706" y="2946"/>
                          </a:cubicBezTo>
                          <a:cubicBezTo>
                            <a:pt x="11200" y="2946"/>
                            <a:pt x="9850" y="3261"/>
                            <a:pt x="8658" y="3868"/>
                          </a:cubicBezTo>
                          <a:cubicBezTo>
                            <a:pt x="7466" y="4475"/>
                            <a:pt x="6477" y="5308"/>
                            <a:pt x="5690" y="6387"/>
                          </a:cubicBezTo>
                          <a:cubicBezTo>
                            <a:pt x="4903" y="7444"/>
                            <a:pt x="4295" y="8703"/>
                            <a:pt x="3891" y="10165"/>
                          </a:cubicBezTo>
                          <a:cubicBezTo>
                            <a:pt x="3486" y="11627"/>
                            <a:pt x="3261" y="13201"/>
                            <a:pt x="3261" y="14888"/>
                          </a:cubicBezTo>
                          <a:close/>
                        </a:path>
                      </a:pathLst>
                    </a:custGeom>
                    <a:solidFill>
                      <a:srgbClr val="010101"/>
                    </a:solidFill>
                    <a:ln w="2249" cap="flat">
                      <a:noFill/>
                      <a:prstDash val="solid"/>
                      <a:miter/>
                    </a:ln>
                  </p:spPr>
                  <p:txBody>
                    <a:bodyPr rtlCol="0" anchor="ctr"/>
                    <a:lstStyle/>
                    <a:p>
                      <a:endParaRPr lang="en-US"/>
                    </a:p>
                  </p:txBody>
                </p:sp>
                <p:sp>
                  <p:nvSpPr>
                    <p:cNvPr id="3479" name="Freeform 3478">
                      <a:extLst>
                        <a:ext uri="{FF2B5EF4-FFF2-40B4-BE49-F238E27FC236}">
                          <a16:creationId xmlns:a16="http://schemas.microsoft.com/office/drawing/2014/main" id="{39D150F2-6952-D07A-A3BF-D10B20CEF26E}"/>
                        </a:ext>
                      </a:extLst>
                    </p:cNvPr>
                    <p:cNvSpPr/>
                    <p:nvPr/>
                  </p:nvSpPr>
                  <p:spPr>
                    <a:xfrm>
                      <a:off x="4989468" y="3036399"/>
                      <a:ext cx="26357" cy="29483"/>
                    </a:xfrm>
                    <a:custGeom>
                      <a:avLst/>
                      <a:gdLst>
                        <a:gd name="connsiteX0" fmla="*/ 14326 w 26357"/>
                        <a:gd name="connsiteY0" fmla="*/ 12369 h 29483"/>
                        <a:gd name="connsiteX1" fmla="*/ 16507 w 26357"/>
                        <a:gd name="connsiteY1" fmla="*/ 12054 h 29483"/>
                        <a:gd name="connsiteX2" fmla="*/ 18576 w 26357"/>
                        <a:gd name="connsiteY2" fmla="*/ 11470 h 29483"/>
                        <a:gd name="connsiteX3" fmla="*/ 19566 w 26357"/>
                        <a:gd name="connsiteY3" fmla="*/ 10210 h 29483"/>
                        <a:gd name="connsiteX4" fmla="*/ 19746 w 26357"/>
                        <a:gd name="connsiteY4" fmla="*/ 8569 h 29483"/>
                        <a:gd name="connsiteX5" fmla="*/ 18149 w 26357"/>
                        <a:gd name="connsiteY5" fmla="*/ 4498 h 29483"/>
                        <a:gd name="connsiteX6" fmla="*/ 12774 w 26357"/>
                        <a:gd name="connsiteY6" fmla="*/ 2901 h 29483"/>
                        <a:gd name="connsiteX7" fmla="*/ 9693 w 26357"/>
                        <a:gd name="connsiteY7" fmla="*/ 3193 h 29483"/>
                        <a:gd name="connsiteX8" fmla="*/ 7242 w 26357"/>
                        <a:gd name="connsiteY8" fmla="*/ 4228 h 29483"/>
                        <a:gd name="connsiteX9" fmla="*/ 5510 w 26357"/>
                        <a:gd name="connsiteY9" fmla="*/ 6162 h 29483"/>
                        <a:gd name="connsiteX10" fmla="*/ 4610 w 26357"/>
                        <a:gd name="connsiteY10" fmla="*/ 9221 h 29483"/>
                        <a:gd name="connsiteX11" fmla="*/ 1327 w 26357"/>
                        <a:gd name="connsiteY11" fmla="*/ 9221 h 29483"/>
                        <a:gd name="connsiteX12" fmla="*/ 2451 w 26357"/>
                        <a:gd name="connsiteY12" fmla="*/ 4993 h 29483"/>
                        <a:gd name="connsiteX13" fmla="*/ 4970 w 26357"/>
                        <a:gd name="connsiteY13" fmla="*/ 2137 h 29483"/>
                        <a:gd name="connsiteX14" fmla="*/ 8524 w 26357"/>
                        <a:gd name="connsiteY14" fmla="*/ 517 h 29483"/>
                        <a:gd name="connsiteX15" fmla="*/ 12819 w 26357"/>
                        <a:gd name="connsiteY15" fmla="*/ 0 h 29483"/>
                        <a:gd name="connsiteX16" fmla="*/ 16777 w 26357"/>
                        <a:gd name="connsiteY16" fmla="*/ 450 h 29483"/>
                        <a:gd name="connsiteX17" fmla="*/ 20016 w 26357"/>
                        <a:gd name="connsiteY17" fmla="*/ 1912 h 29483"/>
                        <a:gd name="connsiteX18" fmla="*/ 22175 w 26357"/>
                        <a:gd name="connsiteY18" fmla="*/ 4588 h 29483"/>
                        <a:gd name="connsiteX19" fmla="*/ 22962 w 26357"/>
                        <a:gd name="connsiteY19" fmla="*/ 8681 h 29483"/>
                        <a:gd name="connsiteX20" fmla="*/ 22962 w 26357"/>
                        <a:gd name="connsiteY20" fmla="*/ 23906 h 29483"/>
                        <a:gd name="connsiteX21" fmla="*/ 23637 w 26357"/>
                        <a:gd name="connsiteY21" fmla="*/ 26313 h 29483"/>
                        <a:gd name="connsiteX22" fmla="*/ 26358 w 26357"/>
                        <a:gd name="connsiteY22" fmla="*/ 26065 h 29483"/>
                        <a:gd name="connsiteX23" fmla="*/ 26358 w 26357"/>
                        <a:gd name="connsiteY23" fmla="*/ 28607 h 29483"/>
                        <a:gd name="connsiteX24" fmla="*/ 25256 w 26357"/>
                        <a:gd name="connsiteY24" fmla="*/ 28922 h 29483"/>
                        <a:gd name="connsiteX25" fmla="*/ 23816 w 26357"/>
                        <a:gd name="connsiteY25" fmla="*/ 29146 h 29483"/>
                        <a:gd name="connsiteX26" fmla="*/ 22355 w 26357"/>
                        <a:gd name="connsiteY26" fmla="*/ 28989 h 29483"/>
                        <a:gd name="connsiteX27" fmla="*/ 21050 w 26357"/>
                        <a:gd name="connsiteY27" fmla="*/ 28472 h 29483"/>
                        <a:gd name="connsiteX28" fmla="*/ 20263 w 26357"/>
                        <a:gd name="connsiteY28" fmla="*/ 27505 h 29483"/>
                        <a:gd name="connsiteX29" fmla="*/ 19858 w 26357"/>
                        <a:gd name="connsiteY29" fmla="*/ 26268 h 29483"/>
                        <a:gd name="connsiteX30" fmla="*/ 19746 w 26357"/>
                        <a:gd name="connsiteY30" fmla="*/ 24829 h 29483"/>
                        <a:gd name="connsiteX31" fmla="*/ 15045 w 26357"/>
                        <a:gd name="connsiteY31" fmla="*/ 28292 h 29483"/>
                        <a:gd name="connsiteX32" fmla="*/ 9333 w 26357"/>
                        <a:gd name="connsiteY32" fmla="*/ 29484 h 29483"/>
                        <a:gd name="connsiteX33" fmla="*/ 5802 w 26357"/>
                        <a:gd name="connsiteY33" fmla="*/ 28989 h 29483"/>
                        <a:gd name="connsiteX34" fmla="*/ 2811 w 26357"/>
                        <a:gd name="connsiteY34" fmla="*/ 27482 h 29483"/>
                        <a:gd name="connsiteX35" fmla="*/ 765 w 26357"/>
                        <a:gd name="connsiteY35" fmla="*/ 24963 h 29483"/>
                        <a:gd name="connsiteX36" fmla="*/ 0 w 26357"/>
                        <a:gd name="connsiteY36" fmla="*/ 21433 h 29483"/>
                        <a:gd name="connsiteX37" fmla="*/ 9760 w 26357"/>
                        <a:gd name="connsiteY37" fmla="*/ 13021 h 29483"/>
                        <a:gd name="connsiteX38" fmla="*/ 14236 w 26357"/>
                        <a:gd name="connsiteY38" fmla="*/ 12437 h 29483"/>
                        <a:gd name="connsiteX39" fmla="*/ 19768 w 26357"/>
                        <a:gd name="connsiteY39" fmla="*/ 13989 h 29483"/>
                        <a:gd name="connsiteX40" fmla="*/ 15608 w 26357"/>
                        <a:gd name="connsiteY40" fmla="*/ 15113 h 29483"/>
                        <a:gd name="connsiteX41" fmla="*/ 11402 w 26357"/>
                        <a:gd name="connsiteY41" fmla="*/ 15540 h 29483"/>
                        <a:gd name="connsiteX42" fmla="*/ 5600 w 26357"/>
                        <a:gd name="connsiteY42" fmla="*/ 17205 h 29483"/>
                        <a:gd name="connsiteX43" fmla="*/ 3531 w 26357"/>
                        <a:gd name="connsiteY43" fmla="*/ 21478 h 29483"/>
                        <a:gd name="connsiteX44" fmla="*/ 4048 w 26357"/>
                        <a:gd name="connsiteY44" fmla="*/ 23726 h 29483"/>
                        <a:gd name="connsiteX45" fmla="*/ 5398 w 26357"/>
                        <a:gd name="connsiteY45" fmla="*/ 25301 h 29483"/>
                        <a:gd name="connsiteX46" fmla="*/ 7332 w 26357"/>
                        <a:gd name="connsiteY46" fmla="*/ 26223 h 29483"/>
                        <a:gd name="connsiteX47" fmla="*/ 9581 w 26357"/>
                        <a:gd name="connsiteY47" fmla="*/ 26515 h 29483"/>
                        <a:gd name="connsiteX48" fmla="*/ 13359 w 26357"/>
                        <a:gd name="connsiteY48" fmla="*/ 26020 h 29483"/>
                        <a:gd name="connsiteX49" fmla="*/ 16620 w 26357"/>
                        <a:gd name="connsiteY49" fmla="*/ 24536 h 29483"/>
                        <a:gd name="connsiteX50" fmla="*/ 18914 w 26357"/>
                        <a:gd name="connsiteY50" fmla="*/ 21995 h 29483"/>
                        <a:gd name="connsiteX51" fmla="*/ 19768 w 26357"/>
                        <a:gd name="connsiteY51" fmla="*/ 18352 h 29483"/>
                        <a:gd name="connsiteX52" fmla="*/ 19768 w 26357"/>
                        <a:gd name="connsiteY52" fmla="*/ 13989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6357" h="29483">
                          <a:moveTo>
                            <a:pt x="14326" y="12369"/>
                          </a:moveTo>
                          <a:cubicBezTo>
                            <a:pt x="14933" y="12302"/>
                            <a:pt x="15675" y="12189"/>
                            <a:pt x="16507" y="12054"/>
                          </a:cubicBezTo>
                          <a:cubicBezTo>
                            <a:pt x="17362" y="11919"/>
                            <a:pt x="18037" y="11717"/>
                            <a:pt x="18576" y="11470"/>
                          </a:cubicBezTo>
                          <a:cubicBezTo>
                            <a:pt x="19116" y="11222"/>
                            <a:pt x="19454" y="10795"/>
                            <a:pt x="19566" y="10210"/>
                          </a:cubicBezTo>
                          <a:cubicBezTo>
                            <a:pt x="19701" y="9626"/>
                            <a:pt x="19746" y="9063"/>
                            <a:pt x="19746" y="8569"/>
                          </a:cubicBezTo>
                          <a:cubicBezTo>
                            <a:pt x="19746" y="6904"/>
                            <a:pt x="19206" y="5555"/>
                            <a:pt x="18149" y="4498"/>
                          </a:cubicBezTo>
                          <a:cubicBezTo>
                            <a:pt x="17092" y="3441"/>
                            <a:pt x="15293" y="2901"/>
                            <a:pt x="12774" y="2901"/>
                          </a:cubicBezTo>
                          <a:cubicBezTo>
                            <a:pt x="11649" y="2901"/>
                            <a:pt x="10638" y="2991"/>
                            <a:pt x="9693" y="3193"/>
                          </a:cubicBezTo>
                          <a:cubicBezTo>
                            <a:pt x="8748" y="3396"/>
                            <a:pt x="7939" y="3733"/>
                            <a:pt x="7242" y="4228"/>
                          </a:cubicBezTo>
                          <a:cubicBezTo>
                            <a:pt x="6545" y="4723"/>
                            <a:pt x="5960" y="5353"/>
                            <a:pt x="5510" y="6162"/>
                          </a:cubicBezTo>
                          <a:cubicBezTo>
                            <a:pt x="5060" y="6972"/>
                            <a:pt x="4768" y="7984"/>
                            <a:pt x="4610" y="9221"/>
                          </a:cubicBezTo>
                          <a:lnTo>
                            <a:pt x="1327" y="9221"/>
                          </a:lnTo>
                          <a:cubicBezTo>
                            <a:pt x="1439" y="7556"/>
                            <a:pt x="1822" y="6162"/>
                            <a:pt x="2451" y="4993"/>
                          </a:cubicBezTo>
                          <a:cubicBezTo>
                            <a:pt x="3081" y="3823"/>
                            <a:pt x="3936" y="2879"/>
                            <a:pt x="4970" y="2137"/>
                          </a:cubicBezTo>
                          <a:cubicBezTo>
                            <a:pt x="6005" y="1394"/>
                            <a:pt x="7174" y="855"/>
                            <a:pt x="8524" y="517"/>
                          </a:cubicBezTo>
                          <a:cubicBezTo>
                            <a:pt x="9873" y="180"/>
                            <a:pt x="11312" y="0"/>
                            <a:pt x="12819" y="0"/>
                          </a:cubicBezTo>
                          <a:cubicBezTo>
                            <a:pt x="14213" y="0"/>
                            <a:pt x="15540" y="157"/>
                            <a:pt x="16777" y="450"/>
                          </a:cubicBezTo>
                          <a:cubicBezTo>
                            <a:pt x="18014" y="765"/>
                            <a:pt x="19094" y="1237"/>
                            <a:pt x="20016" y="1912"/>
                          </a:cubicBezTo>
                          <a:cubicBezTo>
                            <a:pt x="20938" y="2586"/>
                            <a:pt x="21657" y="3463"/>
                            <a:pt x="22175" y="4588"/>
                          </a:cubicBezTo>
                          <a:cubicBezTo>
                            <a:pt x="22692" y="5712"/>
                            <a:pt x="22962" y="7062"/>
                            <a:pt x="22962" y="8681"/>
                          </a:cubicBezTo>
                          <a:lnTo>
                            <a:pt x="22962" y="23906"/>
                          </a:lnTo>
                          <a:cubicBezTo>
                            <a:pt x="22962" y="25166"/>
                            <a:pt x="23187" y="25975"/>
                            <a:pt x="23637" y="26313"/>
                          </a:cubicBezTo>
                          <a:cubicBezTo>
                            <a:pt x="24086" y="26650"/>
                            <a:pt x="24986" y="26583"/>
                            <a:pt x="26358" y="26065"/>
                          </a:cubicBezTo>
                          <a:lnTo>
                            <a:pt x="26358" y="28607"/>
                          </a:lnTo>
                          <a:cubicBezTo>
                            <a:pt x="26110" y="28674"/>
                            <a:pt x="25728" y="28787"/>
                            <a:pt x="25256" y="28922"/>
                          </a:cubicBezTo>
                          <a:cubicBezTo>
                            <a:pt x="24761" y="29056"/>
                            <a:pt x="24289" y="29146"/>
                            <a:pt x="23816" y="29146"/>
                          </a:cubicBezTo>
                          <a:cubicBezTo>
                            <a:pt x="23322" y="29146"/>
                            <a:pt x="22827" y="29102"/>
                            <a:pt x="22355" y="28989"/>
                          </a:cubicBezTo>
                          <a:cubicBezTo>
                            <a:pt x="21815" y="28922"/>
                            <a:pt x="21388" y="28742"/>
                            <a:pt x="21050" y="28472"/>
                          </a:cubicBezTo>
                          <a:cubicBezTo>
                            <a:pt x="20713" y="28202"/>
                            <a:pt x="20465" y="27887"/>
                            <a:pt x="20263" y="27505"/>
                          </a:cubicBezTo>
                          <a:cubicBezTo>
                            <a:pt x="20061" y="27122"/>
                            <a:pt x="19926" y="26718"/>
                            <a:pt x="19858" y="26268"/>
                          </a:cubicBezTo>
                          <a:cubicBezTo>
                            <a:pt x="19791" y="25818"/>
                            <a:pt x="19746" y="25346"/>
                            <a:pt x="19746" y="24829"/>
                          </a:cubicBezTo>
                          <a:cubicBezTo>
                            <a:pt x="18374" y="26335"/>
                            <a:pt x="16822" y="27482"/>
                            <a:pt x="15045" y="28292"/>
                          </a:cubicBezTo>
                          <a:cubicBezTo>
                            <a:pt x="13291" y="29079"/>
                            <a:pt x="11380" y="29484"/>
                            <a:pt x="9333" y="29484"/>
                          </a:cubicBezTo>
                          <a:cubicBezTo>
                            <a:pt x="8119" y="29484"/>
                            <a:pt x="6927" y="29326"/>
                            <a:pt x="5802" y="28989"/>
                          </a:cubicBezTo>
                          <a:cubicBezTo>
                            <a:pt x="4678" y="28652"/>
                            <a:pt x="3666" y="28157"/>
                            <a:pt x="2811" y="27482"/>
                          </a:cubicBezTo>
                          <a:cubicBezTo>
                            <a:pt x="1957" y="26808"/>
                            <a:pt x="1259" y="25953"/>
                            <a:pt x="765" y="24963"/>
                          </a:cubicBezTo>
                          <a:cubicBezTo>
                            <a:pt x="270" y="23974"/>
                            <a:pt x="0" y="22804"/>
                            <a:pt x="0" y="21433"/>
                          </a:cubicBezTo>
                          <a:cubicBezTo>
                            <a:pt x="0" y="16687"/>
                            <a:pt x="3261" y="13876"/>
                            <a:pt x="9760" y="13021"/>
                          </a:cubicBezTo>
                          <a:lnTo>
                            <a:pt x="14236" y="12437"/>
                          </a:lnTo>
                          <a:close/>
                          <a:moveTo>
                            <a:pt x="19768" y="13989"/>
                          </a:moveTo>
                          <a:cubicBezTo>
                            <a:pt x="18396" y="14573"/>
                            <a:pt x="17024" y="14933"/>
                            <a:pt x="15608" y="15113"/>
                          </a:cubicBezTo>
                          <a:cubicBezTo>
                            <a:pt x="14191" y="15293"/>
                            <a:pt x="12796" y="15428"/>
                            <a:pt x="11402" y="15540"/>
                          </a:cubicBezTo>
                          <a:cubicBezTo>
                            <a:pt x="8928" y="15720"/>
                            <a:pt x="6994" y="16282"/>
                            <a:pt x="5600" y="17205"/>
                          </a:cubicBezTo>
                          <a:cubicBezTo>
                            <a:pt x="4206" y="18149"/>
                            <a:pt x="3531" y="19566"/>
                            <a:pt x="3531" y="21478"/>
                          </a:cubicBezTo>
                          <a:cubicBezTo>
                            <a:pt x="3531" y="22332"/>
                            <a:pt x="3711" y="23097"/>
                            <a:pt x="4048" y="23726"/>
                          </a:cubicBezTo>
                          <a:cubicBezTo>
                            <a:pt x="4385" y="24356"/>
                            <a:pt x="4835" y="24873"/>
                            <a:pt x="5398" y="25301"/>
                          </a:cubicBezTo>
                          <a:cubicBezTo>
                            <a:pt x="5960" y="25706"/>
                            <a:pt x="6612" y="26020"/>
                            <a:pt x="7332" y="26223"/>
                          </a:cubicBezTo>
                          <a:cubicBezTo>
                            <a:pt x="8074" y="26425"/>
                            <a:pt x="8816" y="26515"/>
                            <a:pt x="9581" y="26515"/>
                          </a:cubicBezTo>
                          <a:cubicBezTo>
                            <a:pt x="10885" y="26515"/>
                            <a:pt x="12144" y="26358"/>
                            <a:pt x="13359" y="26020"/>
                          </a:cubicBezTo>
                          <a:cubicBezTo>
                            <a:pt x="14573" y="25706"/>
                            <a:pt x="15675" y="25211"/>
                            <a:pt x="16620" y="24536"/>
                          </a:cubicBezTo>
                          <a:cubicBezTo>
                            <a:pt x="17564" y="23861"/>
                            <a:pt x="18329" y="23029"/>
                            <a:pt x="18914" y="21995"/>
                          </a:cubicBezTo>
                          <a:cubicBezTo>
                            <a:pt x="19499" y="20960"/>
                            <a:pt x="19768" y="19746"/>
                            <a:pt x="19768" y="18352"/>
                          </a:cubicBezTo>
                          <a:lnTo>
                            <a:pt x="19768" y="13989"/>
                          </a:lnTo>
                          <a:close/>
                        </a:path>
                      </a:pathLst>
                    </a:custGeom>
                    <a:solidFill>
                      <a:srgbClr val="010101"/>
                    </a:solidFill>
                    <a:ln w="2249" cap="flat">
                      <a:noFill/>
                      <a:prstDash val="solid"/>
                      <a:miter/>
                    </a:ln>
                  </p:spPr>
                  <p:txBody>
                    <a:bodyPr rtlCol="0" anchor="ctr"/>
                    <a:lstStyle/>
                    <a:p>
                      <a:endParaRPr lang="en-US"/>
                    </a:p>
                  </p:txBody>
                </p:sp>
                <p:sp>
                  <p:nvSpPr>
                    <p:cNvPr id="3480" name="Freeform 3479">
                      <a:extLst>
                        <a:ext uri="{FF2B5EF4-FFF2-40B4-BE49-F238E27FC236}">
                          <a16:creationId xmlns:a16="http://schemas.microsoft.com/office/drawing/2014/main" id="{7DED8D85-2BD8-5BC3-0725-EE3829392167}"/>
                        </a:ext>
                      </a:extLst>
                    </p:cNvPr>
                    <p:cNvSpPr/>
                    <p:nvPr/>
                  </p:nvSpPr>
                  <p:spPr>
                    <a:xfrm>
                      <a:off x="5021111" y="3036354"/>
                      <a:ext cx="12481" cy="28719"/>
                    </a:xfrm>
                    <a:custGeom>
                      <a:avLst/>
                      <a:gdLst>
                        <a:gd name="connsiteX0" fmla="*/ 3239 w 12481"/>
                        <a:gd name="connsiteY0" fmla="*/ 28719 h 28719"/>
                        <a:gd name="connsiteX1" fmla="*/ 0 w 12481"/>
                        <a:gd name="connsiteY1" fmla="*/ 28719 h 28719"/>
                        <a:gd name="connsiteX2" fmla="*/ 0 w 12481"/>
                        <a:gd name="connsiteY2" fmla="*/ 765 h 28719"/>
                        <a:gd name="connsiteX3" fmla="*/ 3239 w 12481"/>
                        <a:gd name="connsiteY3" fmla="*/ 765 h 28719"/>
                        <a:gd name="connsiteX4" fmla="*/ 3239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8 h 28719"/>
                        <a:gd name="connsiteX9" fmla="*/ 7939 w 12481"/>
                        <a:gd name="connsiteY9" fmla="*/ 4363 h 28719"/>
                        <a:gd name="connsiteX10" fmla="*/ 5105 w 12481"/>
                        <a:gd name="connsiteY10" fmla="*/ 6837 h 28719"/>
                        <a:gd name="connsiteX11" fmla="*/ 3643 w 12481"/>
                        <a:gd name="connsiteY11" fmla="*/ 10525 h 28719"/>
                        <a:gd name="connsiteX12" fmla="*/ 3239 w 12481"/>
                        <a:gd name="connsiteY12" fmla="*/ 14978 h 28719"/>
                        <a:gd name="connsiteX13" fmla="*/ 3239 w 12481"/>
                        <a:gd name="connsiteY13"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9">
                          <a:moveTo>
                            <a:pt x="3239" y="28719"/>
                          </a:moveTo>
                          <a:lnTo>
                            <a:pt x="0" y="28719"/>
                          </a:lnTo>
                          <a:lnTo>
                            <a:pt x="0" y="765"/>
                          </a:lnTo>
                          <a:lnTo>
                            <a:pt x="3239" y="765"/>
                          </a:lnTo>
                          <a:lnTo>
                            <a:pt x="3239" y="6005"/>
                          </a:lnTo>
                          <a:lnTo>
                            <a:pt x="3351" y="6005"/>
                          </a:lnTo>
                          <a:cubicBezTo>
                            <a:pt x="4251" y="3778"/>
                            <a:pt x="5420" y="2226"/>
                            <a:pt x="6837" y="1327"/>
                          </a:cubicBezTo>
                          <a:cubicBezTo>
                            <a:pt x="8254" y="450"/>
                            <a:pt x="10143" y="0"/>
                            <a:pt x="12482" y="0"/>
                          </a:cubicBezTo>
                          <a:lnTo>
                            <a:pt x="12482" y="3508"/>
                          </a:lnTo>
                          <a:cubicBezTo>
                            <a:pt x="10638" y="3463"/>
                            <a:pt x="9131" y="3756"/>
                            <a:pt x="7939" y="4363"/>
                          </a:cubicBezTo>
                          <a:cubicBezTo>
                            <a:pt x="6747" y="4970"/>
                            <a:pt x="5802" y="5802"/>
                            <a:pt x="5105" y="6837"/>
                          </a:cubicBezTo>
                          <a:cubicBezTo>
                            <a:pt x="4408" y="7871"/>
                            <a:pt x="3913" y="9108"/>
                            <a:pt x="3643" y="10525"/>
                          </a:cubicBezTo>
                          <a:cubicBezTo>
                            <a:pt x="3373" y="11942"/>
                            <a:pt x="3239" y="13426"/>
                            <a:pt x="3239" y="14978"/>
                          </a:cubicBezTo>
                          <a:lnTo>
                            <a:pt x="3239" y="28697"/>
                          </a:lnTo>
                          <a:close/>
                        </a:path>
                      </a:pathLst>
                    </a:custGeom>
                    <a:solidFill>
                      <a:srgbClr val="010101"/>
                    </a:solidFill>
                    <a:ln w="2249" cap="flat">
                      <a:noFill/>
                      <a:prstDash val="solid"/>
                      <a:miter/>
                    </a:ln>
                  </p:spPr>
                  <p:txBody>
                    <a:bodyPr rtlCol="0" anchor="ctr"/>
                    <a:lstStyle/>
                    <a:p>
                      <a:endParaRPr lang="en-US"/>
                    </a:p>
                  </p:txBody>
                </p:sp>
                <p:sp>
                  <p:nvSpPr>
                    <p:cNvPr id="3481" name="Freeform 3480">
                      <a:extLst>
                        <a:ext uri="{FF2B5EF4-FFF2-40B4-BE49-F238E27FC236}">
                          <a16:creationId xmlns:a16="http://schemas.microsoft.com/office/drawing/2014/main" id="{F3AF6C90-0468-2A52-8A59-B12D6606E25C}"/>
                        </a:ext>
                      </a:extLst>
                    </p:cNvPr>
                    <p:cNvSpPr/>
                    <p:nvPr/>
                  </p:nvSpPr>
                  <p:spPr>
                    <a:xfrm>
                      <a:off x="5037416" y="3036377"/>
                      <a:ext cx="25167" cy="29483"/>
                    </a:xfrm>
                    <a:custGeom>
                      <a:avLst/>
                      <a:gdLst>
                        <a:gd name="connsiteX0" fmla="*/ 3509 w 25167"/>
                        <a:gd name="connsiteY0" fmla="*/ 15473 h 29483"/>
                        <a:gd name="connsiteX1" fmla="*/ 4093 w 25167"/>
                        <a:gd name="connsiteY1" fmla="*/ 19768 h 29483"/>
                        <a:gd name="connsiteX2" fmla="*/ 5848 w 25167"/>
                        <a:gd name="connsiteY2" fmla="*/ 23277 h 29483"/>
                        <a:gd name="connsiteX3" fmla="*/ 8794 w 25167"/>
                        <a:gd name="connsiteY3" fmla="*/ 25661 h 29483"/>
                        <a:gd name="connsiteX4" fmla="*/ 12887 w 25167"/>
                        <a:gd name="connsiteY4" fmla="*/ 26560 h 29483"/>
                        <a:gd name="connsiteX5" fmla="*/ 18329 w 25167"/>
                        <a:gd name="connsiteY5" fmla="*/ 24896 h 29483"/>
                        <a:gd name="connsiteX6" fmla="*/ 21343 w 25167"/>
                        <a:gd name="connsiteY6" fmla="*/ 20151 h 29483"/>
                        <a:gd name="connsiteX7" fmla="*/ 24964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7 w 25167"/>
                        <a:gd name="connsiteY18" fmla="*/ 1170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8 w 25167"/>
                        <a:gd name="connsiteY23" fmla="*/ 12774 h 29483"/>
                        <a:gd name="connsiteX24" fmla="*/ 21185 w 25167"/>
                        <a:gd name="connsiteY24" fmla="*/ 8906 h 29483"/>
                        <a:gd name="connsiteX25" fmla="*/ 19521 w 25167"/>
                        <a:gd name="connsiteY25" fmla="*/ 5780 h 29483"/>
                        <a:gd name="connsiteX26" fmla="*/ 16732 w 25167"/>
                        <a:gd name="connsiteY26" fmla="*/ 3666 h 29483"/>
                        <a:gd name="connsiteX27" fmla="*/ 12909 w 25167"/>
                        <a:gd name="connsiteY27" fmla="*/ 2879 h 29483"/>
                        <a:gd name="connsiteX28" fmla="*/ 9108 w 25167"/>
                        <a:gd name="connsiteY28" fmla="*/ 3688 h 29483"/>
                        <a:gd name="connsiteX29" fmla="*/ 6297 w 25167"/>
                        <a:gd name="connsiteY29" fmla="*/ 5847 h 29483"/>
                        <a:gd name="connsiteX30" fmla="*/ 4431 w 25167"/>
                        <a:gd name="connsiteY30" fmla="*/ 8973 h 29483"/>
                        <a:gd name="connsiteX31" fmla="*/ 3509 w 25167"/>
                        <a:gd name="connsiteY31" fmla="*/ 12752 h 29483"/>
                        <a:gd name="connsiteX32" fmla="*/ 21748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9" y="15473"/>
                          </a:moveTo>
                          <a:cubicBezTo>
                            <a:pt x="3509" y="16980"/>
                            <a:pt x="3711" y="18419"/>
                            <a:pt x="4093" y="19768"/>
                          </a:cubicBezTo>
                          <a:cubicBezTo>
                            <a:pt x="4498" y="21118"/>
                            <a:pt x="5083" y="22287"/>
                            <a:pt x="5848" y="23277"/>
                          </a:cubicBezTo>
                          <a:cubicBezTo>
                            <a:pt x="6612" y="24266"/>
                            <a:pt x="7601" y="25053"/>
                            <a:pt x="8794" y="25661"/>
                          </a:cubicBezTo>
                          <a:cubicBezTo>
                            <a:pt x="9986" y="26245"/>
                            <a:pt x="11357" y="26560"/>
                            <a:pt x="12887" y="26560"/>
                          </a:cubicBezTo>
                          <a:cubicBezTo>
                            <a:pt x="15001" y="26560"/>
                            <a:pt x="16822" y="25998"/>
                            <a:pt x="18329" y="24896"/>
                          </a:cubicBezTo>
                          <a:cubicBezTo>
                            <a:pt x="19836" y="23772"/>
                            <a:pt x="20848" y="22197"/>
                            <a:pt x="21343" y="20151"/>
                          </a:cubicBezTo>
                          <a:lnTo>
                            <a:pt x="24964" y="20151"/>
                          </a:lnTo>
                          <a:cubicBezTo>
                            <a:pt x="24559" y="21478"/>
                            <a:pt x="24042"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7" y="23951"/>
                            <a:pt x="1260" y="22400"/>
                            <a:pt x="765" y="20623"/>
                          </a:cubicBezTo>
                          <a:cubicBezTo>
                            <a:pt x="270" y="18846"/>
                            <a:pt x="0" y="16935"/>
                            <a:pt x="0" y="14866"/>
                          </a:cubicBezTo>
                          <a:cubicBezTo>
                            <a:pt x="0" y="12797"/>
                            <a:pt x="292" y="10885"/>
                            <a:pt x="900" y="9086"/>
                          </a:cubicBezTo>
                          <a:cubicBezTo>
                            <a:pt x="1484" y="7287"/>
                            <a:pt x="2339" y="5712"/>
                            <a:pt x="3441" y="4363"/>
                          </a:cubicBezTo>
                          <a:cubicBezTo>
                            <a:pt x="4543" y="3014"/>
                            <a:pt x="5870" y="1957"/>
                            <a:pt x="7467" y="1170"/>
                          </a:cubicBezTo>
                          <a:cubicBezTo>
                            <a:pt x="9041" y="405"/>
                            <a:pt x="10840" y="0"/>
                            <a:pt x="12864" y="0"/>
                          </a:cubicBezTo>
                          <a:cubicBezTo>
                            <a:pt x="16710" y="0"/>
                            <a:pt x="19746" y="1327"/>
                            <a:pt x="21927" y="3958"/>
                          </a:cubicBezTo>
                          <a:cubicBezTo>
                            <a:pt x="24132" y="6612"/>
                            <a:pt x="25211" y="10435"/>
                            <a:pt x="25166" y="15473"/>
                          </a:cubicBezTo>
                          <a:lnTo>
                            <a:pt x="3463" y="15473"/>
                          </a:lnTo>
                          <a:close/>
                          <a:moveTo>
                            <a:pt x="21748" y="12774"/>
                          </a:moveTo>
                          <a:cubicBezTo>
                            <a:pt x="21748" y="11402"/>
                            <a:pt x="21568" y="10120"/>
                            <a:pt x="21185" y="8906"/>
                          </a:cubicBezTo>
                          <a:cubicBezTo>
                            <a:pt x="20803" y="7691"/>
                            <a:pt x="20241" y="6657"/>
                            <a:pt x="19521" y="5780"/>
                          </a:cubicBezTo>
                          <a:cubicBezTo>
                            <a:pt x="18779" y="4903"/>
                            <a:pt x="17857" y="4206"/>
                            <a:pt x="16732" y="3666"/>
                          </a:cubicBezTo>
                          <a:cubicBezTo>
                            <a:pt x="15608" y="3149"/>
                            <a:pt x="14348" y="2879"/>
                            <a:pt x="12909" y="2879"/>
                          </a:cubicBezTo>
                          <a:cubicBezTo>
                            <a:pt x="11470" y="2879"/>
                            <a:pt x="10210" y="3149"/>
                            <a:pt x="9108" y="3688"/>
                          </a:cubicBezTo>
                          <a:cubicBezTo>
                            <a:pt x="8006" y="4228"/>
                            <a:pt x="7084" y="4948"/>
                            <a:pt x="6297" y="5847"/>
                          </a:cubicBezTo>
                          <a:cubicBezTo>
                            <a:pt x="5533" y="6747"/>
                            <a:pt x="4903" y="7781"/>
                            <a:pt x="4431" y="8973"/>
                          </a:cubicBezTo>
                          <a:cubicBezTo>
                            <a:pt x="3958" y="10165"/>
                            <a:pt x="3666" y="11425"/>
                            <a:pt x="3509" y="12752"/>
                          </a:cubicBezTo>
                          <a:lnTo>
                            <a:pt x="21748" y="12752"/>
                          </a:lnTo>
                          <a:close/>
                        </a:path>
                      </a:pathLst>
                    </a:custGeom>
                    <a:solidFill>
                      <a:srgbClr val="010101"/>
                    </a:solidFill>
                    <a:ln w="2249" cap="flat">
                      <a:noFill/>
                      <a:prstDash val="solid"/>
                      <a:miter/>
                    </a:ln>
                  </p:spPr>
                  <p:txBody>
                    <a:bodyPr rtlCol="0" anchor="ctr"/>
                    <a:lstStyle/>
                    <a:p>
                      <a:endParaRPr lang="en-US"/>
                    </a:p>
                  </p:txBody>
                </p:sp>
                <p:sp>
                  <p:nvSpPr>
                    <p:cNvPr id="3482" name="Freeform 3481">
                      <a:extLst>
                        <a:ext uri="{FF2B5EF4-FFF2-40B4-BE49-F238E27FC236}">
                          <a16:creationId xmlns:a16="http://schemas.microsoft.com/office/drawing/2014/main" id="{A17DE8DB-C858-D86F-19D1-1DCB83DBD5DD}"/>
                        </a:ext>
                      </a:extLst>
                    </p:cNvPr>
                    <p:cNvSpPr/>
                    <p:nvPr/>
                  </p:nvSpPr>
                  <p:spPr>
                    <a:xfrm>
                      <a:off x="5068092" y="3026211"/>
                      <a:ext cx="25683" cy="39626"/>
                    </a:xfrm>
                    <a:custGeom>
                      <a:avLst/>
                      <a:gdLst>
                        <a:gd name="connsiteX0" fmla="*/ 22445 w 25683"/>
                        <a:gd name="connsiteY0" fmla="*/ 0 h 39626"/>
                        <a:gd name="connsiteX1" fmla="*/ 25683 w 25683"/>
                        <a:gd name="connsiteY1" fmla="*/ 0 h 39626"/>
                        <a:gd name="connsiteX2" fmla="*/ 25683 w 25683"/>
                        <a:gd name="connsiteY2" fmla="*/ 38862 h 39626"/>
                        <a:gd name="connsiteX3" fmla="*/ 22445 w 25683"/>
                        <a:gd name="connsiteY3" fmla="*/ 38862 h 39626"/>
                        <a:gd name="connsiteX4" fmla="*/ 22445 w 25683"/>
                        <a:gd name="connsiteY4" fmla="*/ 33959 h 39626"/>
                        <a:gd name="connsiteX5" fmla="*/ 22332 w 25683"/>
                        <a:gd name="connsiteY5" fmla="*/ 33959 h 39626"/>
                        <a:gd name="connsiteX6" fmla="*/ 20533 w 25683"/>
                        <a:gd name="connsiteY6" fmla="*/ 36411 h 39626"/>
                        <a:gd name="connsiteX7" fmla="*/ 18104 w 25683"/>
                        <a:gd name="connsiteY7" fmla="*/ 38165 h 39626"/>
                        <a:gd name="connsiteX8" fmla="*/ 15383 w 25683"/>
                        <a:gd name="connsiteY8" fmla="*/ 39244 h 39626"/>
                        <a:gd name="connsiteX9" fmla="*/ 12639 w 25683"/>
                        <a:gd name="connsiteY9" fmla="*/ 39627 h 39626"/>
                        <a:gd name="connsiteX10" fmla="*/ 6859 w 25683"/>
                        <a:gd name="connsiteY10" fmla="*/ 38502 h 39626"/>
                        <a:gd name="connsiteX11" fmla="*/ 2946 w 25683"/>
                        <a:gd name="connsiteY11" fmla="*/ 35399 h 39626"/>
                        <a:gd name="connsiteX12" fmla="*/ 697 w 25683"/>
                        <a:gd name="connsiteY12" fmla="*/ 30721 h 39626"/>
                        <a:gd name="connsiteX13" fmla="*/ 0 w 25683"/>
                        <a:gd name="connsiteY13" fmla="*/ 24941 h 39626"/>
                        <a:gd name="connsiteX14" fmla="*/ 765 w 25683"/>
                        <a:gd name="connsiteY14" fmla="*/ 19319 h 39626"/>
                        <a:gd name="connsiteX15" fmla="*/ 3059 w 25683"/>
                        <a:gd name="connsiteY15" fmla="*/ 14596 h 39626"/>
                        <a:gd name="connsiteX16" fmla="*/ 6949 w 25683"/>
                        <a:gd name="connsiteY16" fmla="*/ 11357 h 39626"/>
                        <a:gd name="connsiteX17" fmla="*/ 12482 w 25683"/>
                        <a:gd name="connsiteY17" fmla="*/ 10143 h 39626"/>
                        <a:gd name="connsiteX18" fmla="*/ 18172 w 25683"/>
                        <a:gd name="connsiteY18" fmla="*/ 11470 h 39626"/>
                        <a:gd name="connsiteX19" fmla="*/ 22467 w 25683"/>
                        <a:gd name="connsiteY19" fmla="*/ 15383 h 39626"/>
                        <a:gd name="connsiteX20" fmla="*/ 22467 w 25683"/>
                        <a:gd name="connsiteY20" fmla="*/ 0 h 39626"/>
                        <a:gd name="connsiteX21" fmla="*/ 22445 w 25683"/>
                        <a:gd name="connsiteY21" fmla="*/ 24761 h 39626"/>
                        <a:gd name="connsiteX22" fmla="*/ 21793 w 25683"/>
                        <a:gd name="connsiteY22" fmla="*/ 20263 h 39626"/>
                        <a:gd name="connsiteX23" fmla="*/ 19926 w 25683"/>
                        <a:gd name="connsiteY23" fmla="*/ 16530 h 39626"/>
                        <a:gd name="connsiteX24" fmla="*/ 16957 w 25683"/>
                        <a:gd name="connsiteY24" fmla="*/ 13989 h 39626"/>
                        <a:gd name="connsiteX25" fmla="*/ 12999 w 25683"/>
                        <a:gd name="connsiteY25" fmla="*/ 13044 h 39626"/>
                        <a:gd name="connsiteX26" fmla="*/ 8636 w 25683"/>
                        <a:gd name="connsiteY26" fmla="*/ 14033 h 39626"/>
                        <a:gd name="connsiteX27" fmla="*/ 5622 w 25683"/>
                        <a:gd name="connsiteY27" fmla="*/ 16755 h 39626"/>
                        <a:gd name="connsiteX28" fmla="*/ 3891 w 25683"/>
                        <a:gd name="connsiteY28" fmla="*/ 20780 h 39626"/>
                        <a:gd name="connsiteX29" fmla="*/ 3463 w 25683"/>
                        <a:gd name="connsiteY29" fmla="*/ 25728 h 39626"/>
                        <a:gd name="connsiteX30" fmla="*/ 4183 w 25683"/>
                        <a:gd name="connsiteY30" fmla="*/ 30406 h 39626"/>
                        <a:gd name="connsiteX31" fmla="*/ 6207 w 25683"/>
                        <a:gd name="connsiteY31" fmla="*/ 33824 h 39626"/>
                        <a:gd name="connsiteX32" fmla="*/ 9221 w 25683"/>
                        <a:gd name="connsiteY32" fmla="*/ 35961 h 39626"/>
                        <a:gd name="connsiteX33" fmla="*/ 12999 w 25683"/>
                        <a:gd name="connsiteY33" fmla="*/ 36681 h 39626"/>
                        <a:gd name="connsiteX34" fmla="*/ 17047 w 25683"/>
                        <a:gd name="connsiteY34" fmla="*/ 35758 h 39626"/>
                        <a:gd name="connsiteX35" fmla="*/ 20016 w 25683"/>
                        <a:gd name="connsiteY35" fmla="*/ 33240 h 39626"/>
                        <a:gd name="connsiteX36" fmla="*/ 21815 w 25683"/>
                        <a:gd name="connsiteY36" fmla="*/ 29461 h 39626"/>
                        <a:gd name="connsiteX37" fmla="*/ 22445 w 25683"/>
                        <a:gd name="connsiteY37" fmla="*/ 24739 h 3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683" h="39626">
                          <a:moveTo>
                            <a:pt x="22445" y="0"/>
                          </a:moveTo>
                          <a:lnTo>
                            <a:pt x="25683" y="0"/>
                          </a:lnTo>
                          <a:lnTo>
                            <a:pt x="25683" y="38862"/>
                          </a:lnTo>
                          <a:lnTo>
                            <a:pt x="22445" y="38862"/>
                          </a:lnTo>
                          <a:lnTo>
                            <a:pt x="22445" y="33959"/>
                          </a:lnTo>
                          <a:lnTo>
                            <a:pt x="22332" y="33959"/>
                          </a:lnTo>
                          <a:cubicBezTo>
                            <a:pt x="21860" y="34904"/>
                            <a:pt x="21253" y="35713"/>
                            <a:pt x="20533" y="36411"/>
                          </a:cubicBezTo>
                          <a:cubicBezTo>
                            <a:pt x="19791" y="37108"/>
                            <a:pt x="18981" y="37693"/>
                            <a:pt x="18104" y="38165"/>
                          </a:cubicBezTo>
                          <a:cubicBezTo>
                            <a:pt x="17227" y="38637"/>
                            <a:pt x="16305" y="38997"/>
                            <a:pt x="15383" y="39244"/>
                          </a:cubicBezTo>
                          <a:cubicBezTo>
                            <a:pt x="14438" y="39492"/>
                            <a:pt x="13539" y="39627"/>
                            <a:pt x="12639" y="39627"/>
                          </a:cubicBezTo>
                          <a:cubicBezTo>
                            <a:pt x="10368" y="39627"/>
                            <a:pt x="8456" y="39244"/>
                            <a:pt x="6859" y="38502"/>
                          </a:cubicBezTo>
                          <a:cubicBezTo>
                            <a:pt x="5285" y="37738"/>
                            <a:pt x="3981" y="36703"/>
                            <a:pt x="2946" y="35399"/>
                          </a:cubicBezTo>
                          <a:cubicBezTo>
                            <a:pt x="1912" y="34094"/>
                            <a:pt x="1170" y="32520"/>
                            <a:pt x="697" y="30721"/>
                          </a:cubicBezTo>
                          <a:cubicBezTo>
                            <a:pt x="225" y="28922"/>
                            <a:pt x="0" y="26987"/>
                            <a:pt x="0" y="24941"/>
                          </a:cubicBezTo>
                          <a:cubicBezTo>
                            <a:pt x="0" y="23007"/>
                            <a:pt x="247" y="21118"/>
                            <a:pt x="765" y="19319"/>
                          </a:cubicBezTo>
                          <a:cubicBezTo>
                            <a:pt x="1260" y="17519"/>
                            <a:pt x="2024" y="15945"/>
                            <a:pt x="3059" y="14596"/>
                          </a:cubicBezTo>
                          <a:cubicBezTo>
                            <a:pt x="4093" y="13246"/>
                            <a:pt x="5375" y="12167"/>
                            <a:pt x="6949" y="11357"/>
                          </a:cubicBezTo>
                          <a:cubicBezTo>
                            <a:pt x="8524" y="10548"/>
                            <a:pt x="10368" y="10143"/>
                            <a:pt x="12482" y="10143"/>
                          </a:cubicBezTo>
                          <a:cubicBezTo>
                            <a:pt x="14461" y="10143"/>
                            <a:pt x="16350" y="10593"/>
                            <a:pt x="18172" y="11470"/>
                          </a:cubicBezTo>
                          <a:cubicBezTo>
                            <a:pt x="19993" y="12347"/>
                            <a:pt x="21410" y="13651"/>
                            <a:pt x="22467" y="15383"/>
                          </a:cubicBezTo>
                          <a:lnTo>
                            <a:pt x="22467" y="0"/>
                          </a:lnTo>
                          <a:close/>
                          <a:moveTo>
                            <a:pt x="22445" y="24761"/>
                          </a:moveTo>
                          <a:cubicBezTo>
                            <a:pt x="22445" y="23187"/>
                            <a:pt x="22220" y="21680"/>
                            <a:pt x="21793" y="20263"/>
                          </a:cubicBezTo>
                          <a:cubicBezTo>
                            <a:pt x="21365" y="18846"/>
                            <a:pt x="20735" y="17609"/>
                            <a:pt x="19926" y="16530"/>
                          </a:cubicBezTo>
                          <a:cubicBezTo>
                            <a:pt x="19116" y="15473"/>
                            <a:pt x="18127" y="14618"/>
                            <a:pt x="16957" y="13989"/>
                          </a:cubicBezTo>
                          <a:cubicBezTo>
                            <a:pt x="15788" y="13359"/>
                            <a:pt x="14461" y="13044"/>
                            <a:pt x="12999" y="13044"/>
                          </a:cubicBezTo>
                          <a:cubicBezTo>
                            <a:pt x="11312" y="13044"/>
                            <a:pt x="9850" y="13381"/>
                            <a:pt x="8636" y="14033"/>
                          </a:cubicBezTo>
                          <a:cubicBezTo>
                            <a:pt x="7422" y="14708"/>
                            <a:pt x="6409" y="15608"/>
                            <a:pt x="5622" y="16755"/>
                          </a:cubicBezTo>
                          <a:cubicBezTo>
                            <a:pt x="4835" y="17902"/>
                            <a:pt x="4251" y="19251"/>
                            <a:pt x="3891" y="20780"/>
                          </a:cubicBezTo>
                          <a:cubicBezTo>
                            <a:pt x="3531" y="22310"/>
                            <a:pt x="3396" y="23951"/>
                            <a:pt x="3463" y="25728"/>
                          </a:cubicBezTo>
                          <a:cubicBezTo>
                            <a:pt x="3463" y="27482"/>
                            <a:pt x="3711" y="29056"/>
                            <a:pt x="4183" y="30406"/>
                          </a:cubicBezTo>
                          <a:cubicBezTo>
                            <a:pt x="4678" y="31755"/>
                            <a:pt x="5353" y="32902"/>
                            <a:pt x="6207" y="33824"/>
                          </a:cubicBezTo>
                          <a:cubicBezTo>
                            <a:pt x="7062" y="34746"/>
                            <a:pt x="8074" y="35466"/>
                            <a:pt x="9221" y="35961"/>
                          </a:cubicBezTo>
                          <a:cubicBezTo>
                            <a:pt x="10368" y="36456"/>
                            <a:pt x="11627" y="36681"/>
                            <a:pt x="12999" y="36681"/>
                          </a:cubicBezTo>
                          <a:cubicBezTo>
                            <a:pt x="14506" y="36681"/>
                            <a:pt x="15855" y="36366"/>
                            <a:pt x="17047" y="35758"/>
                          </a:cubicBezTo>
                          <a:cubicBezTo>
                            <a:pt x="18239" y="35151"/>
                            <a:pt x="19229" y="34319"/>
                            <a:pt x="20016" y="33240"/>
                          </a:cubicBezTo>
                          <a:cubicBezTo>
                            <a:pt x="20803" y="32183"/>
                            <a:pt x="21410" y="30923"/>
                            <a:pt x="21815" y="29461"/>
                          </a:cubicBezTo>
                          <a:cubicBezTo>
                            <a:pt x="22220" y="27999"/>
                            <a:pt x="22445" y="26425"/>
                            <a:pt x="22445" y="24739"/>
                          </a:cubicBezTo>
                          <a:close/>
                        </a:path>
                      </a:pathLst>
                    </a:custGeom>
                    <a:solidFill>
                      <a:srgbClr val="010101"/>
                    </a:solidFill>
                    <a:ln w="2249" cap="flat">
                      <a:noFill/>
                      <a:prstDash val="solid"/>
                      <a:miter/>
                    </a:ln>
                  </p:spPr>
                  <p:txBody>
                    <a:bodyPr rtlCol="0" anchor="ctr"/>
                    <a:lstStyle/>
                    <a:p>
                      <a:endParaRPr lang="en-US"/>
                    </a:p>
                  </p:txBody>
                </p:sp>
              </p:grpSp>
              <p:grpSp>
                <p:nvGrpSpPr>
                  <p:cNvPr id="47" name="Graphic 4479">
                    <a:extLst>
                      <a:ext uri="{FF2B5EF4-FFF2-40B4-BE49-F238E27FC236}">
                        <a16:creationId xmlns:a16="http://schemas.microsoft.com/office/drawing/2014/main" id="{7C3371D9-28F2-1DD4-DC3D-28C7D182ECDB}"/>
                      </a:ext>
                    </a:extLst>
                  </p:cNvPr>
                  <p:cNvGrpSpPr/>
                  <p:nvPr/>
                </p:nvGrpSpPr>
                <p:grpSpPr>
                  <a:xfrm>
                    <a:off x="8542367" y="6349825"/>
                    <a:ext cx="675748" cy="148604"/>
                    <a:chOff x="5231524" y="3026189"/>
                    <a:chExt cx="180501" cy="39694"/>
                  </a:xfrm>
                  <a:solidFill>
                    <a:srgbClr val="010101"/>
                  </a:solidFill>
                </p:grpSpPr>
                <p:sp>
                  <p:nvSpPr>
                    <p:cNvPr id="3467" name="Freeform 3466">
                      <a:extLst>
                        <a:ext uri="{FF2B5EF4-FFF2-40B4-BE49-F238E27FC236}">
                          <a16:creationId xmlns:a16="http://schemas.microsoft.com/office/drawing/2014/main" id="{2605790D-6D86-7DA7-C2EE-9B48207BCD0B}"/>
                        </a:ext>
                      </a:extLst>
                    </p:cNvPr>
                    <p:cNvSpPr/>
                    <p:nvPr/>
                  </p:nvSpPr>
                  <p:spPr>
                    <a:xfrm>
                      <a:off x="5231524" y="3026189"/>
                      <a:ext cx="3553" cy="38884"/>
                    </a:xfrm>
                    <a:custGeom>
                      <a:avLst/>
                      <a:gdLst>
                        <a:gd name="connsiteX0" fmla="*/ 0 w 3553"/>
                        <a:gd name="connsiteY0" fmla="*/ 4813 h 38884"/>
                        <a:gd name="connsiteX1" fmla="*/ 0 w 3553"/>
                        <a:gd name="connsiteY1" fmla="*/ 0 h 38884"/>
                        <a:gd name="connsiteX2" fmla="*/ 3553 w 3553"/>
                        <a:gd name="connsiteY2" fmla="*/ 0 h 38884"/>
                        <a:gd name="connsiteX3" fmla="*/ 3553 w 3553"/>
                        <a:gd name="connsiteY3" fmla="*/ 4813 h 38884"/>
                        <a:gd name="connsiteX4" fmla="*/ 0 w 3553"/>
                        <a:gd name="connsiteY4" fmla="*/ 4813 h 38884"/>
                        <a:gd name="connsiteX5" fmla="*/ 180 w 3553"/>
                        <a:gd name="connsiteY5" fmla="*/ 38885 h 38884"/>
                        <a:gd name="connsiteX6" fmla="*/ 180 w 3553"/>
                        <a:gd name="connsiteY6" fmla="*/ 10930 h 38884"/>
                        <a:gd name="connsiteX7" fmla="*/ 3418 w 3553"/>
                        <a:gd name="connsiteY7" fmla="*/ 10930 h 38884"/>
                        <a:gd name="connsiteX8" fmla="*/ 3418 w 3553"/>
                        <a:gd name="connsiteY8" fmla="*/ 38885 h 38884"/>
                        <a:gd name="connsiteX9" fmla="*/ 180 w 3553"/>
                        <a:gd name="connsiteY9" fmla="*/ 38885 h 38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53" h="38884">
                          <a:moveTo>
                            <a:pt x="0" y="4813"/>
                          </a:moveTo>
                          <a:lnTo>
                            <a:pt x="0" y="0"/>
                          </a:lnTo>
                          <a:lnTo>
                            <a:pt x="3553" y="0"/>
                          </a:lnTo>
                          <a:lnTo>
                            <a:pt x="3553" y="4813"/>
                          </a:lnTo>
                          <a:lnTo>
                            <a:pt x="0" y="4813"/>
                          </a:lnTo>
                          <a:close/>
                          <a:moveTo>
                            <a:pt x="180" y="38885"/>
                          </a:moveTo>
                          <a:lnTo>
                            <a:pt x="180" y="10930"/>
                          </a:lnTo>
                          <a:lnTo>
                            <a:pt x="3418" y="10930"/>
                          </a:lnTo>
                          <a:lnTo>
                            <a:pt x="3418" y="38885"/>
                          </a:lnTo>
                          <a:lnTo>
                            <a:pt x="180" y="38885"/>
                          </a:lnTo>
                          <a:close/>
                        </a:path>
                      </a:pathLst>
                    </a:custGeom>
                    <a:solidFill>
                      <a:srgbClr val="010101"/>
                    </a:solidFill>
                    <a:ln w="2249" cap="flat">
                      <a:noFill/>
                      <a:prstDash val="solid"/>
                      <a:miter/>
                    </a:ln>
                  </p:spPr>
                  <p:txBody>
                    <a:bodyPr rtlCol="0" anchor="ctr"/>
                    <a:lstStyle/>
                    <a:p>
                      <a:endParaRPr lang="en-US"/>
                    </a:p>
                  </p:txBody>
                </p:sp>
                <p:sp>
                  <p:nvSpPr>
                    <p:cNvPr id="3468" name="Freeform 3467">
                      <a:extLst>
                        <a:ext uri="{FF2B5EF4-FFF2-40B4-BE49-F238E27FC236}">
                          <a16:creationId xmlns:a16="http://schemas.microsoft.com/office/drawing/2014/main" id="{3131270E-E50A-7C74-F094-5DA650B7DDF0}"/>
                        </a:ext>
                      </a:extLst>
                    </p:cNvPr>
                    <p:cNvSpPr/>
                    <p:nvPr/>
                  </p:nvSpPr>
                  <p:spPr>
                    <a:xfrm>
                      <a:off x="5241779" y="3036332"/>
                      <a:ext cx="22039" cy="29438"/>
                    </a:xfrm>
                    <a:custGeom>
                      <a:avLst/>
                      <a:gdLst>
                        <a:gd name="connsiteX0" fmla="*/ 3306 w 22039"/>
                        <a:gd name="connsiteY0" fmla="*/ 19993 h 29438"/>
                        <a:gd name="connsiteX1" fmla="*/ 6027 w 22039"/>
                        <a:gd name="connsiteY1" fmla="*/ 25098 h 29438"/>
                        <a:gd name="connsiteX2" fmla="*/ 11672 w 22039"/>
                        <a:gd name="connsiteY2" fmla="*/ 26583 h 29438"/>
                        <a:gd name="connsiteX3" fmla="*/ 14753 w 22039"/>
                        <a:gd name="connsiteY3" fmla="*/ 26155 h 29438"/>
                        <a:gd name="connsiteX4" fmla="*/ 16890 w 22039"/>
                        <a:gd name="connsiteY4" fmla="*/ 24986 h 29438"/>
                        <a:gd name="connsiteX5" fmla="*/ 18149 w 22039"/>
                        <a:gd name="connsiteY5" fmla="*/ 23344 h 29438"/>
                        <a:gd name="connsiteX6" fmla="*/ 18576 w 22039"/>
                        <a:gd name="connsiteY6" fmla="*/ 21410 h 29438"/>
                        <a:gd name="connsiteX7" fmla="*/ 17250 w 22039"/>
                        <a:gd name="connsiteY7" fmla="*/ 18352 h 29438"/>
                        <a:gd name="connsiteX8" fmla="*/ 13921 w 22039"/>
                        <a:gd name="connsiteY8" fmla="*/ 16777 h 29438"/>
                        <a:gd name="connsiteX9" fmla="*/ 9603 w 22039"/>
                        <a:gd name="connsiteY9" fmla="*/ 15810 h 29438"/>
                        <a:gd name="connsiteX10" fmla="*/ 5285 w 22039"/>
                        <a:gd name="connsiteY10" fmla="*/ 14596 h 29438"/>
                        <a:gd name="connsiteX11" fmla="*/ 1957 w 22039"/>
                        <a:gd name="connsiteY11" fmla="*/ 12279 h 29438"/>
                        <a:gd name="connsiteX12" fmla="*/ 630 w 22039"/>
                        <a:gd name="connsiteY12" fmla="*/ 8006 h 29438"/>
                        <a:gd name="connsiteX13" fmla="*/ 3194 w 22039"/>
                        <a:gd name="connsiteY13" fmla="*/ 2249 h 29438"/>
                        <a:gd name="connsiteX14" fmla="*/ 10458 w 22039"/>
                        <a:gd name="connsiteY14" fmla="*/ 0 h 29438"/>
                        <a:gd name="connsiteX15" fmla="*/ 17834 w 22039"/>
                        <a:gd name="connsiteY15" fmla="*/ 2024 h 29438"/>
                        <a:gd name="connsiteX16" fmla="*/ 21253 w 22039"/>
                        <a:gd name="connsiteY16" fmla="*/ 8793 h 29438"/>
                        <a:gd name="connsiteX17" fmla="*/ 17969 w 22039"/>
                        <a:gd name="connsiteY17" fmla="*/ 8793 h 29438"/>
                        <a:gd name="connsiteX18" fmla="*/ 15518 w 22039"/>
                        <a:gd name="connsiteY18" fmla="*/ 4228 h 29438"/>
                        <a:gd name="connsiteX19" fmla="*/ 10413 w 22039"/>
                        <a:gd name="connsiteY19" fmla="*/ 2901 h 29438"/>
                        <a:gd name="connsiteX20" fmla="*/ 5712 w 22039"/>
                        <a:gd name="connsiteY20" fmla="*/ 4228 h 29438"/>
                        <a:gd name="connsiteX21" fmla="*/ 4093 w 22039"/>
                        <a:gd name="connsiteY21" fmla="*/ 7714 h 29438"/>
                        <a:gd name="connsiteX22" fmla="*/ 5420 w 22039"/>
                        <a:gd name="connsiteY22" fmla="*/ 10593 h 29438"/>
                        <a:gd name="connsiteX23" fmla="*/ 8748 w 22039"/>
                        <a:gd name="connsiteY23" fmla="*/ 12212 h 29438"/>
                        <a:gd name="connsiteX24" fmla="*/ 13067 w 22039"/>
                        <a:gd name="connsiteY24" fmla="*/ 13314 h 29438"/>
                        <a:gd name="connsiteX25" fmla="*/ 17385 w 22039"/>
                        <a:gd name="connsiteY25" fmla="*/ 14686 h 29438"/>
                        <a:gd name="connsiteX26" fmla="*/ 20713 w 22039"/>
                        <a:gd name="connsiteY26" fmla="*/ 17092 h 29438"/>
                        <a:gd name="connsiteX27" fmla="*/ 22040 w 22039"/>
                        <a:gd name="connsiteY27" fmla="*/ 21298 h 29438"/>
                        <a:gd name="connsiteX28" fmla="*/ 21185 w 22039"/>
                        <a:gd name="connsiteY28" fmla="*/ 24829 h 29438"/>
                        <a:gd name="connsiteX29" fmla="*/ 18802 w 22039"/>
                        <a:gd name="connsiteY29" fmla="*/ 27392 h 29438"/>
                        <a:gd name="connsiteX30" fmla="*/ 15203 w 22039"/>
                        <a:gd name="connsiteY30" fmla="*/ 28922 h 29438"/>
                        <a:gd name="connsiteX31" fmla="*/ 10638 w 22039"/>
                        <a:gd name="connsiteY31" fmla="*/ 29439 h 29438"/>
                        <a:gd name="connsiteX32" fmla="*/ 6230 w 22039"/>
                        <a:gd name="connsiteY32" fmla="*/ 28719 h 29438"/>
                        <a:gd name="connsiteX33" fmla="*/ 2969 w 22039"/>
                        <a:gd name="connsiteY33" fmla="*/ 26695 h 29438"/>
                        <a:gd name="connsiteX34" fmla="*/ 855 w 22039"/>
                        <a:gd name="connsiteY34" fmla="*/ 23682 h 29438"/>
                        <a:gd name="connsiteX35" fmla="*/ 0 w 22039"/>
                        <a:gd name="connsiteY35" fmla="*/ 19948 h 29438"/>
                        <a:gd name="connsiteX36" fmla="*/ 3284 w 22039"/>
                        <a:gd name="connsiteY36" fmla="*/ 19948 h 29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2039" h="29438">
                          <a:moveTo>
                            <a:pt x="3306" y="19993"/>
                          </a:moveTo>
                          <a:cubicBezTo>
                            <a:pt x="3801" y="22400"/>
                            <a:pt x="4723" y="24109"/>
                            <a:pt x="6027" y="25098"/>
                          </a:cubicBezTo>
                          <a:cubicBezTo>
                            <a:pt x="7332" y="26088"/>
                            <a:pt x="9221" y="26583"/>
                            <a:pt x="11672" y="26583"/>
                          </a:cubicBezTo>
                          <a:cubicBezTo>
                            <a:pt x="12864" y="26583"/>
                            <a:pt x="13876" y="26448"/>
                            <a:pt x="14753" y="26155"/>
                          </a:cubicBezTo>
                          <a:cubicBezTo>
                            <a:pt x="15608" y="25863"/>
                            <a:pt x="16327" y="25481"/>
                            <a:pt x="16890" y="24986"/>
                          </a:cubicBezTo>
                          <a:cubicBezTo>
                            <a:pt x="17452" y="24491"/>
                            <a:pt x="17879" y="23951"/>
                            <a:pt x="18149" y="23344"/>
                          </a:cubicBezTo>
                          <a:cubicBezTo>
                            <a:pt x="18442" y="22737"/>
                            <a:pt x="18576" y="22085"/>
                            <a:pt x="18576" y="21410"/>
                          </a:cubicBezTo>
                          <a:cubicBezTo>
                            <a:pt x="18576" y="20038"/>
                            <a:pt x="18127" y="19026"/>
                            <a:pt x="17250" y="18352"/>
                          </a:cubicBezTo>
                          <a:cubicBezTo>
                            <a:pt x="16372" y="17677"/>
                            <a:pt x="15271" y="17160"/>
                            <a:pt x="13921" y="16777"/>
                          </a:cubicBezTo>
                          <a:cubicBezTo>
                            <a:pt x="12572" y="16395"/>
                            <a:pt x="11155" y="16080"/>
                            <a:pt x="9603" y="15810"/>
                          </a:cubicBezTo>
                          <a:cubicBezTo>
                            <a:pt x="8051" y="15540"/>
                            <a:pt x="6612" y="15136"/>
                            <a:pt x="5285" y="14596"/>
                          </a:cubicBezTo>
                          <a:cubicBezTo>
                            <a:pt x="3958" y="14056"/>
                            <a:pt x="2856" y="13291"/>
                            <a:pt x="1957" y="12279"/>
                          </a:cubicBezTo>
                          <a:cubicBezTo>
                            <a:pt x="1057" y="11267"/>
                            <a:pt x="630" y="9850"/>
                            <a:pt x="630" y="8006"/>
                          </a:cubicBezTo>
                          <a:cubicBezTo>
                            <a:pt x="630" y="5667"/>
                            <a:pt x="1484" y="3756"/>
                            <a:pt x="3194" y="2249"/>
                          </a:cubicBezTo>
                          <a:cubicBezTo>
                            <a:pt x="4903" y="765"/>
                            <a:pt x="7332" y="0"/>
                            <a:pt x="10458" y="0"/>
                          </a:cubicBezTo>
                          <a:cubicBezTo>
                            <a:pt x="13584" y="0"/>
                            <a:pt x="15945" y="675"/>
                            <a:pt x="17834" y="2024"/>
                          </a:cubicBezTo>
                          <a:cubicBezTo>
                            <a:pt x="19723" y="3373"/>
                            <a:pt x="20870" y="5622"/>
                            <a:pt x="21253" y="8793"/>
                          </a:cubicBezTo>
                          <a:lnTo>
                            <a:pt x="17969" y="8793"/>
                          </a:lnTo>
                          <a:cubicBezTo>
                            <a:pt x="17677" y="6634"/>
                            <a:pt x="16867" y="5105"/>
                            <a:pt x="15518" y="4228"/>
                          </a:cubicBezTo>
                          <a:cubicBezTo>
                            <a:pt x="14169" y="3351"/>
                            <a:pt x="12459" y="2901"/>
                            <a:pt x="10413" y="2901"/>
                          </a:cubicBezTo>
                          <a:cubicBezTo>
                            <a:pt x="8366" y="2901"/>
                            <a:pt x="6792" y="3351"/>
                            <a:pt x="5712" y="4228"/>
                          </a:cubicBezTo>
                          <a:cubicBezTo>
                            <a:pt x="4633" y="5105"/>
                            <a:pt x="4093" y="6275"/>
                            <a:pt x="4093" y="7714"/>
                          </a:cubicBezTo>
                          <a:cubicBezTo>
                            <a:pt x="4093" y="8973"/>
                            <a:pt x="4543" y="9940"/>
                            <a:pt x="5420" y="10593"/>
                          </a:cubicBezTo>
                          <a:cubicBezTo>
                            <a:pt x="6297" y="11267"/>
                            <a:pt x="7399" y="11807"/>
                            <a:pt x="8748" y="12212"/>
                          </a:cubicBezTo>
                          <a:cubicBezTo>
                            <a:pt x="10076" y="12617"/>
                            <a:pt x="11515" y="12999"/>
                            <a:pt x="13067" y="13314"/>
                          </a:cubicBezTo>
                          <a:cubicBezTo>
                            <a:pt x="14618" y="13629"/>
                            <a:pt x="16058" y="14101"/>
                            <a:pt x="17385" y="14686"/>
                          </a:cubicBezTo>
                          <a:cubicBezTo>
                            <a:pt x="18711" y="15270"/>
                            <a:pt x="19813" y="16080"/>
                            <a:pt x="20713" y="17092"/>
                          </a:cubicBezTo>
                          <a:cubicBezTo>
                            <a:pt x="21590" y="18104"/>
                            <a:pt x="22040" y="19498"/>
                            <a:pt x="22040" y="21298"/>
                          </a:cubicBezTo>
                          <a:cubicBezTo>
                            <a:pt x="22040" y="22625"/>
                            <a:pt x="21748" y="23816"/>
                            <a:pt x="21185" y="24829"/>
                          </a:cubicBezTo>
                          <a:cubicBezTo>
                            <a:pt x="20601" y="25863"/>
                            <a:pt x="19813" y="26718"/>
                            <a:pt x="18802" y="27392"/>
                          </a:cubicBezTo>
                          <a:cubicBezTo>
                            <a:pt x="17789" y="28067"/>
                            <a:pt x="16597" y="28584"/>
                            <a:pt x="15203" y="28922"/>
                          </a:cubicBezTo>
                          <a:cubicBezTo>
                            <a:pt x="13809" y="29259"/>
                            <a:pt x="12302" y="29439"/>
                            <a:pt x="10638" y="29439"/>
                          </a:cubicBezTo>
                          <a:cubicBezTo>
                            <a:pt x="8973" y="29439"/>
                            <a:pt x="7512" y="29192"/>
                            <a:pt x="6230" y="28719"/>
                          </a:cubicBezTo>
                          <a:cubicBezTo>
                            <a:pt x="4948" y="28224"/>
                            <a:pt x="3868" y="27550"/>
                            <a:pt x="2969" y="26695"/>
                          </a:cubicBezTo>
                          <a:cubicBezTo>
                            <a:pt x="2069" y="25841"/>
                            <a:pt x="1372" y="24829"/>
                            <a:pt x="855" y="23682"/>
                          </a:cubicBezTo>
                          <a:cubicBezTo>
                            <a:pt x="360" y="22535"/>
                            <a:pt x="68" y="21298"/>
                            <a:pt x="0" y="19948"/>
                          </a:cubicBezTo>
                          <a:lnTo>
                            <a:pt x="3284" y="19948"/>
                          </a:lnTo>
                          <a:close/>
                        </a:path>
                      </a:pathLst>
                    </a:custGeom>
                    <a:solidFill>
                      <a:srgbClr val="010101"/>
                    </a:solidFill>
                    <a:ln w="2249" cap="flat">
                      <a:noFill/>
                      <a:prstDash val="solid"/>
                      <a:miter/>
                    </a:ln>
                  </p:spPr>
                  <p:txBody>
                    <a:bodyPr rtlCol="0" anchor="ctr"/>
                    <a:lstStyle/>
                    <a:p>
                      <a:endParaRPr lang="en-US"/>
                    </a:p>
                  </p:txBody>
                </p:sp>
                <p:sp>
                  <p:nvSpPr>
                    <p:cNvPr id="3469" name="Freeform 3468">
                      <a:extLst>
                        <a:ext uri="{FF2B5EF4-FFF2-40B4-BE49-F238E27FC236}">
                          <a16:creationId xmlns:a16="http://schemas.microsoft.com/office/drawing/2014/main" id="{71C6E814-09C0-F1F3-7C30-8F80088154B7}"/>
                        </a:ext>
                      </a:extLst>
                    </p:cNvPr>
                    <p:cNvSpPr/>
                    <p:nvPr/>
                  </p:nvSpPr>
                  <p:spPr>
                    <a:xfrm>
                      <a:off x="5268339" y="3036332"/>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4 w 25908"/>
                        <a:gd name="connsiteY3" fmla="*/ 21185 h 29483"/>
                        <a:gd name="connsiteX4" fmla="*/ 0 w 25908"/>
                        <a:gd name="connsiteY4" fmla="*/ 14753 h 29483"/>
                        <a:gd name="connsiteX5" fmla="*/ 810 w 25908"/>
                        <a:gd name="connsiteY5" fmla="*/ 8996 h 29483"/>
                        <a:gd name="connsiteX6" fmla="*/ 3238 w 25908"/>
                        <a:gd name="connsiteY6" fmla="*/ 4318 h 29483"/>
                        <a:gd name="connsiteX7" fmla="*/ 7287 w 25908"/>
                        <a:gd name="connsiteY7" fmla="*/ 1169 h 29483"/>
                        <a:gd name="connsiteX8" fmla="*/ 12954 w 25908"/>
                        <a:gd name="connsiteY8" fmla="*/ 0 h 29483"/>
                        <a:gd name="connsiteX9" fmla="*/ 18666 w 25908"/>
                        <a:gd name="connsiteY9" fmla="*/ 1169 h 29483"/>
                        <a:gd name="connsiteX10" fmla="*/ 22714 w 25908"/>
                        <a:gd name="connsiteY10" fmla="*/ 4296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67 w 25908"/>
                        <a:gd name="connsiteY17" fmla="*/ 14753 h 29483"/>
                        <a:gd name="connsiteX18" fmla="*/ 21927 w 25908"/>
                        <a:gd name="connsiteY18" fmla="*/ 10120 h 29483"/>
                        <a:gd name="connsiteX19" fmla="*/ 20263 w 25908"/>
                        <a:gd name="connsiteY19" fmla="*/ 6365 h 29483"/>
                        <a:gd name="connsiteX20" fmla="*/ 17339 w 25908"/>
                        <a:gd name="connsiteY20" fmla="*/ 3846 h 29483"/>
                        <a:gd name="connsiteX21" fmla="*/ 12977 w 25908"/>
                        <a:gd name="connsiteY21" fmla="*/ 2924 h 29483"/>
                        <a:gd name="connsiteX22" fmla="*/ 8636 w 25908"/>
                        <a:gd name="connsiteY22" fmla="*/ 3913 h 29483"/>
                        <a:gd name="connsiteX23" fmla="*/ 5690 w 25908"/>
                        <a:gd name="connsiteY23" fmla="*/ 6567 h 29483"/>
                        <a:gd name="connsiteX24" fmla="*/ 4026 w 25908"/>
                        <a:gd name="connsiteY24" fmla="*/ 10345 h 29483"/>
                        <a:gd name="connsiteX25" fmla="*/ 3486 w 25908"/>
                        <a:gd name="connsiteY25" fmla="*/ 14753 h 29483"/>
                        <a:gd name="connsiteX26" fmla="*/ 4115 w 25908"/>
                        <a:gd name="connsiteY26" fmla="*/ 19521 h 29483"/>
                        <a:gd name="connsiteX27" fmla="*/ 5915 w 25908"/>
                        <a:gd name="connsiteY27" fmla="*/ 23277 h 29483"/>
                        <a:gd name="connsiteX28" fmla="*/ 8883 w 25908"/>
                        <a:gd name="connsiteY28" fmla="*/ 25706 h 29483"/>
                        <a:gd name="connsiteX29" fmla="*/ 12977 w 25908"/>
                        <a:gd name="connsiteY29" fmla="*/ 26560 h 29483"/>
                        <a:gd name="connsiteX30" fmla="*/ 17317 w 25908"/>
                        <a:gd name="connsiteY30" fmla="*/ 25571 h 29483"/>
                        <a:gd name="connsiteX31" fmla="*/ 20263 w 25908"/>
                        <a:gd name="connsiteY31" fmla="*/ 22894 h 29483"/>
                        <a:gd name="connsiteX32" fmla="*/ 21927 w 25908"/>
                        <a:gd name="connsiteY32" fmla="*/ 19116 h 29483"/>
                        <a:gd name="connsiteX33" fmla="*/ 22467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4" y="21185"/>
                          </a:cubicBezTo>
                          <a:cubicBezTo>
                            <a:pt x="360" y="19341"/>
                            <a:pt x="0" y="17205"/>
                            <a:pt x="0" y="14753"/>
                          </a:cubicBezTo>
                          <a:cubicBezTo>
                            <a:pt x="0" y="12707"/>
                            <a:pt x="270" y="10795"/>
                            <a:pt x="810" y="8996"/>
                          </a:cubicBezTo>
                          <a:cubicBezTo>
                            <a:pt x="1349" y="7219"/>
                            <a:pt x="2159" y="5667"/>
                            <a:pt x="3238" y="4318"/>
                          </a:cubicBezTo>
                          <a:cubicBezTo>
                            <a:pt x="4318" y="2991"/>
                            <a:pt x="5667" y="1934"/>
                            <a:pt x="7287" y="1169"/>
                          </a:cubicBezTo>
                          <a:cubicBezTo>
                            <a:pt x="8906" y="405"/>
                            <a:pt x="10795" y="0"/>
                            <a:pt x="12954" y="0"/>
                          </a:cubicBezTo>
                          <a:cubicBezTo>
                            <a:pt x="15113" y="0"/>
                            <a:pt x="17047" y="382"/>
                            <a:pt x="18666" y="1169"/>
                          </a:cubicBezTo>
                          <a:cubicBezTo>
                            <a:pt x="20286" y="1934"/>
                            <a:pt x="21635" y="2991"/>
                            <a:pt x="22714" y="4296"/>
                          </a:cubicBezTo>
                          <a:cubicBezTo>
                            <a:pt x="23794" y="5600"/>
                            <a:pt x="24603" y="7174"/>
                            <a:pt x="25121" y="8973"/>
                          </a:cubicBezTo>
                          <a:cubicBezTo>
                            <a:pt x="25638" y="10773"/>
                            <a:pt x="25908" y="12707"/>
                            <a:pt x="25908" y="14753"/>
                          </a:cubicBezTo>
                          <a:cubicBezTo>
                            <a:pt x="25908" y="16980"/>
                            <a:pt x="25593" y="19004"/>
                            <a:pt x="24986" y="20803"/>
                          </a:cubicBezTo>
                          <a:cubicBezTo>
                            <a:pt x="24379" y="22602"/>
                            <a:pt x="23502" y="24154"/>
                            <a:pt x="22377" y="25436"/>
                          </a:cubicBezTo>
                          <a:cubicBezTo>
                            <a:pt x="21253" y="26740"/>
                            <a:pt x="19881" y="27730"/>
                            <a:pt x="18284" y="28427"/>
                          </a:cubicBezTo>
                          <a:cubicBezTo>
                            <a:pt x="16687" y="29124"/>
                            <a:pt x="14911" y="29484"/>
                            <a:pt x="12977" y="29484"/>
                          </a:cubicBezTo>
                          <a:close/>
                          <a:moveTo>
                            <a:pt x="22467" y="14753"/>
                          </a:moveTo>
                          <a:cubicBezTo>
                            <a:pt x="22467" y="13089"/>
                            <a:pt x="22287" y="11560"/>
                            <a:pt x="21927" y="10120"/>
                          </a:cubicBezTo>
                          <a:cubicBezTo>
                            <a:pt x="21567" y="8681"/>
                            <a:pt x="21005" y="7422"/>
                            <a:pt x="20263" y="6365"/>
                          </a:cubicBezTo>
                          <a:cubicBezTo>
                            <a:pt x="19499" y="5308"/>
                            <a:pt x="18531" y="4475"/>
                            <a:pt x="17339" y="3846"/>
                          </a:cubicBezTo>
                          <a:cubicBezTo>
                            <a:pt x="16147" y="3239"/>
                            <a:pt x="14686" y="2924"/>
                            <a:pt x="12977" y="2924"/>
                          </a:cubicBezTo>
                          <a:cubicBezTo>
                            <a:pt x="11267" y="2924"/>
                            <a:pt x="9828" y="3261"/>
                            <a:pt x="8636" y="3913"/>
                          </a:cubicBezTo>
                          <a:cubicBezTo>
                            <a:pt x="7422" y="4588"/>
                            <a:pt x="6454" y="5465"/>
                            <a:pt x="5690" y="6567"/>
                          </a:cubicBezTo>
                          <a:cubicBezTo>
                            <a:pt x="4925" y="7669"/>
                            <a:pt x="4385" y="8928"/>
                            <a:pt x="4026" y="10345"/>
                          </a:cubicBezTo>
                          <a:cubicBezTo>
                            <a:pt x="3666" y="11762"/>
                            <a:pt x="3486" y="13224"/>
                            <a:pt x="3486" y="14753"/>
                          </a:cubicBezTo>
                          <a:cubicBezTo>
                            <a:pt x="3486" y="16485"/>
                            <a:pt x="3688" y="18082"/>
                            <a:pt x="4115" y="19521"/>
                          </a:cubicBezTo>
                          <a:cubicBezTo>
                            <a:pt x="4520" y="20983"/>
                            <a:pt x="5128" y="22220"/>
                            <a:pt x="5915" y="23277"/>
                          </a:cubicBezTo>
                          <a:cubicBezTo>
                            <a:pt x="6702" y="24334"/>
                            <a:pt x="7692" y="25121"/>
                            <a:pt x="8883" y="25706"/>
                          </a:cubicBezTo>
                          <a:cubicBezTo>
                            <a:pt x="10075" y="26290"/>
                            <a:pt x="11447" y="26560"/>
                            <a:pt x="12977" y="26560"/>
                          </a:cubicBezTo>
                          <a:cubicBezTo>
                            <a:pt x="14663" y="26560"/>
                            <a:pt x="16125" y="26223"/>
                            <a:pt x="17317" y="25571"/>
                          </a:cubicBezTo>
                          <a:cubicBezTo>
                            <a:pt x="18531" y="24896"/>
                            <a:pt x="19499" y="24019"/>
                            <a:pt x="20263" y="22894"/>
                          </a:cubicBezTo>
                          <a:cubicBezTo>
                            <a:pt x="21028" y="21770"/>
                            <a:pt x="21567" y="20510"/>
                            <a:pt x="21927" y="19116"/>
                          </a:cubicBezTo>
                          <a:cubicBezTo>
                            <a:pt x="22287" y="17722"/>
                            <a:pt x="22467" y="16260"/>
                            <a:pt x="22467" y="14753"/>
                          </a:cubicBezTo>
                          <a:close/>
                        </a:path>
                      </a:pathLst>
                    </a:custGeom>
                    <a:solidFill>
                      <a:srgbClr val="010101"/>
                    </a:solidFill>
                    <a:ln w="2249" cap="flat">
                      <a:noFill/>
                      <a:prstDash val="solid"/>
                      <a:miter/>
                    </a:ln>
                  </p:spPr>
                  <p:txBody>
                    <a:bodyPr rtlCol="0" anchor="ctr"/>
                    <a:lstStyle/>
                    <a:p>
                      <a:endParaRPr lang="en-US"/>
                    </a:p>
                  </p:txBody>
                </p:sp>
                <p:sp>
                  <p:nvSpPr>
                    <p:cNvPr id="3470" name="Freeform 3469">
                      <a:extLst>
                        <a:ext uri="{FF2B5EF4-FFF2-40B4-BE49-F238E27FC236}">
                          <a16:creationId xmlns:a16="http://schemas.microsoft.com/office/drawing/2014/main" id="{0CACC55F-8149-9A39-7647-270F634A8A98}"/>
                        </a:ext>
                      </a:extLst>
                    </p:cNvPr>
                    <p:cNvSpPr/>
                    <p:nvPr/>
                  </p:nvSpPr>
                  <p:spPr>
                    <a:xfrm>
                      <a:off x="5300679" y="3026211"/>
                      <a:ext cx="3238" cy="38861"/>
                    </a:xfrm>
                    <a:custGeom>
                      <a:avLst/>
                      <a:gdLst>
                        <a:gd name="connsiteX0" fmla="*/ 0 w 3238"/>
                        <a:gd name="connsiteY0" fmla="*/ 38862 h 38861"/>
                        <a:gd name="connsiteX1" fmla="*/ 0 w 3238"/>
                        <a:gd name="connsiteY1" fmla="*/ 0 h 38861"/>
                        <a:gd name="connsiteX2" fmla="*/ 3238 w 3238"/>
                        <a:gd name="connsiteY2" fmla="*/ 0 h 38861"/>
                        <a:gd name="connsiteX3" fmla="*/ 3238 w 3238"/>
                        <a:gd name="connsiteY3" fmla="*/ 38862 h 38861"/>
                        <a:gd name="connsiteX4" fmla="*/ 0 w 3238"/>
                        <a:gd name="connsiteY4" fmla="*/ 38862 h 388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8" h="38861">
                          <a:moveTo>
                            <a:pt x="0" y="38862"/>
                          </a:moveTo>
                          <a:lnTo>
                            <a:pt x="0" y="0"/>
                          </a:lnTo>
                          <a:lnTo>
                            <a:pt x="3238" y="0"/>
                          </a:lnTo>
                          <a:lnTo>
                            <a:pt x="3238" y="38862"/>
                          </a:lnTo>
                          <a:lnTo>
                            <a:pt x="0" y="38862"/>
                          </a:lnTo>
                          <a:close/>
                        </a:path>
                      </a:pathLst>
                    </a:custGeom>
                    <a:solidFill>
                      <a:srgbClr val="010101"/>
                    </a:solidFill>
                    <a:ln w="2249" cap="flat">
                      <a:noFill/>
                      <a:prstDash val="solid"/>
                      <a:miter/>
                    </a:ln>
                  </p:spPr>
                  <p:txBody>
                    <a:bodyPr rtlCol="0" anchor="ctr"/>
                    <a:lstStyle/>
                    <a:p>
                      <a:endParaRPr lang="en-US"/>
                    </a:p>
                  </p:txBody>
                </p:sp>
                <p:sp>
                  <p:nvSpPr>
                    <p:cNvPr id="3471" name="Freeform 3470">
                      <a:extLst>
                        <a:ext uri="{FF2B5EF4-FFF2-40B4-BE49-F238E27FC236}">
                          <a16:creationId xmlns:a16="http://schemas.microsoft.com/office/drawing/2014/main" id="{DD9CBBDC-4B96-4E83-8097-BBB349093395}"/>
                        </a:ext>
                      </a:extLst>
                    </p:cNvPr>
                    <p:cNvSpPr/>
                    <p:nvPr/>
                  </p:nvSpPr>
                  <p:spPr>
                    <a:xfrm>
                      <a:off x="5310687" y="3036399"/>
                      <a:ext cx="26358" cy="29483"/>
                    </a:xfrm>
                    <a:custGeom>
                      <a:avLst/>
                      <a:gdLst>
                        <a:gd name="connsiteX0" fmla="*/ 14326 w 26358"/>
                        <a:gd name="connsiteY0" fmla="*/ 12369 h 29483"/>
                        <a:gd name="connsiteX1" fmla="*/ 16508 w 26358"/>
                        <a:gd name="connsiteY1" fmla="*/ 12054 h 29483"/>
                        <a:gd name="connsiteX2" fmla="*/ 18576 w 26358"/>
                        <a:gd name="connsiteY2" fmla="*/ 11470 h 29483"/>
                        <a:gd name="connsiteX3" fmla="*/ 19566 w 26358"/>
                        <a:gd name="connsiteY3" fmla="*/ 10210 h 29483"/>
                        <a:gd name="connsiteX4" fmla="*/ 19746 w 26358"/>
                        <a:gd name="connsiteY4" fmla="*/ 8569 h 29483"/>
                        <a:gd name="connsiteX5" fmla="*/ 18149 w 26358"/>
                        <a:gd name="connsiteY5" fmla="*/ 4498 h 29483"/>
                        <a:gd name="connsiteX6" fmla="*/ 12774 w 26358"/>
                        <a:gd name="connsiteY6" fmla="*/ 2901 h 29483"/>
                        <a:gd name="connsiteX7" fmla="*/ 9693 w 26358"/>
                        <a:gd name="connsiteY7" fmla="*/ 3193 h 29483"/>
                        <a:gd name="connsiteX8" fmla="*/ 7242 w 26358"/>
                        <a:gd name="connsiteY8" fmla="*/ 4228 h 29483"/>
                        <a:gd name="connsiteX9" fmla="*/ 5510 w 26358"/>
                        <a:gd name="connsiteY9" fmla="*/ 6162 h 29483"/>
                        <a:gd name="connsiteX10" fmla="*/ 4610 w 26358"/>
                        <a:gd name="connsiteY10" fmla="*/ 9221 h 29483"/>
                        <a:gd name="connsiteX11" fmla="*/ 1327 w 26358"/>
                        <a:gd name="connsiteY11" fmla="*/ 9221 h 29483"/>
                        <a:gd name="connsiteX12" fmla="*/ 2452 w 26358"/>
                        <a:gd name="connsiteY12" fmla="*/ 4993 h 29483"/>
                        <a:gd name="connsiteX13" fmla="*/ 4970 w 26358"/>
                        <a:gd name="connsiteY13" fmla="*/ 2137 h 29483"/>
                        <a:gd name="connsiteX14" fmla="*/ 8524 w 26358"/>
                        <a:gd name="connsiteY14" fmla="*/ 517 h 29483"/>
                        <a:gd name="connsiteX15" fmla="*/ 12819 w 26358"/>
                        <a:gd name="connsiteY15" fmla="*/ 0 h 29483"/>
                        <a:gd name="connsiteX16" fmla="*/ 16777 w 26358"/>
                        <a:gd name="connsiteY16" fmla="*/ 450 h 29483"/>
                        <a:gd name="connsiteX17" fmla="*/ 20016 w 26358"/>
                        <a:gd name="connsiteY17" fmla="*/ 1912 h 29483"/>
                        <a:gd name="connsiteX18" fmla="*/ 22175 w 26358"/>
                        <a:gd name="connsiteY18" fmla="*/ 4588 h 29483"/>
                        <a:gd name="connsiteX19" fmla="*/ 22962 w 26358"/>
                        <a:gd name="connsiteY19" fmla="*/ 8681 h 29483"/>
                        <a:gd name="connsiteX20" fmla="*/ 22962 w 26358"/>
                        <a:gd name="connsiteY20" fmla="*/ 23906 h 29483"/>
                        <a:gd name="connsiteX21" fmla="*/ 23637 w 26358"/>
                        <a:gd name="connsiteY21" fmla="*/ 26313 h 29483"/>
                        <a:gd name="connsiteX22" fmla="*/ 26358 w 26358"/>
                        <a:gd name="connsiteY22" fmla="*/ 26065 h 29483"/>
                        <a:gd name="connsiteX23" fmla="*/ 26358 w 26358"/>
                        <a:gd name="connsiteY23" fmla="*/ 28607 h 29483"/>
                        <a:gd name="connsiteX24" fmla="*/ 25256 w 26358"/>
                        <a:gd name="connsiteY24" fmla="*/ 28922 h 29483"/>
                        <a:gd name="connsiteX25" fmla="*/ 23817 w 26358"/>
                        <a:gd name="connsiteY25" fmla="*/ 29146 h 29483"/>
                        <a:gd name="connsiteX26" fmla="*/ 22355 w 26358"/>
                        <a:gd name="connsiteY26" fmla="*/ 28989 h 29483"/>
                        <a:gd name="connsiteX27" fmla="*/ 21050 w 26358"/>
                        <a:gd name="connsiteY27" fmla="*/ 28472 h 29483"/>
                        <a:gd name="connsiteX28" fmla="*/ 20263 w 26358"/>
                        <a:gd name="connsiteY28" fmla="*/ 27505 h 29483"/>
                        <a:gd name="connsiteX29" fmla="*/ 19858 w 26358"/>
                        <a:gd name="connsiteY29" fmla="*/ 26268 h 29483"/>
                        <a:gd name="connsiteX30" fmla="*/ 19746 w 26358"/>
                        <a:gd name="connsiteY30" fmla="*/ 24829 h 29483"/>
                        <a:gd name="connsiteX31" fmla="*/ 15046 w 26358"/>
                        <a:gd name="connsiteY31" fmla="*/ 28292 h 29483"/>
                        <a:gd name="connsiteX32" fmla="*/ 9333 w 26358"/>
                        <a:gd name="connsiteY32" fmla="*/ 29484 h 29483"/>
                        <a:gd name="connsiteX33" fmla="*/ 5802 w 26358"/>
                        <a:gd name="connsiteY33" fmla="*/ 28989 h 29483"/>
                        <a:gd name="connsiteX34" fmla="*/ 2811 w 26358"/>
                        <a:gd name="connsiteY34" fmla="*/ 27482 h 29483"/>
                        <a:gd name="connsiteX35" fmla="*/ 765 w 26358"/>
                        <a:gd name="connsiteY35" fmla="*/ 24963 h 29483"/>
                        <a:gd name="connsiteX36" fmla="*/ 0 w 26358"/>
                        <a:gd name="connsiteY36" fmla="*/ 21433 h 29483"/>
                        <a:gd name="connsiteX37" fmla="*/ 9761 w 26358"/>
                        <a:gd name="connsiteY37" fmla="*/ 13021 h 29483"/>
                        <a:gd name="connsiteX38" fmla="*/ 14236 w 26358"/>
                        <a:gd name="connsiteY38" fmla="*/ 12437 h 29483"/>
                        <a:gd name="connsiteX39" fmla="*/ 19791 w 26358"/>
                        <a:gd name="connsiteY39" fmla="*/ 13989 h 29483"/>
                        <a:gd name="connsiteX40" fmla="*/ 15630 w 26358"/>
                        <a:gd name="connsiteY40" fmla="*/ 15113 h 29483"/>
                        <a:gd name="connsiteX41" fmla="*/ 11425 w 26358"/>
                        <a:gd name="connsiteY41" fmla="*/ 15540 h 29483"/>
                        <a:gd name="connsiteX42" fmla="*/ 5622 w 26358"/>
                        <a:gd name="connsiteY42" fmla="*/ 17205 h 29483"/>
                        <a:gd name="connsiteX43" fmla="*/ 3554 w 26358"/>
                        <a:gd name="connsiteY43" fmla="*/ 21478 h 29483"/>
                        <a:gd name="connsiteX44" fmla="*/ 4071 w 26358"/>
                        <a:gd name="connsiteY44" fmla="*/ 23726 h 29483"/>
                        <a:gd name="connsiteX45" fmla="*/ 5420 w 26358"/>
                        <a:gd name="connsiteY45" fmla="*/ 25301 h 29483"/>
                        <a:gd name="connsiteX46" fmla="*/ 7354 w 26358"/>
                        <a:gd name="connsiteY46" fmla="*/ 26223 h 29483"/>
                        <a:gd name="connsiteX47" fmla="*/ 9603 w 26358"/>
                        <a:gd name="connsiteY47" fmla="*/ 26515 h 29483"/>
                        <a:gd name="connsiteX48" fmla="*/ 13381 w 26358"/>
                        <a:gd name="connsiteY48" fmla="*/ 26020 h 29483"/>
                        <a:gd name="connsiteX49" fmla="*/ 16642 w 26358"/>
                        <a:gd name="connsiteY49" fmla="*/ 24536 h 29483"/>
                        <a:gd name="connsiteX50" fmla="*/ 18936 w 26358"/>
                        <a:gd name="connsiteY50" fmla="*/ 21995 h 29483"/>
                        <a:gd name="connsiteX51" fmla="*/ 19791 w 26358"/>
                        <a:gd name="connsiteY51" fmla="*/ 18352 h 29483"/>
                        <a:gd name="connsiteX52" fmla="*/ 19791 w 26358"/>
                        <a:gd name="connsiteY52" fmla="*/ 13989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6358" h="29483">
                          <a:moveTo>
                            <a:pt x="14326" y="12369"/>
                          </a:moveTo>
                          <a:cubicBezTo>
                            <a:pt x="14933" y="12302"/>
                            <a:pt x="15675" y="12189"/>
                            <a:pt x="16508" y="12054"/>
                          </a:cubicBezTo>
                          <a:cubicBezTo>
                            <a:pt x="17362" y="11919"/>
                            <a:pt x="18037" y="11717"/>
                            <a:pt x="18576" y="11470"/>
                          </a:cubicBezTo>
                          <a:cubicBezTo>
                            <a:pt x="19116" y="11222"/>
                            <a:pt x="19454" y="10795"/>
                            <a:pt x="19566" y="10210"/>
                          </a:cubicBezTo>
                          <a:cubicBezTo>
                            <a:pt x="19701" y="9626"/>
                            <a:pt x="19746" y="9063"/>
                            <a:pt x="19746" y="8569"/>
                          </a:cubicBezTo>
                          <a:cubicBezTo>
                            <a:pt x="19746" y="6904"/>
                            <a:pt x="19206" y="5555"/>
                            <a:pt x="18149" y="4498"/>
                          </a:cubicBezTo>
                          <a:cubicBezTo>
                            <a:pt x="17092" y="3441"/>
                            <a:pt x="15293" y="2901"/>
                            <a:pt x="12774" y="2901"/>
                          </a:cubicBezTo>
                          <a:cubicBezTo>
                            <a:pt x="11650" y="2901"/>
                            <a:pt x="10638" y="2991"/>
                            <a:pt x="9693" y="3193"/>
                          </a:cubicBezTo>
                          <a:cubicBezTo>
                            <a:pt x="8748" y="3396"/>
                            <a:pt x="7939" y="3733"/>
                            <a:pt x="7242" y="4228"/>
                          </a:cubicBezTo>
                          <a:cubicBezTo>
                            <a:pt x="6545" y="4723"/>
                            <a:pt x="5960" y="5353"/>
                            <a:pt x="5510" y="6162"/>
                          </a:cubicBezTo>
                          <a:cubicBezTo>
                            <a:pt x="5060" y="6972"/>
                            <a:pt x="4768" y="7984"/>
                            <a:pt x="4610" y="9221"/>
                          </a:cubicBezTo>
                          <a:lnTo>
                            <a:pt x="1327" y="9221"/>
                          </a:lnTo>
                          <a:cubicBezTo>
                            <a:pt x="1439" y="7556"/>
                            <a:pt x="1822" y="6162"/>
                            <a:pt x="2452" y="4993"/>
                          </a:cubicBezTo>
                          <a:cubicBezTo>
                            <a:pt x="3081" y="3823"/>
                            <a:pt x="3936" y="2879"/>
                            <a:pt x="4970" y="2137"/>
                          </a:cubicBezTo>
                          <a:cubicBezTo>
                            <a:pt x="6005" y="1394"/>
                            <a:pt x="7174" y="855"/>
                            <a:pt x="8524" y="517"/>
                          </a:cubicBezTo>
                          <a:cubicBezTo>
                            <a:pt x="9873" y="180"/>
                            <a:pt x="11312" y="0"/>
                            <a:pt x="12819" y="0"/>
                          </a:cubicBezTo>
                          <a:cubicBezTo>
                            <a:pt x="14214" y="0"/>
                            <a:pt x="15540" y="157"/>
                            <a:pt x="16777" y="450"/>
                          </a:cubicBezTo>
                          <a:cubicBezTo>
                            <a:pt x="18014" y="765"/>
                            <a:pt x="19094" y="1237"/>
                            <a:pt x="20016" y="1912"/>
                          </a:cubicBezTo>
                          <a:cubicBezTo>
                            <a:pt x="20938" y="2586"/>
                            <a:pt x="21657" y="3463"/>
                            <a:pt x="22175" y="4588"/>
                          </a:cubicBezTo>
                          <a:cubicBezTo>
                            <a:pt x="22692" y="5712"/>
                            <a:pt x="22962" y="7062"/>
                            <a:pt x="22962" y="8681"/>
                          </a:cubicBezTo>
                          <a:lnTo>
                            <a:pt x="22962" y="23906"/>
                          </a:lnTo>
                          <a:cubicBezTo>
                            <a:pt x="22962" y="25166"/>
                            <a:pt x="23187" y="25975"/>
                            <a:pt x="23637" y="26313"/>
                          </a:cubicBezTo>
                          <a:cubicBezTo>
                            <a:pt x="24087" y="26650"/>
                            <a:pt x="24986" y="26583"/>
                            <a:pt x="26358" y="26065"/>
                          </a:cubicBezTo>
                          <a:lnTo>
                            <a:pt x="26358" y="28607"/>
                          </a:lnTo>
                          <a:cubicBezTo>
                            <a:pt x="26110" y="28674"/>
                            <a:pt x="25728" y="28787"/>
                            <a:pt x="25256" y="28922"/>
                          </a:cubicBezTo>
                          <a:cubicBezTo>
                            <a:pt x="24761" y="29056"/>
                            <a:pt x="24289" y="29146"/>
                            <a:pt x="23817" y="29146"/>
                          </a:cubicBezTo>
                          <a:cubicBezTo>
                            <a:pt x="23322" y="29146"/>
                            <a:pt x="22827" y="29102"/>
                            <a:pt x="22355" y="28989"/>
                          </a:cubicBezTo>
                          <a:cubicBezTo>
                            <a:pt x="21815" y="28922"/>
                            <a:pt x="21388" y="28742"/>
                            <a:pt x="21050" y="28472"/>
                          </a:cubicBezTo>
                          <a:cubicBezTo>
                            <a:pt x="20713" y="28202"/>
                            <a:pt x="20465" y="27887"/>
                            <a:pt x="20263" y="27505"/>
                          </a:cubicBezTo>
                          <a:cubicBezTo>
                            <a:pt x="20061" y="27122"/>
                            <a:pt x="19926" y="26718"/>
                            <a:pt x="19858" y="26268"/>
                          </a:cubicBezTo>
                          <a:cubicBezTo>
                            <a:pt x="19791" y="25818"/>
                            <a:pt x="19746" y="25346"/>
                            <a:pt x="19746" y="24829"/>
                          </a:cubicBezTo>
                          <a:cubicBezTo>
                            <a:pt x="18374" y="26335"/>
                            <a:pt x="16822" y="27482"/>
                            <a:pt x="15046" y="28292"/>
                          </a:cubicBezTo>
                          <a:cubicBezTo>
                            <a:pt x="13291" y="29079"/>
                            <a:pt x="11380" y="29484"/>
                            <a:pt x="9333" y="29484"/>
                          </a:cubicBezTo>
                          <a:cubicBezTo>
                            <a:pt x="8119" y="29484"/>
                            <a:pt x="6927" y="29326"/>
                            <a:pt x="5802" y="28989"/>
                          </a:cubicBezTo>
                          <a:cubicBezTo>
                            <a:pt x="4678" y="28652"/>
                            <a:pt x="3666" y="28157"/>
                            <a:pt x="2811" y="27482"/>
                          </a:cubicBezTo>
                          <a:cubicBezTo>
                            <a:pt x="1957" y="26808"/>
                            <a:pt x="1260" y="25953"/>
                            <a:pt x="765" y="24963"/>
                          </a:cubicBezTo>
                          <a:cubicBezTo>
                            <a:pt x="270" y="23974"/>
                            <a:pt x="0" y="22804"/>
                            <a:pt x="0" y="21433"/>
                          </a:cubicBezTo>
                          <a:cubicBezTo>
                            <a:pt x="0" y="16687"/>
                            <a:pt x="3261" y="13876"/>
                            <a:pt x="9761" y="13021"/>
                          </a:cubicBezTo>
                          <a:lnTo>
                            <a:pt x="14236" y="12437"/>
                          </a:lnTo>
                          <a:close/>
                          <a:moveTo>
                            <a:pt x="19791" y="13989"/>
                          </a:moveTo>
                          <a:cubicBezTo>
                            <a:pt x="18419" y="14573"/>
                            <a:pt x="17047" y="14933"/>
                            <a:pt x="15630" y="15113"/>
                          </a:cubicBezTo>
                          <a:cubicBezTo>
                            <a:pt x="14214" y="15293"/>
                            <a:pt x="12819" y="15428"/>
                            <a:pt x="11425" y="15540"/>
                          </a:cubicBezTo>
                          <a:cubicBezTo>
                            <a:pt x="8951" y="15720"/>
                            <a:pt x="7017" y="16282"/>
                            <a:pt x="5622" y="17205"/>
                          </a:cubicBezTo>
                          <a:cubicBezTo>
                            <a:pt x="4228" y="18149"/>
                            <a:pt x="3554" y="19566"/>
                            <a:pt x="3554" y="21478"/>
                          </a:cubicBezTo>
                          <a:cubicBezTo>
                            <a:pt x="3554" y="22332"/>
                            <a:pt x="3733" y="23097"/>
                            <a:pt x="4071" y="23726"/>
                          </a:cubicBezTo>
                          <a:cubicBezTo>
                            <a:pt x="4408" y="24356"/>
                            <a:pt x="4858" y="24873"/>
                            <a:pt x="5420" y="25301"/>
                          </a:cubicBezTo>
                          <a:cubicBezTo>
                            <a:pt x="5982" y="25706"/>
                            <a:pt x="6635" y="26020"/>
                            <a:pt x="7354" y="26223"/>
                          </a:cubicBezTo>
                          <a:cubicBezTo>
                            <a:pt x="8096" y="26425"/>
                            <a:pt x="8839" y="26515"/>
                            <a:pt x="9603" y="26515"/>
                          </a:cubicBezTo>
                          <a:cubicBezTo>
                            <a:pt x="10907" y="26515"/>
                            <a:pt x="12167" y="26358"/>
                            <a:pt x="13381" y="26020"/>
                          </a:cubicBezTo>
                          <a:cubicBezTo>
                            <a:pt x="14596" y="25706"/>
                            <a:pt x="15698" y="25211"/>
                            <a:pt x="16642" y="24536"/>
                          </a:cubicBezTo>
                          <a:cubicBezTo>
                            <a:pt x="17587" y="23861"/>
                            <a:pt x="18352" y="23029"/>
                            <a:pt x="18936" y="21995"/>
                          </a:cubicBezTo>
                          <a:cubicBezTo>
                            <a:pt x="19521" y="20960"/>
                            <a:pt x="19791" y="19746"/>
                            <a:pt x="19791" y="18352"/>
                          </a:cubicBezTo>
                          <a:lnTo>
                            <a:pt x="19791" y="13989"/>
                          </a:lnTo>
                          <a:close/>
                        </a:path>
                      </a:pathLst>
                    </a:custGeom>
                    <a:solidFill>
                      <a:srgbClr val="010101"/>
                    </a:solidFill>
                    <a:ln w="2249" cap="flat">
                      <a:noFill/>
                      <a:prstDash val="solid"/>
                      <a:miter/>
                    </a:ln>
                  </p:spPr>
                  <p:txBody>
                    <a:bodyPr rtlCol="0" anchor="ctr"/>
                    <a:lstStyle/>
                    <a:p>
                      <a:endParaRPr lang="en-US"/>
                    </a:p>
                  </p:txBody>
                </p:sp>
                <p:sp>
                  <p:nvSpPr>
                    <p:cNvPr id="3472" name="Freeform 3471">
                      <a:extLst>
                        <a:ext uri="{FF2B5EF4-FFF2-40B4-BE49-F238E27FC236}">
                          <a16:creationId xmlns:a16="http://schemas.microsoft.com/office/drawing/2014/main" id="{4307F23A-D4F7-BCF9-B211-DB9E129B3A88}"/>
                        </a:ext>
                      </a:extLst>
                    </p:cNvPr>
                    <p:cNvSpPr/>
                    <p:nvPr/>
                  </p:nvSpPr>
                  <p:spPr>
                    <a:xfrm>
                      <a:off x="5339384" y="3029315"/>
                      <a:ext cx="12616" cy="36500"/>
                    </a:xfrm>
                    <a:custGeom>
                      <a:avLst/>
                      <a:gdLst>
                        <a:gd name="connsiteX0" fmla="*/ 12617 w 12616"/>
                        <a:gd name="connsiteY0" fmla="*/ 35848 h 36500"/>
                        <a:gd name="connsiteX1" fmla="*/ 11042 w 12616"/>
                        <a:gd name="connsiteY1" fmla="*/ 36231 h 36500"/>
                        <a:gd name="connsiteX2" fmla="*/ 8884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1 h 36500"/>
                        <a:gd name="connsiteX8" fmla="*/ 3936 w 12616"/>
                        <a:gd name="connsiteY8" fmla="*/ 7781 h 36500"/>
                        <a:gd name="connsiteX9" fmla="*/ 3936 w 12616"/>
                        <a:gd name="connsiteY9" fmla="*/ 0 h 36500"/>
                        <a:gd name="connsiteX10" fmla="*/ 7174 w 12616"/>
                        <a:gd name="connsiteY10" fmla="*/ 0 h 36500"/>
                        <a:gd name="connsiteX11" fmla="*/ 7174 w 12616"/>
                        <a:gd name="connsiteY11" fmla="*/ 7781 h 36500"/>
                        <a:gd name="connsiteX12" fmla="*/ 12414 w 12616"/>
                        <a:gd name="connsiteY12" fmla="*/ 7781 h 36500"/>
                        <a:gd name="connsiteX13" fmla="*/ 12414 w 12616"/>
                        <a:gd name="connsiteY13" fmla="*/ 10480 h 36500"/>
                        <a:gd name="connsiteX14" fmla="*/ 7174 w 12616"/>
                        <a:gd name="connsiteY14" fmla="*/ 10480 h 36500"/>
                        <a:gd name="connsiteX15" fmla="*/ 7174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5 h 36500"/>
                        <a:gd name="connsiteX21" fmla="*/ 12617 w 12616"/>
                        <a:gd name="connsiteY21" fmla="*/ 33195 h 36500"/>
                        <a:gd name="connsiteX22" fmla="*/ 12617 w 12616"/>
                        <a:gd name="connsiteY22" fmla="*/ 35848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616" h="36500">
                          <a:moveTo>
                            <a:pt x="12617" y="35848"/>
                          </a:moveTo>
                          <a:cubicBezTo>
                            <a:pt x="12212" y="35916"/>
                            <a:pt x="11695" y="36051"/>
                            <a:pt x="11042" y="36231"/>
                          </a:cubicBezTo>
                          <a:cubicBezTo>
                            <a:pt x="10390" y="36411"/>
                            <a:pt x="9671" y="36501"/>
                            <a:pt x="8884" y="36501"/>
                          </a:cubicBezTo>
                          <a:cubicBezTo>
                            <a:pt x="7264" y="36501"/>
                            <a:pt x="6027" y="36096"/>
                            <a:pt x="5195" y="35286"/>
                          </a:cubicBezTo>
                          <a:cubicBezTo>
                            <a:pt x="4363" y="34476"/>
                            <a:pt x="3936" y="33037"/>
                            <a:pt x="3936" y="30946"/>
                          </a:cubicBezTo>
                          <a:lnTo>
                            <a:pt x="3936" y="10480"/>
                          </a:lnTo>
                          <a:lnTo>
                            <a:pt x="0" y="10480"/>
                          </a:lnTo>
                          <a:lnTo>
                            <a:pt x="0" y="7781"/>
                          </a:lnTo>
                          <a:lnTo>
                            <a:pt x="3936" y="7781"/>
                          </a:lnTo>
                          <a:lnTo>
                            <a:pt x="3936" y="0"/>
                          </a:lnTo>
                          <a:lnTo>
                            <a:pt x="7174" y="0"/>
                          </a:lnTo>
                          <a:lnTo>
                            <a:pt x="7174" y="7781"/>
                          </a:lnTo>
                          <a:lnTo>
                            <a:pt x="12414" y="7781"/>
                          </a:lnTo>
                          <a:lnTo>
                            <a:pt x="12414" y="10480"/>
                          </a:lnTo>
                          <a:lnTo>
                            <a:pt x="7174" y="10480"/>
                          </a:lnTo>
                          <a:lnTo>
                            <a:pt x="7174" y="29641"/>
                          </a:lnTo>
                          <a:cubicBezTo>
                            <a:pt x="7174" y="30316"/>
                            <a:pt x="7174" y="30923"/>
                            <a:pt x="7219" y="31418"/>
                          </a:cubicBezTo>
                          <a:cubicBezTo>
                            <a:pt x="7264" y="31913"/>
                            <a:pt x="7354" y="32340"/>
                            <a:pt x="7534" y="32655"/>
                          </a:cubicBezTo>
                          <a:cubicBezTo>
                            <a:pt x="7714" y="32970"/>
                            <a:pt x="7984" y="33217"/>
                            <a:pt x="8366" y="33352"/>
                          </a:cubicBezTo>
                          <a:cubicBezTo>
                            <a:pt x="8748" y="33487"/>
                            <a:pt x="9266" y="33577"/>
                            <a:pt x="9963" y="33577"/>
                          </a:cubicBezTo>
                          <a:cubicBezTo>
                            <a:pt x="10390" y="33577"/>
                            <a:pt x="10840" y="33532"/>
                            <a:pt x="11290" y="33465"/>
                          </a:cubicBezTo>
                          <a:cubicBezTo>
                            <a:pt x="11739" y="33397"/>
                            <a:pt x="12189" y="33307"/>
                            <a:pt x="12617" y="33195"/>
                          </a:cubicBezTo>
                          <a:lnTo>
                            <a:pt x="12617" y="35848"/>
                          </a:lnTo>
                          <a:close/>
                        </a:path>
                      </a:pathLst>
                    </a:custGeom>
                    <a:solidFill>
                      <a:srgbClr val="010101"/>
                    </a:solidFill>
                    <a:ln w="2249" cap="flat">
                      <a:noFill/>
                      <a:prstDash val="solid"/>
                      <a:miter/>
                    </a:ln>
                  </p:spPr>
                  <p:txBody>
                    <a:bodyPr rtlCol="0" anchor="ctr"/>
                    <a:lstStyle/>
                    <a:p>
                      <a:endParaRPr lang="en-US"/>
                    </a:p>
                  </p:txBody>
                </p:sp>
                <p:sp>
                  <p:nvSpPr>
                    <p:cNvPr id="3473" name="Freeform 3472">
                      <a:extLst>
                        <a:ext uri="{FF2B5EF4-FFF2-40B4-BE49-F238E27FC236}">
                          <a16:creationId xmlns:a16="http://schemas.microsoft.com/office/drawing/2014/main" id="{3ED3F5EA-B9E9-1919-B260-806098243CBC}"/>
                        </a:ext>
                      </a:extLst>
                    </p:cNvPr>
                    <p:cNvSpPr/>
                    <p:nvPr/>
                  </p:nvSpPr>
                  <p:spPr>
                    <a:xfrm>
                      <a:off x="5355666" y="3036377"/>
                      <a:ext cx="25167" cy="29483"/>
                    </a:xfrm>
                    <a:custGeom>
                      <a:avLst/>
                      <a:gdLst>
                        <a:gd name="connsiteX0" fmla="*/ 3509 w 25167"/>
                        <a:gd name="connsiteY0" fmla="*/ 15473 h 29483"/>
                        <a:gd name="connsiteX1" fmla="*/ 4093 w 25167"/>
                        <a:gd name="connsiteY1" fmla="*/ 19768 h 29483"/>
                        <a:gd name="connsiteX2" fmla="*/ 5847 w 25167"/>
                        <a:gd name="connsiteY2" fmla="*/ 23277 h 29483"/>
                        <a:gd name="connsiteX3" fmla="*/ 8794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3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7 w 25167"/>
                        <a:gd name="connsiteY18" fmla="*/ 1170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8 w 25167"/>
                        <a:gd name="connsiteY23" fmla="*/ 12774 h 29483"/>
                        <a:gd name="connsiteX24" fmla="*/ 21185 w 25167"/>
                        <a:gd name="connsiteY24" fmla="*/ 8906 h 29483"/>
                        <a:gd name="connsiteX25" fmla="*/ 19521 w 25167"/>
                        <a:gd name="connsiteY25" fmla="*/ 5780 h 29483"/>
                        <a:gd name="connsiteX26" fmla="*/ 16732 w 25167"/>
                        <a:gd name="connsiteY26" fmla="*/ 3666 h 29483"/>
                        <a:gd name="connsiteX27" fmla="*/ 12909 w 25167"/>
                        <a:gd name="connsiteY27" fmla="*/ 2879 h 29483"/>
                        <a:gd name="connsiteX28" fmla="*/ 9108 w 25167"/>
                        <a:gd name="connsiteY28" fmla="*/ 3688 h 29483"/>
                        <a:gd name="connsiteX29" fmla="*/ 6297 w 25167"/>
                        <a:gd name="connsiteY29" fmla="*/ 5847 h 29483"/>
                        <a:gd name="connsiteX30" fmla="*/ 4431 w 25167"/>
                        <a:gd name="connsiteY30" fmla="*/ 8973 h 29483"/>
                        <a:gd name="connsiteX31" fmla="*/ 3509 w 25167"/>
                        <a:gd name="connsiteY31" fmla="*/ 12752 h 29483"/>
                        <a:gd name="connsiteX32" fmla="*/ 21748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9" y="15473"/>
                          </a:moveTo>
                          <a:cubicBezTo>
                            <a:pt x="3509" y="16980"/>
                            <a:pt x="3711" y="18419"/>
                            <a:pt x="4093" y="19768"/>
                          </a:cubicBezTo>
                          <a:cubicBezTo>
                            <a:pt x="4498" y="21118"/>
                            <a:pt x="5083" y="22287"/>
                            <a:pt x="5847" y="23277"/>
                          </a:cubicBezTo>
                          <a:cubicBezTo>
                            <a:pt x="6612" y="24266"/>
                            <a:pt x="7601" y="25053"/>
                            <a:pt x="8794" y="25661"/>
                          </a:cubicBezTo>
                          <a:cubicBezTo>
                            <a:pt x="9986" y="26245"/>
                            <a:pt x="11357" y="26560"/>
                            <a:pt x="12886" y="26560"/>
                          </a:cubicBezTo>
                          <a:cubicBezTo>
                            <a:pt x="15001" y="26560"/>
                            <a:pt x="16822" y="25998"/>
                            <a:pt x="18329" y="24896"/>
                          </a:cubicBezTo>
                          <a:cubicBezTo>
                            <a:pt x="19836" y="23772"/>
                            <a:pt x="20848" y="22197"/>
                            <a:pt x="21343" y="20151"/>
                          </a:cubicBezTo>
                          <a:lnTo>
                            <a:pt x="24963" y="20151"/>
                          </a:lnTo>
                          <a:cubicBezTo>
                            <a:pt x="24559" y="21478"/>
                            <a:pt x="24042"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7" y="23951"/>
                            <a:pt x="1260" y="22400"/>
                            <a:pt x="765" y="20623"/>
                          </a:cubicBezTo>
                          <a:cubicBezTo>
                            <a:pt x="270" y="18846"/>
                            <a:pt x="0" y="16935"/>
                            <a:pt x="0" y="14866"/>
                          </a:cubicBezTo>
                          <a:cubicBezTo>
                            <a:pt x="0" y="12797"/>
                            <a:pt x="292" y="10885"/>
                            <a:pt x="900" y="9086"/>
                          </a:cubicBezTo>
                          <a:cubicBezTo>
                            <a:pt x="1484" y="7287"/>
                            <a:pt x="2339" y="5712"/>
                            <a:pt x="3441" y="4363"/>
                          </a:cubicBezTo>
                          <a:cubicBezTo>
                            <a:pt x="4543" y="3014"/>
                            <a:pt x="5870" y="1957"/>
                            <a:pt x="7467" y="1170"/>
                          </a:cubicBezTo>
                          <a:cubicBezTo>
                            <a:pt x="9041" y="405"/>
                            <a:pt x="10840" y="0"/>
                            <a:pt x="12864" y="0"/>
                          </a:cubicBezTo>
                          <a:cubicBezTo>
                            <a:pt x="16710" y="0"/>
                            <a:pt x="19746" y="1327"/>
                            <a:pt x="21927" y="3958"/>
                          </a:cubicBezTo>
                          <a:cubicBezTo>
                            <a:pt x="24131" y="6612"/>
                            <a:pt x="25211" y="10435"/>
                            <a:pt x="25166" y="15473"/>
                          </a:cubicBezTo>
                          <a:lnTo>
                            <a:pt x="3463" y="15473"/>
                          </a:lnTo>
                          <a:close/>
                          <a:moveTo>
                            <a:pt x="21748" y="12774"/>
                          </a:moveTo>
                          <a:cubicBezTo>
                            <a:pt x="21748" y="11402"/>
                            <a:pt x="21568" y="10120"/>
                            <a:pt x="21185" y="8906"/>
                          </a:cubicBezTo>
                          <a:cubicBezTo>
                            <a:pt x="20803" y="7691"/>
                            <a:pt x="20241" y="6657"/>
                            <a:pt x="19521" y="5780"/>
                          </a:cubicBezTo>
                          <a:cubicBezTo>
                            <a:pt x="18779" y="4903"/>
                            <a:pt x="17857" y="4206"/>
                            <a:pt x="16732" y="3666"/>
                          </a:cubicBezTo>
                          <a:cubicBezTo>
                            <a:pt x="15608" y="3149"/>
                            <a:pt x="14348" y="2879"/>
                            <a:pt x="12909" y="2879"/>
                          </a:cubicBezTo>
                          <a:cubicBezTo>
                            <a:pt x="11470" y="2879"/>
                            <a:pt x="10210" y="3149"/>
                            <a:pt x="9108" y="3688"/>
                          </a:cubicBezTo>
                          <a:cubicBezTo>
                            <a:pt x="8006" y="4228"/>
                            <a:pt x="7084" y="4948"/>
                            <a:pt x="6297" y="5847"/>
                          </a:cubicBezTo>
                          <a:cubicBezTo>
                            <a:pt x="5533" y="6747"/>
                            <a:pt x="4903" y="7781"/>
                            <a:pt x="4431" y="8973"/>
                          </a:cubicBezTo>
                          <a:cubicBezTo>
                            <a:pt x="3958" y="10165"/>
                            <a:pt x="3666" y="11425"/>
                            <a:pt x="3509" y="12752"/>
                          </a:cubicBezTo>
                          <a:lnTo>
                            <a:pt x="21748" y="12752"/>
                          </a:lnTo>
                          <a:close/>
                        </a:path>
                      </a:pathLst>
                    </a:custGeom>
                    <a:solidFill>
                      <a:srgbClr val="010101"/>
                    </a:solidFill>
                    <a:ln w="2249" cap="flat">
                      <a:noFill/>
                      <a:prstDash val="solid"/>
                      <a:miter/>
                    </a:ln>
                  </p:spPr>
                  <p:txBody>
                    <a:bodyPr rtlCol="0" anchor="ctr"/>
                    <a:lstStyle/>
                    <a:p>
                      <a:endParaRPr lang="en-US"/>
                    </a:p>
                  </p:txBody>
                </p:sp>
                <p:sp>
                  <p:nvSpPr>
                    <p:cNvPr id="3474" name="Freeform 3473">
                      <a:extLst>
                        <a:ext uri="{FF2B5EF4-FFF2-40B4-BE49-F238E27FC236}">
                          <a16:creationId xmlns:a16="http://schemas.microsoft.com/office/drawing/2014/main" id="{CC55FADE-493B-FAD4-0D03-105085FA6D68}"/>
                        </a:ext>
                      </a:extLst>
                    </p:cNvPr>
                    <p:cNvSpPr/>
                    <p:nvPr/>
                  </p:nvSpPr>
                  <p:spPr>
                    <a:xfrm>
                      <a:off x="5386342" y="3026211"/>
                      <a:ext cx="25683" cy="39626"/>
                    </a:xfrm>
                    <a:custGeom>
                      <a:avLst/>
                      <a:gdLst>
                        <a:gd name="connsiteX0" fmla="*/ 22445 w 25683"/>
                        <a:gd name="connsiteY0" fmla="*/ 0 h 39626"/>
                        <a:gd name="connsiteX1" fmla="*/ 25683 w 25683"/>
                        <a:gd name="connsiteY1" fmla="*/ 0 h 39626"/>
                        <a:gd name="connsiteX2" fmla="*/ 25683 w 25683"/>
                        <a:gd name="connsiteY2" fmla="*/ 38862 h 39626"/>
                        <a:gd name="connsiteX3" fmla="*/ 22445 w 25683"/>
                        <a:gd name="connsiteY3" fmla="*/ 38862 h 39626"/>
                        <a:gd name="connsiteX4" fmla="*/ 22445 w 25683"/>
                        <a:gd name="connsiteY4" fmla="*/ 33959 h 39626"/>
                        <a:gd name="connsiteX5" fmla="*/ 22332 w 25683"/>
                        <a:gd name="connsiteY5" fmla="*/ 33959 h 39626"/>
                        <a:gd name="connsiteX6" fmla="*/ 20533 w 25683"/>
                        <a:gd name="connsiteY6" fmla="*/ 36411 h 39626"/>
                        <a:gd name="connsiteX7" fmla="*/ 18104 w 25683"/>
                        <a:gd name="connsiteY7" fmla="*/ 38165 h 39626"/>
                        <a:gd name="connsiteX8" fmla="*/ 15383 w 25683"/>
                        <a:gd name="connsiteY8" fmla="*/ 39244 h 39626"/>
                        <a:gd name="connsiteX9" fmla="*/ 12639 w 25683"/>
                        <a:gd name="connsiteY9" fmla="*/ 39627 h 39626"/>
                        <a:gd name="connsiteX10" fmla="*/ 6859 w 25683"/>
                        <a:gd name="connsiteY10" fmla="*/ 38502 h 39626"/>
                        <a:gd name="connsiteX11" fmla="*/ 2946 w 25683"/>
                        <a:gd name="connsiteY11" fmla="*/ 35399 h 39626"/>
                        <a:gd name="connsiteX12" fmla="*/ 697 w 25683"/>
                        <a:gd name="connsiteY12" fmla="*/ 30721 h 39626"/>
                        <a:gd name="connsiteX13" fmla="*/ 0 w 25683"/>
                        <a:gd name="connsiteY13" fmla="*/ 24941 h 39626"/>
                        <a:gd name="connsiteX14" fmla="*/ 765 w 25683"/>
                        <a:gd name="connsiteY14" fmla="*/ 19319 h 39626"/>
                        <a:gd name="connsiteX15" fmla="*/ 3059 w 25683"/>
                        <a:gd name="connsiteY15" fmla="*/ 14596 h 39626"/>
                        <a:gd name="connsiteX16" fmla="*/ 6949 w 25683"/>
                        <a:gd name="connsiteY16" fmla="*/ 11357 h 39626"/>
                        <a:gd name="connsiteX17" fmla="*/ 12482 w 25683"/>
                        <a:gd name="connsiteY17" fmla="*/ 10143 h 39626"/>
                        <a:gd name="connsiteX18" fmla="*/ 18172 w 25683"/>
                        <a:gd name="connsiteY18" fmla="*/ 11470 h 39626"/>
                        <a:gd name="connsiteX19" fmla="*/ 22467 w 25683"/>
                        <a:gd name="connsiteY19" fmla="*/ 15383 h 39626"/>
                        <a:gd name="connsiteX20" fmla="*/ 22467 w 25683"/>
                        <a:gd name="connsiteY20" fmla="*/ 0 h 39626"/>
                        <a:gd name="connsiteX21" fmla="*/ 22445 w 25683"/>
                        <a:gd name="connsiteY21" fmla="*/ 24761 h 39626"/>
                        <a:gd name="connsiteX22" fmla="*/ 21793 w 25683"/>
                        <a:gd name="connsiteY22" fmla="*/ 20263 h 39626"/>
                        <a:gd name="connsiteX23" fmla="*/ 19926 w 25683"/>
                        <a:gd name="connsiteY23" fmla="*/ 16530 h 39626"/>
                        <a:gd name="connsiteX24" fmla="*/ 16957 w 25683"/>
                        <a:gd name="connsiteY24" fmla="*/ 13989 h 39626"/>
                        <a:gd name="connsiteX25" fmla="*/ 12999 w 25683"/>
                        <a:gd name="connsiteY25" fmla="*/ 13044 h 39626"/>
                        <a:gd name="connsiteX26" fmla="*/ 8636 w 25683"/>
                        <a:gd name="connsiteY26" fmla="*/ 14033 h 39626"/>
                        <a:gd name="connsiteX27" fmla="*/ 5622 w 25683"/>
                        <a:gd name="connsiteY27" fmla="*/ 16755 h 39626"/>
                        <a:gd name="connsiteX28" fmla="*/ 3891 w 25683"/>
                        <a:gd name="connsiteY28" fmla="*/ 20780 h 39626"/>
                        <a:gd name="connsiteX29" fmla="*/ 3463 w 25683"/>
                        <a:gd name="connsiteY29" fmla="*/ 25728 h 39626"/>
                        <a:gd name="connsiteX30" fmla="*/ 4183 w 25683"/>
                        <a:gd name="connsiteY30" fmla="*/ 30406 h 39626"/>
                        <a:gd name="connsiteX31" fmla="*/ 6207 w 25683"/>
                        <a:gd name="connsiteY31" fmla="*/ 33824 h 39626"/>
                        <a:gd name="connsiteX32" fmla="*/ 9221 w 25683"/>
                        <a:gd name="connsiteY32" fmla="*/ 35961 h 39626"/>
                        <a:gd name="connsiteX33" fmla="*/ 12999 w 25683"/>
                        <a:gd name="connsiteY33" fmla="*/ 36681 h 39626"/>
                        <a:gd name="connsiteX34" fmla="*/ 17047 w 25683"/>
                        <a:gd name="connsiteY34" fmla="*/ 35758 h 39626"/>
                        <a:gd name="connsiteX35" fmla="*/ 20016 w 25683"/>
                        <a:gd name="connsiteY35" fmla="*/ 33240 h 39626"/>
                        <a:gd name="connsiteX36" fmla="*/ 21815 w 25683"/>
                        <a:gd name="connsiteY36" fmla="*/ 29461 h 39626"/>
                        <a:gd name="connsiteX37" fmla="*/ 22445 w 25683"/>
                        <a:gd name="connsiteY37" fmla="*/ 24739 h 3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683" h="39626">
                          <a:moveTo>
                            <a:pt x="22445" y="0"/>
                          </a:moveTo>
                          <a:lnTo>
                            <a:pt x="25683" y="0"/>
                          </a:lnTo>
                          <a:lnTo>
                            <a:pt x="25683" y="38862"/>
                          </a:lnTo>
                          <a:lnTo>
                            <a:pt x="22445" y="38862"/>
                          </a:lnTo>
                          <a:lnTo>
                            <a:pt x="22445" y="33959"/>
                          </a:lnTo>
                          <a:lnTo>
                            <a:pt x="22332" y="33959"/>
                          </a:lnTo>
                          <a:cubicBezTo>
                            <a:pt x="21860" y="34904"/>
                            <a:pt x="21253" y="35713"/>
                            <a:pt x="20533" y="36411"/>
                          </a:cubicBezTo>
                          <a:cubicBezTo>
                            <a:pt x="19791" y="37108"/>
                            <a:pt x="18981" y="37693"/>
                            <a:pt x="18104" y="38165"/>
                          </a:cubicBezTo>
                          <a:cubicBezTo>
                            <a:pt x="17227" y="38637"/>
                            <a:pt x="16305" y="38997"/>
                            <a:pt x="15383" y="39244"/>
                          </a:cubicBezTo>
                          <a:cubicBezTo>
                            <a:pt x="14438" y="39492"/>
                            <a:pt x="13539" y="39627"/>
                            <a:pt x="12639" y="39627"/>
                          </a:cubicBezTo>
                          <a:cubicBezTo>
                            <a:pt x="10368" y="39627"/>
                            <a:pt x="8456" y="39244"/>
                            <a:pt x="6859" y="38502"/>
                          </a:cubicBezTo>
                          <a:cubicBezTo>
                            <a:pt x="5285" y="37738"/>
                            <a:pt x="3981" y="36703"/>
                            <a:pt x="2946" y="35399"/>
                          </a:cubicBezTo>
                          <a:cubicBezTo>
                            <a:pt x="1912" y="34094"/>
                            <a:pt x="1170" y="32520"/>
                            <a:pt x="697" y="30721"/>
                          </a:cubicBezTo>
                          <a:cubicBezTo>
                            <a:pt x="225" y="28922"/>
                            <a:pt x="0" y="26987"/>
                            <a:pt x="0" y="24941"/>
                          </a:cubicBezTo>
                          <a:cubicBezTo>
                            <a:pt x="0" y="23007"/>
                            <a:pt x="247" y="21118"/>
                            <a:pt x="765" y="19319"/>
                          </a:cubicBezTo>
                          <a:cubicBezTo>
                            <a:pt x="1260" y="17519"/>
                            <a:pt x="2024" y="15945"/>
                            <a:pt x="3059" y="14596"/>
                          </a:cubicBezTo>
                          <a:cubicBezTo>
                            <a:pt x="4093" y="13246"/>
                            <a:pt x="5375" y="12167"/>
                            <a:pt x="6949" y="11357"/>
                          </a:cubicBezTo>
                          <a:cubicBezTo>
                            <a:pt x="8524" y="10548"/>
                            <a:pt x="10368" y="10143"/>
                            <a:pt x="12482" y="10143"/>
                          </a:cubicBezTo>
                          <a:cubicBezTo>
                            <a:pt x="14461" y="10143"/>
                            <a:pt x="16350" y="10593"/>
                            <a:pt x="18172" y="11470"/>
                          </a:cubicBezTo>
                          <a:cubicBezTo>
                            <a:pt x="19993" y="12347"/>
                            <a:pt x="21410" y="13651"/>
                            <a:pt x="22467" y="15383"/>
                          </a:cubicBezTo>
                          <a:lnTo>
                            <a:pt x="22467" y="0"/>
                          </a:lnTo>
                          <a:close/>
                          <a:moveTo>
                            <a:pt x="22445" y="24761"/>
                          </a:moveTo>
                          <a:cubicBezTo>
                            <a:pt x="22445" y="23187"/>
                            <a:pt x="22220" y="21680"/>
                            <a:pt x="21793" y="20263"/>
                          </a:cubicBezTo>
                          <a:cubicBezTo>
                            <a:pt x="21365" y="18846"/>
                            <a:pt x="20735" y="17609"/>
                            <a:pt x="19926" y="16530"/>
                          </a:cubicBezTo>
                          <a:cubicBezTo>
                            <a:pt x="19116" y="15473"/>
                            <a:pt x="18127" y="14618"/>
                            <a:pt x="16957" y="13989"/>
                          </a:cubicBezTo>
                          <a:cubicBezTo>
                            <a:pt x="15788" y="13359"/>
                            <a:pt x="14461" y="13044"/>
                            <a:pt x="12999" y="13044"/>
                          </a:cubicBezTo>
                          <a:cubicBezTo>
                            <a:pt x="11312" y="13044"/>
                            <a:pt x="9850" y="13381"/>
                            <a:pt x="8636" y="14033"/>
                          </a:cubicBezTo>
                          <a:cubicBezTo>
                            <a:pt x="7422" y="14708"/>
                            <a:pt x="6409" y="15608"/>
                            <a:pt x="5622" y="16755"/>
                          </a:cubicBezTo>
                          <a:cubicBezTo>
                            <a:pt x="4835" y="17902"/>
                            <a:pt x="4251" y="19251"/>
                            <a:pt x="3891" y="20780"/>
                          </a:cubicBezTo>
                          <a:cubicBezTo>
                            <a:pt x="3531" y="22310"/>
                            <a:pt x="3396" y="23951"/>
                            <a:pt x="3463" y="25728"/>
                          </a:cubicBezTo>
                          <a:cubicBezTo>
                            <a:pt x="3463" y="27482"/>
                            <a:pt x="3711" y="29056"/>
                            <a:pt x="4183" y="30406"/>
                          </a:cubicBezTo>
                          <a:cubicBezTo>
                            <a:pt x="4678" y="31755"/>
                            <a:pt x="5353" y="32902"/>
                            <a:pt x="6207" y="33824"/>
                          </a:cubicBezTo>
                          <a:cubicBezTo>
                            <a:pt x="7062" y="34746"/>
                            <a:pt x="8074" y="35466"/>
                            <a:pt x="9221" y="35961"/>
                          </a:cubicBezTo>
                          <a:cubicBezTo>
                            <a:pt x="10368" y="36456"/>
                            <a:pt x="11627" y="36681"/>
                            <a:pt x="12999" y="36681"/>
                          </a:cubicBezTo>
                          <a:cubicBezTo>
                            <a:pt x="14506" y="36681"/>
                            <a:pt x="15855" y="36366"/>
                            <a:pt x="17047" y="35758"/>
                          </a:cubicBezTo>
                          <a:cubicBezTo>
                            <a:pt x="18239" y="35151"/>
                            <a:pt x="19229" y="34319"/>
                            <a:pt x="20016" y="33240"/>
                          </a:cubicBezTo>
                          <a:cubicBezTo>
                            <a:pt x="20803" y="32183"/>
                            <a:pt x="21410" y="30923"/>
                            <a:pt x="21815" y="29461"/>
                          </a:cubicBezTo>
                          <a:cubicBezTo>
                            <a:pt x="22220" y="27999"/>
                            <a:pt x="22445" y="26425"/>
                            <a:pt x="22445" y="24739"/>
                          </a:cubicBezTo>
                          <a:close/>
                        </a:path>
                      </a:pathLst>
                    </a:custGeom>
                    <a:solidFill>
                      <a:srgbClr val="010101"/>
                    </a:solidFill>
                    <a:ln w="2249" cap="flat">
                      <a:noFill/>
                      <a:prstDash val="solid"/>
                      <a:miter/>
                    </a:ln>
                  </p:spPr>
                  <p:txBody>
                    <a:bodyPr rtlCol="0" anchor="ctr"/>
                    <a:lstStyle/>
                    <a:p>
                      <a:endParaRPr lang="en-US"/>
                    </a:p>
                  </p:txBody>
                </p:sp>
              </p:grpSp>
              <p:grpSp>
                <p:nvGrpSpPr>
                  <p:cNvPr id="48" name="Graphic 4479">
                    <a:extLst>
                      <a:ext uri="{FF2B5EF4-FFF2-40B4-BE49-F238E27FC236}">
                        <a16:creationId xmlns:a16="http://schemas.microsoft.com/office/drawing/2014/main" id="{3BE3D875-EE21-B988-FE8B-FDB746A8EB57}"/>
                      </a:ext>
                    </a:extLst>
                  </p:cNvPr>
                  <p:cNvGrpSpPr/>
                  <p:nvPr/>
                </p:nvGrpSpPr>
                <p:grpSpPr>
                  <a:xfrm>
                    <a:off x="9690365" y="6349907"/>
                    <a:ext cx="452041" cy="148435"/>
                    <a:chOff x="5538169" y="3026211"/>
                    <a:chExt cx="120746" cy="39649"/>
                  </a:xfrm>
                  <a:solidFill>
                    <a:srgbClr val="010101"/>
                  </a:solidFill>
                </p:grpSpPr>
                <p:sp>
                  <p:nvSpPr>
                    <p:cNvPr id="3462" name="Freeform 3461">
                      <a:extLst>
                        <a:ext uri="{FF2B5EF4-FFF2-40B4-BE49-F238E27FC236}">
                          <a16:creationId xmlns:a16="http://schemas.microsoft.com/office/drawing/2014/main" id="{F904AB83-68C0-E08A-1FAD-F1A4A41A510D}"/>
                        </a:ext>
                      </a:extLst>
                    </p:cNvPr>
                    <p:cNvSpPr/>
                    <p:nvPr/>
                  </p:nvSpPr>
                  <p:spPr>
                    <a:xfrm>
                      <a:off x="5538169" y="3036354"/>
                      <a:ext cx="22197" cy="28741"/>
                    </a:xfrm>
                    <a:custGeom>
                      <a:avLst/>
                      <a:gdLst>
                        <a:gd name="connsiteX0" fmla="*/ 3238 w 22197"/>
                        <a:gd name="connsiteY0" fmla="*/ 28719 h 28741"/>
                        <a:gd name="connsiteX1" fmla="*/ 0 w 22197"/>
                        <a:gd name="connsiteY1" fmla="*/ 28719 h 28741"/>
                        <a:gd name="connsiteX2" fmla="*/ 0 w 22197"/>
                        <a:gd name="connsiteY2" fmla="*/ 765 h 28741"/>
                        <a:gd name="connsiteX3" fmla="*/ 3238 w 22197"/>
                        <a:gd name="connsiteY3" fmla="*/ 765 h 28741"/>
                        <a:gd name="connsiteX4" fmla="*/ 3238 w 22197"/>
                        <a:gd name="connsiteY4" fmla="*/ 4655 h 28741"/>
                        <a:gd name="connsiteX5" fmla="*/ 7264 w 22197"/>
                        <a:gd name="connsiteY5" fmla="*/ 1304 h 28741"/>
                        <a:gd name="connsiteX6" fmla="*/ 12257 w 22197"/>
                        <a:gd name="connsiteY6" fmla="*/ 0 h 28741"/>
                        <a:gd name="connsiteX7" fmla="*/ 17070 w 22197"/>
                        <a:gd name="connsiteY7" fmla="*/ 900 h 28741"/>
                        <a:gd name="connsiteX8" fmla="*/ 20803 w 22197"/>
                        <a:gd name="connsiteY8" fmla="*/ 4003 h 28741"/>
                        <a:gd name="connsiteX9" fmla="*/ 22017 w 22197"/>
                        <a:gd name="connsiteY9" fmla="*/ 7107 h 28741"/>
                        <a:gd name="connsiteX10" fmla="*/ 22197 w 22197"/>
                        <a:gd name="connsiteY10" fmla="*/ 10435 h 28741"/>
                        <a:gd name="connsiteX11" fmla="*/ 22197 w 22197"/>
                        <a:gd name="connsiteY11" fmla="*/ 28742 h 28741"/>
                        <a:gd name="connsiteX12" fmla="*/ 18959 w 22197"/>
                        <a:gd name="connsiteY12" fmla="*/ 28742 h 28741"/>
                        <a:gd name="connsiteX13" fmla="*/ 18959 w 22197"/>
                        <a:gd name="connsiteY13" fmla="*/ 10503 h 28741"/>
                        <a:gd name="connsiteX14" fmla="*/ 17294 w 22197"/>
                        <a:gd name="connsiteY14" fmla="*/ 4835 h 28741"/>
                        <a:gd name="connsiteX15" fmla="*/ 11739 w 22197"/>
                        <a:gd name="connsiteY15" fmla="*/ 2946 h 28741"/>
                        <a:gd name="connsiteX16" fmla="*/ 8996 w 22197"/>
                        <a:gd name="connsiteY16" fmla="*/ 3396 h 28741"/>
                        <a:gd name="connsiteX17" fmla="*/ 6747 w 22197"/>
                        <a:gd name="connsiteY17" fmla="*/ 4610 h 28741"/>
                        <a:gd name="connsiteX18" fmla="*/ 5038 w 22197"/>
                        <a:gd name="connsiteY18" fmla="*/ 6342 h 28741"/>
                        <a:gd name="connsiteX19" fmla="*/ 3958 w 22197"/>
                        <a:gd name="connsiteY19" fmla="*/ 8389 h 28741"/>
                        <a:gd name="connsiteX20" fmla="*/ 3373 w 22197"/>
                        <a:gd name="connsiteY20" fmla="*/ 10975 h 28741"/>
                        <a:gd name="connsiteX21" fmla="*/ 3261 w 22197"/>
                        <a:gd name="connsiteY21" fmla="*/ 13674 h 28741"/>
                        <a:gd name="connsiteX22" fmla="*/ 3261 w 22197"/>
                        <a:gd name="connsiteY22" fmla="*/ 28742 h 28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2197" h="28741">
                          <a:moveTo>
                            <a:pt x="3238" y="28719"/>
                          </a:moveTo>
                          <a:lnTo>
                            <a:pt x="0" y="28719"/>
                          </a:lnTo>
                          <a:lnTo>
                            <a:pt x="0" y="765"/>
                          </a:lnTo>
                          <a:lnTo>
                            <a:pt x="3238" y="765"/>
                          </a:lnTo>
                          <a:lnTo>
                            <a:pt x="3238" y="4655"/>
                          </a:lnTo>
                          <a:cubicBezTo>
                            <a:pt x="4543" y="3283"/>
                            <a:pt x="5870" y="2181"/>
                            <a:pt x="7264" y="1304"/>
                          </a:cubicBezTo>
                          <a:cubicBezTo>
                            <a:pt x="8659" y="450"/>
                            <a:pt x="10323" y="0"/>
                            <a:pt x="12257" y="0"/>
                          </a:cubicBezTo>
                          <a:cubicBezTo>
                            <a:pt x="13988" y="0"/>
                            <a:pt x="15585" y="292"/>
                            <a:pt x="17070" y="900"/>
                          </a:cubicBezTo>
                          <a:cubicBezTo>
                            <a:pt x="18554" y="1484"/>
                            <a:pt x="19791" y="2519"/>
                            <a:pt x="20803" y="4003"/>
                          </a:cubicBezTo>
                          <a:cubicBezTo>
                            <a:pt x="21478" y="5015"/>
                            <a:pt x="21882" y="6050"/>
                            <a:pt x="22017" y="7107"/>
                          </a:cubicBezTo>
                          <a:cubicBezTo>
                            <a:pt x="22152" y="8164"/>
                            <a:pt x="22197" y="9266"/>
                            <a:pt x="22197" y="10435"/>
                          </a:cubicBezTo>
                          <a:lnTo>
                            <a:pt x="22197" y="28742"/>
                          </a:lnTo>
                          <a:lnTo>
                            <a:pt x="18959" y="28742"/>
                          </a:lnTo>
                          <a:lnTo>
                            <a:pt x="18959" y="10503"/>
                          </a:lnTo>
                          <a:cubicBezTo>
                            <a:pt x="18959" y="7984"/>
                            <a:pt x="18396" y="6095"/>
                            <a:pt x="17294" y="4835"/>
                          </a:cubicBezTo>
                          <a:cubicBezTo>
                            <a:pt x="16170" y="3576"/>
                            <a:pt x="14326" y="2946"/>
                            <a:pt x="11739" y="2946"/>
                          </a:cubicBezTo>
                          <a:cubicBezTo>
                            <a:pt x="10728" y="2946"/>
                            <a:pt x="9806" y="3104"/>
                            <a:pt x="8996" y="3396"/>
                          </a:cubicBezTo>
                          <a:cubicBezTo>
                            <a:pt x="8164" y="3711"/>
                            <a:pt x="7422" y="4116"/>
                            <a:pt x="6747" y="4610"/>
                          </a:cubicBezTo>
                          <a:cubicBezTo>
                            <a:pt x="6072" y="5105"/>
                            <a:pt x="5510" y="5690"/>
                            <a:pt x="5038" y="6342"/>
                          </a:cubicBezTo>
                          <a:cubicBezTo>
                            <a:pt x="4565" y="6994"/>
                            <a:pt x="4206" y="7669"/>
                            <a:pt x="3958" y="8389"/>
                          </a:cubicBezTo>
                          <a:cubicBezTo>
                            <a:pt x="3644" y="9288"/>
                            <a:pt x="3441" y="10143"/>
                            <a:pt x="3373" y="10975"/>
                          </a:cubicBezTo>
                          <a:cubicBezTo>
                            <a:pt x="3306" y="11807"/>
                            <a:pt x="3261" y="12707"/>
                            <a:pt x="3261" y="13674"/>
                          </a:cubicBezTo>
                          <a:lnTo>
                            <a:pt x="3261" y="28742"/>
                          </a:lnTo>
                          <a:close/>
                        </a:path>
                      </a:pathLst>
                    </a:custGeom>
                    <a:solidFill>
                      <a:srgbClr val="010101"/>
                    </a:solidFill>
                    <a:ln w="2249" cap="flat">
                      <a:noFill/>
                      <a:prstDash val="solid"/>
                      <a:miter/>
                    </a:ln>
                  </p:spPr>
                  <p:txBody>
                    <a:bodyPr rtlCol="0" anchor="ctr"/>
                    <a:lstStyle/>
                    <a:p>
                      <a:endParaRPr lang="en-US"/>
                    </a:p>
                  </p:txBody>
                </p:sp>
                <p:sp>
                  <p:nvSpPr>
                    <p:cNvPr id="3463" name="Freeform 3462">
                      <a:extLst>
                        <a:ext uri="{FF2B5EF4-FFF2-40B4-BE49-F238E27FC236}">
                          <a16:creationId xmlns:a16="http://schemas.microsoft.com/office/drawing/2014/main" id="{2A628FAD-76A6-D1E9-7D1B-C37FFD26174D}"/>
                        </a:ext>
                      </a:extLst>
                    </p:cNvPr>
                    <p:cNvSpPr/>
                    <p:nvPr/>
                  </p:nvSpPr>
                  <p:spPr>
                    <a:xfrm>
                      <a:off x="5566349" y="3036332"/>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4 w 25908"/>
                        <a:gd name="connsiteY3" fmla="*/ 21185 h 29483"/>
                        <a:gd name="connsiteX4" fmla="*/ 0 w 25908"/>
                        <a:gd name="connsiteY4" fmla="*/ 14753 h 29483"/>
                        <a:gd name="connsiteX5" fmla="*/ 809 w 25908"/>
                        <a:gd name="connsiteY5" fmla="*/ 8996 h 29483"/>
                        <a:gd name="connsiteX6" fmla="*/ 3238 w 25908"/>
                        <a:gd name="connsiteY6" fmla="*/ 4318 h 29483"/>
                        <a:gd name="connsiteX7" fmla="*/ 7287 w 25908"/>
                        <a:gd name="connsiteY7" fmla="*/ 1169 h 29483"/>
                        <a:gd name="connsiteX8" fmla="*/ 12954 w 25908"/>
                        <a:gd name="connsiteY8" fmla="*/ 0 h 29483"/>
                        <a:gd name="connsiteX9" fmla="*/ 18666 w 25908"/>
                        <a:gd name="connsiteY9" fmla="*/ 1169 h 29483"/>
                        <a:gd name="connsiteX10" fmla="*/ 22715 w 25908"/>
                        <a:gd name="connsiteY10" fmla="*/ 4296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67 w 25908"/>
                        <a:gd name="connsiteY17" fmla="*/ 14753 h 29483"/>
                        <a:gd name="connsiteX18" fmla="*/ 21927 w 25908"/>
                        <a:gd name="connsiteY18" fmla="*/ 10120 h 29483"/>
                        <a:gd name="connsiteX19" fmla="*/ 20263 w 25908"/>
                        <a:gd name="connsiteY19" fmla="*/ 6365 h 29483"/>
                        <a:gd name="connsiteX20" fmla="*/ 17339 w 25908"/>
                        <a:gd name="connsiteY20" fmla="*/ 3846 h 29483"/>
                        <a:gd name="connsiteX21" fmla="*/ 12977 w 25908"/>
                        <a:gd name="connsiteY21" fmla="*/ 2924 h 29483"/>
                        <a:gd name="connsiteX22" fmla="*/ 8636 w 25908"/>
                        <a:gd name="connsiteY22" fmla="*/ 3913 h 29483"/>
                        <a:gd name="connsiteX23" fmla="*/ 5690 w 25908"/>
                        <a:gd name="connsiteY23" fmla="*/ 6567 h 29483"/>
                        <a:gd name="connsiteX24" fmla="*/ 4026 w 25908"/>
                        <a:gd name="connsiteY24" fmla="*/ 10345 h 29483"/>
                        <a:gd name="connsiteX25" fmla="*/ 3486 w 25908"/>
                        <a:gd name="connsiteY25" fmla="*/ 14753 h 29483"/>
                        <a:gd name="connsiteX26" fmla="*/ 4116 w 25908"/>
                        <a:gd name="connsiteY26" fmla="*/ 19521 h 29483"/>
                        <a:gd name="connsiteX27" fmla="*/ 5914 w 25908"/>
                        <a:gd name="connsiteY27" fmla="*/ 23277 h 29483"/>
                        <a:gd name="connsiteX28" fmla="*/ 8883 w 25908"/>
                        <a:gd name="connsiteY28" fmla="*/ 25706 h 29483"/>
                        <a:gd name="connsiteX29" fmla="*/ 12977 w 25908"/>
                        <a:gd name="connsiteY29" fmla="*/ 26560 h 29483"/>
                        <a:gd name="connsiteX30" fmla="*/ 17317 w 25908"/>
                        <a:gd name="connsiteY30" fmla="*/ 25571 h 29483"/>
                        <a:gd name="connsiteX31" fmla="*/ 20263 w 25908"/>
                        <a:gd name="connsiteY31" fmla="*/ 22894 h 29483"/>
                        <a:gd name="connsiteX32" fmla="*/ 21927 w 25908"/>
                        <a:gd name="connsiteY32" fmla="*/ 19116 h 29483"/>
                        <a:gd name="connsiteX33" fmla="*/ 22467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4" y="21185"/>
                          </a:cubicBezTo>
                          <a:cubicBezTo>
                            <a:pt x="360" y="19341"/>
                            <a:pt x="0" y="17205"/>
                            <a:pt x="0" y="14753"/>
                          </a:cubicBezTo>
                          <a:cubicBezTo>
                            <a:pt x="0" y="12707"/>
                            <a:pt x="270" y="10795"/>
                            <a:pt x="809" y="8996"/>
                          </a:cubicBezTo>
                          <a:cubicBezTo>
                            <a:pt x="1350" y="7219"/>
                            <a:pt x="2159" y="5667"/>
                            <a:pt x="3238" y="4318"/>
                          </a:cubicBezTo>
                          <a:cubicBezTo>
                            <a:pt x="4318" y="2991"/>
                            <a:pt x="5667" y="1934"/>
                            <a:pt x="7287" y="1169"/>
                          </a:cubicBezTo>
                          <a:cubicBezTo>
                            <a:pt x="8906" y="405"/>
                            <a:pt x="10795" y="0"/>
                            <a:pt x="12954" y="0"/>
                          </a:cubicBezTo>
                          <a:cubicBezTo>
                            <a:pt x="15113" y="0"/>
                            <a:pt x="17047" y="382"/>
                            <a:pt x="18666" y="1169"/>
                          </a:cubicBezTo>
                          <a:cubicBezTo>
                            <a:pt x="20286" y="1934"/>
                            <a:pt x="21635" y="2991"/>
                            <a:pt x="22715" y="4296"/>
                          </a:cubicBezTo>
                          <a:cubicBezTo>
                            <a:pt x="23794" y="5600"/>
                            <a:pt x="24603" y="7174"/>
                            <a:pt x="25121" y="8973"/>
                          </a:cubicBezTo>
                          <a:cubicBezTo>
                            <a:pt x="25638" y="10773"/>
                            <a:pt x="25908" y="12707"/>
                            <a:pt x="25908" y="14753"/>
                          </a:cubicBezTo>
                          <a:cubicBezTo>
                            <a:pt x="25908" y="16980"/>
                            <a:pt x="25593" y="19004"/>
                            <a:pt x="24986" y="20803"/>
                          </a:cubicBezTo>
                          <a:cubicBezTo>
                            <a:pt x="24379" y="22602"/>
                            <a:pt x="23502" y="24154"/>
                            <a:pt x="22377" y="25436"/>
                          </a:cubicBezTo>
                          <a:cubicBezTo>
                            <a:pt x="21253" y="26740"/>
                            <a:pt x="19881" y="27730"/>
                            <a:pt x="18284" y="28427"/>
                          </a:cubicBezTo>
                          <a:cubicBezTo>
                            <a:pt x="16687" y="29124"/>
                            <a:pt x="14910" y="29484"/>
                            <a:pt x="12977" y="29484"/>
                          </a:cubicBezTo>
                          <a:close/>
                          <a:moveTo>
                            <a:pt x="22467" y="14753"/>
                          </a:moveTo>
                          <a:cubicBezTo>
                            <a:pt x="22467" y="13089"/>
                            <a:pt x="22287" y="11560"/>
                            <a:pt x="21927" y="10120"/>
                          </a:cubicBezTo>
                          <a:cubicBezTo>
                            <a:pt x="21568" y="8681"/>
                            <a:pt x="21005" y="7422"/>
                            <a:pt x="20263" y="6365"/>
                          </a:cubicBezTo>
                          <a:cubicBezTo>
                            <a:pt x="19498" y="5308"/>
                            <a:pt x="18531" y="4475"/>
                            <a:pt x="17339" y="3846"/>
                          </a:cubicBezTo>
                          <a:cubicBezTo>
                            <a:pt x="16147" y="3239"/>
                            <a:pt x="14686" y="2924"/>
                            <a:pt x="12977" y="2924"/>
                          </a:cubicBezTo>
                          <a:cubicBezTo>
                            <a:pt x="11267" y="2924"/>
                            <a:pt x="9828" y="3261"/>
                            <a:pt x="8636" y="3913"/>
                          </a:cubicBezTo>
                          <a:cubicBezTo>
                            <a:pt x="7422" y="4588"/>
                            <a:pt x="6454" y="5465"/>
                            <a:pt x="5690" y="6567"/>
                          </a:cubicBezTo>
                          <a:cubicBezTo>
                            <a:pt x="4925" y="7669"/>
                            <a:pt x="4385" y="8928"/>
                            <a:pt x="4026" y="10345"/>
                          </a:cubicBezTo>
                          <a:cubicBezTo>
                            <a:pt x="3666" y="11762"/>
                            <a:pt x="3486" y="13224"/>
                            <a:pt x="3486" y="14753"/>
                          </a:cubicBezTo>
                          <a:cubicBezTo>
                            <a:pt x="3486" y="16485"/>
                            <a:pt x="3688" y="18082"/>
                            <a:pt x="4116" y="19521"/>
                          </a:cubicBezTo>
                          <a:cubicBezTo>
                            <a:pt x="4520" y="20983"/>
                            <a:pt x="5128" y="22220"/>
                            <a:pt x="5914" y="23277"/>
                          </a:cubicBezTo>
                          <a:cubicBezTo>
                            <a:pt x="6702" y="24334"/>
                            <a:pt x="7691" y="25121"/>
                            <a:pt x="8883" y="25706"/>
                          </a:cubicBezTo>
                          <a:cubicBezTo>
                            <a:pt x="10075" y="26290"/>
                            <a:pt x="11447" y="26560"/>
                            <a:pt x="12977" y="26560"/>
                          </a:cubicBezTo>
                          <a:cubicBezTo>
                            <a:pt x="14663" y="26560"/>
                            <a:pt x="16125" y="26223"/>
                            <a:pt x="17317" y="25571"/>
                          </a:cubicBezTo>
                          <a:cubicBezTo>
                            <a:pt x="18531" y="24896"/>
                            <a:pt x="19498" y="24019"/>
                            <a:pt x="20263" y="22894"/>
                          </a:cubicBezTo>
                          <a:cubicBezTo>
                            <a:pt x="21028" y="21770"/>
                            <a:pt x="21568" y="20510"/>
                            <a:pt x="21927" y="19116"/>
                          </a:cubicBezTo>
                          <a:cubicBezTo>
                            <a:pt x="22287" y="17722"/>
                            <a:pt x="22467" y="16260"/>
                            <a:pt x="22467" y="14753"/>
                          </a:cubicBezTo>
                          <a:close/>
                        </a:path>
                      </a:pathLst>
                    </a:custGeom>
                    <a:solidFill>
                      <a:srgbClr val="010101"/>
                    </a:solidFill>
                    <a:ln w="2249" cap="flat">
                      <a:noFill/>
                      <a:prstDash val="solid"/>
                      <a:miter/>
                    </a:ln>
                  </p:spPr>
                  <p:txBody>
                    <a:bodyPr rtlCol="0" anchor="ctr"/>
                    <a:lstStyle/>
                    <a:p>
                      <a:endParaRPr lang="en-US"/>
                    </a:p>
                  </p:txBody>
                </p:sp>
                <p:sp>
                  <p:nvSpPr>
                    <p:cNvPr id="3464" name="Freeform 3463">
                      <a:extLst>
                        <a:ext uri="{FF2B5EF4-FFF2-40B4-BE49-F238E27FC236}">
                          <a16:creationId xmlns:a16="http://schemas.microsoft.com/office/drawing/2014/main" id="{BA8061C6-F900-E4BA-0D15-1B2758C84334}"/>
                        </a:ext>
                      </a:extLst>
                    </p:cNvPr>
                    <p:cNvSpPr/>
                    <p:nvPr/>
                  </p:nvSpPr>
                  <p:spPr>
                    <a:xfrm>
                      <a:off x="5595226" y="3037096"/>
                      <a:ext cx="25143" cy="27954"/>
                    </a:xfrm>
                    <a:custGeom>
                      <a:avLst/>
                      <a:gdLst>
                        <a:gd name="connsiteX0" fmla="*/ 0 w 25143"/>
                        <a:gd name="connsiteY0" fmla="*/ 0 h 27954"/>
                        <a:gd name="connsiteX1" fmla="*/ 3508 w 25143"/>
                        <a:gd name="connsiteY1" fmla="*/ 0 h 27954"/>
                        <a:gd name="connsiteX2" fmla="*/ 12571 w 25143"/>
                        <a:gd name="connsiteY2" fmla="*/ 23974 h 27954"/>
                        <a:gd name="connsiteX3" fmla="*/ 21635 w 25143"/>
                        <a:gd name="connsiteY3" fmla="*/ 0 h 27954"/>
                        <a:gd name="connsiteX4" fmla="*/ 25143 w 25143"/>
                        <a:gd name="connsiteY4" fmla="*/ 0 h 27954"/>
                        <a:gd name="connsiteX5" fmla="*/ 14303 w 25143"/>
                        <a:gd name="connsiteY5" fmla="*/ 27955 h 27954"/>
                        <a:gd name="connsiteX6" fmla="*/ 10683 w 25143"/>
                        <a:gd name="connsiteY6" fmla="*/ 27955 h 27954"/>
                        <a:gd name="connsiteX7" fmla="*/ 0 w 25143"/>
                        <a:gd name="connsiteY7" fmla="*/ 0 h 279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143" h="27954">
                          <a:moveTo>
                            <a:pt x="0" y="0"/>
                          </a:moveTo>
                          <a:lnTo>
                            <a:pt x="3508" y="0"/>
                          </a:lnTo>
                          <a:lnTo>
                            <a:pt x="12571" y="23974"/>
                          </a:lnTo>
                          <a:lnTo>
                            <a:pt x="21635" y="0"/>
                          </a:lnTo>
                          <a:lnTo>
                            <a:pt x="25143" y="0"/>
                          </a:lnTo>
                          <a:lnTo>
                            <a:pt x="14303" y="27955"/>
                          </a:lnTo>
                          <a:lnTo>
                            <a:pt x="10683" y="27955"/>
                          </a:lnTo>
                          <a:lnTo>
                            <a:pt x="0" y="0"/>
                          </a:lnTo>
                          <a:close/>
                        </a:path>
                      </a:pathLst>
                    </a:custGeom>
                    <a:solidFill>
                      <a:srgbClr val="010101"/>
                    </a:solidFill>
                    <a:ln w="2249" cap="flat">
                      <a:noFill/>
                      <a:prstDash val="solid"/>
                      <a:miter/>
                    </a:ln>
                  </p:spPr>
                  <p:txBody>
                    <a:bodyPr rtlCol="0" anchor="ctr"/>
                    <a:lstStyle/>
                    <a:p>
                      <a:endParaRPr lang="en-US"/>
                    </a:p>
                  </p:txBody>
                </p:sp>
                <p:sp>
                  <p:nvSpPr>
                    <p:cNvPr id="3465" name="Freeform 3464">
                      <a:extLst>
                        <a:ext uri="{FF2B5EF4-FFF2-40B4-BE49-F238E27FC236}">
                          <a16:creationId xmlns:a16="http://schemas.microsoft.com/office/drawing/2014/main" id="{D7C51848-554F-CD38-D91E-05AB6289CADE}"/>
                        </a:ext>
                      </a:extLst>
                    </p:cNvPr>
                    <p:cNvSpPr/>
                    <p:nvPr/>
                  </p:nvSpPr>
                  <p:spPr>
                    <a:xfrm>
                      <a:off x="5623675" y="3036377"/>
                      <a:ext cx="25167" cy="29483"/>
                    </a:xfrm>
                    <a:custGeom>
                      <a:avLst/>
                      <a:gdLst>
                        <a:gd name="connsiteX0" fmla="*/ 3509 w 25167"/>
                        <a:gd name="connsiteY0" fmla="*/ 15473 h 29483"/>
                        <a:gd name="connsiteX1" fmla="*/ 4093 w 25167"/>
                        <a:gd name="connsiteY1" fmla="*/ 19768 h 29483"/>
                        <a:gd name="connsiteX2" fmla="*/ 5848 w 25167"/>
                        <a:gd name="connsiteY2" fmla="*/ 23277 h 29483"/>
                        <a:gd name="connsiteX3" fmla="*/ 8793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4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899 w 25167"/>
                        <a:gd name="connsiteY16" fmla="*/ 9086 h 29483"/>
                        <a:gd name="connsiteX17" fmla="*/ 3441 w 25167"/>
                        <a:gd name="connsiteY17" fmla="*/ 4363 h 29483"/>
                        <a:gd name="connsiteX18" fmla="*/ 7467 w 25167"/>
                        <a:gd name="connsiteY18" fmla="*/ 1170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7 w 25167"/>
                        <a:gd name="connsiteY23" fmla="*/ 12774 h 29483"/>
                        <a:gd name="connsiteX24" fmla="*/ 21185 w 25167"/>
                        <a:gd name="connsiteY24" fmla="*/ 8906 h 29483"/>
                        <a:gd name="connsiteX25" fmla="*/ 19521 w 25167"/>
                        <a:gd name="connsiteY25" fmla="*/ 5780 h 29483"/>
                        <a:gd name="connsiteX26" fmla="*/ 16732 w 25167"/>
                        <a:gd name="connsiteY26" fmla="*/ 3666 h 29483"/>
                        <a:gd name="connsiteX27" fmla="*/ 12909 w 25167"/>
                        <a:gd name="connsiteY27" fmla="*/ 2879 h 29483"/>
                        <a:gd name="connsiteX28" fmla="*/ 9108 w 25167"/>
                        <a:gd name="connsiteY28" fmla="*/ 3688 h 29483"/>
                        <a:gd name="connsiteX29" fmla="*/ 6297 w 25167"/>
                        <a:gd name="connsiteY29" fmla="*/ 5847 h 29483"/>
                        <a:gd name="connsiteX30" fmla="*/ 4430 w 25167"/>
                        <a:gd name="connsiteY30" fmla="*/ 8973 h 29483"/>
                        <a:gd name="connsiteX31" fmla="*/ 3509 w 25167"/>
                        <a:gd name="connsiteY31" fmla="*/ 12752 h 29483"/>
                        <a:gd name="connsiteX32" fmla="*/ 21747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9" y="15473"/>
                          </a:moveTo>
                          <a:cubicBezTo>
                            <a:pt x="3509" y="16980"/>
                            <a:pt x="3711" y="18419"/>
                            <a:pt x="4093" y="19768"/>
                          </a:cubicBezTo>
                          <a:cubicBezTo>
                            <a:pt x="4498" y="21118"/>
                            <a:pt x="5083" y="22287"/>
                            <a:pt x="5848" y="23277"/>
                          </a:cubicBezTo>
                          <a:cubicBezTo>
                            <a:pt x="6612" y="24266"/>
                            <a:pt x="7601" y="25053"/>
                            <a:pt x="8793" y="25661"/>
                          </a:cubicBezTo>
                          <a:cubicBezTo>
                            <a:pt x="9985" y="26245"/>
                            <a:pt x="11357" y="26560"/>
                            <a:pt x="12886" y="26560"/>
                          </a:cubicBezTo>
                          <a:cubicBezTo>
                            <a:pt x="15000" y="26560"/>
                            <a:pt x="16822" y="25998"/>
                            <a:pt x="18329" y="24896"/>
                          </a:cubicBezTo>
                          <a:cubicBezTo>
                            <a:pt x="19836" y="23772"/>
                            <a:pt x="20848" y="22197"/>
                            <a:pt x="21343" y="20151"/>
                          </a:cubicBezTo>
                          <a:lnTo>
                            <a:pt x="24964" y="20151"/>
                          </a:lnTo>
                          <a:cubicBezTo>
                            <a:pt x="24558" y="21478"/>
                            <a:pt x="24041"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6" y="23951"/>
                            <a:pt x="1260" y="22400"/>
                            <a:pt x="765" y="20623"/>
                          </a:cubicBezTo>
                          <a:cubicBezTo>
                            <a:pt x="270" y="18846"/>
                            <a:pt x="0" y="16935"/>
                            <a:pt x="0" y="14866"/>
                          </a:cubicBezTo>
                          <a:cubicBezTo>
                            <a:pt x="0" y="12797"/>
                            <a:pt x="292" y="10885"/>
                            <a:pt x="899" y="9086"/>
                          </a:cubicBezTo>
                          <a:cubicBezTo>
                            <a:pt x="1484" y="7287"/>
                            <a:pt x="2339" y="5712"/>
                            <a:pt x="3441" y="4363"/>
                          </a:cubicBezTo>
                          <a:cubicBezTo>
                            <a:pt x="4543" y="3014"/>
                            <a:pt x="5870" y="1957"/>
                            <a:pt x="7467" y="1170"/>
                          </a:cubicBezTo>
                          <a:cubicBezTo>
                            <a:pt x="9041" y="405"/>
                            <a:pt x="10840" y="0"/>
                            <a:pt x="12864" y="0"/>
                          </a:cubicBezTo>
                          <a:cubicBezTo>
                            <a:pt x="16710" y="0"/>
                            <a:pt x="19746" y="1327"/>
                            <a:pt x="21927" y="3958"/>
                          </a:cubicBezTo>
                          <a:cubicBezTo>
                            <a:pt x="24131" y="6612"/>
                            <a:pt x="25211" y="10435"/>
                            <a:pt x="25166" y="15473"/>
                          </a:cubicBezTo>
                          <a:lnTo>
                            <a:pt x="3463" y="15473"/>
                          </a:lnTo>
                          <a:close/>
                          <a:moveTo>
                            <a:pt x="21747" y="12774"/>
                          </a:moveTo>
                          <a:cubicBezTo>
                            <a:pt x="21747" y="11402"/>
                            <a:pt x="21568" y="10120"/>
                            <a:pt x="21185" y="8906"/>
                          </a:cubicBezTo>
                          <a:cubicBezTo>
                            <a:pt x="20803" y="7691"/>
                            <a:pt x="20241" y="6657"/>
                            <a:pt x="19521" y="5780"/>
                          </a:cubicBezTo>
                          <a:cubicBezTo>
                            <a:pt x="18779" y="4903"/>
                            <a:pt x="17857" y="4206"/>
                            <a:pt x="16732" y="3666"/>
                          </a:cubicBezTo>
                          <a:cubicBezTo>
                            <a:pt x="15608" y="3149"/>
                            <a:pt x="14348" y="2879"/>
                            <a:pt x="12909" y="2879"/>
                          </a:cubicBezTo>
                          <a:cubicBezTo>
                            <a:pt x="11470" y="2879"/>
                            <a:pt x="10210" y="3149"/>
                            <a:pt x="9108" y="3688"/>
                          </a:cubicBezTo>
                          <a:cubicBezTo>
                            <a:pt x="8006" y="4228"/>
                            <a:pt x="7084" y="4948"/>
                            <a:pt x="6297" y="5847"/>
                          </a:cubicBezTo>
                          <a:cubicBezTo>
                            <a:pt x="5532" y="6747"/>
                            <a:pt x="4903" y="7781"/>
                            <a:pt x="4430" y="8973"/>
                          </a:cubicBezTo>
                          <a:cubicBezTo>
                            <a:pt x="3958" y="10165"/>
                            <a:pt x="3666" y="11425"/>
                            <a:pt x="3509" y="12752"/>
                          </a:cubicBezTo>
                          <a:lnTo>
                            <a:pt x="21747" y="12752"/>
                          </a:lnTo>
                          <a:close/>
                        </a:path>
                      </a:pathLst>
                    </a:custGeom>
                    <a:solidFill>
                      <a:srgbClr val="010101"/>
                    </a:solidFill>
                    <a:ln w="2249" cap="flat">
                      <a:noFill/>
                      <a:prstDash val="solid"/>
                      <a:miter/>
                    </a:ln>
                  </p:spPr>
                  <p:txBody>
                    <a:bodyPr rtlCol="0" anchor="ctr"/>
                    <a:lstStyle/>
                    <a:p>
                      <a:endParaRPr lang="en-US"/>
                    </a:p>
                  </p:txBody>
                </p:sp>
                <p:sp>
                  <p:nvSpPr>
                    <p:cNvPr id="3466" name="Freeform 3465">
                      <a:extLst>
                        <a:ext uri="{FF2B5EF4-FFF2-40B4-BE49-F238E27FC236}">
                          <a16:creationId xmlns:a16="http://schemas.microsoft.com/office/drawing/2014/main" id="{FD104026-F711-70B7-F735-0B68964441CC}"/>
                        </a:ext>
                      </a:extLst>
                    </p:cNvPr>
                    <p:cNvSpPr/>
                    <p:nvPr/>
                  </p:nvSpPr>
                  <p:spPr>
                    <a:xfrm>
                      <a:off x="5655677" y="3026211"/>
                      <a:ext cx="3238" cy="38861"/>
                    </a:xfrm>
                    <a:custGeom>
                      <a:avLst/>
                      <a:gdLst>
                        <a:gd name="connsiteX0" fmla="*/ 0 w 3238"/>
                        <a:gd name="connsiteY0" fmla="*/ 38862 h 38861"/>
                        <a:gd name="connsiteX1" fmla="*/ 0 w 3238"/>
                        <a:gd name="connsiteY1" fmla="*/ 0 h 38861"/>
                        <a:gd name="connsiteX2" fmla="*/ 3238 w 3238"/>
                        <a:gd name="connsiteY2" fmla="*/ 0 h 38861"/>
                        <a:gd name="connsiteX3" fmla="*/ 3238 w 3238"/>
                        <a:gd name="connsiteY3" fmla="*/ 38862 h 38861"/>
                        <a:gd name="connsiteX4" fmla="*/ 0 w 3238"/>
                        <a:gd name="connsiteY4" fmla="*/ 38862 h 388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8" h="38861">
                          <a:moveTo>
                            <a:pt x="0" y="38862"/>
                          </a:moveTo>
                          <a:lnTo>
                            <a:pt x="0" y="0"/>
                          </a:lnTo>
                          <a:lnTo>
                            <a:pt x="3238" y="0"/>
                          </a:lnTo>
                          <a:lnTo>
                            <a:pt x="3238" y="38862"/>
                          </a:lnTo>
                          <a:lnTo>
                            <a:pt x="0" y="38862"/>
                          </a:lnTo>
                          <a:close/>
                        </a:path>
                      </a:pathLst>
                    </a:custGeom>
                    <a:solidFill>
                      <a:srgbClr val="010101"/>
                    </a:solidFill>
                    <a:ln w="2249" cap="flat">
                      <a:noFill/>
                      <a:prstDash val="solid"/>
                      <a:miter/>
                    </a:ln>
                  </p:spPr>
                  <p:txBody>
                    <a:bodyPr rtlCol="0" anchor="ctr"/>
                    <a:lstStyle/>
                    <a:p>
                      <a:endParaRPr lang="en-US"/>
                    </a:p>
                  </p:txBody>
                </p:sp>
              </p:grpSp>
              <p:grpSp>
                <p:nvGrpSpPr>
                  <p:cNvPr id="49" name="Graphic 4479">
                    <a:extLst>
                      <a:ext uri="{FF2B5EF4-FFF2-40B4-BE49-F238E27FC236}">
                        <a16:creationId xmlns:a16="http://schemas.microsoft.com/office/drawing/2014/main" id="{9DB0B66B-628E-3944-A98C-40C6888A98FB}"/>
                      </a:ext>
                    </a:extLst>
                  </p:cNvPr>
                  <p:cNvGrpSpPr/>
                  <p:nvPr/>
                </p:nvGrpSpPr>
                <p:grpSpPr>
                  <a:xfrm>
                    <a:off x="1432092" y="3884174"/>
                    <a:ext cx="136901" cy="2157916"/>
                    <a:chOff x="3332278" y="2367582"/>
                    <a:chExt cx="36568" cy="576407"/>
                  </a:xfrm>
                  <a:solidFill>
                    <a:srgbClr val="231F20"/>
                  </a:solidFill>
                </p:grpSpPr>
                <p:sp>
                  <p:nvSpPr>
                    <p:cNvPr id="3459" name="Freeform 3458">
                      <a:extLst>
                        <a:ext uri="{FF2B5EF4-FFF2-40B4-BE49-F238E27FC236}">
                          <a16:creationId xmlns:a16="http://schemas.microsoft.com/office/drawing/2014/main" id="{2D2EDA32-EFFE-CB4B-E9F7-BC49A71B8490}"/>
                        </a:ext>
                      </a:extLst>
                    </p:cNvPr>
                    <p:cNvSpPr/>
                    <p:nvPr/>
                  </p:nvSpPr>
                  <p:spPr>
                    <a:xfrm>
                      <a:off x="3350562" y="2399359"/>
                      <a:ext cx="2248" cy="512874"/>
                    </a:xfrm>
                    <a:custGeom>
                      <a:avLst/>
                      <a:gdLst>
                        <a:gd name="connsiteX0" fmla="*/ 0 w 2248"/>
                        <a:gd name="connsiteY0" fmla="*/ 0 h 512874"/>
                        <a:gd name="connsiteX1" fmla="*/ 0 w 2248"/>
                        <a:gd name="connsiteY1" fmla="*/ 512875 h 512874"/>
                      </a:gdLst>
                      <a:ahLst/>
                      <a:cxnLst>
                        <a:cxn ang="0">
                          <a:pos x="connsiteX0" y="connsiteY0"/>
                        </a:cxn>
                        <a:cxn ang="0">
                          <a:pos x="connsiteX1" y="connsiteY1"/>
                        </a:cxn>
                      </a:cxnLst>
                      <a:rect l="l" t="t" r="r" b="b"/>
                      <a:pathLst>
                        <a:path w="2248" h="512874">
                          <a:moveTo>
                            <a:pt x="0" y="0"/>
                          </a:moveTo>
                          <a:lnTo>
                            <a:pt x="0" y="512875"/>
                          </a:lnTo>
                        </a:path>
                      </a:pathLst>
                    </a:custGeom>
                    <a:ln w="4498" cap="flat">
                      <a:solidFill>
                        <a:srgbClr val="231F20"/>
                      </a:solidFill>
                      <a:prstDash val="solid"/>
                      <a:miter/>
                    </a:ln>
                  </p:spPr>
                  <p:txBody>
                    <a:bodyPr rtlCol="0" anchor="ctr"/>
                    <a:lstStyle/>
                    <a:p>
                      <a:endParaRPr lang="en-US"/>
                    </a:p>
                  </p:txBody>
                </p:sp>
                <p:sp>
                  <p:nvSpPr>
                    <p:cNvPr id="3460" name="Freeform 3459">
                      <a:extLst>
                        <a:ext uri="{FF2B5EF4-FFF2-40B4-BE49-F238E27FC236}">
                          <a16:creationId xmlns:a16="http://schemas.microsoft.com/office/drawing/2014/main" id="{E862135F-CB1B-3E11-D724-37E9CC193142}"/>
                        </a:ext>
                      </a:extLst>
                    </p:cNvPr>
                    <p:cNvSpPr/>
                    <p:nvPr/>
                  </p:nvSpPr>
                  <p:spPr>
                    <a:xfrm>
                      <a:off x="3332278" y="2367582"/>
                      <a:ext cx="36568" cy="44754"/>
                    </a:xfrm>
                    <a:custGeom>
                      <a:avLst/>
                      <a:gdLst>
                        <a:gd name="connsiteX0" fmla="*/ 18284 w 36568"/>
                        <a:gd name="connsiteY0" fmla="*/ 0 h 44754"/>
                        <a:gd name="connsiteX1" fmla="*/ 0 w 36568"/>
                        <a:gd name="connsiteY1" fmla="*/ 44754 h 44754"/>
                        <a:gd name="connsiteX2" fmla="*/ 18284 w 36568"/>
                        <a:gd name="connsiteY2" fmla="*/ 34139 h 44754"/>
                        <a:gd name="connsiteX3" fmla="*/ 36568 w 36568"/>
                        <a:gd name="connsiteY3" fmla="*/ 44754 h 44754"/>
                        <a:gd name="connsiteX4" fmla="*/ 18284 w 36568"/>
                        <a:gd name="connsiteY4" fmla="*/ 0 h 447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568" h="44754">
                          <a:moveTo>
                            <a:pt x="18284" y="0"/>
                          </a:moveTo>
                          <a:lnTo>
                            <a:pt x="0" y="44754"/>
                          </a:lnTo>
                          <a:lnTo>
                            <a:pt x="18284" y="34139"/>
                          </a:lnTo>
                          <a:lnTo>
                            <a:pt x="36568" y="44754"/>
                          </a:lnTo>
                          <a:lnTo>
                            <a:pt x="18284" y="0"/>
                          </a:lnTo>
                          <a:close/>
                        </a:path>
                      </a:pathLst>
                    </a:custGeom>
                    <a:solidFill>
                      <a:srgbClr val="231F20"/>
                    </a:solidFill>
                    <a:ln w="2249" cap="flat">
                      <a:noFill/>
                      <a:prstDash val="solid"/>
                      <a:miter/>
                    </a:ln>
                  </p:spPr>
                  <p:txBody>
                    <a:bodyPr rtlCol="0" anchor="ctr"/>
                    <a:lstStyle/>
                    <a:p>
                      <a:endParaRPr lang="en-US"/>
                    </a:p>
                  </p:txBody>
                </p:sp>
                <p:sp>
                  <p:nvSpPr>
                    <p:cNvPr id="3461" name="Freeform 3460">
                      <a:extLst>
                        <a:ext uri="{FF2B5EF4-FFF2-40B4-BE49-F238E27FC236}">
                          <a16:creationId xmlns:a16="http://schemas.microsoft.com/office/drawing/2014/main" id="{C161EA9E-40A3-5FD3-BCBB-CD3D1ED1C901}"/>
                        </a:ext>
                      </a:extLst>
                    </p:cNvPr>
                    <p:cNvSpPr/>
                    <p:nvPr/>
                  </p:nvSpPr>
                  <p:spPr>
                    <a:xfrm>
                      <a:off x="3332278" y="2899235"/>
                      <a:ext cx="36568" cy="44754"/>
                    </a:xfrm>
                    <a:custGeom>
                      <a:avLst/>
                      <a:gdLst>
                        <a:gd name="connsiteX0" fmla="*/ 18284 w 36568"/>
                        <a:gd name="connsiteY0" fmla="*/ 44754 h 44754"/>
                        <a:gd name="connsiteX1" fmla="*/ 0 w 36568"/>
                        <a:gd name="connsiteY1" fmla="*/ 0 h 44754"/>
                        <a:gd name="connsiteX2" fmla="*/ 18284 w 36568"/>
                        <a:gd name="connsiteY2" fmla="*/ 10638 h 44754"/>
                        <a:gd name="connsiteX3" fmla="*/ 36568 w 36568"/>
                        <a:gd name="connsiteY3" fmla="*/ 0 h 44754"/>
                        <a:gd name="connsiteX4" fmla="*/ 18284 w 36568"/>
                        <a:gd name="connsiteY4" fmla="*/ 44754 h 447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568" h="44754">
                          <a:moveTo>
                            <a:pt x="18284" y="44754"/>
                          </a:moveTo>
                          <a:lnTo>
                            <a:pt x="0" y="0"/>
                          </a:lnTo>
                          <a:lnTo>
                            <a:pt x="18284" y="10638"/>
                          </a:lnTo>
                          <a:lnTo>
                            <a:pt x="36568" y="0"/>
                          </a:lnTo>
                          <a:lnTo>
                            <a:pt x="18284" y="44754"/>
                          </a:lnTo>
                          <a:close/>
                        </a:path>
                      </a:pathLst>
                    </a:custGeom>
                    <a:solidFill>
                      <a:srgbClr val="231F20"/>
                    </a:solidFill>
                    <a:ln w="2249" cap="flat">
                      <a:noFill/>
                      <a:prstDash val="solid"/>
                      <a:miter/>
                    </a:ln>
                  </p:spPr>
                  <p:txBody>
                    <a:bodyPr rtlCol="0" anchor="ctr"/>
                    <a:lstStyle/>
                    <a:p>
                      <a:endParaRPr lang="en-US"/>
                    </a:p>
                  </p:txBody>
                </p:sp>
              </p:grpSp>
              <p:grpSp>
                <p:nvGrpSpPr>
                  <p:cNvPr id="50" name="Graphic 4479">
                    <a:extLst>
                      <a:ext uri="{FF2B5EF4-FFF2-40B4-BE49-F238E27FC236}">
                        <a16:creationId xmlns:a16="http://schemas.microsoft.com/office/drawing/2014/main" id="{24124193-5439-06CF-2B6D-BB9A314C5CF7}"/>
                      </a:ext>
                    </a:extLst>
                  </p:cNvPr>
                  <p:cNvGrpSpPr/>
                  <p:nvPr/>
                </p:nvGrpSpPr>
                <p:grpSpPr>
                  <a:xfrm>
                    <a:off x="1200811" y="3903117"/>
                    <a:ext cx="148435" cy="506430"/>
                    <a:chOff x="3270500" y="2372642"/>
                    <a:chExt cx="39649" cy="135274"/>
                  </a:xfrm>
                  <a:solidFill>
                    <a:srgbClr val="231F20"/>
                  </a:solidFill>
                </p:grpSpPr>
                <p:sp>
                  <p:nvSpPr>
                    <p:cNvPr id="61" name="Freeform 60">
                      <a:extLst>
                        <a:ext uri="{FF2B5EF4-FFF2-40B4-BE49-F238E27FC236}">
                          <a16:creationId xmlns:a16="http://schemas.microsoft.com/office/drawing/2014/main" id="{FFF72F86-ACF3-C442-D201-8B80CD633DF1}"/>
                        </a:ext>
                      </a:extLst>
                    </p:cNvPr>
                    <p:cNvSpPr/>
                    <p:nvPr/>
                  </p:nvSpPr>
                  <p:spPr>
                    <a:xfrm>
                      <a:off x="3270500" y="2482211"/>
                      <a:ext cx="39626" cy="25705"/>
                    </a:xfrm>
                    <a:custGeom>
                      <a:avLst/>
                      <a:gdLst>
                        <a:gd name="connsiteX0" fmla="*/ 38862 w 39626"/>
                        <a:gd name="connsiteY0" fmla="*/ 22467 h 25705"/>
                        <a:gd name="connsiteX1" fmla="*/ 38862 w 39626"/>
                        <a:gd name="connsiteY1" fmla="*/ 25706 h 25705"/>
                        <a:gd name="connsiteX2" fmla="*/ 0 w 39626"/>
                        <a:gd name="connsiteY2" fmla="*/ 25706 h 25705"/>
                        <a:gd name="connsiteX3" fmla="*/ 0 w 39626"/>
                        <a:gd name="connsiteY3" fmla="*/ 22467 h 25705"/>
                        <a:gd name="connsiteX4" fmla="*/ 15383 w 39626"/>
                        <a:gd name="connsiteY4" fmla="*/ 22467 h 25705"/>
                        <a:gd name="connsiteX5" fmla="*/ 11470 w 39626"/>
                        <a:gd name="connsiteY5" fmla="*/ 18172 h 25705"/>
                        <a:gd name="connsiteX6" fmla="*/ 10143 w 39626"/>
                        <a:gd name="connsiteY6" fmla="*/ 12482 h 25705"/>
                        <a:gd name="connsiteX7" fmla="*/ 11357 w 39626"/>
                        <a:gd name="connsiteY7" fmla="*/ 6949 h 25705"/>
                        <a:gd name="connsiteX8" fmla="*/ 14596 w 39626"/>
                        <a:gd name="connsiteY8" fmla="*/ 3059 h 25705"/>
                        <a:gd name="connsiteX9" fmla="*/ 19318 w 39626"/>
                        <a:gd name="connsiteY9" fmla="*/ 765 h 25705"/>
                        <a:gd name="connsiteX10" fmla="*/ 24941 w 39626"/>
                        <a:gd name="connsiteY10" fmla="*/ 0 h 25705"/>
                        <a:gd name="connsiteX11" fmla="*/ 30721 w 39626"/>
                        <a:gd name="connsiteY11" fmla="*/ 697 h 25705"/>
                        <a:gd name="connsiteX12" fmla="*/ 35399 w 39626"/>
                        <a:gd name="connsiteY12" fmla="*/ 2946 h 25705"/>
                        <a:gd name="connsiteX13" fmla="*/ 38502 w 39626"/>
                        <a:gd name="connsiteY13" fmla="*/ 6859 h 25705"/>
                        <a:gd name="connsiteX14" fmla="*/ 39627 w 39626"/>
                        <a:gd name="connsiteY14" fmla="*/ 12639 h 25705"/>
                        <a:gd name="connsiteX15" fmla="*/ 39244 w 39626"/>
                        <a:gd name="connsiteY15" fmla="*/ 15383 h 25705"/>
                        <a:gd name="connsiteX16" fmla="*/ 38165 w 39626"/>
                        <a:gd name="connsiteY16" fmla="*/ 18104 h 25705"/>
                        <a:gd name="connsiteX17" fmla="*/ 36411 w 39626"/>
                        <a:gd name="connsiteY17" fmla="*/ 20533 h 25705"/>
                        <a:gd name="connsiteX18" fmla="*/ 33959 w 39626"/>
                        <a:gd name="connsiteY18" fmla="*/ 22332 h 25705"/>
                        <a:gd name="connsiteX19" fmla="*/ 33959 w 39626"/>
                        <a:gd name="connsiteY19" fmla="*/ 22445 h 25705"/>
                        <a:gd name="connsiteX20" fmla="*/ 38862 w 39626"/>
                        <a:gd name="connsiteY20" fmla="*/ 22445 h 25705"/>
                        <a:gd name="connsiteX21" fmla="*/ 24783 w 39626"/>
                        <a:gd name="connsiteY21" fmla="*/ 22467 h 25705"/>
                        <a:gd name="connsiteX22" fmla="*/ 29506 w 39626"/>
                        <a:gd name="connsiteY22" fmla="*/ 21837 h 25705"/>
                        <a:gd name="connsiteX23" fmla="*/ 33284 w 39626"/>
                        <a:gd name="connsiteY23" fmla="*/ 20038 h 25705"/>
                        <a:gd name="connsiteX24" fmla="*/ 35803 w 39626"/>
                        <a:gd name="connsiteY24" fmla="*/ 17070 h 25705"/>
                        <a:gd name="connsiteX25" fmla="*/ 36725 w 39626"/>
                        <a:gd name="connsiteY25" fmla="*/ 13021 h 25705"/>
                        <a:gd name="connsiteX26" fmla="*/ 36006 w 39626"/>
                        <a:gd name="connsiteY26" fmla="*/ 9243 h 25705"/>
                        <a:gd name="connsiteX27" fmla="*/ 33869 w 39626"/>
                        <a:gd name="connsiteY27" fmla="*/ 6230 h 25705"/>
                        <a:gd name="connsiteX28" fmla="*/ 30451 w 39626"/>
                        <a:gd name="connsiteY28" fmla="*/ 4206 h 25705"/>
                        <a:gd name="connsiteX29" fmla="*/ 25773 w 39626"/>
                        <a:gd name="connsiteY29" fmla="*/ 3486 h 25705"/>
                        <a:gd name="connsiteX30" fmla="*/ 20825 w 39626"/>
                        <a:gd name="connsiteY30" fmla="*/ 3913 h 25705"/>
                        <a:gd name="connsiteX31" fmla="*/ 16800 w 39626"/>
                        <a:gd name="connsiteY31" fmla="*/ 5645 h 25705"/>
                        <a:gd name="connsiteX32" fmla="*/ 14079 w 39626"/>
                        <a:gd name="connsiteY32" fmla="*/ 8703 h 25705"/>
                        <a:gd name="connsiteX33" fmla="*/ 13089 w 39626"/>
                        <a:gd name="connsiteY33" fmla="*/ 13044 h 25705"/>
                        <a:gd name="connsiteX34" fmla="*/ 14033 w 39626"/>
                        <a:gd name="connsiteY34" fmla="*/ 17002 h 25705"/>
                        <a:gd name="connsiteX35" fmla="*/ 16575 w 39626"/>
                        <a:gd name="connsiteY35" fmla="*/ 19971 h 25705"/>
                        <a:gd name="connsiteX36" fmla="*/ 20308 w 39626"/>
                        <a:gd name="connsiteY36" fmla="*/ 21837 h 25705"/>
                        <a:gd name="connsiteX37" fmla="*/ 24806 w 39626"/>
                        <a:gd name="connsiteY37" fmla="*/ 22490 h 257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9626" h="25705">
                          <a:moveTo>
                            <a:pt x="38862" y="22467"/>
                          </a:moveTo>
                          <a:lnTo>
                            <a:pt x="38862" y="25706"/>
                          </a:lnTo>
                          <a:lnTo>
                            <a:pt x="0" y="25706"/>
                          </a:lnTo>
                          <a:lnTo>
                            <a:pt x="0" y="22467"/>
                          </a:lnTo>
                          <a:lnTo>
                            <a:pt x="15383" y="22467"/>
                          </a:lnTo>
                          <a:cubicBezTo>
                            <a:pt x="13651" y="21433"/>
                            <a:pt x="12347" y="19993"/>
                            <a:pt x="11470" y="18172"/>
                          </a:cubicBezTo>
                          <a:cubicBezTo>
                            <a:pt x="10593" y="16350"/>
                            <a:pt x="10143" y="14461"/>
                            <a:pt x="10143" y="12482"/>
                          </a:cubicBezTo>
                          <a:cubicBezTo>
                            <a:pt x="10143" y="10368"/>
                            <a:pt x="10547" y="8524"/>
                            <a:pt x="11357" y="6949"/>
                          </a:cubicBezTo>
                          <a:cubicBezTo>
                            <a:pt x="12167" y="5375"/>
                            <a:pt x="13246" y="4093"/>
                            <a:pt x="14596" y="3059"/>
                          </a:cubicBezTo>
                          <a:cubicBezTo>
                            <a:pt x="15945" y="2024"/>
                            <a:pt x="17519" y="1259"/>
                            <a:pt x="19318" y="765"/>
                          </a:cubicBezTo>
                          <a:cubicBezTo>
                            <a:pt x="21118" y="270"/>
                            <a:pt x="22984" y="0"/>
                            <a:pt x="24941" y="0"/>
                          </a:cubicBezTo>
                          <a:cubicBezTo>
                            <a:pt x="26988" y="0"/>
                            <a:pt x="28922" y="225"/>
                            <a:pt x="30721" y="697"/>
                          </a:cubicBezTo>
                          <a:cubicBezTo>
                            <a:pt x="32520" y="1169"/>
                            <a:pt x="34072" y="1912"/>
                            <a:pt x="35399" y="2946"/>
                          </a:cubicBezTo>
                          <a:cubicBezTo>
                            <a:pt x="36703" y="3981"/>
                            <a:pt x="37737" y="5285"/>
                            <a:pt x="38502" y="6859"/>
                          </a:cubicBezTo>
                          <a:cubicBezTo>
                            <a:pt x="39267" y="8434"/>
                            <a:pt x="39627" y="10368"/>
                            <a:pt x="39627" y="12639"/>
                          </a:cubicBezTo>
                          <a:cubicBezTo>
                            <a:pt x="39627" y="13539"/>
                            <a:pt x="39492" y="14461"/>
                            <a:pt x="39244" y="15383"/>
                          </a:cubicBezTo>
                          <a:cubicBezTo>
                            <a:pt x="38997" y="16327"/>
                            <a:pt x="38637" y="17227"/>
                            <a:pt x="38165" y="18104"/>
                          </a:cubicBezTo>
                          <a:cubicBezTo>
                            <a:pt x="37693" y="18981"/>
                            <a:pt x="37108" y="19791"/>
                            <a:pt x="36411" y="20533"/>
                          </a:cubicBezTo>
                          <a:cubicBezTo>
                            <a:pt x="35713" y="21275"/>
                            <a:pt x="34881" y="21882"/>
                            <a:pt x="33959" y="22332"/>
                          </a:cubicBezTo>
                          <a:lnTo>
                            <a:pt x="33959" y="22445"/>
                          </a:lnTo>
                          <a:lnTo>
                            <a:pt x="38862" y="22445"/>
                          </a:lnTo>
                          <a:close/>
                          <a:moveTo>
                            <a:pt x="24783" y="22467"/>
                          </a:moveTo>
                          <a:cubicBezTo>
                            <a:pt x="26470" y="22467"/>
                            <a:pt x="28044" y="22265"/>
                            <a:pt x="29506" y="21837"/>
                          </a:cubicBezTo>
                          <a:cubicBezTo>
                            <a:pt x="30968" y="21410"/>
                            <a:pt x="32227" y="20825"/>
                            <a:pt x="33284" y="20038"/>
                          </a:cubicBezTo>
                          <a:cubicBezTo>
                            <a:pt x="34341" y="19251"/>
                            <a:pt x="35174" y="18262"/>
                            <a:pt x="35803" y="17070"/>
                          </a:cubicBezTo>
                          <a:cubicBezTo>
                            <a:pt x="36411" y="15878"/>
                            <a:pt x="36725" y="14528"/>
                            <a:pt x="36725" y="13021"/>
                          </a:cubicBezTo>
                          <a:cubicBezTo>
                            <a:pt x="36725" y="11650"/>
                            <a:pt x="36478" y="10390"/>
                            <a:pt x="36006" y="9243"/>
                          </a:cubicBezTo>
                          <a:cubicBezTo>
                            <a:pt x="35511" y="8096"/>
                            <a:pt x="34814" y="7084"/>
                            <a:pt x="33869" y="6230"/>
                          </a:cubicBezTo>
                          <a:cubicBezTo>
                            <a:pt x="32925" y="5375"/>
                            <a:pt x="31800" y="4700"/>
                            <a:pt x="30451" y="4206"/>
                          </a:cubicBezTo>
                          <a:cubicBezTo>
                            <a:pt x="29101" y="3711"/>
                            <a:pt x="27550" y="3486"/>
                            <a:pt x="25773" y="3486"/>
                          </a:cubicBezTo>
                          <a:cubicBezTo>
                            <a:pt x="24019" y="3418"/>
                            <a:pt x="22355" y="3553"/>
                            <a:pt x="20825" y="3913"/>
                          </a:cubicBezTo>
                          <a:cubicBezTo>
                            <a:pt x="19296" y="4273"/>
                            <a:pt x="17947" y="4858"/>
                            <a:pt x="16800" y="5645"/>
                          </a:cubicBezTo>
                          <a:cubicBezTo>
                            <a:pt x="15653" y="6432"/>
                            <a:pt x="14731" y="7444"/>
                            <a:pt x="14079" y="8703"/>
                          </a:cubicBezTo>
                          <a:cubicBezTo>
                            <a:pt x="13404" y="9940"/>
                            <a:pt x="13089" y="11402"/>
                            <a:pt x="13089" y="13044"/>
                          </a:cubicBezTo>
                          <a:cubicBezTo>
                            <a:pt x="13089" y="14528"/>
                            <a:pt x="13404" y="15833"/>
                            <a:pt x="14033" y="17002"/>
                          </a:cubicBezTo>
                          <a:cubicBezTo>
                            <a:pt x="14663" y="18172"/>
                            <a:pt x="15518" y="19161"/>
                            <a:pt x="16575" y="19971"/>
                          </a:cubicBezTo>
                          <a:cubicBezTo>
                            <a:pt x="17632" y="20780"/>
                            <a:pt x="18869" y="21410"/>
                            <a:pt x="20308" y="21837"/>
                          </a:cubicBezTo>
                          <a:cubicBezTo>
                            <a:pt x="21725" y="22265"/>
                            <a:pt x="23232" y="22490"/>
                            <a:pt x="24806" y="22490"/>
                          </a:cubicBezTo>
                          <a:close/>
                        </a:path>
                      </a:pathLst>
                    </a:custGeom>
                    <a:solidFill>
                      <a:srgbClr val="231F20"/>
                    </a:solidFill>
                    <a:ln w="2249" cap="flat">
                      <a:noFill/>
                      <a:prstDash val="solid"/>
                      <a:miter/>
                    </a:ln>
                  </p:spPr>
                  <p:txBody>
                    <a:bodyPr rtlCol="0" anchor="ctr"/>
                    <a:lstStyle/>
                    <a:p>
                      <a:endParaRPr lang="en-US"/>
                    </a:p>
                  </p:txBody>
                </p:sp>
                <p:sp>
                  <p:nvSpPr>
                    <p:cNvPr id="62" name="Freeform 61">
                      <a:extLst>
                        <a:ext uri="{FF2B5EF4-FFF2-40B4-BE49-F238E27FC236}">
                          <a16:creationId xmlns:a16="http://schemas.microsoft.com/office/drawing/2014/main" id="{E71E9784-90AB-5185-26CD-0E54C7C76FED}"/>
                        </a:ext>
                      </a:extLst>
                    </p:cNvPr>
                    <p:cNvSpPr/>
                    <p:nvPr/>
                  </p:nvSpPr>
                  <p:spPr>
                    <a:xfrm>
                      <a:off x="3280665" y="2451669"/>
                      <a:ext cx="29484" cy="25167"/>
                    </a:xfrm>
                    <a:custGeom>
                      <a:avLst/>
                      <a:gdLst>
                        <a:gd name="connsiteX0" fmla="*/ 15473 w 29484"/>
                        <a:gd name="connsiteY0" fmla="*/ 21659 h 25167"/>
                        <a:gd name="connsiteX1" fmla="*/ 19768 w 29484"/>
                        <a:gd name="connsiteY1" fmla="*/ 21074 h 25167"/>
                        <a:gd name="connsiteX2" fmla="*/ 23277 w 29484"/>
                        <a:gd name="connsiteY2" fmla="*/ 19320 h 25167"/>
                        <a:gd name="connsiteX3" fmla="*/ 25661 w 29484"/>
                        <a:gd name="connsiteY3" fmla="*/ 16374 h 25167"/>
                        <a:gd name="connsiteX4" fmla="*/ 26560 w 29484"/>
                        <a:gd name="connsiteY4" fmla="*/ 12281 h 25167"/>
                        <a:gd name="connsiteX5" fmla="*/ 24896 w 29484"/>
                        <a:gd name="connsiteY5" fmla="*/ 6838 h 25167"/>
                        <a:gd name="connsiteX6" fmla="*/ 20151 w 29484"/>
                        <a:gd name="connsiteY6" fmla="*/ 3825 h 25167"/>
                        <a:gd name="connsiteX7" fmla="*/ 20151 w 29484"/>
                        <a:gd name="connsiteY7" fmla="*/ 204 h 25167"/>
                        <a:gd name="connsiteX8" fmla="*/ 23839 w 29484"/>
                        <a:gd name="connsiteY8" fmla="*/ 1778 h 25167"/>
                        <a:gd name="connsiteX9" fmla="*/ 26808 w 29484"/>
                        <a:gd name="connsiteY9" fmla="*/ 4207 h 25167"/>
                        <a:gd name="connsiteX10" fmla="*/ 28787 w 29484"/>
                        <a:gd name="connsiteY10" fmla="*/ 7670 h 25167"/>
                        <a:gd name="connsiteX11" fmla="*/ 29484 w 29484"/>
                        <a:gd name="connsiteY11" fmla="*/ 12303 h 25167"/>
                        <a:gd name="connsiteX12" fmla="*/ 28360 w 29484"/>
                        <a:gd name="connsiteY12" fmla="*/ 18083 h 25167"/>
                        <a:gd name="connsiteX13" fmla="*/ 25256 w 29484"/>
                        <a:gd name="connsiteY13" fmla="*/ 22086 h 25167"/>
                        <a:gd name="connsiteX14" fmla="*/ 20623 w 29484"/>
                        <a:gd name="connsiteY14" fmla="*/ 24403 h 25167"/>
                        <a:gd name="connsiteX15" fmla="*/ 14866 w 29484"/>
                        <a:gd name="connsiteY15" fmla="*/ 25167 h 25167"/>
                        <a:gd name="connsiteX16" fmla="*/ 9086 w 29484"/>
                        <a:gd name="connsiteY16" fmla="*/ 24268 h 25167"/>
                        <a:gd name="connsiteX17" fmla="*/ 4363 w 29484"/>
                        <a:gd name="connsiteY17" fmla="*/ 21726 h 25167"/>
                        <a:gd name="connsiteX18" fmla="*/ 1170 w 29484"/>
                        <a:gd name="connsiteY18" fmla="*/ 17701 h 25167"/>
                        <a:gd name="connsiteX19" fmla="*/ 0 w 29484"/>
                        <a:gd name="connsiteY19" fmla="*/ 12303 h 25167"/>
                        <a:gd name="connsiteX20" fmla="*/ 3958 w 29484"/>
                        <a:gd name="connsiteY20" fmla="*/ 3240 h 25167"/>
                        <a:gd name="connsiteX21" fmla="*/ 15473 w 29484"/>
                        <a:gd name="connsiteY21" fmla="*/ 1 h 25167"/>
                        <a:gd name="connsiteX22" fmla="*/ 15473 w 29484"/>
                        <a:gd name="connsiteY22" fmla="*/ 21704 h 25167"/>
                        <a:gd name="connsiteX23" fmla="*/ 12774 w 29484"/>
                        <a:gd name="connsiteY23" fmla="*/ 3420 h 25167"/>
                        <a:gd name="connsiteX24" fmla="*/ 8906 w 29484"/>
                        <a:gd name="connsiteY24" fmla="*/ 3982 h 25167"/>
                        <a:gd name="connsiteX25" fmla="*/ 5780 w 29484"/>
                        <a:gd name="connsiteY25" fmla="*/ 5646 h 25167"/>
                        <a:gd name="connsiteX26" fmla="*/ 3666 w 29484"/>
                        <a:gd name="connsiteY26" fmla="*/ 8435 h 25167"/>
                        <a:gd name="connsiteX27" fmla="*/ 2879 w 29484"/>
                        <a:gd name="connsiteY27" fmla="*/ 12258 h 25167"/>
                        <a:gd name="connsiteX28" fmla="*/ 3688 w 29484"/>
                        <a:gd name="connsiteY28" fmla="*/ 16059 h 25167"/>
                        <a:gd name="connsiteX29" fmla="*/ 5848 w 29484"/>
                        <a:gd name="connsiteY29" fmla="*/ 18870 h 25167"/>
                        <a:gd name="connsiteX30" fmla="*/ 8974 w 29484"/>
                        <a:gd name="connsiteY30" fmla="*/ 20737 h 25167"/>
                        <a:gd name="connsiteX31" fmla="*/ 12752 w 29484"/>
                        <a:gd name="connsiteY31" fmla="*/ 21659 h 25167"/>
                        <a:gd name="connsiteX32" fmla="*/ 12752 w 29484"/>
                        <a:gd name="connsiteY32"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4" h="25167">
                          <a:moveTo>
                            <a:pt x="15473" y="21659"/>
                          </a:moveTo>
                          <a:cubicBezTo>
                            <a:pt x="16980" y="21659"/>
                            <a:pt x="18419" y="21456"/>
                            <a:pt x="19768" y="21074"/>
                          </a:cubicBezTo>
                          <a:cubicBezTo>
                            <a:pt x="21118" y="20669"/>
                            <a:pt x="22287" y="20085"/>
                            <a:pt x="23277" y="19320"/>
                          </a:cubicBezTo>
                          <a:cubicBezTo>
                            <a:pt x="24266" y="18555"/>
                            <a:pt x="25053" y="17566"/>
                            <a:pt x="25661" y="16374"/>
                          </a:cubicBezTo>
                          <a:cubicBezTo>
                            <a:pt x="26245" y="15182"/>
                            <a:pt x="26560" y="13810"/>
                            <a:pt x="26560" y="12281"/>
                          </a:cubicBezTo>
                          <a:cubicBezTo>
                            <a:pt x="26560" y="10167"/>
                            <a:pt x="25998" y="8345"/>
                            <a:pt x="24896" y="6838"/>
                          </a:cubicBezTo>
                          <a:cubicBezTo>
                            <a:pt x="23772" y="5331"/>
                            <a:pt x="22197" y="4319"/>
                            <a:pt x="20151" y="3825"/>
                          </a:cubicBezTo>
                          <a:lnTo>
                            <a:pt x="20151" y="204"/>
                          </a:lnTo>
                          <a:cubicBezTo>
                            <a:pt x="21478" y="609"/>
                            <a:pt x="22715" y="1126"/>
                            <a:pt x="23839" y="1778"/>
                          </a:cubicBezTo>
                          <a:cubicBezTo>
                            <a:pt x="24964" y="2430"/>
                            <a:pt x="25953" y="3240"/>
                            <a:pt x="26808" y="4207"/>
                          </a:cubicBezTo>
                          <a:cubicBezTo>
                            <a:pt x="27662" y="5174"/>
                            <a:pt x="28315" y="6321"/>
                            <a:pt x="28787" y="7670"/>
                          </a:cubicBezTo>
                          <a:cubicBezTo>
                            <a:pt x="29259" y="8997"/>
                            <a:pt x="29484" y="10549"/>
                            <a:pt x="29484" y="12303"/>
                          </a:cubicBezTo>
                          <a:cubicBezTo>
                            <a:pt x="29484" y="14530"/>
                            <a:pt x="29102" y="16464"/>
                            <a:pt x="28360" y="18083"/>
                          </a:cubicBezTo>
                          <a:cubicBezTo>
                            <a:pt x="27595" y="19702"/>
                            <a:pt x="26560" y="21029"/>
                            <a:pt x="25256" y="22086"/>
                          </a:cubicBezTo>
                          <a:cubicBezTo>
                            <a:pt x="23951" y="23121"/>
                            <a:pt x="22400" y="23908"/>
                            <a:pt x="20623" y="24403"/>
                          </a:cubicBezTo>
                          <a:cubicBezTo>
                            <a:pt x="18846" y="24897"/>
                            <a:pt x="16935" y="25167"/>
                            <a:pt x="14866" y="25167"/>
                          </a:cubicBezTo>
                          <a:cubicBezTo>
                            <a:pt x="12797" y="25167"/>
                            <a:pt x="10885" y="24875"/>
                            <a:pt x="9086" y="24268"/>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close/>
                          <a:moveTo>
                            <a:pt x="12774" y="3420"/>
                          </a:moveTo>
                          <a:cubicBezTo>
                            <a:pt x="11402" y="3420"/>
                            <a:pt x="10120" y="3600"/>
                            <a:pt x="8906" y="3982"/>
                          </a:cubicBezTo>
                          <a:cubicBezTo>
                            <a:pt x="7692" y="4364"/>
                            <a:pt x="6657" y="4927"/>
                            <a:pt x="5780" y="5646"/>
                          </a:cubicBezTo>
                          <a:cubicBezTo>
                            <a:pt x="4903" y="6388"/>
                            <a:pt x="4206" y="7310"/>
                            <a:pt x="3666" y="8435"/>
                          </a:cubicBezTo>
                          <a:cubicBezTo>
                            <a:pt x="3149" y="9559"/>
                            <a:pt x="2879" y="10819"/>
                            <a:pt x="2879" y="12258"/>
                          </a:cubicBezTo>
                          <a:cubicBezTo>
                            <a:pt x="2879" y="13697"/>
                            <a:pt x="3149" y="14957"/>
                            <a:pt x="3688" y="16059"/>
                          </a:cubicBezTo>
                          <a:cubicBezTo>
                            <a:pt x="4228" y="17161"/>
                            <a:pt x="4948" y="18083"/>
                            <a:pt x="5848" y="18870"/>
                          </a:cubicBezTo>
                          <a:cubicBezTo>
                            <a:pt x="6747" y="19635"/>
                            <a:pt x="7782" y="20264"/>
                            <a:pt x="8974" y="20737"/>
                          </a:cubicBezTo>
                          <a:cubicBezTo>
                            <a:pt x="10165" y="21209"/>
                            <a:pt x="11425" y="21501"/>
                            <a:pt x="12752" y="21659"/>
                          </a:cubicBezTo>
                          <a:lnTo>
                            <a:pt x="12752" y="3420"/>
                          </a:lnTo>
                          <a:close/>
                        </a:path>
                      </a:pathLst>
                    </a:custGeom>
                    <a:solidFill>
                      <a:srgbClr val="231F20"/>
                    </a:solidFill>
                    <a:ln w="2249" cap="flat">
                      <a:noFill/>
                      <a:prstDash val="solid"/>
                      <a:miter/>
                    </a:ln>
                  </p:spPr>
                  <p:txBody>
                    <a:bodyPr rtlCol="0" anchor="ctr"/>
                    <a:lstStyle/>
                    <a:p>
                      <a:endParaRPr lang="en-US"/>
                    </a:p>
                  </p:txBody>
                </p:sp>
                <p:sp>
                  <p:nvSpPr>
                    <p:cNvPr id="63" name="Freeform 62">
                      <a:extLst>
                        <a:ext uri="{FF2B5EF4-FFF2-40B4-BE49-F238E27FC236}">
                          <a16:creationId xmlns:a16="http://schemas.microsoft.com/office/drawing/2014/main" id="{8238F113-77E8-AFD1-4680-D496B973A9E5}"/>
                        </a:ext>
                      </a:extLst>
                    </p:cNvPr>
                    <p:cNvSpPr/>
                    <p:nvPr/>
                  </p:nvSpPr>
                  <p:spPr>
                    <a:xfrm>
                      <a:off x="3273626" y="2435478"/>
                      <a:ext cx="36500" cy="12616"/>
                    </a:xfrm>
                    <a:custGeom>
                      <a:avLst/>
                      <a:gdLst>
                        <a:gd name="connsiteX0" fmla="*/ 35848 w 36500"/>
                        <a:gd name="connsiteY0" fmla="*/ 0 h 12616"/>
                        <a:gd name="connsiteX1" fmla="*/ 36231 w 36500"/>
                        <a:gd name="connsiteY1" fmla="*/ 1574 h 12616"/>
                        <a:gd name="connsiteX2" fmla="*/ 36501 w 36500"/>
                        <a:gd name="connsiteY2" fmla="*/ 3733 h 12616"/>
                        <a:gd name="connsiteX3" fmla="*/ 35286 w 36500"/>
                        <a:gd name="connsiteY3" fmla="*/ 7422 h 12616"/>
                        <a:gd name="connsiteX4" fmla="*/ 30945 w 36500"/>
                        <a:gd name="connsiteY4" fmla="*/ 8681 h 12616"/>
                        <a:gd name="connsiteX5" fmla="*/ 10480 w 36500"/>
                        <a:gd name="connsiteY5" fmla="*/ 8681 h 12616"/>
                        <a:gd name="connsiteX6" fmla="*/ 10480 w 36500"/>
                        <a:gd name="connsiteY6" fmla="*/ 12617 h 12616"/>
                        <a:gd name="connsiteX7" fmla="*/ 7781 w 36500"/>
                        <a:gd name="connsiteY7" fmla="*/ 12617 h 12616"/>
                        <a:gd name="connsiteX8" fmla="*/ 7781 w 36500"/>
                        <a:gd name="connsiteY8" fmla="*/ 8681 h 12616"/>
                        <a:gd name="connsiteX9" fmla="*/ 0 w 36500"/>
                        <a:gd name="connsiteY9" fmla="*/ 8681 h 12616"/>
                        <a:gd name="connsiteX10" fmla="*/ 0 w 36500"/>
                        <a:gd name="connsiteY10" fmla="*/ 5442 h 12616"/>
                        <a:gd name="connsiteX11" fmla="*/ 7781 w 36500"/>
                        <a:gd name="connsiteY11" fmla="*/ 5442 h 12616"/>
                        <a:gd name="connsiteX12" fmla="*/ 7781 w 36500"/>
                        <a:gd name="connsiteY12" fmla="*/ 202 h 12616"/>
                        <a:gd name="connsiteX13" fmla="*/ 10480 w 36500"/>
                        <a:gd name="connsiteY13" fmla="*/ 202 h 12616"/>
                        <a:gd name="connsiteX14" fmla="*/ 10480 w 36500"/>
                        <a:gd name="connsiteY14" fmla="*/ 5442 h 12616"/>
                        <a:gd name="connsiteX15" fmla="*/ 29641 w 36500"/>
                        <a:gd name="connsiteY15" fmla="*/ 5442 h 12616"/>
                        <a:gd name="connsiteX16" fmla="*/ 31418 w 36500"/>
                        <a:gd name="connsiteY16" fmla="*/ 5397 h 12616"/>
                        <a:gd name="connsiteX17" fmla="*/ 32655 w 36500"/>
                        <a:gd name="connsiteY17" fmla="*/ 5083 h 12616"/>
                        <a:gd name="connsiteX18" fmla="*/ 33352 w 36500"/>
                        <a:gd name="connsiteY18" fmla="*/ 4251 h 12616"/>
                        <a:gd name="connsiteX19" fmla="*/ 33577 w 36500"/>
                        <a:gd name="connsiteY19" fmla="*/ 2654 h 12616"/>
                        <a:gd name="connsiteX20" fmla="*/ 33464 w 36500"/>
                        <a:gd name="connsiteY20" fmla="*/ 1327 h 12616"/>
                        <a:gd name="connsiteX21" fmla="*/ 33194 w 36500"/>
                        <a:gd name="connsiteY21" fmla="*/ 0 h 12616"/>
                        <a:gd name="connsiteX22" fmla="*/ 35848 w 36500"/>
                        <a:gd name="connsiteY22" fmla="*/ 0 h 126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500" h="12616">
                          <a:moveTo>
                            <a:pt x="35848" y="0"/>
                          </a:moveTo>
                          <a:cubicBezTo>
                            <a:pt x="35916" y="405"/>
                            <a:pt x="36051" y="922"/>
                            <a:pt x="36231" y="1574"/>
                          </a:cubicBezTo>
                          <a:cubicBezTo>
                            <a:pt x="36411" y="2226"/>
                            <a:pt x="36501" y="2946"/>
                            <a:pt x="36501" y="3733"/>
                          </a:cubicBezTo>
                          <a:cubicBezTo>
                            <a:pt x="36501" y="5352"/>
                            <a:pt x="36096" y="6589"/>
                            <a:pt x="35286" y="7422"/>
                          </a:cubicBezTo>
                          <a:cubicBezTo>
                            <a:pt x="34476" y="8254"/>
                            <a:pt x="33037" y="8681"/>
                            <a:pt x="30945" y="8681"/>
                          </a:cubicBezTo>
                          <a:lnTo>
                            <a:pt x="10480" y="8681"/>
                          </a:lnTo>
                          <a:lnTo>
                            <a:pt x="10480" y="12617"/>
                          </a:lnTo>
                          <a:lnTo>
                            <a:pt x="7781" y="12617"/>
                          </a:lnTo>
                          <a:lnTo>
                            <a:pt x="7781" y="8681"/>
                          </a:lnTo>
                          <a:lnTo>
                            <a:pt x="0" y="8681"/>
                          </a:lnTo>
                          <a:lnTo>
                            <a:pt x="0" y="5442"/>
                          </a:lnTo>
                          <a:lnTo>
                            <a:pt x="7781" y="5442"/>
                          </a:lnTo>
                          <a:lnTo>
                            <a:pt x="7781" y="202"/>
                          </a:lnTo>
                          <a:lnTo>
                            <a:pt x="10480" y="202"/>
                          </a:lnTo>
                          <a:lnTo>
                            <a:pt x="10480" y="5442"/>
                          </a:lnTo>
                          <a:lnTo>
                            <a:pt x="29641" y="5442"/>
                          </a:lnTo>
                          <a:cubicBezTo>
                            <a:pt x="30316" y="5442"/>
                            <a:pt x="30923" y="5442"/>
                            <a:pt x="31418" y="5397"/>
                          </a:cubicBezTo>
                          <a:cubicBezTo>
                            <a:pt x="31913" y="5352"/>
                            <a:pt x="32340" y="5263"/>
                            <a:pt x="32655" y="5083"/>
                          </a:cubicBezTo>
                          <a:cubicBezTo>
                            <a:pt x="32970" y="4903"/>
                            <a:pt x="33217" y="4633"/>
                            <a:pt x="33352" y="4251"/>
                          </a:cubicBezTo>
                          <a:cubicBezTo>
                            <a:pt x="33487" y="3868"/>
                            <a:pt x="33577" y="3351"/>
                            <a:pt x="33577" y="2654"/>
                          </a:cubicBezTo>
                          <a:cubicBezTo>
                            <a:pt x="33577" y="2226"/>
                            <a:pt x="33532" y="1777"/>
                            <a:pt x="33464" y="1327"/>
                          </a:cubicBezTo>
                          <a:cubicBezTo>
                            <a:pt x="33397" y="877"/>
                            <a:pt x="33307" y="427"/>
                            <a:pt x="33194" y="0"/>
                          </a:cubicBezTo>
                          <a:lnTo>
                            <a:pt x="35848" y="0"/>
                          </a:lnTo>
                          <a:close/>
                        </a:path>
                      </a:pathLst>
                    </a:custGeom>
                    <a:solidFill>
                      <a:srgbClr val="231F20"/>
                    </a:solidFill>
                    <a:ln w="2249" cap="flat">
                      <a:noFill/>
                      <a:prstDash val="solid"/>
                      <a:miter/>
                    </a:ln>
                  </p:spPr>
                  <p:txBody>
                    <a:bodyPr rtlCol="0" anchor="ctr"/>
                    <a:lstStyle/>
                    <a:p>
                      <a:endParaRPr lang="en-US"/>
                    </a:p>
                  </p:txBody>
                </p:sp>
                <p:sp>
                  <p:nvSpPr>
                    <p:cNvPr id="3456" name="Freeform 3455">
                      <a:extLst>
                        <a:ext uri="{FF2B5EF4-FFF2-40B4-BE49-F238E27FC236}">
                          <a16:creationId xmlns:a16="http://schemas.microsoft.com/office/drawing/2014/main" id="{2BA10A4B-5847-1615-3AD4-653D8FC8C6A8}"/>
                        </a:ext>
                      </a:extLst>
                    </p:cNvPr>
                    <p:cNvSpPr/>
                    <p:nvPr/>
                  </p:nvSpPr>
                  <p:spPr>
                    <a:xfrm>
                      <a:off x="3273626" y="2420477"/>
                      <a:ext cx="36500" cy="12616"/>
                    </a:xfrm>
                    <a:custGeom>
                      <a:avLst/>
                      <a:gdLst>
                        <a:gd name="connsiteX0" fmla="*/ 35848 w 36500"/>
                        <a:gd name="connsiteY0" fmla="*/ 0 h 12616"/>
                        <a:gd name="connsiteX1" fmla="*/ 36231 w 36500"/>
                        <a:gd name="connsiteY1" fmla="*/ 1574 h 12616"/>
                        <a:gd name="connsiteX2" fmla="*/ 36501 w 36500"/>
                        <a:gd name="connsiteY2" fmla="*/ 3733 h 12616"/>
                        <a:gd name="connsiteX3" fmla="*/ 35286 w 36500"/>
                        <a:gd name="connsiteY3" fmla="*/ 7422 h 12616"/>
                        <a:gd name="connsiteX4" fmla="*/ 30945 w 36500"/>
                        <a:gd name="connsiteY4" fmla="*/ 8681 h 12616"/>
                        <a:gd name="connsiteX5" fmla="*/ 10480 w 36500"/>
                        <a:gd name="connsiteY5" fmla="*/ 8681 h 12616"/>
                        <a:gd name="connsiteX6" fmla="*/ 10480 w 36500"/>
                        <a:gd name="connsiteY6" fmla="*/ 12617 h 12616"/>
                        <a:gd name="connsiteX7" fmla="*/ 7781 w 36500"/>
                        <a:gd name="connsiteY7" fmla="*/ 12617 h 12616"/>
                        <a:gd name="connsiteX8" fmla="*/ 7781 w 36500"/>
                        <a:gd name="connsiteY8" fmla="*/ 8681 h 12616"/>
                        <a:gd name="connsiteX9" fmla="*/ 0 w 36500"/>
                        <a:gd name="connsiteY9" fmla="*/ 8681 h 12616"/>
                        <a:gd name="connsiteX10" fmla="*/ 0 w 36500"/>
                        <a:gd name="connsiteY10" fmla="*/ 5442 h 12616"/>
                        <a:gd name="connsiteX11" fmla="*/ 7781 w 36500"/>
                        <a:gd name="connsiteY11" fmla="*/ 5442 h 12616"/>
                        <a:gd name="connsiteX12" fmla="*/ 7781 w 36500"/>
                        <a:gd name="connsiteY12" fmla="*/ 202 h 12616"/>
                        <a:gd name="connsiteX13" fmla="*/ 10480 w 36500"/>
                        <a:gd name="connsiteY13" fmla="*/ 202 h 12616"/>
                        <a:gd name="connsiteX14" fmla="*/ 10480 w 36500"/>
                        <a:gd name="connsiteY14" fmla="*/ 5442 h 12616"/>
                        <a:gd name="connsiteX15" fmla="*/ 29641 w 36500"/>
                        <a:gd name="connsiteY15" fmla="*/ 5442 h 12616"/>
                        <a:gd name="connsiteX16" fmla="*/ 31418 w 36500"/>
                        <a:gd name="connsiteY16" fmla="*/ 5397 h 12616"/>
                        <a:gd name="connsiteX17" fmla="*/ 32655 w 36500"/>
                        <a:gd name="connsiteY17" fmla="*/ 5083 h 12616"/>
                        <a:gd name="connsiteX18" fmla="*/ 33352 w 36500"/>
                        <a:gd name="connsiteY18" fmla="*/ 4251 h 12616"/>
                        <a:gd name="connsiteX19" fmla="*/ 33577 w 36500"/>
                        <a:gd name="connsiteY19" fmla="*/ 2654 h 12616"/>
                        <a:gd name="connsiteX20" fmla="*/ 33464 w 36500"/>
                        <a:gd name="connsiteY20" fmla="*/ 1327 h 12616"/>
                        <a:gd name="connsiteX21" fmla="*/ 33194 w 36500"/>
                        <a:gd name="connsiteY21" fmla="*/ 0 h 12616"/>
                        <a:gd name="connsiteX22" fmla="*/ 35848 w 36500"/>
                        <a:gd name="connsiteY22" fmla="*/ 0 h 126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500" h="12616">
                          <a:moveTo>
                            <a:pt x="35848" y="0"/>
                          </a:moveTo>
                          <a:cubicBezTo>
                            <a:pt x="35916" y="405"/>
                            <a:pt x="36051" y="922"/>
                            <a:pt x="36231" y="1574"/>
                          </a:cubicBezTo>
                          <a:cubicBezTo>
                            <a:pt x="36411" y="2226"/>
                            <a:pt x="36501" y="2946"/>
                            <a:pt x="36501" y="3733"/>
                          </a:cubicBezTo>
                          <a:cubicBezTo>
                            <a:pt x="36501" y="5352"/>
                            <a:pt x="36096" y="6589"/>
                            <a:pt x="35286" y="7422"/>
                          </a:cubicBezTo>
                          <a:cubicBezTo>
                            <a:pt x="34476" y="8254"/>
                            <a:pt x="33037" y="8681"/>
                            <a:pt x="30945" y="8681"/>
                          </a:cubicBezTo>
                          <a:lnTo>
                            <a:pt x="10480" y="8681"/>
                          </a:lnTo>
                          <a:lnTo>
                            <a:pt x="10480" y="12617"/>
                          </a:lnTo>
                          <a:lnTo>
                            <a:pt x="7781" y="12617"/>
                          </a:lnTo>
                          <a:lnTo>
                            <a:pt x="7781" y="8681"/>
                          </a:lnTo>
                          <a:lnTo>
                            <a:pt x="0" y="8681"/>
                          </a:lnTo>
                          <a:lnTo>
                            <a:pt x="0" y="5442"/>
                          </a:lnTo>
                          <a:lnTo>
                            <a:pt x="7781" y="5442"/>
                          </a:lnTo>
                          <a:lnTo>
                            <a:pt x="7781" y="202"/>
                          </a:lnTo>
                          <a:lnTo>
                            <a:pt x="10480" y="202"/>
                          </a:lnTo>
                          <a:lnTo>
                            <a:pt x="10480" y="5442"/>
                          </a:lnTo>
                          <a:lnTo>
                            <a:pt x="29641" y="5442"/>
                          </a:lnTo>
                          <a:cubicBezTo>
                            <a:pt x="30316" y="5442"/>
                            <a:pt x="30923" y="5442"/>
                            <a:pt x="31418" y="5397"/>
                          </a:cubicBezTo>
                          <a:cubicBezTo>
                            <a:pt x="31913" y="5352"/>
                            <a:pt x="32340" y="5263"/>
                            <a:pt x="32655" y="5083"/>
                          </a:cubicBezTo>
                          <a:cubicBezTo>
                            <a:pt x="32970" y="4903"/>
                            <a:pt x="33217" y="4633"/>
                            <a:pt x="33352" y="4251"/>
                          </a:cubicBezTo>
                          <a:cubicBezTo>
                            <a:pt x="33487" y="3868"/>
                            <a:pt x="33577" y="3351"/>
                            <a:pt x="33577" y="2654"/>
                          </a:cubicBezTo>
                          <a:cubicBezTo>
                            <a:pt x="33577" y="2226"/>
                            <a:pt x="33532" y="1777"/>
                            <a:pt x="33464" y="1327"/>
                          </a:cubicBezTo>
                          <a:cubicBezTo>
                            <a:pt x="33397" y="877"/>
                            <a:pt x="33307" y="427"/>
                            <a:pt x="33194" y="0"/>
                          </a:cubicBezTo>
                          <a:lnTo>
                            <a:pt x="35848" y="0"/>
                          </a:lnTo>
                          <a:close/>
                        </a:path>
                      </a:pathLst>
                    </a:custGeom>
                    <a:solidFill>
                      <a:srgbClr val="231F20"/>
                    </a:solidFill>
                    <a:ln w="2249" cap="flat">
                      <a:noFill/>
                      <a:prstDash val="solid"/>
                      <a:miter/>
                    </a:ln>
                  </p:spPr>
                  <p:txBody>
                    <a:bodyPr rtlCol="0" anchor="ctr"/>
                    <a:lstStyle/>
                    <a:p>
                      <a:endParaRPr lang="en-US"/>
                    </a:p>
                  </p:txBody>
                </p:sp>
                <p:sp>
                  <p:nvSpPr>
                    <p:cNvPr id="3457" name="Freeform 3456">
                      <a:extLst>
                        <a:ext uri="{FF2B5EF4-FFF2-40B4-BE49-F238E27FC236}">
                          <a16:creationId xmlns:a16="http://schemas.microsoft.com/office/drawing/2014/main" id="{6BE67D5E-80A1-12F0-07F7-C31BBCB0E9BB}"/>
                        </a:ext>
                      </a:extLst>
                    </p:cNvPr>
                    <p:cNvSpPr/>
                    <p:nvPr/>
                  </p:nvSpPr>
                  <p:spPr>
                    <a:xfrm>
                      <a:off x="3280665" y="2391644"/>
                      <a:ext cx="29484" cy="25167"/>
                    </a:xfrm>
                    <a:custGeom>
                      <a:avLst/>
                      <a:gdLst>
                        <a:gd name="connsiteX0" fmla="*/ 15473 w 29484"/>
                        <a:gd name="connsiteY0" fmla="*/ 21659 h 25167"/>
                        <a:gd name="connsiteX1" fmla="*/ 19768 w 29484"/>
                        <a:gd name="connsiteY1" fmla="*/ 21074 h 25167"/>
                        <a:gd name="connsiteX2" fmla="*/ 23277 w 29484"/>
                        <a:gd name="connsiteY2" fmla="*/ 19320 h 25167"/>
                        <a:gd name="connsiteX3" fmla="*/ 25661 w 29484"/>
                        <a:gd name="connsiteY3" fmla="*/ 16374 h 25167"/>
                        <a:gd name="connsiteX4" fmla="*/ 26560 w 29484"/>
                        <a:gd name="connsiteY4" fmla="*/ 12281 h 25167"/>
                        <a:gd name="connsiteX5" fmla="*/ 24896 w 29484"/>
                        <a:gd name="connsiteY5" fmla="*/ 6838 h 25167"/>
                        <a:gd name="connsiteX6" fmla="*/ 20151 w 29484"/>
                        <a:gd name="connsiteY6" fmla="*/ 3825 h 25167"/>
                        <a:gd name="connsiteX7" fmla="*/ 20151 w 29484"/>
                        <a:gd name="connsiteY7" fmla="*/ 204 h 25167"/>
                        <a:gd name="connsiteX8" fmla="*/ 23839 w 29484"/>
                        <a:gd name="connsiteY8" fmla="*/ 1778 h 25167"/>
                        <a:gd name="connsiteX9" fmla="*/ 26808 w 29484"/>
                        <a:gd name="connsiteY9" fmla="*/ 4207 h 25167"/>
                        <a:gd name="connsiteX10" fmla="*/ 28787 w 29484"/>
                        <a:gd name="connsiteY10" fmla="*/ 7670 h 25167"/>
                        <a:gd name="connsiteX11" fmla="*/ 29484 w 29484"/>
                        <a:gd name="connsiteY11" fmla="*/ 12303 h 25167"/>
                        <a:gd name="connsiteX12" fmla="*/ 28360 w 29484"/>
                        <a:gd name="connsiteY12" fmla="*/ 18083 h 25167"/>
                        <a:gd name="connsiteX13" fmla="*/ 25256 w 29484"/>
                        <a:gd name="connsiteY13" fmla="*/ 22086 h 25167"/>
                        <a:gd name="connsiteX14" fmla="*/ 20623 w 29484"/>
                        <a:gd name="connsiteY14" fmla="*/ 24403 h 25167"/>
                        <a:gd name="connsiteX15" fmla="*/ 14866 w 29484"/>
                        <a:gd name="connsiteY15" fmla="*/ 25167 h 25167"/>
                        <a:gd name="connsiteX16" fmla="*/ 9086 w 29484"/>
                        <a:gd name="connsiteY16" fmla="*/ 24268 h 25167"/>
                        <a:gd name="connsiteX17" fmla="*/ 4363 w 29484"/>
                        <a:gd name="connsiteY17" fmla="*/ 21726 h 25167"/>
                        <a:gd name="connsiteX18" fmla="*/ 1170 w 29484"/>
                        <a:gd name="connsiteY18" fmla="*/ 17701 h 25167"/>
                        <a:gd name="connsiteX19" fmla="*/ 0 w 29484"/>
                        <a:gd name="connsiteY19" fmla="*/ 12303 h 25167"/>
                        <a:gd name="connsiteX20" fmla="*/ 3958 w 29484"/>
                        <a:gd name="connsiteY20" fmla="*/ 3240 h 25167"/>
                        <a:gd name="connsiteX21" fmla="*/ 15473 w 29484"/>
                        <a:gd name="connsiteY21" fmla="*/ 1 h 25167"/>
                        <a:gd name="connsiteX22" fmla="*/ 15473 w 29484"/>
                        <a:gd name="connsiteY22" fmla="*/ 21704 h 25167"/>
                        <a:gd name="connsiteX23" fmla="*/ 12774 w 29484"/>
                        <a:gd name="connsiteY23" fmla="*/ 3420 h 25167"/>
                        <a:gd name="connsiteX24" fmla="*/ 8906 w 29484"/>
                        <a:gd name="connsiteY24" fmla="*/ 3982 h 25167"/>
                        <a:gd name="connsiteX25" fmla="*/ 5780 w 29484"/>
                        <a:gd name="connsiteY25" fmla="*/ 5646 h 25167"/>
                        <a:gd name="connsiteX26" fmla="*/ 3666 w 29484"/>
                        <a:gd name="connsiteY26" fmla="*/ 8435 h 25167"/>
                        <a:gd name="connsiteX27" fmla="*/ 2879 w 29484"/>
                        <a:gd name="connsiteY27" fmla="*/ 12258 h 25167"/>
                        <a:gd name="connsiteX28" fmla="*/ 3688 w 29484"/>
                        <a:gd name="connsiteY28" fmla="*/ 16059 h 25167"/>
                        <a:gd name="connsiteX29" fmla="*/ 5848 w 29484"/>
                        <a:gd name="connsiteY29" fmla="*/ 18870 h 25167"/>
                        <a:gd name="connsiteX30" fmla="*/ 8974 w 29484"/>
                        <a:gd name="connsiteY30" fmla="*/ 20737 h 25167"/>
                        <a:gd name="connsiteX31" fmla="*/ 12752 w 29484"/>
                        <a:gd name="connsiteY31" fmla="*/ 21659 h 25167"/>
                        <a:gd name="connsiteX32" fmla="*/ 12752 w 29484"/>
                        <a:gd name="connsiteY32"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4" h="25167">
                          <a:moveTo>
                            <a:pt x="15473" y="21659"/>
                          </a:moveTo>
                          <a:cubicBezTo>
                            <a:pt x="16980" y="21659"/>
                            <a:pt x="18419" y="21456"/>
                            <a:pt x="19768" y="21074"/>
                          </a:cubicBezTo>
                          <a:cubicBezTo>
                            <a:pt x="21118" y="20669"/>
                            <a:pt x="22287" y="20085"/>
                            <a:pt x="23277" y="19320"/>
                          </a:cubicBezTo>
                          <a:cubicBezTo>
                            <a:pt x="24266" y="18555"/>
                            <a:pt x="25053" y="17566"/>
                            <a:pt x="25661" y="16374"/>
                          </a:cubicBezTo>
                          <a:cubicBezTo>
                            <a:pt x="26245" y="15182"/>
                            <a:pt x="26560" y="13810"/>
                            <a:pt x="26560" y="12281"/>
                          </a:cubicBezTo>
                          <a:cubicBezTo>
                            <a:pt x="26560" y="10167"/>
                            <a:pt x="25998" y="8345"/>
                            <a:pt x="24896" y="6838"/>
                          </a:cubicBezTo>
                          <a:cubicBezTo>
                            <a:pt x="23772" y="5331"/>
                            <a:pt x="22197" y="4319"/>
                            <a:pt x="20151" y="3825"/>
                          </a:cubicBezTo>
                          <a:lnTo>
                            <a:pt x="20151" y="204"/>
                          </a:lnTo>
                          <a:cubicBezTo>
                            <a:pt x="21478" y="609"/>
                            <a:pt x="22715" y="1126"/>
                            <a:pt x="23839" y="1778"/>
                          </a:cubicBezTo>
                          <a:cubicBezTo>
                            <a:pt x="24964" y="2430"/>
                            <a:pt x="25953" y="3240"/>
                            <a:pt x="26808" y="4207"/>
                          </a:cubicBezTo>
                          <a:cubicBezTo>
                            <a:pt x="27662" y="5174"/>
                            <a:pt x="28315" y="6321"/>
                            <a:pt x="28787" y="7670"/>
                          </a:cubicBezTo>
                          <a:cubicBezTo>
                            <a:pt x="29259" y="8997"/>
                            <a:pt x="29484" y="10549"/>
                            <a:pt x="29484" y="12303"/>
                          </a:cubicBezTo>
                          <a:cubicBezTo>
                            <a:pt x="29484" y="14530"/>
                            <a:pt x="29102" y="16464"/>
                            <a:pt x="28360" y="18083"/>
                          </a:cubicBezTo>
                          <a:cubicBezTo>
                            <a:pt x="27595" y="19702"/>
                            <a:pt x="26560" y="21029"/>
                            <a:pt x="25256" y="22086"/>
                          </a:cubicBezTo>
                          <a:cubicBezTo>
                            <a:pt x="23951" y="23121"/>
                            <a:pt x="22400" y="23908"/>
                            <a:pt x="20623" y="24403"/>
                          </a:cubicBezTo>
                          <a:cubicBezTo>
                            <a:pt x="18846" y="24897"/>
                            <a:pt x="16935" y="25167"/>
                            <a:pt x="14866" y="25167"/>
                          </a:cubicBezTo>
                          <a:cubicBezTo>
                            <a:pt x="12797" y="25167"/>
                            <a:pt x="10885" y="24875"/>
                            <a:pt x="9086" y="24268"/>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close/>
                          <a:moveTo>
                            <a:pt x="12774" y="3420"/>
                          </a:moveTo>
                          <a:cubicBezTo>
                            <a:pt x="11402" y="3420"/>
                            <a:pt x="10120" y="3600"/>
                            <a:pt x="8906" y="3982"/>
                          </a:cubicBezTo>
                          <a:cubicBezTo>
                            <a:pt x="7692" y="4364"/>
                            <a:pt x="6657" y="4927"/>
                            <a:pt x="5780" y="5646"/>
                          </a:cubicBezTo>
                          <a:cubicBezTo>
                            <a:pt x="4903" y="6388"/>
                            <a:pt x="4206" y="7310"/>
                            <a:pt x="3666" y="8435"/>
                          </a:cubicBezTo>
                          <a:cubicBezTo>
                            <a:pt x="3149" y="9559"/>
                            <a:pt x="2879" y="10819"/>
                            <a:pt x="2879" y="12258"/>
                          </a:cubicBezTo>
                          <a:cubicBezTo>
                            <a:pt x="2879" y="13697"/>
                            <a:pt x="3149" y="14957"/>
                            <a:pt x="3688" y="16059"/>
                          </a:cubicBezTo>
                          <a:cubicBezTo>
                            <a:pt x="4228" y="17161"/>
                            <a:pt x="4948" y="18083"/>
                            <a:pt x="5848" y="18870"/>
                          </a:cubicBezTo>
                          <a:cubicBezTo>
                            <a:pt x="6747" y="19635"/>
                            <a:pt x="7782" y="20264"/>
                            <a:pt x="8974" y="20737"/>
                          </a:cubicBezTo>
                          <a:cubicBezTo>
                            <a:pt x="10165" y="21209"/>
                            <a:pt x="11425" y="21501"/>
                            <a:pt x="12752" y="21659"/>
                          </a:cubicBezTo>
                          <a:lnTo>
                            <a:pt x="12752" y="3420"/>
                          </a:lnTo>
                          <a:close/>
                        </a:path>
                      </a:pathLst>
                    </a:custGeom>
                    <a:solidFill>
                      <a:srgbClr val="231F20"/>
                    </a:solidFill>
                    <a:ln w="2249" cap="flat">
                      <a:noFill/>
                      <a:prstDash val="solid"/>
                      <a:miter/>
                    </a:ln>
                  </p:spPr>
                  <p:txBody>
                    <a:bodyPr rtlCol="0" anchor="ctr"/>
                    <a:lstStyle/>
                    <a:p>
                      <a:endParaRPr lang="en-US"/>
                    </a:p>
                  </p:txBody>
                </p:sp>
                <p:sp>
                  <p:nvSpPr>
                    <p:cNvPr id="3458" name="Freeform 3457">
                      <a:extLst>
                        <a:ext uri="{FF2B5EF4-FFF2-40B4-BE49-F238E27FC236}">
                          <a16:creationId xmlns:a16="http://schemas.microsoft.com/office/drawing/2014/main" id="{E2C6BD75-7094-0E32-ECA2-3226F50904D9}"/>
                        </a:ext>
                      </a:extLst>
                    </p:cNvPr>
                    <p:cNvSpPr/>
                    <p:nvPr/>
                  </p:nvSpPr>
                  <p:spPr>
                    <a:xfrm>
                      <a:off x="3280642" y="2372642"/>
                      <a:ext cx="28718" cy="12481"/>
                    </a:xfrm>
                    <a:custGeom>
                      <a:avLst/>
                      <a:gdLst>
                        <a:gd name="connsiteX0" fmla="*/ 28719 w 28718"/>
                        <a:gd name="connsiteY0" fmla="*/ 9243 h 12481"/>
                        <a:gd name="connsiteX1" fmla="*/ 28719 w 28718"/>
                        <a:gd name="connsiteY1" fmla="*/ 12482 h 12481"/>
                        <a:gd name="connsiteX2" fmla="*/ 765 w 28718"/>
                        <a:gd name="connsiteY2" fmla="*/ 12482 h 12481"/>
                        <a:gd name="connsiteX3" fmla="*/ 765 w 28718"/>
                        <a:gd name="connsiteY3" fmla="*/ 9243 h 12481"/>
                        <a:gd name="connsiteX4" fmla="*/ 6005 w 28718"/>
                        <a:gd name="connsiteY4" fmla="*/ 9243 h 12481"/>
                        <a:gd name="connsiteX5" fmla="*/ 6005 w 28718"/>
                        <a:gd name="connsiteY5" fmla="*/ 9131 h 12481"/>
                        <a:gd name="connsiteX6" fmla="*/ 1327 w 28718"/>
                        <a:gd name="connsiteY6" fmla="*/ 5645 h 12481"/>
                        <a:gd name="connsiteX7" fmla="*/ 0 w 28718"/>
                        <a:gd name="connsiteY7" fmla="*/ 0 h 12481"/>
                        <a:gd name="connsiteX8" fmla="*/ 3508 w 28718"/>
                        <a:gd name="connsiteY8" fmla="*/ 0 h 12481"/>
                        <a:gd name="connsiteX9" fmla="*/ 4363 w 28718"/>
                        <a:gd name="connsiteY9" fmla="*/ 4543 h 12481"/>
                        <a:gd name="connsiteX10" fmla="*/ 6837 w 28718"/>
                        <a:gd name="connsiteY10" fmla="*/ 7377 h 12481"/>
                        <a:gd name="connsiteX11" fmla="*/ 10525 w 28718"/>
                        <a:gd name="connsiteY11" fmla="*/ 8838 h 12481"/>
                        <a:gd name="connsiteX12" fmla="*/ 14978 w 28718"/>
                        <a:gd name="connsiteY12" fmla="*/ 9243 h 12481"/>
                        <a:gd name="connsiteX13" fmla="*/ 28696 w 28718"/>
                        <a:gd name="connsiteY13" fmla="*/ 9243 h 1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718" h="12481">
                          <a:moveTo>
                            <a:pt x="28719" y="9243"/>
                          </a:moveTo>
                          <a:lnTo>
                            <a:pt x="28719" y="12482"/>
                          </a:lnTo>
                          <a:lnTo>
                            <a:pt x="765" y="12482"/>
                          </a:lnTo>
                          <a:lnTo>
                            <a:pt x="765" y="9243"/>
                          </a:lnTo>
                          <a:lnTo>
                            <a:pt x="6005" y="9243"/>
                          </a:lnTo>
                          <a:lnTo>
                            <a:pt x="6005" y="9131"/>
                          </a:lnTo>
                          <a:cubicBezTo>
                            <a:pt x="3778" y="8231"/>
                            <a:pt x="2226" y="7062"/>
                            <a:pt x="1327" y="5645"/>
                          </a:cubicBezTo>
                          <a:cubicBezTo>
                            <a:pt x="450" y="4228"/>
                            <a:pt x="0" y="2339"/>
                            <a:pt x="0" y="0"/>
                          </a:cubicBezTo>
                          <a:lnTo>
                            <a:pt x="3508" y="0"/>
                          </a:lnTo>
                          <a:cubicBezTo>
                            <a:pt x="3463" y="1844"/>
                            <a:pt x="3756" y="3351"/>
                            <a:pt x="4363" y="4543"/>
                          </a:cubicBezTo>
                          <a:cubicBezTo>
                            <a:pt x="4970" y="5735"/>
                            <a:pt x="5802" y="6679"/>
                            <a:pt x="6837" y="7377"/>
                          </a:cubicBezTo>
                          <a:cubicBezTo>
                            <a:pt x="7871" y="8074"/>
                            <a:pt x="9108" y="8569"/>
                            <a:pt x="10525" y="8838"/>
                          </a:cubicBezTo>
                          <a:cubicBezTo>
                            <a:pt x="11942" y="9108"/>
                            <a:pt x="13426" y="9243"/>
                            <a:pt x="14978" y="9243"/>
                          </a:cubicBezTo>
                          <a:lnTo>
                            <a:pt x="28696" y="9243"/>
                          </a:lnTo>
                          <a:close/>
                        </a:path>
                      </a:pathLst>
                    </a:custGeom>
                    <a:solidFill>
                      <a:srgbClr val="231F20"/>
                    </a:solidFill>
                    <a:ln w="2249" cap="flat">
                      <a:noFill/>
                      <a:prstDash val="solid"/>
                      <a:miter/>
                    </a:ln>
                  </p:spPr>
                  <p:txBody>
                    <a:bodyPr rtlCol="0" anchor="ctr"/>
                    <a:lstStyle/>
                    <a:p>
                      <a:endParaRPr lang="en-US"/>
                    </a:p>
                  </p:txBody>
                </p:sp>
              </p:grpSp>
              <p:grpSp>
                <p:nvGrpSpPr>
                  <p:cNvPr id="51" name="Graphic 4479">
                    <a:extLst>
                      <a:ext uri="{FF2B5EF4-FFF2-40B4-BE49-F238E27FC236}">
                        <a16:creationId xmlns:a16="http://schemas.microsoft.com/office/drawing/2014/main" id="{F2C5684B-9BA3-B0DB-1569-BF4550001977}"/>
                      </a:ext>
                    </a:extLst>
                  </p:cNvPr>
                  <p:cNvGrpSpPr/>
                  <p:nvPr/>
                </p:nvGrpSpPr>
                <p:grpSpPr>
                  <a:xfrm>
                    <a:off x="1263365" y="5401697"/>
                    <a:ext cx="110463" cy="526729"/>
                    <a:chOff x="3287209" y="2772932"/>
                    <a:chExt cx="29506" cy="140696"/>
                  </a:xfrm>
                  <a:solidFill>
                    <a:srgbClr val="231F20"/>
                  </a:solidFill>
                </p:grpSpPr>
                <p:sp>
                  <p:nvSpPr>
                    <p:cNvPr id="56" name="Freeform 55">
                      <a:extLst>
                        <a:ext uri="{FF2B5EF4-FFF2-40B4-BE49-F238E27FC236}">
                          <a16:creationId xmlns:a16="http://schemas.microsoft.com/office/drawing/2014/main" id="{93F5D6A1-FC31-ABCF-97FA-02DBEAD1FE85}"/>
                        </a:ext>
                      </a:extLst>
                    </p:cNvPr>
                    <p:cNvSpPr/>
                    <p:nvPr/>
                  </p:nvSpPr>
                  <p:spPr>
                    <a:xfrm>
                      <a:off x="3287974" y="2876273"/>
                      <a:ext cx="27954" cy="37355"/>
                    </a:xfrm>
                    <a:custGeom>
                      <a:avLst/>
                      <a:gdLst>
                        <a:gd name="connsiteX0" fmla="*/ 23637 w 27954"/>
                        <a:gd name="connsiteY0" fmla="*/ 10615 h 37355"/>
                        <a:gd name="connsiteX1" fmla="*/ 0 w 27954"/>
                        <a:gd name="connsiteY1" fmla="*/ 3284 h 37355"/>
                        <a:gd name="connsiteX2" fmla="*/ 0 w 27954"/>
                        <a:gd name="connsiteY2" fmla="*/ 0 h 37355"/>
                        <a:gd name="connsiteX3" fmla="*/ 27955 w 27954"/>
                        <a:gd name="connsiteY3" fmla="*/ 9063 h 37355"/>
                        <a:gd name="connsiteX4" fmla="*/ 27955 w 27954"/>
                        <a:gd name="connsiteY4" fmla="*/ 12527 h 37355"/>
                        <a:gd name="connsiteX5" fmla="*/ 4476 w 27954"/>
                        <a:gd name="connsiteY5" fmla="*/ 18621 h 37355"/>
                        <a:gd name="connsiteX6" fmla="*/ 4476 w 27954"/>
                        <a:gd name="connsiteY6" fmla="*/ 18734 h 37355"/>
                        <a:gd name="connsiteX7" fmla="*/ 27955 w 27954"/>
                        <a:gd name="connsiteY7" fmla="*/ 24941 h 37355"/>
                        <a:gd name="connsiteX8" fmla="*/ 27955 w 27954"/>
                        <a:gd name="connsiteY8" fmla="*/ 28832 h 37355"/>
                        <a:gd name="connsiteX9" fmla="*/ 0 w 27954"/>
                        <a:gd name="connsiteY9" fmla="*/ 37355 h 37355"/>
                        <a:gd name="connsiteX10" fmla="*/ 0 w 27954"/>
                        <a:gd name="connsiteY10" fmla="*/ 34117 h 37355"/>
                        <a:gd name="connsiteX11" fmla="*/ 23862 w 27954"/>
                        <a:gd name="connsiteY11" fmla="*/ 26875 h 37355"/>
                        <a:gd name="connsiteX12" fmla="*/ 0 w 27954"/>
                        <a:gd name="connsiteY12" fmla="*/ 20398 h 37355"/>
                        <a:gd name="connsiteX13" fmla="*/ 0 w 27954"/>
                        <a:gd name="connsiteY13" fmla="*/ 16777 h 37355"/>
                        <a:gd name="connsiteX14" fmla="*/ 23637 w 27954"/>
                        <a:gd name="connsiteY14" fmla="*/ 10615 h 37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7954" h="37355">
                          <a:moveTo>
                            <a:pt x="23637" y="10615"/>
                          </a:moveTo>
                          <a:lnTo>
                            <a:pt x="0" y="3284"/>
                          </a:lnTo>
                          <a:lnTo>
                            <a:pt x="0" y="0"/>
                          </a:lnTo>
                          <a:lnTo>
                            <a:pt x="27955" y="9063"/>
                          </a:lnTo>
                          <a:lnTo>
                            <a:pt x="27955" y="12527"/>
                          </a:lnTo>
                          <a:lnTo>
                            <a:pt x="4476" y="18621"/>
                          </a:lnTo>
                          <a:lnTo>
                            <a:pt x="4476" y="18734"/>
                          </a:lnTo>
                          <a:lnTo>
                            <a:pt x="27955" y="24941"/>
                          </a:lnTo>
                          <a:lnTo>
                            <a:pt x="27955" y="28832"/>
                          </a:lnTo>
                          <a:lnTo>
                            <a:pt x="0" y="37355"/>
                          </a:lnTo>
                          <a:lnTo>
                            <a:pt x="0" y="34117"/>
                          </a:lnTo>
                          <a:lnTo>
                            <a:pt x="23862" y="26875"/>
                          </a:lnTo>
                          <a:lnTo>
                            <a:pt x="0" y="20398"/>
                          </a:lnTo>
                          <a:lnTo>
                            <a:pt x="0" y="16777"/>
                          </a:lnTo>
                          <a:lnTo>
                            <a:pt x="23637" y="10615"/>
                          </a:lnTo>
                          <a:close/>
                        </a:path>
                      </a:pathLst>
                    </a:custGeom>
                    <a:solidFill>
                      <a:srgbClr val="231F20"/>
                    </a:solidFill>
                    <a:ln w="2249" cap="flat">
                      <a:noFill/>
                      <a:prstDash val="solid"/>
                      <a:miter/>
                    </a:ln>
                  </p:spPr>
                  <p:txBody>
                    <a:bodyPr rtlCol="0" anchor="ctr"/>
                    <a:lstStyle/>
                    <a:p>
                      <a:endParaRPr lang="en-US"/>
                    </a:p>
                  </p:txBody>
                </p:sp>
                <p:sp>
                  <p:nvSpPr>
                    <p:cNvPr id="57" name="Freeform 56">
                      <a:extLst>
                        <a:ext uri="{FF2B5EF4-FFF2-40B4-BE49-F238E27FC236}">
                          <a16:creationId xmlns:a16="http://schemas.microsoft.com/office/drawing/2014/main" id="{DB123F6C-C0B3-8C8E-A16B-8BD808D697B8}"/>
                        </a:ext>
                      </a:extLst>
                    </p:cNvPr>
                    <p:cNvSpPr/>
                    <p:nvPr/>
                  </p:nvSpPr>
                  <p:spPr>
                    <a:xfrm>
                      <a:off x="3287209" y="2847487"/>
                      <a:ext cx="29483" cy="25907"/>
                    </a:xfrm>
                    <a:custGeom>
                      <a:avLst/>
                      <a:gdLst>
                        <a:gd name="connsiteX0" fmla="*/ 29484 w 29483"/>
                        <a:gd name="connsiteY0" fmla="*/ 12954 h 25907"/>
                        <a:gd name="connsiteX1" fmla="*/ 28517 w 29483"/>
                        <a:gd name="connsiteY1" fmla="*/ 17992 h 25907"/>
                        <a:gd name="connsiteX2" fmla="*/ 25773 w 29483"/>
                        <a:gd name="connsiteY2" fmla="*/ 22085 h 25907"/>
                        <a:gd name="connsiteX3" fmla="*/ 21185 w 29483"/>
                        <a:gd name="connsiteY3" fmla="*/ 24873 h 25907"/>
                        <a:gd name="connsiteX4" fmla="*/ 14753 w 29483"/>
                        <a:gd name="connsiteY4" fmla="*/ 25908 h 25907"/>
                        <a:gd name="connsiteX5" fmla="*/ 8996 w 29483"/>
                        <a:gd name="connsiteY5" fmla="*/ 25098 h 25907"/>
                        <a:gd name="connsiteX6" fmla="*/ 4318 w 29483"/>
                        <a:gd name="connsiteY6" fmla="*/ 22669 h 25907"/>
                        <a:gd name="connsiteX7" fmla="*/ 1170 w 29483"/>
                        <a:gd name="connsiteY7" fmla="*/ 18621 h 25907"/>
                        <a:gd name="connsiteX8" fmla="*/ 0 w 29483"/>
                        <a:gd name="connsiteY8" fmla="*/ 12954 h 25907"/>
                        <a:gd name="connsiteX9" fmla="*/ 1170 w 29483"/>
                        <a:gd name="connsiteY9" fmla="*/ 7242 h 25907"/>
                        <a:gd name="connsiteX10" fmla="*/ 4296 w 29483"/>
                        <a:gd name="connsiteY10" fmla="*/ 3193 h 25907"/>
                        <a:gd name="connsiteX11" fmla="*/ 8973 w 29483"/>
                        <a:gd name="connsiteY11" fmla="*/ 787 h 25907"/>
                        <a:gd name="connsiteX12" fmla="*/ 14753 w 29483"/>
                        <a:gd name="connsiteY12" fmla="*/ 0 h 25907"/>
                        <a:gd name="connsiteX13" fmla="*/ 20803 w 29483"/>
                        <a:gd name="connsiteY13" fmla="*/ 922 h 25907"/>
                        <a:gd name="connsiteX14" fmla="*/ 25436 w 29483"/>
                        <a:gd name="connsiteY14" fmla="*/ 3531 h 25907"/>
                        <a:gd name="connsiteX15" fmla="*/ 28427 w 29483"/>
                        <a:gd name="connsiteY15" fmla="*/ 7624 h 25907"/>
                        <a:gd name="connsiteX16" fmla="*/ 29484 w 29483"/>
                        <a:gd name="connsiteY16" fmla="*/ 12932 h 25907"/>
                        <a:gd name="connsiteX17" fmla="*/ 14753 w 29483"/>
                        <a:gd name="connsiteY17" fmla="*/ 3441 h 25907"/>
                        <a:gd name="connsiteX18" fmla="*/ 10120 w 29483"/>
                        <a:gd name="connsiteY18" fmla="*/ 3981 h 25907"/>
                        <a:gd name="connsiteX19" fmla="*/ 6365 w 29483"/>
                        <a:gd name="connsiteY19" fmla="*/ 5645 h 25907"/>
                        <a:gd name="connsiteX20" fmla="*/ 3846 w 29483"/>
                        <a:gd name="connsiteY20" fmla="*/ 8569 h 25907"/>
                        <a:gd name="connsiteX21" fmla="*/ 2924 w 29483"/>
                        <a:gd name="connsiteY21" fmla="*/ 12932 h 25907"/>
                        <a:gd name="connsiteX22" fmla="*/ 3913 w 29483"/>
                        <a:gd name="connsiteY22" fmla="*/ 17272 h 25907"/>
                        <a:gd name="connsiteX23" fmla="*/ 6567 w 29483"/>
                        <a:gd name="connsiteY23" fmla="*/ 20218 h 25907"/>
                        <a:gd name="connsiteX24" fmla="*/ 10345 w 29483"/>
                        <a:gd name="connsiteY24" fmla="*/ 21882 h 25907"/>
                        <a:gd name="connsiteX25" fmla="*/ 14753 w 29483"/>
                        <a:gd name="connsiteY25" fmla="*/ 22422 h 25907"/>
                        <a:gd name="connsiteX26" fmla="*/ 19521 w 29483"/>
                        <a:gd name="connsiteY26" fmla="*/ 21792 h 25907"/>
                        <a:gd name="connsiteX27" fmla="*/ 23277 w 29483"/>
                        <a:gd name="connsiteY27" fmla="*/ 19993 h 25907"/>
                        <a:gd name="connsiteX28" fmla="*/ 25706 w 29483"/>
                        <a:gd name="connsiteY28" fmla="*/ 17025 h 25907"/>
                        <a:gd name="connsiteX29" fmla="*/ 26560 w 29483"/>
                        <a:gd name="connsiteY29" fmla="*/ 12932 h 25907"/>
                        <a:gd name="connsiteX30" fmla="*/ 25571 w 29483"/>
                        <a:gd name="connsiteY30" fmla="*/ 8591 h 25907"/>
                        <a:gd name="connsiteX31" fmla="*/ 22895 w 29483"/>
                        <a:gd name="connsiteY31" fmla="*/ 5645 h 25907"/>
                        <a:gd name="connsiteX32" fmla="*/ 19116 w 29483"/>
                        <a:gd name="connsiteY32" fmla="*/ 3981 h 25907"/>
                        <a:gd name="connsiteX33" fmla="*/ 14753 w 29483"/>
                        <a:gd name="connsiteY33" fmla="*/ 3441 h 259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9483" h="25907">
                          <a:moveTo>
                            <a:pt x="29484" y="12954"/>
                          </a:moveTo>
                          <a:cubicBezTo>
                            <a:pt x="29439" y="14753"/>
                            <a:pt x="29124" y="16440"/>
                            <a:pt x="28517" y="17992"/>
                          </a:cubicBezTo>
                          <a:cubicBezTo>
                            <a:pt x="27910" y="19566"/>
                            <a:pt x="26988" y="20915"/>
                            <a:pt x="25773" y="22085"/>
                          </a:cubicBezTo>
                          <a:cubicBezTo>
                            <a:pt x="24559" y="23254"/>
                            <a:pt x="23029" y="24176"/>
                            <a:pt x="21185" y="24873"/>
                          </a:cubicBezTo>
                          <a:cubicBezTo>
                            <a:pt x="19341" y="25548"/>
                            <a:pt x="17205" y="25908"/>
                            <a:pt x="14753" y="25908"/>
                          </a:cubicBezTo>
                          <a:cubicBezTo>
                            <a:pt x="12707" y="25908"/>
                            <a:pt x="10795" y="25638"/>
                            <a:pt x="8996" y="25098"/>
                          </a:cubicBezTo>
                          <a:cubicBezTo>
                            <a:pt x="7219" y="24559"/>
                            <a:pt x="5667" y="23749"/>
                            <a:pt x="4318" y="22669"/>
                          </a:cubicBezTo>
                          <a:cubicBezTo>
                            <a:pt x="2991" y="21590"/>
                            <a:pt x="1934" y="20241"/>
                            <a:pt x="1170" y="18621"/>
                          </a:cubicBezTo>
                          <a:cubicBezTo>
                            <a:pt x="405" y="17002"/>
                            <a:pt x="0" y="15113"/>
                            <a:pt x="0" y="12954"/>
                          </a:cubicBezTo>
                          <a:cubicBezTo>
                            <a:pt x="0" y="10795"/>
                            <a:pt x="382" y="8861"/>
                            <a:pt x="1170" y="7242"/>
                          </a:cubicBezTo>
                          <a:cubicBezTo>
                            <a:pt x="1934" y="5622"/>
                            <a:pt x="2991" y="4273"/>
                            <a:pt x="4296" y="3193"/>
                          </a:cubicBezTo>
                          <a:cubicBezTo>
                            <a:pt x="5600" y="2114"/>
                            <a:pt x="7174" y="1304"/>
                            <a:pt x="8973" y="787"/>
                          </a:cubicBezTo>
                          <a:cubicBezTo>
                            <a:pt x="10773" y="270"/>
                            <a:pt x="12707" y="0"/>
                            <a:pt x="14753" y="0"/>
                          </a:cubicBezTo>
                          <a:cubicBezTo>
                            <a:pt x="16980" y="0"/>
                            <a:pt x="19004" y="315"/>
                            <a:pt x="20803" y="922"/>
                          </a:cubicBezTo>
                          <a:cubicBezTo>
                            <a:pt x="22602" y="1529"/>
                            <a:pt x="24154" y="2406"/>
                            <a:pt x="25436" y="3531"/>
                          </a:cubicBezTo>
                          <a:cubicBezTo>
                            <a:pt x="26740" y="4655"/>
                            <a:pt x="27730" y="6027"/>
                            <a:pt x="28427" y="7624"/>
                          </a:cubicBezTo>
                          <a:cubicBezTo>
                            <a:pt x="29124" y="9221"/>
                            <a:pt x="29484" y="10997"/>
                            <a:pt x="29484" y="12932"/>
                          </a:cubicBezTo>
                          <a:close/>
                          <a:moveTo>
                            <a:pt x="14753" y="3441"/>
                          </a:moveTo>
                          <a:cubicBezTo>
                            <a:pt x="13089" y="3441"/>
                            <a:pt x="11560" y="3621"/>
                            <a:pt x="10120" y="3981"/>
                          </a:cubicBezTo>
                          <a:cubicBezTo>
                            <a:pt x="8681" y="4340"/>
                            <a:pt x="7422" y="4903"/>
                            <a:pt x="6365" y="5645"/>
                          </a:cubicBezTo>
                          <a:cubicBezTo>
                            <a:pt x="5308" y="6410"/>
                            <a:pt x="4475" y="7377"/>
                            <a:pt x="3846" y="8569"/>
                          </a:cubicBezTo>
                          <a:cubicBezTo>
                            <a:pt x="3239" y="9760"/>
                            <a:pt x="2924" y="11222"/>
                            <a:pt x="2924" y="12932"/>
                          </a:cubicBezTo>
                          <a:cubicBezTo>
                            <a:pt x="2924" y="14641"/>
                            <a:pt x="3261" y="16080"/>
                            <a:pt x="3913" y="17272"/>
                          </a:cubicBezTo>
                          <a:cubicBezTo>
                            <a:pt x="4588" y="18486"/>
                            <a:pt x="5465" y="19453"/>
                            <a:pt x="6567" y="20218"/>
                          </a:cubicBezTo>
                          <a:cubicBezTo>
                            <a:pt x="7669" y="20983"/>
                            <a:pt x="8928" y="21523"/>
                            <a:pt x="10345" y="21882"/>
                          </a:cubicBezTo>
                          <a:cubicBezTo>
                            <a:pt x="11762" y="22242"/>
                            <a:pt x="13224" y="22422"/>
                            <a:pt x="14753" y="22422"/>
                          </a:cubicBezTo>
                          <a:cubicBezTo>
                            <a:pt x="16485" y="22422"/>
                            <a:pt x="18082" y="22220"/>
                            <a:pt x="19521" y="21792"/>
                          </a:cubicBezTo>
                          <a:cubicBezTo>
                            <a:pt x="20983" y="21388"/>
                            <a:pt x="22220" y="20780"/>
                            <a:pt x="23277" y="19993"/>
                          </a:cubicBezTo>
                          <a:cubicBezTo>
                            <a:pt x="24334" y="19206"/>
                            <a:pt x="25121" y="18217"/>
                            <a:pt x="25706" y="17025"/>
                          </a:cubicBezTo>
                          <a:cubicBezTo>
                            <a:pt x="26290" y="15833"/>
                            <a:pt x="26560" y="14461"/>
                            <a:pt x="26560" y="12932"/>
                          </a:cubicBezTo>
                          <a:cubicBezTo>
                            <a:pt x="26560" y="11245"/>
                            <a:pt x="26223" y="9783"/>
                            <a:pt x="25571" y="8591"/>
                          </a:cubicBezTo>
                          <a:cubicBezTo>
                            <a:pt x="24896" y="7377"/>
                            <a:pt x="24019" y="6410"/>
                            <a:pt x="22895" y="5645"/>
                          </a:cubicBezTo>
                          <a:cubicBezTo>
                            <a:pt x="21770" y="4880"/>
                            <a:pt x="20510" y="4340"/>
                            <a:pt x="19116" y="3981"/>
                          </a:cubicBezTo>
                          <a:cubicBezTo>
                            <a:pt x="17722" y="3621"/>
                            <a:pt x="16260" y="3441"/>
                            <a:pt x="14753" y="3441"/>
                          </a:cubicBezTo>
                          <a:close/>
                        </a:path>
                      </a:pathLst>
                    </a:custGeom>
                    <a:solidFill>
                      <a:srgbClr val="231F20"/>
                    </a:solidFill>
                    <a:ln w="2249" cap="flat">
                      <a:noFill/>
                      <a:prstDash val="solid"/>
                      <a:miter/>
                    </a:ln>
                  </p:spPr>
                  <p:txBody>
                    <a:bodyPr rtlCol="0" anchor="ctr"/>
                    <a:lstStyle/>
                    <a:p>
                      <a:endParaRPr lang="en-US"/>
                    </a:p>
                  </p:txBody>
                </p:sp>
                <p:sp>
                  <p:nvSpPr>
                    <p:cNvPr id="58" name="Freeform 57">
                      <a:extLst>
                        <a:ext uri="{FF2B5EF4-FFF2-40B4-BE49-F238E27FC236}">
                          <a16:creationId xmlns:a16="http://schemas.microsoft.com/office/drawing/2014/main" id="{BBD2D1E7-0643-CE13-1771-239297DEF26C}"/>
                        </a:ext>
                      </a:extLst>
                    </p:cNvPr>
                    <p:cNvSpPr/>
                    <p:nvPr/>
                  </p:nvSpPr>
                  <p:spPr>
                    <a:xfrm>
                      <a:off x="3287209" y="2828910"/>
                      <a:ext cx="28719" cy="12481"/>
                    </a:xfrm>
                    <a:custGeom>
                      <a:avLst/>
                      <a:gdLst>
                        <a:gd name="connsiteX0" fmla="*/ 28719 w 28719"/>
                        <a:gd name="connsiteY0" fmla="*/ 9243 h 12481"/>
                        <a:gd name="connsiteX1" fmla="*/ 28719 w 28719"/>
                        <a:gd name="connsiteY1" fmla="*/ 12482 h 12481"/>
                        <a:gd name="connsiteX2" fmla="*/ 765 w 28719"/>
                        <a:gd name="connsiteY2" fmla="*/ 12482 h 12481"/>
                        <a:gd name="connsiteX3" fmla="*/ 765 w 28719"/>
                        <a:gd name="connsiteY3" fmla="*/ 9243 h 12481"/>
                        <a:gd name="connsiteX4" fmla="*/ 6005 w 28719"/>
                        <a:gd name="connsiteY4" fmla="*/ 9243 h 12481"/>
                        <a:gd name="connsiteX5" fmla="*/ 6005 w 28719"/>
                        <a:gd name="connsiteY5" fmla="*/ 9131 h 12481"/>
                        <a:gd name="connsiteX6" fmla="*/ 1327 w 28719"/>
                        <a:gd name="connsiteY6" fmla="*/ 5645 h 12481"/>
                        <a:gd name="connsiteX7" fmla="*/ 0 w 28719"/>
                        <a:gd name="connsiteY7" fmla="*/ 0 h 12481"/>
                        <a:gd name="connsiteX8" fmla="*/ 3509 w 28719"/>
                        <a:gd name="connsiteY8" fmla="*/ 0 h 12481"/>
                        <a:gd name="connsiteX9" fmla="*/ 4363 w 28719"/>
                        <a:gd name="connsiteY9" fmla="*/ 4543 h 12481"/>
                        <a:gd name="connsiteX10" fmla="*/ 6837 w 28719"/>
                        <a:gd name="connsiteY10" fmla="*/ 7377 h 12481"/>
                        <a:gd name="connsiteX11" fmla="*/ 10525 w 28719"/>
                        <a:gd name="connsiteY11" fmla="*/ 8838 h 12481"/>
                        <a:gd name="connsiteX12" fmla="*/ 14978 w 28719"/>
                        <a:gd name="connsiteY12" fmla="*/ 9243 h 12481"/>
                        <a:gd name="connsiteX13" fmla="*/ 28697 w 28719"/>
                        <a:gd name="connsiteY13" fmla="*/ 9243 h 1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719" h="12481">
                          <a:moveTo>
                            <a:pt x="28719" y="9243"/>
                          </a:moveTo>
                          <a:lnTo>
                            <a:pt x="28719" y="12482"/>
                          </a:lnTo>
                          <a:lnTo>
                            <a:pt x="765" y="12482"/>
                          </a:lnTo>
                          <a:lnTo>
                            <a:pt x="765" y="9243"/>
                          </a:lnTo>
                          <a:lnTo>
                            <a:pt x="6005" y="9243"/>
                          </a:lnTo>
                          <a:lnTo>
                            <a:pt x="6005" y="9131"/>
                          </a:lnTo>
                          <a:cubicBezTo>
                            <a:pt x="3778" y="8231"/>
                            <a:pt x="2226" y="7062"/>
                            <a:pt x="1327" y="5645"/>
                          </a:cubicBezTo>
                          <a:cubicBezTo>
                            <a:pt x="450" y="4228"/>
                            <a:pt x="0" y="2339"/>
                            <a:pt x="0" y="0"/>
                          </a:cubicBezTo>
                          <a:lnTo>
                            <a:pt x="3509" y="0"/>
                          </a:lnTo>
                          <a:cubicBezTo>
                            <a:pt x="3463" y="1844"/>
                            <a:pt x="3756" y="3351"/>
                            <a:pt x="4363" y="4543"/>
                          </a:cubicBezTo>
                          <a:cubicBezTo>
                            <a:pt x="4970" y="5735"/>
                            <a:pt x="5802" y="6679"/>
                            <a:pt x="6837" y="7377"/>
                          </a:cubicBezTo>
                          <a:cubicBezTo>
                            <a:pt x="7871" y="8074"/>
                            <a:pt x="9108" y="8569"/>
                            <a:pt x="10525" y="8838"/>
                          </a:cubicBezTo>
                          <a:cubicBezTo>
                            <a:pt x="11942" y="9108"/>
                            <a:pt x="13426" y="9243"/>
                            <a:pt x="14978" y="9243"/>
                          </a:cubicBezTo>
                          <a:lnTo>
                            <a:pt x="28697" y="9243"/>
                          </a:lnTo>
                          <a:close/>
                        </a:path>
                      </a:pathLst>
                    </a:custGeom>
                    <a:solidFill>
                      <a:srgbClr val="231F20"/>
                    </a:solidFill>
                    <a:ln w="2249" cap="flat">
                      <a:noFill/>
                      <a:prstDash val="solid"/>
                      <a:miter/>
                    </a:ln>
                  </p:spPr>
                  <p:txBody>
                    <a:bodyPr rtlCol="0" anchor="ctr"/>
                    <a:lstStyle/>
                    <a:p>
                      <a:endParaRPr lang="en-US"/>
                    </a:p>
                  </p:txBody>
                </p:sp>
                <p:sp>
                  <p:nvSpPr>
                    <p:cNvPr id="59" name="Freeform 58">
                      <a:extLst>
                        <a:ext uri="{FF2B5EF4-FFF2-40B4-BE49-F238E27FC236}">
                          <a16:creationId xmlns:a16="http://schemas.microsoft.com/office/drawing/2014/main" id="{4F98FB51-A27A-1CD1-C78C-188CD856687D}"/>
                        </a:ext>
                      </a:extLst>
                    </p:cNvPr>
                    <p:cNvSpPr/>
                    <p:nvPr/>
                  </p:nvSpPr>
                  <p:spPr>
                    <a:xfrm>
                      <a:off x="3287209" y="2802957"/>
                      <a:ext cx="29438" cy="22039"/>
                    </a:xfrm>
                    <a:custGeom>
                      <a:avLst/>
                      <a:gdLst>
                        <a:gd name="connsiteX0" fmla="*/ 19993 w 29438"/>
                        <a:gd name="connsiteY0" fmla="*/ 18734 h 22039"/>
                        <a:gd name="connsiteX1" fmla="*/ 25098 w 29438"/>
                        <a:gd name="connsiteY1" fmla="*/ 16013 h 22039"/>
                        <a:gd name="connsiteX2" fmla="*/ 26583 w 29438"/>
                        <a:gd name="connsiteY2" fmla="*/ 10368 h 22039"/>
                        <a:gd name="connsiteX3" fmla="*/ 26155 w 29438"/>
                        <a:gd name="connsiteY3" fmla="*/ 7287 h 22039"/>
                        <a:gd name="connsiteX4" fmla="*/ 24986 w 29438"/>
                        <a:gd name="connsiteY4" fmla="*/ 5150 h 22039"/>
                        <a:gd name="connsiteX5" fmla="*/ 23344 w 29438"/>
                        <a:gd name="connsiteY5" fmla="*/ 3891 h 22039"/>
                        <a:gd name="connsiteX6" fmla="*/ 21410 w 29438"/>
                        <a:gd name="connsiteY6" fmla="*/ 3463 h 22039"/>
                        <a:gd name="connsiteX7" fmla="*/ 18352 w 29438"/>
                        <a:gd name="connsiteY7" fmla="*/ 4790 h 22039"/>
                        <a:gd name="connsiteX8" fmla="*/ 16777 w 29438"/>
                        <a:gd name="connsiteY8" fmla="*/ 8119 h 22039"/>
                        <a:gd name="connsiteX9" fmla="*/ 15810 w 29438"/>
                        <a:gd name="connsiteY9" fmla="*/ 12437 h 22039"/>
                        <a:gd name="connsiteX10" fmla="*/ 14596 w 29438"/>
                        <a:gd name="connsiteY10" fmla="*/ 16755 h 22039"/>
                        <a:gd name="connsiteX11" fmla="*/ 12279 w 29438"/>
                        <a:gd name="connsiteY11" fmla="*/ 20083 h 22039"/>
                        <a:gd name="connsiteX12" fmla="*/ 8006 w 29438"/>
                        <a:gd name="connsiteY12" fmla="*/ 21410 h 22039"/>
                        <a:gd name="connsiteX13" fmla="*/ 2249 w 29438"/>
                        <a:gd name="connsiteY13" fmla="*/ 18846 h 22039"/>
                        <a:gd name="connsiteX14" fmla="*/ 0 w 29438"/>
                        <a:gd name="connsiteY14" fmla="*/ 11582 h 22039"/>
                        <a:gd name="connsiteX15" fmla="*/ 2024 w 29438"/>
                        <a:gd name="connsiteY15" fmla="*/ 4206 h 22039"/>
                        <a:gd name="connsiteX16" fmla="*/ 8794 w 29438"/>
                        <a:gd name="connsiteY16" fmla="*/ 787 h 22039"/>
                        <a:gd name="connsiteX17" fmla="*/ 8794 w 29438"/>
                        <a:gd name="connsiteY17" fmla="*/ 4071 h 22039"/>
                        <a:gd name="connsiteX18" fmla="*/ 4228 w 29438"/>
                        <a:gd name="connsiteY18" fmla="*/ 6522 h 22039"/>
                        <a:gd name="connsiteX19" fmla="*/ 2901 w 29438"/>
                        <a:gd name="connsiteY19" fmla="*/ 11627 h 22039"/>
                        <a:gd name="connsiteX20" fmla="*/ 4228 w 29438"/>
                        <a:gd name="connsiteY20" fmla="*/ 16327 h 22039"/>
                        <a:gd name="connsiteX21" fmla="*/ 7714 w 29438"/>
                        <a:gd name="connsiteY21" fmla="*/ 17947 h 22039"/>
                        <a:gd name="connsiteX22" fmla="*/ 10593 w 29438"/>
                        <a:gd name="connsiteY22" fmla="*/ 16620 h 22039"/>
                        <a:gd name="connsiteX23" fmla="*/ 12212 w 29438"/>
                        <a:gd name="connsiteY23" fmla="*/ 13291 h 22039"/>
                        <a:gd name="connsiteX24" fmla="*/ 13314 w 29438"/>
                        <a:gd name="connsiteY24" fmla="*/ 8973 h 22039"/>
                        <a:gd name="connsiteX25" fmla="*/ 14686 w 29438"/>
                        <a:gd name="connsiteY25" fmla="*/ 4655 h 22039"/>
                        <a:gd name="connsiteX26" fmla="*/ 17092 w 29438"/>
                        <a:gd name="connsiteY26" fmla="*/ 1327 h 22039"/>
                        <a:gd name="connsiteX27" fmla="*/ 21298 w 29438"/>
                        <a:gd name="connsiteY27" fmla="*/ 0 h 22039"/>
                        <a:gd name="connsiteX28" fmla="*/ 24829 w 29438"/>
                        <a:gd name="connsiteY28" fmla="*/ 855 h 22039"/>
                        <a:gd name="connsiteX29" fmla="*/ 27392 w 29438"/>
                        <a:gd name="connsiteY29" fmla="*/ 3238 h 22039"/>
                        <a:gd name="connsiteX30" fmla="*/ 28922 w 29438"/>
                        <a:gd name="connsiteY30" fmla="*/ 6837 h 22039"/>
                        <a:gd name="connsiteX31" fmla="*/ 29439 w 29438"/>
                        <a:gd name="connsiteY31" fmla="*/ 11402 h 22039"/>
                        <a:gd name="connsiteX32" fmla="*/ 28719 w 29438"/>
                        <a:gd name="connsiteY32" fmla="*/ 15810 h 22039"/>
                        <a:gd name="connsiteX33" fmla="*/ 26695 w 29438"/>
                        <a:gd name="connsiteY33" fmla="*/ 19071 h 22039"/>
                        <a:gd name="connsiteX34" fmla="*/ 23682 w 29438"/>
                        <a:gd name="connsiteY34" fmla="*/ 21185 h 22039"/>
                        <a:gd name="connsiteX35" fmla="*/ 19948 w 29438"/>
                        <a:gd name="connsiteY35" fmla="*/ 22040 h 22039"/>
                        <a:gd name="connsiteX36" fmla="*/ 19948 w 29438"/>
                        <a:gd name="connsiteY36" fmla="*/ 18756 h 22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9438" h="22039">
                          <a:moveTo>
                            <a:pt x="19993" y="18734"/>
                          </a:moveTo>
                          <a:cubicBezTo>
                            <a:pt x="22400" y="18239"/>
                            <a:pt x="24109" y="17317"/>
                            <a:pt x="25098" y="16013"/>
                          </a:cubicBezTo>
                          <a:cubicBezTo>
                            <a:pt x="26088" y="14708"/>
                            <a:pt x="26583" y="12819"/>
                            <a:pt x="26583" y="10368"/>
                          </a:cubicBezTo>
                          <a:cubicBezTo>
                            <a:pt x="26583" y="9176"/>
                            <a:pt x="26448" y="8164"/>
                            <a:pt x="26155" y="7287"/>
                          </a:cubicBezTo>
                          <a:cubicBezTo>
                            <a:pt x="25863" y="6432"/>
                            <a:pt x="25481" y="5712"/>
                            <a:pt x="24986" y="5150"/>
                          </a:cubicBezTo>
                          <a:cubicBezTo>
                            <a:pt x="24491" y="4588"/>
                            <a:pt x="23951" y="4161"/>
                            <a:pt x="23344" y="3891"/>
                          </a:cubicBezTo>
                          <a:cubicBezTo>
                            <a:pt x="22737" y="3598"/>
                            <a:pt x="22085" y="3463"/>
                            <a:pt x="21410" y="3463"/>
                          </a:cubicBezTo>
                          <a:cubicBezTo>
                            <a:pt x="20038" y="3463"/>
                            <a:pt x="19026" y="3913"/>
                            <a:pt x="18352" y="4790"/>
                          </a:cubicBezTo>
                          <a:cubicBezTo>
                            <a:pt x="17677" y="5667"/>
                            <a:pt x="17160" y="6769"/>
                            <a:pt x="16777" y="8119"/>
                          </a:cubicBezTo>
                          <a:cubicBezTo>
                            <a:pt x="16395" y="9468"/>
                            <a:pt x="16080" y="10885"/>
                            <a:pt x="15810" y="12437"/>
                          </a:cubicBezTo>
                          <a:cubicBezTo>
                            <a:pt x="15540" y="13988"/>
                            <a:pt x="15135" y="15428"/>
                            <a:pt x="14596" y="16755"/>
                          </a:cubicBezTo>
                          <a:cubicBezTo>
                            <a:pt x="14056" y="18082"/>
                            <a:pt x="13291" y="19184"/>
                            <a:pt x="12279" y="20083"/>
                          </a:cubicBezTo>
                          <a:cubicBezTo>
                            <a:pt x="11267" y="20983"/>
                            <a:pt x="9850" y="21410"/>
                            <a:pt x="8006" y="21410"/>
                          </a:cubicBezTo>
                          <a:cubicBezTo>
                            <a:pt x="5667" y="21410"/>
                            <a:pt x="3756" y="20555"/>
                            <a:pt x="2249" y="18846"/>
                          </a:cubicBezTo>
                          <a:cubicBezTo>
                            <a:pt x="765" y="17137"/>
                            <a:pt x="0" y="14708"/>
                            <a:pt x="0" y="11582"/>
                          </a:cubicBezTo>
                          <a:cubicBezTo>
                            <a:pt x="0" y="8456"/>
                            <a:pt x="675" y="6095"/>
                            <a:pt x="2024" y="4206"/>
                          </a:cubicBezTo>
                          <a:cubicBezTo>
                            <a:pt x="3373" y="2316"/>
                            <a:pt x="5622" y="1169"/>
                            <a:pt x="8794" y="787"/>
                          </a:cubicBezTo>
                          <a:lnTo>
                            <a:pt x="8794" y="4071"/>
                          </a:lnTo>
                          <a:cubicBezTo>
                            <a:pt x="6635" y="4363"/>
                            <a:pt x="5105" y="5173"/>
                            <a:pt x="4228" y="6522"/>
                          </a:cubicBezTo>
                          <a:cubicBezTo>
                            <a:pt x="3351" y="7871"/>
                            <a:pt x="2901" y="9581"/>
                            <a:pt x="2901" y="11627"/>
                          </a:cubicBezTo>
                          <a:cubicBezTo>
                            <a:pt x="2901" y="13674"/>
                            <a:pt x="3351" y="15248"/>
                            <a:pt x="4228" y="16327"/>
                          </a:cubicBezTo>
                          <a:cubicBezTo>
                            <a:pt x="5105" y="17407"/>
                            <a:pt x="6275" y="17947"/>
                            <a:pt x="7714" y="17947"/>
                          </a:cubicBezTo>
                          <a:cubicBezTo>
                            <a:pt x="8973" y="17947"/>
                            <a:pt x="9940" y="17497"/>
                            <a:pt x="10593" y="16620"/>
                          </a:cubicBezTo>
                          <a:cubicBezTo>
                            <a:pt x="11267" y="15743"/>
                            <a:pt x="11807" y="14641"/>
                            <a:pt x="12212" y="13291"/>
                          </a:cubicBezTo>
                          <a:cubicBezTo>
                            <a:pt x="12617" y="11964"/>
                            <a:pt x="12999" y="10525"/>
                            <a:pt x="13314" y="8973"/>
                          </a:cubicBezTo>
                          <a:cubicBezTo>
                            <a:pt x="13629" y="7422"/>
                            <a:pt x="14101" y="5982"/>
                            <a:pt x="14686" y="4655"/>
                          </a:cubicBezTo>
                          <a:cubicBezTo>
                            <a:pt x="15271" y="3328"/>
                            <a:pt x="16080" y="2226"/>
                            <a:pt x="17092" y="1327"/>
                          </a:cubicBezTo>
                          <a:cubicBezTo>
                            <a:pt x="18104" y="450"/>
                            <a:pt x="19499" y="0"/>
                            <a:pt x="21298" y="0"/>
                          </a:cubicBezTo>
                          <a:cubicBezTo>
                            <a:pt x="22625" y="0"/>
                            <a:pt x="23816" y="292"/>
                            <a:pt x="24829" y="855"/>
                          </a:cubicBezTo>
                          <a:cubicBezTo>
                            <a:pt x="25863" y="1439"/>
                            <a:pt x="26718" y="2226"/>
                            <a:pt x="27392" y="3238"/>
                          </a:cubicBezTo>
                          <a:cubicBezTo>
                            <a:pt x="28067" y="4250"/>
                            <a:pt x="28584" y="5442"/>
                            <a:pt x="28922" y="6837"/>
                          </a:cubicBezTo>
                          <a:cubicBezTo>
                            <a:pt x="29259" y="8231"/>
                            <a:pt x="29439" y="9738"/>
                            <a:pt x="29439" y="11402"/>
                          </a:cubicBezTo>
                          <a:cubicBezTo>
                            <a:pt x="29439" y="13066"/>
                            <a:pt x="29191" y="14528"/>
                            <a:pt x="28719" y="15810"/>
                          </a:cubicBezTo>
                          <a:cubicBezTo>
                            <a:pt x="28225" y="17092"/>
                            <a:pt x="27550" y="18172"/>
                            <a:pt x="26695" y="19071"/>
                          </a:cubicBezTo>
                          <a:cubicBezTo>
                            <a:pt x="25841" y="19971"/>
                            <a:pt x="24829" y="20668"/>
                            <a:pt x="23682" y="21185"/>
                          </a:cubicBezTo>
                          <a:cubicBezTo>
                            <a:pt x="22535" y="21680"/>
                            <a:pt x="21298" y="21972"/>
                            <a:pt x="19948" y="22040"/>
                          </a:cubicBezTo>
                          <a:lnTo>
                            <a:pt x="19948" y="18756"/>
                          </a:lnTo>
                          <a:close/>
                        </a:path>
                      </a:pathLst>
                    </a:custGeom>
                    <a:solidFill>
                      <a:srgbClr val="231F20"/>
                    </a:solidFill>
                    <a:ln w="2249" cap="flat">
                      <a:noFill/>
                      <a:prstDash val="solid"/>
                      <a:miter/>
                    </a:ln>
                  </p:spPr>
                  <p:txBody>
                    <a:bodyPr rtlCol="0" anchor="ctr"/>
                    <a:lstStyle/>
                    <a:p>
                      <a:endParaRPr lang="en-US"/>
                    </a:p>
                  </p:txBody>
                </p:sp>
                <p:sp>
                  <p:nvSpPr>
                    <p:cNvPr id="60" name="Freeform 59">
                      <a:extLst>
                        <a:ext uri="{FF2B5EF4-FFF2-40B4-BE49-F238E27FC236}">
                          <a16:creationId xmlns:a16="http://schemas.microsoft.com/office/drawing/2014/main" id="{83AB23AA-DFE3-3D8B-40F6-E423C5099565}"/>
                        </a:ext>
                      </a:extLst>
                    </p:cNvPr>
                    <p:cNvSpPr/>
                    <p:nvPr/>
                  </p:nvSpPr>
                  <p:spPr>
                    <a:xfrm>
                      <a:off x="3287232" y="2772932"/>
                      <a:ext cx="29483" cy="25167"/>
                    </a:xfrm>
                    <a:custGeom>
                      <a:avLst/>
                      <a:gdLst>
                        <a:gd name="connsiteX0" fmla="*/ 15473 w 29483"/>
                        <a:gd name="connsiteY0" fmla="*/ 21659 h 25167"/>
                        <a:gd name="connsiteX1" fmla="*/ 19768 w 29483"/>
                        <a:gd name="connsiteY1" fmla="*/ 21074 h 25167"/>
                        <a:gd name="connsiteX2" fmla="*/ 23277 w 29483"/>
                        <a:gd name="connsiteY2" fmla="*/ 19320 h 25167"/>
                        <a:gd name="connsiteX3" fmla="*/ 25661 w 29483"/>
                        <a:gd name="connsiteY3" fmla="*/ 16374 h 25167"/>
                        <a:gd name="connsiteX4" fmla="*/ 26560 w 29483"/>
                        <a:gd name="connsiteY4" fmla="*/ 12281 h 25167"/>
                        <a:gd name="connsiteX5" fmla="*/ 24896 w 29483"/>
                        <a:gd name="connsiteY5" fmla="*/ 6838 h 25167"/>
                        <a:gd name="connsiteX6" fmla="*/ 20151 w 29483"/>
                        <a:gd name="connsiteY6" fmla="*/ 3825 h 25167"/>
                        <a:gd name="connsiteX7" fmla="*/ 20151 w 29483"/>
                        <a:gd name="connsiteY7" fmla="*/ 204 h 25167"/>
                        <a:gd name="connsiteX8" fmla="*/ 23839 w 29483"/>
                        <a:gd name="connsiteY8" fmla="*/ 1778 h 25167"/>
                        <a:gd name="connsiteX9" fmla="*/ 26808 w 29483"/>
                        <a:gd name="connsiteY9" fmla="*/ 4207 h 25167"/>
                        <a:gd name="connsiteX10" fmla="*/ 28787 w 29483"/>
                        <a:gd name="connsiteY10" fmla="*/ 7670 h 25167"/>
                        <a:gd name="connsiteX11" fmla="*/ 29484 w 29483"/>
                        <a:gd name="connsiteY11" fmla="*/ 12303 h 25167"/>
                        <a:gd name="connsiteX12" fmla="*/ 28359 w 29483"/>
                        <a:gd name="connsiteY12" fmla="*/ 18083 h 25167"/>
                        <a:gd name="connsiteX13" fmla="*/ 25256 w 29483"/>
                        <a:gd name="connsiteY13" fmla="*/ 22086 h 25167"/>
                        <a:gd name="connsiteX14" fmla="*/ 20623 w 29483"/>
                        <a:gd name="connsiteY14" fmla="*/ 24403 h 25167"/>
                        <a:gd name="connsiteX15" fmla="*/ 14866 w 29483"/>
                        <a:gd name="connsiteY15" fmla="*/ 25167 h 25167"/>
                        <a:gd name="connsiteX16" fmla="*/ 9086 w 29483"/>
                        <a:gd name="connsiteY16" fmla="*/ 24268 h 25167"/>
                        <a:gd name="connsiteX17" fmla="*/ 4363 w 29483"/>
                        <a:gd name="connsiteY17" fmla="*/ 21726 h 25167"/>
                        <a:gd name="connsiteX18" fmla="*/ 1170 w 29483"/>
                        <a:gd name="connsiteY18" fmla="*/ 17701 h 25167"/>
                        <a:gd name="connsiteX19" fmla="*/ 0 w 29483"/>
                        <a:gd name="connsiteY19" fmla="*/ 12303 h 25167"/>
                        <a:gd name="connsiteX20" fmla="*/ 3958 w 29483"/>
                        <a:gd name="connsiteY20" fmla="*/ 3240 h 25167"/>
                        <a:gd name="connsiteX21" fmla="*/ 15473 w 29483"/>
                        <a:gd name="connsiteY21" fmla="*/ 1 h 25167"/>
                        <a:gd name="connsiteX22" fmla="*/ 15473 w 29483"/>
                        <a:gd name="connsiteY22" fmla="*/ 21704 h 25167"/>
                        <a:gd name="connsiteX23" fmla="*/ 12774 w 29483"/>
                        <a:gd name="connsiteY23" fmla="*/ 3420 h 25167"/>
                        <a:gd name="connsiteX24" fmla="*/ 8906 w 29483"/>
                        <a:gd name="connsiteY24" fmla="*/ 3982 h 25167"/>
                        <a:gd name="connsiteX25" fmla="*/ 5780 w 29483"/>
                        <a:gd name="connsiteY25" fmla="*/ 5646 h 25167"/>
                        <a:gd name="connsiteX26" fmla="*/ 3666 w 29483"/>
                        <a:gd name="connsiteY26" fmla="*/ 8435 h 25167"/>
                        <a:gd name="connsiteX27" fmla="*/ 2879 w 29483"/>
                        <a:gd name="connsiteY27" fmla="*/ 12258 h 25167"/>
                        <a:gd name="connsiteX28" fmla="*/ 3688 w 29483"/>
                        <a:gd name="connsiteY28" fmla="*/ 16059 h 25167"/>
                        <a:gd name="connsiteX29" fmla="*/ 5847 w 29483"/>
                        <a:gd name="connsiteY29" fmla="*/ 18870 h 25167"/>
                        <a:gd name="connsiteX30" fmla="*/ 8973 w 29483"/>
                        <a:gd name="connsiteY30" fmla="*/ 20737 h 25167"/>
                        <a:gd name="connsiteX31" fmla="*/ 12752 w 29483"/>
                        <a:gd name="connsiteY31" fmla="*/ 21659 h 25167"/>
                        <a:gd name="connsiteX32" fmla="*/ 12752 w 29483"/>
                        <a:gd name="connsiteY32"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3" h="25167">
                          <a:moveTo>
                            <a:pt x="15473" y="21659"/>
                          </a:moveTo>
                          <a:cubicBezTo>
                            <a:pt x="16980" y="21659"/>
                            <a:pt x="18419" y="21456"/>
                            <a:pt x="19768" y="21074"/>
                          </a:cubicBezTo>
                          <a:cubicBezTo>
                            <a:pt x="21118" y="20669"/>
                            <a:pt x="22287" y="20085"/>
                            <a:pt x="23277" y="19320"/>
                          </a:cubicBezTo>
                          <a:cubicBezTo>
                            <a:pt x="24266" y="18555"/>
                            <a:pt x="25053" y="17566"/>
                            <a:pt x="25661" y="16374"/>
                          </a:cubicBezTo>
                          <a:cubicBezTo>
                            <a:pt x="26245" y="15182"/>
                            <a:pt x="26560" y="13810"/>
                            <a:pt x="26560" y="12281"/>
                          </a:cubicBezTo>
                          <a:cubicBezTo>
                            <a:pt x="26560" y="10167"/>
                            <a:pt x="25998" y="8345"/>
                            <a:pt x="24896" y="6838"/>
                          </a:cubicBezTo>
                          <a:cubicBezTo>
                            <a:pt x="23772" y="5331"/>
                            <a:pt x="22197" y="4319"/>
                            <a:pt x="20151" y="3825"/>
                          </a:cubicBezTo>
                          <a:lnTo>
                            <a:pt x="20151" y="204"/>
                          </a:lnTo>
                          <a:cubicBezTo>
                            <a:pt x="21478" y="609"/>
                            <a:pt x="22714" y="1126"/>
                            <a:pt x="23839" y="1778"/>
                          </a:cubicBezTo>
                          <a:cubicBezTo>
                            <a:pt x="24963" y="2430"/>
                            <a:pt x="25953" y="3240"/>
                            <a:pt x="26808" y="4207"/>
                          </a:cubicBezTo>
                          <a:cubicBezTo>
                            <a:pt x="27662" y="5174"/>
                            <a:pt x="28314" y="6321"/>
                            <a:pt x="28787" y="7670"/>
                          </a:cubicBezTo>
                          <a:cubicBezTo>
                            <a:pt x="29259" y="8997"/>
                            <a:pt x="29484" y="10549"/>
                            <a:pt x="29484" y="12303"/>
                          </a:cubicBezTo>
                          <a:cubicBezTo>
                            <a:pt x="29484" y="14530"/>
                            <a:pt x="29102" y="16464"/>
                            <a:pt x="28359" y="18083"/>
                          </a:cubicBezTo>
                          <a:cubicBezTo>
                            <a:pt x="27595" y="19702"/>
                            <a:pt x="26560" y="21029"/>
                            <a:pt x="25256" y="22086"/>
                          </a:cubicBezTo>
                          <a:cubicBezTo>
                            <a:pt x="23951" y="23121"/>
                            <a:pt x="22400" y="23908"/>
                            <a:pt x="20623" y="24403"/>
                          </a:cubicBezTo>
                          <a:cubicBezTo>
                            <a:pt x="18846" y="24897"/>
                            <a:pt x="16935" y="25167"/>
                            <a:pt x="14866" y="25167"/>
                          </a:cubicBezTo>
                          <a:cubicBezTo>
                            <a:pt x="12797" y="25167"/>
                            <a:pt x="10885" y="24875"/>
                            <a:pt x="9086" y="24268"/>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close/>
                          <a:moveTo>
                            <a:pt x="12774" y="3420"/>
                          </a:moveTo>
                          <a:cubicBezTo>
                            <a:pt x="11402" y="3420"/>
                            <a:pt x="10120" y="3600"/>
                            <a:pt x="8906" y="3982"/>
                          </a:cubicBezTo>
                          <a:cubicBezTo>
                            <a:pt x="7692" y="4364"/>
                            <a:pt x="6657" y="4927"/>
                            <a:pt x="5780" y="5646"/>
                          </a:cubicBezTo>
                          <a:cubicBezTo>
                            <a:pt x="4903" y="6388"/>
                            <a:pt x="4206" y="7310"/>
                            <a:pt x="3666" y="8435"/>
                          </a:cubicBezTo>
                          <a:cubicBezTo>
                            <a:pt x="3149" y="9559"/>
                            <a:pt x="2879" y="10819"/>
                            <a:pt x="2879" y="12258"/>
                          </a:cubicBezTo>
                          <a:cubicBezTo>
                            <a:pt x="2879" y="13697"/>
                            <a:pt x="3149" y="14957"/>
                            <a:pt x="3688" y="16059"/>
                          </a:cubicBezTo>
                          <a:cubicBezTo>
                            <a:pt x="4228" y="17161"/>
                            <a:pt x="4948" y="18083"/>
                            <a:pt x="5847" y="18870"/>
                          </a:cubicBezTo>
                          <a:cubicBezTo>
                            <a:pt x="6747" y="19635"/>
                            <a:pt x="7781" y="20264"/>
                            <a:pt x="8973" y="20737"/>
                          </a:cubicBezTo>
                          <a:cubicBezTo>
                            <a:pt x="10165" y="21209"/>
                            <a:pt x="11425" y="21501"/>
                            <a:pt x="12752" y="21659"/>
                          </a:cubicBezTo>
                          <a:lnTo>
                            <a:pt x="12752" y="3420"/>
                          </a:lnTo>
                          <a:close/>
                        </a:path>
                      </a:pathLst>
                    </a:custGeom>
                    <a:solidFill>
                      <a:srgbClr val="231F20"/>
                    </a:solidFill>
                    <a:ln w="2249" cap="flat">
                      <a:noFill/>
                      <a:prstDash val="solid"/>
                      <a:miter/>
                    </a:ln>
                  </p:spPr>
                  <p:txBody>
                    <a:bodyPr rtlCol="0" anchor="ctr"/>
                    <a:lstStyle/>
                    <a:p>
                      <a:endParaRPr lang="en-US"/>
                    </a:p>
                  </p:txBody>
                </p:sp>
              </p:grpSp>
              <p:grpSp>
                <p:nvGrpSpPr>
                  <p:cNvPr id="52" name="Graphic 4479">
                    <a:extLst>
                      <a:ext uri="{FF2B5EF4-FFF2-40B4-BE49-F238E27FC236}">
                        <a16:creationId xmlns:a16="http://schemas.microsoft.com/office/drawing/2014/main" id="{93878B93-0DFB-76A5-3E2D-BF9A891EDA36}"/>
                      </a:ext>
                    </a:extLst>
                  </p:cNvPr>
                  <p:cNvGrpSpPr/>
                  <p:nvPr/>
                </p:nvGrpSpPr>
                <p:grpSpPr>
                  <a:xfrm>
                    <a:off x="6070483" y="3929556"/>
                    <a:ext cx="136901" cy="2157916"/>
                    <a:chOff x="4571252" y="2379704"/>
                    <a:chExt cx="36568" cy="576407"/>
                  </a:xfrm>
                  <a:solidFill>
                    <a:srgbClr val="231F20"/>
                  </a:solidFill>
                </p:grpSpPr>
                <p:sp>
                  <p:nvSpPr>
                    <p:cNvPr id="53" name="Freeform 52">
                      <a:extLst>
                        <a:ext uri="{FF2B5EF4-FFF2-40B4-BE49-F238E27FC236}">
                          <a16:creationId xmlns:a16="http://schemas.microsoft.com/office/drawing/2014/main" id="{2E3D6E89-EB9C-D530-E6A8-E87AD35E3A36}"/>
                        </a:ext>
                      </a:extLst>
                    </p:cNvPr>
                    <p:cNvSpPr/>
                    <p:nvPr/>
                  </p:nvSpPr>
                  <p:spPr>
                    <a:xfrm>
                      <a:off x="4589536" y="2411459"/>
                      <a:ext cx="2248" cy="512897"/>
                    </a:xfrm>
                    <a:custGeom>
                      <a:avLst/>
                      <a:gdLst>
                        <a:gd name="connsiteX0" fmla="*/ 0 w 2248"/>
                        <a:gd name="connsiteY0" fmla="*/ 0 h 512897"/>
                        <a:gd name="connsiteX1" fmla="*/ 0 w 2248"/>
                        <a:gd name="connsiteY1" fmla="*/ 512897 h 512897"/>
                      </a:gdLst>
                      <a:ahLst/>
                      <a:cxnLst>
                        <a:cxn ang="0">
                          <a:pos x="connsiteX0" y="connsiteY0"/>
                        </a:cxn>
                        <a:cxn ang="0">
                          <a:pos x="connsiteX1" y="connsiteY1"/>
                        </a:cxn>
                      </a:cxnLst>
                      <a:rect l="l" t="t" r="r" b="b"/>
                      <a:pathLst>
                        <a:path w="2248" h="512897">
                          <a:moveTo>
                            <a:pt x="0" y="0"/>
                          </a:moveTo>
                          <a:lnTo>
                            <a:pt x="0" y="512897"/>
                          </a:lnTo>
                        </a:path>
                      </a:pathLst>
                    </a:custGeom>
                    <a:ln w="4498" cap="flat">
                      <a:solidFill>
                        <a:srgbClr val="231F20"/>
                      </a:solidFill>
                      <a:prstDash val="solid"/>
                      <a:miter/>
                    </a:ln>
                  </p:spPr>
                  <p:txBody>
                    <a:bodyPr rtlCol="0" anchor="ctr"/>
                    <a:lstStyle/>
                    <a:p>
                      <a:endParaRPr lang="en-US"/>
                    </a:p>
                  </p:txBody>
                </p:sp>
                <p:sp>
                  <p:nvSpPr>
                    <p:cNvPr id="54" name="Freeform 53">
                      <a:extLst>
                        <a:ext uri="{FF2B5EF4-FFF2-40B4-BE49-F238E27FC236}">
                          <a16:creationId xmlns:a16="http://schemas.microsoft.com/office/drawing/2014/main" id="{2BE271B7-B623-7541-6045-6D8BB5B80EB0}"/>
                        </a:ext>
                      </a:extLst>
                    </p:cNvPr>
                    <p:cNvSpPr/>
                    <p:nvPr/>
                  </p:nvSpPr>
                  <p:spPr>
                    <a:xfrm>
                      <a:off x="4571252" y="2379704"/>
                      <a:ext cx="36568" cy="44754"/>
                    </a:xfrm>
                    <a:custGeom>
                      <a:avLst/>
                      <a:gdLst>
                        <a:gd name="connsiteX0" fmla="*/ 18284 w 36568"/>
                        <a:gd name="connsiteY0" fmla="*/ 0 h 44754"/>
                        <a:gd name="connsiteX1" fmla="*/ 0 w 36568"/>
                        <a:gd name="connsiteY1" fmla="*/ 44754 h 44754"/>
                        <a:gd name="connsiteX2" fmla="*/ 18284 w 36568"/>
                        <a:gd name="connsiteY2" fmla="*/ 34139 h 44754"/>
                        <a:gd name="connsiteX3" fmla="*/ 36568 w 36568"/>
                        <a:gd name="connsiteY3" fmla="*/ 44754 h 44754"/>
                        <a:gd name="connsiteX4" fmla="*/ 18284 w 36568"/>
                        <a:gd name="connsiteY4" fmla="*/ 0 h 447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568" h="44754">
                          <a:moveTo>
                            <a:pt x="18284" y="0"/>
                          </a:moveTo>
                          <a:lnTo>
                            <a:pt x="0" y="44754"/>
                          </a:lnTo>
                          <a:lnTo>
                            <a:pt x="18284" y="34139"/>
                          </a:lnTo>
                          <a:lnTo>
                            <a:pt x="36568" y="44754"/>
                          </a:lnTo>
                          <a:lnTo>
                            <a:pt x="18284" y="0"/>
                          </a:lnTo>
                          <a:close/>
                        </a:path>
                      </a:pathLst>
                    </a:custGeom>
                    <a:solidFill>
                      <a:srgbClr val="231F20"/>
                    </a:solidFill>
                    <a:ln w="2249" cap="flat">
                      <a:noFill/>
                      <a:prstDash val="solid"/>
                      <a:miter/>
                    </a:ln>
                  </p:spPr>
                  <p:txBody>
                    <a:bodyPr rtlCol="0" anchor="ctr"/>
                    <a:lstStyle/>
                    <a:p>
                      <a:endParaRPr lang="en-US"/>
                    </a:p>
                  </p:txBody>
                </p:sp>
                <p:sp>
                  <p:nvSpPr>
                    <p:cNvPr id="55" name="Freeform 54">
                      <a:extLst>
                        <a:ext uri="{FF2B5EF4-FFF2-40B4-BE49-F238E27FC236}">
                          <a16:creationId xmlns:a16="http://schemas.microsoft.com/office/drawing/2014/main" id="{45426990-4D28-5732-49CB-46B5E467A28F}"/>
                        </a:ext>
                      </a:extLst>
                    </p:cNvPr>
                    <p:cNvSpPr/>
                    <p:nvPr/>
                  </p:nvSpPr>
                  <p:spPr>
                    <a:xfrm>
                      <a:off x="4571252" y="2911357"/>
                      <a:ext cx="36568" cy="44754"/>
                    </a:xfrm>
                    <a:custGeom>
                      <a:avLst/>
                      <a:gdLst>
                        <a:gd name="connsiteX0" fmla="*/ 18284 w 36568"/>
                        <a:gd name="connsiteY0" fmla="*/ 44754 h 44754"/>
                        <a:gd name="connsiteX1" fmla="*/ 0 w 36568"/>
                        <a:gd name="connsiteY1" fmla="*/ 0 h 44754"/>
                        <a:gd name="connsiteX2" fmla="*/ 18284 w 36568"/>
                        <a:gd name="connsiteY2" fmla="*/ 10615 h 44754"/>
                        <a:gd name="connsiteX3" fmla="*/ 36568 w 36568"/>
                        <a:gd name="connsiteY3" fmla="*/ 0 h 44754"/>
                        <a:gd name="connsiteX4" fmla="*/ 18284 w 36568"/>
                        <a:gd name="connsiteY4" fmla="*/ 44754 h 447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568" h="44754">
                          <a:moveTo>
                            <a:pt x="18284" y="44754"/>
                          </a:moveTo>
                          <a:lnTo>
                            <a:pt x="0" y="0"/>
                          </a:lnTo>
                          <a:lnTo>
                            <a:pt x="18284" y="10615"/>
                          </a:lnTo>
                          <a:lnTo>
                            <a:pt x="36568" y="0"/>
                          </a:lnTo>
                          <a:lnTo>
                            <a:pt x="18284" y="44754"/>
                          </a:lnTo>
                          <a:close/>
                        </a:path>
                      </a:pathLst>
                    </a:custGeom>
                    <a:solidFill>
                      <a:srgbClr val="231F20"/>
                    </a:solidFill>
                    <a:ln w="2249" cap="flat">
                      <a:noFill/>
                      <a:prstDash val="solid"/>
                      <a:miter/>
                    </a:ln>
                  </p:spPr>
                  <p:txBody>
                    <a:bodyPr rtlCol="0" anchor="ctr"/>
                    <a:lstStyle/>
                    <a:p>
                      <a:endParaRPr lang="en-US"/>
                    </a:p>
                  </p:txBody>
                </p:sp>
              </p:grpSp>
            </p:grpSp>
            <p:grpSp>
              <p:nvGrpSpPr>
                <p:cNvPr id="13" name="Graphic 4479">
                  <a:extLst>
                    <a:ext uri="{FF2B5EF4-FFF2-40B4-BE49-F238E27FC236}">
                      <a16:creationId xmlns:a16="http://schemas.microsoft.com/office/drawing/2014/main" id="{9CD9584F-02D9-F5C9-51D3-7FB3FC30CBC6}"/>
                    </a:ext>
                  </a:extLst>
                </p:cNvPr>
                <p:cNvGrpSpPr/>
                <p:nvPr/>
              </p:nvGrpSpPr>
              <p:grpSpPr>
                <a:xfrm>
                  <a:off x="5836421" y="3970894"/>
                  <a:ext cx="151296" cy="495906"/>
                  <a:chOff x="4508731" y="2390746"/>
                  <a:chExt cx="40413" cy="132463"/>
                </a:xfrm>
                <a:solidFill>
                  <a:srgbClr val="231F20"/>
                </a:solidFill>
              </p:grpSpPr>
              <p:sp>
                <p:nvSpPr>
                  <p:cNvPr id="21" name="Freeform 20">
                    <a:extLst>
                      <a:ext uri="{FF2B5EF4-FFF2-40B4-BE49-F238E27FC236}">
                        <a16:creationId xmlns:a16="http://schemas.microsoft.com/office/drawing/2014/main" id="{8A09B26E-CF23-007F-73C3-33840963D3E3}"/>
                      </a:ext>
                    </a:extLst>
                  </p:cNvPr>
                  <p:cNvSpPr/>
                  <p:nvPr/>
                </p:nvSpPr>
                <p:spPr>
                  <a:xfrm>
                    <a:off x="4508731" y="2510413"/>
                    <a:ext cx="39604" cy="12796"/>
                  </a:xfrm>
                  <a:custGeom>
                    <a:avLst/>
                    <a:gdLst>
                      <a:gd name="connsiteX0" fmla="*/ 14348 w 39604"/>
                      <a:gd name="connsiteY0" fmla="*/ 12797 h 12796"/>
                      <a:gd name="connsiteX1" fmla="*/ 11650 w 39604"/>
                      <a:gd name="connsiteY1" fmla="*/ 12797 h 12796"/>
                      <a:gd name="connsiteX2" fmla="*/ 11650 w 39604"/>
                      <a:gd name="connsiteY2" fmla="*/ 8636 h 12796"/>
                      <a:gd name="connsiteX3" fmla="*/ 7219 w 39604"/>
                      <a:gd name="connsiteY3" fmla="*/ 8636 h 12796"/>
                      <a:gd name="connsiteX4" fmla="*/ 1934 w 39604"/>
                      <a:gd name="connsiteY4" fmla="*/ 7287 h 12796"/>
                      <a:gd name="connsiteX5" fmla="*/ 0 w 39604"/>
                      <a:gd name="connsiteY5" fmla="*/ 2699 h 12796"/>
                      <a:gd name="connsiteX6" fmla="*/ 45 w 39604"/>
                      <a:gd name="connsiteY6" fmla="*/ 1304 h 12796"/>
                      <a:gd name="connsiteX7" fmla="*/ 202 w 39604"/>
                      <a:gd name="connsiteY7" fmla="*/ 0 h 12796"/>
                      <a:gd name="connsiteX8" fmla="*/ 3171 w 39604"/>
                      <a:gd name="connsiteY8" fmla="*/ 0 h 12796"/>
                      <a:gd name="connsiteX9" fmla="*/ 2901 w 39604"/>
                      <a:gd name="connsiteY9" fmla="*/ 1934 h 12796"/>
                      <a:gd name="connsiteX10" fmla="*/ 3351 w 39604"/>
                      <a:gd name="connsiteY10" fmla="*/ 3868 h 12796"/>
                      <a:gd name="connsiteX11" fmla="*/ 4565 w 39604"/>
                      <a:gd name="connsiteY11" fmla="*/ 4903 h 12796"/>
                      <a:gd name="connsiteX12" fmla="*/ 6275 w 39604"/>
                      <a:gd name="connsiteY12" fmla="*/ 5308 h 12796"/>
                      <a:gd name="connsiteX13" fmla="*/ 8186 w 39604"/>
                      <a:gd name="connsiteY13" fmla="*/ 5398 h 12796"/>
                      <a:gd name="connsiteX14" fmla="*/ 11650 w 39604"/>
                      <a:gd name="connsiteY14" fmla="*/ 5398 h 12796"/>
                      <a:gd name="connsiteX15" fmla="*/ 11650 w 39604"/>
                      <a:gd name="connsiteY15" fmla="*/ 0 h 12796"/>
                      <a:gd name="connsiteX16" fmla="*/ 14348 w 39604"/>
                      <a:gd name="connsiteY16" fmla="*/ 0 h 12796"/>
                      <a:gd name="connsiteX17" fmla="*/ 14348 w 39604"/>
                      <a:gd name="connsiteY17" fmla="*/ 5398 h 12796"/>
                      <a:gd name="connsiteX18" fmla="*/ 39604 w 39604"/>
                      <a:gd name="connsiteY18" fmla="*/ 5398 h 12796"/>
                      <a:gd name="connsiteX19" fmla="*/ 39604 w 39604"/>
                      <a:gd name="connsiteY19" fmla="*/ 8636 h 12796"/>
                      <a:gd name="connsiteX20" fmla="*/ 14348 w 39604"/>
                      <a:gd name="connsiteY20" fmla="*/ 8636 h 12796"/>
                      <a:gd name="connsiteX21" fmla="*/ 14348 w 39604"/>
                      <a:gd name="connsiteY21" fmla="*/ 12797 h 12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9604" h="12796">
                        <a:moveTo>
                          <a:pt x="14348" y="12797"/>
                        </a:moveTo>
                        <a:lnTo>
                          <a:pt x="11650" y="12797"/>
                        </a:lnTo>
                        <a:lnTo>
                          <a:pt x="11650" y="8636"/>
                        </a:lnTo>
                        <a:lnTo>
                          <a:pt x="7219" y="8636"/>
                        </a:lnTo>
                        <a:cubicBezTo>
                          <a:pt x="4993" y="8636"/>
                          <a:pt x="3216" y="8186"/>
                          <a:pt x="1934" y="7287"/>
                        </a:cubicBezTo>
                        <a:cubicBezTo>
                          <a:pt x="630" y="6387"/>
                          <a:pt x="0" y="4858"/>
                          <a:pt x="0" y="2699"/>
                        </a:cubicBezTo>
                        <a:cubicBezTo>
                          <a:pt x="0" y="2204"/>
                          <a:pt x="0" y="1732"/>
                          <a:pt x="45" y="1304"/>
                        </a:cubicBezTo>
                        <a:cubicBezTo>
                          <a:pt x="90" y="877"/>
                          <a:pt x="135" y="450"/>
                          <a:pt x="202" y="0"/>
                        </a:cubicBezTo>
                        <a:lnTo>
                          <a:pt x="3171" y="0"/>
                        </a:lnTo>
                        <a:cubicBezTo>
                          <a:pt x="2991" y="720"/>
                          <a:pt x="2901" y="1372"/>
                          <a:pt x="2901" y="1934"/>
                        </a:cubicBezTo>
                        <a:cubicBezTo>
                          <a:pt x="2901" y="2766"/>
                          <a:pt x="3059" y="3418"/>
                          <a:pt x="3351" y="3868"/>
                        </a:cubicBezTo>
                        <a:cubicBezTo>
                          <a:pt x="3666" y="4341"/>
                          <a:pt x="4071" y="4678"/>
                          <a:pt x="4565" y="4903"/>
                        </a:cubicBezTo>
                        <a:cubicBezTo>
                          <a:pt x="5060" y="5128"/>
                          <a:pt x="5645" y="5263"/>
                          <a:pt x="6275" y="5308"/>
                        </a:cubicBezTo>
                        <a:cubicBezTo>
                          <a:pt x="6904" y="5353"/>
                          <a:pt x="7534" y="5398"/>
                          <a:pt x="8186" y="5398"/>
                        </a:cubicBezTo>
                        <a:lnTo>
                          <a:pt x="11650" y="5398"/>
                        </a:lnTo>
                        <a:lnTo>
                          <a:pt x="11650" y="0"/>
                        </a:lnTo>
                        <a:lnTo>
                          <a:pt x="14348" y="0"/>
                        </a:lnTo>
                        <a:lnTo>
                          <a:pt x="14348" y="5398"/>
                        </a:lnTo>
                        <a:lnTo>
                          <a:pt x="39604" y="5398"/>
                        </a:lnTo>
                        <a:lnTo>
                          <a:pt x="39604" y="8636"/>
                        </a:lnTo>
                        <a:lnTo>
                          <a:pt x="14348" y="8636"/>
                        </a:lnTo>
                        <a:lnTo>
                          <a:pt x="14348" y="12797"/>
                        </a:lnTo>
                        <a:close/>
                      </a:path>
                    </a:pathLst>
                  </a:custGeom>
                  <a:solidFill>
                    <a:srgbClr val="231F20"/>
                  </a:solidFill>
                  <a:ln w="2249" cap="flat">
                    <a:noFill/>
                    <a:prstDash val="solid"/>
                    <a:miter/>
                  </a:ln>
                </p:spPr>
                <p:txBody>
                  <a:bodyPr rtlCol="0" anchor="ctr"/>
                  <a:lstStyle/>
                  <a:p>
                    <a:endParaRPr lang="en-US"/>
                  </a:p>
                </p:txBody>
              </p:sp>
              <p:sp>
                <p:nvSpPr>
                  <p:cNvPr id="22" name="Freeform 21">
                    <a:extLst>
                      <a:ext uri="{FF2B5EF4-FFF2-40B4-BE49-F238E27FC236}">
                        <a16:creationId xmlns:a16="http://schemas.microsoft.com/office/drawing/2014/main" id="{B985EFCE-1B68-D08E-5DA6-423581C2F613}"/>
                      </a:ext>
                    </a:extLst>
                  </p:cNvPr>
                  <p:cNvSpPr/>
                  <p:nvPr/>
                </p:nvSpPr>
                <p:spPr>
                  <a:xfrm>
                    <a:off x="4519661" y="2480524"/>
                    <a:ext cx="29483" cy="26357"/>
                  </a:xfrm>
                  <a:custGeom>
                    <a:avLst/>
                    <a:gdLst>
                      <a:gd name="connsiteX0" fmla="*/ 12369 w 29483"/>
                      <a:gd name="connsiteY0" fmla="*/ 12032 h 26357"/>
                      <a:gd name="connsiteX1" fmla="*/ 12054 w 29483"/>
                      <a:gd name="connsiteY1" fmla="*/ 9850 h 26357"/>
                      <a:gd name="connsiteX2" fmla="*/ 11470 w 29483"/>
                      <a:gd name="connsiteY2" fmla="*/ 7781 h 26357"/>
                      <a:gd name="connsiteX3" fmla="*/ 10210 w 29483"/>
                      <a:gd name="connsiteY3" fmla="*/ 6792 h 26357"/>
                      <a:gd name="connsiteX4" fmla="*/ 8569 w 29483"/>
                      <a:gd name="connsiteY4" fmla="*/ 6612 h 26357"/>
                      <a:gd name="connsiteX5" fmla="*/ 4498 w 29483"/>
                      <a:gd name="connsiteY5" fmla="*/ 8209 h 26357"/>
                      <a:gd name="connsiteX6" fmla="*/ 2901 w 29483"/>
                      <a:gd name="connsiteY6" fmla="*/ 13584 h 26357"/>
                      <a:gd name="connsiteX7" fmla="*/ 3194 w 29483"/>
                      <a:gd name="connsiteY7" fmla="*/ 16665 h 26357"/>
                      <a:gd name="connsiteX8" fmla="*/ 4228 w 29483"/>
                      <a:gd name="connsiteY8" fmla="*/ 19116 h 26357"/>
                      <a:gd name="connsiteX9" fmla="*/ 6162 w 29483"/>
                      <a:gd name="connsiteY9" fmla="*/ 20848 h 26357"/>
                      <a:gd name="connsiteX10" fmla="*/ 9221 w 29483"/>
                      <a:gd name="connsiteY10" fmla="*/ 21747 h 26357"/>
                      <a:gd name="connsiteX11" fmla="*/ 9221 w 29483"/>
                      <a:gd name="connsiteY11" fmla="*/ 25031 h 26357"/>
                      <a:gd name="connsiteX12" fmla="*/ 4993 w 29483"/>
                      <a:gd name="connsiteY12" fmla="*/ 23906 h 26357"/>
                      <a:gd name="connsiteX13" fmla="*/ 2137 w 29483"/>
                      <a:gd name="connsiteY13" fmla="*/ 21388 h 26357"/>
                      <a:gd name="connsiteX14" fmla="*/ 517 w 29483"/>
                      <a:gd name="connsiteY14" fmla="*/ 17834 h 26357"/>
                      <a:gd name="connsiteX15" fmla="*/ 0 w 29483"/>
                      <a:gd name="connsiteY15" fmla="*/ 13539 h 26357"/>
                      <a:gd name="connsiteX16" fmla="*/ 450 w 29483"/>
                      <a:gd name="connsiteY16" fmla="*/ 9581 h 26357"/>
                      <a:gd name="connsiteX17" fmla="*/ 1912 w 29483"/>
                      <a:gd name="connsiteY17" fmla="*/ 6342 h 26357"/>
                      <a:gd name="connsiteX18" fmla="*/ 4588 w 29483"/>
                      <a:gd name="connsiteY18" fmla="*/ 4183 h 26357"/>
                      <a:gd name="connsiteX19" fmla="*/ 8681 w 29483"/>
                      <a:gd name="connsiteY19" fmla="*/ 3396 h 26357"/>
                      <a:gd name="connsiteX20" fmla="*/ 23906 w 29483"/>
                      <a:gd name="connsiteY20" fmla="*/ 3396 h 26357"/>
                      <a:gd name="connsiteX21" fmla="*/ 26313 w 29483"/>
                      <a:gd name="connsiteY21" fmla="*/ 2721 h 26357"/>
                      <a:gd name="connsiteX22" fmla="*/ 26065 w 29483"/>
                      <a:gd name="connsiteY22" fmla="*/ 0 h 26357"/>
                      <a:gd name="connsiteX23" fmla="*/ 28607 w 29483"/>
                      <a:gd name="connsiteY23" fmla="*/ 0 h 26357"/>
                      <a:gd name="connsiteX24" fmla="*/ 28922 w 29483"/>
                      <a:gd name="connsiteY24" fmla="*/ 1102 h 26357"/>
                      <a:gd name="connsiteX25" fmla="*/ 29146 w 29483"/>
                      <a:gd name="connsiteY25" fmla="*/ 2541 h 26357"/>
                      <a:gd name="connsiteX26" fmla="*/ 28989 w 29483"/>
                      <a:gd name="connsiteY26" fmla="*/ 4003 h 26357"/>
                      <a:gd name="connsiteX27" fmla="*/ 28472 w 29483"/>
                      <a:gd name="connsiteY27" fmla="*/ 5308 h 26357"/>
                      <a:gd name="connsiteX28" fmla="*/ 27505 w 29483"/>
                      <a:gd name="connsiteY28" fmla="*/ 6095 h 26357"/>
                      <a:gd name="connsiteX29" fmla="*/ 26268 w 29483"/>
                      <a:gd name="connsiteY29" fmla="*/ 6499 h 26357"/>
                      <a:gd name="connsiteX30" fmla="*/ 24829 w 29483"/>
                      <a:gd name="connsiteY30" fmla="*/ 6612 h 26357"/>
                      <a:gd name="connsiteX31" fmla="*/ 28292 w 29483"/>
                      <a:gd name="connsiteY31" fmla="*/ 11312 h 26357"/>
                      <a:gd name="connsiteX32" fmla="*/ 29484 w 29483"/>
                      <a:gd name="connsiteY32" fmla="*/ 17025 h 26357"/>
                      <a:gd name="connsiteX33" fmla="*/ 28989 w 29483"/>
                      <a:gd name="connsiteY33" fmla="*/ 20555 h 26357"/>
                      <a:gd name="connsiteX34" fmla="*/ 27482 w 29483"/>
                      <a:gd name="connsiteY34" fmla="*/ 23547 h 26357"/>
                      <a:gd name="connsiteX35" fmla="*/ 24963 w 29483"/>
                      <a:gd name="connsiteY35" fmla="*/ 25593 h 26357"/>
                      <a:gd name="connsiteX36" fmla="*/ 21433 w 29483"/>
                      <a:gd name="connsiteY36" fmla="*/ 26358 h 26357"/>
                      <a:gd name="connsiteX37" fmla="*/ 13022 w 29483"/>
                      <a:gd name="connsiteY37" fmla="*/ 16597 h 26357"/>
                      <a:gd name="connsiteX38" fmla="*/ 12437 w 29483"/>
                      <a:gd name="connsiteY38" fmla="*/ 12122 h 26357"/>
                      <a:gd name="connsiteX39" fmla="*/ 13988 w 29483"/>
                      <a:gd name="connsiteY39" fmla="*/ 6589 h 26357"/>
                      <a:gd name="connsiteX40" fmla="*/ 15113 w 29483"/>
                      <a:gd name="connsiteY40" fmla="*/ 10750 h 26357"/>
                      <a:gd name="connsiteX41" fmla="*/ 15540 w 29483"/>
                      <a:gd name="connsiteY41" fmla="*/ 14956 h 26357"/>
                      <a:gd name="connsiteX42" fmla="*/ 17205 w 29483"/>
                      <a:gd name="connsiteY42" fmla="*/ 20758 h 26357"/>
                      <a:gd name="connsiteX43" fmla="*/ 21478 w 29483"/>
                      <a:gd name="connsiteY43" fmla="*/ 22827 h 26357"/>
                      <a:gd name="connsiteX44" fmla="*/ 23727 w 29483"/>
                      <a:gd name="connsiteY44" fmla="*/ 22310 h 26357"/>
                      <a:gd name="connsiteX45" fmla="*/ 25301 w 29483"/>
                      <a:gd name="connsiteY45" fmla="*/ 20960 h 26357"/>
                      <a:gd name="connsiteX46" fmla="*/ 26223 w 29483"/>
                      <a:gd name="connsiteY46" fmla="*/ 19026 h 26357"/>
                      <a:gd name="connsiteX47" fmla="*/ 26515 w 29483"/>
                      <a:gd name="connsiteY47" fmla="*/ 16777 h 26357"/>
                      <a:gd name="connsiteX48" fmla="*/ 26021 w 29483"/>
                      <a:gd name="connsiteY48" fmla="*/ 12999 h 26357"/>
                      <a:gd name="connsiteX49" fmla="*/ 24536 w 29483"/>
                      <a:gd name="connsiteY49" fmla="*/ 9738 h 26357"/>
                      <a:gd name="connsiteX50" fmla="*/ 21995 w 29483"/>
                      <a:gd name="connsiteY50" fmla="*/ 7444 h 26357"/>
                      <a:gd name="connsiteX51" fmla="*/ 18352 w 29483"/>
                      <a:gd name="connsiteY51" fmla="*/ 6589 h 26357"/>
                      <a:gd name="connsiteX52" fmla="*/ 13988 w 29483"/>
                      <a:gd name="connsiteY52" fmla="*/ 6589 h 26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9483" h="26357">
                        <a:moveTo>
                          <a:pt x="12369" y="12032"/>
                        </a:moveTo>
                        <a:cubicBezTo>
                          <a:pt x="12302" y="11425"/>
                          <a:pt x="12189" y="10683"/>
                          <a:pt x="12054" y="9850"/>
                        </a:cubicBezTo>
                        <a:cubicBezTo>
                          <a:pt x="11920" y="8996"/>
                          <a:pt x="11717" y="8321"/>
                          <a:pt x="11470" y="7781"/>
                        </a:cubicBezTo>
                        <a:cubicBezTo>
                          <a:pt x="11222" y="7242"/>
                          <a:pt x="10795" y="6904"/>
                          <a:pt x="10210" y="6792"/>
                        </a:cubicBezTo>
                        <a:cubicBezTo>
                          <a:pt x="9626" y="6657"/>
                          <a:pt x="9063" y="6612"/>
                          <a:pt x="8569" y="6612"/>
                        </a:cubicBezTo>
                        <a:cubicBezTo>
                          <a:pt x="6904" y="6612"/>
                          <a:pt x="5555" y="7152"/>
                          <a:pt x="4498" y="8209"/>
                        </a:cubicBezTo>
                        <a:cubicBezTo>
                          <a:pt x="3441" y="9266"/>
                          <a:pt x="2901" y="11065"/>
                          <a:pt x="2901" y="13584"/>
                        </a:cubicBezTo>
                        <a:cubicBezTo>
                          <a:pt x="2901" y="14708"/>
                          <a:pt x="2991" y="15720"/>
                          <a:pt x="3194" y="16665"/>
                        </a:cubicBezTo>
                        <a:cubicBezTo>
                          <a:pt x="3396" y="17609"/>
                          <a:pt x="3733" y="18419"/>
                          <a:pt x="4228" y="19116"/>
                        </a:cubicBezTo>
                        <a:cubicBezTo>
                          <a:pt x="4723" y="19813"/>
                          <a:pt x="5353" y="20398"/>
                          <a:pt x="6162" y="20848"/>
                        </a:cubicBezTo>
                        <a:cubicBezTo>
                          <a:pt x="6972" y="21298"/>
                          <a:pt x="7984" y="21590"/>
                          <a:pt x="9221" y="21747"/>
                        </a:cubicBezTo>
                        <a:lnTo>
                          <a:pt x="9221" y="25031"/>
                        </a:lnTo>
                        <a:cubicBezTo>
                          <a:pt x="7556" y="24918"/>
                          <a:pt x="6162" y="24536"/>
                          <a:pt x="4993" y="23906"/>
                        </a:cubicBezTo>
                        <a:cubicBezTo>
                          <a:pt x="3823" y="23277"/>
                          <a:pt x="2879" y="22422"/>
                          <a:pt x="2137" y="21388"/>
                        </a:cubicBezTo>
                        <a:cubicBezTo>
                          <a:pt x="1394" y="20353"/>
                          <a:pt x="855" y="19184"/>
                          <a:pt x="517" y="17834"/>
                        </a:cubicBezTo>
                        <a:cubicBezTo>
                          <a:pt x="180" y="16485"/>
                          <a:pt x="0" y="15046"/>
                          <a:pt x="0" y="13539"/>
                        </a:cubicBezTo>
                        <a:cubicBezTo>
                          <a:pt x="0" y="12144"/>
                          <a:pt x="158" y="10817"/>
                          <a:pt x="450" y="9581"/>
                        </a:cubicBezTo>
                        <a:cubicBezTo>
                          <a:pt x="765" y="8344"/>
                          <a:pt x="1237" y="7264"/>
                          <a:pt x="1912" y="6342"/>
                        </a:cubicBezTo>
                        <a:cubicBezTo>
                          <a:pt x="2586" y="5420"/>
                          <a:pt x="3463" y="4700"/>
                          <a:pt x="4588" y="4183"/>
                        </a:cubicBezTo>
                        <a:cubicBezTo>
                          <a:pt x="5712" y="3666"/>
                          <a:pt x="7062" y="3396"/>
                          <a:pt x="8681" y="3396"/>
                        </a:cubicBezTo>
                        <a:lnTo>
                          <a:pt x="23906" y="3396"/>
                        </a:lnTo>
                        <a:cubicBezTo>
                          <a:pt x="25166" y="3396"/>
                          <a:pt x="25976" y="3171"/>
                          <a:pt x="26313" y="2721"/>
                        </a:cubicBezTo>
                        <a:cubicBezTo>
                          <a:pt x="26650" y="2271"/>
                          <a:pt x="26583" y="1372"/>
                          <a:pt x="26065" y="0"/>
                        </a:cubicBezTo>
                        <a:lnTo>
                          <a:pt x="28607" y="0"/>
                        </a:lnTo>
                        <a:cubicBezTo>
                          <a:pt x="28674" y="247"/>
                          <a:pt x="28787" y="630"/>
                          <a:pt x="28922" y="1102"/>
                        </a:cubicBezTo>
                        <a:cubicBezTo>
                          <a:pt x="29057" y="1597"/>
                          <a:pt x="29146" y="2069"/>
                          <a:pt x="29146" y="2541"/>
                        </a:cubicBezTo>
                        <a:cubicBezTo>
                          <a:pt x="29146" y="3036"/>
                          <a:pt x="29102" y="3531"/>
                          <a:pt x="28989" y="4003"/>
                        </a:cubicBezTo>
                        <a:cubicBezTo>
                          <a:pt x="28922" y="4543"/>
                          <a:pt x="28742" y="4970"/>
                          <a:pt x="28472" y="5308"/>
                        </a:cubicBezTo>
                        <a:cubicBezTo>
                          <a:pt x="28202" y="5645"/>
                          <a:pt x="27887" y="5892"/>
                          <a:pt x="27505" y="6095"/>
                        </a:cubicBezTo>
                        <a:cubicBezTo>
                          <a:pt x="27123" y="6297"/>
                          <a:pt x="26718" y="6432"/>
                          <a:pt x="26268" y="6499"/>
                        </a:cubicBezTo>
                        <a:cubicBezTo>
                          <a:pt x="25818" y="6567"/>
                          <a:pt x="25346" y="6612"/>
                          <a:pt x="24829" y="6612"/>
                        </a:cubicBezTo>
                        <a:cubicBezTo>
                          <a:pt x="26335" y="7984"/>
                          <a:pt x="27482" y="9536"/>
                          <a:pt x="28292" y="11312"/>
                        </a:cubicBezTo>
                        <a:cubicBezTo>
                          <a:pt x="29079" y="13066"/>
                          <a:pt x="29484" y="14978"/>
                          <a:pt x="29484" y="17025"/>
                        </a:cubicBezTo>
                        <a:cubicBezTo>
                          <a:pt x="29484" y="18239"/>
                          <a:pt x="29327" y="19431"/>
                          <a:pt x="28989" y="20555"/>
                        </a:cubicBezTo>
                        <a:cubicBezTo>
                          <a:pt x="28652" y="21680"/>
                          <a:pt x="28157" y="22692"/>
                          <a:pt x="27482" y="23547"/>
                        </a:cubicBezTo>
                        <a:cubicBezTo>
                          <a:pt x="26808" y="24401"/>
                          <a:pt x="25953" y="25098"/>
                          <a:pt x="24963" y="25593"/>
                        </a:cubicBezTo>
                        <a:cubicBezTo>
                          <a:pt x="23974" y="26088"/>
                          <a:pt x="22804" y="26358"/>
                          <a:pt x="21433" y="26358"/>
                        </a:cubicBezTo>
                        <a:cubicBezTo>
                          <a:pt x="16687" y="26358"/>
                          <a:pt x="13876" y="23097"/>
                          <a:pt x="13022" y="16597"/>
                        </a:cubicBezTo>
                        <a:lnTo>
                          <a:pt x="12437" y="12122"/>
                        </a:lnTo>
                        <a:close/>
                        <a:moveTo>
                          <a:pt x="13988" y="6589"/>
                        </a:moveTo>
                        <a:cubicBezTo>
                          <a:pt x="14573" y="7961"/>
                          <a:pt x="14933" y="9333"/>
                          <a:pt x="15113" y="10750"/>
                        </a:cubicBezTo>
                        <a:cubicBezTo>
                          <a:pt x="15293" y="12167"/>
                          <a:pt x="15428" y="13561"/>
                          <a:pt x="15540" y="14956"/>
                        </a:cubicBezTo>
                        <a:cubicBezTo>
                          <a:pt x="15720" y="17429"/>
                          <a:pt x="16282" y="19364"/>
                          <a:pt x="17205" y="20758"/>
                        </a:cubicBezTo>
                        <a:cubicBezTo>
                          <a:pt x="18149" y="22152"/>
                          <a:pt x="19566" y="22827"/>
                          <a:pt x="21478" y="22827"/>
                        </a:cubicBezTo>
                        <a:cubicBezTo>
                          <a:pt x="22332" y="22827"/>
                          <a:pt x="23097" y="22647"/>
                          <a:pt x="23727" y="22310"/>
                        </a:cubicBezTo>
                        <a:cubicBezTo>
                          <a:pt x="24356" y="21972"/>
                          <a:pt x="24874" y="21523"/>
                          <a:pt x="25301" y="20960"/>
                        </a:cubicBezTo>
                        <a:cubicBezTo>
                          <a:pt x="25706" y="20398"/>
                          <a:pt x="26021" y="19746"/>
                          <a:pt x="26223" y="19026"/>
                        </a:cubicBezTo>
                        <a:cubicBezTo>
                          <a:pt x="26425" y="18284"/>
                          <a:pt x="26515" y="17542"/>
                          <a:pt x="26515" y="16777"/>
                        </a:cubicBezTo>
                        <a:cubicBezTo>
                          <a:pt x="26515" y="15473"/>
                          <a:pt x="26358" y="14213"/>
                          <a:pt x="26021" y="12999"/>
                        </a:cubicBezTo>
                        <a:cubicBezTo>
                          <a:pt x="25706" y="11785"/>
                          <a:pt x="25211" y="10683"/>
                          <a:pt x="24536" y="9738"/>
                        </a:cubicBezTo>
                        <a:cubicBezTo>
                          <a:pt x="23861" y="8793"/>
                          <a:pt x="23029" y="8029"/>
                          <a:pt x="21995" y="7444"/>
                        </a:cubicBezTo>
                        <a:cubicBezTo>
                          <a:pt x="20960" y="6859"/>
                          <a:pt x="19746" y="6589"/>
                          <a:pt x="18352" y="6589"/>
                        </a:cubicBezTo>
                        <a:lnTo>
                          <a:pt x="13988" y="6589"/>
                        </a:lnTo>
                        <a:close/>
                      </a:path>
                    </a:pathLst>
                  </a:custGeom>
                  <a:solidFill>
                    <a:srgbClr val="231F20"/>
                  </a:solidFill>
                  <a:ln w="2249" cap="flat">
                    <a:noFill/>
                    <a:prstDash val="solid"/>
                    <a:miter/>
                  </a:ln>
                </p:spPr>
                <p:txBody>
                  <a:bodyPr rtlCol="0" anchor="ctr"/>
                  <a:lstStyle/>
                  <a:p>
                    <a:endParaRPr lang="en-US"/>
                  </a:p>
                </p:txBody>
              </p:sp>
              <p:sp>
                <p:nvSpPr>
                  <p:cNvPr id="23" name="Freeform 22">
                    <a:extLst>
                      <a:ext uri="{FF2B5EF4-FFF2-40B4-BE49-F238E27FC236}">
                        <a16:creationId xmlns:a16="http://schemas.microsoft.com/office/drawing/2014/main" id="{1EE2D74D-32F6-C637-74BE-A0DF246F2176}"/>
                      </a:ext>
                    </a:extLst>
                  </p:cNvPr>
                  <p:cNvSpPr/>
                  <p:nvPr/>
                </p:nvSpPr>
                <p:spPr>
                  <a:xfrm>
                    <a:off x="4519593" y="2454774"/>
                    <a:ext cx="29439" cy="22039"/>
                  </a:xfrm>
                  <a:custGeom>
                    <a:avLst/>
                    <a:gdLst>
                      <a:gd name="connsiteX0" fmla="*/ 19993 w 29439"/>
                      <a:gd name="connsiteY0" fmla="*/ 18734 h 22039"/>
                      <a:gd name="connsiteX1" fmla="*/ 25098 w 29439"/>
                      <a:gd name="connsiteY1" fmla="*/ 16013 h 22039"/>
                      <a:gd name="connsiteX2" fmla="*/ 26583 w 29439"/>
                      <a:gd name="connsiteY2" fmla="*/ 10368 h 22039"/>
                      <a:gd name="connsiteX3" fmla="*/ 26155 w 29439"/>
                      <a:gd name="connsiteY3" fmla="*/ 7287 h 22039"/>
                      <a:gd name="connsiteX4" fmla="*/ 24986 w 29439"/>
                      <a:gd name="connsiteY4" fmla="*/ 5150 h 22039"/>
                      <a:gd name="connsiteX5" fmla="*/ 23344 w 29439"/>
                      <a:gd name="connsiteY5" fmla="*/ 3891 h 22039"/>
                      <a:gd name="connsiteX6" fmla="*/ 21410 w 29439"/>
                      <a:gd name="connsiteY6" fmla="*/ 3463 h 22039"/>
                      <a:gd name="connsiteX7" fmla="*/ 18352 w 29439"/>
                      <a:gd name="connsiteY7" fmla="*/ 4790 h 22039"/>
                      <a:gd name="connsiteX8" fmla="*/ 16777 w 29439"/>
                      <a:gd name="connsiteY8" fmla="*/ 8119 h 22039"/>
                      <a:gd name="connsiteX9" fmla="*/ 15810 w 29439"/>
                      <a:gd name="connsiteY9" fmla="*/ 12437 h 22039"/>
                      <a:gd name="connsiteX10" fmla="*/ 14596 w 29439"/>
                      <a:gd name="connsiteY10" fmla="*/ 16755 h 22039"/>
                      <a:gd name="connsiteX11" fmla="*/ 12279 w 29439"/>
                      <a:gd name="connsiteY11" fmla="*/ 20083 h 22039"/>
                      <a:gd name="connsiteX12" fmla="*/ 8006 w 29439"/>
                      <a:gd name="connsiteY12" fmla="*/ 21410 h 22039"/>
                      <a:gd name="connsiteX13" fmla="*/ 2249 w 29439"/>
                      <a:gd name="connsiteY13" fmla="*/ 18846 h 22039"/>
                      <a:gd name="connsiteX14" fmla="*/ 0 w 29439"/>
                      <a:gd name="connsiteY14" fmla="*/ 11582 h 22039"/>
                      <a:gd name="connsiteX15" fmla="*/ 2024 w 29439"/>
                      <a:gd name="connsiteY15" fmla="*/ 4206 h 22039"/>
                      <a:gd name="connsiteX16" fmla="*/ 8794 w 29439"/>
                      <a:gd name="connsiteY16" fmla="*/ 787 h 22039"/>
                      <a:gd name="connsiteX17" fmla="*/ 8794 w 29439"/>
                      <a:gd name="connsiteY17" fmla="*/ 4071 h 22039"/>
                      <a:gd name="connsiteX18" fmla="*/ 4228 w 29439"/>
                      <a:gd name="connsiteY18" fmla="*/ 6522 h 22039"/>
                      <a:gd name="connsiteX19" fmla="*/ 2901 w 29439"/>
                      <a:gd name="connsiteY19" fmla="*/ 11627 h 22039"/>
                      <a:gd name="connsiteX20" fmla="*/ 4228 w 29439"/>
                      <a:gd name="connsiteY20" fmla="*/ 16327 h 22039"/>
                      <a:gd name="connsiteX21" fmla="*/ 7714 w 29439"/>
                      <a:gd name="connsiteY21" fmla="*/ 17947 h 22039"/>
                      <a:gd name="connsiteX22" fmla="*/ 10593 w 29439"/>
                      <a:gd name="connsiteY22" fmla="*/ 16620 h 22039"/>
                      <a:gd name="connsiteX23" fmla="*/ 12212 w 29439"/>
                      <a:gd name="connsiteY23" fmla="*/ 13291 h 22039"/>
                      <a:gd name="connsiteX24" fmla="*/ 13314 w 29439"/>
                      <a:gd name="connsiteY24" fmla="*/ 8973 h 22039"/>
                      <a:gd name="connsiteX25" fmla="*/ 14686 w 29439"/>
                      <a:gd name="connsiteY25" fmla="*/ 4655 h 22039"/>
                      <a:gd name="connsiteX26" fmla="*/ 17092 w 29439"/>
                      <a:gd name="connsiteY26" fmla="*/ 1327 h 22039"/>
                      <a:gd name="connsiteX27" fmla="*/ 21298 w 29439"/>
                      <a:gd name="connsiteY27" fmla="*/ 0 h 22039"/>
                      <a:gd name="connsiteX28" fmla="*/ 24829 w 29439"/>
                      <a:gd name="connsiteY28" fmla="*/ 855 h 22039"/>
                      <a:gd name="connsiteX29" fmla="*/ 27392 w 29439"/>
                      <a:gd name="connsiteY29" fmla="*/ 3238 h 22039"/>
                      <a:gd name="connsiteX30" fmla="*/ 28922 w 29439"/>
                      <a:gd name="connsiteY30" fmla="*/ 6837 h 22039"/>
                      <a:gd name="connsiteX31" fmla="*/ 29439 w 29439"/>
                      <a:gd name="connsiteY31" fmla="*/ 11402 h 22039"/>
                      <a:gd name="connsiteX32" fmla="*/ 28719 w 29439"/>
                      <a:gd name="connsiteY32" fmla="*/ 15810 h 22039"/>
                      <a:gd name="connsiteX33" fmla="*/ 26695 w 29439"/>
                      <a:gd name="connsiteY33" fmla="*/ 19071 h 22039"/>
                      <a:gd name="connsiteX34" fmla="*/ 23682 w 29439"/>
                      <a:gd name="connsiteY34" fmla="*/ 21185 h 22039"/>
                      <a:gd name="connsiteX35" fmla="*/ 19948 w 29439"/>
                      <a:gd name="connsiteY35" fmla="*/ 22040 h 22039"/>
                      <a:gd name="connsiteX36" fmla="*/ 19948 w 29439"/>
                      <a:gd name="connsiteY36" fmla="*/ 18756 h 22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9439" h="22039">
                        <a:moveTo>
                          <a:pt x="19993" y="18734"/>
                        </a:moveTo>
                        <a:cubicBezTo>
                          <a:pt x="22400" y="18239"/>
                          <a:pt x="24109" y="17317"/>
                          <a:pt x="25098" y="16013"/>
                        </a:cubicBezTo>
                        <a:cubicBezTo>
                          <a:pt x="26088" y="14708"/>
                          <a:pt x="26583" y="12819"/>
                          <a:pt x="26583" y="10368"/>
                        </a:cubicBezTo>
                        <a:cubicBezTo>
                          <a:pt x="26583" y="9176"/>
                          <a:pt x="26448" y="8164"/>
                          <a:pt x="26155" y="7287"/>
                        </a:cubicBezTo>
                        <a:cubicBezTo>
                          <a:pt x="25863" y="6432"/>
                          <a:pt x="25481" y="5712"/>
                          <a:pt x="24986" y="5150"/>
                        </a:cubicBezTo>
                        <a:cubicBezTo>
                          <a:pt x="24491" y="4588"/>
                          <a:pt x="23951" y="4161"/>
                          <a:pt x="23344" y="3891"/>
                        </a:cubicBezTo>
                        <a:cubicBezTo>
                          <a:pt x="22737" y="3598"/>
                          <a:pt x="22085" y="3463"/>
                          <a:pt x="21410" y="3463"/>
                        </a:cubicBezTo>
                        <a:cubicBezTo>
                          <a:pt x="20038" y="3463"/>
                          <a:pt x="19026" y="3913"/>
                          <a:pt x="18352" y="4790"/>
                        </a:cubicBezTo>
                        <a:cubicBezTo>
                          <a:pt x="17677" y="5667"/>
                          <a:pt x="17160" y="6769"/>
                          <a:pt x="16777" y="8119"/>
                        </a:cubicBezTo>
                        <a:cubicBezTo>
                          <a:pt x="16395" y="9468"/>
                          <a:pt x="16080" y="10885"/>
                          <a:pt x="15810" y="12437"/>
                        </a:cubicBezTo>
                        <a:cubicBezTo>
                          <a:pt x="15540" y="13988"/>
                          <a:pt x="15136" y="15428"/>
                          <a:pt x="14596" y="16755"/>
                        </a:cubicBezTo>
                        <a:cubicBezTo>
                          <a:pt x="14056" y="18082"/>
                          <a:pt x="13291" y="19184"/>
                          <a:pt x="12279" y="20083"/>
                        </a:cubicBezTo>
                        <a:cubicBezTo>
                          <a:pt x="11267" y="20983"/>
                          <a:pt x="9850" y="21410"/>
                          <a:pt x="8006" y="21410"/>
                        </a:cubicBezTo>
                        <a:cubicBezTo>
                          <a:pt x="5667" y="21410"/>
                          <a:pt x="3756" y="20555"/>
                          <a:pt x="2249" y="18846"/>
                        </a:cubicBezTo>
                        <a:cubicBezTo>
                          <a:pt x="765" y="17137"/>
                          <a:pt x="0" y="14708"/>
                          <a:pt x="0" y="11582"/>
                        </a:cubicBezTo>
                        <a:cubicBezTo>
                          <a:pt x="0" y="8456"/>
                          <a:pt x="675" y="6095"/>
                          <a:pt x="2024" y="4206"/>
                        </a:cubicBezTo>
                        <a:cubicBezTo>
                          <a:pt x="3373" y="2316"/>
                          <a:pt x="5622" y="1169"/>
                          <a:pt x="8794" y="787"/>
                        </a:cubicBezTo>
                        <a:lnTo>
                          <a:pt x="8794" y="4071"/>
                        </a:lnTo>
                        <a:cubicBezTo>
                          <a:pt x="6635" y="4363"/>
                          <a:pt x="5105" y="5173"/>
                          <a:pt x="4228" y="6522"/>
                        </a:cubicBezTo>
                        <a:cubicBezTo>
                          <a:pt x="3351" y="7871"/>
                          <a:pt x="2901" y="9581"/>
                          <a:pt x="2901" y="11627"/>
                        </a:cubicBezTo>
                        <a:cubicBezTo>
                          <a:pt x="2901" y="13674"/>
                          <a:pt x="3351" y="15248"/>
                          <a:pt x="4228" y="16327"/>
                        </a:cubicBezTo>
                        <a:cubicBezTo>
                          <a:pt x="5105" y="17407"/>
                          <a:pt x="6275" y="17947"/>
                          <a:pt x="7714" y="17947"/>
                        </a:cubicBezTo>
                        <a:cubicBezTo>
                          <a:pt x="8973" y="17947"/>
                          <a:pt x="9940" y="17497"/>
                          <a:pt x="10593" y="16620"/>
                        </a:cubicBezTo>
                        <a:cubicBezTo>
                          <a:pt x="11267" y="15743"/>
                          <a:pt x="11807" y="14641"/>
                          <a:pt x="12212" y="13291"/>
                        </a:cubicBezTo>
                        <a:cubicBezTo>
                          <a:pt x="12617" y="11964"/>
                          <a:pt x="12999" y="10525"/>
                          <a:pt x="13314" y="8973"/>
                        </a:cubicBezTo>
                        <a:cubicBezTo>
                          <a:pt x="13629" y="7422"/>
                          <a:pt x="14101" y="5982"/>
                          <a:pt x="14686" y="4655"/>
                        </a:cubicBezTo>
                        <a:cubicBezTo>
                          <a:pt x="15271" y="3328"/>
                          <a:pt x="16080" y="2226"/>
                          <a:pt x="17092" y="1327"/>
                        </a:cubicBezTo>
                        <a:cubicBezTo>
                          <a:pt x="18104" y="450"/>
                          <a:pt x="19499" y="0"/>
                          <a:pt x="21298" y="0"/>
                        </a:cubicBezTo>
                        <a:cubicBezTo>
                          <a:pt x="22625" y="0"/>
                          <a:pt x="23817" y="292"/>
                          <a:pt x="24829" y="855"/>
                        </a:cubicBezTo>
                        <a:cubicBezTo>
                          <a:pt x="25863" y="1439"/>
                          <a:pt x="26718" y="2226"/>
                          <a:pt x="27392" y="3238"/>
                        </a:cubicBezTo>
                        <a:cubicBezTo>
                          <a:pt x="28067" y="4251"/>
                          <a:pt x="28584" y="5442"/>
                          <a:pt x="28922" y="6837"/>
                        </a:cubicBezTo>
                        <a:cubicBezTo>
                          <a:pt x="29259" y="8231"/>
                          <a:pt x="29439" y="9738"/>
                          <a:pt x="29439" y="11402"/>
                        </a:cubicBezTo>
                        <a:cubicBezTo>
                          <a:pt x="29439" y="13066"/>
                          <a:pt x="29192" y="14528"/>
                          <a:pt x="28719" y="15810"/>
                        </a:cubicBezTo>
                        <a:cubicBezTo>
                          <a:pt x="28225" y="17092"/>
                          <a:pt x="27550" y="18172"/>
                          <a:pt x="26695" y="19071"/>
                        </a:cubicBezTo>
                        <a:cubicBezTo>
                          <a:pt x="25841" y="19971"/>
                          <a:pt x="24829" y="20668"/>
                          <a:pt x="23682" y="21185"/>
                        </a:cubicBezTo>
                        <a:cubicBezTo>
                          <a:pt x="22535" y="21680"/>
                          <a:pt x="21298" y="21972"/>
                          <a:pt x="19948" y="22040"/>
                        </a:cubicBezTo>
                        <a:lnTo>
                          <a:pt x="19948" y="18756"/>
                        </a:lnTo>
                        <a:close/>
                      </a:path>
                    </a:pathLst>
                  </a:custGeom>
                  <a:solidFill>
                    <a:srgbClr val="231F20"/>
                  </a:solidFill>
                  <a:ln w="2249" cap="flat">
                    <a:noFill/>
                    <a:prstDash val="solid"/>
                    <a:miter/>
                  </a:ln>
                </p:spPr>
                <p:txBody>
                  <a:bodyPr rtlCol="0" anchor="ctr"/>
                  <a:lstStyle/>
                  <a:p>
                    <a:endParaRPr lang="en-US"/>
                  </a:p>
                </p:txBody>
              </p:sp>
              <p:sp>
                <p:nvSpPr>
                  <p:cNvPr id="24" name="Freeform 23">
                    <a:extLst>
                      <a:ext uri="{FF2B5EF4-FFF2-40B4-BE49-F238E27FC236}">
                        <a16:creationId xmlns:a16="http://schemas.microsoft.com/office/drawing/2014/main" id="{EE68B168-4661-7A21-2584-6C9070D67B09}"/>
                      </a:ext>
                    </a:extLst>
                  </p:cNvPr>
                  <p:cNvSpPr/>
                  <p:nvPr/>
                </p:nvSpPr>
                <p:spPr>
                  <a:xfrm>
                    <a:off x="4512599" y="2438581"/>
                    <a:ext cx="36500" cy="12616"/>
                  </a:xfrm>
                  <a:custGeom>
                    <a:avLst/>
                    <a:gdLst>
                      <a:gd name="connsiteX0" fmla="*/ 35849 w 36500"/>
                      <a:gd name="connsiteY0" fmla="*/ 0 h 12616"/>
                      <a:gd name="connsiteX1" fmla="*/ 36231 w 36500"/>
                      <a:gd name="connsiteY1" fmla="*/ 1574 h 12616"/>
                      <a:gd name="connsiteX2" fmla="*/ 36501 w 36500"/>
                      <a:gd name="connsiteY2" fmla="*/ 3733 h 12616"/>
                      <a:gd name="connsiteX3" fmla="*/ 35286 w 36500"/>
                      <a:gd name="connsiteY3" fmla="*/ 7422 h 12616"/>
                      <a:gd name="connsiteX4" fmla="*/ 30946 w 36500"/>
                      <a:gd name="connsiteY4" fmla="*/ 8681 h 12616"/>
                      <a:gd name="connsiteX5" fmla="*/ 10480 w 36500"/>
                      <a:gd name="connsiteY5" fmla="*/ 8681 h 12616"/>
                      <a:gd name="connsiteX6" fmla="*/ 10480 w 36500"/>
                      <a:gd name="connsiteY6" fmla="*/ 12617 h 12616"/>
                      <a:gd name="connsiteX7" fmla="*/ 7782 w 36500"/>
                      <a:gd name="connsiteY7" fmla="*/ 12617 h 12616"/>
                      <a:gd name="connsiteX8" fmla="*/ 7782 w 36500"/>
                      <a:gd name="connsiteY8" fmla="*/ 8681 h 12616"/>
                      <a:gd name="connsiteX9" fmla="*/ 0 w 36500"/>
                      <a:gd name="connsiteY9" fmla="*/ 8681 h 12616"/>
                      <a:gd name="connsiteX10" fmla="*/ 0 w 36500"/>
                      <a:gd name="connsiteY10" fmla="*/ 5442 h 12616"/>
                      <a:gd name="connsiteX11" fmla="*/ 7782 w 36500"/>
                      <a:gd name="connsiteY11" fmla="*/ 5442 h 12616"/>
                      <a:gd name="connsiteX12" fmla="*/ 7782 w 36500"/>
                      <a:gd name="connsiteY12" fmla="*/ 202 h 12616"/>
                      <a:gd name="connsiteX13" fmla="*/ 10480 w 36500"/>
                      <a:gd name="connsiteY13" fmla="*/ 202 h 12616"/>
                      <a:gd name="connsiteX14" fmla="*/ 10480 w 36500"/>
                      <a:gd name="connsiteY14" fmla="*/ 5442 h 12616"/>
                      <a:gd name="connsiteX15" fmla="*/ 29641 w 36500"/>
                      <a:gd name="connsiteY15" fmla="*/ 5442 h 12616"/>
                      <a:gd name="connsiteX16" fmla="*/ 31418 w 36500"/>
                      <a:gd name="connsiteY16" fmla="*/ 5398 h 12616"/>
                      <a:gd name="connsiteX17" fmla="*/ 32655 w 36500"/>
                      <a:gd name="connsiteY17" fmla="*/ 5083 h 12616"/>
                      <a:gd name="connsiteX18" fmla="*/ 33352 w 36500"/>
                      <a:gd name="connsiteY18" fmla="*/ 4251 h 12616"/>
                      <a:gd name="connsiteX19" fmla="*/ 33577 w 36500"/>
                      <a:gd name="connsiteY19" fmla="*/ 2654 h 12616"/>
                      <a:gd name="connsiteX20" fmla="*/ 33465 w 36500"/>
                      <a:gd name="connsiteY20" fmla="*/ 1327 h 12616"/>
                      <a:gd name="connsiteX21" fmla="*/ 33195 w 36500"/>
                      <a:gd name="connsiteY21" fmla="*/ 0 h 12616"/>
                      <a:gd name="connsiteX22" fmla="*/ 35849 w 36500"/>
                      <a:gd name="connsiteY22" fmla="*/ 0 h 126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500" h="12616">
                        <a:moveTo>
                          <a:pt x="35849" y="0"/>
                        </a:moveTo>
                        <a:cubicBezTo>
                          <a:pt x="35916" y="405"/>
                          <a:pt x="36051" y="922"/>
                          <a:pt x="36231" y="1574"/>
                        </a:cubicBezTo>
                        <a:cubicBezTo>
                          <a:pt x="36411" y="2226"/>
                          <a:pt x="36501" y="2946"/>
                          <a:pt x="36501" y="3733"/>
                        </a:cubicBezTo>
                        <a:cubicBezTo>
                          <a:pt x="36501" y="5353"/>
                          <a:pt x="36096" y="6589"/>
                          <a:pt x="35286" y="7422"/>
                        </a:cubicBezTo>
                        <a:cubicBezTo>
                          <a:pt x="34477" y="8254"/>
                          <a:pt x="33037" y="8681"/>
                          <a:pt x="30946" y="8681"/>
                        </a:cubicBezTo>
                        <a:lnTo>
                          <a:pt x="10480" y="8681"/>
                        </a:lnTo>
                        <a:lnTo>
                          <a:pt x="10480" y="12617"/>
                        </a:lnTo>
                        <a:lnTo>
                          <a:pt x="7782" y="12617"/>
                        </a:lnTo>
                        <a:lnTo>
                          <a:pt x="7782" y="8681"/>
                        </a:lnTo>
                        <a:lnTo>
                          <a:pt x="0" y="8681"/>
                        </a:lnTo>
                        <a:lnTo>
                          <a:pt x="0" y="5442"/>
                        </a:lnTo>
                        <a:lnTo>
                          <a:pt x="7782" y="5442"/>
                        </a:lnTo>
                        <a:lnTo>
                          <a:pt x="7782" y="202"/>
                        </a:lnTo>
                        <a:lnTo>
                          <a:pt x="10480" y="202"/>
                        </a:lnTo>
                        <a:lnTo>
                          <a:pt x="10480" y="5442"/>
                        </a:lnTo>
                        <a:lnTo>
                          <a:pt x="29641" y="5442"/>
                        </a:lnTo>
                        <a:cubicBezTo>
                          <a:pt x="30316" y="5442"/>
                          <a:pt x="30923" y="5442"/>
                          <a:pt x="31418" y="5398"/>
                        </a:cubicBezTo>
                        <a:cubicBezTo>
                          <a:pt x="31913" y="5353"/>
                          <a:pt x="32340" y="5263"/>
                          <a:pt x="32655" y="5083"/>
                        </a:cubicBezTo>
                        <a:cubicBezTo>
                          <a:pt x="32970" y="4903"/>
                          <a:pt x="33217" y="4633"/>
                          <a:pt x="33352" y="4251"/>
                        </a:cubicBezTo>
                        <a:cubicBezTo>
                          <a:pt x="33487" y="3868"/>
                          <a:pt x="33577" y="3351"/>
                          <a:pt x="33577" y="2654"/>
                        </a:cubicBezTo>
                        <a:cubicBezTo>
                          <a:pt x="33577" y="2226"/>
                          <a:pt x="33532" y="1777"/>
                          <a:pt x="33465" y="1327"/>
                        </a:cubicBezTo>
                        <a:cubicBezTo>
                          <a:pt x="33397" y="877"/>
                          <a:pt x="33307" y="427"/>
                          <a:pt x="33195" y="0"/>
                        </a:cubicBezTo>
                        <a:lnTo>
                          <a:pt x="35849" y="0"/>
                        </a:lnTo>
                        <a:close/>
                      </a:path>
                    </a:pathLst>
                  </a:custGeom>
                  <a:solidFill>
                    <a:srgbClr val="231F20"/>
                  </a:solidFill>
                  <a:ln w="2249"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D199DA4C-05D2-D131-DBE9-AD337E42FA75}"/>
                      </a:ext>
                    </a:extLst>
                  </p:cNvPr>
                  <p:cNvSpPr/>
                  <p:nvPr/>
                </p:nvSpPr>
                <p:spPr>
                  <a:xfrm>
                    <a:off x="4519638" y="2409748"/>
                    <a:ext cx="29483" cy="25167"/>
                  </a:xfrm>
                  <a:custGeom>
                    <a:avLst/>
                    <a:gdLst>
                      <a:gd name="connsiteX0" fmla="*/ 15473 w 29483"/>
                      <a:gd name="connsiteY0" fmla="*/ 21659 h 25167"/>
                      <a:gd name="connsiteX1" fmla="*/ 19768 w 29483"/>
                      <a:gd name="connsiteY1" fmla="*/ 21074 h 25167"/>
                      <a:gd name="connsiteX2" fmla="*/ 23277 w 29483"/>
                      <a:gd name="connsiteY2" fmla="*/ 19320 h 25167"/>
                      <a:gd name="connsiteX3" fmla="*/ 25661 w 29483"/>
                      <a:gd name="connsiteY3" fmla="*/ 16374 h 25167"/>
                      <a:gd name="connsiteX4" fmla="*/ 26560 w 29483"/>
                      <a:gd name="connsiteY4" fmla="*/ 12281 h 25167"/>
                      <a:gd name="connsiteX5" fmla="*/ 24896 w 29483"/>
                      <a:gd name="connsiteY5" fmla="*/ 6838 h 25167"/>
                      <a:gd name="connsiteX6" fmla="*/ 20151 w 29483"/>
                      <a:gd name="connsiteY6" fmla="*/ 3825 h 25167"/>
                      <a:gd name="connsiteX7" fmla="*/ 20151 w 29483"/>
                      <a:gd name="connsiteY7" fmla="*/ 204 h 25167"/>
                      <a:gd name="connsiteX8" fmla="*/ 23839 w 29483"/>
                      <a:gd name="connsiteY8" fmla="*/ 1778 h 25167"/>
                      <a:gd name="connsiteX9" fmla="*/ 26808 w 29483"/>
                      <a:gd name="connsiteY9" fmla="*/ 4207 h 25167"/>
                      <a:gd name="connsiteX10" fmla="*/ 28787 w 29483"/>
                      <a:gd name="connsiteY10" fmla="*/ 7670 h 25167"/>
                      <a:gd name="connsiteX11" fmla="*/ 29484 w 29483"/>
                      <a:gd name="connsiteY11" fmla="*/ 12303 h 25167"/>
                      <a:gd name="connsiteX12" fmla="*/ 28359 w 29483"/>
                      <a:gd name="connsiteY12" fmla="*/ 18083 h 25167"/>
                      <a:gd name="connsiteX13" fmla="*/ 25256 w 29483"/>
                      <a:gd name="connsiteY13" fmla="*/ 22086 h 25167"/>
                      <a:gd name="connsiteX14" fmla="*/ 20623 w 29483"/>
                      <a:gd name="connsiteY14" fmla="*/ 24403 h 25167"/>
                      <a:gd name="connsiteX15" fmla="*/ 14866 w 29483"/>
                      <a:gd name="connsiteY15" fmla="*/ 25167 h 25167"/>
                      <a:gd name="connsiteX16" fmla="*/ 9086 w 29483"/>
                      <a:gd name="connsiteY16" fmla="*/ 24268 h 25167"/>
                      <a:gd name="connsiteX17" fmla="*/ 4363 w 29483"/>
                      <a:gd name="connsiteY17" fmla="*/ 21726 h 25167"/>
                      <a:gd name="connsiteX18" fmla="*/ 1170 w 29483"/>
                      <a:gd name="connsiteY18" fmla="*/ 17701 h 25167"/>
                      <a:gd name="connsiteX19" fmla="*/ 0 w 29483"/>
                      <a:gd name="connsiteY19" fmla="*/ 12303 h 25167"/>
                      <a:gd name="connsiteX20" fmla="*/ 3958 w 29483"/>
                      <a:gd name="connsiteY20" fmla="*/ 3240 h 25167"/>
                      <a:gd name="connsiteX21" fmla="*/ 15473 w 29483"/>
                      <a:gd name="connsiteY21" fmla="*/ 1 h 25167"/>
                      <a:gd name="connsiteX22" fmla="*/ 15473 w 29483"/>
                      <a:gd name="connsiteY22" fmla="*/ 21704 h 25167"/>
                      <a:gd name="connsiteX23" fmla="*/ 12774 w 29483"/>
                      <a:gd name="connsiteY23" fmla="*/ 3420 h 25167"/>
                      <a:gd name="connsiteX24" fmla="*/ 8906 w 29483"/>
                      <a:gd name="connsiteY24" fmla="*/ 3982 h 25167"/>
                      <a:gd name="connsiteX25" fmla="*/ 5780 w 29483"/>
                      <a:gd name="connsiteY25" fmla="*/ 5646 h 25167"/>
                      <a:gd name="connsiteX26" fmla="*/ 3666 w 29483"/>
                      <a:gd name="connsiteY26" fmla="*/ 8435 h 25167"/>
                      <a:gd name="connsiteX27" fmla="*/ 2879 w 29483"/>
                      <a:gd name="connsiteY27" fmla="*/ 12258 h 25167"/>
                      <a:gd name="connsiteX28" fmla="*/ 3688 w 29483"/>
                      <a:gd name="connsiteY28" fmla="*/ 16059 h 25167"/>
                      <a:gd name="connsiteX29" fmla="*/ 5847 w 29483"/>
                      <a:gd name="connsiteY29" fmla="*/ 18870 h 25167"/>
                      <a:gd name="connsiteX30" fmla="*/ 8973 w 29483"/>
                      <a:gd name="connsiteY30" fmla="*/ 20737 h 25167"/>
                      <a:gd name="connsiteX31" fmla="*/ 12752 w 29483"/>
                      <a:gd name="connsiteY31" fmla="*/ 21659 h 25167"/>
                      <a:gd name="connsiteX32" fmla="*/ 12752 w 29483"/>
                      <a:gd name="connsiteY32"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3" h="25167">
                        <a:moveTo>
                          <a:pt x="15473" y="21659"/>
                        </a:moveTo>
                        <a:cubicBezTo>
                          <a:pt x="16980" y="21659"/>
                          <a:pt x="18419" y="21456"/>
                          <a:pt x="19768" y="21074"/>
                        </a:cubicBezTo>
                        <a:cubicBezTo>
                          <a:pt x="21118" y="20669"/>
                          <a:pt x="22287" y="20085"/>
                          <a:pt x="23277" y="19320"/>
                        </a:cubicBezTo>
                        <a:cubicBezTo>
                          <a:pt x="24266" y="18555"/>
                          <a:pt x="25053" y="17566"/>
                          <a:pt x="25661" y="16374"/>
                        </a:cubicBezTo>
                        <a:cubicBezTo>
                          <a:pt x="26245" y="15182"/>
                          <a:pt x="26560" y="13810"/>
                          <a:pt x="26560" y="12281"/>
                        </a:cubicBezTo>
                        <a:cubicBezTo>
                          <a:pt x="26560" y="10167"/>
                          <a:pt x="25998" y="8345"/>
                          <a:pt x="24896" y="6838"/>
                        </a:cubicBezTo>
                        <a:cubicBezTo>
                          <a:pt x="23772" y="5331"/>
                          <a:pt x="22197" y="4319"/>
                          <a:pt x="20151" y="3825"/>
                        </a:cubicBezTo>
                        <a:lnTo>
                          <a:pt x="20151" y="204"/>
                        </a:lnTo>
                        <a:cubicBezTo>
                          <a:pt x="21478" y="609"/>
                          <a:pt x="22714" y="1126"/>
                          <a:pt x="23839" y="1778"/>
                        </a:cubicBezTo>
                        <a:cubicBezTo>
                          <a:pt x="24963" y="2430"/>
                          <a:pt x="25953" y="3240"/>
                          <a:pt x="26808" y="4207"/>
                        </a:cubicBezTo>
                        <a:cubicBezTo>
                          <a:pt x="27662" y="5174"/>
                          <a:pt x="28314" y="6321"/>
                          <a:pt x="28787" y="7670"/>
                        </a:cubicBezTo>
                        <a:cubicBezTo>
                          <a:pt x="29259" y="8997"/>
                          <a:pt x="29484" y="10549"/>
                          <a:pt x="29484" y="12303"/>
                        </a:cubicBezTo>
                        <a:cubicBezTo>
                          <a:pt x="29484" y="14530"/>
                          <a:pt x="29102" y="16464"/>
                          <a:pt x="28359" y="18083"/>
                        </a:cubicBezTo>
                        <a:cubicBezTo>
                          <a:pt x="27595" y="19702"/>
                          <a:pt x="26560" y="21029"/>
                          <a:pt x="25256" y="22086"/>
                        </a:cubicBezTo>
                        <a:cubicBezTo>
                          <a:pt x="23951" y="23121"/>
                          <a:pt x="22400" y="23908"/>
                          <a:pt x="20623" y="24403"/>
                        </a:cubicBezTo>
                        <a:cubicBezTo>
                          <a:pt x="18846" y="24897"/>
                          <a:pt x="16935" y="25167"/>
                          <a:pt x="14866" y="25167"/>
                        </a:cubicBezTo>
                        <a:cubicBezTo>
                          <a:pt x="12797" y="25167"/>
                          <a:pt x="10885" y="24875"/>
                          <a:pt x="9086" y="24268"/>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close/>
                        <a:moveTo>
                          <a:pt x="12774" y="3420"/>
                        </a:moveTo>
                        <a:cubicBezTo>
                          <a:pt x="11402" y="3420"/>
                          <a:pt x="10120" y="3600"/>
                          <a:pt x="8906" y="3982"/>
                        </a:cubicBezTo>
                        <a:cubicBezTo>
                          <a:pt x="7692" y="4364"/>
                          <a:pt x="6657" y="4927"/>
                          <a:pt x="5780" y="5646"/>
                        </a:cubicBezTo>
                        <a:cubicBezTo>
                          <a:pt x="4903" y="6388"/>
                          <a:pt x="4206" y="7310"/>
                          <a:pt x="3666" y="8435"/>
                        </a:cubicBezTo>
                        <a:cubicBezTo>
                          <a:pt x="3149" y="9559"/>
                          <a:pt x="2879" y="10819"/>
                          <a:pt x="2879" y="12258"/>
                        </a:cubicBezTo>
                        <a:cubicBezTo>
                          <a:pt x="2879" y="13697"/>
                          <a:pt x="3149" y="14957"/>
                          <a:pt x="3688" y="16059"/>
                        </a:cubicBezTo>
                        <a:cubicBezTo>
                          <a:pt x="4228" y="17161"/>
                          <a:pt x="4948" y="18083"/>
                          <a:pt x="5847" y="18870"/>
                        </a:cubicBezTo>
                        <a:cubicBezTo>
                          <a:pt x="6747" y="19635"/>
                          <a:pt x="7782" y="20264"/>
                          <a:pt x="8973" y="20737"/>
                        </a:cubicBezTo>
                        <a:cubicBezTo>
                          <a:pt x="10165" y="21209"/>
                          <a:pt x="11425" y="21501"/>
                          <a:pt x="12752" y="21659"/>
                        </a:cubicBezTo>
                        <a:lnTo>
                          <a:pt x="12752" y="3420"/>
                        </a:lnTo>
                        <a:close/>
                      </a:path>
                    </a:pathLst>
                  </a:custGeom>
                  <a:solidFill>
                    <a:srgbClr val="231F20"/>
                  </a:solidFill>
                  <a:ln w="2249" cap="flat">
                    <a:noFill/>
                    <a:prstDash val="solid"/>
                    <a:miter/>
                  </a:ln>
                </p:spPr>
                <p:txBody>
                  <a:bodyPr rtlCol="0" anchor="ctr"/>
                  <a:lstStyle/>
                  <a:p>
                    <a:endParaRPr lang="en-US"/>
                  </a:p>
                </p:txBody>
              </p:sp>
              <p:sp>
                <p:nvSpPr>
                  <p:cNvPr id="26" name="Freeform 25">
                    <a:extLst>
                      <a:ext uri="{FF2B5EF4-FFF2-40B4-BE49-F238E27FC236}">
                        <a16:creationId xmlns:a16="http://schemas.microsoft.com/office/drawing/2014/main" id="{FBCD03EA-95E9-FB83-384A-5B5E5E00FE89}"/>
                      </a:ext>
                    </a:extLst>
                  </p:cNvPr>
                  <p:cNvSpPr/>
                  <p:nvPr/>
                </p:nvSpPr>
                <p:spPr>
                  <a:xfrm>
                    <a:off x="4519616" y="2390746"/>
                    <a:ext cx="28719" cy="12481"/>
                  </a:xfrm>
                  <a:custGeom>
                    <a:avLst/>
                    <a:gdLst>
                      <a:gd name="connsiteX0" fmla="*/ 28719 w 28719"/>
                      <a:gd name="connsiteY0" fmla="*/ 9243 h 12481"/>
                      <a:gd name="connsiteX1" fmla="*/ 28719 w 28719"/>
                      <a:gd name="connsiteY1" fmla="*/ 12482 h 12481"/>
                      <a:gd name="connsiteX2" fmla="*/ 765 w 28719"/>
                      <a:gd name="connsiteY2" fmla="*/ 12482 h 12481"/>
                      <a:gd name="connsiteX3" fmla="*/ 765 w 28719"/>
                      <a:gd name="connsiteY3" fmla="*/ 9243 h 12481"/>
                      <a:gd name="connsiteX4" fmla="*/ 6005 w 28719"/>
                      <a:gd name="connsiteY4" fmla="*/ 9243 h 12481"/>
                      <a:gd name="connsiteX5" fmla="*/ 6005 w 28719"/>
                      <a:gd name="connsiteY5" fmla="*/ 9131 h 12481"/>
                      <a:gd name="connsiteX6" fmla="*/ 1327 w 28719"/>
                      <a:gd name="connsiteY6" fmla="*/ 5645 h 12481"/>
                      <a:gd name="connsiteX7" fmla="*/ 0 w 28719"/>
                      <a:gd name="connsiteY7" fmla="*/ 0 h 12481"/>
                      <a:gd name="connsiteX8" fmla="*/ 3509 w 28719"/>
                      <a:gd name="connsiteY8" fmla="*/ 0 h 12481"/>
                      <a:gd name="connsiteX9" fmla="*/ 4363 w 28719"/>
                      <a:gd name="connsiteY9" fmla="*/ 4543 h 12481"/>
                      <a:gd name="connsiteX10" fmla="*/ 6837 w 28719"/>
                      <a:gd name="connsiteY10" fmla="*/ 7377 h 12481"/>
                      <a:gd name="connsiteX11" fmla="*/ 10525 w 28719"/>
                      <a:gd name="connsiteY11" fmla="*/ 8838 h 12481"/>
                      <a:gd name="connsiteX12" fmla="*/ 14978 w 28719"/>
                      <a:gd name="connsiteY12" fmla="*/ 9243 h 12481"/>
                      <a:gd name="connsiteX13" fmla="*/ 28697 w 28719"/>
                      <a:gd name="connsiteY13" fmla="*/ 9243 h 1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719" h="12481">
                        <a:moveTo>
                          <a:pt x="28719" y="9243"/>
                        </a:moveTo>
                        <a:lnTo>
                          <a:pt x="28719" y="12482"/>
                        </a:lnTo>
                        <a:lnTo>
                          <a:pt x="765" y="12482"/>
                        </a:lnTo>
                        <a:lnTo>
                          <a:pt x="765" y="9243"/>
                        </a:lnTo>
                        <a:lnTo>
                          <a:pt x="6005" y="9243"/>
                        </a:lnTo>
                        <a:lnTo>
                          <a:pt x="6005" y="9131"/>
                        </a:lnTo>
                        <a:cubicBezTo>
                          <a:pt x="3778" y="8231"/>
                          <a:pt x="2226" y="7062"/>
                          <a:pt x="1327" y="5645"/>
                        </a:cubicBezTo>
                        <a:cubicBezTo>
                          <a:pt x="450" y="4228"/>
                          <a:pt x="0" y="2339"/>
                          <a:pt x="0" y="0"/>
                        </a:cubicBezTo>
                        <a:lnTo>
                          <a:pt x="3509" y="0"/>
                        </a:lnTo>
                        <a:cubicBezTo>
                          <a:pt x="3463" y="1844"/>
                          <a:pt x="3756" y="3351"/>
                          <a:pt x="4363" y="4543"/>
                        </a:cubicBezTo>
                        <a:cubicBezTo>
                          <a:pt x="4970" y="5735"/>
                          <a:pt x="5802" y="6679"/>
                          <a:pt x="6837" y="7377"/>
                        </a:cubicBezTo>
                        <a:cubicBezTo>
                          <a:pt x="7871" y="8074"/>
                          <a:pt x="9108" y="8569"/>
                          <a:pt x="10525" y="8838"/>
                        </a:cubicBezTo>
                        <a:cubicBezTo>
                          <a:pt x="11942" y="9108"/>
                          <a:pt x="13426" y="9243"/>
                          <a:pt x="14978" y="9243"/>
                        </a:cubicBezTo>
                        <a:lnTo>
                          <a:pt x="28697" y="9243"/>
                        </a:lnTo>
                        <a:close/>
                      </a:path>
                    </a:pathLst>
                  </a:custGeom>
                  <a:solidFill>
                    <a:srgbClr val="231F20"/>
                  </a:solidFill>
                  <a:ln w="2249" cap="flat">
                    <a:noFill/>
                    <a:prstDash val="solid"/>
                    <a:miter/>
                  </a:ln>
                </p:spPr>
                <p:txBody>
                  <a:bodyPr rtlCol="0" anchor="ctr"/>
                  <a:lstStyle/>
                  <a:p>
                    <a:endParaRPr lang="en-US"/>
                  </a:p>
                </p:txBody>
              </p:sp>
            </p:grpSp>
            <p:grpSp>
              <p:nvGrpSpPr>
                <p:cNvPr id="14" name="Graphic 4479">
                  <a:extLst>
                    <a:ext uri="{FF2B5EF4-FFF2-40B4-BE49-F238E27FC236}">
                      <a16:creationId xmlns:a16="http://schemas.microsoft.com/office/drawing/2014/main" id="{AF4C93A6-2AA0-CA44-15CA-8471439D2877}"/>
                    </a:ext>
                  </a:extLst>
                </p:cNvPr>
                <p:cNvGrpSpPr/>
                <p:nvPr/>
              </p:nvGrpSpPr>
              <p:grpSpPr>
                <a:xfrm>
                  <a:off x="5863870" y="5398336"/>
                  <a:ext cx="148435" cy="569074"/>
                  <a:chOff x="4516063" y="2772034"/>
                  <a:chExt cx="39649" cy="152007"/>
                </a:xfrm>
                <a:solidFill>
                  <a:srgbClr val="231F20"/>
                </a:solidFill>
              </p:grpSpPr>
              <p:sp>
                <p:nvSpPr>
                  <p:cNvPr id="15" name="Freeform 14">
                    <a:extLst>
                      <a:ext uri="{FF2B5EF4-FFF2-40B4-BE49-F238E27FC236}">
                        <a16:creationId xmlns:a16="http://schemas.microsoft.com/office/drawing/2014/main" id="{A02F5925-8263-45B2-943C-D74FDE7DC34F}"/>
                      </a:ext>
                    </a:extLst>
                  </p:cNvPr>
                  <p:cNvSpPr/>
                  <p:nvPr/>
                </p:nvSpPr>
                <p:spPr>
                  <a:xfrm>
                    <a:off x="4526183" y="2902001"/>
                    <a:ext cx="29438" cy="22039"/>
                  </a:xfrm>
                  <a:custGeom>
                    <a:avLst/>
                    <a:gdLst>
                      <a:gd name="connsiteX0" fmla="*/ 19993 w 29438"/>
                      <a:gd name="connsiteY0" fmla="*/ 18734 h 22039"/>
                      <a:gd name="connsiteX1" fmla="*/ 25098 w 29438"/>
                      <a:gd name="connsiteY1" fmla="*/ 16013 h 22039"/>
                      <a:gd name="connsiteX2" fmla="*/ 26583 w 29438"/>
                      <a:gd name="connsiteY2" fmla="*/ 10368 h 22039"/>
                      <a:gd name="connsiteX3" fmla="*/ 26155 w 29438"/>
                      <a:gd name="connsiteY3" fmla="*/ 7287 h 22039"/>
                      <a:gd name="connsiteX4" fmla="*/ 24986 w 29438"/>
                      <a:gd name="connsiteY4" fmla="*/ 5150 h 22039"/>
                      <a:gd name="connsiteX5" fmla="*/ 23344 w 29438"/>
                      <a:gd name="connsiteY5" fmla="*/ 3891 h 22039"/>
                      <a:gd name="connsiteX6" fmla="*/ 21410 w 29438"/>
                      <a:gd name="connsiteY6" fmla="*/ 3463 h 22039"/>
                      <a:gd name="connsiteX7" fmla="*/ 18352 w 29438"/>
                      <a:gd name="connsiteY7" fmla="*/ 4790 h 22039"/>
                      <a:gd name="connsiteX8" fmla="*/ 16777 w 29438"/>
                      <a:gd name="connsiteY8" fmla="*/ 8119 h 22039"/>
                      <a:gd name="connsiteX9" fmla="*/ 15810 w 29438"/>
                      <a:gd name="connsiteY9" fmla="*/ 12437 h 22039"/>
                      <a:gd name="connsiteX10" fmla="*/ 14596 w 29438"/>
                      <a:gd name="connsiteY10" fmla="*/ 16755 h 22039"/>
                      <a:gd name="connsiteX11" fmla="*/ 12279 w 29438"/>
                      <a:gd name="connsiteY11" fmla="*/ 20083 h 22039"/>
                      <a:gd name="connsiteX12" fmla="*/ 8006 w 29438"/>
                      <a:gd name="connsiteY12" fmla="*/ 21410 h 22039"/>
                      <a:gd name="connsiteX13" fmla="*/ 2249 w 29438"/>
                      <a:gd name="connsiteY13" fmla="*/ 18846 h 22039"/>
                      <a:gd name="connsiteX14" fmla="*/ 0 w 29438"/>
                      <a:gd name="connsiteY14" fmla="*/ 11582 h 22039"/>
                      <a:gd name="connsiteX15" fmla="*/ 2024 w 29438"/>
                      <a:gd name="connsiteY15" fmla="*/ 4206 h 22039"/>
                      <a:gd name="connsiteX16" fmla="*/ 8794 w 29438"/>
                      <a:gd name="connsiteY16" fmla="*/ 787 h 22039"/>
                      <a:gd name="connsiteX17" fmla="*/ 8794 w 29438"/>
                      <a:gd name="connsiteY17" fmla="*/ 4071 h 22039"/>
                      <a:gd name="connsiteX18" fmla="*/ 4228 w 29438"/>
                      <a:gd name="connsiteY18" fmla="*/ 6522 h 22039"/>
                      <a:gd name="connsiteX19" fmla="*/ 2901 w 29438"/>
                      <a:gd name="connsiteY19" fmla="*/ 11627 h 22039"/>
                      <a:gd name="connsiteX20" fmla="*/ 4228 w 29438"/>
                      <a:gd name="connsiteY20" fmla="*/ 16327 h 22039"/>
                      <a:gd name="connsiteX21" fmla="*/ 7714 w 29438"/>
                      <a:gd name="connsiteY21" fmla="*/ 17947 h 22039"/>
                      <a:gd name="connsiteX22" fmla="*/ 10593 w 29438"/>
                      <a:gd name="connsiteY22" fmla="*/ 16620 h 22039"/>
                      <a:gd name="connsiteX23" fmla="*/ 12212 w 29438"/>
                      <a:gd name="connsiteY23" fmla="*/ 13291 h 22039"/>
                      <a:gd name="connsiteX24" fmla="*/ 13314 w 29438"/>
                      <a:gd name="connsiteY24" fmla="*/ 8973 h 22039"/>
                      <a:gd name="connsiteX25" fmla="*/ 14686 w 29438"/>
                      <a:gd name="connsiteY25" fmla="*/ 4655 h 22039"/>
                      <a:gd name="connsiteX26" fmla="*/ 17092 w 29438"/>
                      <a:gd name="connsiteY26" fmla="*/ 1327 h 22039"/>
                      <a:gd name="connsiteX27" fmla="*/ 21298 w 29438"/>
                      <a:gd name="connsiteY27" fmla="*/ 0 h 22039"/>
                      <a:gd name="connsiteX28" fmla="*/ 24829 w 29438"/>
                      <a:gd name="connsiteY28" fmla="*/ 855 h 22039"/>
                      <a:gd name="connsiteX29" fmla="*/ 27392 w 29438"/>
                      <a:gd name="connsiteY29" fmla="*/ 3239 h 22039"/>
                      <a:gd name="connsiteX30" fmla="*/ 28922 w 29438"/>
                      <a:gd name="connsiteY30" fmla="*/ 6837 h 22039"/>
                      <a:gd name="connsiteX31" fmla="*/ 29439 w 29438"/>
                      <a:gd name="connsiteY31" fmla="*/ 11402 h 22039"/>
                      <a:gd name="connsiteX32" fmla="*/ 28719 w 29438"/>
                      <a:gd name="connsiteY32" fmla="*/ 15810 h 22039"/>
                      <a:gd name="connsiteX33" fmla="*/ 26695 w 29438"/>
                      <a:gd name="connsiteY33" fmla="*/ 19071 h 22039"/>
                      <a:gd name="connsiteX34" fmla="*/ 23682 w 29438"/>
                      <a:gd name="connsiteY34" fmla="*/ 21185 h 22039"/>
                      <a:gd name="connsiteX35" fmla="*/ 19948 w 29438"/>
                      <a:gd name="connsiteY35" fmla="*/ 22040 h 22039"/>
                      <a:gd name="connsiteX36" fmla="*/ 19948 w 29438"/>
                      <a:gd name="connsiteY36" fmla="*/ 18756 h 22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9438" h="22039">
                        <a:moveTo>
                          <a:pt x="19993" y="18734"/>
                        </a:moveTo>
                        <a:cubicBezTo>
                          <a:pt x="22400" y="18239"/>
                          <a:pt x="24109" y="17317"/>
                          <a:pt x="25098" y="16013"/>
                        </a:cubicBezTo>
                        <a:cubicBezTo>
                          <a:pt x="26088" y="14708"/>
                          <a:pt x="26583" y="12819"/>
                          <a:pt x="26583" y="10368"/>
                        </a:cubicBezTo>
                        <a:cubicBezTo>
                          <a:pt x="26583" y="9176"/>
                          <a:pt x="26448" y="8164"/>
                          <a:pt x="26155" y="7287"/>
                        </a:cubicBezTo>
                        <a:cubicBezTo>
                          <a:pt x="25863" y="6432"/>
                          <a:pt x="25481" y="5712"/>
                          <a:pt x="24986" y="5150"/>
                        </a:cubicBezTo>
                        <a:cubicBezTo>
                          <a:pt x="24491" y="4588"/>
                          <a:pt x="23951" y="4161"/>
                          <a:pt x="23344" y="3891"/>
                        </a:cubicBezTo>
                        <a:cubicBezTo>
                          <a:pt x="22737" y="3598"/>
                          <a:pt x="22085" y="3463"/>
                          <a:pt x="21410" y="3463"/>
                        </a:cubicBezTo>
                        <a:cubicBezTo>
                          <a:pt x="20038" y="3463"/>
                          <a:pt x="19026" y="3913"/>
                          <a:pt x="18352" y="4790"/>
                        </a:cubicBezTo>
                        <a:cubicBezTo>
                          <a:pt x="17677" y="5667"/>
                          <a:pt x="17160" y="6769"/>
                          <a:pt x="16777" y="8119"/>
                        </a:cubicBezTo>
                        <a:cubicBezTo>
                          <a:pt x="16395" y="9468"/>
                          <a:pt x="16080" y="10885"/>
                          <a:pt x="15810" y="12437"/>
                        </a:cubicBezTo>
                        <a:cubicBezTo>
                          <a:pt x="15540" y="13989"/>
                          <a:pt x="15135" y="15428"/>
                          <a:pt x="14596" y="16755"/>
                        </a:cubicBezTo>
                        <a:cubicBezTo>
                          <a:pt x="14056" y="18082"/>
                          <a:pt x="13291" y="19184"/>
                          <a:pt x="12279" y="20083"/>
                        </a:cubicBezTo>
                        <a:cubicBezTo>
                          <a:pt x="11267" y="20983"/>
                          <a:pt x="9850" y="21410"/>
                          <a:pt x="8006" y="21410"/>
                        </a:cubicBezTo>
                        <a:cubicBezTo>
                          <a:pt x="5667" y="21410"/>
                          <a:pt x="3756" y="20556"/>
                          <a:pt x="2249" y="18846"/>
                        </a:cubicBezTo>
                        <a:cubicBezTo>
                          <a:pt x="765" y="17137"/>
                          <a:pt x="0" y="14708"/>
                          <a:pt x="0" y="11582"/>
                        </a:cubicBezTo>
                        <a:cubicBezTo>
                          <a:pt x="0" y="8456"/>
                          <a:pt x="675" y="6095"/>
                          <a:pt x="2024" y="4206"/>
                        </a:cubicBezTo>
                        <a:cubicBezTo>
                          <a:pt x="3373" y="2316"/>
                          <a:pt x="5622" y="1170"/>
                          <a:pt x="8794" y="787"/>
                        </a:cubicBezTo>
                        <a:lnTo>
                          <a:pt x="8794" y="4071"/>
                        </a:lnTo>
                        <a:cubicBezTo>
                          <a:pt x="6634" y="4363"/>
                          <a:pt x="5105" y="5173"/>
                          <a:pt x="4228" y="6522"/>
                        </a:cubicBezTo>
                        <a:cubicBezTo>
                          <a:pt x="3351" y="7871"/>
                          <a:pt x="2901" y="9581"/>
                          <a:pt x="2901" y="11627"/>
                        </a:cubicBezTo>
                        <a:cubicBezTo>
                          <a:pt x="2901" y="13674"/>
                          <a:pt x="3351" y="15248"/>
                          <a:pt x="4228" y="16327"/>
                        </a:cubicBezTo>
                        <a:cubicBezTo>
                          <a:pt x="5105" y="17407"/>
                          <a:pt x="6275" y="17947"/>
                          <a:pt x="7714" y="17947"/>
                        </a:cubicBezTo>
                        <a:cubicBezTo>
                          <a:pt x="8973" y="17947"/>
                          <a:pt x="9940" y="17497"/>
                          <a:pt x="10593" y="16620"/>
                        </a:cubicBezTo>
                        <a:cubicBezTo>
                          <a:pt x="11267" y="15743"/>
                          <a:pt x="11807" y="14641"/>
                          <a:pt x="12212" y="13291"/>
                        </a:cubicBezTo>
                        <a:cubicBezTo>
                          <a:pt x="12617" y="11964"/>
                          <a:pt x="12999" y="10525"/>
                          <a:pt x="13314" y="8973"/>
                        </a:cubicBezTo>
                        <a:cubicBezTo>
                          <a:pt x="13629" y="7422"/>
                          <a:pt x="14101" y="5982"/>
                          <a:pt x="14686" y="4655"/>
                        </a:cubicBezTo>
                        <a:cubicBezTo>
                          <a:pt x="15271" y="3328"/>
                          <a:pt x="16080" y="2227"/>
                          <a:pt x="17092" y="1327"/>
                        </a:cubicBezTo>
                        <a:cubicBezTo>
                          <a:pt x="18104" y="450"/>
                          <a:pt x="19499" y="0"/>
                          <a:pt x="21298" y="0"/>
                        </a:cubicBezTo>
                        <a:cubicBezTo>
                          <a:pt x="22624" y="0"/>
                          <a:pt x="23816" y="292"/>
                          <a:pt x="24829" y="855"/>
                        </a:cubicBezTo>
                        <a:cubicBezTo>
                          <a:pt x="25863" y="1439"/>
                          <a:pt x="26718" y="2227"/>
                          <a:pt x="27392" y="3239"/>
                        </a:cubicBezTo>
                        <a:cubicBezTo>
                          <a:pt x="28067" y="4251"/>
                          <a:pt x="28584" y="5443"/>
                          <a:pt x="28922" y="6837"/>
                        </a:cubicBezTo>
                        <a:cubicBezTo>
                          <a:pt x="29259" y="8231"/>
                          <a:pt x="29439" y="9738"/>
                          <a:pt x="29439" y="11402"/>
                        </a:cubicBezTo>
                        <a:cubicBezTo>
                          <a:pt x="29439" y="13066"/>
                          <a:pt x="29191" y="14528"/>
                          <a:pt x="28719" y="15810"/>
                        </a:cubicBezTo>
                        <a:cubicBezTo>
                          <a:pt x="28225" y="17092"/>
                          <a:pt x="27550" y="18172"/>
                          <a:pt x="26695" y="19071"/>
                        </a:cubicBezTo>
                        <a:cubicBezTo>
                          <a:pt x="25841" y="19971"/>
                          <a:pt x="24829" y="20668"/>
                          <a:pt x="23682" y="21185"/>
                        </a:cubicBezTo>
                        <a:cubicBezTo>
                          <a:pt x="22535" y="21680"/>
                          <a:pt x="21298" y="21972"/>
                          <a:pt x="19948" y="22040"/>
                        </a:cubicBezTo>
                        <a:lnTo>
                          <a:pt x="19948" y="18756"/>
                        </a:lnTo>
                        <a:close/>
                      </a:path>
                    </a:pathLst>
                  </a:custGeom>
                  <a:solidFill>
                    <a:srgbClr val="231F20"/>
                  </a:solidFill>
                  <a:ln w="2249" cap="flat">
                    <a:noFill/>
                    <a:prstDash val="solid"/>
                    <a:miter/>
                  </a:ln>
                </p:spPr>
                <p:txBody>
                  <a:bodyPr rtlCol="0" anchor="ctr"/>
                  <a:lstStyle/>
                  <a:p>
                    <a:endParaRPr lang="en-US"/>
                  </a:p>
                </p:txBody>
              </p:sp>
              <p:sp>
                <p:nvSpPr>
                  <p:cNvPr id="16" name="Freeform 15">
                    <a:extLst>
                      <a:ext uri="{FF2B5EF4-FFF2-40B4-BE49-F238E27FC236}">
                        <a16:creationId xmlns:a16="http://schemas.microsoft.com/office/drawing/2014/main" id="{7D3626A9-5639-63D9-661A-73472F3814F9}"/>
                      </a:ext>
                    </a:extLst>
                  </p:cNvPr>
                  <p:cNvSpPr/>
                  <p:nvPr/>
                </p:nvSpPr>
                <p:spPr>
                  <a:xfrm>
                    <a:off x="4516063" y="2891926"/>
                    <a:ext cx="38862" cy="3238"/>
                  </a:xfrm>
                  <a:custGeom>
                    <a:avLst/>
                    <a:gdLst>
                      <a:gd name="connsiteX0" fmla="*/ 38862 w 38862"/>
                      <a:gd name="connsiteY0" fmla="*/ 3239 h 3238"/>
                      <a:gd name="connsiteX1" fmla="*/ 0 w 38862"/>
                      <a:gd name="connsiteY1" fmla="*/ 3239 h 3238"/>
                      <a:gd name="connsiteX2" fmla="*/ 0 w 38862"/>
                      <a:gd name="connsiteY2" fmla="*/ 0 h 3238"/>
                      <a:gd name="connsiteX3" fmla="*/ 38862 w 38862"/>
                      <a:gd name="connsiteY3" fmla="*/ 0 h 3238"/>
                      <a:gd name="connsiteX4" fmla="*/ 38862 w 38862"/>
                      <a:gd name="connsiteY4" fmla="*/ 3239 h 3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862" h="3238">
                        <a:moveTo>
                          <a:pt x="38862" y="3239"/>
                        </a:moveTo>
                        <a:lnTo>
                          <a:pt x="0" y="3239"/>
                        </a:lnTo>
                        <a:lnTo>
                          <a:pt x="0" y="0"/>
                        </a:lnTo>
                        <a:lnTo>
                          <a:pt x="38862" y="0"/>
                        </a:lnTo>
                        <a:lnTo>
                          <a:pt x="38862" y="3239"/>
                        </a:lnTo>
                        <a:close/>
                      </a:path>
                    </a:pathLst>
                  </a:custGeom>
                  <a:solidFill>
                    <a:srgbClr val="231F20"/>
                  </a:solidFill>
                  <a:ln w="2249" cap="flat">
                    <a:noFill/>
                    <a:prstDash val="solid"/>
                    <a:miter/>
                  </a:ln>
                </p:spPr>
                <p:txBody>
                  <a:bodyPr rtlCol="0" anchor="ctr"/>
                  <a:lstStyle/>
                  <a:p>
                    <a:endParaRPr lang="en-US"/>
                  </a:p>
                </p:txBody>
              </p:sp>
              <p:sp>
                <p:nvSpPr>
                  <p:cNvPr id="17" name="Freeform 16">
                    <a:extLst>
                      <a:ext uri="{FF2B5EF4-FFF2-40B4-BE49-F238E27FC236}">
                        <a16:creationId xmlns:a16="http://schemas.microsoft.com/office/drawing/2014/main" id="{08FF47F7-1D67-A0AC-174D-61E67A213CCB}"/>
                      </a:ext>
                    </a:extLst>
                  </p:cNvPr>
                  <p:cNvSpPr/>
                  <p:nvPr/>
                </p:nvSpPr>
                <p:spPr>
                  <a:xfrm>
                    <a:off x="4526183" y="2859586"/>
                    <a:ext cx="29483" cy="25907"/>
                  </a:xfrm>
                  <a:custGeom>
                    <a:avLst/>
                    <a:gdLst>
                      <a:gd name="connsiteX0" fmla="*/ 29484 w 29483"/>
                      <a:gd name="connsiteY0" fmla="*/ 12954 h 25907"/>
                      <a:gd name="connsiteX1" fmla="*/ 28517 w 29483"/>
                      <a:gd name="connsiteY1" fmla="*/ 17992 h 25907"/>
                      <a:gd name="connsiteX2" fmla="*/ 25773 w 29483"/>
                      <a:gd name="connsiteY2" fmla="*/ 22085 h 25907"/>
                      <a:gd name="connsiteX3" fmla="*/ 21185 w 29483"/>
                      <a:gd name="connsiteY3" fmla="*/ 24873 h 25907"/>
                      <a:gd name="connsiteX4" fmla="*/ 14753 w 29483"/>
                      <a:gd name="connsiteY4" fmla="*/ 25908 h 25907"/>
                      <a:gd name="connsiteX5" fmla="*/ 8996 w 29483"/>
                      <a:gd name="connsiteY5" fmla="*/ 25098 h 25907"/>
                      <a:gd name="connsiteX6" fmla="*/ 4318 w 29483"/>
                      <a:gd name="connsiteY6" fmla="*/ 22669 h 25907"/>
                      <a:gd name="connsiteX7" fmla="*/ 1170 w 29483"/>
                      <a:gd name="connsiteY7" fmla="*/ 18621 h 25907"/>
                      <a:gd name="connsiteX8" fmla="*/ 0 w 29483"/>
                      <a:gd name="connsiteY8" fmla="*/ 12954 h 25907"/>
                      <a:gd name="connsiteX9" fmla="*/ 1170 w 29483"/>
                      <a:gd name="connsiteY9" fmla="*/ 7242 h 25907"/>
                      <a:gd name="connsiteX10" fmla="*/ 4296 w 29483"/>
                      <a:gd name="connsiteY10" fmla="*/ 3193 h 25907"/>
                      <a:gd name="connsiteX11" fmla="*/ 8973 w 29483"/>
                      <a:gd name="connsiteY11" fmla="*/ 787 h 25907"/>
                      <a:gd name="connsiteX12" fmla="*/ 14753 w 29483"/>
                      <a:gd name="connsiteY12" fmla="*/ 0 h 25907"/>
                      <a:gd name="connsiteX13" fmla="*/ 20803 w 29483"/>
                      <a:gd name="connsiteY13" fmla="*/ 922 h 25907"/>
                      <a:gd name="connsiteX14" fmla="*/ 25436 w 29483"/>
                      <a:gd name="connsiteY14" fmla="*/ 3531 h 25907"/>
                      <a:gd name="connsiteX15" fmla="*/ 28427 w 29483"/>
                      <a:gd name="connsiteY15" fmla="*/ 7624 h 25907"/>
                      <a:gd name="connsiteX16" fmla="*/ 29484 w 29483"/>
                      <a:gd name="connsiteY16" fmla="*/ 12932 h 25907"/>
                      <a:gd name="connsiteX17" fmla="*/ 14753 w 29483"/>
                      <a:gd name="connsiteY17" fmla="*/ 3463 h 25907"/>
                      <a:gd name="connsiteX18" fmla="*/ 10120 w 29483"/>
                      <a:gd name="connsiteY18" fmla="*/ 4003 h 25907"/>
                      <a:gd name="connsiteX19" fmla="*/ 6364 w 29483"/>
                      <a:gd name="connsiteY19" fmla="*/ 5667 h 25907"/>
                      <a:gd name="connsiteX20" fmla="*/ 3846 w 29483"/>
                      <a:gd name="connsiteY20" fmla="*/ 8591 h 25907"/>
                      <a:gd name="connsiteX21" fmla="*/ 2924 w 29483"/>
                      <a:gd name="connsiteY21" fmla="*/ 12954 h 25907"/>
                      <a:gd name="connsiteX22" fmla="*/ 3913 w 29483"/>
                      <a:gd name="connsiteY22" fmla="*/ 17294 h 25907"/>
                      <a:gd name="connsiteX23" fmla="*/ 6567 w 29483"/>
                      <a:gd name="connsiteY23" fmla="*/ 20241 h 25907"/>
                      <a:gd name="connsiteX24" fmla="*/ 10345 w 29483"/>
                      <a:gd name="connsiteY24" fmla="*/ 21905 h 25907"/>
                      <a:gd name="connsiteX25" fmla="*/ 14753 w 29483"/>
                      <a:gd name="connsiteY25" fmla="*/ 22445 h 25907"/>
                      <a:gd name="connsiteX26" fmla="*/ 19521 w 29483"/>
                      <a:gd name="connsiteY26" fmla="*/ 21815 h 25907"/>
                      <a:gd name="connsiteX27" fmla="*/ 23277 w 29483"/>
                      <a:gd name="connsiteY27" fmla="*/ 20016 h 25907"/>
                      <a:gd name="connsiteX28" fmla="*/ 25705 w 29483"/>
                      <a:gd name="connsiteY28" fmla="*/ 17047 h 25907"/>
                      <a:gd name="connsiteX29" fmla="*/ 26560 w 29483"/>
                      <a:gd name="connsiteY29" fmla="*/ 12954 h 25907"/>
                      <a:gd name="connsiteX30" fmla="*/ 25571 w 29483"/>
                      <a:gd name="connsiteY30" fmla="*/ 8613 h 25907"/>
                      <a:gd name="connsiteX31" fmla="*/ 22894 w 29483"/>
                      <a:gd name="connsiteY31" fmla="*/ 5667 h 25907"/>
                      <a:gd name="connsiteX32" fmla="*/ 19116 w 29483"/>
                      <a:gd name="connsiteY32" fmla="*/ 4003 h 25907"/>
                      <a:gd name="connsiteX33" fmla="*/ 14753 w 29483"/>
                      <a:gd name="connsiteY33" fmla="*/ 3463 h 259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9483" h="25907">
                        <a:moveTo>
                          <a:pt x="29484" y="12954"/>
                        </a:moveTo>
                        <a:cubicBezTo>
                          <a:pt x="29439" y="14753"/>
                          <a:pt x="29124" y="16440"/>
                          <a:pt x="28517" y="17992"/>
                        </a:cubicBezTo>
                        <a:cubicBezTo>
                          <a:pt x="27910" y="19566"/>
                          <a:pt x="26988" y="20915"/>
                          <a:pt x="25773" y="22085"/>
                        </a:cubicBezTo>
                        <a:cubicBezTo>
                          <a:pt x="24559" y="23254"/>
                          <a:pt x="23029" y="24176"/>
                          <a:pt x="21185" y="24873"/>
                        </a:cubicBezTo>
                        <a:cubicBezTo>
                          <a:pt x="19341" y="25548"/>
                          <a:pt x="17205" y="25908"/>
                          <a:pt x="14753" y="25908"/>
                        </a:cubicBezTo>
                        <a:cubicBezTo>
                          <a:pt x="12707" y="25908"/>
                          <a:pt x="10795" y="25638"/>
                          <a:pt x="8996" y="25098"/>
                        </a:cubicBezTo>
                        <a:cubicBezTo>
                          <a:pt x="7219" y="24559"/>
                          <a:pt x="5667" y="23749"/>
                          <a:pt x="4318" y="22669"/>
                        </a:cubicBezTo>
                        <a:cubicBezTo>
                          <a:pt x="2991" y="21590"/>
                          <a:pt x="1934" y="20241"/>
                          <a:pt x="1170" y="18621"/>
                        </a:cubicBezTo>
                        <a:cubicBezTo>
                          <a:pt x="405" y="17002"/>
                          <a:pt x="0" y="15113"/>
                          <a:pt x="0" y="12954"/>
                        </a:cubicBezTo>
                        <a:cubicBezTo>
                          <a:pt x="0" y="10795"/>
                          <a:pt x="382" y="8861"/>
                          <a:pt x="1170" y="7242"/>
                        </a:cubicBezTo>
                        <a:cubicBezTo>
                          <a:pt x="1934" y="5622"/>
                          <a:pt x="2991" y="4273"/>
                          <a:pt x="4296" y="3193"/>
                        </a:cubicBezTo>
                        <a:cubicBezTo>
                          <a:pt x="5600" y="2114"/>
                          <a:pt x="7174" y="1304"/>
                          <a:pt x="8973" y="787"/>
                        </a:cubicBezTo>
                        <a:cubicBezTo>
                          <a:pt x="10773" y="270"/>
                          <a:pt x="12707" y="0"/>
                          <a:pt x="14753" y="0"/>
                        </a:cubicBezTo>
                        <a:cubicBezTo>
                          <a:pt x="16980" y="0"/>
                          <a:pt x="19004" y="315"/>
                          <a:pt x="20803" y="922"/>
                        </a:cubicBezTo>
                        <a:cubicBezTo>
                          <a:pt x="22602" y="1529"/>
                          <a:pt x="24154" y="2406"/>
                          <a:pt x="25436" y="3531"/>
                        </a:cubicBezTo>
                        <a:cubicBezTo>
                          <a:pt x="26740" y="4655"/>
                          <a:pt x="27730" y="6027"/>
                          <a:pt x="28427" y="7624"/>
                        </a:cubicBezTo>
                        <a:cubicBezTo>
                          <a:pt x="29124" y="9221"/>
                          <a:pt x="29484" y="10997"/>
                          <a:pt x="29484" y="12932"/>
                        </a:cubicBezTo>
                        <a:close/>
                        <a:moveTo>
                          <a:pt x="14753" y="3463"/>
                        </a:moveTo>
                        <a:cubicBezTo>
                          <a:pt x="13089" y="3463"/>
                          <a:pt x="11560" y="3643"/>
                          <a:pt x="10120" y="4003"/>
                        </a:cubicBezTo>
                        <a:cubicBezTo>
                          <a:pt x="8681" y="4363"/>
                          <a:pt x="7422" y="4925"/>
                          <a:pt x="6364" y="5667"/>
                        </a:cubicBezTo>
                        <a:cubicBezTo>
                          <a:pt x="5308" y="6432"/>
                          <a:pt x="4475" y="7399"/>
                          <a:pt x="3846" y="8591"/>
                        </a:cubicBezTo>
                        <a:cubicBezTo>
                          <a:pt x="3238" y="9783"/>
                          <a:pt x="2924" y="11245"/>
                          <a:pt x="2924" y="12954"/>
                        </a:cubicBezTo>
                        <a:cubicBezTo>
                          <a:pt x="2924" y="14663"/>
                          <a:pt x="3261" y="16103"/>
                          <a:pt x="3913" y="17294"/>
                        </a:cubicBezTo>
                        <a:cubicBezTo>
                          <a:pt x="4588" y="18509"/>
                          <a:pt x="5465" y="19476"/>
                          <a:pt x="6567" y="20241"/>
                        </a:cubicBezTo>
                        <a:cubicBezTo>
                          <a:pt x="7669" y="21005"/>
                          <a:pt x="8928" y="21545"/>
                          <a:pt x="10345" y="21905"/>
                        </a:cubicBezTo>
                        <a:cubicBezTo>
                          <a:pt x="11762" y="22265"/>
                          <a:pt x="13224" y="22445"/>
                          <a:pt x="14753" y="22445"/>
                        </a:cubicBezTo>
                        <a:cubicBezTo>
                          <a:pt x="16485" y="22445"/>
                          <a:pt x="18082" y="22242"/>
                          <a:pt x="19521" y="21815"/>
                        </a:cubicBezTo>
                        <a:cubicBezTo>
                          <a:pt x="20983" y="21410"/>
                          <a:pt x="22220" y="20803"/>
                          <a:pt x="23277" y="20016"/>
                        </a:cubicBezTo>
                        <a:cubicBezTo>
                          <a:pt x="24334" y="19229"/>
                          <a:pt x="25121" y="18239"/>
                          <a:pt x="25705" y="17047"/>
                        </a:cubicBezTo>
                        <a:cubicBezTo>
                          <a:pt x="26290" y="15855"/>
                          <a:pt x="26560" y="14483"/>
                          <a:pt x="26560" y="12954"/>
                        </a:cubicBezTo>
                        <a:cubicBezTo>
                          <a:pt x="26560" y="11267"/>
                          <a:pt x="26223" y="9805"/>
                          <a:pt x="25571" y="8613"/>
                        </a:cubicBezTo>
                        <a:cubicBezTo>
                          <a:pt x="24896" y="7399"/>
                          <a:pt x="24019" y="6432"/>
                          <a:pt x="22894" y="5667"/>
                        </a:cubicBezTo>
                        <a:cubicBezTo>
                          <a:pt x="21770" y="4903"/>
                          <a:pt x="20510" y="4363"/>
                          <a:pt x="19116" y="4003"/>
                        </a:cubicBezTo>
                        <a:cubicBezTo>
                          <a:pt x="17722" y="3643"/>
                          <a:pt x="16260" y="3463"/>
                          <a:pt x="14753" y="3463"/>
                        </a:cubicBezTo>
                        <a:close/>
                      </a:path>
                    </a:pathLst>
                  </a:custGeom>
                  <a:solidFill>
                    <a:srgbClr val="231F20"/>
                  </a:solidFill>
                  <a:ln w="2249" cap="flat">
                    <a:noFill/>
                    <a:prstDash val="solid"/>
                    <a:miter/>
                  </a:ln>
                </p:spPr>
                <p:txBody>
                  <a:bodyPr rtlCol="0" anchor="ctr"/>
                  <a:lstStyle/>
                  <a:p>
                    <a:endParaRPr lang="en-US"/>
                  </a:p>
                </p:txBody>
              </p:sp>
              <p:sp>
                <p:nvSpPr>
                  <p:cNvPr id="18" name="Freeform 17">
                    <a:extLst>
                      <a:ext uri="{FF2B5EF4-FFF2-40B4-BE49-F238E27FC236}">
                        <a16:creationId xmlns:a16="http://schemas.microsoft.com/office/drawing/2014/main" id="{260FD0E9-B152-E98F-8BB3-4EBD88A21822}"/>
                      </a:ext>
                    </a:extLst>
                  </p:cNvPr>
                  <p:cNvSpPr/>
                  <p:nvPr/>
                </p:nvSpPr>
                <p:spPr>
                  <a:xfrm>
                    <a:off x="4526970" y="2819397"/>
                    <a:ext cx="27954" cy="37355"/>
                  </a:xfrm>
                  <a:custGeom>
                    <a:avLst/>
                    <a:gdLst>
                      <a:gd name="connsiteX0" fmla="*/ 23637 w 27954"/>
                      <a:gd name="connsiteY0" fmla="*/ 10615 h 37355"/>
                      <a:gd name="connsiteX1" fmla="*/ 0 w 27954"/>
                      <a:gd name="connsiteY1" fmla="*/ 3283 h 37355"/>
                      <a:gd name="connsiteX2" fmla="*/ 0 w 27954"/>
                      <a:gd name="connsiteY2" fmla="*/ 0 h 37355"/>
                      <a:gd name="connsiteX3" fmla="*/ 27955 w 27954"/>
                      <a:gd name="connsiteY3" fmla="*/ 9063 h 37355"/>
                      <a:gd name="connsiteX4" fmla="*/ 27955 w 27954"/>
                      <a:gd name="connsiteY4" fmla="*/ 12527 h 37355"/>
                      <a:gd name="connsiteX5" fmla="*/ 4475 w 27954"/>
                      <a:gd name="connsiteY5" fmla="*/ 18621 h 37355"/>
                      <a:gd name="connsiteX6" fmla="*/ 4475 w 27954"/>
                      <a:gd name="connsiteY6" fmla="*/ 18734 h 37355"/>
                      <a:gd name="connsiteX7" fmla="*/ 27955 w 27954"/>
                      <a:gd name="connsiteY7" fmla="*/ 24941 h 37355"/>
                      <a:gd name="connsiteX8" fmla="*/ 27955 w 27954"/>
                      <a:gd name="connsiteY8" fmla="*/ 28832 h 37355"/>
                      <a:gd name="connsiteX9" fmla="*/ 0 w 27954"/>
                      <a:gd name="connsiteY9" fmla="*/ 37355 h 37355"/>
                      <a:gd name="connsiteX10" fmla="*/ 0 w 27954"/>
                      <a:gd name="connsiteY10" fmla="*/ 34117 h 37355"/>
                      <a:gd name="connsiteX11" fmla="*/ 23861 w 27954"/>
                      <a:gd name="connsiteY11" fmla="*/ 26875 h 37355"/>
                      <a:gd name="connsiteX12" fmla="*/ 0 w 27954"/>
                      <a:gd name="connsiteY12" fmla="*/ 20398 h 37355"/>
                      <a:gd name="connsiteX13" fmla="*/ 0 w 27954"/>
                      <a:gd name="connsiteY13" fmla="*/ 16777 h 37355"/>
                      <a:gd name="connsiteX14" fmla="*/ 23637 w 27954"/>
                      <a:gd name="connsiteY14" fmla="*/ 10615 h 37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7954" h="37355">
                        <a:moveTo>
                          <a:pt x="23637" y="10615"/>
                        </a:moveTo>
                        <a:lnTo>
                          <a:pt x="0" y="3283"/>
                        </a:lnTo>
                        <a:lnTo>
                          <a:pt x="0" y="0"/>
                        </a:lnTo>
                        <a:lnTo>
                          <a:pt x="27955" y="9063"/>
                        </a:lnTo>
                        <a:lnTo>
                          <a:pt x="27955" y="12527"/>
                        </a:lnTo>
                        <a:lnTo>
                          <a:pt x="4475" y="18621"/>
                        </a:lnTo>
                        <a:lnTo>
                          <a:pt x="4475" y="18734"/>
                        </a:lnTo>
                        <a:lnTo>
                          <a:pt x="27955" y="24941"/>
                        </a:lnTo>
                        <a:lnTo>
                          <a:pt x="27955" y="28832"/>
                        </a:lnTo>
                        <a:lnTo>
                          <a:pt x="0" y="37355"/>
                        </a:lnTo>
                        <a:lnTo>
                          <a:pt x="0" y="34117"/>
                        </a:lnTo>
                        <a:lnTo>
                          <a:pt x="23861" y="26875"/>
                        </a:lnTo>
                        <a:lnTo>
                          <a:pt x="0" y="20398"/>
                        </a:lnTo>
                        <a:lnTo>
                          <a:pt x="0" y="16777"/>
                        </a:lnTo>
                        <a:lnTo>
                          <a:pt x="23637" y="10615"/>
                        </a:lnTo>
                        <a:close/>
                      </a:path>
                    </a:pathLst>
                  </a:custGeom>
                  <a:solidFill>
                    <a:srgbClr val="231F20"/>
                  </a:solidFill>
                  <a:ln w="2249"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E770E4E4-C0CD-C24E-34E1-574EB1A9F130}"/>
                      </a:ext>
                    </a:extLst>
                  </p:cNvPr>
                  <p:cNvSpPr/>
                  <p:nvPr/>
                </p:nvSpPr>
                <p:spPr>
                  <a:xfrm>
                    <a:off x="4526228" y="2791037"/>
                    <a:ext cx="29483" cy="25167"/>
                  </a:xfrm>
                  <a:custGeom>
                    <a:avLst/>
                    <a:gdLst>
                      <a:gd name="connsiteX0" fmla="*/ 15473 w 29483"/>
                      <a:gd name="connsiteY0" fmla="*/ 21659 h 25167"/>
                      <a:gd name="connsiteX1" fmla="*/ 19768 w 29483"/>
                      <a:gd name="connsiteY1" fmla="*/ 21074 h 25167"/>
                      <a:gd name="connsiteX2" fmla="*/ 23277 w 29483"/>
                      <a:gd name="connsiteY2" fmla="*/ 19320 h 25167"/>
                      <a:gd name="connsiteX3" fmla="*/ 25660 w 29483"/>
                      <a:gd name="connsiteY3" fmla="*/ 16374 h 25167"/>
                      <a:gd name="connsiteX4" fmla="*/ 26560 w 29483"/>
                      <a:gd name="connsiteY4" fmla="*/ 12281 h 25167"/>
                      <a:gd name="connsiteX5" fmla="*/ 24896 w 29483"/>
                      <a:gd name="connsiteY5" fmla="*/ 6838 h 25167"/>
                      <a:gd name="connsiteX6" fmla="*/ 20151 w 29483"/>
                      <a:gd name="connsiteY6" fmla="*/ 3825 h 25167"/>
                      <a:gd name="connsiteX7" fmla="*/ 20151 w 29483"/>
                      <a:gd name="connsiteY7" fmla="*/ 204 h 25167"/>
                      <a:gd name="connsiteX8" fmla="*/ 23839 w 29483"/>
                      <a:gd name="connsiteY8" fmla="*/ 1778 h 25167"/>
                      <a:gd name="connsiteX9" fmla="*/ 26807 w 29483"/>
                      <a:gd name="connsiteY9" fmla="*/ 4207 h 25167"/>
                      <a:gd name="connsiteX10" fmla="*/ 28787 w 29483"/>
                      <a:gd name="connsiteY10" fmla="*/ 7670 h 25167"/>
                      <a:gd name="connsiteX11" fmla="*/ 29484 w 29483"/>
                      <a:gd name="connsiteY11" fmla="*/ 12303 h 25167"/>
                      <a:gd name="connsiteX12" fmla="*/ 28359 w 29483"/>
                      <a:gd name="connsiteY12" fmla="*/ 18083 h 25167"/>
                      <a:gd name="connsiteX13" fmla="*/ 25256 w 29483"/>
                      <a:gd name="connsiteY13" fmla="*/ 22086 h 25167"/>
                      <a:gd name="connsiteX14" fmla="*/ 20623 w 29483"/>
                      <a:gd name="connsiteY14" fmla="*/ 24403 h 25167"/>
                      <a:gd name="connsiteX15" fmla="*/ 14866 w 29483"/>
                      <a:gd name="connsiteY15" fmla="*/ 25167 h 25167"/>
                      <a:gd name="connsiteX16" fmla="*/ 9086 w 29483"/>
                      <a:gd name="connsiteY16" fmla="*/ 24268 h 25167"/>
                      <a:gd name="connsiteX17" fmla="*/ 4363 w 29483"/>
                      <a:gd name="connsiteY17" fmla="*/ 21726 h 25167"/>
                      <a:gd name="connsiteX18" fmla="*/ 1170 w 29483"/>
                      <a:gd name="connsiteY18" fmla="*/ 17701 h 25167"/>
                      <a:gd name="connsiteX19" fmla="*/ 0 w 29483"/>
                      <a:gd name="connsiteY19" fmla="*/ 12303 h 25167"/>
                      <a:gd name="connsiteX20" fmla="*/ 3958 w 29483"/>
                      <a:gd name="connsiteY20" fmla="*/ 3240 h 25167"/>
                      <a:gd name="connsiteX21" fmla="*/ 15473 w 29483"/>
                      <a:gd name="connsiteY21" fmla="*/ 1 h 25167"/>
                      <a:gd name="connsiteX22" fmla="*/ 15473 w 29483"/>
                      <a:gd name="connsiteY22" fmla="*/ 21704 h 25167"/>
                      <a:gd name="connsiteX23" fmla="*/ 12774 w 29483"/>
                      <a:gd name="connsiteY23" fmla="*/ 3420 h 25167"/>
                      <a:gd name="connsiteX24" fmla="*/ 8906 w 29483"/>
                      <a:gd name="connsiteY24" fmla="*/ 3982 h 25167"/>
                      <a:gd name="connsiteX25" fmla="*/ 5780 w 29483"/>
                      <a:gd name="connsiteY25" fmla="*/ 5646 h 25167"/>
                      <a:gd name="connsiteX26" fmla="*/ 3666 w 29483"/>
                      <a:gd name="connsiteY26" fmla="*/ 8435 h 25167"/>
                      <a:gd name="connsiteX27" fmla="*/ 2879 w 29483"/>
                      <a:gd name="connsiteY27" fmla="*/ 12258 h 25167"/>
                      <a:gd name="connsiteX28" fmla="*/ 3688 w 29483"/>
                      <a:gd name="connsiteY28" fmla="*/ 16059 h 25167"/>
                      <a:gd name="connsiteX29" fmla="*/ 5847 w 29483"/>
                      <a:gd name="connsiteY29" fmla="*/ 18870 h 25167"/>
                      <a:gd name="connsiteX30" fmla="*/ 8973 w 29483"/>
                      <a:gd name="connsiteY30" fmla="*/ 20737 h 25167"/>
                      <a:gd name="connsiteX31" fmla="*/ 12751 w 29483"/>
                      <a:gd name="connsiteY31" fmla="*/ 21659 h 25167"/>
                      <a:gd name="connsiteX32" fmla="*/ 12751 w 29483"/>
                      <a:gd name="connsiteY32"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3" h="25167">
                        <a:moveTo>
                          <a:pt x="15473" y="21659"/>
                        </a:moveTo>
                        <a:cubicBezTo>
                          <a:pt x="16979" y="21659"/>
                          <a:pt x="18419" y="21456"/>
                          <a:pt x="19768" y="21074"/>
                        </a:cubicBezTo>
                        <a:cubicBezTo>
                          <a:pt x="21118" y="20669"/>
                          <a:pt x="22287" y="20085"/>
                          <a:pt x="23277" y="19320"/>
                        </a:cubicBezTo>
                        <a:cubicBezTo>
                          <a:pt x="24266" y="18555"/>
                          <a:pt x="25053" y="17566"/>
                          <a:pt x="25660" y="16374"/>
                        </a:cubicBezTo>
                        <a:cubicBezTo>
                          <a:pt x="26245" y="15182"/>
                          <a:pt x="26560" y="13810"/>
                          <a:pt x="26560" y="12281"/>
                        </a:cubicBezTo>
                        <a:cubicBezTo>
                          <a:pt x="26560" y="10167"/>
                          <a:pt x="25998" y="8345"/>
                          <a:pt x="24896" y="6838"/>
                        </a:cubicBezTo>
                        <a:cubicBezTo>
                          <a:pt x="23771" y="5331"/>
                          <a:pt x="22197" y="4319"/>
                          <a:pt x="20151" y="3825"/>
                        </a:cubicBezTo>
                        <a:lnTo>
                          <a:pt x="20151" y="204"/>
                        </a:lnTo>
                        <a:cubicBezTo>
                          <a:pt x="21477" y="609"/>
                          <a:pt x="22714" y="1126"/>
                          <a:pt x="23839" y="1778"/>
                        </a:cubicBezTo>
                        <a:cubicBezTo>
                          <a:pt x="24963" y="2430"/>
                          <a:pt x="25953" y="3240"/>
                          <a:pt x="26807" y="4207"/>
                        </a:cubicBezTo>
                        <a:cubicBezTo>
                          <a:pt x="27662" y="5174"/>
                          <a:pt x="28314" y="6321"/>
                          <a:pt x="28787" y="7670"/>
                        </a:cubicBezTo>
                        <a:cubicBezTo>
                          <a:pt x="29259" y="8997"/>
                          <a:pt x="29484" y="10549"/>
                          <a:pt x="29484" y="12303"/>
                        </a:cubicBezTo>
                        <a:cubicBezTo>
                          <a:pt x="29484" y="14530"/>
                          <a:pt x="29101" y="16464"/>
                          <a:pt x="28359" y="18083"/>
                        </a:cubicBezTo>
                        <a:cubicBezTo>
                          <a:pt x="27595" y="19702"/>
                          <a:pt x="26560" y="21029"/>
                          <a:pt x="25256" y="22086"/>
                        </a:cubicBezTo>
                        <a:cubicBezTo>
                          <a:pt x="23951" y="23121"/>
                          <a:pt x="22400" y="23908"/>
                          <a:pt x="20623" y="24403"/>
                        </a:cubicBezTo>
                        <a:cubicBezTo>
                          <a:pt x="18846" y="24897"/>
                          <a:pt x="16935" y="25167"/>
                          <a:pt x="14866" y="25167"/>
                        </a:cubicBezTo>
                        <a:cubicBezTo>
                          <a:pt x="12796" y="25167"/>
                          <a:pt x="10885" y="24875"/>
                          <a:pt x="9086" y="24268"/>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close/>
                        <a:moveTo>
                          <a:pt x="12774" y="3420"/>
                        </a:moveTo>
                        <a:cubicBezTo>
                          <a:pt x="11402" y="3420"/>
                          <a:pt x="10120" y="3600"/>
                          <a:pt x="8906" y="3982"/>
                        </a:cubicBezTo>
                        <a:cubicBezTo>
                          <a:pt x="7691" y="4364"/>
                          <a:pt x="6657" y="4927"/>
                          <a:pt x="5780" y="5646"/>
                        </a:cubicBezTo>
                        <a:cubicBezTo>
                          <a:pt x="4903" y="6388"/>
                          <a:pt x="4206" y="7310"/>
                          <a:pt x="3666" y="8435"/>
                        </a:cubicBezTo>
                        <a:cubicBezTo>
                          <a:pt x="3149" y="9559"/>
                          <a:pt x="2879" y="10819"/>
                          <a:pt x="2879" y="12258"/>
                        </a:cubicBezTo>
                        <a:cubicBezTo>
                          <a:pt x="2879" y="13697"/>
                          <a:pt x="3149" y="14957"/>
                          <a:pt x="3688" y="16059"/>
                        </a:cubicBezTo>
                        <a:cubicBezTo>
                          <a:pt x="4228" y="17161"/>
                          <a:pt x="4948" y="18083"/>
                          <a:pt x="5847" y="18870"/>
                        </a:cubicBezTo>
                        <a:cubicBezTo>
                          <a:pt x="6747" y="19635"/>
                          <a:pt x="7781" y="20264"/>
                          <a:pt x="8973" y="20737"/>
                        </a:cubicBezTo>
                        <a:cubicBezTo>
                          <a:pt x="10165" y="21209"/>
                          <a:pt x="11425" y="21501"/>
                          <a:pt x="12751" y="21659"/>
                        </a:cubicBezTo>
                        <a:lnTo>
                          <a:pt x="12751" y="3420"/>
                        </a:lnTo>
                        <a:close/>
                      </a:path>
                    </a:pathLst>
                  </a:custGeom>
                  <a:solidFill>
                    <a:srgbClr val="231F20"/>
                  </a:solidFill>
                  <a:ln w="2249"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76C1A678-3EBA-8E68-7EE1-E91EFECF31AE}"/>
                      </a:ext>
                    </a:extLst>
                  </p:cNvPr>
                  <p:cNvSpPr/>
                  <p:nvPr/>
                </p:nvSpPr>
                <p:spPr>
                  <a:xfrm>
                    <a:off x="4526205" y="2772034"/>
                    <a:ext cx="28719" cy="12481"/>
                  </a:xfrm>
                  <a:custGeom>
                    <a:avLst/>
                    <a:gdLst>
                      <a:gd name="connsiteX0" fmla="*/ 28719 w 28719"/>
                      <a:gd name="connsiteY0" fmla="*/ 9243 h 12481"/>
                      <a:gd name="connsiteX1" fmla="*/ 28719 w 28719"/>
                      <a:gd name="connsiteY1" fmla="*/ 12482 h 12481"/>
                      <a:gd name="connsiteX2" fmla="*/ 765 w 28719"/>
                      <a:gd name="connsiteY2" fmla="*/ 12482 h 12481"/>
                      <a:gd name="connsiteX3" fmla="*/ 765 w 28719"/>
                      <a:gd name="connsiteY3" fmla="*/ 9243 h 12481"/>
                      <a:gd name="connsiteX4" fmla="*/ 6005 w 28719"/>
                      <a:gd name="connsiteY4" fmla="*/ 9243 h 12481"/>
                      <a:gd name="connsiteX5" fmla="*/ 6005 w 28719"/>
                      <a:gd name="connsiteY5" fmla="*/ 9131 h 12481"/>
                      <a:gd name="connsiteX6" fmla="*/ 1327 w 28719"/>
                      <a:gd name="connsiteY6" fmla="*/ 5645 h 12481"/>
                      <a:gd name="connsiteX7" fmla="*/ 0 w 28719"/>
                      <a:gd name="connsiteY7" fmla="*/ 0 h 12481"/>
                      <a:gd name="connsiteX8" fmla="*/ 3508 w 28719"/>
                      <a:gd name="connsiteY8" fmla="*/ 0 h 12481"/>
                      <a:gd name="connsiteX9" fmla="*/ 4363 w 28719"/>
                      <a:gd name="connsiteY9" fmla="*/ 4543 h 12481"/>
                      <a:gd name="connsiteX10" fmla="*/ 6837 w 28719"/>
                      <a:gd name="connsiteY10" fmla="*/ 7377 h 12481"/>
                      <a:gd name="connsiteX11" fmla="*/ 10525 w 28719"/>
                      <a:gd name="connsiteY11" fmla="*/ 8838 h 12481"/>
                      <a:gd name="connsiteX12" fmla="*/ 14978 w 28719"/>
                      <a:gd name="connsiteY12" fmla="*/ 9243 h 12481"/>
                      <a:gd name="connsiteX13" fmla="*/ 28697 w 28719"/>
                      <a:gd name="connsiteY13" fmla="*/ 9243 h 1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719" h="12481">
                        <a:moveTo>
                          <a:pt x="28719" y="9243"/>
                        </a:moveTo>
                        <a:lnTo>
                          <a:pt x="28719" y="12482"/>
                        </a:lnTo>
                        <a:lnTo>
                          <a:pt x="765" y="12482"/>
                        </a:lnTo>
                        <a:lnTo>
                          <a:pt x="765" y="9243"/>
                        </a:lnTo>
                        <a:lnTo>
                          <a:pt x="6005" y="9243"/>
                        </a:lnTo>
                        <a:lnTo>
                          <a:pt x="6005" y="9131"/>
                        </a:lnTo>
                        <a:cubicBezTo>
                          <a:pt x="3778" y="8231"/>
                          <a:pt x="2226" y="7062"/>
                          <a:pt x="1327" y="5645"/>
                        </a:cubicBezTo>
                        <a:cubicBezTo>
                          <a:pt x="450" y="4228"/>
                          <a:pt x="0" y="2339"/>
                          <a:pt x="0" y="0"/>
                        </a:cubicBezTo>
                        <a:lnTo>
                          <a:pt x="3508" y="0"/>
                        </a:lnTo>
                        <a:cubicBezTo>
                          <a:pt x="3463" y="1844"/>
                          <a:pt x="3756" y="3351"/>
                          <a:pt x="4363" y="4543"/>
                        </a:cubicBezTo>
                        <a:cubicBezTo>
                          <a:pt x="4970" y="5735"/>
                          <a:pt x="5802" y="6679"/>
                          <a:pt x="6837" y="7377"/>
                        </a:cubicBezTo>
                        <a:cubicBezTo>
                          <a:pt x="7871" y="8074"/>
                          <a:pt x="9108" y="8569"/>
                          <a:pt x="10525" y="8838"/>
                        </a:cubicBezTo>
                        <a:cubicBezTo>
                          <a:pt x="11942" y="9108"/>
                          <a:pt x="13426" y="9243"/>
                          <a:pt x="14978" y="9243"/>
                        </a:cubicBezTo>
                        <a:lnTo>
                          <a:pt x="28697" y="9243"/>
                        </a:lnTo>
                        <a:close/>
                      </a:path>
                    </a:pathLst>
                  </a:custGeom>
                  <a:solidFill>
                    <a:srgbClr val="231F20"/>
                  </a:solidFill>
                  <a:ln w="2249" cap="flat">
                    <a:noFill/>
                    <a:prstDash val="solid"/>
                    <a:miter/>
                  </a:ln>
                </p:spPr>
                <p:txBody>
                  <a:bodyPr rtlCol="0" anchor="ctr"/>
                  <a:lstStyle/>
                  <a:p>
                    <a:endParaRPr lang="en-US"/>
                  </a:p>
                </p:txBody>
              </p:sp>
            </p:grpSp>
          </p:grpSp>
        </p:grpSp>
      </p:grpSp>
      <p:sp>
        <p:nvSpPr>
          <p:cNvPr id="3808" name="TextBox 3807">
            <a:extLst>
              <a:ext uri="{FF2B5EF4-FFF2-40B4-BE49-F238E27FC236}">
                <a16:creationId xmlns:a16="http://schemas.microsoft.com/office/drawing/2014/main" id="{42BA9F52-C1F1-5A98-DBD1-551A71ED03E7}"/>
              </a:ext>
            </a:extLst>
          </p:cNvPr>
          <p:cNvSpPr txBox="1"/>
          <p:nvPr/>
        </p:nvSpPr>
        <p:spPr>
          <a:xfrm>
            <a:off x="179524" y="3115151"/>
            <a:ext cx="9253099" cy="353943"/>
          </a:xfrm>
          <a:prstGeom prst="rect">
            <a:avLst/>
          </a:prstGeom>
          <a:noFill/>
        </p:spPr>
        <p:txBody>
          <a:bodyPr wrap="square">
            <a:spAutoFit/>
          </a:bodyPr>
          <a:lstStyle/>
          <a:p>
            <a:r>
              <a:rPr lang="en-US" sz="1700" dirty="0">
                <a:latin typeface="Helvetica" pitchFamily="2" charset="0"/>
              </a:rPr>
              <a:t>Three hallmark computations that underlie </a:t>
            </a:r>
            <a:r>
              <a:rPr lang="en-US" sz="1700" i="1" dirty="0">
                <a:latin typeface="Helvetica" pitchFamily="2" charset="0"/>
              </a:rPr>
              <a:t>when</a:t>
            </a:r>
            <a:r>
              <a:rPr lang="en-US" sz="1700" dirty="0">
                <a:latin typeface="Helvetica" pitchFamily="2" charset="0"/>
              </a:rPr>
              <a:t> and </a:t>
            </a:r>
            <a:r>
              <a:rPr lang="en-US" sz="1700" i="1" dirty="0">
                <a:latin typeface="Helvetica" pitchFamily="2" charset="0"/>
              </a:rPr>
              <a:t>how</a:t>
            </a:r>
            <a:r>
              <a:rPr lang="en-US" sz="1700" dirty="0">
                <a:latin typeface="Helvetica" pitchFamily="2" charset="0"/>
              </a:rPr>
              <a:t> this performance benefit emerges</a:t>
            </a:r>
          </a:p>
        </p:txBody>
      </p:sp>
      <p:sp>
        <p:nvSpPr>
          <p:cNvPr id="4" name="Text 2">
            <a:extLst>
              <a:ext uri="{FF2B5EF4-FFF2-40B4-BE49-F238E27FC236}">
                <a16:creationId xmlns:a16="http://schemas.microsoft.com/office/drawing/2014/main" id="{44D6C08F-E08F-9949-EA68-950BCAB9DD9D}"/>
              </a:ext>
            </a:extLst>
          </p:cNvPr>
          <p:cNvSpPr/>
          <p:nvPr/>
        </p:nvSpPr>
        <p:spPr>
          <a:xfrm>
            <a:off x="193035" y="164865"/>
            <a:ext cx="9031614" cy="457245"/>
          </a:xfrm>
          <a:prstGeom prst="rect">
            <a:avLst/>
          </a:prstGeom>
          <a:noFill/>
          <a:ln/>
        </p:spPr>
        <p:txBody>
          <a:bodyPr wrap="square" lIns="0" tIns="0" rIns="0" bIns="0" rtlCol="0" anchor="ctr">
            <a:normAutofit/>
          </a:bodyPr>
          <a:lstStyle/>
          <a:p>
            <a:pPr marL="0" indent="0">
              <a:buNone/>
            </a:pPr>
            <a:r>
              <a:rPr lang="en-US" sz="2600" dirty="0">
                <a:latin typeface="Helvetica" pitchFamily="2" charset="0"/>
              </a:rPr>
              <a:t>Conclusion</a:t>
            </a:r>
          </a:p>
        </p:txBody>
      </p:sp>
      <p:grpSp>
        <p:nvGrpSpPr>
          <p:cNvPr id="3826" name="Group 3825">
            <a:extLst>
              <a:ext uri="{FF2B5EF4-FFF2-40B4-BE49-F238E27FC236}">
                <a16:creationId xmlns:a16="http://schemas.microsoft.com/office/drawing/2014/main" id="{7001DAF6-2C2F-93D6-4AD6-764C4D9A1345}"/>
              </a:ext>
            </a:extLst>
          </p:cNvPr>
          <p:cNvGrpSpPr/>
          <p:nvPr/>
        </p:nvGrpSpPr>
        <p:grpSpPr>
          <a:xfrm>
            <a:off x="4576769" y="808088"/>
            <a:ext cx="4967875" cy="1937044"/>
            <a:chOff x="4576769" y="808088"/>
            <a:chExt cx="4967875" cy="1937044"/>
          </a:xfrm>
        </p:grpSpPr>
        <p:sp>
          <p:nvSpPr>
            <p:cNvPr id="5" name="TextBox 4">
              <a:extLst>
                <a:ext uri="{FF2B5EF4-FFF2-40B4-BE49-F238E27FC236}">
                  <a16:creationId xmlns:a16="http://schemas.microsoft.com/office/drawing/2014/main" id="{945C64E2-D737-51A7-3BF0-45E6E4E7FDFB}"/>
                </a:ext>
              </a:extLst>
            </p:cNvPr>
            <p:cNvSpPr txBox="1"/>
            <p:nvPr/>
          </p:nvSpPr>
          <p:spPr>
            <a:xfrm>
              <a:off x="4576769" y="808088"/>
              <a:ext cx="4967875" cy="353943"/>
            </a:xfrm>
            <a:prstGeom prst="rect">
              <a:avLst/>
            </a:prstGeom>
            <a:noFill/>
          </p:spPr>
          <p:txBody>
            <a:bodyPr wrap="square" rtlCol="0">
              <a:spAutoFit/>
            </a:bodyPr>
            <a:lstStyle/>
            <a:p>
              <a:r>
                <a:rPr lang="en-US" sz="1700" dirty="0">
                  <a:latin typeface="Helvetica" pitchFamily="2" charset="0"/>
                </a:rPr>
                <a:t>A shared factor contributing to EM-WM interaction</a:t>
              </a:r>
            </a:p>
          </p:txBody>
        </p:sp>
        <p:pic>
          <p:nvPicPr>
            <p:cNvPr id="3807" name="Picture 3806">
              <a:extLst>
                <a:ext uri="{FF2B5EF4-FFF2-40B4-BE49-F238E27FC236}">
                  <a16:creationId xmlns:a16="http://schemas.microsoft.com/office/drawing/2014/main" id="{BCF05CA6-F5FE-4B7B-683B-0680B5231ECC}"/>
                </a:ext>
              </a:extLst>
            </p:cNvPr>
            <p:cNvPicPr>
              <a:picLocks noChangeAspect="1"/>
            </p:cNvPicPr>
            <p:nvPr/>
          </p:nvPicPr>
          <p:blipFill>
            <a:blip r:embed="rId3"/>
            <a:stretch>
              <a:fillRect/>
            </a:stretch>
          </p:blipFill>
          <p:spPr>
            <a:xfrm>
              <a:off x="5303557" y="1338427"/>
              <a:ext cx="1465672" cy="1380951"/>
            </a:xfrm>
            <a:prstGeom prst="rect">
              <a:avLst/>
            </a:prstGeom>
          </p:spPr>
        </p:pic>
        <p:pic>
          <p:nvPicPr>
            <p:cNvPr id="3811" name="Picture 3810">
              <a:extLst>
                <a:ext uri="{FF2B5EF4-FFF2-40B4-BE49-F238E27FC236}">
                  <a16:creationId xmlns:a16="http://schemas.microsoft.com/office/drawing/2014/main" id="{D8B26F46-4429-9F54-14FD-F22819F81432}"/>
                </a:ext>
              </a:extLst>
            </p:cNvPr>
            <p:cNvPicPr>
              <a:picLocks noChangeAspect="1"/>
            </p:cNvPicPr>
            <p:nvPr/>
          </p:nvPicPr>
          <p:blipFill>
            <a:blip r:embed="rId4"/>
            <a:stretch>
              <a:fillRect/>
            </a:stretch>
          </p:blipFill>
          <p:spPr>
            <a:xfrm>
              <a:off x="6919369" y="1364388"/>
              <a:ext cx="1465452" cy="1380744"/>
            </a:xfrm>
            <a:prstGeom prst="rect">
              <a:avLst/>
            </a:prstGeom>
          </p:spPr>
        </p:pic>
      </p:grpSp>
      <p:grpSp>
        <p:nvGrpSpPr>
          <p:cNvPr id="3828" name="Group 3827">
            <a:extLst>
              <a:ext uri="{FF2B5EF4-FFF2-40B4-BE49-F238E27FC236}">
                <a16:creationId xmlns:a16="http://schemas.microsoft.com/office/drawing/2014/main" id="{E05DDF70-9987-1B2F-21FA-E29C5EFF9C9A}"/>
              </a:ext>
            </a:extLst>
          </p:cNvPr>
          <p:cNvGrpSpPr/>
          <p:nvPr/>
        </p:nvGrpSpPr>
        <p:grpSpPr>
          <a:xfrm>
            <a:off x="237455" y="3708493"/>
            <a:ext cx="7414640" cy="1713720"/>
            <a:chOff x="237455" y="3708493"/>
            <a:chExt cx="7414640" cy="1713720"/>
          </a:xfrm>
        </p:grpSpPr>
        <p:pic>
          <p:nvPicPr>
            <p:cNvPr id="3816" name="Picture 3815">
              <a:extLst>
                <a:ext uri="{FF2B5EF4-FFF2-40B4-BE49-F238E27FC236}">
                  <a16:creationId xmlns:a16="http://schemas.microsoft.com/office/drawing/2014/main" id="{D96A2058-8DC1-B510-8165-9EB3A40BC1BB}"/>
                </a:ext>
              </a:extLst>
            </p:cNvPr>
            <p:cNvPicPr>
              <a:picLocks noChangeAspect="1"/>
            </p:cNvPicPr>
            <p:nvPr/>
          </p:nvPicPr>
          <p:blipFill>
            <a:blip r:embed="rId5"/>
            <a:stretch>
              <a:fillRect/>
            </a:stretch>
          </p:blipFill>
          <p:spPr>
            <a:xfrm>
              <a:off x="6358978" y="3717161"/>
              <a:ext cx="1293117" cy="1705052"/>
            </a:xfrm>
            <a:prstGeom prst="rect">
              <a:avLst/>
            </a:prstGeom>
          </p:spPr>
        </p:pic>
        <p:sp>
          <p:nvSpPr>
            <p:cNvPr id="3821" name="TextBox 3820">
              <a:extLst>
                <a:ext uri="{FF2B5EF4-FFF2-40B4-BE49-F238E27FC236}">
                  <a16:creationId xmlns:a16="http://schemas.microsoft.com/office/drawing/2014/main" id="{BBBFE987-434E-814C-3FE7-F42C3A541D89}"/>
                </a:ext>
              </a:extLst>
            </p:cNvPr>
            <p:cNvSpPr txBox="1"/>
            <p:nvPr/>
          </p:nvSpPr>
          <p:spPr>
            <a:xfrm>
              <a:off x="237455" y="3708493"/>
              <a:ext cx="5700357" cy="353943"/>
            </a:xfrm>
            <a:prstGeom prst="rect">
              <a:avLst/>
            </a:prstGeom>
            <a:noFill/>
          </p:spPr>
          <p:txBody>
            <a:bodyPr wrap="square" rtlCol="0">
              <a:spAutoFit/>
            </a:bodyPr>
            <a:lstStyle/>
            <a:p>
              <a:r>
                <a:rPr lang="en-US" sz="1700" dirty="0">
                  <a:latin typeface="Helvetica" pitchFamily="2" charset="0"/>
                </a:rPr>
                <a:t>(</a:t>
              </a:r>
              <a:r>
                <a:rPr lang="en-US" sz="1700" dirty="0" err="1">
                  <a:latin typeface="Helvetica" pitchFamily="2" charset="0"/>
                </a:rPr>
                <a:t>i</a:t>
              </a:r>
              <a:r>
                <a:rPr lang="en-US" sz="1700" dirty="0">
                  <a:latin typeface="Helvetica" pitchFamily="2" charset="0"/>
                </a:rPr>
                <a:t>) Diagnostic memory traces are laid down at encoding</a:t>
              </a:r>
            </a:p>
          </p:txBody>
        </p:sp>
      </p:grpSp>
      <p:grpSp>
        <p:nvGrpSpPr>
          <p:cNvPr id="3829" name="Group 3828">
            <a:extLst>
              <a:ext uri="{FF2B5EF4-FFF2-40B4-BE49-F238E27FC236}">
                <a16:creationId xmlns:a16="http://schemas.microsoft.com/office/drawing/2014/main" id="{1FAB812C-217F-B0E5-B988-07193BD7B78D}"/>
              </a:ext>
            </a:extLst>
          </p:cNvPr>
          <p:cNvGrpSpPr/>
          <p:nvPr/>
        </p:nvGrpSpPr>
        <p:grpSpPr>
          <a:xfrm>
            <a:off x="237456" y="3708493"/>
            <a:ext cx="9195168" cy="1709928"/>
            <a:chOff x="237456" y="3708493"/>
            <a:chExt cx="9195168" cy="1709928"/>
          </a:xfrm>
        </p:grpSpPr>
        <p:pic>
          <p:nvPicPr>
            <p:cNvPr id="3810" name="Picture 3809">
              <a:extLst>
                <a:ext uri="{FF2B5EF4-FFF2-40B4-BE49-F238E27FC236}">
                  <a16:creationId xmlns:a16="http://schemas.microsoft.com/office/drawing/2014/main" id="{88936EFC-1D69-8243-1D08-1F9CB01C8894}"/>
                </a:ext>
              </a:extLst>
            </p:cNvPr>
            <p:cNvPicPr>
              <a:picLocks noChangeAspect="1"/>
            </p:cNvPicPr>
            <p:nvPr/>
          </p:nvPicPr>
          <p:blipFill>
            <a:blip r:embed="rId6"/>
            <a:stretch>
              <a:fillRect/>
            </a:stretch>
          </p:blipFill>
          <p:spPr>
            <a:xfrm>
              <a:off x="8292672" y="3708493"/>
              <a:ext cx="1139952" cy="1709928"/>
            </a:xfrm>
            <a:prstGeom prst="rect">
              <a:avLst/>
            </a:prstGeom>
          </p:spPr>
        </p:pic>
        <p:sp>
          <p:nvSpPr>
            <p:cNvPr id="3822" name="TextBox 3821">
              <a:extLst>
                <a:ext uri="{FF2B5EF4-FFF2-40B4-BE49-F238E27FC236}">
                  <a16:creationId xmlns:a16="http://schemas.microsoft.com/office/drawing/2014/main" id="{F703A7FB-A01E-587A-C36B-C6FE5A27F355}"/>
                </a:ext>
              </a:extLst>
            </p:cNvPr>
            <p:cNvSpPr txBox="1"/>
            <p:nvPr/>
          </p:nvSpPr>
          <p:spPr>
            <a:xfrm>
              <a:off x="237456" y="4349333"/>
              <a:ext cx="5700356" cy="353943"/>
            </a:xfrm>
            <a:prstGeom prst="rect">
              <a:avLst/>
            </a:prstGeom>
            <a:noFill/>
          </p:spPr>
          <p:txBody>
            <a:bodyPr wrap="square" rtlCol="0">
              <a:spAutoFit/>
            </a:bodyPr>
            <a:lstStyle/>
            <a:p>
              <a:r>
                <a:rPr lang="en-US" sz="1700" dirty="0">
                  <a:latin typeface="Helvetica" pitchFamily="2" charset="0"/>
                </a:rPr>
                <a:t>(ii) Upcoming content is predicted before discrimination</a:t>
              </a:r>
            </a:p>
          </p:txBody>
        </p:sp>
      </p:grpSp>
      <p:grpSp>
        <p:nvGrpSpPr>
          <p:cNvPr id="3830" name="Group 3829">
            <a:extLst>
              <a:ext uri="{FF2B5EF4-FFF2-40B4-BE49-F238E27FC236}">
                <a16:creationId xmlns:a16="http://schemas.microsoft.com/office/drawing/2014/main" id="{5CD35F09-8BB7-7DC4-B4E4-CB33DCBF141C}"/>
              </a:ext>
            </a:extLst>
          </p:cNvPr>
          <p:cNvGrpSpPr/>
          <p:nvPr/>
        </p:nvGrpSpPr>
        <p:grpSpPr>
          <a:xfrm>
            <a:off x="237455" y="3717161"/>
            <a:ext cx="11216238" cy="1709928"/>
            <a:chOff x="237455" y="3717161"/>
            <a:chExt cx="11216238" cy="1709928"/>
          </a:xfrm>
        </p:grpSpPr>
        <p:pic>
          <p:nvPicPr>
            <p:cNvPr id="3814" name="Picture 3813">
              <a:extLst>
                <a:ext uri="{FF2B5EF4-FFF2-40B4-BE49-F238E27FC236}">
                  <a16:creationId xmlns:a16="http://schemas.microsoft.com/office/drawing/2014/main" id="{67F373AB-501D-5AEF-8F47-C605724A01F5}"/>
                </a:ext>
              </a:extLst>
            </p:cNvPr>
            <p:cNvPicPr>
              <a:picLocks noChangeAspect="1"/>
            </p:cNvPicPr>
            <p:nvPr/>
          </p:nvPicPr>
          <p:blipFill>
            <a:blip r:embed="rId7"/>
            <a:stretch>
              <a:fillRect/>
            </a:stretch>
          </p:blipFill>
          <p:spPr>
            <a:xfrm>
              <a:off x="10073201" y="3717161"/>
              <a:ext cx="1380492" cy="1709928"/>
            </a:xfrm>
            <a:prstGeom prst="rect">
              <a:avLst/>
            </a:prstGeom>
          </p:spPr>
        </p:pic>
        <p:sp>
          <p:nvSpPr>
            <p:cNvPr id="3823" name="TextBox 3822">
              <a:extLst>
                <a:ext uri="{FF2B5EF4-FFF2-40B4-BE49-F238E27FC236}">
                  <a16:creationId xmlns:a16="http://schemas.microsoft.com/office/drawing/2014/main" id="{FFCE1085-5DF1-9103-E9E2-82302DD4C546}"/>
                </a:ext>
              </a:extLst>
            </p:cNvPr>
            <p:cNvSpPr txBox="1"/>
            <p:nvPr/>
          </p:nvSpPr>
          <p:spPr>
            <a:xfrm>
              <a:off x="237455" y="5008335"/>
              <a:ext cx="5595567" cy="353943"/>
            </a:xfrm>
            <a:prstGeom prst="rect">
              <a:avLst/>
            </a:prstGeom>
            <a:noFill/>
          </p:spPr>
          <p:txBody>
            <a:bodyPr wrap="square" rtlCol="0">
              <a:spAutoFit/>
            </a:bodyPr>
            <a:lstStyle/>
            <a:p>
              <a:r>
                <a:rPr lang="en-US" sz="1700" dirty="0">
                  <a:latin typeface="Helvetica" pitchFamily="2" charset="0"/>
                </a:rPr>
                <a:t>(iii) And it is reinstated during discrimination at retrieval</a:t>
              </a:r>
            </a:p>
          </p:txBody>
        </p:sp>
      </p:grpSp>
      <p:sp>
        <p:nvSpPr>
          <p:cNvPr id="3824" name="TextBox 3823">
            <a:extLst>
              <a:ext uri="{FF2B5EF4-FFF2-40B4-BE49-F238E27FC236}">
                <a16:creationId xmlns:a16="http://schemas.microsoft.com/office/drawing/2014/main" id="{1013AF43-DFAC-06C4-A05D-AA317D478C2E}"/>
              </a:ext>
            </a:extLst>
          </p:cNvPr>
          <p:cNvSpPr txBox="1"/>
          <p:nvPr/>
        </p:nvSpPr>
        <p:spPr>
          <a:xfrm>
            <a:off x="275314" y="6010377"/>
            <a:ext cx="9253099" cy="353943"/>
          </a:xfrm>
          <a:prstGeom prst="rect">
            <a:avLst/>
          </a:prstGeom>
          <a:noFill/>
        </p:spPr>
        <p:txBody>
          <a:bodyPr wrap="square">
            <a:spAutoFit/>
          </a:bodyPr>
          <a:lstStyle/>
          <a:p>
            <a:r>
              <a:rPr lang="en-US" sz="1700" dirty="0">
                <a:latin typeface="Helvetica" pitchFamily="2" charset="0"/>
              </a:rPr>
              <a:t>Our findings characterize the mechanism of integration between episodic and working memory</a:t>
            </a:r>
          </a:p>
        </p:txBody>
      </p:sp>
    </p:spTree>
    <p:extLst>
      <p:ext uri="{BB962C8B-B14F-4D97-AF65-F5344CB8AC3E}">
        <p14:creationId xmlns:p14="http://schemas.microsoft.com/office/powerpoint/2010/main" val="16405170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80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2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8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83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8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08" grpId="0"/>
      <p:bldP spid="3824"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4E157F-3271-6942-8C50-3163A882FDD8}"/>
            </a:ext>
          </a:extLst>
        </p:cNvPr>
        <p:cNvGrpSpPr/>
        <p:nvPr/>
      </p:nvGrpSpPr>
      <p:grpSpPr>
        <a:xfrm>
          <a:off x="0" y="0"/>
          <a:ext cx="0" cy="0"/>
          <a:chOff x="0" y="0"/>
          <a:chExt cx="0" cy="0"/>
        </a:xfrm>
      </p:grpSpPr>
      <p:sp>
        <p:nvSpPr>
          <p:cNvPr id="3496" name="Text 2">
            <a:extLst>
              <a:ext uri="{FF2B5EF4-FFF2-40B4-BE49-F238E27FC236}">
                <a16:creationId xmlns:a16="http://schemas.microsoft.com/office/drawing/2014/main" id="{E1BD432B-DD9D-BC0D-A4B6-7E035C0F7B83}"/>
              </a:ext>
            </a:extLst>
          </p:cNvPr>
          <p:cNvSpPr/>
          <p:nvPr/>
        </p:nvSpPr>
        <p:spPr>
          <a:xfrm>
            <a:off x="3430773" y="27507"/>
            <a:ext cx="4536597" cy="722226"/>
          </a:xfrm>
          <a:prstGeom prst="rect">
            <a:avLst/>
          </a:prstGeom>
          <a:noFill/>
          <a:ln/>
        </p:spPr>
        <p:txBody>
          <a:bodyPr wrap="square" lIns="0" tIns="0" rIns="0" bIns="0" rtlCol="0" anchor="ctr">
            <a:normAutofit/>
          </a:bodyPr>
          <a:lstStyle/>
          <a:p>
            <a:pPr marL="0" indent="0" algn="ctr">
              <a:buNone/>
            </a:pPr>
            <a:endParaRPr lang="en-US" sz="2400" dirty="0">
              <a:latin typeface="Helvetica" pitchFamily="2" charset="0"/>
            </a:endParaRPr>
          </a:p>
        </p:txBody>
      </p:sp>
      <p:sp>
        <p:nvSpPr>
          <p:cNvPr id="3" name="TextBox 2">
            <a:extLst>
              <a:ext uri="{FF2B5EF4-FFF2-40B4-BE49-F238E27FC236}">
                <a16:creationId xmlns:a16="http://schemas.microsoft.com/office/drawing/2014/main" id="{552293BF-E38F-D06C-A6E4-55F0047C7099}"/>
              </a:ext>
            </a:extLst>
          </p:cNvPr>
          <p:cNvSpPr txBox="1"/>
          <p:nvPr/>
        </p:nvSpPr>
        <p:spPr>
          <a:xfrm>
            <a:off x="343508" y="622110"/>
            <a:ext cx="10860786" cy="883127"/>
          </a:xfrm>
          <a:prstGeom prst="rect">
            <a:avLst/>
          </a:prstGeom>
          <a:noFill/>
        </p:spPr>
        <p:txBody>
          <a:bodyPr wrap="square" rtlCol="0">
            <a:spAutoFit/>
          </a:bodyPr>
          <a:lstStyle/>
          <a:p>
            <a:pPr>
              <a:lnSpc>
                <a:spcPct val="150000"/>
              </a:lnSpc>
            </a:pPr>
            <a:r>
              <a:rPr lang="en-US" dirty="0">
                <a:latin typeface="Helvetica" pitchFamily="2" charset="0"/>
              </a:rPr>
              <a:t>To characterize the neural mechanisms of interaction between episodic and working memory</a:t>
            </a:r>
          </a:p>
          <a:p>
            <a:pPr>
              <a:lnSpc>
                <a:spcPct val="150000"/>
              </a:lnSpc>
            </a:pPr>
            <a:r>
              <a:rPr lang="en-US" dirty="0">
                <a:latin typeface="Helvetica" pitchFamily="2" charset="0"/>
              </a:rPr>
              <a:t>Specifically, </a:t>
            </a:r>
            <a:r>
              <a:rPr lang="en-US" b="1" dirty="0">
                <a:latin typeface="Helvetica" pitchFamily="2" charset="0"/>
              </a:rPr>
              <a:t>where</a:t>
            </a:r>
            <a:r>
              <a:rPr lang="en-US" dirty="0">
                <a:latin typeface="Helvetica" pitchFamily="2" charset="0"/>
              </a:rPr>
              <a:t> in the brain, and at </a:t>
            </a:r>
            <a:r>
              <a:rPr lang="en-US" b="1" dirty="0">
                <a:latin typeface="Helvetica" pitchFamily="2" charset="0"/>
              </a:rPr>
              <a:t>which moments </a:t>
            </a:r>
            <a:r>
              <a:rPr lang="en-US" dirty="0">
                <a:latin typeface="Helvetica" pitchFamily="2" charset="0"/>
              </a:rPr>
              <a:t>EM that supported WM discrimination emerged</a:t>
            </a:r>
          </a:p>
        </p:txBody>
      </p:sp>
      <p:sp>
        <p:nvSpPr>
          <p:cNvPr id="4" name="Text 2">
            <a:extLst>
              <a:ext uri="{FF2B5EF4-FFF2-40B4-BE49-F238E27FC236}">
                <a16:creationId xmlns:a16="http://schemas.microsoft.com/office/drawing/2014/main" id="{52C94CC8-1388-0F31-1B40-0855D73B4930}"/>
              </a:ext>
            </a:extLst>
          </p:cNvPr>
          <p:cNvSpPr/>
          <p:nvPr/>
        </p:nvSpPr>
        <p:spPr>
          <a:xfrm>
            <a:off x="343508" y="164865"/>
            <a:ext cx="9031614" cy="457245"/>
          </a:xfrm>
          <a:prstGeom prst="rect">
            <a:avLst/>
          </a:prstGeom>
          <a:noFill/>
          <a:ln/>
        </p:spPr>
        <p:txBody>
          <a:bodyPr wrap="square" lIns="0" tIns="0" rIns="0" bIns="0" rtlCol="0" anchor="ctr">
            <a:normAutofit/>
          </a:bodyPr>
          <a:lstStyle/>
          <a:p>
            <a:pPr marL="0" indent="0">
              <a:buNone/>
            </a:pPr>
            <a:r>
              <a:rPr lang="en-US" sz="2600" dirty="0">
                <a:latin typeface="Helvetica" pitchFamily="2" charset="0"/>
              </a:rPr>
              <a:t>Future direction</a:t>
            </a:r>
          </a:p>
        </p:txBody>
      </p:sp>
      <p:sp>
        <p:nvSpPr>
          <p:cNvPr id="5" name="TextBox 4">
            <a:extLst>
              <a:ext uri="{FF2B5EF4-FFF2-40B4-BE49-F238E27FC236}">
                <a16:creationId xmlns:a16="http://schemas.microsoft.com/office/drawing/2014/main" id="{CA9D5D02-624D-F781-8AD8-AE84887C4E9E}"/>
              </a:ext>
            </a:extLst>
          </p:cNvPr>
          <p:cNvSpPr txBox="1"/>
          <p:nvPr/>
        </p:nvSpPr>
        <p:spPr>
          <a:xfrm>
            <a:off x="343508" y="1777816"/>
            <a:ext cx="4332664" cy="369332"/>
          </a:xfrm>
          <a:prstGeom prst="rect">
            <a:avLst/>
          </a:prstGeom>
          <a:noFill/>
        </p:spPr>
        <p:txBody>
          <a:bodyPr wrap="square">
            <a:spAutoFit/>
          </a:bodyPr>
          <a:lstStyle/>
          <a:p>
            <a:r>
              <a:rPr lang="en-US" dirty="0">
                <a:latin typeface="Helvetica" pitchFamily="2" charset="0"/>
              </a:rPr>
              <a:t>Ongoing fMRI study (N=1)</a:t>
            </a:r>
            <a:endParaRPr lang="en-US" sz="1600" dirty="0"/>
          </a:p>
        </p:txBody>
      </p:sp>
      <p:pic>
        <p:nvPicPr>
          <p:cNvPr id="3824" name="Picture 3823">
            <a:extLst>
              <a:ext uri="{FF2B5EF4-FFF2-40B4-BE49-F238E27FC236}">
                <a16:creationId xmlns:a16="http://schemas.microsoft.com/office/drawing/2014/main" id="{98612468-F545-3CE7-E86C-F367C83DA04A}"/>
              </a:ext>
            </a:extLst>
          </p:cNvPr>
          <p:cNvPicPr>
            <a:picLocks noChangeAspect="1"/>
          </p:cNvPicPr>
          <p:nvPr/>
        </p:nvPicPr>
        <p:blipFill>
          <a:blip r:embed="rId3"/>
          <a:stretch>
            <a:fillRect/>
          </a:stretch>
        </p:blipFill>
        <p:spPr>
          <a:xfrm>
            <a:off x="433565" y="2771492"/>
            <a:ext cx="7772400" cy="3464398"/>
          </a:xfrm>
          <a:prstGeom prst="rect">
            <a:avLst/>
          </a:prstGeom>
        </p:spPr>
      </p:pic>
      <p:pic>
        <p:nvPicPr>
          <p:cNvPr id="3826" name="Picture 3825">
            <a:extLst>
              <a:ext uri="{FF2B5EF4-FFF2-40B4-BE49-F238E27FC236}">
                <a16:creationId xmlns:a16="http://schemas.microsoft.com/office/drawing/2014/main" id="{BC898CB8-6477-0A96-41CF-DF83149B3EF3}"/>
              </a:ext>
            </a:extLst>
          </p:cNvPr>
          <p:cNvPicPr>
            <a:picLocks noChangeAspect="1"/>
          </p:cNvPicPr>
          <p:nvPr/>
        </p:nvPicPr>
        <p:blipFill>
          <a:blip r:embed="rId4"/>
          <a:stretch>
            <a:fillRect/>
          </a:stretch>
        </p:blipFill>
        <p:spPr>
          <a:xfrm>
            <a:off x="8574790" y="2596254"/>
            <a:ext cx="3183645" cy="3639636"/>
          </a:xfrm>
          <a:prstGeom prst="rect">
            <a:avLst/>
          </a:prstGeom>
        </p:spPr>
      </p:pic>
      <p:sp>
        <p:nvSpPr>
          <p:cNvPr id="3827" name="TextBox 3826">
            <a:extLst>
              <a:ext uri="{FF2B5EF4-FFF2-40B4-BE49-F238E27FC236}">
                <a16:creationId xmlns:a16="http://schemas.microsoft.com/office/drawing/2014/main" id="{2154641A-6E01-9C60-E3DE-FA1831833FEF}"/>
              </a:ext>
            </a:extLst>
          </p:cNvPr>
          <p:cNvSpPr txBox="1"/>
          <p:nvPr/>
        </p:nvSpPr>
        <p:spPr>
          <a:xfrm>
            <a:off x="374374" y="2290043"/>
            <a:ext cx="6894836" cy="338554"/>
          </a:xfrm>
          <a:prstGeom prst="rect">
            <a:avLst/>
          </a:prstGeom>
          <a:noFill/>
        </p:spPr>
        <p:txBody>
          <a:bodyPr wrap="none" rtlCol="0">
            <a:spAutoFit/>
          </a:bodyPr>
          <a:lstStyle/>
          <a:p>
            <a:r>
              <a:rPr lang="en-US" sz="1600" dirty="0">
                <a:latin typeface="Helvetica" pitchFamily="2" charset="0"/>
              </a:rPr>
              <a:t>Neural similarity tracks image similarity (cluster-corrected (z&gt;3.09, p&lt;.05))</a:t>
            </a:r>
          </a:p>
        </p:txBody>
      </p:sp>
    </p:spTree>
    <p:extLst>
      <p:ext uri="{BB962C8B-B14F-4D97-AF65-F5344CB8AC3E}">
        <p14:creationId xmlns:p14="http://schemas.microsoft.com/office/powerpoint/2010/main" val="3860191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82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p:bldP spid="3827" grpId="0"/>
    </p:bld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BF354D5-E8A9-8789-9680-B274439B694A}"/>
              </a:ext>
            </a:extLst>
          </p:cNvPr>
          <p:cNvPicPr>
            <a:picLocks noChangeAspect="1"/>
          </p:cNvPicPr>
          <p:nvPr/>
        </p:nvPicPr>
        <p:blipFill>
          <a:blip r:embed="rId3"/>
          <a:stretch>
            <a:fillRect/>
          </a:stretch>
        </p:blipFill>
        <p:spPr>
          <a:xfrm>
            <a:off x="1325321" y="1621185"/>
            <a:ext cx="3693845" cy="4464341"/>
          </a:xfrm>
          <a:prstGeom prst="rect">
            <a:avLst/>
          </a:prstGeom>
        </p:spPr>
      </p:pic>
      <p:pic>
        <p:nvPicPr>
          <p:cNvPr id="3" name="Picture 2">
            <a:extLst>
              <a:ext uri="{FF2B5EF4-FFF2-40B4-BE49-F238E27FC236}">
                <a16:creationId xmlns:a16="http://schemas.microsoft.com/office/drawing/2014/main" id="{9420E107-121D-386B-115D-9037FE966932}"/>
              </a:ext>
            </a:extLst>
          </p:cNvPr>
          <p:cNvPicPr>
            <a:picLocks noChangeAspect="1"/>
          </p:cNvPicPr>
          <p:nvPr/>
        </p:nvPicPr>
        <p:blipFill>
          <a:blip r:embed="rId4"/>
          <a:stretch>
            <a:fillRect/>
          </a:stretch>
        </p:blipFill>
        <p:spPr>
          <a:xfrm>
            <a:off x="5593582" y="1623254"/>
            <a:ext cx="3453287" cy="4462272"/>
          </a:xfrm>
          <a:prstGeom prst="rect">
            <a:avLst/>
          </a:prstGeom>
        </p:spPr>
      </p:pic>
      <p:sp>
        <p:nvSpPr>
          <p:cNvPr id="4" name="Text 2">
            <a:extLst>
              <a:ext uri="{FF2B5EF4-FFF2-40B4-BE49-F238E27FC236}">
                <a16:creationId xmlns:a16="http://schemas.microsoft.com/office/drawing/2014/main" id="{537EB24E-BB62-31D8-C365-FCB9C4A98A26}"/>
              </a:ext>
            </a:extLst>
          </p:cNvPr>
          <p:cNvSpPr/>
          <p:nvPr/>
        </p:nvSpPr>
        <p:spPr>
          <a:xfrm>
            <a:off x="343508" y="164865"/>
            <a:ext cx="9031614" cy="457245"/>
          </a:xfrm>
          <a:prstGeom prst="rect">
            <a:avLst/>
          </a:prstGeom>
          <a:noFill/>
          <a:ln/>
        </p:spPr>
        <p:txBody>
          <a:bodyPr wrap="square" lIns="0" tIns="0" rIns="0" bIns="0" rtlCol="0" anchor="ctr">
            <a:normAutofit/>
          </a:bodyPr>
          <a:lstStyle/>
          <a:p>
            <a:pPr marL="0" indent="0">
              <a:buNone/>
            </a:pPr>
            <a:r>
              <a:rPr lang="en-US" sz="2600" dirty="0">
                <a:latin typeface="Helvetica" pitchFamily="2" charset="0"/>
              </a:rPr>
              <a:t>Future direction</a:t>
            </a:r>
          </a:p>
        </p:txBody>
      </p:sp>
      <p:sp>
        <p:nvSpPr>
          <p:cNvPr id="5" name="TextBox 4">
            <a:extLst>
              <a:ext uri="{FF2B5EF4-FFF2-40B4-BE49-F238E27FC236}">
                <a16:creationId xmlns:a16="http://schemas.microsoft.com/office/drawing/2014/main" id="{AB2D2A30-92ED-7325-4BD7-C362CB10CE6F}"/>
              </a:ext>
            </a:extLst>
          </p:cNvPr>
          <p:cNvSpPr txBox="1"/>
          <p:nvPr/>
        </p:nvSpPr>
        <p:spPr>
          <a:xfrm>
            <a:off x="343508" y="772474"/>
            <a:ext cx="10540392" cy="369332"/>
          </a:xfrm>
          <a:prstGeom prst="rect">
            <a:avLst/>
          </a:prstGeom>
          <a:noFill/>
        </p:spPr>
        <p:txBody>
          <a:bodyPr wrap="square" rtlCol="0">
            <a:spAutoFit/>
          </a:bodyPr>
          <a:lstStyle/>
          <a:p>
            <a:r>
              <a:rPr lang="en-US" dirty="0">
                <a:latin typeface="Helvetica" pitchFamily="2" charset="0"/>
              </a:rPr>
              <a:t>Hippocampal pattern separation and predictive recall tracks discrimination success</a:t>
            </a:r>
          </a:p>
        </p:txBody>
      </p:sp>
      <p:sp>
        <p:nvSpPr>
          <p:cNvPr id="6" name="TextBox 5">
            <a:extLst>
              <a:ext uri="{FF2B5EF4-FFF2-40B4-BE49-F238E27FC236}">
                <a16:creationId xmlns:a16="http://schemas.microsoft.com/office/drawing/2014/main" id="{2F7E86E8-00FC-C11C-C229-A24B00B25E06}"/>
              </a:ext>
            </a:extLst>
          </p:cNvPr>
          <p:cNvSpPr txBox="1"/>
          <p:nvPr/>
        </p:nvSpPr>
        <p:spPr>
          <a:xfrm>
            <a:off x="2413477" y="1261392"/>
            <a:ext cx="2069797" cy="369332"/>
          </a:xfrm>
          <a:prstGeom prst="rect">
            <a:avLst/>
          </a:prstGeom>
          <a:noFill/>
        </p:spPr>
        <p:txBody>
          <a:bodyPr wrap="none" rtlCol="0">
            <a:spAutoFit/>
          </a:bodyPr>
          <a:lstStyle/>
          <a:p>
            <a:r>
              <a:rPr lang="en-US" dirty="0">
                <a:latin typeface="Helvetica" pitchFamily="2" charset="0"/>
              </a:rPr>
              <a:t>Pattern separation</a:t>
            </a:r>
          </a:p>
        </p:txBody>
      </p:sp>
      <p:sp>
        <p:nvSpPr>
          <p:cNvPr id="7" name="TextBox 6">
            <a:extLst>
              <a:ext uri="{FF2B5EF4-FFF2-40B4-BE49-F238E27FC236}">
                <a16:creationId xmlns:a16="http://schemas.microsoft.com/office/drawing/2014/main" id="{9B634097-0F7C-6569-D569-41E23ABDAE15}"/>
              </a:ext>
            </a:extLst>
          </p:cNvPr>
          <p:cNvSpPr txBox="1"/>
          <p:nvPr/>
        </p:nvSpPr>
        <p:spPr>
          <a:xfrm>
            <a:off x="6851915" y="1260922"/>
            <a:ext cx="1813317" cy="369332"/>
          </a:xfrm>
          <a:prstGeom prst="rect">
            <a:avLst/>
          </a:prstGeom>
          <a:noFill/>
        </p:spPr>
        <p:txBody>
          <a:bodyPr wrap="none" rtlCol="0">
            <a:spAutoFit/>
          </a:bodyPr>
          <a:lstStyle/>
          <a:p>
            <a:r>
              <a:rPr lang="en-US" dirty="0">
                <a:latin typeface="Helvetica" pitchFamily="2" charset="0"/>
              </a:rPr>
              <a:t>Predictive recall</a:t>
            </a:r>
          </a:p>
        </p:txBody>
      </p:sp>
    </p:spTree>
    <p:extLst>
      <p:ext uri="{BB962C8B-B14F-4D97-AF65-F5344CB8AC3E}">
        <p14:creationId xmlns:p14="http://schemas.microsoft.com/office/powerpoint/2010/main" val="40863619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C3134-6EEE-B5BC-FD9E-425EF72188E3}"/>
            </a:ext>
          </a:extLst>
        </p:cNvPr>
        <p:cNvGrpSpPr/>
        <p:nvPr/>
      </p:nvGrpSpPr>
      <p:grpSpPr>
        <a:xfrm>
          <a:off x="0" y="0"/>
          <a:ext cx="0" cy="0"/>
          <a:chOff x="0" y="0"/>
          <a:chExt cx="0" cy="0"/>
        </a:xfrm>
      </p:grpSpPr>
      <p:sp>
        <p:nvSpPr>
          <p:cNvPr id="3496" name="Text 2">
            <a:extLst>
              <a:ext uri="{FF2B5EF4-FFF2-40B4-BE49-F238E27FC236}">
                <a16:creationId xmlns:a16="http://schemas.microsoft.com/office/drawing/2014/main" id="{EB8236C7-A3B9-637D-672E-355CA6D9E76C}"/>
              </a:ext>
            </a:extLst>
          </p:cNvPr>
          <p:cNvSpPr/>
          <p:nvPr/>
        </p:nvSpPr>
        <p:spPr>
          <a:xfrm>
            <a:off x="3430773" y="27507"/>
            <a:ext cx="4536597" cy="722226"/>
          </a:xfrm>
          <a:prstGeom prst="rect">
            <a:avLst/>
          </a:prstGeom>
          <a:noFill/>
          <a:ln/>
        </p:spPr>
        <p:txBody>
          <a:bodyPr wrap="square" lIns="0" tIns="0" rIns="0" bIns="0" rtlCol="0" anchor="ctr">
            <a:normAutofit/>
          </a:bodyPr>
          <a:lstStyle/>
          <a:p>
            <a:pPr marL="0" indent="0" algn="ctr">
              <a:buNone/>
            </a:pPr>
            <a:endParaRPr lang="en-US" sz="2400" dirty="0">
              <a:latin typeface="Helvetica" pitchFamily="2" charset="0"/>
            </a:endParaRPr>
          </a:p>
        </p:txBody>
      </p:sp>
      <p:pic>
        <p:nvPicPr>
          <p:cNvPr id="5" name="Picture 4">
            <a:extLst>
              <a:ext uri="{FF2B5EF4-FFF2-40B4-BE49-F238E27FC236}">
                <a16:creationId xmlns:a16="http://schemas.microsoft.com/office/drawing/2014/main" id="{4C86E54A-4826-4744-95F5-0875EEC2DD69}"/>
              </a:ext>
            </a:extLst>
          </p:cNvPr>
          <p:cNvPicPr>
            <a:picLocks noChangeAspect="1"/>
          </p:cNvPicPr>
          <p:nvPr/>
        </p:nvPicPr>
        <p:blipFill>
          <a:blip r:embed="rId3"/>
          <a:stretch>
            <a:fillRect/>
          </a:stretch>
        </p:blipFill>
        <p:spPr>
          <a:xfrm>
            <a:off x="761038" y="221703"/>
            <a:ext cx="5221705" cy="1137961"/>
          </a:xfrm>
          <a:prstGeom prst="rect">
            <a:avLst/>
          </a:prstGeom>
        </p:spPr>
      </p:pic>
      <p:pic>
        <p:nvPicPr>
          <p:cNvPr id="6" name="Picture 5" descr="member portrait">
            <a:extLst>
              <a:ext uri="{FF2B5EF4-FFF2-40B4-BE49-F238E27FC236}">
                <a16:creationId xmlns:a16="http://schemas.microsoft.com/office/drawing/2014/main" id="{9F83D69E-D80C-BBCE-B14F-0C0ED332A68A}"/>
              </a:ext>
            </a:extLst>
          </p:cNvPr>
          <p:cNvPicPr>
            <a:picLocks noChangeAspect="1"/>
          </p:cNvPicPr>
          <p:nvPr/>
        </p:nvPicPr>
        <p:blipFill>
          <a:blip r:embed="rId4"/>
          <a:stretch>
            <a:fillRect/>
          </a:stretch>
        </p:blipFill>
        <p:spPr>
          <a:xfrm>
            <a:off x="2347930" y="1577653"/>
            <a:ext cx="2165685" cy="2165685"/>
          </a:xfrm>
          <a:prstGeom prst="rect">
            <a:avLst/>
          </a:prstGeom>
        </p:spPr>
      </p:pic>
      <p:pic>
        <p:nvPicPr>
          <p:cNvPr id="7" name="Picture 6" descr="Daryl Fougnie, Assistant Professor of Psychology, NYUAD">
            <a:extLst>
              <a:ext uri="{FF2B5EF4-FFF2-40B4-BE49-F238E27FC236}">
                <a16:creationId xmlns:a16="http://schemas.microsoft.com/office/drawing/2014/main" id="{660117C6-61EA-DCC0-B03C-B81925733647}"/>
              </a:ext>
            </a:extLst>
          </p:cNvPr>
          <p:cNvPicPr>
            <a:picLocks noChangeAspect="1"/>
          </p:cNvPicPr>
          <p:nvPr/>
        </p:nvPicPr>
        <p:blipFill>
          <a:blip r:embed="rId5"/>
          <a:stretch>
            <a:fillRect/>
          </a:stretch>
        </p:blipFill>
        <p:spPr>
          <a:xfrm>
            <a:off x="7967369" y="1613631"/>
            <a:ext cx="2378972" cy="2165685"/>
          </a:xfrm>
          <a:prstGeom prst="rect">
            <a:avLst/>
          </a:prstGeom>
        </p:spPr>
      </p:pic>
      <p:pic>
        <p:nvPicPr>
          <p:cNvPr id="8" name="Picture 7">
            <a:extLst>
              <a:ext uri="{FF2B5EF4-FFF2-40B4-BE49-F238E27FC236}">
                <a16:creationId xmlns:a16="http://schemas.microsoft.com/office/drawing/2014/main" id="{ACC318CB-3C6D-25A7-A420-E56CD4903B43}"/>
              </a:ext>
            </a:extLst>
          </p:cNvPr>
          <p:cNvPicPr>
            <a:picLocks noChangeAspect="1"/>
          </p:cNvPicPr>
          <p:nvPr/>
        </p:nvPicPr>
        <p:blipFill>
          <a:blip r:embed="rId6"/>
          <a:stretch>
            <a:fillRect/>
          </a:stretch>
        </p:blipFill>
        <p:spPr>
          <a:xfrm>
            <a:off x="6773779" y="281474"/>
            <a:ext cx="4900863" cy="1078190"/>
          </a:xfrm>
          <a:prstGeom prst="rect">
            <a:avLst/>
          </a:prstGeom>
        </p:spPr>
      </p:pic>
      <p:sp>
        <p:nvSpPr>
          <p:cNvPr id="9" name="TextBox 8">
            <a:extLst>
              <a:ext uri="{FF2B5EF4-FFF2-40B4-BE49-F238E27FC236}">
                <a16:creationId xmlns:a16="http://schemas.microsoft.com/office/drawing/2014/main" id="{F8B4D031-5C08-37FD-B96E-1F2C06867BEB}"/>
              </a:ext>
            </a:extLst>
          </p:cNvPr>
          <p:cNvSpPr txBox="1"/>
          <p:nvPr/>
        </p:nvSpPr>
        <p:spPr>
          <a:xfrm>
            <a:off x="2150541" y="3825239"/>
            <a:ext cx="2560461" cy="369332"/>
          </a:xfrm>
          <a:prstGeom prst="rect">
            <a:avLst/>
          </a:prstGeom>
          <a:noFill/>
        </p:spPr>
        <p:txBody>
          <a:bodyPr wrap="square" rtlCol="0">
            <a:spAutoFit/>
          </a:bodyPr>
          <a:lstStyle/>
          <a:p>
            <a:pPr algn="ctr"/>
            <a:r>
              <a:rPr lang="en-US" dirty="0">
                <a:latin typeface="Helvetica" pitchFamily="2" charset="0"/>
              </a:rPr>
              <a:t>Sebastian Michelmann</a:t>
            </a:r>
          </a:p>
        </p:txBody>
      </p:sp>
      <p:sp>
        <p:nvSpPr>
          <p:cNvPr id="10" name="TextBox 9">
            <a:extLst>
              <a:ext uri="{FF2B5EF4-FFF2-40B4-BE49-F238E27FC236}">
                <a16:creationId xmlns:a16="http://schemas.microsoft.com/office/drawing/2014/main" id="{2B8E4D4C-A398-E65F-2ABD-C97AAF57CD6B}"/>
              </a:ext>
            </a:extLst>
          </p:cNvPr>
          <p:cNvSpPr txBox="1"/>
          <p:nvPr/>
        </p:nvSpPr>
        <p:spPr>
          <a:xfrm>
            <a:off x="7883148" y="3861217"/>
            <a:ext cx="2560461" cy="369332"/>
          </a:xfrm>
          <a:prstGeom prst="rect">
            <a:avLst/>
          </a:prstGeom>
          <a:noFill/>
        </p:spPr>
        <p:txBody>
          <a:bodyPr wrap="square" rtlCol="0">
            <a:spAutoFit/>
          </a:bodyPr>
          <a:lstStyle/>
          <a:p>
            <a:pPr algn="ctr"/>
            <a:r>
              <a:rPr lang="en-US" dirty="0">
                <a:latin typeface="Helvetica" pitchFamily="2" charset="0"/>
              </a:rPr>
              <a:t>Daryl Fougnie</a:t>
            </a:r>
          </a:p>
        </p:txBody>
      </p:sp>
      <p:pic>
        <p:nvPicPr>
          <p:cNvPr id="12" name="Picture 11">
            <a:extLst>
              <a:ext uri="{FF2B5EF4-FFF2-40B4-BE49-F238E27FC236}">
                <a16:creationId xmlns:a16="http://schemas.microsoft.com/office/drawing/2014/main" id="{C97E306A-7329-0691-32CC-CD9B8D9A9BA9}"/>
              </a:ext>
            </a:extLst>
          </p:cNvPr>
          <p:cNvPicPr>
            <a:picLocks noChangeAspect="1"/>
          </p:cNvPicPr>
          <p:nvPr/>
        </p:nvPicPr>
        <p:blipFill>
          <a:blip r:embed="rId7"/>
          <a:stretch>
            <a:fillRect/>
          </a:stretch>
        </p:blipFill>
        <p:spPr>
          <a:xfrm>
            <a:off x="2347930" y="4366913"/>
            <a:ext cx="2172339" cy="2172339"/>
          </a:xfrm>
          <a:prstGeom prst="rect">
            <a:avLst/>
          </a:prstGeom>
        </p:spPr>
      </p:pic>
      <p:grpSp>
        <p:nvGrpSpPr>
          <p:cNvPr id="19" name="Group 18">
            <a:extLst>
              <a:ext uri="{FF2B5EF4-FFF2-40B4-BE49-F238E27FC236}">
                <a16:creationId xmlns:a16="http://schemas.microsoft.com/office/drawing/2014/main" id="{06DCAB4F-DE18-55B1-BA50-BF937632A04B}"/>
              </a:ext>
            </a:extLst>
          </p:cNvPr>
          <p:cNvGrpSpPr/>
          <p:nvPr/>
        </p:nvGrpSpPr>
        <p:grpSpPr>
          <a:xfrm>
            <a:off x="5303287" y="4724285"/>
            <a:ext cx="3273554" cy="1233141"/>
            <a:chOff x="4805576" y="4816882"/>
            <a:chExt cx="3273554" cy="1233141"/>
          </a:xfrm>
        </p:grpSpPr>
        <p:sp>
          <p:nvSpPr>
            <p:cNvPr id="13" name="TextBox 12">
              <a:extLst>
                <a:ext uri="{FF2B5EF4-FFF2-40B4-BE49-F238E27FC236}">
                  <a16:creationId xmlns:a16="http://schemas.microsoft.com/office/drawing/2014/main" id="{5CFCD7BD-F170-1211-4698-374D60831C4E}"/>
                </a:ext>
              </a:extLst>
            </p:cNvPr>
            <p:cNvSpPr txBox="1"/>
            <p:nvPr/>
          </p:nvSpPr>
          <p:spPr>
            <a:xfrm>
              <a:off x="4805576" y="4816882"/>
              <a:ext cx="3273554" cy="369332"/>
            </a:xfrm>
            <a:prstGeom prst="rect">
              <a:avLst/>
            </a:prstGeom>
            <a:noFill/>
          </p:spPr>
          <p:txBody>
            <a:bodyPr wrap="square" rtlCol="0">
              <a:spAutoFit/>
            </a:bodyPr>
            <a:lstStyle/>
            <a:p>
              <a:pPr algn="ctr"/>
              <a:r>
                <a:rPr lang="en-US" b="1" dirty="0">
                  <a:latin typeface="Helvetica" pitchFamily="2" charset="0"/>
                </a:rPr>
                <a:t>Check out our new preprint!</a:t>
              </a:r>
            </a:p>
          </p:txBody>
        </p:sp>
        <p:sp>
          <p:nvSpPr>
            <p:cNvPr id="15" name="TextBox 14">
              <a:extLst>
                <a:ext uri="{FF2B5EF4-FFF2-40B4-BE49-F238E27FC236}">
                  <a16:creationId xmlns:a16="http://schemas.microsoft.com/office/drawing/2014/main" id="{C2736D36-4984-B8FA-CC1A-14BF576D2F95}"/>
                </a:ext>
              </a:extLst>
            </p:cNvPr>
            <p:cNvSpPr txBox="1"/>
            <p:nvPr/>
          </p:nvSpPr>
          <p:spPr>
            <a:xfrm>
              <a:off x="5381784" y="5166896"/>
              <a:ext cx="2533012" cy="883127"/>
            </a:xfrm>
            <a:prstGeom prst="rect">
              <a:avLst/>
            </a:prstGeom>
            <a:noFill/>
          </p:spPr>
          <p:txBody>
            <a:bodyPr wrap="square">
              <a:spAutoFit/>
            </a:bodyPr>
            <a:lstStyle/>
            <a:p>
              <a:pPr>
                <a:lnSpc>
                  <a:spcPct val="150000"/>
                </a:lnSpc>
              </a:pPr>
              <a:r>
                <a:rPr lang="en-US" sz="1800" dirty="0">
                  <a:latin typeface="Helvetica" pitchFamily="2" charset="0"/>
                </a:rPr>
                <a:t>zihan.bai@nyu.edu</a:t>
              </a:r>
            </a:p>
            <a:p>
              <a:pPr>
                <a:lnSpc>
                  <a:spcPct val="150000"/>
                </a:lnSpc>
              </a:pPr>
              <a:r>
                <a:rPr lang="en-US" dirty="0" err="1">
                  <a:latin typeface="Helvetica" pitchFamily="2" charset="0"/>
                </a:rPr>
                <a:t>zihanbai.bsky.social</a:t>
              </a:r>
              <a:endParaRPr lang="en-US" sz="1800" dirty="0">
                <a:latin typeface="Helvetica" pitchFamily="2" charset="0"/>
              </a:endParaRPr>
            </a:p>
          </p:txBody>
        </p:sp>
        <p:pic>
          <p:nvPicPr>
            <p:cNvPr id="17" name="Picture 16" descr="Email Icon Vector Art, Icons, and Graphics for Free Download">
              <a:extLst>
                <a:ext uri="{FF2B5EF4-FFF2-40B4-BE49-F238E27FC236}">
                  <a16:creationId xmlns:a16="http://schemas.microsoft.com/office/drawing/2014/main" id="{1BBDBEF2-A7D1-3DCA-DBB6-E93B416BF731}"/>
                </a:ext>
              </a:extLst>
            </p:cNvPr>
            <p:cNvPicPr>
              <a:picLocks noChangeAspect="1"/>
            </p:cNvPicPr>
            <p:nvPr/>
          </p:nvPicPr>
          <p:blipFill>
            <a:blip r:embed="rId8"/>
            <a:stretch>
              <a:fillRect/>
            </a:stretch>
          </p:blipFill>
          <p:spPr>
            <a:xfrm>
              <a:off x="4805576" y="5186214"/>
              <a:ext cx="533735" cy="533735"/>
            </a:xfrm>
            <a:prstGeom prst="rect">
              <a:avLst/>
            </a:prstGeom>
          </p:spPr>
        </p:pic>
        <p:pic>
          <p:nvPicPr>
            <p:cNvPr id="18" name="Picture 17" descr="Bluesky Icon SVG Vector &amp; PNG Free Download | UXWing">
              <a:extLst>
                <a:ext uri="{FF2B5EF4-FFF2-40B4-BE49-F238E27FC236}">
                  <a16:creationId xmlns:a16="http://schemas.microsoft.com/office/drawing/2014/main" id="{12782D9F-C269-5EC2-39F5-B7F8B8FF92AA}"/>
                </a:ext>
              </a:extLst>
            </p:cNvPr>
            <p:cNvPicPr>
              <a:picLocks noChangeAspect="1"/>
            </p:cNvPicPr>
            <p:nvPr/>
          </p:nvPicPr>
          <p:blipFill>
            <a:blip r:embed="rId9"/>
            <a:stretch>
              <a:fillRect/>
            </a:stretch>
          </p:blipFill>
          <p:spPr>
            <a:xfrm>
              <a:off x="4896128" y="5697390"/>
              <a:ext cx="352633" cy="352633"/>
            </a:xfrm>
            <a:prstGeom prst="rect">
              <a:avLst/>
            </a:prstGeom>
          </p:spPr>
        </p:pic>
      </p:grpSp>
    </p:spTree>
    <p:extLst>
      <p:ext uri="{BB962C8B-B14F-4D97-AF65-F5344CB8AC3E}">
        <p14:creationId xmlns:p14="http://schemas.microsoft.com/office/powerpoint/2010/main" val="33745605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A4BC8-ABCB-4515-4491-A9BFFD861F75}"/>
            </a:ext>
          </a:extLst>
        </p:cNvPr>
        <p:cNvGrpSpPr/>
        <p:nvPr/>
      </p:nvGrpSpPr>
      <p:grpSpPr>
        <a:xfrm>
          <a:off x="0" y="0"/>
          <a:ext cx="0" cy="0"/>
          <a:chOff x="0" y="0"/>
          <a:chExt cx="0" cy="0"/>
        </a:xfrm>
      </p:grpSpPr>
      <p:sp>
        <p:nvSpPr>
          <p:cNvPr id="3496" name="Text 2">
            <a:extLst>
              <a:ext uri="{FF2B5EF4-FFF2-40B4-BE49-F238E27FC236}">
                <a16:creationId xmlns:a16="http://schemas.microsoft.com/office/drawing/2014/main" id="{7FEA45DE-4963-8B8C-2594-FF2822810A71}"/>
              </a:ext>
            </a:extLst>
          </p:cNvPr>
          <p:cNvSpPr/>
          <p:nvPr/>
        </p:nvSpPr>
        <p:spPr>
          <a:xfrm>
            <a:off x="3430773" y="27507"/>
            <a:ext cx="4536597" cy="722226"/>
          </a:xfrm>
          <a:prstGeom prst="rect">
            <a:avLst/>
          </a:prstGeom>
          <a:noFill/>
          <a:ln/>
        </p:spPr>
        <p:txBody>
          <a:bodyPr wrap="square" lIns="0" tIns="0" rIns="0" bIns="0" rtlCol="0" anchor="ctr">
            <a:normAutofit/>
          </a:bodyPr>
          <a:lstStyle/>
          <a:p>
            <a:pPr marL="0" indent="0" algn="ctr">
              <a:buNone/>
            </a:pPr>
            <a:endParaRPr lang="en-US" sz="2400" dirty="0">
              <a:latin typeface="Helvetica" pitchFamily="2" charset="0"/>
            </a:endParaRPr>
          </a:p>
        </p:txBody>
      </p:sp>
      <p:sp>
        <p:nvSpPr>
          <p:cNvPr id="4" name="Text 2">
            <a:extLst>
              <a:ext uri="{FF2B5EF4-FFF2-40B4-BE49-F238E27FC236}">
                <a16:creationId xmlns:a16="http://schemas.microsoft.com/office/drawing/2014/main" id="{9877EDCE-5320-1E6C-6F5C-405F9C892386}"/>
              </a:ext>
            </a:extLst>
          </p:cNvPr>
          <p:cNvSpPr/>
          <p:nvPr/>
        </p:nvSpPr>
        <p:spPr>
          <a:xfrm>
            <a:off x="343508" y="164865"/>
            <a:ext cx="9031614" cy="457245"/>
          </a:xfrm>
          <a:prstGeom prst="rect">
            <a:avLst/>
          </a:prstGeom>
          <a:noFill/>
          <a:ln/>
        </p:spPr>
        <p:txBody>
          <a:bodyPr wrap="square" lIns="0" tIns="0" rIns="0" bIns="0" rtlCol="0" anchor="ctr">
            <a:normAutofit/>
          </a:bodyPr>
          <a:lstStyle/>
          <a:p>
            <a:pPr marL="0" indent="0">
              <a:buNone/>
            </a:pPr>
            <a:endParaRPr lang="en-US" sz="2600" dirty="0">
              <a:latin typeface="Helvetica" pitchFamily="2" charset="0"/>
            </a:endParaRPr>
          </a:p>
        </p:txBody>
      </p:sp>
      <p:pic>
        <p:nvPicPr>
          <p:cNvPr id="8" name="Picture 7">
            <a:extLst>
              <a:ext uri="{FF2B5EF4-FFF2-40B4-BE49-F238E27FC236}">
                <a16:creationId xmlns:a16="http://schemas.microsoft.com/office/drawing/2014/main" id="{33D9D5B2-F1BE-9A9B-F6F8-36BD08C11A00}"/>
              </a:ext>
            </a:extLst>
          </p:cNvPr>
          <p:cNvPicPr>
            <a:picLocks noChangeAspect="1"/>
          </p:cNvPicPr>
          <p:nvPr/>
        </p:nvPicPr>
        <p:blipFill>
          <a:blip r:embed="rId3"/>
          <a:stretch>
            <a:fillRect/>
          </a:stretch>
        </p:blipFill>
        <p:spPr>
          <a:xfrm>
            <a:off x="2292128" y="622110"/>
            <a:ext cx="6813885" cy="5343263"/>
          </a:xfrm>
          <a:prstGeom prst="rect">
            <a:avLst/>
          </a:prstGeom>
        </p:spPr>
      </p:pic>
    </p:spTree>
    <p:extLst>
      <p:ext uri="{BB962C8B-B14F-4D97-AF65-F5344CB8AC3E}">
        <p14:creationId xmlns:p14="http://schemas.microsoft.com/office/powerpoint/2010/main" val="15444707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BB4E24E-618B-C90B-E596-E7DD0F5B934E}"/>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5D23A62D-B83C-2E4E-FD93-AEB162F2E642}"/>
              </a:ext>
            </a:extLst>
          </p:cNvPr>
          <p:cNvSpPr/>
          <p:nvPr/>
        </p:nvSpPr>
        <p:spPr>
          <a:xfrm>
            <a:off x="0" y="0"/>
            <a:ext cx="12188952" cy="777240"/>
          </a:xfrm>
          <a:prstGeom prst="rect">
            <a:avLst/>
          </a:prstGeom>
          <a:solidFill>
            <a:srgbClr val="4B2081"/>
          </a:solidFill>
          <a:ln w="12700">
            <a:solidFill>
              <a:srgbClr val="4B2081"/>
            </a:solidFill>
            <a:prstDash val="solid"/>
          </a:ln>
        </p:spPr>
        <p:txBody>
          <a:bodyPr/>
          <a:lstStyle/>
          <a:p>
            <a:endParaRPr lang="en-US"/>
          </a:p>
        </p:txBody>
      </p:sp>
      <p:sp>
        <p:nvSpPr>
          <p:cNvPr id="3496" name="Text 2">
            <a:extLst>
              <a:ext uri="{FF2B5EF4-FFF2-40B4-BE49-F238E27FC236}">
                <a16:creationId xmlns:a16="http://schemas.microsoft.com/office/drawing/2014/main" id="{CA5E587B-D973-2BDE-CE97-8DDDB2B6DE7D}"/>
              </a:ext>
            </a:extLst>
          </p:cNvPr>
          <p:cNvSpPr/>
          <p:nvPr/>
        </p:nvSpPr>
        <p:spPr>
          <a:xfrm>
            <a:off x="3560040" y="27507"/>
            <a:ext cx="5068872" cy="722226"/>
          </a:xfrm>
          <a:prstGeom prst="rect">
            <a:avLst/>
          </a:prstGeom>
          <a:noFill/>
          <a:ln/>
        </p:spPr>
        <p:txBody>
          <a:bodyPr wrap="square" lIns="0" tIns="0" rIns="0" bIns="0" rtlCol="0" anchor="ctr">
            <a:normAutofit/>
          </a:bodyPr>
          <a:lstStyle/>
          <a:p>
            <a:pPr marL="0" indent="0" algn="ctr">
              <a:buNone/>
            </a:pPr>
            <a:r>
              <a:rPr lang="en-US" sz="2400" dirty="0">
                <a:solidFill>
                  <a:srgbClr val="FFFFFF"/>
                </a:solidFill>
                <a:latin typeface="Helvetica" pitchFamily="2" charset="0"/>
              </a:rPr>
              <a:t>fMRI study design</a:t>
            </a:r>
            <a:endParaRPr lang="en-US" sz="2400" dirty="0">
              <a:latin typeface="Helvetica" pitchFamily="2" charset="0"/>
            </a:endParaRPr>
          </a:p>
        </p:txBody>
      </p:sp>
      <p:pic>
        <p:nvPicPr>
          <p:cNvPr id="9" name="Picture 8">
            <a:extLst>
              <a:ext uri="{FF2B5EF4-FFF2-40B4-BE49-F238E27FC236}">
                <a16:creationId xmlns:a16="http://schemas.microsoft.com/office/drawing/2014/main" id="{63FE24B3-46E3-5F9A-8F01-66D1DDA9FD1E}"/>
              </a:ext>
            </a:extLst>
          </p:cNvPr>
          <p:cNvPicPr>
            <a:picLocks noChangeAspect="1"/>
          </p:cNvPicPr>
          <p:nvPr/>
        </p:nvPicPr>
        <p:blipFill>
          <a:blip r:embed="rId3"/>
          <a:stretch>
            <a:fillRect/>
          </a:stretch>
        </p:blipFill>
        <p:spPr>
          <a:xfrm>
            <a:off x="608076" y="995367"/>
            <a:ext cx="10972800" cy="5667733"/>
          </a:xfrm>
          <a:prstGeom prst="rect">
            <a:avLst/>
          </a:prstGeom>
        </p:spPr>
      </p:pic>
    </p:spTree>
    <p:extLst>
      <p:ext uri="{BB962C8B-B14F-4D97-AF65-F5344CB8AC3E}">
        <p14:creationId xmlns:p14="http://schemas.microsoft.com/office/powerpoint/2010/main" val="10390771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4B2081"/>
          </a:solidFill>
          <a:ln w="12700">
            <a:solidFill>
              <a:srgbClr val="4B2081"/>
            </a:solidFill>
            <a:prstDash val="solid"/>
          </a:ln>
        </p:spPr>
        <p:txBody>
          <a:bodyPr/>
          <a:lstStyle/>
          <a:p>
            <a:endParaRPr lang="en-US" dirty="0">
              <a:latin typeface="Helvetica" pitchFamily="2" charset="0"/>
            </a:endParaRPr>
          </a:p>
        </p:txBody>
      </p:sp>
      <p:sp>
        <p:nvSpPr>
          <p:cNvPr id="4" name="Text 2"/>
          <p:cNvSpPr/>
          <p:nvPr/>
        </p:nvSpPr>
        <p:spPr>
          <a:xfrm>
            <a:off x="5413812" y="199315"/>
            <a:ext cx="1527048" cy="292608"/>
          </a:xfrm>
          <a:prstGeom prst="rect">
            <a:avLst/>
          </a:prstGeom>
          <a:noFill/>
          <a:ln/>
        </p:spPr>
        <p:txBody>
          <a:bodyPr wrap="square" lIns="0" tIns="0" rIns="0" bIns="0" rtlCol="0" anchor="ctr">
            <a:noAutofit/>
          </a:bodyPr>
          <a:lstStyle/>
          <a:p>
            <a:pPr marL="0" indent="0" algn="ctr">
              <a:buNone/>
            </a:pPr>
            <a:r>
              <a:rPr lang="en-US" sz="2400" b="1" dirty="0">
                <a:solidFill>
                  <a:srgbClr val="FFFFFF"/>
                </a:solidFill>
                <a:latin typeface="HELVETICA LIGHT" panose="020B0403020202020204" pitchFamily="34" charset="0"/>
                <a:ea typeface="Aptos Display" pitchFamily="34" charset="-122"/>
                <a:cs typeface="Aptos Display" pitchFamily="34" charset="-120"/>
              </a:rPr>
              <a:t>Summary</a:t>
            </a:r>
            <a:endParaRPr lang="en-US" sz="2200" b="1" dirty="0">
              <a:latin typeface="HELVETICA LIGHT" panose="020B0403020202020204" pitchFamily="34" charset="0"/>
            </a:endParaRPr>
          </a:p>
        </p:txBody>
      </p:sp>
      <p:grpSp>
        <p:nvGrpSpPr>
          <p:cNvPr id="3882" name="Group 3881">
            <a:extLst>
              <a:ext uri="{FF2B5EF4-FFF2-40B4-BE49-F238E27FC236}">
                <a16:creationId xmlns:a16="http://schemas.microsoft.com/office/drawing/2014/main" id="{96CC1819-7646-0B2A-74AA-66DAE0092C49}"/>
              </a:ext>
            </a:extLst>
          </p:cNvPr>
          <p:cNvGrpSpPr/>
          <p:nvPr/>
        </p:nvGrpSpPr>
        <p:grpSpPr>
          <a:xfrm>
            <a:off x="471737" y="726660"/>
            <a:ext cx="4152913" cy="1825984"/>
            <a:chOff x="374918" y="827094"/>
            <a:chExt cx="4152913" cy="1825984"/>
          </a:xfrm>
        </p:grpSpPr>
        <p:sp>
          <p:nvSpPr>
            <p:cNvPr id="9" name="TextBox 8">
              <a:extLst>
                <a:ext uri="{FF2B5EF4-FFF2-40B4-BE49-F238E27FC236}">
                  <a16:creationId xmlns:a16="http://schemas.microsoft.com/office/drawing/2014/main" id="{488BEC4C-A6D2-8F22-2D94-5F471E1EB82B}"/>
                </a:ext>
              </a:extLst>
            </p:cNvPr>
            <p:cNvSpPr txBox="1"/>
            <p:nvPr/>
          </p:nvSpPr>
          <p:spPr>
            <a:xfrm>
              <a:off x="374918" y="827094"/>
              <a:ext cx="4152913" cy="338554"/>
            </a:xfrm>
            <a:prstGeom prst="rect">
              <a:avLst/>
            </a:prstGeom>
            <a:noFill/>
          </p:spPr>
          <p:txBody>
            <a:bodyPr wrap="square">
              <a:spAutoFit/>
            </a:bodyPr>
            <a:lstStyle/>
            <a:p>
              <a:pPr marL="0" indent="0" algn="ctr">
                <a:spcAft>
                  <a:spcPts val="2400"/>
                </a:spcAft>
                <a:buNone/>
              </a:pPr>
              <a:r>
                <a:rPr lang="en-US" sz="1600" dirty="0">
                  <a:latin typeface="Helvetica" pitchFamily="2" charset="0"/>
                </a:rPr>
                <a:t>EM benefits WM mnemonic discrimination</a:t>
              </a:r>
            </a:p>
          </p:txBody>
        </p:sp>
        <p:grpSp>
          <p:nvGrpSpPr>
            <p:cNvPr id="1216" name="Group 1215">
              <a:extLst>
                <a:ext uri="{FF2B5EF4-FFF2-40B4-BE49-F238E27FC236}">
                  <a16:creationId xmlns:a16="http://schemas.microsoft.com/office/drawing/2014/main" id="{FBAAA667-FA07-E7F6-D0DC-6979D81B63DE}"/>
                </a:ext>
              </a:extLst>
            </p:cNvPr>
            <p:cNvGrpSpPr>
              <a:grpSpLocks noChangeAspect="1"/>
            </p:cNvGrpSpPr>
            <p:nvPr/>
          </p:nvGrpSpPr>
          <p:grpSpPr>
            <a:xfrm>
              <a:off x="377782" y="1281478"/>
              <a:ext cx="3826322" cy="1371600"/>
              <a:chOff x="1834110" y="1401021"/>
              <a:chExt cx="9144000" cy="3277798"/>
            </a:xfrm>
          </p:grpSpPr>
          <p:grpSp>
            <p:nvGrpSpPr>
              <p:cNvPr id="10" name="Group 9">
                <a:extLst>
                  <a:ext uri="{FF2B5EF4-FFF2-40B4-BE49-F238E27FC236}">
                    <a16:creationId xmlns:a16="http://schemas.microsoft.com/office/drawing/2014/main" id="{807ED3B3-CF69-9E72-20FB-177002009CA9}"/>
                  </a:ext>
                </a:extLst>
              </p:cNvPr>
              <p:cNvGrpSpPr/>
              <p:nvPr/>
            </p:nvGrpSpPr>
            <p:grpSpPr>
              <a:xfrm>
                <a:off x="5379145" y="1831850"/>
                <a:ext cx="5566134" cy="2505892"/>
                <a:chOff x="4743317" y="3702060"/>
                <a:chExt cx="5566134" cy="2505892"/>
              </a:xfrm>
            </p:grpSpPr>
            <p:grpSp>
              <p:nvGrpSpPr>
                <p:cNvPr id="11" name="Group 10">
                  <a:extLst>
                    <a:ext uri="{FF2B5EF4-FFF2-40B4-BE49-F238E27FC236}">
                      <a16:creationId xmlns:a16="http://schemas.microsoft.com/office/drawing/2014/main" id="{000058F9-9103-B555-5803-79FB9F72D84C}"/>
                    </a:ext>
                  </a:extLst>
                </p:cNvPr>
                <p:cNvGrpSpPr/>
                <p:nvPr/>
              </p:nvGrpSpPr>
              <p:grpSpPr>
                <a:xfrm>
                  <a:off x="4743317" y="4325774"/>
                  <a:ext cx="848095" cy="1882178"/>
                  <a:chOff x="4743317" y="4325774"/>
                  <a:chExt cx="848095" cy="1882178"/>
                </a:xfrm>
              </p:grpSpPr>
              <p:sp>
                <p:nvSpPr>
                  <p:cNvPr id="48" name="Freeform 47">
                    <a:extLst>
                      <a:ext uri="{FF2B5EF4-FFF2-40B4-BE49-F238E27FC236}">
                        <a16:creationId xmlns:a16="http://schemas.microsoft.com/office/drawing/2014/main" id="{91E47CD4-C0CD-35EA-D24F-93896F9972C9}"/>
                      </a:ext>
                    </a:extLst>
                  </p:cNvPr>
                  <p:cNvSpPr/>
                  <p:nvPr/>
                </p:nvSpPr>
                <p:spPr>
                  <a:xfrm>
                    <a:off x="4953887" y="4906300"/>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49" name="Freeform 48">
                    <a:extLst>
                      <a:ext uri="{FF2B5EF4-FFF2-40B4-BE49-F238E27FC236}">
                        <a16:creationId xmlns:a16="http://schemas.microsoft.com/office/drawing/2014/main" id="{828D160D-7F17-5ED9-99C5-24FC7ACE3EE2}"/>
                      </a:ext>
                    </a:extLst>
                  </p:cNvPr>
                  <p:cNvSpPr/>
                  <p:nvPr/>
                </p:nvSpPr>
                <p:spPr>
                  <a:xfrm>
                    <a:off x="5079509" y="5335527"/>
                    <a:ext cx="133532" cy="8416"/>
                  </a:xfrm>
                  <a:custGeom>
                    <a:avLst/>
                    <a:gdLst>
                      <a:gd name="connsiteX0" fmla="*/ 0 w 35668"/>
                      <a:gd name="connsiteY0" fmla="*/ 0 h 2248"/>
                      <a:gd name="connsiteX1" fmla="*/ 35668 w 35668"/>
                      <a:gd name="connsiteY1" fmla="*/ 0 h 2248"/>
                    </a:gdLst>
                    <a:ahLst/>
                    <a:cxnLst>
                      <a:cxn ang="0">
                        <a:pos x="connsiteX0" y="connsiteY0"/>
                      </a:cxn>
                      <a:cxn ang="0">
                        <a:pos x="connsiteX1" y="connsiteY1"/>
                      </a:cxn>
                    </a:cxnLst>
                    <a:rect l="l" t="t" r="r" b="b"/>
                    <a:pathLst>
                      <a:path w="35668" h="2248">
                        <a:moveTo>
                          <a:pt x="0" y="0"/>
                        </a:moveTo>
                        <a:lnTo>
                          <a:pt x="35668" y="0"/>
                        </a:lnTo>
                      </a:path>
                    </a:pathLst>
                  </a:custGeom>
                  <a:ln w="4498" cap="flat">
                    <a:solidFill>
                      <a:srgbClr val="000000"/>
                    </a:solidFill>
                    <a:prstDash val="solid"/>
                    <a:round/>
                  </a:ln>
                </p:spPr>
                <p:txBody>
                  <a:bodyPr rtlCol="0" anchor="ctr"/>
                  <a:lstStyle/>
                  <a:p>
                    <a:endParaRPr lang="en-US"/>
                  </a:p>
                </p:txBody>
              </p:sp>
              <p:sp>
                <p:nvSpPr>
                  <p:cNvPr id="50" name="Freeform 49">
                    <a:extLst>
                      <a:ext uri="{FF2B5EF4-FFF2-40B4-BE49-F238E27FC236}">
                        <a16:creationId xmlns:a16="http://schemas.microsoft.com/office/drawing/2014/main" id="{EC79AD5C-E3DC-E92B-1CAB-72D7B8B3FC1B}"/>
                      </a:ext>
                    </a:extLst>
                  </p:cNvPr>
                  <p:cNvSpPr/>
                  <p:nvPr/>
                </p:nvSpPr>
                <p:spPr>
                  <a:xfrm>
                    <a:off x="5084978" y="5042108"/>
                    <a:ext cx="133532" cy="464669"/>
                  </a:xfrm>
                  <a:custGeom>
                    <a:avLst/>
                    <a:gdLst>
                      <a:gd name="connsiteX0" fmla="*/ 0 w 35668"/>
                      <a:gd name="connsiteY0" fmla="*/ 0 h 124119"/>
                      <a:gd name="connsiteX1" fmla="*/ 35668 w 35668"/>
                      <a:gd name="connsiteY1" fmla="*/ 0 h 124119"/>
                      <a:gd name="connsiteX2" fmla="*/ 35668 w 35668"/>
                      <a:gd name="connsiteY2" fmla="*/ 124120 h 124119"/>
                      <a:gd name="connsiteX3" fmla="*/ 0 w 35668"/>
                      <a:gd name="connsiteY3" fmla="*/ 124120 h 124119"/>
                    </a:gdLst>
                    <a:ahLst/>
                    <a:cxnLst>
                      <a:cxn ang="0">
                        <a:pos x="connsiteX0" y="connsiteY0"/>
                      </a:cxn>
                      <a:cxn ang="0">
                        <a:pos x="connsiteX1" y="connsiteY1"/>
                      </a:cxn>
                      <a:cxn ang="0">
                        <a:pos x="connsiteX2" y="connsiteY2"/>
                      </a:cxn>
                      <a:cxn ang="0">
                        <a:pos x="connsiteX3" y="connsiteY3"/>
                      </a:cxn>
                    </a:cxnLst>
                    <a:rect l="l" t="t" r="r" b="b"/>
                    <a:pathLst>
                      <a:path w="35668" h="124119">
                        <a:moveTo>
                          <a:pt x="0" y="0"/>
                        </a:moveTo>
                        <a:lnTo>
                          <a:pt x="35668" y="0"/>
                        </a:lnTo>
                        <a:lnTo>
                          <a:pt x="35668" y="124120"/>
                        </a:lnTo>
                        <a:lnTo>
                          <a:pt x="0" y="124120"/>
                        </a:lnTo>
                        <a:close/>
                      </a:path>
                    </a:pathLst>
                  </a:custGeom>
                  <a:noFill/>
                  <a:ln w="4498" cap="flat">
                    <a:solidFill>
                      <a:srgbClr val="010101"/>
                    </a:solidFill>
                    <a:prstDash val="solid"/>
                    <a:miter/>
                  </a:ln>
                </p:spPr>
                <p:txBody>
                  <a:bodyPr rtlCol="0" anchor="ctr"/>
                  <a:lstStyle/>
                  <a:p>
                    <a:endParaRPr lang="en-US"/>
                  </a:p>
                </p:txBody>
              </p:sp>
              <p:grpSp>
                <p:nvGrpSpPr>
                  <p:cNvPr id="51" name="Group 50">
                    <a:extLst>
                      <a:ext uri="{FF2B5EF4-FFF2-40B4-BE49-F238E27FC236}">
                        <a16:creationId xmlns:a16="http://schemas.microsoft.com/office/drawing/2014/main" id="{F77CAE64-DB21-C4D3-E5DC-46B8A0B1AD74}"/>
                      </a:ext>
                    </a:extLst>
                  </p:cNvPr>
                  <p:cNvGrpSpPr/>
                  <p:nvPr/>
                </p:nvGrpSpPr>
                <p:grpSpPr>
                  <a:xfrm>
                    <a:off x="4743317" y="4325774"/>
                    <a:ext cx="848095" cy="1882178"/>
                    <a:chOff x="4743317" y="4325774"/>
                    <a:chExt cx="848095" cy="1882178"/>
                  </a:xfrm>
                </p:grpSpPr>
                <p:sp>
                  <p:nvSpPr>
                    <p:cNvPr id="52" name="Freeform 51">
                      <a:extLst>
                        <a:ext uri="{FF2B5EF4-FFF2-40B4-BE49-F238E27FC236}">
                          <a16:creationId xmlns:a16="http://schemas.microsoft.com/office/drawing/2014/main" id="{4663DD79-18B4-DF2B-1647-563BAD7FFD05}"/>
                        </a:ext>
                      </a:extLst>
                    </p:cNvPr>
                    <p:cNvSpPr/>
                    <p:nvPr/>
                  </p:nvSpPr>
                  <p:spPr>
                    <a:xfrm>
                      <a:off x="5146274" y="4325774"/>
                      <a:ext cx="445138" cy="1882178"/>
                    </a:xfrm>
                    <a:custGeom>
                      <a:avLst/>
                      <a:gdLst>
                        <a:gd name="connsiteX0" fmla="*/ 5398 w 118902"/>
                        <a:gd name="connsiteY0" fmla="*/ 485393 h 502754"/>
                        <a:gd name="connsiteX1" fmla="*/ 6230 w 118902"/>
                        <a:gd name="connsiteY1" fmla="*/ 479478 h 502754"/>
                        <a:gd name="connsiteX2" fmla="*/ 7129 w 118902"/>
                        <a:gd name="connsiteY2" fmla="*/ 473563 h 502754"/>
                        <a:gd name="connsiteX3" fmla="*/ 8119 w 118902"/>
                        <a:gd name="connsiteY3" fmla="*/ 467648 h 502754"/>
                        <a:gd name="connsiteX4" fmla="*/ 9198 w 118902"/>
                        <a:gd name="connsiteY4" fmla="*/ 461734 h 502754"/>
                        <a:gd name="connsiteX5" fmla="*/ 10413 w 118902"/>
                        <a:gd name="connsiteY5" fmla="*/ 455796 h 502754"/>
                        <a:gd name="connsiteX6" fmla="*/ 11785 w 118902"/>
                        <a:gd name="connsiteY6" fmla="*/ 449882 h 502754"/>
                        <a:gd name="connsiteX7" fmla="*/ 13336 w 118902"/>
                        <a:gd name="connsiteY7" fmla="*/ 443967 h 502754"/>
                        <a:gd name="connsiteX8" fmla="*/ 15135 w 118902"/>
                        <a:gd name="connsiteY8" fmla="*/ 438052 h 502754"/>
                        <a:gd name="connsiteX9" fmla="*/ 17182 w 118902"/>
                        <a:gd name="connsiteY9" fmla="*/ 432115 h 502754"/>
                        <a:gd name="connsiteX10" fmla="*/ 19566 w 118902"/>
                        <a:gd name="connsiteY10" fmla="*/ 426200 h 502754"/>
                        <a:gd name="connsiteX11" fmla="*/ 22309 w 118902"/>
                        <a:gd name="connsiteY11" fmla="*/ 420285 h 502754"/>
                        <a:gd name="connsiteX12" fmla="*/ 25481 w 118902"/>
                        <a:gd name="connsiteY12" fmla="*/ 414371 h 502754"/>
                        <a:gd name="connsiteX13" fmla="*/ 29079 w 118902"/>
                        <a:gd name="connsiteY13" fmla="*/ 408456 h 502754"/>
                        <a:gd name="connsiteX14" fmla="*/ 33127 w 118902"/>
                        <a:gd name="connsiteY14" fmla="*/ 402519 h 502754"/>
                        <a:gd name="connsiteX15" fmla="*/ 37648 w 118902"/>
                        <a:gd name="connsiteY15" fmla="*/ 396604 h 502754"/>
                        <a:gd name="connsiteX16" fmla="*/ 42618 w 118902"/>
                        <a:gd name="connsiteY16" fmla="*/ 390689 h 502754"/>
                        <a:gd name="connsiteX17" fmla="*/ 47993 w 118902"/>
                        <a:gd name="connsiteY17" fmla="*/ 384774 h 502754"/>
                        <a:gd name="connsiteX18" fmla="*/ 53705 w 118902"/>
                        <a:gd name="connsiteY18" fmla="*/ 378837 h 502754"/>
                        <a:gd name="connsiteX19" fmla="*/ 59732 w 118902"/>
                        <a:gd name="connsiteY19" fmla="*/ 372922 h 502754"/>
                        <a:gd name="connsiteX20" fmla="*/ 65917 w 118902"/>
                        <a:gd name="connsiteY20" fmla="*/ 367007 h 502754"/>
                        <a:gd name="connsiteX21" fmla="*/ 72192 w 118902"/>
                        <a:gd name="connsiteY21" fmla="*/ 361093 h 502754"/>
                        <a:gd name="connsiteX22" fmla="*/ 78421 w 118902"/>
                        <a:gd name="connsiteY22" fmla="*/ 355178 h 502754"/>
                        <a:gd name="connsiteX23" fmla="*/ 84493 w 118902"/>
                        <a:gd name="connsiteY23" fmla="*/ 349241 h 502754"/>
                        <a:gd name="connsiteX24" fmla="*/ 90296 w 118902"/>
                        <a:gd name="connsiteY24" fmla="*/ 343326 h 502754"/>
                        <a:gd name="connsiteX25" fmla="*/ 95738 w 118902"/>
                        <a:gd name="connsiteY25" fmla="*/ 337411 h 502754"/>
                        <a:gd name="connsiteX26" fmla="*/ 100708 w 118902"/>
                        <a:gd name="connsiteY26" fmla="*/ 331496 h 502754"/>
                        <a:gd name="connsiteX27" fmla="*/ 105139 w 118902"/>
                        <a:gd name="connsiteY27" fmla="*/ 325582 h 502754"/>
                        <a:gd name="connsiteX28" fmla="*/ 108962 w 118902"/>
                        <a:gd name="connsiteY28" fmla="*/ 319644 h 502754"/>
                        <a:gd name="connsiteX29" fmla="*/ 112178 w 118902"/>
                        <a:gd name="connsiteY29" fmla="*/ 313730 h 502754"/>
                        <a:gd name="connsiteX30" fmla="*/ 114742 w 118902"/>
                        <a:gd name="connsiteY30" fmla="*/ 307815 h 502754"/>
                        <a:gd name="connsiteX31" fmla="*/ 116676 w 118902"/>
                        <a:gd name="connsiteY31" fmla="*/ 301900 h 502754"/>
                        <a:gd name="connsiteX32" fmla="*/ 117980 w 118902"/>
                        <a:gd name="connsiteY32" fmla="*/ 295963 h 502754"/>
                        <a:gd name="connsiteX33" fmla="*/ 118700 w 118902"/>
                        <a:gd name="connsiteY33" fmla="*/ 290048 h 502754"/>
                        <a:gd name="connsiteX34" fmla="*/ 118902 w 118902"/>
                        <a:gd name="connsiteY34" fmla="*/ 284133 h 502754"/>
                        <a:gd name="connsiteX35" fmla="*/ 118633 w 118902"/>
                        <a:gd name="connsiteY35" fmla="*/ 278219 h 502754"/>
                        <a:gd name="connsiteX36" fmla="*/ 117935 w 118902"/>
                        <a:gd name="connsiteY36" fmla="*/ 272304 h 502754"/>
                        <a:gd name="connsiteX37" fmla="*/ 116901 w 118902"/>
                        <a:gd name="connsiteY37" fmla="*/ 266367 h 502754"/>
                        <a:gd name="connsiteX38" fmla="*/ 115551 w 118902"/>
                        <a:gd name="connsiteY38" fmla="*/ 260452 h 502754"/>
                        <a:gd name="connsiteX39" fmla="*/ 113977 w 118902"/>
                        <a:gd name="connsiteY39" fmla="*/ 254537 h 502754"/>
                        <a:gd name="connsiteX40" fmla="*/ 112201 w 118902"/>
                        <a:gd name="connsiteY40" fmla="*/ 248622 h 502754"/>
                        <a:gd name="connsiteX41" fmla="*/ 110266 w 118902"/>
                        <a:gd name="connsiteY41" fmla="*/ 242708 h 502754"/>
                        <a:gd name="connsiteX42" fmla="*/ 108242 w 118902"/>
                        <a:gd name="connsiteY42" fmla="*/ 236770 h 502754"/>
                        <a:gd name="connsiteX43" fmla="*/ 106083 w 118902"/>
                        <a:gd name="connsiteY43" fmla="*/ 230856 h 502754"/>
                        <a:gd name="connsiteX44" fmla="*/ 103857 w 118902"/>
                        <a:gd name="connsiteY44" fmla="*/ 224941 h 502754"/>
                        <a:gd name="connsiteX45" fmla="*/ 101518 w 118902"/>
                        <a:gd name="connsiteY45" fmla="*/ 219026 h 502754"/>
                        <a:gd name="connsiteX46" fmla="*/ 99044 w 118902"/>
                        <a:gd name="connsiteY46" fmla="*/ 213089 h 502754"/>
                        <a:gd name="connsiteX47" fmla="*/ 96435 w 118902"/>
                        <a:gd name="connsiteY47" fmla="*/ 207174 h 502754"/>
                        <a:gd name="connsiteX48" fmla="*/ 93647 w 118902"/>
                        <a:gd name="connsiteY48" fmla="*/ 201259 h 502754"/>
                        <a:gd name="connsiteX49" fmla="*/ 90633 w 118902"/>
                        <a:gd name="connsiteY49" fmla="*/ 195344 h 502754"/>
                        <a:gd name="connsiteX50" fmla="*/ 87349 w 118902"/>
                        <a:gd name="connsiteY50" fmla="*/ 189430 h 502754"/>
                        <a:gd name="connsiteX51" fmla="*/ 83819 w 118902"/>
                        <a:gd name="connsiteY51" fmla="*/ 183492 h 502754"/>
                        <a:gd name="connsiteX52" fmla="*/ 79973 w 118902"/>
                        <a:gd name="connsiteY52" fmla="*/ 177578 h 502754"/>
                        <a:gd name="connsiteX53" fmla="*/ 75835 w 118902"/>
                        <a:gd name="connsiteY53" fmla="*/ 171663 h 502754"/>
                        <a:gd name="connsiteX54" fmla="*/ 71404 w 118902"/>
                        <a:gd name="connsiteY54" fmla="*/ 165748 h 502754"/>
                        <a:gd name="connsiteX55" fmla="*/ 66726 w 118902"/>
                        <a:gd name="connsiteY55" fmla="*/ 159833 h 502754"/>
                        <a:gd name="connsiteX56" fmla="*/ 61824 w 118902"/>
                        <a:gd name="connsiteY56" fmla="*/ 153896 h 502754"/>
                        <a:gd name="connsiteX57" fmla="*/ 56809 w 118902"/>
                        <a:gd name="connsiteY57" fmla="*/ 147981 h 502754"/>
                        <a:gd name="connsiteX58" fmla="*/ 51681 w 118902"/>
                        <a:gd name="connsiteY58" fmla="*/ 142067 h 502754"/>
                        <a:gd name="connsiteX59" fmla="*/ 46576 w 118902"/>
                        <a:gd name="connsiteY59" fmla="*/ 136152 h 502754"/>
                        <a:gd name="connsiteX60" fmla="*/ 41538 w 118902"/>
                        <a:gd name="connsiteY60" fmla="*/ 130215 h 502754"/>
                        <a:gd name="connsiteX61" fmla="*/ 36658 w 118902"/>
                        <a:gd name="connsiteY61" fmla="*/ 124300 h 502754"/>
                        <a:gd name="connsiteX62" fmla="*/ 32003 w 118902"/>
                        <a:gd name="connsiteY62" fmla="*/ 118385 h 502754"/>
                        <a:gd name="connsiteX63" fmla="*/ 27617 w 118902"/>
                        <a:gd name="connsiteY63" fmla="*/ 112470 h 502754"/>
                        <a:gd name="connsiteX64" fmla="*/ 23569 w 118902"/>
                        <a:gd name="connsiteY64" fmla="*/ 106556 h 502754"/>
                        <a:gd name="connsiteX65" fmla="*/ 19858 w 118902"/>
                        <a:gd name="connsiteY65" fmla="*/ 100618 h 502754"/>
                        <a:gd name="connsiteX66" fmla="*/ 16552 w 118902"/>
                        <a:gd name="connsiteY66" fmla="*/ 94704 h 502754"/>
                        <a:gd name="connsiteX67" fmla="*/ 13629 w 118902"/>
                        <a:gd name="connsiteY67" fmla="*/ 88789 h 502754"/>
                        <a:gd name="connsiteX68" fmla="*/ 11087 w 118902"/>
                        <a:gd name="connsiteY68" fmla="*/ 82874 h 502754"/>
                        <a:gd name="connsiteX69" fmla="*/ 8906 w 118902"/>
                        <a:gd name="connsiteY69" fmla="*/ 76959 h 502754"/>
                        <a:gd name="connsiteX70" fmla="*/ 7062 w 118902"/>
                        <a:gd name="connsiteY70" fmla="*/ 71022 h 502754"/>
                        <a:gd name="connsiteX71" fmla="*/ 5532 w 118902"/>
                        <a:gd name="connsiteY71" fmla="*/ 65107 h 502754"/>
                        <a:gd name="connsiteX72" fmla="*/ 4295 w 118902"/>
                        <a:gd name="connsiteY72" fmla="*/ 59193 h 502754"/>
                        <a:gd name="connsiteX73" fmla="*/ 3283 w 118902"/>
                        <a:gd name="connsiteY73" fmla="*/ 53278 h 502754"/>
                        <a:gd name="connsiteX74" fmla="*/ 2474 w 118902"/>
                        <a:gd name="connsiteY74" fmla="*/ 47341 h 502754"/>
                        <a:gd name="connsiteX75" fmla="*/ 1844 w 118902"/>
                        <a:gd name="connsiteY75" fmla="*/ 41426 h 502754"/>
                        <a:gd name="connsiteX76" fmla="*/ 1349 w 118902"/>
                        <a:gd name="connsiteY76" fmla="*/ 35511 h 502754"/>
                        <a:gd name="connsiteX77" fmla="*/ 989 w 118902"/>
                        <a:gd name="connsiteY77" fmla="*/ 29596 h 502754"/>
                        <a:gd name="connsiteX78" fmla="*/ 697 w 118902"/>
                        <a:gd name="connsiteY78" fmla="*/ 23682 h 502754"/>
                        <a:gd name="connsiteX79" fmla="*/ 495 w 118902"/>
                        <a:gd name="connsiteY79" fmla="*/ 17744 h 502754"/>
                        <a:gd name="connsiteX80" fmla="*/ 360 w 118902"/>
                        <a:gd name="connsiteY80" fmla="*/ 11830 h 502754"/>
                        <a:gd name="connsiteX81" fmla="*/ 247 w 118902"/>
                        <a:gd name="connsiteY81" fmla="*/ 5915 h 502754"/>
                        <a:gd name="connsiteX82" fmla="*/ 157 w 118902"/>
                        <a:gd name="connsiteY82" fmla="*/ 0 h 502754"/>
                        <a:gd name="connsiteX83" fmla="*/ 0 w 118902"/>
                        <a:gd name="connsiteY83" fmla="*/ 0 h 502754"/>
                        <a:gd name="connsiteX84" fmla="*/ 0 w 118902"/>
                        <a:gd name="connsiteY84" fmla="*/ 5915 h 502754"/>
                        <a:gd name="connsiteX85" fmla="*/ 0 w 118902"/>
                        <a:gd name="connsiteY85" fmla="*/ 11830 h 502754"/>
                        <a:gd name="connsiteX86" fmla="*/ 0 w 118902"/>
                        <a:gd name="connsiteY86" fmla="*/ 17744 h 502754"/>
                        <a:gd name="connsiteX87" fmla="*/ 0 w 118902"/>
                        <a:gd name="connsiteY87" fmla="*/ 23682 h 502754"/>
                        <a:gd name="connsiteX88" fmla="*/ 0 w 118902"/>
                        <a:gd name="connsiteY88" fmla="*/ 29596 h 502754"/>
                        <a:gd name="connsiteX89" fmla="*/ 0 w 118902"/>
                        <a:gd name="connsiteY89" fmla="*/ 35511 h 502754"/>
                        <a:gd name="connsiteX90" fmla="*/ 0 w 118902"/>
                        <a:gd name="connsiteY90" fmla="*/ 41426 h 502754"/>
                        <a:gd name="connsiteX91" fmla="*/ 0 w 118902"/>
                        <a:gd name="connsiteY91" fmla="*/ 47341 h 502754"/>
                        <a:gd name="connsiteX92" fmla="*/ 0 w 118902"/>
                        <a:gd name="connsiteY92" fmla="*/ 53278 h 502754"/>
                        <a:gd name="connsiteX93" fmla="*/ 0 w 118902"/>
                        <a:gd name="connsiteY93" fmla="*/ 59193 h 502754"/>
                        <a:gd name="connsiteX94" fmla="*/ 0 w 118902"/>
                        <a:gd name="connsiteY94" fmla="*/ 65107 h 502754"/>
                        <a:gd name="connsiteX95" fmla="*/ 0 w 118902"/>
                        <a:gd name="connsiteY95" fmla="*/ 71022 h 502754"/>
                        <a:gd name="connsiteX96" fmla="*/ 0 w 118902"/>
                        <a:gd name="connsiteY96" fmla="*/ 76959 h 502754"/>
                        <a:gd name="connsiteX97" fmla="*/ 0 w 118902"/>
                        <a:gd name="connsiteY97" fmla="*/ 82874 h 502754"/>
                        <a:gd name="connsiteX98" fmla="*/ 0 w 118902"/>
                        <a:gd name="connsiteY98" fmla="*/ 88789 h 502754"/>
                        <a:gd name="connsiteX99" fmla="*/ 0 w 118902"/>
                        <a:gd name="connsiteY99" fmla="*/ 94704 h 502754"/>
                        <a:gd name="connsiteX100" fmla="*/ 0 w 118902"/>
                        <a:gd name="connsiteY100" fmla="*/ 100618 h 502754"/>
                        <a:gd name="connsiteX101" fmla="*/ 0 w 118902"/>
                        <a:gd name="connsiteY101" fmla="*/ 106556 h 502754"/>
                        <a:gd name="connsiteX102" fmla="*/ 0 w 118902"/>
                        <a:gd name="connsiteY102" fmla="*/ 112470 h 502754"/>
                        <a:gd name="connsiteX103" fmla="*/ 0 w 118902"/>
                        <a:gd name="connsiteY103" fmla="*/ 118385 h 502754"/>
                        <a:gd name="connsiteX104" fmla="*/ 0 w 118902"/>
                        <a:gd name="connsiteY104" fmla="*/ 124300 h 502754"/>
                        <a:gd name="connsiteX105" fmla="*/ 0 w 118902"/>
                        <a:gd name="connsiteY105" fmla="*/ 130215 h 502754"/>
                        <a:gd name="connsiteX106" fmla="*/ 0 w 118902"/>
                        <a:gd name="connsiteY106" fmla="*/ 136152 h 502754"/>
                        <a:gd name="connsiteX107" fmla="*/ 0 w 118902"/>
                        <a:gd name="connsiteY107" fmla="*/ 142067 h 502754"/>
                        <a:gd name="connsiteX108" fmla="*/ 0 w 118902"/>
                        <a:gd name="connsiteY108" fmla="*/ 147981 h 502754"/>
                        <a:gd name="connsiteX109" fmla="*/ 0 w 118902"/>
                        <a:gd name="connsiteY109" fmla="*/ 153896 h 502754"/>
                        <a:gd name="connsiteX110" fmla="*/ 0 w 118902"/>
                        <a:gd name="connsiteY110" fmla="*/ 159833 h 502754"/>
                        <a:gd name="connsiteX111" fmla="*/ 0 w 118902"/>
                        <a:gd name="connsiteY111" fmla="*/ 165748 h 502754"/>
                        <a:gd name="connsiteX112" fmla="*/ 0 w 118902"/>
                        <a:gd name="connsiteY112" fmla="*/ 171663 h 502754"/>
                        <a:gd name="connsiteX113" fmla="*/ 0 w 118902"/>
                        <a:gd name="connsiteY113" fmla="*/ 177578 h 502754"/>
                        <a:gd name="connsiteX114" fmla="*/ 0 w 118902"/>
                        <a:gd name="connsiteY114" fmla="*/ 183492 h 502754"/>
                        <a:gd name="connsiteX115" fmla="*/ 0 w 118902"/>
                        <a:gd name="connsiteY115" fmla="*/ 189430 h 502754"/>
                        <a:gd name="connsiteX116" fmla="*/ 0 w 118902"/>
                        <a:gd name="connsiteY116" fmla="*/ 195344 h 502754"/>
                        <a:gd name="connsiteX117" fmla="*/ 0 w 118902"/>
                        <a:gd name="connsiteY117" fmla="*/ 201259 h 502754"/>
                        <a:gd name="connsiteX118" fmla="*/ 0 w 118902"/>
                        <a:gd name="connsiteY118" fmla="*/ 207174 h 502754"/>
                        <a:gd name="connsiteX119" fmla="*/ 0 w 118902"/>
                        <a:gd name="connsiteY119" fmla="*/ 213089 h 502754"/>
                        <a:gd name="connsiteX120" fmla="*/ 0 w 118902"/>
                        <a:gd name="connsiteY120" fmla="*/ 219026 h 502754"/>
                        <a:gd name="connsiteX121" fmla="*/ 0 w 118902"/>
                        <a:gd name="connsiteY121" fmla="*/ 224941 h 502754"/>
                        <a:gd name="connsiteX122" fmla="*/ 0 w 118902"/>
                        <a:gd name="connsiteY122" fmla="*/ 230856 h 502754"/>
                        <a:gd name="connsiteX123" fmla="*/ 0 w 118902"/>
                        <a:gd name="connsiteY123" fmla="*/ 236770 h 502754"/>
                        <a:gd name="connsiteX124" fmla="*/ 0 w 118902"/>
                        <a:gd name="connsiteY124" fmla="*/ 242708 h 502754"/>
                        <a:gd name="connsiteX125" fmla="*/ 0 w 118902"/>
                        <a:gd name="connsiteY125" fmla="*/ 248622 h 502754"/>
                        <a:gd name="connsiteX126" fmla="*/ 0 w 118902"/>
                        <a:gd name="connsiteY126" fmla="*/ 254537 h 502754"/>
                        <a:gd name="connsiteX127" fmla="*/ 0 w 118902"/>
                        <a:gd name="connsiteY127" fmla="*/ 260452 h 502754"/>
                        <a:gd name="connsiteX128" fmla="*/ 0 w 118902"/>
                        <a:gd name="connsiteY128" fmla="*/ 266367 h 502754"/>
                        <a:gd name="connsiteX129" fmla="*/ 0 w 118902"/>
                        <a:gd name="connsiteY129" fmla="*/ 272304 h 502754"/>
                        <a:gd name="connsiteX130" fmla="*/ 0 w 118902"/>
                        <a:gd name="connsiteY130" fmla="*/ 278219 h 502754"/>
                        <a:gd name="connsiteX131" fmla="*/ 0 w 118902"/>
                        <a:gd name="connsiteY131" fmla="*/ 284133 h 502754"/>
                        <a:gd name="connsiteX132" fmla="*/ 0 w 118902"/>
                        <a:gd name="connsiteY132" fmla="*/ 290048 h 502754"/>
                        <a:gd name="connsiteX133" fmla="*/ 0 w 118902"/>
                        <a:gd name="connsiteY133" fmla="*/ 295963 h 502754"/>
                        <a:gd name="connsiteX134" fmla="*/ 0 w 118902"/>
                        <a:gd name="connsiteY134" fmla="*/ 301900 h 502754"/>
                        <a:gd name="connsiteX135" fmla="*/ 0 w 118902"/>
                        <a:gd name="connsiteY135" fmla="*/ 307815 h 502754"/>
                        <a:gd name="connsiteX136" fmla="*/ 0 w 118902"/>
                        <a:gd name="connsiteY136" fmla="*/ 313730 h 502754"/>
                        <a:gd name="connsiteX137" fmla="*/ 0 w 118902"/>
                        <a:gd name="connsiteY137" fmla="*/ 319644 h 502754"/>
                        <a:gd name="connsiteX138" fmla="*/ 0 w 118902"/>
                        <a:gd name="connsiteY138" fmla="*/ 325582 h 502754"/>
                        <a:gd name="connsiteX139" fmla="*/ 0 w 118902"/>
                        <a:gd name="connsiteY139" fmla="*/ 331496 h 502754"/>
                        <a:gd name="connsiteX140" fmla="*/ 0 w 118902"/>
                        <a:gd name="connsiteY140" fmla="*/ 337411 h 502754"/>
                        <a:gd name="connsiteX141" fmla="*/ 0 w 118902"/>
                        <a:gd name="connsiteY141" fmla="*/ 343326 h 502754"/>
                        <a:gd name="connsiteX142" fmla="*/ 0 w 118902"/>
                        <a:gd name="connsiteY142" fmla="*/ 349241 h 502754"/>
                        <a:gd name="connsiteX143" fmla="*/ 0 w 118902"/>
                        <a:gd name="connsiteY143" fmla="*/ 355178 h 502754"/>
                        <a:gd name="connsiteX144" fmla="*/ 0 w 118902"/>
                        <a:gd name="connsiteY144" fmla="*/ 361093 h 502754"/>
                        <a:gd name="connsiteX145" fmla="*/ 0 w 118902"/>
                        <a:gd name="connsiteY145" fmla="*/ 367007 h 502754"/>
                        <a:gd name="connsiteX146" fmla="*/ 0 w 118902"/>
                        <a:gd name="connsiteY146" fmla="*/ 372922 h 502754"/>
                        <a:gd name="connsiteX147" fmla="*/ 0 w 118902"/>
                        <a:gd name="connsiteY147" fmla="*/ 378837 h 502754"/>
                        <a:gd name="connsiteX148" fmla="*/ 0 w 118902"/>
                        <a:gd name="connsiteY148" fmla="*/ 384774 h 502754"/>
                        <a:gd name="connsiteX149" fmla="*/ 0 w 118902"/>
                        <a:gd name="connsiteY149" fmla="*/ 390689 h 502754"/>
                        <a:gd name="connsiteX150" fmla="*/ 0 w 118902"/>
                        <a:gd name="connsiteY150" fmla="*/ 396604 h 502754"/>
                        <a:gd name="connsiteX151" fmla="*/ 0 w 118902"/>
                        <a:gd name="connsiteY151" fmla="*/ 402519 h 502754"/>
                        <a:gd name="connsiteX152" fmla="*/ 0 w 118902"/>
                        <a:gd name="connsiteY152" fmla="*/ 408456 h 502754"/>
                        <a:gd name="connsiteX153" fmla="*/ 0 w 118902"/>
                        <a:gd name="connsiteY153" fmla="*/ 414371 h 502754"/>
                        <a:gd name="connsiteX154" fmla="*/ 0 w 118902"/>
                        <a:gd name="connsiteY154" fmla="*/ 420285 h 502754"/>
                        <a:gd name="connsiteX155" fmla="*/ 0 w 118902"/>
                        <a:gd name="connsiteY155" fmla="*/ 426200 h 502754"/>
                        <a:gd name="connsiteX156" fmla="*/ 0 w 118902"/>
                        <a:gd name="connsiteY156" fmla="*/ 432115 h 502754"/>
                        <a:gd name="connsiteX157" fmla="*/ 0 w 118902"/>
                        <a:gd name="connsiteY157" fmla="*/ 438052 h 502754"/>
                        <a:gd name="connsiteX158" fmla="*/ 0 w 118902"/>
                        <a:gd name="connsiteY158" fmla="*/ 443967 h 502754"/>
                        <a:gd name="connsiteX159" fmla="*/ 0 w 118902"/>
                        <a:gd name="connsiteY159" fmla="*/ 449882 h 502754"/>
                        <a:gd name="connsiteX160" fmla="*/ 0 w 118902"/>
                        <a:gd name="connsiteY160" fmla="*/ 455796 h 502754"/>
                        <a:gd name="connsiteX161" fmla="*/ 0 w 118902"/>
                        <a:gd name="connsiteY161" fmla="*/ 461734 h 502754"/>
                        <a:gd name="connsiteX162" fmla="*/ 0 w 118902"/>
                        <a:gd name="connsiteY162" fmla="*/ 467648 h 502754"/>
                        <a:gd name="connsiteX163" fmla="*/ 0 w 118902"/>
                        <a:gd name="connsiteY163" fmla="*/ 473563 h 502754"/>
                        <a:gd name="connsiteX164" fmla="*/ 0 w 118902"/>
                        <a:gd name="connsiteY164" fmla="*/ 479478 h 502754"/>
                        <a:gd name="connsiteX165" fmla="*/ 0 w 118902"/>
                        <a:gd name="connsiteY165" fmla="*/ 485393 h 502754"/>
                        <a:gd name="connsiteX166" fmla="*/ 0 w 118902"/>
                        <a:gd name="connsiteY166" fmla="*/ 491330 h 502754"/>
                        <a:gd name="connsiteX167" fmla="*/ 0 w 118902"/>
                        <a:gd name="connsiteY167" fmla="*/ 497245 h 502754"/>
                        <a:gd name="connsiteX168" fmla="*/ 0 w 118902"/>
                        <a:gd name="connsiteY168" fmla="*/ 502755 h 502754"/>
                        <a:gd name="connsiteX169" fmla="*/ 3126 w 118902"/>
                        <a:gd name="connsiteY169" fmla="*/ 502755 h 502754"/>
                        <a:gd name="connsiteX170" fmla="*/ 3396 w 118902"/>
                        <a:gd name="connsiteY170" fmla="*/ 502755 h 502754"/>
                        <a:gd name="connsiteX171" fmla="*/ 3981 w 118902"/>
                        <a:gd name="connsiteY171" fmla="*/ 497245 h 502754"/>
                        <a:gd name="connsiteX172" fmla="*/ 4655 w 118902"/>
                        <a:gd name="connsiteY172" fmla="*/ 491330 h 502754"/>
                        <a:gd name="connsiteX173" fmla="*/ 5398 w 118902"/>
                        <a:gd name="connsiteY173" fmla="*/ 485393 h 502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Lst>
                      <a:rect l="l" t="t" r="r" b="b"/>
                      <a:pathLst>
                        <a:path w="118902" h="502754">
                          <a:moveTo>
                            <a:pt x="5398" y="485393"/>
                          </a:moveTo>
                          <a:lnTo>
                            <a:pt x="6230" y="479478"/>
                          </a:lnTo>
                          <a:lnTo>
                            <a:pt x="7129" y="473563"/>
                          </a:lnTo>
                          <a:lnTo>
                            <a:pt x="8119" y="467648"/>
                          </a:lnTo>
                          <a:lnTo>
                            <a:pt x="9198" y="461734"/>
                          </a:lnTo>
                          <a:lnTo>
                            <a:pt x="10413" y="455796"/>
                          </a:lnTo>
                          <a:lnTo>
                            <a:pt x="11785" y="449882"/>
                          </a:lnTo>
                          <a:lnTo>
                            <a:pt x="13336" y="443967"/>
                          </a:lnTo>
                          <a:lnTo>
                            <a:pt x="15135" y="438052"/>
                          </a:lnTo>
                          <a:lnTo>
                            <a:pt x="17182" y="432115"/>
                          </a:lnTo>
                          <a:lnTo>
                            <a:pt x="19566" y="426200"/>
                          </a:lnTo>
                          <a:lnTo>
                            <a:pt x="22309" y="420285"/>
                          </a:lnTo>
                          <a:lnTo>
                            <a:pt x="25481" y="414371"/>
                          </a:lnTo>
                          <a:lnTo>
                            <a:pt x="29079" y="408456"/>
                          </a:lnTo>
                          <a:lnTo>
                            <a:pt x="33127" y="402519"/>
                          </a:lnTo>
                          <a:lnTo>
                            <a:pt x="37648" y="396604"/>
                          </a:lnTo>
                          <a:lnTo>
                            <a:pt x="42618" y="390689"/>
                          </a:lnTo>
                          <a:lnTo>
                            <a:pt x="47993" y="384774"/>
                          </a:lnTo>
                          <a:lnTo>
                            <a:pt x="53705" y="378837"/>
                          </a:lnTo>
                          <a:lnTo>
                            <a:pt x="59732" y="372922"/>
                          </a:lnTo>
                          <a:lnTo>
                            <a:pt x="65917" y="367007"/>
                          </a:lnTo>
                          <a:lnTo>
                            <a:pt x="72192" y="361093"/>
                          </a:lnTo>
                          <a:lnTo>
                            <a:pt x="78421" y="355178"/>
                          </a:lnTo>
                          <a:lnTo>
                            <a:pt x="84493" y="349241"/>
                          </a:lnTo>
                          <a:lnTo>
                            <a:pt x="90296" y="343326"/>
                          </a:lnTo>
                          <a:lnTo>
                            <a:pt x="95738" y="337411"/>
                          </a:lnTo>
                          <a:lnTo>
                            <a:pt x="100708" y="331496"/>
                          </a:lnTo>
                          <a:lnTo>
                            <a:pt x="105139" y="325582"/>
                          </a:lnTo>
                          <a:lnTo>
                            <a:pt x="108962" y="319644"/>
                          </a:lnTo>
                          <a:lnTo>
                            <a:pt x="112178" y="313730"/>
                          </a:lnTo>
                          <a:lnTo>
                            <a:pt x="114742" y="307815"/>
                          </a:lnTo>
                          <a:lnTo>
                            <a:pt x="116676" y="301900"/>
                          </a:lnTo>
                          <a:lnTo>
                            <a:pt x="117980" y="295963"/>
                          </a:lnTo>
                          <a:lnTo>
                            <a:pt x="118700" y="290048"/>
                          </a:lnTo>
                          <a:lnTo>
                            <a:pt x="118902" y="284133"/>
                          </a:lnTo>
                          <a:lnTo>
                            <a:pt x="118633" y="278219"/>
                          </a:lnTo>
                          <a:lnTo>
                            <a:pt x="117935" y="272304"/>
                          </a:lnTo>
                          <a:lnTo>
                            <a:pt x="116901" y="266367"/>
                          </a:lnTo>
                          <a:lnTo>
                            <a:pt x="115551" y="260452"/>
                          </a:lnTo>
                          <a:lnTo>
                            <a:pt x="113977" y="254537"/>
                          </a:lnTo>
                          <a:lnTo>
                            <a:pt x="112201" y="248622"/>
                          </a:lnTo>
                          <a:lnTo>
                            <a:pt x="110266" y="242708"/>
                          </a:lnTo>
                          <a:lnTo>
                            <a:pt x="108242" y="236770"/>
                          </a:lnTo>
                          <a:lnTo>
                            <a:pt x="106083" y="230856"/>
                          </a:lnTo>
                          <a:lnTo>
                            <a:pt x="103857" y="224941"/>
                          </a:lnTo>
                          <a:lnTo>
                            <a:pt x="101518" y="219026"/>
                          </a:lnTo>
                          <a:lnTo>
                            <a:pt x="99044" y="213089"/>
                          </a:lnTo>
                          <a:lnTo>
                            <a:pt x="96435" y="207174"/>
                          </a:lnTo>
                          <a:lnTo>
                            <a:pt x="93647" y="201259"/>
                          </a:lnTo>
                          <a:lnTo>
                            <a:pt x="90633" y="195344"/>
                          </a:lnTo>
                          <a:lnTo>
                            <a:pt x="87349" y="189430"/>
                          </a:lnTo>
                          <a:lnTo>
                            <a:pt x="83819" y="183492"/>
                          </a:lnTo>
                          <a:lnTo>
                            <a:pt x="79973" y="177578"/>
                          </a:lnTo>
                          <a:lnTo>
                            <a:pt x="75835" y="171663"/>
                          </a:lnTo>
                          <a:lnTo>
                            <a:pt x="71404" y="165748"/>
                          </a:lnTo>
                          <a:lnTo>
                            <a:pt x="66726" y="159833"/>
                          </a:lnTo>
                          <a:lnTo>
                            <a:pt x="61824" y="153896"/>
                          </a:lnTo>
                          <a:lnTo>
                            <a:pt x="56809" y="147981"/>
                          </a:lnTo>
                          <a:lnTo>
                            <a:pt x="51681" y="142067"/>
                          </a:lnTo>
                          <a:lnTo>
                            <a:pt x="46576" y="136152"/>
                          </a:lnTo>
                          <a:lnTo>
                            <a:pt x="41538" y="130215"/>
                          </a:lnTo>
                          <a:lnTo>
                            <a:pt x="36658" y="124300"/>
                          </a:lnTo>
                          <a:lnTo>
                            <a:pt x="32003" y="118385"/>
                          </a:lnTo>
                          <a:lnTo>
                            <a:pt x="27617" y="112470"/>
                          </a:lnTo>
                          <a:lnTo>
                            <a:pt x="23569" y="106556"/>
                          </a:lnTo>
                          <a:lnTo>
                            <a:pt x="19858" y="100618"/>
                          </a:lnTo>
                          <a:lnTo>
                            <a:pt x="16552" y="94704"/>
                          </a:lnTo>
                          <a:lnTo>
                            <a:pt x="13629" y="88789"/>
                          </a:lnTo>
                          <a:lnTo>
                            <a:pt x="11087" y="82874"/>
                          </a:lnTo>
                          <a:lnTo>
                            <a:pt x="8906" y="76959"/>
                          </a:lnTo>
                          <a:lnTo>
                            <a:pt x="7062" y="71022"/>
                          </a:lnTo>
                          <a:lnTo>
                            <a:pt x="5532" y="65107"/>
                          </a:lnTo>
                          <a:lnTo>
                            <a:pt x="4295" y="59193"/>
                          </a:lnTo>
                          <a:lnTo>
                            <a:pt x="3283" y="53278"/>
                          </a:lnTo>
                          <a:lnTo>
                            <a:pt x="2474" y="47341"/>
                          </a:lnTo>
                          <a:lnTo>
                            <a:pt x="1844" y="41426"/>
                          </a:lnTo>
                          <a:lnTo>
                            <a:pt x="1349" y="35511"/>
                          </a:lnTo>
                          <a:lnTo>
                            <a:pt x="989" y="29596"/>
                          </a:lnTo>
                          <a:lnTo>
                            <a:pt x="697" y="23682"/>
                          </a:lnTo>
                          <a:lnTo>
                            <a:pt x="495" y="17744"/>
                          </a:lnTo>
                          <a:lnTo>
                            <a:pt x="360" y="11830"/>
                          </a:lnTo>
                          <a:lnTo>
                            <a:pt x="247" y="5915"/>
                          </a:lnTo>
                          <a:lnTo>
                            <a:pt x="157" y="0"/>
                          </a:lnTo>
                          <a:lnTo>
                            <a:pt x="0" y="0"/>
                          </a:lnTo>
                          <a:lnTo>
                            <a:pt x="0" y="5915"/>
                          </a:lnTo>
                          <a:lnTo>
                            <a:pt x="0" y="11830"/>
                          </a:lnTo>
                          <a:lnTo>
                            <a:pt x="0" y="17744"/>
                          </a:lnTo>
                          <a:lnTo>
                            <a:pt x="0" y="23682"/>
                          </a:lnTo>
                          <a:lnTo>
                            <a:pt x="0" y="29596"/>
                          </a:lnTo>
                          <a:lnTo>
                            <a:pt x="0" y="35511"/>
                          </a:lnTo>
                          <a:lnTo>
                            <a:pt x="0" y="41426"/>
                          </a:lnTo>
                          <a:lnTo>
                            <a:pt x="0" y="47341"/>
                          </a:lnTo>
                          <a:lnTo>
                            <a:pt x="0" y="53278"/>
                          </a:lnTo>
                          <a:lnTo>
                            <a:pt x="0" y="59193"/>
                          </a:lnTo>
                          <a:lnTo>
                            <a:pt x="0" y="65107"/>
                          </a:lnTo>
                          <a:lnTo>
                            <a:pt x="0" y="71022"/>
                          </a:lnTo>
                          <a:lnTo>
                            <a:pt x="0" y="76959"/>
                          </a:lnTo>
                          <a:lnTo>
                            <a:pt x="0" y="82874"/>
                          </a:lnTo>
                          <a:lnTo>
                            <a:pt x="0" y="88789"/>
                          </a:lnTo>
                          <a:lnTo>
                            <a:pt x="0" y="94704"/>
                          </a:lnTo>
                          <a:lnTo>
                            <a:pt x="0" y="100618"/>
                          </a:lnTo>
                          <a:lnTo>
                            <a:pt x="0" y="106556"/>
                          </a:lnTo>
                          <a:lnTo>
                            <a:pt x="0" y="112470"/>
                          </a:lnTo>
                          <a:lnTo>
                            <a:pt x="0" y="118385"/>
                          </a:lnTo>
                          <a:lnTo>
                            <a:pt x="0" y="124300"/>
                          </a:lnTo>
                          <a:lnTo>
                            <a:pt x="0" y="130215"/>
                          </a:lnTo>
                          <a:lnTo>
                            <a:pt x="0" y="136152"/>
                          </a:lnTo>
                          <a:lnTo>
                            <a:pt x="0" y="142067"/>
                          </a:lnTo>
                          <a:lnTo>
                            <a:pt x="0" y="147981"/>
                          </a:lnTo>
                          <a:lnTo>
                            <a:pt x="0" y="153896"/>
                          </a:lnTo>
                          <a:lnTo>
                            <a:pt x="0" y="159833"/>
                          </a:lnTo>
                          <a:lnTo>
                            <a:pt x="0" y="165748"/>
                          </a:lnTo>
                          <a:lnTo>
                            <a:pt x="0" y="171663"/>
                          </a:lnTo>
                          <a:lnTo>
                            <a:pt x="0" y="177578"/>
                          </a:lnTo>
                          <a:lnTo>
                            <a:pt x="0" y="183492"/>
                          </a:lnTo>
                          <a:lnTo>
                            <a:pt x="0" y="189430"/>
                          </a:lnTo>
                          <a:lnTo>
                            <a:pt x="0" y="195344"/>
                          </a:lnTo>
                          <a:lnTo>
                            <a:pt x="0" y="201259"/>
                          </a:lnTo>
                          <a:lnTo>
                            <a:pt x="0" y="207174"/>
                          </a:lnTo>
                          <a:lnTo>
                            <a:pt x="0" y="213089"/>
                          </a:lnTo>
                          <a:lnTo>
                            <a:pt x="0" y="219026"/>
                          </a:lnTo>
                          <a:lnTo>
                            <a:pt x="0" y="224941"/>
                          </a:lnTo>
                          <a:lnTo>
                            <a:pt x="0" y="230856"/>
                          </a:lnTo>
                          <a:lnTo>
                            <a:pt x="0" y="236770"/>
                          </a:lnTo>
                          <a:lnTo>
                            <a:pt x="0" y="242708"/>
                          </a:lnTo>
                          <a:lnTo>
                            <a:pt x="0" y="248622"/>
                          </a:lnTo>
                          <a:lnTo>
                            <a:pt x="0" y="254537"/>
                          </a:lnTo>
                          <a:lnTo>
                            <a:pt x="0" y="260452"/>
                          </a:lnTo>
                          <a:lnTo>
                            <a:pt x="0" y="266367"/>
                          </a:lnTo>
                          <a:lnTo>
                            <a:pt x="0" y="272304"/>
                          </a:lnTo>
                          <a:lnTo>
                            <a:pt x="0" y="278219"/>
                          </a:lnTo>
                          <a:lnTo>
                            <a:pt x="0" y="284133"/>
                          </a:lnTo>
                          <a:lnTo>
                            <a:pt x="0" y="290048"/>
                          </a:lnTo>
                          <a:lnTo>
                            <a:pt x="0" y="295963"/>
                          </a:lnTo>
                          <a:lnTo>
                            <a:pt x="0" y="301900"/>
                          </a:lnTo>
                          <a:lnTo>
                            <a:pt x="0" y="307815"/>
                          </a:lnTo>
                          <a:lnTo>
                            <a:pt x="0" y="313730"/>
                          </a:lnTo>
                          <a:lnTo>
                            <a:pt x="0" y="319644"/>
                          </a:lnTo>
                          <a:lnTo>
                            <a:pt x="0" y="325582"/>
                          </a:lnTo>
                          <a:lnTo>
                            <a:pt x="0" y="331496"/>
                          </a:lnTo>
                          <a:lnTo>
                            <a:pt x="0" y="337411"/>
                          </a:lnTo>
                          <a:lnTo>
                            <a:pt x="0" y="343326"/>
                          </a:lnTo>
                          <a:lnTo>
                            <a:pt x="0" y="349241"/>
                          </a:lnTo>
                          <a:lnTo>
                            <a:pt x="0" y="355178"/>
                          </a:lnTo>
                          <a:lnTo>
                            <a:pt x="0" y="361093"/>
                          </a:lnTo>
                          <a:lnTo>
                            <a:pt x="0" y="367007"/>
                          </a:lnTo>
                          <a:lnTo>
                            <a:pt x="0" y="372922"/>
                          </a:lnTo>
                          <a:lnTo>
                            <a:pt x="0" y="378837"/>
                          </a:lnTo>
                          <a:lnTo>
                            <a:pt x="0" y="384774"/>
                          </a:lnTo>
                          <a:lnTo>
                            <a:pt x="0" y="390689"/>
                          </a:lnTo>
                          <a:lnTo>
                            <a:pt x="0" y="396604"/>
                          </a:lnTo>
                          <a:lnTo>
                            <a:pt x="0" y="402519"/>
                          </a:lnTo>
                          <a:lnTo>
                            <a:pt x="0" y="408456"/>
                          </a:lnTo>
                          <a:lnTo>
                            <a:pt x="0" y="414371"/>
                          </a:lnTo>
                          <a:lnTo>
                            <a:pt x="0" y="420285"/>
                          </a:lnTo>
                          <a:lnTo>
                            <a:pt x="0" y="426200"/>
                          </a:lnTo>
                          <a:lnTo>
                            <a:pt x="0" y="432115"/>
                          </a:lnTo>
                          <a:lnTo>
                            <a:pt x="0" y="438052"/>
                          </a:lnTo>
                          <a:lnTo>
                            <a:pt x="0" y="443967"/>
                          </a:lnTo>
                          <a:lnTo>
                            <a:pt x="0" y="449882"/>
                          </a:lnTo>
                          <a:lnTo>
                            <a:pt x="0" y="455796"/>
                          </a:lnTo>
                          <a:lnTo>
                            <a:pt x="0" y="461734"/>
                          </a:lnTo>
                          <a:lnTo>
                            <a:pt x="0" y="467648"/>
                          </a:lnTo>
                          <a:lnTo>
                            <a:pt x="0" y="473563"/>
                          </a:lnTo>
                          <a:lnTo>
                            <a:pt x="0" y="479478"/>
                          </a:lnTo>
                          <a:lnTo>
                            <a:pt x="0" y="485393"/>
                          </a:lnTo>
                          <a:lnTo>
                            <a:pt x="0" y="491330"/>
                          </a:lnTo>
                          <a:lnTo>
                            <a:pt x="0" y="497245"/>
                          </a:lnTo>
                          <a:lnTo>
                            <a:pt x="0" y="502755"/>
                          </a:lnTo>
                          <a:lnTo>
                            <a:pt x="3126" y="502755"/>
                          </a:lnTo>
                          <a:lnTo>
                            <a:pt x="3396" y="502755"/>
                          </a:lnTo>
                          <a:lnTo>
                            <a:pt x="3981" y="497245"/>
                          </a:lnTo>
                          <a:lnTo>
                            <a:pt x="4655" y="491330"/>
                          </a:lnTo>
                          <a:lnTo>
                            <a:pt x="5398" y="485393"/>
                          </a:lnTo>
                          <a:close/>
                        </a:path>
                      </a:pathLst>
                    </a:custGeom>
                    <a:solidFill>
                      <a:srgbClr val="47BB89">
                        <a:alpha val="30000"/>
                      </a:srgbClr>
                    </a:solidFill>
                    <a:ln w="2249" cap="flat">
                      <a:noFill/>
                      <a:prstDash val="solid"/>
                      <a:miter/>
                    </a:ln>
                  </p:spPr>
                  <p:txBody>
                    <a:bodyPr rtlCol="0" anchor="ctr"/>
                    <a:lstStyle/>
                    <a:p>
                      <a:endParaRPr lang="en-US"/>
                    </a:p>
                  </p:txBody>
                </p:sp>
                <p:sp>
                  <p:nvSpPr>
                    <p:cNvPr id="53" name="Freeform 52">
                      <a:extLst>
                        <a:ext uri="{FF2B5EF4-FFF2-40B4-BE49-F238E27FC236}">
                          <a16:creationId xmlns:a16="http://schemas.microsoft.com/office/drawing/2014/main" id="{DD09EC96-8C08-7625-22AF-19955B126FE3}"/>
                        </a:ext>
                      </a:extLst>
                    </p:cNvPr>
                    <p:cNvSpPr/>
                    <p:nvPr/>
                  </p:nvSpPr>
                  <p:spPr>
                    <a:xfrm>
                      <a:off x="4743317" y="5542982"/>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54" name="Freeform 53">
                      <a:extLst>
                        <a:ext uri="{FF2B5EF4-FFF2-40B4-BE49-F238E27FC236}">
                          <a16:creationId xmlns:a16="http://schemas.microsoft.com/office/drawing/2014/main" id="{522EFF37-F0DC-FBC9-9C25-51C6FBC9900D}"/>
                        </a:ext>
                      </a:extLst>
                    </p:cNvPr>
                    <p:cNvSpPr/>
                    <p:nvPr/>
                  </p:nvSpPr>
                  <p:spPr>
                    <a:xfrm>
                      <a:off x="4809746" y="5662037"/>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20"/>
                            <a:pt x="5960" y="11920"/>
                          </a:cubicBezTo>
                          <a:cubicBezTo>
                            <a:pt x="9243" y="11920"/>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55" name="Freeform 54">
                      <a:extLst>
                        <a:ext uri="{FF2B5EF4-FFF2-40B4-BE49-F238E27FC236}">
                          <a16:creationId xmlns:a16="http://schemas.microsoft.com/office/drawing/2014/main" id="{CFAFF6EE-AA7F-61BE-3C4D-452D932CA6F2}"/>
                        </a:ext>
                      </a:extLst>
                    </p:cNvPr>
                    <p:cNvSpPr/>
                    <p:nvPr/>
                  </p:nvSpPr>
                  <p:spPr>
                    <a:xfrm>
                      <a:off x="4746095" y="5487669"/>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56" name="Freeform 55">
                      <a:extLst>
                        <a:ext uri="{FF2B5EF4-FFF2-40B4-BE49-F238E27FC236}">
                          <a16:creationId xmlns:a16="http://schemas.microsoft.com/office/drawing/2014/main" id="{631BABB6-DF45-C4DF-F80B-AD521A256A55}"/>
                        </a:ext>
                      </a:extLst>
                    </p:cNvPr>
                    <p:cNvSpPr/>
                    <p:nvPr/>
                  </p:nvSpPr>
                  <p:spPr>
                    <a:xfrm>
                      <a:off x="4797961" y="5313214"/>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57" name="Freeform 56">
                      <a:extLst>
                        <a:ext uri="{FF2B5EF4-FFF2-40B4-BE49-F238E27FC236}">
                          <a16:creationId xmlns:a16="http://schemas.microsoft.com/office/drawing/2014/main" id="{3DD2D735-A2BC-F8E6-F3E1-CA4082C55B3E}"/>
                        </a:ext>
                      </a:extLst>
                    </p:cNvPr>
                    <p:cNvSpPr/>
                    <p:nvPr/>
                  </p:nvSpPr>
                  <p:spPr>
                    <a:xfrm>
                      <a:off x="4797538" y="4848123"/>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58" name="Freeform 57">
                      <a:extLst>
                        <a:ext uri="{FF2B5EF4-FFF2-40B4-BE49-F238E27FC236}">
                          <a16:creationId xmlns:a16="http://schemas.microsoft.com/office/drawing/2014/main" id="{3A3C9EA7-B0D2-AC41-530E-363F0B44E755}"/>
                        </a:ext>
                      </a:extLst>
                    </p:cNvPr>
                    <p:cNvSpPr/>
                    <p:nvPr/>
                  </p:nvSpPr>
                  <p:spPr>
                    <a:xfrm>
                      <a:off x="4759902" y="5545760"/>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20"/>
                            <a:pt x="5960" y="11920"/>
                          </a:cubicBezTo>
                          <a:cubicBezTo>
                            <a:pt x="9243" y="11920"/>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59" name="Freeform 58">
                      <a:extLst>
                        <a:ext uri="{FF2B5EF4-FFF2-40B4-BE49-F238E27FC236}">
                          <a16:creationId xmlns:a16="http://schemas.microsoft.com/office/drawing/2014/main" id="{537120B6-9863-6F05-F331-BF232741998D}"/>
                        </a:ext>
                      </a:extLst>
                    </p:cNvPr>
                    <p:cNvSpPr/>
                    <p:nvPr/>
                  </p:nvSpPr>
                  <p:spPr>
                    <a:xfrm>
                      <a:off x="4941679" y="5196941"/>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60" name="Freeform 59">
                      <a:extLst>
                        <a:ext uri="{FF2B5EF4-FFF2-40B4-BE49-F238E27FC236}">
                          <a16:creationId xmlns:a16="http://schemas.microsoft.com/office/drawing/2014/main" id="{A34BA79B-4502-C507-8CB6-A28F39BBEA58}"/>
                        </a:ext>
                      </a:extLst>
                    </p:cNvPr>
                    <p:cNvSpPr/>
                    <p:nvPr/>
                  </p:nvSpPr>
                  <p:spPr>
                    <a:xfrm>
                      <a:off x="4836604" y="5245438"/>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61" name="Freeform 60">
                      <a:extLst>
                        <a:ext uri="{FF2B5EF4-FFF2-40B4-BE49-F238E27FC236}">
                          <a16:creationId xmlns:a16="http://schemas.microsoft.com/office/drawing/2014/main" id="{BD57AC24-CBFF-D6B6-C9C8-C015926D1DB4}"/>
                        </a:ext>
                      </a:extLst>
                    </p:cNvPr>
                    <p:cNvSpPr/>
                    <p:nvPr/>
                  </p:nvSpPr>
                  <p:spPr>
                    <a:xfrm rot="19696800">
                      <a:off x="4752504" y="5952131"/>
                      <a:ext cx="44622" cy="44622"/>
                    </a:xfrm>
                    <a:custGeom>
                      <a:avLst/>
                      <a:gdLst>
                        <a:gd name="connsiteX0" fmla="*/ 11919 w 11919"/>
                        <a:gd name="connsiteY0" fmla="*/ 5960 h 11919"/>
                        <a:gd name="connsiteX1" fmla="*/ 5960 w 11919"/>
                        <a:gd name="connsiteY1" fmla="*/ 11919 h 11919"/>
                        <a:gd name="connsiteX2" fmla="*/ 0 w 11919"/>
                        <a:gd name="connsiteY2" fmla="*/ 5960 h 11919"/>
                        <a:gd name="connsiteX3" fmla="*/ 5960 w 11919"/>
                        <a:gd name="connsiteY3" fmla="*/ 0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9251"/>
                            <a:pt x="9251" y="11919"/>
                            <a:pt x="5960" y="11919"/>
                          </a:cubicBezTo>
                          <a:cubicBezTo>
                            <a:pt x="2668" y="11919"/>
                            <a:pt x="0" y="9251"/>
                            <a:pt x="0" y="5960"/>
                          </a:cubicBezTo>
                          <a:cubicBezTo>
                            <a:pt x="0" y="2668"/>
                            <a:pt x="2668" y="0"/>
                            <a:pt x="5960" y="0"/>
                          </a:cubicBezTo>
                          <a:cubicBezTo>
                            <a:pt x="9251" y="0"/>
                            <a:pt x="11919" y="2668"/>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62" name="Freeform 61">
                      <a:extLst>
                        <a:ext uri="{FF2B5EF4-FFF2-40B4-BE49-F238E27FC236}">
                          <a16:creationId xmlns:a16="http://schemas.microsoft.com/office/drawing/2014/main" id="{6E900A8B-60CD-4CBC-533C-F96D6A8B693A}"/>
                        </a:ext>
                      </a:extLst>
                    </p:cNvPr>
                    <p:cNvSpPr/>
                    <p:nvPr/>
                  </p:nvSpPr>
                  <p:spPr>
                    <a:xfrm>
                      <a:off x="4766132" y="5487669"/>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63" name="Freeform 62">
                      <a:extLst>
                        <a:ext uri="{FF2B5EF4-FFF2-40B4-BE49-F238E27FC236}">
                          <a16:creationId xmlns:a16="http://schemas.microsoft.com/office/drawing/2014/main" id="{9D6DCB61-E17F-4654-FBD9-D0B84E5DA1CC}"/>
                        </a:ext>
                      </a:extLst>
                    </p:cNvPr>
                    <p:cNvSpPr/>
                    <p:nvPr/>
                  </p:nvSpPr>
                  <p:spPr>
                    <a:xfrm>
                      <a:off x="4923327" y="5429487"/>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20"/>
                            <a:pt x="5960" y="11920"/>
                          </a:cubicBezTo>
                          <a:cubicBezTo>
                            <a:pt x="9243" y="11920"/>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64" name="Freeform 63">
                      <a:extLst>
                        <a:ext uri="{FF2B5EF4-FFF2-40B4-BE49-F238E27FC236}">
                          <a16:creationId xmlns:a16="http://schemas.microsoft.com/office/drawing/2014/main" id="{650F250C-23B1-E594-E02A-75BB86FA6C22}"/>
                        </a:ext>
                      </a:extLst>
                    </p:cNvPr>
                    <p:cNvSpPr/>
                    <p:nvPr/>
                  </p:nvSpPr>
                  <p:spPr>
                    <a:xfrm>
                      <a:off x="4817073" y="5596364"/>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65" name="Freeform 64">
                      <a:extLst>
                        <a:ext uri="{FF2B5EF4-FFF2-40B4-BE49-F238E27FC236}">
                          <a16:creationId xmlns:a16="http://schemas.microsoft.com/office/drawing/2014/main" id="{4E6C5A9D-E50D-4DE1-E4D7-FC90BF5CBCF8}"/>
                        </a:ext>
                      </a:extLst>
                    </p:cNvPr>
                    <p:cNvSpPr/>
                    <p:nvPr/>
                  </p:nvSpPr>
                  <p:spPr>
                    <a:xfrm>
                      <a:off x="4946310" y="4970880"/>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20"/>
                            <a:pt x="5960" y="11920"/>
                          </a:cubicBezTo>
                          <a:cubicBezTo>
                            <a:pt x="9243" y="11920"/>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66" name="Freeform 65">
                      <a:extLst>
                        <a:ext uri="{FF2B5EF4-FFF2-40B4-BE49-F238E27FC236}">
                          <a16:creationId xmlns:a16="http://schemas.microsoft.com/office/drawing/2014/main" id="{764AAC22-F48E-ADD4-7691-9709279F8516}"/>
                        </a:ext>
                      </a:extLst>
                    </p:cNvPr>
                    <p:cNvSpPr/>
                    <p:nvPr/>
                  </p:nvSpPr>
                  <p:spPr>
                    <a:xfrm>
                      <a:off x="4784487" y="5371396"/>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67" name="Freeform 66">
                      <a:extLst>
                        <a:ext uri="{FF2B5EF4-FFF2-40B4-BE49-F238E27FC236}">
                          <a16:creationId xmlns:a16="http://schemas.microsoft.com/office/drawing/2014/main" id="{F1F0A1F0-1233-85F5-611D-31333FA75FFE}"/>
                        </a:ext>
                      </a:extLst>
                    </p:cNvPr>
                    <p:cNvSpPr/>
                    <p:nvPr/>
                  </p:nvSpPr>
                  <p:spPr>
                    <a:xfrm>
                      <a:off x="4901183" y="5022573"/>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68" name="Freeform 67">
                      <a:extLst>
                        <a:ext uri="{FF2B5EF4-FFF2-40B4-BE49-F238E27FC236}">
                          <a16:creationId xmlns:a16="http://schemas.microsoft.com/office/drawing/2014/main" id="{D75C8BA0-5F8E-4974-4D93-52C253D1FEA9}"/>
                        </a:ext>
                      </a:extLst>
                    </p:cNvPr>
                    <p:cNvSpPr/>
                    <p:nvPr/>
                  </p:nvSpPr>
                  <p:spPr>
                    <a:xfrm>
                      <a:off x="4862787" y="5313214"/>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69" name="Freeform 68">
                      <a:extLst>
                        <a:ext uri="{FF2B5EF4-FFF2-40B4-BE49-F238E27FC236}">
                          <a16:creationId xmlns:a16="http://schemas.microsoft.com/office/drawing/2014/main" id="{FF82EE8D-BB4D-7C0D-F482-A2A9E7DA47F1}"/>
                        </a:ext>
                      </a:extLst>
                    </p:cNvPr>
                    <p:cNvSpPr/>
                    <p:nvPr/>
                  </p:nvSpPr>
                  <p:spPr>
                    <a:xfrm>
                      <a:off x="4794000" y="5545760"/>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20"/>
                            <a:pt x="5960" y="11920"/>
                          </a:cubicBezTo>
                          <a:cubicBezTo>
                            <a:pt x="9243" y="11920"/>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70" name="Freeform 69">
                      <a:extLst>
                        <a:ext uri="{FF2B5EF4-FFF2-40B4-BE49-F238E27FC236}">
                          <a16:creationId xmlns:a16="http://schemas.microsoft.com/office/drawing/2014/main" id="{7A726FA2-0861-9EA0-1AD2-BFE9FFBCA2C9}"/>
                        </a:ext>
                      </a:extLst>
                    </p:cNvPr>
                    <p:cNvSpPr/>
                    <p:nvPr/>
                  </p:nvSpPr>
                  <p:spPr>
                    <a:xfrm>
                      <a:off x="4767648" y="4906300"/>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71" name="Freeform 70">
                      <a:extLst>
                        <a:ext uri="{FF2B5EF4-FFF2-40B4-BE49-F238E27FC236}">
                          <a16:creationId xmlns:a16="http://schemas.microsoft.com/office/drawing/2014/main" id="{189D07E4-C3DF-A77E-5707-C7CA3525CEA4}"/>
                        </a:ext>
                      </a:extLst>
                    </p:cNvPr>
                    <p:cNvSpPr/>
                    <p:nvPr/>
                  </p:nvSpPr>
                  <p:spPr>
                    <a:xfrm>
                      <a:off x="4867841" y="5487669"/>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72" name="Freeform 71">
                      <a:extLst>
                        <a:ext uri="{FF2B5EF4-FFF2-40B4-BE49-F238E27FC236}">
                          <a16:creationId xmlns:a16="http://schemas.microsoft.com/office/drawing/2014/main" id="{994A117B-6631-B141-616F-B03569AE7603}"/>
                        </a:ext>
                      </a:extLst>
                    </p:cNvPr>
                    <p:cNvSpPr/>
                    <p:nvPr/>
                  </p:nvSpPr>
                  <p:spPr>
                    <a:xfrm>
                      <a:off x="4852181" y="5255119"/>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73" name="Freeform 72">
                      <a:extLst>
                        <a:ext uri="{FF2B5EF4-FFF2-40B4-BE49-F238E27FC236}">
                          <a16:creationId xmlns:a16="http://schemas.microsoft.com/office/drawing/2014/main" id="{A93EA971-9217-F1C6-B71D-9325683816CF}"/>
                        </a:ext>
                      </a:extLst>
                    </p:cNvPr>
                    <p:cNvSpPr/>
                    <p:nvPr/>
                  </p:nvSpPr>
                  <p:spPr>
                    <a:xfrm>
                      <a:off x="4923747" y="5371396"/>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74" name="Freeform 73">
                      <a:extLst>
                        <a:ext uri="{FF2B5EF4-FFF2-40B4-BE49-F238E27FC236}">
                          <a16:creationId xmlns:a16="http://schemas.microsoft.com/office/drawing/2014/main" id="{BB3C8762-3049-419F-BFE0-493DBF937064}"/>
                        </a:ext>
                      </a:extLst>
                    </p:cNvPr>
                    <p:cNvSpPr/>
                    <p:nvPr/>
                  </p:nvSpPr>
                  <p:spPr>
                    <a:xfrm>
                      <a:off x="4793581" y="5255119"/>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75" name="Freeform 74">
                      <a:extLst>
                        <a:ext uri="{FF2B5EF4-FFF2-40B4-BE49-F238E27FC236}">
                          <a16:creationId xmlns:a16="http://schemas.microsoft.com/office/drawing/2014/main" id="{5EBFD5AA-F110-8832-13C5-2C88DCD5A453}"/>
                        </a:ext>
                      </a:extLst>
                    </p:cNvPr>
                    <p:cNvSpPr/>
                    <p:nvPr/>
                  </p:nvSpPr>
                  <p:spPr>
                    <a:xfrm>
                      <a:off x="4940668" y="5196941"/>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76" name="Freeform 75">
                      <a:extLst>
                        <a:ext uri="{FF2B5EF4-FFF2-40B4-BE49-F238E27FC236}">
                          <a16:creationId xmlns:a16="http://schemas.microsoft.com/office/drawing/2014/main" id="{851E9D0C-9D9F-85C6-0384-858F36C9E8FD}"/>
                        </a:ext>
                      </a:extLst>
                    </p:cNvPr>
                    <p:cNvSpPr/>
                    <p:nvPr/>
                  </p:nvSpPr>
                  <p:spPr>
                    <a:xfrm>
                      <a:off x="4827765" y="5024007"/>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20"/>
                            <a:pt x="5960" y="11920"/>
                          </a:cubicBezTo>
                          <a:cubicBezTo>
                            <a:pt x="9243" y="11920"/>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77" name="Freeform 76">
                      <a:extLst>
                        <a:ext uri="{FF2B5EF4-FFF2-40B4-BE49-F238E27FC236}">
                          <a16:creationId xmlns:a16="http://schemas.microsoft.com/office/drawing/2014/main" id="{D7722DEA-1084-7FFB-61D9-477649E61E6F}"/>
                        </a:ext>
                      </a:extLst>
                    </p:cNvPr>
                    <p:cNvSpPr/>
                    <p:nvPr/>
                  </p:nvSpPr>
                  <p:spPr>
                    <a:xfrm>
                      <a:off x="4906402" y="5487669"/>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78" name="Freeform 77">
                      <a:extLst>
                        <a:ext uri="{FF2B5EF4-FFF2-40B4-BE49-F238E27FC236}">
                          <a16:creationId xmlns:a16="http://schemas.microsoft.com/office/drawing/2014/main" id="{38F352DA-9220-146F-9EA9-3A7623FED49A}"/>
                        </a:ext>
                      </a:extLst>
                    </p:cNvPr>
                    <p:cNvSpPr/>
                    <p:nvPr/>
                  </p:nvSpPr>
                  <p:spPr>
                    <a:xfrm>
                      <a:off x="4848307" y="5022573"/>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79" name="Freeform 78">
                      <a:extLst>
                        <a:ext uri="{FF2B5EF4-FFF2-40B4-BE49-F238E27FC236}">
                          <a16:creationId xmlns:a16="http://schemas.microsoft.com/office/drawing/2014/main" id="{6E876620-2B83-7480-557E-95C1D4C85D18}"/>
                        </a:ext>
                      </a:extLst>
                    </p:cNvPr>
                    <p:cNvSpPr/>
                    <p:nvPr/>
                  </p:nvSpPr>
                  <p:spPr>
                    <a:xfrm>
                      <a:off x="4923492" y="5255119"/>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80" name="Freeform 79">
                      <a:extLst>
                        <a:ext uri="{FF2B5EF4-FFF2-40B4-BE49-F238E27FC236}">
                          <a16:creationId xmlns:a16="http://schemas.microsoft.com/office/drawing/2014/main" id="{AC3CD51F-F68A-EDED-C3D0-112AF2409A07}"/>
                        </a:ext>
                      </a:extLst>
                    </p:cNvPr>
                    <p:cNvSpPr/>
                    <p:nvPr/>
                  </p:nvSpPr>
                  <p:spPr>
                    <a:xfrm>
                      <a:off x="4748117" y="5012892"/>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20"/>
                            <a:pt x="5960" y="11920"/>
                          </a:cubicBezTo>
                          <a:cubicBezTo>
                            <a:pt x="9243" y="11920"/>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81" name="Freeform 80">
                      <a:extLst>
                        <a:ext uri="{FF2B5EF4-FFF2-40B4-BE49-F238E27FC236}">
                          <a16:creationId xmlns:a16="http://schemas.microsoft.com/office/drawing/2014/main" id="{2AB3DF71-348A-51FE-1028-254D236C0E2D}"/>
                        </a:ext>
                      </a:extLst>
                    </p:cNvPr>
                    <p:cNvSpPr/>
                    <p:nvPr/>
                  </p:nvSpPr>
                  <p:spPr>
                    <a:xfrm>
                      <a:off x="4952457" y="5603942"/>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82" name="Freeform 81">
                      <a:extLst>
                        <a:ext uri="{FF2B5EF4-FFF2-40B4-BE49-F238E27FC236}">
                          <a16:creationId xmlns:a16="http://schemas.microsoft.com/office/drawing/2014/main" id="{8966BA81-E293-162D-849B-189A0FBD8E92}"/>
                        </a:ext>
                      </a:extLst>
                    </p:cNvPr>
                    <p:cNvSpPr/>
                    <p:nvPr/>
                  </p:nvSpPr>
                  <p:spPr>
                    <a:xfrm>
                      <a:off x="4880974" y="5022573"/>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6D1CD">
                        <a:alpha val="60000"/>
                      </a:srgbClr>
                    </a:solidFill>
                    <a:ln w="2249" cap="flat">
                      <a:noFill/>
                      <a:prstDash val="solid"/>
                      <a:miter/>
                    </a:ln>
                  </p:spPr>
                  <p:txBody>
                    <a:bodyPr rtlCol="0" anchor="ctr"/>
                    <a:lstStyle/>
                    <a:p>
                      <a:endParaRPr lang="en-US"/>
                    </a:p>
                  </p:txBody>
                </p:sp>
                <p:sp>
                  <p:nvSpPr>
                    <p:cNvPr id="83" name="Freeform 82">
                      <a:extLst>
                        <a:ext uri="{FF2B5EF4-FFF2-40B4-BE49-F238E27FC236}">
                          <a16:creationId xmlns:a16="http://schemas.microsoft.com/office/drawing/2014/main" id="{1D5C9256-8A99-42EF-66E7-637B16E59046}"/>
                        </a:ext>
                      </a:extLst>
                    </p:cNvPr>
                    <p:cNvSpPr/>
                    <p:nvPr/>
                  </p:nvSpPr>
                  <p:spPr>
                    <a:xfrm>
                      <a:off x="5079509" y="5045223"/>
                      <a:ext cx="133532" cy="464669"/>
                    </a:xfrm>
                    <a:custGeom>
                      <a:avLst/>
                      <a:gdLst>
                        <a:gd name="connsiteX0" fmla="*/ 0 w 35668"/>
                        <a:gd name="connsiteY0" fmla="*/ 0 h 124119"/>
                        <a:gd name="connsiteX1" fmla="*/ 35668 w 35668"/>
                        <a:gd name="connsiteY1" fmla="*/ 0 h 124119"/>
                        <a:gd name="connsiteX2" fmla="*/ 35668 w 35668"/>
                        <a:gd name="connsiteY2" fmla="*/ 124120 h 124119"/>
                        <a:gd name="connsiteX3" fmla="*/ 0 w 35668"/>
                        <a:gd name="connsiteY3" fmla="*/ 124120 h 124119"/>
                      </a:gdLst>
                      <a:ahLst/>
                      <a:cxnLst>
                        <a:cxn ang="0">
                          <a:pos x="connsiteX0" y="connsiteY0"/>
                        </a:cxn>
                        <a:cxn ang="0">
                          <a:pos x="connsiteX1" y="connsiteY1"/>
                        </a:cxn>
                        <a:cxn ang="0">
                          <a:pos x="connsiteX2" y="connsiteY2"/>
                        </a:cxn>
                        <a:cxn ang="0">
                          <a:pos x="connsiteX3" y="connsiteY3"/>
                        </a:cxn>
                      </a:cxnLst>
                      <a:rect l="l" t="t" r="r" b="b"/>
                      <a:pathLst>
                        <a:path w="35668" h="124119">
                          <a:moveTo>
                            <a:pt x="0" y="0"/>
                          </a:moveTo>
                          <a:lnTo>
                            <a:pt x="35668" y="0"/>
                          </a:lnTo>
                          <a:lnTo>
                            <a:pt x="35668" y="124120"/>
                          </a:lnTo>
                          <a:lnTo>
                            <a:pt x="0" y="124120"/>
                          </a:lnTo>
                          <a:close/>
                        </a:path>
                      </a:pathLst>
                    </a:custGeom>
                    <a:solidFill>
                      <a:srgbClr val="47BB89">
                        <a:alpha val="45000"/>
                      </a:srgbClr>
                    </a:solidFill>
                    <a:ln w="2249" cap="flat">
                      <a:noFill/>
                      <a:prstDash val="solid"/>
                      <a:miter/>
                    </a:ln>
                  </p:spPr>
                  <p:txBody>
                    <a:bodyPr rtlCol="0" anchor="ctr"/>
                    <a:lstStyle/>
                    <a:p>
                      <a:endParaRPr lang="en-US"/>
                    </a:p>
                  </p:txBody>
                </p:sp>
              </p:grpSp>
            </p:grpSp>
            <p:grpSp>
              <p:nvGrpSpPr>
                <p:cNvPr id="12" name="Group 11">
                  <a:extLst>
                    <a:ext uri="{FF2B5EF4-FFF2-40B4-BE49-F238E27FC236}">
                      <a16:creationId xmlns:a16="http://schemas.microsoft.com/office/drawing/2014/main" id="{9C4AC056-92AE-7D42-52B2-567D0F0D206C}"/>
                    </a:ext>
                  </a:extLst>
                </p:cNvPr>
                <p:cNvGrpSpPr/>
                <p:nvPr/>
              </p:nvGrpSpPr>
              <p:grpSpPr>
                <a:xfrm>
                  <a:off x="9378590" y="3702060"/>
                  <a:ext cx="930861" cy="2451170"/>
                  <a:chOff x="9378590" y="3702060"/>
                  <a:chExt cx="930861" cy="2451170"/>
                </a:xfrm>
              </p:grpSpPr>
              <p:sp>
                <p:nvSpPr>
                  <p:cNvPr id="13" name="Freeform 12">
                    <a:extLst>
                      <a:ext uri="{FF2B5EF4-FFF2-40B4-BE49-F238E27FC236}">
                        <a16:creationId xmlns:a16="http://schemas.microsoft.com/office/drawing/2014/main" id="{2FEA2D78-59E6-FC63-7EE5-E9469DAF9BB4}"/>
                      </a:ext>
                    </a:extLst>
                  </p:cNvPr>
                  <p:cNvSpPr/>
                  <p:nvPr/>
                </p:nvSpPr>
                <p:spPr>
                  <a:xfrm>
                    <a:off x="9866586" y="3702060"/>
                    <a:ext cx="442865" cy="2451170"/>
                  </a:xfrm>
                  <a:custGeom>
                    <a:avLst/>
                    <a:gdLst>
                      <a:gd name="connsiteX0" fmla="*/ 0 w 118295"/>
                      <a:gd name="connsiteY0" fmla="*/ 648127 h 654739"/>
                      <a:gd name="connsiteX1" fmla="*/ 0 w 118295"/>
                      <a:gd name="connsiteY1" fmla="*/ 654739 h 654739"/>
                      <a:gd name="connsiteX2" fmla="*/ 90 w 118295"/>
                      <a:gd name="connsiteY2" fmla="*/ 654739 h 654739"/>
                      <a:gd name="connsiteX3" fmla="*/ 135 w 118295"/>
                      <a:gd name="connsiteY3" fmla="*/ 648127 h 654739"/>
                      <a:gd name="connsiteX4" fmla="*/ 225 w 118295"/>
                      <a:gd name="connsiteY4" fmla="*/ 641515 h 654739"/>
                      <a:gd name="connsiteX5" fmla="*/ 315 w 118295"/>
                      <a:gd name="connsiteY5" fmla="*/ 634903 h 654739"/>
                      <a:gd name="connsiteX6" fmla="*/ 450 w 118295"/>
                      <a:gd name="connsiteY6" fmla="*/ 628291 h 654739"/>
                      <a:gd name="connsiteX7" fmla="*/ 630 w 118295"/>
                      <a:gd name="connsiteY7" fmla="*/ 621657 h 654739"/>
                      <a:gd name="connsiteX8" fmla="*/ 877 w 118295"/>
                      <a:gd name="connsiteY8" fmla="*/ 615045 h 654739"/>
                      <a:gd name="connsiteX9" fmla="*/ 1192 w 118295"/>
                      <a:gd name="connsiteY9" fmla="*/ 608433 h 654739"/>
                      <a:gd name="connsiteX10" fmla="*/ 1575 w 118295"/>
                      <a:gd name="connsiteY10" fmla="*/ 601821 h 654739"/>
                      <a:gd name="connsiteX11" fmla="*/ 2047 w 118295"/>
                      <a:gd name="connsiteY11" fmla="*/ 595209 h 654739"/>
                      <a:gd name="connsiteX12" fmla="*/ 2609 w 118295"/>
                      <a:gd name="connsiteY12" fmla="*/ 588597 h 654739"/>
                      <a:gd name="connsiteX13" fmla="*/ 3261 w 118295"/>
                      <a:gd name="connsiteY13" fmla="*/ 581985 h 654739"/>
                      <a:gd name="connsiteX14" fmla="*/ 4003 w 118295"/>
                      <a:gd name="connsiteY14" fmla="*/ 575373 h 654739"/>
                      <a:gd name="connsiteX15" fmla="*/ 4813 w 118295"/>
                      <a:gd name="connsiteY15" fmla="*/ 568762 h 654739"/>
                      <a:gd name="connsiteX16" fmla="*/ 5690 w 118295"/>
                      <a:gd name="connsiteY16" fmla="*/ 562150 h 654739"/>
                      <a:gd name="connsiteX17" fmla="*/ 6612 w 118295"/>
                      <a:gd name="connsiteY17" fmla="*/ 555538 h 654739"/>
                      <a:gd name="connsiteX18" fmla="*/ 7602 w 118295"/>
                      <a:gd name="connsiteY18" fmla="*/ 548926 h 654739"/>
                      <a:gd name="connsiteX19" fmla="*/ 8614 w 118295"/>
                      <a:gd name="connsiteY19" fmla="*/ 542314 h 654739"/>
                      <a:gd name="connsiteX20" fmla="*/ 9693 w 118295"/>
                      <a:gd name="connsiteY20" fmla="*/ 535702 h 654739"/>
                      <a:gd name="connsiteX21" fmla="*/ 10863 w 118295"/>
                      <a:gd name="connsiteY21" fmla="*/ 529090 h 654739"/>
                      <a:gd name="connsiteX22" fmla="*/ 12122 w 118295"/>
                      <a:gd name="connsiteY22" fmla="*/ 522455 h 654739"/>
                      <a:gd name="connsiteX23" fmla="*/ 13561 w 118295"/>
                      <a:gd name="connsiteY23" fmla="*/ 515844 h 654739"/>
                      <a:gd name="connsiteX24" fmla="*/ 15180 w 118295"/>
                      <a:gd name="connsiteY24" fmla="*/ 509232 h 654739"/>
                      <a:gd name="connsiteX25" fmla="*/ 17092 w 118295"/>
                      <a:gd name="connsiteY25" fmla="*/ 502620 h 654739"/>
                      <a:gd name="connsiteX26" fmla="*/ 19341 w 118295"/>
                      <a:gd name="connsiteY26" fmla="*/ 496008 h 654739"/>
                      <a:gd name="connsiteX27" fmla="*/ 21995 w 118295"/>
                      <a:gd name="connsiteY27" fmla="*/ 489396 h 654739"/>
                      <a:gd name="connsiteX28" fmla="*/ 25054 w 118295"/>
                      <a:gd name="connsiteY28" fmla="*/ 482784 h 654739"/>
                      <a:gd name="connsiteX29" fmla="*/ 28607 w 118295"/>
                      <a:gd name="connsiteY29" fmla="*/ 476172 h 654739"/>
                      <a:gd name="connsiteX30" fmla="*/ 32587 w 118295"/>
                      <a:gd name="connsiteY30" fmla="*/ 469560 h 654739"/>
                      <a:gd name="connsiteX31" fmla="*/ 37018 w 118295"/>
                      <a:gd name="connsiteY31" fmla="*/ 462948 h 654739"/>
                      <a:gd name="connsiteX32" fmla="*/ 41853 w 118295"/>
                      <a:gd name="connsiteY32" fmla="*/ 456336 h 654739"/>
                      <a:gd name="connsiteX33" fmla="*/ 46981 w 118295"/>
                      <a:gd name="connsiteY33" fmla="*/ 449724 h 654739"/>
                      <a:gd name="connsiteX34" fmla="*/ 52378 w 118295"/>
                      <a:gd name="connsiteY34" fmla="*/ 443112 h 654739"/>
                      <a:gd name="connsiteX35" fmla="*/ 57933 w 118295"/>
                      <a:gd name="connsiteY35" fmla="*/ 436500 h 654739"/>
                      <a:gd name="connsiteX36" fmla="*/ 63556 w 118295"/>
                      <a:gd name="connsiteY36" fmla="*/ 429866 h 654739"/>
                      <a:gd name="connsiteX37" fmla="*/ 69178 w 118295"/>
                      <a:gd name="connsiteY37" fmla="*/ 423254 h 654739"/>
                      <a:gd name="connsiteX38" fmla="*/ 74755 w 118295"/>
                      <a:gd name="connsiteY38" fmla="*/ 416642 h 654739"/>
                      <a:gd name="connsiteX39" fmla="*/ 80243 w 118295"/>
                      <a:gd name="connsiteY39" fmla="*/ 410030 h 654739"/>
                      <a:gd name="connsiteX40" fmla="*/ 85550 w 118295"/>
                      <a:gd name="connsiteY40" fmla="*/ 403418 h 654739"/>
                      <a:gd name="connsiteX41" fmla="*/ 90656 w 118295"/>
                      <a:gd name="connsiteY41" fmla="*/ 396806 h 654739"/>
                      <a:gd name="connsiteX42" fmla="*/ 95536 w 118295"/>
                      <a:gd name="connsiteY42" fmla="*/ 390194 h 654739"/>
                      <a:gd name="connsiteX43" fmla="*/ 100124 w 118295"/>
                      <a:gd name="connsiteY43" fmla="*/ 383582 h 654739"/>
                      <a:gd name="connsiteX44" fmla="*/ 104397 w 118295"/>
                      <a:gd name="connsiteY44" fmla="*/ 376970 h 654739"/>
                      <a:gd name="connsiteX45" fmla="*/ 108243 w 118295"/>
                      <a:gd name="connsiteY45" fmla="*/ 370358 h 654739"/>
                      <a:gd name="connsiteX46" fmla="*/ 111594 w 118295"/>
                      <a:gd name="connsiteY46" fmla="*/ 363746 h 654739"/>
                      <a:gd name="connsiteX47" fmla="*/ 114360 w 118295"/>
                      <a:gd name="connsiteY47" fmla="*/ 357135 h 654739"/>
                      <a:gd name="connsiteX48" fmla="*/ 116451 w 118295"/>
                      <a:gd name="connsiteY48" fmla="*/ 350523 h 654739"/>
                      <a:gd name="connsiteX49" fmla="*/ 117778 w 118295"/>
                      <a:gd name="connsiteY49" fmla="*/ 343911 h 654739"/>
                      <a:gd name="connsiteX50" fmla="*/ 118295 w 118295"/>
                      <a:gd name="connsiteY50" fmla="*/ 337299 h 654739"/>
                      <a:gd name="connsiteX51" fmla="*/ 117913 w 118295"/>
                      <a:gd name="connsiteY51" fmla="*/ 330664 h 654739"/>
                      <a:gd name="connsiteX52" fmla="*/ 116676 w 118295"/>
                      <a:gd name="connsiteY52" fmla="*/ 324052 h 654739"/>
                      <a:gd name="connsiteX53" fmla="*/ 114607 w 118295"/>
                      <a:gd name="connsiteY53" fmla="*/ 317440 h 654739"/>
                      <a:gd name="connsiteX54" fmla="*/ 111774 w 118295"/>
                      <a:gd name="connsiteY54" fmla="*/ 310829 h 654739"/>
                      <a:gd name="connsiteX55" fmla="*/ 108265 w 118295"/>
                      <a:gd name="connsiteY55" fmla="*/ 304217 h 654739"/>
                      <a:gd name="connsiteX56" fmla="*/ 104217 w 118295"/>
                      <a:gd name="connsiteY56" fmla="*/ 297605 h 654739"/>
                      <a:gd name="connsiteX57" fmla="*/ 99787 w 118295"/>
                      <a:gd name="connsiteY57" fmla="*/ 290993 h 654739"/>
                      <a:gd name="connsiteX58" fmla="*/ 95064 w 118295"/>
                      <a:gd name="connsiteY58" fmla="*/ 284381 h 654739"/>
                      <a:gd name="connsiteX59" fmla="*/ 90228 w 118295"/>
                      <a:gd name="connsiteY59" fmla="*/ 277769 h 654739"/>
                      <a:gd name="connsiteX60" fmla="*/ 85348 w 118295"/>
                      <a:gd name="connsiteY60" fmla="*/ 271157 h 654739"/>
                      <a:gd name="connsiteX61" fmla="*/ 80513 w 118295"/>
                      <a:gd name="connsiteY61" fmla="*/ 264545 h 654739"/>
                      <a:gd name="connsiteX62" fmla="*/ 75790 w 118295"/>
                      <a:gd name="connsiteY62" fmla="*/ 257933 h 654739"/>
                      <a:gd name="connsiteX63" fmla="*/ 71225 w 118295"/>
                      <a:gd name="connsiteY63" fmla="*/ 251321 h 654739"/>
                      <a:gd name="connsiteX64" fmla="*/ 66839 w 118295"/>
                      <a:gd name="connsiteY64" fmla="*/ 244709 h 654739"/>
                      <a:gd name="connsiteX65" fmla="*/ 62656 w 118295"/>
                      <a:gd name="connsiteY65" fmla="*/ 238075 h 654739"/>
                      <a:gd name="connsiteX66" fmla="*/ 58698 w 118295"/>
                      <a:gd name="connsiteY66" fmla="*/ 231463 h 654739"/>
                      <a:gd name="connsiteX67" fmla="*/ 54965 w 118295"/>
                      <a:gd name="connsiteY67" fmla="*/ 224851 h 654739"/>
                      <a:gd name="connsiteX68" fmla="*/ 51501 w 118295"/>
                      <a:gd name="connsiteY68" fmla="*/ 218239 h 654739"/>
                      <a:gd name="connsiteX69" fmla="*/ 48330 w 118295"/>
                      <a:gd name="connsiteY69" fmla="*/ 211627 h 654739"/>
                      <a:gd name="connsiteX70" fmla="*/ 45429 w 118295"/>
                      <a:gd name="connsiteY70" fmla="*/ 205015 h 654739"/>
                      <a:gd name="connsiteX71" fmla="*/ 42798 w 118295"/>
                      <a:gd name="connsiteY71" fmla="*/ 198403 h 654739"/>
                      <a:gd name="connsiteX72" fmla="*/ 40459 w 118295"/>
                      <a:gd name="connsiteY72" fmla="*/ 191791 h 654739"/>
                      <a:gd name="connsiteX73" fmla="*/ 38367 w 118295"/>
                      <a:gd name="connsiteY73" fmla="*/ 185179 h 654739"/>
                      <a:gd name="connsiteX74" fmla="*/ 36456 w 118295"/>
                      <a:gd name="connsiteY74" fmla="*/ 178567 h 654739"/>
                      <a:gd name="connsiteX75" fmla="*/ 34702 w 118295"/>
                      <a:gd name="connsiteY75" fmla="*/ 171955 h 654739"/>
                      <a:gd name="connsiteX76" fmla="*/ 33015 w 118295"/>
                      <a:gd name="connsiteY76" fmla="*/ 165343 h 654739"/>
                      <a:gd name="connsiteX77" fmla="*/ 31351 w 118295"/>
                      <a:gd name="connsiteY77" fmla="*/ 158731 h 654739"/>
                      <a:gd name="connsiteX78" fmla="*/ 29619 w 118295"/>
                      <a:gd name="connsiteY78" fmla="*/ 152120 h 654739"/>
                      <a:gd name="connsiteX79" fmla="*/ 27797 w 118295"/>
                      <a:gd name="connsiteY79" fmla="*/ 145508 h 654739"/>
                      <a:gd name="connsiteX80" fmla="*/ 25863 w 118295"/>
                      <a:gd name="connsiteY80" fmla="*/ 138873 h 654739"/>
                      <a:gd name="connsiteX81" fmla="*/ 23817 w 118295"/>
                      <a:gd name="connsiteY81" fmla="*/ 132261 h 654739"/>
                      <a:gd name="connsiteX82" fmla="*/ 21635 w 118295"/>
                      <a:gd name="connsiteY82" fmla="*/ 125649 h 654739"/>
                      <a:gd name="connsiteX83" fmla="*/ 19386 w 118295"/>
                      <a:gd name="connsiteY83" fmla="*/ 119037 h 654739"/>
                      <a:gd name="connsiteX84" fmla="*/ 17092 w 118295"/>
                      <a:gd name="connsiteY84" fmla="*/ 112425 h 654739"/>
                      <a:gd name="connsiteX85" fmla="*/ 14821 w 118295"/>
                      <a:gd name="connsiteY85" fmla="*/ 105813 h 654739"/>
                      <a:gd name="connsiteX86" fmla="*/ 12639 w 118295"/>
                      <a:gd name="connsiteY86" fmla="*/ 99202 h 654739"/>
                      <a:gd name="connsiteX87" fmla="*/ 10593 w 118295"/>
                      <a:gd name="connsiteY87" fmla="*/ 92590 h 654739"/>
                      <a:gd name="connsiteX88" fmla="*/ 8726 w 118295"/>
                      <a:gd name="connsiteY88" fmla="*/ 85978 h 654739"/>
                      <a:gd name="connsiteX89" fmla="*/ 7040 w 118295"/>
                      <a:gd name="connsiteY89" fmla="*/ 79366 h 654739"/>
                      <a:gd name="connsiteX90" fmla="*/ 5577 w 118295"/>
                      <a:gd name="connsiteY90" fmla="*/ 72754 h 654739"/>
                      <a:gd name="connsiteX91" fmla="*/ 4318 w 118295"/>
                      <a:gd name="connsiteY91" fmla="*/ 66142 h 654739"/>
                      <a:gd name="connsiteX92" fmla="*/ 3306 w 118295"/>
                      <a:gd name="connsiteY92" fmla="*/ 59530 h 654739"/>
                      <a:gd name="connsiteX93" fmla="*/ 2452 w 118295"/>
                      <a:gd name="connsiteY93" fmla="*/ 52918 h 654739"/>
                      <a:gd name="connsiteX94" fmla="*/ 1799 w 118295"/>
                      <a:gd name="connsiteY94" fmla="*/ 46306 h 654739"/>
                      <a:gd name="connsiteX95" fmla="*/ 1305 w 118295"/>
                      <a:gd name="connsiteY95" fmla="*/ 39672 h 654739"/>
                      <a:gd name="connsiteX96" fmla="*/ 922 w 118295"/>
                      <a:gd name="connsiteY96" fmla="*/ 33060 h 654739"/>
                      <a:gd name="connsiteX97" fmla="*/ 630 w 118295"/>
                      <a:gd name="connsiteY97" fmla="*/ 26448 h 654739"/>
                      <a:gd name="connsiteX98" fmla="*/ 428 w 118295"/>
                      <a:gd name="connsiteY98" fmla="*/ 19836 h 654739"/>
                      <a:gd name="connsiteX99" fmla="*/ 293 w 118295"/>
                      <a:gd name="connsiteY99" fmla="*/ 13224 h 654739"/>
                      <a:gd name="connsiteX100" fmla="*/ 180 w 118295"/>
                      <a:gd name="connsiteY100" fmla="*/ 6612 h 654739"/>
                      <a:gd name="connsiteX101" fmla="*/ 113 w 118295"/>
                      <a:gd name="connsiteY101" fmla="*/ 0 h 654739"/>
                      <a:gd name="connsiteX102" fmla="*/ 0 w 118295"/>
                      <a:gd name="connsiteY102" fmla="*/ 0 h 654739"/>
                      <a:gd name="connsiteX103" fmla="*/ 0 w 118295"/>
                      <a:gd name="connsiteY103" fmla="*/ 6612 h 654739"/>
                      <a:gd name="connsiteX104" fmla="*/ 0 w 118295"/>
                      <a:gd name="connsiteY104" fmla="*/ 13224 h 654739"/>
                      <a:gd name="connsiteX105" fmla="*/ 0 w 118295"/>
                      <a:gd name="connsiteY105" fmla="*/ 19836 h 654739"/>
                      <a:gd name="connsiteX106" fmla="*/ 0 w 118295"/>
                      <a:gd name="connsiteY106" fmla="*/ 26448 h 654739"/>
                      <a:gd name="connsiteX107" fmla="*/ 0 w 118295"/>
                      <a:gd name="connsiteY107" fmla="*/ 33060 h 654739"/>
                      <a:gd name="connsiteX108" fmla="*/ 0 w 118295"/>
                      <a:gd name="connsiteY108" fmla="*/ 39672 h 654739"/>
                      <a:gd name="connsiteX109" fmla="*/ 0 w 118295"/>
                      <a:gd name="connsiteY109" fmla="*/ 46306 h 654739"/>
                      <a:gd name="connsiteX110" fmla="*/ 0 w 118295"/>
                      <a:gd name="connsiteY110" fmla="*/ 52918 h 654739"/>
                      <a:gd name="connsiteX111" fmla="*/ 0 w 118295"/>
                      <a:gd name="connsiteY111" fmla="*/ 59530 h 654739"/>
                      <a:gd name="connsiteX112" fmla="*/ 0 w 118295"/>
                      <a:gd name="connsiteY112" fmla="*/ 66142 h 654739"/>
                      <a:gd name="connsiteX113" fmla="*/ 0 w 118295"/>
                      <a:gd name="connsiteY113" fmla="*/ 72754 h 654739"/>
                      <a:gd name="connsiteX114" fmla="*/ 0 w 118295"/>
                      <a:gd name="connsiteY114" fmla="*/ 79366 h 654739"/>
                      <a:gd name="connsiteX115" fmla="*/ 0 w 118295"/>
                      <a:gd name="connsiteY115" fmla="*/ 85978 h 654739"/>
                      <a:gd name="connsiteX116" fmla="*/ 0 w 118295"/>
                      <a:gd name="connsiteY116" fmla="*/ 92590 h 654739"/>
                      <a:gd name="connsiteX117" fmla="*/ 0 w 118295"/>
                      <a:gd name="connsiteY117" fmla="*/ 99202 h 654739"/>
                      <a:gd name="connsiteX118" fmla="*/ 0 w 118295"/>
                      <a:gd name="connsiteY118" fmla="*/ 105813 h 654739"/>
                      <a:gd name="connsiteX119" fmla="*/ 0 w 118295"/>
                      <a:gd name="connsiteY119" fmla="*/ 112425 h 654739"/>
                      <a:gd name="connsiteX120" fmla="*/ 0 w 118295"/>
                      <a:gd name="connsiteY120" fmla="*/ 119037 h 654739"/>
                      <a:gd name="connsiteX121" fmla="*/ 0 w 118295"/>
                      <a:gd name="connsiteY121" fmla="*/ 125649 h 654739"/>
                      <a:gd name="connsiteX122" fmla="*/ 0 w 118295"/>
                      <a:gd name="connsiteY122" fmla="*/ 132261 h 654739"/>
                      <a:gd name="connsiteX123" fmla="*/ 0 w 118295"/>
                      <a:gd name="connsiteY123" fmla="*/ 138873 h 654739"/>
                      <a:gd name="connsiteX124" fmla="*/ 0 w 118295"/>
                      <a:gd name="connsiteY124" fmla="*/ 145508 h 654739"/>
                      <a:gd name="connsiteX125" fmla="*/ 0 w 118295"/>
                      <a:gd name="connsiteY125" fmla="*/ 152120 h 654739"/>
                      <a:gd name="connsiteX126" fmla="*/ 0 w 118295"/>
                      <a:gd name="connsiteY126" fmla="*/ 158731 h 654739"/>
                      <a:gd name="connsiteX127" fmla="*/ 0 w 118295"/>
                      <a:gd name="connsiteY127" fmla="*/ 165343 h 654739"/>
                      <a:gd name="connsiteX128" fmla="*/ 0 w 118295"/>
                      <a:gd name="connsiteY128" fmla="*/ 171955 h 654739"/>
                      <a:gd name="connsiteX129" fmla="*/ 0 w 118295"/>
                      <a:gd name="connsiteY129" fmla="*/ 178567 h 654739"/>
                      <a:gd name="connsiteX130" fmla="*/ 0 w 118295"/>
                      <a:gd name="connsiteY130" fmla="*/ 185179 h 654739"/>
                      <a:gd name="connsiteX131" fmla="*/ 0 w 118295"/>
                      <a:gd name="connsiteY131" fmla="*/ 191791 h 654739"/>
                      <a:gd name="connsiteX132" fmla="*/ 0 w 118295"/>
                      <a:gd name="connsiteY132" fmla="*/ 198403 h 654739"/>
                      <a:gd name="connsiteX133" fmla="*/ 0 w 118295"/>
                      <a:gd name="connsiteY133" fmla="*/ 205015 h 654739"/>
                      <a:gd name="connsiteX134" fmla="*/ 0 w 118295"/>
                      <a:gd name="connsiteY134" fmla="*/ 211627 h 654739"/>
                      <a:gd name="connsiteX135" fmla="*/ 0 w 118295"/>
                      <a:gd name="connsiteY135" fmla="*/ 218239 h 654739"/>
                      <a:gd name="connsiteX136" fmla="*/ 0 w 118295"/>
                      <a:gd name="connsiteY136" fmla="*/ 224851 h 654739"/>
                      <a:gd name="connsiteX137" fmla="*/ 0 w 118295"/>
                      <a:gd name="connsiteY137" fmla="*/ 231463 h 654739"/>
                      <a:gd name="connsiteX138" fmla="*/ 0 w 118295"/>
                      <a:gd name="connsiteY138" fmla="*/ 238075 h 654739"/>
                      <a:gd name="connsiteX139" fmla="*/ 0 w 118295"/>
                      <a:gd name="connsiteY139" fmla="*/ 244709 h 654739"/>
                      <a:gd name="connsiteX140" fmla="*/ 0 w 118295"/>
                      <a:gd name="connsiteY140" fmla="*/ 251321 h 654739"/>
                      <a:gd name="connsiteX141" fmla="*/ 0 w 118295"/>
                      <a:gd name="connsiteY141" fmla="*/ 257933 h 654739"/>
                      <a:gd name="connsiteX142" fmla="*/ 0 w 118295"/>
                      <a:gd name="connsiteY142" fmla="*/ 264545 h 654739"/>
                      <a:gd name="connsiteX143" fmla="*/ 0 w 118295"/>
                      <a:gd name="connsiteY143" fmla="*/ 271157 h 654739"/>
                      <a:gd name="connsiteX144" fmla="*/ 0 w 118295"/>
                      <a:gd name="connsiteY144" fmla="*/ 277769 h 654739"/>
                      <a:gd name="connsiteX145" fmla="*/ 0 w 118295"/>
                      <a:gd name="connsiteY145" fmla="*/ 284381 h 654739"/>
                      <a:gd name="connsiteX146" fmla="*/ 0 w 118295"/>
                      <a:gd name="connsiteY146" fmla="*/ 290993 h 654739"/>
                      <a:gd name="connsiteX147" fmla="*/ 0 w 118295"/>
                      <a:gd name="connsiteY147" fmla="*/ 297605 h 654739"/>
                      <a:gd name="connsiteX148" fmla="*/ 0 w 118295"/>
                      <a:gd name="connsiteY148" fmla="*/ 304217 h 654739"/>
                      <a:gd name="connsiteX149" fmla="*/ 0 w 118295"/>
                      <a:gd name="connsiteY149" fmla="*/ 310829 h 654739"/>
                      <a:gd name="connsiteX150" fmla="*/ 0 w 118295"/>
                      <a:gd name="connsiteY150" fmla="*/ 317440 h 654739"/>
                      <a:gd name="connsiteX151" fmla="*/ 0 w 118295"/>
                      <a:gd name="connsiteY151" fmla="*/ 324052 h 654739"/>
                      <a:gd name="connsiteX152" fmla="*/ 0 w 118295"/>
                      <a:gd name="connsiteY152" fmla="*/ 330664 h 654739"/>
                      <a:gd name="connsiteX153" fmla="*/ 0 w 118295"/>
                      <a:gd name="connsiteY153" fmla="*/ 337299 h 654739"/>
                      <a:gd name="connsiteX154" fmla="*/ 0 w 118295"/>
                      <a:gd name="connsiteY154" fmla="*/ 343911 h 654739"/>
                      <a:gd name="connsiteX155" fmla="*/ 0 w 118295"/>
                      <a:gd name="connsiteY155" fmla="*/ 350523 h 654739"/>
                      <a:gd name="connsiteX156" fmla="*/ 0 w 118295"/>
                      <a:gd name="connsiteY156" fmla="*/ 357135 h 654739"/>
                      <a:gd name="connsiteX157" fmla="*/ 0 w 118295"/>
                      <a:gd name="connsiteY157" fmla="*/ 363746 h 654739"/>
                      <a:gd name="connsiteX158" fmla="*/ 0 w 118295"/>
                      <a:gd name="connsiteY158" fmla="*/ 370358 h 654739"/>
                      <a:gd name="connsiteX159" fmla="*/ 0 w 118295"/>
                      <a:gd name="connsiteY159" fmla="*/ 376970 h 654739"/>
                      <a:gd name="connsiteX160" fmla="*/ 0 w 118295"/>
                      <a:gd name="connsiteY160" fmla="*/ 383582 h 654739"/>
                      <a:gd name="connsiteX161" fmla="*/ 0 w 118295"/>
                      <a:gd name="connsiteY161" fmla="*/ 390194 h 654739"/>
                      <a:gd name="connsiteX162" fmla="*/ 0 w 118295"/>
                      <a:gd name="connsiteY162" fmla="*/ 396806 h 654739"/>
                      <a:gd name="connsiteX163" fmla="*/ 0 w 118295"/>
                      <a:gd name="connsiteY163" fmla="*/ 403418 h 654739"/>
                      <a:gd name="connsiteX164" fmla="*/ 0 w 118295"/>
                      <a:gd name="connsiteY164" fmla="*/ 410030 h 654739"/>
                      <a:gd name="connsiteX165" fmla="*/ 0 w 118295"/>
                      <a:gd name="connsiteY165" fmla="*/ 416642 h 654739"/>
                      <a:gd name="connsiteX166" fmla="*/ 0 w 118295"/>
                      <a:gd name="connsiteY166" fmla="*/ 423254 h 654739"/>
                      <a:gd name="connsiteX167" fmla="*/ 0 w 118295"/>
                      <a:gd name="connsiteY167" fmla="*/ 429866 h 654739"/>
                      <a:gd name="connsiteX168" fmla="*/ 0 w 118295"/>
                      <a:gd name="connsiteY168" fmla="*/ 436500 h 654739"/>
                      <a:gd name="connsiteX169" fmla="*/ 0 w 118295"/>
                      <a:gd name="connsiteY169" fmla="*/ 443112 h 654739"/>
                      <a:gd name="connsiteX170" fmla="*/ 0 w 118295"/>
                      <a:gd name="connsiteY170" fmla="*/ 449724 h 654739"/>
                      <a:gd name="connsiteX171" fmla="*/ 0 w 118295"/>
                      <a:gd name="connsiteY171" fmla="*/ 456336 h 654739"/>
                      <a:gd name="connsiteX172" fmla="*/ 0 w 118295"/>
                      <a:gd name="connsiteY172" fmla="*/ 462948 h 654739"/>
                      <a:gd name="connsiteX173" fmla="*/ 0 w 118295"/>
                      <a:gd name="connsiteY173" fmla="*/ 469560 h 654739"/>
                      <a:gd name="connsiteX174" fmla="*/ 0 w 118295"/>
                      <a:gd name="connsiteY174" fmla="*/ 476172 h 654739"/>
                      <a:gd name="connsiteX175" fmla="*/ 0 w 118295"/>
                      <a:gd name="connsiteY175" fmla="*/ 482784 h 654739"/>
                      <a:gd name="connsiteX176" fmla="*/ 0 w 118295"/>
                      <a:gd name="connsiteY176" fmla="*/ 489396 h 654739"/>
                      <a:gd name="connsiteX177" fmla="*/ 0 w 118295"/>
                      <a:gd name="connsiteY177" fmla="*/ 496008 h 654739"/>
                      <a:gd name="connsiteX178" fmla="*/ 0 w 118295"/>
                      <a:gd name="connsiteY178" fmla="*/ 502620 h 654739"/>
                      <a:gd name="connsiteX179" fmla="*/ 0 w 118295"/>
                      <a:gd name="connsiteY179" fmla="*/ 509232 h 654739"/>
                      <a:gd name="connsiteX180" fmla="*/ 0 w 118295"/>
                      <a:gd name="connsiteY180" fmla="*/ 515844 h 654739"/>
                      <a:gd name="connsiteX181" fmla="*/ 0 w 118295"/>
                      <a:gd name="connsiteY181" fmla="*/ 522455 h 654739"/>
                      <a:gd name="connsiteX182" fmla="*/ 0 w 118295"/>
                      <a:gd name="connsiteY182" fmla="*/ 529090 h 654739"/>
                      <a:gd name="connsiteX183" fmla="*/ 0 w 118295"/>
                      <a:gd name="connsiteY183" fmla="*/ 535702 h 654739"/>
                      <a:gd name="connsiteX184" fmla="*/ 0 w 118295"/>
                      <a:gd name="connsiteY184" fmla="*/ 542314 h 654739"/>
                      <a:gd name="connsiteX185" fmla="*/ 0 w 118295"/>
                      <a:gd name="connsiteY185" fmla="*/ 548926 h 654739"/>
                      <a:gd name="connsiteX186" fmla="*/ 0 w 118295"/>
                      <a:gd name="connsiteY186" fmla="*/ 555538 h 654739"/>
                      <a:gd name="connsiteX187" fmla="*/ 0 w 118295"/>
                      <a:gd name="connsiteY187" fmla="*/ 562150 h 654739"/>
                      <a:gd name="connsiteX188" fmla="*/ 0 w 118295"/>
                      <a:gd name="connsiteY188" fmla="*/ 568762 h 654739"/>
                      <a:gd name="connsiteX189" fmla="*/ 0 w 118295"/>
                      <a:gd name="connsiteY189" fmla="*/ 575373 h 654739"/>
                      <a:gd name="connsiteX190" fmla="*/ 0 w 118295"/>
                      <a:gd name="connsiteY190" fmla="*/ 581985 h 654739"/>
                      <a:gd name="connsiteX191" fmla="*/ 0 w 118295"/>
                      <a:gd name="connsiteY191" fmla="*/ 588597 h 654739"/>
                      <a:gd name="connsiteX192" fmla="*/ 0 w 118295"/>
                      <a:gd name="connsiteY192" fmla="*/ 595209 h 654739"/>
                      <a:gd name="connsiteX193" fmla="*/ 0 w 118295"/>
                      <a:gd name="connsiteY193" fmla="*/ 601821 h 654739"/>
                      <a:gd name="connsiteX194" fmla="*/ 0 w 118295"/>
                      <a:gd name="connsiteY194" fmla="*/ 608433 h 654739"/>
                      <a:gd name="connsiteX195" fmla="*/ 0 w 118295"/>
                      <a:gd name="connsiteY195" fmla="*/ 615045 h 654739"/>
                      <a:gd name="connsiteX196" fmla="*/ 0 w 118295"/>
                      <a:gd name="connsiteY196" fmla="*/ 621657 h 654739"/>
                      <a:gd name="connsiteX197" fmla="*/ 0 w 118295"/>
                      <a:gd name="connsiteY197" fmla="*/ 628291 h 654739"/>
                      <a:gd name="connsiteX198" fmla="*/ 0 w 118295"/>
                      <a:gd name="connsiteY198" fmla="*/ 634903 h 654739"/>
                      <a:gd name="connsiteX199" fmla="*/ 0 w 118295"/>
                      <a:gd name="connsiteY199" fmla="*/ 641515 h 654739"/>
                      <a:gd name="connsiteX200" fmla="*/ 0 w 118295"/>
                      <a:gd name="connsiteY200" fmla="*/ 648127 h 654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118295" h="654739">
                        <a:moveTo>
                          <a:pt x="0" y="648127"/>
                        </a:moveTo>
                        <a:lnTo>
                          <a:pt x="0" y="654739"/>
                        </a:lnTo>
                        <a:lnTo>
                          <a:pt x="90" y="654739"/>
                        </a:lnTo>
                        <a:lnTo>
                          <a:pt x="135" y="648127"/>
                        </a:lnTo>
                        <a:lnTo>
                          <a:pt x="225" y="641515"/>
                        </a:lnTo>
                        <a:lnTo>
                          <a:pt x="315" y="634903"/>
                        </a:lnTo>
                        <a:lnTo>
                          <a:pt x="450" y="628291"/>
                        </a:lnTo>
                        <a:lnTo>
                          <a:pt x="630" y="621657"/>
                        </a:lnTo>
                        <a:lnTo>
                          <a:pt x="877" y="615045"/>
                        </a:lnTo>
                        <a:lnTo>
                          <a:pt x="1192" y="608433"/>
                        </a:lnTo>
                        <a:lnTo>
                          <a:pt x="1575" y="601821"/>
                        </a:lnTo>
                        <a:lnTo>
                          <a:pt x="2047" y="595209"/>
                        </a:lnTo>
                        <a:lnTo>
                          <a:pt x="2609" y="588597"/>
                        </a:lnTo>
                        <a:lnTo>
                          <a:pt x="3261" y="581985"/>
                        </a:lnTo>
                        <a:lnTo>
                          <a:pt x="4003" y="575373"/>
                        </a:lnTo>
                        <a:lnTo>
                          <a:pt x="4813" y="568762"/>
                        </a:lnTo>
                        <a:lnTo>
                          <a:pt x="5690" y="562150"/>
                        </a:lnTo>
                        <a:lnTo>
                          <a:pt x="6612" y="555538"/>
                        </a:lnTo>
                        <a:lnTo>
                          <a:pt x="7602" y="548926"/>
                        </a:lnTo>
                        <a:lnTo>
                          <a:pt x="8614" y="542314"/>
                        </a:lnTo>
                        <a:lnTo>
                          <a:pt x="9693" y="535702"/>
                        </a:lnTo>
                        <a:lnTo>
                          <a:pt x="10863" y="529090"/>
                        </a:lnTo>
                        <a:lnTo>
                          <a:pt x="12122" y="522455"/>
                        </a:lnTo>
                        <a:lnTo>
                          <a:pt x="13561" y="515844"/>
                        </a:lnTo>
                        <a:lnTo>
                          <a:pt x="15180" y="509232"/>
                        </a:lnTo>
                        <a:lnTo>
                          <a:pt x="17092" y="502620"/>
                        </a:lnTo>
                        <a:lnTo>
                          <a:pt x="19341" y="496008"/>
                        </a:lnTo>
                        <a:lnTo>
                          <a:pt x="21995" y="489396"/>
                        </a:lnTo>
                        <a:lnTo>
                          <a:pt x="25054" y="482784"/>
                        </a:lnTo>
                        <a:lnTo>
                          <a:pt x="28607" y="476172"/>
                        </a:lnTo>
                        <a:lnTo>
                          <a:pt x="32587" y="469560"/>
                        </a:lnTo>
                        <a:lnTo>
                          <a:pt x="37018" y="462948"/>
                        </a:lnTo>
                        <a:lnTo>
                          <a:pt x="41853" y="456336"/>
                        </a:lnTo>
                        <a:lnTo>
                          <a:pt x="46981" y="449724"/>
                        </a:lnTo>
                        <a:lnTo>
                          <a:pt x="52378" y="443112"/>
                        </a:lnTo>
                        <a:lnTo>
                          <a:pt x="57933" y="436500"/>
                        </a:lnTo>
                        <a:lnTo>
                          <a:pt x="63556" y="429866"/>
                        </a:lnTo>
                        <a:lnTo>
                          <a:pt x="69178" y="423254"/>
                        </a:lnTo>
                        <a:lnTo>
                          <a:pt x="74755" y="416642"/>
                        </a:lnTo>
                        <a:lnTo>
                          <a:pt x="80243" y="410030"/>
                        </a:lnTo>
                        <a:lnTo>
                          <a:pt x="85550" y="403418"/>
                        </a:lnTo>
                        <a:lnTo>
                          <a:pt x="90656" y="396806"/>
                        </a:lnTo>
                        <a:lnTo>
                          <a:pt x="95536" y="390194"/>
                        </a:lnTo>
                        <a:lnTo>
                          <a:pt x="100124" y="383582"/>
                        </a:lnTo>
                        <a:lnTo>
                          <a:pt x="104397" y="376970"/>
                        </a:lnTo>
                        <a:lnTo>
                          <a:pt x="108243" y="370358"/>
                        </a:lnTo>
                        <a:lnTo>
                          <a:pt x="111594" y="363746"/>
                        </a:lnTo>
                        <a:lnTo>
                          <a:pt x="114360" y="357135"/>
                        </a:lnTo>
                        <a:lnTo>
                          <a:pt x="116451" y="350523"/>
                        </a:lnTo>
                        <a:lnTo>
                          <a:pt x="117778" y="343911"/>
                        </a:lnTo>
                        <a:lnTo>
                          <a:pt x="118295" y="337299"/>
                        </a:lnTo>
                        <a:lnTo>
                          <a:pt x="117913" y="330664"/>
                        </a:lnTo>
                        <a:lnTo>
                          <a:pt x="116676" y="324052"/>
                        </a:lnTo>
                        <a:lnTo>
                          <a:pt x="114607" y="317440"/>
                        </a:lnTo>
                        <a:lnTo>
                          <a:pt x="111774" y="310829"/>
                        </a:lnTo>
                        <a:lnTo>
                          <a:pt x="108265" y="304217"/>
                        </a:lnTo>
                        <a:lnTo>
                          <a:pt x="104217" y="297605"/>
                        </a:lnTo>
                        <a:lnTo>
                          <a:pt x="99787" y="290993"/>
                        </a:lnTo>
                        <a:lnTo>
                          <a:pt x="95064" y="284381"/>
                        </a:lnTo>
                        <a:lnTo>
                          <a:pt x="90228" y="277769"/>
                        </a:lnTo>
                        <a:lnTo>
                          <a:pt x="85348" y="271157"/>
                        </a:lnTo>
                        <a:lnTo>
                          <a:pt x="80513" y="264545"/>
                        </a:lnTo>
                        <a:lnTo>
                          <a:pt x="75790" y="257933"/>
                        </a:lnTo>
                        <a:lnTo>
                          <a:pt x="71225" y="251321"/>
                        </a:lnTo>
                        <a:lnTo>
                          <a:pt x="66839" y="244709"/>
                        </a:lnTo>
                        <a:lnTo>
                          <a:pt x="62656" y="238075"/>
                        </a:lnTo>
                        <a:lnTo>
                          <a:pt x="58698" y="231463"/>
                        </a:lnTo>
                        <a:lnTo>
                          <a:pt x="54965" y="224851"/>
                        </a:lnTo>
                        <a:lnTo>
                          <a:pt x="51501" y="218239"/>
                        </a:lnTo>
                        <a:lnTo>
                          <a:pt x="48330" y="211627"/>
                        </a:lnTo>
                        <a:lnTo>
                          <a:pt x="45429" y="205015"/>
                        </a:lnTo>
                        <a:lnTo>
                          <a:pt x="42798" y="198403"/>
                        </a:lnTo>
                        <a:lnTo>
                          <a:pt x="40459" y="191791"/>
                        </a:lnTo>
                        <a:lnTo>
                          <a:pt x="38367" y="185179"/>
                        </a:lnTo>
                        <a:lnTo>
                          <a:pt x="36456" y="178567"/>
                        </a:lnTo>
                        <a:lnTo>
                          <a:pt x="34702" y="171955"/>
                        </a:lnTo>
                        <a:lnTo>
                          <a:pt x="33015" y="165343"/>
                        </a:lnTo>
                        <a:lnTo>
                          <a:pt x="31351" y="158731"/>
                        </a:lnTo>
                        <a:lnTo>
                          <a:pt x="29619" y="152120"/>
                        </a:lnTo>
                        <a:lnTo>
                          <a:pt x="27797" y="145508"/>
                        </a:lnTo>
                        <a:lnTo>
                          <a:pt x="25863" y="138873"/>
                        </a:lnTo>
                        <a:lnTo>
                          <a:pt x="23817" y="132261"/>
                        </a:lnTo>
                        <a:lnTo>
                          <a:pt x="21635" y="125649"/>
                        </a:lnTo>
                        <a:lnTo>
                          <a:pt x="19386" y="119037"/>
                        </a:lnTo>
                        <a:lnTo>
                          <a:pt x="17092" y="112425"/>
                        </a:lnTo>
                        <a:lnTo>
                          <a:pt x="14821" y="105813"/>
                        </a:lnTo>
                        <a:lnTo>
                          <a:pt x="12639" y="99202"/>
                        </a:lnTo>
                        <a:lnTo>
                          <a:pt x="10593" y="92590"/>
                        </a:lnTo>
                        <a:lnTo>
                          <a:pt x="8726" y="85978"/>
                        </a:lnTo>
                        <a:lnTo>
                          <a:pt x="7040" y="79366"/>
                        </a:lnTo>
                        <a:lnTo>
                          <a:pt x="5577" y="72754"/>
                        </a:lnTo>
                        <a:lnTo>
                          <a:pt x="4318" y="66142"/>
                        </a:lnTo>
                        <a:lnTo>
                          <a:pt x="3306" y="59530"/>
                        </a:lnTo>
                        <a:lnTo>
                          <a:pt x="2452" y="52918"/>
                        </a:lnTo>
                        <a:lnTo>
                          <a:pt x="1799" y="46306"/>
                        </a:lnTo>
                        <a:lnTo>
                          <a:pt x="1305" y="39672"/>
                        </a:lnTo>
                        <a:lnTo>
                          <a:pt x="922" y="33060"/>
                        </a:lnTo>
                        <a:lnTo>
                          <a:pt x="630" y="26448"/>
                        </a:lnTo>
                        <a:lnTo>
                          <a:pt x="428" y="19836"/>
                        </a:lnTo>
                        <a:lnTo>
                          <a:pt x="293" y="13224"/>
                        </a:lnTo>
                        <a:lnTo>
                          <a:pt x="180" y="6612"/>
                        </a:lnTo>
                        <a:lnTo>
                          <a:pt x="113" y="0"/>
                        </a:lnTo>
                        <a:lnTo>
                          <a:pt x="0" y="0"/>
                        </a:lnTo>
                        <a:lnTo>
                          <a:pt x="0" y="6612"/>
                        </a:lnTo>
                        <a:lnTo>
                          <a:pt x="0" y="13224"/>
                        </a:lnTo>
                        <a:lnTo>
                          <a:pt x="0" y="19836"/>
                        </a:lnTo>
                        <a:lnTo>
                          <a:pt x="0" y="26448"/>
                        </a:lnTo>
                        <a:lnTo>
                          <a:pt x="0" y="33060"/>
                        </a:lnTo>
                        <a:lnTo>
                          <a:pt x="0" y="39672"/>
                        </a:lnTo>
                        <a:lnTo>
                          <a:pt x="0" y="46306"/>
                        </a:lnTo>
                        <a:lnTo>
                          <a:pt x="0" y="52918"/>
                        </a:lnTo>
                        <a:lnTo>
                          <a:pt x="0" y="59530"/>
                        </a:lnTo>
                        <a:lnTo>
                          <a:pt x="0" y="66142"/>
                        </a:lnTo>
                        <a:lnTo>
                          <a:pt x="0" y="72754"/>
                        </a:lnTo>
                        <a:lnTo>
                          <a:pt x="0" y="79366"/>
                        </a:lnTo>
                        <a:lnTo>
                          <a:pt x="0" y="85978"/>
                        </a:lnTo>
                        <a:lnTo>
                          <a:pt x="0" y="92590"/>
                        </a:lnTo>
                        <a:lnTo>
                          <a:pt x="0" y="99202"/>
                        </a:lnTo>
                        <a:lnTo>
                          <a:pt x="0" y="105813"/>
                        </a:lnTo>
                        <a:lnTo>
                          <a:pt x="0" y="112425"/>
                        </a:lnTo>
                        <a:lnTo>
                          <a:pt x="0" y="119037"/>
                        </a:lnTo>
                        <a:lnTo>
                          <a:pt x="0" y="125649"/>
                        </a:lnTo>
                        <a:lnTo>
                          <a:pt x="0" y="132261"/>
                        </a:lnTo>
                        <a:lnTo>
                          <a:pt x="0" y="138873"/>
                        </a:lnTo>
                        <a:lnTo>
                          <a:pt x="0" y="145508"/>
                        </a:lnTo>
                        <a:lnTo>
                          <a:pt x="0" y="152120"/>
                        </a:lnTo>
                        <a:lnTo>
                          <a:pt x="0" y="158731"/>
                        </a:lnTo>
                        <a:lnTo>
                          <a:pt x="0" y="165343"/>
                        </a:lnTo>
                        <a:lnTo>
                          <a:pt x="0" y="171955"/>
                        </a:lnTo>
                        <a:lnTo>
                          <a:pt x="0" y="178567"/>
                        </a:lnTo>
                        <a:lnTo>
                          <a:pt x="0" y="185179"/>
                        </a:lnTo>
                        <a:lnTo>
                          <a:pt x="0" y="191791"/>
                        </a:lnTo>
                        <a:lnTo>
                          <a:pt x="0" y="198403"/>
                        </a:lnTo>
                        <a:lnTo>
                          <a:pt x="0" y="205015"/>
                        </a:lnTo>
                        <a:lnTo>
                          <a:pt x="0" y="211627"/>
                        </a:lnTo>
                        <a:lnTo>
                          <a:pt x="0" y="218239"/>
                        </a:lnTo>
                        <a:lnTo>
                          <a:pt x="0" y="224851"/>
                        </a:lnTo>
                        <a:lnTo>
                          <a:pt x="0" y="231463"/>
                        </a:lnTo>
                        <a:lnTo>
                          <a:pt x="0" y="238075"/>
                        </a:lnTo>
                        <a:lnTo>
                          <a:pt x="0" y="244709"/>
                        </a:lnTo>
                        <a:lnTo>
                          <a:pt x="0" y="251321"/>
                        </a:lnTo>
                        <a:lnTo>
                          <a:pt x="0" y="257933"/>
                        </a:lnTo>
                        <a:lnTo>
                          <a:pt x="0" y="264545"/>
                        </a:lnTo>
                        <a:lnTo>
                          <a:pt x="0" y="271157"/>
                        </a:lnTo>
                        <a:lnTo>
                          <a:pt x="0" y="277769"/>
                        </a:lnTo>
                        <a:lnTo>
                          <a:pt x="0" y="284381"/>
                        </a:lnTo>
                        <a:lnTo>
                          <a:pt x="0" y="290993"/>
                        </a:lnTo>
                        <a:lnTo>
                          <a:pt x="0" y="297605"/>
                        </a:lnTo>
                        <a:lnTo>
                          <a:pt x="0" y="304217"/>
                        </a:lnTo>
                        <a:lnTo>
                          <a:pt x="0" y="310829"/>
                        </a:lnTo>
                        <a:lnTo>
                          <a:pt x="0" y="317440"/>
                        </a:lnTo>
                        <a:lnTo>
                          <a:pt x="0" y="324052"/>
                        </a:lnTo>
                        <a:lnTo>
                          <a:pt x="0" y="330664"/>
                        </a:lnTo>
                        <a:lnTo>
                          <a:pt x="0" y="337299"/>
                        </a:lnTo>
                        <a:lnTo>
                          <a:pt x="0" y="343911"/>
                        </a:lnTo>
                        <a:lnTo>
                          <a:pt x="0" y="350523"/>
                        </a:lnTo>
                        <a:lnTo>
                          <a:pt x="0" y="357135"/>
                        </a:lnTo>
                        <a:lnTo>
                          <a:pt x="0" y="363746"/>
                        </a:lnTo>
                        <a:lnTo>
                          <a:pt x="0" y="370358"/>
                        </a:lnTo>
                        <a:lnTo>
                          <a:pt x="0" y="376970"/>
                        </a:lnTo>
                        <a:lnTo>
                          <a:pt x="0" y="383582"/>
                        </a:lnTo>
                        <a:lnTo>
                          <a:pt x="0" y="390194"/>
                        </a:lnTo>
                        <a:lnTo>
                          <a:pt x="0" y="396806"/>
                        </a:lnTo>
                        <a:lnTo>
                          <a:pt x="0" y="403418"/>
                        </a:lnTo>
                        <a:lnTo>
                          <a:pt x="0" y="410030"/>
                        </a:lnTo>
                        <a:lnTo>
                          <a:pt x="0" y="416642"/>
                        </a:lnTo>
                        <a:lnTo>
                          <a:pt x="0" y="423254"/>
                        </a:lnTo>
                        <a:lnTo>
                          <a:pt x="0" y="429866"/>
                        </a:lnTo>
                        <a:lnTo>
                          <a:pt x="0" y="436500"/>
                        </a:lnTo>
                        <a:lnTo>
                          <a:pt x="0" y="443112"/>
                        </a:lnTo>
                        <a:lnTo>
                          <a:pt x="0" y="449724"/>
                        </a:lnTo>
                        <a:lnTo>
                          <a:pt x="0" y="456336"/>
                        </a:lnTo>
                        <a:lnTo>
                          <a:pt x="0" y="462948"/>
                        </a:lnTo>
                        <a:lnTo>
                          <a:pt x="0" y="469560"/>
                        </a:lnTo>
                        <a:lnTo>
                          <a:pt x="0" y="476172"/>
                        </a:lnTo>
                        <a:lnTo>
                          <a:pt x="0" y="482784"/>
                        </a:lnTo>
                        <a:lnTo>
                          <a:pt x="0" y="489396"/>
                        </a:lnTo>
                        <a:lnTo>
                          <a:pt x="0" y="496008"/>
                        </a:lnTo>
                        <a:lnTo>
                          <a:pt x="0" y="502620"/>
                        </a:lnTo>
                        <a:lnTo>
                          <a:pt x="0" y="509232"/>
                        </a:lnTo>
                        <a:lnTo>
                          <a:pt x="0" y="515844"/>
                        </a:lnTo>
                        <a:lnTo>
                          <a:pt x="0" y="522455"/>
                        </a:lnTo>
                        <a:lnTo>
                          <a:pt x="0" y="529090"/>
                        </a:lnTo>
                        <a:lnTo>
                          <a:pt x="0" y="535702"/>
                        </a:lnTo>
                        <a:lnTo>
                          <a:pt x="0" y="542314"/>
                        </a:lnTo>
                        <a:lnTo>
                          <a:pt x="0" y="548926"/>
                        </a:lnTo>
                        <a:lnTo>
                          <a:pt x="0" y="555538"/>
                        </a:lnTo>
                        <a:lnTo>
                          <a:pt x="0" y="562150"/>
                        </a:lnTo>
                        <a:lnTo>
                          <a:pt x="0" y="568762"/>
                        </a:lnTo>
                        <a:lnTo>
                          <a:pt x="0" y="575373"/>
                        </a:lnTo>
                        <a:lnTo>
                          <a:pt x="0" y="581985"/>
                        </a:lnTo>
                        <a:lnTo>
                          <a:pt x="0" y="588597"/>
                        </a:lnTo>
                        <a:lnTo>
                          <a:pt x="0" y="595209"/>
                        </a:lnTo>
                        <a:lnTo>
                          <a:pt x="0" y="601821"/>
                        </a:lnTo>
                        <a:lnTo>
                          <a:pt x="0" y="608433"/>
                        </a:lnTo>
                        <a:lnTo>
                          <a:pt x="0" y="615045"/>
                        </a:lnTo>
                        <a:lnTo>
                          <a:pt x="0" y="621657"/>
                        </a:lnTo>
                        <a:lnTo>
                          <a:pt x="0" y="628291"/>
                        </a:lnTo>
                        <a:lnTo>
                          <a:pt x="0" y="634903"/>
                        </a:lnTo>
                        <a:lnTo>
                          <a:pt x="0" y="641515"/>
                        </a:lnTo>
                        <a:lnTo>
                          <a:pt x="0" y="648127"/>
                        </a:lnTo>
                        <a:close/>
                      </a:path>
                    </a:pathLst>
                  </a:custGeom>
                  <a:solidFill>
                    <a:srgbClr val="47BB89">
                      <a:alpha val="30000"/>
                    </a:srgbClr>
                  </a:solidFill>
                  <a:ln w="2249" cap="flat">
                    <a:noFill/>
                    <a:prstDash val="solid"/>
                    <a:miter/>
                  </a:ln>
                </p:spPr>
                <p:txBody>
                  <a:bodyPr rtlCol="0" anchor="ctr"/>
                  <a:lstStyle/>
                  <a:p>
                    <a:endParaRPr lang="en-US"/>
                  </a:p>
                </p:txBody>
              </p:sp>
              <p:sp>
                <p:nvSpPr>
                  <p:cNvPr id="14" name="Freeform 13">
                    <a:extLst>
                      <a:ext uri="{FF2B5EF4-FFF2-40B4-BE49-F238E27FC236}">
                        <a16:creationId xmlns:a16="http://schemas.microsoft.com/office/drawing/2014/main" id="{C1CDAB0B-5479-59F1-88BD-F90EAA585EA0}"/>
                      </a:ext>
                    </a:extLst>
                  </p:cNvPr>
                  <p:cNvSpPr/>
                  <p:nvPr/>
                </p:nvSpPr>
                <p:spPr>
                  <a:xfrm>
                    <a:off x="9560622" y="4623068"/>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5" y="0"/>
                          <a:pt x="5914" y="0"/>
                        </a:cubicBezTo>
                        <a:cubicBezTo>
                          <a:pt x="2654" y="0"/>
                          <a:pt x="0" y="2654"/>
                          <a:pt x="0" y="5915"/>
                        </a:cubicBezTo>
                        <a:cubicBezTo>
                          <a:pt x="0" y="9176"/>
                          <a:pt x="2654" y="11830"/>
                          <a:pt x="5914" y="11830"/>
                        </a:cubicBezTo>
                        <a:cubicBezTo>
                          <a:pt x="9175"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15" name="Freeform 14">
                    <a:extLst>
                      <a:ext uri="{FF2B5EF4-FFF2-40B4-BE49-F238E27FC236}">
                        <a16:creationId xmlns:a16="http://schemas.microsoft.com/office/drawing/2014/main" id="{55BE25FA-84E1-1962-4782-55926C0C53B6}"/>
                      </a:ext>
                    </a:extLst>
                  </p:cNvPr>
                  <p:cNvSpPr/>
                  <p:nvPr/>
                </p:nvSpPr>
                <p:spPr>
                  <a:xfrm>
                    <a:off x="9507158" y="4727555"/>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16" name="Freeform 15">
                    <a:extLst>
                      <a:ext uri="{FF2B5EF4-FFF2-40B4-BE49-F238E27FC236}">
                        <a16:creationId xmlns:a16="http://schemas.microsoft.com/office/drawing/2014/main" id="{18714F09-A311-B40E-DF26-A4B898440EEC}"/>
                      </a:ext>
                    </a:extLst>
                  </p:cNvPr>
                  <p:cNvSpPr/>
                  <p:nvPr/>
                </p:nvSpPr>
                <p:spPr>
                  <a:xfrm>
                    <a:off x="9576701" y="4808128"/>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17" name="Freeform 16">
                    <a:extLst>
                      <a:ext uri="{FF2B5EF4-FFF2-40B4-BE49-F238E27FC236}">
                        <a16:creationId xmlns:a16="http://schemas.microsoft.com/office/drawing/2014/main" id="{7DFE39A1-E782-9212-FA68-FC1C49984A8C}"/>
                      </a:ext>
                    </a:extLst>
                  </p:cNvPr>
                  <p:cNvSpPr/>
                  <p:nvPr/>
                </p:nvSpPr>
                <p:spPr>
                  <a:xfrm>
                    <a:off x="9506064" y="4528179"/>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5" y="0"/>
                          <a:pt x="5914" y="0"/>
                        </a:cubicBezTo>
                        <a:cubicBezTo>
                          <a:pt x="2654" y="0"/>
                          <a:pt x="0" y="2654"/>
                          <a:pt x="0" y="5915"/>
                        </a:cubicBezTo>
                        <a:cubicBezTo>
                          <a:pt x="0" y="9176"/>
                          <a:pt x="2654" y="11830"/>
                          <a:pt x="5914" y="11830"/>
                        </a:cubicBezTo>
                        <a:cubicBezTo>
                          <a:pt x="9175"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18" name="Freeform 17">
                    <a:extLst>
                      <a:ext uri="{FF2B5EF4-FFF2-40B4-BE49-F238E27FC236}">
                        <a16:creationId xmlns:a16="http://schemas.microsoft.com/office/drawing/2014/main" id="{DEAD018D-5638-6299-20C1-633EE83F6F57}"/>
                      </a:ext>
                    </a:extLst>
                  </p:cNvPr>
                  <p:cNvSpPr/>
                  <p:nvPr/>
                </p:nvSpPr>
                <p:spPr>
                  <a:xfrm>
                    <a:off x="9574597" y="5081762"/>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C92B1A43-AE5E-E261-78BF-07F0F8C87A14}"/>
                      </a:ext>
                    </a:extLst>
                  </p:cNvPr>
                  <p:cNvSpPr/>
                  <p:nvPr/>
                </p:nvSpPr>
                <p:spPr>
                  <a:xfrm>
                    <a:off x="9542603" y="4911268"/>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53B03D8E-6729-C3EA-0246-D77273D616CC}"/>
                      </a:ext>
                    </a:extLst>
                  </p:cNvPr>
                  <p:cNvSpPr/>
                  <p:nvPr/>
                </p:nvSpPr>
                <p:spPr>
                  <a:xfrm>
                    <a:off x="9428183" y="4177256"/>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5" y="0"/>
                          <a:pt x="5914" y="0"/>
                        </a:cubicBezTo>
                        <a:cubicBezTo>
                          <a:pt x="2654" y="0"/>
                          <a:pt x="0" y="2654"/>
                          <a:pt x="0" y="5915"/>
                        </a:cubicBezTo>
                        <a:cubicBezTo>
                          <a:pt x="0" y="9176"/>
                          <a:pt x="2654" y="11830"/>
                          <a:pt x="5914" y="11830"/>
                        </a:cubicBezTo>
                        <a:cubicBezTo>
                          <a:pt x="9175"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21" name="Freeform 20">
                    <a:extLst>
                      <a:ext uri="{FF2B5EF4-FFF2-40B4-BE49-F238E27FC236}">
                        <a16:creationId xmlns:a16="http://schemas.microsoft.com/office/drawing/2014/main" id="{2E8C31D2-D703-BC07-4806-E230C600F720}"/>
                      </a:ext>
                    </a:extLst>
                  </p:cNvPr>
                  <p:cNvSpPr/>
                  <p:nvPr/>
                </p:nvSpPr>
                <p:spPr>
                  <a:xfrm>
                    <a:off x="9441990" y="4612376"/>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22" name="Freeform 21">
                    <a:extLst>
                      <a:ext uri="{FF2B5EF4-FFF2-40B4-BE49-F238E27FC236}">
                        <a16:creationId xmlns:a16="http://schemas.microsoft.com/office/drawing/2014/main" id="{03A9DFA6-0EC4-77B1-8E7C-441E93804B84}"/>
                      </a:ext>
                    </a:extLst>
                  </p:cNvPr>
                  <p:cNvSpPr/>
                  <p:nvPr/>
                </p:nvSpPr>
                <p:spPr>
                  <a:xfrm>
                    <a:off x="9548582" y="4262546"/>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23" name="Freeform 22">
                    <a:extLst>
                      <a:ext uri="{FF2B5EF4-FFF2-40B4-BE49-F238E27FC236}">
                        <a16:creationId xmlns:a16="http://schemas.microsoft.com/office/drawing/2014/main" id="{669BCA6D-B22E-3B00-C084-403BAF9638F9}"/>
                      </a:ext>
                    </a:extLst>
                  </p:cNvPr>
                  <p:cNvSpPr/>
                  <p:nvPr/>
                </p:nvSpPr>
                <p:spPr>
                  <a:xfrm>
                    <a:off x="9428685" y="493829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24" name="Freeform 23">
                    <a:extLst>
                      <a:ext uri="{FF2B5EF4-FFF2-40B4-BE49-F238E27FC236}">
                        <a16:creationId xmlns:a16="http://schemas.microsoft.com/office/drawing/2014/main" id="{54DD89A3-B445-A4C1-9610-6CB82F20A132}"/>
                      </a:ext>
                    </a:extLst>
                  </p:cNvPr>
                  <p:cNvSpPr/>
                  <p:nvPr/>
                </p:nvSpPr>
                <p:spPr>
                  <a:xfrm>
                    <a:off x="9411677" y="5173030"/>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DE8441CD-43AD-ADD1-3484-D9ACAEA2EA37}"/>
                      </a:ext>
                    </a:extLst>
                  </p:cNvPr>
                  <p:cNvSpPr/>
                  <p:nvPr/>
                </p:nvSpPr>
                <p:spPr>
                  <a:xfrm>
                    <a:off x="9440980" y="4620039"/>
                    <a:ext cx="44281" cy="44285"/>
                  </a:xfrm>
                  <a:custGeom>
                    <a:avLst/>
                    <a:gdLst>
                      <a:gd name="connsiteX0" fmla="*/ 11829 w 11828"/>
                      <a:gd name="connsiteY0" fmla="*/ 5915 h 11829"/>
                      <a:gd name="connsiteX1" fmla="*/ 5914 w 11828"/>
                      <a:gd name="connsiteY1" fmla="*/ 0 h 11829"/>
                      <a:gd name="connsiteX2" fmla="*/ 0 w 11828"/>
                      <a:gd name="connsiteY2" fmla="*/ 5915 h 11829"/>
                      <a:gd name="connsiteX3" fmla="*/ 5914 w 11828"/>
                      <a:gd name="connsiteY3" fmla="*/ 11830 h 11829"/>
                      <a:gd name="connsiteX4" fmla="*/ 11829 w 11828"/>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8" h="11829">
                        <a:moveTo>
                          <a:pt x="11829" y="5915"/>
                        </a:moveTo>
                        <a:cubicBezTo>
                          <a:pt x="11829" y="2654"/>
                          <a:pt x="9175" y="0"/>
                          <a:pt x="5914" y="0"/>
                        </a:cubicBezTo>
                        <a:cubicBezTo>
                          <a:pt x="2654" y="0"/>
                          <a:pt x="0" y="2654"/>
                          <a:pt x="0" y="5915"/>
                        </a:cubicBezTo>
                        <a:cubicBezTo>
                          <a:pt x="0" y="9176"/>
                          <a:pt x="2654" y="11830"/>
                          <a:pt x="5914" y="11830"/>
                        </a:cubicBezTo>
                        <a:cubicBezTo>
                          <a:pt x="9175" y="11830"/>
                          <a:pt x="11829" y="9176"/>
                          <a:pt x="11829"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26" name="Freeform 25">
                    <a:extLst>
                      <a:ext uri="{FF2B5EF4-FFF2-40B4-BE49-F238E27FC236}">
                        <a16:creationId xmlns:a16="http://schemas.microsoft.com/office/drawing/2014/main" id="{9956D5B6-259F-75CF-4D2A-C063DD9B6017}"/>
                      </a:ext>
                    </a:extLst>
                  </p:cNvPr>
                  <p:cNvSpPr/>
                  <p:nvPr/>
                </p:nvSpPr>
                <p:spPr>
                  <a:xfrm>
                    <a:off x="9524839" y="5246198"/>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5" y="0"/>
                          <a:pt x="5914" y="0"/>
                        </a:cubicBezTo>
                        <a:cubicBezTo>
                          <a:pt x="2654" y="0"/>
                          <a:pt x="0" y="2654"/>
                          <a:pt x="0" y="5915"/>
                        </a:cubicBezTo>
                        <a:cubicBezTo>
                          <a:pt x="0" y="9176"/>
                          <a:pt x="2654" y="11829"/>
                          <a:pt x="5914" y="11829"/>
                        </a:cubicBezTo>
                        <a:cubicBezTo>
                          <a:pt x="9175" y="11829"/>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27" name="Freeform 26">
                    <a:extLst>
                      <a:ext uri="{FF2B5EF4-FFF2-40B4-BE49-F238E27FC236}">
                        <a16:creationId xmlns:a16="http://schemas.microsoft.com/office/drawing/2014/main" id="{CE1DFDCA-694F-E090-45FF-E69B21F398C5}"/>
                      </a:ext>
                    </a:extLst>
                  </p:cNvPr>
                  <p:cNvSpPr/>
                  <p:nvPr/>
                </p:nvSpPr>
                <p:spPr>
                  <a:xfrm>
                    <a:off x="9407552" y="4801225"/>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28" name="Freeform 27">
                    <a:extLst>
                      <a:ext uri="{FF2B5EF4-FFF2-40B4-BE49-F238E27FC236}">
                        <a16:creationId xmlns:a16="http://schemas.microsoft.com/office/drawing/2014/main" id="{F4C02653-290F-A005-D813-9CA2D99F6DC3}"/>
                      </a:ext>
                    </a:extLst>
                  </p:cNvPr>
                  <p:cNvSpPr/>
                  <p:nvPr/>
                </p:nvSpPr>
                <p:spPr>
                  <a:xfrm>
                    <a:off x="9478196" y="5123354"/>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4" y="0"/>
                        </a:cubicBezTo>
                        <a:cubicBezTo>
                          <a:pt x="2654" y="0"/>
                          <a:pt x="0" y="2654"/>
                          <a:pt x="0" y="5915"/>
                        </a:cubicBezTo>
                        <a:cubicBezTo>
                          <a:pt x="0" y="9176"/>
                          <a:pt x="2654" y="11829"/>
                          <a:pt x="5914" y="11829"/>
                        </a:cubicBezTo>
                        <a:cubicBezTo>
                          <a:pt x="9176" y="11829"/>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29" name="Freeform 28">
                    <a:extLst>
                      <a:ext uri="{FF2B5EF4-FFF2-40B4-BE49-F238E27FC236}">
                        <a16:creationId xmlns:a16="http://schemas.microsoft.com/office/drawing/2014/main" id="{F622E54F-7CBD-D105-ED2E-DD5B5C6F9D10}"/>
                      </a:ext>
                    </a:extLst>
                  </p:cNvPr>
                  <p:cNvSpPr/>
                  <p:nvPr/>
                </p:nvSpPr>
                <p:spPr>
                  <a:xfrm>
                    <a:off x="9475837" y="5633745"/>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4" y="0"/>
                        </a:cubicBezTo>
                        <a:cubicBezTo>
                          <a:pt x="2654" y="0"/>
                          <a:pt x="0" y="2654"/>
                          <a:pt x="0" y="5915"/>
                        </a:cubicBezTo>
                        <a:cubicBezTo>
                          <a:pt x="0" y="9176"/>
                          <a:pt x="2654" y="11829"/>
                          <a:pt x="5914" y="11829"/>
                        </a:cubicBezTo>
                        <a:cubicBezTo>
                          <a:pt x="9176" y="11829"/>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0" name="Freeform 29">
                    <a:extLst>
                      <a:ext uri="{FF2B5EF4-FFF2-40B4-BE49-F238E27FC236}">
                        <a16:creationId xmlns:a16="http://schemas.microsoft.com/office/drawing/2014/main" id="{719817BE-EB28-FC70-BA34-D0B0C8D80050}"/>
                      </a:ext>
                    </a:extLst>
                  </p:cNvPr>
                  <p:cNvSpPr/>
                  <p:nvPr/>
                </p:nvSpPr>
                <p:spPr>
                  <a:xfrm>
                    <a:off x="9518355" y="4802153"/>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5" y="0"/>
                          <a:pt x="5914" y="0"/>
                        </a:cubicBezTo>
                        <a:cubicBezTo>
                          <a:pt x="2654" y="0"/>
                          <a:pt x="0" y="2654"/>
                          <a:pt x="0" y="5915"/>
                        </a:cubicBezTo>
                        <a:cubicBezTo>
                          <a:pt x="0" y="9176"/>
                          <a:pt x="2654" y="11830"/>
                          <a:pt x="5914" y="11830"/>
                        </a:cubicBezTo>
                        <a:cubicBezTo>
                          <a:pt x="9175"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F70E0F64-9DFE-DD36-3F64-935FF1A0ABB0}"/>
                      </a:ext>
                    </a:extLst>
                  </p:cNvPr>
                  <p:cNvSpPr/>
                  <p:nvPr/>
                </p:nvSpPr>
                <p:spPr>
                  <a:xfrm>
                    <a:off x="9582594" y="529443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2" name="Freeform 31">
                    <a:extLst>
                      <a:ext uri="{FF2B5EF4-FFF2-40B4-BE49-F238E27FC236}">
                        <a16:creationId xmlns:a16="http://schemas.microsoft.com/office/drawing/2014/main" id="{0AE696B2-BDD4-1C11-83AB-D338E45D8B28}"/>
                      </a:ext>
                    </a:extLst>
                  </p:cNvPr>
                  <p:cNvSpPr/>
                  <p:nvPr/>
                </p:nvSpPr>
                <p:spPr>
                  <a:xfrm>
                    <a:off x="9510860" y="534428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3" name="Freeform 32">
                    <a:extLst>
                      <a:ext uri="{FF2B5EF4-FFF2-40B4-BE49-F238E27FC236}">
                        <a16:creationId xmlns:a16="http://schemas.microsoft.com/office/drawing/2014/main" id="{1EDE3A9E-2B0D-0E5F-9D63-8ACE2FDD53E2}"/>
                      </a:ext>
                    </a:extLst>
                  </p:cNvPr>
                  <p:cNvSpPr/>
                  <p:nvPr/>
                </p:nvSpPr>
                <p:spPr>
                  <a:xfrm>
                    <a:off x="9555485" y="485325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4" name="Freeform 33">
                    <a:extLst>
                      <a:ext uri="{FF2B5EF4-FFF2-40B4-BE49-F238E27FC236}">
                        <a16:creationId xmlns:a16="http://schemas.microsoft.com/office/drawing/2014/main" id="{DC9EE348-0334-5F55-4882-89AD85DF48AC}"/>
                      </a:ext>
                    </a:extLst>
                  </p:cNvPr>
                  <p:cNvSpPr/>
                  <p:nvPr/>
                </p:nvSpPr>
                <p:spPr>
                  <a:xfrm>
                    <a:off x="9534098" y="4487597"/>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5" name="Freeform 34">
                    <a:extLst>
                      <a:ext uri="{FF2B5EF4-FFF2-40B4-BE49-F238E27FC236}">
                        <a16:creationId xmlns:a16="http://schemas.microsoft.com/office/drawing/2014/main" id="{679ED29B-44F7-787D-5018-41A8EB643CC3}"/>
                      </a:ext>
                    </a:extLst>
                  </p:cNvPr>
                  <p:cNvSpPr/>
                  <p:nvPr/>
                </p:nvSpPr>
                <p:spPr>
                  <a:xfrm>
                    <a:off x="9436603" y="4972224"/>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5" y="0"/>
                          <a:pt x="5914" y="0"/>
                        </a:cubicBezTo>
                        <a:cubicBezTo>
                          <a:pt x="2654" y="0"/>
                          <a:pt x="0" y="2654"/>
                          <a:pt x="0" y="5915"/>
                        </a:cubicBezTo>
                        <a:cubicBezTo>
                          <a:pt x="0" y="9176"/>
                          <a:pt x="2654" y="11830"/>
                          <a:pt x="5914" y="11830"/>
                        </a:cubicBezTo>
                        <a:cubicBezTo>
                          <a:pt x="9175"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6" name="Freeform 35">
                    <a:extLst>
                      <a:ext uri="{FF2B5EF4-FFF2-40B4-BE49-F238E27FC236}">
                        <a16:creationId xmlns:a16="http://schemas.microsoft.com/office/drawing/2014/main" id="{2F6449DE-57B3-F7E1-42EE-BEF32EE895E2}"/>
                      </a:ext>
                    </a:extLst>
                  </p:cNvPr>
                  <p:cNvSpPr/>
                  <p:nvPr/>
                </p:nvSpPr>
                <p:spPr>
                  <a:xfrm>
                    <a:off x="9378590" y="5120408"/>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7" name="Freeform 36">
                    <a:extLst>
                      <a:ext uri="{FF2B5EF4-FFF2-40B4-BE49-F238E27FC236}">
                        <a16:creationId xmlns:a16="http://schemas.microsoft.com/office/drawing/2014/main" id="{8C4F5FC2-5551-372C-13A7-ED3671B441DF}"/>
                      </a:ext>
                    </a:extLst>
                  </p:cNvPr>
                  <p:cNvSpPr/>
                  <p:nvPr/>
                </p:nvSpPr>
                <p:spPr>
                  <a:xfrm>
                    <a:off x="9532836" y="4967259"/>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4" y="0"/>
                        </a:cubicBezTo>
                        <a:cubicBezTo>
                          <a:pt x="2654" y="0"/>
                          <a:pt x="0" y="2654"/>
                          <a:pt x="0" y="5915"/>
                        </a:cubicBezTo>
                        <a:cubicBezTo>
                          <a:pt x="0" y="9176"/>
                          <a:pt x="2654" y="11830"/>
                          <a:pt x="5914"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8" name="Freeform 37">
                    <a:extLst>
                      <a:ext uri="{FF2B5EF4-FFF2-40B4-BE49-F238E27FC236}">
                        <a16:creationId xmlns:a16="http://schemas.microsoft.com/office/drawing/2014/main" id="{FAA40C55-0DFC-05E3-500C-BBE11CF856C1}"/>
                      </a:ext>
                    </a:extLst>
                  </p:cNvPr>
                  <p:cNvSpPr/>
                  <p:nvPr/>
                </p:nvSpPr>
                <p:spPr>
                  <a:xfrm>
                    <a:off x="9581164" y="4963639"/>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4" y="0"/>
                        </a:cubicBezTo>
                        <a:cubicBezTo>
                          <a:pt x="2654" y="0"/>
                          <a:pt x="0" y="2654"/>
                          <a:pt x="0" y="5915"/>
                        </a:cubicBezTo>
                        <a:cubicBezTo>
                          <a:pt x="0" y="9176"/>
                          <a:pt x="2654" y="11829"/>
                          <a:pt x="5914" y="11829"/>
                        </a:cubicBezTo>
                        <a:cubicBezTo>
                          <a:pt x="9176" y="11829"/>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39" name="Freeform 38">
                    <a:extLst>
                      <a:ext uri="{FF2B5EF4-FFF2-40B4-BE49-F238E27FC236}">
                        <a16:creationId xmlns:a16="http://schemas.microsoft.com/office/drawing/2014/main" id="{43551C96-3CF8-C274-4434-5935E790B7DD}"/>
                      </a:ext>
                    </a:extLst>
                  </p:cNvPr>
                  <p:cNvSpPr/>
                  <p:nvPr/>
                </p:nvSpPr>
                <p:spPr>
                  <a:xfrm>
                    <a:off x="9554980" y="5273898"/>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0" name="Freeform 39">
                    <a:extLst>
                      <a:ext uri="{FF2B5EF4-FFF2-40B4-BE49-F238E27FC236}">
                        <a16:creationId xmlns:a16="http://schemas.microsoft.com/office/drawing/2014/main" id="{B996A5B4-C962-445C-B816-1B726AE65262}"/>
                      </a:ext>
                    </a:extLst>
                  </p:cNvPr>
                  <p:cNvSpPr/>
                  <p:nvPr/>
                </p:nvSpPr>
                <p:spPr>
                  <a:xfrm>
                    <a:off x="9545718" y="4894009"/>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5" y="0"/>
                          <a:pt x="5914" y="0"/>
                        </a:cubicBezTo>
                        <a:cubicBezTo>
                          <a:pt x="2654" y="0"/>
                          <a:pt x="0" y="2654"/>
                          <a:pt x="0" y="5915"/>
                        </a:cubicBezTo>
                        <a:cubicBezTo>
                          <a:pt x="0" y="9176"/>
                          <a:pt x="2654" y="11830"/>
                          <a:pt x="5914" y="11830"/>
                        </a:cubicBezTo>
                        <a:cubicBezTo>
                          <a:pt x="9175"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1" name="Freeform 40">
                    <a:extLst>
                      <a:ext uri="{FF2B5EF4-FFF2-40B4-BE49-F238E27FC236}">
                        <a16:creationId xmlns:a16="http://schemas.microsoft.com/office/drawing/2014/main" id="{F848AD1A-6610-47A3-CC58-B5142E2C9A1F}"/>
                      </a:ext>
                    </a:extLst>
                  </p:cNvPr>
                  <p:cNvSpPr/>
                  <p:nvPr/>
                </p:nvSpPr>
                <p:spPr>
                  <a:xfrm>
                    <a:off x="9460851" y="497567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2" name="Freeform 41">
                    <a:extLst>
                      <a:ext uri="{FF2B5EF4-FFF2-40B4-BE49-F238E27FC236}">
                        <a16:creationId xmlns:a16="http://schemas.microsoft.com/office/drawing/2014/main" id="{A1CA5B0E-FA42-A114-0E52-F867A143103C}"/>
                      </a:ext>
                    </a:extLst>
                  </p:cNvPr>
                  <p:cNvSpPr/>
                  <p:nvPr/>
                </p:nvSpPr>
                <p:spPr>
                  <a:xfrm>
                    <a:off x="9440474" y="4290160"/>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5" y="0"/>
                          <a:pt x="5914" y="0"/>
                        </a:cubicBezTo>
                        <a:cubicBezTo>
                          <a:pt x="2654" y="0"/>
                          <a:pt x="0" y="2654"/>
                          <a:pt x="0" y="5915"/>
                        </a:cubicBezTo>
                        <a:cubicBezTo>
                          <a:pt x="0" y="9176"/>
                          <a:pt x="2654" y="11830"/>
                          <a:pt x="5914" y="11830"/>
                        </a:cubicBezTo>
                        <a:cubicBezTo>
                          <a:pt x="9175"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3" name="Freeform 42">
                    <a:extLst>
                      <a:ext uri="{FF2B5EF4-FFF2-40B4-BE49-F238E27FC236}">
                        <a16:creationId xmlns:a16="http://schemas.microsoft.com/office/drawing/2014/main" id="{06208726-6F87-9153-D9DB-A17820CEA4F0}"/>
                      </a:ext>
                    </a:extLst>
                  </p:cNvPr>
                  <p:cNvSpPr/>
                  <p:nvPr/>
                </p:nvSpPr>
                <p:spPr>
                  <a:xfrm>
                    <a:off x="9577461" y="4896364"/>
                    <a:ext cx="44285" cy="44285"/>
                  </a:xfrm>
                  <a:custGeom>
                    <a:avLst/>
                    <a:gdLst>
                      <a:gd name="connsiteX0" fmla="*/ 11830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5" y="0"/>
                          <a:pt x="5914" y="0"/>
                        </a:cubicBezTo>
                        <a:cubicBezTo>
                          <a:pt x="2654" y="0"/>
                          <a:pt x="0" y="2654"/>
                          <a:pt x="0" y="5915"/>
                        </a:cubicBezTo>
                        <a:cubicBezTo>
                          <a:pt x="0" y="9176"/>
                          <a:pt x="2654" y="11830"/>
                          <a:pt x="5914" y="11830"/>
                        </a:cubicBezTo>
                        <a:cubicBezTo>
                          <a:pt x="9175"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4" name="Freeform 43">
                    <a:extLst>
                      <a:ext uri="{FF2B5EF4-FFF2-40B4-BE49-F238E27FC236}">
                        <a16:creationId xmlns:a16="http://schemas.microsoft.com/office/drawing/2014/main" id="{FCC54895-E0EB-8B65-C4E3-AC939F69F934}"/>
                      </a:ext>
                    </a:extLst>
                  </p:cNvPr>
                  <p:cNvSpPr/>
                  <p:nvPr/>
                </p:nvSpPr>
                <p:spPr>
                  <a:xfrm>
                    <a:off x="9466744" y="5121082"/>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6D1CD">
                      <a:alpha val="60000"/>
                    </a:srgbClr>
                  </a:solidFill>
                  <a:ln w="2249" cap="flat">
                    <a:noFill/>
                    <a:prstDash val="solid"/>
                    <a:miter/>
                  </a:ln>
                </p:spPr>
                <p:txBody>
                  <a:bodyPr rtlCol="0" anchor="ctr"/>
                  <a:lstStyle/>
                  <a:p>
                    <a:endParaRPr lang="en-US"/>
                  </a:p>
                </p:txBody>
              </p:sp>
              <p:sp>
                <p:nvSpPr>
                  <p:cNvPr id="45" name="Freeform 44">
                    <a:extLst>
                      <a:ext uri="{FF2B5EF4-FFF2-40B4-BE49-F238E27FC236}">
                        <a16:creationId xmlns:a16="http://schemas.microsoft.com/office/drawing/2014/main" id="{B3DC8D4E-57B7-588B-DFD8-7991F7E0E4DF}"/>
                      </a:ext>
                    </a:extLst>
                  </p:cNvPr>
                  <p:cNvSpPr/>
                  <p:nvPr/>
                </p:nvSpPr>
                <p:spPr>
                  <a:xfrm>
                    <a:off x="9800157" y="4671396"/>
                    <a:ext cx="132858" cy="471658"/>
                  </a:xfrm>
                  <a:custGeom>
                    <a:avLst/>
                    <a:gdLst>
                      <a:gd name="connsiteX0" fmla="*/ 0 w 35488"/>
                      <a:gd name="connsiteY0" fmla="*/ 0 h 125986"/>
                      <a:gd name="connsiteX1" fmla="*/ 35489 w 35488"/>
                      <a:gd name="connsiteY1" fmla="*/ 0 h 125986"/>
                      <a:gd name="connsiteX2" fmla="*/ 35489 w 35488"/>
                      <a:gd name="connsiteY2" fmla="*/ 125987 h 125986"/>
                      <a:gd name="connsiteX3" fmla="*/ 0 w 35488"/>
                      <a:gd name="connsiteY3" fmla="*/ 125987 h 125986"/>
                    </a:gdLst>
                    <a:ahLst/>
                    <a:cxnLst>
                      <a:cxn ang="0">
                        <a:pos x="connsiteX0" y="connsiteY0"/>
                      </a:cxn>
                      <a:cxn ang="0">
                        <a:pos x="connsiteX1" y="connsiteY1"/>
                      </a:cxn>
                      <a:cxn ang="0">
                        <a:pos x="connsiteX2" y="connsiteY2"/>
                      </a:cxn>
                      <a:cxn ang="0">
                        <a:pos x="connsiteX3" y="connsiteY3"/>
                      </a:cxn>
                    </a:cxnLst>
                    <a:rect l="l" t="t" r="r" b="b"/>
                    <a:pathLst>
                      <a:path w="35488" h="125986">
                        <a:moveTo>
                          <a:pt x="0" y="0"/>
                        </a:moveTo>
                        <a:lnTo>
                          <a:pt x="35489" y="0"/>
                        </a:lnTo>
                        <a:lnTo>
                          <a:pt x="35489" y="125987"/>
                        </a:lnTo>
                        <a:lnTo>
                          <a:pt x="0" y="125987"/>
                        </a:lnTo>
                        <a:close/>
                      </a:path>
                    </a:pathLst>
                  </a:custGeom>
                  <a:solidFill>
                    <a:srgbClr val="47BB89">
                      <a:alpha val="45000"/>
                    </a:srgbClr>
                  </a:solidFill>
                  <a:ln w="2249" cap="flat">
                    <a:noFill/>
                    <a:prstDash val="solid"/>
                    <a:miter/>
                  </a:ln>
                </p:spPr>
                <p:txBody>
                  <a:bodyPr rtlCol="0" anchor="ctr"/>
                  <a:lstStyle/>
                  <a:p>
                    <a:endParaRPr lang="en-US"/>
                  </a:p>
                </p:txBody>
              </p:sp>
              <p:sp>
                <p:nvSpPr>
                  <p:cNvPr id="46" name="Freeform 45">
                    <a:extLst>
                      <a:ext uri="{FF2B5EF4-FFF2-40B4-BE49-F238E27FC236}">
                        <a16:creationId xmlns:a16="http://schemas.microsoft.com/office/drawing/2014/main" id="{F561988C-F8C0-5EBE-4905-21E7868C4D69}"/>
                      </a:ext>
                    </a:extLst>
                  </p:cNvPr>
                  <p:cNvSpPr/>
                  <p:nvPr/>
                </p:nvSpPr>
                <p:spPr>
                  <a:xfrm>
                    <a:off x="9800157" y="4671396"/>
                    <a:ext cx="132858" cy="471658"/>
                  </a:xfrm>
                  <a:custGeom>
                    <a:avLst/>
                    <a:gdLst>
                      <a:gd name="connsiteX0" fmla="*/ 0 w 35488"/>
                      <a:gd name="connsiteY0" fmla="*/ 0 h 125986"/>
                      <a:gd name="connsiteX1" fmla="*/ 35489 w 35488"/>
                      <a:gd name="connsiteY1" fmla="*/ 0 h 125986"/>
                      <a:gd name="connsiteX2" fmla="*/ 35489 w 35488"/>
                      <a:gd name="connsiteY2" fmla="*/ 125987 h 125986"/>
                      <a:gd name="connsiteX3" fmla="*/ 0 w 35488"/>
                      <a:gd name="connsiteY3" fmla="*/ 125987 h 125986"/>
                    </a:gdLst>
                    <a:ahLst/>
                    <a:cxnLst>
                      <a:cxn ang="0">
                        <a:pos x="connsiteX0" y="connsiteY0"/>
                      </a:cxn>
                      <a:cxn ang="0">
                        <a:pos x="connsiteX1" y="connsiteY1"/>
                      </a:cxn>
                      <a:cxn ang="0">
                        <a:pos x="connsiteX2" y="connsiteY2"/>
                      </a:cxn>
                      <a:cxn ang="0">
                        <a:pos x="connsiteX3" y="connsiteY3"/>
                      </a:cxn>
                    </a:cxnLst>
                    <a:rect l="l" t="t" r="r" b="b"/>
                    <a:pathLst>
                      <a:path w="35488" h="125986">
                        <a:moveTo>
                          <a:pt x="0" y="0"/>
                        </a:moveTo>
                        <a:lnTo>
                          <a:pt x="35489" y="0"/>
                        </a:lnTo>
                        <a:lnTo>
                          <a:pt x="35489" y="125987"/>
                        </a:lnTo>
                        <a:lnTo>
                          <a:pt x="0" y="125987"/>
                        </a:lnTo>
                        <a:close/>
                      </a:path>
                    </a:pathLst>
                  </a:custGeom>
                  <a:noFill/>
                  <a:ln w="4498" cap="flat">
                    <a:solidFill>
                      <a:srgbClr val="000000"/>
                    </a:solidFill>
                    <a:prstDash val="solid"/>
                    <a:miter/>
                  </a:ln>
                </p:spPr>
                <p:txBody>
                  <a:bodyPr rtlCol="0" anchor="ctr"/>
                  <a:lstStyle/>
                  <a:p>
                    <a:endParaRPr lang="en-US"/>
                  </a:p>
                </p:txBody>
              </p:sp>
              <p:sp>
                <p:nvSpPr>
                  <p:cNvPr id="47" name="Freeform 46">
                    <a:extLst>
                      <a:ext uri="{FF2B5EF4-FFF2-40B4-BE49-F238E27FC236}">
                        <a16:creationId xmlns:a16="http://schemas.microsoft.com/office/drawing/2014/main" id="{78F51436-4012-02F8-0151-062D994EB1DD}"/>
                      </a:ext>
                    </a:extLst>
                  </p:cNvPr>
                  <p:cNvSpPr/>
                  <p:nvPr/>
                </p:nvSpPr>
                <p:spPr>
                  <a:xfrm>
                    <a:off x="9800157" y="4933412"/>
                    <a:ext cx="132858" cy="8416"/>
                  </a:xfrm>
                  <a:custGeom>
                    <a:avLst/>
                    <a:gdLst>
                      <a:gd name="connsiteX0" fmla="*/ 0 w 35488"/>
                      <a:gd name="connsiteY0" fmla="*/ 0 h 2248"/>
                      <a:gd name="connsiteX1" fmla="*/ 35489 w 35488"/>
                      <a:gd name="connsiteY1" fmla="*/ 0 h 2248"/>
                    </a:gdLst>
                    <a:ahLst/>
                    <a:cxnLst>
                      <a:cxn ang="0">
                        <a:pos x="connsiteX0" y="connsiteY0"/>
                      </a:cxn>
                      <a:cxn ang="0">
                        <a:pos x="connsiteX1" y="connsiteY1"/>
                      </a:cxn>
                    </a:cxnLst>
                    <a:rect l="l" t="t" r="r" b="b"/>
                    <a:pathLst>
                      <a:path w="35488" h="2248">
                        <a:moveTo>
                          <a:pt x="0" y="0"/>
                        </a:moveTo>
                        <a:lnTo>
                          <a:pt x="35489" y="0"/>
                        </a:lnTo>
                      </a:path>
                    </a:pathLst>
                  </a:custGeom>
                  <a:ln w="4498" cap="flat">
                    <a:solidFill>
                      <a:srgbClr val="000000"/>
                    </a:solidFill>
                    <a:prstDash val="solid"/>
                    <a:round/>
                  </a:ln>
                </p:spPr>
                <p:txBody>
                  <a:bodyPr rtlCol="0" anchor="ctr"/>
                  <a:lstStyle/>
                  <a:p>
                    <a:endParaRPr lang="en-US"/>
                  </a:p>
                </p:txBody>
              </p:sp>
            </p:grpSp>
          </p:grpSp>
          <p:grpSp>
            <p:nvGrpSpPr>
              <p:cNvPr id="84" name="Group 83">
                <a:extLst>
                  <a:ext uri="{FF2B5EF4-FFF2-40B4-BE49-F238E27FC236}">
                    <a16:creationId xmlns:a16="http://schemas.microsoft.com/office/drawing/2014/main" id="{6CCA4682-69B2-B874-A69C-39F314C118A3}"/>
                  </a:ext>
                </a:extLst>
              </p:cNvPr>
              <p:cNvGrpSpPr/>
              <p:nvPr/>
            </p:nvGrpSpPr>
            <p:grpSpPr>
              <a:xfrm>
                <a:off x="4291680" y="1621276"/>
                <a:ext cx="6209468" cy="2716470"/>
                <a:chOff x="3627059" y="3491486"/>
                <a:chExt cx="6209468" cy="2716470"/>
              </a:xfrm>
            </p:grpSpPr>
            <p:sp>
              <p:nvSpPr>
                <p:cNvPr id="85" name="Freeform 84">
                  <a:extLst>
                    <a:ext uri="{FF2B5EF4-FFF2-40B4-BE49-F238E27FC236}">
                      <a16:creationId xmlns:a16="http://schemas.microsoft.com/office/drawing/2014/main" id="{4287CE2F-3294-CA86-4FF4-0DF40F3B1170}"/>
                    </a:ext>
                  </a:extLst>
                </p:cNvPr>
                <p:cNvSpPr/>
                <p:nvPr/>
              </p:nvSpPr>
              <p:spPr>
                <a:xfrm>
                  <a:off x="4033385" y="3609698"/>
                  <a:ext cx="1112889" cy="55819"/>
                </a:xfrm>
                <a:custGeom>
                  <a:avLst/>
                  <a:gdLst>
                    <a:gd name="connsiteX0" fmla="*/ 0 w 297267"/>
                    <a:gd name="connsiteY0" fmla="*/ 14911 h 14910"/>
                    <a:gd name="connsiteX1" fmla="*/ 0 w 297267"/>
                    <a:gd name="connsiteY1" fmla="*/ 0 h 14910"/>
                    <a:gd name="connsiteX2" fmla="*/ 297267 w 297267"/>
                    <a:gd name="connsiteY2" fmla="*/ 0 h 14910"/>
                    <a:gd name="connsiteX3" fmla="*/ 297267 w 297267"/>
                    <a:gd name="connsiteY3" fmla="*/ 14911 h 14910"/>
                  </a:gdLst>
                  <a:ahLst/>
                  <a:cxnLst>
                    <a:cxn ang="0">
                      <a:pos x="connsiteX0" y="connsiteY0"/>
                    </a:cxn>
                    <a:cxn ang="0">
                      <a:pos x="connsiteX1" y="connsiteY1"/>
                    </a:cxn>
                    <a:cxn ang="0">
                      <a:pos x="connsiteX2" y="connsiteY2"/>
                    </a:cxn>
                    <a:cxn ang="0">
                      <a:pos x="connsiteX3" y="connsiteY3"/>
                    </a:cxn>
                  </a:cxnLst>
                  <a:rect l="l" t="t" r="r" b="b"/>
                  <a:pathLst>
                    <a:path w="297267" h="14910">
                      <a:moveTo>
                        <a:pt x="0" y="14911"/>
                      </a:moveTo>
                      <a:lnTo>
                        <a:pt x="0" y="0"/>
                      </a:lnTo>
                      <a:lnTo>
                        <a:pt x="297267" y="0"/>
                      </a:lnTo>
                      <a:lnTo>
                        <a:pt x="297267" y="14911"/>
                      </a:lnTo>
                    </a:path>
                  </a:pathLst>
                </a:custGeom>
                <a:noFill/>
                <a:ln w="4498" cap="flat">
                  <a:solidFill>
                    <a:srgbClr val="000000"/>
                  </a:solidFill>
                  <a:prstDash val="solid"/>
                  <a:round/>
                </a:ln>
              </p:spPr>
              <p:txBody>
                <a:bodyPr rtlCol="0" anchor="ctr"/>
                <a:lstStyle/>
                <a:p>
                  <a:endParaRPr lang="en-US"/>
                </a:p>
              </p:txBody>
            </p:sp>
            <p:grpSp>
              <p:nvGrpSpPr>
                <p:cNvPr id="86" name="Graphic 4479">
                  <a:extLst>
                    <a:ext uri="{FF2B5EF4-FFF2-40B4-BE49-F238E27FC236}">
                      <a16:creationId xmlns:a16="http://schemas.microsoft.com/office/drawing/2014/main" id="{F5FA4AE4-DB5C-DE30-00CB-6B93221261CD}"/>
                    </a:ext>
                  </a:extLst>
                </p:cNvPr>
                <p:cNvGrpSpPr/>
                <p:nvPr/>
              </p:nvGrpSpPr>
              <p:grpSpPr>
                <a:xfrm>
                  <a:off x="4458906" y="3510093"/>
                  <a:ext cx="174031" cy="72239"/>
                  <a:chOff x="4140779" y="2267660"/>
                  <a:chExt cx="46486" cy="19296"/>
                </a:xfrm>
                <a:solidFill>
                  <a:srgbClr val="231F20"/>
                </a:solidFill>
              </p:grpSpPr>
              <p:sp>
                <p:nvSpPr>
                  <p:cNvPr id="1075" name="Freeform 1074">
                    <a:extLst>
                      <a:ext uri="{FF2B5EF4-FFF2-40B4-BE49-F238E27FC236}">
                        <a16:creationId xmlns:a16="http://schemas.microsoft.com/office/drawing/2014/main" id="{660BC27A-2397-D0CC-5044-8A87666F8032}"/>
                      </a:ext>
                    </a:extLst>
                  </p:cNvPr>
                  <p:cNvSpPr/>
                  <p:nvPr/>
                </p:nvSpPr>
                <p:spPr>
                  <a:xfrm>
                    <a:off x="4140779" y="2267660"/>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8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1 w 20240"/>
                      <a:gd name="connsiteY11" fmla="*/ 17339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8" y="5060"/>
                        </a:lnTo>
                        <a:lnTo>
                          <a:pt x="20241" y="8029"/>
                        </a:lnTo>
                        <a:lnTo>
                          <a:pt x="12549" y="10525"/>
                        </a:lnTo>
                        <a:lnTo>
                          <a:pt x="17609" y="17677"/>
                        </a:lnTo>
                        <a:lnTo>
                          <a:pt x="14978" y="19296"/>
                        </a:lnTo>
                        <a:lnTo>
                          <a:pt x="9985" y="12009"/>
                        </a:lnTo>
                        <a:lnTo>
                          <a:pt x="4723" y="19161"/>
                        </a:lnTo>
                        <a:lnTo>
                          <a:pt x="2361" y="17339"/>
                        </a:lnTo>
                        <a:lnTo>
                          <a:pt x="7556" y="10525"/>
                        </a:lnTo>
                        <a:lnTo>
                          <a:pt x="0" y="7826"/>
                        </a:lnTo>
                        <a:lnTo>
                          <a:pt x="1215" y="4993"/>
                        </a:lnTo>
                        <a:lnTo>
                          <a:pt x="8703" y="7894"/>
                        </a:lnTo>
                        <a:close/>
                      </a:path>
                    </a:pathLst>
                  </a:custGeom>
                  <a:solidFill>
                    <a:srgbClr val="231F20"/>
                  </a:solidFill>
                  <a:ln w="2249" cap="flat">
                    <a:noFill/>
                    <a:prstDash val="solid"/>
                    <a:miter/>
                  </a:ln>
                </p:spPr>
                <p:txBody>
                  <a:bodyPr rtlCol="0" anchor="ctr"/>
                  <a:lstStyle/>
                  <a:p>
                    <a:endParaRPr lang="en-US"/>
                  </a:p>
                </p:txBody>
              </p:sp>
              <p:sp>
                <p:nvSpPr>
                  <p:cNvPr id="1076" name="Freeform 1075">
                    <a:extLst>
                      <a:ext uri="{FF2B5EF4-FFF2-40B4-BE49-F238E27FC236}">
                        <a16:creationId xmlns:a16="http://schemas.microsoft.com/office/drawing/2014/main" id="{55A4C03C-E07D-A763-A673-DFE89DD9BDEC}"/>
                      </a:ext>
                    </a:extLst>
                  </p:cNvPr>
                  <p:cNvSpPr/>
                  <p:nvPr/>
                </p:nvSpPr>
                <p:spPr>
                  <a:xfrm>
                    <a:off x="4167024" y="2267660"/>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8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1 w 20240"/>
                      <a:gd name="connsiteY11" fmla="*/ 17339 h 19296"/>
                      <a:gd name="connsiteX12" fmla="*/ 7556 w 20240"/>
                      <a:gd name="connsiteY12" fmla="*/ 10525 h 19296"/>
                      <a:gd name="connsiteX13" fmla="*/ 0 w 20240"/>
                      <a:gd name="connsiteY13" fmla="*/ 7826 h 19296"/>
                      <a:gd name="connsiteX14" fmla="*/ 1214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8" y="5060"/>
                        </a:lnTo>
                        <a:lnTo>
                          <a:pt x="20241" y="8029"/>
                        </a:lnTo>
                        <a:lnTo>
                          <a:pt x="12549" y="10525"/>
                        </a:lnTo>
                        <a:lnTo>
                          <a:pt x="17609" y="17677"/>
                        </a:lnTo>
                        <a:lnTo>
                          <a:pt x="14978" y="19296"/>
                        </a:lnTo>
                        <a:lnTo>
                          <a:pt x="9985" y="12009"/>
                        </a:lnTo>
                        <a:lnTo>
                          <a:pt x="4723" y="19161"/>
                        </a:lnTo>
                        <a:lnTo>
                          <a:pt x="2361" y="17339"/>
                        </a:lnTo>
                        <a:lnTo>
                          <a:pt x="7556" y="10525"/>
                        </a:lnTo>
                        <a:lnTo>
                          <a:pt x="0" y="7826"/>
                        </a:lnTo>
                        <a:lnTo>
                          <a:pt x="1214" y="4993"/>
                        </a:lnTo>
                        <a:lnTo>
                          <a:pt x="8703" y="7894"/>
                        </a:lnTo>
                        <a:close/>
                      </a:path>
                    </a:pathLst>
                  </a:custGeom>
                  <a:solidFill>
                    <a:srgbClr val="231F20"/>
                  </a:solidFill>
                  <a:ln w="2249" cap="flat">
                    <a:noFill/>
                    <a:prstDash val="solid"/>
                    <a:miter/>
                  </a:ln>
                </p:spPr>
                <p:txBody>
                  <a:bodyPr rtlCol="0" anchor="ctr"/>
                  <a:lstStyle/>
                  <a:p>
                    <a:endParaRPr lang="en-US"/>
                  </a:p>
                </p:txBody>
              </p:sp>
            </p:grpSp>
            <p:grpSp>
              <p:nvGrpSpPr>
                <p:cNvPr id="87" name="Group 86">
                  <a:extLst>
                    <a:ext uri="{FF2B5EF4-FFF2-40B4-BE49-F238E27FC236}">
                      <a16:creationId xmlns:a16="http://schemas.microsoft.com/office/drawing/2014/main" id="{F8C421BE-9BB6-0E31-1C53-C34F041F3FCC}"/>
                    </a:ext>
                  </a:extLst>
                </p:cNvPr>
                <p:cNvGrpSpPr/>
                <p:nvPr/>
              </p:nvGrpSpPr>
              <p:grpSpPr>
                <a:xfrm>
                  <a:off x="3627059" y="4028484"/>
                  <a:ext cx="851464" cy="2179472"/>
                  <a:chOff x="3627059" y="4028484"/>
                  <a:chExt cx="851464" cy="2179472"/>
                </a:xfrm>
              </p:grpSpPr>
              <p:sp>
                <p:nvSpPr>
                  <p:cNvPr id="1040" name="Freeform 1039">
                    <a:extLst>
                      <a:ext uri="{FF2B5EF4-FFF2-40B4-BE49-F238E27FC236}">
                        <a16:creationId xmlns:a16="http://schemas.microsoft.com/office/drawing/2014/main" id="{DE43C1EC-6006-A171-E9C7-083E0ED9D899}"/>
                      </a:ext>
                    </a:extLst>
                  </p:cNvPr>
                  <p:cNvSpPr/>
                  <p:nvPr/>
                </p:nvSpPr>
                <p:spPr>
                  <a:xfrm>
                    <a:off x="3627059" y="5603942"/>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41" name="Freeform 1040">
                    <a:extLst>
                      <a:ext uri="{FF2B5EF4-FFF2-40B4-BE49-F238E27FC236}">
                        <a16:creationId xmlns:a16="http://schemas.microsoft.com/office/drawing/2014/main" id="{CBD2A5CE-FB6B-F8FE-FF6E-1141CE641C0F}"/>
                      </a:ext>
                    </a:extLst>
                  </p:cNvPr>
                  <p:cNvSpPr/>
                  <p:nvPr/>
                </p:nvSpPr>
                <p:spPr>
                  <a:xfrm>
                    <a:off x="3641371" y="5022573"/>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42" name="Freeform 1041">
                    <a:extLst>
                      <a:ext uri="{FF2B5EF4-FFF2-40B4-BE49-F238E27FC236}">
                        <a16:creationId xmlns:a16="http://schemas.microsoft.com/office/drawing/2014/main" id="{EDD0292B-3427-8675-4C25-1443E7FCA014}"/>
                      </a:ext>
                    </a:extLst>
                  </p:cNvPr>
                  <p:cNvSpPr/>
                  <p:nvPr/>
                </p:nvSpPr>
                <p:spPr>
                  <a:xfrm>
                    <a:off x="3639436" y="4731850"/>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43" name="Freeform 1042">
                    <a:extLst>
                      <a:ext uri="{FF2B5EF4-FFF2-40B4-BE49-F238E27FC236}">
                        <a16:creationId xmlns:a16="http://schemas.microsoft.com/office/drawing/2014/main" id="{277CF86B-F7EA-E294-3589-FD6776B0687B}"/>
                      </a:ext>
                    </a:extLst>
                  </p:cNvPr>
                  <p:cNvSpPr/>
                  <p:nvPr/>
                </p:nvSpPr>
                <p:spPr>
                  <a:xfrm>
                    <a:off x="4033385" y="4028484"/>
                    <a:ext cx="445138" cy="2179472"/>
                  </a:xfrm>
                  <a:custGeom>
                    <a:avLst/>
                    <a:gdLst>
                      <a:gd name="connsiteX0" fmla="*/ 34859 w 118902"/>
                      <a:gd name="connsiteY0" fmla="*/ 476442 h 582165"/>
                      <a:gd name="connsiteX1" fmla="*/ 38727 w 118902"/>
                      <a:gd name="connsiteY1" fmla="*/ 470167 h 582165"/>
                      <a:gd name="connsiteX2" fmla="*/ 42550 w 118902"/>
                      <a:gd name="connsiteY2" fmla="*/ 463893 h 582165"/>
                      <a:gd name="connsiteX3" fmla="*/ 46216 w 118902"/>
                      <a:gd name="connsiteY3" fmla="*/ 457618 h 582165"/>
                      <a:gd name="connsiteX4" fmla="*/ 49635 w 118902"/>
                      <a:gd name="connsiteY4" fmla="*/ 451366 h 582165"/>
                      <a:gd name="connsiteX5" fmla="*/ 52783 w 118902"/>
                      <a:gd name="connsiteY5" fmla="*/ 445091 h 582165"/>
                      <a:gd name="connsiteX6" fmla="*/ 55594 w 118902"/>
                      <a:gd name="connsiteY6" fmla="*/ 438817 h 582165"/>
                      <a:gd name="connsiteX7" fmla="*/ 58023 w 118902"/>
                      <a:gd name="connsiteY7" fmla="*/ 432542 h 582165"/>
                      <a:gd name="connsiteX8" fmla="*/ 60092 w 118902"/>
                      <a:gd name="connsiteY8" fmla="*/ 426290 h 582165"/>
                      <a:gd name="connsiteX9" fmla="*/ 61846 w 118902"/>
                      <a:gd name="connsiteY9" fmla="*/ 420015 h 582165"/>
                      <a:gd name="connsiteX10" fmla="*/ 63308 w 118902"/>
                      <a:gd name="connsiteY10" fmla="*/ 413741 h 582165"/>
                      <a:gd name="connsiteX11" fmla="*/ 64568 w 118902"/>
                      <a:gd name="connsiteY11" fmla="*/ 407466 h 582165"/>
                      <a:gd name="connsiteX12" fmla="*/ 65760 w 118902"/>
                      <a:gd name="connsiteY12" fmla="*/ 401214 h 582165"/>
                      <a:gd name="connsiteX13" fmla="*/ 66974 w 118902"/>
                      <a:gd name="connsiteY13" fmla="*/ 394939 h 582165"/>
                      <a:gd name="connsiteX14" fmla="*/ 68346 w 118902"/>
                      <a:gd name="connsiteY14" fmla="*/ 388665 h 582165"/>
                      <a:gd name="connsiteX15" fmla="*/ 69988 w 118902"/>
                      <a:gd name="connsiteY15" fmla="*/ 382390 h 582165"/>
                      <a:gd name="connsiteX16" fmla="*/ 71989 w 118902"/>
                      <a:gd name="connsiteY16" fmla="*/ 376138 h 582165"/>
                      <a:gd name="connsiteX17" fmla="*/ 74440 w 118902"/>
                      <a:gd name="connsiteY17" fmla="*/ 369864 h 582165"/>
                      <a:gd name="connsiteX18" fmla="*/ 77364 w 118902"/>
                      <a:gd name="connsiteY18" fmla="*/ 363589 h 582165"/>
                      <a:gd name="connsiteX19" fmla="*/ 80783 w 118902"/>
                      <a:gd name="connsiteY19" fmla="*/ 357314 h 582165"/>
                      <a:gd name="connsiteX20" fmla="*/ 84628 w 118902"/>
                      <a:gd name="connsiteY20" fmla="*/ 351062 h 582165"/>
                      <a:gd name="connsiteX21" fmla="*/ 88834 w 118902"/>
                      <a:gd name="connsiteY21" fmla="*/ 344788 h 582165"/>
                      <a:gd name="connsiteX22" fmla="*/ 93287 w 118902"/>
                      <a:gd name="connsiteY22" fmla="*/ 338513 h 582165"/>
                      <a:gd name="connsiteX23" fmla="*/ 97830 w 118902"/>
                      <a:gd name="connsiteY23" fmla="*/ 332261 h 582165"/>
                      <a:gd name="connsiteX24" fmla="*/ 102328 w 118902"/>
                      <a:gd name="connsiteY24" fmla="*/ 325987 h 582165"/>
                      <a:gd name="connsiteX25" fmla="*/ 106578 w 118902"/>
                      <a:gd name="connsiteY25" fmla="*/ 319712 h 582165"/>
                      <a:gd name="connsiteX26" fmla="*/ 110401 w 118902"/>
                      <a:gd name="connsiteY26" fmla="*/ 313437 h 582165"/>
                      <a:gd name="connsiteX27" fmla="*/ 113662 w 118902"/>
                      <a:gd name="connsiteY27" fmla="*/ 307185 h 582165"/>
                      <a:gd name="connsiteX28" fmla="*/ 116226 w 118902"/>
                      <a:gd name="connsiteY28" fmla="*/ 300911 h 582165"/>
                      <a:gd name="connsiteX29" fmla="*/ 117981 w 118902"/>
                      <a:gd name="connsiteY29" fmla="*/ 294636 h 582165"/>
                      <a:gd name="connsiteX30" fmla="*/ 118880 w 118902"/>
                      <a:gd name="connsiteY30" fmla="*/ 288361 h 582165"/>
                      <a:gd name="connsiteX31" fmla="*/ 118902 w 118902"/>
                      <a:gd name="connsiteY31" fmla="*/ 282109 h 582165"/>
                      <a:gd name="connsiteX32" fmla="*/ 118093 w 118902"/>
                      <a:gd name="connsiteY32" fmla="*/ 275835 h 582165"/>
                      <a:gd name="connsiteX33" fmla="*/ 116496 w 118902"/>
                      <a:gd name="connsiteY33" fmla="*/ 269560 h 582165"/>
                      <a:gd name="connsiteX34" fmla="*/ 114180 w 118902"/>
                      <a:gd name="connsiteY34" fmla="*/ 263286 h 582165"/>
                      <a:gd name="connsiteX35" fmla="*/ 111278 w 118902"/>
                      <a:gd name="connsiteY35" fmla="*/ 257033 h 582165"/>
                      <a:gd name="connsiteX36" fmla="*/ 107905 w 118902"/>
                      <a:gd name="connsiteY36" fmla="*/ 250759 h 582165"/>
                      <a:gd name="connsiteX37" fmla="*/ 104194 w 118902"/>
                      <a:gd name="connsiteY37" fmla="*/ 244484 h 582165"/>
                      <a:gd name="connsiteX38" fmla="*/ 100214 w 118902"/>
                      <a:gd name="connsiteY38" fmla="*/ 238210 h 582165"/>
                      <a:gd name="connsiteX39" fmla="*/ 96053 w 118902"/>
                      <a:gd name="connsiteY39" fmla="*/ 231957 h 582165"/>
                      <a:gd name="connsiteX40" fmla="*/ 91825 w 118902"/>
                      <a:gd name="connsiteY40" fmla="*/ 225683 h 582165"/>
                      <a:gd name="connsiteX41" fmla="*/ 87530 w 118902"/>
                      <a:gd name="connsiteY41" fmla="*/ 219408 h 582165"/>
                      <a:gd name="connsiteX42" fmla="*/ 83234 w 118902"/>
                      <a:gd name="connsiteY42" fmla="*/ 213134 h 582165"/>
                      <a:gd name="connsiteX43" fmla="*/ 78938 w 118902"/>
                      <a:gd name="connsiteY43" fmla="*/ 206882 h 582165"/>
                      <a:gd name="connsiteX44" fmla="*/ 74621 w 118902"/>
                      <a:gd name="connsiteY44" fmla="*/ 200607 h 582165"/>
                      <a:gd name="connsiteX45" fmla="*/ 70280 w 118902"/>
                      <a:gd name="connsiteY45" fmla="*/ 194332 h 582165"/>
                      <a:gd name="connsiteX46" fmla="*/ 65917 w 118902"/>
                      <a:gd name="connsiteY46" fmla="*/ 188080 h 582165"/>
                      <a:gd name="connsiteX47" fmla="*/ 61509 w 118902"/>
                      <a:gd name="connsiteY47" fmla="*/ 181806 h 582165"/>
                      <a:gd name="connsiteX48" fmla="*/ 57056 w 118902"/>
                      <a:gd name="connsiteY48" fmla="*/ 175531 h 582165"/>
                      <a:gd name="connsiteX49" fmla="*/ 52603 w 118902"/>
                      <a:gd name="connsiteY49" fmla="*/ 169257 h 582165"/>
                      <a:gd name="connsiteX50" fmla="*/ 48128 w 118902"/>
                      <a:gd name="connsiteY50" fmla="*/ 163004 h 582165"/>
                      <a:gd name="connsiteX51" fmla="*/ 43697 w 118902"/>
                      <a:gd name="connsiteY51" fmla="*/ 156730 h 582165"/>
                      <a:gd name="connsiteX52" fmla="*/ 39334 w 118902"/>
                      <a:gd name="connsiteY52" fmla="*/ 150455 h 582165"/>
                      <a:gd name="connsiteX53" fmla="*/ 35084 w 118902"/>
                      <a:gd name="connsiteY53" fmla="*/ 144181 h 582165"/>
                      <a:gd name="connsiteX54" fmla="*/ 30991 w 118902"/>
                      <a:gd name="connsiteY54" fmla="*/ 137929 h 582165"/>
                      <a:gd name="connsiteX55" fmla="*/ 27123 w 118902"/>
                      <a:gd name="connsiteY55" fmla="*/ 131654 h 582165"/>
                      <a:gd name="connsiteX56" fmla="*/ 23479 w 118902"/>
                      <a:gd name="connsiteY56" fmla="*/ 125379 h 582165"/>
                      <a:gd name="connsiteX57" fmla="*/ 20106 w 118902"/>
                      <a:gd name="connsiteY57" fmla="*/ 119105 h 582165"/>
                      <a:gd name="connsiteX58" fmla="*/ 17025 w 118902"/>
                      <a:gd name="connsiteY58" fmla="*/ 112853 h 582165"/>
                      <a:gd name="connsiteX59" fmla="*/ 14281 w 118902"/>
                      <a:gd name="connsiteY59" fmla="*/ 106578 h 582165"/>
                      <a:gd name="connsiteX60" fmla="*/ 11830 w 118902"/>
                      <a:gd name="connsiteY60" fmla="*/ 100304 h 582165"/>
                      <a:gd name="connsiteX61" fmla="*/ 9671 w 118902"/>
                      <a:gd name="connsiteY61" fmla="*/ 94029 h 582165"/>
                      <a:gd name="connsiteX62" fmla="*/ 7826 w 118902"/>
                      <a:gd name="connsiteY62" fmla="*/ 87777 h 582165"/>
                      <a:gd name="connsiteX63" fmla="*/ 6252 w 118902"/>
                      <a:gd name="connsiteY63" fmla="*/ 81502 h 582165"/>
                      <a:gd name="connsiteX64" fmla="*/ 4948 w 118902"/>
                      <a:gd name="connsiteY64" fmla="*/ 75228 h 582165"/>
                      <a:gd name="connsiteX65" fmla="*/ 3868 w 118902"/>
                      <a:gd name="connsiteY65" fmla="*/ 68953 h 582165"/>
                      <a:gd name="connsiteX66" fmla="*/ 2969 w 118902"/>
                      <a:gd name="connsiteY66" fmla="*/ 62701 h 582165"/>
                      <a:gd name="connsiteX67" fmla="*/ 2271 w 118902"/>
                      <a:gd name="connsiteY67" fmla="*/ 56426 h 582165"/>
                      <a:gd name="connsiteX68" fmla="*/ 1709 w 118902"/>
                      <a:gd name="connsiteY68" fmla="*/ 50152 h 582165"/>
                      <a:gd name="connsiteX69" fmla="*/ 1260 w 118902"/>
                      <a:gd name="connsiteY69" fmla="*/ 43877 h 582165"/>
                      <a:gd name="connsiteX70" fmla="*/ 922 w 118902"/>
                      <a:gd name="connsiteY70" fmla="*/ 37625 h 582165"/>
                      <a:gd name="connsiteX71" fmla="*/ 675 w 118902"/>
                      <a:gd name="connsiteY71" fmla="*/ 31350 h 582165"/>
                      <a:gd name="connsiteX72" fmla="*/ 472 w 118902"/>
                      <a:gd name="connsiteY72" fmla="*/ 25076 h 582165"/>
                      <a:gd name="connsiteX73" fmla="*/ 337 w 118902"/>
                      <a:gd name="connsiteY73" fmla="*/ 18824 h 582165"/>
                      <a:gd name="connsiteX74" fmla="*/ 225 w 118902"/>
                      <a:gd name="connsiteY74" fmla="*/ 12549 h 582165"/>
                      <a:gd name="connsiteX75" fmla="*/ 158 w 118902"/>
                      <a:gd name="connsiteY75" fmla="*/ 6275 h 582165"/>
                      <a:gd name="connsiteX76" fmla="*/ 113 w 118902"/>
                      <a:gd name="connsiteY76" fmla="*/ 0 h 582165"/>
                      <a:gd name="connsiteX77" fmla="*/ 0 w 118902"/>
                      <a:gd name="connsiteY77" fmla="*/ 0 h 582165"/>
                      <a:gd name="connsiteX78" fmla="*/ 0 w 118902"/>
                      <a:gd name="connsiteY78" fmla="*/ 6275 h 582165"/>
                      <a:gd name="connsiteX79" fmla="*/ 0 w 118902"/>
                      <a:gd name="connsiteY79" fmla="*/ 12549 h 582165"/>
                      <a:gd name="connsiteX80" fmla="*/ 0 w 118902"/>
                      <a:gd name="connsiteY80" fmla="*/ 18824 h 582165"/>
                      <a:gd name="connsiteX81" fmla="*/ 0 w 118902"/>
                      <a:gd name="connsiteY81" fmla="*/ 25076 h 582165"/>
                      <a:gd name="connsiteX82" fmla="*/ 0 w 118902"/>
                      <a:gd name="connsiteY82" fmla="*/ 31350 h 582165"/>
                      <a:gd name="connsiteX83" fmla="*/ 0 w 118902"/>
                      <a:gd name="connsiteY83" fmla="*/ 37625 h 582165"/>
                      <a:gd name="connsiteX84" fmla="*/ 0 w 118902"/>
                      <a:gd name="connsiteY84" fmla="*/ 43877 h 582165"/>
                      <a:gd name="connsiteX85" fmla="*/ 0 w 118902"/>
                      <a:gd name="connsiteY85" fmla="*/ 50152 h 582165"/>
                      <a:gd name="connsiteX86" fmla="*/ 0 w 118902"/>
                      <a:gd name="connsiteY86" fmla="*/ 56426 h 582165"/>
                      <a:gd name="connsiteX87" fmla="*/ 0 w 118902"/>
                      <a:gd name="connsiteY87" fmla="*/ 62701 h 582165"/>
                      <a:gd name="connsiteX88" fmla="*/ 0 w 118902"/>
                      <a:gd name="connsiteY88" fmla="*/ 68953 h 582165"/>
                      <a:gd name="connsiteX89" fmla="*/ 0 w 118902"/>
                      <a:gd name="connsiteY89" fmla="*/ 75228 h 582165"/>
                      <a:gd name="connsiteX90" fmla="*/ 0 w 118902"/>
                      <a:gd name="connsiteY90" fmla="*/ 81502 h 582165"/>
                      <a:gd name="connsiteX91" fmla="*/ 0 w 118902"/>
                      <a:gd name="connsiteY91" fmla="*/ 87777 h 582165"/>
                      <a:gd name="connsiteX92" fmla="*/ 0 w 118902"/>
                      <a:gd name="connsiteY92" fmla="*/ 94029 h 582165"/>
                      <a:gd name="connsiteX93" fmla="*/ 0 w 118902"/>
                      <a:gd name="connsiteY93" fmla="*/ 100304 h 582165"/>
                      <a:gd name="connsiteX94" fmla="*/ 0 w 118902"/>
                      <a:gd name="connsiteY94" fmla="*/ 106578 h 582165"/>
                      <a:gd name="connsiteX95" fmla="*/ 0 w 118902"/>
                      <a:gd name="connsiteY95" fmla="*/ 112853 h 582165"/>
                      <a:gd name="connsiteX96" fmla="*/ 0 w 118902"/>
                      <a:gd name="connsiteY96" fmla="*/ 119105 h 582165"/>
                      <a:gd name="connsiteX97" fmla="*/ 0 w 118902"/>
                      <a:gd name="connsiteY97" fmla="*/ 125379 h 582165"/>
                      <a:gd name="connsiteX98" fmla="*/ 0 w 118902"/>
                      <a:gd name="connsiteY98" fmla="*/ 131654 h 582165"/>
                      <a:gd name="connsiteX99" fmla="*/ 0 w 118902"/>
                      <a:gd name="connsiteY99" fmla="*/ 137929 h 582165"/>
                      <a:gd name="connsiteX100" fmla="*/ 0 w 118902"/>
                      <a:gd name="connsiteY100" fmla="*/ 144181 h 582165"/>
                      <a:gd name="connsiteX101" fmla="*/ 0 w 118902"/>
                      <a:gd name="connsiteY101" fmla="*/ 150455 h 582165"/>
                      <a:gd name="connsiteX102" fmla="*/ 0 w 118902"/>
                      <a:gd name="connsiteY102" fmla="*/ 156730 h 582165"/>
                      <a:gd name="connsiteX103" fmla="*/ 0 w 118902"/>
                      <a:gd name="connsiteY103" fmla="*/ 163004 h 582165"/>
                      <a:gd name="connsiteX104" fmla="*/ 0 w 118902"/>
                      <a:gd name="connsiteY104" fmla="*/ 169257 h 582165"/>
                      <a:gd name="connsiteX105" fmla="*/ 0 w 118902"/>
                      <a:gd name="connsiteY105" fmla="*/ 175531 h 582165"/>
                      <a:gd name="connsiteX106" fmla="*/ 0 w 118902"/>
                      <a:gd name="connsiteY106" fmla="*/ 181806 h 582165"/>
                      <a:gd name="connsiteX107" fmla="*/ 0 w 118902"/>
                      <a:gd name="connsiteY107" fmla="*/ 188080 h 582165"/>
                      <a:gd name="connsiteX108" fmla="*/ 0 w 118902"/>
                      <a:gd name="connsiteY108" fmla="*/ 194332 h 582165"/>
                      <a:gd name="connsiteX109" fmla="*/ 0 w 118902"/>
                      <a:gd name="connsiteY109" fmla="*/ 200607 h 582165"/>
                      <a:gd name="connsiteX110" fmla="*/ 0 w 118902"/>
                      <a:gd name="connsiteY110" fmla="*/ 206882 h 582165"/>
                      <a:gd name="connsiteX111" fmla="*/ 0 w 118902"/>
                      <a:gd name="connsiteY111" fmla="*/ 213134 h 582165"/>
                      <a:gd name="connsiteX112" fmla="*/ 0 w 118902"/>
                      <a:gd name="connsiteY112" fmla="*/ 219408 h 582165"/>
                      <a:gd name="connsiteX113" fmla="*/ 0 w 118902"/>
                      <a:gd name="connsiteY113" fmla="*/ 225683 h 582165"/>
                      <a:gd name="connsiteX114" fmla="*/ 0 w 118902"/>
                      <a:gd name="connsiteY114" fmla="*/ 231957 h 582165"/>
                      <a:gd name="connsiteX115" fmla="*/ 0 w 118902"/>
                      <a:gd name="connsiteY115" fmla="*/ 238210 h 582165"/>
                      <a:gd name="connsiteX116" fmla="*/ 0 w 118902"/>
                      <a:gd name="connsiteY116" fmla="*/ 244484 h 582165"/>
                      <a:gd name="connsiteX117" fmla="*/ 0 w 118902"/>
                      <a:gd name="connsiteY117" fmla="*/ 250759 h 582165"/>
                      <a:gd name="connsiteX118" fmla="*/ 0 w 118902"/>
                      <a:gd name="connsiteY118" fmla="*/ 257033 h 582165"/>
                      <a:gd name="connsiteX119" fmla="*/ 0 w 118902"/>
                      <a:gd name="connsiteY119" fmla="*/ 263286 h 582165"/>
                      <a:gd name="connsiteX120" fmla="*/ 0 w 118902"/>
                      <a:gd name="connsiteY120" fmla="*/ 269560 h 582165"/>
                      <a:gd name="connsiteX121" fmla="*/ 0 w 118902"/>
                      <a:gd name="connsiteY121" fmla="*/ 275835 h 582165"/>
                      <a:gd name="connsiteX122" fmla="*/ 0 w 118902"/>
                      <a:gd name="connsiteY122" fmla="*/ 282109 h 582165"/>
                      <a:gd name="connsiteX123" fmla="*/ 0 w 118902"/>
                      <a:gd name="connsiteY123" fmla="*/ 288361 h 582165"/>
                      <a:gd name="connsiteX124" fmla="*/ 0 w 118902"/>
                      <a:gd name="connsiteY124" fmla="*/ 294636 h 582165"/>
                      <a:gd name="connsiteX125" fmla="*/ 0 w 118902"/>
                      <a:gd name="connsiteY125" fmla="*/ 300911 h 582165"/>
                      <a:gd name="connsiteX126" fmla="*/ 0 w 118902"/>
                      <a:gd name="connsiteY126" fmla="*/ 307185 h 582165"/>
                      <a:gd name="connsiteX127" fmla="*/ 0 w 118902"/>
                      <a:gd name="connsiteY127" fmla="*/ 313437 h 582165"/>
                      <a:gd name="connsiteX128" fmla="*/ 0 w 118902"/>
                      <a:gd name="connsiteY128" fmla="*/ 319712 h 582165"/>
                      <a:gd name="connsiteX129" fmla="*/ 0 w 118902"/>
                      <a:gd name="connsiteY129" fmla="*/ 325987 h 582165"/>
                      <a:gd name="connsiteX130" fmla="*/ 0 w 118902"/>
                      <a:gd name="connsiteY130" fmla="*/ 332261 h 582165"/>
                      <a:gd name="connsiteX131" fmla="*/ 0 w 118902"/>
                      <a:gd name="connsiteY131" fmla="*/ 338513 h 582165"/>
                      <a:gd name="connsiteX132" fmla="*/ 0 w 118902"/>
                      <a:gd name="connsiteY132" fmla="*/ 344788 h 582165"/>
                      <a:gd name="connsiteX133" fmla="*/ 0 w 118902"/>
                      <a:gd name="connsiteY133" fmla="*/ 351062 h 582165"/>
                      <a:gd name="connsiteX134" fmla="*/ 0 w 118902"/>
                      <a:gd name="connsiteY134" fmla="*/ 357314 h 582165"/>
                      <a:gd name="connsiteX135" fmla="*/ 0 w 118902"/>
                      <a:gd name="connsiteY135" fmla="*/ 363589 h 582165"/>
                      <a:gd name="connsiteX136" fmla="*/ 0 w 118902"/>
                      <a:gd name="connsiteY136" fmla="*/ 369864 h 582165"/>
                      <a:gd name="connsiteX137" fmla="*/ 0 w 118902"/>
                      <a:gd name="connsiteY137" fmla="*/ 376138 h 582165"/>
                      <a:gd name="connsiteX138" fmla="*/ 0 w 118902"/>
                      <a:gd name="connsiteY138" fmla="*/ 382390 h 582165"/>
                      <a:gd name="connsiteX139" fmla="*/ 0 w 118902"/>
                      <a:gd name="connsiteY139" fmla="*/ 388665 h 582165"/>
                      <a:gd name="connsiteX140" fmla="*/ 0 w 118902"/>
                      <a:gd name="connsiteY140" fmla="*/ 394939 h 582165"/>
                      <a:gd name="connsiteX141" fmla="*/ 0 w 118902"/>
                      <a:gd name="connsiteY141" fmla="*/ 401214 h 582165"/>
                      <a:gd name="connsiteX142" fmla="*/ 0 w 118902"/>
                      <a:gd name="connsiteY142" fmla="*/ 407466 h 582165"/>
                      <a:gd name="connsiteX143" fmla="*/ 0 w 118902"/>
                      <a:gd name="connsiteY143" fmla="*/ 413741 h 582165"/>
                      <a:gd name="connsiteX144" fmla="*/ 0 w 118902"/>
                      <a:gd name="connsiteY144" fmla="*/ 420015 h 582165"/>
                      <a:gd name="connsiteX145" fmla="*/ 0 w 118902"/>
                      <a:gd name="connsiteY145" fmla="*/ 426290 h 582165"/>
                      <a:gd name="connsiteX146" fmla="*/ 0 w 118902"/>
                      <a:gd name="connsiteY146" fmla="*/ 432542 h 582165"/>
                      <a:gd name="connsiteX147" fmla="*/ 0 w 118902"/>
                      <a:gd name="connsiteY147" fmla="*/ 438817 h 582165"/>
                      <a:gd name="connsiteX148" fmla="*/ 0 w 118902"/>
                      <a:gd name="connsiteY148" fmla="*/ 445091 h 582165"/>
                      <a:gd name="connsiteX149" fmla="*/ 0 w 118902"/>
                      <a:gd name="connsiteY149" fmla="*/ 451366 h 582165"/>
                      <a:gd name="connsiteX150" fmla="*/ 0 w 118902"/>
                      <a:gd name="connsiteY150" fmla="*/ 457618 h 582165"/>
                      <a:gd name="connsiteX151" fmla="*/ 0 w 118902"/>
                      <a:gd name="connsiteY151" fmla="*/ 463893 h 582165"/>
                      <a:gd name="connsiteX152" fmla="*/ 0 w 118902"/>
                      <a:gd name="connsiteY152" fmla="*/ 470167 h 582165"/>
                      <a:gd name="connsiteX153" fmla="*/ 0 w 118902"/>
                      <a:gd name="connsiteY153" fmla="*/ 476442 h 582165"/>
                      <a:gd name="connsiteX154" fmla="*/ 0 w 118902"/>
                      <a:gd name="connsiteY154" fmla="*/ 482694 h 582165"/>
                      <a:gd name="connsiteX155" fmla="*/ 0 w 118902"/>
                      <a:gd name="connsiteY155" fmla="*/ 488968 h 582165"/>
                      <a:gd name="connsiteX156" fmla="*/ 0 w 118902"/>
                      <a:gd name="connsiteY156" fmla="*/ 495243 h 582165"/>
                      <a:gd name="connsiteX157" fmla="*/ 0 w 118902"/>
                      <a:gd name="connsiteY157" fmla="*/ 501495 h 582165"/>
                      <a:gd name="connsiteX158" fmla="*/ 0 w 118902"/>
                      <a:gd name="connsiteY158" fmla="*/ 507770 h 582165"/>
                      <a:gd name="connsiteX159" fmla="*/ 0 w 118902"/>
                      <a:gd name="connsiteY159" fmla="*/ 514044 h 582165"/>
                      <a:gd name="connsiteX160" fmla="*/ 0 w 118902"/>
                      <a:gd name="connsiteY160" fmla="*/ 520319 h 582165"/>
                      <a:gd name="connsiteX161" fmla="*/ 0 w 118902"/>
                      <a:gd name="connsiteY161" fmla="*/ 526571 h 582165"/>
                      <a:gd name="connsiteX162" fmla="*/ 0 w 118902"/>
                      <a:gd name="connsiteY162" fmla="*/ 532846 h 582165"/>
                      <a:gd name="connsiteX163" fmla="*/ 0 w 118902"/>
                      <a:gd name="connsiteY163" fmla="*/ 539120 h 582165"/>
                      <a:gd name="connsiteX164" fmla="*/ 0 w 118902"/>
                      <a:gd name="connsiteY164" fmla="*/ 545395 h 582165"/>
                      <a:gd name="connsiteX165" fmla="*/ 0 w 118902"/>
                      <a:gd name="connsiteY165" fmla="*/ 551647 h 582165"/>
                      <a:gd name="connsiteX166" fmla="*/ 0 w 118902"/>
                      <a:gd name="connsiteY166" fmla="*/ 557921 h 582165"/>
                      <a:gd name="connsiteX167" fmla="*/ 0 w 118902"/>
                      <a:gd name="connsiteY167" fmla="*/ 564196 h 582165"/>
                      <a:gd name="connsiteX168" fmla="*/ 0 w 118902"/>
                      <a:gd name="connsiteY168" fmla="*/ 570471 h 582165"/>
                      <a:gd name="connsiteX169" fmla="*/ 0 w 118902"/>
                      <a:gd name="connsiteY169" fmla="*/ 576723 h 582165"/>
                      <a:gd name="connsiteX170" fmla="*/ 0 w 118902"/>
                      <a:gd name="connsiteY170" fmla="*/ 582165 h 582165"/>
                      <a:gd name="connsiteX171" fmla="*/ 787 w 118902"/>
                      <a:gd name="connsiteY171" fmla="*/ 582165 h 582165"/>
                      <a:gd name="connsiteX172" fmla="*/ 967 w 118902"/>
                      <a:gd name="connsiteY172" fmla="*/ 582165 h 582165"/>
                      <a:gd name="connsiteX173" fmla="*/ 1237 w 118902"/>
                      <a:gd name="connsiteY173" fmla="*/ 576723 h 582165"/>
                      <a:gd name="connsiteX174" fmla="*/ 1687 w 118902"/>
                      <a:gd name="connsiteY174" fmla="*/ 570471 h 582165"/>
                      <a:gd name="connsiteX175" fmla="*/ 2249 w 118902"/>
                      <a:gd name="connsiteY175" fmla="*/ 564196 h 582165"/>
                      <a:gd name="connsiteX176" fmla="*/ 2969 w 118902"/>
                      <a:gd name="connsiteY176" fmla="*/ 557921 h 582165"/>
                      <a:gd name="connsiteX177" fmla="*/ 3846 w 118902"/>
                      <a:gd name="connsiteY177" fmla="*/ 551647 h 582165"/>
                      <a:gd name="connsiteX178" fmla="*/ 4948 w 118902"/>
                      <a:gd name="connsiteY178" fmla="*/ 545395 h 582165"/>
                      <a:gd name="connsiteX179" fmla="*/ 6275 w 118902"/>
                      <a:gd name="connsiteY179" fmla="*/ 539120 h 582165"/>
                      <a:gd name="connsiteX180" fmla="*/ 7871 w 118902"/>
                      <a:gd name="connsiteY180" fmla="*/ 532846 h 582165"/>
                      <a:gd name="connsiteX181" fmla="*/ 9760 w 118902"/>
                      <a:gd name="connsiteY181" fmla="*/ 526571 h 582165"/>
                      <a:gd name="connsiteX182" fmla="*/ 11942 w 118902"/>
                      <a:gd name="connsiteY182" fmla="*/ 520319 h 582165"/>
                      <a:gd name="connsiteX183" fmla="*/ 14416 w 118902"/>
                      <a:gd name="connsiteY183" fmla="*/ 514044 h 582165"/>
                      <a:gd name="connsiteX184" fmla="*/ 17227 w 118902"/>
                      <a:gd name="connsiteY184" fmla="*/ 507770 h 582165"/>
                      <a:gd name="connsiteX185" fmla="*/ 20308 w 118902"/>
                      <a:gd name="connsiteY185" fmla="*/ 501495 h 582165"/>
                      <a:gd name="connsiteX186" fmla="*/ 23682 w 118902"/>
                      <a:gd name="connsiteY186" fmla="*/ 495243 h 582165"/>
                      <a:gd name="connsiteX187" fmla="*/ 27257 w 118902"/>
                      <a:gd name="connsiteY187" fmla="*/ 488968 h 582165"/>
                      <a:gd name="connsiteX188" fmla="*/ 31013 w 118902"/>
                      <a:gd name="connsiteY188" fmla="*/ 482694 h 582165"/>
                      <a:gd name="connsiteX189" fmla="*/ 34859 w 118902"/>
                      <a:gd name="connsiteY189" fmla="*/ 476442 h 5821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18902" h="582165">
                        <a:moveTo>
                          <a:pt x="34859" y="476442"/>
                        </a:moveTo>
                        <a:lnTo>
                          <a:pt x="38727" y="470167"/>
                        </a:lnTo>
                        <a:lnTo>
                          <a:pt x="42550" y="463893"/>
                        </a:lnTo>
                        <a:lnTo>
                          <a:pt x="46216" y="457618"/>
                        </a:lnTo>
                        <a:lnTo>
                          <a:pt x="49635" y="451366"/>
                        </a:lnTo>
                        <a:lnTo>
                          <a:pt x="52783" y="445091"/>
                        </a:lnTo>
                        <a:lnTo>
                          <a:pt x="55594" y="438817"/>
                        </a:lnTo>
                        <a:lnTo>
                          <a:pt x="58023" y="432542"/>
                        </a:lnTo>
                        <a:lnTo>
                          <a:pt x="60092" y="426290"/>
                        </a:lnTo>
                        <a:lnTo>
                          <a:pt x="61846" y="420015"/>
                        </a:lnTo>
                        <a:lnTo>
                          <a:pt x="63308" y="413741"/>
                        </a:lnTo>
                        <a:lnTo>
                          <a:pt x="64568" y="407466"/>
                        </a:lnTo>
                        <a:lnTo>
                          <a:pt x="65760" y="401214"/>
                        </a:lnTo>
                        <a:lnTo>
                          <a:pt x="66974" y="394939"/>
                        </a:lnTo>
                        <a:lnTo>
                          <a:pt x="68346" y="388665"/>
                        </a:lnTo>
                        <a:lnTo>
                          <a:pt x="69988" y="382390"/>
                        </a:lnTo>
                        <a:lnTo>
                          <a:pt x="71989" y="376138"/>
                        </a:lnTo>
                        <a:lnTo>
                          <a:pt x="74440" y="369864"/>
                        </a:lnTo>
                        <a:lnTo>
                          <a:pt x="77364" y="363589"/>
                        </a:lnTo>
                        <a:lnTo>
                          <a:pt x="80783" y="357314"/>
                        </a:lnTo>
                        <a:lnTo>
                          <a:pt x="84628" y="351062"/>
                        </a:lnTo>
                        <a:lnTo>
                          <a:pt x="88834" y="344788"/>
                        </a:lnTo>
                        <a:lnTo>
                          <a:pt x="93287" y="338513"/>
                        </a:lnTo>
                        <a:lnTo>
                          <a:pt x="97830" y="332261"/>
                        </a:lnTo>
                        <a:lnTo>
                          <a:pt x="102328" y="325987"/>
                        </a:lnTo>
                        <a:lnTo>
                          <a:pt x="106578" y="319712"/>
                        </a:lnTo>
                        <a:lnTo>
                          <a:pt x="110401" y="313437"/>
                        </a:lnTo>
                        <a:lnTo>
                          <a:pt x="113662" y="307185"/>
                        </a:lnTo>
                        <a:lnTo>
                          <a:pt x="116226" y="300911"/>
                        </a:lnTo>
                        <a:lnTo>
                          <a:pt x="117981" y="294636"/>
                        </a:lnTo>
                        <a:lnTo>
                          <a:pt x="118880" y="288361"/>
                        </a:lnTo>
                        <a:lnTo>
                          <a:pt x="118902" y="282109"/>
                        </a:lnTo>
                        <a:lnTo>
                          <a:pt x="118093" y="275835"/>
                        </a:lnTo>
                        <a:lnTo>
                          <a:pt x="116496" y="269560"/>
                        </a:lnTo>
                        <a:lnTo>
                          <a:pt x="114180" y="263286"/>
                        </a:lnTo>
                        <a:lnTo>
                          <a:pt x="111278" y="257033"/>
                        </a:lnTo>
                        <a:lnTo>
                          <a:pt x="107905" y="250759"/>
                        </a:lnTo>
                        <a:lnTo>
                          <a:pt x="104194" y="244484"/>
                        </a:lnTo>
                        <a:lnTo>
                          <a:pt x="100214" y="238210"/>
                        </a:lnTo>
                        <a:lnTo>
                          <a:pt x="96053" y="231957"/>
                        </a:lnTo>
                        <a:lnTo>
                          <a:pt x="91825" y="225683"/>
                        </a:lnTo>
                        <a:lnTo>
                          <a:pt x="87530" y="219408"/>
                        </a:lnTo>
                        <a:lnTo>
                          <a:pt x="83234" y="213134"/>
                        </a:lnTo>
                        <a:lnTo>
                          <a:pt x="78938" y="206882"/>
                        </a:lnTo>
                        <a:lnTo>
                          <a:pt x="74621" y="200607"/>
                        </a:lnTo>
                        <a:lnTo>
                          <a:pt x="70280" y="194332"/>
                        </a:lnTo>
                        <a:lnTo>
                          <a:pt x="65917" y="188080"/>
                        </a:lnTo>
                        <a:lnTo>
                          <a:pt x="61509" y="181806"/>
                        </a:lnTo>
                        <a:lnTo>
                          <a:pt x="57056" y="175531"/>
                        </a:lnTo>
                        <a:lnTo>
                          <a:pt x="52603" y="169257"/>
                        </a:lnTo>
                        <a:lnTo>
                          <a:pt x="48128" y="163004"/>
                        </a:lnTo>
                        <a:lnTo>
                          <a:pt x="43697" y="156730"/>
                        </a:lnTo>
                        <a:lnTo>
                          <a:pt x="39334" y="150455"/>
                        </a:lnTo>
                        <a:lnTo>
                          <a:pt x="35084" y="144181"/>
                        </a:lnTo>
                        <a:lnTo>
                          <a:pt x="30991" y="137929"/>
                        </a:lnTo>
                        <a:lnTo>
                          <a:pt x="27123" y="131654"/>
                        </a:lnTo>
                        <a:lnTo>
                          <a:pt x="23479" y="125379"/>
                        </a:lnTo>
                        <a:lnTo>
                          <a:pt x="20106" y="119105"/>
                        </a:lnTo>
                        <a:lnTo>
                          <a:pt x="17025" y="112853"/>
                        </a:lnTo>
                        <a:lnTo>
                          <a:pt x="14281" y="106578"/>
                        </a:lnTo>
                        <a:lnTo>
                          <a:pt x="11830" y="100304"/>
                        </a:lnTo>
                        <a:lnTo>
                          <a:pt x="9671" y="94029"/>
                        </a:lnTo>
                        <a:lnTo>
                          <a:pt x="7826" y="87777"/>
                        </a:lnTo>
                        <a:lnTo>
                          <a:pt x="6252" y="81502"/>
                        </a:lnTo>
                        <a:lnTo>
                          <a:pt x="4948" y="75228"/>
                        </a:lnTo>
                        <a:lnTo>
                          <a:pt x="3868" y="68953"/>
                        </a:lnTo>
                        <a:lnTo>
                          <a:pt x="2969" y="62701"/>
                        </a:lnTo>
                        <a:lnTo>
                          <a:pt x="2271" y="56426"/>
                        </a:lnTo>
                        <a:lnTo>
                          <a:pt x="1709" y="50152"/>
                        </a:lnTo>
                        <a:lnTo>
                          <a:pt x="1260" y="43877"/>
                        </a:lnTo>
                        <a:lnTo>
                          <a:pt x="922" y="37625"/>
                        </a:lnTo>
                        <a:lnTo>
                          <a:pt x="675" y="31350"/>
                        </a:lnTo>
                        <a:lnTo>
                          <a:pt x="472" y="25076"/>
                        </a:lnTo>
                        <a:lnTo>
                          <a:pt x="337" y="18824"/>
                        </a:lnTo>
                        <a:lnTo>
                          <a:pt x="225" y="12549"/>
                        </a:lnTo>
                        <a:lnTo>
                          <a:pt x="158" y="6275"/>
                        </a:lnTo>
                        <a:lnTo>
                          <a:pt x="113" y="0"/>
                        </a:lnTo>
                        <a:lnTo>
                          <a:pt x="0" y="0"/>
                        </a:lnTo>
                        <a:lnTo>
                          <a:pt x="0" y="6275"/>
                        </a:lnTo>
                        <a:lnTo>
                          <a:pt x="0" y="12549"/>
                        </a:lnTo>
                        <a:lnTo>
                          <a:pt x="0" y="18824"/>
                        </a:lnTo>
                        <a:lnTo>
                          <a:pt x="0" y="25076"/>
                        </a:lnTo>
                        <a:lnTo>
                          <a:pt x="0" y="31350"/>
                        </a:lnTo>
                        <a:lnTo>
                          <a:pt x="0" y="37625"/>
                        </a:lnTo>
                        <a:lnTo>
                          <a:pt x="0" y="43877"/>
                        </a:lnTo>
                        <a:lnTo>
                          <a:pt x="0" y="50152"/>
                        </a:lnTo>
                        <a:lnTo>
                          <a:pt x="0" y="56426"/>
                        </a:lnTo>
                        <a:lnTo>
                          <a:pt x="0" y="62701"/>
                        </a:lnTo>
                        <a:lnTo>
                          <a:pt x="0" y="68953"/>
                        </a:lnTo>
                        <a:lnTo>
                          <a:pt x="0" y="75228"/>
                        </a:lnTo>
                        <a:lnTo>
                          <a:pt x="0" y="81502"/>
                        </a:lnTo>
                        <a:lnTo>
                          <a:pt x="0" y="87777"/>
                        </a:lnTo>
                        <a:lnTo>
                          <a:pt x="0" y="94029"/>
                        </a:lnTo>
                        <a:lnTo>
                          <a:pt x="0" y="100304"/>
                        </a:lnTo>
                        <a:lnTo>
                          <a:pt x="0" y="106578"/>
                        </a:lnTo>
                        <a:lnTo>
                          <a:pt x="0" y="112853"/>
                        </a:lnTo>
                        <a:lnTo>
                          <a:pt x="0" y="119105"/>
                        </a:lnTo>
                        <a:lnTo>
                          <a:pt x="0" y="125379"/>
                        </a:lnTo>
                        <a:lnTo>
                          <a:pt x="0" y="131654"/>
                        </a:lnTo>
                        <a:lnTo>
                          <a:pt x="0" y="137929"/>
                        </a:lnTo>
                        <a:lnTo>
                          <a:pt x="0" y="144181"/>
                        </a:lnTo>
                        <a:lnTo>
                          <a:pt x="0" y="150455"/>
                        </a:lnTo>
                        <a:lnTo>
                          <a:pt x="0" y="156730"/>
                        </a:lnTo>
                        <a:lnTo>
                          <a:pt x="0" y="163004"/>
                        </a:lnTo>
                        <a:lnTo>
                          <a:pt x="0" y="169257"/>
                        </a:lnTo>
                        <a:lnTo>
                          <a:pt x="0" y="175531"/>
                        </a:lnTo>
                        <a:lnTo>
                          <a:pt x="0" y="181806"/>
                        </a:lnTo>
                        <a:lnTo>
                          <a:pt x="0" y="188080"/>
                        </a:lnTo>
                        <a:lnTo>
                          <a:pt x="0" y="194332"/>
                        </a:lnTo>
                        <a:lnTo>
                          <a:pt x="0" y="200607"/>
                        </a:lnTo>
                        <a:lnTo>
                          <a:pt x="0" y="206882"/>
                        </a:lnTo>
                        <a:lnTo>
                          <a:pt x="0" y="213134"/>
                        </a:lnTo>
                        <a:lnTo>
                          <a:pt x="0" y="219408"/>
                        </a:lnTo>
                        <a:lnTo>
                          <a:pt x="0" y="225683"/>
                        </a:lnTo>
                        <a:lnTo>
                          <a:pt x="0" y="231957"/>
                        </a:lnTo>
                        <a:lnTo>
                          <a:pt x="0" y="238210"/>
                        </a:lnTo>
                        <a:lnTo>
                          <a:pt x="0" y="244484"/>
                        </a:lnTo>
                        <a:lnTo>
                          <a:pt x="0" y="250759"/>
                        </a:lnTo>
                        <a:lnTo>
                          <a:pt x="0" y="257033"/>
                        </a:lnTo>
                        <a:lnTo>
                          <a:pt x="0" y="263286"/>
                        </a:lnTo>
                        <a:lnTo>
                          <a:pt x="0" y="269560"/>
                        </a:lnTo>
                        <a:lnTo>
                          <a:pt x="0" y="275835"/>
                        </a:lnTo>
                        <a:lnTo>
                          <a:pt x="0" y="282109"/>
                        </a:lnTo>
                        <a:lnTo>
                          <a:pt x="0" y="288361"/>
                        </a:lnTo>
                        <a:lnTo>
                          <a:pt x="0" y="294636"/>
                        </a:lnTo>
                        <a:lnTo>
                          <a:pt x="0" y="300911"/>
                        </a:lnTo>
                        <a:lnTo>
                          <a:pt x="0" y="307185"/>
                        </a:lnTo>
                        <a:lnTo>
                          <a:pt x="0" y="313437"/>
                        </a:lnTo>
                        <a:lnTo>
                          <a:pt x="0" y="319712"/>
                        </a:lnTo>
                        <a:lnTo>
                          <a:pt x="0" y="325987"/>
                        </a:lnTo>
                        <a:lnTo>
                          <a:pt x="0" y="332261"/>
                        </a:lnTo>
                        <a:lnTo>
                          <a:pt x="0" y="338513"/>
                        </a:lnTo>
                        <a:lnTo>
                          <a:pt x="0" y="344788"/>
                        </a:lnTo>
                        <a:lnTo>
                          <a:pt x="0" y="351062"/>
                        </a:lnTo>
                        <a:lnTo>
                          <a:pt x="0" y="357314"/>
                        </a:lnTo>
                        <a:lnTo>
                          <a:pt x="0" y="363589"/>
                        </a:lnTo>
                        <a:lnTo>
                          <a:pt x="0" y="369864"/>
                        </a:lnTo>
                        <a:lnTo>
                          <a:pt x="0" y="376138"/>
                        </a:lnTo>
                        <a:lnTo>
                          <a:pt x="0" y="382390"/>
                        </a:lnTo>
                        <a:lnTo>
                          <a:pt x="0" y="388665"/>
                        </a:lnTo>
                        <a:lnTo>
                          <a:pt x="0" y="394939"/>
                        </a:lnTo>
                        <a:lnTo>
                          <a:pt x="0" y="401214"/>
                        </a:lnTo>
                        <a:lnTo>
                          <a:pt x="0" y="407466"/>
                        </a:lnTo>
                        <a:lnTo>
                          <a:pt x="0" y="413741"/>
                        </a:lnTo>
                        <a:lnTo>
                          <a:pt x="0" y="420015"/>
                        </a:lnTo>
                        <a:lnTo>
                          <a:pt x="0" y="426290"/>
                        </a:lnTo>
                        <a:lnTo>
                          <a:pt x="0" y="432542"/>
                        </a:lnTo>
                        <a:lnTo>
                          <a:pt x="0" y="438817"/>
                        </a:lnTo>
                        <a:lnTo>
                          <a:pt x="0" y="445091"/>
                        </a:lnTo>
                        <a:lnTo>
                          <a:pt x="0" y="451366"/>
                        </a:lnTo>
                        <a:lnTo>
                          <a:pt x="0" y="457618"/>
                        </a:lnTo>
                        <a:lnTo>
                          <a:pt x="0" y="463893"/>
                        </a:lnTo>
                        <a:lnTo>
                          <a:pt x="0" y="470167"/>
                        </a:lnTo>
                        <a:lnTo>
                          <a:pt x="0" y="476442"/>
                        </a:lnTo>
                        <a:lnTo>
                          <a:pt x="0" y="482694"/>
                        </a:lnTo>
                        <a:lnTo>
                          <a:pt x="0" y="488968"/>
                        </a:lnTo>
                        <a:lnTo>
                          <a:pt x="0" y="495243"/>
                        </a:lnTo>
                        <a:lnTo>
                          <a:pt x="0" y="501495"/>
                        </a:lnTo>
                        <a:lnTo>
                          <a:pt x="0" y="507770"/>
                        </a:lnTo>
                        <a:lnTo>
                          <a:pt x="0" y="514044"/>
                        </a:lnTo>
                        <a:lnTo>
                          <a:pt x="0" y="520319"/>
                        </a:lnTo>
                        <a:lnTo>
                          <a:pt x="0" y="526571"/>
                        </a:lnTo>
                        <a:lnTo>
                          <a:pt x="0" y="532846"/>
                        </a:lnTo>
                        <a:lnTo>
                          <a:pt x="0" y="539120"/>
                        </a:lnTo>
                        <a:lnTo>
                          <a:pt x="0" y="545395"/>
                        </a:lnTo>
                        <a:lnTo>
                          <a:pt x="0" y="551647"/>
                        </a:lnTo>
                        <a:lnTo>
                          <a:pt x="0" y="557921"/>
                        </a:lnTo>
                        <a:lnTo>
                          <a:pt x="0" y="564196"/>
                        </a:lnTo>
                        <a:lnTo>
                          <a:pt x="0" y="570471"/>
                        </a:lnTo>
                        <a:lnTo>
                          <a:pt x="0" y="576723"/>
                        </a:lnTo>
                        <a:lnTo>
                          <a:pt x="0" y="582165"/>
                        </a:lnTo>
                        <a:lnTo>
                          <a:pt x="787" y="582165"/>
                        </a:lnTo>
                        <a:lnTo>
                          <a:pt x="967" y="582165"/>
                        </a:lnTo>
                        <a:lnTo>
                          <a:pt x="1237" y="576723"/>
                        </a:lnTo>
                        <a:lnTo>
                          <a:pt x="1687" y="570471"/>
                        </a:lnTo>
                        <a:lnTo>
                          <a:pt x="2249" y="564196"/>
                        </a:lnTo>
                        <a:lnTo>
                          <a:pt x="2969" y="557921"/>
                        </a:lnTo>
                        <a:lnTo>
                          <a:pt x="3846" y="551647"/>
                        </a:lnTo>
                        <a:lnTo>
                          <a:pt x="4948" y="545395"/>
                        </a:lnTo>
                        <a:lnTo>
                          <a:pt x="6275" y="539120"/>
                        </a:lnTo>
                        <a:lnTo>
                          <a:pt x="7871" y="532846"/>
                        </a:lnTo>
                        <a:lnTo>
                          <a:pt x="9760" y="526571"/>
                        </a:lnTo>
                        <a:lnTo>
                          <a:pt x="11942" y="520319"/>
                        </a:lnTo>
                        <a:lnTo>
                          <a:pt x="14416" y="514044"/>
                        </a:lnTo>
                        <a:lnTo>
                          <a:pt x="17227" y="507770"/>
                        </a:lnTo>
                        <a:lnTo>
                          <a:pt x="20308" y="501495"/>
                        </a:lnTo>
                        <a:lnTo>
                          <a:pt x="23682" y="495243"/>
                        </a:lnTo>
                        <a:lnTo>
                          <a:pt x="27257" y="488968"/>
                        </a:lnTo>
                        <a:lnTo>
                          <a:pt x="31013" y="482694"/>
                        </a:lnTo>
                        <a:lnTo>
                          <a:pt x="34859" y="476442"/>
                        </a:lnTo>
                        <a:close/>
                      </a:path>
                    </a:pathLst>
                  </a:custGeom>
                  <a:solidFill>
                    <a:srgbClr val="B4E4FA">
                      <a:alpha val="50000"/>
                    </a:srgbClr>
                  </a:solidFill>
                  <a:ln w="2249" cap="flat">
                    <a:noFill/>
                    <a:prstDash val="solid"/>
                    <a:miter/>
                  </a:ln>
                </p:spPr>
                <p:txBody>
                  <a:bodyPr rtlCol="0" anchor="ctr"/>
                  <a:lstStyle/>
                  <a:p>
                    <a:endParaRPr lang="en-US"/>
                  </a:p>
                </p:txBody>
              </p:sp>
              <p:sp>
                <p:nvSpPr>
                  <p:cNvPr id="1044" name="Freeform 1043">
                    <a:extLst>
                      <a:ext uri="{FF2B5EF4-FFF2-40B4-BE49-F238E27FC236}">
                        <a16:creationId xmlns:a16="http://schemas.microsoft.com/office/drawing/2014/main" id="{EA5C45C2-0FE5-67EF-F6D5-F43A44ED9D05}"/>
                      </a:ext>
                    </a:extLst>
                  </p:cNvPr>
                  <p:cNvSpPr/>
                  <p:nvPr/>
                </p:nvSpPr>
                <p:spPr>
                  <a:xfrm>
                    <a:off x="3686247" y="5429487"/>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20"/>
                          <a:pt x="5960" y="11920"/>
                        </a:cubicBezTo>
                        <a:cubicBezTo>
                          <a:pt x="9243" y="11920"/>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45" name="Freeform 1044">
                    <a:extLst>
                      <a:ext uri="{FF2B5EF4-FFF2-40B4-BE49-F238E27FC236}">
                        <a16:creationId xmlns:a16="http://schemas.microsoft.com/office/drawing/2014/main" id="{73F807BB-811B-6A00-81B5-568CA3D1C916}"/>
                      </a:ext>
                    </a:extLst>
                  </p:cNvPr>
                  <p:cNvSpPr/>
                  <p:nvPr/>
                </p:nvSpPr>
                <p:spPr>
                  <a:xfrm>
                    <a:off x="3716220" y="5145248"/>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20"/>
                          <a:pt x="5960" y="11920"/>
                        </a:cubicBezTo>
                        <a:cubicBezTo>
                          <a:pt x="9243" y="11920"/>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46" name="Freeform 1045">
                    <a:extLst>
                      <a:ext uri="{FF2B5EF4-FFF2-40B4-BE49-F238E27FC236}">
                        <a16:creationId xmlns:a16="http://schemas.microsoft.com/office/drawing/2014/main" id="{CCD959E7-3B39-0DB2-94C1-D891614A6732}"/>
                      </a:ext>
                    </a:extLst>
                  </p:cNvPr>
                  <p:cNvSpPr/>
                  <p:nvPr/>
                </p:nvSpPr>
                <p:spPr>
                  <a:xfrm>
                    <a:off x="3753773" y="5022573"/>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47" name="Freeform 1046">
                    <a:extLst>
                      <a:ext uri="{FF2B5EF4-FFF2-40B4-BE49-F238E27FC236}">
                        <a16:creationId xmlns:a16="http://schemas.microsoft.com/office/drawing/2014/main" id="{9FB5C238-CD28-CC66-9F44-1748548164B1}"/>
                      </a:ext>
                    </a:extLst>
                  </p:cNvPr>
                  <p:cNvSpPr/>
                  <p:nvPr/>
                </p:nvSpPr>
                <p:spPr>
                  <a:xfrm>
                    <a:off x="3710495" y="5022573"/>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48" name="Freeform 1047">
                    <a:extLst>
                      <a:ext uri="{FF2B5EF4-FFF2-40B4-BE49-F238E27FC236}">
                        <a16:creationId xmlns:a16="http://schemas.microsoft.com/office/drawing/2014/main" id="{BBC67B4B-15BC-A78A-3F43-0CB8AAAF0C2B}"/>
                      </a:ext>
                    </a:extLst>
                  </p:cNvPr>
                  <p:cNvSpPr/>
                  <p:nvPr/>
                </p:nvSpPr>
                <p:spPr>
                  <a:xfrm>
                    <a:off x="3777093" y="4848123"/>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49" name="Freeform 1048">
                    <a:extLst>
                      <a:ext uri="{FF2B5EF4-FFF2-40B4-BE49-F238E27FC236}">
                        <a16:creationId xmlns:a16="http://schemas.microsoft.com/office/drawing/2014/main" id="{43EA2926-EE20-E1EC-61A8-24E0B05430EC}"/>
                      </a:ext>
                    </a:extLst>
                  </p:cNvPr>
                  <p:cNvSpPr/>
                  <p:nvPr/>
                </p:nvSpPr>
                <p:spPr>
                  <a:xfrm>
                    <a:off x="3728933" y="5608655"/>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20"/>
                          <a:pt x="5960" y="11920"/>
                        </a:cubicBezTo>
                        <a:cubicBezTo>
                          <a:pt x="9243" y="11920"/>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50" name="Freeform 1049">
                    <a:extLst>
                      <a:ext uri="{FF2B5EF4-FFF2-40B4-BE49-F238E27FC236}">
                        <a16:creationId xmlns:a16="http://schemas.microsoft.com/office/drawing/2014/main" id="{DC618A1D-1A65-E74F-276B-FCAC1F2103EC}"/>
                      </a:ext>
                    </a:extLst>
                  </p:cNvPr>
                  <p:cNvSpPr/>
                  <p:nvPr/>
                </p:nvSpPr>
                <p:spPr>
                  <a:xfrm>
                    <a:off x="3748637" y="5080668"/>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51" name="Freeform 1050">
                    <a:extLst>
                      <a:ext uri="{FF2B5EF4-FFF2-40B4-BE49-F238E27FC236}">
                        <a16:creationId xmlns:a16="http://schemas.microsoft.com/office/drawing/2014/main" id="{A2FBE9ED-2822-A95D-7075-A785D1D944DA}"/>
                      </a:ext>
                    </a:extLst>
                  </p:cNvPr>
                  <p:cNvSpPr/>
                  <p:nvPr/>
                </p:nvSpPr>
                <p:spPr>
                  <a:xfrm>
                    <a:off x="3761096" y="5628864"/>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20"/>
                          <a:pt x="5960" y="11920"/>
                        </a:cubicBezTo>
                        <a:cubicBezTo>
                          <a:pt x="9243" y="11920"/>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52" name="Freeform 1051">
                    <a:extLst>
                      <a:ext uri="{FF2B5EF4-FFF2-40B4-BE49-F238E27FC236}">
                        <a16:creationId xmlns:a16="http://schemas.microsoft.com/office/drawing/2014/main" id="{8FBBD9C5-FCE1-02DD-5E17-88255F67AC02}"/>
                      </a:ext>
                    </a:extLst>
                  </p:cNvPr>
                  <p:cNvSpPr/>
                  <p:nvPr/>
                </p:nvSpPr>
                <p:spPr>
                  <a:xfrm rot="20194800">
                    <a:off x="3663912" y="5779092"/>
                    <a:ext cx="44622" cy="44622"/>
                  </a:xfrm>
                  <a:custGeom>
                    <a:avLst/>
                    <a:gdLst>
                      <a:gd name="connsiteX0" fmla="*/ 11919 w 11919"/>
                      <a:gd name="connsiteY0" fmla="*/ 5960 h 11919"/>
                      <a:gd name="connsiteX1" fmla="*/ 5960 w 11919"/>
                      <a:gd name="connsiteY1" fmla="*/ 11920 h 11919"/>
                      <a:gd name="connsiteX2" fmla="*/ 0 w 11919"/>
                      <a:gd name="connsiteY2" fmla="*/ 5960 h 11919"/>
                      <a:gd name="connsiteX3" fmla="*/ 5960 w 11919"/>
                      <a:gd name="connsiteY3" fmla="*/ 0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9251"/>
                          <a:pt x="9251" y="11920"/>
                          <a:pt x="5960" y="11920"/>
                        </a:cubicBezTo>
                        <a:cubicBezTo>
                          <a:pt x="2668" y="11920"/>
                          <a:pt x="0" y="9251"/>
                          <a:pt x="0" y="5960"/>
                        </a:cubicBezTo>
                        <a:cubicBezTo>
                          <a:pt x="0" y="2668"/>
                          <a:pt x="2668" y="0"/>
                          <a:pt x="5960" y="0"/>
                        </a:cubicBezTo>
                        <a:cubicBezTo>
                          <a:pt x="9251" y="0"/>
                          <a:pt x="11919" y="2668"/>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53" name="Freeform 1052">
                    <a:extLst>
                      <a:ext uri="{FF2B5EF4-FFF2-40B4-BE49-F238E27FC236}">
                        <a16:creationId xmlns:a16="http://schemas.microsoft.com/office/drawing/2014/main" id="{ED7F4D3A-83D3-4657-97F9-29BE94EAE091}"/>
                      </a:ext>
                    </a:extLst>
                  </p:cNvPr>
                  <p:cNvSpPr/>
                  <p:nvPr/>
                </p:nvSpPr>
                <p:spPr>
                  <a:xfrm>
                    <a:off x="3714284" y="5608655"/>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20"/>
                          <a:pt x="5960" y="11920"/>
                        </a:cubicBezTo>
                        <a:cubicBezTo>
                          <a:pt x="9243" y="11920"/>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54" name="Freeform 1053">
                    <a:extLst>
                      <a:ext uri="{FF2B5EF4-FFF2-40B4-BE49-F238E27FC236}">
                        <a16:creationId xmlns:a16="http://schemas.microsoft.com/office/drawing/2014/main" id="{4763CD83-305A-7F6D-4469-0B9FC1FC6DDE}"/>
                      </a:ext>
                    </a:extLst>
                  </p:cNvPr>
                  <p:cNvSpPr/>
                  <p:nvPr/>
                </p:nvSpPr>
                <p:spPr>
                  <a:xfrm>
                    <a:off x="3745859" y="5255119"/>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55" name="Freeform 1054">
                    <a:extLst>
                      <a:ext uri="{FF2B5EF4-FFF2-40B4-BE49-F238E27FC236}">
                        <a16:creationId xmlns:a16="http://schemas.microsoft.com/office/drawing/2014/main" id="{F2646903-098F-073D-98B9-85035632C7E3}"/>
                      </a:ext>
                    </a:extLst>
                  </p:cNvPr>
                  <p:cNvSpPr/>
                  <p:nvPr/>
                </p:nvSpPr>
                <p:spPr>
                  <a:xfrm>
                    <a:off x="3776086" y="5497855"/>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20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20"/>
                          <a:pt x="5960" y="11920"/>
                        </a:cubicBezTo>
                        <a:cubicBezTo>
                          <a:pt x="9243" y="11920"/>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56" name="Freeform 1055">
                    <a:extLst>
                      <a:ext uri="{FF2B5EF4-FFF2-40B4-BE49-F238E27FC236}">
                        <a16:creationId xmlns:a16="http://schemas.microsoft.com/office/drawing/2014/main" id="{F6FC6D82-A47A-6D1E-76DF-CBFFB7273950}"/>
                      </a:ext>
                    </a:extLst>
                  </p:cNvPr>
                  <p:cNvSpPr/>
                  <p:nvPr/>
                </p:nvSpPr>
                <p:spPr>
                  <a:xfrm>
                    <a:off x="3693742" y="4673754"/>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57" name="Freeform 1056">
                    <a:extLst>
                      <a:ext uri="{FF2B5EF4-FFF2-40B4-BE49-F238E27FC236}">
                        <a16:creationId xmlns:a16="http://schemas.microsoft.com/office/drawing/2014/main" id="{D9C33B9B-DD73-F5EA-2BA0-AD8BADCB3301}"/>
                      </a:ext>
                    </a:extLst>
                  </p:cNvPr>
                  <p:cNvSpPr/>
                  <p:nvPr/>
                </p:nvSpPr>
                <p:spPr>
                  <a:xfrm>
                    <a:off x="3793344" y="4906300"/>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58" name="Freeform 1057">
                    <a:extLst>
                      <a:ext uri="{FF2B5EF4-FFF2-40B4-BE49-F238E27FC236}">
                        <a16:creationId xmlns:a16="http://schemas.microsoft.com/office/drawing/2014/main" id="{FF998DDB-2226-BF67-0425-4E1536AB4D62}"/>
                      </a:ext>
                    </a:extLst>
                  </p:cNvPr>
                  <p:cNvSpPr/>
                  <p:nvPr/>
                </p:nvSpPr>
                <p:spPr>
                  <a:xfrm>
                    <a:off x="3654927" y="5022573"/>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59" name="Freeform 1058">
                    <a:extLst>
                      <a:ext uri="{FF2B5EF4-FFF2-40B4-BE49-F238E27FC236}">
                        <a16:creationId xmlns:a16="http://schemas.microsoft.com/office/drawing/2014/main" id="{3499A2EB-234F-8B63-3145-A8CC0F9C17CE}"/>
                      </a:ext>
                    </a:extLst>
                  </p:cNvPr>
                  <p:cNvSpPr/>
                  <p:nvPr/>
                </p:nvSpPr>
                <p:spPr>
                  <a:xfrm>
                    <a:off x="3707718" y="5138846"/>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60" name="Freeform 1059">
                    <a:extLst>
                      <a:ext uri="{FF2B5EF4-FFF2-40B4-BE49-F238E27FC236}">
                        <a16:creationId xmlns:a16="http://schemas.microsoft.com/office/drawing/2014/main" id="{4ADA2C37-4D27-4728-5DDD-B243F9A37548}"/>
                      </a:ext>
                    </a:extLst>
                  </p:cNvPr>
                  <p:cNvSpPr/>
                  <p:nvPr/>
                </p:nvSpPr>
                <p:spPr>
                  <a:xfrm>
                    <a:off x="3678415" y="4557481"/>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61" name="Freeform 1060">
                    <a:extLst>
                      <a:ext uri="{FF2B5EF4-FFF2-40B4-BE49-F238E27FC236}">
                        <a16:creationId xmlns:a16="http://schemas.microsoft.com/office/drawing/2014/main" id="{0DD35B1C-8532-100F-05C4-5757419D291F}"/>
                      </a:ext>
                    </a:extLst>
                  </p:cNvPr>
                  <p:cNvSpPr/>
                  <p:nvPr/>
                </p:nvSpPr>
                <p:spPr>
                  <a:xfrm>
                    <a:off x="3672354" y="4790027"/>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62" name="Freeform 1061">
                    <a:extLst>
                      <a:ext uri="{FF2B5EF4-FFF2-40B4-BE49-F238E27FC236}">
                        <a16:creationId xmlns:a16="http://schemas.microsoft.com/office/drawing/2014/main" id="{7D9A5941-5431-D6B8-FB5B-59D48D85AF4D}"/>
                      </a:ext>
                    </a:extLst>
                  </p:cNvPr>
                  <p:cNvSpPr/>
                  <p:nvPr/>
                </p:nvSpPr>
                <p:spPr>
                  <a:xfrm>
                    <a:off x="3808413" y="5083783"/>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63" name="Freeform 1062">
                    <a:extLst>
                      <a:ext uri="{FF2B5EF4-FFF2-40B4-BE49-F238E27FC236}">
                        <a16:creationId xmlns:a16="http://schemas.microsoft.com/office/drawing/2014/main" id="{6FFE2C71-3749-B57F-54CC-5A01CAA71BD5}"/>
                      </a:ext>
                    </a:extLst>
                  </p:cNvPr>
                  <p:cNvSpPr/>
                  <p:nvPr/>
                </p:nvSpPr>
                <p:spPr>
                  <a:xfrm>
                    <a:off x="3802520" y="5022573"/>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64" name="Freeform 1063">
                    <a:extLst>
                      <a:ext uri="{FF2B5EF4-FFF2-40B4-BE49-F238E27FC236}">
                        <a16:creationId xmlns:a16="http://schemas.microsoft.com/office/drawing/2014/main" id="{6304C4D1-3710-E24D-29A9-732F645DB041}"/>
                      </a:ext>
                    </a:extLst>
                  </p:cNvPr>
                  <p:cNvSpPr/>
                  <p:nvPr/>
                </p:nvSpPr>
                <p:spPr>
                  <a:xfrm>
                    <a:off x="3787703" y="5151140"/>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65" name="Freeform 1064">
                    <a:extLst>
                      <a:ext uri="{FF2B5EF4-FFF2-40B4-BE49-F238E27FC236}">
                        <a16:creationId xmlns:a16="http://schemas.microsoft.com/office/drawing/2014/main" id="{8B39F4DE-1D02-00F5-7DE0-2994593CD205}"/>
                      </a:ext>
                    </a:extLst>
                  </p:cNvPr>
                  <p:cNvSpPr/>
                  <p:nvPr/>
                </p:nvSpPr>
                <p:spPr>
                  <a:xfrm>
                    <a:off x="3644404" y="5603942"/>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66" name="Freeform 1065">
                    <a:extLst>
                      <a:ext uri="{FF2B5EF4-FFF2-40B4-BE49-F238E27FC236}">
                        <a16:creationId xmlns:a16="http://schemas.microsoft.com/office/drawing/2014/main" id="{43054FDA-6CE6-9892-69CA-D553626F33AA}"/>
                      </a:ext>
                    </a:extLst>
                  </p:cNvPr>
                  <p:cNvSpPr/>
                  <p:nvPr/>
                </p:nvSpPr>
                <p:spPr>
                  <a:xfrm>
                    <a:off x="3745436" y="4731850"/>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67" name="Freeform 1066">
                    <a:extLst>
                      <a:ext uri="{FF2B5EF4-FFF2-40B4-BE49-F238E27FC236}">
                        <a16:creationId xmlns:a16="http://schemas.microsoft.com/office/drawing/2014/main" id="{4A38D07D-D3C8-8343-A216-36B5511178E6}"/>
                      </a:ext>
                    </a:extLst>
                  </p:cNvPr>
                  <p:cNvSpPr/>
                  <p:nvPr/>
                </p:nvSpPr>
                <p:spPr>
                  <a:xfrm>
                    <a:off x="3702330" y="5196941"/>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68" name="Freeform 1067">
                    <a:extLst>
                      <a:ext uri="{FF2B5EF4-FFF2-40B4-BE49-F238E27FC236}">
                        <a16:creationId xmlns:a16="http://schemas.microsoft.com/office/drawing/2014/main" id="{B827FE49-38CB-0F05-6E56-CE08D837163A}"/>
                      </a:ext>
                    </a:extLst>
                  </p:cNvPr>
                  <p:cNvSpPr/>
                  <p:nvPr/>
                </p:nvSpPr>
                <p:spPr>
                  <a:xfrm>
                    <a:off x="3723123" y="5138846"/>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69" name="Freeform 1068">
                    <a:extLst>
                      <a:ext uri="{FF2B5EF4-FFF2-40B4-BE49-F238E27FC236}">
                        <a16:creationId xmlns:a16="http://schemas.microsoft.com/office/drawing/2014/main" id="{4F89B961-B11C-3E8B-2F80-0986D6F9592C}"/>
                      </a:ext>
                    </a:extLst>
                  </p:cNvPr>
                  <p:cNvSpPr/>
                  <p:nvPr/>
                </p:nvSpPr>
                <p:spPr>
                  <a:xfrm>
                    <a:off x="3724557" y="5304544"/>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70" name="Freeform 1069">
                    <a:extLst>
                      <a:ext uri="{FF2B5EF4-FFF2-40B4-BE49-F238E27FC236}">
                        <a16:creationId xmlns:a16="http://schemas.microsoft.com/office/drawing/2014/main" id="{EC498775-FFAA-6931-7D26-9C0D64141042}"/>
                      </a:ext>
                    </a:extLst>
                  </p:cNvPr>
                  <p:cNvSpPr/>
                  <p:nvPr/>
                </p:nvSpPr>
                <p:spPr>
                  <a:xfrm>
                    <a:off x="3777347" y="5138846"/>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71" name="Freeform 1070">
                    <a:extLst>
                      <a:ext uri="{FF2B5EF4-FFF2-40B4-BE49-F238E27FC236}">
                        <a16:creationId xmlns:a16="http://schemas.microsoft.com/office/drawing/2014/main" id="{316BDFCE-1C21-E6A3-9551-3883B5EE8550}"/>
                      </a:ext>
                    </a:extLst>
                  </p:cNvPr>
                  <p:cNvSpPr/>
                  <p:nvPr/>
                </p:nvSpPr>
                <p:spPr>
                  <a:xfrm>
                    <a:off x="3732808" y="4731850"/>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E4FA">
                      <a:alpha val="60000"/>
                    </a:srgbClr>
                  </a:solidFill>
                  <a:ln w="2249" cap="flat">
                    <a:noFill/>
                    <a:prstDash val="solid"/>
                    <a:miter/>
                  </a:ln>
                </p:spPr>
                <p:txBody>
                  <a:bodyPr rtlCol="0" anchor="ctr"/>
                  <a:lstStyle/>
                  <a:p>
                    <a:endParaRPr lang="en-US"/>
                  </a:p>
                </p:txBody>
              </p:sp>
              <p:sp>
                <p:nvSpPr>
                  <p:cNvPr id="1072" name="Freeform 1071">
                    <a:extLst>
                      <a:ext uri="{FF2B5EF4-FFF2-40B4-BE49-F238E27FC236}">
                        <a16:creationId xmlns:a16="http://schemas.microsoft.com/office/drawing/2014/main" id="{1B753B1C-24BF-DBE2-8DDA-4CE4EF7C502D}"/>
                      </a:ext>
                    </a:extLst>
                  </p:cNvPr>
                  <p:cNvSpPr/>
                  <p:nvPr/>
                </p:nvSpPr>
                <p:spPr>
                  <a:xfrm>
                    <a:off x="3966616" y="4957660"/>
                    <a:ext cx="133532" cy="462902"/>
                  </a:xfrm>
                  <a:custGeom>
                    <a:avLst/>
                    <a:gdLst>
                      <a:gd name="connsiteX0" fmla="*/ 0 w 35668"/>
                      <a:gd name="connsiteY0" fmla="*/ 0 h 123647"/>
                      <a:gd name="connsiteX1" fmla="*/ 35669 w 35668"/>
                      <a:gd name="connsiteY1" fmla="*/ 0 h 123647"/>
                      <a:gd name="connsiteX2" fmla="*/ 35669 w 35668"/>
                      <a:gd name="connsiteY2" fmla="*/ 123648 h 123647"/>
                      <a:gd name="connsiteX3" fmla="*/ 0 w 35668"/>
                      <a:gd name="connsiteY3" fmla="*/ 123648 h 123647"/>
                    </a:gdLst>
                    <a:ahLst/>
                    <a:cxnLst>
                      <a:cxn ang="0">
                        <a:pos x="connsiteX0" y="connsiteY0"/>
                      </a:cxn>
                      <a:cxn ang="0">
                        <a:pos x="connsiteX1" y="connsiteY1"/>
                      </a:cxn>
                      <a:cxn ang="0">
                        <a:pos x="connsiteX2" y="connsiteY2"/>
                      </a:cxn>
                      <a:cxn ang="0">
                        <a:pos x="connsiteX3" y="connsiteY3"/>
                      </a:cxn>
                    </a:cxnLst>
                    <a:rect l="l" t="t" r="r" b="b"/>
                    <a:pathLst>
                      <a:path w="35668" h="123647">
                        <a:moveTo>
                          <a:pt x="0" y="0"/>
                        </a:moveTo>
                        <a:lnTo>
                          <a:pt x="35669" y="0"/>
                        </a:lnTo>
                        <a:lnTo>
                          <a:pt x="35669" y="123648"/>
                        </a:lnTo>
                        <a:lnTo>
                          <a:pt x="0" y="123648"/>
                        </a:lnTo>
                        <a:close/>
                      </a:path>
                    </a:pathLst>
                  </a:custGeom>
                  <a:solidFill>
                    <a:srgbClr val="B4E4FA"/>
                  </a:solidFill>
                  <a:ln w="2249" cap="flat">
                    <a:noFill/>
                    <a:prstDash val="solid"/>
                    <a:miter/>
                  </a:ln>
                </p:spPr>
                <p:txBody>
                  <a:bodyPr rtlCol="0" anchor="ctr"/>
                  <a:lstStyle/>
                  <a:p>
                    <a:endParaRPr lang="en-US"/>
                  </a:p>
                </p:txBody>
              </p:sp>
              <p:sp>
                <p:nvSpPr>
                  <p:cNvPr id="1073" name="Freeform 1072">
                    <a:extLst>
                      <a:ext uri="{FF2B5EF4-FFF2-40B4-BE49-F238E27FC236}">
                        <a16:creationId xmlns:a16="http://schemas.microsoft.com/office/drawing/2014/main" id="{3330D368-5B84-4D5E-101B-73A8237A272B}"/>
                      </a:ext>
                    </a:extLst>
                  </p:cNvPr>
                  <p:cNvSpPr/>
                  <p:nvPr/>
                </p:nvSpPr>
                <p:spPr>
                  <a:xfrm>
                    <a:off x="3966616" y="4957660"/>
                    <a:ext cx="133532" cy="462902"/>
                  </a:xfrm>
                  <a:custGeom>
                    <a:avLst/>
                    <a:gdLst>
                      <a:gd name="connsiteX0" fmla="*/ 0 w 35668"/>
                      <a:gd name="connsiteY0" fmla="*/ 0 h 123647"/>
                      <a:gd name="connsiteX1" fmla="*/ 35669 w 35668"/>
                      <a:gd name="connsiteY1" fmla="*/ 0 h 123647"/>
                      <a:gd name="connsiteX2" fmla="*/ 35669 w 35668"/>
                      <a:gd name="connsiteY2" fmla="*/ 123648 h 123647"/>
                      <a:gd name="connsiteX3" fmla="*/ 0 w 35668"/>
                      <a:gd name="connsiteY3" fmla="*/ 123648 h 123647"/>
                    </a:gdLst>
                    <a:ahLst/>
                    <a:cxnLst>
                      <a:cxn ang="0">
                        <a:pos x="connsiteX0" y="connsiteY0"/>
                      </a:cxn>
                      <a:cxn ang="0">
                        <a:pos x="connsiteX1" y="connsiteY1"/>
                      </a:cxn>
                      <a:cxn ang="0">
                        <a:pos x="connsiteX2" y="connsiteY2"/>
                      </a:cxn>
                      <a:cxn ang="0">
                        <a:pos x="connsiteX3" y="connsiteY3"/>
                      </a:cxn>
                    </a:cxnLst>
                    <a:rect l="l" t="t" r="r" b="b"/>
                    <a:pathLst>
                      <a:path w="35668" h="123647">
                        <a:moveTo>
                          <a:pt x="0" y="0"/>
                        </a:moveTo>
                        <a:lnTo>
                          <a:pt x="35669" y="0"/>
                        </a:lnTo>
                        <a:lnTo>
                          <a:pt x="35669" y="123648"/>
                        </a:lnTo>
                        <a:lnTo>
                          <a:pt x="0" y="123648"/>
                        </a:lnTo>
                        <a:close/>
                      </a:path>
                    </a:pathLst>
                  </a:custGeom>
                  <a:noFill/>
                  <a:ln w="4498" cap="flat">
                    <a:solidFill>
                      <a:srgbClr val="000000"/>
                    </a:solidFill>
                    <a:prstDash val="solid"/>
                    <a:miter/>
                  </a:ln>
                </p:spPr>
                <p:txBody>
                  <a:bodyPr rtlCol="0" anchor="ctr"/>
                  <a:lstStyle/>
                  <a:p>
                    <a:endParaRPr lang="en-US"/>
                  </a:p>
                </p:txBody>
              </p:sp>
              <p:sp>
                <p:nvSpPr>
                  <p:cNvPr id="1074" name="Freeform 1073">
                    <a:extLst>
                      <a:ext uri="{FF2B5EF4-FFF2-40B4-BE49-F238E27FC236}">
                        <a16:creationId xmlns:a16="http://schemas.microsoft.com/office/drawing/2014/main" id="{297B14F2-6041-067F-38EF-1D2F58D232E8}"/>
                      </a:ext>
                    </a:extLst>
                  </p:cNvPr>
                  <p:cNvSpPr/>
                  <p:nvPr/>
                </p:nvSpPr>
                <p:spPr>
                  <a:xfrm>
                    <a:off x="3966616" y="5161159"/>
                    <a:ext cx="133532" cy="8416"/>
                  </a:xfrm>
                  <a:custGeom>
                    <a:avLst/>
                    <a:gdLst>
                      <a:gd name="connsiteX0" fmla="*/ 0 w 35668"/>
                      <a:gd name="connsiteY0" fmla="*/ 0 h 2248"/>
                      <a:gd name="connsiteX1" fmla="*/ 35669 w 35668"/>
                      <a:gd name="connsiteY1" fmla="*/ 0 h 2248"/>
                    </a:gdLst>
                    <a:ahLst/>
                    <a:cxnLst>
                      <a:cxn ang="0">
                        <a:pos x="connsiteX0" y="connsiteY0"/>
                      </a:cxn>
                      <a:cxn ang="0">
                        <a:pos x="connsiteX1" y="connsiteY1"/>
                      </a:cxn>
                    </a:cxnLst>
                    <a:rect l="l" t="t" r="r" b="b"/>
                    <a:pathLst>
                      <a:path w="35668" h="2248">
                        <a:moveTo>
                          <a:pt x="0" y="0"/>
                        </a:moveTo>
                        <a:lnTo>
                          <a:pt x="35669" y="0"/>
                        </a:lnTo>
                      </a:path>
                    </a:pathLst>
                  </a:custGeom>
                  <a:ln w="4498" cap="flat">
                    <a:solidFill>
                      <a:srgbClr val="000000"/>
                    </a:solidFill>
                    <a:prstDash val="solid"/>
                    <a:round/>
                  </a:ln>
                </p:spPr>
                <p:txBody>
                  <a:bodyPr rtlCol="0" anchor="ctr"/>
                  <a:lstStyle/>
                  <a:p>
                    <a:endParaRPr lang="en-US"/>
                  </a:p>
                </p:txBody>
              </p:sp>
            </p:grpSp>
            <p:grpSp>
              <p:nvGrpSpPr>
                <p:cNvPr id="88" name="Group 87">
                  <a:extLst>
                    <a:ext uri="{FF2B5EF4-FFF2-40B4-BE49-F238E27FC236}">
                      <a16:creationId xmlns:a16="http://schemas.microsoft.com/office/drawing/2014/main" id="{75E02447-042F-0E21-A7BC-742B2CBB5A7C}"/>
                    </a:ext>
                  </a:extLst>
                </p:cNvPr>
                <p:cNvGrpSpPr/>
                <p:nvPr/>
              </p:nvGrpSpPr>
              <p:grpSpPr>
                <a:xfrm>
                  <a:off x="8268734" y="3852517"/>
                  <a:ext cx="847416" cy="2220473"/>
                  <a:chOff x="8268734" y="3852517"/>
                  <a:chExt cx="847416" cy="2220473"/>
                </a:xfrm>
              </p:grpSpPr>
              <p:grpSp>
                <p:nvGrpSpPr>
                  <p:cNvPr id="91" name="Group 90">
                    <a:extLst>
                      <a:ext uri="{FF2B5EF4-FFF2-40B4-BE49-F238E27FC236}">
                        <a16:creationId xmlns:a16="http://schemas.microsoft.com/office/drawing/2014/main" id="{BF206610-10D7-94C6-9C95-763DA681264E}"/>
                      </a:ext>
                    </a:extLst>
                  </p:cNvPr>
                  <p:cNvGrpSpPr/>
                  <p:nvPr/>
                </p:nvGrpSpPr>
                <p:grpSpPr>
                  <a:xfrm>
                    <a:off x="8268734" y="3852517"/>
                    <a:ext cx="847416" cy="2220473"/>
                    <a:chOff x="8268734" y="3852517"/>
                    <a:chExt cx="847416" cy="2220473"/>
                  </a:xfrm>
                </p:grpSpPr>
                <p:sp>
                  <p:nvSpPr>
                    <p:cNvPr id="95" name="Freeform 94">
                      <a:extLst>
                        <a:ext uri="{FF2B5EF4-FFF2-40B4-BE49-F238E27FC236}">
                          <a16:creationId xmlns:a16="http://schemas.microsoft.com/office/drawing/2014/main" id="{C40F2A86-4A5F-55CE-C0FD-9C618830A904}"/>
                        </a:ext>
                      </a:extLst>
                    </p:cNvPr>
                    <p:cNvSpPr/>
                    <p:nvPr/>
                  </p:nvSpPr>
                  <p:spPr>
                    <a:xfrm>
                      <a:off x="8673371" y="3852517"/>
                      <a:ext cx="442779" cy="2220473"/>
                    </a:xfrm>
                    <a:custGeom>
                      <a:avLst/>
                      <a:gdLst>
                        <a:gd name="connsiteX0" fmla="*/ 135 w 118272"/>
                        <a:gd name="connsiteY0" fmla="*/ 587113 h 593117"/>
                        <a:gd name="connsiteX1" fmla="*/ 203 w 118272"/>
                        <a:gd name="connsiteY1" fmla="*/ 581131 h 593117"/>
                        <a:gd name="connsiteX2" fmla="*/ 315 w 118272"/>
                        <a:gd name="connsiteY2" fmla="*/ 575149 h 593117"/>
                        <a:gd name="connsiteX3" fmla="*/ 450 w 118272"/>
                        <a:gd name="connsiteY3" fmla="*/ 569144 h 593117"/>
                        <a:gd name="connsiteX4" fmla="*/ 652 w 118272"/>
                        <a:gd name="connsiteY4" fmla="*/ 563162 h 593117"/>
                        <a:gd name="connsiteX5" fmla="*/ 922 w 118272"/>
                        <a:gd name="connsiteY5" fmla="*/ 557157 h 593117"/>
                        <a:gd name="connsiteX6" fmla="*/ 1260 w 118272"/>
                        <a:gd name="connsiteY6" fmla="*/ 551175 h 593117"/>
                        <a:gd name="connsiteX7" fmla="*/ 1709 w 118272"/>
                        <a:gd name="connsiteY7" fmla="*/ 545192 h 593117"/>
                        <a:gd name="connsiteX8" fmla="*/ 2271 w 118272"/>
                        <a:gd name="connsiteY8" fmla="*/ 539188 h 593117"/>
                        <a:gd name="connsiteX9" fmla="*/ 2946 w 118272"/>
                        <a:gd name="connsiteY9" fmla="*/ 533206 h 593117"/>
                        <a:gd name="connsiteX10" fmla="*/ 3778 w 118272"/>
                        <a:gd name="connsiteY10" fmla="*/ 527201 h 593117"/>
                        <a:gd name="connsiteX11" fmla="*/ 4746 w 118272"/>
                        <a:gd name="connsiteY11" fmla="*/ 521219 h 593117"/>
                        <a:gd name="connsiteX12" fmla="*/ 5892 w 118272"/>
                        <a:gd name="connsiteY12" fmla="*/ 515236 h 593117"/>
                        <a:gd name="connsiteX13" fmla="*/ 7197 w 118272"/>
                        <a:gd name="connsiteY13" fmla="*/ 509232 h 593117"/>
                        <a:gd name="connsiteX14" fmla="*/ 8703 w 118272"/>
                        <a:gd name="connsiteY14" fmla="*/ 503249 h 593117"/>
                        <a:gd name="connsiteX15" fmla="*/ 10390 w 118272"/>
                        <a:gd name="connsiteY15" fmla="*/ 497245 h 593117"/>
                        <a:gd name="connsiteX16" fmla="*/ 12302 w 118272"/>
                        <a:gd name="connsiteY16" fmla="*/ 491262 h 593117"/>
                        <a:gd name="connsiteX17" fmla="*/ 14483 w 118272"/>
                        <a:gd name="connsiteY17" fmla="*/ 485280 h 593117"/>
                        <a:gd name="connsiteX18" fmla="*/ 16935 w 118272"/>
                        <a:gd name="connsiteY18" fmla="*/ 479275 h 593117"/>
                        <a:gd name="connsiteX19" fmla="*/ 19701 w 118272"/>
                        <a:gd name="connsiteY19" fmla="*/ 473293 h 593117"/>
                        <a:gd name="connsiteX20" fmla="*/ 22872 w 118272"/>
                        <a:gd name="connsiteY20" fmla="*/ 467289 h 593117"/>
                        <a:gd name="connsiteX21" fmla="*/ 26470 w 118272"/>
                        <a:gd name="connsiteY21" fmla="*/ 461306 h 593117"/>
                        <a:gd name="connsiteX22" fmla="*/ 30541 w 118272"/>
                        <a:gd name="connsiteY22" fmla="*/ 455324 h 593117"/>
                        <a:gd name="connsiteX23" fmla="*/ 35151 w 118272"/>
                        <a:gd name="connsiteY23" fmla="*/ 449319 h 593117"/>
                        <a:gd name="connsiteX24" fmla="*/ 40301 w 118272"/>
                        <a:gd name="connsiteY24" fmla="*/ 443337 h 593117"/>
                        <a:gd name="connsiteX25" fmla="*/ 46014 w 118272"/>
                        <a:gd name="connsiteY25" fmla="*/ 437332 h 593117"/>
                        <a:gd name="connsiteX26" fmla="*/ 52266 w 118272"/>
                        <a:gd name="connsiteY26" fmla="*/ 431350 h 593117"/>
                        <a:gd name="connsiteX27" fmla="*/ 58945 w 118272"/>
                        <a:gd name="connsiteY27" fmla="*/ 425368 h 593117"/>
                        <a:gd name="connsiteX28" fmla="*/ 66007 w 118272"/>
                        <a:gd name="connsiteY28" fmla="*/ 419363 h 593117"/>
                        <a:gd name="connsiteX29" fmla="*/ 73271 w 118272"/>
                        <a:gd name="connsiteY29" fmla="*/ 413381 h 593117"/>
                        <a:gd name="connsiteX30" fmla="*/ 80558 w 118272"/>
                        <a:gd name="connsiteY30" fmla="*/ 407399 h 593117"/>
                        <a:gd name="connsiteX31" fmla="*/ 87709 w 118272"/>
                        <a:gd name="connsiteY31" fmla="*/ 401394 h 593117"/>
                        <a:gd name="connsiteX32" fmla="*/ 94501 w 118272"/>
                        <a:gd name="connsiteY32" fmla="*/ 395412 h 593117"/>
                        <a:gd name="connsiteX33" fmla="*/ 100708 w 118272"/>
                        <a:gd name="connsiteY33" fmla="*/ 389407 h 593117"/>
                        <a:gd name="connsiteX34" fmla="*/ 106174 w 118272"/>
                        <a:gd name="connsiteY34" fmla="*/ 383425 h 593117"/>
                        <a:gd name="connsiteX35" fmla="*/ 110716 w 118272"/>
                        <a:gd name="connsiteY35" fmla="*/ 377443 h 593117"/>
                        <a:gd name="connsiteX36" fmla="*/ 114247 w 118272"/>
                        <a:gd name="connsiteY36" fmla="*/ 371438 h 593117"/>
                        <a:gd name="connsiteX37" fmla="*/ 116698 w 118272"/>
                        <a:gd name="connsiteY37" fmla="*/ 365456 h 593117"/>
                        <a:gd name="connsiteX38" fmla="*/ 118026 w 118272"/>
                        <a:gd name="connsiteY38" fmla="*/ 359451 h 593117"/>
                        <a:gd name="connsiteX39" fmla="*/ 118273 w 118272"/>
                        <a:gd name="connsiteY39" fmla="*/ 353469 h 593117"/>
                        <a:gd name="connsiteX40" fmla="*/ 117531 w 118272"/>
                        <a:gd name="connsiteY40" fmla="*/ 347486 h 593117"/>
                        <a:gd name="connsiteX41" fmla="*/ 115889 w 118272"/>
                        <a:gd name="connsiteY41" fmla="*/ 341482 h 593117"/>
                        <a:gd name="connsiteX42" fmla="*/ 113505 w 118272"/>
                        <a:gd name="connsiteY42" fmla="*/ 335500 h 593117"/>
                        <a:gd name="connsiteX43" fmla="*/ 110514 w 118272"/>
                        <a:gd name="connsiteY43" fmla="*/ 329495 h 593117"/>
                        <a:gd name="connsiteX44" fmla="*/ 107095 w 118272"/>
                        <a:gd name="connsiteY44" fmla="*/ 323513 h 593117"/>
                        <a:gd name="connsiteX45" fmla="*/ 103385 w 118272"/>
                        <a:gd name="connsiteY45" fmla="*/ 317530 h 593117"/>
                        <a:gd name="connsiteX46" fmla="*/ 99561 w 118272"/>
                        <a:gd name="connsiteY46" fmla="*/ 311526 h 593117"/>
                        <a:gd name="connsiteX47" fmla="*/ 95716 w 118272"/>
                        <a:gd name="connsiteY47" fmla="*/ 305543 h 593117"/>
                        <a:gd name="connsiteX48" fmla="*/ 92005 w 118272"/>
                        <a:gd name="connsiteY48" fmla="*/ 299539 h 593117"/>
                        <a:gd name="connsiteX49" fmla="*/ 88452 w 118272"/>
                        <a:gd name="connsiteY49" fmla="*/ 293557 h 593117"/>
                        <a:gd name="connsiteX50" fmla="*/ 85146 w 118272"/>
                        <a:gd name="connsiteY50" fmla="*/ 287574 h 593117"/>
                        <a:gd name="connsiteX51" fmla="*/ 82064 w 118272"/>
                        <a:gd name="connsiteY51" fmla="*/ 281570 h 593117"/>
                        <a:gd name="connsiteX52" fmla="*/ 79186 w 118272"/>
                        <a:gd name="connsiteY52" fmla="*/ 275587 h 593117"/>
                        <a:gd name="connsiteX53" fmla="*/ 76465 w 118272"/>
                        <a:gd name="connsiteY53" fmla="*/ 269583 h 593117"/>
                        <a:gd name="connsiteX54" fmla="*/ 73833 w 118272"/>
                        <a:gd name="connsiteY54" fmla="*/ 263600 h 593117"/>
                        <a:gd name="connsiteX55" fmla="*/ 71225 w 118272"/>
                        <a:gd name="connsiteY55" fmla="*/ 257618 h 593117"/>
                        <a:gd name="connsiteX56" fmla="*/ 68548 w 118272"/>
                        <a:gd name="connsiteY56" fmla="*/ 251613 h 593117"/>
                        <a:gd name="connsiteX57" fmla="*/ 65737 w 118272"/>
                        <a:gd name="connsiteY57" fmla="*/ 245631 h 593117"/>
                        <a:gd name="connsiteX58" fmla="*/ 62723 w 118272"/>
                        <a:gd name="connsiteY58" fmla="*/ 239626 h 593117"/>
                        <a:gd name="connsiteX59" fmla="*/ 59508 w 118272"/>
                        <a:gd name="connsiteY59" fmla="*/ 233644 h 593117"/>
                        <a:gd name="connsiteX60" fmla="*/ 56089 w 118272"/>
                        <a:gd name="connsiteY60" fmla="*/ 227662 h 593117"/>
                        <a:gd name="connsiteX61" fmla="*/ 52491 w 118272"/>
                        <a:gd name="connsiteY61" fmla="*/ 221657 h 593117"/>
                        <a:gd name="connsiteX62" fmla="*/ 48780 w 118272"/>
                        <a:gd name="connsiteY62" fmla="*/ 215675 h 593117"/>
                        <a:gd name="connsiteX63" fmla="*/ 45047 w 118272"/>
                        <a:gd name="connsiteY63" fmla="*/ 209670 h 593117"/>
                        <a:gd name="connsiteX64" fmla="*/ 41358 w 118272"/>
                        <a:gd name="connsiteY64" fmla="*/ 203688 h 593117"/>
                        <a:gd name="connsiteX65" fmla="*/ 37828 w 118272"/>
                        <a:gd name="connsiteY65" fmla="*/ 197706 h 593117"/>
                        <a:gd name="connsiteX66" fmla="*/ 34522 w 118272"/>
                        <a:gd name="connsiteY66" fmla="*/ 191701 h 593117"/>
                        <a:gd name="connsiteX67" fmla="*/ 31508 w 118272"/>
                        <a:gd name="connsiteY67" fmla="*/ 185719 h 593117"/>
                        <a:gd name="connsiteX68" fmla="*/ 28832 w 118272"/>
                        <a:gd name="connsiteY68" fmla="*/ 179714 h 593117"/>
                        <a:gd name="connsiteX69" fmla="*/ 26515 w 118272"/>
                        <a:gd name="connsiteY69" fmla="*/ 173732 h 593117"/>
                        <a:gd name="connsiteX70" fmla="*/ 24559 w 118272"/>
                        <a:gd name="connsiteY70" fmla="*/ 167750 h 593117"/>
                        <a:gd name="connsiteX71" fmla="*/ 22895 w 118272"/>
                        <a:gd name="connsiteY71" fmla="*/ 161745 h 593117"/>
                        <a:gd name="connsiteX72" fmla="*/ 21478 w 118272"/>
                        <a:gd name="connsiteY72" fmla="*/ 155763 h 593117"/>
                        <a:gd name="connsiteX73" fmla="*/ 20263 w 118272"/>
                        <a:gd name="connsiteY73" fmla="*/ 149758 h 593117"/>
                        <a:gd name="connsiteX74" fmla="*/ 19184 w 118272"/>
                        <a:gd name="connsiteY74" fmla="*/ 143776 h 593117"/>
                        <a:gd name="connsiteX75" fmla="*/ 18172 w 118272"/>
                        <a:gd name="connsiteY75" fmla="*/ 137794 h 593117"/>
                        <a:gd name="connsiteX76" fmla="*/ 17137 w 118272"/>
                        <a:gd name="connsiteY76" fmla="*/ 131789 h 593117"/>
                        <a:gd name="connsiteX77" fmla="*/ 16080 w 118272"/>
                        <a:gd name="connsiteY77" fmla="*/ 125807 h 593117"/>
                        <a:gd name="connsiteX78" fmla="*/ 14956 w 118272"/>
                        <a:gd name="connsiteY78" fmla="*/ 119802 h 593117"/>
                        <a:gd name="connsiteX79" fmla="*/ 13764 w 118272"/>
                        <a:gd name="connsiteY79" fmla="*/ 113820 h 593117"/>
                        <a:gd name="connsiteX80" fmla="*/ 12482 w 118272"/>
                        <a:gd name="connsiteY80" fmla="*/ 107838 h 593117"/>
                        <a:gd name="connsiteX81" fmla="*/ 11178 w 118272"/>
                        <a:gd name="connsiteY81" fmla="*/ 101833 h 593117"/>
                        <a:gd name="connsiteX82" fmla="*/ 9850 w 118272"/>
                        <a:gd name="connsiteY82" fmla="*/ 95851 h 593117"/>
                        <a:gd name="connsiteX83" fmla="*/ 8524 w 118272"/>
                        <a:gd name="connsiteY83" fmla="*/ 89846 h 593117"/>
                        <a:gd name="connsiteX84" fmla="*/ 7242 w 118272"/>
                        <a:gd name="connsiteY84" fmla="*/ 83864 h 593117"/>
                        <a:gd name="connsiteX85" fmla="*/ 6050 w 118272"/>
                        <a:gd name="connsiteY85" fmla="*/ 77881 h 593117"/>
                        <a:gd name="connsiteX86" fmla="*/ 4948 w 118272"/>
                        <a:gd name="connsiteY86" fmla="*/ 71877 h 593117"/>
                        <a:gd name="connsiteX87" fmla="*/ 3981 w 118272"/>
                        <a:gd name="connsiteY87" fmla="*/ 65894 h 593117"/>
                        <a:gd name="connsiteX88" fmla="*/ 3149 w 118272"/>
                        <a:gd name="connsiteY88" fmla="*/ 59890 h 593117"/>
                        <a:gd name="connsiteX89" fmla="*/ 2429 w 118272"/>
                        <a:gd name="connsiteY89" fmla="*/ 53908 h 593117"/>
                        <a:gd name="connsiteX90" fmla="*/ 1822 w 118272"/>
                        <a:gd name="connsiteY90" fmla="*/ 47925 h 593117"/>
                        <a:gd name="connsiteX91" fmla="*/ 1350 w 118272"/>
                        <a:gd name="connsiteY91" fmla="*/ 41921 h 593117"/>
                        <a:gd name="connsiteX92" fmla="*/ 990 w 118272"/>
                        <a:gd name="connsiteY92" fmla="*/ 35938 h 593117"/>
                        <a:gd name="connsiteX93" fmla="*/ 697 w 118272"/>
                        <a:gd name="connsiteY93" fmla="*/ 29934 h 593117"/>
                        <a:gd name="connsiteX94" fmla="*/ 495 w 118272"/>
                        <a:gd name="connsiteY94" fmla="*/ 23951 h 593117"/>
                        <a:gd name="connsiteX95" fmla="*/ 337 w 118272"/>
                        <a:gd name="connsiteY95" fmla="*/ 17969 h 593117"/>
                        <a:gd name="connsiteX96" fmla="*/ 225 w 118272"/>
                        <a:gd name="connsiteY96" fmla="*/ 11964 h 593117"/>
                        <a:gd name="connsiteX97" fmla="*/ 135 w 118272"/>
                        <a:gd name="connsiteY97" fmla="*/ 5982 h 593117"/>
                        <a:gd name="connsiteX98" fmla="*/ 90 w 118272"/>
                        <a:gd name="connsiteY98" fmla="*/ 0 h 593117"/>
                        <a:gd name="connsiteX99" fmla="*/ 0 w 118272"/>
                        <a:gd name="connsiteY99" fmla="*/ 0 h 593117"/>
                        <a:gd name="connsiteX100" fmla="*/ 0 w 118272"/>
                        <a:gd name="connsiteY100" fmla="*/ 5982 h 593117"/>
                        <a:gd name="connsiteX101" fmla="*/ 0 w 118272"/>
                        <a:gd name="connsiteY101" fmla="*/ 11964 h 593117"/>
                        <a:gd name="connsiteX102" fmla="*/ 0 w 118272"/>
                        <a:gd name="connsiteY102" fmla="*/ 17969 h 593117"/>
                        <a:gd name="connsiteX103" fmla="*/ 0 w 118272"/>
                        <a:gd name="connsiteY103" fmla="*/ 23951 h 593117"/>
                        <a:gd name="connsiteX104" fmla="*/ 0 w 118272"/>
                        <a:gd name="connsiteY104" fmla="*/ 29934 h 593117"/>
                        <a:gd name="connsiteX105" fmla="*/ 0 w 118272"/>
                        <a:gd name="connsiteY105" fmla="*/ 35938 h 593117"/>
                        <a:gd name="connsiteX106" fmla="*/ 0 w 118272"/>
                        <a:gd name="connsiteY106" fmla="*/ 41921 h 593117"/>
                        <a:gd name="connsiteX107" fmla="*/ 0 w 118272"/>
                        <a:gd name="connsiteY107" fmla="*/ 47925 h 593117"/>
                        <a:gd name="connsiteX108" fmla="*/ 0 w 118272"/>
                        <a:gd name="connsiteY108" fmla="*/ 53908 h 593117"/>
                        <a:gd name="connsiteX109" fmla="*/ 0 w 118272"/>
                        <a:gd name="connsiteY109" fmla="*/ 59890 h 593117"/>
                        <a:gd name="connsiteX110" fmla="*/ 0 w 118272"/>
                        <a:gd name="connsiteY110" fmla="*/ 65894 h 593117"/>
                        <a:gd name="connsiteX111" fmla="*/ 0 w 118272"/>
                        <a:gd name="connsiteY111" fmla="*/ 71877 h 593117"/>
                        <a:gd name="connsiteX112" fmla="*/ 0 w 118272"/>
                        <a:gd name="connsiteY112" fmla="*/ 77881 h 593117"/>
                        <a:gd name="connsiteX113" fmla="*/ 0 w 118272"/>
                        <a:gd name="connsiteY113" fmla="*/ 83864 h 593117"/>
                        <a:gd name="connsiteX114" fmla="*/ 0 w 118272"/>
                        <a:gd name="connsiteY114" fmla="*/ 89846 h 593117"/>
                        <a:gd name="connsiteX115" fmla="*/ 0 w 118272"/>
                        <a:gd name="connsiteY115" fmla="*/ 95851 h 593117"/>
                        <a:gd name="connsiteX116" fmla="*/ 0 w 118272"/>
                        <a:gd name="connsiteY116" fmla="*/ 101833 h 593117"/>
                        <a:gd name="connsiteX117" fmla="*/ 0 w 118272"/>
                        <a:gd name="connsiteY117" fmla="*/ 107838 h 593117"/>
                        <a:gd name="connsiteX118" fmla="*/ 0 w 118272"/>
                        <a:gd name="connsiteY118" fmla="*/ 113820 h 593117"/>
                        <a:gd name="connsiteX119" fmla="*/ 0 w 118272"/>
                        <a:gd name="connsiteY119" fmla="*/ 119802 h 593117"/>
                        <a:gd name="connsiteX120" fmla="*/ 0 w 118272"/>
                        <a:gd name="connsiteY120" fmla="*/ 125807 h 593117"/>
                        <a:gd name="connsiteX121" fmla="*/ 0 w 118272"/>
                        <a:gd name="connsiteY121" fmla="*/ 131789 h 593117"/>
                        <a:gd name="connsiteX122" fmla="*/ 0 w 118272"/>
                        <a:gd name="connsiteY122" fmla="*/ 137794 h 593117"/>
                        <a:gd name="connsiteX123" fmla="*/ 0 w 118272"/>
                        <a:gd name="connsiteY123" fmla="*/ 143776 h 593117"/>
                        <a:gd name="connsiteX124" fmla="*/ 0 w 118272"/>
                        <a:gd name="connsiteY124" fmla="*/ 149758 h 593117"/>
                        <a:gd name="connsiteX125" fmla="*/ 0 w 118272"/>
                        <a:gd name="connsiteY125" fmla="*/ 155763 h 593117"/>
                        <a:gd name="connsiteX126" fmla="*/ 0 w 118272"/>
                        <a:gd name="connsiteY126" fmla="*/ 161745 h 593117"/>
                        <a:gd name="connsiteX127" fmla="*/ 0 w 118272"/>
                        <a:gd name="connsiteY127" fmla="*/ 167750 h 593117"/>
                        <a:gd name="connsiteX128" fmla="*/ 0 w 118272"/>
                        <a:gd name="connsiteY128" fmla="*/ 173732 h 593117"/>
                        <a:gd name="connsiteX129" fmla="*/ 0 w 118272"/>
                        <a:gd name="connsiteY129" fmla="*/ 179714 h 593117"/>
                        <a:gd name="connsiteX130" fmla="*/ 0 w 118272"/>
                        <a:gd name="connsiteY130" fmla="*/ 185719 h 593117"/>
                        <a:gd name="connsiteX131" fmla="*/ 0 w 118272"/>
                        <a:gd name="connsiteY131" fmla="*/ 191701 h 593117"/>
                        <a:gd name="connsiteX132" fmla="*/ 0 w 118272"/>
                        <a:gd name="connsiteY132" fmla="*/ 197706 h 593117"/>
                        <a:gd name="connsiteX133" fmla="*/ 0 w 118272"/>
                        <a:gd name="connsiteY133" fmla="*/ 203688 h 593117"/>
                        <a:gd name="connsiteX134" fmla="*/ 0 w 118272"/>
                        <a:gd name="connsiteY134" fmla="*/ 209670 h 593117"/>
                        <a:gd name="connsiteX135" fmla="*/ 0 w 118272"/>
                        <a:gd name="connsiteY135" fmla="*/ 215675 h 593117"/>
                        <a:gd name="connsiteX136" fmla="*/ 0 w 118272"/>
                        <a:gd name="connsiteY136" fmla="*/ 221657 h 593117"/>
                        <a:gd name="connsiteX137" fmla="*/ 0 w 118272"/>
                        <a:gd name="connsiteY137" fmla="*/ 227662 h 593117"/>
                        <a:gd name="connsiteX138" fmla="*/ 0 w 118272"/>
                        <a:gd name="connsiteY138" fmla="*/ 233644 h 593117"/>
                        <a:gd name="connsiteX139" fmla="*/ 0 w 118272"/>
                        <a:gd name="connsiteY139" fmla="*/ 239626 h 593117"/>
                        <a:gd name="connsiteX140" fmla="*/ 0 w 118272"/>
                        <a:gd name="connsiteY140" fmla="*/ 245631 h 593117"/>
                        <a:gd name="connsiteX141" fmla="*/ 0 w 118272"/>
                        <a:gd name="connsiteY141" fmla="*/ 251613 h 593117"/>
                        <a:gd name="connsiteX142" fmla="*/ 0 w 118272"/>
                        <a:gd name="connsiteY142" fmla="*/ 257618 h 593117"/>
                        <a:gd name="connsiteX143" fmla="*/ 0 w 118272"/>
                        <a:gd name="connsiteY143" fmla="*/ 263600 h 593117"/>
                        <a:gd name="connsiteX144" fmla="*/ 0 w 118272"/>
                        <a:gd name="connsiteY144" fmla="*/ 269583 h 593117"/>
                        <a:gd name="connsiteX145" fmla="*/ 0 w 118272"/>
                        <a:gd name="connsiteY145" fmla="*/ 275587 h 593117"/>
                        <a:gd name="connsiteX146" fmla="*/ 0 w 118272"/>
                        <a:gd name="connsiteY146" fmla="*/ 281570 h 593117"/>
                        <a:gd name="connsiteX147" fmla="*/ 0 w 118272"/>
                        <a:gd name="connsiteY147" fmla="*/ 287574 h 593117"/>
                        <a:gd name="connsiteX148" fmla="*/ 0 w 118272"/>
                        <a:gd name="connsiteY148" fmla="*/ 293557 h 593117"/>
                        <a:gd name="connsiteX149" fmla="*/ 0 w 118272"/>
                        <a:gd name="connsiteY149" fmla="*/ 299539 h 593117"/>
                        <a:gd name="connsiteX150" fmla="*/ 0 w 118272"/>
                        <a:gd name="connsiteY150" fmla="*/ 305543 h 593117"/>
                        <a:gd name="connsiteX151" fmla="*/ 0 w 118272"/>
                        <a:gd name="connsiteY151" fmla="*/ 311526 h 593117"/>
                        <a:gd name="connsiteX152" fmla="*/ 0 w 118272"/>
                        <a:gd name="connsiteY152" fmla="*/ 317530 h 593117"/>
                        <a:gd name="connsiteX153" fmla="*/ 0 w 118272"/>
                        <a:gd name="connsiteY153" fmla="*/ 323513 h 593117"/>
                        <a:gd name="connsiteX154" fmla="*/ 0 w 118272"/>
                        <a:gd name="connsiteY154" fmla="*/ 329495 h 593117"/>
                        <a:gd name="connsiteX155" fmla="*/ 0 w 118272"/>
                        <a:gd name="connsiteY155" fmla="*/ 335500 h 593117"/>
                        <a:gd name="connsiteX156" fmla="*/ 0 w 118272"/>
                        <a:gd name="connsiteY156" fmla="*/ 341482 h 593117"/>
                        <a:gd name="connsiteX157" fmla="*/ 0 w 118272"/>
                        <a:gd name="connsiteY157" fmla="*/ 347486 h 593117"/>
                        <a:gd name="connsiteX158" fmla="*/ 0 w 118272"/>
                        <a:gd name="connsiteY158" fmla="*/ 353469 h 593117"/>
                        <a:gd name="connsiteX159" fmla="*/ 0 w 118272"/>
                        <a:gd name="connsiteY159" fmla="*/ 359451 h 593117"/>
                        <a:gd name="connsiteX160" fmla="*/ 0 w 118272"/>
                        <a:gd name="connsiteY160" fmla="*/ 365456 h 593117"/>
                        <a:gd name="connsiteX161" fmla="*/ 0 w 118272"/>
                        <a:gd name="connsiteY161" fmla="*/ 371438 h 593117"/>
                        <a:gd name="connsiteX162" fmla="*/ 0 w 118272"/>
                        <a:gd name="connsiteY162" fmla="*/ 377443 h 593117"/>
                        <a:gd name="connsiteX163" fmla="*/ 0 w 118272"/>
                        <a:gd name="connsiteY163" fmla="*/ 383425 h 593117"/>
                        <a:gd name="connsiteX164" fmla="*/ 0 w 118272"/>
                        <a:gd name="connsiteY164" fmla="*/ 389407 h 593117"/>
                        <a:gd name="connsiteX165" fmla="*/ 0 w 118272"/>
                        <a:gd name="connsiteY165" fmla="*/ 395412 h 593117"/>
                        <a:gd name="connsiteX166" fmla="*/ 0 w 118272"/>
                        <a:gd name="connsiteY166" fmla="*/ 401394 h 593117"/>
                        <a:gd name="connsiteX167" fmla="*/ 0 w 118272"/>
                        <a:gd name="connsiteY167" fmla="*/ 407399 h 593117"/>
                        <a:gd name="connsiteX168" fmla="*/ 0 w 118272"/>
                        <a:gd name="connsiteY168" fmla="*/ 413381 h 593117"/>
                        <a:gd name="connsiteX169" fmla="*/ 0 w 118272"/>
                        <a:gd name="connsiteY169" fmla="*/ 419363 h 593117"/>
                        <a:gd name="connsiteX170" fmla="*/ 0 w 118272"/>
                        <a:gd name="connsiteY170" fmla="*/ 425368 h 593117"/>
                        <a:gd name="connsiteX171" fmla="*/ 0 w 118272"/>
                        <a:gd name="connsiteY171" fmla="*/ 431350 h 593117"/>
                        <a:gd name="connsiteX172" fmla="*/ 0 w 118272"/>
                        <a:gd name="connsiteY172" fmla="*/ 437332 h 593117"/>
                        <a:gd name="connsiteX173" fmla="*/ 0 w 118272"/>
                        <a:gd name="connsiteY173" fmla="*/ 443337 h 593117"/>
                        <a:gd name="connsiteX174" fmla="*/ 0 w 118272"/>
                        <a:gd name="connsiteY174" fmla="*/ 449319 h 593117"/>
                        <a:gd name="connsiteX175" fmla="*/ 0 w 118272"/>
                        <a:gd name="connsiteY175" fmla="*/ 455324 h 593117"/>
                        <a:gd name="connsiteX176" fmla="*/ 0 w 118272"/>
                        <a:gd name="connsiteY176" fmla="*/ 461306 h 593117"/>
                        <a:gd name="connsiteX177" fmla="*/ 0 w 118272"/>
                        <a:gd name="connsiteY177" fmla="*/ 467289 h 593117"/>
                        <a:gd name="connsiteX178" fmla="*/ 0 w 118272"/>
                        <a:gd name="connsiteY178" fmla="*/ 473293 h 593117"/>
                        <a:gd name="connsiteX179" fmla="*/ 0 w 118272"/>
                        <a:gd name="connsiteY179" fmla="*/ 479275 h 593117"/>
                        <a:gd name="connsiteX180" fmla="*/ 0 w 118272"/>
                        <a:gd name="connsiteY180" fmla="*/ 485280 h 593117"/>
                        <a:gd name="connsiteX181" fmla="*/ 0 w 118272"/>
                        <a:gd name="connsiteY181" fmla="*/ 491262 h 593117"/>
                        <a:gd name="connsiteX182" fmla="*/ 0 w 118272"/>
                        <a:gd name="connsiteY182" fmla="*/ 497245 h 593117"/>
                        <a:gd name="connsiteX183" fmla="*/ 0 w 118272"/>
                        <a:gd name="connsiteY183" fmla="*/ 503249 h 593117"/>
                        <a:gd name="connsiteX184" fmla="*/ 0 w 118272"/>
                        <a:gd name="connsiteY184" fmla="*/ 509232 h 593117"/>
                        <a:gd name="connsiteX185" fmla="*/ 0 w 118272"/>
                        <a:gd name="connsiteY185" fmla="*/ 515236 h 593117"/>
                        <a:gd name="connsiteX186" fmla="*/ 0 w 118272"/>
                        <a:gd name="connsiteY186" fmla="*/ 521219 h 593117"/>
                        <a:gd name="connsiteX187" fmla="*/ 0 w 118272"/>
                        <a:gd name="connsiteY187" fmla="*/ 527201 h 593117"/>
                        <a:gd name="connsiteX188" fmla="*/ 0 w 118272"/>
                        <a:gd name="connsiteY188" fmla="*/ 533206 h 593117"/>
                        <a:gd name="connsiteX189" fmla="*/ 0 w 118272"/>
                        <a:gd name="connsiteY189" fmla="*/ 539188 h 593117"/>
                        <a:gd name="connsiteX190" fmla="*/ 0 w 118272"/>
                        <a:gd name="connsiteY190" fmla="*/ 545192 h 593117"/>
                        <a:gd name="connsiteX191" fmla="*/ 0 w 118272"/>
                        <a:gd name="connsiteY191" fmla="*/ 551175 h 593117"/>
                        <a:gd name="connsiteX192" fmla="*/ 0 w 118272"/>
                        <a:gd name="connsiteY192" fmla="*/ 557157 h 593117"/>
                        <a:gd name="connsiteX193" fmla="*/ 0 w 118272"/>
                        <a:gd name="connsiteY193" fmla="*/ 563162 h 593117"/>
                        <a:gd name="connsiteX194" fmla="*/ 0 w 118272"/>
                        <a:gd name="connsiteY194" fmla="*/ 569144 h 593117"/>
                        <a:gd name="connsiteX195" fmla="*/ 0 w 118272"/>
                        <a:gd name="connsiteY195" fmla="*/ 575149 h 593117"/>
                        <a:gd name="connsiteX196" fmla="*/ 0 w 118272"/>
                        <a:gd name="connsiteY196" fmla="*/ 581131 h 593117"/>
                        <a:gd name="connsiteX197" fmla="*/ 0 w 118272"/>
                        <a:gd name="connsiteY197" fmla="*/ 587113 h 593117"/>
                        <a:gd name="connsiteX198" fmla="*/ 0 w 118272"/>
                        <a:gd name="connsiteY198" fmla="*/ 593118 h 593117"/>
                        <a:gd name="connsiteX199" fmla="*/ 90 w 118272"/>
                        <a:gd name="connsiteY199" fmla="*/ 593118 h 593117"/>
                        <a:gd name="connsiteX200" fmla="*/ 135 w 118272"/>
                        <a:gd name="connsiteY200" fmla="*/ 587113 h 593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118272" h="593117">
                          <a:moveTo>
                            <a:pt x="135" y="587113"/>
                          </a:moveTo>
                          <a:lnTo>
                            <a:pt x="203" y="581131"/>
                          </a:lnTo>
                          <a:lnTo>
                            <a:pt x="315" y="575149"/>
                          </a:lnTo>
                          <a:lnTo>
                            <a:pt x="450" y="569144"/>
                          </a:lnTo>
                          <a:lnTo>
                            <a:pt x="652" y="563162"/>
                          </a:lnTo>
                          <a:lnTo>
                            <a:pt x="922" y="557157"/>
                          </a:lnTo>
                          <a:lnTo>
                            <a:pt x="1260" y="551175"/>
                          </a:lnTo>
                          <a:lnTo>
                            <a:pt x="1709" y="545192"/>
                          </a:lnTo>
                          <a:lnTo>
                            <a:pt x="2271" y="539188"/>
                          </a:lnTo>
                          <a:lnTo>
                            <a:pt x="2946" y="533206"/>
                          </a:lnTo>
                          <a:lnTo>
                            <a:pt x="3778" y="527201"/>
                          </a:lnTo>
                          <a:lnTo>
                            <a:pt x="4746" y="521219"/>
                          </a:lnTo>
                          <a:lnTo>
                            <a:pt x="5892" y="515236"/>
                          </a:lnTo>
                          <a:lnTo>
                            <a:pt x="7197" y="509232"/>
                          </a:lnTo>
                          <a:lnTo>
                            <a:pt x="8703" y="503249"/>
                          </a:lnTo>
                          <a:lnTo>
                            <a:pt x="10390" y="497245"/>
                          </a:lnTo>
                          <a:lnTo>
                            <a:pt x="12302" y="491262"/>
                          </a:lnTo>
                          <a:lnTo>
                            <a:pt x="14483" y="485280"/>
                          </a:lnTo>
                          <a:lnTo>
                            <a:pt x="16935" y="479275"/>
                          </a:lnTo>
                          <a:lnTo>
                            <a:pt x="19701" y="473293"/>
                          </a:lnTo>
                          <a:lnTo>
                            <a:pt x="22872" y="467289"/>
                          </a:lnTo>
                          <a:lnTo>
                            <a:pt x="26470" y="461306"/>
                          </a:lnTo>
                          <a:lnTo>
                            <a:pt x="30541" y="455324"/>
                          </a:lnTo>
                          <a:lnTo>
                            <a:pt x="35151" y="449319"/>
                          </a:lnTo>
                          <a:lnTo>
                            <a:pt x="40301" y="443337"/>
                          </a:lnTo>
                          <a:lnTo>
                            <a:pt x="46014" y="437332"/>
                          </a:lnTo>
                          <a:lnTo>
                            <a:pt x="52266" y="431350"/>
                          </a:lnTo>
                          <a:lnTo>
                            <a:pt x="58945" y="425368"/>
                          </a:lnTo>
                          <a:lnTo>
                            <a:pt x="66007" y="419363"/>
                          </a:lnTo>
                          <a:lnTo>
                            <a:pt x="73271" y="413381"/>
                          </a:lnTo>
                          <a:lnTo>
                            <a:pt x="80558" y="407399"/>
                          </a:lnTo>
                          <a:lnTo>
                            <a:pt x="87709" y="401394"/>
                          </a:lnTo>
                          <a:lnTo>
                            <a:pt x="94501" y="395412"/>
                          </a:lnTo>
                          <a:lnTo>
                            <a:pt x="100708" y="389407"/>
                          </a:lnTo>
                          <a:lnTo>
                            <a:pt x="106174" y="383425"/>
                          </a:lnTo>
                          <a:lnTo>
                            <a:pt x="110716" y="377443"/>
                          </a:lnTo>
                          <a:lnTo>
                            <a:pt x="114247" y="371438"/>
                          </a:lnTo>
                          <a:lnTo>
                            <a:pt x="116698" y="365456"/>
                          </a:lnTo>
                          <a:lnTo>
                            <a:pt x="118026" y="359451"/>
                          </a:lnTo>
                          <a:lnTo>
                            <a:pt x="118273" y="353469"/>
                          </a:lnTo>
                          <a:lnTo>
                            <a:pt x="117531" y="347486"/>
                          </a:lnTo>
                          <a:lnTo>
                            <a:pt x="115889" y="341482"/>
                          </a:lnTo>
                          <a:lnTo>
                            <a:pt x="113505" y="335500"/>
                          </a:lnTo>
                          <a:lnTo>
                            <a:pt x="110514" y="329495"/>
                          </a:lnTo>
                          <a:lnTo>
                            <a:pt x="107095" y="323513"/>
                          </a:lnTo>
                          <a:lnTo>
                            <a:pt x="103385" y="317530"/>
                          </a:lnTo>
                          <a:lnTo>
                            <a:pt x="99561" y="311526"/>
                          </a:lnTo>
                          <a:lnTo>
                            <a:pt x="95716" y="305543"/>
                          </a:lnTo>
                          <a:lnTo>
                            <a:pt x="92005" y="299539"/>
                          </a:lnTo>
                          <a:lnTo>
                            <a:pt x="88452" y="293557"/>
                          </a:lnTo>
                          <a:lnTo>
                            <a:pt x="85146" y="287574"/>
                          </a:lnTo>
                          <a:lnTo>
                            <a:pt x="82064" y="281570"/>
                          </a:lnTo>
                          <a:lnTo>
                            <a:pt x="79186" y="275587"/>
                          </a:lnTo>
                          <a:lnTo>
                            <a:pt x="76465" y="269583"/>
                          </a:lnTo>
                          <a:lnTo>
                            <a:pt x="73833" y="263600"/>
                          </a:lnTo>
                          <a:lnTo>
                            <a:pt x="71225" y="257618"/>
                          </a:lnTo>
                          <a:lnTo>
                            <a:pt x="68548" y="251613"/>
                          </a:lnTo>
                          <a:lnTo>
                            <a:pt x="65737" y="245631"/>
                          </a:lnTo>
                          <a:lnTo>
                            <a:pt x="62723" y="239626"/>
                          </a:lnTo>
                          <a:lnTo>
                            <a:pt x="59508" y="233644"/>
                          </a:lnTo>
                          <a:lnTo>
                            <a:pt x="56089" y="227662"/>
                          </a:lnTo>
                          <a:lnTo>
                            <a:pt x="52491" y="221657"/>
                          </a:lnTo>
                          <a:lnTo>
                            <a:pt x="48780" y="215675"/>
                          </a:lnTo>
                          <a:lnTo>
                            <a:pt x="45047" y="209670"/>
                          </a:lnTo>
                          <a:lnTo>
                            <a:pt x="41358" y="203688"/>
                          </a:lnTo>
                          <a:lnTo>
                            <a:pt x="37828" y="197706"/>
                          </a:lnTo>
                          <a:lnTo>
                            <a:pt x="34522" y="191701"/>
                          </a:lnTo>
                          <a:lnTo>
                            <a:pt x="31508" y="185719"/>
                          </a:lnTo>
                          <a:lnTo>
                            <a:pt x="28832" y="179714"/>
                          </a:lnTo>
                          <a:lnTo>
                            <a:pt x="26515" y="173732"/>
                          </a:lnTo>
                          <a:lnTo>
                            <a:pt x="24559" y="167750"/>
                          </a:lnTo>
                          <a:lnTo>
                            <a:pt x="22895" y="161745"/>
                          </a:lnTo>
                          <a:lnTo>
                            <a:pt x="21478" y="155763"/>
                          </a:lnTo>
                          <a:lnTo>
                            <a:pt x="20263" y="149758"/>
                          </a:lnTo>
                          <a:lnTo>
                            <a:pt x="19184" y="143776"/>
                          </a:lnTo>
                          <a:lnTo>
                            <a:pt x="18172" y="137794"/>
                          </a:lnTo>
                          <a:lnTo>
                            <a:pt x="17137" y="131789"/>
                          </a:lnTo>
                          <a:lnTo>
                            <a:pt x="16080" y="125807"/>
                          </a:lnTo>
                          <a:lnTo>
                            <a:pt x="14956" y="119802"/>
                          </a:lnTo>
                          <a:lnTo>
                            <a:pt x="13764" y="113820"/>
                          </a:lnTo>
                          <a:lnTo>
                            <a:pt x="12482" y="107838"/>
                          </a:lnTo>
                          <a:lnTo>
                            <a:pt x="11178" y="101833"/>
                          </a:lnTo>
                          <a:lnTo>
                            <a:pt x="9850" y="95851"/>
                          </a:lnTo>
                          <a:lnTo>
                            <a:pt x="8524" y="89846"/>
                          </a:lnTo>
                          <a:lnTo>
                            <a:pt x="7242" y="83864"/>
                          </a:lnTo>
                          <a:lnTo>
                            <a:pt x="6050" y="77881"/>
                          </a:lnTo>
                          <a:lnTo>
                            <a:pt x="4948" y="71877"/>
                          </a:lnTo>
                          <a:lnTo>
                            <a:pt x="3981" y="65894"/>
                          </a:lnTo>
                          <a:lnTo>
                            <a:pt x="3149" y="59890"/>
                          </a:lnTo>
                          <a:lnTo>
                            <a:pt x="2429" y="53908"/>
                          </a:lnTo>
                          <a:lnTo>
                            <a:pt x="1822" y="47925"/>
                          </a:lnTo>
                          <a:lnTo>
                            <a:pt x="1350" y="41921"/>
                          </a:lnTo>
                          <a:lnTo>
                            <a:pt x="990" y="35938"/>
                          </a:lnTo>
                          <a:lnTo>
                            <a:pt x="697" y="29934"/>
                          </a:lnTo>
                          <a:lnTo>
                            <a:pt x="495" y="23951"/>
                          </a:lnTo>
                          <a:lnTo>
                            <a:pt x="337" y="17969"/>
                          </a:lnTo>
                          <a:lnTo>
                            <a:pt x="225" y="11964"/>
                          </a:lnTo>
                          <a:lnTo>
                            <a:pt x="135" y="5982"/>
                          </a:lnTo>
                          <a:lnTo>
                            <a:pt x="90" y="0"/>
                          </a:lnTo>
                          <a:lnTo>
                            <a:pt x="0" y="0"/>
                          </a:lnTo>
                          <a:lnTo>
                            <a:pt x="0" y="5982"/>
                          </a:lnTo>
                          <a:lnTo>
                            <a:pt x="0" y="11964"/>
                          </a:lnTo>
                          <a:lnTo>
                            <a:pt x="0" y="17969"/>
                          </a:lnTo>
                          <a:lnTo>
                            <a:pt x="0" y="23951"/>
                          </a:lnTo>
                          <a:lnTo>
                            <a:pt x="0" y="29934"/>
                          </a:lnTo>
                          <a:lnTo>
                            <a:pt x="0" y="35938"/>
                          </a:lnTo>
                          <a:lnTo>
                            <a:pt x="0" y="41921"/>
                          </a:lnTo>
                          <a:lnTo>
                            <a:pt x="0" y="47925"/>
                          </a:lnTo>
                          <a:lnTo>
                            <a:pt x="0" y="53908"/>
                          </a:lnTo>
                          <a:lnTo>
                            <a:pt x="0" y="59890"/>
                          </a:lnTo>
                          <a:lnTo>
                            <a:pt x="0" y="65894"/>
                          </a:lnTo>
                          <a:lnTo>
                            <a:pt x="0" y="71877"/>
                          </a:lnTo>
                          <a:lnTo>
                            <a:pt x="0" y="77881"/>
                          </a:lnTo>
                          <a:lnTo>
                            <a:pt x="0" y="83864"/>
                          </a:lnTo>
                          <a:lnTo>
                            <a:pt x="0" y="89846"/>
                          </a:lnTo>
                          <a:lnTo>
                            <a:pt x="0" y="95851"/>
                          </a:lnTo>
                          <a:lnTo>
                            <a:pt x="0" y="101833"/>
                          </a:lnTo>
                          <a:lnTo>
                            <a:pt x="0" y="107838"/>
                          </a:lnTo>
                          <a:lnTo>
                            <a:pt x="0" y="113820"/>
                          </a:lnTo>
                          <a:lnTo>
                            <a:pt x="0" y="119802"/>
                          </a:lnTo>
                          <a:lnTo>
                            <a:pt x="0" y="125807"/>
                          </a:lnTo>
                          <a:lnTo>
                            <a:pt x="0" y="131789"/>
                          </a:lnTo>
                          <a:lnTo>
                            <a:pt x="0" y="137794"/>
                          </a:lnTo>
                          <a:lnTo>
                            <a:pt x="0" y="143776"/>
                          </a:lnTo>
                          <a:lnTo>
                            <a:pt x="0" y="149758"/>
                          </a:lnTo>
                          <a:lnTo>
                            <a:pt x="0" y="155763"/>
                          </a:lnTo>
                          <a:lnTo>
                            <a:pt x="0" y="161745"/>
                          </a:lnTo>
                          <a:lnTo>
                            <a:pt x="0" y="167750"/>
                          </a:lnTo>
                          <a:lnTo>
                            <a:pt x="0" y="173732"/>
                          </a:lnTo>
                          <a:lnTo>
                            <a:pt x="0" y="179714"/>
                          </a:lnTo>
                          <a:lnTo>
                            <a:pt x="0" y="185719"/>
                          </a:lnTo>
                          <a:lnTo>
                            <a:pt x="0" y="191701"/>
                          </a:lnTo>
                          <a:lnTo>
                            <a:pt x="0" y="197706"/>
                          </a:lnTo>
                          <a:lnTo>
                            <a:pt x="0" y="203688"/>
                          </a:lnTo>
                          <a:lnTo>
                            <a:pt x="0" y="209670"/>
                          </a:lnTo>
                          <a:lnTo>
                            <a:pt x="0" y="215675"/>
                          </a:lnTo>
                          <a:lnTo>
                            <a:pt x="0" y="221657"/>
                          </a:lnTo>
                          <a:lnTo>
                            <a:pt x="0" y="227662"/>
                          </a:lnTo>
                          <a:lnTo>
                            <a:pt x="0" y="233644"/>
                          </a:lnTo>
                          <a:lnTo>
                            <a:pt x="0" y="239626"/>
                          </a:lnTo>
                          <a:lnTo>
                            <a:pt x="0" y="245631"/>
                          </a:lnTo>
                          <a:lnTo>
                            <a:pt x="0" y="251613"/>
                          </a:lnTo>
                          <a:lnTo>
                            <a:pt x="0" y="257618"/>
                          </a:lnTo>
                          <a:lnTo>
                            <a:pt x="0" y="263600"/>
                          </a:lnTo>
                          <a:lnTo>
                            <a:pt x="0" y="269583"/>
                          </a:lnTo>
                          <a:lnTo>
                            <a:pt x="0" y="275587"/>
                          </a:lnTo>
                          <a:lnTo>
                            <a:pt x="0" y="281570"/>
                          </a:lnTo>
                          <a:lnTo>
                            <a:pt x="0" y="287574"/>
                          </a:lnTo>
                          <a:lnTo>
                            <a:pt x="0" y="293557"/>
                          </a:lnTo>
                          <a:lnTo>
                            <a:pt x="0" y="299539"/>
                          </a:lnTo>
                          <a:lnTo>
                            <a:pt x="0" y="305543"/>
                          </a:lnTo>
                          <a:lnTo>
                            <a:pt x="0" y="311526"/>
                          </a:lnTo>
                          <a:lnTo>
                            <a:pt x="0" y="317530"/>
                          </a:lnTo>
                          <a:lnTo>
                            <a:pt x="0" y="323513"/>
                          </a:lnTo>
                          <a:lnTo>
                            <a:pt x="0" y="329495"/>
                          </a:lnTo>
                          <a:lnTo>
                            <a:pt x="0" y="335500"/>
                          </a:lnTo>
                          <a:lnTo>
                            <a:pt x="0" y="341482"/>
                          </a:lnTo>
                          <a:lnTo>
                            <a:pt x="0" y="347486"/>
                          </a:lnTo>
                          <a:lnTo>
                            <a:pt x="0" y="353469"/>
                          </a:lnTo>
                          <a:lnTo>
                            <a:pt x="0" y="359451"/>
                          </a:lnTo>
                          <a:lnTo>
                            <a:pt x="0" y="365456"/>
                          </a:lnTo>
                          <a:lnTo>
                            <a:pt x="0" y="371438"/>
                          </a:lnTo>
                          <a:lnTo>
                            <a:pt x="0" y="377443"/>
                          </a:lnTo>
                          <a:lnTo>
                            <a:pt x="0" y="383425"/>
                          </a:lnTo>
                          <a:lnTo>
                            <a:pt x="0" y="389407"/>
                          </a:lnTo>
                          <a:lnTo>
                            <a:pt x="0" y="395412"/>
                          </a:lnTo>
                          <a:lnTo>
                            <a:pt x="0" y="401394"/>
                          </a:lnTo>
                          <a:lnTo>
                            <a:pt x="0" y="407399"/>
                          </a:lnTo>
                          <a:lnTo>
                            <a:pt x="0" y="413381"/>
                          </a:lnTo>
                          <a:lnTo>
                            <a:pt x="0" y="419363"/>
                          </a:lnTo>
                          <a:lnTo>
                            <a:pt x="0" y="425368"/>
                          </a:lnTo>
                          <a:lnTo>
                            <a:pt x="0" y="431350"/>
                          </a:lnTo>
                          <a:lnTo>
                            <a:pt x="0" y="437332"/>
                          </a:lnTo>
                          <a:lnTo>
                            <a:pt x="0" y="443337"/>
                          </a:lnTo>
                          <a:lnTo>
                            <a:pt x="0" y="449319"/>
                          </a:lnTo>
                          <a:lnTo>
                            <a:pt x="0" y="455324"/>
                          </a:lnTo>
                          <a:lnTo>
                            <a:pt x="0" y="461306"/>
                          </a:lnTo>
                          <a:lnTo>
                            <a:pt x="0" y="467289"/>
                          </a:lnTo>
                          <a:lnTo>
                            <a:pt x="0" y="473293"/>
                          </a:lnTo>
                          <a:lnTo>
                            <a:pt x="0" y="479275"/>
                          </a:lnTo>
                          <a:lnTo>
                            <a:pt x="0" y="485280"/>
                          </a:lnTo>
                          <a:lnTo>
                            <a:pt x="0" y="491262"/>
                          </a:lnTo>
                          <a:lnTo>
                            <a:pt x="0" y="497245"/>
                          </a:lnTo>
                          <a:lnTo>
                            <a:pt x="0" y="503249"/>
                          </a:lnTo>
                          <a:lnTo>
                            <a:pt x="0" y="509232"/>
                          </a:lnTo>
                          <a:lnTo>
                            <a:pt x="0" y="515236"/>
                          </a:lnTo>
                          <a:lnTo>
                            <a:pt x="0" y="521219"/>
                          </a:lnTo>
                          <a:lnTo>
                            <a:pt x="0" y="527201"/>
                          </a:lnTo>
                          <a:lnTo>
                            <a:pt x="0" y="533206"/>
                          </a:lnTo>
                          <a:lnTo>
                            <a:pt x="0" y="539188"/>
                          </a:lnTo>
                          <a:lnTo>
                            <a:pt x="0" y="545192"/>
                          </a:lnTo>
                          <a:lnTo>
                            <a:pt x="0" y="551175"/>
                          </a:lnTo>
                          <a:lnTo>
                            <a:pt x="0" y="557157"/>
                          </a:lnTo>
                          <a:lnTo>
                            <a:pt x="0" y="563162"/>
                          </a:lnTo>
                          <a:lnTo>
                            <a:pt x="0" y="569144"/>
                          </a:lnTo>
                          <a:lnTo>
                            <a:pt x="0" y="575149"/>
                          </a:lnTo>
                          <a:lnTo>
                            <a:pt x="0" y="581131"/>
                          </a:lnTo>
                          <a:lnTo>
                            <a:pt x="0" y="587113"/>
                          </a:lnTo>
                          <a:lnTo>
                            <a:pt x="0" y="593118"/>
                          </a:lnTo>
                          <a:lnTo>
                            <a:pt x="90" y="593118"/>
                          </a:lnTo>
                          <a:lnTo>
                            <a:pt x="135" y="587113"/>
                          </a:lnTo>
                          <a:close/>
                        </a:path>
                      </a:pathLst>
                    </a:custGeom>
                    <a:solidFill>
                      <a:srgbClr val="B4E4FA">
                        <a:alpha val="50000"/>
                      </a:srgbClr>
                    </a:solidFill>
                    <a:ln w="2249" cap="flat">
                      <a:noFill/>
                      <a:prstDash val="solid"/>
                      <a:miter/>
                    </a:ln>
                  </p:spPr>
                  <p:txBody>
                    <a:bodyPr rtlCol="0" anchor="ctr"/>
                    <a:lstStyle/>
                    <a:p>
                      <a:endParaRPr lang="en-US"/>
                    </a:p>
                  </p:txBody>
                </p:sp>
                <p:sp>
                  <p:nvSpPr>
                    <p:cNvPr id="96" name="Freeform 95">
                      <a:extLst>
                        <a:ext uri="{FF2B5EF4-FFF2-40B4-BE49-F238E27FC236}">
                          <a16:creationId xmlns:a16="http://schemas.microsoft.com/office/drawing/2014/main" id="{4A552A80-1A7A-3A83-150F-1F30C0CD1C47}"/>
                        </a:ext>
                      </a:extLst>
                    </p:cNvPr>
                    <p:cNvSpPr/>
                    <p:nvPr/>
                  </p:nvSpPr>
                  <p:spPr>
                    <a:xfrm>
                      <a:off x="8287508" y="4394228"/>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97" name="Freeform 96">
                      <a:extLst>
                        <a:ext uri="{FF2B5EF4-FFF2-40B4-BE49-F238E27FC236}">
                          <a16:creationId xmlns:a16="http://schemas.microsoft.com/office/drawing/2014/main" id="{C581CEA1-859D-D702-1DA4-CE634E87CB0F}"/>
                        </a:ext>
                      </a:extLst>
                    </p:cNvPr>
                    <p:cNvSpPr/>
                    <p:nvPr/>
                  </p:nvSpPr>
                  <p:spPr>
                    <a:xfrm>
                      <a:off x="8437797" y="5215971"/>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98" name="Freeform 97">
                      <a:extLst>
                        <a:ext uri="{FF2B5EF4-FFF2-40B4-BE49-F238E27FC236}">
                          <a16:creationId xmlns:a16="http://schemas.microsoft.com/office/drawing/2014/main" id="{FAFF3012-B285-5505-B60C-FAB8EDA05DB3}"/>
                        </a:ext>
                      </a:extLst>
                    </p:cNvPr>
                    <p:cNvSpPr/>
                    <p:nvPr/>
                  </p:nvSpPr>
                  <p:spPr>
                    <a:xfrm>
                      <a:off x="8411609" y="5126975"/>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99" name="Freeform 98">
                      <a:extLst>
                        <a:ext uri="{FF2B5EF4-FFF2-40B4-BE49-F238E27FC236}">
                          <a16:creationId xmlns:a16="http://schemas.microsoft.com/office/drawing/2014/main" id="{79FAF57A-F004-895C-C647-96505ED4BEFB}"/>
                        </a:ext>
                      </a:extLst>
                    </p:cNvPr>
                    <p:cNvSpPr/>
                    <p:nvPr/>
                  </p:nvSpPr>
                  <p:spPr>
                    <a:xfrm>
                      <a:off x="8461540" y="476215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100" name="Freeform 99">
                      <a:extLst>
                        <a:ext uri="{FF2B5EF4-FFF2-40B4-BE49-F238E27FC236}">
                          <a16:creationId xmlns:a16="http://schemas.microsoft.com/office/drawing/2014/main" id="{00892C8A-D0C5-69D7-5F1A-2E319E5C3A2C}"/>
                        </a:ext>
                      </a:extLst>
                    </p:cNvPr>
                    <p:cNvSpPr/>
                    <p:nvPr/>
                  </p:nvSpPr>
                  <p:spPr>
                    <a:xfrm>
                      <a:off x="8397046" y="5089002"/>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101" name="Freeform 100">
                      <a:extLst>
                        <a:ext uri="{FF2B5EF4-FFF2-40B4-BE49-F238E27FC236}">
                          <a16:creationId xmlns:a16="http://schemas.microsoft.com/office/drawing/2014/main" id="{7971AA5B-CC04-15FB-3D3B-A08E4CB32BAB}"/>
                        </a:ext>
                      </a:extLst>
                    </p:cNvPr>
                    <p:cNvSpPr/>
                    <p:nvPr/>
                  </p:nvSpPr>
                  <p:spPr>
                    <a:xfrm>
                      <a:off x="8432406" y="475104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102" name="Freeform 101">
                      <a:extLst>
                        <a:ext uri="{FF2B5EF4-FFF2-40B4-BE49-F238E27FC236}">
                          <a16:creationId xmlns:a16="http://schemas.microsoft.com/office/drawing/2014/main" id="{74B75EF8-AE5C-0D54-2655-B586B9371133}"/>
                        </a:ext>
                      </a:extLst>
                    </p:cNvPr>
                    <p:cNvSpPr/>
                    <p:nvPr/>
                  </p:nvSpPr>
                  <p:spPr>
                    <a:xfrm>
                      <a:off x="8268734" y="463274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103" name="Freeform 102">
                      <a:extLst>
                        <a:ext uri="{FF2B5EF4-FFF2-40B4-BE49-F238E27FC236}">
                          <a16:creationId xmlns:a16="http://schemas.microsoft.com/office/drawing/2014/main" id="{B8ED7FAB-3BAD-3997-DDB1-BF1A121BB68C}"/>
                        </a:ext>
                      </a:extLst>
                    </p:cNvPr>
                    <p:cNvSpPr/>
                    <p:nvPr/>
                  </p:nvSpPr>
                  <p:spPr>
                    <a:xfrm>
                      <a:off x="8322026" y="5080500"/>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104" name="Freeform 103">
                      <a:extLst>
                        <a:ext uri="{FF2B5EF4-FFF2-40B4-BE49-F238E27FC236}">
                          <a16:creationId xmlns:a16="http://schemas.microsoft.com/office/drawing/2014/main" id="{CFBF2216-A09A-70E3-B86C-5C305DFB0DCE}"/>
                        </a:ext>
                      </a:extLst>
                    </p:cNvPr>
                    <p:cNvSpPr/>
                    <p:nvPr/>
                  </p:nvSpPr>
                  <p:spPr>
                    <a:xfrm>
                      <a:off x="8350991" y="427879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105" name="Freeform 104">
                      <a:extLst>
                        <a:ext uri="{FF2B5EF4-FFF2-40B4-BE49-F238E27FC236}">
                          <a16:creationId xmlns:a16="http://schemas.microsoft.com/office/drawing/2014/main" id="{AC7AC0C2-E628-4503-3AFC-8C7A7C6958E0}"/>
                        </a:ext>
                      </a:extLst>
                    </p:cNvPr>
                    <p:cNvSpPr/>
                    <p:nvPr/>
                  </p:nvSpPr>
                  <p:spPr>
                    <a:xfrm>
                      <a:off x="8413800" y="475104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106" name="Freeform 105">
                      <a:extLst>
                        <a:ext uri="{FF2B5EF4-FFF2-40B4-BE49-F238E27FC236}">
                          <a16:creationId xmlns:a16="http://schemas.microsoft.com/office/drawing/2014/main" id="{10C96346-DDB9-525C-1086-0D2C2657E89C}"/>
                        </a:ext>
                      </a:extLst>
                    </p:cNvPr>
                    <p:cNvSpPr/>
                    <p:nvPr/>
                  </p:nvSpPr>
                  <p:spPr>
                    <a:xfrm>
                      <a:off x="8421040" y="528719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107" name="Freeform 106">
                      <a:extLst>
                        <a:ext uri="{FF2B5EF4-FFF2-40B4-BE49-F238E27FC236}">
                          <a16:creationId xmlns:a16="http://schemas.microsoft.com/office/drawing/2014/main" id="{8312F827-135F-DC88-128F-13C0CE02133E}"/>
                        </a:ext>
                      </a:extLst>
                    </p:cNvPr>
                    <p:cNvSpPr/>
                    <p:nvPr/>
                  </p:nvSpPr>
                  <p:spPr>
                    <a:xfrm>
                      <a:off x="8373049" y="5219168"/>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108" name="Freeform 107">
                      <a:extLst>
                        <a:ext uri="{FF2B5EF4-FFF2-40B4-BE49-F238E27FC236}">
                          <a16:creationId xmlns:a16="http://schemas.microsoft.com/office/drawing/2014/main" id="{1E18E742-8E68-48DD-4910-1B601718AE4B}"/>
                        </a:ext>
                      </a:extLst>
                    </p:cNvPr>
                    <p:cNvSpPr/>
                    <p:nvPr/>
                  </p:nvSpPr>
                  <p:spPr>
                    <a:xfrm>
                      <a:off x="8434091" y="5405831"/>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122" name="Freeform 121">
                      <a:extLst>
                        <a:ext uri="{FF2B5EF4-FFF2-40B4-BE49-F238E27FC236}">
                          <a16:creationId xmlns:a16="http://schemas.microsoft.com/office/drawing/2014/main" id="{A400C172-E57C-2A80-EC48-04CBD390C49C}"/>
                        </a:ext>
                      </a:extLst>
                    </p:cNvPr>
                    <p:cNvSpPr/>
                    <p:nvPr/>
                  </p:nvSpPr>
                  <p:spPr>
                    <a:xfrm>
                      <a:off x="8395949" y="5280127"/>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123" name="Freeform 122">
                      <a:extLst>
                        <a:ext uri="{FF2B5EF4-FFF2-40B4-BE49-F238E27FC236}">
                          <a16:creationId xmlns:a16="http://schemas.microsoft.com/office/drawing/2014/main" id="{A22183E0-3914-842F-3A75-23F083F4BD78}"/>
                        </a:ext>
                      </a:extLst>
                    </p:cNvPr>
                    <p:cNvSpPr/>
                    <p:nvPr/>
                  </p:nvSpPr>
                  <p:spPr>
                    <a:xfrm>
                      <a:off x="8295673" y="5274317"/>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124" name="Freeform 123">
                      <a:extLst>
                        <a:ext uri="{FF2B5EF4-FFF2-40B4-BE49-F238E27FC236}">
                          <a16:creationId xmlns:a16="http://schemas.microsoft.com/office/drawing/2014/main" id="{BFE52888-DDB9-3F75-C178-6590C7982EB7}"/>
                        </a:ext>
                      </a:extLst>
                    </p:cNvPr>
                    <p:cNvSpPr/>
                    <p:nvPr/>
                  </p:nvSpPr>
                  <p:spPr>
                    <a:xfrm>
                      <a:off x="8458758" y="525511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125" name="Freeform 124">
                      <a:extLst>
                        <a:ext uri="{FF2B5EF4-FFF2-40B4-BE49-F238E27FC236}">
                          <a16:creationId xmlns:a16="http://schemas.microsoft.com/office/drawing/2014/main" id="{808AABC4-7379-1877-C8BA-83FA315C2FEB}"/>
                        </a:ext>
                      </a:extLst>
                    </p:cNvPr>
                    <p:cNvSpPr/>
                    <p:nvPr/>
                  </p:nvSpPr>
                  <p:spPr>
                    <a:xfrm>
                      <a:off x="8312093" y="5427975"/>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1024" name="Freeform 1023">
                      <a:extLst>
                        <a:ext uri="{FF2B5EF4-FFF2-40B4-BE49-F238E27FC236}">
                          <a16:creationId xmlns:a16="http://schemas.microsoft.com/office/drawing/2014/main" id="{E9B1F622-2E91-78FD-E3C8-557FEB2B0019}"/>
                        </a:ext>
                      </a:extLst>
                    </p:cNvPr>
                    <p:cNvSpPr/>
                    <p:nvPr/>
                  </p:nvSpPr>
                  <p:spPr>
                    <a:xfrm>
                      <a:off x="8435101" y="560233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1025" name="Freeform 1024">
                      <a:extLst>
                        <a:ext uri="{FF2B5EF4-FFF2-40B4-BE49-F238E27FC236}">
                          <a16:creationId xmlns:a16="http://schemas.microsoft.com/office/drawing/2014/main" id="{EA5B0767-4F4A-BA20-C92F-B6D53517991D}"/>
                        </a:ext>
                      </a:extLst>
                    </p:cNvPr>
                    <p:cNvSpPr/>
                    <p:nvPr/>
                  </p:nvSpPr>
                  <p:spPr>
                    <a:xfrm>
                      <a:off x="8421377" y="5173536"/>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1026" name="Freeform 1025">
                      <a:extLst>
                        <a:ext uri="{FF2B5EF4-FFF2-40B4-BE49-F238E27FC236}">
                          <a16:creationId xmlns:a16="http://schemas.microsoft.com/office/drawing/2014/main" id="{45B1055E-3593-DB7C-4519-3C91FBC374D6}"/>
                        </a:ext>
                      </a:extLst>
                    </p:cNvPr>
                    <p:cNvSpPr/>
                    <p:nvPr/>
                  </p:nvSpPr>
                  <p:spPr>
                    <a:xfrm>
                      <a:off x="8464149" y="5049011"/>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1027" name="Freeform 1026">
                      <a:extLst>
                        <a:ext uri="{FF2B5EF4-FFF2-40B4-BE49-F238E27FC236}">
                          <a16:creationId xmlns:a16="http://schemas.microsoft.com/office/drawing/2014/main" id="{B133A4FD-0804-BAB6-32F2-832FC6047EBD}"/>
                        </a:ext>
                      </a:extLst>
                    </p:cNvPr>
                    <p:cNvSpPr/>
                    <p:nvPr/>
                  </p:nvSpPr>
                  <p:spPr>
                    <a:xfrm>
                      <a:off x="8407233" y="4856961"/>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1028" name="Freeform 1027">
                      <a:extLst>
                        <a:ext uri="{FF2B5EF4-FFF2-40B4-BE49-F238E27FC236}">
                          <a16:creationId xmlns:a16="http://schemas.microsoft.com/office/drawing/2014/main" id="{D06B0A4A-CEC0-5FF4-53B8-79C2FA01C2D4}"/>
                        </a:ext>
                      </a:extLst>
                    </p:cNvPr>
                    <p:cNvSpPr/>
                    <p:nvPr/>
                  </p:nvSpPr>
                  <p:spPr>
                    <a:xfrm>
                      <a:off x="8367999" y="4981572"/>
                      <a:ext cx="44285" cy="44285"/>
                    </a:xfrm>
                    <a:custGeom>
                      <a:avLst/>
                      <a:gdLst>
                        <a:gd name="connsiteX0" fmla="*/ 11829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29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29" y="5915"/>
                          </a:moveTo>
                          <a:cubicBezTo>
                            <a:pt x="11829" y="2654"/>
                            <a:pt x="9176" y="0"/>
                            <a:pt x="5915" y="0"/>
                          </a:cubicBezTo>
                          <a:cubicBezTo>
                            <a:pt x="2654" y="0"/>
                            <a:pt x="0" y="2654"/>
                            <a:pt x="0" y="5915"/>
                          </a:cubicBezTo>
                          <a:cubicBezTo>
                            <a:pt x="0" y="9176"/>
                            <a:pt x="2654" y="11829"/>
                            <a:pt x="5915" y="11829"/>
                          </a:cubicBezTo>
                          <a:cubicBezTo>
                            <a:pt x="9176" y="11829"/>
                            <a:pt x="11829" y="9176"/>
                            <a:pt x="11829"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1029" name="Freeform 1028">
                      <a:extLst>
                        <a:ext uri="{FF2B5EF4-FFF2-40B4-BE49-F238E27FC236}">
                          <a16:creationId xmlns:a16="http://schemas.microsoft.com/office/drawing/2014/main" id="{88C7A49B-DC81-6A98-8769-42BF3933804F}"/>
                        </a:ext>
                      </a:extLst>
                    </p:cNvPr>
                    <p:cNvSpPr/>
                    <p:nvPr/>
                  </p:nvSpPr>
                  <p:spPr>
                    <a:xfrm>
                      <a:off x="8333732" y="5253775"/>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1030" name="Freeform 1029">
                      <a:extLst>
                        <a:ext uri="{FF2B5EF4-FFF2-40B4-BE49-F238E27FC236}">
                          <a16:creationId xmlns:a16="http://schemas.microsoft.com/office/drawing/2014/main" id="{E0EB8BAD-F015-A00B-5390-3E7A17541BEC}"/>
                        </a:ext>
                      </a:extLst>
                    </p:cNvPr>
                    <p:cNvSpPr/>
                    <p:nvPr/>
                  </p:nvSpPr>
                  <p:spPr>
                    <a:xfrm>
                      <a:off x="8283465" y="489131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1031" name="Freeform 1030">
                      <a:extLst>
                        <a:ext uri="{FF2B5EF4-FFF2-40B4-BE49-F238E27FC236}">
                          <a16:creationId xmlns:a16="http://schemas.microsoft.com/office/drawing/2014/main" id="{CD57A528-AB4D-A2E2-D00D-2058B9163E7C}"/>
                        </a:ext>
                      </a:extLst>
                    </p:cNvPr>
                    <p:cNvSpPr/>
                    <p:nvPr/>
                  </p:nvSpPr>
                  <p:spPr>
                    <a:xfrm>
                      <a:off x="8429209" y="4614397"/>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1032" name="Freeform 1031">
                      <a:extLst>
                        <a:ext uri="{FF2B5EF4-FFF2-40B4-BE49-F238E27FC236}">
                          <a16:creationId xmlns:a16="http://schemas.microsoft.com/office/drawing/2014/main" id="{E727B59A-C8D3-909D-BC59-D9224E8A8AFD}"/>
                        </a:ext>
                      </a:extLst>
                    </p:cNvPr>
                    <p:cNvSpPr/>
                    <p:nvPr/>
                  </p:nvSpPr>
                  <p:spPr>
                    <a:xfrm>
                      <a:off x="8477200" y="5047158"/>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1033" name="Freeform 1032">
                      <a:extLst>
                        <a:ext uri="{FF2B5EF4-FFF2-40B4-BE49-F238E27FC236}">
                          <a16:creationId xmlns:a16="http://schemas.microsoft.com/office/drawing/2014/main" id="{EAD43C3F-3A60-DBCB-5C02-64ACCEAE76B6}"/>
                        </a:ext>
                      </a:extLst>
                    </p:cNvPr>
                    <p:cNvSpPr/>
                    <p:nvPr/>
                  </p:nvSpPr>
                  <p:spPr>
                    <a:xfrm>
                      <a:off x="8426768" y="4932570"/>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1034" name="Freeform 1033">
                      <a:extLst>
                        <a:ext uri="{FF2B5EF4-FFF2-40B4-BE49-F238E27FC236}">
                          <a16:creationId xmlns:a16="http://schemas.microsoft.com/office/drawing/2014/main" id="{6856F088-9A77-4C81-7E99-BD132B26D50A}"/>
                        </a:ext>
                      </a:extLst>
                    </p:cNvPr>
                    <p:cNvSpPr/>
                    <p:nvPr/>
                  </p:nvSpPr>
                  <p:spPr>
                    <a:xfrm>
                      <a:off x="8370440" y="5148531"/>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1035" name="Freeform 1034">
                      <a:extLst>
                        <a:ext uri="{FF2B5EF4-FFF2-40B4-BE49-F238E27FC236}">
                          <a16:creationId xmlns:a16="http://schemas.microsoft.com/office/drawing/2014/main" id="{C3A01938-B2C5-CD41-CC6D-7751EFE82918}"/>
                        </a:ext>
                      </a:extLst>
                    </p:cNvPr>
                    <p:cNvSpPr/>
                    <p:nvPr/>
                  </p:nvSpPr>
                  <p:spPr>
                    <a:xfrm>
                      <a:off x="8340130" y="501777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1037" name="Freeform 1036">
                      <a:extLst>
                        <a:ext uri="{FF2B5EF4-FFF2-40B4-BE49-F238E27FC236}">
                          <a16:creationId xmlns:a16="http://schemas.microsoft.com/office/drawing/2014/main" id="{47136721-8272-8DA7-C927-24B46E946875}"/>
                        </a:ext>
                      </a:extLst>
                    </p:cNvPr>
                    <p:cNvSpPr/>
                    <p:nvPr/>
                  </p:nvSpPr>
                  <p:spPr>
                    <a:xfrm>
                      <a:off x="8300304" y="4735721"/>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sp>
                  <p:nvSpPr>
                    <p:cNvPr id="1039" name="Freeform 1038">
                      <a:extLst>
                        <a:ext uri="{FF2B5EF4-FFF2-40B4-BE49-F238E27FC236}">
                          <a16:creationId xmlns:a16="http://schemas.microsoft.com/office/drawing/2014/main" id="{18BD7A6A-F708-2190-03AA-0FBADDB07576}"/>
                        </a:ext>
                      </a:extLst>
                    </p:cNvPr>
                    <p:cNvSpPr/>
                    <p:nvPr/>
                  </p:nvSpPr>
                  <p:spPr>
                    <a:xfrm>
                      <a:off x="8413717" y="5233315"/>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E4FA">
                        <a:alpha val="60000"/>
                      </a:srgbClr>
                    </a:solidFill>
                    <a:ln w="2249" cap="flat">
                      <a:noFill/>
                      <a:prstDash val="solid"/>
                      <a:miter/>
                    </a:ln>
                  </p:spPr>
                  <p:txBody>
                    <a:bodyPr rtlCol="0" anchor="ctr"/>
                    <a:lstStyle/>
                    <a:p>
                      <a:endParaRPr lang="en-US"/>
                    </a:p>
                  </p:txBody>
                </p:sp>
              </p:grpSp>
              <p:sp>
                <p:nvSpPr>
                  <p:cNvPr id="92" name="Freeform 91">
                    <a:extLst>
                      <a:ext uri="{FF2B5EF4-FFF2-40B4-BE49-F238E27FC236}">
                        <a16:creationId xmlns:a16="http://schemas.microsoft.com/office/drawing/2014/main" id="{022A293A-FC20-7844-C1C1-DFC467294543}"/>
                      </a:ext>
                    </a:extLst>
                  </p:cNvPr>
                  <p:cNvSpPr/>
                  <p:nvPr/>
                </p:nvSpPr>
                <p:spPr>
                  <a:xfrm>
                    <a:off x="8606943" y="4808046"/>
                    <a:ext cx="132858" cy="462819"/>
                  </a:xfrm>
                  <a:custGeom>
                    <a:avLst/>
                    <a:gdLst>
                      <a:gd name="connsiteX0" fmla="*/ 0 w 35488"/>
                      <a:gd name="connsiteY0" fmla="*/ 0 h 123625"/>
                      <a:gd name="connsiteX1" fmla="*/ 35489 w 35488"/>
                      <a:gd name="connsiteY1" fmla="*/ 0 h 123625"/>
                      <a:gd name="connsiteX2" fmla="*/ 35489 w 35488"/>
                      <a:gd name="connsiteY2" fmla="*/ 123625 h 123625"/>
                      <a:gd name="connsiteX3" fmla="*/ 0 w 35488"/>
                      <a:gd name="connsiteY3" fmla="*/ 123625 h 123625"/>
                    </a:gdLst>
                    <a:ahLst/>
                    <a:cxnLst>
                      <a:cxn ang="0">
                        <a:pos x="connsiteX0" y="connsiteY0"/>
                      </a:cxn>
                      <a:cxn ang="0">
                        <a:pos x="connsiteX1" y="connsiteY1"/>
                      </a:cxn>
                      <a:cxn ang="0">
                        <a:pos x="connsiteX2" y="connsiteY2"/>
                      </a:cxn>
                      <a:cxn ang="0">
                        <a:pos x="connsiteX3" y="connsiteY3"/>
                      </a:cxn>
                    </a:cxnLst>
                    <a:rect l="l" t="t" r="r" b="b"/>
                    <a:pathLst>
                      <a:path w="35488" h="123625">
                        <a:moveTo>
                          <a:pt x="0" y="0"/>
                        </a:moveTo>
                        <a:lnTo>
                          <a:pt x="35489" y="0"/>
                        </a:lnTo>
                        <a:lnTo>
                          <a:pt x="35489" y="123625"/>
                        </a:lnTo>
                        <a:lnTo>
                          <a:pt x="0" y="123625"/>
                        </a:lnTo>
                        <a:close/>
                      </a:path>
                    </a:pathLst>
                  </a:custGeom>
                  <a:solidFill>
                    <a:srgbClr val="B4E4FA"/>
                  </a:solidFill>
                  <a:ln w="2249" cap="flat">
                    <a:noFill/>
                    <a:prstDash val="solid"/>
                    <a:miter/>
                  </a:ln>
                </p:spPr>
                <p:txBody>
                  <a:bodyPr rtlCol="0" anchor="ctr"/>
                  <a:lstStyle/>
                  <a:p>
                    <a:endParaRPr lang="en-US"/>
                  </a:p>
                </p:txBody>
              </p:sp>
              <p:sp>
                <p:nvSpPr>
                  <p:cNvPr id="93" name="Freeform 92">
                    <a:extLst>
                      <a:ext uri="{FF2B5EF4-FFF2-40B4-BE49-F238E27FC236}">
                        <a16:creationId xmlns:a16="http://schemas.microsoft.com/office/drawing/2014/main" id="{DA21F8DE-2030-EDA5-5AD0-3A2F7EF5C5BA}"/>
                      </a:ext>
                    </a:extLst>
                  </p:cNvPr>
                  <p:cNvSpPr/>
                  <p:nvPr/>
                </p:nvSpPr>
                <p:spPr>
                  <a:xfrm>
                    <a:off x="8606943" y="4808046"/>
                    <a:ext cx="132858" cy="462819"/>
                  </a:xfrm>
                  <a:custGeom>
                    <a:avLst/>
                    <a:gdLst>
                      <a:gd name="connsiteX0" fmla="*/ 0 w 35488"/>
                      <a:gd name="connsiteY0" fmla="*/ 0 h 123625"/>
                      <a:gd name="connsiteX1" fmla="*/ 35489 w 35488"/>
                      <a:gd name="connsiteY1" fmla="*/ 0 h 123625"/>
                      <a:gd name="connsiteX2" fmla="*/ 35489 w 35488"/>
                      <a:gd name="connsiteY2" fmla="*/ 123625 h 123625"/>
                      <a:gd name="connsiteX3" fmla="*/ 0 w 35488"/>
                      <a:gd name="connsiteY3" fmla="*/ 123625 h 123625"/>
                    </a:gdLst>
                    <a:ahLst/>
                    <a:cxnLst>
                      <a:cxn ang="0">
                        <a:pos x="connsiteX0" y="connsiteY0"/>
                      </a:cxn>
                      <a:cxn ang="0">
                        <a:pos x="connsiteX1" y="connsiteY1"/>
                      </a:cxn>
                      <a:cxn ang="0">
                        <a:pos x="connsiteX2" y="connsiteY2"/>
                      </a:cxn>
                      <a:cxn ang="0">
                        <a:pos x="connsiteX3" y="connsiteY3"/>
                      </a:cxn>
                    </a:cxnLst>
                    <a:rect l="l" t="t" r="r" b="b"/>
                    <a:pathLst>
                      <a:path w="35488" h="123625">
                        <a:moveTo>
                          <a:pt x="0" y="0"/>
                        </a:moveTo>
                        <a:lnTo>
                          <a:pt x="35489" y="0"/>
                        </a:lnTo>
                        <a:lnTo>
                          <a:pt x="35489" y="123625"/>
                        </a:lnTo>
                        <a:lnTo>
                          <a:pt x="0" y="123625"/>
                        </a:lnTo>
                        <a:close/>
                      </a:path>
                    </a:pathLst>
                  </a:custGeom>
                  <a:noFill/>
                  <a:ln w="4498" cap="flat">
                    <a:solidFill>
                      <a:srgbClr val="000000"/>
                    </a:solidFill>
                    <a:prstDash val="solid"/>
                    <a:miter/>
                  </a:ln>
                </p:spPr>
                <p:txBody>
                  <a:bodyPr rtlCol="0" anchor="ctr"/>
                  <a:lstStyle/>
                  <a:p>
                    <a:endParaRPr lang="en-US"/>
                  </a:p>
                </p:txBody>
              </p:sp>
              <p:sp>
                <p:nvSpPr>
                  <p:cNvPr id="94" name="Freeform 93">
                    <a:extLst>
                      <a:ext uri="{FF2B5EF4-FFF2-40B4-BE49-F238E27FC236}">
                        <a16:creationId xmlns:a16="http://schemas.microsoft.com/office/drawing/2014/main" id="{E53ED955-1EE9-18B8-CEFB-115CD879CEF9}"/>
                      </a:ext>
                    </a:extLst>
                  </p:cNvPr>
                  <p:cNvSpPr/>
                  <p:nvPr/>
                </p:nvSpPr>
                <p:spPr>
                  <a:xfrm>
                    <a:off x="8606943" y="5102644"/>
                    <a:ext cx="132858" cy="8416"/>
                  </a:xfrm>
                  <a:custGeom>
                    <a:avLst/>
                    <a:gdLst>
                      <a:gd name="connsiteX0" fmla="*/ 0 w 35488"/>
                      <a:gd name="connsiteY0" fmla="*/ 0 h 2248"/>
                      <a:gd name="connsiteX1" fmla="*/ 35488 w 35488"/>
                      <a:gd name="connsiteY1" fmla="*/ 0 h 2248"/>
                    </a:gdLst>
                    <a:ahLst/>
                    <a:cxnLst>
                      <a:cxn ang="0">
                        <a:pos x="connsiteX0" y="connsiteY0"/>
                      </a:cxn>
                      <a:cxn ang="0">
                        <a:pos x="connsiteX1" y="connsiteY1"/>
                      </a:cxn>
                    </a:cxnLst>
                    <a:rect l="l" t="t" r="r" b="b"/>
                    <a:pathLst>
                      <a:path w="35488" h="2248">
                        <a:moveTo>
                          <a:pt x="0" y="0"/>
                        </a:moveTo>
                        <a:lnTo>
                          <a:pt x="35488" y="0"/>
                        </a:lnTo>
                      </a:path>
                    </a:pathLst>
                  </a:custGeom>
                  <a:ln w="4498" cap="flat">
                    <a:solidFill>
                      <a:srgbClr val="000000"/>
                    </a:solidFill>
                    <a:prstDash val="solid"/>
                    <a:round/>
                  </a:ln>
                </p:spPr>
                <p:txBody>
                  <a:bodyPr rtlCol="0" anchor="ctr"/>
                  <a:lstStyle/>
                  <a:p>
                    <a:endParaRPr lang="en-US"/>
                  </a:p>
                </p:txBody>
              </p:sp>
            </p:grpSp>
            <p:sp>
              <p:nvSpPr>
                <p:cNvPr id="89" name="Freeform 88">
                  <a:extLst>
                    <a:ext uri="{FF2B5EF4-FFF2-40B4-BE49-F238E27FC236}">
                      <a16:creationId xmlns:a16="http://schemas.microsoft.com/office/drawing/2014/main" id="{07C30F50-94B3-5E8E-D057-AD11C665B51A}"/>
                    </a:ext>
                  </a:extLst>
                </p:cNvPr>
                <p:cNvSpPr/>
                <p:nvPr/>
              </p:nvSpPr>
              <p:spPr>
                <a:xfrm>
                  <a:off x="8729531" y="3617444"/>
                  <a:ext cx="1106996" cy="55568"/>
                </a:xfrm>
                <a:custGeom>
                  <a:avLst/>
                  <a:gdLst>
                    <a:gd name="connsiteX0" fmla="*/ 0 w 295693"/>
                    <a:gd name="connsiteY0" fmla="*/ 14843 h 14843"/>
                    <a:gd name="connsiteX1" fmla="*/ 0 w 295693"/>
                    <a:gd name="connsiteY1" fmla="*/ 0 h 14843"/>
                    <a:gd name="connsiteX2" fmla="*/ 295693 w 295693"/>
                    <a:gd name="connsiteY2" fmla="*/ 0 h 14843"/>
                    <a:gd name="connsiteX3" fmla="*/ 295693 w 295693"/>
                    <a:gd name="connsiteY3" fmla="*/ 14843 h 14843"/>
                  </a:gdLst>
                  <a:ahLst/>
                  <a:cxnLst>
                    <a:cxn ang="0">
                      <a:pos x="connsiteX0" y="connsiteY0"/>
                    </a:cxn>
                    <a:cxn ang="0">
                      <a:pos x="connsiteX1" y="connsiteY1"/>
                    </a:cxn>
                    <a:cxn ang="0">
                      <a:pos x="connsiteX2" y="connsiteY2"/>
                    </a:cxn>
                    <a:cxn ang="0">
                      <a:pos x="connsiteX3" y="connsiteY3"/>
                    </a:cxn>
                  </a:cxnLst>
                  <a:rect l="l" t="t" r="r" b="b"/>
                  <a:pathLst>
                    <a:path w="295693" h="14843">
                      <a:moveTo>
                        <a:pt x="0" y="14843"/>
                      </a:moveTo>
                      <a:lnTo>
                        <a:pt x="0" y="0"/>
                      </a:lnTo>
                      <a:lnTo>
                        <a:pt x="295693" y="0"/>
                      </a:lnTo>
                      <a:lnTo>
                        <a:pt x="295693" y="14843"/>
                      </a:lnTo>
                    </a:path>
                  </a:pathLst>
                </a:custGeom>
                <a:noFill/>
                <a:ln w="4498" cap="flat">
                  <a:solidFill>
                    <a:srgbClr val="000000"/>
                  </a:solidFill>
                  <a:prstDash val="solid"/>
                  <a:round/>
                </a:ln>
              </p:spPr>
              <p:txBody>
                <a:bodyPr rtlCol="0" anchor="ctr"/>
                <a:lstStyle/>
                <a:p>
                  <a:endParaRPr lang="en-US"/>
                </a:p>
              </p:txBody>
            </p:sp>
            <p:sp>
              <p:nvSpPr>
                <p:cNvPr id="90" name="Freeform 89">
                  <a:extLst>
                    <a:ext uri="{FF2B5EF4-FFF2-40B4-BE49-F238E27FC236}">
                      <a16:creationId xmlns:a16="http://schemas.microsoft.com/office/drawing/2014/main" id="{BBA9BD02-EFC3-AC18-F67E-5BCD864321B7}"/>
                    </a:ext>
                  </a:extLst>
                </p:cNvPr>
                <p:cNvSpPr/>
                <p:nvPr/>
              </p:nvSpPr>
              <p:spPr>
                <a:xfrm>
                  <a:off x="9249521" y="3491486"/>
                  <a:ext cx="75773" cy="72239"/>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8 w 20240"/>
                    <a:gd name="connsiteY4" fmla="*/ 5060 h 19296"/>
                    <a:gd name="connsiteX5" fmla="*/ 20240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2 w 20240"/>
                    <a:gd name="connsiteY11" fmla="*/ 17339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8" y="5060"/>
                      </a:lnTo>
                      <a:lnTo>
                        <a:pt x="20240" y="8029"/>
                      </a:lnTo>
                      <a:lnTo>
                        <a:pt x="12549" y="10525"/>
                      </a:lnTo>
                      <a:lnTo>
                        <a:pt x="17609" y="17677"/>
                      </a:lnTo>
                      <a:lnTo>
                        <a:pt x="14978" y="19296"/>
                      </a:lnTo>
                      <a:lnTo>
                        <a:pt x="9985" y="12009"/>
                      </a:lnTo>
                      <a:lnTo>
                        <a:pt x="4723" y="19161"/>
                      </a:lnTo>
                      <a:lnTo>
                        <a:pt x="2362" y="17339"/>
                      </a:lnTo>
                      <a:lnTo>
                        <a:pt x="7556" y="10525"/>
                      </a:lnTo>
                      <a:lnTo>
                        <a:pt x="0" y="7826"/>
                      </a:lnTo>
                      <a:lnTo>
                        <a:pt x="1215" y="4993"/>
                      </a:lnTo>
                      <a:lnTo>
                        <a:pt x="8703" y="7894"/>
                      </a:lnTo>
                      <a:close/>
                    </a:path>
                  </a:pathLst>
                </a:custGeom>
                <a:solidFill>
                  <a:srgbClr val="000000"/>
                </a:solidFill>
                <a:ln w="2249" cap="flat">
                  <a:noFill/>
                  <a:prstDash val="solid"/>
                  <a:miter/>
                </a:ln>
              </p:spPr>
              <p:txBody>
                <a:bodyPr rtlCol="0" anchor="ctr"/>
                <a:lstStyle/>
                <a:p>
                  <a:endParaRPr lang="en-US"/>
                </a:p>
              </p:txBody>
            </p:sp>
          </p:grpSp>
          <p:grpSp>
            <p:nvGrpSpPr>
              <p:cNvPr id="1077" name="Group 1076">
                <a:extLst>
                  <a:ext uri="{FF2B5EF4-FFF2-40B4-BE49-F238E27FC236}">
                    <a16:creationId xmlns:a16="http://schemas.microsoft.com/office/drawing/2014/main" id="{E80FD843-03DC-B4A5-B413-BEF789D144C7}"/>
                  </a:ext>
                </a:extLst>
              </p:cNvPr>
              <p:cNvGrpSpPr/>
              <p:nvPr/>
            </p:nvGrpSpPr>
            <p:grpSpPr>
              <a:xfrm>
                <a:off x="3148305" y="1422577"/>
                <a:ext cx="7319497" cy="2889404"/>
                <a:chOff x="2517030" y="3292787"/>
                <a:chExt cx="7319497" cy="2889404"/>
              </a:xfrm>
            </p:grpSpPr>
            <p:grpSp>
              <p:nvGrpSpPr>
                <p:cNvPr id="1078" name="Group 1077">
                  <a:extLst>
                    <a:ext uri="{FF2B5EF4-FFF2-40B4-BE49-F238E27FC236}">
                      <a16:creationId xmlns:a16="http://schemas.microsoft.com/office/drawing/2014/main" id="{8BDD6D45-23A5-4597-34BC-903E574E0353}"/>
                    </a:ext>
                  </a:extLst>
                </p:cNvPr>
                <p:cNvGrpSpPr/>
                <p:nvPr/>
              </p:nvGrpSpPr>
              <p:grpSpPr>
                <a:xfrm>
                  <a:off x="2517030" y="3701218"/>
                  <a:ext cx="848682" cy="2335653"/>
                  <a:chOff x="2517030" y="3701218"/>
                  <a:chExt cx="848682" cy="2335653"/>
                </a:xfrm>
              </p:grpSpPr>
              <p:sp>
                <p:nvSpPr>
                  <p:cNvPr id="262" name="Freeform 261">
                    <a:extLst>
                      <a:ext uri="{FF2B5EF4-FFF2-40B4-BE49-F238E27FC236}">
                        <a16:creationId xmlns:a16="http://schemas.microsoft.com/office/drawing/2014/main" id="{52E64E74-919F-8272-D680-730D24725408}"/>
                      </a:ext>
                    </a:extLst>
                  </p:cNvPr>
                  <p:cNvSpPr/>
                  <p:nvPr/>
                </p:nvSpPr>
                <p:spPr>
                  <a:xfrm>
                    <a:off x="2920492" y="3701218"/>
                    <a:ext cx="445220" cy="2335653"/>
                  </a:xfrm>
                  <a:custGeom>
                    <a:avLst/>
                    <a:gdLst>
                      <a:gd name="connsiteX0" fmla="*/ 180 w 118924"/>
                      <a:gd name="connsiteY0" fmla="*/ 617586 h 623883"/>
                      <a:gd name="connsiteX1" fmla="*/ 292 w 118924"/>
                      <a:gd name="connsiteY1" fmla="*/ 611289 h 623883"/>
                      <a:gd name="connsiteX2" fmla="*/ 450 w 118924"/>
                      <a:gd name="connsiteY2" fmla="*/ 604992 h 623883"/>
                      <a:gd name="connsiteX3" fmla="*/ 697 w 118924"/>
                      <a:gd name="connsiteY3" fmla="*/ 598673 h 623883"/>
                      <a:gd name="connsiteX4" fmla="*/ 1012 w 118924"/>
                      <a:gd name="connsiteY4" fmla="*/ 592376 h 623883"/>
                      <a:gd name="connsiteX5" fmla="*/ 1462 w 118924"/>
                      <a:gd name="connsiteY5" fmla="*/ 586079 h 623883"/>
                      <a:gd name="connsiteX6" fmla="*/ 2069 w 118924"/>
                      <a:gd name="connsiteY6" fmla="*/ 579781 h 623883"/>
                      <a:gd name="connsiteX7" fmla="*/ 2834 w 118924"/>
                      <a:gd name="connsiteY7" fmla="*/ 573484 h 623883"/>
                      <a:gd name="connsiteX8" fmla="*/ 3801 w 118924"/>
                      <a:gd name="connsiteY8" fmla="*/ 567165 h 623883"/>
                      <a:gd name="connsiteX9" fmla="*/ 4970 w 118924"/>
                      <a:gd name="connsiteY9" fmla="*/ 560868 h 623883"/>
                      <a:gd name="connsiteX10" fmla="*/ 6319 w 118924"/>
                      <a:gd name="connsiteY10" fmla="*/ 554571 h 623883"/>
                      <a:gd name="connsiteX11" fmla="*/ 7871 w 118924"/>
                      <a:gd name="connsiteY11" fmla="*/ 548273 h 623883"/>
                      <a:gd name="connsiteX12" fmla="*/ 9603 w 118924"/>
                      <a:gd name="connsiteY12" fmla="*/ 541976 h 623883"/>
                      <a:gd name="connsiteX13" fmla="*/ 11470 w 118924"/>
                      <a:gd name="connsiteY13" fmla="*/ 535657 h 623883"/>
                      <a:gd name="connsiteX14" fmla="*/ 13449 w 118924"/>
                      <a:gd name="connsiteY14" fmla="*/ 529360 h 623883"/>
                      <a:gd name="connsiteX15" fmla="*/ 15518 w 118924"/>
                      <a:gd name="connsiteY15" fmla="*/ 523063 h 623883"/>
                      <a:gd name="connsiteX16" fmla="*/ 17654 w 118924"/>
                      <a:gd name="connsiteY16" fmla="*/ 516766 h 623883"/>
                      <a:gd name="connsiteX17" fmla="*/ 19836 w 118924"/>
                      <a:gd name="connsiteY17" fmla="*/ 510446 h 623883"/>
                      <a:gd name="connsiteX18" fmla="*/ 22085 w 118924"/>
                      <a:gd name="connsiteY18" fmla="*/ 504149 h 623883"/>
                      <a:gd name="connsiteX19" fmla="*/ 24424 w 118924"/>
                      <a:gd name="connsiteY19" fmla="*/ 497852 h 623883"/>
                      <a:gd name="connsiteX20" fmla="*/ 26897 w 118924"/>
                      <a:gd name="connsiteY20" fmla="*/ 491555 h 623883"/>
                      <a:gd name="connsiteX21" fmla="*/ 29506 w 118924"/>
                      <a:gd name="connsiteY21" fmla="*/ 485258 h 623883"/>
                      <a:gd name="connsiteX22" fmla="*/ 32272 w 118924"/>
                      <a:gd name="connsiteY22" fmla="*/ 478938 h 623883"/>
                      <a:gd name="connsiteX23" fmla="*/ 35218 w 118924"/>
                      <a:gd name="connsiteY23" fmla="*/ 472641 h 623883"/>
                      <a:gd name="connsiteX24" fmla="*/ 38300 w 118924"/>
                      <a:gd name="connsiteY24" fmla="*/ 466344 h 623883"/>
                      <a:gd name="connsiteX25" fmla="*/ 41448 w 118924"/>
                      <a:gd name="connsiteY25" fmla="*/ 460047 h 623883"/>
                      <a:gd name="connsiteX26" fmla="*/ 44642 w 118924"/>
                      <a:gd name="connsiteY26" fmla="*/ 453750 h 623883"/>
                      <a:gd name="connsiteX27" fmla="*/ 47768 w 118924"/>
                      <a:gd name="connsiteY27" fmla="*/ 447430 h 623883"/>
                      <a:gd name="connsiteX28" fmla="*/ 50781 w 118924"/>
                      <a:gd name="connsiteY28" fmla="*/ 441133 h 623883"/>
                      <a:gd name="connsiteX29" fmla="*/ 53593 w 118924"/>
                      <a:gd name="connsiteY29" fmla="*/ 434836 h 623883"/>
                      <a:gd name="connsiteX30" fmla="*/ 56201 w 118924"/>
                      <a:gd name="connsiteY30" fmla="*/ 428539 h 623883"/>
                      <a:gd name="connsiteX31" fmla="*/ 58608 w 118924"/>
                      <a:gd name="connsiteY31" fmla="*/ 422219 h 623883"/>
                      <a:gd name="connsiteX32" fmla="*/ 60879 w 118924"/>
                      <a:gd name="connsiteY32" fmla="*/ 415922 h 623883"/>
                      <a:gd name="connsiteX33" fmla="*/ 63061 w 118924"/>
                      <a:gd name="connsiteY33" fmla="*/ 409625 h 623883"/>
                      <a:gd name="connsiteX34" fmla="*/ 65265 w 118924"/>
                      <a:gd name="connsiteY34" fmla="*/ 403328 h 623883"/>
                      <a:gd name="connsiteX35" fmla="*/ 67604 w 118924"/>
                      <a:gd name="connsiteY35" fmla="*/ 397031 h 623883"/>
                      <a:gd name="connsiteX36" fmla="*/ 70145 w 118924"/>
                      <a:gd name="connsiteY36" fmla="*/ 390711 h 623883"/>
                      <a:gd name="connsiteX37" fmla="*/ 72979 w 118924"/>
                      <a:gd name="connsiteY37" fmla="*/ 384414 h 623883"/>
                      <a:gd name="connsiteX38" fmla="*/ 76195 w 118924"/>
                      <a:gd name="connsiteY38" fmla="*/ 378117 h 623883"/>
                      <a:gd name="connsiteX39" fmla="*/ 79770 w 118924"/>
                      <a:gd name="connsiteY39" fmla="*/ 371820 h 623883"/>
                      <a:gd name="connsiteX40" fmla="*/ 83774 w 118924"/>
                      <a:gd name="connsiteY40" fmla="*/ 365523 h 623883"/>
                      <a:gd name="connsiteX41" fmla="*/ 88114 w 118924"/>
                      <a:gd name="connsiteY41" fmla="*/ 359204 h 623883"/>
                      <a:gd name="connsiteX42" fmla="*/ 92747 w 118924"/>
                      <a:gd name="connsiteY42" fmla="*/ 352906 h 623883"/>
                      <a:gd name="connsiteX43" fmla="*/ 97560 w 118924"/>
                      <a:gd name="connsiteY43" fmla="*/ 346609 h 623883"/>
                      <a:gd name="connsiteX44" fmla="*/ 102372 w 118924"/>
                      <a:gd name="connsiteY44" fmla="*/ 340312 h 623883"/>
                      <a:gd name="connsiteX45" fmla="*/ 106983 w 118924"/>
                      <a:gd name="connsiteY45" fmla="*/ 334015 h 623883"/>
                      <a:gd name="connsiteX46" fmla="*/ 111143 w 118924"/>
                      <a:gd name="connsiteY46" fmla="*/ 327696 h 623883"/>
                      <a:gd name="connsiteX47" fmla="*/ 114629 w 118924"/>
                      <a:gd name="connsiteY47" fmla="*/ 321399 h 623883"/>
                      <a:gd name="connsiteX48" fmla="*/ 117216 w 118924"/>
                      <a:gd name="connsiteY48" fmla="*/ 315102 h 623883"/>
                      <a:gd name="connsiteX49" fmla="*/ 118700 w 118924"/>
                      <a:gd name="connsiteY49" fmla="*/ 308804 h 623883"/>
                      <a:gd name="connsiteX50" fmla="*/ 118925 w 118924"/>
                      <a:gd name="connsiteY50" fmla="*/ 302485 h 623883"/>
                      <a:gd name="connsiteX51" fmla="*/ 117823 w 118924"/>
                      <a:gd name="connsiteY51" fmla="*/ 296188 h 623883"/>
                      <a:gd name="connsiteX52" fmla="*/ 115461 w 118924"/>
                      <a:gd name="connsiteY52" fmla="*/ 289891 h 623883"/>
                      <a:gd name="connsiteX53" fmla="*/ 111886 w 118924"/>
                      <a:gd name="connsiteY53" fmla="*/ 283594 h 623883"/>
                      <a:gd name="connsiteX54" fmla="*/ 107298 w 118924"/>
                      <a:gd name="connsiteY54" fmla="*/ 277297 h 623883"/>
                      <a:gd name="connsiteX55" fmla="*/ 101878 w 118924"/>
                      <a:gd name="connsiteY55" fmla="*/ 270977 h 623883"/>
                      <a:gd name="connsiteX56" fmla="*/ 95851 w 118924"/>
                      <a:gd name="connsiteY56" fmla="*/ 264680 h 623883"/>
                      <a:gd name="connsiteX57" fmla="*/ 89486 w 118924"/>
                      <a:gd name="connsiteY57" fmla="*/ 258383 h 623883"/>
                      <a:gd name="connsiteX58" fmla="*/ 82986 w 118924"/>
                      <a:gd name="connsiteY58" fmla="*/ 252086 h 623883"/>
                      <a:gd name="connsiteX59" fmla="*/ 76509 w 118924"/>
                      <a:gd name="connsiteY59" fmla="*/ 245789 h 623883"/>
                      <a:gd name="connsiteX60" fmla="*/ 70235 w 118924"/>
                      <a:gd name="connsiteY60" fmla="*/ 239469 h 623883"/>
                      <a:gd name="connsiteX61" fmla="*/ 64253 w 118924"/>
                      <a:gd name="connsiteY61" fmla="*/ 233172 h 623883"/>
                      <a:gd name="connsiteX62" fmla="*/ 58653 w 118924"/>
                      <a:gd name="connsiteY62" fmla="*/ 226875 h 623883"/>
                      <a:gd name="connsiteX63" fmla="*/ 53458 w 118924"/>
                      <a:gd name="connsiteY63" fmla="*/ 220578 h 623883"/>
                      <a:gd name="connsiteX64" fmla="*/ 48712 w 118924"/>
                      <a:gd name="connsiteY64" fmla="*/ 214258 h 623883"/>
                      <a:gd name="connsiteX65" fmla="*/ 44394 w 118924"/>
                      <a:gd name="connsiteY65" fmla="*/ 207961 h 623883"/>
                      <a:gd name="connsiteX66" fmla="*/ 40504 w 118924"/>
                      <a:gd name="connsiteY66" fmla="*/ 201664 h 623883"/>
                      <a:gd name="connsiteX67" fmla="*/ 36995 w 118924"/>
                      <a:gd name="connsiteY67" fmla="*/ 195367 h 623883"/>
                      <a:gd name="connsiteX68" fmla="*/ 33824 w 118924"/>
                      <a:gd name="connsiteY68" fmla="*/ 189070 h 623883"/>
                      <a:gd name="connsiteX69" fmla="*/ 30968 w 118924"/>
                      <a:gd name="connsiteY69" fmla="*/ 182750 h 623883"/>
                      <a:gd name="connsiteX70" fmla="*/ 28359 w 118924"/>
                      <a:gd name="connsiteY70" fmla="*/ 176453 h 623883"/>
                      <a:gd name="connsiteX71" fmla="*/ 25975 w 118924"/>
                      <a:gd name="connsiteY71" fmla="*/ 170156 h 623883"/>
                      <a:gd name="connsiteX72" fmla="*/ 23816 w 118924"/>
                      <a:gd name="connsiteY72" fmla="*/ 163859 h 623883"/>
                      <a:gd name="connsiteX73" fmla="*/ 21837 w 118924"/>
                      <a:gd name="connsiteY73" fmla="*/ 157562 h 623883"/>
                      <a:gd name="connsiteX74" fmla="*/ 20083 w 118924"/>
                      <a:gd name="connsiteY74" fmla="*/ 151242 h 623883"/>
                      <a:gd name="connsiteX75" fmla="*/ 18509 w 118924"/>
                      <a:gd name="connsiteY75" fmla="*/ 144945 h 623883"/>
                      <a:gd name="connsiteX76" fmla="*/ 17115 w 118924"/>
                      <a:gd name="connsiteY76" fmla="*/ 138648 h 623883"/>
                      <a:gd name="connsiteX77" fmla="*/ 15855 w 118924"/>
                      <a:gd name="connsiteY77" fmla="*/ 132351 h 623883"/>
                      <a:gd name="connsiteX78" fmla="*/ 14731 w 118924"/>
                      <a:gd name="connsiteY78" fmla="*/ 126054 h 623883"/>
                      <a:gd name="connsiteX79" fmla="*/ 13674 w 118924"/>
                      <a:gd name="connsiteY79" fmla="*/ 119735 h 623883"/>
                      <a:gd name="connsiteX80" fmla="*/ 12639 w 118924"/>
                      <a:gd name="connsiteY80" fmla="*/ 113437 h 623883"/>
                      <a:gd name="connsiteX81" fmla="*/ 11627 w 118924"/>
                      <a:gd name="connsiteY81" fmla="*/ 107140 h 623883"/>
                      <a:gd name="connsiteX82" fmla="*/ 10570 w 118924"/>
                      <a:gd name="connsiteY82" fmla="*/ 100843 h 623883"/>
                      <a:gd name="connsiteX83" fmla="*/ 9468 w 118924"/>
                      <a:gd name="connsiteY83" fmla="*/ 94524 h 623883"/>
                      <a:gd name="connsiteX84" fmla="*/ 8344 w 118924"/>
                      <a:gd name="connsiteY84" fmla="*/ 88227 h 623883"/>
                      <a:gd name="connsiteX85" fmla="*/ 7197 w 118924"/>
                      <a:gd name="connsiteY85" fmla="*/ 81930 h 623883"/>
                      <a:gd name="connsiteX86" fmla="*/ 6095 w 118924"/>
                      <a:gd name="connsiteY86" fmla="*/ 75632 h 623883"/>
                      <a:gd name="connsiteX87" fmla="*/ 5015 w 118924"/>
                      <a:gd name="connsiteY87" fmla="*/ 69335 h 623883"/>
                      <a:gd name="connsiteX88" fmla="*/ 4048 w 118924"/>
                      <a:gd name="connsiteY88" fmla="*/ 63016 h 623883"/>
                      <a:gd name="connsiteX89" fmla="*/ 3171 w 118924"/>
                      <a:gd name="connsiteY89" fmla="*/ 56719 h 623883"/>
                      <a:gd name="connsiteX90" fmla="*/ 2429 w 118924"/>
                      <a:gd name="connsiteY90" fmla="*/ 50422 h 623883"/>
                      <a:gd name="connsiteX91" fmla="*/ 1799 w 118924"/>
                      <a:gd name="connsiteY91" fmla="*/ 44125 h 623883"/>
                      <a:gd name="connsiteX92" fmla="*/ 1304 w 118924"/>
                      <a:gd name="connsiteY92" fmla="*/ 37827 h 623883"/>
                      <a:gd name="connsiteX93" fmla="*/ 922 w 118924"/>
                      <a:gd name="connsiteY93" fmla="*/ 31508 h 623883"/>
                      <a:gd name="connsiteX94" fmla="*/ 629 w 118924"/>
                      <a:gd name="connsiteY94" fmla="*/ 25211 h 623883"/>
                      <a:gd name="connsiteX95" fmla="*/ 405 w 118924"/>
                      <a:gd name="connsiteY95" fmla="*/ 18914 h 623883"/>
                      <a:gd name="connsiteX96" fmla="*/ 270 w 118924"/>
                      <a:gd name="connsiteY96" fmla="*/ 12617 h 623883"/>
                      <a:gd name="connsiteX97" fmla="*/ 180 w 118924"/>
                      <a:gd name="connsiteY97" fmla="*/ 6297 h 623883"/>
                      <a:gd name="connsiteX98" fmla="*/ 112 w 118924"/>
                      <a:gd name="connsiteY98" fmla="*/ 0 h 623883"/>
                      <a:gd name="connsiteX99" fmla="*/ 0 w 118924"/>
                      <a:gd name="connsiteY99" fmla="*/ 0 h 623883"/>
                      <a:gd name="connsiteX100" fmla="*/ 0 w 118924"/>
                      <a:gd name="connsiteY100" fmla="*/ 6297 h 623883"/>
                      <a:gd name="connsiteX101" fmla="*/ 0 w 118924"/>
                      <a:gd name="connsiteY101" fmla="*/ 12617 h 623883"/>
                      <a:gd name="connsiteX102" fmla="*/ 0 w 118924"/>
                      <a:gd name="connsiteY102" fmla="*/ 18914 h 623883"/>
                      <a:gd name="connsiteX103" fmla="*/ 0 w 118924"/>
                      <a:gd name="connsiteY103" fmla="*/ 25211 h 623883"/>
                      <a:gd name="connsiteX104" fmla="*/ 0 w 118924"/>
                      <a:gd name="connsiteY104" fmla="*/ 31508 h 623883"/>
                      <a:gd name="connsiteX105" fmla="*/ 0 w 118924"/>
                      <a:gd name="connsiteY105" fmla="*/ 37827 h 623883"/>
                      <a:gd name="connsiteX106" fmla="*/ 0 w 118924"/>
                      <a:gd name="connsiteY106" fmla="*/ 44125 h 623883"/>
                      <a:gd name="connsiteX107" fmla="*/ 0 w 118924"/>
                      <a:gd name="connsiteY107" fmla="*/ 50422 h 623883"/>
                      <a:gd name="connsiteX108" fmla="*/ 0 w 118924"/>
                      <a:gd name="connsiteY108" fmla="*/ 56719 h 623883"/>
                      <a:gd name="connsiteX109" fmla="*/ 0 w 118924"/>
                      <a:gd name="connsiteY109" fmla="*/ 63016 h 623883"/>
                      <a:gd name="connsiteX110" fmla="*/ 0 w 118924"/>
                      <a:gd name="connsiteY110" fmla="*/ 69335 h 623883"/>
                      <a:gd name="connsiteX111" fmla="*/ 0 w 118924"/>
                      <a:gd name="connsiteY111" fmla="*/ 75632 h 623883"/>
                      <a:gd name="connsiteX112" fmla="*/ 0 w 118924"/>
                      <a:gd name="connsiteY112" fmla="*/ 81930 h 623883"/>
                      <a:gd name="connsiteX113" fmla="*/ 0 w 118924"/>
                      <a:gd name="connsiteY113" fmla="*/ 88227 h 623883"/>
                      <a:gd name="connsiteX114" fmla="*/ 0 w 118924"/>
                      <a:gd name="connsiteY114" fmla="*/ 94524 h 623883"/>
                      <a:gd name="connsiteX115" fmla="*/ 0 w 118924"/>
                      <a:gd name="connsiteY115" fmla="*/ 100843 h 623883"/>
                      <a:gd name="connsiteX116" fmla="*/ 0 w 118924"/>
                      <a:gd name="connsiteY116" fmla="*/ 107140 h 623883"/>
                      <a:gd name="connsiteX117" fmla="*/ 0 w 118924"/>
                      <a:gd name="connsiteY117" fmla="*/ 113437 h 623883"/>
                      <a:gd name="connsiteX118" fmla="*/ 0 w 118924"/>
                      <a:gd name="connsiteY118" fmla="*/ 119735 h 623883"/>
                      <a:gd name="connsiteX119" fmla="*/ 0 w 118924"/>
                      <a:gd name="connsiteY119" fmla="*/ 126054 h 623883"/>
                      <a:gd name="connsiteX120" fmla="*/ 0 w 118924"/>
                      <a:gd name="connsiteY120" fmla="*/ 132351 h 623883"/>
                      <a:gd name="connsiteX121" fmla="*/ 0 w 118924"/>
                      <a:gd name="connsiteY121" fmla="*/ 138648 h 623883"/>
                      <a:gd name="connsiteX122" fmla="*/ 0 w 118924"/>
                      <a:gd name="connsiteY122" fmla="*/ 144945 h 623883"/>
                      <a:gd name="connsiteX123" fmla="*/ 0 w 118924"/>
                      <a:gd name="connsiteY123" fmla="*/ 151242 h 623883"/>
                      <a:gd name="connsiteX124" fmla="*/ 0 w 118924"/>
                      <a:gd name="connsiteY124" fmla="*/ 157562 h 623883"/>
                      <a:gd name="connsiteX125" fmla="*/ 0 w 118924"/>
                      <a:gd name="connsiteY125" fmla="*/ 163859 h 623883"/>
                      <a:gd name="connsiteX126" fmla="*/ 0 w 118924"/>
                      <a:gd name="connsiteY126" fmla="*/ 170156 h 623883"/>
                      <a:gd name="connsiteX127" fmla="*/ 0 w 118924"/>
                      <a:gd name="connsiteY127" fmla="*/ 176453 h 623883"/>
                      <a:gd name="connsiteX128" fmla="*/ 0 w 118924"/>
                      <a:gd name="connsiteY128" fmla="*/ 182750 h 623883"/>
                      <a:gd name="connsiteX129" fmla="*/ 0 w 118924"/>
                      <a:gd name="connsiteY129" fmla="*/ 189070 h 623883"/>
                      <a:gd name="connsiteX130" fmla="*/ 0 w 118924"/>
                      <a:gd name="connsiteY130" fmla="*/ 195367 h 623883"/>
                      <a:gd name="connsiteX131" fmla="*/ 0 w 118924"/>
                      <a:gd name="connsiteY131" fmla="*/ 201664 h 623883"/>
                      <a:gd name="connsiteX132" fmla="*/ 0 w 118924"/>
                      <a:gd name="connsiteY132" fmla="*/ 207961 h 623883"/>
                      <a:gd name="connsiteX133" fmla="*/ 0 w 118924"/>
                      <a:gd name="connsiteY133" fmla="*/ 214258 h 623883"/>
                      <a:gd name="connsiteX134" fmla="*/ 0 w 118924"/>
                      <a:gd name="connsiteY134" fmla="*/ 220578 h 623883"/>
                      <a:gd name="connsiteX135" fmla="*/ 0 w 118924"/>
                      <a:gd name="connsiteY135" fmla="*/ 226875 h 623883"/>
                      <a:gd name="connsiteX136" fmla="*/ 0 w 118924"/>
                      <a:gd name="connsiteY136" fmla="*/ 233172 h 623883"/>
                      <a:gd name="connsiteX137" fmla="*/ 0 w 118924"/>
                      <a:gd name="connsiteY137" fmla="*/ 239469 h 623883"/>
                      <a:gd name="connsiteX138" fmla="*/ 0 w 118924"/>
                      <a:gd name="connsiteY138" fmla="*/ 245789 h 623883"/>
                      <a:gd name="connsiteX139" fmla="*/ 0 w 118924"/>
                      <a:gd name="connsiteY139" fmla="*/ 252086 h 623883"/>
                      <a:gd name="connsiteX140" fmla="*/ 0 w 118924"/>
                      <a:gd name="connsiteY140" fmla="*/ 258383 h 623883"/>
                      <a:gd name="connsiteX141" fmla="*/ 0 w 118924"/>
                      <a:gd name="connsiteY141" fmla="*/ 264680 h 623883"/>
                      <a:gd name="connsiteX142" fmla="*/ 0 w 118924"/>
                      <a:gd name="connsiteY142" fmla="*/ 270977 h 623883"/>
                      <a:gd name="connsiteX143" fmla="*/ 0 w 118924"/>
                      <a:gd name="connsiteY143" fmla="*/ 277297 h 623883"/>
                      <a:gd name="connsiteX144" fmla="*/ 0 w 118924"/>
                      <a:gd name="connsiteY144" fmla="*/ 283594 h 623883"/>
                      <a:gd name="connsiteX145" fmla="*/ 0 w 118924"/>
                      <a:gd name="connsiteY145" fmla="*/ 289891 h 623883"/>
                      <a:gd name="connsiteX146" fmla="*/ 0 w 118924"/>
                      <a:gd name="connsiteY146" fmla="*/ 296188 h 623883"/>
                      <a:gd name="connsiteX147" fmla="*/ 0 w 118924"/>
                      <a:gd name="connsiteY147" fmla="*/ 302485 h 623883"/>
                      <a:gd name="connsiteX148" fmla="*/ 0 w 118924"/>
                      <a:gd name="connsiteY148" fmla="*/ 308804 h 623883"/>
                      <a:gd name="connsiteX149" fmla="*/ 0 w 118924"/>
                      <a:gd name="connsiteY149" fmla="*/ 315102 h 623883"/>
                      <a:gd name="connsiteX150" fmla="*/ 0 w 118924"/>
                      <a:gd name="connsiteY150" fmla="*/ 321399 h 623883"/>
                      <a:gd name="connsiteX151" fmla="*/ 0 w 118924"/>
                      <a:gd name="connsiteY151" fmla="*/ 327696 h 623883"/>
                      <a:gd name="connsiteX152" fmla="*/ 0 w 118924"/>
                      <a:gd name="connsiteY152" fmla="*/ 334015 h 623883"/>
                      <a:gd name="connsiteX153" fmla="*/ 0 w 118924"/>
                      <a:gd name="connsiteY153" fmla="*/ 340312 h 623883"/>
                      <a:gd name="connsiteX154" fmla="*/ 0 w 118924"/>
                      <a:gd name="connsiteY154" fmla="*/ 346609 h 623883"/>
                      <a:gd name="connsiteX155" fmla="*/ 0 w 118924"/>
                      <a:gd name="connsiteY155" fmla="*/ 352906 h 623883"/>
                      <a:gd name="connsiteX156" fmla="*/ 0 w 118924"/>
                      <a:gd name="connsiteY156" fmla="*/ 359204 h 623883"/>
                      <a:gd name="connsiteX157" fmla="*/ 0 w 118924"/>
                      <a:gd name="connsiteY157" fmla="*/ 365523 h 623883"/>
                      <a:gd name="connsiteX158" fmla="*/ 0 w 118924"/>
                      <a:gd name="connsiteY158" fmla="*/ 371820 h 623883"/>
                      <a:gd name="connsiteX159" fmla="*/ 0 w 118924"/>
                      <a:gd name="connsiteY159" fmla="*/ 378117 h 623883"/>
                      <a:gd name="connsiteX160" fmla="*/ 0 w 118924"/>
                      <a:gd name="connsiteY160" fmla="*/ 384414 h 623883"/>
                      <a:gd name="connsiteX161" fmla="*/ 0 w 118924"/>
                      <a:gd name="connsiteY161" fmla="*/ 390711 h 623883"/>
                      <a:gd name="connsiteX162" fmla="*/ 0 w 118924"/>
                      <a:gd name="connsiteY162" fmla="*/ 397031 h 623883"/>
                      <a:gd name="connsiteX163" fmla="*/ 0 w 118924"/>
                      <a:gd name="connsiteY163" fmla="*/ 403328 h 623883"/>
                      <a:gd name="connsiteX164" fmla="*/ 0 w 118924"/>
                      <a:gd name="connsiteY164" fmla="*/ 409625 h 623883"/>
                      <a:gd name="connsiteX165" fmla="*/ 0 w 118924"/>
                      <a:gd name="connsiteY165" fmla="*/ 415922 h 623883"/>
                      <a:gd name="connsiteX166" fmla="*/ 0 w 118924"/>
                      <a:gd name="connsiteY166" fmla="*/ 422219 h 623883"/>
                      <a:gd name="connsiteX167" fmla="*/ 0 w 118924"/>
                      <a:gd name="connsiteY167" fmla="*/ 428539 h 623883"/>
                      <a:gd name="connsiteX168" fmla="*/ 0 w 118924"/>
                      <a:gd name="connsiteY168" fmla="*/ 434836 h 623883"/>
                      <a:gd name="connsiteX169" fmla="*/ 0 w 118924"/>
                      <a:gd name="connsiteY169" fmla="*/ 441133 h 623883"/>
                      <a:gd name="connsiteX170" fmla="*/ 0 w 118924"/>
                      <a:gd name="connsiteY170" fmla="*/ 447430 h 623883"/>
                      <a:gd name="connsiteX171" fmla="*/ 0 w 118924"/>
                      <a:gd name="connsiteY171" fmla="*/ 453750 h 623883"/>
                      <a:gd name="connsiteX172" fmla="*/ 0 w 118924"/>
                      <a:gd name="connsiteY172" fmla="*/ 460047 h 623883"/>
                      <a:gd name="connsiteX173" fmla="*/ 0 w 118924"/>
                      <a:gd name="connsiteY173" fmla="*/ 466344 h 623883"/>
                      <a:gd name="connsiteX174" fmla="*/ 0 w 118924"/>
                      <a:gd name="connsiteY174" fmla="*/ 472641 h 623883"/>
                      <a:gd name="connsiteX175" fmla="*/ 0 w 118924"/>
                      <a:gd name="connsiteY175" fmla="*/ 478938 h 623883"/>
                      <a:gd name="connsiteX176" fmla="*/ 0 w 118924"/>
                      <a:gd name="connsiteY176" fmla="*/ 485258 h 623883"/>
                      <a:gd name="connsiteX177" fmla="*/ 0 w 118924"/>
                      <a:gd name="connsiteY177" fmla="*/ 491555 h 623883"/>
                      <a:gd name="connsiteX178" fmla="*/ 0 w 118924"/>
                      <a:gd name="connsiteY178" fmla="*/ 497852 h 623883"/>
                      <a:gd name="connsiteX179" fmla="*/ 0 w 118924"/>
                      <a:gd name="connsiteY179" fmla="*/ 504149 h 623883"/>
                      <a:gd name="connsiteX180" fmla="*/ 0 w 118924"/>
                      <a:gd name="connsiteY180" fmla="*/ 510446 h 623883"/>
                      <a:gd name="connsiteX181" fmla="*/ 0 w 118924"/>
                      <a:gd name="connsiteY181" fmla="*/ 516766 h 623883"/>
                      <a:gd name="connsiteX182" fmla="*/ 0 w 118924"/>
                      <a:gd name="connsiteY182" fmla="*/ 523063 h 623883"/>
                      <a:gd name="connsiteX183" fmla="*/ 0 w 118924"/>
                      <a:gd name="connsiteY183" fmla="*/ 529360 h 623883"/>
                      <a:gd name="connsiteX184" fmla="*/ 0 w 118924"/>
                      <a:gd name="connsiteY184" fmla="*/ 535657 h 623883"/>
                      <a:gd name="connsiteX185" fmla="*/ 0 w 118924"/>
                      <a:gd name="connsiteY185" fmla="*/ 541976 h 623883"/>
                      <a:gd name="connsiteX186" fmla="*/ 0 w 118924"/>
                      <a:gd name="connsiteY186" fmla="*/ 548273 h 623883"/>
                      <a:gd name="connsiteX187" fmla="*/ 0 w 118924"/>
                      <a:gd name="connsiteY187" fmla="*/ 554571 h 623883"/>
                      <a:gd name="connsiteX188" fmla="*/ 0 w 118924"/>
                      <a:gd name="connsiteY188" fmla="*/ 560868 h 623883"/>
                      <a:gd name="connsiteX189" fmla="*/ 0 w 118924"/>
                      <a:gd name="connsiteY189" fmla="*/ 567165 h 623883"/>
                      <a:gd name="connsiteX190" fmla="*/ 0 w 118924"/>
                      <a:gd name="connsiteY190" fmla="*/ 573484 h 623883"/>
                      <a:gd name="connsiteX191" fmla="*/ 0 w 118924"/>
                      <a:gd name="connsiteY191" fmla="*/ 579781 h 623883"/>
                      <a:gd name="connsiteX192" fmla="*/ 0 w 118924"/>
                      <a:gd name="connsiteY192" fmla="*/ 586079 h 623883"/>
                      <a:gd name="connsiteX193" fmla="*/ 0 w 118924"/>
                      <a:gd name="connsiteY193" fmla="*/ 592376 h 623883"/>
                      <a:gd name="connsiteX194" fmla="*/ 0 w 118924"/>
                      <a:gd name="connsiteY194" fmla="*/ 598673 h 623883"/>
                      <a:gd name="connsiteX195" fmla="*/ 0 w 118924"/>
                      <a:gd name="connsiteY195" fmla="*/ 604992 h 623883"/>
                      <a:gd name="connsiteX196" fmla="*/ 0 w 118924"/>
                      <a:gd name="connsiteY196" fmla="*/ 611289 h 623883"/>
                      <a:gd name="connsiteX197" fmla="*/ 0 w 118924"/>
                      <a:gd name="connsiteY197" fmla="*/ 617586 h 623883"/>
                      <a:gd name="connsiteX198" fmla="*/ 0 w 118924"/>
                      <a:gd name="connsiteY198" fmla="*/ 623883 h 623883"/>
                      <a:gd name="connsiteX199" fmla="*/ 112 w 118924"/>
                      <a:gd name="connsiteY199" fmla="*/ 623883 h 623883"/>
                      <a:gd name="connsiteX200" fmla="*/ 180 w 118924"/>
                      <a:gd name="connsiteY200" fmla="*/ 617586 h 6238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118924" h="623883">
                        <a:moveTo>
                          <a:pt x="180" y="617586"/>
                        </a:moveTo>
                        <a:lnTo>
                          <a:pt x="292" y="611289"/>
                        </a:lnTo>
                        <a:lnTo>
                          <a:pt x="450" y="604992"/>
                        </a:lnTo>
                        <a:lnTo>
                          <a:pt x="697" y="598673"/>
                        </a:lnTo>
                        <a:lnTo>
                          <a:pt x="1012" y="592376"/>
                        </a:lnTo>
                        <a:lnTo>
                          <a:pt x="1462" y="586079"/>
                        </a:lnTo>
                        <a:lnTo>
                          <a:pt x="2069" y="579781"/>
                        </a:lnTo>
                        <a:lnTo>
                          <a:pt x="2834" y="573484"/>
                        </a:lnTo>
                        <a:lnTo>
                          <a:pt x="3801" y="567165"/>
                        </a:lnTo>
                        <a:lnTo>
                          <a:pt x="4970" y="560868"/>
                        </a:lnTo>
                        <a:lnTo>
                          <a:pt x="6319" y="554571"/>
                        </a:lnTo>
                        <a:lnTo>
                          <a:pt x="7871" y="548273"/>
                        </a:lnTo>
                        <a:lnTo>
                          <a:pt x="9603" y="541976"/>
                        </a:lnTo>
                        <a:lnTo>
                          <a:pt x="11470" y="535657"/>
                        </a:lnTo>
                        <a:lnTo>
                          <a:pt x="13449" y="529360"/>
                        </a:lnTo>
                        <a:lnTo>
                          <a:pt x="15518" y="523063"/>
                        </a:lnTo>
                        <a:lnTo>
                          <a:pt x="17654" y="516766"/>
                        </a:lnTo>
                        <a:lnTo>
                          <a:pt x="19836" y="510446"/>
                        </a:lnTo>
                        <a:lnTo>
                          <a:pt x="22085" y="504149"/>
                        </a:lnTo>
                        <a:lnTo>
                          <a:pt x="24424" y="497852"/>
                        </a:lnTo>
                        <a:lnTo>
                          <a:pt x="26897" y="491555"/>
                        </a:lnTo>
                        <a:lnTo>
                          <a:pt x="29506" y="485258"/>
                        </a:lnTo>
                        <a:lnTo>
                          <a:pt x="32272" y="478938"/>
                        </a:lnTo>
                        <a:lnTo>
                          <a:pt x="35218" y="472641"/>
                        </a:lnTo>
                        <a:lnTo>
                          <a:pt x="38300" y="466344"/>
                        </a:lnTo>
                        <a:lnTo>
                          <a:pt x="41448" y="460047"/>
                        </a:lnTo>
                        <a:lnTo>
                          <a:pt x="44642" y="453750"/>
                        </a:lnTo>
                        <a:lnTo>
                          <a:pt x="47768" y="447430"/>
                        </a:lnTo>
                        <a:lnTo>
                          <a:pt x="50781" y="441133"/>
                        </a:lnTo>
                        <a:lnTo>
                          <a:pt x="53593" y="434836"/>
                        </a:lnTo>
                        <a:lnTo>
                          <a:pt x="56201" y="428539"/>
                        </a:lnTo>
                        <a:lnTo>
                          <a:pt x="58608" y="422219"/>
                        </a:lnTo>
                        <a:lnTo>
                          <a:pt x="60879" y="415922"/>
                        </a:lnTo>
                        <a:lnTo>
                          <a:pt x="63061" y="409625"/>
                        </a:lnTo>
                        <a:lnTo>
                          <a:pt x="65265" y="403328"/>
                        </a:lnTo>
                        <a:lnTo>
                          <a:pt x="67604" y="397031"/>
                        </a:lnTo>
                        <a:lnTo>
                          <a:pt x="70145" y="390711"/>
                        </a:lnTo>
                        <a:lnTo>
                          <a:pt x="72979" y="384414"/>
                        </a:lnTo>
                        <a:lnTo>
                          <a:pt x="76195" y="378117"/>
                        </a:lnTo>
                        <a:lnTo>
                          <a:pt x="79770" y="371820"/>
                        </a:lnTo>
                        <a:lnTo>
                          <a:pt x="83774" y="365523"/>
                        </a:lnTo>
                        <a:lnTo>
                          <a:pt x="88114" y="359204"/>
                        </a:lnTo>
                        <a:lnTo>
                          <a:pt x="92747" y="352906"/>
                        </a:lnTo>
                        <a:lnTo>
                          <a:pt x="97560" y="346609"/>
                        </a:lnTo>
                        <a:lnTo>
                          <a:pt x="102372" y="340312"/>
                        </a:lnTo>
                        <a:lnTo>
                          <a:pt x="106983" y="334015"/>
                        </a:lnTo>
                        <a:lnTo>
                          <a:pt x="111143" y="327696"/>
                        </a:lnTo>
                        <a:lnTo>
                          <a:pt x="114629" y="321399"/>
                        </a:lnTo>
                        <a:lnTo>
                          <a:pt x="117216" y="315102"/>
                        </a:lnTo>
                        <a:lnTo>
                          <a:pt x="118700" y="308804"/>
                        </a:lnTo>
                        <a:lnTo>
                          <a:pt x="118925" y="302485"/>
                        </a:lnTo>
                        <a:lnTo>
                          <a:pt x="117823" y="296188"/>
                        </a:lnTo>
                        <a:lnTo>
                          <a:pt x="115461" y="289891"/>
                        </a:lnTo>
                        <a:lnTo>
                          <a:pt x="111886" y="283594"/>
                        </a:lnTo>
                        <a:lnTo>
                          <a:pt x="107298" y="277297"/>
                        </a:lnTo>
                        <a:lnTo>
                          <a:pt x="101878" y="270977"/>
                        </a:lnTo>
                        <a:lnTo>
                          <a:pt x="95851" y="264680"/>
                        </a:lnTo>
                        <a:lnTo>
                          <a:pt x="89486" y="258383"/>
                        </a:lnTo>
                        <a:lnTo>
                          <a:pt x="82986" y="252086"/>
                        </a:lnTo>
                        <a:lnTo>
                          <a:pt x="76509" y="245789"/>
                        </a:lnTo>
                        <a:lnTo>
                          <a:pt x="70235" y="239469"/>
                        </a:lnTo>
                        <a:lnTo>
                          <a:pt x="64253" y="233172"/>
                        </a:lnTo>
                        <a:lnTo>
                          <a:pt x="58653" y="226875"/>
                        </a:lnTo>
                        <a:lnTo>
                          <a:pt x="53458" y="220578"/>
                        </a:lnTo>
                        <a:lnTo>
                          <a:pt x="48712" y="214258"/>
                        </a:lnTo>
                        <a:lnTo>
                          <a:pt x="44394" y="207961"/>
                        </a:lnTo>
                        <a:lnTo>
                          <a:pt x="40504" y="201664"/>
                        </a:lnTo>
                        <a:lnTo>
                          <a:pt x="36995" y="195367"/>
                        </a:lnTo>
                        <a:lnTo>
                          <a:pt x="33824" y="189070"/>
                        </a:lnTo>
                        <a:lnTo>
                          <a:pt x="30968" y="182750"/>
                        </a:lnTo>
                        <a:lnTo>
                          <a:pt x="28359" y="176453"/>
                        </a:lnTo>
                        <a:lnTo>
                          <a:pt x="25975" y="170156"/>
                        </a:lnTo>
                        <a:lnTo>
                          <a:pt x="23816" y="163859"/>
                        </a:lnTo>
                        <a:lnTo>
                          <a:pt x="21837" y="157562"/>
                        </a:lnTo>
                        <a:lnTo>
                          <a:pt x="20083" y="151242"/>
                        </a:lnTo>
                        <a:lnTo>
                          <a:pt x="18509" y="144945"/>
                        </a:lnTo>
                        <a:lnTo>
                          <a:pt x="17115" y="138648"/>
                        </a:lnTo>
                        <a:lnTo>
                          <a:pt x="15855" y="132351"/>
                        </a:lnTo>
                        <a:lnTo>
                          <a:pt x="14731" y="126054"/>
                        </a:lnTo>
                        <a:lnTo>
                          <a:pt x="13674" y="119735"/>
                        </a:lnTo>
                        <a:lnTo>
                          <a:pt x="12639" y="113437"/>
                        </a:lnTo>
                        <a:lnTo>
                          <a:pt x="11627" y="107140"/>
                        </a:lnTo>
                        <a:lnTo>
                          <a:pt x="10570" y="100843"/>
                        </a:lnTo>
                        <a:lnTo>
                          <a:pt x="9468" y="94524"/>
                        </a:lnTo>
                        <a:lnTo>
                          <a:pt x="8344" y="88227"/>
                        </a:lnTo>
                        <a:lnTo>
                          <a:pt x="7197" y="81930"/>
                        </a:lnTo>
                        <a:lnTo>
                          <a:pt x="6095" y="75632"/>
                        </a:lnTo>
                        <a:lnTo>
                          <a:pt x="5015" y="69335"/>
                        </a:lnTo>
                        <a:lnTo>
                          <a:pt x="4048" y="63016"/>
                        </a:lnTo>
                        <a:lnTo>
                          <a:pt x="3171" y="56719"/>
                        </a:lnTo>
                        <a:lnTo>
                          <a:pt x="2429" y="50422"/>
                        </a:lnTo>
                        <a:lnTo>
                          <a:pt x="1799" y="44125"/>
                        </a:lnTo>
                        <a:lnTo>
                          <a:pt x="1304" y="37827"/>
                        </a:lnTo>
                        <a:lnTo>
                          <a:pt x="922" y="31508"/>
                        </a:lnTo>
                        <a:lnTo>
                          <a:pt x="629" y="25211"/>
                        </a:lnTo>
                        <a:lnTo>
                          <a:pt x="405" y="18914"/>
                        </a:lnTo>
                        <a:lnTo>
                          <a:pt x="270" y="12617"/>
                        </a:lnTo>
                        <a:lnTo>
                          <a:pt x="180" y="6297"/>
                        </a:lnTo>
                        <a:lnTo>
                          <a:pt x="112" y="0"/>
                        </a:lnTo>
                        <a:lnTo>
                          <a:pt x="0" y="0"/>
                        </a:lnTo>
                        <a:lnTo>
                          <a:pt x="0" y="6297"/>
                        </a:lnTo>
                        <a:lnTo>
                          <a:pt x="0" y="12617"/>
                        </a:lnTo>
                        <a:lnTo>
                          <a:pt x="0" y="18914"/>
                        </a:lnTo>
                        <a:lnTo>
                          <a:pt x="0" y="25211"/>
                        </a:lnTo>
                        <a:lnTo>
                          <a:pt x="0" y="31508"/>
                        </a:lnTo>
                        <a:lnTo>
                          <a:pt x="0" y="37827"/>
                        </a:lnTo>
                        <a:lnTo>
                          <a:pt x="0" y="44125"/>
                        </a:lnTo>
                        <a:lnTo>
                          <a:pt x="0" y="50422"/>
                        </a:lnTo>
                        <a:lnTo>
                          <a:pt x="0" y="56719"/>
                        </a:lnTo>
                        <a:lnTo>
                          <a:pt x="0" y="63016"/>
                        </a:lnTo>
                        <a:lnTo>
                          <a:pt x="0" y="69335"/>
                        </a:lnTo>
                        <a:lnTo>
                          <a:pt x="0" y="75632"/>
                        </a:lnTo>
                        <a:lnTo>
                          <a:pt x="0" y="81930"/>
                        </a:lnTo>
                        <a:lnTo>
                          <a:pt x="0" y="88227"/>
                        </a:lnTo>
                        <a:lnTo>
                          <a:pt x="0" y="94524"/>
                        </a:lnTo>
                        <a:lnTo>
                          <a:pt x="0" y="100843"/>
                        </a:lnTo>
                        <a:lnTo>
                          <a:pt x="0" y="107140"/>
                        </a:lnTo>
                        <a:lnTo>
                          <a:pt x="0" y="113437"/>
                        </a:lnTo>
                        <a:lnTo>
                          <a:pt x="0" y="119735"/>
                        </a:lnTo>
                        <a:lnTo>
                          <a:pt x="0" y="126054"/>
                        </a:lnTo>
                        <a:lnTo>
                          <a:pt x="0" y="132351"/>
                        </a:lnTo>
                        <a:lnTo>
                          <a:pt x="0" y="138648"/>
                        </a:lnTo>
                        <a:lnTo>
                          <a:pt x="0" y="144945"/>
                        </a:lnTo>
                        <a:lnTo>
                          <a:pt x="0" y="151242"/>
                        </a:lnTo>
                        <a:lnTo>
                          <a:pt x="0" y="157562"/>
                        </a:lnTo>
                        <a:lnTo>
                          <a:pt x="0" y="163859"/>
                        </a:lnTo>
                        <a:lnTo>
                          <a:pt x="0" y="170156"/>
                        </a:lnTo>
                        <a:lnTo>
                          <a:pt x="0" y="176453"/>
                        </a:lnTo>
                        <a:lnTo>
                          <a:pt x="0" y="182750"/>
                        </a:lnTo>
                        <a:lnTo>
                          <a:pt x="0" y="189070"/>
                        </a:lnTo>
                        <a:lnTo>
                          <a:pt x="0" y="195367"/>
                        </a:lnTo>
                        <a:lnTo>
                          <a:pt x="0" y="201664"/>
                        </a:lnTo>
                        <a:lnTo>
                          <a:pt x="0" y="207961"/>
                        </a:lnTo>
                        <a:lnTo>
                          <a:pt x="0" y="214258"/>
                        </a:lnTo>
                        <a:lnTo>
                          <a:pt x="0" y="220578"/>
                        </a:lnTo>
                        <a:lnTo>
                          <a:pt x="0" y="226875"/>
                        </a:lnTo>
                        <a:lnTo>
                          <a:pt x="0" y="233172"/>
                        </a:lnTo>
                        <a:lnTo>
                          <a:pt x="0" y="239469"/>
                        </a:lnTo>
                        <a:lnTo>
                          <a:pt x="0" y="245789"/>
                        </a:lnTo>
                        <a:lnTo>
                          <a:pt x="0" y="252086"/>
                        </a:lnTo>
                        <a:lnTo>
                          <a:pt x="0" y="258383"/>
                        </a:lnTo>
                        <a:lnTo>
                          <a:pt x="0" y="264680"/>
                        </a:lnTo>
                        <a:lnTo>
                          <a:pt x="0" y="270977"/>
                        </a:lnTo>
                        <a:lnTo>
                          <a:pt x="0" y="277297"/>
                        </a:lnTo>
                        <a:lnTo>
                          <a:pt x="0" y="283594"/>
                        </a:lnTo>
                        <a:lnTo>
                          <a:pt x="0" y="289891"/>
                        </a:lnTo>
                        <a:lnTo>
                          <a:pt x="0" y="296188"/>
                        </a:lnTo>
                        <a:lnTo>
                          <a:pt x="0" y="302485"/>
                        </a:lnTo>
                        <a:lnTo>
                          <a:pt x="0" y="308804"/>
                        </a:lnTo>
                        <a:lnTo>
                          <a:pt x="0" y="315102"/>
                        </a:lnTo>
                        <a:lnTo>
                          <a:pt x="0" y="321399"/>
                        </a:lnTo>
                        <a:lnTo>
                          <a:pt x="0" y="327696"/>
                        </a:lnTo>
                        <a:lnTo>
                          <a:pt x="0" y="334015"/>
                        </a:lnTo>
                        <a:lnTo>
                          <a:pt x="0" y="340312"/>
                        </a:lnTo>
                        <a:lnTo>
                          <a:pt x="0" y="346609"/>
                        </a:lnTo>
                        <a:lnTo>
                          <a:pt x="0" y="352906"/>
                        </a:lnTo>
                        <a:lnTo>
                          <a:pt x="0" y="359204"/>
                        </a:lnTo>
                        <a:lnTo>
                          <a:pt x="0" y="365523"/>
                        </a:lnTo>
                        <a:lnTo>
                          <a:pt x="0" y="371820"/>
                        </a:lnTo>
                        <a:lnTo>
                          <a:pt x="0" y="378117"/>
                        </a:lnTo>
                        <a:lnTo>
                          <a:pt x="0" y="384414"/>
                        </a:lnTo>
                        <a:lnTo>
                          <a:pt x="0" y="390711"/>
                        </a:lnTo>
                        <a:lnTo>
                          <a:pt x="0" y="397031"/>
                        </a:lnTo>
                        <a:lnTo>
                          <a:pt x="0" y="403328"/>
                        </a:lnTo>
                        <a:lnTo>
                          <a:pt x="0" y="409625"/>
                        </a:lnTo>
                        <a:lnTo>
                          <a:pt x="0" y="415922"/>
                        </a:lnTo>
                        <a:lnTo>
                          <a:pt x="0" y="422219"/>
                        </a:lnTo>
                        <a:lnTo>
                          <a:pt x="0" y="428539"/>
                        </a:lnTo>
                        <a:lnTo>
                          <a:pt x="0" y="434836"/>
                        </a:lnTo>
                        <a:lnTo>
                          <a:pt x="0" y="441133"/>
                        </a:lnTo>
                        <a:lnTo>
                          <a:pt x="0" y="447430"/>
                        </a:lnTo>
                        <a:lnTo>
                          <a:pt x="0" y="453750"/>
                        </a:lnTo>
                        <a:lnTo>
                          <a:pt x="0" y="460047"/>
                        </a:lnTo>
                        <a:lnTo>
                          <a:pt x="0" y="466344"/>
                        </a:lnTo>
                        <a:lnTo>
                          <a:pt x="0" y="472641"/>
                        </a:lnTo>
                        <a:lnTo>
                          <a:pt x="0" y="478938"/>
                        </a:lnTo>
                        <a:lnTo>
                          <a:pt x="0" y="485258"/>
                        </a:lnTo>
                        <a:lnTo>
                          <a:pt x="0" y="491555"/>
                        </a:lnTo>
                        <a:lnTo>
                          <a:pt x="0" y="497852"/>
                        </a:lnTo>
                        <a:lnTo>
                          <a:pt x="0" y="504149"/>
                        </a:lnTo>
                        <a:lnTo>
                          <a:pt x="0" y="510446"/>
                        </a:lnTo>
                        <a:lnTo>
                          <a:pt x="0" y="516766"/>
                        </a:lnTo>
                        <a:lnTo>
                          <a:pt x="0" y="523063"/>
                        </a:lnTo>
                        <a:lnTo>
                          <a:pt x="0" y="529360"/>
                        </a:lnTo>
                        <a:lnTo>
                          <a:pt x="0" y="535657"/>
                        </a:lnTo>
                        <a:lnTo>
                          <a:pt x="0" y="541976"/>
                        </a:lnTo>
                        <a:lnTo>
                          <a:pt x="0" y="548273"/>
                        </a:lnTo>
                        <a:lnTo>
                          <a:pt x="0" y="554571"/>
                        </a:lnTo>
                        <a:lnTo>
                          <a:pt x="0" y="560868"/>
                        </a:lnTo>
                        <a:lnTo>
                          <a:pt x="0" y="567165"/>
                        </a:lnTo>
                        <a:lnTo>
                          <a:pt x="0" y="573484"/>
                        </a:lnTo>
                        <a:lnTo>
                          <a:pt x="0" y="579781"/>
                        </a:lnTo>
                        <a:lnTo>
                          <a:pt x="0" y="586079"/>
                        </a:lnTo>
                        <a:lnTo>
                          <a:pt x="0" y="592376"/>
                        </a:lnTo>
                        <a:lnTo>
                          <a:pt x="0" y="598673"/>
                        </a:lnTo>
                        <a:lnTo>
                          <a:pt x="0" y="604992"/>
                        </a:lnTo>
                        <a:lnTo>
                          <a:pt x="0" y="611289"/>
                        </a:lnTo>
                        <a:lnTo>
                          <a:pt x="0" y="617586"/>
                        </a:lnTo>
                        <a:lnTo>
                          <a:pt x="0" y="623883"/>
                        </a:lnTo>
                        <a:lnTo>
                          <a:pt x="112" y="623883"/>
                        </a:lnTo>
                        <a:lnTo>
                          <a:pt x="180" y="617586"/>
                        </a:lnTo>
                        <a:close/>
                      </a:path>
                    </a:pathLst>
                  </a:custGeom>
                  <a:solidFill>
                    <a:srgbClr val="B4AED3">
                      <a:alpha val="50000"/>
                    </a:srgbClr>
                  </a:solidFill>
                  <a:ln w="2249" cap="flat">
                    <a:noFill/>
                    <a:prstDash val="solid"/>
                    <a:miter/>
                  </a:ln>
                </p:spPr>
                <p:txBody>
                  <a:bodyPr rtlCol="0" anchor="ctr"/>
                  <a:lstStyle/>
                  <a:p>
                    <a:endParaRPr lang="en-US"/>
                  </a:p>
                </p:txBody>
              </p:sp>
              <p:sp>
                <p:nvSpPr>
                  <p:cNvPr id="263" name="Freeform 262">
                    <a:extLst>
                      <a:ext uri="{FF2B5EF4-FFF2-40B4-BE49-F238E27FC236}">
                        <a16:creationId xmlns:a16="http://schemas.microsoft.com/office/drawing/2014/main" id="{74A9D989-4982-52EE-474B-5B3041661858}"/>
                      </a:ext>
                    </a:extLst>
                  </p:cNvPr>
                  <p:cNvSpPr/>
                  <p:nvPr/>
                </p:nvSpPr>
                <p:spPr>
                  <a:xfrm>
                    <a:off x="2604678" y="5080668"/>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264" name="Freeform 263">
                    <a:extLst>
                      <a:ext uri="{FF2B5EF4-FFF2-40B4-BE49-F238E27FC236}">
                        <a16:creationId xmlns:a16="http://schemas.microsoft.com/office/drawing/2014/main" id="{9A950958-B93E-B875-D9B2-BC203047E0E2}"/>
                      </a:ext>
                    </a:extLst>
                  </p:cNvPr>
                  <p:cNvSpPr/>
                  <p:nvPr/>
                </p:nvSpPr>
                <p:spPr>
                  <a:xfrm>
                    <a:off x="2632461" y="4848123"/>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266" name="Freeform 265">
                    <a:extLst>
                      <a:ext uri="{FF2B5EF4-FFF2-40B4-BE49-F238E27FC236}">
                        <a16:creationId xmlns:a16="http://schemas.microsoft.com/office/drawing/2014/main" id="{E3B56974-3B32-D209-D5E7-F9B381CA23F0}"/>
                      </a:ext>
                    </a:extLst>
                  </p:cNvPr>
                  <p:cNvSpPr/>
                  <p:nvPr/>
                </p:nvSpPr>
                <p:spPr>
                  <a:xfrm>
                    <a:off x="2672706" y="4557481"/>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267" name="Freeform 266">
                    <a:extLst>
                      <a:ext uri="{FF2B5EF4-FFF2-40B4-BE49-F238E27FC236}">
                        <a16:creationId xmlns:a16="http://schemas.microsoft.com/office/drawing/2014/main" id="{D4F6D593-5DA5-4930-57F0-58ED9F96F3FD}"/>
                      </a:ext>
                    </a:extLst>
                  </p:cNvPr>
                  <p:cNvSpPr/>
                  <p:nvPr/>
                </p:nvSpPr>
                <p:spPr>
                  <a:xfrm>
                    <a:off x="2574788" y="4906300"/>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268" name="Freeform 267">
                    <a:extLst>
                      <a:ext uri="{FF2B5EF4-FFF2-40B4-BE49-F238E27FC236}">
                        <a16:creationId xmlns:a16="http://schemas.microsoft.com/office/drawing/2014/main" id="{D68E8DCD-ADF9-B95A-11D2-846667647EFD}"/>
                      </a:ext>
                    </a:extLst>
                  </p:cNvPr>
                  <p:cNvSpPr/>
                  <p:nvPr/>
                </p:nvSpPr>
                <p:spPr>
                  <a:xfrm>
                    <a:off x="2653512" y="4556047"/>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269" name="Freeform 268">
                    <a:extLst>
                      <a:ext uri="{FF2B5EF4-FFF2-40B4-BE49-F238E27FC236}">
                        <a16:creationId xmlns:a16="http://schemas.microsoft.com/office/drawing/2014/main" id="{E4002B23-32F3-08FD-79F3-E69283217816}"/>
                      </a:ext>
                    </a:extLst>
                  </p:cNvPr>
                  <p:cNvSpPr/>
                  <p:nvPr/>
                </p:nvSpPr>
                <p:spPr>
                  <a:xfrm>
                    <a:off x="2598449" y="5313214"/>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273" name="Freeform 272">
                    <a:extLst>
                      <a:ext uri="{FF2B5EF4-FFF2-40B4-BE49-F238E27FC236}">
                        <a16:creationId xmlns:a16="http://schemas.microsoft.com/office/drawing/2014/main" id="{3F848C2E-1112-6DB1-604F-CBA2546A3BA1}"/>
                      </a:ext>
                    </a:extLst>
                  </p:cNvPr>
                  <p:cNvSpPr/>
                  <p:nvPr/>
                </p:nvSpPr>
                <p:spPr>
                  <a:xfrm>
                    <a:off x="2613603" y="5022573"/>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276" name="Freeform 275">
                    <a:extLst>
                      <a:ext uri="{FF2B5EF4-FFF2-40B4-BE49-F238E27FC236}">
                        <a16:creationId xmlns:a16="http://schemas.microsoft.com/office/drawing/2014/main" id="{2FF6C7FE-9D14-7B28-B3F4-88ADBF8CA337}"/>
                      </a:ext>
                    </a:extLst>
                  </p:cNvPr>
                  <p:cNvSpPr/>
                  <p:nvPr/>
                </p:nvSpPr>
                <p:spPr>
                  <a:xfrm>
                    <a:off x="2561738" y="4964395"/>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279" name="Freeform 278">
                    <a:extLst>
                      <a:ext uri="{FF2B5EF4-FFF2-40B4-BE49-F238E27FC236}">
                        <a16:creationId xmlns:a16="http://schemas.microsoft.com/office/drawing/2014/main" id="{C8C6AAD7-083F-9DC2-7D1C-24D8796F2A2B}"/>
                      </a:ext>
                    </a:extLst>
                  </p:cNvPr>
                  <p:cNvSpPr/>
                  <p:nvPr/>
                </p:nvSpPr>
                <p:spPr>
                  <a:xfrm>
                    <a:off x="2541952" y="5487669"/>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280" name="Freeform 279">
                    <a:extLst>
                      <a:ext uri="{FF2B5EF4-FFF2-40B4-BE49-F238E27FC236}">
                        <a16:creationId xmlns:a16="http://schemas.microsoft.com/office/drawing/2014/main" id="{55878734-4859-CC60-70C4-740A2B075769}"/>
                      </a:ext>
                    </a:extLst>
                  </p:cNvPr>
                  <p:cNvSpPr/>
                  <p:nvPr/>
                </p:nvSpPr>
                <p:spPr>
                  <a:xfrm>
                    <a:off x="2517030" y="5313214"/>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281" name="Freeform 280">
                    <a:extLst>
                      <a:ext uri="{FF2B5EF4-FFF2-40B4-BE49-F238E27FC236}">
                        <a16:creationId xmlns:a16="http://schemas.microsoft.com/office/drawing/2014/main" id="{403199D7-3E98-859D-6EE9-97C9D91A6571}"/>
                      </a:ext>
                    </a:extLst>
                  </p:cNvPr>
                  <p:cNvSpPr/>
                  <p:nvPr/>
                </p:nvSpPr>
                <p:spPr>
                  <a:xfrm>
                    <a:off x="2556182" y="4731850"/>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282" name="Freeform 281">
                    <a:extLst>
                      <a:ext uri="{FF2B5EF4-FFF2-40B4-BE49-F238E27FC236}">
                        <a16:creationId xmlns:a16="http://schemas.microsoft.com/office/drawing/2014/main" id="{F43AE038-34E4-D1F1-C4E4-D84C098271FE}"/>
                      </a:ext>
                    </a:extLst>
                  </p:cNvPr>
                  <p:cNvSpPr/>
                  <p:nvPr/>
                </p:nvSpPr>
                <p:spPr>
                  <a:xfrm>
                    <a:off x="2670096" y="5138846"/>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283" name="Freeform 282">
                    <a:extLst>
                      <a:ext uri="{FF2B5EF4-FFF2-40B4-BE49-F238E27FC236}">
                        <a16:creationId xmlns:a16="http://schemas.microsoft.com/office/drawing/2014/main" id="{54E3F1A6-A369-CED8-3B59-F6F883B6D576}"/>
                      </a:ext>
                    </a:extLst>
                  </p:cNvPr>
                  <p:cNvSpPr/>
                  <p:nvPr/>
                </p:nvSpPr>
                <p:spPr>
                  <a:xfrm>
                    <a:off x="2531260" y="4092386"/>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284" name="Freeform 283">
                    <a:extLst>
                      <a:ext uri="{FF2B5EF4-FFF2-40B4-BE49-F238E27FC236}">
                        <a16:creationId xmlns:a16="http://schemas.microsoft.com/office/drawing/2014/main" id="{96461B8A-5A6C-0B5A-6117-4A7C23121A92}"/>
                      </a:ext>
                    </a:extLst>
                  </p:cNvPr>
                  <p:cNvSpPr/>
                  <p:nvPr/>
                </p:nvSpPr>
                <p:spPr>
                  <a:xfrm>
                    <a:off x="2663024" y="4790027"/>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285" name="Freeform 284">
                    <a:extLst>
                      <a:ext uri="{FF2B5EF4-FFF2-40B4-BE49-F238E27FC236}">
                        <a16:creationId xmlns:a16="http://schemas.microsoft.com/office/drawing/2014/main" id="{9F9C9BE2-C93F-046F-E34E-2E18D5DA9BB1}"/>
                      </a:ext>
                    </a:extLst>
                  </p:cNvPr>
                  <p:cNvSpPr/>
                  <p:nvPr/>
                </p:nvSpPr>
                <p:spPr>
                  <a:xfrm>
                    <a:off x="2541783" y="4798615"/>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286" name="Freeform 285">
                    <a:extLst>
                      <a:ext uri="{FF2B5EF4-FFF2-40B4-BE49-F238E27FC236}">
                        <a16:creationId xmlns:a16="http://schemas.microsoft.com/office/drawing/2014/main" id="{6E38E7DD-D3B0-FA83-4F45-54FFBBF45117}"/>
                      </a:ext>
                    </a:extLst>
                  </p:cNvPr>
                  <p:cNvSpPr/>
                  <p:nvPr/>
                </p:nvSpPr>
                <p:spPr>
                  <a:xfrm>
                    <a:off x="2551551" y="5601164"/>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287" name="Freeform 286">
                    <a:extLst>
                      <a:ext uri="{FF2B5EF4-FFF2-40B4-BE49-F238E27FC236}">
                        <a16:creationId xmlns:a16="http://schemas.microsoft.com/office/drawing/2014/main" id="{91311939-F55D-B482-FC0C-8BE5168F73A0}"/>
                      </a:ext>
                    </a:extLst>
                  </p:cNvPr>
                  <p:cNvSpPr/>
                  <p:nvPr/>
                </p:nvSpPr>
                <p:spPr>
                  <a:xfrm>
                    <a:off x="2621181" y="4790027"/>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288" name="Freeform 287">
                    <a:extLst>
                      <a:ext uri="{FF2B5EF4-FFF2-40B4-BE49-F238E27FC236}">
                        <a16:creationId xmlns:a16="http://schemas.microsoft.com/office/drawing/2014/main" id="{6D96468E-DCD5-39B5-F43A-8D3E4702B0E9}"/>
                      </a:ext>
                    </a:extLst>
                  </p:cNvPr>
                  <p:cNvSpPr/>
                  <p:nvPr/>
                </p:nvSpPr>
                <p:spPr>
                  <a:xfrm>
                    <a:off x="2638694" y="4557481"/>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289" name="Freeform 288">
                    <a:extLst>
                      <a:ext uri="{FF2B5EF4-FFF2-40B4-BE49-F238E27FC236}">
                        <a16:creationId xmlns:a16="http://schemas.microsoft.com/office/drawing/2014/main" id="{DFD78605-67FD-1DFF-83ED-EEDC1D5C7BAF}"/>
                      </a:ext>
                    </a:extLst>
                  </p:cNvPr>
                  <p:cNvSpPr/>
                  <p:nvPr/>
                </p:nvSpPr>
                <p:spPr>
                  <a:xfrm>
                    <a:off x="2534962" y="4673754"/>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292" name="Freeform 291">
                    <a:extLst>
                      <a:ext uri="{FF2B5EF4-FFF2-40B4-BE49-F238E27FC236}">
                        <a16:creationId xmlns:a16="http://schemas.microsoft.com/office/drawing/2014/main" id="{EBE49C99-5412-BD3D-522B-D53F4A0D4FCA}"/>
                      </a:ext>
                    </a:extLst>
                  </p:cNvPr>
                  <p:cNvSpPr/>
                  <p:nvPr/>
                </p:nvSpPr>
                <p:spPr>
                  <a:xfrm>
                    <a:off x="2623371" y="5022573"/>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296" name="Freeform 295">
                    <a:extLst>
                      <a:ext uri="{FF2B5EF4-FFF2-40B4-BE49-F238E27FC236}">
                        <a16:creationId xmlns:a16="http://schemas.microsoft.com/office/drawing/2014/main" id="{920192FD-49DD-678C-8F62-CF191C0237A9}"/>
                      </a:ext>
                    </a:extLst>
                  </p:cNvPr>
                  <p:cNvSpPr/>
                  <p:nvPr/>
                </p:nvSpPr>
                <p:spPr>
                  <a:xfrm>
                    <a:off x="2537239" y="4790027"/>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297" name="Freeform 296">
                    <a:extLst>
                      <a:ext uri="{FF2B5EF4-FFF2-40B4-BE49-F238E27FC236}">
                        <a16:creationId xmlns:a16="http://schemas.microsoft.com/office/drawing/2014/main" id="{1311A830-FDC2-7354-D346-582FCD9008D0}"/>
                      </a:ext>
                    </a:extLst>
                  </p:cNvPr>
                  <p:cNvSpPr/>
                  <p:nvPr/>
                </p:nvSpPr>
                <p:spPr>
                  <a:xfrm>
                    <a:off x="2703524" y="4854607"/>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298" name="Freeform 297">
                    <a:extLst>
                      <a:ext uri="{FF2B5EF4-FFF2-40B4-BE49-F238E27FC236}">
                        <a16:creationId xmlns:a16="http://schemas.microsoft.com/office/drawing/2014/main" id="{5FEAE596-2B6F-D194-8C1D-8813F7B4BE11}"/>
                      </a:ext>
                    </a:extLst>
                  </p:cNvPr>
                  <p:cNvSpPr/>
                  <p:nvPr/>
                </p:nvSpPr>
                <p:spPr>
                  <a:xfrm>
                    <a:off x="2518883" y="4909333"/>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00" name="Freeform 299">
                    <a:extLst>
                      <a:ext uri="{FF2B5EF4-FFF2-40B4-BE49-F238E27FC236}">
                        <a16:creationId xmlns:a16="http://schemas.microsoft.com/office/drawing/2014/main" id="{1A137F11-FB45-9DD4-F5E5-09EFEEADF791}"/>
                      </a:ext>
                    </a:extLst>
                  </p:cNvPr>
                  <p:cNvSpPr/>
                  <p:nvPr/>
                </p:nvSpPr>
                <p:spPr>
                  <a:xfrm>
                    <a:off x="2523259" y="4383027"/>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01" name="Freeform 300">
                    <a:extLst>
                      <a:ext uri="{FF2B5EF4-FFF2-40B4-BE49-F238E27FC236}">
                        <a16:creationId xmlns:a16="http://schemas.microsoft.com/office/drawing/2014/main" id="{EB20A150-8B87-235A-EF6E-32F5E0C5F6D9}"/>
                      </a:ext>
                    </a:extLst>
                  </p:cNvPr>
                  <p:cNvSpPr/>
                  <p:nvPr/>
                </p:nvSpPr>
                <p:spPr>
                  <a:xfrm>
                    <a:off x="2560139" y="5255119"/>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02" name="Freeform 301">
                    <a:extLst>
                      <a:ext uri="{FF2B5EF4-FFF2-40B4-BE49-F238E27FC236}">
                        <a16:creationId xmlns:a16="http://schemas.microsoft.com/office/drawing/2014/main" id="{61EDFDD8-C4E9-112F-3A52-D85E3D848203}"/>
                      </a:ext>
                    </a:extLst>
                  </p:cNvPr>
                  <p:cNvSpPr/>
                  <p:nvPr/>
                </p:nvSpPr>
                <p:spPr>
                  <a:xfrm>
                    <a:off x="2615621" y="4731850"/>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03" name="Freeform 302">
                    <a:extLst>
                      <a:ext uri="{FF2B5EF4-FFF2-40B4-BE49-F238E27FC236}">
                        <a16:creationId xmlns:a16="http://schemas.microsoft.com/office/drawing/2014/main" id="{45F78703-E294-65C1-C913-356721BB866A}"/>
                      </a:ext>
                    </a:extLst>
                  </p:cNvPr>
                  <p:cNvSpPr/>
                  <p:nvPr/>
                </p:nvSpPr>
                <p:spPr>
                  <a:xfrm>
                    <a:off x="2706807" y="5138846"/>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04" name="Freeform 303">
                    <a:extLst>
                      <a:ext uri="{FF2B5EF4-FFF2-40B4-BE49-F238E27FC236}">
                        <a16:creationId xmlns:a16="http://schemas.microsoft.com/office/drawing/2014/main" id="{DFC0BE8E-8D53-9CC8-57BC-8F940F211C1D}"/>
                      </a:ext>
                    </a:extLst>
                  </p:cNvPr>
                  <p:cNvSpPr/>
                  <p:nvPr/>
                </p:nvSpPr>
                <p:spPr>
                  <a:xfrm>
                    <a:off x="2569064" y="4848123"/>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05" name="Freeform 304">
                    <a:extLst>
                      <a:ext uri="{FF2B5EF4-FFF2-40B4-BE49-F238E27FC236}">
                        <a16:creationId xmlns:a16="http://schemas.microsoft.com/office/drawing/2014/main" id="{C365CCC8-C5FE-5BF4-FF8F-184933573C73}"/>
                      </a:ext>
                    </a:extLst>
                  </p:cNvPr>
                  <p:cNvSpPr/>
                  <p:nvPr/>
                </p:nvSpPr>
                <p:spPr>
                  <a:xfrm>
                    <a:off x="2544056" y="5313214"/>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06" name="Freeform 305">
                    <a:extLst>
                      <a:ext uri="{FF2B5EF4-FFF2-40B4-BE49-F238E27FC236}">
                        <a16:creationId xmlns:a16="http://schemas.microsoft.com/office/drawing/2014/main" id="{70EDAF88-8CC6-DAA1-267C-560C7E232824}"/>
                      </a:ext>
                    </a:extLst>
                  </p:cNvPr>
                  <p:cNvSpPr/>
                  <p:nvPr/>
                </p:nvSpPr>
                <p:spPr>
                  <a:xfrm>
                    <a:off x="2636504" y="4324935"/>
                    <a:ext cx="44622" cy="44622"/>
                  </a:xfrm>
                  <a:custGeom>
                    <a:avLst/>
                    <a:gdLst>
                      <a:gd name="connsiteX0" fmla="*/ 11920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20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20" y="5960"/>
                        </a:moveTo>
                        <a:cubicBezTo>
                          <a:pt x="11920" y="2676"/>
                          <a:pt x="9243" y="0"/>
                          <a:pt x="5960" y="0"/>
                        </a:cubicBezTo>
                        <a:cubicBezTo>
                          <a:pt x="2676" y="0"/>
                          <a:pt x="0" y="2654"/>
                          <a:pt x="0" y="5960"/>
                        </a:cubicBezTo>
                        <a:cubicBezTo>
                          <a:pt x="0" y="9266"/>
                          <a:pt x="2676" y="11919"/>
                          <a:pt x="5960" y="11919"/>
                        </a:cubicBezTo>
                        <a:cubicBezTo>
                          <a:pt x="9243" y="11919"/>
                          <a:pt x="11920" y="9266"/>
                          <a:pt x="11920"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07" name="Freeform 306">
                    <a:extLst>
                      <a:ext uri="{FF2B5EF4-FFF2-40B4-BE49-F238E27FC236}">
                        <a16:creationId xmlns:a16="http://schemas.microsoft.com/office/drawing/2014/main" id="{F44D0919-52C5-06C2-55E6-5E8CEC7604C6}"/>
                      </a:ext>
                    </a:extLst>
                  </p:cNvPr>
                  <p:cNvSpPr/>
                  <p:nvPr/>
                </p:nvSpPr>
                <p:spPr>
                  <a:xfrm>
                    <a:off x="2544561" y="4673754"/>
                    <a:ext cx="44622" cy="44622"/>
                  </a:xfrm>
                  <a:custGeom>
                    <a:avLst/>
                    <a:gdLst>
                      <a:gd name="connsiteX0" fmla="*/ 11919 w 11919"/>
                      <a:gd name="connsiteY0" fmla="*/ 5960 h 11919"/>
                      <a:gd name="connsiteX1" fmla="*/ 5960 w 11919"/>
                      <a:gd name="connsiteY1" fmla="*/ 0 h 11919"/>
                      <a:gd name="connsiteX2" fmla="*/ 0 w 11919"/>
                      <a:gd name="connsiteY2" fmla="*/ 5960 h 11919"/>
                      <a:gd name="connsiteX3" fmla="*/ 5960 w 11919"/>
                      <a:gd name="connsiteY3" fmla="*/ 11919 h 11919"/>
                      <a:gd name="connsiteX4" fmla="*/ 11919 w 11919"/>
                      <a:gd name="connsiteY4" fmla="*/ 5960 h 119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19" h="11919">
                        <a:moveTo>
                          <a:pt x="11919" y="5960"/>
                        </a:moveTo>
                        <a:cubicBezTo>
                          <a:pt x="11919" y="2676"/>
                          <a:pt x="9243" y="0"/>
                          <a:pt x="5960" y="0"/>
                        </a:cubicBezTo>
                        <a:cubicBezTo>
                          <a:pt x="2676" y="0"/>
                          <a:pt x="0" y="2654"/>
                          <a:pt x="0" y="5960"/>
                        </a:cubicBezTo>
                        <a:cubicBezTo>
                          <a:pt x="0" y="9266"/>
                          <a:pt x="2676" y="11919"/>
                          <a:pt x="5960" y="11919"/>
                        </a:cubicBezTo>
                        <a:cubicBezTo>
                          <a:pt x="9243" y="11919"/>
                          <a:pt x="11919" y="9266"/>
                          <a:pt x="11919" y="5960"/>
                        </a:cubicBezTo>
                        <a:close/>
                      </a:path>
                    </a:pathLst>
                  </a:custGeom>
                  <a:solidFill>
                    <a:srgbClr val="B4AED3">
                      <a:alpha val="60000"/>
                    </a:srgbClr>
                  </a:solidFill>
                  <a:ln w="2249" cap="flat">
                    <a:noFill/>
                    <a:prstDash val="solid"/>
                    <a:miter/>
                  </a:ln>
                </p:spPr>
                <p:txBody>
                  <a:bodyPr rtlCol="0" anchor="ctr"/>
                  <a:lstStyle/>
                  <a:p>
                    <a:endParaRPr lang="en-US"/>
                  </a:p>
                </p:txBody>
              </p:sp>
              <p:sp>
                <p:nvSpPr>
                  <p:cNvPr id="308" name="Freeform 307">
                    <a:extLst>
                      <a:ext uri="{FF2B5EF4-FFF2-40B4-BE49-F238E27FC236}">
                        <a16:creationId xmlns:a16="http://schemas.microsoft.com/office/drawing/2014/main" id="{E9FC2AF1-3028-31FF-95FD-C3C8F88831B7}"/>
                      </a:ext>
                    </a:extLst>
                  </p:cNvPr>
                  <p:cNvSpPr/>
                  <p:nvPr/>
                </p:nvSpPr>
                <p:spPr>
                  <a:xfrm>
                    <a:off x="2853727" y="4710548"/>
                    <a:ext cx="133532" cy="436044"/>
                  </a:xfrm>
                  <a:custGeom>
                    <a:avLst/>
                    <a:gdLst>
                      <a:gd name="connsiteX0" fmla="*/ 0 w 35668"/>
                      <a:gd name="connsiteY0" fmla="*/ 0 h 116473"/>
                      <a:gd name="connsiteX1" fmla="*/ 35668 w 35668"/>
                      <a:gd name="connsiteY1" fmla="*/ 0 h 116473"/>
                      <a:gd name="connsiteX2" fmla="*/ 35668 w 35668"/>
                      <a:gd name="connsiteY2" fmla="*/ 116474 h 116473"/>
                      <a:gd name="connsiteX3" fmla="*/ 0 w 35668"/>
                      <a:gd name="connsiteY3" fmla="*/ 116474 h 116473"/>
                    </a:gdLst>
                    <a:ahLst/>
                    <a:cxnLst>
                      <a:cxn ang="0">
                        <a:pos x="connsiteX0" y="connsiteY0"/>
                      </a:cxn>
                      <a:cxn ang="0">
                        <a:pos x="connsiteX1" y="connsiteY1"/>
                      </a:cxn>
                      <a:cxn ang="0">
                        <a:pos x="connsiteX2" y="connsiteY2"/>
                      </a:cxn>
                      <a:cxn ang="0">
                        <a:pos x="connsiteX3" y="connsiteY3"/>
                      </a:cxn>
                    </a:cxnLst>
                    <a:rect l="l" t="t" r="r" b="b"/>
                    <a:pathLst>
                      <a:path w="35668" h="116473">
                        <a:moveTo>
                          <a:pt x="0" y="0"/>
                        </a:moveTo>
                        <a:lnTo>
                          <a:pt x="35668" y="0"/>
                        </a:lnTo>
                        <a:lnTo>
                          <a:pt x="35668" y="116474"/>
                        </a:lnTo>
                        <a:lnTo>
                          <a:pt x="0" y="116474"/>
                        </a:lnTo>
                        <a:close/>
                      </a:path>
                    </a:pathLst>
                  </a:custGeom>
                  <a:solidFill>
                    <a:srgbClr val="B4AED3"/>
                  </a:solidFill>
                  <a:ln w="2249" cap="flat">
                    <a:noFill/>
                    <a:prstDash val="solid"/>
                    <a:miter/>
                  </a:ln>
                </p:spPr>
                <p:txBody>
                  <a:bodyPr rtlCol="0" anchor="ctr"/>
                  <a:lstStyle/>
                  <a:p>
                    <a:endParaRPr lang="en-US"/>
                  </a:p>
                </p:txBody>
              </p:sp>
              <p:sp>
                <p:nvSpPr>
                  <p:cNvPr id="309" name="Freeform 308">
                    <a:extLst>
                      <a:ext uri="{FF2B5EF4-FFF2-40B4-BE49-F238E27FC236}">
                        <a16:creationId xmlns:a16="http://schemas.microsoft.com/office/drawing/2014/main" id="{70721DDD-8E37-B6B0-A272-2F2039A5EEA7}"/>
                      </a:ext>
                    </a:extLst>
                  </p:cNvPr>
                  <p:cNvSpPr/>
                  <p:nvPr/>
                </p:nvSpPr>
                <p:spPr>
                  <a:xfrm>
                    <a:off x="2853727" y="4710548"/>
                    <a:ext cx="133532" cy="436044"/>
                  </a:xfrm>
                  <a:custGeom>
                    <a:avLst/>
                    <a:gdLst>
                      <a:gd name="connsiteX0" fmla="*/ 0 w 35668"/>
                      <a:gd name="connsiteY0" fmla="*/ 0 h 116473"/>
                      <a:gd name="connsiteX1" fmla="*/ 35668 w 35668"/>
                      <a:gd name="connsiteY1" fmla="*/ 0 h 116473"/>
                      <a:gd name="connsiteX2" fmla="*/ 35668 w 35668"/>
                      <a:gd name="connsiteY2" fmla="*/ 116474 h 116473"/>
                      <a:gd name="connsiteX3" fmla="*/ 0 w 35668"/>
                      <a:gd name="connsiteY3" fmla="*/ 116474 h 116473"/>
                    </a:gdLst>
                    <a:ahLst/>
                    <a:cxnLst>
                      <a:cxn ang="0">
                        <a:pos x="connsiteX0" y="connsiteY0"/>
                      </a:cxn>
                      <a:cxn ang="0">
                        <a:pos x="connsiteX1" y="connsiteY1"/>
                      </a:cxn>
                      <a:cxn ang="0">
                        <a:pos x="connsiteX2" y="connsiteY2"/>
                      </a:cxn>
                      <a:cxn ang="0">
                        <a:pos x="connsiteX3" y="connsiteY3"/>
                      </a:cxn>
                    </a:cxnLst>
                    <a:rect l="l" t="t" r="r" b="b"/>
                    <a:pathLst>
                      <a:path w="35668" h="116473">
                        <a:moveTo>
                          <a:pt x="0" y="0"/>
                        </a:moveTo>
                        <a:lnTo>
                          <a:pt x="35668" y="0"/>
                        </a:lnTo>
                        <a:lnTo>
                          <a:pt x="35668" y="116474"/>
                        </a:lnTo>
                        <a:lnTo>
                          <a:pt x="0" y="116474"/>
                        </a:lnTo>
                        <a:close/>
                      </a:path>
                    </a:pathLst>
                  </a:custGeom>
                  <a:noFill/>
                  <a:ln w="4498" cap="flat">
                    <a:solidFill>
                      <a:srgbClr val="000000"/>
                    </a:solidFill>
                    <a:prstDash val="solid"/>
                    <a:miter/>
                  </a:ln>
                </p:spPr>
                <p:txBody>
                  <a:bodyPr rtlCol="0" anchor="ctr"/>
                  <a:lstStyle/>
                  <a:p>
                    <a:endParaRPr lang="en-US"/>
                  </a:p>
                </p:txBody>
              </p:sp>
              <p:sp>
                <p:nvSpPr>
                  <p:cNvPr id="310" name="Freeform 309">
                    <a:extLst>
                      <a:ext uri="{FF2B5EF4-FFF2-40B4-BE49-F238E27FC236}">
                        <a16:creationId xmlns:a16="http://schemas.microsoft.com/office/drawing/2014/main" id="{CECFCB6E-8302-B9E1-981B-FBCA9BAB4CF9}"/>
                      </a:ext>
                    </a:extLst>
                  </p:cNvPr>
                  <p:cNvSpPr/>
                  <p:nvPr/>
                </p:nvSpPr>
                <p:spPr>
                  <a:xfrm>
                    <a:off x="2853727" y="4870435"/>
                    <a:ext cx="133532" cy="8416"/>
                  </a:xfrm>
                  <a:custGeom>
                    <a:avLst/>
                    <a:gdLst>
                      <a:gd name="connsiteX0" fmla="*/ 0 w 35668"/>
                      <a:gd name="connsiteY0" fmla="*/ 0 h 2248"/>
                      <a:gd name="connsiteX1" fmla="*/ 35668 w 35668"/>
                      <a:gd name="connsiteY1" fmla="*/ 0 h 2248"/>
                    </a:gdLst>
                    <a:ahLst/>
                    <a:cxnLst>
                      <a:cxn ang="0">
                        <a:pos x="connsiteX0" y="connsiteY0"/>
                      </a:cxn>
                      <a:cxn ang="0">
                        <a:pos x="connsiteX1" y="connsiteY1"/>
                      </a:cxn>
                    </a:cxnLst>
                    <a:rect l="l" t="t" r="r" b="b"/>
                    <a:pathLst>
                      <a:path w="35668" h="2248">
                        <a:moveTo>
                          <a:pt x="0" y="0"/>
                        </a:moveTo>
                        <a:lnTo>
                          <a:pt x="35668" y="0"/>
                        </a:lnTo>
                      </a:path>
                    </a:pathLst>
                  </a:custGeom>
                  <a:ln w="4498" cap="flat">
                    <a:solidFill>
                      <a:srgbClr val="000000"/>
                    </a:solidFill>
                    <a:prstDash val="solid"/>
                    <a:round/>
                  </a:ln>
                </p:spPr>
                <p:txBody>
                  <a:bodyPr rtlCol="0" anchor="ctr"/>
                  <a:lstStyle/>
                  <a:p>
                    <a:endParaRPr lang="en-US"/>
                  </a:p>
                </p:txBody>
              </p:sp>
            </p:grpSp>
            <p:grpSp>
              <p:nvGrpSpPr>
                <p:cNvPr id="1079" name="Group 1078">
                  <a:extLst>
                    <a:ext uri="{FF2B5EF4-FFF2-40B4-BE49-F238E27FC236}">
                      <a16:creationId xmlns:a16="http://schemas.microsoft.com/office/drawing/2014/main" id="{3285D493-C9B9-0627-1A94-C4295CCD17CE}"/>
                    </a:ext>
                  </a:extLst>
                </p:cNvPr>
                <p:cNvGrpSpPr/>
                <p:nvPr/>
              </p:nvGrpSpPr>
              <p:grpSpPr>
                <a:xfrm>
                  <a:off x="2920492" y="3292787"/>
                  <a:ext cx="6916035" cy="2889404"/>
                  <a:chOff x="2920492" y="3292787"/>
                  <a:chExt cx="6916035" cy="2889404"/>
                </a:xfrm>
              </p:grpSpPr>
              <p:sp>
                <p:nvSpPr>
                  <p:cNvPr id="1080" name="Freeform 1079">
                    <a:extLst>
                      <a:ext uri="{FF2B5EF4-FFF2-40B4-BE49-F238E27FC236}">
                        <a16:creationId xmlns:a16="http://schemas.microsoft.com/office/drawing/2014/main" id="{C024AE8A-FDFB-CD33-D151-C0748216B507}"/>
                      </a:ext>
                    </a:extLst>
                  </p:cNvPr>
                  <p:cNvSpPr/>
                  <p:nvPr/>
                </p:nvSpPr>
                <p:spPr>
                  <a:xfrm>
                    <a:off x="2920492" y="3795770"/>
                    <a:ext cx="1112889" cy="55819"/>
                  </a:xfrm>
                  <a:custGeom>
                    <a:avLst/>
                    <a:gdLst>
                      <a:gd name="connsiteX0" fmla="*/ 0 w 297267"/>
                      <a:gd name="connsiteY0" fmla="*/ 14911 h 14910"/>
                      <a:gd name="connsiteX1" fmla="*/ 0 w 297267"/>
                      <a:gd name="connsiteY1" fmla="*/ 0 h 14910"/>
                      <a:gd name="connsiteX2" fmla="*/ 297267 w 297267"/>
                      <a:gd name="connsiteY2" fmla="*/ 0 h 14910"/>
                      <a:gd name="connsiteX3" fmla="*/ 297267 w 297267"/>
                      <a:gd name="connsiteY3" fmla="*/ 14911 h 14910"/>
                    </a:gdLst>
                    <a:ahLst/>
                    <a:cxnLst>
                      <a:cxn ang="0">
                        <a:pos x="connsiteX0" y="connsiteY0"/>
                      </a:cxn>
                      <a:cxn ang="0">
                        <a:pos x="connsiteX1" y="connsiteY1"/>
                      </a:cxn>
                      <a:cxn ang="0">
                        <a:pos x="connsiteX2" y="connsiteY2"/>
                      </a:cxn>
                      <a:cxn ang="0">
                        <a:pos x="connsiteX3" y="connsiteY3"/>
                      </a:cxn>
                    </a:cxnLst>
                    <a:rect l="l" t="t" r="r" b="b"/>
                    <a:pathLst>
                      <a:path w="297267" h="14910">
                        <a:moveTo>
                          <a:pt x="0" y="14911"/>
                        </a:moveTo>
                        <a:lnTo>
                          <a:pt x="0" y="0"/>
                        </a:lnTo>
                        <a:lnTo>
                          <a:pt x="297267" y="0"/>
                        </a:lnTo>
                        <a:lnTo>
                          <a:pt x="297267" y="14911"/>
                        </a:lnTo>
                      </a:path>
                    </a:pathLst>
                  </a:custGeom>
                  <a:noFill/>
                  <a:ln w="4498" cap="flat">
                    <a:solidFill>
                      <a:srgbClr val="000000"/>
                    </a:solidFill>
                    <a:prstDash val="solid"/>
                    <a:round/>
                  </a:ln>
                </p:spPr>
                <p:txBody>
                  <a:bodyPr rtlCol="0" anchor="ctr"/>
                  <a:lstStyle/>
                  <a:p>
                    <a:endParaRPr lang="en-US"/>
                  </a:p>
                </p:txBody>
              </p:sp>
              <p:grpSp>
                <p:nvGrpSpPr>
                  <p:cNvPr id="1081" name="Graphic 4479">
                    <a:extLst>
                      <a:ext uri="{FF2B5EF4-FFF2-40B4-BE49-F238E27FC236}">
                        <a16:creationId xmlns:a16="http://schemas.microsoft.com/office/drawing/2014/main" id="{F9865CA6-0295-F175-6011-7FD232A828D4}"/>
                      </a:ext>
                    </a:extLst>
                  </p:cNvPr>
                  <p:cNvGrpSpPr/>
                  <p:nvPr/>
                </p:nvGrpSpPr>
                <p:grpSpPr>
                  <a:xfrm>
                    <a:off x="3363530" y="3670066"/>
                    <a:ext cx="272286" cy="72239"/>
                    <a:chOff x="3848190" y="2310391"/>
                    <a:chExt cx="72731" cy="19296"/>
                  </a:xfrm>
                  <a:solidFill>
                    <a:srgbClr val="231F20"/>
                  </a:solidFill>
                </p:grpSpPr>
                <p:sp>
                  <p:nvSpPr>
                    <p:cNvPr id="256" name="Freeform 255">
                      <a:extLst>
                        <a:ext uri="{FF2B5EF4-FFF2-40B4-BE49-F238E27FC236}">
                          <a16:creationId xmlns:a16="http://schemas.microsoft.com/office/drawing/2014/main" id="{B0B34CFD-D49F-485C-9E06-5F4F8108AA6B}"/>
                        </a:ext>
                      </a:extLst>
                    </p:cNvPr>
                    <p:cNvSpPr/>
                    <p:nvPr/>
                  </p:nvSpPr>
                  <p:spPr>
                    <a:xfrm>
                      <a:off x="3848190" y="2310391"/>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8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1 w 20240"/>
                        <a:gd name="connsiteY11" fmla="*/ 17339 h 19296"/>
                        <a:gd name="connsiteX12" fmla="*/ 7556 w 20240"/>
                        <a:gd name="connsiteY12" fmla="*/ 10525 h 19296"/>
                        <a:gd name="connsiteX13" fmla="*/ 0 w 20240"/>
                        <a:gd name="connsiteY13" fmla="*/ 7826 h 19296"/>
                        <a:gd name="connsiteX14" fmla="*/ 1214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8" y="5060"/>
                          </a:lnTo>
                          <a:lnTo>
                            <a:pt x="20241" y="8029"/>
                          </a:lnTo>
                          <a:lnTo>
                            <a:pt x="12549" y="10525"/>
                          </a:lnTo>
                          <a:lnTo>
                            <a:pt x="17609" y="17677"/>
                          </a:lnTo>
                          <a:lnTo>
                            <a:pt x="14978" y="19296"/>
                          </a:lnTo>
                          <a:lnTo>
                            <a:pt x="9985" y="12009"/>
                          </a:lnTo>
                          <a:lnTo>
                            <a:pt x="4723" y="19161"/>
                          </a:lnTo>
                          <a:lnTo>
                            <a:pt x="2361" y="17339"/>
                          </a:lnTo>
                          <a:lnTo>
                            <a:pt x="7556" y="10525"/>
                          </a:lnTo>
                          <a:lnTo>
                            <a:pt x="0" y="7826"/>
                          </a:lnTo>
                          <a:lnTo>
                            <a:pt x="1214" y="4993"/>
                          </a:lnTo>
                          <a:lnTo>
                            <a:pt x="8703" y="7894"/>
                          </a:lnTo>
                          <a:close/>
                        </a:path>
                      </a:pathLst>
                    </a:custGeom>
                    <a:solidFill>
                      <a:srgbClr val="231F20"/>
                    </a:solidFill>
                    <a:ln w="2249" cap="flat">
                      <a:noFill/>
                      <a:prstDash val="solid"/>
                      <a:miter/>
                    </a:ln>
                  </p:spPr>
                  <p:txBody>
                    <a:bodyPr rtlCol="0" anchor="ctr"/>
                    <a:lstStyle/>
                    <a:p>
                      <a:endParaRPr lang="en-US"/>
                    </a:p>
                  </p:txBody>
                </p:sp>
                <p:sp>
                  <p:nvSpPr>
                    <p:cNvPr id="259" name="Freeform 258">
                      <a:extLst>
                        <a:ext uri="{FF2B5EF4-FFF2-40B4-BE49-F238E27FC236}">
                          <a16:creationId xmlns:a16="http://schemas.microsoft.com/office/drawing/2014/main" id="{763E2043-76A9-78C3-D36E-FEE054834782}"/>
                        </a:ext>
                      </a:extLst>
                    </p:cNvPr>
                    <p:cNvSpPr/>
                    <p:nvPr/>
                  </p:nvSpPr>
                  <p:spPr>
                    <a:xfrm>
                      <a:off x="3874435" y="2310391"/>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9 w 20240"/>
                        <a:gd name="connsiteY4" fmla="*/ 5060 h 19296"/>
                        <a:gd name="connsiteX5" fmla="*/ 20241 w 20240"/>
                        <a:gd name="connsiteY5" fmla="*/ 8029 h 19296"/>
                        <a:gd name="connsiteX6" fmla="*/ 12549 w 20240"/>
                        <a:gd name="connsiteY6" fmla="*/ 10525 h 19296"/>
                        <a:gd name="connsiteX7" fmla="*/ 17610 w 20240"/>
                        <a:gd name="connsiteY7" fmla="*/ 17677 h 19296"/>
                        <a:gd name="connsiteX8" fmla="*/ 14978 w 20240"/>
                        <a:gd name="connsiteY8" fmla="*/ 19296 h 19296"/>
                        <a:gd name="connsiteX9" fmla="*/ 9986 w 20240"/>
                        <a:gd name="connsiteY9" fmla="*/ 12009 h 19296"/>
                        <a:gd name="connsiteX10" fmla="*/ 4723 w 20240"/>
                        <a:gd name="connsiteY10" fmla="*/ 19161 h 19296"/>
                        <a:gd name="connsiteX11" fmla="*/ 2362 w 20240"/>
                        <a:gd name="connsiteY11" fmla="*/ 17339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9" y="5060"/>
                          </a:lnTo>
                          <a:lnTo>
                            <a:pt x="20241" y="8029"/>
                          </a:lnTo>
                          <a:lnTo>
                            <a:pt x="12549" y="10525"/>
                          </a:lnTo>
                          <a:lnTo>
                            <a:pt x="17610" y="17677"/>
                          </a:lnTo>
                          <a:lnTo>
                            <a:pt x="14978" y="19296"/>
                          </a:lnTo>
                          <a:lnTo>
                            <a:pt x="9986" y="12009"/>
                          </a:lnTo>
                          <a:lnTo>
                            <a:pt x="4723" y="19161"/>
                          </a:lnTo>
                          <a:lnTo>
                            <a:pt x="2362" y="17339"/>
                          </a:lnTo>
                          <a:lnTo>
                            <a:pt x="7556" y="10525"/>
                          </a:lnTo>
                          <a:lnTo>
                            <a:pt x="0" y="7826"/>
                          </a:lnTo>
                          <a:lnTo>
                            <a:pt x="1215" y="4993"/>
                          </a:lnTo>
                          <a:lnTo>
                            <a:pt x="8703" y="7894"/>
                          </a:lnTo>
                          <a:close/>
                        </a:path>
                      </a:pathLst>
                    </a:custGeom>
                    <a:solidFill>
                      <a:srgbClr val="231F20"/>
                    </a:solidFill>
                    <a:ln w="2249" cap="flat">
                      <a:noFill/>
                      <a:prstDash val="solid"/>
                      <a:miter/>
                    </a:ln>
                  </p:spPr>
                  <p:txBody>
                    <a:bodyPr rtlCol="0" anchor="ctr"/>
                    <a:lstStyle/>
                    <a:p>
                      <a:endParaRPr lang="en-US"/>
                    </a:p>
                  </p:txBody>
                </p:sp>
                <p:sp>
                  <p:nvSpPr>
                    <p:cNvPr id="261" name="Freeform 260">
                      <a:extLst>
                        <a:ext uri="{FF2B5EF4-FFF2-40B4-BE49-F238E27FC236}">
                          <a16:creationId xmlns:a16="http://schemas.microsoft.com/office/drawing/2014/main" id="{AEAF70BA-058D-5E23-20C3-1CE01A2AA1CE}"/>
                        </a:ext>
                      </a:extLst>
                    </p:cNvPr>
                    <p:cNvSpPr/>
                    <p:nvPr/>
                  </p:nvSpPr>
                  <p:spPr>
                    <a:xfrm>
                      <a:off x="3900680" y="2310391"/>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9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2 w 20240"/>
                        <a:gd name="connsiteY11" fmla="*/ 17339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9" y="5060"/>
                          </a:lnTo>
                          <a:lnTo>
                            <a:pt x="20241" y="8029"/>
                          </a:lnTo>
                          <a:lnTo>
                            <a:pt x="12549" y="10525"/>
                          </a:lnTo>
                          <a:lnTo>
                            <a:pt x="17609" y="17677"/>
                          </a:lnTo>
                          <a:lnTo>
                            <a:pt x="14978" y="19296"/>
                          </a:lnTo>
                          <a:lnTo>
                            <a:pt x="9985" y="12009"/>
                          </a:lnTo>
                          <a:lnTo>
                            <a:pt x="4723" y="19161"/>
                          </a:lnTo>
                          <a:lnTo>
                            <a:pt x="2362" y="17339"/>
                          </a:lnTo>
                          <a:lnTo>
                            <a:pt x="7556" y="10525"/>
                          </a:lnTo>
                          <a:lnTo>
                            <a:pt x="0" y="7826"/>
                          </a:lnTo>
                          <a:lnTo>
                            <a:pt x="1215" y="4993"/>
                          </a:lnTo>
                          <a:lnTo>
                            <a:pt x="8703" y="7894"/>
                          </a:lnTo>
                          <a:close/>
                        </a:path>
                      </a:pathLst>
                    </a:custGeom>
                    <a:solidFill>
                      <a:srgbClr val="231F20"/>
                    </a:solidFill>
                    <a:ln w="2249" cap="flat">
                      <a:noFill/>
                      <a:prstDash val="solid"/>
                      <a:miter/>
                    </a:ln>
                  </p:spPr>
                  <p:txBody>
                    <a:bodyPr rtlCol="0" anchor="ctr"/>
                    <a:lstStyle/>
                    <a:p>
                      <a:endParaRPr lang="en-US"/>
                    </a:p>
                  </p:txBody>
                </p:sp>
              </p:grpSp>
              <p:sp>
                <p:nvSpPr>
                  <p:cNvPr id="1082" name="Freeform 1081">
                    <a:extLst>
                      <a:ext uri="{FF2B5EF4-FFF2-40B4-BE49-F238E27FC236}">
                        <a16:creationId xmlns:a16="http://schemas.microsoft.com/office/drawing/2014/main" id="{1D0408AF-3C4D-5D25-5AC7-09684D2E6ACE}"/>
                      </a:ext>
                    </a:extLst>
                  </p:cNvPr>
                  <p:cNvSpPr/>
                  <p:nvPr/>
                </p:nvSpPr>
                <p:spPr>
                  <a:xfrm>
                    <a:off x="2920492" y="3421520"/>
                    <a:ext cx="2225778" cy="55819"/>
                  </a:xfrm>
                  <a:custGeom>
                    <a:avLst/>
                    <a:gdLst>
                      <a:gd name="connsiteX0" fmla="*/ 0 w 594534"/>
                      <a:gd name="connsiteY0" fmla="*/ 14911 h 14910"/>
                      <a:gd name="connsiteX1" fmla="*/ 0 w 594534"/>
                      <a:gd name="connsiteY1" fmla="*/ 0 h 14910"/>
                      <a:gd name="connsiteX2" fmla="*/ 594535 w 594534"/>
                      <a:gd name="connsiteY2" fmla="*/ 0 h 14910"/>
                      <a:gd name="connsiteX3" fmla="*/ 594535 w 594534"/>
                      <a:gd name="connsiteY3" fmla="*/ 14911 h 14910"/>
                    </a:gdLst>
                    <a:ahLst/>
                    <a:cxnLst>
                      <a:cxn ang="0">
                        <a:pos x="connsiteX0" y="connsiteY0"/>
                      </a:cxn>
                      <a:cxn ang="0">
                        <a:pos x="connsiteX1" y="connsiteY1"/>
                      </a:cxn>
                      <a:cxn ang="0">
                        <a:pos x="connsiteX2" y="connsiteY2"/>
                      </a:cxn>
                      <a:cxn ang="0">
                        <a:pos x="connsiteX3" y="connsiteY3"/>
                      </a:cxn>
                    </a:cxnLst>
                    <a:rect l="l" t="t" r="r" b="b"/>
                    <a:pathLst>
                      <a:path w="594534" h="14910">
                        <a:moveTo>
                          <a:pt x="0" y="14911"/>
                        </a:moveTo>
                        <a:lnTo>
                          <a:pt x="0" y="0"/>
                        </a:lnTo>
                        <a:lnTo>
                          <a:pt x="594535" y="0"/>
                        </a:lnTo>
                        <a:lnTo>
                          <a:pt x="594535" y="14911"/>
                        </a:lnTo>
                      </a:path>
                    </a:pathLst>
                  </a:custGeom>
                  <a:noFill/>
                  <a:ln w="4498" cap="flat">
                    <a:solidFill>
                      <a:srgbClr val="000000"/>
                    </a:solidFill>
                    <a:prstDash val="solid"/>
                    <a:round/>
                  </a:ln>
                </p:spPr>
                <p:txBody>
                  <a:bodyPr rtlCol="0" anchor="ctr"/>
                  <a:lstStyle/>
                  <a:p>
                    <a:endParaRPr lang="en-US"/>
                  </a:p>
                </p:txBody>
              </p:sp>
              <p:grpSp>
                <p:nvGrpSpPr>
                  <p:cNvPr id="1083" name="Graphic 4479">
                    <a:extLst>
                      <a:ext uri="{FF2B5EF4-FFF2-40B4-BE49-F238E27FC236}">
                        <a16:creationId xmlns:a16="http://schemas.microsoft.com/office/drawing/2014/main" id="{8033C5ED-C639-F1F7-FECB-6ECFB1ADCCA3}"/>
                      </a:ext>
                    </a:extLst>
                  </p:cNvPr>
                  <p:cNvGrpSpPr/>
                  <p:nvPr/>
                </p:nvGrpSpPr>
                <p:grpSpPr>
                  <a:xfrm>
                    <a:off x="3876695" y="3292787"/>
                    <a:ext cx="272286" cy="72239"/>
                    <a:chOff x="3985263" y="2209615"/>
                    <a:chExt cx="72731" cy="19296"/>
                  </a:xfrm>
                  <a:solidFill>
                    <a:srgbClr val="231F20"/>
                  </a:solidFill>
                </p:grpSpPr>
                <p:sp>
                  <p:nvSpPr>
                    <p:cNvPr id="253" name="Freeform 252">
                      <a:extLst>
                        <a:ext uri="{FF2B5EF4-FFF2-40B4-BE49-F238E27FC236}">
                          <a16:creationId xmlns:a16="http://schemas.microsoft.com/office/drawing/2014/main" id="{716F4DD9-24FA-D7E2-F574-9902332C7150}"/>
                        </a:ext>
                      </a:extLst>
                    </p:cNvPr>
                    <p:cNvSpPr/>
                    <p:nvPr/>
                  </p:nvSpPr>
                  <p:spPr>
                    <a:xfrm>
                      <a:off x="3985263" y="2209615"/>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9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6 w 20240"/>
                        <a:gd name="connsiteY9" fmla="*/ 12009 h 19296"/>
                        <a:gd name="connsiteX10" fmla="*/ 4723 w 20240"/>
                        <a:gd name="connsiteY10" fmla="*/ 19161 h 19296"/>
                        <a:gd name="connsiteX11" fmla="*/ 2362 w 20240"/>
                        <a:gd name="connsiteY11" fmla="*/ 17339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9" y="5060"/>
                          </a:lnTo>
                          <a:lnTo>
                            <a:pt x="20241" y="8029"/>
                          </a:lnTo>
                          <a:lnTo>
                            <a:pt x="12549" y="10525"/>
                          </a:lnTo>
                          <a:lnTo>
                            <a:pt x="17609" y="17677"/>
                          </a:lnTo>
                          <a:lnTo>
                            <a:pt x="14978" y="19296"/>
                          </a:lnTo>
                          <a:lnTo>
                            <a:pt x="9986" y="12009"/>
                          </a:lnTo>
                          <a:lnTo>
                            <a:pt x="4723" y="19161"/>
                          </a:lnTo>
                          <a:lnTo>
                            <a:pt x="2362" y="17339"/>
                          </a:lnTo>
                          <a:lnTo>
                            <a:pt x="7556" y="10525"/>
                          </a:lnTo>
                          <a:lnTo>
                            <a:pt x="0" y="7826"/>
                          </a:lnTo>
                          <a:lnTo>
                            <a:pt x="1215" y="4993"/>
                          </a:lnTo>
                          <a:lnTo>
                            <a:pt x="8703" y="7894"/>
                          </a:lnTo>
                          <a:close/>
                        </a:path>
                      </a:pathLst>
                    </a:custGeom>
                    <a:solidFill>
                      <a:srgbClr val="231F20"/>
                    </a:solidFill>
                    <a:ln w="2249" cap="flat">
                      <a:noFill/>
                      <a:prstDash val="solid"/>
                      <a:miter/>
                    </a:ln>
                  </p:spPr>
                  <p:txBody>
                    <a:bodyPr rtlCol="0" anchor="ctr"/>
                    <a:lstStyle/>
                    <a:p>
                      <a:endParaRPr lang="en-US"/>
                    </a:p>
                  </p:txBody>
                </p:sp>
                <p:sp>
                  <p:nvSpPr>
                    <p:cNvPr id="254" name="Freeform 253">
                      <a:extLst>
                        <a:ext uri="{FF2B5EF4-FFF2-40B4-BE49-F238E27FC236}">
                          <a16:creationId xmlns:a16="http://schemas.microsoft.com/office/drawing/2014/main" id="{E8D44A2E-1BEE-926B-2B17-577366324FF7}"/>
                        </a:ext>
                      </a:extLst>
                    </p:cNvPr>
                    <p:cNvSpPr/>
                    <p:nvPr/>
                  </p:nvSpPr>
                  <p:spPr>
                    <a:xfrm>
                      <a:off x="4011509" y="2209615"/>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8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1 w 20240"/>
                        <a:gd name="connsiteY11" fmla="*/ 17339 h 19296"/>
                        <a:gd name="connsiteX12" fmla="*/ 7556 w 20240"/>
                        <a:gd name="connsiteY12" fmla="*/ 10525 h 19296"/>
                        <a:gd name="connsiteX13" fmla="*/ 0 w 20240"/>
                        <a:gd name="connsiteY13" fmla="*/ 7826 h 19296"/>
                        <a:gd name="connsiteX14" fmla="*/ 1214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8" y="5060"/>
                          </a:lnTo>
                          <a:lnTo>
                            <a:pt x="20241" y="8029"/>
                          </a:lnTo>
                          <a:lnTo>
                            <a:pt x="12549" y="10525"/>
                          </a:lnTo>
                          <a:lnTo>
                            <a:pt x="17609" y="17677"/>
                          </a:lnTo>
                          <a:lnTo>
                            <a:pt x="14978" y="19296"/>
                          </a:lnTo>
                          <a:lnTo>
                            <a:pt x="9985" y="12009"/>
                          </a:lnTo>
                          <a:lnTo>
                            <a:pt x="4723" y="19161"/>
                          </a:lnTo>
                          <a:lnTo>
                            <a:pt x="2361" y="17339"/>
                          </a:lnTo>
                          <a:lnTo>
                            <a:pt x="7556" y="10525"/>
                          </a:lnTo>
                          <a:lnTo>
                            <a:pt x="0" y="7826"/>
                          </a:lnTo>
                          <a:lnTo>
                            <a:pt x="1214" y="4993"/>
                          </a:lnTo>
                          <a:lnTo>
                            <a:pt x="8703" y="7894"/>
                          </a:lnTo>
                          <a:close/>
                        </a:path>
                      </a:pathLst>
                    </a:custGeom>
                    <a:solidFill>
                      <a:srgbClr val="231F20"/>
                    </a:solidFill>
                    <a:ln w="2249" cap="flat">
                      <a:noFill/>
                      <a:prstDash val="solid"/>
                      <a:miter/>
                    </a:ln>
                  </p:spPr>
                  <p:txBody>
                    <a:bodyPr rtlCol="0" anchor="ctr"/>
                    <a:lstStyle/>
                    <a:p>
                      <a:endParaRPr lang="en-US"/>
                    </a:p>
                  </p:txBody>
                </p:sp>
                <p:sp>
                  <p:nvSpPr>
                    <p:cNvPr id="255" name="Freeform 254">
                      <a:extLst>
                        <a:ext uri="{FF2B5EF4-FFF2-40B4-BE49-F238E27FC236}">
                          <a16:creationId xmlns:a16="http://schemas.microsoft.com/office/drawing/2014/main" id="{12B100C0-8A0B-ADB4-BFAA-65005310DFE5}"/>
                        </a:ext>
                      </a:extLst>
                    </p:cNvPr>
                    <p:cNvSpPr/>
                    <p:nvPr/>
                  </p:nvSpPr>
                  <p:spPr>
                    <a:xfrm>
                      <a:off x="4037754" y="2209615"/>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9 w 20240"/>
                        <a:gd name="connsiteY4" fmla="*/ 5060 h 19296"/>
                        <a:gd name="connsiteX5" fmla="*/ 20241 w 20240"/>
                        <a:gd name="connsiteY5" fmla="*/ 8029 h 19296"/>
                        <a:gd name="connsiteX6" fmla="*/ 12549 w 20240"/>
                        <a:gd name="connsiteY6" fmla="*/ 10525 h 19296"/>
                        <a:gd name="connsiteX7" fmla="*/ 17610 w 20240"/>
                        <a:gd name="connsiteY7" fmla="*/ 17677 h 19296"/>
                        <a:gd name="connsiteX8" fmla="*/ 14978 w 20240"/>
                        <a:gd name="connsiteY8" fmla="*/ 19296 h 19296"/>
                        <a:gd name="connsiteX9" fmla="*/ 9986 w 20240"/>
                        <a:gd name="connsiteY9" fmla="*/ 12009 h 19296"/>
                        <a:gd name="connsiteX10" fmla="*/ 4723 w 20240"/>
                        <a:gd name="connsiteY10" fmla="*/ 19161 h 19296"/>
                        <a:gd name="connsiteX11" fmla="*/ 2362 w 20240"/>
                        <a:gd name="connsiteY11" fmla="*/ 17339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9" y="5060"/>
                          </a:lnTo>
                          <a:lnTo>
                            <a:pt x="20241" y="8029"/>
                          </a:lnTo>
                          <a:lnTo>
                            <a:pt x="12549" y="10525"/>
                          </a:lnTo>
                          <a:lnTo>
                            <a:pt x="17610" y="17677"/>
                          </a:lnTo>
                          <a:lnTo>
                            <a:pt x="14978" y="19296"/>
                          </a:lnTo>
                          <a:lnTo>
                            <a:pt x="9986" y="12009"/>
                          </a:lnTo>
                          <a:lnTo>
                            <a:pt x="4723" y="19161"/>
                          </a:lnTo>
                          <a:lnTo>
                            <a:pt x="2362" y="17339"/>
                          </a:lnTo>
                          <a:lnTo>
                            <a:pt x="7556" y="10525"/>
                          </a:lnTo>
                          <a:lnTo>
                            <a:pt x="0" y="7826"/>
                          </a:lnTo>
                          <a:lnTo>
                            <a:pt x="1215" y="4993"/>
                          </a:lnTo>
                          <a:lnTo>
                            <a:pt x="8703" y="7894"/>
                          </a:lnTo>
                          <a:close/>
                        </a:path>
                      </a:pathLst>
                    </a:custGeom>
                    <a:solidFill>
                      <a:srgbClr val="231F20"/>
                    </a:solidFill>
                    <a:ln w="2249" cap="flat">
                      <a:noFill/>
                      <a:prstDash val="solid"/>
                      <a:miter/>
                    </a:ln>
                  </p:spPr>
                  <p:txBody>
                    <a:bodyPr rtlCol="0" anchor="ctr"/>
                    <a:lstStyle/>
                    <a:p>
                      <a:endParaRPr lang="en-US"/>
                    </a:p>
                  </p:txBody>
                </p:sp>
              </p:grpSp>
              <p:grpSp>
                <p:nvGrpSpPr>
                  <p:cNvPr id="1084" name="Graphic 4479">
                    <a:extLst>
                      <a:ext uri="{FF2B5EF4-FFF2-40B4-BE49-F238E27FC236}">
                        <a16:creationId xmlns:a16="http://schemas.microsoft.com/office/drawing/2014/main" id="{0F1FE6AA-E064-374D-6B85-C5DE3C519BAF}"/>
                      </a:ext>
                    </a:extLst>
                  </p:cNvPr>
                  <p:cNvGrpSpPr/>
                  <p:nvPr/>
                </p:nvGrpSpPr>
                <p:grpSpPr>
                  <a:xfrm>
                    <a:off x="3535708" y="3980493"/>
                    <a:ext cx="913011" cy="214864"/>
                    <a:chOff x="3894181" y="2393310"/>
                    <a:chExt cx="243877" cy="57393"/>
                  </a:xfrm>
                  <a:solidFill>
                    <a:srgbClr val="231F20"/>
                  </a:solidFill>
                </p:grpSpPr>
                <p:sp>
                  <p:nvSpPr>
                    <p:cNvPr id="245" name="Freeform 244">
                      <a:extLst>
                        <a:ext uri="{FF2B5EF4-FFF2-40B4-BE49-F238E27FC236}">
                          <a16:creationId xmlns:a16="http://schemas.microsoft.com/office/drawing/2014/main" id="{81603115-699C-29A4-71EB-C6A1A6F28C51}"/>
                        </a:ext>
                      </a:extLst>
                    </p:cNvPr>
                    <p:cNvSpPr/>
                    <p:nvPr/>
                  </p:nvSpPr>
                  <p:spPr>
                    <a:xfrm>
                      <a:off x="3894181" y="2393310"/>
                      <a:ext cx="28561" cy="38861"/>
                    </a:xfrm>
                    <a:custGeom>
                      <a:avLst/>
                      <a:gdLst>
                        <a:gd name="connsiteX0" fmla="*/ 0 w 28561"/>
                        <a:gd name="connsiteY0" fmla="*/ 38862 h 38861"/>
                        <a:gd name="connsiteX1" fmla="*/ 0 w 28561"/>
                        <a:gd name="connsiteY1" fmla="*/ 0 h 38861"/>
                        <a:gd name="connsiteX2" fmla="*/ 14033 w 28561"/>
                        <a:gd name="connsiteY2" fmla="*/ 0 h 38861"/>
                        <a:gd name="connsiteX3" fmla="*/ 19858 w 28561"/>
                        <a:gd name="connsiteY3" fmla="*/ 697 h 38861"/>
                        <a:gd name="connsiteX4" fmla="*/ 23816 w 28561"/>
                        <a:gd name="connsiteY4" fmla="*/ 2699 h 38861"/>
                        <a:gd name="connsiteX5" fmla="*/ 26065 w 28561"/>
                        <a:gd name="connsiteY5" fmla="*/ 5802 h 38861"/>
                        <a:gd name="connsiteX6" fmla="*/ 26763 w 28561"/>
                        <a:gd name="connsiteY6" fmla="*/ 9760 h 38861"/>
                        <a:gd name="connsiteX7" fmla="*/ 26223 w 28561"/>
                        <a:gd name="connsiteY7" fmla="*/ 13291 h 38861"/>
                        <a:gd name="connsiteX8" fmla="*/ 24829 w 28561"/>
                        <a:gd name="connsiteY8" fmla="*/ 15765 h 38861"/>
                        <a:gd name="connsiteX9" fmla="*/ 22849 w 28561"/>
                        <a:gd name="connsiteY9" fmla="*/ 17339 h 38861"/>
                        <a:gd name="connsiteX10" fmla="*/ 20556 w 28561"/>
                        <a:gd name="connsiteY10" fmla="*/ 18127 h 38861"/>
                        <a:gd name="connsiteX11" fmla="*/ 20556 w 28561"/>
                        <a:gd name="connsiteY11" fmla="*/ 18239 h 38861"/>
                        <a:gd name="connsiteX12" fmla="*/ 26583 w 28561"/>
                        <a:gd name="connsiteY12" fmla="*/ 21433 h 38861"/>
                        <a:gd name="connsiteX13" fmla="*/ 28562 w 28561"/>
                        <a:gd name="connsiteY13" fmla="*/ 27910 h 38861"/>
                        <a:gd name="connsiteX14" fmla="*/ 27617 w 28561"/>
                        <a:gd name="connsiteY14" fmla="*/ 33037 h 38861"/>
                        <a:gd name="connsiteX15" fmla="*/ 25008 w 28561"/>
                        <a:gd name="connsiteY15" fmla="*/ 36433 h 38861"/>
                        <a:gd name="connsiteX16" fmla="*/ 20983 w 28561"/>
                        <a:gd name="connsiteY16" fmla="*/ 38300 h 38861"/>
                        <a:gd name="connsiteX17" fmla="*/ 15878 w 28561"/>
                        <a:gd name="connsiteY17" fmla="*/ 38862 h 38861"/>
                        <a:gd name="connsiteX18" fmla="*/ 0 w 28561"/>
                        <a:gd name="connsiteY18" fmla="*/ 38862 h 38861"/>
                        <a:gd name="connsiteX19" fmla="*/ 3666 w 28561"/>
                        <a:gd name="connsiteY19" fmla="*/ 17160 h 38861"/>
                        <a:gd name="connsiteX20" fmla="*/ 12954 w 28561"/>
                        <a:gd name="connsiteY20" fmla="*/ 17160 h 38861"/>
                        <a:gd name="connsiteX21" fmla="*/ 17767 w 28561"/>
                        <a:gd name="connsiteY21" fmla="*/ 16665 h 38861"/>
                        <a:gd name="connsiteX22" fmla="*/ 20893 w 28561"/>
                        <a:gd name="connsiteY22" fmla="*/ 15225 h 38861"/>
                        <a:gd name="connsiteX23" fmla="*/ 22602 w 28561"/>
                        <a:gd name="connsiteY23" fmla="*/ 12909 h 38861"/>
                        <a:gd name="connsiteX24" fmla="*/ 23119 w 28561"/>
                        <a:gd name="connsiteY24" fmla="*/ 9760 h 38861"/>
                        <a:gd name="connsiteX25" fmla="*/ 22535 w 28561"/>
                        <a:gd name="connsiteY25" fmla="*/ 6657 h 38861"/>
                        <a:gd name="connsiteX26" fmla="*/ 20646 w 28561"/>
                        <a:gd name="connsiteY26" fmla="*/ 4610 h 38861"/>
                        <a:gd name="connsiteX27" fmla="*/ 17272 w 28561"/>
                        <a:gd name="connsiteY27" fmla="*/ 3486 h 38861"/>
                        <a:gd name="connsiteX28" fmla="*/ 12167 w 28561"/>
                        <a:gd name="connsiteY28" fmla="*/ 3126 h 38861"/>
                        <a:gd name="connsiteX29" fmla="*/ 3688 w 28561"/>
                        <a:gd name="connsiteY29" fmla="*/ 3126 h 38861"/>
                        <a:gd name="connsiteX30" fmla="*/ 3688 w 28561"/>
                        <a:gd name="connsiteY30" fmla="*/ 17160 h 38861"/>
                        <a:gd name="connsiteX31" fmla="*/ 3666 w 28561"/>
                        <a:gd name="connsiteY31" fmla="*/ 35736 h 38861"/>
                        <a:gd name="connsiteX32" fmla="*/ 12999 w 28561"/>
                        <a:gd name="connsiteY32" fmla="*/ 35736 h 38861"/>
                        <a:gd name="connsiteX33" fmla="*/ 18262 w 28561"/>
                        <a:gd name="connsiteY33" fmla="*/ 35466 h 38861"/>
                        <a:gd name="connsiteX34" fmla="*/ 21950 w 28561"/>
                        <a:gd name="connsiteY34" fmla="*/ 34364 h 38861"/>
                        <a:gd name="connsiteX35" fmla="*/ 24131 w 28561"/>
                        <a:gd name="connsiteY35" fmla="*/ 31980 h 38861"/>
                        <a:gd name="connsiteX36" fmla="*/ 24851 w 28561"/>
                        <a:gd name="connsiteY36" fmla="*/ 27910 h 38861"/>
                        <a:gd name="connsiteX37" fmla="*/ 24042 w 28561"/>
                        <a:gd name="connsiteY37" fmla="*/ 23996 h 38861"/>
                        <a:gd name="connsiteX38" fmla="*/ 21725 w 28561"/>
                        <a:gd name="connsiteY38" fmla="*/ 21702 h 38861"/>
                        <a:gd name="connsiteX39" fmla="*/ 18104 w 28561"/>
                        <a:gd name="connsiteY39" fmla="*/ 20600 h 38861"/>
                        <a:gd name="connsiteX40" fmla="*/ 13404 w 28561"/>
                        <a:gd name="connsiteY40" fmla="*/ 20308 h 38861"/>
                        <a:gd name="connsiteX41" fmla="*/ 3643 w 28561"/>
                        <a:gd name="connsiteY41" fmla="*/ 20308 h 38861"/>
                        <a:gd name="connsiteX42" fmla="*/ 3643 w 28561"/>
                        <a:gd name="connsiteY42" fmla="*/ 35736 h 38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8561" h="38861">
                          <a:moveTo>
                            <a:pt x="0" y="38862"/>
                          </a:moveTo>
                          <a:lnTo>
                            <a:pt x="0" y="0"/>
                          </a:lnTo>
                          <a:lnTo>
                            <a:pt x="14033" y="0"/>
                          </a:lnTo>
                          <a:cubicBezTo>
                            <a:pt x="16305" y="0"/>
                            <a:pt x="18239" y="225"/>
                            <a:pt x="19858" y="697"/>
                          </a:cubicBezTo>
                          <a:cubicBezTo>
                            <a:pt x="21478" y="1169"/>
                            <a:pt x="22804" y="1822"/>
                            <a:pt x="23816" y="2699"/>
                          </a:cubicBezTo>
                          <a:cubicBezTo>
                            <a:pt x="24851" y="3553"/>
                            <a:pt x="25593" y="4588"/>
                            <a:pt x="26065" y="5802"/>
                          </a:cubicBezTo>
                          <a:cubicBezTo>
                            <a:pt x="26538" y="7017"/>
                            <a:pt x="26763" y="8321"/>
                            <a:pt x="26763" y="9760"/>
                          </a:cubicBezTo>
                          <a:cubicBezTo>
                            <a:pt x="26763" y="11200"/>
                            <a:pt x="26583" y="12302"/>
                            <a:pt x="26223" y="13291"/>
                          </a:cubicBezTo>
                          <a:cubicBezTo>
                            <a:pt x="25863" y="14281"/>
                            <a:pt x="25391" y="15113"/>
                            <a:pt x="24829" y="15765"/>
                          </a:cubicBezTo>
                          <a:cubicBezTo>
                            <a:pt x="24266" y="16417"/>
                            <a:pt x="23592" y="16957"/>
                            <a:pt x="22849" y="17339"/>
                          </a:cubicBezTo>
                          <a:cubicBezTo>
                            <a:pt x="22107" y="17722"/>
                            <a:pt x="21343" y="17969"/>
                            <a:pt x="20556" y="18127"/>
                          </a:cubicBezTo>
                          <a:lnTo>
                            <a:pt x="20556" y="18239"/>
                          </a:lnTo>
                          <a:cubicBezTo>
                            <a:pt x="23254" y="18644"/>
                            <a:pt x="25256" y="19701"/>
                            <a:pt x="26583" y="21433"/>
                          </a:cubicBezTo>
                          <a:cubicBezTo>
                            <a:pt x="27887" y="23164"/>
                            <a:pt x="28562" y="25323"/>
                            <a:pt x="28562" y="27910"/>
                          </a:cubicBezTo>
                          <a:cubicBezTo>
                            <a:pt x="28562" y="29934"/>
                            <a:pt x="28247" y="31643"/>
                            <a:pt x="27617" y="33037"/>
                          </a:cubicBezTo>
                          <a:cubicBezTo>
                            <a:pt x="26988" y="34432"/>
                            <a:pt x="26110" y="35578"/>
                            <a:pt x="25008" y="36433"/>
                          </a:cubicBezTo>
                          <a:cubicBezTo>
                            <a:pt x="23884" y="37288"/>
                            <a:pt x="22557" y="37917"/>
                            <a:pt x="20983" y="38300"/>
                          </a:cubicBezTo>
                          <a:cubicBezTo>
                            <a:pt x="19409" y="38682"/>
                            <a:pt x="17722" y="38862"/>
                            <a:pt x="15878" y="38862"/>
                          </a:cubicBezTo>
                          <a:lnTo>
                            <a:pt x="0" y="38862"/>
                          </a:lnTo>
                          <a:close/>
                          <a:moveTo>
                            <a:pt x="3666" y="17160"/>
                          </a:moveTo>
                          <a:lnTo>
                            <a:pt x="12954" y="17160"/>
                          </a:lnTo>
                          <a:cubicBezTo>
                            <a:pt x="14866" y="17160"/>
                            <a:pt x="16463" y="17002"/>
                            <a:pt x="17767" y="16665"/>
                          </a:cubicBezTo>
                          <a:cubicBezTo>
                            <a:pt x="19071" y="16350"/>
                            <a:pt x="20106" y="15855"/>
                            <a:pt x="20893" y="15225"/>
                          </a:cubicBezTo>
                          <a:cubicBezTo>
                            <a:pt x="21680" y="14596"/>
                            <a:pt x="22242" y="13831"/>
                            <a:pt x="22602" y="12909"/>
                          </a:cubicBezTo>
                          <a:cubicBezTo>
                            <a:pt x="22939" y="11987"/>
                            <a:pt x="23119" y="10930"/>
                            <a:pt x="23119" y="9760"/>
                          </a:cubicBezTo>
                          <a:cubicBezTo>
                            <a:pt x="23119" y="8591"/>
                            <a:pt x="22917" y="7512"/>
                            <a:pt x="22535" y="6657"/>
                          </a:cubicBezTo>
                          <a:cubicBezTo>
                            <a:pt x="22130" y="5802"/>
                            <a:pt x="21500" y="5128"/>
                            <a:pt x="20646" y="4610"/>
                          </a:cubicBezTo>
                          <a:cubicBezTo>
                            <a:pt x="19791" y="4093"/>
                            <a:pt x="18666" y="3711"/>
                            <a:pt x="17272" y="3486"/>
                          </a:cubicBezTo>
                          <a:cubicBezTo>
                            <a:pt x="15878" y="3261"/>
                            <a:pt x="14191" y="3126"/>
                            <a:pt x="12167" y="3126"/>
                          </a:cubicBezTo>
                          <a:lnTo>
                            <a:pt x="3688" y="3126"/>
                          </a:lnTo>
                          <a:lnTo>
                            <a:pt x="3688" y="17160"/>
                          </a:lnTo>
                          <a:close/>
                          <a:moveTo>
                            <a:pt x="3666" y="35736"/>
                          </a:moveTo>
                          <a:lnTo>
                            <a:pt x="12999" y="35736"/>
                          </a:lnTo>
                          <a:cubicBezTo>
                            <a:pt x="15023" y="35736"/>
                            <a:pt x="16777" y="35646"/>
                            <a:pt x="18262" y="35466"/>
                          </a:cubicBezTo>
                          <a:cubicBezTo>
                            <a:pt x="19746" y="35286"/>
                            <a:pt x="20983" y="34926"/>
                            <a:pt x="21950" y="34364"/>
                          </a:cubicBezTo>
                          <a:cubicBezTo>
                            <a:pt x="22917" y="33802"/>
                            <a:pt x="23659" y="33015"/>
                            <a:pt x="24131" y="31980"/>
                          </a:cubicBezTo>
                          <a:cubicBezTo>
                            <a:pt x="24626" y="30946"/>
                            <a:pt x="24851" y="29596"/>
                            <a:pt x="24851" y="27910"/>
                          </a:cubicBezTo>
                          <a:cubicBezTo>
                            <a:pt x="24851" y="26223"/>
                            <a:pt x="24581" y="24986"/>
                            <a:pt x="24042" y="23996"/>
                          </a:cubicBezTo>
                          <a:cubicBezTo>
                            <a:pt x="23502" y="23007"/>
                            <a:pt x="22737" y="22242"/>
                            <a:pt x="21725" y="21702"/>
                          </a:cubicBezTo>
                          <a:cubicBezTo>
                            <a:pt x="20713" y="21163"/>
                            <a:pt x="19521" y="20803"/>
                            <a:pt x="18104" y="20600"/>
                          </a:cubicBezTo>
                          <a:cubicBezTo>
                            <a:pt x="16710" y="20398"/>
                            <a:pt x="15135" y="20308"/>
                            <a:pt x="13404" y="20308"/>
                          </a:cubicBezTo>
                          <a:lnTo>
                            <a:pt x="3643" y="20308"/>
                          </a:lnTo>
                          <a:lnTo>
                            <a:pt x="3643" y="35736"/>
                          </a:lnTo>
                          <a:close/>
                        </a:path>
                      </a:pathLst>
                    </a:custGeom>
                    <a:solidFill>
                      <a:srgbClr val="231F20"/>
                    </a:solidFill>
                    <a:ln w="2249" cap="flat">
                      <a:noFill/>
                      <a:prstDash val="solid"/>
                      <a:miter/>
                    </a:ln>
                  </p:spPr>
                  <p:txBody>
                    <a:bodyPr rtlCol="0" anchor="ctr"/>
                    <a:lstStyle/>
                    <a:p>
                      <a:endParaRPr lang="en-US"/>
                    </a:p>
                  </p:txBody>
                </p:sp>
                <p:sp>
                  <p:nvSpPr>
                    <p:cNvPr id="246" name="Freeform 245">
                      <a:extLst>
                        <a:ext uri="{FF2B5EF4-FFF2-40B4-BE49-F238E27FC236}">
                          <a16:creationId xmlns:a16="http://schemas.microsoft.com/office/drawing/2014/main" id="{7D0A115B-F95F-A418-ED7D-72A8E11A80F1}"/>
                        </a:ext>
                      </a:extLst>
                    </p:cNvPr>
                    <p:cNvSpPr/>
                    <p:nvPr/>
                  </p:nvSpPr>
                  <p:spPr>
                    <a:xfrm>
                      <a:off x="3929804" y="2393310"/>
                      <a:ext cx="25053" cy="38861"/>
                    </a:xfrm>
                    <a:custGeom>
                      <a:avLst/>
                      <a:gdLst>
                        <a:gd name="connsiteX0" fmla="*/ 0 w 25053"/>
                        <a:gd name="connsiteY0" fmla="*/ 38862 h 38861"/>
                        <a:gd name="connsiteX1" fmla="*/ 0 w 25053"/>
                        <a:gd name="connsiteY1" fmla="*/ 0 h 38861"/>
                        <a:gd name="connsiteX2" fmla="*/ 25053 w 25053"/>
                        <a:gd name="connsiteY2" fmla="*/ 0 h 38861"/>
                        <a:gd name="connsiteX3" fmla="*/ 25053 w 25053"/>
                        <a:gd name="connsiteY3" fmla="*/ 3126 h 38861"/>
                        <a:gd name="connsiteX4" fmla="*/ 3688 w 25053"/>
                        <a:gd name="connsiteY4" fmla="*/ 3126 h 38861"/>
                        <a:gd name="connsiteX5" fmla="*/ 3688 w 25053"/>
                        <a:gd name="connsiteY5" fmla="*/ 17160 h 38861"/>
                        <a:gd name="connsiteX6" fmla="*/ 23119 w 25053"/>
                        <a:gd name="connsiteY6" fmla="*/ 17160 h 38861"/>
                        <a:gd name="connsiteX7" fmla="*/ 23119 w 25053"/>
                        <a:gd name="connsiteY7" fmla="*/ 20286 h 38861"/>
                        <a:gd name="connsiteX8" fmla="*/ 3688 w 25053"/>
                        <a:gd name="connsiteY8" fmla="*/ 20286 h 38861"/>
                        <a:gd name="connsiteX9" fmla="*/ 3688 w 25053"/>
                        <a:gd name="connsiteY9" fmla="*/ 38862 h 38861"/>
                        <a:gd name="connsiteX10" fmla="*/ 23 w 25053"/>
                        <a:gd name="connsiteY10" fmla="*/ 38862 h 38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5053" h="38861">
                          <a:moveTo>
                            <a:pt x="0" y="38862"/>
                          </a:moveTo>
                          <a:lnTo>
                            <a:pt x="0" y="0"/>
                          </a:lnTo>
                          <a:lnTo>
                            <a:pt x="25053" y="0"/>
                          </a:lnTo>
                          <a:lnTo>
                            <a:pt x="25053" y="3126"/>
                          </a:lnTo>
                          <a:lnTo>
                            <a:pt x="3688" y="3126"/>
                          </a:lnTo>
                          <a:lnTo>
                            <a:pt x="3688" y="17160"/>
                          </a:lnTo>
                          <a:lnTo>
                            <a:pt x="23119" y="17160"/>
                          </a:lnTo>
                          <a:lnTo>
                            <a:pt x="23119" y="20286"/>
                          </a:lnTo>
                          <a:lnTo>
                            <a:pt x="3688" y="20286"/>
                          </a:lnTo>
                          <a:lnTo>
                            <a:pt x="3688" y="38862"/>
                          </a:lnTo>
                          <a:lnTo>
                            <a:pt x="23" y="38862"/>
                          </a:lnTo>
                          <a:close/>
                        </a:path>
                      </a:pathLst>
                    </a:custGeom>
                    <a:solidFill>
                      <a:srgbClr val="231F20"/>
                    </a:solidFill>
                    <a:ln w="2249" cap="flat">
                      <a:noFill/>
                      <a:prstDash val="solid"/>
                      <a:miter/>
                    </a:ln>
                  </p:spPr>
                  <p:txBody>
                    <a:bodyPr rtlCol="0" anchor="ctr"/>
                    <a:lstStyle/>
                    <a:p>
                      <a:endParaRPr lang="en-US"/>
                    </a:p>
                  </p:txBody>
                </p:sp>
                <p:sp>
                  <p:nvSpPr>
                    <p:cNvPr id="247" name="Freeform 246">
                      <a:extLst>
                        <a:ext uri="{FF2B5EF4-FFF2-40B4-BE49-F238E27FC236}">
                          <a16:creationId xmlns:a16="http://schemas.microsoft.com/office/drawing/2014/main" id="{86E861FC-0D02-AEBA-5976-DC098E326014}"/>
                        </a:ext>
                      </a:extLst>
                    </p:cNvPr>
                    <p:cNvSpPr/>
                    <p:nvPr/>
                  </p:nvSpPr>
                  <p:spPr>
                    <a:xfrm>
                      <a:off x="3957984" y="2427854"/>
                      <a:ext cx="9737" cy="22287"/>
                    </a:xfrm>
                    <a:custGeom>
                      <a:avLst/>
                      <a:gdLst>
                        <a:gd name="connsiteX0" fmla="*/ 9738 w 9737"/>
                        <a:gd name="connsiteY0" fmla="*/ 22287 h 22287"/>
                        <a:gd name="connsiteX1" fmla="*/ 5240 w 9737"/>
                        <a:gd name="connsiteY1" fmla="*/ 22287 h 22287"/>
                        <a:gd name="connsiteX2" fmla="*/ 5240 w 9737"/>
                        <a:gd name="connsiteY2" fmla="*/ 6927 h 22287"/>
                        <a:gd name="connsiteX3" fmla="*/ 0 w 9737"/>
                        <a:gd name="connsiteY3" fmla="*/ 6927 h 22287"/>
                        <a:gd name="connsiteX4" fmla="*/ 0 w 9737"/>
                        <a:gd name="connsiteY4" fmla="*/ 3936 h 22287"/>
                        <a:gd name="connsiteX5" fmla="*/ 2901 w 9737"/>
                        <a:gd name="connsiteY5" fmla="*/ 3666 h 22287"/>
                        <a:gd name="connsiteX6" fmla="*/ 5060 w 9737"/>
                        <a:gd name="connsiteY6" fmla="*/ 2496 h 22287"/>
                        <a:gd name="connsiteX7" fmla="*/ 5915 w 9737"/>
                        <a:gd name="connsiteY7" fmla="*/ 900 h 22287"/>
                        <a:gd name="connsiteX8" fmla="*/ 6095 w 9737"/>
                        <a:gd name="connsiteY8" fmla="*/ 0 h 22287"/>
                        <a:gd name="connsiteX9" fmla="*/ 9738 w 9737"/>
                        <a:gd name="connsiteY9" fmla="*/ 0 h 22287"/>
                        <a:gd name="connsiteX10" fmla="*/ 9738 w 9737"/>
                        <a:gd name="connsiteY10" fmla="*/ 22287 h 222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737" h="22287">
                          <a:moveTo>
                            <a:pt x="9738" y="22287"/>
                          </a:moveTo>
                          <a:lnTo>
                            <a:pt x="5240" y="22287"/>
                          </a:lnTo>
                          <a:lnTo>
                            <a:pt x="5240" y="6927"/>
                          </a:lnTo>
                          <a:lnTo>
                            <a:pt x="0" y="6927"/>
                          </a:lnTo>
                          <a:lnTo>
                            <a:pt x="0" y="3936"/>
                          </a:lnTo>
                          <a:cubicBezTo>
                            <a:pt x="1372" y="3868"/>
                            <a:pt x="2362" y="3778"/>
                            <a:pt x="2901" y="3666"/>
                          </a:cubicBezTo>
                          <a:cubicBezTo>
                            <a:pt x="3778" y="3463"/>
                            <a:pt x="4498" y="3081"/>
                            <a:pt x="5060" y="2496"/>
                          </a:cubicBezTo>
                          <a:cubicBezTo>
                            <a:pt x="5443" y="2092"/>
                            <a:pt x="5735" y="1574"/>
                            <a:pt x="5915" y="900"/>
                          </a:cubicBezTo>
                          <a:cubicBezTo>
                            <a:pt x="6027" y="495"/>
                            <a:pt x="6095" y="202"/>
                            <a:pt x="6095" y="0"/>
                          </a:cubicBezTo>
                          <a:lnTo>
                            <a:pt x="9738" y="0"/>
                          </a:lnTo>
                          <a:lnTo>
                            <a:pt x="9738" y="22287"/>
                          </a:lnTo>
                          <a:close/>
                        </a:path>
                      </a:pathLst>
                    </a:custGeom>
                    <a:solidFill>
                      <a:srgbClr val="231F20"/>
                    </a:solidFill>
                    <a:ln w="2249" cap="flat">
                      <a:noFill/>
                      <a:prstDash val="solid"/>
                      <a:miter/>
                    </a:ln>
                  </p:spPr>
                  <p:txBody>
                    <a:bodyPr rtlCol="0" anchor="ctr"/>
                    <a:lstStyle/>
                    <a:p>
                      <a:endParaRPr lang="en-US"/>
                    </a:p>
                  </p:txBody>
                </p:sp>
                <p:sp>
                  <p:nvSpPr>
                    <p:cNvPr id="248" name="Freeform 247">
                      <a:extLst>
                        <a:ext uri="{FF2B5EF4-FFF2-40B4-BE49-F238E27FC236}">
                          <a16:creationId xmlns:a16="http://schemas.microsoft.com/office/drawing/2014/main" id="{6FE69CDF-0FD7-8E9C-4F45-D0A8FEAC9409}"/>
                        </a:ext>
                      </a:extLst>
                    </p:cNvPr>
                    <p:cNvSpPr/>
                    <p:nvPr/>
                  </p:nvSpPr>
                  <p:spPr>
                    <a:xfrm>
                      <a:off x="3974311" y="2427696"/>
                      <a:ext cx="15360" cy="23006"/>
                    </a:xfrm>
                    <a:custGeom>
                      <a:avLst/>
                      <a:gdLst>
                        <a:gd name="connsiteX0" fmla="*/ 7669 w 15360"/>
                        <a:gd name="connsiteY0" fmla="*/ 23007 h 23006"/>
                        <a:gd name="connsiteX1" fmla="*/ 1709 w 15360"/>
                        <a:gd name="connsiteY1" fmla="*/ 20016 h 23006"/>
                        <a:gd name="connsiteX2" fmla="*/ 0 w 15360"/>
                        <a:gd name="connsiteY2" fmla="*/ 11515 h 23006"/>
                        <a:gd name="connsiteX3" fmla="*/ 1709 w 15360"/>
                        <a:gd name="connsiteY3" fmla="*/ 2991 h 23006"/>
                        <a:gd name="connsiteX4" fmla="*/ 7669 w 15360"/>
                        <a:gd name="connsiteY4" fmla="*/ 0 h 23006"/>
                        <a:gd name="connsiteX5" fmla="*/ 13651 w 15360"/>
                        <a:gd name="connsiteY5" fmla="*/ 2991 h 23006"/>
                        <a:gd name="connsiteX6" fmla="*/ 15360 w 15360"/>
                        <a:gd name="connsiteY6" fmla="*/ 11515 h 23006"/>
                        <a:gd name="connsiteX7" fmla="*/ 13651 w 15360"/>
                        <a:gd name="connsiteY7" fmla="*/ 20016 h 23006"/>
                        <a:gd name="connsiteX8" fmla="*/ 7692 w 15360"/>
                        <a:gd name="connsiteY8" fmla="*/ 23007 h 23006"/>
                        <a:gd name="connsiteX9" fmla="*/ 10233 w 15360"/>
                        <a:gd name="connsiteY9" fmla="*/ 17384 h 23006"/>
                        <a:gd name="connsiteX10" fmla="*/ 10840 w 15360"/>
                        <a:gd name="connsiteY10" fmla="*/ 11515 h 23006"/>
                        <a:gd name="connsiteX11" fmla="*/ 10233 w 15360"/>
                        <a:gd name="connsiteY11" fmla="*/ 5555 h 23006"/>
                        <a:gd name="connsiteX12" fmla="*/ 7669 w 15360"/>
                        <a:gd name="connsiteY12" fmla="*/ 3621 h 23006"/>
                        <a:gd name="connsiteX13" fmla="*/ 5083 w 15360"/>
                        <a:gd name="connsiteY13" fmla="*/ 5555 h 23006"/>
                        <a:gd name="connsiteX14" fmla="*/ 4453 w 15360"/>
                        <a:gd name="connsiteY14" fmla="*/ 11515 h 23006"/>
                        <a:gd name="connsiteX15" fmla="*/ 5083 w 15360"/>
                        <a:gd name="connsiteY15" fmla="*/ 17384 h 23006"/>
                        <a:gd name="connsiteX16" fmla="*/ 7669 w 15360"/>
                        <a:gd name="connsiteY16" fmla="*/ 19431 h 23006"/>
                        <a:gd name="connsiteX17" fmla="*/ 10233 w 15360"/>
                        <a:gd name="connsiteY17" fmla="*/ 17384 h 23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5360" h="23006">
                          <a:moveTo>
                            <a:pt x="7669" y="23007"/>
                          </a:moveTo>
                          <a:cubicBezTo>
                            <a:pt x="4835" y="23007"/>
                            <a:pt x="2834" y="22017"/>
                            <a:pt x="1709" y="20016"/>
                          </a:cubicBezTo>
                          <a:cubicBezTo>
                            <a:pt x="562" y="18037"/>
                            <a:pt x="0" y="15203"/>
                            <a:pt x="0" y="11515"/>
                          </a:cubicBezTo>
                          <a:cubicBezTo>
                            <a:pt x="0" y="7826"/>
                            <a:pt x="562" y="4993"/>
                            <a:pt x="1709" y="2991"/>
                          </a:cubicBezTo>
                          <a:cubicBezTo>
                            <a:pt x="2856" y="990"/>
                            <a:pt x="4835" y="0"/>
                            <a:pt x="7669" y="0"/>
                          </a:cubicBezTo>
                          <a:cubicBezTo>
                            <a:pt x="10503" y="0"/>
                            <a:pt x="12504" y="990"/>
                            <a:pt x="13651" y="2991"/>
                          </a:cubicBezTo>
                          <a:cubicBezTo>
                            <a:pt x="14798" y="4993"/>
                            <a:pt x="15360" y="7826"/>
                            <a:pt x="15360" y="11515"/>
                          </a:cubicBezTo>
                          <a:cubicBezTo>
                            <a:pt x="15360" y="15203"/>
                            <a:pt x="14798" y="18014"/>
                            <a:pt x="13651" y="20016"/>
                          </a:cubicBezTo>
                          <a:cubicBezTo>
                            <a:pt x="12504" y="21995"/>
                            <a:pt x="10525" y="23007"/>
                            <a:pt x="7692" y="23007"/>
                          </a:cubicBezTo>
                          <a:close/>
                          <a:moveTo>
                            <a:pt x="10233" y="17384"/>
                          </a:moveTo>
                          <a:cubicBezTo>
                            <a:pt x="10638" y="16035"/>
                            <a:pt x="10840" y="14078"/>
                            <a:pt x="10840" y="11515"/>
                          </a:cubicBezTo>
                          <a:cubicBezTo>
                            <a:pt x="10840" y="8951"/>
                            <a:pt x="10638" y="6837"/>
                            <a:pt x="10233" y="5555"/>
                          </a:cubicBezTo>
                          <a:cubicBezTo>
                            <a:pt x="9828" y="4273"/>
                            <a:pt x="8973" y="3621"/>
                            <a:pt x="7669" y="3621"/>
                          </a:cubicBezTo>
                          <a:cubicBezTo>
                            <a:pt x="6364" y="3621"/>
                            <a:pt x="5510" y="4273"/>
                            <a:pt x="5083" y="5555"/>
                          </a:cubicBezTo>
                          <a:cubicBezTo>
                            <a:pt x="4655" y="6837"/>
                            <a:pt x="4453" y="8838"/>
                            <a:pt x="4453" y="11515"/>
                          </a:cubicBezTo>
                          <a:cubicBezTo>
                            <a:pt x="4453" y="14191"/>
                            <a:pt x="4655" y="16035"/>
                            <a:pt x="5083" y="17384"/>
                          </a:cubicBezTo>
                          <a:cubicBezTo>
                            <a:pt x="5510" y="18734"/>
                            <a:pt x="6364" y="19431"/>
                            <a:pt x="7669" y="19431"/>
                          </a:cubicBezTo>
                          <a:cubicBezTo>
                            <a:pt x="8973" y="19431"/>
                            <a:pt x="9828" y="18756"/>
                            <a:pt x="10233" y="17384"/>
                          </a:cubicBezTo>
                          <a:close/>
                        </a:path>
                      </a:pathLst>
                    </a:custGeom>
                    <a:solidFill>
                      <a:srgbClr val="231F20"/>
                    </a:solidFill>
                    <a:ln w="2249" cap="flat">
                      <a:noFill/>
                      <a:prstDash val="solid"/>
                      <a:miter/>
                    </a:ln>
                  </p:spPr>
                  <p:txBody>
                    <a:bodyPr rtlCol="0" anchor="ctr"/>
                    <a:lstStyle/>
                    <a:p>
                      <a:endParaRPr lang="en-US"/>
                    </a:p>
                  </p:txBody>
                </p:sp>
                <p:sp>
                  <p:nvSpPr>
                    <p:cNvPr id="249" name="Freeform 248">
                      <a:extLst>
                        <a:ext uri="{FF2B5EF4-FFF2-40B4-BE49-F238E27FC236}">
                          <a16:creationId xmlns:a16="http://schemas.microsoft.com/office/drawing/2014/main" id="{2AEB435E-0E28-146E-C845-F359B87D322B}"/>
                        </a:ext>
                      </a:extLst>
                    </p:cNvPr>
                    <p:cNvSpPr/>
                    <p:nvPr/>
                  </p:nvSpPr>
                  <p:spPr>
                    <a:xfrm>
                      <a:off x="4003885" y="2404892"/>
                      <a:ext cx="26987" cy="27594"/>
                    </a:xfrm>
                    <a:custGeom>
                      <a:avLst/>
                      <a:gdLst>
                        <a:gd name="connsiteX0" fmla="*/ 26988 w 26987"/>
                        <a:gd name="connsiteY0" fmla="*/ 14911 h 27594"/>
                        <a:gd name="connsiteX1" fmla="*/ 0 w 26987"/>
                        <a:gd name="connsiteY1" fmla="*/ 27595 h 27594"/>
                        <a:gd name="connsiteX2" fmla="*/ 0 w 26987"/>
                        <a:gd name="connsiteY2" fmla="*/ 24131 h 27594"/>
                        <a:gd name="connsiteX3" fmla="*/ 22714 w 26987"/>
                        <a:gd name="connsiteY3" fmla="*/ 13494 h 27594"/>
                        <a:gd name="connsiteX4" fmla="*/ 0 w 26987"/>
                        <a:gd name="connsiteY4" fmla="*/ 3463 h 27594"/>
                        <a:gd name="connsiteX5" fmla="*/ 0 w 26987"/>
                        <a:gd name="connsiteY5" fmla="*/ 0 h 27594"/>
                        <a:gd name="connsiteX6" fmla="*/ 26988 w 26987"/>
                        <a:gd name="connsiteY6" fmla="*/ 12032 h 27594"/>
                        <a:gd name="connsiteX7" fmla="*/ 26988 w 26987"/>
                        <a:gd name="connsiteY7" fmla="*/ 14888 h 27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987" h="27594">
                          <a:moveTo>
                            <a:pt x="26988" y="14911"/>
                          </a:moveTo>
                          <a:lnTo>
                            <a:pt x="0" y="27595"/>
                          </a:lnTo>
                          <a:lnTo>
                            <a:pt x="0" y="24131"/>
                          </a:lnTo>
                          <a:lnTo>
                            <a:pt x="22714" y="13494"/>
                          </a:lnTo>
                          <a:lnTo>
                            <a:pt x="0" y="3463"/>
                          </a:lnTo>
                          <a:lnTo>
                            <a:pt x="0" y="0"/>
                          </a:lnTo>
                          <a:lnTo>
                            <a:pt x="26988" y="12032"/>
                          </a:lnTo>
                          <a:lnTo>
                            <a:pt x="26988" y="14888"/>
                          </a:lnTo>
                          <a:close/>
                        </a:path>
                      </a:pathLst>
                    </a:custGeom>
                    <a:solidFill>
                      <a:srgbClr val="231F20"/>
                    </a:solidFill>
                    <a:ln w="2249" cap="flat">
                      <a:noFill/>
                      <a:prstDash val="solid"/>
                      <a:miter/>
                    </a:ln>
                  </p:spPr>
                  <p:txBody>
                    <a:bodyPr rtlCol="0" anchor="ctr"/>
                    <a:lstStyle/>
                    <a:p>
                      <a:endParaRPr lang="en-US"/>
                    </a:p>
                  </p:txBody>
                </p:sp>
                <p:sp>
                  <p:nvSpPr>
                    <p:cNvPr id="250" name="Freeform 249">
                      <a:extLst>
                        <a:ext uri="{FF2B5EF4-FFF2-40B4-BE49-F238E27FC236}">
                          <a16:creationId xmlns:a16="http://schemas.microsoft.com/office/drawing/2014/main" id="{F492E17A-1571-D6B7-6322-2FE42AB7CD17}"/>
                        </a:ext>
                      </a:extLst>
                    </p:cNvPr>
                    <p:cNvSpPr/>
                    <p:nvPr/>
                  </p:nvSpPr>
                  <p:spPr>
                    <a:xfrm>
                      <a:off x="4056668" y="2394097"/>
                      <a:ext cx="13268" cy="38052"/>
                    </a:xfrm>
                    <a:custGeom>
                      <a:avLst/>
                      <a:gdLst>
                        <a:gd name="connsiteX0" fmla="*/ 9828 w 13268"/>
                        <a:gd name="connsiteY0" fmla="*/ 9783 h 38052"/>
                        <a:gd name="connsiteX1" fmla="*/ 0 w 13268"/>
                        <a:gd name="connsiteY1" fmla="*/ 9783 h 38052"/>
                        <a:gd name="connsiteX2" fmla="*/ 0 w 13268"/>
                        <a:gd name="connsiteY2" fmla="*/ 7512 h 38052"/>
                        <a:gd name="connsiteX3" fmla="*/ 3913 w 13268"/>
                        <a:gd name="connsiteY3" fmla="*/ 7084 h 38052"/>
                        <a:gd name="connsiteX4" fmla="*/ 6994 w 13268"/>
                        <a:gd name="connsiteY4" fmla="*/ 6050 h 38052"/>
                        <a:gd name="connsiteX5" fmla="*/ 9198 w 13268"/>
                        <a:gd name="connsiteY5" fmla="*/ 3868 h 38052"/>
                        <a:gd name="connsiteX6" fmla="*/ 10525 w 13268"/>
                        <a:gd name="connsiteY6" fmla="*/ 0 h 38052"/>
                        <a:gd name="connsiteX7" fmla="*/ 13269 w 13268"/>
                        <a:gd name="connsiteY7" fmla="*/ 0 h 38052"/>
                        <a:gd name="connsiteX8" fmla="*/ 13269 w 13268"/>
                        <a:gd name="connsiteY8" fmla="*/ 38052 h 38052"/>
                        <a:gd name="connsiteX9" fmla="*/ 9805 w 13268"/>
                        <a:gd name="connsiteY9" fmla="*/ 38052 h 38052"/>
                        <a:gd name="connsiteX10" fmla="*/ 9805 w 13268"/>
                        <a:gd name="connsiteY10" fmla="*/ 9760 h 380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268" h="38052">
                          <a:moveTo>
                            <a:pt x="9828" y="9783"/>
                          </a:moveTo>
                          <a:lnTo>
                            <a:pt x="0" y="9783"/>
                          </a:lnTo>
                          <a:lnTo>
                            <a:pt x="0" y="7512"/>
                          </a:lnTo>
                          <a:cubicBezTo>
                            <a:pt x="1439" y="7399"/>
                            <a:pt x="2744" y="7264"/>
                            <a:pt x="3913" y="7084"/>
                          </a:cubicBezTo>
                          <a:cubicBezTo>
                            <a:pt x="5083" y="6904"/>
                            <a:pt x="6117" y="6567"/>
                            <a:pt x="6994" y="6050"/>
                          </a:cubicBezTo>
                          <a:cubicBezTo>
                            <a:pt x="7871" y="5532"/>
                            <a:pt x="8613" y="4813"/>
                            <a:pt x="9198" y="3868"/>
                          </a:cubicBezTo>
                          <a:cubicBezTo>
                            <a:pt x="9783" y="2924"/>
                            <a:pt x="10233" y="1619"/>
                            <a:pt x="10525" y="0"/>
                          </a:cubicBezTo>
                          <a:lnTo>
                            <a:pt x="13269" y="0"/>
                          </a:lnTo>
                          <a:lnTo>
                            <a:pt x="13269" y="38052"/>
                          </a:lnTo>
                          <a:lnTo>
                            <a:pt x="9805" y="38052"/>
                          </a:lnTo>
                          <a:lnTo>
                            <a:pt x="9805" y="9760"/>
                          </a:lnTo>
                          <a:close/>
                        </a:path>
                      </a:pathLst>
                    </a:custGeom>
                    <a:solidFill>
                      <a:srgbClr val="231F20"/>
                    </a:solidFill>
                    <a:ln w="2249" cap="flat">
                      <a:noFill/>
                      <a:prstDash val="solid"/>
                      <a:miter/>
                    </a:ln>
                  </p:spPr>
                  <p:txBody>
                    <a:bodyPr rtlCol="0" anchor="ctr"/>
                    <a:lstStyle/>
                    <a:p>
                      <a:endParaRPr lang="en-US"/>
                    </a:p>
                  </p:txBody>
                </p:sp>
                <p:sp>
                  <p:nvSpPr>
                    <p:cNvPr id="251" name="Freeform 250">
                      <a:extLst>
                        <a:ext uri="{FF2B5EF4-FFF2-40B4-BE49-F238E27FC236}">
                          <a16:creationId xmlns:a16="http://schemas.microsoft.com/office/drawing/2014/main" id="{69C7B028-416D-73A7-6CFC-691A8F18B495}"/>
                        </a:ext>
                      </a:extLst>
                    </p:cNvPr>
                    <p:cNvSpPr/>
                    <p:nvPr/>
                  </p:nvSpPr>
                  <p:spPr>
                    <a:xfrm>
                      <a:off x="4082284" y="2394119"/>
                      <a:ext cx="25772" cy="3881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6 w 25772"/>
                        <a:gd name="connsiteY5" fmla="*/ 15158 h 38817"/>
                        <a:gd name="connsiteX6" fmla="*/ 25773 w 25772"/>
                        <a:gd name="connsiteY6" fmla="*/ 19701 h 38817"/>
                        <a:gd name="connsiteX7" fmla="*/ 25233 w 25772"/>
                        <a:gd name="connsiteY7" fmla="*/ 26943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2 w 25772"/>
                        <a:gd name="connsiteY16" fmla="*/ 6095 h 38817"/>
                        <a:gd name="connsiteX17" fmla="*/ 6275 w 25772"/>
                        <a:gd name="connsiteY17" fmla="*/ 1687 h 38817"/>
                        <a:gd name="connsiteX18" fmla="*/ 12909 w 25772"/>
                        <a:gd name="connsiteY18" fmla="*/ 22 h 38817"/>
                        <a:gd name="connsiteX19" fmla="*/ 22310 w 25772"/>
                        <a:gd name="connsiteY19" fmla="*/ 19319 h 38817"/>
                        <a:gd name="connsiteX20" fmla="*/ 21950 w 25772"/>
                        <a:gd name="connsiteY20" fmla="*/ 13291 h 38817"/>
                        <a:gd name="connsiteX21" fmla="*/ 20578 w 25772"/>
                        <a:gd name="connsiteY21" fmla="*/ 8029 h 38817"/>
                        <a:gd name="connsiteX22" fmla="*/ 17699 w 25772"/>
                        <a:gd name="connsiteY22" fmla="*/ 4295 h 38817"/>
                        <a:gd name="connsiteX23" fmla="*/ 12819 w 25772"/>
                        <a:gd name="connsiteY23" fmla="*/ 2901 h 38817"/>
                        <a:gd name="connsiteX24" fmla="*/ 8141 w 25772"/>
                        <a:gd name="connsiteY24" fmla="*/ 4340 h 38817"/>
                        <a:gd name="connsiteX25" fmla="*/ 5308 w 25772"/>
                        <a:gd name="connsiteY25" fmla="*/ 8141 h 38817"/>
                        <a:gd name="connsiteX26" fmla="*/ 3868 w 25772"/>
                        <a:gd name="connsiteY26" fmla="*/ 13539 h 38817"/>
                        <a:gd name="connsiteX27" fmla="*/ 3463 w 25772"/>
                        <a:gd name="connsiteY27" fmla="*/ 19701 h 38817"/>
                        <a:gd name="connsiteX28" fmla="*/ 3913 w 25772"/>
                        <a:gd name="connsiteY28" fmla="*/ 26358 h 38817"/>
                        <a:gd name="connsiteX29" fmla="*/ 5443 w 25772"/>
                        <a:gd name="connsiteY29" fmla="*/ 31463 h 38817"/>
                        <a:gd name="connsiteX30" fmla="*/ 8321 w 25772"/>
                        <a:gd name="connsiteY30" fmla="*/ 34724 h 38817"/>
                        <a:gd name="connsiteX31" fmla="*/ 12886 w 25772"/>
                        <a:gd name="connsiteY31" fmla="*/ 35893 h 38817"/>
                        <a:gd name="connsiteX32" fmla="*/ 17834 w 25772"/>
                        <a:gd name="connsiteY32" fmla="*/ 34387 h 38817"/>
                        <a:gd name="connsiteX33" fmla="*/ 20668 w 25772"/>
                        <a:gd name="connsiteY33" fmla="*/ 30496 h 38817"/>
                        <a:gd name="connsiteX34" fmla="*/ 21972 w 25772"/>
                        <a:gd name="connsiteY34" fmla="*/ 25143 h 38817"/>
                        <a:gd name="connsiteX35" fmla="*/ 22287 w 25772"/>
                        <a:gd name="connsiteY35"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2" h="38817">
                          <a:moveTo>
                            <a:pt x="12932" y="0"/>
                          </a:moveTo>
                          <a:cubicBezTo>
                            <a:pt x="14798" y="0"/>
                            <a:pt x="16418" y="270"/>
                            <a:pt x="17789" y="832"/>
                          </a:cubicBezTo>
                          <a:cubicBezTo>
                            <a:pt x="19161" y="1394"/>
                            <a:pt x="20308" y="2159"/>
                            <a:pt x="21275" y="3126"/>
                          </a:cubicBezTo>
                          <a:cubicBezTo>
                            <a:pt x="22220" y="4093"/>
                            <a:pt x="23007" y="5240"/>
                            <a:pt x="23592" y="6522"/>
                          </a:cubicBezTo>
                          <a:cubicBezTo>
                            <a:pt x="24176" y="7826"/>
                            <a:pt x="24648" y="9198"/>
                            <a:pt x="24963" y="10660"/>
                          </a:cubicBezTo>
                          <a:cubicBezTo>
                            <a:pt x="25278" y="12122"/>
                            <a:pt x="25503" y="13629"/>
                            <a:pt x="25616" y="15158"/>
                          </a:cubicBezTo>
                          <a:cubicBezTo>
                            <a:pt x="25728" y="16687"/>
                            <a:pt x="25773" y="18217"/>
                            <a:pt x="25773" y="19701"/>
                          </a:cubicBezTo>
                          <a:cubicBezTo>
                            <a:pt x="25773" y="22220"/>
                            <a:pt x="25593" y="24626"/>
                            <a:pt x="25233" y="26943"/>
                          </a:cubicBezTo>
                          <a:cubicBezTo>
                            <a:pt x="24873" y="29236"/>
                            <a:pt x="24221" y="31283"/>
                            <a:pt x="23254" y="33037"/>
                          </a:cubicBezTo>
                          <a:cubicBezTo>
                            <a:pt x="22310"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900" y="29169"/>
                            <a:pt x="540" y="26808"/>
                          </a:cubicBezTo>
                          <a:cubicBezTo>
                            <a:pt x="180" y="24446"/>
                            <a:pt x="0" y="21950"/>
                            <a:pt x="0" y="19341"/>
                          </a:cubicBezTo>
                          <a:cubicBezTo>
                            <a:pt x="0" y="16935"/>
                            <a:pt x="157" y="14573"/>
                            <a:pt x="495" y="12279"/>
                          </a:cubicBezTo>
                          <a:cubicBezTo>
                            <a:pt x="810" y="9985"/>
                            <a:pt x="1439" y="7916"/>
                            <a:pt x="2362" y="6095"/>
                          </a:cubicBezTo>
                          <a:cubicBezTo>
                            <a:pt x="3283" y="4273"/>
                            <a:pt x="4588" y="2811"/>
                            <a:pt x="6275" y="1687"/>
                          </a:cubicBezTo>
                          <a:cubicBezTo>
                            <a:pt x="7961" y="562"/>
                            <a:pt x="10188" y="22"/>
                            <a:pt x="12909" y="22"/>
                          </a:cubicBezTo>
                          <a:close/>
                          <a:moveTo>
                            <a:pt x="22310" y="19319"/>
                          </a:moveTo>
                          <a:cubicBezTo>
                            <a:pt x="22310" y="17272"/>
                            <a:pt x="22197" y="15270"/>
                            <a:pt x="21950" y="13291"/>
                          </a:cubicBezTo>
                          <a:cubicBezTo>
                            <a:pt x="21703" y="11312"/>
                            <a:pt x="21253" y="9581"/>
                            <a:pt x="20578" y="8029"/>
                          </a:cubicBezTo>
                          <a:cubicBezTo>
                            <a:pt x="19903" y="6477"/>
                            <a:pt x="18936" y="5240"/>
                            <a:pt x="17699" y="4295"/>
                          </a:cubicBezTo>
                          <a:cubicBezTo>
                            <a:pt x="16462" y="3351"/>
                            <a:pt x="14821" y="2901"/>
                            <a:pt x="12819" y="2901"/>
                          </a:cubicBezTo>
                          <a:cubicBezTo>
                            <a:pt x="10907" y="2901"/>
                            <a:pt x="9356" y="3373"/>
                            <a:pt x="8141" y="4340"/>
                          </a:cubicBezTo>
                          <a:cubicBezTo>
                            <a:pt x="6927" y="5308"/>
                            <a:pt x="5982" y="6567"/>
                            <a:pt x="5308" y="8141"/>
                          </a:cubicBezTo>
                          <a:cubicBezTo>
                            <a:pt x="4633" y="9715"/>
                            <a:pt x="4138" y="11515"/>
                            <a:pt x="3868" y="13539"/>
                          </a:cubicBezTo>
                          <a:cubicBezTo>
                            <a:pt x="3598" y="15563"/>
                            <a:pt x="3463" y="17609"/>
                            <a:pt x="3463" y="19701"/>
                          </a:cubicBezTo>
                          <a:cubicBezTo>
                            <a:pt x="3463" y="22152"/>
                            <a:pt x="3621" y="24379"/>
                            <a:pt x="3913" y="26358"/>
                          </a:cubicBezTo>
                          <a:cubicBezTo>
                            <a:pt x="4228" y="28359"/>
                            <a:pt x="4723" y="30046"/>
                            <a:pt x="5443" y="31463"/>
                          </a:cubicBezTo>
                          <a:cubicBezTo>
                            <a:pt x="6162" y="32857"/>
                            <a:pt x="7129" y="33959"/>
                            <a:pt x="8321" y="34724"/>
                          </a:cubicBezTo>
                          <a:cubicBezTo>
                            <a:pt x="9536" y="35489"/>
                            <a:pt x="11042" y="35893"/>
                            <a:pt x="12886" y="35893"/>
                          </a:cubicBezTo>
                          <a:cubicBezTo>
                            <a:pt x="14933" y="35893"/>
                            <a:pt x="16575" y="35399"/>
                            <a:pt x="17834" y="34387"/>
                          </a:cubicBezTo>
                          <a:cubicBezTo>
                            <a:pt x="19071" y="33375"/>
                            <a:pt x="20016" y="32093"/>
                            <a:pt x="20668" y="30496"/>
                          </a:cubicBezTo>
                          <a:cubicBezTo>
                            <a:pt x="21320" y="28899"/>
                            <a:pt x="21748" y="27122"/>
                            <a:pt x="21972" y="25143"/>
                          </a:cubicBezTo>
                          <a:cubicBezTo>
                            <a:pt x="22197" y="23164"/>
                            <a:pt x="22287" y="21230"/>
                            <a:pt x="22287" y="19319"/>
                          </a:cubicBezTo>
                          <a:close/>
                        </a:path>
                      </a:pathLst>
                    </a:custGeom>
                    <a:solidFill>
                      <a:srgbClr val="231F20"/>
                    </a:solidFill>
                    <a:ln w="2249" cap="flat">
                      <a:noFill/>
                      <a:prstDash val="solid"/>
                      <a:miter/>
                    </a:ln>
                  </p:spPr>
                  <p:txBody>
                    <a:bodyPr rtlCol="0" anchor="ctr"/>
                    <a:lstStyle/>
                    <a:p>
                      <a:endParaRPr lang="en-US"/>
                    </a:p>
                  </p:txBody>
                </p:sp>
                <p:sp>
                  <p:nvSpPr>
                    <p:cNvPr id="252" name="Freeform 251">
                      <a:extLst>
                        <a:ext uri="{FF2B5EF4-FFF2-40B4-BE49-F238E27FC236}">
                          <a16:creationId xmlns:a16="http://schemas.microsoft.com/office/drawing/2014/main" id="{2921A274-F74B-71ED-821C-AE14BE3CC14B}"/>
                        </a:ext>
                      </a:extLst>
                    </p:cNvPr>
                    <p:cNvSpPr/>
                    <p:nvPr/>
                  </p:nvSpPr>
                  <p:spPr>
                    <a:xfrm>
                      <a:off x="4112285" y="2394119"/>
                      <a:ext cx="25773" cy="38817"/>
                    </a:xfrm>
                    <a:custGeom>
                      <a:avLst/>
                      <a:gdLst>
                        <a:gd name="connsiteX0" fmla="*/ 12932 w 25773"/>
                        <a:gd name="connsiteY0" fmla="*/ 0 h 38817"/>
                        <a:gd name="connsiteX1" fmla="*/ 17789 w 25773"/>
                        <a:gd name="connsiteY1" fmla="*/ 832 h 38817"/>
                        <a:gd name="connsiteX2" fmla="*/ 21275 w 25773"/>
                        <a:gd name="connsiteY2" fmla="*/ 3126 h 38817"/>
                        <a:gd name="connsiteX3" fmla="*/ 23592 w 25773"/>
                        <a:gd name="connsiteY3" fmla="*/ 6522 h 38817"/>
                        <a:gd name="connsiteX4" fmla="*/ 24963 w 25773"/>
                        <a:gd name="connsiteY4" fmla="*/ 10660 h 38817"/>
                        <a:gd name="connsiteX5" fmla="*/ 25616 w 25773"/>
                        <a:gd name="connsiteY5" fmla="*/ 15158 h 38817"/>
                        <a:gd name="connsiteX6" fmla="*/ 25773 w 25773"/>
                        <a:gd name="connsiteY6" fmla="*/ 19701 h 38817"/>
                        <a:gd name="connsiteX7" fmla="*/ 25233 w 25773"/>
                        <a:gd name="connsiteY7" fmla="*/ 26943 h 38817"/>
                        <a:gd name="connsiteX8" fmla="*/ 23254 w 25773"/>
                        <a:gd name="connsiteY8" fmla="*/ 33037 h 38817"/>
                        <a:gd name="connsiteX9" fmla="*/ 19341 w 25773"/>
                        <a:gd name="connsiteY9" fmla="*/ 37243 h 38817"/>
                        <a:gd name="connsiteX10" fmla="*/ 12909 w 25773"/>
                        <a:gd name="connsiteY10" fmla="*/ 38817 h 38817"/>
                        <a:gd name="connsiteX11" fmla="*/ 6454 w 25773"/>
                        <a:gd name="connsiteY11" fmla="*/ 37243 h 38817"/>
                        <a:gd name="connsiteX12" fmla="*/ 2519 w 25773"/>
                        <a:gd name="connsiteY12" fmla="*/ 33015 h 38817"/>
                        <a:gd name="connsiteX13" fmla="*/ 540 w 25773"/>
                        <a:gd name="connsiteY13" fmla="*/ 26808 h 38817"/>
                        <a:gd name="connsiteX14" fmla="*/ 0 w 25773"/>
                        <a:gd name="connsiteY14" fmla="*/ 19341 h 38817"/>
                        <a:gd name="connsiteX15" fmla="*/ 495 w 25773"/>
                        <a:gd name="connsiteY15" fmla="*/ 12279 h 38817"/>
                        <a:gd name="connsiteX16" fmla="*/ 2362 w 25773"/>
                        <a:gd name="connsiteY16" fmla="*/ 6095 h 38817"/>
                        <a:gd name="connsiteX17" fmla="*/ 6275 w 25773"/>
                        <a:gd name="connsiteY17" fmla="*/ 1687 h 38817"/>
                        <a:gd name="connsiteX18" fmla="*/ 12909 w 25773"/>
                        <a:gd name="connsiteY18" fmla="*/ 22 h 38817"/>
                        <a:gd name="connsiteX19" fmla="*/ 22332 w 25773"/>
                        <a:gd name="connsiteY19" fmla="*/ 19319 h 38817"/>
                        <a:gd name="connsiteX20" fmla="*/ 21972 w 25773"/>
                        <a:gd name="connsiteY20" fmla="*/ 13291 h 38817"/>
                        <a:gd name="connsiteX21" fmla="*/ 20601 w 25773"/>
                        <a:gd name="connsiteY21" fmla="*/ 8029 h 38817"/>
                        <a:gd name="connsiteX22" fmla="*/ 17722 w 25773"/>
                        <a:gd name="connsiteY22" fmla="*/ 4295 h 38817"/>
                        <a:gd name="connsiteX23" fmla="*/ 12842 w 25773"/>
                        <a:gd name="connsiteY23" fmla="*/ 2901 h 38817"/>
                        <a:gd name="connsiteX24" fmla="*/ 8164 w 25773"/>
                        <a:gd name="connsiteY24" fmla="*/ 4340 h 38817"/>
                        <a:gd name="connsiteX25" fmla="*/ 5330 w 25773"/>
                        <a:gd name="connsiteY25" fmla="*/ 8141 h 38817"/>
                        <a:gd name="connsiteX26" fmla="*/ 3891 w 25773"/>
                        <a:gd name="connsiteY26" fmla="*/ 13539 h 38817"/>
                        <a:gd name="connsiteX27" fmla="*/ 3486 w 25773"/>
                        <a:gd name="connsiteY27" fmla="*/ 19701 h 38817"/>
                        <a:gd name="connsiteX28" fmla="*/ 3936 w 25773"/>
                        <a:gd name="connsiteY28" fmla="*/ 26358 h 38817"/>
                        <a:gd name="connsiteX29" fmla="*/ 5465 w 25773"/>
                        <a:gd name="connsiteY29" fmla="*/ 31463 h 38817"/>
                        <a:gd name="connsiteX30" fmla="*/ 8344 w 25773"/>
                        <a:gd name="connsiteY30" fmla="*/ 34724 h 38817"/>
                        <a:gd name="connsiteX31" fmla="*/ 12909 w 25773"/>
                        <a:gd name="connsiteY31" fmla="*/ 35893 h 38817"/>
                        <a:gd name="connsiteX32" fmla="*/ 17857 w 25773"/>
                        <a:gd name="connsiteY32" fmla="*/ 34387 h 38817"/>
                        <a:gd name="connsiteX33" fmla="*/ 20691 w 25773"/>
                        <a:gd name="connsiteY33" fmla="*/ 30496 h 38817"/>
                        <a:gd name="connsiteX34" fmla="*/ 21995 w 25773"/>
                        <a:gd name="connsiteY34" fmla="*/ 25143 h 38817"/>
                        <a:gd name="connsiteX35" fmla="*/ 22310 w 25773"/>
                        <a:gd name="connsiteY35"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3" h="38817">
                          <a:moveTo>
                            <a:pt x="12932" y="0"/>
                          </a:moveTo>
                          <a:cubicBezTo>
                            <a:pt x="14798" y="0"/>
                            <a:pt x="16418" y="270"/>
                            <a:pt x="17789" y="832"/>
                          </a:cubicBezTo>
                          <a:cubicBezTo>
                            <a:pt x="19161" y="1394"/>
                            <a:pt x="20308" y="2159"/>
                            <a:pt x="21275" y="3126"/>
                          </a:cubicBezTo>
                          <a:cubicBezTo>
                            <a:pt x="22220" y="4093"/>
                            <a:pt x="23007" y="5240"/>
                            <a:pt x="23592" y="6522"/>
                          </a:cubicBezTo>
                          <a:cubicBezTo>
                            <a:pt x="24176" y="7826"/>
                            <a:pt x="24649" y="9198"/>
                            <a:pt x="24963" y="10660"/>
                          </a:cubicBezTo>
                          <a:cubicBezTo>
                            <a:pt x="25278" y="12122"/>
                            <a:pt x="25503" y="13629"/>
                            <a:pt x="25616" y="15158"/>
                          </a:cubicBezTo>
                          <a:cubicBezTo>
                            <a:pt x="25728" y="16687"/>
                            <a:pt x="25773" y="18217"/>
                            <a:pt x="25773" y="19701"/>
                          </a:cubicBezTo>
                          <a:cubicBezTo>
                            <a:pt x="25773" y="22220"/>
                            <a:pt x="25593" y="24626"/>
                            <a:pt x="25233" y="26943"/>
                          </a:cubicBezTo>
                          <a:cubicBezTo>
                            <a:pt x="24874" y="29236"/>
                            <a:pt x="24221" y="31283"/>
                            <a:pt x="23254" y="33037"/>
                          </a:cubicBezTo>
                          <a:cubicBezTo>
                            <a:pt x="22310"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900" y="29169"/>
                            <a:pt x="540" y="26808"/>
                          </a:cubicBezTo>
                          <a:cubicBezTo>
                            <a:pt x="180" y="24446"/>
                            <a:pt x="0" y="21950"/>
                            <a:pt x="0" y="19341"/>
                          </a:cubicBezTo>
                          <a:cubicBezTo>
                            <a:pt x="0" y="16935"/>
                            <a:pt x="158" y="14573"/>
                            <a:pt x="495" y="12279"/>
                          </a:cubicBezTo>
                          <a:cubicBezTo>
                            <a:pt x="810" y="9985"/>
                            <a:pt x="1439" y="7916"/>
                            <a:pt x="2362" y="6095"/>
                          </a:cubicBezTo>
                          <a:cubicBezTo>
                            <a:pt x="3284" y="4273"/>
                            <a:pt x="4588" y="2811"/>
                            <a:pt x="6275" y="1687"/>
                          </a:cubicBezTo>
                          <a:cubicBezTo>
                            <a:pt x="7961" y="562"/>
                            <a:pt x="10188" y="22"/>
                            <a:pt x="12909" y="22"/>
                          </a:cubicBezTo>
                          <a:close/>
                          <a:moveTo>
                            <a:pt x="22332" y="19319"/>
                          </a:moveTo>
                          <a:cubicBezTo>
                            <a:pt x="22332" y="17272"/>
                            <a:pt x="22220" y="15270"/>
                            <a:pt x="21972" y="13291"/>
                          </a:cubicBezTo>
                          <a:cubicBezTo>
                            <a:pt x="21725" y="11312"/>
                            <a:pt x="21275" y="9581"/>
                            <a:pt x="20601" y="8029"/>
                          </a:cubicBezTo>
                          <a:cubicBezTo>
                            <a:pt x="19926" y="6477"/>
                            <a:pt x="18959" y="5240"/>
                            <a:pt x="17722" y="4295"/>
                          </a:cubicBezTo>
                          <a:cubicBezTo>
                            <a:pt x="16485" y="3351"/>
                            <a:pt x="14843" y="2901"/>
                            <a:pt x="12842" y="2901"/>
                          </a:cubicBezTo>
                          <a:cubicBezTo>
                            <a:pt x="10930" y="2901"/>
                            <a:pt x="9378" y="3373"/>
                            <a:pt x="8164" y="4340"/>
                          </a:cubicBezTo>
                          <a:cubicBezTo>
                            <a:pt x="6949" y="5308"/>
                            <a:pt x="6005" y="6567"/>
                            <a:pt x="5330" y="8141"/>
                          </a:cubicBezTo>
                          <a:cubicBezTo>
                            <a:pt x="4655" y="9715"/>
                            <a:pt x="4161" y="11515"/>
                            <a:pt x="3891" y="13539"/>
                          </a:cubicBezTo>
                          <a:cubicBezTo>
                            <a:pt x="3621" y="15563"/>
                            <a:pt x="3486" y="17609"/>
                            <a:pt x="3486" y="19701"/>
                          </a:cubicBezTo>
                          <a:cubicBezTo>
                            <a:pt x="3486" y="22152"/>
                            <a:pt x="3643" y="24379"/>
                            <a:pt x="3936" y="26358"/>
                          </a:cubicBezTo>
                          <a:cubicBezTo>
                            <a:pt x="4251" y="28359"/>
                            <a:pt x="4745" y="30046"/>
                            <a:pt x="5465" y="31463"/>
                          </a:cubicBezTo>
                          <a:cubicBezTo>
                            <a:pt x="6185" y="32857"/>
                            <a:pt x="7152" y="33959"/>
                            <a:pt x="8344" y="34724"/>
                          </a:cubicBezTo>
                          <a:cubicBezTo>
                            <a:pt x="9558" y="35489"/>
                            <a:pt x="11065" y="35893"/>
                            <a:pt x="12909" y="35893"/>
                          </a:cubicBezTo>
                          <a:cubicBezTo>
                            <a:pt x="14956" y="35893"/>
                            <a:pt x="16597" y="35399"/>
                            <a:pt x="17857" y="34387"/>
                          </a:cubicBezTo>
                          <a:cubicBezTo>
                            <a:pt x="19094" y="33375"/>
                            <a:pt x="20038" y="32093"/>
                            <a:pt x="20691" y="30496"/>
                          </a:cubicBezTo>
                          <a:cubicBezTo>
                            <a:pt x="21343" y="28899"/>
                            <a:pt x="21770" y="27122"/>
                            <a:pt x="21995" y="25143"/>
                          </a:cubicBezTo>
                          <a:cubicBezTo>
                            <a:pt x="22220" y="23164"/>
                            <a:pt x="22310" y="21230"/>
                            <a:pt x="22310" y="19319"/>
                          </a:cubicBezTo>
                          <a:close/>
                        </a:path>
                      </a:pathLst>
                    </a:custGeom>
                    <a:solidFill>
                      <a:srgbClr val="231F20"/>
                    </a:solidFill>
                    <a:ln w="2249" cap="flat">
                      <a:noFill/>
                      <a:prstDash val="solid"/>
                      <a:miter/>
                    </a:ln>
                  </p:spPr>
                  <p:txBody>
                    <a:bodyPr rtlCol="0" anchor="ctr"/>
                    <a:lstStyle/>
                    <a:p>
                      <a:endParaRPr lang="en-US"/>
                    </a:p>
                  </p:txBody>
                </p:sp>
              </p:grpSp>
              <p:grpSp>
                <p:nvGrpSpPr>
                  <p:cNvPr id="1085" name="Group 1084">
                    <a:extLst>
                      <a:ext uri="{FF2B5EF4-FFF2-40B4-BE49-F238E27FC236}">
                        <a16:creationId xmlns:a16="http://schemas.microsoft.com/office/drawing/2014/main" id="{7066FF37-E7B6-4FF6-47AC-BF1DEAFE134C}"/>
                      </a:ext>
                    </a:extLst>
                  </p:cNvPr>
                  <p:cNvGrpSpPr/>
                  <p:nvPr/>
                </p:nvGrpSpPr>
                <p:grpSpPr>
                  <a:xfrm>
                    <a:off x="7159124" y="4061994"/>
                    <a:ext cx="850034" cy="2120197"/>
                    <a:chOff x="7159124" y="4061994"/>
                    <a:chExt cx="850034" cy="2120197"/>
                  </a:xfrm>
                </p:grpSpPr>
                <p:sp>
                  <p:nvSpPr>
                    <p:cNvPr id="208" name="Freeform 207">
                      <a:extLst>
                        <a:ext uri="{FF2B5EF4-FFF2-40B4-BE49-F238E27FC236}">
                          <a16:creationId xmlns:a16="http://schemas.microsoft.com/office/drawing/2014/main" id="{93479487-A1C7-2C9F-23B3-C1D80607FF8D}"/>
                        </a:ext>
                      </a:extLst>
                    </p:cNvPr>
                    <p:cNvSpPr/>
                    <p:nvPr/>
                  </p:nvSpPr>
                  <p:spPr>
                    <a:xfrm>
                      <a:off x="7566293" y="4061994"/>
                      <a:ext cx="442865" cy="2120197"/>
                    </a:xfrm>
                    <a:custGeom>
                      <a:avLst/>
                      <a:gdLst>
                        <a:gd name="connsiteX0" fmla="*/ 697 w 118295"/>
                        <a:gd name="connsiteY0" fmla="*/ 566333 h 566332"/>
                        <a:gd name="connsiteX1" fmla="*/ 1260 w 118295"/>
                        <a:gd name="connsiteY1" fmla="*/ 566333 h 566332"/>
                        <a:gd name="connsiteX2" fmla="*/ 1529 w 118295"/>
                        <a:gd name="connsiteY2" fmla="*/ 562554 h 566332"/>
                        <a:gd name="connsiteX3" fmla="*/ 2069 w 118295"/>
                        <a:gd name="connsiteY3" fmla="*/ 556505 h 566332"/>
                        <a:gd name="connsiteX4" fmla="*/ 2766 w 118295"/>
                        <a:gd name="connsiteY4" fmla="*/ 550455 h 566332"/>
                        <a:gd name="connsiteX5" fmla="*/ 3621 w 118295"/>
                        <a:gd name="connsiteY5" fmla="*/ 544405 h 566332"/>
                        <a:gd name="connsiteX6" fmla="*/ 4723 w 118295"/>
                        <a:gd name="connsiteY6" fmla="*/ 538356 h 566332"/>
                        <a:gd name="connsiteX7" fmla="*/ 6050 w 118295"/>
                        <a:gd name="connsiteY7" fmla="*/ 532306 h 566332"/>
                        <a:gd name="connsiteX8" fmla="*/ 7669 w 118295"/>
                        <a:gd name="connsiteY8" fmla="*/ 526256 h 566332"/>
                        <a:gd name="connsiteX9" fmla="*/ 9581 w 118295"/>
                        <a:gd name="connsiteY9" fmla="*/ 520207 h 566332"/>
                        <a:gd name="connsiteX10" fmla="*/ 11807 w 118295"/>
                        <a:gd name="connsiteY10" fmla="*/ 514157 h 566332"/>
                        <a:gd name="connsiteX11" fmla="*/ 14393 w 118295"/>
                        <a:gd name="connsiteY11" fmla="*/ 508107 h 566332"/>
                        <a:gd name="connsiteX12" fmla="*/ 17340 w 118295"/>
                        <a:gd name="connsiteY12" fmla="*/ 502057 h 566332"/>
                        <a:gd name="connsiteX13" fmla="*/ 20623 w 118295"/>
                        <a:gd name="connsiteY13" fmla="*/ 496008 h 566332"/>
                        <a:gd name="connsiteX14" fmla="*/ 24244 w 118295"/>
                        <a:gd name="connsiteY14" fmla="*/ 489958 h 566332"/>
                        <a:gd name="connsiteX15" fmla="*/ 28202 w 118295"/>
                        <a:gd name="connsiteY15" fmla="*/ 483908 h 566332"/>
                        <a:gd name="connsiteX16" fmla="*/ 32453 w 118295"/>
                        <a:gd name="connsiteY16" fmla="*/ 477859 h 566332"/>
                        <a:gd name="connsiteX17" fmla="*/ 36973 w 118295"/>
                        <a:gd name="connsiteY17" fmla="*/ 471809 h 566332"/>
                        <a:gd name="connsiteX18" fmla="*/ 41696 w 118295"/>
                        <a:gd name="connsiteY18" fmla="*/ 465759 h 566332"/>
                        <a:gd name="connsiteX19" fmla="*/ 46621 w 118295"/>
                        <a:gd name="connsiteY19" fmla="*/ 459709 h 566332"/>
                        <a:gd name="connsiteX20" fmla="*/ 51659 w 118295"/>
                        <a:gd name="connsiteY20" fmla="*/ 453660 h 566332"/>
                        <a:gd name="connsiteX21" fmla="*/ 56764 w 118295"/>
                        <a:gd name="connsiteY21" fmla="*/ 447610 h 566332"/>
                        <a:gd name="connsiteX22" fmla="*/ 61891 w 118295"/>
                        <a:gd name="connsiteY22" fmla="*/ 441560 h 566332"/>
                        <a:gd name="connsiteX23" fmla="*/ 66997 w 118295"/>
                        <a:gd name="connsiteY23" fmla="*/ 435533 h 566332"/>
                        <a:gd name="connsiteX24" fmla="*/ 72012 w 118295"/>
                        <a:gd name="connsiteY24" fmla="*/ 429484 h 566332"/>
                        <a:gd name="connsiteX25" fmla="*/ 76937 w 118295"/>
                        <a:gd name="connsiteY25" fmla="*/ 423434 h 566332"/>
                        <a:gd name="connsiteX26" fmla="*/ 81682 w 118295"/>
                        <a:gd name="connsiteY26" fmla="*/ 417384 h 566332"/>
                        <a:gd name="connsiteX27" fmla="*/ 86225 w 118295"/>
                        <a:gd name="connsiteY27" fmla="*/ 411334 h 566332"/>
                        <a:gd name="connsiteX28" fmla="*/ 90543 w 118295"/>
                        <a:gd name="connsiteY28" fmla="*/ 405285 h 566332"/>
                        <a:gd name="connsiteX29" fmla="*/ 94614 w 118295"/>
                        <a:gd name="connsiteY29" fmla="*/ 399235 h 566332"/>
                        <a:gd name="connsiteX30" fmla="*/ 98392 w 118295"/>
                        <a:gd name="connsiteY30" fmla="*/ 393185 h 566332"/>
                        <a:gd name="connsiteX31" fmla="*/ 101878 w 118295"/>
                        <a:gd name="connsiteY31" fmla="*/ 387136 h 566332"/>
                        <a:gd name="connsiteX32" fmla="*/ 105049 w 118295"/>
                        <a:gd name="connsiteY32" fmla="*/ 381086 h 566332"/>
                        <a:gd name="connsiteX33" fmla="*/ 107860 w 118295"/>
                        <a:gd name="connsiteY33" fmla="*/ 375036 h 566332"/>
                        <a:gd name="connsiteX34" fmla="*/ 110357 w 118295"/>
                        <a:gd name="connsiteY34" fmla="*/ 368987 h 566332"/>
                        <a:gd name="connsiteX35" fmla="*/ 112493 w 118295"/>
                        <a:gd name="connsiteY35" fmla="*/ 362937 h 566332"/>
                        <a:gd name="connsiteX36" fmla="*/ 114292 w 118295"/>
                        <a:gd name="connsiteY36" fmla="*/ 356887 h 566332"/>
                        <a:gd name="connsiteX37" fmla="*/ 115754 w 118295"/>
                        <a:gd name="connsiteY37" fmla="*/ 350837 h 566332"/>
                        <a:gd name="connsiteX38" fmla="*/ 116879 w 118295"/>
                        <a:gd name="connsiteY38" fmla="*/ 344788 h 566332"/>
                        <a:gd name="connsiteX39" fmla="*/ 117666 w 118295"/>
                        <a:gd name="connsiteY39" fmla="*/ 338738 h 566332"/>
                        <a:gd name="connsiteX40" fmla="*/ 118138 w 118295"/>
                        <a:gd name="connsiteY40" fmla="*/ 332688 h 566332"/>
                        <a:gd name="connsiteX41" fmla="*/ 118295 w 118295"/>
                        <a:gd name="connsiteY41" fmla="*/ 326639 h 566332"/>
                        <a:gd name="connsiteX42" fmla="*/ 118115 w 118295"/>
                        <a:gd name="connsiteY42" fmla="*/ 320589 h 566332"/>
                        <a:gd name="connsiteX43" fmla="*/ 117643 w 118295"/>
                        <a:gd name="connsiteY43" fmla="*/ 314539 h 566332"/>
                        <a:gd name="connsiteX44" fmla="*/ 116856 w 118295"/>
                        <a:gd name="connsiteY44" fmla="*/ 308490 h 566332"/>
                        <a:gd name="connsiteX45" fmla="*/ 115732 w 118295"/>
                        <a:gd name="connsiteY45" fmla="*/ 302440 h 566332"/>
                        <a:gd name="connsiteX46" fmla="*/ 114292 w 118295"/>
                        <a:gd name="connsiteY46" fmla="*/ 296390 h 566332"/>
                        <a:gd name="connsiteX47" fmla="*/ 112515 w 118295"/>
                        <a:gd name="connsiteY47" fmla="*/ 290340 h 566332"/>
                        <a:gd name="connsiteX48" fmla="*/ 110402 w 118295"/>
                        <a:gd name="connsiteY48" fmla="*/ 284291 h 566332"/>
                        <a:gd name="connsiteX49" fmla="*/ 107927 w 118295"/>
                        <a:gd name="connsiteY49" fmla="*/ 278241 h 566332"/>
                        <a:gd name="connsiteX50" fmla="*/ 105116 w 118295"/>
                        <a:gd name="connsiteY50" fmla="*/ 272214 h 566332"/>
                        <a:gd name="connsiteX51" fmla="*/ 101968 w 118295"/>
                        <a:gd name="connsiteY51" fmla="*/ 266164 h 566332"/>
                        <a:gd name="connsiteX52" fmla="*/ 98527 w 118295"/>
                        <a:gd name="connsiteY52" fmla="*/ 260114 h 566332"/>
                        <a:gd name="connsiteX53" fmla="*/ 94771 w 118295"/>
                        <a:gd name="connsiteY53" fmla="*/ 254065 h 566332"/>
                        <a:gd name="connsiteX54" fmla="*/ 90790 w 118295"/>
                        <a:gd name="connsiteY54" fmla="*/ 248015 h 566332"/>
                        <a:gd name="connsiteX55" fmla="*/ 86630 w 118295"/>
                        <a:gd name="connsiteY55" fmla="*/ 241965 h 566332"/>
                        <a:gd name="connsiteX56" fmla="*/ 82312 w 118295"/>
                        <a:gd name="connsiteY56" fmla="*/ 235916 h 566332"/>
                        <a:gd name="connsiteX57" fmla="*/ 77949 w 118295"/>
                        <a:gd name="connsiteY57" fmla="*/ 229866 h 566332"/>
                        <a:gd name="connsiteX58" fmla="*/ 73564 w 118295"/>
                        <a:gd name="connsiteY58" fmla="*/ 223816 h 566332"/>
                        <a:gd name="connsiteX59" fmla="*/ 69223 w 118295"/>
                        <a:gd name="connsiteY59" fmla="*/ 217767 h 566332"/>
                        <a:gd name="connsiteX60" fmla="*/ 64995 w 118295"/>
                        <a:gd name="connsiteY60" fmla="*/ 211717 h 566332"/>
                        <a:gd name="connsiteX61" fmla="*/ 60902 w 118295"/>
                        <a:gd name="connsiteY61" fmla="*/ 205667 h 566332"/>
                        <a:gd name="connsiteX62" fmla="*/ 56989 w 118295"/>
                        <a:gd name="connsiteY62" fmla="*/ 199618 h 566332"/>
                        <a:gd name="connsiteX63" fmla="*/ 53278 w 118295"/>
                        <a:gd name="connsiteY63" fmla="*/ 193568 h 566332"/>
                        <a:gd name="connsiteX64" fmla="*/ 49769 w 118295"/>
                        <a:gd name="connsiteY64" fmla="*/ 187518 h 566332"/>
                        <a:gd name="connsiteX65" fmla="*/ 46464 w 118295"/>
                        <a:gd name="connsiteY65" fmla="*/ 181468 h 566332"/>
                        <a:gd name="connsiteX66" fmla="*/ 43337 w 118295"/>
                        <a:gd name="connsiteY66" fmla="*/ 175419 h 566332"/>
                        <a:gd name="connsiteX67" fmla="*/ 40391 w 118295"/>
                        <a:gd name="connsiteY67" fmla="*/ 169369 h 566332"/>
                        <a:gd name="connsiteX68" fmla="*/ 37558 w 118295"/>
                        <a:gd name="connsiteY68" fmla="*/ 163319 h 566332"/>
                        <a:gd name="connsiteX69" fmla="*/ 34859 w 118295"/>
                        <a:gd name="connsiteY69" fmla="*/ 157270 h 566332"/>
                        <a:gd name="connsiteX70" fmla="*/ 32228 w 118295"/>
                        <a:gd name="connsiteY70" fmla="*/ 151220 h 566332"/>
                        <a:gd name="connsiteX71" fmla="*/ 29664 w 118295"/>
                        <a:gd name="connsiteY71" fmla="*/ 145170 h 566332"/>
                        <a:gd name="connsiteX72" fmla="*/ 27168 w 118295"/>
                        <a:gd name="connsiteY72" fmla="*/ 139121 h 566332"/>
                        <a:gd name="connsiteX73" fmla="*/ 24739 w 118295"/>
                        <a:gd name="connsiteY73" fmla="*/ 133071 h 566332"/>
                        <a:gd name="connsiteX74" fmla="*/ 22355 w 118295"/>
                        <a:gd name="connsiteY74" fmla="*/ 127021 h 566332"/>
                        <a:gd name="connsiteX75" fmla="*/ 20016 w 118295"/>
                        <a:gd name="connsiteY75" fmla="*/ 120971 h 566332"/>
                        <a:gd name="connsiteX76" fmla="*/ 17767 w 118295"/>
                        <a:gd name="connsiteY76" fmla="*/ 114944 h 566332"/>
                        <a:gd name="connsiteX77" fmla="*/ 15630 w 118295"/>
                        <a:gd name="connsiteY77" fmla="*/ 108895 h 566332"/>
                        <a:gd name="connsiteX78" fmla="*/ 13584 w 118295"/>
                        <a:gd name="connsiteY78" fmla="*/ 102845 h 566332"/>
                        <a:gd name="connsiteX79" fmla="*/ 11695 w 118295"/>
                        <a:gd name="connsiteY79" fmla="*/ 96795 h 566332"/>
                        <a:gd name="connsiteX80" fmla="*/ 9940 w 118295"/>
                        <a:gd name="connsiteY80" fmla="*/ 90745 h 566332"/>
                        <a:gd name="connsiteX81" fmla="*/ 8344 w 118295"/>
                        <a:gd name="connsiteY81" fmla="*/ 84696 h 566332"/>
                        <a:gd name="connsiteX82" fmla="*/ 6904 w 118295"/>
                        <a:gd name="connsiteY82" fmla="*/ 78646 h 566332"/>
                        <a:gd name="connsiteX83" fmla="*/ 5645 w 118295"/>
                        <a:gd name="connsiteY83" fmla="*/ 72596 h 566332"/>
                        <a:gd name="connsiteX84" fmla="*/ 4565 w 118295"/>
                        <a:gd name="connsiteY84" fmla="*/ 66547 h 566332"/>
                        <a:gd name="connsiteX85" fmla="*/ 3621 w 118295"/>
                        <a:gd name="connsiteY85" fmla="*/ 60497 h 566332"/>
                        <a:gd name="connsiteX86" fmla="*/ 2856 w 118295"/>
                        <a:gd name="connsiteY86" fmla="*/ 54447 h 566332"/>
                        <a:gd name="connsiteX87" fmla="*/ 2204 w 118295"/>
                        <a:gd name="connsiteY87" fmla="*/ 48398 h 566332"/>
                        <a:gd name="connsiteX88" fmla="*/ 1687 w 118295"/>
                        <a:gd name="connsiteY88" fmla="*/ 42348 h 566332"/>
                        <a:gd name="connsiteX89" fmla="*/ 1260 w 118295"/>
                        <a:gd name="connsiteY89" fmla="*/ 36298 h 566332"/>
                        <a:gd name="connsiteX90" fmla="*/ 945 w 118295"/>
                        <a:gd name="connsiteY90" fmla="*/ 30248 h 566332"/>
                        <a:gd name="connsiteX91" fmla="*/ 697 w 118295"/>
                        <a:gd name="connsiteY91" fmla="*/ 24199 h 566332"/>
                        <a:gd name="connsiteX92" fmla="*/ 495 w 118295"/>
                        <a:gd name="connsiteY92" fmla="*/ 18149 h 566332"/>
                        <a:gd name="connsiteX93" fmla="*/ 360 w 118295"/>
                        <a:gd name="connsiteY93" fmla="*/ 12099 h 566332"/>
                        <a:gd name="connsiteX94" fmla="*/ 247 w 118295"/>
                        <a:gd name="connsiteY94" fmla="*/ 6050 h 566332"/>
                        <a:gd name="connsiteX95" fmla="*/ 180 w 118295"/>
                        <a:gd name="connsiteY95" fmla="*/ 0 h 566332"/>
                        <a:gd name="connsiteX96" fmla="*/ 0 w 118295"/>
                        <a:gd name="connsiteY96" fmla="*/ 0 h 566332"/>
                        <a:gd name="connsiteX97" fmla="*/ 0 w 118295"/>
                        <a:gd name="connsiteY97" fmla="*/ 6050 h 566332"/>
                        <a:gd name="connsiteX98" fmla="*/ 0 w 118295"/>
                        <a:gd name="connsiteY98" fmla="*/ 12099 h 566332"/>
                        <a:gd name="connsiteX99" fmla="*/ 0 w 118295"/>
                        <a:gd name="connsiteY99" fmla="*/ 18149 h 566332"/>
                        <a:gd name="connsiteX100" fmla="*/ 0 w 118295"/>
                        <a:gd name="connsiteY100" fmla="*/ 24199 h 566332"/>
                        <a:gd name="connsiteX101" fmla="*/ 0 w 118295"/>
                        <a:gd name="connsiteY101" fmla="*/ 30248 h 566332"/>
                        <a:gd name="connsiteX102" fmla="*/ 0 w 118295"/>
                        <a:gd name="connsiteY102" fmla="*/ 36298 h 566332"/>
                        <a:gd name="connsiteX103" fmla="*/ 0 w 118295"/>
                        <a:gd name="connsiteY103" fmla="*/ 42348 h 566332"/>
                        <a:gd name="connsiteX104" fmla="*/ 0 w 118295"/>
                        <a:gd name="connsiteY104" fmla="*/ 48398 h 566332"/>
                        <a:gd name="connsiteX105" fmla="*/ 0 w 118295"/>
                        <a:gd name="connsiteY105" fmla="*/ 54447 h 566332"/>
                        <a:gd name="connsiteX106" fmla="*/ 0 w 118295"/>
                        <a:gd name="connsiteY106" fmla="*/ 60497 h 566332"/>
                        <a:gd name="connsiteX107" fmla="*/ 0 w 118295"/>
                        <a:gd name="connsiteY107" fmla="*/ 66547 h 566332"/>
                        <a:gd name="connsiteX108" fmla="*/ 0 w 118295"/>
                        <a:gd name="connsiteY108" fmla="*/ 72596 h 566332"/>
                        <a:gd name="connsiteX109" fmla="*/ 0 w 118295"/>
                        <a:gd name="connsiteY109" fmla="*/ 78646 h 566332"/>
                        <a:gd name="connsiteX110" fmla="*/ 0 w 118295"/>
                        <a:gd name="connsiteY110" fmla="*/ 84696 h 566332"/>
                        <a:gd name="connsiteX111" fmla="*/ 0 w 118295"/>
                        <a:gd name="connsiteY111" fmla="*/ 90745 h 566332"/>
                        <a:gd name="connsiteX112" fmla="*/ 0 w 118295"/>
                        <a:gd name="connsiteY112" fmla="*/ 96795 h 566332"/>
                        <a:gd name="connsiteX113" fmla="*/ 0 w 118295"/>
                        <a:gd name="connsiteY113" fmla="*/ 102845 h 566332"/>
                        <a:gd name="connsiteX114" fmla="*/ 0 w 118295"/>
                        <a:gd name="connsiteY114" fmla="*/ 108895 h 566332"/>
                        <a:gd name="connsiteX115" fmla="*/ 0 w 118295"/>
                        <a:gd name="connsiteY115" fmla="*/ 114944 h 566332"/>
                        <a:gd name="connsiteX116" fmla="*/ 0 w 118295"/>
                        <a:gd name="connsiteY116" fmla="*/ 120971 h 566332"/>
                        <a:gd name="connsiteX117" fmla="*/ 0 w 118295"/>
                        <a:gd name="connsiteY117" fmla="*/ 127021 h 566332"/>
                        <a:gd name="connsiteX118" fmla="*/ 0 w 118295"/>
                        <a:gd name="connsiteY118" fmla="*/ 133071 h 566332"/>
                        <a:gd name="connsiteX119" fmla="*/ 0 w 118295"/>
                        <a:gd name="connsiteY119" fmla="*/ 139121 h 566332"/>
                        <a:gd name="connsiteX120" fmla="*/ 0 w 118295"/>
                        <a:gd name="connsiteY120" fmla="*/ 145170 h 566332"/>
                        <a:gd name="connsiteX121" fmla="*/ 0 w 118295"/>
                        <a:gd name="connsiteY121" fmla="*/ 151220 h 566332"/>
                        <a:gd name="connsiteX122" fmla="*/ 0 w 118295"/>
                        <a:gd name="connsiteY122" fmla="*/ 157270 h 566332"/>
                        <a:gd name="connsiteX123" fmla="*/ 0 w 118295"/>
                        <a:gd name="connsiteY123" fmla="*/ 163319 h 566332"/>
                        <a:gd name="connsiteX124" fmla="*/ 0 w 118295"/>
                        <a:gd name="connsiteY124" fmla="*/ 169369 h 566332"/>
                        <a:gd name="connsiteX125" fmla="*/ 0 w 118295"/>
                        <a:gd name="connsiteY125" fmla="*/ 175419 h 566332"/>
                        <a:gd name="connsiteX126" fmla="*/ 0 w 118295"/>
                        <a:gd name="connsiteY126" fmla="*/ 181468 h 566332"/>
                        <a:gd name="connsiteX127" fmla="*/ 0 w 118295"/>
                        <a:gd name="connsiteY127" fmla="*/ 187518 h 566332"/>
                        <a:gd name="connsiteX128" fmla="*/ 0 w 118295"/>
                        <a:gd name="connsiteY128" fmla="*/ 193568 h 566332"/>
                        <a:gd name="connsiteX129" fmla="*/ 0 w 118295"/>
                        <a:gd name="connsiteY129" fmla="*/ 199618 h 566332"/>
                        <a:gd name="connsiteX130" fmla="*/ 0 w 118295"/>
                        <a:gd name="connsiteY130" fmla="*/ 205667 h 566332"/>
                        <a:gd name="connsiteX131" fmla="*/ 0 w 118295"/>
                        <a:gd name="connsiteY131" fmla="*/ 211717 h 566332"/>
                        <a:gd name="connsiteX132" fmla="*/ 0 w 118295"/>
                        <a:gd name="connsiteY132" fmla="*/ 217767 h 566332"/>
                        <a:gd name="connsiteX133" fmla="*/ 0 w 118295"/>
                        <a:gd name="connsiteY133" fmla="*/ 223816 h 566332"/>
                        <a:gd name="connsiteX134" fmla="*/ 0 w 118295"/>
                        <a:gd name="connsiteY134" fmla="*/ 229866 h 566332"/>
                        <a:gd name="connsiteX135" fmla="*/ 0 w 118295"/>
                        <a:gd name="connsiteY135" fmla="*/ 235916 h 566332"/>
                        <a:gd name="connsiteX136" fmla="*/ 0 w 118295"/>
                        <a:gd name="connsiteY136" fmla="*/ 241965 h 566332"/>
                        <a:gd name="connsiteX137" fmla="*/ 0 w 118295"/>
                        <a:gd name="connsiteY137" fmla="*/ 248015 h 566332"/>
                        <a:gd name="connsiteX138" fmla="*/ 0 w 118295"/>
                        <a:gd name="connsiteY138" fmla="*/ 254065 h 566332"/>
                        <a:gd name="connsiteX139" fmla="*/ 0 w 118295"/>
                        <a:gd name="connsiteY139" fmla="*/ 260114 h 566332"/>
                        <a:gd name="connsiteX140" fmla="*/ 0 w 118295"/>
                        <a:gd name="connsiteY140" fmla="*/ 266164 h 566332"/>
                        <a:gd name="connsiteX141" fmla="*/ 0 w 118295"/>
                        <a:gd name="connsiteY141" fmla="*/ 272214 h 566332"/>
                        <a:gd name="connsiteX142" fmla="*/ 0 w 118295"/>
                        <a:gd name="connsiteY142" fmla="*/ 278241 h 566332"/>
                        <a:gd name="connsiteX143" fmla="*/ 0 w 118295"/>
                        <a:gd name="connsiteY143" fmla="*/ 284291 h 566332"/>
                        <a:gd name="connsiteX144" fmla="*/ 0 w 118295"/>
                        <a:gd name="connsiteY144" fmla="*/ 290340 h 566332"/>
                        <a:gd name="connsiteX145" fmla="*/ 0 w 118295"/>
                        <a:gd name="connsiteY145" fmla="*/ 296390 h 566332"/>
                        <a:gd name="connsiteX146" fmla="*/ 0 w 118295"/>
                        <a:gd name="connsiteY146" fmla="*/ 302440 h 566332"/>
                        <a:gd name="connsiteX147" fmla="*/ 0 w 118295"/>
                        <a:gd name="connsiteY147" fmla="*/ 308490 h 566332"/>
                        <a:gd name="connsiteX148" fmla="*/ 0 w 118295"/>
                        <a:gd name="connsiteY148" fmla="*/ 314539 h 566332"/>
                        <a:gd name="connsiteX149" fmla="*/ 0 w 118295"/>
                        <a:gd name="connsiteY149" fmla="*/ 320589 h 566332"/>
                        <a:gd name="connsiteX150" fmla="*/ 0 w 118295"/>
                        <a:gd name="connsiteY150" fmla="*/ 326639 h 566332"/>
                        <a:gd name="connsiteX151" fmla="*/ 0 w 118295"/>
                        <a:gd name="connsiteY151" fmla="*/ 332688 h 566332"/>
                        <a:gd name="connsiteX152" fmla="*/ 0 w 118295"/>
                        <a:gd name="connsiteY152" fmla="*/ 338738 h 566332"/>
                        <a:gd name="connsiteX153" fmla="*/ 0 w 118295"/>
                        <a:gd name="connsiteY153" fmla="*/ 344788 h 566332"/>
                        <a:gd name="connsiteX154" fmla="*/ 0 w 118295"/>
                        <a:gd name="connsiteY154" fmla="*/ 350837 h 566332"/>
                        <a:gd name="connsiteX155" fmla="*/ 0 w 118295"/>
                        <a:gd name="connsiteY155" fmla="*/ 356887 h 566332"/>
                        <a:gd name="connsiteX156" fmla="*/ 0 w 118295"/>
                        <a:gd name="connsiteY156" fmla="*/ 362937 h 566332"/>
                        <a:gd name="connsiteX157" fmla="*/ 0 w 118295"/>
                        <a:gd name="connsiteY157" fmla="*/ 368987 h 566332"/>
                        <a:gd name="connsiteX158" fmla="*/ 0 w 118295"/>
                        <a:gd name="connsiteY158" fmla="*/ 375036 h 566332"/>
                        <a:gd name="connsiteX159" fmla="*/ 0 w 118295"/>
                        <a:gd name="connsiteY159" fmla="*/ 381086 h 566332"/>
                        <a:gd name="connsiteX160" fmla="*/ 0 w 118295"/>
                        <a:gd name="connsiteY160" fmla="*/ 387136 h 566332"/>
                        <a:gd name="connsiteX161" fmla="*/ 0 w 118295"/>
                        <a:gd name="connsiteY161" fmla="*/ 393185 h 566332"/>
                        <a:gd name="connsiteX162" fmla="*/ 0 w 118295"/>
                        <a:gd name="connsiteY162" fmla="*/ 399235 h 566332"/>
                        <a:gd name="connsiteX163" fmla="*/ 0 w 118295"/>
                        <a:gd name="connsiteY163" fmla="*/ 405285 h 566332"/>
                        <a:gd name="connsiteX164" fmla="*/ 0 w 118295"/>
                        <a:gd name="connsiteY164" fmla="*/ 411334 h 566332"/>
                        <a:gd name="connsiteX165" fmla="*/ 0 w 118295"/>
                        <a:gd name="connsiteY165" fmla="*/ 417384 h 566332"/>
                        <a:gd name="connsiteX166" fmla="*/ 0 w 118295"/>
                        <a:gd name="connsiteY166" fmla="*/ 423434 h 566332"/>
                        <a:gd name="connsiteX167" fmla="*/ 0 w 118295"/>
                        <a:gd name="connsiteY167" fmla="*/ 429484 h 566332"/>
                        <a:gd name="connsiteX168" fmla="*/ 0 w 118295"/>
                        <a:gd name="connsiteY168" fmla="*/ 435533 h 566332"/>
                        <a:gd name="connsiteX169" fmla="*/ 0 w 118295"/>
                        <a:gd name="connsiteY169" fmla="*/ 441560 h 566332"/>
                        <a:gd name="connsiteX170" fmla="*/ 0 w 118295"/>
                        <a:gd name="connsiteY170" fmla="*/ 447610 h 566332"/>
                        <a:gd name="connsiteX171" fmla="*/ 0 w 118295"/>
                        <a:gd name="connsiteY171" fmla="*/ 453660 h 566332"/>
                        <a:gd name="connsiteX172" fmla="*/ 0 w 118295"/>
                        <a:gd name="connsiteY172" fmla="*/ 459709 h 566332"/>
                        <a:gd name="connsiteX173" fmla="*/ 0 w 118295"/>
                        <a:gd name="connsiteY173" fmla="*/ 465759 h 566332"/>
                        <a:gd name="connsiteX174" fmla="*/ 0 w 118295"/>
                        <a:gd name="connsiteY174" fmla="*/ 471809 h 566332"/>
                        <a:gd name="connsiteX175" fmla="*/ 0 w 118295"/>
                        <a:gd name="connsiteY175" fmla="*/ 477859 h 566332"/>
                        <a:gd name="connsiteX176" fmla="*/ 0 w 118295"/>
                        <a:gd name="connsiteY176" fmla="*/ 483908 h 566332"/>
                        <a:gd name="connsiteX177" fmla="*/ 0 w 118295"/>
                        <a:gd name="connsiteY177" fmla="*/ 489958 h 566332"/>
                        <a:gd name="connsiteX178" fmla="*/ 0 w 118295"/>
                        <a:gd name="connsiteY178" fmla="*/ 496008 h 566332"/>
                        <a:gd name="connsiteX179" fmla="*/ 0 w 118295"/>
                        <a:gd name="connsiteY179" fmla="*/ 502057 h 566332"/>
                        <a:gd name="connsiteX180" fmla="*/ 0 w 118295"/>
                        <a:gd name="connsiteY180" fmla="*/ 508107 h 566332"/>
                        <a:gd name="connsiteX181" fmla="*/ 0 w 118295"/>
                        <a:gd name="connsiteY181" fmla="*/ 514157 h 566332"/>
                        <a:gd name="connsiteX182" fmla="*/ 0 w 118295"/>
                        <a:gd name="connsiteY182" fmla="*/ 520207 h 566332"/>
                        <a:gd name="connsiteX183" fmla="*/ 0 w 118295"/>
                        <a:gd name="connsiteY183" fmla="*/ 526256 h 566332"/>
                        <a:gd name="connsiteX184" fmla="*/ 0 w 118295"/>
                        <a:gd name="connsiteY184" fmla="*/ 532306 h 566332"/>
                        <a:gd name="connsiteX185" fmla="*/ 0 w 118295"/>
                        <a:gd name="connsiteY185" fmla="*/ 538356 h 566332"/>
                        <a:gd name="connsiteX186" fmla="*/ 0 w 118295"/>
                        <a:gd name="connsiteY186" fmla="*/ 544405 h 566332"/>
                        <a:gd name="connsiteX187" fmla="*/ 0 w 118295"/>
                        <a:gd name="connsiteY187" fmla="*/ 550455 h 566332"/>
                        <a:gd name="connsiteX188" fmla="*/ 0 w 118295"/>
                        <a:gd name="connsiteY188" fmla="*/ 556505 h 566332"/>
                        <a:gd name="connsiteX189" fmla="*/ 0 w 118295"/>
                        <a:gd name="connsiteY189" fmla="*/ 562554 h 566332"/>
                        <a:gd name="connsiteX190" fmla="*/ 0 w 118295"/>
                        <a:gd name="connsiteY190" fmla="*/ 566333 h 566332"/>
                        <a:gd name="connsiteX191" fmla="*/ 697 w 118295"/>
                        <a:gd name="connsiteY191" fmla="*/ 566333 h 566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Lst>
                      <a:rect l="l" t="t" r="r" b="b"/>
                      <a:pathLst>
                        <a:path w="118295" h="566332">
                          <a:moveTo>
                            <a:pt x="697" y="566333"/>
                          </a:moveTo>
                          <a:lnTo>
                            <a:pt x="1260" y="566333"/>
                          </a:lnTo>
                          <a:lnTo>
                            <a:pt x="1529" y="562554"/>
                          </a:lnTo>
                          <a:lnTo>
                            <a:pt x="2069" y="556505"/>
                          </a:lnTo>
                          <a:lnTo>
                            <a:pt x="2766" y="550455"/>
                          </a:lnTo>
                          <a:lnTo>
                            <a:pt x="3621" y="544405"/>
                          </a:lnTo>
                          <a:lnTo>
                            <a:pt x="4723" y="538356"/>
                          </a:lnTo>
                          <a:lnTo>
                            <a:pt x="6050" y="532306"/>
                          </a:lnTo>
                          <a:lnTo>
                            <a:pt x="7669" y="526256"/>
                          </a:lnTo>
                          <a:lnTo>
                            <a:pt x="9581" y="520207"/>
                          </a:lnTo>
                          <a:lnTo>
                            <a:pt x="11807" y="514157"/>
                          </a:lnTo>
                          <a:lnTo>
                            <a:pt x="14393" y="508107"/>
                          </a:lnTo>
                          <a:lnTo>
                            <a:pt x="17340" y="502057"/>
                          </a:lnTo>
                          <a:lnTo>
                            <a:pt x="20623" y="496008"/>
                          </a:lnTo>
                          <a:lnTo>
                            <a:pt x="24244" y="489958"/>
                          </a:lnTo>
                          <a:lnTo>
                            <a:pt x="28202" y="483908"/>
                          </a:lnTo>
                          <a:lnTo>
                            <a:pt x="32453" y="477859"/>
                          </a:lnTo>
                          <a:lnTo>
                            <a:pt x="36973" y="471809"/>
                          </a:lnTo>
                          <a:lnTo>
                            <a:pt x="41696" y="465759"/>
                          </a:lnTo>
                          <a:lnTo>
                            <a:pt x="46621" y="459709"/>
                          </a:lnTo>
                          <a:lnTo>
                            <a:pt x="51659" y="453660"/>
                          </a:lnTo>
                          <a:lnTo>
                            <a:pt x="56764" y="447610"/>
                          </a:lnTo>
                          <a:lnTo>
                            <a:pt x="61891" y="441560"/>
                          </a:lnTo>
                          <a:lnTo>
                            <a:pt x="66997" y="435533"/>
                          </a:lnTo>
                          <a:lnTo>
                            <a:pt x="72012" y="429484"/>
                          </a:lnTo>
                          <a:lnTo>
                            <a:pt x="76937" y="423434"/>
                          </a:lnTo>
                          <a:lnTo>
                            <a:pt x="81682" y="417384"/>
                          </a:lnTo>
                          <a:lnTo>
                            <a:pt x="86225" y="411334"/>
                          </a:lnTo>
                          <a:lnTo>
                            <a:pt x="90543" y="405285"/>
                          </a:lnTo>
                          <a:lnTo>
                            <a:pt x="94614" y="399235"/>
                          </a:lnTo>
                          <a:lnTo>
                            <a:pt x="98392" y="393185"/>
                          </a:lnTo>
                          <a:lnTo>
                            <a:pt x="101878" y="387136"/>
                          </a:lnTo>
                          <a:lnTo>
                            <a:pt x="105049" y="381086"/>
                          </a:lnTo>
                          <a:lnTo>
                            <a:pt x="107860" y="375036"/>
                          </a:lnTo>
                          <a:lnTo>
                            <a:pt x="110357" y="368987"/>
                          </a:lnTo>
                          <a:lnTo>
                            <a:pt x="112493" y="362937"/>
                          </a:lnTo>
                          <a:lnTo>
                            <a:pt x="114292" y="356887"/>
                          </a:lnTo>
                          <a:lnTo>
                            <a:pt x="115754" y="350837"/>
                          </a:lnTo>
                          <a:lnTo>
                            <a:pt x="116879" y="344788"/>
                          </a:lnTo>
                          <a:lnTo>
                            <a:pt x="117666" y="338738"/>
                          </a:lnTo>
                          <a:lnTo>
                            <a:pt x="118138" y="332688"/>
                          </a:lnTo>
                          <a:lnTo>
                            <a:pt x="118295" y="326639"/>
                          </a:lnTo>
                          <a:lnTo>
                            <a:pt x="118115" y="320589"/>
                          </a:lnTo>
                          <a:lnTo>
                            <a:pt x="117643" y="314539"/>
                          </a:lnTo>
                          <a:lnTo>
                            <a:pt x="116856" y="308490"/>
                          </a:lnTo>
                          <a:lnTo>
                            <a:pt x="115732" y="302440"/>
                          </a:lnTo>
                          <a:lnTo>
                            <a:pt x="114292" y="296390"/>
                          </a:lnTo>
                          <a:lnTo>
                            <a:pt x="112515" y="290340"/>
                          </a:lnTo>
                          <a:lnTo>
                            <a:pt x="110402" y="284291"/>
                          </a:lnTo>
                          <a:lnTo>
                            <a:pt x="107927" y="278241"/>
                          </a:lnTo>
                          <a:lnTo>
                            <a:pt x="105116" y="272214"/>
                          </a:lnTo>
                          <a:lnTo>
                            <a:pt x="101968" y="266164"/>
                          </a:lnTo>
                          <a:lnTo>
                            <a:pt x="98527" y="260114"/>
                          </a:lnTo>
                          <a:lnTo>
                            <a:pt x="94771" y="254065"/>
                          </a:lnTo>
                          <a:lnTo>
                            <a:pt x="90790" y="248015"/>
                          </a:lnTo>
                          <a:lnTo>
                            <a:pt x="86630" y="241965"/>
                          </a:lnTo>
                          <a:lnTo>
                            <a:pt x="82312" y="235916"/>
                          </a:lnTo>
                          <a:lnTo>
                            <a:pt x="77949" y="229866"/>
                          </a:lnTo>
                          <a:lnTo>
                            <a:pt x="73564" y="223816"/>
                          </a:lnTo>
                          <a:lnTo>
                            <a:pt x="69223" y="217767"/>
                          </a:lnTo>
                          <a:lnTo>
                            <a:pt x="64995" y="211717"/>
                          </a:lnTo>
                          <a:lnTo>
                            <a:pt x="60902" y="205667"/>
                          </a:lnTo>
                          <a:lnTo>
                            <a:pt x="56989" y="199618"/>
                          </a:lnTo>
                          <a:lnTo>
                            <a:pt x="53278" y="193568"/>
                          </a:lnTo>
                          <a:lnTo>
                            <a:pt x="49769" y="187518"/>
                          </a:lnTo>
                          <a:lnTo>
                            <a:pt x="46464" y="181468"/>
                          </a:lnTo>
                          <a:lnTo>
                            <a:pt x="43337" y="175419"/>
                          </a:lnTo>
                          <a:lnTo>
                            <a:pt x="40391" y="169369"/>
                          </a:lnTo>
                          <a:lnTo>
                            <a:pt x="37558" y="163319"/>
                          </a:lnTo>
                          <a:lnTo>
                            <a:pt x="34859" y="157270"/>
                          </a:lnTo>
                          <a:lnTo>
                            <a:pt x="32228" y="151220"/>
                          </a:lnTo>
                          <a:lnTo>
                            <a:pt x="29664" y="145170"/>
                          </a:lnTo>
                          <a:lnTo>
                            <a:pt x="27168" y="139121"/>
                          </a:lnTo>
                          <a:lnTo>
                            <a:pt x="24739" y="133071"/>
                          </a:lnTo>
                          <a:lnTo>
                            <a:pt x="22355" y="127021"/>
                          </a:lnTo>
                          <a:lnTo>
                            <a:pt x="20016" y="120971"/>
                          </a:lnTo>
                          <a:lnTo>
                            <a:pt x="17767" y="114944"/>
                          </a:lnTo>
                          <a:lnTo>
                            <a:pt x="15630" y="108895"/>
                          </a:lnTo>
                          <a:lnTo>
                            <a:pt x="13584" y="102845"/>
                          </a:lnTo>
                          <a:lnTo>
                            <a:pt x="11695" y="96795"/>
                          </a:lnTo>
                          <a:lnTo>
                            <a:pt x="9940" y="90745"/>
                          </a:lnTo>
                          <a:lnTo>
                            <a:pt x="8344" y="84696"/>
                          </a:lnTo>
                          <a:lnTo>
                            <a:pt x="6904" y="78646"/>
                          </a:lnTo>
                          <a:lnTo>
                            <a:pt x="5645" y="72596"/>
                          </a:lnTo>
                          <a:lnTo>
                            <a:pt x="4565" y="66547"/>
                          </a:lnTo>
                          <a:lnTo>
                            <a:pt x="3621" y="60497"/>
                          </a:lnTo>
                          <a:lnTo>
                            <a:pt x="2856" y="54447"/>
                          </a:lnTo>
                          <a:lnTo>
                            <a:pt x="2204" y="48398"/>
                          </a:lnTo>
                          <a:lnTo>
                            <a:pt x="1687" y="42348"/>
                          </a:lnTo>
                          <a:lnTo>
                            <a:pt x="1260" y="36298"/>
                          </a:lnTo>
                          <a:lnTo>
                            <a:pt x="945" y="30248"/>
                          </a:lnTo>
                          <a:lnTo>
                            <a:pt x="697" y="24199"/>
                          </a:lnTo>
                          <a:lnTo>
                            <a:pt x="495" y="18149"/>
                          </a:lnTo>
                          <a:lnTo>
                            <a:pt x="360" y="12099"/>
                          </a:lnTo>
                          <a:lnTo>
                            <a:pt x="247" y="6050"/>
                          </a:lnTo>
                          <a:lnTo>
                            <a:pt x="180" y="0"/>
                          </a:lnTo>
                          <a:lnTo>
                            <a:pt x="0" y="0"/>
                          </a:lnTo>
                          <a:lnTo>
                            <a:pt x="0" y="6050"/>
                          </a:lnTo>
                          <a:lnTo>
                            <a:pt x="0" y="12099"/>
                          </a:lnTo>
                          <a:lnTo>
                            <a:pt x="0" y="18149"/>
                          </a:lnTo>
                          <a:lnTo>
                            <a:pt x="0" y="24199"/>
                          </a:lnTo>
                          <a:lnTo>
                            <a:pt x="0" y="30248"/>
                          </a:lnTo>
                          <a:lnTo>
                            <a:pt x="0" y="36298"/>
                          </a:lnTo>
                          <a:lnTo>
                            <a:pt x="0" y="42348"/>
                          </a:lnTo>
                          <a:lnTo>
                            <a:pt x="0" y="48398"/>
                          </a:lnTo>
                          <a:lnTo>
                            <a:pt x="0" y="54447"/>
                          </a:lnTo>
                          <a:lnTo>
                            <a:pt x="0" y="60497"/>
                          </a:lnTo>
                          <a:lnTo>
                            <a:pt x="0" y="66547"/>
                          </a:lnTo>
                          <a:lnTo>
                            <a:pt x="0" y="72596"/>
                          </a:lnTo>
                          <a:lnTo>
                            <a:pt x="0" y="78646"/>
                          </a:lnTo>
                          <a:lnTo>
                            <a:pt x="0" y="84696"/>
                          </a:lnTo>
                          <a:lnTo>
                            <a:pt x="0" y="90745"/>
                          </a:lnTo>
                          <a:lnTo>
                            <a:pt x="0" y="96795"/>
                          </a:lnTo>
                          <a:lnTo>
                            <a:pt x="0" y="102845"/>
                          </a:lnTo>
                          <a:lnTo>
                            <a:pt x="0" y="108895"/>
                          </a:lnTo>
                          <a:lnTo>
                            <a:pt x="0" y="114944"/>
                          </a:lnTo>
                          <a:lnTo>
                            <a:pt x="0" y="120971"/>
                          </a:lnTo>
                          <a:lnTo>
                            <a:pt x="0" y="127021"/>
                          </a:lnTo>
                          <a:lnTo>
                            <a:pt x="0" y="133071"/>
                          </a:lnTo>
                          <a:lnTo>
                            <a:pt x="0" y="139121"/>
                          </a:lnTo>
                          <a:lnTo>
                            <a:pt x="0" y="145170"/>
                          </a:lnTo>
                          <a:lnTo>
                            <a:pt x="0" y="151220"/>
                          </a:lnTo>
                          <a:lnTo>
                            <a:pt x="0" y="157270"/>
                          </a:lnTo>
                          <a:lnTo>
                            <a:pt x="0" y="163319"/>
                          </a:lnTo>
                          <a:lnTo>
                            <a:pt x="0" y="169369"/>
                          </a:lnTo>
                          <a:lnTo>
                            <a:pt x="0" y="175419"/>
                          </a:lnTo>
                          <a:lnTo>
                            <a:pt x="0" y="181468"/>
                          </a:lnTo>
                          <a:lnTo>
                            <a:pt x="0" y="187518"/>
                          </a:lnTo>
                          <a:lnTo>
                            <a:pt x="0" y="193568"/>
                          </a:lnTo>
                          <a:lnTo>
                            <a:pt x="0" y="199618"/>
                          </a:lnTo>
                          <a:lnTo>
                            <a:pt x="0" y="205667"/>
                          </a:lnTo>
                          <a:lnTo>
                            <a:pt x="0" y="211717"/>
                          </a:lnTo>
                          <a:lnTo>
                            <a:pt x="0" y="217767"/>
                          </a:lnTo>
                          <a:lnTo>
                            <a:pt x="0" y="223816"/>
                          </a:lnTo>
                          <a:lnTo>
                            <a:pt x="0" y="229866"/>
                          </a:lnTo>
                          <a:lnTo>
                            <a:pt x="0" y="235916"/>
                          </a:lnTo>
                          <a:lnTo>
                            <a:pt x="0" y="241965"/>
                          </a:lnTo>
                          <a:lnTo>
                            <a:pt x="0" y="248015"/>
                          </a:lnTo>
                          <a:lnTo>
                            <a:pt x="0" y="254065"/>
                          </a:lnTo>
                          <a:lnTo>
                            <a:pt x="0" y="260114"/>
                          </a:lnTo>
                          <a:lnTo>
                            <a:pt x="0" y="266164"/>
                          </a:lnTo>
                          <a:lnTo>
                            <a:pt x="0" y="272214"/>
                          </a:lnTo>
                          <a:lnTo>
                            <a:pt x="0" y="278241"/>
                          </a:lnTo>
                          <a:lnTo>
                            <a:pt x="0" y="284291"/>
                          </a:lnTo>
                          <a:lnTo>
                            <a:pt x="0" y="290340"/>
                          </a:lnTo>
                          <a:lnTo>
                            <a:pt x="0" y="296390"/>
                          </a:lnTo>
                          <a:lnTo>
                            <a:pt x="0" y="302440"/>
                          </a:lnTo>
                          <a:lnTo>
                            <a:pt x="0" y="308490"/>
                          </a:lnTo>
                          <a:lnTo>
                            <a:pt x="0" y="314539"/>
                          </a:lnTo>
                          <a:lnTo>
                            <a:pt x="0" y="320589"/>
                          </a:lnTo>
                          <a:lnTo>
                            <a:pt x="0" y="326639"/>
                          </a:lnTo>
                          <a:lnTo>
                            <a:pt x="0" y="332688"/>
                          </a:lnTo>
                          <a:lnTo>
                            <a:pt x="0" y="338738"/>
                          </a:lnTo>
                          <a:lnTo>
                            <a:pt x="0" y="344788"/>
                          </a:lnTo>
                          <a:lnTo>
                            <a:pt x="0" y="350837"/>
                          </a:lnTo>
                          <a:lnTo>
                            <a:pt x="0" y="356887"/>
                          </a:lnTo>
                          <a:lnTo>
                            <a:pt x="0" y="362937"/>
                          </a:lnTo>
                          <a:lnTo>
                            <a:pt x="0" y="368987"/>
                          </a:lnTo>
                          <a:lnTo>
                            <a:pt x="0" y="375036"/>
                          </a:lnTo>
                          <a:lnTo>
                            <a:pt x="0" y="381086"/>
                          </a:lnTo>
                          <a:lnTo>
                            <a:pt x="0" y="387136"/>
                          </a:lnTo>
                          <a:lnTo>
                            <a:pt x="0" y="393185"/>
                          </a:lnTo>
                          <a:lnTo>
                            <a:pt x="0" y="399235"/>
                          </a:lnTo>
                          <a:lnTo>
                            <a:pt x="0" y="405285"/>
                          </a:lnTo>
                          <a:lnTo>
                            <a:pt x="0" y="411334"/>
                          </a:lnTo>
                          <a:lnTo>
                            <a:pt x="0" y="417384"/>
                          </a:lnTo>
                          <a:lnTo>
                            <a:pt x="0" y="423434"/>
                          </a:lnTo>
                          <a:lnTo>
                            <a:pt x="0" y="429484"/>
                          </a:lnTo>
                          <a:lnTo>
                            <a:pt x="0" y="435533"/>
                          </a:lnTo>
                          <a:lnTo>
                            <a:pt x="0" y="441560"/>
                          </a:lnTo>
                          <a:lnTo>
                            <a:pt x="0" y="447610"/>
                          </a:lnTo>
                          <a:lnTo>
                            <a:pt x="0" y="453660"/>
                          </a:lnTo>
                          <a:lnTo>
                            <a:pt x="0" y="459709"/>
                          </a:lnTo>
                          <a:lnTo>
                            <a:pt x="0" y="465759"/>
                          </a:lnTo>
                          <a:lnTo>
                            <a:pt x="0" y="471809"/>
                          </a:lnTo>
                          <a:lnTo>
                            <a:pt x="0" y="477859"/>
                          </a:lnTo>
                          <a:lnTo>
                            <a:pt x="0" y="483908"/>
                          </a:lnTo>
                          <a:lnTo>
                            <a:pt x="0" y="489958"/>
                          </a:lnTo>
                          <a:lnTo>
                            <a:pt x="0" y="496008"/>
                          </a:lnTo>
                          <a:lnTo>
                            <a:pt x="0" y="502057"/>
                          </a:lnTo>
                          <a:lnTo>
                            <a:pt x="0" y="508107"/>
                          </a:lnTo>
                          <a:lnTo>
                            <a:pt x="0" y="514157"/>
                          </a:lnTo>
                          <a:lnTo>
                            <a:pt x="0" y="520207"/>
                          </a:lnTo>
                          <a:lnTo>
                            <a:pt x="0" y="526256"/>
                          </a:lnTo>
                          <a:lnTo>
                            <a:pt x="0" y="532306"/>
                          </a:lnTo>
                          <a:lnTo>
                            <a:pt x="0" y="538356"/>
                          </a:lnTo>
                          <a:lnTo>
                            <a:pt x="0" y="544405"/>
                          </a:lnTo>
                          <a:lnTo>
                            <a:pt x="0" y="550455"/>
                          </a:lnTo>
                          <a:lnTo>
                            <a:pt x="0" y="556505"/>
                          </a:lnTo>
                          <a:lnTo>
                            <a:pt x="0" y="562554"/>
                          </a:lnTo>
                          <a:lnTo>
                            <a:pt x="0" y="566333"/>
                          </a:lnTo>
                          <a:lnTo>
                            <a:pt x="697" y="566333"/>
                          </a:lnTo>
                          <a:close/>
                        </a:path>
                      </a:pathLst>
                    </a:custGeom>
                    <a:solidFill>
                      <a:srgbClr val="B4AED3">
                        <a:alpha val="50000"/>
                      </a:srgbClr>
                    </a:solidFill>
                    <a:ln w="2249" cap="flat">
                      <a:noFill/>
                      <a:prstDash val="solid"/>
                      <a:miter/>
                    </a:ln>
                  </p:spPr>
                  <p:txBody>
                    <a:bodyPr rtlCol="0" anchor="ctr"/>
                    <a:lstStyle/>
                    <a:p>
                      <a:endParaRPr lang="en-US"/>
                    </a:p>
                  </p:txBody>
                </p:sp>
                <p:sp>
                  <p:nvSpPr>
                    <p:cNvPr id="209" name="Freeform 208">
                      <a:extLst>
                        <a:ext uri="{FF2B5EF4-FFF2-40B4-BE49-F238E27FC236}">
                          <a16:creationId xmlns:a16="http://schemas.microsoft.com/office/drawing/2014/main" id="{4CD81F63-FB97-513B-7E53-75DE630F6493}"/>
                        </a:ext>
                      </a:extLst>
                    </p:cNvPr>
                    <p:cNvSpPr/>
                    <p:nvPr/>
                  </p:nvSpPr>
                  <p:spPr>
                    <a:xfrm>
                      <a:off x="7341069" y="480770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10" name="Freeform 209">
                      <a:extLst>
                        <a:ext uri="{FF2B5EF4-FFF2-40B4-BE49-F238E27FC236}">
                          <a16:creationId xmlns:a16="http://schemas.microsoft.com/office/drawing/2014/main" id="{F6D98AE0-517E-E34E-8607-C00EA6A6F923}"/>
                        </a:ext>
                      </a:extLst>
                    </p:cNvPr>
                    <p:cNvSpPr/>
                    <p:nvPr/>
                  </p:nvSpPr>
                  <p:spPr>
                    <a:xfrm>
                      <a:off x="7288365" y="545701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11" name="Freeform 210">
                      <a:extLst>
                        <a:ext uri="{FF2B5EF4-FFF2-40B4-BE49-F238E27FC236}">
                          <a16:creationId xmlns:a16="http://schemas.microsoft.com/office/drawing/2014/main" id="{8178151D-FAF0-60ED-461A-0CF548143292}"/>
                        </a:ext>
                      </a:extLst>
                    </p:cNvPr>
                    <p:cNvSpPr/>
                    <p:nvPr/>
                  </p:nvSpPr>
                  <p:spPr>
                    <a:xfrm>
                      <a:off x="7296530" y="5478912"/>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12" name="Freeform 211">
                      <a:extLst>
                        <a:ext uri="{FF2B5EF4-FFF2-40B4-BE49-F238E27FC236}">
                          <a16:creationId xmlns:a16="http://schemas.microsoft.com/office/drawing/2014/main" id="{0830374D-44F2-CA81-60F4-17CE73AC4F2F}"/>
                        </a:ext>
                      </a:extLst>
                    </p:cNvPr>
                    <p:cNvSpPr/>
                    <p:nvPr/>
                  </p:nvSpPr>
                  <p:spPr>
                    <a:xfrm>
                      <a:off x="7281376" y="5190626"/>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13" name="Freeform 212">
                      <a:extLst>
                        <a:ext uri="{FF2B5EF4-FFF2-40B4-BE49-F238E27FC236}">
                          <a16:creationId xmlns:a16="http://schemas.microsoft.com/office/drawing/2014/main" id="{14E482D3-4C88-5594-FB85-FEFD2E160042}"/>
                        </a:ext>
                      </a:extLst>
                    </p:cNvPr>
                    <p:cNvSpPr/>
                    <p:nvPr/>
                  </p:nvSpPr>
                  <p:spPr>
                    <a:xfrm>
                      <a:off x="7360604" y="525057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14" name="Freeform 213">
                      <a:extLst>
                        <a:ext uri="{FF2B5EF4-FFF2-40B4-BE49-F238E27FC236}">
                          <a16:creationId xmlns:a16="http://schemas.microsoft.com/office/drawing/2014/main" id="{19E87F1C-1E6C-E3F5-C0D0-2E6FCF9A3835}"/>
                        </a:ext>
                      </a:extLst>
                    </p:cNvPr>
                    <p:cNvSpPr/>
                    <p:nvPr/>
                  </p:nvSpPr>
                  <p:spPr>
                    <a:xfrm>
                      <a:off x="7339808" y="5481604"/>
                      <a:ext cx="44285" cy="44285"/>
                    </a:xfrm>
                    <a:custGeom>
                      <a:avLst/>
                      <a:gdLst>
                        <a:gd name="connsiteX0" fmla="*/ 11829 w 11829"/>
                        <a:gd name="connsiteY0" fmla="*/ 5915 h 11829"/>
                        <a:gd name="connsiteX1" fmla="*/ 5914 w 11829"/>
                        <a:gd name="connsiteY1" fmla="*/ 0 h 11829"/>
                        <a:gd name="connsiteX2" fmla="*/ 0 w 11829"/>
                        <a:gd name="connsiteY2" fmla="*/ 5915 h 11829"/>
                        <a:gd name="connsiteX3" fmla="*/ 5914 w 11829"/>
                        <a:gd name="connsiteY3" fmla="*/ 11830 h 11829"/>
                        <a:gd name="connsiteX4" fmla="*/ 11829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29" y="5915"/>
                          </a:moveTo>
                          <a:cubicBezTo>
                            <a:pt x="11829" y="2654"/>
                            <a:pt x="9176" y="0"/>
                            <a:pt x="5914" y="0"/>
                          </a:cubicBezTo>
                          <a:cubicBezTo>
                            <a:pt x="2654" y="0"/>
                            <a:pt x="0" y="2654"/>
                            <a:pt x="0" y="5915"/>
                          </a:cubicBezTo>
                          <a:cubicBezTo>
                            <a:pt x="0" y="9176"/>
                            <a:pt x="2654" y="11830"/>
                            <a:pt x="5914" y="11830"/>
                          </a:cubicBezTo>
                          <a:cubicBezTo>
                            <a:pt x="9176" y="11830"/>
                            <a:pt x="11829" y="9176"/>
                            <a:pt x="11829"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15" name="Freeform 214">
                      <a:extLst>
                        <a:ext uri="{FF2B5EF4-FFF2-40B4-BE49-F238E27FC236}">
                          <a16:creationId xmlns:a16="http://schemas.microsoft.com/office/drawing/2014/main" id="{083150BF-E423-CAB4-EB8A-179EB9149FBF}"/>
                        </a:ext>
                      </a:extLst>
                    </p:cNvPr>
                    <p:cNvSpPr/>
                    <p:nvPr/>
                  </p:nvSpPr>
                  <p:spPr>
                    <a:xfrm>
                      <a:off x="7291731" y="4746836"/>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16" name="Freeform 215">
                      <a:extLst>
                        <a:ext uri="{FF2B5EF4-FFF2-40B4-BE49-F238E27FC236}">
                          <a16:creationId xmlns:a16="http://schemas.microsoft.com/office/drawing/2014/main" id="{66520F97-5AE1-2A68-24CF-2184E9C09F7B}"/>
                        </a:ext>
                      </a:extLst>
                    </p:cNvPr>
                    <p:cNvSpPr/>
                    <p:nvPr/>
                  </p:nvSpPr>
                  <p:spPr>
                    <a:xfrm>
                      <a:off x="7164174" y="5004891"/>
                      <a:ext cx="44285" cy="44285"/>
                    </a:xfrm>
                    <a:custGeom>
                      <a:avLst/>
                      <a:gdLst>
                        <a:gd name="connsiteX0" fmla="*/ 11830 w 11829"/>
                        <a:gd name="connsiteY0" fmla="*/ 5870 h 11829"/>
                        <a:gd name="connsiteX1" fmla="*/ 5870 w 11829"/>
                        <a:gd name="connsiteY1" fmla="*/ 0 h 11829"/>
                        <a:gd name="connsiteX2" fmla="*/ 0 w 11829"/>
                        <a:gd name="connsiteY2" fmla="*/ 5960 h 11829"/>
                        <a:gd name="connsiteX3" fmla="*/ 5960 w 11829"/>
                        <a:gd name="connsiteY3" fmla="*/ 11830 h 11829"/>
                        <a:gd name="connsiteX4" fmla="*/ 11830 w 11829"/>
                        <a:gd name="connsiteY4" fmla="*/ 5870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870"/>
                          </a:moveTo>
                          <a:cubicBezTo>
                            <a:pt x="11807" y="2609"/>
                            <a:pt x="9131" y="-22"/>
                            <a:pt x="5870" y="0"/>
                          </a:cubicBezTo>
                          <a:cubicBezTo>
                            <a:pt x="2609" y="23"/>
                            <a:pt x="-22" y="2699"/>
                            <a:pt x="0" y="5960"/>
                          </a:cubicBezTo>
                          <a:cubicBezTo>
                            <a:pt x="23" y="9221"/>
                            <a:pt x="2699" y="11852"/>
                            <a:pt x="5960" y="11830"/>
                          </a:cubicBezTo>
                          <a:cubicBezTo>
                            <a:pt x="9221" y="11807"/>
                            <a:pt x="11852" y="9131"/>
                            <a:pt x="11830" y="5870"/>
                          </a:cubicBezTo>
                          <a:close/>
                        </a:path>
                      </a:pathLst>
                    </a:custGeom>
                    <a:solidFill>
                      <a:srgbClr val="B4AED3">
                        <a:alpha val="60000"/>
                      </a:srgbClr>
                    </a:solidFill>
                    <a:ln w="2249" cap="flat">
                      <a:noFill/>
                      <a:prstDash val="solid"/>
                      <a:miter/>
                    </a:ln>
                  </p:spPr>
                  <p:txBody>
                    <a:bodyPr rtlCol="0" anchor="ctr"/>
                    <a:lstStyle/>
                    <a:p>
                      <a:endParaRPr lang="en-US"/>
                    </a:p>
                  </p:txBody>
                </p:sp>
                <p:sp>
                  <p:nvSpPr>
                    <p:cNvPr id="217" name="Freeform 216">
                      <a:extLst>
                        <a:ext uri="{FF2B5EF4-FFF2-40B4-BE49-F238E27FC236}">
                          <a16:creationId xmlns:a16="http://schemas.microsoft.com/office/drawing/2014/main" id="{F9185AE7-A753-970F-B8C4-1F00E65E38D3}"/>
                        </a:ext>
                      </a:extLst>
                    </p:cNvPr>
                    <p:cNvSpPr/>
                    <p:nvPr/>
                  </p:nvSpPr>
                  <p:spPr>
                    <a:xfrm>
                      <a:off x="7281039" y="4580970"/>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18" name="Freeform 217">
                      <a:extLst>
                        <a:ext uri="{FF2B5EF4-FFF2-40B4-BE49-F238E27FC236}">
                          <a16:creationId xmlns:a16="http://schemas.microsoft.com/office/drawing/2014/main" id="{8844B2E3-41EC-10C5-2686-F8E37FC8AB12}"/>
                        </a:ext>
                      </a:extLst>
                    </p:cNvPr>
                    <p:cNvSpPr/>
                    <p:nvPr/>
                  </p:nvSpPr>
                  <p:spPr>
                    <a:xfrm>
                      <a:off x="7236836" y="5443803"/>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19" name="Freeform 218">
                      <a:extLst>
                        <a:ext uri="{FF2B5EF4-FFF2-40B4-BE49-F238E27FC236}">
                          <a16:creationId xmlns:a16="http://schemas.microsoft.com/office/drawing/2014/main" id="{90E41348-3285-6790-F7B5-A94FE8B3D66B}"/>
                        </a:ext>
                      </a:extLst>
                    </p:cNvPr>
                    <p:cNvSpPr/>
                    <p:nvPr/>
                  </p:nvSpPr>
                  <p:spPr>
                    <a:xfrm>
                      <a:off x="7254686" y="530117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20" name="Freeform 219">
                      <a:extLst>
                        <a:ext uri="{FF2B5EF4-FFF2-40B4-BE49-F238E27FC236}">
                          <a16:creationId xmlns:a16="http://schemas.microsoft.com/office/drawing/2014/main" id="{19CB640C-2DC9-7CB7-2D0E-4556026972D2}"/>
                        </a:ext>
                      </a:extLst>
                    </p:cNvPr>
                    <p:cNvSpPr/>
                    <p:nvPr/>
                  </p:nvSpPr>
                  <p:spPr>
                    <a:xfrm>
                      <a:off x="7356984" y="4960352"/>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21" name="Freeform 220">
                      <a:extLst>
                        <a:ext uri="{FF2B5EF4-FFF2-40B4-BE49-F238E27FC236}">
                          <a16:creationId xmlns:a16="http://schemas.microsoft.com/office/drawing/2014/main" id="{403471B0-2D12-FBAB-8431-821CBFED98B2}"/>
                        </a:ext>
                      </a:extLst>
                    </p:cNvPr>
                    <p:cNvSpPr/>
                    <p:nvPr/>
                  </p:nvSpPr>
                  <p:spPr>
                    <a:xfrm>
                      <a:off x="7159124" y="5563696"/>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22" name="Freeform 221">
                      <a:extLst>
                        <a:ext uri="{FF2B5EF4-FFF2-40B4-BE49-F238E27FC236}">
                          <a16:creationId xmlns:a16="http://schemas.microsoft.com/office/drawing/2014/main" id="{DAB0D37E-95D1-A2D4-4BFC-F63A2B9001A7}"/>
                        </a:ext>
                      </a:extLst>
                    </p:cNvPr>
                    <p:cNvSpPr/>
                    <p:nvPr/>
                  </p:nvSpPr>
                  <p:spPr>
                    <a:xfrm>
                      <a:off x="7312445" y="5693020"/>
                      <a:ext cx="44285" cy="44285"/>
                    </a:xfrm>
                    <a:custGeom>
                      <a:avLst/>
                      <a:gdLst>
                        <a:gd name="connsiteX0" fmla="*/ 11829 w 11829"/>
                        <a:gd name="connsiteY0" fmla="*/ 5915 h 11829"/>
                        <a:gd name="connsiteX1" fmla="*/ 5914 w 11829"/>
                        <a:gd name="connsiteY1" fmla="*/ 0 h 11829"/>
                        <a:gd name="connsiteX2" fmla="*/ 0 w 11829"/>
                        <a:gd name="connsiteY2" fmla="*/ 5915 h 11829"/>
                        <a:gd name="connsiteX3" fmla="*/ 5914 w 11829"/>
                        <a:gd name="connsiteY3" fmla="*/ 11829 h 11829"/>
                        <a:gd name="connsiteX4" fmla="*/ 11829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29" y="5915"/>
                          </a:moveTo>
                          <a:cubicBezTo>
                            <a:pt x="11829" y="2654"/>
                            <a:pt x="9176" y="0"/>
                            <a:pt x="5914" y="0"/>
                          </a:cubicBezTo>
                          <a:cubicBezTo>
                            <a:pt x="2654" y="0"/>
                            <a:pt x="0" y="2654"/>
                            <a:pt x="0" y="5915"/>
                          </a:cubicBezTo>
                          <a:cubicBezTo>
                            <a:pt x="0" y="9176"/>
                            <a:pt x="2654" y="11829"/>
                            <a:pt x="5914" y="11829"/>
                          </a:cubicBezTo>
                          <a:cubicBezTo>
                            <a:pt x="9176" y="11829"/>
                            <a:pt x="11829" y="9176"/>
                            <a:pt x="11829"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23" name="Freeform 222">
                      <a:extLst>
                        <a:ext uri="{FF2B5EF4-FFF2-40B4-BE49-F238E27FC236}">
                          <a16:creationId xmlns:a16="http://schemas.microsoft.com/office/drawing/2014/main" id="{CEE3CE2A-F775-8BBB-32FB-5B5383A725BE}"/>
                        </a:ext>
                      </a:extLst>
                    </p:cNvPr>
                    <p:cNvSpPr/>
                    <p:nvPr/>
                  </p:nvSpPr>
                  <p:spPr>
                    <a:xfrm>
                      <a:off x="7167124" y="5035875"/>
                      <a:ext cx="44285" cy="44285"/>
                    </a:xfrm>
                    <a:custGeom>
                      <a:avLst/>
                      <a:gdLst>
                        <a:gd name="connsiteX0" fmla="*/ 11830 w 11829"/>
                        <a:gd name="connsiteY0" fmla="*/ 5870 h 11829"/>
                        <a:gd name="connsiteX1" fmla="*/ 5870 w 11829"/>
                        <a:gd name="connsiteY1" fmla="*/ 0 h 11829"/>
                        <a:gd name="connsiteX2" fmla="*/ 0 w 11829"/>
                        <a:gd name="connsiteY2" fmla="*/ 5960 h 11829"/>
                        <a:gd name="connsiteX3" fmla="*/ 5960 w 11829"/>
                        <a:gd name="connsiteY3" fmla="*/ 11830 h 11829"/>
                        <a:gd name="connsiteX4" fmla="*/ 11830 w 11829"/>
                        <a:gd name="connsiteY4" fmla="*/ 5870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870"/>
                          </a:moveTo>
                          <a:cubicBezTo>
                            <a:pt x="11807" y="2609"/>
                            <a:pt x="9131" y="-22"/>
                            <a:pt x="5870" y="0"/>
                          </a:cubicBezTo>
                          <a:cubicBezTo>
                            <a:pt x="2609" y="23"/>
                            <a:pt x="-22" y="2699"/>
                            <a:pt x="0" y="5960"/>
                          </a:cubicBezTo>
                          <a:cubicBezTo>
                            <a:pt x="23" y="9221"/>
                            <a:pt x="2699" y="11852"/>
                            <a:pt x="5960" y="11830"/>
                          </a:cubicBezTo>
                          <a:cubicBezTo>
                            <a:pt x="9221" y="11807"/>
                            <a:pt x="11852" y="9131"/>
                            <a:pt x="11830" y="5870"/>
                          </a:cubicBezTo>
                          <a:close/>
                        </a:path>
                      </a:pathLst>
                    </a:custGeom>
                    <a:solidFill>
                      <a:srgbClr val="B4AED3">
                        <a:alpha val="60000"/>
                      </a:srgbClr>
                    </a:solidFill>
                    <a:ln w="2249" cap="flat">
                      <a:noFill/>
                      <a:prstDash val="solid"/>
                      <a:miter/>
                    </a:ln>
                  </p:spPr>
                  <p:txBody>
                    <a:bodyPr rtlCol="0" anchor="ctr"/>
                    <a:lstStyle/>
                    <a:p>
                      <a:endParaRPr lang="en-US"/>
                    </a:p>
                  </p:txBody>
                </p:sp>
                <p:sp>
                  <p:nvSpPr>
                    <p:cNvPr id="224" name="Freeform 223">
                      <a:extLst>
                        <a:ext uri="{FF2B5EF4-FFF2-40B4-BE49-F238E27FC236}">
                          <a16:creationId xmlns:a16="http://schemas.microsoft.com/office/drawing/2014/main" id="{7FC60F7A-808E-39B6-5066-A912A56C4ED8}"/>
                        </a:ext>
                      </a:extLst>
                    </p:cNvPr>
                    <p:cNvSpPr/>
                    <p:nvPr/>
                  </p:nvSpPr>
                  <p:spPr>
                    <a:xfrm>
                      <a:off x="7373400" y="574067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25" name="Freeform 224">
                      <a:extLst>
                        <a:ext uri="{FF2B5EF4-FFF2-40B4-BE49-F238E27FC236}">
                          <a16:creationId xmlns:a16="http://schemas.microsoft.com/office/drawing/2014/main" id="{BA34CF88-B811-3D18-7EAD-5DA341558173}"/>
                        </a:ext>
                      </a:extLst>
                    </p:cNvPr>
                    <p:cNvSpPr/>
                    <p:nvPr/>
                  </p:nvSpPr>
                  <p:spPr>
                    <a:xfrm>
                      <a:off x="7371214" y="5693020"/>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26" name="Freeform 225">
                      <a:extLst>
                        <a:ext uri="{FF2B5EF4-FFF2-40B4-BE49-F238E27FC236}">
                          <a16:creationId xmlns:a16="http://schemas.microsoft.com/office/drawing/2014/main" id="{6BC18A96-7C61-68A4-F271-CA478CFD6D43}"/>
                        </a:ext>
                      </a:extLst>
                    </p:cNvPr>
                    <p:cNvSpPr/>
                    <p:nvPr/>
                  </p:nvSpPr>
                  <p:spPr>
                    <a:xfrm>
                      <a:off x="7164178" y="5615813"/>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27" name="Freeform 226">
                      <a:extLst>
                        <a:ext uri="{FF2B5EF4-FFF2-40B4-BE49-F238E27FC236}">
                          <a16:creationId xmlns:a16="http://schemas.microsoft.com/office/drawing/2014/main" id="{F5295F5E-5773-9EF2-6CFA-450126A183F7}"/>
                        </a:ext>
                      </a:extLst>
                    </p:cNvPr>
                    <p:cNvSpPr/>
                    <p:nvPr/>
                  </p:nvSpPr>
                  <p:spPr>
                    <a:xfrm>
                      <a:off x="7222947" y="5357840"/>
                      <a:ext cx="44285" cy="44285"/>
                    </a:xfrm>
                    <a:custGeom>
                      <a:avLst/>
                      <a:gdLst>
                        <a:gd name="connsiteX0" fmla="*/ 11829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29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29" y="5915"/>
                          </a:moveTo>
                          <a:cubicBezTo>
                            <a:pt x="11829" y="2654"/>
                            <a:pt x="9176" y="0"/>
                            <a:pt x="5915" y="0"/>
                          </a:cubicBezTo>
                          <a:cubicBezTo>
                            <a:pt x="2654" y="0"/>
                            <a:pt x="0" y="2654"/>
                            <a:pt x="0" y="5915"/>
                          </a:cubicBezTo>
                          <a:cubicBezTo>
                            <a:pt x="0" y="9176"/>
                            <a:pt x="2654" y="11830"/>
                            <a:pt x="5915" y="11830"/>
                          </a:cubicBezTo>
                          <a:cubicBezTo>
                            <a:pt x="9176" y="11830"/>
                            <a:pt x="11829" y="9176"/>
                            <a:pt x="11829"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28" name="Freeform 227">
                      <a:extLst>
                        <a:ext uri="{FF2B5EF4-FFF2-40B4-BE49-F238E27FC236}">
                          <a16:creationId xmlns:a16="http://schemas.microsoft.com/office/drawing/2014/main" id="{9923B8F0-5320-C5C9-B658-7B3F45FAE806}"/>
                        </a:ext>
                      </a:extLst>
                    </p:cNvPr>
                    <p:cNvSpPr/>
                    <p:nvPr/>
                  </p:nvSpPr>
                  <p:spPr>
                    <a:xfrm>
                      <a:off x="7169228" y="521125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29" name="Freeform 228">
                      <a:extLst>
                        <a:ext uri="{FF2B5EF4-FFF2-40B4-BE49-F238E27FC236}">
                          <a16:creationId xmlns:a16="http://schemas.microsoft.com/office/drawing/2014/main" id="{30F942BE-586C-4D2C-EB86-C9D8CA1DBDD2}"/>
                        </a:ext>
                      </a:extLst>
                    </p:cNvPr>
                    <p:cNvSpPr/>
                    <p:nvPr/>
                  </p:nvSpPr>
                  <p:spPr>
                    <a:xfrm>
                      <a:off x="7309667" y="5023838"/>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30" name="Freeform 229">
                      <a:extLst>
                        <a:ext uri="{FF2B5EF4-FFF2-40B4-BE49-F238E27FC236}">
                          <a16:creationId xmlns:a16="http://schemas.microsoft.com/office/drawing/2014/main" id="{C914E266-1C84-EC2A-3797-54315385F71D}"/>
                        </a:ext>
                      </a:extLst>
                    </p:cNvPr>
                    <p:cNvSpPr/>
                    <p:nvPr/>
                  </p:nvSpPr>
                  <p:spPr>
                    <a:xfrm>
                      <a:off x="7365655" y="5500888"/>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31" name="Freeform 230">
                      <a:extLst>
                        <a:ext uri="{FF2B5EF4-FFF2-40B4-BE49-F238E27FC236}">
                          <a16:creationId xmlns:a16="http://schemas.microsoft.com/office/drawing/2014/main" id="{01E3F0C8-51EC-588D-4912-F2F89BF2466E}"/>
                        </a:ext>
                      </a:extLst>
                    </p:cNvPr>
                    <p:cNvSpPr/>
                    <p:nvPr/>
                  </p:nvSpPr>
                  <p:spPr>
                    <a:xfrm>
                      <a:off x="7191541" y="5277263"/>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32" name="Freeform 231">
                      <a:extLst>
                        <a:ext uri="{FF2B5EF4-FFF2-40B4-BE49-F238E27FC236}">
                          <a16:creationId xmlns:a16="http://schemas.microsoft.com/office/drawing/2014/main" id="{058868EC-D119-007F-BB4A-B6F1B85C1687}"/>
                        </a:ext>
                      </a:extLst>
                    </p:cNvPr>
                    <p:cNvSpPr/>
                    <p:nvPr/>
                  </p:nvSpPr>
                  <p:spPr>
                    <a:xfrm>
                      <a:off x="7279185" y="499638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33" name="Freeform 232">
                      <a:extLst>
                        <a:ext uri="{FF2B5EF4-FFF2-40B4-BE49-F238E27FC236}">
                          <a16:creationId xmlns:a16="http://schemas.microsoft.com/office/drawing/2014/main" id="{8B670FD1-CE6B-BCA9-19DA-B94731461659}"/>
                        </a:ext>
                      </a:extLst>
                    </p:cNvPr>
                    <p:cNvSpPr/>
                    <p:nvPr/>
                  </p:nvSpPr>
                  <p:spPr>
                    <a:xfrm>
                      <a:off x="7306803" y="4594106"/>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34" name="Freeform 233">
                      <a:extLst>
                        <a:ext uri="{FF2B5EF4-FFF2-40B4-BE49-F238E27FC236}">
                          <a16:creationId xmlns:a16="http://schemas.microsoft.com/office/drawing/2014/main" id="{15178F2B-5771-B4BF-F9D2-8D9468DD3074}"/>
                        </a:ext>
                      </a:extLst>
                    </p:cNvPr>
                    <p:cNvSpPr/>
                    <p:nvPr/>
                  </p:nvSpPr>
                  <p:spPr>
                    <a:xfrm>
                      <a:off x="7178408" y="5339989"/>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35" name="Freeform 234">
                      <a:extLst>
                        <a:ext uri="{FF2B5EF4-FFF2-40B4-BE49-F238E27FC236}">
                          <a16:creationId xmlns:a16="http://schemas.microsoft.com/office/drawing/2014/main" id="{63346C58-3051-797D-909C-18964995FF17}"/>
                        </a:ext>
                      </a:extLst>
                    </p:cNvPr>
                    <p:cNvSpPr/>
                    <p:nvPr/>
                  </p:nvSpPr>
                  <p:spPr>
                    <a:xfrm>
                      <a:off x="7303943" y="513438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29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29"/>
                            <a:pt x="5915" y="11829"/>
                          </a:cubicBezTo>
                          <a:cubicBezTo>
                            <a:pt x="9176" y="11829"/>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36" name="Freeform 235">
                      <a:extLst>
                        <a:ext uri="{FF2B5EF4-FFF2-40B4-BE49-F238E27FC236}">
                          <a16:creationId xmlns:a16="http://schemas.microsoft.com/office/drawing/2014/main" id="{05BC2934-F127-9BF4-28BC-0C3A5EEFA736}"/>
                        </a:ext>
                      </a:extLst>
                    </p:cNvPr>
                    <p:cNvSpPr/>
                    <p:nvPr/>
                  </p:nvSpPr>
                  <p:spPr>
                    <a:xfrm>
                      <a:off x="7314549" y="5132029"/>
                      <a:ext cx="44285" cy="44285"/>
                    </a:xfrm>
                    <a:custGeom>
                      <a:avLst/>
                      <a:gdLst>
                        <a:gd name="connsiteX0" fmla="*/ 11829 w 11829"/>
                        <a:gd name="connsiteY0" fmla="*/ 5915 h 11829"/>
                        <a:gd name="connsiteX1" fmla="*/ 5914 w 11829"/>
                        <a:gd name="connsiteY1" fmla="*/ 0 h 11829"/>
                        <a:gd name="connsiteX2" fmla="*/ 0 w 11829"/>
                        <a:gd name="connsiteY2" fmla="*/ 5915 h 11829"/>
                        <a:gd name="connsiteX3" fmla="*/ 5914 w 11829"/>
                        <a:gd name="connsiteY3" fmla="*/ 11829 h 11829"/>
                        <a:gd name="connsiteX4" fmla="*/ 11829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29" y="5915"/>
                          </a:moveTo>
                          <a:cubicBezTo>
                            <a:pt x="11829" y="2654"/>
                            <a:pt x="9176" y="0"/>
                            <a:pt x="5914" y="0"/>
                          </a:cubicBezTo>
                          <a:cubicBezTo>
                            <a:pt x="2654" y="0"/>
                            <a:pt x="0" y="2654"/>
                            <a:pt x="0" y="5915"/>
                          </a:cubicBezTo>
                          <a:cubicBezTo>
                            <a:pt x="0" y="9176"/>
                            <a:pt x="2654" y="11829"/>
                            <a:pt x="5914" y="11829"/>
                          </a:cubicBezTo>
                          <a:cubicBezTo>
                            <a:pt x="9176" y="11829"/>
                            <a:pt x="11829" y="9176"/>
                            <a:pt x="11829"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37" name="Freeform 236">
                      <a:extLst>
                        <a:ext uri="{FF2B5EF4-FFF2-40B4-BE49-F238E27FC236}">
                          <a16:creationId xmlns:a16="http://schemas.microsoft.com/office/drawing/2014/main" id="{05BDCACC-0749-53E8-C977-984FA40F6B8D}"/>
                        </a:ext>
                      </a:extLst>
                    </p:cNvPr>
                    <p:cNvSpPr/>
                    <p:nvPr/>
                  </p:nvSpPr>
                  <p:spPr>
                    <a:xfrm>
                      <a:off x="7276576" y="4907816"/>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38" name="Freeform 237">
                      <a:extLst>
                        <a:ext uri="{FF2B5EF4-FFF2-40B4-BE49-F238E27FC236}">
                          <a16:creationId xmlns:a16="http://schemas.microsoft.com/office/drawing/2014/main" id="{53C5A63B-A0FB-0DFC-5A49-3B50D70C7831}"/>
                        </a:ext>
                      </a:extLst>
                    </p:cNvPr>
                    <p:cNvSpPr/>
                    <p:nvPr/>
                  </p:nvSpPr>
                  <p:spPr>
                    <a:xfrm>
                      <a:off x="7181186" y="5072503"/>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40" name="Freeform 239">
                      <a:extLst>
                        <a:ext uri="{FF2B5EF4-FFF2-40B4-BE49-F238E27FC236}">
                          <a16:creationId xmlns:a16="http://schemas.microsoft.com/office/drawing/2014/main" id="{97C66274-BEEA-FB09-F19E-F1629E46C1FA}"/>
                        </a:ext>
                      </a:extLst>
                    </p:cNvPr>
                    <p:cNvSpPr/>
                    <p:nvPr/>
                  </p:nvSpPr>
                  <p:spPr>
                    <a:xfrm>
                      <a:off x="7331894" y="5318774"/>
                      <a:ext cx="44285" cy="44285"/>
                    </a:xfrm>
                    <a:custGeom>
                      <a:avLst/>
                      <a:gdLst>
                        <a:gd name="connsiteX0" fmla="*/ 11830 w 11829"/>
                        <a:gd name="connsiteY0" fmla="*/ 5915 h 11829"/>
                        <a:gd name="connsiteX1" fmla="*/ 5915 w 11829"/>
                        <a:gd name="connsiteY1" fmla="*/ 0 h 11829"/>
                        <a:gd name="connsiteX2" fmla="*/ 0 w 11829"/>
                        <a:gd name="connsiteY2" fmla="*/ 5915 h 11829"/>
                        <a:gd name="connsiteX3" fmla="*/ 5915 w 11829"/>
                        <a:gd name="connsiteY3" fmla="*/ 11830 h 11829"/>
                        <a:gd name="connsiteX4" fmla="*/ 11830 w 11829"/>
                        <a:gd name="connsiteY4" fmla="*/ 5915 h 11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29" h="11829">
                          <a:moveTo>
                            <a:pt x="11830" y="5915"/>
                          </a:moveTo>
                          <a:cubicBezTo>
                            <a:pt x="11830" y="2654"/>
                            <a:pt x="9176" y="0"/>
                            <a:pt x="5915" y="0"/>
                          </a:cubicBezTo>
                          <a:cubicBezTo>
                            <a:pt x="2654" y="0"/>
                            <a:pt x="0" y="2654"/>
                            <a:pt x="0" y="5915"/>
                          </a:cubicBezTo>
                          <a:cubicBezTo>
                            <a:pt x="0" y="9176"/>
                            <a:pt x="2654" y="11830"/>
                            <a:pt x="5915" y="11830"/>
                          </a:cubicBezTo>
                          <a:cubicBezTo>
                            <a:pt x="9176" y="11830"/>
                            <a:pt x="11830" y="9176"/>
                            <a:pt x="11830" y="5915"/>
                          </a:cubicBezTo>
                          <a:close/>
                        </a:path>
                      </a:pathLst>
                    </a:custGeom>
                    <a:solidFill>
                      <a:srgbClr val="B4AED3">
                        <a:alpha val="60000"/>
                      </a:srgbClr>
                    </a:solidFill>
                    <a:ln w="2249" cap="flat">
                      <a:noFill/>
                      <a:prstDash val="solid"/>
                      <a:miter/>
                    </a:ln>
                  </p:spPr>
                  <p:txBody>
                    <a:bodyPr rtlCol="0" anchor="ctr"/>
                    <a:lstStyle/>
                    <a:p>
                      <a:endParaRPr lang="en-US"/>
                    </a:p>
                  </p:txBody>
                </p:sp>
                <p:sp>
                  <p:nvSpPr>
                    <p:cNvPr id="242" name="Freeform 241">
                      <a:extLst>
                        <a:ext uri="{FF2B5EF4-FFF2-40B4-BE49-F238E27FC236}">
                          <a16:creationId xmlns:a16="http://schemas.microsoft.com/office/drawing/2014/main" id="{66769FB8-16CE-56BD-DDAE-BE4B897018DB}"/>
                        </a:ext>
                      </a:extLst>
                    </p:cNvPr>
                    <p:cNvSpPr/>
                    <p:nvPr/>
                  </p:nvSpPr>
                  <p:spPr>
                    <a:xfrm>
                      <a:off x="7499946" y="5032341"/>
                      <a:ext cx="132858" cy="463156"/>
                    </a:xfrm>
                    <a:custGeom>
                      <a:avLst/>
                      <a:gdLst>
                        <a:gd name="connsiteX0" fmla="*/ 0 w 35488"/>
                        <a:gd name="connsiteY0" fmla="*/ 0 h 123715"/>
                        <a:gd name="connsiteX1" fmla="*/ 35489 w 35488"/>
                        <a:gd name="connsiteY1" fmla="*/ 0 h 123715"/>
                        <a:gd name="connsiteX2" fmla="*/ 35489 w 35488"/>
                        <a:gd name="connsiteY2" fmla="*/ 123715 h 123715"/>
                        <a:gd name="connsiteX3" fmla="*/ 0 w 35488"/>
                        <a:gd name="connsiteY3" fmla="*/ 123715 h 123715"/>
                      </a:gdLst>
                      <a:ahLst/>
                      <a:cxnLst>
                        <a:cxn ang="0">
                          <a:pos x="connsiteX0" y="connsiteY0"/>
                        </a:cxn>
                        <a:cxn ang="0">
                          <a:pos x="connsiteX1" y="connsiteY1"/>
                        </a:cxn>
                        <a:cxn ang="0">
                          <a:pos x="connsiteX2" y="connsiteY2"/>
                        </a:cxn>
                        <a:cxn ang="0">
                          <a:pos x="connsiteX3" y="connsiteY3"/>
                        </a:cxn>
                      </a:cxnLst>
                      <a:rect l="l" t="t" r="r" b="b"/>
                      <a:pathLst>
                        <a:path w="35488" h="123715">
                          <a:moveTo>
                            <a:pt x="0" y="0"/>
                          </a:moveTo>
                          <a:lnTo>
                            <a:pt x="35489" y="0"/>
                          </a:lnTo>
                          <a:lnTo>
                            <a:pt x="35489" y="123715"/>
                          </a:lnTo>
                          <a:lnTo>
                            <a:pt x="0" y="123715"/>
                          </a:lnTo>
                          <a:close/>
                        </a:path>
                      </a:pathLst>
                    </a:custGeom>
                    <a:solidFill>
                      <a:srgbClr val="B4AED3"/>
                    </a:solidFill>
                    <a:ln w="2249" cap="flat">
                      <a:noFill/>
                      <a:prstDash val="solid"/>
                      <a:miter/>
                    </a:ln>
                  </p:spPr>
                  <p:txBody>
                    <a:bodyPr rtlCol="0" anchor="ctr"/>
                    <a:lstStyle/>
                    <a:p>
                      <a:endParaRPr lang="en-US"/>
                    </a:p>
                  </p:txBody>
                </p:sp>
                <p:sp>
                  <p:nvSpPr>
                    <p:cNvPr id="243" name="Freeform 242">
                      <a:extLst>
                        <a:ext uri="{FF2B5EF4-FFF2-40B4-BE49-F238E27FC236}">
                          <a16:creationId xmlns:a16="http://schemas.microsoft.com/office/drawing/2014/main" id="{06189420-2F52-AFC4-6A2A-16E4ACCA6AB0}"/>
                        </a:ext>
                      </a:extLst>
                    </p:cNvPr>
                    <p:cNvSpPr/>
                    <p:nvPr/>
                  </p:nvSpPr>
                  <p:spPr>
                    <a:xfrm>
                      <a:off x="7499946" y="5032341"/>
                      <a:ext cx="132858" cy="463156"/>
                    </a:xfrm>
                    <a:custGeom>
                      <a:avLst/>
                      <a:gdLst>
                        <a:gd name="connsiteX0" fmla="*/ 0 w 35488"/>
                        <a:gd name="connsiteY0" fmla="*/ 0 h 123715"/>
                        <a:gd name="connsiteX1" fmla="*/ 35489 w 35488"/>
                        <a:gd name="connsiteY1" fmla="*/ 0 h 123715"/>
                        <a:gd name="connsiteX2" fmla="*/ 35489 w 35488"/>
                        <a:gd name="connsiteY2" fmla="*/ 123715 h 123715"/>
                        <a:gd name="connsiteX3" fmla="*/ 0 w 35488"/>
                        <a:gd name="connsiteY3" fmla="*/ 123715 h 123715"/>
                      </a:gdLst>
                      <a:ahLst/>
                      <a:cxnLst>
                        <a:cxn ang="0">
                          <a:pos x="connsiteX0" y="connsiteY0"/>
                        </a:cxn>
                        <a:cxn ang="0">
                          <a:pos x="connsiteX1" y="connsiteY1"/>
                        </a:cxn>
                        <a:cxn ang="0">
                          <a:pos x="connsiteX2" y="connsiteY2"/>
                        </a:cxn>
                        <a:cxn ang="0">
                          <a:pos x="connsiteX3" y="connsiteY3"/>
                        </a:cxn>
                      </a:cxnLst>
                      <a:rect l="l" t="t" r="r" b="b"/>
                      <a:pathLst>
                        <a:path w="35488" h="123715">
                          <a:moveTo>
                            <a:pt x="0" y="0"/>
                          </a:moveTo>
                          <a:lnTo>
                            <a:pt x="35489" y="0"/>
                          </a:lnTo>
                          <a:lnTo>
                            <a:pt x="35489" y="123715"/>
                          </a:lnTo>
                          <a:lnTo>
                            <a:pt x="0" y="123715"/>
                          </a:lnTo>
                          <a:close/>
                        </a:path>
                      </a:pathLst>
                    </a:custGeom>
                    <a:noFill/>
                    <a:ln w="4498" cap="flat">
                      <a:solidFill>
                        <a:srgbClr val="000000"/>
                      </a:solidFill>
                      <a:prstDash val="solid"/>
                      <a:miter/>
                    </a:ln>
                  </p:spPr>
                  <p:txBody>
                    <a:bodyPr rtlCol="0" anchor="ctr"/>
                    <a:lstStyle/>
                    <a:p>
                      <a:endParaRPr lang="en-US"/>
                    </a:p>
                  </p:txBody>
                </p:sp>
                <p:sp>
                  <p:nvSpPr>
                    <p:cNvPr id="244" name="Freeform 243">
                      <a:extLst>
                        <a:ext uri="{FF2B5EF4-FFF2-40B4-BE49-F238E27FC236}">
                          <a16:creationId xmlns:a16="http://schemas.microsoft.com/office/drawing/2014/main" id="{A1F9061E-072F-1436-5258-DF609A3D8315}"/>
                        </a:ext>
                      </a:extLst>
                    </p:cNvPr>
                    <p:cNvSpPr/>
                    <p:nvPr/>
                  </p:nvSpPr>
                  <p:spPr>
                    <a:xfrm>
                      <a:off x="7499946" y="5272718"/>
                      <a:ext cx="132775" cy="8416"/>
                    </a:xfrm>
                    <a:custGeom>
                      <a:avLst/>
                      <a:gdLst>
                        <a:gd name="connsiteX0" fmla="*/ 0 w 35466"/>
                        <a:gd name="connsiteY0" fmla="*/ 0 h 2248"/>
                        <a:gd name="connsiteX1" fmla="*/ 35466 w 35466"/>
                        <a:gd name="connsiteY1" fmla="*/ 0 h 2248"/>
                      </a:gdLst>
                      <a:ahLst/>
                      <a:cxnLst>
                        <a:cxn ang="0">
                          <a:pos x="connsiteX0" y="connsiteY0"/>
                        </a:cxn>
                        <a:cxn ang="0">
                          <a:pos x="connsiteX1" y="connsiteY1"/>
                        </a:cxn>
                      </a:cxnLst>
                      <a:rect l="l" t="t" r="r" b="b"/>
                      <a:pathLst>
                        <a:path w="35466" h="2248">
                          <a:moveTo>
                            <a:pt x="0" y="0"/>
                          </a:moveTo>
                          <a:lnTo>
                            <a:pt x="35466" y="0"/>
                          </a:lnTo>
                        </a:path>
                      </a:pathLst>
                    </a:custGeom>
                    <a:ln w="4498" cap="flat">
                      <a:solidFill>
                        <a:srgbClr val="000000"/>
                      </a:solidFill>
                      <a:prstDash val="solid"/>
                      <a:round/>
                    </a:ln>
                  </p:spPr>
                  <p:txBody>
                    <a:bodyPr rtlCol="0" anchor="ctr"/>
                    <a:lstStyle/>
                    <a:p>
                      <a:endParaRPr lang="en-US"/>
                    </a:p>
                  </p:txBody>
                </p:sp>
              </p:grpSp>
              <p:sp>
                <p:nvSpPr>
                  <p:cNvPr id="1086" name="Freeform 1085">
                    <a:extLst>
                      <a:ext uri="{FF2B5EF4-FFF2-40B4-BE49-F238E27FC236}">
                        <a16:creationId xmlns:a16="http://schemas.microsoft.com/office/drawing/2014/main" id="{0CC2EFC8-16FE-0B7C-42E9-9E7216B27F5F}"/>
                      </a:ext>
                    </a:extLst>
                  </p:cNvPr>
                  <p:cNvSpPr/>
                  <p:nvPr/>
                </p:nvSpPr>
                <p:spPr>
                  <a:xfrm>
                    <a:off x="7622452" y="3802505"/>
                    <a:ext cx="1107079" cy="55568"/>
                  </a:xfrm>
                  <a:custGeom>
                    <a:avLst/>
                    <a:gdLst>
                      <a:gd name="connsiteX0" fmla="*/ 0 w 295715"/>
                      <a:gd name="connsiteY0" fmla="*/ 14843 h 14843"/>
                      <a:gd name="connsiteX1" fmla="*/ 0 w 295715"/>
                      <a:gd name="connsiteY1" fmla="*/ 0 h 14843"/>
                      <a:gd name="connsiteX2" fmla="*/ 295716 w 295715"/>
                      <a:gd name="connsiteY2" fmla="*/ 0 h 14843"/>
                      <a:gd name="connsiteX3" fmla="*/ 295716 w 295715"/>
                      <a:gd name="connsiteY3" fmla="*/ 14843 h 14843"/>
                    </a:gdLst>
                    <a:ahLst/>
                    <a:cxnLst>
                      <a:cxn ang="0">
                        <a:pos x="connsiteX0" y="connsiteY0"/>
                      </a:cxn>
                      <a:cxn ang="0">
                        <a:pos x="connsiteX1" y="connsiteY1"/>
                      </a:cxn>
                      <a:cxn ang="0">
                        <a:pos x="connsiteX2" y="connsiteY2"/>
                      </a:cxn>
                      <a:cxn ang="0">
                        <a:pos x="connsiteX3" y="connsiteY3"/>
                      </a:cxn>
                    </a:cxnLst>
                    <a:rect l="l" t="t" r="r" b="b"/>
                    <a:pathLst>
                      <a:path w="295715" h="14843">
                        <a:moveTo>
                          <a:pt x="0" y="14843"/>
                        </a:moveTo>
                        <a:lnTo>
                          <a:pt x="0" y="0"/>
                        </a:lnTo>
                        <a:lnTo>
                          <a:pt x="295716" y="0"/>
                        </a:lnTo>
                        <a:lnTo>
                          <a:pt x="295716" y="14843"/>
                        </a:lnTo>
                      </a:path>
                    </a:pathLst>
                  </a:custGeom>
                  <a:noFill/>
                  <a:ln w="4498" cap="flat">
                    <a:solidFill>
                      <a:srgbClr val="000000"/>
                    </a:solidFill>
                    <a:prstDash val="solid"/>
                    <a:round/>
                  </a:ln>
                </p:spPr>
                <p:txBody>
                  <a:bodyPr rtlCol="0" anchor="ctr"/>
                  <a:lstStyle/>
                  <a:p>
                    <a:endParaRPr lang="en-US"/>
                  </a:p>
                </p:txBody>
              </p:sp>
              <p:grpSp>
                <p:nvGrpSpPr>
                  <p:cNvPr id="1087" name="Graphic 4479">
                    <a:extLst>
                      <a:ext uri="{FF2B5EF4-FFF2-40B4-BE49-F238E27FC236}">
                        <a16:creationId xmlns:a16="http://schemas.microsoft.com/office/drawing/2014/main" id="{E05F47FF-BC71-383B-ECA6-4C56E038F28F}"/>
                      </a:ext>
                    </a:extLst>
                  </p:cNvPr>
                  <p:cNvGrpSpPr/>
                  <p:nvPr/>
                </p:nvGrpSpPr>
                <p:grpSpPr>
                  <a:xfrm>
                    <a:off x="8063210" y="3676547"/>
                    <a:ext cx="272286" cy="72239"/>
                    <a:chOff x="5103535" y="2312122"/>
                    <a:chExt cx="72731" cy="19296"/>
                  </a:xfrm>
                  <a:solidFill>
                    <a:srgbClr val="000000"/>
                  </a:solidFill>
                </p:grpSpPr>
                <p:sp>
                  <p:nvSpPr>
                    <p:cNvPr id="205" name="Freeform 204">
                      <a:extLst>
                        <a:ext uri="{FF2B5EF4-FFF2-40B4-BE49-F238E27FC236}">
                          <a16:creationId xmlns:a16="http://schemas.microsoft.com/office/drawing/2014/main" id="{C46E52AC-89B6-34BA-102C-1F575B30DB32}"/>
                        </a:ext>
                      </a:extLst>
                    </p:cNvPr>
                    <p:cNvSpPr/>
                    <p:nvPr/>
                  </p:nvSpPr>
                  <p:spPr>
                    <a:xfrm>
                      <a:off x="5103535" y="2312122"/>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9 w 20240"/>
                        <a:gd name="connsiteY4" fmla="*/ 5060 h 19296"/>
                        <a:gd name="connsiteX5" fmla="*/ 20241 w 20240"/>
                        <a:gd name="connsiteY5" fmla="*/ 8029 h 19296"/>
                        <a:gd name="connsiteX6" fmla="*/ 12549 w 20240"/>
                        <a:gd name="connsiteY6" fmla="*/ 10525 h 19296"/>
                        <a:gd name="connsiteX7" fmla="*/ 17610 w 20240"/>
                        <a:gd name="connsiteY7" fmla="*/ 17677 h 19296"/>
                        <a:gd name="connsiteX8" fmla="*/ 14978 w 20240"/>
                        <a:gd name="connsiteY8" fmla="*/ 19296 h 19296"/>
                        <a:gd name="connsiteX9" fmla="*/ 9986 w 20240"/>
                        <a:gd name="connsiteY9" fmla="*/ 12009 h 19296"/>
                        <a:gd name="connsiteX10" fmla="*/ 4723 w 20240"/>
                        <a:gd name="connsiteY10" fmla="*/ 19161 h 19296"/>
                        <a:gd name="connsiteX11" fmla="*/ 2362 w 20240"/>
                        <a:gd name="connsiteY11" fmla="*/ 17339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9" y="5060"/>
                          </a:lnTo>
                          <a:lnTo>
                            <a:pt x="20241" y="8029"/>
                          </a:lnTo>
                          <a:lnTo>
                            <a:pt x="12549" y="10525"/>
                          </a:lnTo>
                          <a:lnTo>
                            <a:pt x="17610" y="17677"/>
                          </a:lnTo>
                          <a:lnTo>
                            <a:pt x="14978" y="19296"/>
                          </a:lnTo>
                          <a:lnTo>
                            <a:pt x="9986" y="12009"/>
                          </a:lnTo>
                          <a:lnTo>
                            <a:pt x="4723" y="19161"/>
                          </a:lnTo>
                          <a:lnTo>
                            <a:pt x="2362" y="17339"/>
                          </a:lnTo>
                          <a:lnTo>
                            <a:pt x="7556" y="10525"/>
                          </a:lnTo>
                          <a:lnTo>
                            <a:pt x="0" y="7826"/>
                          </a:lnTo>
                          <a:lnTo>
                            <a:pt x="1215" y="4993"/>
                          </a:lnTo>
                          <a:lnTo>
                            <a:pt x="8703" y="7894"/>
                          </a:lnTo>
                          <a:close/>
                        </a:path>
                      </a:pathLst>
                    </a:custGeom>
                    <a:solidFill>
                      <a:srgbClr val="000000"/>
                    </a:solidFill>
                    <a:ln w="2249" cap="flat">
                      <a:noFill/>
                      <a:prstDash val="solid"/>
                      <a:miter/>
                    </a:ln>
                  </p:spPr>
                  <p:txBody>
                    <a:bodyPr rtlCol="0" anchor="ctr"/>
                    <a:lstStyle/>
                    <a:p>
                      <a:endParaRPr lang="en-US"/>
                    </a:p>
                  </p:txBody>
                </p:sp>
                <p:sp>
                  <p:nvSpPr>
                    <p:cNvPr id="206" name="Freeform 205">
                      <a:extLst>
                        <a:ext uri="{FF2B5EF4-FFF2-40B4-BE49-F238E27FC236}">
                          <a16:creationId xmlns:a16="http://schemas.microsoft.com/office/drawing/2014/main" id="{6D8723DD-848C-4266-92E0-20A94345906E}"/>
                        </a:ext>
                      </a:extLst>
                    </p:cNvPr>
                    <p:cNvSpPr/>
                    <p:nvPr/>
                  </p:nvSpPr>
                  <p:spPr>
                    <a:xfrm>
                      <a:off x="5129781" y="2312122"/>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8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1 w 20240"/>
                        <a:gd name="connsiteY11" fmla="*/ 17339 h 19296"/>
                        <a:gd name="connsiteX12" fmla="*/ 7556 w 20240"/>
                        <a:gd name="connsiteY12" fmla="*/ 10525 h 19296"/>
                        <a:gd name="connsiteX13" fmla="*/ 0 w 20240"/>
                        <a:gd name="connsiteY13" fmla="*/ 7826 h 19296"/>
                        <a:gd name="connsiteX14" fmla="*/ 1214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8" y="5060"/>
                          </a:lnTo>
                          <a:lnTo>
                            <a:pt x="20241" y="8029"/>
                          </a:lnTo>
                          <a:lnTo>
                            <a:pt x="12549" y="10525"/>
                          </a:lnTo>
                          <a:lnTo>
                            <a:pt x="17609" y="17677"/>
                          </a:lnTo>
                          <a:lnTo>
                            <a:pt x="14978" y="19296"/>
                          </a:lnTo>
                          <a:lnTo>
                            <a:pt x="9985" y="12009"/>
                          </a:lnTo>
                          <a:lnTo>
                            <a:pt x="4723" y="19161"/>
                          </a:lnTo>
                          <a:lnTo>
                            <a:pt x="2361" y="17339"/>
                          </a:lnTo>
                          <a:lnTo>
                            <a:pt x="7556" y="10525"/>
                          </a:lnTo>
                          <a:lnTo>
                            <a:pt x="0" y="7826"/>
                          </a:lnTo>
                          <a:lnTo>
                            <a:pt x="1214" y="4993"/>
                          </a:lnTo>
                          <a:lnTo>
                            <a:pt x="8703" y="7894"/>
                          </a:lnTo>
                          <a:close/>
                        </a:path>
                      </a:pathLst>
                    </a:custGeom>
                    <a:solidFill>
                      <a:srgbClr val="000000"/>
                    </a:solidFill>
                    <a:ln w="2249" cap="flat">
                      <a:noFill/>
                      <a:prstDash val="solid"/>
                      <a:miter/>
                    </a:ln>
                  </p:spPr>
                  <p:txBody>
                    <a:bodyPr rtlCol="0" anchor="ctr"/>
                    <a:lstStyle/>
                    <a:p>
                      <a:endParaRPr lang="en-US"/>
                    </a:p>
                  </p:txBody>
                </p:sp>
                <p:sp>
                  <p:nvSpPr>
                    <p:cNvPr id="207" name="Freeform 206">
                      <a:extLst>
                        <a:ext uri="{FF2B5EF4-FFF2-40B4-BE49-F238E27FC236}">
                          <a16:creationId xmlns:a16="http://schemas.microsoft.com/office/drawing/2014/main" id="{83FDACBA-E7CD-B381-C5F1-911BD1AA1F7C}"/>
                        </a:ext>
                      </a:extLst>
                    </p:cNvPr>
                    <p:cNvSpPr/>
                    <p:nvPr/>
                  </p:nvSpPr>
                  <p:spPr>
                    <a:xfrm>
                      <a:off x="5156026" y="2312122"/>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9 w 20240"/>
                        <a:gd name="connsiteY4" fmla="*/ 5060 h 19296"/>
                        <a:gd name="connsiteX5" fmla="*/ 20241 w 20240"/>
                        <a:gd name="connsiteY5" fmla="*/ 8029 h 19296"/>
                        <a:gd name="connsiteX6" fmla="*/ 12549 w 20240"/>
                        <a:gd name="connsiteY6" fmla="*/ 10525 h 19296"/>
                        <a:gd name="connsiteX7" fmla="*/ 17610 w 20240"/>
                        <a:gd name="connsiteY7" fmla="*/ 17677 h 19296"/>
                        <a:gd name="connsiteX8" fmla="*/ 14978 w 20240"/>
                        <a:gd name="connsiteY8" fmla="*/ 19296 h 19296"/>
                        <a:gd name="connsiteX9" fmla="*/ 9986 w 20240"/>
                        <a:gd name="connsiteY9" fmla="*/ 12009 h 19296"/>
                        <a:gd name="connsiteX10" fmla="*/ 4723 w 20240"/>
                        <a:gd name="connsiteY10" fmla="*/ 19161 h 19296"/>
                        <a:gd name="connsiteX11" fmla="*/ 2362 w 20240"/>
                        <a:gd name="connsiteY11" fmla="*/ 17339 h 19296"/>
                        <a:gd name="connsiteX12" fmla="*/ 7557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9" y="5060"/>
                          </a:lnTo>
                          <a:lnTo>
                            <a:pt x="20241" y="8029"/>
                          </a:lnTo>
                          <a:lnTo>
                            <a:pt x="12549" y="10525"/>
                          </a:lnTo>
                          <a:lnTo>
                            <a:pt x="17610" y="17677"/>
                          </a:lnTo>
                          <a:lnTo>
                            <a:pt x="14978" y="19296"/>
                          </a:lnTo>
                          <a:lnTo>
                            <a:pt x="9986" y="12009"/>
                          </a:lnTo>
                          <a:lnTo>
                            <a:pt x="4723" y="19161"/>
                          </a:lnTo>
                          <a:lnTo>
                            <a:pt x="2362" y="17339"/>
                          </a:lnTo>
                          <a:lnTo>
                            <a:pt x="7557" y="10525"/>
                          </a:lnTo>
                          <a:lnTo>
                            <a:pt x="0" y="7826"/>
                          </a:lnTo>
                          <a:lnTo>
                            <a:pt x="1215" y="4993"/>
                          </a:lnTo>
                          <a:lnTo>
                            <a:pt x="8703" y="7894"/>
                          </a:lnTo>
                          <a:close/>
                        </a:path>
                      </a:pathLst>
                    </a:custGeom>
                    <a:solidFill>
                      <a:srgbClr val="000000"/>
                    </a:solidFill>
                    <a:ln w="2249" cap="flat">
                      <a:noFill/>
                      <a:prstDash val="solid"/>
                      <a:miter/>
                    </a:ln>
                  </p:spPr>
                  <p:txBody>
                    <a:bodyPr rtlCol="0" anchor="ctr"/>
                    <a:lstStyle/>
                    <a:p>
                      <a:endParaRPr lang="en-US"/>
                    </a:p>
                  </p:txBody>
                </p:sp>
              </p:grpSp>
              <p:sp>
                <p:nvSpPr>
                  <p:cNvPr id="147" name="Freeform 146">
                    <a:extLst>
                      <a:ext uri="{FF2B5EF4-FFF2-40B4-BE49-F238E27FC236}">
                        <a16:creationId xmlns:a16="http://schemas.microsoft.com/office/drawing/2014/main" id="{9D32D9E6-D150-38B0-8129-4790DBE2B976}"/>
                      </a:ext>
                    </a:extLst>
                  </p:cNvPr>
                  <p:cNvSpPr/>
                  <p:nvPr/>
                </p:nvSpPr>
                <p:spPr>
                  <a:xfrm>
                    <a:off x="7622452" y="3390368"/>
                    <a:ext cx="2214075" cy="55482"/>
                  </a:xfrm>
                  <a:custGeom>
                    <a:avLst/>
                    <a:gdLst>
                      <a:gd name="connsiteX0" fmla="*/ 0 w 591408"/>
                      <a:gd name="connsiteY0" fmla="*/ 14821 h 14820"/>
                      <a:gd name="connsiteX1" fmla="*/ 0 w 591408"/>
                      <a:gd name="connsiteY1" fmla="*/ 0 h 14820"/>
                      <a:gd name="connsiteX2" fmla="*/ 591409 w 591408"/>
                      <a:gd name="connsiteY2" fmla="*/ 0 h 14820"/>
                      <a:gd name="connsiteX3" fmla="*/ 591409 w 591408"/>
                      <a:gd name="connsiteY3" fmla="*/ 14821 h 14820"/>
                    </a:gdLst>
                    <a:ahLst/>
                    <a:cxnLst>
                      <a:cxn ang="0">
                        <a:pos x="connsiteX0" y="connsiteY0"/>
                      </a:cxn>
                      <a:cxn ang="0">
                        <a:pos x="connsiteX1" y="connsiteY1"/>
                      </a:cxn>
                      <a:cxn ang="0">
                        <a:pos x="connsiteX2" y="connsiteY2"/>
                      </a:cxn>
                      <a:cxn ang="0">
                        <a:pos x="connsiteX3" y="connsiteY3"/>
                      </a:cxn>
                    </a:cxnLst>
                    <a:rect l="l" t="t" r="r" b="b"/>
                    <a:pathLst>
                      <a:path w="591408" h="14820">
                        <a:moveTo>
                          <a:pt x="0" y="14821"/>
                        </a:moveTo>
                        <a:lnTo>
                          <a:pt x="0" y="0"/>
                        </a:lnTo>
                        <a:lnTo>
                          <a:pt x="591409" y="0"/>
                        </a:lnTo>
                        <a:lnTo>
                          <a:pt x="591409" y="14821"/>
                        </a:lnTo>
                      </a:path>
                    </a:pathLst>
                  </a:custGeom>
                  <a:noFill/>
                  <a:ln w="4498" cap="flat">
                    <a:solidFill>
                      <a:srgbClr val="000000"/>
                    </a:solidFill>
                    <a:prstDash val="solid"/>
                    <a:round/>
                  </a:ln>
                </p:spPr>
                <p:txBody>
                  <a:bodyPr rtlCol="0" anchor="ctr"/>
                  <a:lstStyle/>
                  <a:p>
                    <a:endParaRPr lang="en-US"/>
                  </a:p>
                </p:txBody>
              </p:sp>
              <p:grpSp>
                <p:nvGrpSpPr>
                  <p:cNvPr id="148" name="Graphic 4479">
                    <a:extLst>
                      <a:ext uri="{FF2B5EF4-FFF2-40B4-BE49-F238E27FC236}">
                        <a16:creationId xmlns:a16="http://schemas.microsoft.com/office/drawing/2014/main" id="{029908ED-769A-4087-7843-E479EF8693A6}"/>
                      </a:ext>
                    </a:extLst>
                  </p:cNvPr>
                  <p:cNvGrpSpPr/>
                  <p:nvPr/>
                </p:nvGrpSpPr>
                <p:grpSpPr>
                  <a:xfrm>
                    <a:off x="8616710" y="3306426"/>
                    <a:ext cx="272286" cy="72239"/>
                    <a:chOff x="5251382" y="2213258"/>
                    <a:chExt cx="72731" cy="19296"/>
                  </a:xfrm>
                  <a:solidFill>
                    <a:srgbClr val="000000"/>
                  </a:solidFill>
                </p:grpSpPr>
                <p:sp>
                  <p:nvSpPr>
                    <p:cNvPr id="192" name="Freeform 191">
                      <a:extLst>
                        <a:ext uri="{FF2B5EF4-FFF2-40B4-BE49-F238E27FC236}">
                          <a16:creationId xmlns:a16="http://schemas.microsoft.com/office/drawing/2014/main" id="{232F5485-0433-C57C-4D7F-0AE42AC1BA15}"/>
                        </a:ext>
                      </a:extLst>
                    </p:cNvPr>
                    <p:cNvSpPr/>
                    <p:nvPr/>
                  </p:nvSpPr>
                  <p:spPr>
                    <a:xfrm>
                      <a:off x="5251382" y="2213258"/>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9 w 20240"/>
                        <a:gd name="connsiteY4" fmla="*/ 5060 h 19296"/>
                        <a:gd name="connsiteX5" fmla="*/ 20241 w 20240"/>
                        <a:gd name="connsiteY5" fmla="*/ 8029 h 19296"/>
                        <a:gd name="connsiteX6" fmla="*/ 12549 w 20240"/>
                        <a:gd name="connsiteY6" fmla="*/ 10525 h 19296"/>
                        <a:gd name="connsiteX7" fmla="*/ 17610 w 20240"/>
                        <a:gd name="connsiteY7" fmla="*/ 17677 h 19296"/>
                        <a:gd name="connsiteX8" fmla="*/ 14978 w 20240"/>
                        <a:gd name="connsiteY8" fmla="*/ 19296 h 19296"/>
                        <a:gd name="connsiteX9" fmla="*/ 9986 w 20240"/>
                        <a:gd name="connsiteY9" fmla="*/ 12009 h 19296"/>
                        <a:gd name="connsiteX10" fmla="*/ 4723 w 20240"/>
                        <a:gd name="connsiteY10" fmla="*/ 19161 h 19296"/>
                        <a:gd name="connsiteX11" fmla="*/ 2362 w 20240"/>
                        <a:gd name="connsiteY11" fmla="*/ 17339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9" y="5060"/>
                          </a:lnTo>
                          <a:lnTo>
                            <a:pt x="20241" y="8029"/>
                          </a:lnTo>
                          <a:lnTo>
                            <a:pt x="12549" y="10525"/>
                          </a:lnTo>
                          <a:lnTo>
                            <a:pt x="17610" y="17677"/>
                          </a:lnTo>
                          <a:lnTo>
                            <a:pt x="14978" y="19296"/>
                          </a:lnTo>
                          <a:lnTo>
                            <a:pt x="9986" y="12009"/>
                          </a:lnTo>
                          <a:lnTo>
                            <a:pt x="4723" y="19161"/>
                          </a:lnTo>
                          <a:lnTo>
                            <a:pt x="2362" y="17339"/>
                          </a:lnTo>
                          <a:lnTo>
                            <a:pt x="7556" y="10525"/>
                          </a:lnTo>
                          <a:lnTo>
                            <a:pt x="0" y="7826"/>
                          </a:lnTo>
                          <a:lnTo>
                            <a:pt x="1215" y="4993"/>
                          </a:lnTo>
                          <a:lnTo>
                            <a:pt x="8703" y="7894"/>
                          </a:lnTo>
                          <a:close/>
                        </a:path>
                      </a:pathLst>
                    </a:custGeom>
                    <a:solidFill>
                      <a:srgbClr val="000000"/>
                    </a:solidFill>
                    <a:ln w="2249" cap="flat">
                      <a:noFill/>
                      <a:prstDash val="solid"/>
                      <a:miter/>
                    </a:ln>
                  </p:spPr>
                  <p:txBody>
                    <a:bodyPr rtlCol="0" anchor="ctr"/>
                    <a:lstStyle/>
                    <a:p>
                      <a:endParaRPr lang="en-US"/>
                    </a:p>
                  </p:txBody>
                </p:sp>
                <p:sp>
                  <p:nvSpPr>
                    <p:cNvPr id="193" name="Freeform 192">
                      <a:extLst>
                        <a:ext uri="{FF2B5EF4-FFF2-40B4-BE49-F238E27FC236}">
                          <a16:creationId xmlns:a16="http://schemas.microsoft.com/office/drawing/2014/main" id="{94E9F579-CCC1-4AC6-30A5-23891ED077BD}"/>
                        </a:ext>
                      </a:extLst>
                    </p:cNvPr>
                    <p:cNvSpPr/>
                    <p:nvPr/>
                  </p:nvSpPr>
                  <p:spPr>
                    <a:xfrm>
                      <a:off x="5277627" y="2213258"/>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8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1 w 20240"/>
                        <a:gd name="connsiteY11" fmla="*/ 17339 h 19296"/>
                        <a:gd name="connsiteX12" fmla="*/ 7556 w 20240"/>
                        <a:gd name="connsiteY12" fmla="*/ 10525 h 19296"/>
                        <a:gd name="connsiteX13" fmla="*/ 0 w 20240"/>
                        <a:gd name="connsiteY13" fmla="*/ 7826 h 19296"/>
                        <a:gd name="connsiteX14" fmla="*/ 1215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8" y="5060"/>
                          </a:lnTo>
                          <a:lnTo>
                            <a:pt x="20241" y="8029"/>
                          </a:lnTo>
                          <a:lnTo>
                            <a:pt x="12549" y="10525"/>
                          </a:lnTo>
                          <a:lnTo>
                            <a:pt x="17609" y="17677"/>
                          </a:lnTo>
                          <a:lnTo>
                            <a:pt x="14978" y="19296"/>
                          </a:lnTo>
                          <a:lnTo>
                            <a:pt x="9985" y="12009"/>
                          </a:lnTo>
                          <a:lnTo>
                            <a:pt x="4723" y="19161"/>
                          </a:lnTo>
                          <a:lnTo>
                            <a:pt x="2361" y="17339"/>
                          </a:lnTo>
                          <a:lnTo>
                            <a:pt x="7556" y="10525"/>
                          </a:lnTo>
                          <a:lnTo>
                            <a:pt x="0" y="7826"/>
                          </a:lnTo>
                          <a:lnTo>
                            <a:pt x="1215" y="4993"/>
                          </a:lnTo>
                          <a:lnTo>
                            <a:pt x="8703" y="7894"/>
                          </a:lnTo>
                          <a:close/>
                        </a:path>
                      </a:pathLst>
                    </a:custGeom>
                    <a:solidFill>
                      <a:srgbClr val="000000"/>
                    </a:solidFill>
                    <a:ln w="2249" cap="flat">
                      <a:noFill/>
                      <a:prstDash val="solid"/>
                      <a:miter/>
                    </a:ln>
                  </p:spPr>
                  <p:txBody>
                    <a:bodyPr rtlCol="0" anchor="ctr"/>
                    <a:lstStyle/>
                    <a:p>
                      <a:endParaRPr lang="en-US"/>
                    </a:p>
                  </p:txBody>
                </p:sp>
                <p:sp>
                  <p:nvSpPr>
                    <p:cNvPr id="194" name="Freeform 193">
                      <a:extLst>
                        <a:ext uri="{FF2B5EF4-FFF2-40B4-BE49-F238E27FC236}">
                          <a16:creationId xmlns:a16="http://schemas.microsoft.com/office/drawing/2014/main" id="{5B24ACDF-E645-A6AA-2567-4A1D4C80A68D}"/>
                        </a:ext>
                      </a:extLst>
                    </p:cNvPr>
                    <p:cNvSpPr/>
                    <p:nvPr/>
                  </p:nvSpPr>
                  <p:spPr>
                    <a:xfrm>
                      <a:off x="5303873" y="2213258"/>
                      <a:ext cx="20240" cy="19296"/>
                    </a:xfrm>
                    <a:custGeom>
                      <a:avLst/>
                      <a:gdLst>
                        <a:gd name="connsiteX0" fmla="*/ 8703 w 20240"/>
                        <a:gd name="connsiteY0" fmla="*/ 7894 h 19296"/>
                        <a:gd name="connsiteX1" fmla="*/ 8703 w 20240"/>
                        <a:gd name="connsiteY1" fmla="*/ 0 h 19296"/>
                        <a:gd name="connsiteX2" fmla="*/ 11537 w 20240"/>
                        <a:gd name="connsiteY2" fmla="*/ 0 h 19296"/>
                        <a:gd name="connsiteX3" fmla="*/ 11537 w 20240"/>
                        <a:gd name="connsiteY3" fmla="*/ 7894 h 19296"/>
                        <a:gd name="connsiteX4" fmla="*/ 19228 w 20240"/>
                        <a:gd name="connsiteY4" fmla="*/ 5060 h 19296"/>
                        <a:gd name="connsiteX5" fmla="*/ 20241 w 20240"/>
                        <a:gd name="connsiteY5" fmla="*/ 8029 h 19296"/>
                        <a:gd name="connsiteX6" fmla="*/ 12549 w 20240"/>
                        <a:gd name="connsiteY6" fmla="*/ 10525 h 19296"/>
                        <a:gd name="connsiteX7" fmla="*/ 17609 w 20240"/>
                        <a:gd name="connsiteY7" fmla="*/ 17677 h 19296"/>
                        <a:gd name="connsiteX8" fmla="*/ 14978 w 20240"/>
                        <a:gd name="connsiteY8" fmla="*/ 19296 h 19296"/>
                        <a:gd name="connsiteX9" fmla="*/ 9985 w 20240"/>
                        <a:gd name="connsiteY9" fmla="*/ 12009 h 19296"/>
                        <a:gd name="connsiteX10" fmla="*/ 4723 w 20240"/>
                        <a:gd name="connsiteY10" fmla="*/ 19161 h 19296"/>
                        <a:gd name="connsiteX11" fmla="*/ 2361 w 20240"/>
                        <a:gd name="connsiteY11" fmla="*/ 17339 h 19296"/>
                        <a:gd name="connsiteX12" fmla="*/ 7556 w 20240"/>
                        <a:gd name="connsiteY12" fmla="*/ 10525 h 19296"/>
                        <a:gd name="connsiteX13" fmla="*/ 0 w 20240"/>
                        <a:gd name="connsiteY13" fmla="*/ 7826 h 19296"/>
                        <a:gd name="connsiteX14" fmla="*/ 1214 w 20240"/>
                        <a:gd name="connsiteY14" fmla="*/ 4993 h 19296"/>
                        <a:gd name="connsiteX15" fmla="*/ 8703 w 20240"/>
                        <a:gd name="connsiteY15" fmla="*/ 7894 h 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240" h="19296">
                          <a:moveTo>
                            <a:pt x="8703" y="7894"/>
                          </a:moveTo>
                          <a:lnTo>
                            <a:pt x="8703" y="0"/>
                          </a:lnTo>
                          <a:lnTo>
                            <a:pt x="11537" y="0"/>
                          </a:lnTo>
                          <a:lnTo>
                            <a:pt x="11537" y="7894"/>
                          </a:lnTo>
                          <a:lnTo>
                            <a:pt x="19228" y="5060"/>
                          </a:lnTo>
                          <a:lnTo>
                            <a:pt x="20241" y="8029"/>
                          </a:lnTo>
                          <a:lnTo>
                            <a:pt x="12549" y="10525"/>
                          </a:lnTo>
                          <a:lnTo>
                            <a:pt x="17609" y="17677"/>
                          </a:lnTo>
                          <a:lnTo>
                            <a:pt x="14978" y="19296"/>
                          </a:lnTo>
                          <a:lnTo>
                            <a:pt x="9985" y="12009"/>
                          </a:lnTo>
                          <a:lnTo>
                            <a:pt x="4723" y="19161"/>
                          </a:lnTo>
                          <a:lnTo>
                            <a:pt x="2361" y="17339"/>
                          </a:lnTo>
                          <a:lnTo>
                            <a:pt x="7556" y="10525"/>
                          </a:lnTo>
                          <a:lnTo>
                            <a:pt x="0" y="7826"/>
                          </a:lnTo>
                          <a:lnTo>
                            <a:pt x="1214" y="4993"/>
                          </a:lnTo>
                          <a:lnTo>
                            <a:pt x="8703" y="7894"/>
                          </a:lnTo>
                          <a:close/>
                        </a:path>
                      </a:pathLst>
                    </a:custGeom>
                    <a:solidFill>
                      <a:srgbClr val="000000"/>
                    </a:solidFill>
                    <a:ln w="2249" cap="flat">
                      <a:noFill/>
                      <a:prstDash val="solid"/>
                      <a:miter/>
                    </a:ln>
                  </p:spPr>
                  <p:txBody>
                    <a:bodyPr rtlCol="0" anchor="ctr"/>
                    <a:lstStyle/>
                    <a:p>
                      <a:endParaRPr lang="en-US"/>
                    </a:p>
                  </p:txBody>
                </p:sp>
              </p:grpSp>
              <p:grpSp>
                <p:nvGrpSpPr>
                  <p:cNvPr id="149" name="Graphic 4479">
                    <a:extLst>
                      <a:ext uri="{FF2B5EF4-FFF2-40B4-BE49-F238E27FC236}">
                        <a16:creationId xmlns:a16="http://schemas.microsoft.com/office/drawing/2014/main" id="{FC863F5F-9383-65F1-E146-9BAD008A6A12}"/>
                      </a:ext>
                    </a:extLst>
                  </p:cNvPr>
                  <p:cNvGrpSpPr/>
                  <p:nvPr/>
                </p:nvGrpSpPr>
                <p:grpSpPr>
                  <a:xfrm>
                    <a:off x="8183863" y="3935111"/>
                    <a:ext cx="1080558" cy="214864"/>
                    <a:chOff x="5135763" y="2381188"/>
                    <a:chExt cx="288631" cy="57393"/>
                  </a:xfrm>
                  <a:solidFill>
                    <a:srgbClr val="231F20"/>
                  </a:solidFill>
                </p:grpSpPr>
                <p:sp>
                  <p:nvSpPr>
                    <p:cNvPr id="150" name="Freeform 149">
                      <a:extLst>
                        <a:ext uri="{FF2B5EF4-FFF2-40B4-BE49-F238E27FC236}">
                          <a16:creationId xmlns:a16="http://schemas.microsoft.com/office/drawing/2014/main" id="{DA8EFFF9-65CC-11F4-056F-2B17475C6149}"/>
                        </a:ext>
                      </a:extLst>
                    </p:cNvPr>
                    <p:cNvSpPr/>
                    <p:nvPr/>
                  </p:nvSpPr>
                  <p:spPr>
                    <a:xfrm>
                      <a:off x="5135763" y="2381188"/>
                      <a:ext cx="28561" cy="38861"/>
                    </a:xfrm>
                    <a:custGeom>
                      <a:avLst/>
                      <a:gdLst>
                        <a:gd name="connsiteX0" fmla="*/ 0 w 28561"/>
                        <a:gd name="connsiteY0" fmla="*/ 38862 h 38861"/>
                        <a:gd name="connsiteX1" fmla="*/ 0 w 28561"/>
                        <a:gd name="connsiteY1" fmla="*/ 0 h 38861"/>
                        <a:gd name="connsiteX2" fmla="*/ 14033 w 28561"/>
                        <a:gd name="connsiteY2" fmla="*/ 0 h 38861"/>
                        <a:gd name="connsiteX3" fmla="*/ 19858 w 28561"/>
                        <a:gd name="connsiteY3" fmla="*/ 697 h 38861"/>
                        <a:gd name="connsiteX4" fmla="*/ 23816 w 28561"/>
                        <a:gd name="connsiteY4" fmla="*/ 2699 h 38861"/>
                        <a:gd name="connsiteX5" fmla="*/ 26065 w 28561"/>
                        <a:gd name="connsiteY5" fmla="*/ 5802 h 38861"/>
                        <a:gd name="connsiteX6" fmla="*/ 26762 w 28561"/>
                        <a:gd name="connsiteY6" fmla="*/ 9760 h 38861"/>
                        <a:gd name="connsiteX7" fmla="*/ 26223 w 28561"/>
                        <a:gd name="connsiteY7" fmla="*/ 13291 h 38861"/>
                        <a:gd name="connsiteX8" fmla="*/ 24828 w 28561"/>
                        <a:gd name="connsiteY8" fmla="*/ 15765 h 38861"/>
                        <a:gd name="connsiteX9" fmla="*/ 22849 w 28561"/>
                        <a:gd name="connsiteY9" fmla="*/ 17339 h 38861"/>
                        <a:gd name="connsiteX10" fmla="*/ 20555 w 28561"/>
                        <a:gd name="connsiteY10" fmla="*/ 18127 h 38861"/>
                        <a:gd name="connsiteX11" fmla="*/ 20555 w 28561"/>
                        <a:gd name="connsiteY11" fmla="*/ 18239 h 38861"/>
                        <a:gd name="connsiteX12" fmla="*/ 26583 w 28561"/>
                        <a:gd name="connsiteY12" fmla="*/ 21433 h 38861"/>
                        <a:gd name="connsiteX13" fmla="*/ 28562 w 28561"/>
                        <a:gd name="connsiteY13" fmla="*/ 27910 h 38861"/>
                        <a:gd name="connsiteX14" fmla="*/ 27617 w 28561"/>
                        <a:gd name="connsiteY14" fmla="*/ 33037 h 38861"/>
                        <a:gd name="connsiteX15" fmla="*/ 25008 w 28561"/>
                        <a:gd name="connsiteY15" fmla="*/ 36433 h 38861"/>
                        <a:gd name="connsiteX16" fmla="*/ 20983 w 28561"/>
                        <a:gd name="connsiteY16" fmla="*/ 38300 h 38861"/>
                        <a:gd name="connsiteX17" fmla="*/ 15878 w 28561"/>
                        <a:gd name="connsiteY17" fmla="*/ 38862 h 38861"/>
                        <a:gd name="connsiteX18" fmla="*/ 0 w 28561"/>
                        <a:gd name="connsiteY18" fmla="*/ 38862 h 38861"/>
                        <a:gd name="connsiteX19" fmla="*/ 3666 w 28561"/>
                        <a:gd name="connsiteY19" fmla="*/ 17160 h 38861"/>
                        <a:gd name="connsiteX20" fmla="*/ 12954 w 28561"/>
                        <a:gd name="connsiteY20" fmla="*/ 17160 h 38861"/>
                        <a:gd name="connsiteX21" fmla="*/ 17767 w 28561"/>
                        <a:gd name="connsiteY21" fmla="*/ 16665 h 38861"/>
                        <a:gd name="connsiteX22" fmla="*/ 20893 w 28561"/>
                        <a:gd name="connsiteY22" fmla="*/ 15225 h 38861"/>
                        <a:gd name="connsiteX23" fmla="*/ 22602 w 28561"/>
                        <a:gd name="connsiteY23" fmla="*/ 12909 h 38861"/>
                        <a:gd name="connsiteX24" fmla="*/ 23119 w 28561"/>
                        <a:gd name="connsiteY24" fmla="*/ 9760 h 38861"/>
                        <a:gd name="connsiteX25" fmla="*/ 22534 w 28561"/>
                        <a:gd name="connsiteY25" fmla="*/ 6657 h 38861"/>
                        <a:gd name="connsiteX26" fmla="*/ 20645 w 28561"/>
                        <a:gd name="connsiteY26" fmla="*/ 4610 h 38861"/>
                        <a:gd name="connsiteX27" fmla="*/ 17272 w 28561"/>
                        <a:gd name="connsiteY27" fmla="*/ 3486 h 38861"/>
                        <a:gd name="connsiteX28" fmla="*/ 12167 w 28561"/>
                        <a:gd name="connsiteY28" fmla="*/ 3126 h 38861"/>
                        <a:gd name="connsiteX29" fmla="*/ 3688 w 28561"/>
                        <a:gd name="connsiteY29" fmla="*/ 3126 h 38861"/>
                        <a:gd name="connsiteX30" fmla="*/ 3688 w 28561"/>
                        <a:gd name="connsiteY30" fmla="*/ 17160 h 38861"/>
                        <a:gd name="connsiteX31" fmla="*/ 3666 w 28561"/>
                        <a:gd name="connsiteY31" fmla="*/ 35736 h 38861"/>
                        <a:gd name="connsiteX32" fmla="*/ 12999 w 28561"/>
                        <a:gd name="connsiteY32" fmla="*/ 35736 h 38861"/>
                        <a:gd name="connsiteX33" fmla="*/ 18262 w 28561"/>
                        <a:gd name="connsiteY33" fmla="*/ 35466 h 38861"/>
                        <a:gd name="connsiteX34" fmla="*/ 21950 w 28561"/>
                        <a:gd name="connsiteY34" fmla="*/ 34364 h 38861"/>
                        <a:gd name="connsiteX35" fmla="*/ 24131 w 28561"/>
                        <a:gd name="connsiteY35" fmla="*/ 31980 h 38861"/>
                        <a:gd name="connsiteX36" fmla="*/ 24851 w 28561"/>
                        <a:gd name="connsiteY36" fmla="*/ 27910 h 38861"/>
                        <a:gd name="connsiteX37" fmla="*/ 24041 w 28561"/>
                        <a:gd name="connsiteY37" fmla="*/ 23996 h 38861"/>
                        <a:gd name="connsiteX38" fmla="*/ 21725 w 28561"/>
                        <a:gd name="connsiteY38" fmla="*/ 21702 h 38861"/>
                        <a:gd name="connsiteX39" fmla="*/ 18104 w 28561"/>
                        <a:gd name="connsiteY39" fmla="*/ 20600 h 38861"/>
                        <a:gd name="connsiteX40" fmla="*/ 13404 w 28561"/>
                        <a:gd name="connsiteY40" fmla="*/ 20308 h 38861"/>
                        <a:gd name="connsiteX41" fmla="*/ 3643 w 28561"/>
                        <a:gd name="connsiteY41" fmla="*/ 20308 h 38861"/>
                        <a:gd name="connsiteX42" fmla="*/ 3643 w 28561"/>
                        <a:gd name="connsiteY42" fmla="*/ 35736 h 38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8561" h="38861">
                          <a:moveTo>
                            <a:pt x="0" y="38862"/>
                          </a:moveTo>
                          <a:lnTo>
                            <a:pt x="0" y="0"/>
                          </a:lnTo>
                          <a:lnTo>
                            <a:pt x="14033" y="0"/>
                          </a:lnTo>
                          <a:cubicBezTo>
                            <a:pt x="16305" y="0"/>
                            <a:pt x="18239" y="225"/>
                            <a:pt x="19858" y="697"/>
                          </a:cubicBezTo>
                          <a:cubicBezTo>
                            <a:pt x="21477" y="1169"/>
                            <a:pt x="22804" y="1822"/>
                            <a:pt x="23816" y="2699"/>
                          </a:cubicBezTo>
                          <a:cubicBezTo>
                            <a:pt x="24851" y="3553"/>
                            <a:pt x="25593" y="4588"/>
                            <a:pt x="26065" y="5802"/>
                          </a:cubicBezTo>
                          <a:cubicBezTo>
                            <a:pt x="26538" y="7017"/>
                            <a:pt x="26762" y="8321"/>
                            <a:pt x="26762" y="9760"/>
                          </a:cubicBezTo>
                          <a:cubicBezTo>
                            <a:pt x="26762" y="11200"/>
                            <a:pt x="26583" y="12302"/>
                            <a:pt x="26223" y="13291"/>
                          </a:cubicBezTo>
                          <a:cubicBezTo>
                            <a:pt x="25863" y="14281"/>
                            <a:pt x="25391" y="15113"/>
                            <a:pt x="24828" y="15765"/>
                          </a:cubicBezTo>
                          <a:cubicBezTo>
                            <a:pt x="24266" y="16417"/>
                            <a:pt x="23592" y="16957"/>
                            <a:pt x="22849" y="17339"/>
                          </a:cubicBezTo>
                          <a:cubicBezTo>
                            <a:pt x="22107" y="17722"/>
                            <a:pt x="21343" y="17969"/>
                            <a:pt x="20555" y="18127"/>
                          </a:cubicBezTo>
                          <a:lnTo>
                            <a:pt x="20555" y="18239"/>
                          </a:lnTo>
                          <a:cubicBezTo>
                            <a:pt x="23254" y="18644"/>
                            <a:pt x="25256" y="19701"/>
                            <a:pt x="26583" y="21433"/>
                          </a:cubicBezTo>
                          <a:cubicBezTo>
                            <a:pt x="27887" y="23164"/>
                            <a:pt x="28562" y="25323"/>
                            <a:pt x="28562" y="27910"/>
                          </a:cubicBezTo>
                          <a:cubicBezTo>
                            <a:pt x="28562" y="29934"/>
                            <a:pt x="28247" y="31643"/>
                            <a:pt x="27617" y="33037"/>
                          </a:cubicBezTo>
                          <a:cubicBezTo>
                            <a:pt x="26988" y="34432"/>
                            <a:pt x="26110" y="35578"/>
                            <a:pt x="25008" y="36433"/>
                          </a:cubicBezTo>
                          <a:cubicBezTo>
                            <a:pt x="23884" y="37288"/>
                            <a:pt x="22557" y="37917"/>
                            <a:pt x="20983" y="38300"/>
                          </a:cubicBezTo>
                          <a:cubicBezTo>
                            <a:pt x="19408" y="38682"/>
                            <a:pt x="17722" y="38862"/>
                            <a:pt x="15878" y="38862"/>
                          </a:cubicBezTo>
                          <a:lnTo>
                            <a:pt x="0" y="38862"/>
                          </a:lnTo>
                          <a:close/>
                          <a:moveTo>
                            <a:pt x="3666" y="17160"/>
                          </a:moveTo>
                          <a:lnTo>
                            <a:pt x="12954" y="17160"/>
                          </a:lnTo>
                          <a:cubicBezTo>
                            <a:pt x="14866" y="17160"/>
                            <a:pt x="16462" y="17002"/>
                            <a:pt x="17767" y="16665"/>
                          </a:cubicBezTo>
                          <a:cubicBezTo>
                            <a:pt x="19071" y="16350"/>
                            <a:pt x="20106" y="15855"/>
                            <a:pt x="20893" y="15225"/>
                          </a:cubicBezTo>
                          <a:cubicBezTo>
                            <a:pt x="21680" y="14596"/>
                            <a:pt x="22242" y="13831"/>
                            <a:pt x="22602" y="12909"/>
                          </a:cubicBezTo>
                          <a:cubicBezTo>
                            <a:pt x="22939" y="11987"/>
                            <a:pt x="23119" y="10930"/>
                            <a:pt x="23119" y="9760"/>
                          </a:cubicBezTo>
                          <a:cubicBezTo>
                            <a:pt x="23119" y="8591"/>
                            <a:pt x="22917" y="7512"/>
                            <a:pt x="22534" y="6657"/>
                          </a:cubicBezTo>
                          <a:cubicBezTo>
                            <a:pt x="22130" y="5802"/>
                            <a:pt x="21500" y="5128"/>
                            <a:pt x="20645" y="4610"/>
                          </a:cubicBezTo>
                          <a:cubicBezTo>
                            <a:pt x="19791" y="4093"/>
                            <a:pt x="18666" y="3711"/>
                            <a:pt x="17272" y="3486"/>
                          </a:cubicBezTo>
                          <a:cubicBezTo>
                            <a:pt x="15878" y="3261"/>
                            <a:pt x="14191" y="3126"/>
                            <a:pt x="12167" y="3126"/>
                          </a:cubicBezTo>
                          <a:lnTo>
                            <a:pt x="3688" y="3126"/>
                          </a:lnTo>
                          <a:lnTo>
                            <a:pt x="3688" y="17160"/>
                          </a:lnTo>
                          <a:close/>
                          <a:moveTo>
                            <a:pt x="3666" y="35736"/>
                          </a:moveTo>
                          <a:lnTo>
                            <a:pt x="12999" y="35736"/>
                          </a:lnTo>
                          <a:cubicBezTo>
                            <a:pt x="15023" y="35736"/>
                            <a:pt x="16777" y="35646"/>
                            <a:pt x="18262" y="35466"/>
                          </a:cubicBezTo>
                          <a:cubicBezTo>
                            <a:pt x="19746" y="35286"/>
                            <a:pt x="20983" y="34926"/>
                            <a:pt x="21950" y="34364"/>
                          </a:cubicBezTo>
                          <a:cubicBezTo>
                            <a:pt x="22917" y="33802"/>
                            <a:pt x="23659" y="33015"/>
                            <a:pt x="24131" y="31980"/>
                          </a:cubicBezTo>
                          <a:cubicBezTo>
                            <a:pt x="24626" y="30946"/>
                            <a:pt x="24851" y="29596"/>
                            <a:pt x="24851" y="27910"/>
                          </a:cubicBezTo>
                          <a:cubicBezTo>
                            <a:pt x="24851" y="26223"/>
                            <a:pt x="24581" y="24986"/>
                            <a:pt x="24041" y="23996"/>
                          </a:cubicBezTo>
                          <a:cubicBezTo>
                            <a:pt x="23502" y="23007"/>
                            <a:pt x="22737" y="22242"/>
                            <a:pt x="21725" y="21702"/>
                          </a:cubicBezTo>
                          <a:cubicBezTo>
                            <a:pt x="20713" y="21163"/>
                            <a:pt x="19521" y="20803"/>
                            <a:pt x="18104" y="20600"/>
                          </a:cubicBezTo>
                          <a:cubicBezTo>
                            <a:pt x="16710" y="20398"/>
                            <a:pt x="15135" y="20308"/>
                            <a:pt x="13404" y="20308"/>
                          </a:cubicBezTo>
                          <a:lnTo>
                            <a:pt x="3643" y="20308"/>
                          </a:lnTo>
                          <a:lnTo>
                            <a:pt x="3643" y="35736"/>
                          </a:lnTo>
                          <a:close/>
                        </a:path>
                      </a:pathLst>
                    </a:custGeom>
                    <a:solidFill>
                      <a:srgbClr val="231F20"/>
                    </a:solidFill>
                    <a:ln w="2249" cap="flat">
                      <a:noFill/>
                      <a:prstDash val="solid"/>
                      <a:miter/>
                    </a:ln>
                  </p:spPr>
                  <p:txBody>
                    <a:bodyPr rtlCol="0" anchor="ctr"/>
                    <a:lstStyle/>
                    <a:p>
                      <a:endParaRPr lang="en-US"/>
                    </a:p>
                  </p:txBody>
                </p:sp>
                <p:sp>
                  <p:nvSpPr>
                    <p:cNvPr id="151" name="Freeform 150">
                      <a:extLst>
                        <a:ext uri="{FF2B5EF4-FFF2-40B4-BE49-F238E27FC236}">
                          <a16:creationId xmlns:a16="http://schemas.microsoft.com/office/drawing/2014/main" id="{2BC1B0C5-64F9-3D97-FC6A-CECC80FE1F4D}"/>
                        </a:ext>
                      </a:extLst>
                    </p:cNvPr>
                    <p:cNvSpPr/>
                    <p:nvPr/>
                  </p:nvSpPr>
                  <p:spPr>
                    <a:xfrm>
                      <a:off x="5171387" y="2381188"/>
                      <a:ext cx="25053" cy="38861"/>
                    </a:xfrm>
                    <a:custGeom>
                      <a:avLst/>
                      <a:gdLst>
                        <a:gd name="connsiteX0" fmla="*/ 0 w 25053"/>
                        <a:gd name="connsiteY0" fmla="*/ 38862 h 38861"/>
                        <a:gd name="connsiteX1" fmla="*/ 0 w 25053"/>
                        <a:gd name="connsiteY1" fmla="*/ 0 h 38861"/>
                        <a:gd name="connsiteX2" fmla="*/ 25053 w 25053"/>
                        <a:gd name="connsiteY2" fmla="*/ 0 h 38861"/>
                        <a:gd name="connsiteX3" fmla="*/ 25053 w 25053"/>
                        <a:gd name="connsiteY3" fmla="*/ 3126 h 38861"/>
                        <a:gd name="connsiteX4" fmla="*/ 3688 w 25053"/>
                        <a:gd name="connsiteY4" fmla="*/ 3126 h 38861"/>
                        <a:gd name="connsiteX5" fmla="*/ 3688 w 25053"/>
                        <a:gd name="connsiteY5" fmla="*/ 17160 h 38861"/>
                        <a:gd name="connsiteX6" fmla="*/ 23119 w 25053"/>
                        <a:gd name="connsiteY6" fmla="*/ 17160 h 38861"/>
                        <a:gd name="connsiteX7" fmla="*/ 23119 w 25053"/>
                        <a:gd name="connsiteY7" fmla="*/ 20286 h 38861"/>
                        <a:gd name="connsiteX8" fmla="*/ 3688 w 25053"/>
                        <a:gd name="connsiteY8" fmla="*/ 20286 h 38861"/>
                        <a:gd name="connsiteX9" fmla="*/ 3688 w 25053"/>
                        <a:gd name="connsiteY9" fmla="*/ 38862 h 38861"/>
                        <a:gd name="connsiteX10" fmla="*/ 23 w 25053"/>
                        <a:gd name="connsiteY10" fmla="*/ 38862 h 38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5053" h="38861">
                          <a:moveTo>
                            <a:pt x="0" y="38862"/>
                          </a:moveTo>
                          <a:lnTo>
                            <a:pt x="0" y="0"/>
                          </a:lnTo>
                          <a:lnTo>
                            <a:pt x="25053" y="0"/>
                          </a:lnTo>
                          <a:lnTo>
                            <a:pt x="25053" y="3126"/>
                          </a:lnTo>
                          <a:lnTo>
                            <a:pt x="3688" y="3126"/>
                          </a:lnTo>
                          <a:lnTo>
                            <a:pt x="3688" y="17160"/>
                          </a:lnTo>
                          <a:lnTo>
                            <a:pt x="23119" y="17160"/>
                          </a:lnTo>
                          <a:lnTo>
                            <a:pt x="23119" y="20286"/>
                          </a:lnTo>
                          <a:lnTo>
                            <a:pt x="3688" y="20286"/>
                          </a:lnTo>
                          <a:lnTo>
                            <a:pt x="3688" y="38862"/>
                          </a:lnTo>
                          <a:lnTo>
                            <a:pt x="23" y="38862"/>
                          </a:lnTo>
                          <a:close/>
                        </a:path>
                      </a:pathLst>
                    </a:custGeom>
                    <a:solidFill>
                      <a:srgbClr val="231F20"/>
                    </a:solidFill>
                    <a:ln w="2249" cap="flat">
                      <a:noFill/>
                      <a:prstDash val="solid"/>
                      <a:miter/>
                    </a:ln>
                  </p:spPr>
                  <p:txBody>
                    <a:bodyPr rtlCol="0" anchor="ctr"/>
                    <a:lstStyle/>
                    <a:p>
                      <a:endParaRPr lang="en-US"/>
                    </a:p>
                  </p:txBody>
                </p:sp>
                <p:sp>
                  <p:nvSpPr>
                    <p:cNvPr id="163" name="Freeform 162">
                      <a:extLst>
                        <a:ext uri="{FF2B5EF4-FFF2-40B4-BE49-F238E27FC236}">
                          <a16:creationId xmlns:a16="http://schemas.microsoft.com/office/drawing/2014/main" id="{37B7A130-AED1-97D4-A2BA-67DE5F33197C}"/>
                        </a:ext>
                      </a:extLst>
                    </p:cNvPr>
                    <p:cNvSpPr/>
                    <p:nvPr/>
                  </p:nvSpPr>
                  <p:spPr>
                    <a:xfrm>
                      <a:off x="5199566" y="2415732"/>
                      <a:ext cx="9737" cy="22287"/>
                    </a:xfrm>
                    <a:custGeom>
                      <a:avLst/>
                      <a:gdLst>
                        <a:gd name="connsiteX0" fmla="*/ 9738 w 9737"/>
                        <a:gd name="connsiteY0" fmla="*/ 22287 h 22287"/>
                        <a:gd name="connsiteX1" fmla="*/ 5240 w 9737"/>
                        <a:gd name="connsiteY1" fmla="*/ 22287 h 22287"/>
                        <a:gd name="connsiteX2" fmla="*/ 5240 w 9737"/>
                        <a:gd name="connsiteY2" fmla="*/ 6927 h 22287"/>
                        <a:gd name="connsiteX3" fmla="*/ 0 w 9737"/>
                        <a:gd name="connsiteY3" fmla="*/ 6927 h 22287"/>
                        <a:gd name="connsiteX4" fmla="*/ 0 w 9737"/>
                        <a:gd name="connsiteY4" fmla="*/ 3936 h 22287"/>
                        <a:gd name="connsiteX5" fmla="*/ 2901 w 9737"/>
                        <a:gd name="connsiteY5" fmla="*/ 3666 h 22287"/>
                        <a:gd name="connsiteX6" fmla="*/ 5060 w 9737"/>
                        <a:gd name="connsiteY6" fmla="*/ 2496 h 22287"/>
                        <a:gd name="connsiteX7" fmla="*/ 5915 w 9737"/>
                        <a:gd name="connsiteY7" fmla="*/ 900 h 22287"/>
                        <a:gd name="connsiteX8" fmla="*/ 6095 w 9737"/>
                        <a:gd name="connsiteY8" fmla="*/ 0 h 22287"/>
                        <a:gd name="connsiteX9" fmla="*/ 9738 w 9737"/>
                        <a:gd name="connsiteY9" fmla="*/ 0 h 22287"/>
                        <a:gd name="connsiteX10" fmla="*/ 9738 w 9737"/>
                        <a:gd name="connsiteY10" fmla="*/ 22287 h 222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737" h="22287">
                          <a:moveTo>
                            <a:pt x="9738" y="22287"/>
                          </a:moveTo>
                          <a:lnTo>
                            <a:pt x="5240" y="22287"/>
                          </a:lnTo>
                          <a:lnTo>
                            <a:pt x="5240" y="6927"/>
                          </a:lnTo>
                          <a:lnTo>
                            <a:pt x="0" y="6927"/>
                          </a:lnTo>
                          <a:lnTo>
                            <a:pt x="0" y="3936"/>
                          </a:lnTo>
                          <a:cubicBezTo>
                            <a:pt x="1372" y="3868"/>
                            <a:pt x="2361" y="3778"/>
                            <a:pt x="2901" y="3666"/>
                          </a:cubicBezTo>
                          <a:cubicBezTo>
                            <a:pt x="3778" y="3463"/>
                            <a:pt x="4498" y="3081"/>
                            <a:pt x="5060" y="2496"/>
                          </a:cubicBezTo>
                          <a:cubicBezTo>
                            <a:pt x="5442" y="2092"/>
                            <a:pt x="5735" y="1574"/>
                            <a:pt x="5915" y="900"/>
                          </a:cubicBezTo>
                          <a:cubicBezTo>
                            <a:pt x="6027" y="495"/>
                            <a:pt x="6095" y="202"/>
                            <a:pt x="6095" y="0"/>
                          </a:cubicBezTo>
                          <a:lnTo>
                            <a:pt x="9738" y="0"/>
                          </a:lnTo>
                          <a:lnTo>
                            <a:pt x="9738" y="22287"/>
                          </a:lnTo>
                          <a:close/>
                        </a:path>
                      </a:pathLst>
                    </a:custGeom>
                    <a:solidFill>
                      <a:srgbClr val="231F20"/>
                    </a:solidFill>
                    <a:ln w="2249" cap="flat">
                      <a:noFill/>
                      <a:prstDash val="solid"/>
                      <a:miter/>
                    </a:ln>
                  </p:spPr>
                  <p:txBody>
                    <a:bodyPr rtlCol="0" anchor="ctr"/>
                    <a:lstStyle/>
                    <a:p>
                      <a:endParaRPr lang="en-US"/>
                    </a:p>
                  </p:txBody>
                </p:sp>
                <p:sp>
                  <p:nvSpPr>
                    <p:cNvPr id="164" name="Freeform 163">
                      <a:extLst>
                        <a:ext uri="{FF2B5EF4-FFF2-40B4-BE49-F238E27FC236}">
                          <a16:creationId xmlns:a16="http://schemas.microsoft.com/office/drawing/2014/main" id="{52887557-E58B-58A3-FAA6-0DDC76CB8797}"/>
                        </a:ext>
                      </a:extLst>
                    </p:cNvPr>
                    <p:cNvSpPr/>
                    <p:nvPr/>
                  </p:nvSpPr>
                  <p:spPr>
                    <a:xfrm>
                      <a:off x="5215893" y="2415574"/>
                      <a:ext cx="15360" cy="23006"/>
                    </a:xfrm>
                    <a:custGeom>
                      <a:avLst/>
                      <a:gdLst>
                        <a:gd name="connsiteX0" fmla="*/ 7669 w 15360"/>
                        <a:gd name="connsiteY0" fmla="*/ 23007 h 23006"/>
                        <a:gd name="connsiteX1" fmla="*/ 1709 w 15360"/>
                        <a:gd name="connsiteY1" fmla="*/ 20016 h 23006"/>
                        <a:gd name="connsiteX2" fmla="*/ 0 w 15360"/>
                        <a:gd name="connsiteY2" fmla="*/ 11515 h 23006"/>
                        <a:gd name="connsiteX3" fmla="*/ 1709 w 15360"/>
                        <a:gd name="connsiteY3" fmla="*/ 2991 h 23006"/>
                        <a:gd name="connsiteX4" fmla="*/ 7669 w 15360"/>
                        <a:gd name="connsiteY4" fmla="*/ 0 h 23006"/>
                        <a:gd name="connsiteX5" fmla="*/ 13651 w 15360"/>
                        <a:gd name="connsiteY5" fmla="*/ 2991 h 23006"/>
                        <a:gd name="connsiteX6" fmla="*/ 15361 w 15360"/>
                        <a:gd name="connsiteY6" fmla="*/ 11515 h 23006"/>
                        <a:gd name="connsiteX7" fmla="*/ 13651 w 15360"/>
                        <a:gd name="connsiteY7" fmla="*/ 20016 h 23006"/>
                        <a:gd name="connsiteX8" fmla="*/ 7692 w 15360"/>
                        <a:gd name="connsiteY8" fmla="*/ 23007 h 23006"/>
                        <a:gd name="connsiteX9" fmla="*/ 10233 w 15360"/>
                        <a:gd name="connsiteY9" fmla="*/ 17384 h 23006"/>
                        <a:gd name="connsiteX10" fmla="*/ 10840 w 15360"/>
                        <a:gd name="connsiteY10" fmla="*/ 11515 h 23006"/>
                        <a:gd name="connsiteX11" fmla="*/ 10233 w 15360"/>
                        <a:gd name="connsiteY11" fmla="*/ 5555 h 23006"/>
                        <a:gd name="connsiteX12" fmla="*/ 7669 w 15360"/>
                        <a:gd name="connsiteY12" fmla="*/ 3621 h 23006"/>
                        <a:gd name="connsiteX13" fmla="*/ 5083 w 15360"/>
                        <a:gd name="connsiteY13" fmla="*/ 5555 h 23006"/>
                        <a:gd name="connsiteX14" fmla="*/ 4453 w 15360"/>
                        <a:gd name="connsiteY14" fmla="*/ 11515 h 23006"/>
                        <a:gd name="connsiteX15" fmla="*/ 5083 w 15360"/>
                        <a:gd name="connsiteY15" fmla="*/ 17384 h 23006"/>
                        <a:gd name="connsiteX16" fmla="*/ 7669 w 15360"/>
                        <a:gd name="connsiteY16" fmla="*/ 19431 h 23006"/>
                        <a:gd name="connsiteX17" fmla="*/ 10233 w 15360"/>
                        <a:gd name="connsiteY17" fmla="*/ 17384 h 23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5360" h="23006">
                          <a:moveTo>
                            <a:pt x="7669" y="23007"/>
                          </a:moveTo>
                          <a:cubicBezTo>
                            <a:pt x="4835" y="23007"/>
                            <a:pt x="2834" y="22017"/>
                            <a:pt x="1709" y="20016"/>
                          </a:cubicBezTo>
                          <a:cubicBezTo>
                            <a:pt x="562" y="18037"/>
                            <a:pt x="0" y="15203"/>
                            <a:pt x="0" y="11515"/>
                          </a:cubicBezTo>
                          <a:cubicBezTo>
                            <a:pt x="0" y="7826"/>
                            <a:pt x="562" y="4993"/>
                            <a:pt x="1709" y="2991"/>
                          </a:cubicBezTo>
                          <a:cubicBezTo>
                            <a:pt x="2856" y="990"/>
                            <a:pt x="4835" y="0"/>
                            <a:pt x="7669" y="0"/>
                          </a:cubicBezTo>
                          <a:cubicBezTo>
                            <a:pt x="10503" y="0"/>
                            <a:pt x="12504" y="990"/>
                            <a:pt x="13651" y="2991"/>
                          </a:cubicBezTo>
                          <a:cubicBezTo>
                            <a:pt x="14798" y="4993"/>
                            <a:pt x="15361" y="7826"/>
                            <a:pt x="15361" y="11515"/>
                          </a:cubicBezTo>
                          <a:cubicBezTo>
                            <a:pt x="15361" y="15203"/>
                            <a:pt x="14798" y="18014"/>
                            <a:pt x="13651" y="20016"/>
                          </a:cubicBezTo>
                          <a:cubicBezTo>
                            <a:pt x="12504" y="21995"/>
                            <a:pt x="10525" y="23007"/>
                            <a:pt x="7692" y="23007"/>
                          </a:cubicBezTo>
                          <a:close/>
                          <a:moveTo>
                            <a:pt x="10233" y="17384"/>
                          </a:moveTo>
                          <a:cubicBezTo>
                            <a:pt x="10638" y="16035"/>
                            <a:pt x="10840" y="14078"/>
                            <a:pt x="10840" y="11515"/>
                          </a:cubicBezTo>
                          <a:cubicBezTo>
                            <a:pt x="10840" y="8951"/>
                            <a:pt x="10638" y="6837"/>
                            <a:pt x="10233" y="5555"/>
                          </a:cubicBezTo>
                          <a:cubicBezTo>
                            <a:pt x="9828" y="4273"/>
                            <a:pt x="8974" y="3621"/>
                            <a:pt x="7669" y="3621"/>
                          </a:cubicBezTo>
                          <a:cubicBezTo>
                            <a:pt x="6365" y="3621"/>
                            <a:pt x="5510" y="4273"/>
                            <a:pt x="5083" y="5555"/>
                          </a:cubicBezTo>
                          <a:cubicBezTo>
                            <a:pt x="4655" y="6837"/>
                            <a:pt x="4453" y="8838"/>
                            <a:pt x="4453" y="11515"/>
                          </a:cubicBezTo>
                          <a:cubicBezTo>
                            <a:pt x="4453" y="14191"/>
                            <a:pt x="4655" y="16035"/>
                            <a:pt x="5083" y="17384"/>
                          </a:cubicBezTo>
                          <a:cubicBezTo>
                            <a:pt x="5510" y="18734"/>
                            <a:pt x="6365" y="19431"/>
                            <a:pt x="7669" y="19431"/>
                          </a:cubicBezTo>
                          <a:cubicBezTo>
                            <a:pt x="8974" y="19431"/>
                            <a:pt x="9828" y="18756"/>
                            <a:pt x="10233" y="17384"/>
                          </a:cubicBezTo>
                          <a:close/>
                        </a:path>
                      </a:pathLst>
                    </a:custGeom>
                    <a:solidFill>
                      <a:srgbClr val="231F20"/>
                    </a:solidFill>
                    <a:ln w="2249" cap="flat">
                      <a:noFill/>
                      <a:prstDash val="solid"/>
                      <a:miter/>
                    </a:ln>
                  </p:spPr>
                  <p:txBody>
                    <a:bodyPr rtlCol="0" anchor="ctr"/>
                    <a:lstStyle/>
                    <a:p>
                      <a:endParaRPr lang="en-US"/>
                    </a:p>
                  </p:txBody>
                </p:sp>
                <p:sp>
                  <p:nvSpPr>
                    <p:cNvPr id="166" name="Freeform 165">
                      <a:extLst>
                        <a:ext uri="{FF2B5EF4-FFF2-40B4-BE49-F238E27FC236}">
                          <a16:creationId xmlns:a16="http://schemas.microsoft.com/office/drawing/2014/main" id="{92359753-974C-32EB-E6CE-B5C3530178CA}"/>
                        </a:ext>
                      </a:extLst>
                    </p:cNvPr>
                    <p:cNvSpPr/>
                    <p:nvPr/>
                  </p:nvSpPr>
                  <p:spPr>
                    <a:xfrm>
                      <a:off x="5245467" y="2399652"/>
                      <a:ext cx="26987" cy="13696"/>
                    </a:xfrm>
                    <a:custGeom>
                      <a:avLst/>
                      <a:gdLst>
                        <a:gd name="connsiteX0" fmla="*/ 26988 w 26987"/>
                        <a:gd name="connsiteY0" fmla="*/ 3239 h 13696"/>
                        <a:gd name="connsiteX1" fmla="*/ 0 w 26987"/>
                        <a:gd name="connsiteY1" fmla="*/ 3239 h 13696"/>
                        <a:gd name="connsiteX2" fmla="*/ 0 w 26987"/>
                        <a:gd name="connsiteY2" fmla="*/ 0 h 13696"/>
                        <a:gd name="connsiteX3" fmla="*/ 26988 w 26987"/>
                        <a:gd name="connsiteY3" fmla="*/ 0 h 13696"/>
                        <a:gd name="connsiteX4" fmla="*/ 26988 w 26987"/>
                        <a:gd name="connsiteY4" fmla="*/ 3239 h 13696"/>
                        <a:gd name="connsiteX5" fmla="*/ 26988 w 26987"/>
                        <a:gd name="connsiteY5" fmla="*/ 13696 h 13696"/>
                        <a:gd name="connsiteX6" fmla="*/ 0 w 26987"/>
                        <a:gd name="connsiteY6" fmla="*/ 13696 h 13696"/>
                        <a:gd name="connsiteX7" fmla="*/ 0 w 26987"/>
                        <a:gd name="connsiteY7" fmla="*/ 10458 h 13696"/>
                        <a:gd name="connsiteX8" fmla="*/ 26988 w 26987"/>
                        <a:gd name="connsiteY8" fmla="*/ 10458 h 13696"/>
                        <a:gd name="connsiteX9" fmla="*/ 26988 w 26987"/>
                        <a:gd name="connsiteY9" fmla="*/ 13696 h 13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987" h="13696">
                          <a:moveTo>
                            <a:pt x="26988" y="3239"/>
                          </a:moveTo>
                          <a:lnTo>
                            <a:pt x="0" y="3239"/>
                          </a:lnTo>
                          <a:lnTo>
                            <a:pt x="0" y="0"/>
                          </a:lnTo>
                          <a:lnTo>
                            <a:pt x="26988" y="0"/>
                          </a:lnTo>
                          <a:lnTo>
                            <a:pt x="26988" y="3239"/>
                          </a:lnTo>
                          <a:close/>
                          <a:moveTo>
                            <a:pt x="26988" y="13696"/>
                          </a:moveTo>
                          <a:lnTo>
                            <a:pt x="0" y="13696"/>
                          </a:lnTo>
                          <a:lnTo>
                            <a:pt x="0" y="10458"/>
                          </a:lnTo>
                          <a:lnTo>
                            <a:pt x="26988" y="10458"/>
                          </a:lnTo>
                          <a:lnTo>
                            <a:pt x="26988" y="13696"/>
                          </a:lnTo>
                          <a:close/>
                        </a:path>
                      </a:pathLst>
                    </a:custGeom>
                    <a:solidFill>
                      <a:srgbClr val="231F20"/>
                    </a:solidFill>
                    <a:ln w="2249" cap="flat">
                      <a:noFill/>
                      <a:prstDash val="solid"/>
                      <a:miter/>
                    </a:ln>
                  </p:spPr>
                  <p:txBody>
                    <a:bodyPr rtlCol="0" anchor="ctr"/>
                    <a:lstStyle/>
                    <a:p>
                      <a:endParaRPr lang="en-US"/>
                    </a:p>
                  </p:txBody>
                </p:sp>
                <p:sp>
                  <p:nvSpPr>
                    <p:cNvPr id="177" name="Freeform 176">
                      <a:extLst>
                        <a:ext uri="{FF2B5EF4-FFF2-40B4-BE49-F238E27FC236}">
                          <a16:creationId xmlns:a16="http://schemas.microsoft.com/office/drawing/2014/main" id="{4FD478A6-1B7A-F635-3589-7B442C58C55B}"/>
                        </a:ext>
                      </a:extLst>
                    </p:cNvPr>
                    <p:cNvSpPr/>
                    <p:nvPr/>
                  </p:nvSpPr>
                  <p:spPr>
                    <a:xfrm>
                      <a:off x="5294922" y="2382357"/>
                      <a:ext cx="24266" cy="37692"/>
                    </a:xfrm>
                    <a:custGeom>
                      <a:avLst/>
                      <a:gdLst>
                        <a:gd name="connsiteX0" fmla="*/ 23 w 24266"/>
                        <a:gd name="connsiteY0" fmla="*/ 23 h 37692"/>
                        <a:gd name="connsiteX1" fmla="*/ 24266 w 24266"/>
                        <a:gd name="connsiteY1" fmla="*/ 23 h 37692"/>
                        <a:gd name="connsiteX2" fmla="*/ 24266 w 24266"/>
                        <a:gd name="connsiteY2" fmla="*/ 3261 h 37692"/>
                        <a:gd name="connsiteX3" fmla="*/ 17295 w 24266"/>
                        <a:gd name="connsiteY3" fmla="*/ 12797 h 37692"/>
                        <a:gd name="connsiteX4" fmla="*/ 12594 w 24266"/>
                        <a:gd name="connsiteY4" fmla="*/ 22287 h 37692"/>
                        <a:gd name="connsiteX5" fmla="*/ 9873 w 24266"/>
                        <a:gd name="connsiteY5" fmla="*/ 30901 h 37692"/>
                        <a:gd name="connsiteX6" fmla="*/ 8816 w 24266"/>
                        <a:gd name="connsiteY6" fmla="*/ 37693 h 37692"/>
                        <a:gd name="connsiteX7" fmla="*/ 5038 w 24266"/>
                        <a:gd name="connsiteY7" fmla="*/ 37693 h 37692"/>
                        <a:gd name="connsiteX8" fmla="*/ 6680 w 24266"/>
                        <a:gd name="connsiteY8" fmla="*/ 28967 h 37692"/>
                        <a:gd name="connsiteX9" fmla="*/ 10098 w 24266"/>
                        <a:gd name="connsiteY9" fmla="*/ 19813 h 37692"/>
                        <a:gd name="connsiteX10" fmla="*/ 14731 w 24266"/>
                        <a:gd name="connsiteY10" fmla="*/ 11042 h 37692"/>
                        <a:gd name="connsiteX11" fmla="*/ 20083 w 24266"/>
                        <a:gd name="connsiteY11" fmla="*/ 3463 h 37692"/>
                        <a:gd name="connsiteX12" fmla="*/ 0 w 24266"/>
                        <a:gd name="connsiteY12" fmla="*/ 3463 h 37692"/>
                        <a:gd name="connsiteX13" fmla="*/ 0 w 24266"/>
                        <a:gd name="connsiteY13" fmla="*/ 0 h 37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4266" h="37692">
                          <a:moveTo>
                            <a:pt x="23" y="23"/>
                          </a:moveTo>
                          <a:lnTo>
                            <a:pt x="24266" y="23"/>
                          </a:lnTo>
                          <a:lnTo>
                            <a:pt x="24266" y="3261"/>
                          </a:lnTo>
                          <a:cubicBezTo>
                            <a:pt x="21523" y="6365"/>
                            <a:pt x="19206" y="9536"/>
                            <a:pt x="17295" y="12797"/>
                          </a:cubicBezTo>
                          <a:cubicBezTo>
                            <a:pt x="15383" y="16058"/>
                            <a:pt x="13831" y="19229"/>
                            <a:pt x="12594" y="22287"/>
                          </a:cubicBezTo>
                          <a:cubicBezTo>
                            <a:pt x="11357" y="25346"/>
                            <a:pt x="10458" y="28224"/>
                            <a:pt x="9873" y="30901"/>
                          </a:cubicBezTo>
                          <a:cubicBezTo>
                            <a:pt x="9288" y="33554"/>
                            <a:pt x="8929" y="35826"/>
                            <a:pt x="8816" y="37693"/>
                          </a:cubicBezTo>
                          <a:lnTo>
                            <a:pt x="5038" y="37693"/>
                          </a:lnTo>
                          <a:cubicBezTo>
                            <a:pt x="5218" y="34949"/>
                            <a:pt x="5757" y="32048"/>
                            <a:pt x="6680" y="28967"/>
                          </a:cubicBezTo>
                          <a:cubicBezTo>
                            <a:pt x="7601" y="25886"/>
                            <a:pt x="8748" y="22849"/>
                            <a:pt x="10098" y="19813"/>
                          </a:cubicBezTo>
                          <a:cubicBezTo>
                            <a:pt x="11470" y="16800"/>
                            <a:pt x="13022" y="13876"/>
                            <a:pt x="14731" y="11042"/>
                          </a:cubicBezTo>
                          <a:cubicBezTo>
                            <a:pt x="16463" y="8209"/>
                            <a:pt x="18239" y="5690"/>
                            <a:pt x="20083" y="3463"/>
                          </a:cubicBezTo>
                          <a:lnTo>
                            <a:pt x="0" y="3463"/>
                          </a:lnTo>
                          <a:lnTo>
                            <a:pt x="0" y="0"/>
                          </a:lnTo>
                          <a:close/>
                        </a:path>
                      </a:pathLst>
                    </a:custGeom>
                    <a:solidFill>
                      <a:srgbClr val="231F20"/>
                    </a:solidFill>
                    <a:ln w="2249" cap="flat">
                      <a:noFill/>
                      <a:prstDash val="solid"/>
                      <a:miter/>
                    </a:ln>
                  </p:spPr>
                  <p:txBody>
                    <a:bodyPr rtlCol="0" anchor="ctr"/>
                    <a:lstStyle/>
                    <a:p>
                      <a:endParaRPr lang="en-US"/>
                    </a:p>
                  </p:txBody>
                </p:sp>
                <p:sp>
                  <p:nvSpPr>
                    <p:cNvPr id="178" name="Freeform 177">
                      <a:extLst>
                        <a:ext uri="{FF2B5EF4-FFF2-40B4-BE49-F238E27FC236}">
                          <a16:creationId xmlns:a16="http://schemas.microsoft.com/office/drawing/2014/main" id="{05F57BB8-AA89-E92C-593B-0C9A55D64288}"/>
                        </a:ext>
                      </a:extLst>
                    </p:cNvPr>
                    <p:cNvSpPr/>
                    <p:nvPr/>
                  </p:nvSpPr>
                  <p:spPr>
                    <a:xfrm>
                      <a:off x="5323843" y="2381997"/>
                      <a:ext cx="25773" cy="38817"/>
                    </a:xfrm>
                    <a:custGeom>
                      <a:avLst/>
                      <a:gdLst>
                        <a:gd name="connsiteX0" fmla="*/ 12932 w 25773"/>
                        <a:gd name="connsiteY0" fmla="*/ 0 h 38817"/>
                        <a:gd name="connsiteX1" fmla="*/ 17789 w 25773"/>
                        <a:gd name="connsiteY1" fmla="*/ 832 h 38817"/>
                        <a:gd name="connsiteX2" fmla="*/ 21275 w 25773"/>
                        <a:gd name="connsiteY2" fmla="*/ 3126 h 38817"/>
                        <a:gd name="connsiteX3" fmla="*/ 23592 w 25773"/>
                        <a:gd name="connsiteY3" fmla="*/ 6522 h 38817"/>
                        <a:gd name="connsiteX4" fmla="*/ 24964 w 25773"/>
                        <a:gd name="connsiteY4" fmla="*/ 10660 h 38817"/>
                        <a:gd name="connsiteX5" fmla="*/ 25616 w 25773"/>
                        <a:gd name="connsiteY5" fmla="*/ 15158 h 38817"/>
                        <a:gd name="connsiteX6" fmla="*/ 25773 w 25773"/>
                        <a:gd name="connsiteY6" fmla="*/ 19701 h 38817"/>
                        <a:gd name="connsiteX7" fmla="*/ 25234 w 25773"/>
                        <a:gd name="connsiteY7" fmla="*/ 26943 h 38817"/>
                        <a:gd name="connsiteX8" fmla="*/ 23254 w 25773"/>
                        <a:gd name="connsiteY8" fmla="*/ 33037 h 38817"/>
                        <a:gd name="connsiteX9" fmla="*/ 19341 w 25773"/>
                        <a:gd name="connsiteY9" fmla="*/ 37243 h 38817"/>
                        <a:gd name="connsiteX10" fmla="*/ 12909 w 25773"/>
                        <a:gd name="connsiteY10" fmla="*/ 38817 h 38817"/>
                        <a:gd name="connsiteX11" fmla="*/ 6455 w 25773"/>
                        <a:gd name="connsiteY11" fmla="*/ 37243 h 38817"/>
                        <a:gd name="connsiteX12" fmla="*/ 2519 w 25773"/>
                        <a:gd name="connsiteY12" fmla="*/ 33015 h 38817"/>
                        <a:gd name="connsiteX13" fmla="*/ 540 w 25773"/>
                        <a:gd name="connsiteY13" fmla="*/ 26808 h 38817"/>
                        <a:gd name="connsiteX14" fmla="*/ 0 w 25773"/>
                        <a:gd name="connsiteY14" fmla="*/ 19341 h 38817"/>
                        <a:gd name="connsiteX15" fmla="*/ 495 w 25773"/>
                        <a:gd name="connsiteY15" fmla="*/ 12279 h 38817"/>
                        <a:gd name="connsiteX16" fmla="*/ 2362 w 25773"/>
                        <a:gd name="connsiteY16" fmla="*/ 6095 h 38817"/>
                        <a:gd name="connsiteX17" fmla="*/ 6275 w 25773"/>
                        <a:gd name="connsiteY17" fmla="*/ 1687 h 38817"/>
                        <a:gd name="connsiteX18" fmla="*/ 12909 w 25773"/>
                        <a:gd name="connsiteY18" fmla="*/ 22 h 38817"/>
                        <a:gd name="connsiteX19" fmla="*/ 22332 w 25773"/>
                        <a:gd name="connsiteY19" fmla="*/ 19319 h 38817"/>
                        <a:gd name="connsiteX20" fmla="*/ 21972 w 25773"/>
                        <a:gd name="connsiteY20" fmla="*/ 13291 h 38817"/>
                        <a:gd name="connsiteX21" fmla="*/ 20601 w 25773"/>
                        <a:gd name="connsiteY21" fmla="*/ 8029 h 38817"/>
                        <a:gd name="connsiteX22" fmla="*/ 17722 w 25773"/>
                        <a:gd name="connsiteY22" fmla="*/ 4295 h 38817"/>
                        <a:gd name="connsiteX23" fmla="*/ 12842 w 25773"/>
                        <a:gd name="connsiteY23" fmla="*/ 2901 h 38817"/>
                        <a:gd name="connsiteX24" fmla="*/ 8164 w 25773"/>
                        <a:gd name="connsiteY24" fmla="*/ 4340 h 38817"/>
                        <a:gd name="connsiteX25" fmla="*/ 5330 w 25773"/>
                        <a:gd name="connsiteY25" fmla="*/ 8141 h 38817"/>
                        <a:gd name="connsiteX26" fmla="*/ 3891 w 25773"/>
                        <a:gd name="connsiteY26" fmla="*/ 13539 h 38817"/>
                        <a:gd name="connsiteX27" fmla="*/ 3486 w 25773"/>
                        <a:gd name="connsiteY27" fmla="*/ 19701 h 38817"/>
                        <a:gd name="connsiteX28" fmla="*/ 3936 w 25773"/>
                        <a:gd name="connsiteY28" fmla="*/ 26358 h 38817"/>
                        <a:gd name="connsiteX29" fmla="*/ 5465 w 25773"/>
                        <a:gd name="connsiteY29" fmla="*/ 31463 h 38817"/>
                        <a:gd name="connsiteX30" fmla="*/ 8344 w 25773"/>
                        <a:gd name="connsiteY30" fmla="*/ 34724 h 38817"/>
                        <a:gd name="connsiteX31" fmla="*/ 12909 w 25773"/>
                        <a:gd name="connsiteY31" fmla="*/ 35893 h 38817"/>
                        <a:gd name="connsiteX32" fmla="*/ 17857 w 25773"/>
                        <a:gd name="connsiteY32" fmla="*/ 34387 h 38817"/>
                        <a:gd name="connsiteX33" fmla="*/ 20691 w 25773"/>
                        <a:gd name="connsiteY33" fmla="*/ 30496 h 38817"/>
                        <a:gd name="connsiteX34" fmla="*/ 21995 w 25773"/>
                        <a:gd name="connsiteY34" fmla="*/ 25143 h 38817"/>
                        <a:gd name="connsiteX35" fmla="*/ 22310 w 25773"/>
                        <a:gd name="connsiteY35"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3" h="38817">
                          <a:moveTo>
                            <a:pt x="12932" y="0"/>
                          </a:moveTo>
                          <a:cubicBezTo>
                            <a:pt x="14798" y="0"/>
                            <a:pt x="16418" y="270"/>
                            <a:pt x="17789" y="832"/>
                          </a:cubicBezTo>
                          <a:cubicBezTo>
                            <a:pt x="19161" y="1394"/>
                            <a:pt x="20308" y="2159"/>
                            <a:pt x="21275" y="3126"/>
                          </a:cubicBezTo>
                          <a:cubicBezTo>
                            <a:pt x="22220" y="4093"/>
                            <a:pt x="23007" y="5240"/>
                            <a:pt x="23592" y="6522"/>
                          </a:cubicBezTo>
                          <a:cubicBezTo>
                            <a:pt x="24176" y="7826"/>
                            <a:pt x="24649" y="9198"/>
                            <a:pt x="24964" y="10660"/>
                          </a:cubicBezTo>
                          <a:cubicBezTo>
                            <a:pt x="25279" y="12122"/>
                            <a:pt x="25503" y="13629"/>
                            <a:pt x="25616" y="15158"/>
                          </a:cubicBezTo>
                          <a:cubicBezTo>
                            <a:pt x="25728" y="16687"/>
                            <a:pt x="25773" y="18217"/>
                            <a:pt x="25773" y="19701"/>
                          </a:cubicBezTo>
                          <a:cubicBezTo>
                            <a:pt x="25773" y="22220"/>
                            <a:pt x="25593" y="24626"/>
                            <a:pt x="25234" y="26943"/>
                          </a:cubicBezTo>
                          <a:cubicBezTo>
                            <a:pt x="24874" y="29236"/>
                            <a:pt x="24221" y="31283"/>
                            <a:pt x="23254" y="33037"/>
                          </a:cubicBezTo>
                          <a:cubicBezTo>
                            <a:pt x="22310" y="34791"/>
                            <a:pt x="21005" y="36208"/>
                            <a:pt x="19341" y="37243"/>
                          </a:cubicBezTo>
                          <a:cubicBezTo>
                            <a:pt x="17677" y="38277"/>
                            <a:pt x="15540" y="38817"/>
                            <a:pt x="12909" y="38817"/>
                          </a:cubicBezTo>
                          <a:cubicBezTo>
                            <a:pt x="10278" y="38817"/>
                            <a:pt x="8141" y="38300"/>
                            <a:pt x="6455" y="37243"/>
                          </a:cubicBezTo>
                          <a:cubicBezTo>
                            <a:pt x="4790" y="36208"/>
                            <a:pt x="3463" y="34791"/>
                            <a:pt x="2519" y="33015"/>
                          </a:cubicBezTo>
                          <a:cubicBezTo>
                            <a:pt x="1574" y="31238"/>
                            <a:pt x="900" y="29169"/>
                            <a:pt x="540" y="26808"/>
                          </a:cubicBezTo>
                          <a:cubicBezTo>
                            <a:pt x="180" y="24446"/>
                            <a:pt x="0" y="21950"/>
                            <a:pt x="0" y="19341"/>
                          </a:cubicBezTo>
                          <a:cubicBezTo>
                            <a:pt x="0" y="16935"/>
                            <a:pt x="158" y="14573"/>
                            <a:pt x="495" y="12279"/>
                          </a:cubicBezTo>
                          <a:cubicBezTo>
                            <a:pt x="810" y="9985"/>
                            <a:pt x="1439" y="7916"/>
                            <a:pt x="2362" y="6095"/>
                          </a:cubicBezTo>
                          <a:cubicBezTo>
                            <a:pt x="3284" y="4273"/>
                            <a:pt x="4588" y="2811"/>
                            <a:pt x="6275" y="1687"/>
                          </a:cubicBezTo>
                          <a:cubicBezTo>
                            <a:pt x="7961" y="562"/>
                            <a:pt x="10188" y="22"/>
                            <a:pt x="12909" y="22"/>
                          </a:cubicBezTo>
                          <a:close/>
                          <a:moveTo>
                            <a:pt x="22332" y="19319"/>
                          </a:moveTo>
                          <a:cubicBezTo>
                            <a:pt x="22332" y="17272"/>
                            <a:pt x="22220" y="15270"/>
                            <a:pt x="21972" y="13291"/>
                          </a:cubicBezTo>
                          <a:cubicBezTo>
                            <a:pt x="21725" y="11312"/>
                            <a:pt x="21275" y="9581"/>
                            <a:pt x="20601" y="8029"/>
                          </a:cubicBezTo>
                          <a:cubicBezTo>
                            <a:pt x="19926" y="6477"/>
                            <a:pt x="18959" y="5240"/>
                            <a:pt x="17722" y="4295"/>
                          </a:cubicBezTo>
                          <a:cubicBezTo>
                            <a:pt x="16485" y="3351"/>
                            <a:pt x="14843" y="2901"/>
                            <a:pt x="12842" y="2901"/>
                          </a:cubicBezTo>
                          <a:cubicBezTo>
                            <a:pt x="10930" y="2901"/>
                            <a:pt x="9378" y="3373"/>
                            <a:pt x="8164" y="4340"/>
                          </a:cubicBezTo>
                          <a:cubicBezTo>
                            <a:pt x="6949" y="5308"/>
                            <a:pt x="6005" y="6567"/>
                            <a:pt x="5330" y="8141"/>
                          </a:cubicBezTo>
                          <a:cubicBezTo>
                            <a:pt x="4655" y="9715"/>
                            <a:pt x="4161" y="11515"/>
                            <a:pt x="3891" y="13539"/>
                          </a:cubicBezTo>
                          <a:cubicBezTo>
                            <a:pt x="3621" y="15563"/>
                            <a:pt x="3486" y="17609"/>
                            <a:pt x="3486" y="19701"/>
                          </a:cubicBezTo>
                          <a:cubicBezTo>
                            <a:pt x="3486" y="22152"/>
                            <a:pt x="3644" y="24379"/>
                            <a:pt x="3936" y="26358"/>
                          </a:cubicBezTo>
                          <a:cubicBezTo>
                            <a:pt x="4251" y="28359"/>
                            <a:pt x="4746" y="30046"/>
                            <a:pt x="5465" y="31463"/>
                          </a:cubicBezTo>
                          <a:cubicBezTo>
                            <a:pt x="6185" y="32857"/>
                            <a:pt x="7152" y="33959"/>
                            <a:pt x="8344" y="34724"/>
                          </a:cubicBezTo>
                          <a:cubicBezTo>
                            <a:pt x="9558" y="35489"/>
                            <a:pt x="11065" y="35893"/>
                            <a:pt x="12909" y="35893"/>
                          </a:cubicBezTo>
                          <a:cubicBezTo>
                            <a:pt x="14956" y="35893"/>
                            <a:pt x="16597" y="35399"/>
                            <a:pt x="17857" y="34387"/>
                          </a:cubicBezTo>
                          <a:cubicBezTo>
                            <a:pt x="19094" y="33375"/>
                            <a:pt x="20038" y="32093"/>
                            <a:pt x="20691" y="30496"/>
                          </a:cubicBezTo>
                          <a:cubicBezTo>
                            <a:pt x="21343" y="28899"/>
                            <a:pt x="21770" y="27122"/>
                            <a:pt x="21995" y="25143"/>
                          </a:cubicBezTo>
                          <a:cubicBezTo>
                            <a:pt x="22220" y="23164"/>
                            <a:pt x="22310" y="21230"/>
                            <a:pt x="22310" y="19319"/>
                          </a:cubicBezTo>
                          <a:close/>
                        </a:path>
                      </a:pathLst>
                    </a:custGeom>
                    <a:solidFill>
                      <a:srgbClr val="231F20"/>
                    </a:solidFill>
                    <a:ln w="2249" cap="flat">
                      <a:noFill/>
                      <a:prstDash val="solid"/>
                      <a:miter/>
                    </a:ln>
                  </p:spPr>
                  <p:txBody>
                    <a:bodyPr rtlCol="0" anchor="ctr"/>
                    <a:lstStyle/>
                    <a:p>
                      <a:endParaRPr lang="en-US"/>
                    </a:p>
                  </p:txBody>
                </p:sp>
                <p:sp>
                  <p:nvSpPr>
                    <p:cNvPr id="179" name="Freeform 178">
                      <a:extLst>
                        <a:ext uri="{FF2B5EF4-FFF2-40B4-BE49-F238E27FC236}">
                          <a16:creationId xmlns:a16="http://schemas.microsoft.com/office/drawing/2014/main" id="{BEB69924-8905-5965-1EBA-94017F3794E9}"/>
                        </a:ext>
                      </a:extLst>
                    </p:cNvPr>
                    <p:cNvSpPr/>
                    <p:nvPr/>
                  </p:nvSpPr>
                  <p:spPr>
                    <a:xfrm>
                      <a:off x="5357286" y="2415305"/>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231F20"/>
                    </a:solidFill>
                    <a:ln w="2249" cap="flat">
                      <a:noFill/>
                      <a:prstDash val="solid"/>
                      <a:miter/>
                    </a:ln>
                  </p:spPr>
                  <p:txBody>
                    <a:bodyPr rtlCol="0" anchor="ctr"/>
                    <a:lstStyle/>
                    <a:p>
                      <a:endParaRPr lang="en-US"/>
                    </a:p>
                  </p:txBody>
                </p:sp>
                <p:sp>
                  <p:nvSpPr>
                    <p:cNvPr id="180" name="Freeform 179">
                      <a:extLst>
                        <a:ext uri="{FF2B5EF4-FFF2-40B4-BE49-F238E27FC236}">
                          <a16:creationId xmlns:a16="http://schemas.microsoft.com/office/drawing/2014/main" id="{6172FB11-AEB6-D359-6023-B13CC02D78A4}"/>
                        </a:ext>
                      </a:extLst>
                    </p:cNvPr>
                    <p:cNvSpPr/>
                    <p:nvPr/>
                  </p:nvSpPr>
                  <p:spPr>
                    <a:xfrm>
                      <a:off x="5373276" y="2381975"/>
                      <a:ext cx="13268" cy="38052"/>
                    </a:xfrm>
                    <a:custGeom>
                      <a:avLst/>
                      <a:gdLst>
                        <a:gd name="connsiteX0" fmla="*/ 9828 w 13268"/>
                        <a:gd name="connsiteY0" fmla="*/ 9783 h 38052"/>
                        <a:gd name="connsiteX1" fmla="*/ 0 w 13268"/>
                        <a:gd name="connsiteY1" fmla="*/ 9783 h 38052"/>
                        <a:gd name="connsiteX2" fmla="*/ 0 w 13268"/>
                        <a:gd name="connsiteY2" fmla="*/ 7512 h 38052"/>
                        <a:gd name="connsiteX3" fmla="*/ 3913 w 13268"/>
                        <a:gd name="connsiteY3" fmla="*/ 7084 h 38052"/>
                        <a:gd name="connsiteX4" fmla="*/ 6994 w 13268"/>
                        <a:gd name="connsiteY4" fmla="*/ 6050 h 38052"/>
                        <a:gd name="connsiteX5" fmla="*/ 9198 w 13268"/>
                        <a:gd name="connsiteY5" fmla="*/ 3868 h 38052"/>
                        <a:gd name="connsiteX6" fmla="*/ 10525 w 13268"/>
                        <a:gd name="connsiteY6" fmla="*/ 0 h 38052"/>
                        <a:gd name="connsiteX7" fmla="*/ 13269 w 13268"/>
                        <a:gd name="connsiteY7" fmla="*/ 0 h 38052"/>
                        <a:gd name="connsiteX8" fmla="*/ 13269 w 13268"/>
                        <a:gd name="connsiteY8" fmla="*/ 38052 h 38052"/>
                        <a:gd name="connsiteX9" fmla="*/ 9805 w 13268"/>
                        <a:gd name="connsiteY9" fmla="*/ 38052 h 38052"/>
                        <a:gd name="connsiteX10" fmla="*/ 9805 w 13268"/>
                        <a:gd name="connsiteY10" fmla="*/ 9760 h 380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268" h="38052">
                          <a:moveTo>
                            <a:pt x="9828" y="9783"/>
                          </a:moveTo>
                          <a:lnTo>
                            <a:pt x="0" y="9783"/>
                          </a:lnTo>
                          <a:lnTo>
                            <a:pt x="0" y="7512"/>
                          </a:lnTo>
                          <a:cubicBezTo>
                            <a:pt x="1439" y="7399"/>
                            <a:pt x="2744" y="7264"/>
                            <a:pt x="3913" y="7084"/>
                          </a:cubicBezTo>
                          <a:cubicBezTo>
                            <a:pt x="5083" y="6904"/>
                            <a:pt x="6117" y="6567"/>
                            <a:pt x="6994" y="6050"/>
                          </a:cubicBezTo>
                          <a:cubicBezTo>
                            <a:pt x="7871" y="5532"/>
                            <a:pt x="8613" y="4813"/>
                            <a:pt x="9198" y="3868"/>
                          </a:cubicBezTo>
                          <a:cubicBezTo>
                            <a:pt x="9783" y="2924"/>
                            <a:pt x="10233" y="1619"/>
                            <a:pt x="10525" y="0"/>
                          </a:cubicBezTo>
                          <a:lnTo>
                            <a:pt x="13269" y="0"/>
                          </a:lnTo>
                          <a:lnTo>
                            <a:pt x="13269" y="38052"/>
                          </a:lnTo>
                          <a:lnTo>
                            <a:pt x="9805" y="38052"/>
                          </a:lnTo>
                          <a:lnTo>
                            <a:pt x="9805" y="9760"/>
                          </a:lnTo>
                          <a:close/>
                        </a:path>
                      </a:pathLst>
                    </a:custGeom>
                    <a:solidFill>
                      <a:srgbClr val="231F20"/>
                    </a:solidFill>
                    <a:ln w="2249" cap="flat">
                      <a:noFill/>
                      <a:prstDash val="solid"/>
                      <a:miter/>
                    </a:ln>
                  </p:spPr>
                  <p:txBody>
                    <a:bodyPr rtlCol="0" anchor="ctr"/>
                    <a:lstStyle/>
                    <a:p>
                      <a:endParaRPr lang="en-US"/>
                    </a:p>
                  </p:txBody>
                </p:sp>
                <p:sp>
                  <p:nvSpPr>
                    <p:cNvPr id="181" name="Freeform 180">
                      <a:extLst>
                        <a:ext uri="{FF2B5EF4-FFF2-40B4-BE49-F238E27FC236}">
                          <a16:creationId xmlns:a16="http://schemas.microsoft.com/office/drawing/2014/main" id="{80063C53-3165-43C6-CC9F-DA85FBEF82D0}"/>
                        </a:ext>
                      </a:extLst>
                    </p:cNvPr>
                    <p:cNvSpPr/>
                    <p:nvPr/>
                  </p:nvSpPr>
                  <p:spPr>
                    <a:xfrm>
                      <a:off x="5399139" y="2381996"/>
                      <a:ext cx="25255" cy="38818"/>
                    </a:xfrm>
                    <a:custGeom>
                      <a:avLst/>
                      <a:gdLst>
                        <a:gd name="connsiteX0" fmla="*/ 6679 w 25255"/>
                        <a:gd name="connsiteY0" fmla="*/ 17589 h 38818"/>
                        <a:gd name="connsiteX1" fmla="*/ 4273 w 25255"/>
                        <a:gd name="connsiteY1" fmla="*/ 15947 h 38818"/>
                        <a:gd name="connsiteX2" fmla="*/ 2631 w 25255"/>
                        <a:gd name="connsiteY2" fmla="*/ 14238 h 38818"/>
                        <a:gd name="connsiteX3" fmla="*/ 1687 w 25255"/>
                        <a:gd name="connsiteY3" fmla="*/ 12169 h 38818"/>
                        <a:gd name="connsiteX4" fmla="*/ 1394 w 25255"/>
                        <a:gd name="connsiteY4" fmla="*/ 9290 h 38818"/>
                        <a:gd name="connsiteX5" fmla="*/ 2249 w 25255"/>
                        <a:gd name="connsiteY5" fmla="*/ 5624 h 38818"/>
                        <a:gd name="connsiteX6" fmla="*/ 4565 w 25255"/>
                        <a:gd name="connsiteY6" fmla="*/ 2633 h 38818"/>
                        <a:gd name="connsiteX7" fmla="*/ 7984 w 25255"/>
                        <a:gd name="connsiteY7" fmla="*/ 654 h 38818"/>
                        <a:gd name="connsiteX8" fmla="*/ 12212 w 25255"/>
                        <a:gd name="connsiteY8" fmla="*/ 2 h 38818"/>
                        <a:gd name="connsiteX9" fmla="*/ 16440 w 25255"/>
                        <a:gd name="connsiteY9" fmla="*/ 541 h 38818"/>
                        <a:gd name="connsiteX10" fmla="*/ 20128 w 25255"/>
                        <a:gd name="connsiteY10" fmla="*/ 2206 h 38818"/>
                        <a:gd name="connsiteX11" fmla="*/ 22714 w 25255"/>
                        <a:gd name="connsiteY11" fmla="*/ 5084 h 38818"/>
                        <a:gd name="connsiteX12" fmla="*/ 23681 w 25255"/>
                        <a:gd name="connsiteY12" fmla="*/ 9267 h 38818"/>
                        <a:gd name="connsiteX13" fmla="*/ 22467 w 25255"/>
                        <a:gd name="connsiteY13" fmla="*/ 14350 h 38818"/>
                        <a:gd name="connsiteX14" fmla="*/ 18509 w 25255"/>
                        <a:gd name="connsiteY14" fmla="*/ 17813 h 38818"/>
                        <a:gd name="connsiteX15" fmla="*/ 23456 w 25255"/>
                        <a:gd name="connsiteY15" fmla="*/ 21434 h 38818"/>
                        <a:gd name="connsiteX16" fmla="*/ 25256 w 25255"/>
                        <a:gd name="connsiteY16" fmla="*/ 27259 h 38818"/>
                        <a:gd name="connsiteX17" fmla="*/ 24311 w 25255"/>
                        <a:gd name="connsiteY17" fmla="*/ 32229 h 38818"/>
                        <a:gd name="connsiteX18" fmla="*/ 21612 w 25255"/>
                        <a:gd name="connsiteY18" fmla="*/ 35850 h 38818"/>
                        <a:gd name="connsiteX19" fmla="*/ 17384 w 25255"/>
                        <a:gd name="connsiteY19" fmla="*/ 38054 h 38818"/>
                        <a:gd name="connsiteX20" fmla="*/ 11874 w 25255"/>
                        <a:gd name="connsiteY20" fmla="*/ 38819 h 38818"/>
                        <a:gd name="connsiteX21" fmla="*/ 7691 w 25255"/>
                        <a:gd name="connsiteY21" fmla="*/ 38122 h 38818"/>
                        <a:gd name="connsiteX22" fmla="*/ 3868 w 25255"/>
                        <a:gd name="connsiteY22" fmla="*/ 36007 h 38818"/>
                        <a:gd name="connsiteX23" fmla="*/ 1079 w 25255"/>
                        <a:gd name="connsiteY23" fmla="*/ 32499 h 38818"/>
                        <a:gd name="connsiteX24" fmla="*/ 0 w 25255"/>
                        <a:gd name="connsiteY24" fmla="*/ 27596 h 38818"/>
                        <a:gd name="connsiteX25" fmla="*/ 1709 w 25255"/>
                        <a:gd name="connsiteY25" fmla="*/ 21524 h 38818"/>
                        <a:gd name="connsiteX26" fmla="*/ 6657 w 25255"/>
                        <a:gd name="connsiteY26" fmla="*/ 17611 h 38818"/>
                        <a:gd name="connsiteX27" fmla="*/ 12729 w 25255"/>
                        <a:gd name="connsiteY27" fmla="*/ 19433 h 38818"/>
                        <a:gd name="connsiteX28" fmla="*/ 9063 w 25255"/>
                        <a:gd name="connsiteY28" fmla="*/ 19927 h 38818"/>
                        <a:gd name="connsiteX29" fmla="*/ 6140 w 25255"/>
                        <a:gd name="connsiteY29" fmla="*/ 21412 h 38818"/>
                        <a:gd name="connsiteX30" fmla="*/ 4206 w 25255"/>
                        <a:gd name="connsiteY30" fmla="*/ 23953 h 38818"/>
                        <a:gd name="connsiteX31" fmla="*/ 3508 w 25255"/>
                        <a:gd name="connsiteY31" fmla="*/ 27596 h 38818"/>
                        <a:gd name="connsiteX32" fmla="*/ 4183 w 25255"/>
                        <a:gd name="connsiteY32" fmla="*/ 30880 h 38818"/>
                        <a:gd name="connsiteX33" fmla="*/ 6072 w 25255"/>
                        <a:gd name="connsiteY33" fmla="*/ 33489 h 38818"/>
                        <a:gd name="connsiteX34" fmla="*/ 9041 w 25255"/>
                        <a:gd name="connsiteY34" fmla="*/ 35243 h 38818"/>
                        <a:gd name="connsiteX35" fmla="*/ 12954 w 25255"/>
                        <a:gd name="connsiteY35" fmla="*/ 35895 h 38818"/>
                        <a:gd name="connsiteX36" fmla="*/ 16462 w 25255"/>
                        <a:gd name="connsiteY36" fmla="*/ 35265 h 38818"/>
                        <a:gd name="connsiteX37" fmla="*/ 19296 w 25255"/>
                        <a:gd name="connsiteY37" fmla="*/ 33511 h 38818"/>
                        <a:gd name="connsiteX38" fmla="*/ 21185 w 25255"/>
                        <a:gd name="connsiteY38" fmla="*/ 30812 h 38818"/>
                        <a:gd name="connsiteX39" fmla="*/ 21860 w 25255"/>
                        <a:gd name="connsiteY39" fmla="*/ 27349 h 38818"/>
                        <a:gd name="connsiteX40" fmla="*/ 21163 w 25255"/>
                        <a:gd name="connsiteY40" fmla="*/ 23863 h 38818"/>
                        <a:gd name="connsiteX41" fmla="*/ 19228 w 25255"/>
                        <a:gd name="connsiteY41" fmla="*/ 21389 h 38818"/>
                        <a:gd name="connsiteX42" fmla="*/ 16305 w 25255"/>
                        <a:gd name="connsiteY42" fmla="*/ 19905 h 38818"/>
                        <a:gd name="connsiteX43" fmla="*/ 12751 w 25255"/>
                        <a:gd name="connsiteY43" fmla="*/ 19410 h 38818"/>
                        <a:gd name="connsiteX44" fmla="*/ 12572 w 25255"/>
                        <a:gd name="connsiteY44" fmla="*/ 2925 h 38818"/>
                        <a:gd name="connsiteX45" fmla="*/ 9558 w 25255"/>
                        <a:gd name="connsiteY45" fmla="*/ 3353 h 38818"/>
                        <a:gd name="connsiteX46" fmla="*/ 7107 w 25255"/>
                        <a:gd name="connsiteY46" fmla="*/ 4657 h 38818"/>
                        <a:gd name="connsiteX47" fmla="*/ 5465 w 25255"/>
                        <a:gd name="connsiteY47" fmla="*/ 6816 h 38818"/>
                        <a:gd name="connsiteX48" fmla="*/ 4880 w 25255"/>
                        <a:gd name="connsiteY48" fmla="*/ 9785 h 38818"/>
                        <a:gd name="connsiteX49" fmla="*/ 5555 w 25255"/>
                        <a:gd name="connsiteY49" fmla="*/ 12843 h 38818"/>
                        <a:gd name="connsiteX50" fmla="*/ 7354 w 25255"/>
                        <a:gd name="connsiteY50" fmla="*/ 14912 h 38818"/>
                        <a:gd name="connsiteX51" fmla="*/ 9940 w 25255"/>
                        <a:gd name="connsiteY51" fmla="*/ 16127 h 38818"/>
                        <a:gd name="connsiteX52" fmla="*/ 12954 w 25255"/>
                        <a:gd name="connsiteY52" fmla="*/ 16532 h 38818"/>
                        <a:gd name="connsiteX53" fmla="*/ 15878 w 25255"/>
                        <a:gd name="connsiteY53" fmla="*/ 16127 h 38818"/>
                        <a:gd name="connsiteX54" fmla="*/ 18194 w 25255"/>
                        <a:gd name="connsiteY54" fmla="*/ 14800 h 38818"/>
                        <a:gd name="connsiteX55" fmla="*/ 19723 w 25255"/>
                        <a:gd name="connsiteY55" fmla="*/ 12483 h 38818"/>
                        <a:gd name="connsiteX56" fmla="*/ 20285 w 25255"/>
                        <a:gd name="connsiteY56" fmla="*/ 9020 h 38818"/>
                        <a:gd name="connsiteX57" fmla="*/ 18396 w 25255"/>
                        <a:gd name="connsiteY57" fmla="*/ 4522 h 38818"/>
                        <a:gd name="connsiteX58" fmla="*/ 12572 w 25255"/>
                        <a:gd name="connsiteY58" fmla="*/ 2925 h 388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25255" h="38818">
                          <a:moveTo>
                            <a:pt x="6679" y="17589"/>
                          </a:moveTo>
                          <a:cubicBezTo>
                            <a:pt x="5735" y="17004"/>
                            <a:pt x="4948" y="16464"/>
                            <a:pt x="4273" y="15947"/>
                          </a:cubicBezTo>
                          <a:cubicBezTo>
                            <a:pt x="3598" y="15430"/>
                            <a:pt x="3059" y="14867"/>
                            <a:pt x="2631" y="14238"/>
                          </a:cubicBezTo>
                          <a:cubicBezTo>
                            <a:pt x="2204" y="13630"/>
                            <a:pt x="1889" y="12933"/>
                            <a:pt x="1687" y="12169"/>
                          </a:cubicBezTo>
                          <a:cubicBezTo>
                            <a:pt x="1484" y="11404"/>
                            <a:pt x="1394" y="10437"/>
                            <a:pt x="1394" y="9290"/>
                          </a:cubicBezTo>
                          <a:cubicBezTo>
                            <a:pt x="1394" y="7985"/>
                            <a:pt x="1687" y="6771"/>
                            <a:pt x="2249" y="5624"/>
                          </a:cubicBezTo>
                          <a:cubicBezTo>
                            <a:pt x="2834" y="4477"/>
                            <a:pt x="3598" y="3465"/>
                            <a:pt x="4565" y="2633"/>
                          </a:cubicBezTo>
                          <a:cubicBezTo>
                            <a:pt x="5532" y="1778"/>
                            <a:pt x="6679" y="1126"/>
                            <a:pt x="7984" y="654"/>
                          </a:cubicBezTo>
                          <a:cubicBezTo>
                            <a:pt x="9288" y="182"/>
                            <a:pt x="10705" y="-21"/>
                            <a:pt x="12212" y="2"/>
                          </a:cubicBezTo>
                          <a:cubicBezTo>
                            <a:pt x="13651" y="2"/>
                            <a:pt x="15068" y="182"/>
                            <a:pt x="16440" y="541"/>
                          </a:cubicBezTo>
                          <a:cubicBezTo>
                            <a:pt x="17834" y="901"/>
                            <a:pt x="19049" y="1463"/>
                            <a:pt x="20128" y="2206"/>
                          </a:cubicBezTo>
                          <a:cubicBezTo>
                            <a:pt x="21208" y="2948"/>
                            <a:pt x="22062" y="3915"/>
                            <a:pt x="22714" y="5084"/>
                          </a:cubicBezTo>
                          <a:cubicBezTo>
                            <a:pt x="23367" y="6254"/>
                            <a:pt x="23681" y="7648"/>
                            <a:pt x="23681" y="9267"/>
                          </a:cubicBezTo>
                          <a:cubicBezTo>
                            <a:pt x="23681" y="11246"/>
                            <a:pt x="23277" y="12933"/>
                            <a:pt x="22467" y="14350"/>
                          </a:cubicBezTo>
                          <a:cubicBezTo>
                            <a:pt x="21657" y="15744"/>
                            <a:pt x="20330" y="16914"/>
                            <a:pt x="18509" y="17813"/>
                          </a:cubicBezTo>
                          <a:cubicBezTo>
                            <a:pt x="20600" y="18578"/>
                            <a:pt x="22242" y="19770"/>
                            <a:pt x="23456" y="21434"/>
                          </a:cubicBezTo>
                          <a:cubicBezTo>
                            <a:pt x="24671" y="23098"/>
                            <a:pt x="25256" y="25033"/>
                            <a:pt x="25256" y="27259"/>
                          </a:cubicBezTo>
                          <a:cubicBezTo>
                            <a:pt x="25256" y="29126"/>
                            <a:pt x="24941" y="30790"/>
                            <a:pt x="24311" y="32229"/>
                          </a:cubicBezTo>
                          <a:cubicBezTo>
                            <a:pt x="23681" y="33669"/>
                            <a:pt x="22782" y="34883"/>
                            <a:pt x="21612" y="35850"/>
                          </a:cubicBezTo>
                          <a:cubicBezTo>
                            <a:pt x="20443" y="36817"/>
                            <a:pt x="19026" y="37559"/>
                            <a:pt x="17384" y="38054"/>
                          </a:cubicBezTo>
                          <a:cubicBezTo>
                            <a:pt x="15720" y="38549"/>
                            <a:pt x="13898" y="38819"/>
                            <a:pt x="11874" y="38819"/>
                          </a:cubicBezTo>
                          <a:cubicBezTo>
                            <a:pt x="10502" y="38819"/>
                            <a:pt x="9108" y="38594"/>
                            <a:pt x="7691" y="38122"/>
                          </a:cubicBezTo>
                          <a:cubicBezTo>
                            <a:pt x="6274" y="37649"/>
                            <a:pt x="4993" y="36952"/>
                            <a:pt x="3868" y="36007"/>
                          </a:cubicBezTo>
                          <a:cubicBezTo>
                            <a:pt x="2744" y="35063"/>
                            <a:pt x="1799" y="33893"/>
                            <a:pt x="1079" y="32499"/>
                          </a:cubicBezTo>
                          <a:cubicBezTo>
                            <a:pt x="360" y="31105"/>
                            <a:pt x="0" y="29463"/>
                            <a:pt x="0" y="27596"/>
                          </a:cubicBezTo>
                          <a:cubicBezTo>
                            <a:pt x="0" y="25325"/>
                            <a:pt x="562" y="23301"/>
                            <a:pt x="1709" y="21524"/>
                          </a:cubicBezTo>
                          <a:cubicBezTo>
                            <a:pt x="2856" y="19748"/>
                            <a:pt x="4498" y="18443"/>
                            <a:pt x="6657" y="17611"/>
                          </a:cubicBezTo>
                          <a:close/>
                          <a:moveTo>
                            <a:pt x="12729" y="19433"/>
                          </a:moveTo>
                          <a:cubicBezTo>
                            <a:pt x="11402" y="19433"/>
                            <a:pt x="10165" y="19590"/>
                            <a:pt x="9063" y="19927"/>
                          </a:cubicBezTo>
                          <a:cubicBezTo>
                            <a:pt x="7939" y="20242"/>
                            <a:pt x="6972" y="20737"/>
                            <a:pt x="6140" y="21412"/>
                          </a:cubicBezTo>
                          <a:cubicBezTo>
                            <a:pt x="5308" y="22086"/>
                            <a:pt x="4655" y="22919"/>
                            <a:pt x="4206" y="23953"/>
                          </a:cubicBezTo>
                          <a:cubicBezTo>
                            <a:pt x="3756" y="24988"/>
                            <a:pt x="3508" y="26202"/>
                            <a:pt x="3508" y="27596"/>
                          </a:cubicBezTo>
                          <a:cubicBezTo>
                            <a:pt x="3508" y="28788"/>
                            <a:pt x="3733" y="29890"/>
                            <a:pt x="4183" y="30880"/>
                          </a:cubicBezTo>
                          <a:cubicBezTo>
                            <a:pt x="4633" y="31892"/>
                            <a:pt x="5262" y="32769"/>
                            <a:pt x="6072" y="33489"/>
                          </a:cubicBezTo>
                          <a:cubicBezTo>
                            <a:pt x="6882" y="34208"/>
                            <a:pt x="7871" y="34816"/>
                            <a:pt x="9041" y="35243"/>
                          </a:cubicBezTo>
                          <a:cubicBezTo>
                            <a:pt x="10210" y="35670"/>
                            <a:pt x="11515" y="35895"/>
                            <a:pt x="12954" y="35895"/>
                          </a:cubicBezTo>
                          <a:cubicBezTo>
                            <a:pt x="14213" y="35895"/>
                            <a:pt x="15383" y="35693"/>
                            <a:pt x="16462" y="35265"/>
                          </a:cubicBezTo>
                          <a:cubicBezTo>
                            <a:pt x="17542" y="34838"/>
                            <a:pt x="18486" y="34276"/>
                            <a:pt x="19296" y="33511"/>
                          </a:cubicBezTo>
                          <a:cubicBezTo>
                            <a:pt x="20106" y="32747"/>
                            <a:pt x="20735" y="31847"/>
                            <a:pt x="21185" y="30812"/>
                          </a:cubicBezTo>
                          <a:cubicBezTo>
                            <a:pt x="21635" y="29778"/>
                            <a:pt x="21860" y="28608"/>
                            <a:pt x="21860" y="27349"/>
                          </a:cubicBezTo>
                          <a:cubicBezTo>
                            <a:pt x="21860" y="26022"/>
                            <a:pt x="21635" y="24853"/>
                            <a:pt x="21163" y="23863"/>
                          </a:cubicBezTo>
                          <a:cubicBezTo>
                            <a:pt x="20690" y="22874"/>
                            <a:pt x="20038" y="22041"/>
                            <a:pt x="19228" y="21389"/>
                          </a:cubicBezTo>
                          <a:cubicBezTo>
                            <a:pt x="18396" y="20715"/>
                            <a:pt x="17429" y="20220"/>
                            <a:pt x="16305" y="19905"/>
                          </a:cubicBezTo>
                          <a:cubicBezTo>
                            <a:pt x="15180" y="19590"/>
                            <a:pt x="14011" y="19410"/>
                            <a:pt x="12751" y="19410"/>
                          </a:cubicBezTo>
                          <a:close/>
                          <a:moveTo>
                            <a:pt x="12572" y="2925"/>
                          </a:moveTo>
                          <a:cubicBezTo>
                            <a:pt x="11492" y="2925"/>
                            <a:pt x="10480" y="3060"/>
                            <a:pt x="9558" y="3353"/>
                          </a:cubicBezTo>
                          <a:cubicBezTo>
                            <a:pt x="8613" y="3645"/>
                            <a:pt x="7804" y="4072"/>
                            <a:pt x="7107" y="4657"/>
                          </a:cubicBezTo>
                          <a:cubicBezTo>
                            <a:pt x="6409" y="5242"/>
                            <a:pt x="5847" y="5961"/>
                            <a:pt x="5465" y="6816"/>
                          </a:cubicBezTo>
                          <a:cubicBezTo>
                            <a:pt x="5060" y="7671"/>
                            <a:pt x="4880" y="8660"/>
                            <a:pt x="4880" y="9785"/>
                          </a:cubicBezTo>
                          <a:cubicBezTo>
                            <a:pt x="4880" y="10977"/>
                            <a:pt x="5105" y="11989"/>
                            <a:pt x="5555" y="12843"/>
                          </a:cubicBezTo>
                          <a:cubicBezTo>
                            <a:pt x="6005" y="13698"/>
                            <a:pt x="6612" y="14373"/>
                            <a:pt x="7354" y="14912"/>
                          </a:cubicBezTo>
                          <a:cubicBezTo>
                            <a:pt x="8119" y="15452"/>
                            <a:pt x="8973" y="15857"/>
                            <a:pt x="9940" y="16127"/>
                          </a:cubicBezTo>
                          <a:cubicBezTo>
                            <a:pt x="10907" y="16397"/>
                            <a:pt x="11919" y="16532"/>
                            <a:pt x="12954" y="16532"/>
                          </a:cubicBezTo>
                          <a:cubicBezTo>
                            <a:pt x="13988" y="16532"/>
                            <a:pt x="14978" y="16397"/>
                            <a:pt x="15878" y="16127"/>
                          </a:cubicBezTo>
                          <a:cubicBezTo>
                            <a:pt x="16777" y="15857"/>
                            <a:pt x="17542" y="15407"/>
                            <a:pt x="18194" y="14800"/>
                          </a:cubicBezTo>
                          <a:cubicBezTo>
                            <a:pt x="18846" y="14193"/>
                            <a:pt x="19363" y="13405"/>
                            <a:pt x="19723" y="12483"/>
                          </a:cubicBezTo>
                          <a:cubicBezTo>
                            <a:pt x="20083" y="11561"/>
                            <a:pt x="20285" y="10392"/>
                            <a:pt x="20285" y="9020"/>
                          </a:cubicBezTo>
                          <a:cubicBezTo>
                            <a:pt x="20285" y="7086"/>
                            <a:pt x="19656" y="5579"/>
                            <a:pt x="18396" y="4522"/>
                          </a:cubicBezTo>
                          <a:cubicBezTo>
                            <a:pt x="17137" y="3465"/>
                            <a:pt x="15203" y="2925"/>
                            <a:pt x="12572" y="2925"/>
                          </a:cubicBezTo>
                          <a:close/>
                        </a:path>
                      </a:pathLst>
                    </a:custGeom>
                    <a:solidFill>
                      <a:srgbClr val="231F20"/>
                    </a:solidFill>
                    <a:ln w="2249" cap="flat">
                      <a:noFill/>
                      <a:prstDash val="solid"/>
                      <a:miter/>
                    </a:ln>
                  </p:spPr>
                  <p:txBody>
                    <a:bodyPr rtlCol="0" anchor="ctr"/>
                    <a:lstStyle/>
                    <a:p>
                      <a:endParaRPr lang="en-US"/>
                    </a:p>
                  </p:txBody>
                </p:sp>
              </p:grpSp>
            </p:grpSp>
          </p:grpSp>
          <p:grpSp>
            <p:nvGrpSpPr>
              <p:cNvPr id="311" name="Group 310">
                <a:extLst>
                  <a:ext uri="{FF2B5EF4-FFF2-40B4-BE49-F238E27FC236}">
                    <a16:creationId xmlns:a16="http://schemas.microsoft.com/office/drawing/2014/main" id="{10927104-253D-FEE4-5713-68DE854F2DA4}"/>
                  </a:ext>
                </a:extLst>
              </p:cNvPr>
              <p:cNvGrpSpPr/>
              <p:nvPr/>
            </p:nvGrpSpPr>
            <p:grpSpPr>
              <a:xfrm>
                <a:off x="1834110" y="1401021"/>
                <a:ext cx="9144000" cy="3277798"/>
                <a:chOff x="1200811" y="3271231"/>
                <a:chExt cx="9144000" cy="3277798"/>
              </a:xfrm>
            </p:grpSpPr>
            <p:grpSp>
              <p:nvGrpSpPr>
                <p:cNvPr id="312" name="Group 311">
                  <a:extLst>
                    <a:ext uri="{FF2B5EF4-FFF2-40B4-BE49-F238E27FC236}">
                      <a16:creationId xmlns:a16="http://schemas.microsoft.com/office/drawing/2014/main" id="{FB388B27-709A-51EF-905D-6E95EDF0501F}"/>
                    </a:ext>
                  </a:extLst>
                </p:cNvPr>
                <p:cNvGrpSpPr/>
                <p:nvPr/>
              </p:nvGrpSpPr>
              <p:grpSpPr>
                <a:xfrm>
                  <a:off x="1200811" y="3271231"/>
                  <a:ext cx="9144000" cy="3277798"/>
                  <a:chOff x="1200811" y="3271231"/>
                  <a:chExt cx="9144000" cy="3277798"/>
                </a:xfrm>
              </p:grpSpPr>
              <p:sp>
                <p:nvSpPr>
                  <p:cNvPr id="1095" name="Freeform 1094">
                    <a:extLst>
                      <a:ext uri="{FF2B5EF4-FFF2-40B4-BE49-F238E27FC236}">
                        <a16:creationId xmlns:a16="http://schemas.microsoft.com/office/drawing/2014/main" id="{AE4886E3-FB0D-93AD-082F-D6E8D0C31102}"/>
                      </a:ext>
                    </a:extLst>
                  </p:cNvPr>
                  <p:cNvSpPr/>
                  <p:nvPr/>
                </p:nvSpPr>
                <p:spPr>
                  <a:xfrm>
                    <a:off x="2316560" y="6202906"/>
                    <a:ext cx="3360729" cy="8416"/>
                  </a:xfrm>
                  <a:custGeom>
                    <a:avLst/>
                    <a:gdLst>
                      <a:gd name="connsiteX0" fmla="*/ 0 w 897694"/>
                      <a:gd name="connsiteY0" fmla="*/ 0 h 2248"/>
                      <a:gd name="connsiteX1" fmla="*/ 897694 w 897694"/>
                      <a:gd name="connsiteY1" fmla="*/ 0 h 2248"/>
                    </a:gdLst>
                    <a:ahLst/>
                    <a:cxnLst>
                      <a:cxn ang="0">
                        <a:pos x="connsiteX0" y="connsiteY0"/>
                      </a:cxn>
                      <a:cxn ang="0">
                        <a:pos x="connsiteX1" y="connsiteY1"/>
                      </a:cxn>
                    </a:cxnLst>
                    <a:rect l="l" t="t" r="r" b="b"/>
                    <a:pathLst>
                      <a:path w="897694" h="2248">
                        <a:moveTo>
                          <a:pt x="0" y="0"/>
                        </a:moveTo>
                        <a:lnTo>
                          <a:pt x="897694" y="0"/>
                        </a:lnTo>
                      </a:path>
                    </a:pathLst>
                  </a:custGeom>
                  <a:ln w="4498" cap="sq">
                    <a:solidFill>
                      <a:srgbClr val="262626"/>
                    </a:solidFill>
                    <a:prstDash val="solid"/>
                    <a:round/>
                  </a:ln>
                </p:spPr>
                <p:txBody>
                  <a:bodyPr rtlCol="0" anchor="ctr"/>
                  <a:lstStyle/>
                  <a:p>
                    <a:endParaRPr lang="en-US"/>
                  </a:p>
                </p:txBody>
              </p:sp>
              <p:grpSp>
                <p:nvGrpSpPr>
                  <p:cNvPr id="1096" name="Graphic 4479">
                    <a:extLst>
                      <a:ext uri="{FF2B5EF4-FFF2-40B4-BE49-F238E27FC236}">
                        <a16:creationId xmlns:a16="http://schemas.microsoft.com/office/drawing/2014/main" id="{95478691-9464-4EBB-463E-B3CB3DCE894D}"/>
                      </a:ext>
                    </a:extLst>
                  </p:cNvPr>
                  <p:cNvGrpSpPr/>
                  <p:nvPr/>
                </p:nvGrpSpPr>
                <p:grpSpPr>
                  <a:xfrm>
                    <a:off x="2392169" y="6362370"/>
                    <a:ext cx="906441" cy="186659"/>
                    <a:chOff x="3588727" y="3029540"/>
                    <a:chExt cx="242122" cy="49859"/>
                  </a:xfrm>
                  <a:solidFill>
                    <a:srgbClr val="010101"/>
                  </a:solidFill>
                </p:grpSpPr>
                <p:sp>
                  <p:nvSpPr>
                    <p:cNvPr id="1208" name="Freeform 1207">
                      <a:extLst>
                        <a:ext uri="{FF2B5EF4-FFF2-40B4-BE49-F238E27FC236}">
                          <a16:creationId xmlns:a16="http://schemas.microsoft.com/office/drawing/2014/main" id="{67D1151D-C93A-F481-6C82-14C981DAD4FA}"/>
                        </a:ext>
                      </a:extLst>
                    </p:cNvPr>
                    <p:cNvSpPr/>
                    <p:nvPr/>
                  </p:nvSpPr>
                  <p:spPr>
                    <a:xfrm>
                      <a:off x="3588727" y="3039683"/>
                      <a:ext cx="24895" cy="29461"/>
                    </a:xfrm>
                    <a:custGeom>
                      <a:avLst/>
                      <a:gdLst>
                        <a:gd name="connsiteX0" fmla="*/ 21163 w 24895"/>
                        <a:gd name="connsiteY0" fmla="*/ 9558 h 29461"/>
                        <a:gd name="connsiteX1" fmla="*/ 18194 w 24895"/>
                        <a:gd name="connsiteY1" fmla="*/ 4678 h 29461"/>
                        <a:gd name="connsiteX2" fmla="*/ 12841 w 24895"/>
                        <a:gd name="connsiteY2" fmla="*/ 2924 h 29461"/>
                        <a:gd name="connsiteX3" fmla="*/ 8568 w 24895"/>
                        <a:gd name="connsiteY3" fmla="*/ 3958 h 29461"/>
                        <a:gd name="connsiteX4" fmla="*/ 5645 w 24895"/>
                        <a:gd name="connsiteY4" fmla="*/ 6679 h 29461"/>
                        <a:gd name="connsiteX5" fmla="*/ 3980 w 24895"/>
                        <a:gd name="connsiteY5" fmla="*/ 10503 h 29461"/>
                        <a:gd name="connsiteX6" fmla="*/ 3441 w 24895"/>
                        <a:gd name="connsiteY6" fmla="*/ 14798 h 29461"/>
                        <a:gd name="connsiteX7" fmla="*/ 3958 w 24895"/>
                        <a:gd name="connsiteY7" fmla="*/ 19116 h 29461"/>
                        <a:gd name="connsiteX8" fmla="*/ 5600 w 24895"/>
                        <a:gd name="connsiteY8" fmla="*/ 22894 h 29461"/>
                        <a:gd name="connsiteX9" fmla="*/ 8523 w 24895"/>
                        <a:gd name="connsiteY9" fmla="*/ 25571 h 29461"/>
                        <a:gd name="connsiteX10" fmla="*/ 12841 w 24895"/>
                        <a:gd name="connsiteY10" fmla="*/ 26560 h 29461"/>
                        <a:gd name="connsiteX11" fmla="*/ 18644 w 24895"/>
                        <a:gd name="connsiteY11" fmla="*/ 24559 h 29461"/>
                        <a:gd name="connsiteX12" fmla="*/ 21432 w 24895"/>
                        <a:gd name="connsiteY12" fmla="*/ 19049 h 29461"/>
                        <a:gd name="connsiteX13" fmla="*/ 24896 w 24895"/>
                        <a:gd name="connsiteY13" fmla="*/ 19049 h 29461"/>
                        <a:gd name="connsiteX14" fmla="*/ 23524 w 24895"/>
                        <a:gd name="connsiteY14" fmla="*/ 23277 h 29461"/>
                        <a:gd name="connsiteX15" fmla="*/ 21095 w 24895"/>
                        <a:gd name="connsiteY15" fmla="*/ 26560 h 29461"/>
                        <a:gd name="connsiteX16" fmla="*/ 17564 w 24895"/>
                        <a:gd name="connsiteY16" fmla="*/ 28697 h 29461"/>
                        <a:gd name="connsiteX17" fmla="*/ 12864 w 24895"/>
                        <a:gd name="connsiteY17" fmla="*/ 29461 h 29461"/>
                        <a:gd name="connsiteX18" fmla="*/ 7084 w 24895"/>
                        <a:gd name="connsiteY18" fmla="*/ 28337 h 29461"/>
                        <a:gd name="connsiteX19" fmla="*/ 3081 w 24895"/>
                        <a:gd name="connsiteY19" fmla="*/ 25233 h 29461"/>
                        <a:gd name="connsiteX20" fmla="*/ 765 w 24895"/>
                        <a:gd name="connsiteY20" fmla="*/ 20556 h 29461"/>
                        <a:gd name="connsiteX21" fmla="*/ 0 w 24895"/>
                        <a:gd name="connsiteY21" fmla="*/ 14776 h 29461"/>
                        <a:gd name="connsiteX22" fmla="*/ 832 w 24895"/>
                        <a:gd name="connsiteY22" fmla="*/ 9198 h 29461"/>
                        <a:gd name="connsiteX23" fmla="*/ 3283 w 24895"/>
                        <a:gd name="connsiteY23" fmla="*/ 4475 h 29461"/>
                        <a:gd name="connsiteX24" fmla="*/ 7309 w 24895"/>
                        <a:gd name="connsiteY24" fmla="*/ 1214 h 29461"/>
                        <a:gd name="connsiteX25" fmla="*/ 12841 w 24895"/>
                        <a:gd name="connsiteY25" fmla="*/ 0 h 29461"/>
                        <a:gd name="connsiteX26" fmla="*/ 20690 w 24895"/>
                        <a:gd name="connsiteY26" fmla="*/ 2316 h 29461"/>
                        <a:gd name="connsiteX27" fmla="*/ 24446 w 24895"/>
                        <a:gd name="connsiteY27" fmla="*/ 9558 h 29461"/>
                        <a:gd name="connsiteX28" fmla="*/ 21163 w 24895"/>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5" h="29461">
                          <a:moveTo>
                            <a:pt x="21163" y="9558"/>
                          </a:moveTo>
                          <a:cubicBezTo>
                            <a:pt x="20578" y="7467"/>
                            <a:pt x="19588" y="5847"/>
                            <a:pt x="18194" y="4678"/>
                          </a:cubicBezTo>
                          <a:cubicBezTo>
                            <a:pt x="16800" y="3508"/>
                            <a:pt x="15000" y="2924"/>
                            <a:pt x="12841" y="2924"/>
                          </a:cubicBezTo>
                          <a:cubicBezTo>
                            <a:pt x="11177" y="2924"/>
                            <a:pt x="9760" y="3261"/>
                            <a:pt x="8568" y="3958"/>
                          </a:cubicBezTo>
                          <a:cubicBezTo>
                            <a:pt x="7376" y="4633"/>
                            <a:pt x="6409" y="5555"/>
                            <a:pt x="5645" y="6679"/>
                          </a:cubicBezTo>
                          <a:cubicBezTo>
                            <a:pt x="4880" y="7804"/>
                            <a:pt x="4340" y="9086"/>
                            <a:pt x="3980" y="10503"/>
                          </a:cubicBezTo>
                          <a:cubicBezTo>
                            <a:pt x="3621" y="11920"/>
                            <a:pt x="3441" y="13359"/>
                            <a:pt x="3441" y="14798"/>
                          </a:cubicBezTo>
                          <a:cubicBezTo>
                            <a:pt x="3441" y="16237"/>
                            <a:pt x="3621" y="17722"/>
                            <a:pt x="3958" y="19116"/>
                          </a:cubicBezTo>
                          <a:cubicBezTo>
                            <a:pt x="4295" y="20510"/>
                            <a:pt x="4858" y="21770"/>
                            <a:pt x="5600" y="22894"/>
                          </a:cubicBezTo>
                          <a:cubicBezTo>
                            <a:pt x="6342" y="24019"/>
                            <a:pt x="7332" y="24896"/>
                            <a:pt x="8523" y="25571"/>
                          </a:cubicBezTo>
                          <a:cubicBezTo>
                            <a:pt x="9715" y="26245"/>
                            <a:pt x="11155" y="26560"/>
                            <a:pt x="12841" y="26560"/>
                          </a:cubicBezTo>
                          <a:cubicBezTo>
                            <a:pt x="15248" y="26560"/>
                            <a:pt x="17182" y="25886"/>
                            <a:pt x="18644" y="24559"/>
                          </a:cubicBezTo>
                          <a:cubicBezTo>
                            <a:pt x="20106" y="23232"/>
                            <a:pt x="21028" y="21388"/>
                            <a:pt x="21432" y="19049"/>
                          </a:cubicBezTo>
                          <a:lnTo>
                            <a:pt x="24896" y="19049"/>
                          </a:lnTo>
                          <a:cubicBezTo>
                            <a:pt x="24603" y="20600"/>
                            <a:pt x="24154" y="22017"/>
                            <a:pt x="23524" y="23277"/>
                          </a:cubicBezTo>
                          <a:cubicBezTo>
                            <a:pt x="22894" y="24559"/>
                            <a:pt x="22085" y="25661"/>
                            <a:pt x="21095" y="26560"/>
                          </a:cubicBezTo>
                          <a:cubicBezTo>
                            <a:pt x="20106" y="27482"/>
                            <a:pt x="18936" y="28179"/>
                            <a:pt x="17564" y="28697"/>
                          </a:cubicBezTo>
                          <a:cubicBezTo>
                            <a:pt x="16192" y="29192"/>
                            <a:pt x="14641" y="29461"/>
                            <a:pt x="12864" y="29461"/>
                          </a:cubicBezTo>
                          <a:cubicBezTo>
                            <a:pt x="10638" y="29461"/>
                            <a:pt x="8703" y="29079"/>
                            <a:pt x="7084" y="28337"/>
                          </a:cubicBezTo>
                          <a:cubicBezTo>
                            <a:pt x="5465" y="27595"/>
                            <a:pt x="4138" y="26538"/>
                            <a:pt x="3081" y="25233"/>
                          </a:cubicBezTo>
                          <a:cubicBezTo>
                            <a:pt x="2046" y="23929"/>
                            <a:pt x="1259" y="22355"/>
                            <a:pt x="765" y="20556"/>
                          </a:cubicBezTo>
                          <a:cubicBezTo>
                            <a:pt x="270" y="18756"/>
                            <a:pt x="0" y="16822"/>
                            <a:pt x="0" y="14776"/>
                          </a:cubicBezTo>
                          <a:cubicBezTo>
                            <a:pt x="0" y="12842"/>
                            <a:pt x="270" y="10975"/>
                            <a:pt x="832" y="9198"/>
                          </a:cubicBezTo>
                          <a:cubicBezTo>
                            <a:pt x="1394" y="7422"/>
                            <a:pt x="2204" y="5847"/>
                            <a:pt x="3283" y="4475"/>
                          </a:cubicBezTo>
                          <a:cubicBezTo>
                            <a:pt x="4363" y="3104"/>
                            <a:pt x="5712" y="2024"/>
                            <a:pt x="7309" y="1214"/>
                          </a:cubicBezTo>
                          <a:cubicBezTo>
                            <a:pt x="8906" y="405"/>
                            <a:pt x="10750" y="0"/>
                            <a:pt x="12841" y="0"/>
                          </a:cubicBezTo>
                          <a:cubicBezTo>
                            <a:pt x="16080" y="0"/>
                            <a:pt x="18689" y="765"/>
                            <a:pt x="20690" y="2316"/>
                          </a:cubicBezTo>
                          <a:cubicBezTo>
                            <a:pt x="22692" y="3868"/>
                            <a:pt x="23929" y="6275"/>
                            <a:pt x="24446" y="9558"/>
                          </a:cubicBezTo>
                          <a:lnTo>
                            <a:pt x="21163" y="9558"/>
                          </a:lnTo>
                          <a:close/>
                        </a:path>
                      </a:pathLst>
                    </a:custGeom>
                    <a:solidFill>
                      <a:srgbClr val="010101"/>
                    </a:solidFill>
                    <a:ln w="2249" cap="flat">
                      <a:noFill/>
                      <a:prstDash val="solid"/>
                      <a:miter/>
                    </a:ln>
                  </p:spPr>
                  <p:txBody>
                    <a:bodyPr rtlCol="0" anchor="ctr"/>
                    <a:lstStyle/>
                    <a:p>
                      <a:endParaRPr lang="en-US"/>
                    </a:p>
                  </p:txBody>
                </p:sp>
                <p:sp>
                  <p:nvSpPr>
                    <p:cNvPr id="1209" name="Freeform 1208">
                      <a:extLst>
                        <a:ext uri="{FF2B5EF4-FFF2-40B4-BE49-F238E27FC236}">
                          <a16:creationId xmlns:a16="http://schemas.microsoft.com/office/drawing/2014/main" id="{91ABDF3E-6F87-DF07-C6A5-7788A8E35D62}"/>
                        </a:ext>
                      </a:extLst>
                    </p:cNvPr>
                    <p:cNvSpPr/>
                    <p:nvPr/>
                  </p:nvSpPr>
                  <p:spPr>
                    <a:xfrm>
                      <a:off x="3618256" y="3039660"/>
                      <a:ext cx="25907" cy="29483"/>
                    </a:xfrm>
                    <a:custGeom>
                      <a:avLst/>
                      <a:gdLst>
                        <a:gd name="connsiteX0" fmla="*/ 12954 w 25907"/>
                        <a:gd name="connsiteY0" fmla="*/ 29484 h 29483"/>
                        <a:gd name="connsiteX1" fmla="*/ 7916 w 25907"/>
                        <a:gd name="connsiteY1" fmla="*/ 28517 h 29483"/>
                        <a:gd name="connsiteX2" fmla="*/ 3823 w 25907"/>
                        <a:gd name="connsiteY2" fmla="*/ 25773 h 29483"/>
                        <a:gd name="connsiteX3" fmla="*/ 1034 w 25907"/>
                        <a:gd name="connsiteY3" fmla="*/ 21185 h 29483"/>
                        <a:gd name="connsiteX4" fmla="*/ 0 w 25907"/>
                        <a:gd name="connsiteY4" fmla="*/ 14753 h 29483"/>
                        <a:gd name="connsiteX5" fmla="*/ 810 w 25907"/>
                        <a:gd name="connsiteY5" fmla="*/ 8996 h 29483"/>
                        <a:gd name="connsiteX6" fmla="*/ 3238 w 25907"/>
                        <a:gd name="connsiteY6" fmla="*/ 4318 h 29483"/>
                        <a:gd name="connsiteX7" fmla="*/ 7287 w 25907"/>
                        <a:gd name="connsiteY7" fmla="*/ 1169 h 29483"/>
                        <a:gd name="connsiteX8" fmla="*/ 12954 w 25907"/>
                        <a:gd name="connsiteY8" fmla="*/ 0 h 29483"/>
                        <a:gd name="connsiteX9" fmla="*/ 18666 w 25907"/>
                        <a:gd name="connsiteY9" fmla="*/ 1169 h 29483"/>
                        <a:gd name="connsiteX10" fmla="*/ 22714 w 25907"/>
                        <a:gd name="connsiteY10" fmla="*/ 4295 h 29483"/>
                        <a:gd name="connsiteX11" fmla="*/ 25121 w 25907"/>
                        <a:gd name="connsiteY11" fmla="*/ 8973 h 29483"/>
                        <a:gd name="connsiteX12" fmla="*/ 25908 w 25907"/>
                        <a:gd name="connsiteY12" fmla="*/ 14753 h 29483"/>
                        <a:gd name="connsiteX13" fmla="*/ 24986 w 25907"/>
                        <a:gd name="connsiteY13" fmla="*/ 20803 h 29483"/>
                        <a:gd name="connsiteX14" fmla="*/ 22377 w 25907"/>
                        <a:gd name="connsiteY14" fmla="*/ 25436 h 29483"/>
                        <a:gd name="connsiteX15" fmla="*/ 18284 w 25907"/>
                        <a:gd name="connsiteY15" fmla="*/ 28427 h 29483"/>
                        <a:gd name="connsiteX16" fmla="*/ 12976 w 25907"/>
                        <a:gd name="connsiteY16" fmla="*/ 29484 h 29483"/>
                        <a:gd name="connsiteX17" fmla="*/ 22445 w 25907"/>
                        <a:gd name="connsiteY17" fmla="*/ 14753 h 29483"/>
                        <a:gd name="connsiteX18" fmla="*/ 21905 w 25907"/>
                        <a:gd name="connsiteY18" fmla="*/ 10120 h 29483"/>
                        <a:gd name="connsiteX19" fmla="*/ 20241 w 25907"/>
                        <a:gd name="connsiteY19" fmla="*/ 6365 h 29483"/>
                        <a:gd name="connsiteX20" fmla="*/ 17317 w 25907"/>
                        <a:gd name="connsiteY20" fmla="*/ 3846 h 29483"/>
                        <a:gd name="connsiteX21" fmla="*/ 12954 w 25907"/>
                        <a:gd name="connsiteY21" fmla="*/ 2924 h 29483"/>
                        <a:gd name="connsiteX22" fmla="*/ 8613 w 25907"/>
                        <a:gd name="connsiteY22" fmla="*/ 3913 h 29483"/>
                        <a:gd name="connsiteX23" fmla="*/ 5667 w 25907"/>
                        <a:gd name="connsiteY23" fmla="*/ 6567 h 29483"/>
                        <a:gd name="connsiteX24" fmla="*/ 4003 w 25907"/>
                        <a:gd name="connsiteY24" fmla="*/ 10345 h 29483"/>
                        <a:gd name="connsiteX25" fmla="*/ 3463 w 25907"/>
                        <a:gd name="connsiteY25" fmla="*/ 14753 h 29483"/>
                        <a:gd name="connsiteX26" fmla="*/ 4093 w 25907"/>
                        <a:gd name="connsiteY26" fmla="*/ 19521 h 29483"/>
                        <a:gd name="connsiteX27" fmla="*/ 5892 w 25907"/>
                        <a:gd name="connsiteY27" fmla="*/ 23277 h 29483"/>
                        <a:gd name="connsiteX28" fmla="*/ 8861 w 25907"/>
                        <a:gd name="connsiteY28" fmla="*/ 25706 h 29483"/>
                        <a:gd name="connsiteX29" fmla="*/ 12954 w 25907"/>
                        <a:gd name="connsiteY29" fmla="*/ 26560 h 29483"/>
                        <a:gd name="connsiteX30" fmla="*/ 17294 w 25907"/>
                        <a:gd name="connsiteY30" fmla="*/ 25571 h 29483"/>
                        <a:gd name="connsiteX31" fmla="*/ 20241 w 25907"/>
                        <a:gd name="connsiteY31" fmla="*/ 22894 h 29483"/>
                        <a:gd name="connsiteX32" fmla="*/ 21905 w 25907"/>
                        <a:gd name="connsiteY32" fmla="*/ 19116 h 29483"/>
                        <a:gd name="connsiteX33" fmla="*/ 22445 w 25907"/>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7" h="29483">
                          <a:moveTo>
                            <a:pt x="12954" y="29484"/>
                          </a:moveTo>
                          <a:cubicBezTo>
                            <a:pt x="11155" y="29439"/>
                            <a:pt x="9468" y="29124"/>
                            <a:pt x="7916" y="28517"/>
                          </a:cubicBezTo>
                          <a:cubicBezTo>
                            <a:pt x="6342" y="27910"/>
                            <a:pt x="4993" y="26987"/>
                            <a:pt x="3823" y="25773"/>
                          </a:cubicBezTo>
                          <a:cubicBezTo>
                            <a:pt x="2654" y="24559"/>
                            <a:pt x="1731" y="23029"/>
                            <a:pt x="1034" y="21185"/>
                          </a:cubicBezTo>
                          <a:cubicBezTo>
                            <a:pt x="360" y="19341"/>
                            <a:pt x="0" y="17205"/>
                            <a:pt x="0" y="14753"/>
                          </a:cubicBezTo>
                          <a:cubicBezTo>
                            <a:pt x="0" y="12707"/>
                            <a:pt x="270" y="10795"/>
                            <a:pt x="810" y="8996"/>
                          </a:cubicBezTo>
                          <a:cubicBezTo>
                            <a:pt x="1349" y="7219"/>
                            <a:pt x="2159" y="5667"/>
                            <a:pt x="3238" y="4318"/>
                          </a:cubicBezTo>
                          <a:cubicBezTo>
                            <a:pt x="4318" y="2991"/>
                            <a:pt x="5667" y="1934"/>
                            <a:pt x="7287" y="1169"/>
                          </a:cubicBezTo>
                          <a:cubicBezTo>
                            <a:pt x="8906" y="405"/>
                            <a:pt x="10795" y="0"/>
                            <a:pt x="12954" y="0"/>
                          </a:cubicBezTo>
                          <a:cubicBezTo>
                            <a:pt x="15113" y="0"/>
                            <a:pt x="17047" y="382"/>
                            <a:pt x="18666" y="1169"/>
                          </a:cubicBezTo>
                          <a:cubicBezTo>
                            <a:pt x="20285" y="1934"/>
                            <a:pt x="21635" y="2991"/>
                            <a:pt x="22714" y="4295"/>
                          </a:cubicBezTo>
                          <a:cubicBezTo>
                            <a:pt x="23794" y="5600"/>
                            <a:pt x="24603" y="7174"/>
                            <a:pt x="25121" y="8973"/>
                          </a:cubicBezTo>
                          <a:cubicBezTo>
                            <a:pt x="25638" y="10772"/>
                            <a:pt x="25908" y="12707"/>
                            <a:pt x="25908" y="14753"/>
                          </a:cubicBezTo>
                          <a:cubicBezTo>
                            <a:pt x="25908" y="16980"/>
                            <a:pt x="25593" y="19004"/>
                            <a:pt x="24986" y="20803"/>
                          </a:cubicBezTo>
                          <a:cubicBezTo>
                            <a:pt x="24379" y="22602"/>
                            <a:pt x="23502" y="24154"/>
                            <a:pt x="22377" y="25436"/>
                          </a:cubicBezTo>
                          <a:cubicBezTo>
                            <a:pt x="21253" y="26740"/>
                            <a:pt x="19881" y="27730"/>
                            <a:pt x="18284" y="28427"/>
                          </a:cubicBezTo>
                          <a:cubicBezTo>
                            <a:pt x="16687" y="29124"/>
                            <a:pt x="14911" y="29484"/>
                            <a:pt x="12976" y="29484"/>
                          </a:cubicBezTo>
                          <a:close/>
                          <a:moveTo>
                            <a:pt x="22445" y="14753"/>
                          </a:moveTo>
                          <a:cubicBezTo>
                            <a:pt x="22445" y="13089"/>
                            <a:pt x="22264" y="11560"/>
                            <a:pt x="21905" y="10120"/>
                          </a:cubicBezTo>
                          <a:cubicBezTo>
                            <a:pt x="21545" y="8681"/>
                            <a:pt x="20983" y="7422"/>
                            <a:pt x="20241" y="6365"/>
                          </a:cubicBezTo>
                          <a:cubicBezTo>
                            <a:pt x="19476" y="5308"/>
                            <a:pt x="18509" y="4475"/>
                            <a:pt x="17317" y="3846"/>
                          </a:cubicBezTo>
                          <a:cubicBezTo>
                            <a:pt x="16125" y="3238"/>
                            <a:pt x="14663" y="2924"/>
                            <a:pt x="12954" y="2924"/>
                          </a:cubicBezTo>
                          <a:cubicBezTo>
                            <a:pt x="11245" y="2924"/>
                            <a:pt x="9805" y="3261"/>
                            <a:pt x="8613" y="3913"/>
                          </a:cubicBezTo>
                          <a:cubicBezTo>
                            <a:pt x="7399" y="4588"/>
                            <a:pt x="6432" y="5465"/>
                            <a:pt x="5667" y="6567"/>
                          </a:cubicBezTo>
                          <a:cubicBezTo>
                            <a:pt x="4903" y="7669"/>
                            <a:pt x="4363" y="8928"/>
                            <a:pt x="4003" y="10345"/>
                          </a:cubicBezTo>
                          <a:cubicBezTo>
                            <a:pt x="3643" y="11762"/>
                            <a:pt x="3463" y="13224"/>
                            <a:pt x="3463" y="14753"/>
                          </a:cubicBezTo>
                          <a:cubicBezTo>
                            <a:pt x="3463" y="16485"/>
                            <a:pt x="3666" y="18082"/>
                            <a:pt x="4093" y="19521"/>
                          </a:cubicBezTo>
                          <a:cubicBezTo>
                            <a:pt x="4498" y="20983"/>
                            <a:pt x="5105" y="22220"/>
                            <a:pt x="5892" y="23277"/>
                          </a:cubicBezTo>
                          <a:cubicBezTo>
                            <a:pt x="6679" y="24334"/>
                            <a:pt x="7669" y="25121"/>
                            <a:pt x="8861" y="25706"/>
                          </a:cubicBezTo>
                          <a:cubicBezTo>
                            <a:pt x="10053" y="26290"/>
                            <a:pt x="11425" y="26560"/>
                            <a:pt x="12954" y="26560"/>
                          </a:cubicBezTo>
                          <a:cubicBezTo>
                            <a:pt x="14641" y="26560"/>
                            <a:pt x="16102" y="26223"/>
                            <a:pt x="17294" y="25571"/>
                          </a:cubicBezTo>
                          <a:cubicBezTo>
                            <a:pt x="18509" y="24896"/>
                            <a:pt x="19476" y="24019"/>
                            <a:pt x="20241" y="22894"/>
                          </a:cubicBezTo>
                          <a:cubicBezTo>
                            <a:pt x="21005" y="21770"/>
                            <a:pt x="21545" y="20510"/>
                            <a:pt x="21905" y="19116"/>
                          </a:cubicBezTo>
                          <a:cubicBezTo>
                            <a:pt x="22264" y="17722"/>
                            <a:pt x="22445" y="16260"/>
                            <a:pt x="22445" y="14753"/>
                          </a:cubicBezTo>
                          <a:close/>
                        </a:path>
                      </a:pathLst>
                    </a:custGeom>
                    <a:solidFill>
                      <a:srgbClr val="010101"/>
                    </a:solidFill>
                    <a:ln w="2249" cap="flat">
                      <a:noFill/>
                      <a:prstDash val="solid"/>
                      <a:miter/>
                    </a:ln>
                  </p:spPr>
                  <p:txBody>
                    <a:bodyPr rtlCol="0" anchor="ctr"/>
                    <a:lstStyle/>
                    <a:p>
                      <a:endParaRPr lang="en-US"/>
                    </a:p>
                  </p:txBody>
                </p:sp>
                <p:sp>
                  <p:nvSpPr>
                    <p:cNvPr id="1210" name="Freeform 1209">
                      <a:extLst>
                        <a:ext uri="{FF2B5EF4-FFF2-40B4-BE49-F238E27FC236}">
                          <a16:creationId xmlns:a16="http://schemas.microsoft.com/office/drawing/2014/main" id="{52934CD5-3DD2-03A6-B1FF-FE47E2057A44}"/>
                        </a:ext>
                      </a:extLst>
                    </p:cNvPr>
                    <p:cNvSpPr/>
                    <p:nvPr/>
                  </p:nvSpPr>
                  <p:spPr>
                    <a:xfrm>
                      <a:off x="3649674" y="3039705"/>
                      <a:ext cx="38007" cy="28764"/>
                    </a:xfrm>
                    <a:custGeom>
                      <a:avLst/>
                      <a:gdLst>
                        <a:gd name="connsiteX0" fmla="*/ 3238 w 38007"/>
                        <a:gd name="connsiteY0" fmla="*/ 28697 h 28764"/>
                        <a:gd name="connsiteX1" fmla="*/ 0 w 38007"/>
                        <a:gd name="connsiteY1" fmla="*/ 28697 h 28764"/>
                        <a:gd name="connsiteX2" fmla="*/ 0 w 38007"/>
                        <a:gd name="connsiteY2" fmla="*/ 742 h 28764"/>
                        <a:gd name="connsiteX3" fmla="*/ 3238 w 38007"/>
                        <a:gd name="connsiteY3" fmla="*/ 742 h 28764"/>
                        <a:gd name="connsiteX4" fmla="*/ 3238 w 38007"/>
                        <a:gd name="connsiteY4" fmla="*/ 4948 h 28764"/>
                        <a:gd name="connsiteX5" fmla="*/ 3351 w 38007"/>
                        <a:gd name="connsiteY5" fmla="*/ 4948 h 28764"/>
                        <a:gd name="connsiteX6" fmla="*/ 6904 w 38007"/>
                        <a:gd name="connsiteY6" fmla="*/ 1259 h 28764"/>
                        <a:gd name="connsiteX7" fmla="*/ 11987 w 38007"/>
                        <a:gd name="connsiteY7" fmla="*/ 0 h 28764"/>
                        <a:gd name="connsiteX8" fmla="*/ 15271 w 38007"/>
                        <a:gd name="connsiteY8" fmla="*/ 427 h 28764"/>
                        <a:gd name="connsiteX9" fmla="*/ 17564 w 38007"/>
                        <a:gd name="connsiteY9" fmla="*/ 1597 h 28764"/>
                        <a:gd name="connsiteX10" fmla="*/ 19139 w 38007"/>
                        <a:gd name="connsiteY10" fmla="*/ 3306 h 28764"/>
                        <a:gd name="connsiteX11" fmla="*/ 20196 w 38007"/>
                        <a:gd name="connsiteY11" fmla="*/ 5420 h 28764"/>
                        <a:gd name="connsiteX12" fmla="*/ 23951 w 38007"/>
                        <a:gd name="connsiteY12" fmla="*/ 1349 h 28764"/>
                        <a:gd name="connsiteX13" fmla="*/ 29327 w 38007"/>
                        <a:gd name="connsiteY13" fmla="*/ 23 h 28764"/>
                        <a:gd name="connsiteX14" fmla="*/ 33892 w 38007"/>
                        <a:gd name="connsiteY14" fmla="*/ 967 h 28764"/>
                        <a:gd name="connsiteX15" fmla="*/ 36501 w 38007"/>
                        <a:gd name="connsiteY15" fmla="*/ 3441 h 28764"/>
                        <a:gd name="connsiteX16" fmla="*/ 37715 w 38007"/>
                        <a:gd name="connsiteY16" fmla="*/ 6972 h 28764"/>
                        <a:gd name="connsiteX17" fmla="*/ 38007 w 38007"/>
                        <a:gd name="connsiteY17" fmla="*/ 11065 h 28764"/>
                        <a:gd name="connsiteX18" fmla="*/ 38007 w 38007"/>
                        <a:gd name="connsiteY18" fmla="*/ 28719 h 28764"/>
                        <a:gd name="connsiteX19" fmla="*/ 34769 w 38007"/>
                        <a:gd name="connsiteY19" fmla="*/ 28719 h 28764"/>
                        <a:gd name="connsiteX20" fmla="*/ 34769 w 38007"/>
                        <a:gd name="connsiteY20" fmla="*/ 9401 h 28764"/>
                        <a:gd name="connsiteX21" fmla="*/ 33510 w 38007"/>
                        <a:gd name="connsiteY21" fmla="*/ 4655 h 28764"/>
                        <a:gd name="connsiteX22" fmla="*/ 28787 w 38007"/>
                        <a:gd name="connsiteY22" fmla="*/ 2924 h 28764"/>
                        <a:gd name="connsiteX23" fmla="*/ 25368 w 38007"/>
                        <a:gd name="connsiteY23" fmla="*/ 3711 h 28764"/>
                        <a:gd name="connsiteX24" fmla="*/ 22490 w 38007"/>
                        <a:gd name="connsiteY24" fmla="*/ 6117 h 28764"/>
                        <a:gd name="connsiteX25" fmla="*/ 21590 w 38007"/>
                        <a:gd name="connsiteY25" fmla="*/ 7759 h 28764"/>
                        <a:gd name="connsiteX26" fmla="*/ 21028 w 38007"/>
                        <a:gd name="connsiteY26" fmla="*/ 9738 h 28764"/>
                        <a:gd name="connsiteX27" fmla="*/ 20735 w 38007"/>
                        <a:gd name="connsiteY27" fmla="*/ 11785 h 28764"/>
                        <a:gd name="connsiteX28" fmla="*/ 20645 w 38007"/>
                        <a:gd name="connsiteY28" fmla="*/ 13674 h 28764"/>
                        <a:gd name="connsiteX29" fmla="*/ 20645 w 38007"/>
                        <a:gd name="connsiteY29" fmla="*/ 28742 h 28764"/>
                        <a:gd name="connsiteX30" fmla="*/ 17407 w 38007"/>
                        <a:gd name="connsiteY30" fmla="*/ 28742 h 28764"/>
                        <a:gd name="connsiteX31" fmla="*/ 17407 w 38007"/>
                        <a:gd name="connsiteY31" fmla="*/ 9423 h 28764"/>
                        <a:gd name="connsiteX32" fmla="*/ 16147 w 38007"/>
                        <a:gd name="connsiteY32" fmla="*/ 4678 h 28764"/>
                        <a:gd name="connsiteX33" fmla="*/ 11425 w 38007"/>
                        <a:gd name="connsiteY33" fmla="*/ 2946 h 28764"/>
                        <a:gd name="connsiteX34" fmla="*/ 8006 w 38007"/>
                        <a:gd name="connsiteY34" fmla="*/ 3733 h 28764"/>
                        <a:gd name="connsiteX35" fmla="*/ 5128 w 38007"/>
                        <a:gd name="connsiteY35" fmla="*/ 6140 h 28764"/>
                        <a:gd name="connsiteX36" fmla="*/ 4228 w 38007"/>
                        <a:gd name="connsiteY36" fmla="*/ 7781 h 28764"/>
                        <a:gd name="connsiteX37" fmla="*/ 3666 w 38007"/>
                        <a:gd name="connsiteY37" fmla="*/ 9760 h 28764"/>
                        <a:gd name="connsiteX38" fmla="*/ 3373 w 38007"/>
                        <a:gd name="connsiteY38" fmla="*/ 11807 h 28764"/>
                        <a:gd name="connsiteX39" fmla="*/ 3283 w 38007"/>
                        <a:gd name="connsiteY39" fmla="*/ 13696 h 28764"/>
                        <a:gd name="connsiteX40" fmla="*/ 3283 w 38007"/>
                        <a:gd name="connsiteY40" fmla="*/ 28764 h 28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38007" h="28764">
                          <a:moveTo>
                            <a:pt x="3238" y="28697"/>
                          </a:moveTo>
                          <a:lnTo>
                            <a:pt x="0" y="28697"/>
                          </a:lnTo>
                          <a:lnTo>
                            <a:pt x="0" y="742"/>
                          </a:lnTo>
                          <a:lnTo>
                            <a:pt x="3238" y="742"/>
                          </a:lnTo>
                          <a:lnTo>
                            <a:pt x="3238" y="4948"/>
                          </a:lnTo>
                          <a:lnTo>
                            <a:pt x="3351" y="4948"/>
                          </a:lnTo>
                          <a:cubicBezTo>
                            <a:pt x="4183" y="3328"/>
                            <a:pt x="5375" y="2092"/>
                            <a:pt x="6904" y="1259"/>
                          </a:cubicBezTo>
                          <a:cubicBezTo>
                            <a:pt x="8456" y="405"/>
                            <a:pt x="10143" y="0"/>
                            <a:pt x="11987" y="0"/>
                          </a:cubicBezTo>
                          <a:cubicBezTo>
                            <a:pt x="13291" y="0"/>
                            <a:pt x="14371" y="135"/>
                            <a:pt x="15271" y="427"/>
                          </a:cubicBezTo>
                          <a:cubicBezTo>
                            <a:pt x="16170" y="720"/>
                            <a:pt x="16935" y="1102"/>
                            <a:pt x="17564" y="1597"/>
                          </a:cubicBezTo>
                          <a:cubicBezTo>
                            <a:pt x="18194" y="2092"/>
                            <a:pt x="18711" y="2654"/>
                            <a:pt x="19139" y="3306"/>
                          </a:cubicBezTo>
                          <a:cubicBezTo>
                            <a:pt x="19543" y="3958"/>
                            <a:pt x="19903" y="4655"/>
                            <a:pt x="20196" y="5420"/>
                          </a:cubicBezTo>
                          <a:cubicBezTo>
                            <a:pt x="21140" y="3576"/>
                            <a:pt x="22377" y="2226"/>
                            <a:pt x="23951" y="1349"/>
                          </a:cubicBezTo>
                          <a:cubicBezTo>
                            <a:pt x="25526" y="472"/>
                            <a:pt x="27302" y="23"/>
                            <a:pt x="29327" y="23"/>
                          </a:cubicBezTo>
                          <a:cubicBezTo>
                            <a:pt x="31238" y="23"/>
                            <a:pt x="32745" y="337"/>
                            <a:pt x="33892" y="967"/>
                          </a:cubicBezTo>
                          <a:cubicBezTo>
                            <a:pt x="35016" y="1597"/>
                            <a:pt x="35893" y="2429"/>
                            <a:pt x="36501" y="3441"/>
                          </a:cubicBezTo>
                          <a:cubicBezTo>
                            <a:pt x="37108" y="4453"/>
                            <a:pt x="37512" y="5645"/>
                            <a:pt x="37715" y="6972"/>
                          </a:cubicBezTo>
                          <a:cubicBezTo>
                            <a:pt x="37917" y="8299"/>
                            <a:pt x="38007" y="9670"/>
                            <a:pt x="38007" y="11065"/>
                          </a:cubicBezTo>
                          <a:lnTo>
                            <a:pt x="38007" y="28719"/>
                          </a:lnTo>
                          <a:lnTo>
                            <a:pt x="34769" y="28719"/>
                          </a:lnTo>
                          <a:lnTo>
                            <a:pt x="34769" y="9401"/>
                          </a:lnTo>
                          <a:cubicBezTo>
                            <a:pt x="34769" y="7377"/>
                            <a:pt x="34342" y="5802"/>
                            <a:pt x="33510" y="4655"/>
                          </a:cubicBezTo>
                          <a:cubicBezTo>
                            <a:pt x="32655" y="3508"/>
                            <a:pt x="31080" y="2924"/>
                            <a:pt x="28787" y="2924"/>
                          </a:cubicBezTo>
                          <a:cubicBezTo>
                            <a:pt x="27595" y="2924"/>
                            <a:pt x="26448" y="3193"/>
                            <a:pt x="25368" y="3711"/>
                          </a:cubicBezTo>
                          <a:cubicBezTo>
                            <a:pt x="24266" y="4228"/>
                            <a:pt x="23299" y="5038"/>
                            <a:pt x="22490" y="6117"/>
                          </a:cubicBezTo>
                          <a:cubicBezTo>
                            <a:pt x="22130" y="6589"/>
                            <a:pt x="21837" y="7129"/>
                            <a:pt x="21590" y="7759"/>
                          </a:cubicBezTo>
                          <a:cubicBezTo>
                            <a:pt x="21365" y="8389"/>
                            <a:pt x="21163" y="9041"/>
                            <a:pt x="21028" y="9738"/>
                          </a:cubicBezTo>
                          <a:cubicBezTo>
                            <a:pt x="20893" y="10413"/>
                            <a:pt x="20780" y="11110"/>
                            <a:pt x="20735" y="11785"/>
                          </a:cubicBezTo>
                          <a:cubicBezTo>
                            <a:pt x="20690" y="12459"/>
                            <a:pt x="20645" y="13089"/>
                            <a:pt x="20645" y="13674"/>
                          </a:cubicBezTo>
                          <a:lnTo>
                            <a:pt x="20645" y="28742"/>
                          </a:lnTo>
                          <a:lnTo>
                            <a:pt x="17407" y="28742"/>
                          </a:lnTo>
                          <a:lnTo>
                            <a:pt x="17407" y="9423"/>
                          </a:lnTo>
                          <a:cubicBezTo>
                            <a:pt x="17407" y="7399"/>
                            <a:pt x="16979" y="5825"/>
                            <a:pt x="16147" y="4678"/>
                          </a:cubicBezTo>
                          <a:cubicBezTo>
                            <a:pt x="15293" y="3531"/>
                            <a:pt x="13719" y="2946"/>
                            <a:pt x="11425" y="2946"/>
                          </a:cubicBezTo>
                          <a:cubicBezTo>
                            <a:pt x="10233" y="2946"/>
                            <a:pt x="9086" y="3216"/>
                            <a:pt x="8006" y="3733"/>
                          </a:cubicBezTo>
                          <a:cubicBezTo>
                            <a:pt x="6904" y="4250"/>
                            <a:pt x="5937" y="5060"/>
                            <a:pt x="5128" y="6140"/>
                          </a:cubicBezTo>
                          <a:cubicBezTo>
                            <a:pt x="4768" y="6612"/>
                            <a:pt x="4475" y="7152"/>
                            <a:pt x="4228" y="7781"/>
                          </a:cubicBezTo>
                          <a:cubicBezTo>
                            <a:pt x="4003" y="8411"/>
                            <a:pt x="3801" y="9063"/>
                            <a:pt x="3666" y="9760"/>
                          </a:cubicBezTo>
                          <a:cubicBezTo>
                            <a:pt x="3531" y="10435"/>
                            <a:pt x="3418" y="11132"/>
                            <a:pt x="3373" y="11807"/>
                          </a:cubicBezTo>
                          <a:cubicBezTo>
                            <a:pt x="3328" y="12482"/>
                            <a:pt x="3283" y="13111"/>
                            <a:pt x="3283" y="13696"/>
                          </a:cubicBezTo>
                          <a:lnTo>
                            <a:pt x="3283" y="28764"/>
                          </a:lnTo>
                          <a:close/>
                        </a:path>
                      </a:pathLst>
                    </a:custGeom>
                    <a:solidFill>
                      <a:srgbClr val="010101"/>
                    </a:solidFill>
                    <a:ln w="2249" cap="flat">
                      <a:noFill/>
                      <a:prstDash val="solid"/>
                      <a:miter/>
                    </a:ln>
                  </p:spPr>
                  <p:txBody>
                    <a:bodyPr rtlCol="0" anchor="ctr"/>
                    <a:lstStyle/>
                    <a:p>
                      <a:endParaRPr lang="en-US"/>
                    </a:p>
                  </p:txBody>
                </p:sp>
                <p:sp>
                  <p:nvSpPr>
                    <p:cNvPr id="1211" name="Freeform 1210">
                      <a:extLst>
                        <a:ext uri="{FF2B5EF4-FFF2-40B4-BE49-F238E27FC236}">
                          <a16:creationId xmlns:a16="http://schemas.microsoft.com/office/drawing/2014/main" id="{A895F9EA-3971-2C3F-12CD-9FDF14D4CBCC}"/>
                        </a:ext>
                      </a:extLst>
                    </p:cNvPr>
                    <p:cNvSpPr/>
                    <p:nvPr/>
                  </p:nvSpPr>
                  <p:spPr>
                    <a:xfrm>
                      <a:off x="3695440" y="3039660"/>
                      <a:ext cx="25683" cy="39739"/>
                    </a:xfrm>
                    <a:custGeom>
                      <a:avLst/>
                      <a:gdLst>
                        <a:gd name="connsiteX0" fmla="*/ 3239 w 25683"/>
                        <a:gd name="connsiteY0" fmla="*/ 39739 h 39739"/>
                        <a:gd name="connsiteX1" fmla="*/ 0 w 25683"/>
                        <a:gd name="connsiteY1" fmla="*/ 39739 h 39739"/>
                        <a:gd name="connsiteX2" fmla="*/ 0 w 25683"/>
                        <a:gd name="connsiteY2" fmla="*/ 765 h 39739"/>
                        <a:gd name="connsiteX3" fmla="*/ 3239 w 25683"/>
                        <a:gd name="connsiteY3" fmla="*/ 765 h 39739"/>
                        <a:gd name="connsiteX4" fmla="*/ 3239 w 25683"/>
                        <a:gd name="connsiteY4" fmla="*/ 5667 h 39739"/>
                        <a:gd name="connsiteX5" fmla="*/ 3351 w 25683"/>
                        <a:gd name="connsiteY5" fmla="*/ 5667 h 39739"/>
                        <a:gd name="connsiteX6" fmla="*/ 5150 w 25683"/>
                        <a:gd name="connsiteY6" fmla="*/ 3238 h 39739"/>
                        <a:gd name="connsiteX7" fmla="*/ 7579 w 25683"/>
                        <a:gd name="connsiteY7" fmla="*/ 1462 h 39739"/>
                        <a:gd name="connsiteX8" fmla="*/ 10300 w 25683"/>
                        <a:gd name="connsiteY8" fmla="*/ 382 h 39739"/>
                        <a:gd name="connsiteX9" fmla="*/ 13044 w 25683"/>
                        <a:gd name="connsiteY9" fmla="*/ 0 h 39739"/>
                        <a:gd name="connsiteX10" fmla="*/ 18824 w 25683"/>
                        <a:gd name="connsiteY10" fmla="*/ 1124 h 39739"/>
                        <a:gd name="connsiteX11" fmla="*/ 22737 w 25683"/>
                        <a:gd name="connsiteY11" fmla="*/ 4228 h 39739"/>
                        <a:gd name="connsiteX12" fmla="*/ 24986 w 25683"/>
                        <a:gd name="connsiteY12" fmla="*/ 8906 h 39739"/>
                        <a:gd name="connsiteX13" fmla="*/ 25683 w 25683"/>
                        <a:gd name="connsiteY13" fmla="*/ 14686 h 39739"/>
                        <a:gd name="connsiteX14" fmla="*/ 24918 w 25683"/>
                        <a:gd name="connsiteY14" fmla="*/ 20308 h 39739"/>
                        <a:gd name="connsiteX15" fmla="*/ 22625 w 25683"/>
                        <a:gd name="connsiteY15" fmla="*/ 25031 h 39739"/>
                        <a:gd name="connsiteX16" fmla="*/ 18734 w 25683"/>
                        <a:gd name="connsiteY16" fmla="*/ 28269 h 39739"/>
                        <a:gd name="connsiteX17" fmla="*/ 13201 w 25683"/>
                        <a:gd name="connsiteY17" fmla="*/ 29484 h 39739"/>
                        <a:gd name="connsiteX18" fmla="*/ 7511 w 25683"/>
                        <a:gd name="connsiteY18" fmla="*/ 28157 h 39739"/>
                        <a:gd name="connsiteX19" fmla="*/ 3216 w 25683"/>
                        <a:gd name="connsiteY19" fmla="*/ 24244 h 39739"/>
                        <a:gd name="connsiteX20" fmla="*/ 3216 w 25683"/>
                        <a:gd name="connsiteY20" fmla="*/ 39739 h 39739"/>
                        <a:gd name="connsiteX21" fmla="*/ 3239 w 25683"/>
                        <a:gd name="connsiteY21" fmla="*/ 14866 h 39739"/>
                        <a:gd name="connsiteX22" fmla="*/ 3891 w 25683"/>
                        <a:gd name="connsiteY22" fmla="*/ 19363 h 39739"/>
                        <a:gd name="connsiteX23" fmla="*/ 5757 w 25683"/>
                        <a:gd name="connsiteY23" fmla="*/ 23097 h 39739"/>
                        <a:gd name="connsiteX24" fmla="*/ 8726 w 25683"/>
                        <a:gd name="connsiteY24" fmla="*/ 25638 h 39739"/>
                        <a:gd name="connsiteX25" fmla="*/ 12684 w 25683"/>
                        <a:gd name="connsiteY25" fmla="*/ 26583 h 39739"/>
                        <a:gd name="connsiteX26" fmla="*/ 17024 w 25683"/>
                        <a:gd name="connsiteY26" fmla="*/ 25593 h 39739"/>
                        <a:gd name="connsiteX27" fmla="*/ 20083 w 25683"/>
                        <a:gd name="connsiteY27" fmla="*/ 22872 h 39739"/>
                        <a:gd name="connsiteX28" fmla="*/ 21815 w 25683"/>
                        <a:gd name="connsiteY28" fmla="*/ 18846 h 39739"/>
                        <a:gd name="connsiteX29" fmla="*/ 22242 w 25683"/>
                        <a:gd name="connsiteY29" fmla="*/ 13899 h 39739"/>
                        <a:gd name="connsiteX30" fmla="*/ 21522 w 25683"/>
                        <a:gd name="connsiteY30" fmla="*/ 9221 h 39739"/>
                        <a:gd name="connsiteX31" fmla="*/ 19499 w 25683"/>
                        <a:gd name="connsiteY31" fmla="*/ 5802 h 39739"/>
                        <a:gd name="connsiteX32" fmla="*/ 16485 w 25683"/>
                        <a:gd name="connsiteY32" fmla="*/ 3666 h 39739"/>
                        <a:gd name="connsiteX33" fmla="*/ 12707 w 25683"/>
                        <a:gd name="connsiteY33" fmla="*/ 2946 h 39739"/>
                        <a:gd name="connsiteX34" fmla="*/ 8658 w 25683"/>
                        <a:gd name="connsiteY34" fmla="*/ 3868 h 39739"/>
                        <a:gd name="connsiteX35" fmla="*/ 5690 w 25683"/>
                        <a:gd name="connsiteY35" fmla="*/ 6387 h 39739"/>
                        <a:gd name="connsiteX36" fmla="*/ 3891 w 25683"/>
                        <a:gd name="connsiteY36" fmla="*/ 10165 h 39739"/>
                        <a:gd name="connsiteX37" fmla="*/ 3261 w 25683"/>
                        <a:gd name="connsiteY37" fmla="*/ 14888 h 39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683" h="39739">
                          <a:moveTo>
                            <a:pt x="3239" y="39739"/>
                          </a:moveTo>
                          <a:lnTo>
                            <a:pt x="0" y="39739"/>
                          </a:lnTo>
                          <a:lnTo>
                            <a:pt x="0" y="765"/>
                          </a:lnTo>
                          <a:lnTo>
                            <a:pt x="3239" y="765"/>
                          </a:lnTo>
                          <a:lnTo>
                            <a:pt x="3239" y="5667"/>
                          </a:lnTo>
                          <a:lnTo>
                            <a:pt x="3351" y="5667"/>
                          </a:lnTo>
                          <a:cubicBezTo>
                            <a:pt x="3823" y="4768"/>
                            <a:pt x="4430" y="3958"/>
                            <a:pt x="5150" y="3238"/>
                          </a:cubicBezTo>
                          <a:cubicBezTo>
                            <a:pt x="5892" y="2519"/>
                            <a:pt x="6702" y="1934"/>
                            <a:pt x="7579" y="1462"/>
                          </a:cubicBezTo>
                          <a:cubicBezTo>
                            <a:pt x="8456" y="989"/>
                            <a:pt x="9378" y="630"/>
                            <a:pt x="10300" y="382"/>
                          </a:cubicBezTo>
                          <a:cubicBezTo>
                            <a:pt x="11245" y="135"/>
                            <a:pt x="12144" y="0"/>
                            <a:pt x="13044" y="0"/>
                          </a:cubicBezTo>
                          <a:cubicBezTo>
                            <a:pt x="15316" y="0"/>
                            <a:pt x="17227" y="382"/>
                            <a:pt x="18824" y="1124"/>
                          </a:cubicBezTo>
                          <a:cubicBezTo>
                            <a:pt x="20420" y="1867"/>
                            <a:pt x="21703" y="2924"/>
                            <a:pt x="22737" y="4228"/>
                          </a:cubicBezTo>
                          <a:cubicBezTo>
                            <a:pt x="23771" y="5532"/>
                            <a:pt x="24514" y="7107"/>
                            <a:pt x="24986" y="8906"/>
                          </a:cubicBezTo>
                          <a:cubicBezTo>
                            <a:pt x="25458" y="10705"/>
                            <a:pt x="25683" y="12639"/>
                            <a:pt x="25683" y="14686"/>
                          </a:cubicBezTo>
                          <a:cubicBezTo>
                            <a:pt x="25683" y="16620"/>
                            <a:pt x="25436" y="18509"/>
                            <a:pt x="24918" y="20308"/>
                          </a:cubicBezTo>
                          <a:cubicBezTo>
                            <a:pt x="24424" y="22107"/>
                            <a:pt x="23659" y="23682"/>
                            <a:pt x="22625" y="25031"/>
                          </a:cubicBezTo>
                          <a:cubicBezTo>
                            <a:pt x="21590" y="26380"/>
                            <a:pt x="20308" y="27460"/>
                            <a:pt x="18734" y="28269"/>
                          </a:cubicBezTo>
                          <a:cubicBezTo>
                            <a:pt x="17160" y="29079"/>
                            <a:pt x="15316" y="29484"/>
                            <a:pt x="13201" y="29484"/>
                          </a:cubicBezTo>
                          <a:cubicBezTo>
                            <a:pt x="11222" y="29484"/>
                            <a:pt x="9333" y="29034"/>
                            <a:pt x="7511" y="28157"/>
                          </a:cubicBezTo>
                          <a:cubicBezTo>
                            <a:pt x="5690" y="27280"/>
                            <a:pt x="4273" y="25975"/>
                            <a:pt x="3216" y="24244"/>
                          </a:cubicBezTo>
                          <a:lnTo>
                            <a:pt x="3216" y="39739"/>
                          </a:lnTo>
                          <a:close/>
                          <a:moveTo>
                            <a:pt x="3239" y="14866"/>
                          </a:moveTo>
                          <a:cubicBezTo>
                            <a:pt x="3239" y="16440"/>
                            <a:pt x="3463" y="17947"/>
                            <a:pt x="3891" y="19363"/>
                          </a:cubicBezTo>
                          <a:cubicBezTo>
                            <a:pt x="4318" y="20780"/>
                            <a:pt x="4948" y="22017"/>
                            <a:pt x="5757" y="23097"/>
                          </a:cubicBezTo>
                          <a:cubicBezTo>
                            <a:pt x="6567" y="24154"/>
                            <a:pt x="7556" y="25008"/>
                            <a:pt x="8726" y="25638"/>
                          </a:cubicBezTo>
                          <a:cubicBezTo>
                            <a:pt x="9895" y="26268"/>
                            <a:pt x="11222" y="26583"/>
                            <a:pt x="12684" y="26583"/>
                          </a:cubicBezTo>
                          <a:cubicBezTo>
                            <a:pt x="14348" y="26583"/>
                            <a:pt x="15788" y="26245"/>
                            <a:pt x="17024" y="25593"/>
                          </a:cubicBezTo>
                          <a:cubicBezTo>
                            <a:pt x="18262" y="24918"/>
                            <a:pt x="19273" y="24019"/>
                            <a:pt x="20083" y="22872"/>
                          </a:cubicBezTo>
                          <a:cubicBezTo>
                            <a:pt x="20870" y="21725"/>
                            <a:pt x="21455" y="20376"/>
                            <a:pt x="21815" y="18846"/>
                          </a:cubicBezTo>
                          <a:cubicBezTo>
                            <a:pt x="22175" y="17317"/>
                            <a:pt x="22310" y="15675"/>
                            <a:pt x="22242" y="13899"/>
                          </a:cubicBezTo>
                          <a:cubicBezTo>
                            <a:pt x="22242" y="12144"/>
                            <a:pt x="21995" y="10570"/>
                            <a:pt x="21522" y="9221"/>
                          </a:cubicBezTo>
                          <a:cubicBezTo>
                            <a:pt x="21028" y="7871"/>
                            <a:pt x="20353" y="6724"/>
                            <a:pt x="19499" y="5802"/>
                          </a:cubicBezTo>
                          <a:cubicBezTo>
                            <a:pt x="18644" y="4858"/>
                            <a:pt x="17632" y="4161"/>
                            <a:pt x="16485" y="3666"/>
                          </a:cubicBezTo>
                          <a:cubicBezTo>
                            <a:pt x="15338" y="3171"/>
                            <a:pt x="14079" y="2946"/>
                            <a:pt x="12707" y="2946"/>
                          </a:cubicBezTo>
                          <a:cubicBezTo>
                            <a:pt x="11200" y="2946"/>
                            <a:pt x="9850" y="3261"/>
                            <a:pt x="8658" y="3868"/>
                          </a:cubicBezTo>
                          <a:cubicBezTo>
                            <a:pt x="7466" y="4475"/>
                            <a:pt x="6477" y="5308"/>
                            <a:pt x="5690" y="6387"/>
                          </a:cubicBezTo>
                          <a:cubicBezTo>
                            <a:pt x="4903" y="7444"/>
                            <a:pt x="4296" y="8703"/>
                            <a:pt x="3891" y="10165"/>
                          </a:cubicBezTo>
                          <a:cubicBezTo>
                            <a:pt x="3486" y="11627"/>
                            <a:pt x="3261" y="13201"/>
                            <a:pt x="3261" y="14888"/>
                          </a:cubicBezTo>
                          <a:close/>
                        </a:path>
                      </a:pathLst>
                    </a:custGeom>
                    <a:solidFill>
                      <a:srgbClr val="010101"/>
                    </a:solidFill>
                    <a:ln w="2249" cap="flat">
                      <a:noFill/>
                      <a:prstDash val="solid"/>
                      <a:miter/>
                    </a:ln>
                  </p:spPr>
                  <p:txBody>
                    <a:bodyPr rtlCol="0" anchor="ctr"/>
                    <a:lstStyle/>
                    <a:p>
                      <a:endParaRPr lang="en-US"/>
                    </a:p>
                  </p:txBody>
                </p:sp>
                <p:sp>
                  <p:nvSpPr>
                    <p:cNvPr id="1212" name="Freeform 1211">
                      <a:extLst>
                        <a:ext uri="{FF2B5EF4-FFF2-40B4-BE49-F238E27FC236}">
                          <a16:creationId xmlns:a16="http://schemas.microsoft.com/office/drawing/2014/main" id="{AB11F794-AA9F-EA6A-6AB3-A576D47202FC}"/>
                        </a:ext>
                      </a:extLst>
                    </p:cNvPr>
                    <p:cNvSpPr/>
                    <p:nvPr/>
                  </p:nvSpPr>
                  <p:spPr>
                    <a:xfrm>
                      <a:off x="3726543" y="3039728"/>
                      <a:ext cx="26358" cy="29483"/>
                    </a:xfrm>
                    <a:custGeom>
                      <a:avLst/>
                      <a:gdLst>
                        <a:gd name="connsiteX0" fmla="*/ 14326 w 26358"/>
                        <a:gd name="connsiteY0" fmla="*/ 12369 h 29483"/>
                        <a:gd name="connsiteX1" fmla="*/ 16508 w 26358"/>
                        <a:gd name="connsiteY1" fmla="*/ 12054 h 29483"/>
                        <a:gd name="connsiteX2" fmla="*/ 18576 w 26358"/>
                        <a:gd name="connsiteY2" fmla="*/ 11470 h 29483"/>
                        <a:gd name="connsiteX3" fmla="*/ 19566 w 26358"/>
                        <a:gd name="connsiteY3" fmla="*/ 10210 h 29483"/>
                        <a:gd name="connsiteX4" fmla="*/ 19746 w 26358"/>
                        <a:gd name="connsiteY4" fmla="*/ 8569 h 29483"/>
                        <a:gd name="connsiteX5" fmla="*/ 18149 w 26358"/>
                        <a:gd name="connsiteY5" fmla="*/ 4498 h 29483"/>
                        <a:gd name="connsiteX6" fmla="*/ 12774 w 26358"/>
                        <a:gd name="connsiteY6" fmla="*/ 2901 h 29483"/>
                        <a:gd name="connsiteX7" fmla="*/ 9693 w 26358"/>
                        <a:gd name="connsiteY7" fmla="*/ 3193 h 29483"/>
                        <a:gd name="connsiteX8" fmla="*/ 7242 w 26358"/>
                        <a:gd name="connsiteY8" fmla="*/ 4228 h 29483"/>
                        <a:gd name="connsiteX9" fmla="*/ 5510 w 26358"/>
                        <a:gd name="connsiteY9" fmla="*/ 6162 h 29483"/>
                        <a:gd name="connsiteX10" fmla="*/ 4610 w 26358"/>
                        <a:gd name="connsiteY10" fmla="*/ 9221 h 29483"/>
                        <a:gd name="connsiteX11" fmla="*/ 1327 w 26358"/>
                        <a:gd name="connsiteY11" fmla="*/ 9221 h 29483"/>
                        <a:gd name="connsiteX12" fmla="*/ 2452 w 26358"/>
                        <a:gd name="connsiteY12" fmla="*/ 4993 h 29483"/>
                        <a:gd name="connsiteX13" fmla="*/ 4970 w 26358"/>
                        <a:gd name="connsiteY13" fmla="*/ 2136 h 29483"/>
                        <a:gd name="connsiteX14" fmla="*/ 8524 w 26358"/>
                        <a:gd name="connsiteY14" fmla="*/ 517 h 29483"/>
                        <a:gd name="connsiteX15" fmla="*/ 12819 w 26358"/>
                        <a:gd name="connsiteY15" fmla="*/ 0 h 29483"/>
                        <a:gd name="connsiteX16" fmla="*/ 16777 w 26358"/>
                        <a:gd name="connsiteY16" fmla="*/ 450 h 29483"/>
                        <a:gd name="connsiteX17" fmla="*/ 20016 w 26358"/>
                        <a:gd name="connsiteY17" fmla="*/ 1912 h 29483"/>
                        <a:gd name="connsiteX18" fmla="*/ 22175 w 26358"/>
                        <a:gd name="connsiteY18" fmla="*/ 4588 h 29483"/>
                        <a:gd name="connsiteX19" fmla="*/ 22962 w 26358"/>
                        <a:gd name="connsiteY19" fmla="*/ 8681 h 29483"/>
                        <a:gd name="connsiteX20" fmla="*/ 22962 w 26358"/>
                        <a:gd name="connsiteY20" fmla="*/ 23906 h 29483"/>
                        <a:gd name="connsiteX21" fmla="*/ 23637 w 26358"/>
                        <a:gd name="connsiteY21" fmla="*/ 26313 h 29483"/>
                        <a:gd name="connsiteX22" fmla="*/ 26358 w 26358"/>
                        <a:gd name="connsiteY22" fmla="*/ 26065 h 29483"/>
                        <a:gd name="connsiteX23" fmla="*/ 26358 w 26358"/>
                        <a:gd name="connsiteY23" fmla="*/ 28607 h 29483"/>
                        <a:gd name="connsiteX24" fmla="*/ 25256 w 26358"/>
                        <a:gd name="connsiteY24" fmla="*/ 28922 h 29483"/>
                        <a:gd name="connsiteX25" fmla="*/ 23817 w 26358"/>
                        <a:gd name="connsiteY25" fmla="*/ 29146 h 29483"/>
                        <a:gd name="connsiteX26" fmla="*/ 22355 w 26358"/>
                        <a:gd name="connsiteY26" fmla="*/ 28989 h 29483"/>
                        <a:gd name="connsiteX27" fmla="*/ 21050 w 26358"/>
                        <a:gd name="connsiteY27" fmla="*/ 28472 h 29483"/>
                        <a:gd name="connsiteX28" fmla="*/ 20263 w 26358"/>
                        <a:gd name="connsiteY28" fmla="*/ 27505 h 29483"/>
                        <a:gd name="connsiteX29" fmla="*/ 19858 w 26358"/>
                        <a:gd name="connsiteY29" fmla="*/ 26268 h 29483"/>
                        <a:gd name="connsiteX30" fmla="*/ 19746 w 26358"/>
                        <a:gd name="connsiteY30" fmla="*/ 24828 h 29483"/>
                        <a:gd name="connsiteX31" fmla="*/ 15046 w 26358"/>
                        <a:gd name="connsiteY31" fmla="*/ 28292 h 29483"/>
                        <a:gd name="connsiteX32" fmla="*/ 9333 w 26358"/>
                        <a:gd name="connsiteY32" fmla="*/ 29484 h 29483"/>
                        <a:gd name="connsiteX33" fmla="*/ 5802 w 26358"/>
                        <a:gd name="connsiteY33" fmla="*/ 28989 h 29483"/>
                        <a:gd name="connsiteX34" fmla="*/ 2811 w 26358"/>
                        <a:gd name="connsiteY34" fmla="*/ 27482 h 29483"/>
                        <a:gd name="connsiteX35" fmla="*/ 765 w 26358"/>
                        <a:gd name="connsiteY35" fmla="*/ 24963 h 29483"/>
                        <a:gd name="connsiteX36" fmla="*/ 0 w 26358"/>
                        <a:gd name="connsiteY36" fmla="*/ 21433 h 29483"/>
                        <a:gd name="connsiteX37" fmla="*/ 9761 w 26358"/>
                        <a:gd name="connsiteY37" fmla="*/ 13021 h 29483"/>
                        <a:gd name="connsiteX38" fmla="*/ 14236 w 26358"/>
                        <a:gd name="connsiteY38" fmla="*/ 12437 h 29483"/>
                        <a:gd name="connsiteX39" fmla="*/ 19791 w 26358"/>
                        <a:gd name="connsiteY39" fmla="*/ 13989 h 29483"/>
                        <a:gd name="connsiteX40" fmla="*/ 15630 w 26358"/>
                        <a:gd name="connsiteY40" fmla="*/ 15113 h 29483"/>
                        <a:gd name="connsiteX41" fmla="*/ 11425 w 26358"/>
                        <a:gd name="connsiteY41" fmla="*/ 15540 h 29483"/>
                        <a:gd name="connsiteX42" fmla="*/ 5622 w 26358"/>
                        <a:gd name="connsiteY42" fmla="*/ 17205 h 29483"/>
                        <a:gd name="connsiteX43" fmla="*/ 3554 w 26358"/>
                        <a:gd name="connsiteY43" fmla="*/ 21478 h 29483"/>
                        <a:gd name="connsiteX44" fmla="*/ 4071 w 26358"/>
                        <a:gd name="connsiteY44" fmla="*/ 23726 h 29483"/>
                        <a:gd name="connsiteX45" fmla="*/ 5420 w 26358"/>
                        <a:gd name="connsiteY45" fmla="*/ 25301 h 29483"/>
                        <a:gd name="connsiteX46" fmla="*/ 7354 w 26358"/>
                        <a:gd name="connsiteY46" fmla="*/ 26223 h 29483"/>
                        <a:gd name="connsiteX47" fmla="*/ 9603 w 26358"/>
                        <a:gd name="connsiteY47" fmla="*/ 26515 h 29483"/>
                        <a:gd name="connsiteX48" fmla="*/ 13381 w 26358"/>
                        <a:gd name="connsiteY48" fmla="*/ 26020 h 29483"/>
                        <a:gd name="connsiteX49" fmla="*/ 16642 w 26358"/>
                        <a:gd name="connsiteY49" fmla="*/ 24536 h 29483"/>
                        <a:gd name="connsiteX50" fmla="*/ 18936 w 26358"/>
                        <a:gd name="connsiteY50" fmla="*/ 21995 h 29483"/>
                        <a:gd name="connsiteX51" fmla="*/ 19791 w 26358"/>
                        <a:gd name="connsiteY51" fmla="*/ 18351 h 29483"/>
                        <a:gd name="connsiteX52" fmla="*/ 19791 w 26358"/>
                        <a:gd name="connsiteY52" fmla="*/ 13989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6358" h="29483">
                          <a:moveTo>
                            <a:pt x="14326" y="12369"/>
                          </a:moveTo>
                          <a:cubicBezTo>
                            <a:pt x="14933" y="12302"/>
                            <a:pt x="15675" y="12189"/>
                            <a:pt x="16508" y="12054"/>
                          </a:cubicBezTo>
                          <a:cubicBezTo>
                            <a:pt x="17362" y="11919"/>
                            <a:pt x="18037" y="11717"/>
                            <a:pt x="18576" y="11470"/>
                          </a:cubicBezTo>
                          <a:cubicBezTo>
                            <a:pt x="19116" y="11222"/>
                            <a:pt x="19454" y="10795"/>
                            <a:pt x="19566" y="10210"/>
                          </a:cubicBezTo>
                          <a:cubicBezTo>
                            <a:pt x="19701" y="9626"/>
                            <a:pt x="19746" y="9063"/>
                            <a:pt x="19746" y="8569"/>
                          </a:cubicBezTo>
                          <a:cubicBezTo>
                            <a:pt x="19746" y="6904"/>
                            <a:pt x="19206" y="5555"/>
                            <a:pt x="18149" y="4498"/>
                          </a:cubicBezTo>
                          <a:cubicBezTo>
                            <a:pt x="17092" y="3441"/>
                            <a:pt x="15293" y="2901"/>
                            <a:pt x="12774" y="2901"/>
                          </a:cubicBezTo>
                          <a:cubicBezTo>
                            <a:pt x="11650" y="2901"/>
                            <a:pt x="10638" y="2991"/>
                            <a:pt x="9693" y="3193"/>
                          </a:cubicBezTo>
                          <a:cubicBezTo>
                            <a:pt x="8748" y="3396"/>
                            <a:pt x="7939" y="3733"/>
                            <a:pt x="7242" y="4228"/>
                          </a:cubicBezTo>
                          <a:cubicBezTo>
                            <a:pt x="6545" y="4723"/>
                            <a:pt x="5960" y="5352"/>
                            <a:pt x="5510" y="6162"/>
                          </a:cubicBezTo>
                          <a:cubicBezTo>
                            <a:pt x="5060" y="6972"/>
                            <a:pt x="4768" y="7984"/>
                            <a:pt x="4610" y="9221"/>
                          </a:cubicBezTo>
                          <a:lnTo>
                            <a:pt x="1327" y="9221"/>
                          </a:lnTo>
                          <a:cubicBezTo>
                            <a:pt x="1439" y="7556"/>
                            <a:pt x="1822" y="6162"/>
                            <a:pt x="2452" y="4993"/>
                          </a:cubicBezTo>
                          <a:cubicBezTo>
                            <a:pt x="3081" y="3823"/>
                            <a:pt x="3936" y="2879"/>
                            <a:pt x="4970" y="2136"/>
                          </a:cubicBezTo>
                          <a:cubicBezTo>
                            <a:pt x="6005" y="1394"/>
                            <a:pt x="7174" y="855"/>
                            <a:pt x="8524" y="517"/>
                          </a:cubicBezTo>
                          <a:cubicBezTo>
                            <a:pt x="9873" y="180"/>
                            <a:pt x="11312" y="0"/>
                            <a:pt x="12819" y="0"/>
                          </a:cubicBezTo>
                          <a:cubicBezTo>
                            <a:pt x="14214" y="0"/>
                            <a:pt x="15540" y="157"/>
                            <a:pt x="16777" y="450"/>
                          </a:cubicBezTo>
                          <a:cubicBezTo>
                            <a:pt x="18014" y="765"/>
                            <a:pt x="19094" y="1237"/>
                            <a:pt x="20016" y="1912"/>
                          </a:cubicBezTo>
                          <a:cubicBezTo>
                            <a:pt x="20938" y="2586"/>
                            <a:pt x="21657" y="3463"/>
                            <a:pt x="22175" y="4588"/>
                          </a:cubicBezTo>
                          <a:cubicBezTo>
                            <a:pt x="22692" y="5712"/>
                            <a:pt x="22962" y="7062"/>
                            <a:pt x="22962" y="8681"/>
                          </a:cubicBezTo>
                          <a:lnTo>
                            <a:pt x="22962" y="23906"/>
                          </a:lnTo>
                          <a:cubicBezTo>
                            <a:pt x="22962" y="25166"/>
                            <a:pt x="23187" y="25975"/>
                            <a:pt x="23637" y="26313"/>
                          </a:cubicBezTo>
                          <a:cubicBezTo>
                            <a:pt x="24087" y="26650"/>
                            <a:pt x="24986" y="26583"/>
                            <a:pt x="26358" y="26065"/>
                          </a:cubicBezTo>
                          <a:lnTo>
                            <a:pt x="26358" y="28607"/>
                          </a:lnTo>
                          <a:cubicBezTo>
                            <a:pt x="26111" y="28674"/>
                            <a:pt x="25728" y="28787"/>
                            <a:pt x="25256" y="28922"/>
                          </a:cubicBezTo>
                          <a:cubicBezTo>
                            <a:pt x="24761" y="29056"/>
                            <a:pt x="24289" y="29146"/>
                            <a:pt x="23817" y="29146"/>
                          </a:cubicBezTo>
                          <a:cubicBezTo>
                            <a:pt x="23322" y="29146"/>
                            <a:pt x="22827" y="29101"/>
                            <a:pt x="22355" y="28989"/>
                          </a:cubicBezTo>
                          <a:cubicBezTo>
                            <a:pt x="21815" y="28922"/>
                            <a:pt x="21388" y="28742"/>
                            <a:pt x="21050" y="28472"/>
                          </a:cubicBezTo>
                          <a:cubicBezTo>
                            <a:pt x="20713" y="28202"/>
                            <a:pt x="20466" y="27887"/>
                            <a:pt x="20263" y="27505"/>
                          </a:cubicBezTo>
                          <a:cubicBezTo>
                            <a:pt x="20061" y="27122"/>
                            <a:pt x="19926" y="26718"/>
                            <a:pt x="19858" y="26268"/>
                          </a:cubicBezTo>
                          <a:cubicBezTo>
                            <a:pt x="19791" y="25818"/>
                            <a:pt x="19746" y="25346"/>
                            <a:pt x="19746" y="24828"/>
                          </a:cubicBezTo>
                          <a:cubicBezTo>
                            <a:pt x="18374" y="26335"/>
                            <a:pt x="16822" y="27482"/>
                            <a:pt x="15046" y="28292"/>
                          </a:cubicBezTo>
                          <a:cubicBezTo>
                            <a:pt x="13291" y="29079"/>
                            <a:pt x="11380" y="29484"/>
                            <a:pt x="9333" y="29484"/>
                          </a:cubicBezTo>
                          <a:cubicBezTo>
                            <a:pt x="8119" y="29484"/>
                            <a:pt x="6927" y="29326"/>
                            <a:pt x="5802" y="28989"/>
                          </a:cubicBezTo>
                          <a:cubicBezTo>
                            <a:pt x="4678" y="28652"/>
                            <a:pt x="3666" y="28157"/>
                            <a:pt x="2811" y="27482"/>
                          </a:cubicBezTo>
                          <a:cubicBezTo>
                            <a:pt x="1957" y="26808"/>
                            <a:pt x="1260" y="25953"/>
                            <a:pt x="765" y="24963"/>
                          </a:cubicBezTo>
                          <a:cubicBezTo>
                            <a:pt x="270" y="23974"/>
                            <a:pt x="0" y="22804"/>
                            <a:pt x="0" y="21433"/>
                          </a:cubicBezTo>
                          <a:cubicBezTo>
                            <a:pt x="0" y="16687"/>
                            <a:pt x="3261" y="13876"/>
                            <a:pt x="9761" y="13021"/>
                          </a:cubicBezTo>
                          <a:lnTo>
                            <a:pt x="14236" y="12437"/>
                          </a:lnTo>
                          <a:close/>
                          <a:moveTo>
                            <a:pt x="19791" y="13989"/>
                          </a:moveTo>
                          <a:cubicBezTo>
                            <a:pt x="18419" y="14573"/>
                            <a:pt x="17047" y="14933"/>
                            <a:pt x="15630" y="15113"/>
                          </a:cubicBezTo>
                          <a:cubicBezTo>
                            <a:pt x="14214" y="15293"/>
                            <a:pt x="12819" y="15428"/>
                            <a:pt x="11425" y="15540"/>
                          </a:cubicBezTo>
                          <a:cubicBezTo>
                            <a:pt x="8951" y="15720"/>
                            <a:pt x="7017" y="16282"/>
                            <a:pt x="5622" y="17205"/>
                          </a:cubicBezTo>
                          <a:cubicBezTo>
                            <a:pt x="4228" y="18149"/>
                            <a:pt x="3554" y="19566"/>
                            <a:pt x="3554" y="21478"/>
                          </a:cubicBezTo>
                          <a:cubicBezTo>
                            <a:pt x="3554" y="22332"/>
                            <a:pt x="3733" y="23097"/>
                            <a:pt x="4071" y="23726"/>
                          </a:cubicBezTo>
                          <a:cubicBezTo>
                            <a:pt x="4408" y="24356"/>
                            <a:pt x="4858" y="24873"/>
                            <a:pt x="5420" y="25301"/>
                          </a:cubicBezTo>
                          <a:cubicBezTo>
                            <a:pt x="5982" y="25706"/>
                            <a:pt x="6635" y="26020"/>
                            <a:pt x="7354" y="26223"/>
                          </a:cubicBezTo>
                          <a:cubicBezTo>
                            <a:pt x="8096" y="26425"/>
                            <a:pt x="8839" y="26515"/>
                            <a:pt x="9603" y="26515"/>
                          </a:cubicBezTo>
                          <a:cubicBezTo>
                            <a:pt x="10908" y="26515"/>
                            <a:pt x="12167" y="26358"/>
                            <a:pt x="13381" y="26020"/>
                          </a:cubicBezTo>
                          <a:cubicBezTo>
                            <a:pt x="14596" y="25706"/>
                            <a:pt x="15698" y="25211"/>
                            <a:pt x="16642" y="24536"/>
                          </a:cubicBezTo>
                          <a:cubicBezTo>
                            <a:pt x="17587" y="23861"/>
                            <a:pt x="18352" y="23029"/>
                            <a:pt x="18936" y="21995"/>
                          </a:cubicBezTo>
                          <a:cubicBezTo>
                            <a:pt x="19521" y="20960"/>
                            <a:pt x="19791" y="19746"/>
                            <a:pt x="19791" y="18351"/>
                          </a:cubicBezTo>
                          <a:lnTo>
                            <a:pt x="19791" y="13989"/>
                          </a:lnTo>
                          <a:close/>
                        </a:path>
                      </a:pathLst>
                    </a:custGeom>
                    <a:solidFill>
                      <a:srgbClr val="010101"/>
                    </a:solidFill>
                    <a:ln w="2249" cap="flat">
                      <a:noFill/>
                      <a:prstDash val="solid"/>
                      <a:miter/>
                    </a:ln>
                  </p:spPr>
                  <p:txBody>
                    <a:bodyPr rtlCol="0" anchor="ctr"/>
                    <a:lstStyle/>
                    <a:p>
                      <a:endParaRPr lang="en-US"/>
                    </a:p>
                  </p:txBody>
                </p:sp>
                <p:sp>
                  <p:nvSpPr>
                    <p:cNvPr id="1213" name="Freeform 1212">
                      <a:extLst>
                        <a:ext uri="{FF2B5EF4-FFF2-40B4-BE49-F238E27FC236}">
                          <a16:creationId xmlns:a16="http://schemas.microsoft.com/office/drawing/2014/main" id="{4BE2A597-FA4A-B889-895E-73FBEF747211}"/>
                        </a:ext>
                      </a:extLst>
                    </p:cNvPr>
                    <p:cNvSpPr/>
                    <p:nvPr/>
                  </p:nvSpPr>
                  <p:spPr>
                    <a:xfrm>
                      <a:off x="3758209" y="3039683"/>
                      <a:ext cx="12481" cy="28719"/>
                    </a:xfrm>
                    <a:custGeom>
                      <a:avLst/>
                      <a:gdLst>
                        <a:gd name="connsiteX0" fmla="*/ 3238 w 12481"/>
                        <a:gd name="connsiteY0" fmla="*/ 28719 h 28719"/>
                        <a:gd name="connsiteX1" fmla="*/ 0 w 12481"/>
                        <a:gd name="connsiteY1" fmla="*/ 28719 h 28719"/>
                        <a:gd name="connsiteX2" fmla="*/ 0 w 12481"/>
                        <a:gd name="connsiteY2" fmla="*/ 765 h 28719"/>
                        <a:gd name="connsiteX3" fmla="*/ 3238 w 12481"/>
                        <a:gd name="connsiteY3" fmla="*/ 765 h 28719"/>
                        <a:gd name="connsiteX4" fmla="*/ 3238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8 h 28719"/>
                        <a:gd name="connsiteX9" fmla="*/ 7939 w 12481"/>
                        <a:gd name="connsiteY9" fmla="*/ 4363 h 28719"/>
                        <a:gd name="connsiteX10" fmla="*/ 5105 w 12481"/>
                        <a:gd name="connsiteY10" fmla="*/ 6837 h 28719"/>
                        <a:gd name="connsiteX11" fmla="*/ 3643 w 12481"/>
                        <a:gd name="connsiteY11" fmla="*/ 10525 h 28719"/>
                        <a:gd name="connsiteX12" fmla="*/ 3238 w 12481"/>
                        <a:gd name="connsiteY12" fmla="*/ 14978 h 28719"/>
                        <a:gd name="connsiteX13" fmla="*/ 3238 w 12481"/>
                        <a:gd name="connsiteY13"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9">
                          <a:moveTo>
                            <a:pt x="3238" y="28719"/>
                          </a:moveTo>
                          <a:lnTo>
                            <a:pt x="0" y="28719"/>
                          </a:lnTo>
                          <a:lnTo>
                            <a:pt x="0" y="765"/>
                          </a:lnTo>
                          <a:lnTo>
                            <a:pt x="3238" y="765"/>
                          </a:lnTo>
                          <a:lnTo>
                            <a:pt x="3238" y="6005"/>
                          </a:lnTo>
                          <a:lnTo>
                            <a:pt x="3351" y="6005"/>
                          </a:lnTo>
                          <a:cubicBezTo>
                            <a:pt x="4251" y="3778"/>
                            <a:pt x="5420" y="2227"/>
                            <a:pt x="6837" y="1327"/>
                          </a:cubicBezTo>
                          <a:cubicBezTo>
                            <a:pt x="8254" y="450"/>
                            <a:pt x="10143" y="0"/>
                            <a:pt x="12482" y="0"/>
                          </a:cubicBezTo>
                          <a:lnTo>
                            <a:pt x="12482" y="3508"/>
                          </a:lnTo>
                          <a:cubicBezTo>
                            <a:pt x="10638" y="3463"/>
                            <a:pt x="9131" y="3756"/>
                            <a:pt x="7939" y="4363"/>
                          </a:cubicBezTo>
                          <a:cubicBezTo>
                            <a:pt x="6747" y="4970"/>
                            <a:pt x="5802" y="5802"/>
                            <a:pt x="5105" y="6837"/>
                          </a:cubicBezTo>
                          <a:cubicBezTo>
                            <a:pt x="4408" y="7871"/>
                            <a:pt x="3913" y="9108"/>
                            <a:pt x="3643" y="10525"/>
                          </a:cubicBezTo>
                          <a:cubicBezTo>
                            <a:pt x="3373" y="11942"/>
                            <a:pt x="3238" y="13426"/>
                            <a:pt x="3238" y="14978"/>
                          </a:cubicBezTo>
                          <a:lnTo>
                            <a:pt x="3238" y="28697"/>
                          </a:lnTo>
                          <a:close/>
                        </a:path>
                      </a:pathLst>
                    </a:custGeom>
                    <a:solidFill>
                      <a:srgbClr val="010101"/>
                    </a:solidFill>
                    <a:ln w="2249" cap="flat">
                      <a:noFill/>
                      <a:prstDash val="solid"/>
                      <a:miter/>
                    </a:ln>
                  </p:spPr>
                  <p:txBody>
                    <a:bodyPr rtlCol="0" anchor="ctr"/>
                    <a:lstStyle/>
                    <a:p>
                      <a:endParaRPr lang="en-US"/>
                    </a:p>
                  </p:txBody>
                </p:sp>
                <p:sp>
                  <p:nvSpPr>
                    <p:cNvPr id="1214" name="Freeform 1213">
                      <a:extLst>
                        <a:ext uri="{FF2B5EF4-FFF2-40B4-BE49-F238E27FC236}">
                          <a16:creationId xmlns:a16="http://schemas.microsoft.com/office/drawing/2014/main" id="{3465D540-256A-B6A0-E587-E4585BFE72FA}"/>
                        </a:ext>
                      </a:extLst>
                    </p:cNvPr>
                    <p:cNvSpPr/>
                    <p:nvPr/>
                  </p:nvSpPr>
                  <p:spPr>
                    <a:xfrm>
                      <a:off x="3774514" y="3039705"/>
                      <a:ext cx="25167" cy="29483"/>
                    </a:xfrm>
                    <a:custGeom>
                      <a:avLst/>
                      <a:gdLst>
                        <a:gd name="connsiteX0" fmla="*/ 3508 w 25167"/>
                        <a:gd name="connsiteY0" fmla="*/ 15473 h 29483"/>
                        <a:gd name="connsiteX1" fmla="*/ 4093 w 25167"/>
                        <a:gd name="connsiteY1" fmla="*/ 19768 h 29483"/>
                        <a:gd name="connsiteX2" fmla="*/ 5847 w 25167"/>
                        <a:gd name="connsiteY2" fmla="*/ 23277 h 29483"/>
                        <a:gd name="connsiteX3" fmla="*/ 8793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3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6 w 25167"/>
                        <a:gd name="connsiteY18" fmla="*/ 1169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7 w 25167"/>
                        <a:gd name="connsiteY23" fmla="*/ 12774 h 29483"/>
                        <a:gd name="connsiteX24" fmla="*/ 21185 w 25167"/>
                        <a:gd name="connsiteY24" fmla="*/ 8906 h 29483"/>
                        <a:gd name="connsiteX25" fmla="*/ 19521 w 25167"/>
                        <a:gd name="connsiteY25" fmla="*/ 5780 h 29483"/>
                        <a:gd name="connsiteX26" fmla="*/ 16732 w 25167"/>
                        <a:gd name="connsiteY26" fmla="*/ 3666 h 29483"/>
                        <a:gd name="connsiteX27" fmla="*/ 12909 w 25167"/>
                        <a:gd name="connsiteY27" fmla="*/ 2879 h 29483"/>
                        <a:gd name="connsiteX28" fmla="*/ 9108 w 25167"/>
                        <a:gd name="connsiteY28" fmla="*/ 3688 h 29483"/>
                        <a:gd name="connsiteX29" fmla="*/ 6297 w 25167"/>
                        <a:gd name="connsiteY29" fmla="*/ 5847 h 29483"/>
                        <a:gd name="connsiteX30" fmla="*/ 4430 w 25167"/>
                        <a:gd name="connsiteY30" fmla="*/ 8973 h 29483"/>
                        <a:gd name="connsiteX31" fmla="*/ 3508 w 25167"/>
                        <a:gd name="connsiteY31" fmla="*/ 12752 h 29483"/>
                        <a:gd name="connsiteX32" fmla="*/ 21747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8" y="15473"/>
                          </a:moveTo>
                          <a:cubicBezTo>
                            <a:pt x="3508" y="16980"/>
                            <a:pt x="3711" y="18419"/>
                            <a:pt x="4093" y="19768"/>
                          </a:cubicBezTo>
                          <a:cubicBezTo>
                            <a:pt x="4498" y="21118"/>
                            <a:pt x="5083" y="22287"/>
                            <a:pt x="5847" y="23277"/>
                          </a:cubicBezTo>
                          <a:cubicBezTo>
                            <a:pt x="6612" y="24266"/>
                            <a:pt x="7601" y="25053"/>
                            <a:pt x="8793" y="25661"/>
                          </a:cubicBezTo>
                          <a:cubicBezTo>
                            <a:pt x="9985" y="26245"/>
                            <a:pt x="11357" y="26560"/>
                            <a:pt x="12886" y="26560"/>
                          </a:cubicBezTo>
                          <a:cubicBezTo>
                            <a:pt x="15000" y="26560"/>
                            <a:pt x="16822" y="25998"/>
                            <a:pt x="18329" y="24896"/>
                          </a:cubicBezTo>
                          <a:cubicBezTo>
                            <a:pt x="19836" y="23772"/>
                            <a:pt x="20848" y="22197"/>
                            <a:pt x="21343" y="20151"/>
                          </a:cubicBezTo>
                          <a:lnTo>
                            <a:pt x="24963" y="20151"/>
                          </a:lnTo>
                          <a:cubicBezTo>
                            <a:pt x="24558" y="21478"/>
                            <a:pt x="24041"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6" y="23951"/>
                            <a:pt x="1259" y="22400"/>
                            <a:pt x="765" y="20623"/>
                          </a:cubicBezTo>
                          <a:cubicBezTo>
                            <a:pt x="270" y="18846"/>
                            <a:pt x="0" y="16935"/>
                            <a:pt x="0" y="14866"/>
                          </a:cubicBezTo>
                          <a:cubicBezTo>
                            <a:pt x="0" y="12797"/>
                            <a:pt x="292" y="10885"/>
                            <a:pt x="900" y="9086"/>
                          </a:cubicBezTo>
                          <a:cubicBezTo>
                            <a:pt x="1484" y="7287"/>
                            <a:pt x="2339" y="5712"/>
                            <a:pt x="3441" y="4363"/>
                          </a:cubicBezTo>
                          <a:cubicBezTo>
                            <a:pt x="4543" y="3014"/>
                            <a:pt x="5870" y="1957"/>
                            <a:pt x="7466" y="1169"/>
                          </a:cubicBezTo>
                          <a:cubicBezTo>
                            <a:pt x="9041" y="405"/>
                            <a:pt x="10840" y="0"/>
                            <a:pt x="12864" y="0"/>
                          </a:cubicBezTo>
                          <a:cubicBezTo>
                            <a:pt x="16710" y="0"/>
                            <a:pt x="19746" y="1327"/>
                            <a:pt x="21927" y="3958"/>
                          </a:cubicBezTo>
                          <a:cubicBezTo>
                            <a:pt x="24131" y="6612"/>
                            <a:pt x="25211" y="10435"/>
                            <a:pt x="25166" y="15473"/>
                          </a:cubicBezTo>
                          <a:lnTo>
                            <a:pt x="3463" y="15473"/>
                          </a:lnTo>
                          <a:close/>
                          <a:moveTo>
                            <a:pt x="21747" y="12774"/>
                          </a:moveTo>
                          <a:cubicBezTo>
                            <a:pt x="21747" y="11402"/>
                            <a:pt x="21567" y="10120"/>
                            <a:pt x="21185" y="8906"/>
                          </a:cubicBezTo>
                          <a:cubicBezTo>
                            <a:pt x="20803" y="7691"/>
                            <a:pt x="20241" y="6657"/>
                            <a:pt x="19521" y="5780"/>
                          </a:cubicBezTo>
                          <a:cubicBezTo>
                            <a:pt x="18779" y="4903"/>
                            <a:pt x="17857" y="4206"/>
                            <a:pt x="16732" y="3666"/>
                          </a:cubicBezTo>
                          <a:cubicBezTo>
                            <a:pt x="15608" y="3149"/>
                            <a:pt x="14348" y="2879"/>
                            <a:pt x="12909" y="2879"/>
                          </a:cubicBezTo>
                          <a:cubicBezTo>
                            <a:pt x="11470" y="2879"/>
                            <a:pt x="10210" y="3149"/>
                            <a:pt x="9108" y="3688"/>
                          </a:cubicBezTo>
                          <a:cubicBezTo>
                            <a:pt x="8006" y="4228"/>
                            <a:pt x="7084" y="4948"/>
                            <a:pt x="6297" y="5847"/>
                          </a:cubicBezTo>
                          <a:cubicBezTo>
                            <a:pt x="5532" y="6747"/>
                            <a:pt x="4903" y="7781"/>
                            <a:pt x="4430" y="8973"/>
                          </a:cubicBezTo>
                          <a:cubicBezTo>
                            <a:pt x="3958" y="10165"/>
                            <a:pt x="3666" y="11425"/>
                            <a:pt x="3508" y="12752"/>
                          </a:cubicBezTo>
                          <a:lnTo>
                            <a:pt x="21747" y="12752"/>
                          </a:lnTo>
                          <a:close/>
                        </a:path>
                      </a:pathLst>
                    </a:custGeom>
                    <a:solidFill>
                      <a:srgbClr val="010101"/>
                    </a:solidFill>
                    <a:ln w="2249" cap="flat">
                      <a:noFill/>
                      <a:prstDash val="solid"/>
                      <a:miter/>
                    </a:ln>
                  </p:spPr>
                  <p:txBody>
                    <a:bodyPr rtlCol="0" anchor="ctr"/>
                    <a:lstStyle/>
                    <a:p>
                      <a:endParaRPr lang="en-US"/>
                    </a:p>
                  </p:txBody>
                </p:sp>
                <p:sp>
                  <p:nvSpPr>
                    <p:cNvPr id="1215" name="Freeform 1214">
                      <a:extLst>
                        <a:ext uri="{FF2B5EF4-FFF2-40B4-BE49-F238E27FC236}">
                          <a16:creationId xmlns:a16="http://schemas.microsoft.com/office/drawing/2014/main" id="{2CA8DFDA-9771-7570-ABC2-85422F4C05D1}"/>
                        </a:ext>
                      </a:extLst>
                    </p:cNvPr>
                    <p:cNvSpPr/>
                    <p:nvPr/>
                  </p:nvSpPr>
                  <p:spPr>
                    <a:xfrm>
                      <a:off x="3805167" y="3029540"/>
                      <a:ext cx="25682" cy="39626"/>
                    </a:xfrm>
                    <a:custGeom>
                      <a:avLst/>
                      <a:gdLst>
                        <a:gd name="connsiteX0" fmla="*/ 22445 w 25682"/>
                        <a:gd name="connsiteY0" fmla="*/ 0 h 39626"/>
                        <a:gd name="connsiteX1" fmla="*/ 25683 w 25682"/>
                        <a:gd name="connsiteY1" fmla="*/ 0 h 39626"/>
                        <a:gd name="connsiteX2" fmla="*/ 25683 w 25682"/>
                        <a:gd name="connsiteY2" fmla="*/ 38862 h 39626"/>
                        <a:gd name="connsiteX3" fmla="*/ 22445 w 25682"/>
                        <a:gd name="connsiteY3" fmla="*/ 38862 h 39626"/>
                        <a:gd name="connsiteX4" fmla="*/ 22445 w 25682"/>
                        <a:gd name="connsiteY4" fmla="*/ 33959 h 39626"/>
                        <a:gd name="connsiteX5" fmla="*/ 22332 w 25682"/>
                        <a:gd name="connsiteY5" fmla="*/ 33959 h 39626"/>
                        <a:gd name="connsiteX6" fmla="*/ 20533 w 25682"/>
                        <a:gd name="connsiteY6" fmla="*/ 36411 h 39626"/>
                        <a:gd name="connsiteX7" fmla="*/ 18104 w 25682"/>
                        <a:gd name="connsiteY7" fmla="*/ 38165 h 39626"/>
                        <a:gd name="connsiteX8" fmla="*/ 15383 w 25682"/>
                        <a:gd name="connsiteY8" fmla="*/ 39244 h 39626"/>
                        <a:gd name="connsiteX9" fmla="*/ 12639 w 25682"/>
                        <a:gd name="connsiteY9" fmla="*/ 39627 h 39626"/>
                        <a:gd name="connsiteX10" fmla="*/ 6859 w 25682"/>
                        <a:gd name="connsiteY10" fmla="*/ 38502 h 39626"/>
                        <a:gd name="connsiteX11" fmla="*/ 2946 w 25682"/>
                        <a:gd name="connsiteY11" fmla="*/ 35399 h 39626"/>
                        <a:gd name="connsiteX12" fmla="*/ 697 w 25682"/>
                        <a:gd name="connsiteY12" fmla="*/ 30721 h 39626"/>
                        <a:gd name="connsiteX13" fmla="*/ 0 w 25682"/>
                        <a:gd name="connsiteY13" fmla="*/ 24941 h 39626"/>
                        <a:gd name="connsiteX14" fmla="*/ 765 w 25682"/>
                        <a:gd name="connsiteY14" fmla="*/ 19319 h 39626"/>
                        <a:gd name="connsiteX15" fmla="*/ 3059 w 25682"/>
                        <a:gd name="connsiteY15" fmla="*/ 14596 h 39626"/>
                        <a:gd name="connsiteX16" fmla="*/ 6949 w 25682"/>
                        <a:gd name="connsiteY16" fmla="*/ 11357 h 39626"/>
                        <a:gd name="connsiteX17" fmla="*/ 12482 w 25682"/>
                        <a:gd name="connsiteY17" fmla="*/ 10143 h 39626"/>
                        <a:gd name="connsiteX18" fmla="*/ 18171 w 25682"/>
                        <a:gd name="connsiteY18" fmla="*/ 11470 h 39626"/>
                        <a:gd name="connsiteX19" fmla="*/ 22467 w 25682"/>
                        <a:gd name="connsiteY19" fmla="*/ 15383 h 39626"/>
                        <a:gd name="connsiteX20" fmla="*/ 22467 w 25682"/>
                        <a:gd name="connsiteY20" fmla="*/ 0 h 39626"/>
                        <a:gd name="connsiteX21" fmla="*/ 22445 w 25682"/>
                        <a:gd name="connsiteY21" fmla="*/ 24761 h 39626"/>
                        <a:gd name="connsiteX22" fmla="*/ 21792 w 25682"/>
                        <a:gd name="connsiteY22" fmla="*/ 20263 h 39626"/>
                        <a:gd name="connsiteX23" fmla="*/ 19926 w 25682"/>
                        <a:gd name="connsiteY23" fmla="*/ 16530 h 39626"/>
                        <a:gd name="connsiteX24" fmla="*/ 16957 w 25682"/>
                        <a:gd name="connsiteY24" fmla="*/ 13988 h 39626"/>
                        <a:gd name="connsiteX25" fmla="*/ 12999 w 25682"/>
                        <a:gd name="connsiteY25" fmla="*/ 13044 h 39626"/>
                        <a:gd name="connsiteX26" fmla="*/ 8636 w 25682"/>
                        <a:gd name="connsiteY26" fmla="*/ 14033 h 39626"/>
                        <a:gd name="connsiteX27" fmla="*/ 5622 w 25682"/>
                        <a:gd name="connsiteY27" fmla="*/ 16755 h 39626"/>
                        <a:gd name="connsiteX28" fmla="*/ 3891 w 25682"/>
                        <a:gd name="connsiteY28" fmla="*/ 20780 h 39626"/>
                        <a:gd name="connsiteX29" fmla="*/ 3463 w 25682"/>
                        <a:gd name="connsiteY29" fmla="*/ 25728 h 39626"/>
                        <a:gd name="connsiteX30" fmla="*/ 4183 w 25682"/>
                        <a:gd name="connsiteY30" fmla="*/ 30406 h 39626"/>
                        <a:gd name="connsiteX31" fmla="*/ 6207 w 25682"/>
                        <a:gd name="connsiteY31" fmla="*/ 33824 h 39626"/>
                        <a:gd name="connsiteX32" fmla="*/ 9221 w 25682"/>
                        <a:gd name="connsiteY32" fmla="*/ 35961 h 39626"/>
                        <a:gd name="connsiteX33" fmla="*/ 12999 w 25682"/>
                        <a:gd name="connsiteY33" fmla="*/ 36681 h 39626"/>
                        <a:gd name="connsiteX34" fmla="*/ 17047 w 25682"/>
                        <a:gd name="connsiteY34" fmla="*/ 35758 h 39626"/>
                        <a:gd name="connsiteX35" fmla="*/ 20016 w 25682"/>
                        <a:gd name="connsiteY35" fmla="*/ 33240 h 39626"/>
                        <a:gd name="connsiteX36" fmla="*/ 21815 w 25682"/>
                        <a:gd name="connsiteY36" fmla="*/ 29461 h 39626"/>
                        <a:gd name="connsiteX37" fmla="*/ 22445 w 25682"/>
                        <a:gd name="connsiteY37" fmla="*/ 24739 h 3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682" h="39626">
                          <a:moveTo>
                            <a:pt x="22445" y="0"/>
                          </a:moveTo>
                          <a:lnTo>
                            <a:pt x="25683" y="0"/>
                          </a:lnTo>
                          <a:lnTo>
                            <a:pt x="25683" y="38862"/>
                          </a:lnTo>
                          <a:lnTo>
                            <a:pt x="22445" y="38862"/>
                          </a:lnTo>
                          <a:lnTo>
                            <a:pt x="22445" y="33959"/>
                          </a:lnTo>
                          <a:lnTo>
                            <a:pt x="22332" y="33959"/>
                          </a:lnTo>
                          <a:cubicBezTo>
                            <a:pt x="21860" y="34904"/>
                            <a:pt x="21253" y="35713"/>
                            <a:pt x="20533" y="36411"/>
                          </a:cubicBezTo>
                          <a:cubicBezTo>
                            <a:pt x="19791" y="37108"/>
                            <a:pt x="18981" y="37692"/>
                            <a:pt x="18104" y="38165"/>
                          </a:cubicBezTo>
                          <a:cubicBezTo>
                            <a:pt x="17227" y="38637"/>
                            <a:pt x="16305" y="38997"/>
                            <a:pt x="15383" y="39244"/>
                          </a:cubicBezTo>
                          <a:cubicBezTo>
                            <a:pt x="14438" y="39492"/>
                            <a:pt x="13539" y="39627"/>
                            <a:pt x="12639" y="39627"/>
                          </a:cubicBezTo>
                          <a:cubicBezTo>
                            <a:pt x="10368" y="39627"/>
                            <a:pt x="8456" y="39244"/>
                            <a:pt x="6859" y="38502"/>
                          </a:cubicBezTo>
                          <a:cubicBezTo>
                            <a:pt x="5285" y="37738"/>
                            <a:pt x="3981" y="36703"/>
                            <a:pt x="2946" y="35399"/>
                          </a:cubicBezTo>
                          <a:cubicBezTo>
                            <a:pt x="1912" y="34094"/>
                            <a:pt x="1170" y="32520"/>
                            <a:pt x="697" y="30721"/>
                          </a:cubicBezTo>
                          <a:cubicBezTo>
                            <a:pt x="225" y="28922"/>
                            <a:pt x="0" y="26987"/>
                            <a:pt x="0" y="24941"/>
                          </a:cubicBezTo>
                          <a:cubicBezTo>
                            <a:pt x="0" y="23007"/>
                            <a:pt x="247" y="21118"/>
                            <a:pt x="765" y="19319"/>
                          </a:cubicBezTo>
                          <a:cubicBezTo>
                            <a:pt x="1259" y="17519"/>
                            <a:pt x="2024" y="15945"/>
                            <a:pt x="3059" y="14596"/>
                          </a:cubicBezTo>
                          <a:cubicBezTo>
                            <a:pt x="4093" y="13246"/>
                            <a:pt x="5375" y="12167"/>
                            <a:pt x="6949" y="11357"/>
                          </a:cubicBezTo>
                          <a:cubicBezTo>
                            <a:pt x="8523" y="10548"/>
                            <a:pt x="10368" y="10143"/>
                            <a:pt x="12482" y="10143"/>
                          </a:cubicBezTo>
                          <a:cubicBezTo>
                            <a:pt x="14461" y="10143"/>
                            <a:pt x="16350" y="10593"/>
                            <a:pt x="18171" y="11470"/>
                          </a:cubicBezTo>
                          <a:cubicBezTo>
                            <a:pt x="19993" y="12347"/>
                            <a:pt x="21410" y="13651"/>
                            <a:pt x="22467" y="15383"/>
                          </a:cubicBezTo>
                          <a:lnTo>
                            <a:pt x="22467" y="0"/>
                          </a:lnTo>
                          <a:close/>
                          <a:moveTo>
                            <a:pt x="22445" y="24761"/>
                          </a:moveTo>
                          <a:cubicBezTo>
                            <a:pt x="22445" y="23187"/>
                            <a:pt x="22220" y="21680"/>
                            <a:pt x="21792" y="20263"/>
                          </a:cubicBezTo>
                          <a:cubicBezTo>
                            <a:pt x="21365" y="18846"/>
                            <a:pt x="20735" y="17609"/>
                            <a:pt x="19926" y="16530"/>
                          </a:cubicBezTo>
                          <a:cubicBezTo>
                            <a:pt x="19116" y="15473"/>
                            <a:pt x="18126" y="14618"/>
                            <a:pt x="16957" y="13988"/>
                          </a:cubicBezTo>
                          <a:cubicBezTo>
                            <a:pt x="15788" y="13359"/>
                            <a:pt x="14461" y="13044"/>
                            <a:pt x="12999" y="13044"/>
                          </a:cubicBezTo>
                          <a:cubicBezTo>
                            <a:pt x="11312" y="13044"/>
                            <a:pt x="9850" y="13381"/>
                            <a:pt x="8636" y="14033"/>
                          </a:cubicBezTo>
                          <a:cubicBezTo>
                            <a:pt x="7421" y="14708"/>
                            <a:pt x="6409" y="15608"/>
                            <a:pt x="5622" y="16755"/>
                          </a:cubicBezTo>
                          <a:cubicBezTo>
                            <a:pt x="4835" y="17902"/>
                            <a:pt x="4251" y="19251"/>
                            <a:pt x="3891" y="20780"/>
                          </a:cubicBezTo>
                          <a:cubicBezTo>
                            <a:pt x="3531" y="22310"/>
                            <a:pt x="3396" y="23951"/>
                            <a:pt x="3463" y="25728"/>
                          </a:cubicBezTo>
                          <a:cubicBezTo>
                            <a:pt x="3463" y="27482"/>
                            <a:pt x="3711" y="29056"/>
                            <a:pt x="4183" y="30406"/>
                          </a:cubicBezTo>
                          <a:cubicBezTo>
                            <a:pt x="4678" y="31755"/>
                            <a:pt x="5353" y="32902"/>
                            <a:pt x="6207" y="33824"/>
                          </a:cubicBezTo>
                          <a:cubicBezTo>
                            <a:pt x="7062" y="34746"/>
                            <a:pt x="8074" y="35466"/>
                            <a:pt x="9221" y="35961"/>
                          </a:cubicBezTo>
                          <a:cubicBezTo>
                            <a:pt x="10368" y="36456"/>
                            <a:pt x="11627" y="36681"/>
                            <a:pt x="12999" y="36681"/>
                          </a:cubicBezTo>
                          <a:cubicBezTo>
                            <a:pt x="14506" y="36681"/>
                            <a:pt x="15855" y="36366"/>
                            <a:pt x="17047" y="35758"/>
                          </a:cubicBezTo>
                          <a:cubicBezTo>
                            <a:pt x="18239" y="35151"/>
                            <a:pt x="19228" y="34319"/>
                            <a:pt x="20016" y="33240"/>
                          </a:cubicBezTo>
                          <a:cubicBezTo>
                            <a:pt x="20803" y="32183"/>
                            <a:pt x="21410" y="30923"/>
                            <a:pt x="21815" y="29461"/>
                          </a:cubicBezTo>
                          <a:cubicBezTo>
                            <a:pt x="22220" y="27999"/>
                            <a:pt x="22445" y="26425"/>
                            <a:pt x="22445" y="24739"/>
                          </a:cubicBezTo>
                          <a:close/>
                        </a:path>
                      </a:pathLst>
                    </a:custGeom>
                    <a:solidFill>
                      <a:srgbClr val="010101"/>
                    </a:solidFill>
                    <a:ln w="2249" cap="flat">
                      <a:noFill/>
                      <a:prstDash val="solid"/>
                      <a:miter/>
                    </a:ln>
                  </p:spPr>
                  <p:txBody>
                    <a:bodyPr rtlCol="0" anchor="ctr"/>
                    <a:lstStyle/>
                    <a:p>
                      <a:endParaRPr lang="en-US"/>
                    </a:p>
                  </p:txBody>
                </p:sp>
              </p:grpSp>
              <p:grpSp>
                <p:nvGrpSpPr>
                  <p:cNvPr id="1097" name="Graphic 4479">
                    <a:extLst>
                      <a:ext uri="{FF2B5EF4-FFF2-40B4-BE49-F238E27FC236}">
                        <a16:creationId xmlns:a16="http://schemas.microsoft.com/office/drawing/2014/main" id="{44B0E016-EBDE-8F83-03C6-BB351C6FA1C3}"/>
                      </a:ext>
                    </a:extLst>
                  </p:cNvPr>
                  <p:cNvGrpSpPr/>
                  <p:nvPr/>
                </p:nvGrpSpPr>
                <p:grpSpPr>
                  <a:xfrm>
                    <a:off x="3821887" y="6362284"/>
                    <a:ext cx="675662" cy="148604"/>
                    <a:chOff x="3970623" y="3029517"/>
                    <a:chExt cx="180478" cy="39694"/>
                  </a:xfrm>
                  <a:solidFill>
                    <a:srgbClr val="010101"/>
                  </a:solidFill>
                </p:grpSpPr>
                <p:sp>
                  <p:nvSpPr>
                    <p:cNvPr id="1200" name="Freeform 1199">
                      <a:extLst>
                        <a:ext uri="{FF2B5EF4-FFF2-40B4-BE49-F238E27FC236}">
                          <a16:creationId xmlns:a16="http://schemas.microsoft.com/office/drawing/2014/main" id="{C4905A3A-DE69-B28A-4C4F-C4295C4891BF}"/>
                        </a:ext>
                      </a:extLst>
                    </p:cNvPr>
                    <p:cNvSpPr/>
                    <p:nvPr/>
                  </p:nvSpPr>
                  <p:spPr>
                    <a:xfrm>
                      <a:off x="3970623" y="3029517"/>
                      <a:ext cx="3553" cy="38884"/>
                    </a:xfrm>
                    <a:custGeom>
                      <a:avLst/>
                      <a:gdLst>
                        <a:gd name="connsiteX0" fmla="*/ 0 w 3553"/>
                        <a:gd name="connsiteY0" fmla="*/ 4813 h 38884"/>
                        <a:gd name="connsiteX1" fmla="*/ 0 w 3553"/>
                        <a:gd name="connsiteY1" fmla="*/ 0 h 38884"/>
                        <a:gd name="connsiteX2" fmla="*/ 3554 w 3553"/>
                        <a:gd name="connsiteY2" fmla="*/ 0 h 38884"/>
                        <a:gd name="connsiteX3" fmla="*/ 3554 w 3553"/>
                        <a:gd name="connsiteY3" fmla="*/ 4813 h 38884"/>
                        <a:gd name="connsiteX4" fmla="*/ 0 w 3553"/>
                        <a:gd name="connsiteY4" fmla="*/ 4813 h 38884"/>
                        <a:gd name="connsiteX5" fmla="*/ 158 w 3553"/>
                        <a:gd name="connsiteY5" fmla="*/ 38885 h 38884"/>
                        <a:gd name="connsiteX6" fmla="*/ 158 w 3553"/>
                        <a:gd name="connsiteY6" fmla="*/ 10930 h 38884"/>
                        <a:gd name="connsiteX7" fmla="*/ 3396 w 3553"/>
                        <a:gd name="connsiteY7" fmla="*/ 10930 h 38884"/>
                        <a:gd name="connsiteX8" fmla="*/ 3396 w 3553"/>
                        <a:gd name="connsiteY8" fmla="*/ 38885 h 38884"/>
                        <a:gd name="connsiteX9" fmla="*/ 158 w 3553"/>
                        <a:gd name="connsiteY9" fmla="*/ 38885 h 38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53" h="38884">
                          <a:moveTo>
                            <a:pt x="0" y="4813"/>
                          </a:moveTo>
                          <a:lnTo>
                            <a:pt x="0" y="0"/>
                          </a:lnTo>
                          <a:lnTo>
                            <a:pt x="3554" y="0"/>
                          </a:lnTo>
                          <a:lnTo>
                            <a:pt x="3554" y="4813"/>
                          </a:lnTo>
                          <a:lnTo>
                            <a:pt x="0" y="4813"/>
                          </a:lnTo>
                          <a:close/>
                          <a:moveTo>
                            <a:pt x="158" y="38885"/>
                          </a:moveTo>
                          <a:lnTo>
                            <a:pt x="158" y="10930"/>
                          </a:lnTo>
                          <a:lnTo>
                            <a:pt x="3396" y="10930"/>
                          </a:lnTo>
                          <a:lnTo>
                            <a:pt x="3396" y="38885"/>
                          </a:lnTo>
                          <a:lnTo>
                            <a:pt x="158" y="38885"/>
                          </a:lnTo>
                          <a:close/>
                        </a:path>
                      </a:pathLst>
                    </a:custGeom>
                    <a:solidFill>
                      <a:srgbClr val="010101"/>
                    </a:solidFill>
                    <a:ln w="2249" cap="flat">
                      <a:noFill/>
                      <a:prstDash val="solid"/>
                      <a:miter/>
                    </a:ln>
                  </p:spPr>
                  <p:txBody>
                    <a:bodyPr rtlCol="0" anchor="ctr"/>
                    <a:lstStyle/>
                    <a:p>
                      <a:endParaRPr lang="en-US"/>
                    </a:p>
                  </p:txBody>
                </p:sp>
                <p:sp>
                  <p:nvSpPr>
                    <p:cNvPr id="1201" name="Freeform 1200">
                      <a:extLst>
                        <a:ext uri="{FF2B5EF4-FFF2-40B4-BE49-F238E27FC236}">
                          <a16:creationId xmlns:a16="http://schemas.microsoft.com/office/drawing/2014/main" id="{CB574DD5-8EF5-0F39-B076-2167A83B4423}"/>
                        </a:ext>
                      </a:extLst>
                    </p:cNvPr>
                    <p:cNvSpPr/>
                    <p:nvPr/>
                  </p:nvSpPr>
                  <p:spPr>
                    <a:xfrm>
                      <a:off x="3980856" y="3039660"/>
                      <a:ext cx="22039" cy="29438"/>
                    </a:xfrm>
                    <a:custGeom>
                      <a:avLst/>
                      <a:gdLst>
                        <a:gd name="connsiteX0" fmla="*/ 3306 w 22039"/>
                        <a:gd name="connsiteY0" fmla="*/ 19993 h 29438"/>
                        <a:gd name="connsiteX1" fmla="*/ 6027 w 22039"/>
                        <a:gd name="connsiteY1" fmla="*/ 25098 h 29438"/>
                        <a:gd name="connsiteX2" fmla="*/ 11672 w 22039"/>
                        <a:gd name="connsiteY2" fmla="*/ 26583 h 29438"/>
                        <a:gd name="connsiteX3" fmla="*/ 14753 w 22039"/>
                        <a:gd name="connsiteY3" fmla="*/ 26155 h 29438"/>
                        <a:gd name="connsiteX4" fmla="*/ 16890 w 22039"/>
                        <a:gd name="connsiteY4" fmla="*/ 24986 h 29438"/>
                        <a:gd name="connsiteX5" fmla="*/ 18149 w 22039"/>
                        <a:gd name="connsiteY5" fmla="*/ 23344 h 29438"/>
                        <a:gd name="connsiteX6" fmla="*/ 18576 w 22039"/>
                        <a:gd name="connsiteY6" fmla="*/ 21410 h 29438"/>
                        <a:gd name="connsiteX7" fmla="*/ 17249 w 22039"/>
                        <a:gd name="connsiteY7" fmla="*/ 18351 h 29438"/>
                        <a:gd name="connsiteX8" fmla="*/ 13921 w 22039"/>
                        <a:gd name="connsiteY8" fmla="*/ 16777 h 29438"/>
                        <a:gd name="connsiteX9" fmla="*/ 9603 w 22039"/>
                        <a:gd name="connsiteY9" fmla="*/ 15810 h 29438"/>
                        <a:gd name="connsiteX10" fmla="*/ 5285 w 22039"/>
                        <a:gd name="connsiteY10" fmla="*/ 14596 h 29438"/>
                        <a:gd name="connsiteX11" fmla="*/ 1957 w 22039"/>
                        <a:gd name="connsiteY11" fmla="*/ 12279 h 29438"/>
                        <a:gd name="connsiteX12" fmla="*/ 630 w 22039"/>
                        <a:gd name="connsiteY12" fmla="*/ 8006 h 29438"/>
                        <a:gd name="connsiteX13" fmla="*/ 3193 w 22039"/>
                        <a:gd name="connsiteY13" fmla="*/ 2249 h 29438"/>
                        <a:gd name="connsiteX14" fmla="*/ 10458 w 22039"/>
                        <a:gd name="connsiteY14" fmla="*/ 0 h 29438"/>
                        <a:gd name="connsiteX15" fmla="*/ 17834 w 22039"/>
                        <a:gd name="connsiteY15" fmla="*/ 2024 h 29438"/>
                        <a:gd name="connsiteX16" fmla="*/ 21253 w 22039"/>
                        <a:gd name="connsiteY16" fmla="*/ 8793 h 29438"/>
                        <a:gd name="connsiteX17" fmla="*/ 17969 w 22039"/>
                        <a:gd name="connsiteY17" fmla="*/ 8793 h 29438"/>
                        <a:gd name="connsiteX18" fmla="*/ 15518 w 22039"/>
                        <a:gd name="connsiteY18" fmla="*/ 4228 h 29438"/>
                        <a:gd name="connsiteX19" fmla="*/ 10413 w 22039"/>
                        <a:gd name="connsiteY19" fmla="*/ 2901 h 29438"/>
                        <a:gd name="connsiteX20" fmla="*/ 5712 w 22039"/>
                        <a:gd name="connsiteY20" fmla="*/ 4228 h 29438"/>
                        <a:gd name="connsiteX21" fmla="*/ 4093 w 22039"/>
                        <a:gd name="connsiteY21" fmla="*/ 7714 h 29438"/>
                        <a:gd name="connsiteX22" fmla="*/ 5420 w 22039"/>
                        <a:gd name="connsiteY22" fmla="*/ 10593 h 29438"/>
                        <a:gd name="connsiteX23" fmla="*/ 8748 w 22039"/>
                        <a:gd name="connsiteY23" fmla="*/ 12212 h 29438"/>
                        <a:gd name="connsiteX24" fmla="*/ 13066 w 22039"/>
                        <a:gd name="connsiteY24" fmla="*/ 13314 h 29438"/>
                        <a:gd name="connsiteX25" fmla="*/ 17384 w 22039"/>
                        <a:gd name="connsiteY25" fmla="*/ 14686 h 29438"/>
                        <a:gd name="connsiteX26" fmla="*/ 20713 w 22039"/>
                        <a:gd name="connsiteY26" fmla="*/ 17092 h 29438"/>
                        <a:gd name="connsiteX27" fmla="*/ 22040 w 22039"/>
                        <a:gd name="connsiteY27" fmla="*/ 21298 h 29438"/>
                        <a:gd name="connsiteX28" fmla="*/ 21185 w 22039"/>
                        <a:gd name="connsiteY28" fmla="*/ 24828 h 29438"/>
                        <a:gd name="connsiteX29" fmla="*/ 18801 w 22039"/>
                        <a:gd name="connsiteY29" fmla="*/ 27392 h 29438"/>
                        <a:gd name="connsiteX30" fmla="*/ 15203 w 22039"/>
                        <a:gd name="connsiteY30" fmla="*/ 28922 h 29438"/>
                        <a:gd name="connsiteX31" fmla="*/ 10638 w 22039"/>
                        <a:gd name="connsiteY31" fmla="*/ 29439 h 29438"/>
                        <a:gd name="connsiteX32" fmla="*/ 6230 w 22039"/>
                        <a:gd name="connsiteY32" fmla="*/ 28719 h 29438"/>
                        <a:gd name="connsiteX33" fmla="*/ 2969 w 22039"/>
                        <a:gd name="connsiteY33" fmla="*/ 26695 h 29438"/>
                        <a:gd name="connsiteX34" fmla="*/ 855 w 22039"/>
                        <a:gd name="connsiteY34" fmla="*/ 23682 h 29438"/>
                        <a:gd name="connsiteX35" fmla="*/ 0 w 22039"/>
                        <a:gd name="connsiteY35" fmla="*/ 19948 h 29438"/>
                        <a:gd name="connsiteX36" fmla="*/ 3283 w 22039"/>
                        <a:gd name="connsiteY36" fmla="*/ 19948 h 29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2039" h="29438">
                          <a:moveTo>
                            <a:pt x="3306" y="19993"/>
                          </a:moveTo>
                          <a:cubicBezTo>
                            <a:pt x="3801" y="22400"/>
                            <a:pt x="4723" y="24109"/>
                            <a:pt x="6027" y="25098"/>
                          </a:cubicBezTo>
                          <a:cubicBezTo>
                            <a:pt x="7332" y="26088"/>
                            <a:pt x="9221" y="26583"/>
                            <a:pt x="11672" y="26583"/>
                          </a:cubicBezTo>
                          <a:cubicBezTo>
                            <a:pt x="12864" y="26583"/>
                            <a:pt x="13876" y="26448"/>
                            <a:pt x="14753" y="26155"/>
                          </a:cubicBezTo>
                          <a:cubicBezTo>
                            <a:pt x="15608" y="25863"/>
                            <a:pt x="16327" y="25481"/>
                            <a:pt x="16890" y="24986"/>
                          </a:cubicBezTo>
                          <a:cubicBezTo>
                            <a:pt x="17452" y="24491"/>
                            <a:pt x="17879" y="23951"/>
                            <a:pt x="18149" y="23344"/>
                          </a:cubicBezTo>
                          <a:cubicBezTo>
                            <a:pt x="18441" y="22737"/>
                            <a:pt x="18576" y="22085"/>
                            <a:pt x="18576" y="21410"/>
                          </a:cubicBezTo>
                          <a:cubicBezTo>
                            <a:pt x="18576" y="20038"/>
                            <a:pt x="18126" y="19026"/>
                            <a:pt x="17249" y="18351"/>
                          </a:cubicBezTo>
                          <a:cubicBezTo>
                            <a:pt x="16372" y="17677"/>
                            <a:pt x="15270" y="17159"/>
                            <a:pt x="13921" y="16777"/>
                          </a:cubicBezTo>
                          <a:cubicBezTo>
                            <a:pt x="12572" y="16395"/>
                            <a:pt x="11155" y="16080"/>
                            <a:pt x="9603" y="15810"/>
                          </a:cubicBezTo>
                          <a:cubicBezTo>
                            <a:pt x="8051" y="15540"/>
                            <a:pt x="6612" y="15135"/>
                            <a:pt x="5285" y="14596"/>
                          </a:cubicBezTo>
                          <a:cubicBezTo>
                            <a:pt x="3958" y="14056"/>
                            <a:pt x="2856" y="13291"/>
                            <a:pt x="1957" y="12279"/>
                          </a:cubicBezTo>
                          <a:cubicBezTo>
                            <a:pt x="1057" y="11267"/>
                            <a:pt x="630" y="9850"/>
                            <a:pt x="630" y="8006"/>
                          </a:cubicBezTo>
                          <a:cubicBezTo>
                            <a:pt x="630" y="5667"/>
                            <a:pt x="1484" y="3756"/>
                            <a:pt x="3193" y="2249"/>
                          </a:cubicBezTo>
                          <a:cubicBezTo>
                            <a:pt x="4903" y="765"/>
                            <a:pt x="7332" y="0"/>
                            <a:pt x="10458" y="0"/>
                          </a:cubicBezTo>
                          <a:cubicBezTo>
                            <a:pt x="13584" y="0"/>
                            <a:pt x="15945" y="675"/>
                            <a:pt x="17834" y="2024"/>
                          </a:cubicBezTo>
                          <a:cubicBezTo>
                            <a:pt x="19723" y="3373"/>
                            <a:pt x="20870" y="5622"/>
                            <a:pt x="21253" y="8793"/>
                          </a:cubicBezTo>
                          <a:lnTo>
                            <a:pt x="17969" y="8793"/>
                          </a:lnTo>
                          <a:cubicBezTo>
                            <a:pt x="17677" y="6634"/>
                            <a:pt x="16867" y="5105"/>
                            <a:pt x="15518" y="4228"/>
                          </a:cubicBezTo>
                          <a:cubicBezTo>
                            <a:pt x="14168" y="3351"/>
                            <a:pt x="12459" y="2901"/>
                            <a:pt x="10413" y="2901"/>
                          </a:cubicBezTo>
                          <a:cubicBezTo>
                            <a:pt x="8366" y="2901"/>
                            <a:pt x="6792" y="3351"/>
                            <a:pt x="5712" y="4228"/>
                          </a:cubicBezTo>
                          <a:cubicBezTo>
                            <a:pt x="4633" y="5105"/>
                            <a:pt x="4093" y="6275"/>
                            <a:pt x="4093" y="7714"/>
                          </a:cubicBezTo>
                          <a:cubicBezTo>
                            <a:pt x="4093" y="8973"/>
                            <a:pt x="4543" y="9940"/>
                            <a:pt x="5420" y="10593"/>
                          </a:cubicBezTo>
                          <a:cubicBezTo>
                            <a:pt x="6297" y="11267"/>
                            <a:pt x="7399" y="11807"/>
                            <a:pt x="8748" y="12212"/>
                          </a:cubicBezTo>
                          <a:cubicBezTo>
                            <a:pt x="10075" y="12617"/>
                            <a:pt x="11515" y="12999"/>
                            <a:pt x="13066" y="13314"/>
                          </a:cubicBezTo>
                          <a:cubicBezTo>
                            <a:pt x="14618" y="13629"/>
                            <a:pt x="16058" y="14101"/>
                            <a:pt x="17384" y="14686"/>
                          </a:cubicBezTo>
                          <a:cubicBezTo>
                            <a:pt x="18711" y="15270"/>
                            <a:pt x="19813" y="16080"/>
                            <a:pt x="20713" y="17092"/>
                          </a:cubicBezTo>
                          <a:cubicBezTo>
                            <a:pt x="21590" y="18104"/>
                            <a:pt x="22040" y="19498"/>
                            <a:pt x="22040" y="21298"/>
                          </a:cubicBezTo>
                          <a:cubicBezTo>
                            <a:pt x="22040" y="22625"/>
                            <a:pt x="21747" y="23816"/>
                            <a:pt x="21185" y="24828"/>
                          </a:cubicBezTo>
                          <a:cubicBezTo>
                            <a:pt x="20600" y="25863"/>
                            <a:pt x="19813" y="26718"/>
                            <a:pt x="18801" y="27392"/>
                          </a:cubicBezTo>
                          <a:cubicBezTo>
                            <a:pt x="17789" y="28067"/>
                            <a:pt x="16597" y="28584"/>
                            <a:pt x="15203" y="28922"/>
                          </a:cubicBezTo>
                          <a:cubicBezTo>
                            <a:pt x="13809" y="29259"/>
                            <a:pt x="12302" y="29439"/>
                            <a:pt x="10638" y="29439"/>
                          </a:cubicBezTo>
                          <a:cubicBezTo>
                            <a:pt x="8973" y="29439"/>
                            <a:pt x="7511" y="29191"/>
                            <a:pt x="6230" y="28719"/>
                          </a:cubicBezTo>
                          <a:cubicBezTo>
                            <a:pt x="4948" y="28224"/>
                            <a:pt x="3868" y="27550"/>
                            <a:pt x="2969" y="26695"/>
                          </a:cubicBezTo>
                          <a:cubicBezTo>
                            <a:pt x="2069" y="25841"/>
                            <a:pt x="1372" y="24828"/>
                            <a:pt x="855" y="23682"/>
                          </a:cubicBezTo>
                          <a:cubicBezTo>
                            <a:pt x="360" y="22535"/>
                            <a:pt x="68" y="21298"/>
                            <a:pt x="0" y="19948"/>
                          </a:cubicBezTo>
                          <a:lnTo>
                            <a:pt x="3283" y="19948"/>
                          </a:lnTo>
                          <a:close/>
                        </a:path>
                      </a:pathLst>
                    </a:custGeom>
                    <a:solidFill>
                      <a:srgbClr val="010101"/>
                    </a:solidFill>
                    <a:ln w="2249" cap="flat">
                      <a:noFill/>
                      <a:prstDash val="solid"/>
                      <a:miter/>
                    </a:ln>
                  </p:spPr>
                  <p:txBody>
                    <a:bodyPr rtlCol="0" anchor="ctr"/>
                    <a:lstStyle/>
                    <a:p>
                      <a:endParaRPr lang="en-US"/>
                    </a:p>
                  </p:txBody>
                </p:sp>
                <p:sp>
                  <p:nvSpPr>
                    <p:cNvPr id="1202" name="Freeform 1201">
                      <a:extLst>
                        <a:ext uri="{FF2B5EF4-FFF2-40B4-BE49-F238E27FC236}">
                          <a16:creationId xmlns:a16="http://schemas.microsoft.com/office/drawing/2014/main" id="{49A817A6-B15F-3652-C2AA-9B149048F40B}"/>
                        </a:ext>
                      </a:extLst>
                    </p:cNvPr>
                    <p:cNvSpPr/>
                    <p:nvPr/>
                  </p:nvSpPr>
                  <p:spPr>
                    <a:xfrm>
                      <a:off x="4007438" y="3039660"/>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5 w 25908"/>
                        <a:gd name="connsiteY3" fmla="*/ 21185 h 29483"/>
                        <a:gd name="connsiteX4" fmla="*/ 0 w 25908"/>
                        <a:gd name="connsiteY4" fmla="*/ 14753 h 29483"/>
                        <a:gd name="connsiteX5" fmla="*/ 810 w 25908"/>
                        <a:gd name="connsiteY5" fmla="*/ 8996 h 29483"/>
                        <a:gd name="connsiteX6" fmla="*/ 3239 w 25908"/>
                        <a:gd name="connsiteY6" fmla="*/ 4318 h 29483"/>
                        <a:gd name="connsiteX7" fmla="*/ 7287 w 25908"/>
                        <a:gd name="connsiteY7" fmla="*/ 1169 h 29483"/>
                        <a:gd name="connsiteX8" fmla="*/ 12954 w 25908"/>
                        <a:gd name="connsiteY8" fmla="*/ 0 h 29483"/>
                        <a:gd name="connsiteX9" fmla="*/ 18666 w 25908"/>
                        <a:gd name="connsiteY9" fmla="*/ 1169 h 29483"/>
                        <a:gd name="connsiteX10" fmla="*/ 22714 w 25908"/>
                        <a:gd name="connsiteY10" fmla="*/ 4295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45 w 25908"/>
                        <a:gd name="connsiteY17" fmla="*/ 14753 h 29483"/>
                        <a:gd name="connsiteX18" fmla="*/ 21905 w 25908"/>
                        <a:gd name="connsiteY18" fmla="*/ 10120 h 29483"/>
                        <a:gd name="connsiteX19" fmla="*/ 20241 w 25908"/>
                        <a:gd name="connsiteY19" fmla="*/ 6365 h 29483"/>
                        <a:gd name="connsiteX20" fmla="*/ 17317 w 25908"/>
                        <a:gd name="connsiteY20" fmla="*/ 3846 h 29483"/>
                        <a:gd name="connsiteX21" fmla="*/ 12954 w 25908"/>
                        <a:gd name="connsiteY21" fmla="*/ 2924 h 29483"/>
                        <a:gd name="connsiteX22" fmla="*/ 8614 w 25908"/>
                        <a:gd name="connsiteY22" fmla="*/ 3913 h 29483"/>
                        <a:gd name="connsiteX23" fmla="*/ 5667 w 25908"/>
                        <a:gd name="connsiteY23" fmla="*/ 6567 h 29483"/>
                        <a:gd name="connsiteX24" fmla="*/ 4003 w 25908"/>
                        <a:gd name="connsiteY24" fmla="*/ 10345 h 29483"/>
                        <a:gd name="connsiteX25" fmla="*/ 3463 w 25908"/>
                        <a:gd name="connsiteY25" fmla="*/ 14753 h 29483"/>
                        <a:gd name="connsiteX26" fmla="*/ 4093 w 25908"/>
                        <a:gd name="connsiteY26" fmla="*/ 19521 h 29483"/>
                        <a:gd name="connsiteX27" fmla="*/ 5892 w 25908"/>
                        <a:gd name="connsiteY27" fmla="*/ 23277 h 29483"/>
                        <a:gd name="connsiteX28" fmla="*/ 8861 w 25908"/>
                        <a:gd name="connsiteY28" fmla="*/ 25706 h 29483"/>
                        <a:gd name="connsiteX29" fmla="*/ 12954 w 25908"/>
                        <a:gd name="connsiteY29" fmla="*/ 26560 h 29483"/>
                        <a:gd name="connsiteX30" fmla="*/ 17295 w 25908"/>
                        <a:gd name="connsiteY30" fmla="*/ 25571 h 29483"/>
                        <a:gd name="connsiteX31" fmla="*/ 20241 w 25908"/>
                        <a:gd name="connsiteY31" fmla="*/ 22894 h 29483"/>
                        <a:gd name="connsiteX32" fmla="*/ 21905 w 25908"/>
                        <a:gd name="connsiteY32" fmla="*/ 19116 h 29483"/>
                        <a:gd name="connsiteX33" fmla="*/ 22445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5" y="21185"/>
                          </a:cubicBezTo>
                          <a:cubicBezTo>
                            <a:pt x="360" y="19341"/>
                            <a:pt x="0" y="17205"/>
                            <a:pt x="0" y="14753"/>
                          </a:cubicBezTo>
                          <a:cubicBezTo>
                            <a:pt x="0" y="12707"/>
                            <a:pt x="270" y="10795"/>
                            <a:pt x="810" y="8996"/>
                          </a:cubicBezTo>
                          <a:cubicBezTo>
                            <a:pt x="1349" y="7219"/>
                            <a:pt x="2159" y="5667"/>
                            <a:pt x="3239" y="4318"/>
                          </a:cubicBezTo>
                          <a:cubicBezTo>
                            <a:pt x="4318" y="2991"/>
                            <a:pt x="5667" y="1934"/>
                            <a:pt x="7287" y="1169"/>
                          </a:cubicBezTo>
                          <a:cubicBezTo>
                            <a:pt x="8906" y="405"/>
                            <a:pt x="10795" y="0"/>
                            <a:pt x="12954" y="0"/>
                          </a:cubicBezTo>
                          <a:cubicBezTo>
                            <a:pt x="15113" y="0"/>
                            <a:pt x="17047" y="382"/>
                            <a:pt x="18666" y="1169"/>
                          </a:cubicBezTo>
                          <a:cubicBezTo>
                            <a:pt x="20286" y="1934"/>
                            <a:pt x="21635" y="2991"/>
                            <a:pt x="22714" y="4295"/>
                          </a:cubicBezTo>
                          <a:cubicBezTo>
                            <a:pt x="23794" y="5600"/>
                            <a:pt x="24604" y="7174"/>
                            <a:pt x="25121" y="8973"/>
                          </a:cubicBezTo>
                          <a:cubicBezTo>
                            <a:pt x="25638" y="10772"/>
                            <a:pt x="25908" y="12707"/>
                            <a:pt x="25908" y="14753"/>
                          </a:cubicBezTo>
                          <a:cubicBezTo>
                            <a:pt x="25908" y="16980"/>
                            <a:pt x="25593" y="19004"/>
                            <a:pt x="24986" y="20803"/>
                          </a:cubicBezTo>
                          <a:cubicBezTo>
                            <a:pt x="24379" y="22602"/>
                            <a:pt x="23502" y="24154"/>
                            <a:pt x="22377" y="25436"/>
                          </a:cubicBezTo>
                          <a:cubicBezTo>
                            <a:pt x="21253" y="26740"/>
                            <a:pt x="19881" y="27730"/>
                            <a:pt x="18284" y="28427"/>
                          </a:cubicBezTo>
                          <a:cubicBezTo>
                            <a:pt x="16687" y="29124"/>
                            <a:pt x="14911" y="29484"/>
                            <a:pt x="12977" y="29484"/>
                          </a:cubicBezTo>
                          <a:close/>
                          <a:moveTo>
                            <a:pt x="22445" y="14753"/>
                          </a:moveTo>
                          <a:cubicBezTo>
                            <a:pt x="22445" y="13089"/>
                            <a:pt x="22265" y="11560"/>
                            <a:pt x="21905" y="10120"/>
                          </a:cubicBezTo>
                          <a:cubicBezTo>
                            <a:pt x="21545" y="8681"/>
                            <a:pt x="20983" y="7422"/>
                            <a:pt x="20241" y="6365"/>
                          </a:cubicBezTo>
                          <a:cubicBezTo>
                            <a:pt x="19476" y="5308"/>
                            <a:pt x="18509" y="4475"/>
                            <a:pt x="17317" y="3846"/>
                          </a:cubicBezTo>
                          <a:cubicBezTo>
                            <a:pt x="16125" y="3238"/>
                            <a:pt x="14663" y="2924"/>
                            <a:pt x="12954" y="2924"/>
                          </a:cubicBezTo>
                          <a:cubicBezTo>
                            <a:pt x="11245" y="2924"/>
                            <a:pt x="9805" y="3261"/>
                            <a:pt x="8614" y="3913"/>
                          </a:cubicBezTo>
                          <a:cubicBezTo>
                            <a:pt x="7399" y="4588"/>
                            <a:pt x="6432" y="5465"/>
                            <a:pt x="5667" y="6567"/>
                          </a:cubicBezTo>
                          <a:cubicBezTo>
                            <a:pt x="4903" y="7669"/>
                            <a:pt x="4363" y="8928"/>
                            <a:pt x="4003" y="10345"/>
                          </a:cubicBezTo>
                          <a:cubicBezTo>
                            <a:pt x="3643" y="11762"/>
                            <a:pt x="3463" y="13224"/>
                            <a:pt x="3463" y="14753"/>
                          </a:cubicBezTo>
                          <a:cubicBezTo>
                            <a:pt x="3463" y="16485"/>
                            <a:pt x="3666" y="18082"/>
                            <a:pt x="4093" y="19521"/>
                          </a:cubicBezTo>
                          <a:cubicBezTo>
                            <a:pt x="4498" y="20983"/>
                            <a:pt x="5105" y="22220"/>
                            <a:pt x="5892" y="23277"/>
                          </a:cubicBezTo>
                          <a:cubicBezTo>
                            <a:pt x="6679" y="24334"/>
                            <a:pt x="7669" y="25121"/>
                            <a:pt x="8861" y="25706"/>
                          </a:cubicBezTo>
                          <a:cubicBezTo>
                            <a:pt x="10053" y="26290"/>
                            <a:pt x="11425" y="26560"/>
                            <a:pt x="12954" y="26560"/>
                          </a:cubicBezTo>
                          <a:cubicBezTo>
                            <a:pt x="14641" y="26560"/>
                            <a:pt x="16103" y="26223"/>
                            <a:pt x="17295" y="25571"/>
                          </a:cubicBezTo>
                          <a:cubicBezTo>
                            <a:pt x="18509" y="24896"/>
                            <a:pt x="19476" y="24019"/>
                            <a:pt x="20241" y="22894"/>
                          </a:cubicBezTo>
                          <a:cubicBezTo>
                            <a:pt x="21005" y="21770"/>
                            <a:pt x="21545" y="20510"/>
                            <a:pt x="21905" y="19116"/>
                          </a:cubicBezTo>
                          <a:cubicBezTo>
                            <a:pt x="22265" y="17722"/>
                            <a:pt x="22445" y="16260"/>
                            <a:pt x="22445" y="14753"/>
                          </a:cubicBezTo>
                          <a:close/>
                        </a:path>
                      </a:pathLst>
                    </a:custGeom>
                    <a:solidFill>
                      <a:srgbClr val="010101"/>
                    </a:solidFill>
                    <a:ln w="2249" cap="flat">
                      <a:noFill/>
                      <a:prstDash val="solid"/>
                      <a:miter/>
                    </a:ln>
                  </p:spPr>
                  <p:txBody>
                    <a:bodyPr rtlCol="0" anchor="ctr"/>
                    <a:lstStyle/>
                    <a:p>
                      <a:endParaRPr lang="en-US"/>
                    </a:p>
                  </p:txBody>
                </p:sp>
                <p:sp>
                  <p:nvSpPr>
                    <p:cNvPr id="1203" name="Freeform 1202">
                      <a:extLst>
                        <a:ext uri="{FF2B5EF4-FFF2-40B4-BE49-F238E27FC236}">
                          <a16:creationId xmlns:a16="http://schemas.microsoft.com/office/drawing/2014/main" id="{DE90D1BB-7D61-67D2-AC70-11BADA2E8A47}"/>
                        </a:ext>
                      </a:extLst>
                    </p:cNvPr>
                    <p:cNvSpPr/>
                    <p:nvPr/>
                  </p:nvSpPr>
                  <p:spPr>
                    <a:xfrm>
                      <a:off x="4039756" y="3029540"/>
                      <a:ext cx="3238" cy="38861"/>
                    </a:xfrm>
                    <a:custGeom>
                      <a:avLst/>
                      <a:gdLst>
                        <a:gd name="connsiteX0" fmla="*/ 0 w 3238"/>
                        <a:gd name="connsiteY0" fmla="*/ 38862 h 38861"/>
                        <a:gd name="connsiteX1" fmla="*/ 0 w 3238"/>
                        <a:gd name="connsiteY1" fmla="*/ 0 h 38861"/>
                        <a:gd name="connsiteX2" fmla="*/ 3239 w 3238"/>
                        <a:gd name="connsiteY2" fmla="*/ 0 h 38861"/>
                        <a:gd name="connsiteX3" fmla="*/ 3239 w 3238"/>
                        <a:gd name="connsiteY3" fmla="*/ 38862 h 38861"/>
                        <a:gd name="connsiteX4" fmla="*/ 0 w 3238"/>
                        <a:gd name="connsiteY4" fmla="*/ 38862 h 388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8" h="38861">
                          <a:moveTo>
                            <a:pt x="0" y="38862"/>
                          </a:moveTo>
                          <a:lnTo>
                            <a:pt x="0" y="0"/>
                          </a:lnTo>
                          <a:lnTo>
                            <a:pt x="3239" y="0"/>
                          </a:lnTo>
                          <a:lnTo>
                            <a:pt x="3239" y="38862"/>
                          </a:lnTo>
                          <a:lnTo>
                            <a:pt x="0" y="38862"/>
                          </a:lnTo>
                          <a:close/>
                        </a:path>
                      </a:pathLst>
                    </a:custGeom>
                    <a:solidFill>
                      <a:srgbClr val="010101"/>
                    </a:solidFill>
                    <a:ln w="2249" cap="flat">
                      <a:noFill/>
                      <a:prstDash val="solid"/>
                      <a:miter/>
                    </a:ln>
                  </p:spPr>
                  <p:txBody>
                    <a:bodyPr rtlCol="0" anchor="ctr"/>
                    <a:lstStyle/>
                    <a:p>
                      <a:endParaRPr lang="en-US"/>
                    </a:p>
                  </p:txBody>
                </p:sp>
                <p:sp>
                  <p:nvSpPr>
                    <p:cNvPr id="1204" name="Freeform 1203">
                      <a:extLst>
                        <a:ext uri="{FF2B5EF4-FFF2-40B4-BE49-F238E27FC236}">
                          <a16:creationId xmlns:a16="http://schemas.microsoft.com/office/drawing/2014/main" id="{205C13DA-B021-1B62-DD02-9201FF89CE8E}"/>
                        </a:ext>
                      </a:extLst>
                    </p:cNvPr>
                    <p:cNvSpPr/>
                    <p:nvPr/>
                  </p:nvSpPr>
                  <p:spPr>
                    <a:xfrm>
                      <a:off x="4049786" y="3039728"/>
                      <a:ext cx="26357" cy="29483"/>
                    </a:xfrm>
                    <a:custGeom>
                      <a:avLst/>
                      <a:gdLst>
                        <a:gd name="connsiteX0" fmla="*/ 14326 w 26357"/>
                        <a:gd name="connsiteY0" fmla="*/ 12369 h 29483"/>
                        <a:gd name="connsiteX1" fmla="*/ 16507 w 26357"/>
                        <a:gd name="connsiteY1" fmla="*/ 12054 h 29483"/>
                        <a:gd name="connsiteX2" fmla="*/ 18576 w 26357"/>
                        <a:gd name="connsiteY2" fmla="*/ 11470 h 29483"/>
                        <a:gd name="connsiteX3" fmla="*/ 19566 w 26357"/>
                        <a:gd name="connsiteY3" fmla="*/ 10210 h 29483"/>
                        <a:gd name="connsiteX4" fmla="*/ 19746 w 26357"/>
                        <a:gd name="connsiteY4" fmla="*/ 8569 h 29483"/>
                        <a:gd name="connsiteX5" fmla="*/ 18149 w 26357"/>
                        <a:gd name="connsiteY5" fmla="*/ 4498 h 29483"/>
                        <a:gd name="connsiteX6" fmla="*/ 12774 w 26357"/>
                        <a:gd name="connsiteY6" fmla="*/ 2901 h 29483"/>
                        <a:gd name="connsiteX7" fmla="*/ 9693 w 26357"/>
                        <a:gd name="connsiteY7" fmla="*/ 3193 h 29483"/>
                        <a:gd name="connsiteX8" fmla="*/ 7242 w 26357"/>
                        <a:gd name="connsiteY8" fmla="*/ 4228 h 29483"/>
                        <a:gd name="connsiteX9" fmla="*/ 5510 w 26357"/>
                        <a:gd name="connsiteY9" fmla="*/ 6162 h 29483"/>
                        <a:gd name="connsiteX10" fmla="*/ 4610 w 26357"/>
                        <a:gd name="connsiteY10" fmla="*/ 9221 h 29483"/>
                        <a:gd name="connsiteX11" fmla="*/ 1327 w 26357"/>
                        <a:gd name="connsiteY11" fmla="*/ 9221 h 29483"/>
                        <a:gd name="connsiteX12" fmla="*/ 2451 w 26357"/>
                        <a:gd name="connsiteY12" fmla="*/ 4993 h 29483"/>
                        <a:gd name="connsiteX13" fmla="*/ 4970 w 26357"/>
                        <a:gd name="connsiteY13" fmla="*/ 2136 h 29483"/>
                        <a:gd name="connsiteX14" fmla="*/ 8523 w 26357"/>
                        <a:gd name="connsiteY14" fmla="*/ 517 h 29483"/>
                        <a:gd name="connsiteX15" fmla="*/ 12819 w 26357"/>
                        <a:gd name="connsiteY15" fmla="*/ 0 h 29483"/>
                        <a:gd name="connsiteX16" fmla="*/ 16777 w 26357"/>
                        <a:gd name="connsiteY16" fmla="*/ 450 h 29483"/>
                        <a:gd name="connsiteX17" fmla="*/ 20016 w 26357"/>
                        <a:gd name="connsiteY17" fmla="*/ 1912 h 29483"/>
                        <a:gd name="connsiteX18" fmla="*/ 22175 w 26357"/>
                        <a:gd name="connsiteY18" fmla="*/ 4588 h 29483"/>
                        <a:gd name="connsiteX19" fmla="*/ 22962 w 26357"/>
                        <a:gd name="connsiteY19" fmla="*/ 8681 h 29483"/>
                        <a:gd name="connsiteX20" fmla="*/ 22962 w 26357"/>
                        <a:gd name="connsiteY20" fmla="*/ 23906 h 29483"/>
                        <a:gd name="connsiteX21" fmla="*/ 23636 w 26357"/>
                        <a:gd name="connsiteY21" fmla="*/ 26313 h 29483"/>
                        <a:gd name="connsiteX22" fmla="*/ 26358 w 26357"/>
                        <a:gd name="connsiteY22" fmla="*/ 26065 h 29483"/>
                        <a:gd name="connsiteX23" fmla="*/ 26358 w 26357"/>
                        <a:gd name="connsiteY23" fmla="*/ 28607 h 29483"/>
                        <a:gd name="connsiteX24" fmla="*/ 25256 w 26357"/>
                        <a:gd name="connsiteY24" fmla="*/ 28922 h 29483"/>
                        <a:gd name="connsiteX25" fmla="*/ 23816 w 26357"/>
                        <a:gd name="connsiteY25" fmla="*/ 29146 h 29483"/>
                        <a:gd name="connsiteX26" fmla="*/ 22355 w 26357"/>
                        <a:gd name="connsiteY26" fmla="*/ 28989 h 29483"/>
                        <a:gd name="connsiteX27" fmla="*/ 21050 w 26357"/>
                        <a:gd name="connsiteY27" fmla="*/ 28472 h 29483"/>
                        <a:gd name="connsiteX28" fmla="*/ 20263 w 26357"/>
                        <a:gd name="connsiteY28" fmla="*/ 27505 h 29483"/>
                        <a:gd name="connsiteX29" fmla="*/ 19858 w 26357"/>
                        <a:gd name="connsiteY29" fmla="*/ 26268 h 29483"/>
                        <a:gd name="connsiteX30" fmla="*/ 19746 w 26357"/>
                        <a:gd name="connsiteY30" fmla="*/ 24828 h 29483"/>
                        <a:gd name="connsiteX31" fmla="*/ 15045 w 26357"/>
                        <a:gd name="connsiteY31" fmla="*/ 28292 h 29483"/>
                        <a:gd name="connsiteX32" fmla="*/ 9333 w 26357"/>
                        <a:gd name="connsiteY32" fmla="*/ 29484 h 29483"/>
                        <a:gd name="connsiteX33" fmla="*/ 5802 w 26357"/>
                        <a:gd name="connsiteY33" fmla="*/ 28989 h 29483"/>
                        <a:gd name="connsiteX34" fmla="*/ 2811 w 26357"/>
                        <a:gd name="connsiteY34" fmla="*/ 27482 h 29483"/>
                        <a:gd name="connsiteX35" fmla="*/ 765 w 26357"/>
                        <a:gd name="connsiteY35" fmla="*/ 24963 h 29483"/>
                        <a:gd name="connsiteX36" fmla="*/ 0 w 26357"/>
                        <a:gd name="connsiteY36" fmla="*/ 21433 h 29483"/>
                        <a:gd name="connsiteX37" fmla="*/ 9760 w 26357"/>
                        <a:gd name="connsiteY37" fmla="*/ 13021 h 29483"/>
                        <a:gd name="connsiteX38" fmla="*/ 14236 w 26357"/>
                        <a:gd name="connsiteY38" fmla="*/ 12437 h 29483"/>
                        <a:gd name="connsiteX39" fmla="*/ 19768 w 26357"/>
                        <a:gd name="connsiteY39" fmla="*/ 13989 h 29483"/>
                        <a:gd name="connsiteX40" fmla="*/ 15608 w 26357"/>
                        <a:gd name="connsiteY40" fmla="*/ 15113 h 29483"/>
                        <a:gd name="connsiteX41" fmla="*/ 11402 w 26357"/>
                        <a:gd name="connsiteY41" fmla="*/ 15540 h 29483"/>
                        <a:gd name="connsiteX42" fmla="*/ 5600 w 26357"/>
                        <a:gd name="connsiteY42" fmla="*/ 17205 h 29483"/>
                        <a:gd name="connsiteX43" fmla="*/ 3531 w 26357"/>
                        <a:gd name="connsiteY43" fmla="*/ 21478 h 29483"/>
                        <a:gd name="connsiteX44" fmla="*/ 4048 w 26357"/>
                        <a:gd name="connsiteY44" fmla="*/ 23726 h 29483"/>
                        <a:gd name="connsiteX45" fmla="*/ 5397 w 26357"/>
                        <a:gd name="connsiteY45" fmla="*/ 25301 h 29483"/>
                        <a:gd name="connsiteX46" fmla="*/ 7331 w 26357"/>
                        <a:gd name="connsiteY46" fmla="*/ 26223 h 29483"/>
                        <a:gd name="connsiteX47" fmla="*/ 9580 w 26357"/>
                        <a:gd name="connsiteY47" fmla="*/ 26515 h 29483"/>
                        <a:gd name="connsiteX48" fmla="*/ 13359 w 26357"/>
                        <a:gd name="connsiteY48" fmla="*/ 26020 h 29483"/>
                        <a:gd name="connsiteX49" fmla="*/ 16620 w 26357"/>
                        <a:gd name="connsiteY49" fmla="*/ 24536 h 29483"/>
                        <a:gd name="connsiteX50" fmla="*/ 18914 w 26357"/>
                        <a:gd name="connsiteY50" fmla="*/ 21995 h 29483"/>
                        <a:gd name="connsiteX51" fmla="*/ 19768 w 26357"/>
                        <a:gd name="connsiteY51" fmla="*/ 18351 h 29483"/>
                        <a:gd name="connsiteX52" fmla="*/ 19768 w 26357"/>
                        <a:gd name="connsiteY52" fmla="*/ 13989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6357" h="29483">
                          <a:moveTo>
                            <a:pt x="14326" y="12369"/>
                          </a:moveTo>
                          <a:cubicBezTo>
                            <a:pt x="14933" y="12302"/>
                            <a:pt x="15675" y="12189"/>
                            <a:pt x="16507" y="12054"/>
                          </a:cubicBezTo>
                          <a:cubicBezTo>
                            <a:pt x="17362" y="11919"/>
                            <a:pt x="18036" y="11717"/>
                            <a:pt x="18576" y="11470"/>
                          </a:cubicBezTo>
                          <a:cubicBezTo>
                            <a:pt x="19116" y="11222"/>
                            <a:pt x="19453" y="10795"/>
                            <a:pt x="19566" y="10210"/>
                          </a:cubicBezTo>
                          <a:cubicBezTo>
                            <a:pt x="19701" y="9626"/>
                            <a:pt x="19746" y="9063"/>
                            <a:pt x="19746" y="8569"/>
                          </a:cubicBezTo>
                          <a:cubicBezTo>
                            <a:pt x="19746" y="6904"/>
                            <a:pt x="19206" y="5555"/>
                            <a:pt x="18149" y="4498"/>
                          </a:cubicBezTo>
                          <a:cubicBezTo>
                            <a:pt x="17092" y="3441"/>
                            <a:pt x="15293" y="2901"/>
                            <a:pt x="12774" y="2901"/>
                          </a:cubicBezTo>
                          <a:cubicBezTo>
                            <a:pt x="11649" y="2901"/>
                            <a:pt x="10638" y="2991"/>
                            <a:pt x="9693" y="3193"/>
                          </a:cubicBezTo>
                          <a:cubicBezTo>
                            <a:pt x="8748" y="3396"/>
                            <a:pt x="7939" y="3733"/>
                            <a:pt x="7242" y="4228"/>
                          </a:cubicBezTo>
                          <a:cubicBezTo>
                            <a:pt x="6544" y="4723"/>
                            <a:pt x="5960" y="5352"/>
                            <a:pt x="5510" y="6162"/>
                          </a:cubicBezTo>
                          <a:cubicBezTo>
                            <a:pt x="5060" y="6972"/>
                            <a:pt x="4768" y="7984"/>
                            <a:pt x="4610" y="9221"/>
                          </a:cubicBezTo>
                          <a:lnTo>
                            <a:pt x="1327" y="9221"/>
                          </a:lnTo>
                          <a:cubicBezTo>
                            <a:pt x="1439" y="7556"/>
                            <a:pt x="1822" y="6162"/>
                            <a:pt x="2451" y="4993"/>
                          </a:cubicBezTo>
                          <a:cubicBezTo>
                            <a:pt x="3081" y="3823"/>
                            <a:pt x="3936" y="2879"/>
                            <a:pt x="4970" y="2136"/>
                          </a:cubicBezTo>
                          <a:cubicBezTo>
                            <a:pt x="6005" y="1394"/>
                            <a:pt x="7174" y="855"/>
                            <a:pt x="8523" y="517"/>
                          </a:cubicBezTo>
                          <a:cubicBezTo>
                            <a:pt x="9873" y="180"/>
                            <a:pt x="11312" y="0"/>
                            <a:pt x="12819" y="0"/>
                          </a:cubicBezTo>
                          <a:cubicBezTo>
                            <a:pt x="14213" y="0"/>
                            <a:pt x="15540" y="157"/>
                            <a:pt x="16777" y="450"/>
                          </a:cubicBezTo>
                          <a:cubicBezTo>
                            <a:pt x="18014" y="765"/>
                            <a:pt x="19094" y="1237"/>
                            <a:pt x="20016" y="1912"/>
                          </a:cubicBezTo>
                          <a:cubicBezTo>
                            <a:pt x="20938" y="2586"/>
                            <a:pt x="21657" y="3463"/>
                            <a:pt x="22175" y="4588"/>
                          </a:cubicBezTo>
                          <a:cubicBezTo>
                            <a:pt x="22692" y="5712"/>
                            <a:pt x="22962" y="7062"/>
                            <a:pt x="22962" y="8681"/>
                          </a:cubicBezTo>
                          <a:lnTo>
                            <a:pt x="22962" y="23906"/>
                          </a:lnTo>
                          <a:cubicBezTo>
                            <a:pt x="22962" y="25166"/>
                            <a:pt x="23187" y="25975"/>
                            <a:pt x="23636" y="26313"/>
                          </a:cubicBezTo>
                          <a:cubicBezTo>
                            <a:pt x="24086" y="26650"/>
                            <a:pt x="24986" y="26583"/>
                            <a:pt x="26358" y="26065"/>
                          </a:cubicBezTo>
                          <a:lnTo>
                            <a:pt x="26358" y="28607"/>
                          </a:lnTo>
                          <a:cubicBezTo>
                            <a:pt x="26110" y="28674"/>
                            <a:pt x="25728" y="28787"/>
                            <a:pt x="25256" y="28922"/>
                          </a:cubicBezTo>
                          <a:cubicBezTo>
                            <a:pt x="24761" y="29056"/>
                            <a:pt x="24289" y="29146"/>
                            <a:pt x="23816" y="29146"/>
                          </a:cubicBezTo>
                          <a:cubicBezTo>
                            <a:pt x="23322" y="29146"/>
                            <a:pt x="22827" y="29101"/>
                            <a:pt x="22355" y="28989"/>
                          </a:cubicBezTo>
                          <a:cubicBezTo>
                            <a:pt x="21815" y="28922"/>
                            <a:pt x="21387" y="28742"/>
                            <a:pt x="21050" y="28472"/>
                          </a:cubicBezTo>
                          <a:cubicBezTo>
                            <a:pt x="20713" y="28202"/>
                            <a:pt x="20465" y="27887"/>
                            <a:pt x="20263" y="27505"/>
                          </a:cubicBezTo>
                          <a:cubicBezTo>
                            <a:pt x="20061" y="27122"/>
                            <a:pt x="19926" y="26718"/>
                            <a:pt x="19858" y="26268"/>
                          </a:cubicBezTo>
                          <a:cubicBezTo>
                            <a:pt x="19791" y="25818"/>
                            <a:pt x="19746" y="25346"/>
                            <a:pt x="19746" y="24828"/>
                          </a:cubicBezTo>
                          <a:cubicBezTo>
                            <a:pt x="18374" y="26335"/>
                            <a:pt x="16822" y="27482"/>
                            <a:pt x="15045" y="28292"/>
                          </a:cubicBezTo>
                          <a:cubicBezTo>
                            <a:pt x="13291" y="29079"/>
                            <a:pt x="11380" y="29484"/>
                            <a:pt x="9333" y="29484"/>
                          </a:cubicBezTo>
                          <a:cubicBezTo>
                            <a:pt x="8119" y="29484"/>
                            <a:pt x="6927" y="29326"/>
                            <a:pt x="5802" y="28989"/>
                          </a:cubicBezTo>
                          <a:cubicBezTo>
                            <a:pt x="4678" y="28652"/>
                            <a:pt x="3666" y="28157"/>
                            <a:pt x="2811" y="27482"/>
                          </a:cubicBezTo>
                          <a:cubicBezTo>
                            <a:pt x="1957" y="26808"/>
                            <a:pt x="1259" y="25953"/>
                            <a:pt x="765" y="24963"/>
                          </a:cubicBezTo>
                          <a:cubicBezTo>
                            <a:pt x="270" y="23974"/>
                            <a:pt x="0" y="22804"/>
                            <a:pt x="0" y="21433"/>
                          </a:cubicBezTo>
                          <a:cubicBezTo>
                            <a:pt x="0" y="16687"/>
                            <a:pt x="3261" y="13876"/>
                            <a:pt x="9760" y="13021"/>
                          </a:cubicBezTo>
                          <a:lnTo>
                            <a:pt x="14236" y="12437"/>
                          </a:lnTo>
                          <a:close/>
                          <a:moveTo>
                            <a:pt x="19768" y="13989"/>
                          </a:moveTo>
                          <a:cubicBezTo>
                            <a:pt x="18396" y="14573"/>
                            <a:pt x="17024" y="14933"/>
                            <a:pt x="15608" y="15113"/>
                          </a:cubicBezTo>
                          <a:cubicBezTo>
                            <a:pt x="14191" y="15293"/>
                            <a:pt x="12796" y="15428"/>
                            <a:pt x="11402" y="15540"/>
                          </a:cubicBezTo>
                          <a:cubicBezTo>
                            <a:pt x="8928" y="15720"/>
                            <a:pt x="6994" y="16282"/>
                            <a:pt x="5600" y="17205"/>
                          </a:cubicBezTo>
                          <a:cubicBezTo>
                            <a:pt x="4206" y="18149"/>
                            <a:pt x="3531" y="19566"/>
                            <a:pt x="3531" y="21478"/>
                          </a:cubicBezTo>
                          <a:cubicBezTo>
                            <a:pt x="3531" y="22332"/>
                            <a:pt x="3711" y="23097"/>
                            <a:pt x="4048" y="23726"/>
                          </a:cubicBezTo>
                          <a:cubicBezTo>
                            <a:pt x="4385" y="24356"/>
                            <a:pt x="4835" y="24873"/>
                            <a:pt x="5397" y="25301"/>
                          </a:cubicBezTo>
                          <a:cubicBezTo>
                            <a:pt x="5960" y="25706"/>
                            <a:pt x="6612" y="26020"/>
                            <a:pt x="7331" y="26223"/>
                          </a:cubicBezTo>
                          <a:cubicBezTo>
                            <a:pt x="8074" y="26425"/>
                            <a:pt x="8816" y="26515"/>
                            <a:pt x="9580" y="26515"/>
                          </a:cubicBezTo>
                          <a:cubicBezTo>
                            <a:pt x="10885" y="26515"/>
                            <a:pt x="12144" y="26358"/>
                            <a:pt x="13359" y="26020"/>
                          </a:cubicBezTo>
                          <a:cubicBezTo>
                            <a:pt x="14573" y="25706"/>
                            <a:pt x="15675" y="25211"/>
                            <a:pt x="16620" y="24536"/>
                          </a:cubicBezTo>
                          <a:cubicBezTo>
                            <a:pt x="17564" y="23861"/>
                            <a:pt x="18329" y="23029"/>
                            <a:pt x="18914" y="21995"/>
                          </a:cubicBezTo>
                          <a:cubicBezTo>
                            <a:pt x="19498" y="20960"/>
                            <a:pt x="19768" y="19746"/>
                            <a:pt x="19768" y="18351"/>
                          </a:cubicBezTo>
                          <a:lnTo>
                            <a:pt x="19768" y="13989"/>
                          </a:lnTo>
                          <a:close/>
                        </a:path>
                      </a:pathLst>
                    </a:custGeom>
                    <a:solidFill>
                      <a:srgbClr val="010101"/>
                    </a:solidFill>
                    <a:ln w="2249" cap="flat">
                      <a:noFill/>
                      <a:prstDash val="solid"/>
                      <a:miter/>
                    </a:ln>
                  </p:spPr>
                  <p:txBody>
                    <a:bodyPr rtlCol="0" anchor="ctr"/>
                    <a:lstStyle/>
                    <a:p>
                      <a:endParaRPr lang="en-US"/>
                    </a:p>
                  </p:txBody>
                </p:sp>
                <p:sp>
                  <p:nvSpPr>
                    <p:cNvPr id="1205" name="Freeform 1204">
                      <a:extLst>
                        <a:ext uri="{FF2B5EF4-FFF2-40B4-BE49-F238E27FC236}">
                          <a16:creationId xmlns:a16="http://schemas.microsoft.com/office/drawing/2014/main" id="{EE16F660-B7CD-718C-85F5-4E0D494E8033}"/>
                        </a:ext>
                      </a:extLst>
                    </p:cNvPr>
                    <p:cNvSpPr/>
                    <p:nvPr/>
                  </p:nvSpPr>
                  <p:spPr>
                    <a:xfrm>
                      <a:off x="4078483" y="3032666"/>
                      <a:ext cx="12616" cy="36500"/>
                    </a:xfrm>
                    <a:custGeom>
                      <a:avLst/>
                      <a:gdLst>
                        <a:gd name="connsiteX0" fmla="*/ 12617 w 12616"/>
                        <a:gd name="connsiteY0" fmla="*/ 35848 h 36500"/>
                        <a:gd name="connsiteX1" fmla="*/ 11042 w 12616"/>
                        <a:gd name="connsiteY1" fmla="*/ 36231 h 36500"/>
                        <a:gd name="connsiteX2" fmla="*/ 8884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1 h 36500"/>
                        <a:gd name="connsiteX8" fmla="*/ 3936 w 12616"/>
                        <a:gd name="connsiteY8" fmla="*/ 7781 h 36500"/>
                        <a:gd name="connsiteX9" fmla="*/ 3936 w 12616"/>
                        <a:gd name="connsiteY9" fmla="*/ 0 h 36500"/>
                        <a:gd name="connsiteX10" fmla="*/ 7174 w 12616"/>
                        <a:gd name="connsiteY10" fmla="*/ 0 h 36500"/>
                        <a:gd name="connsiteX11" fmla="*/ 7174 w 12616"/>
                        <a:gd name="connsiteY11" fmla="*/ 7781 h 36500"/>
                        <a:gd name="connsiteX12" fmla="*/ 12414 w 12616"/>
                        <a:gd name="connsiteY12" fmla="*/ 7781 h 36500"/>
                        <a:gd name="connsiteX13" fmla="*/ 12414 w 12616"/>
                        <a:gd name="connsiteY13" fmla="*/ 10480 h 36500"/>
                        <a:gd name="connsiteX14" fmla="*/ 7174 w 12616"/>
                        <a:gd name="connsiteY14" fmla="*/ 10480 h 36500"/>
                        <a:gd name="connsiteX15" fmla="*/ 7174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5 h 36500"/>
                        <a:gd name="connsiteX21" fmla="*/ 12617 w 12616"/>
                        <a:gd name="connsiteY21" fmla="*/ 33195 h 36500"/>
                        <a:gd name="connsiteX22" fmla="*/ 12617 w 12616"/>
                        <a:gd name="connsiteY22" fmla="*/ 35848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616" h="36500">
                          <a:moveTo>
                            <a:pt x="12617" y="35848"/>
                          </a:moveTo>
                          <a:cubicBezTo>
                            <a:pt x="12212" y="35916"/>
                            <a:pt x="11695" y="36051"/>
                            <a:pt x="11042" y="36231"/>
                          </a:cubicBezTo>
                          <a:cubicBezTo>
                            <a:pt x="10390" y="36411"/>
                            <a:pt x="9671" y="36501"/>
                            <a:pt x="8884" y="36501"/>
                          </a:cubicBezTo>
                          <a:cubicBezTo>
                            <a:pt x="7264" y="36501"/>
                            <a:pt x="6027" y="36096"/>
                            <a:pt x="5195" y="35286"/>
                          </a:cubicBezTo>
                          <a:cubicBezTo>
                            <a:pt x="4363" y="34476"/>
                            <a:pt x="3936" y="33037"/>
                            <a:pt x="3936" y="30946"/>
                          </a:cubicBezTo>
                          <a:lnTo>
                            <a:pt x="3936" y="10480"/>
                          </a:lnTo>
                          <a:lnTo>
                            <a:pt x="0" y="10480"/>
                          </a:lnTo>
                          <a:lnTo>
                            <a:pt x="0" y="7781"/>
                          </a:lnTo>
                          <a:lnTo>
                            <a:pt x="3936" y="7781"/>
                          </a:lnTo>
                          <a:lnTo>
                            <a:pt x="3936" y="0"/>
                          </a:lnTo>
                          <a:lnTo>
                            <a:pt x="7174" y="0"/>
                          </a:lnTo>
                          <a:lnTo>
                            <a:pt x="7174" y="7781"/>
                          </a:lnTo>
                          <a:lnTo>
                            <a:pt x="12414" y="7781"/>
                          </a:lnTo>
                          <a:lnTo>
                            <a:pt x="12414" y="10480"/>
                          </a:lnTo>
                          <a:lnTo>
                            <a:pt x="7174" y="10480"/>
                          </a:lnTo>
                          <a:lnTo>
                            <a:pt x="7174" y="29641"/>
                          </a:lnTo>
                          <a:cubicBezTo>
                            <a:pt x="7174" y="30316"/>
                            <a:pt x="7174" y="30923"/>
                            <a:pt x="7219" y="31418"/>
                          </a:cubicBezTo>
                          <a:cubicBezTo>
                            <a:pt x="7264" y="31913"/>
                            <a:pt x="7354" y="32340"/>
                            <a:pt x="7534" y="32655"/>
                          </a:cubicBezTo>
                          <a:cubicBezTo>
                            <a:pt x="7714" y="32970"/>
                            <a:pt x="7984" y="33217"/>
                            <a:pt x="8366" y="33352"/>
                          </a:cubicBezTo>
                          <a:cubicBezTo>
                            <a:pt x="8748" y="33487"/>
                            <a:pt x="9266" y="33577"/>
                            <a:pt x="9963" y="33577"/>
                          </a:cubicBezTo>
                          <a:cubicBezTo>
                            <a:pt x="10390" y="33577"/>
                            <a:pt x="10840" y="33532"/>
                            <a:pt x="11290" y="33465"/>
                          </a:cubicBezTo>
                          <a:cubicBezTo>
                            <a:pt x="11740" y="33397"/>
                            <a:pt x="12189" y="33307"/>
                            <a:pt x="12617" y="33195"/>
                          </a:cubicBezTo>
                          <a:lnTo>
                            <a:pt x="12617" y="35848"/>
                          </a:lnTo>
                          <a:close/>
                        </a:path>
                      </a:pathLst>
                    </a:custGeom>
                    <a:solidFill>
                      <a:srgbClr val="010101"/>
                    </a:solidFill>
                    <a:ln w="2249" cap="flat">
                      <a:noFill/>
                      <a:prstDash val="solid"/>
                      <a:miter/>
                    </a:ln>
                  </p:spPr>
                  <p:txBody>
                    <a:bodyPr rtlCol="0" anchor="ctr"/>
                    <a:lstStyle/>
                    <a:p>
                      <a:endParaRPr lang="en-US"/>
                    </a:p>
                  </p:txBody>
                </p:sp>
                <p:sp>
                  <p:nvSpPr>
                    <p:cNvPr id="1206" name="Freeform 1205">
                      <a:extLst>
                        <a:ext uri="{FF2B5EF4-FFF2-40B4-BE49-F238E27FC236}">
                          <a16:creationId xmlns:a16="http://schemas.microsoft.com/office/drawing/2014/main" id="{FA9F0D07-B574-366C-2CEC-0E23D2DE117A}"/>
                        </a:ext>
                      </a:extLst>
                    </p:cNvPr>
                    <p:cNvSpPr/>
                    <p:nvPr/>
                  </p:nvSpPr>
                  <p:spPr>
                    <a:xfrm>
                      <a:off x="4094765" y="3039705"/>
                      <a:ext cx="25167" cy="29483"/>
                    </a:xfrm>
                    <a:custGeom>
                      <a:avLst/>
                      <a:gdLst>
                        <a:gd name="connsiteX0" fmla="*/ 3508 w 25167"/>
                        <a:gd name="connsiteY0" fmla="*/ 15473 h 29483"/>
                        <a:gd name="connsiteX1" fmla="*/ 4093 w 25167"/>
                        <a:gd name="connsiteY1" fmla="*/ 19768 h 29483"/>
                        <a:gd name="connsiteX2" fmla="*/ 5847 w 25167"/>
                        <a:gd name="connsiteY2" fmla="*/ 23277 h 29483"/>
                        <a:gd name="connsiteX3" fmla="*/ 8793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3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899 w 25167"/>
                        <a:gd name="connsiteY16" fmla="*/ 9086 h 29483"/>
                        <a:gd name="connsiteX17" fmla="*/ 3441 w 25167"/>
                        <a:gd name="connsiteY17" fmla="*/ 4363 h 29483"/>
                        <a:gd name="connsiteX18" fmla="*/ 7466 w 25167"/>
                        <a:gd name="connsiteY18" fmla="*/ 1169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7 w 25167"/>
                        <a:gd name="connsiteY23" fmla="*/ 12774 h 29483"/>
                        <a:gd name="connsiteX24" fmla="*/ 21185 w 25167"/>
                        <a:gd name="connsiteY24" fmla="*/ 8906 h 29483"/>
                        <a:gd name="connsiteX25" fmla="*/ 19521 w 25167"/>
                        <a:gd name="connsiteY25" fmla="*/ 5780 h 29483"/>
                        <a:gd name="connsiteX26" fmla="*/ 16732 w 25167"/>
                        <a:gd name="connsiteY26" fmla="*/ 3666 h 29483"/>
                        <a:gd name="connsiteX27" fmla="*/ 12909 w 25167"/>
                        <a:gd name="connsiteY27" fmla="*/ 2879 h 29483"/>
                        <a:gd name="connsiteX28" fmla="*/ 9108 w 25167"/>
                        <a:gd name="connsiteY28" fmla="*/ 3688 h 29483"/>
                        <a:gd name="connsiteX29" fmla="*/ 6297 w 25167"/>
                        <a:gd name="connsiteY29" fmla="*/ 5847 h 29483"/>
                        <a:gd name="connsiteX30" fmla="*/ 4430 w 25167"/>
                        <a:gd name="connsiteY30" fmla="*/ 8973 h 29483"/>
                        <a:gd name="connsiteX31" fmla="*/ 3508 w 25167"/>
                        <a:gd name="connsiteY31" fmla="*/ 12752 h 29483"/>
                        <a:gd name="connsiteX32" fmla="*/ 21747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8" y="15473"/>
                          </a:moveTo>
                          <a:cubicBezTo>
                            <a:pt x="3508" y="16980"/>
                            <a:pt x="3711" y="18419"/>
                            <a:pt x="4093" y="19768"/>
                          </a:cubicBezTo>
                          <a:cubicBezTo>
                            <a:pt x="4498" y="21118"/>
                            <a:pt x="5082" y="22287"/>
                            <a:pt x="5847" y="23277"/>
                          </a:cubicBezTo>
                          <a:cubicBezTo>
                            <a:pt x="6612" y="24266"/>
                            <a:pt x="7601" y="25053"/>
                            <a:pt x="8793" y="25661"/>
                          </a:cubicBezTo>
                          <a:cubicBezTo>
                            <a:pt x="9985" y="26245"/>
                            <a:pt x="11357" y="26560"/>
                            <a:pt x="12886" y="26560"/>
                          </a:cubicBezTo>
                          <a:cubicBezTo>
                            <a:pt x="15000" y="26560"/>
                            <a:pt x="16822" y="25998"/>
                            <a:pt x="18329" y="24896"/>
                          </a:cubicBezTo>
                          <a:cubicBezTo>
                            <a:pt x="19836" y="23772"/>
                            <a:pt x="20848" y="22197"/>
                            <a:pt x="21343" y="20151"/>
                          </a:cubicBezTo>
                          <a:lnTo>
                            <a:pt x="24963" y="20151"/>
                          </a:lnTo>
                          <a:cubicBezTo>
                            <a:pt x="24558" y="21478"/>
                            <a:pt x="24041"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6" y="23951"/>
                            <a:pt x="1259" y="22400"/>
                            <a:pt x="765" y="20623"/>
                          </a:cubicBezTo>
                          <a:cubicBezTo>
                            <a:pt x="270" y="18846"/>
                            <a:pt x="0" y="16935"/>
                            <a:pt x="0" y="14866"/>
                          </a:cubicBezTo>
                          <a:cubicBezTo>
                            <a:pt x="0" y="12797"/>
                            <a:pt x="292" y="10885"/>
                            <a:pt x="899" y="9086"/>
                          </a:cubicBezTo>
                          <a:cubicBezTo>
                            <a:pt x="1484" y="7287"/>
                            <a:pt x="2339" y="5712"/>
                            <a:pt x="3441" y="4363"/>
                          </a:cubicBezTo>
                          <a:cubicBezTo>
                            <a:pt x="4543" y="3014"/>
                            <a:pt x="5870" y="1957"/>
                            <a:pt x="7466" y="1169"/>
                          </a:cubicBezTo>
                          <a:cubicBezTo>
                            <a:pt x="9041" y="405"/>
                            <a:pt x="10840" y="0"/>
                            <a:pt x="12864" y="0"/>
                          </a:cubicBezTo>
                          <a:cubicBezTo>
                            <a:pt x="16710" y="0"/>
                            <a:pt x="19746" y="1327"/>
                            <a:pt x="21927" y="3958"/>
                          </a:cubicBezTo>
                          <a:cubicBezTo>
                            <a:pt x="24131" y="6612"/>
                            <a:pt x="25211" y="10435"/>
                            <a:pt x="25166" y="15473"/>
                          </a:cubicBezTo>
                          <a:lnTo>
                            <a:pt x="3463" y="15473"/>
                          </a:lnTo>
                          <a:close/>
                          <a:moveTo>
                            <a:pt x="21747" y="12774"/>
                          </a:moveTo>
                          <a:cubicBezTo>
                            <a:pt x="21747" y="11402"/>
                            <a:pt x="21567" y="10120"/>
                            <a:pt x="21185" y="8906"/>
                          </a:cubicBezTo>
                          <a:cubicBezTo>
                            <a:pt x="20803" y="7691"/>
                            <a:pt x="20241" y="6657"/>
                            <a:pt x="19521" y="5780"/>
                          </a:cubicBezTo>
                          <a:cubicBezTo>
                            <a:pt x="18779" y="4903"/>
                            <a:pt x="17857" y="4206"/>
                            <a:pt x="16732" y="3666"/>
                          </a:cubicBezTo>
                          <a:cubicBezTo>
                            <a:pt x="15608" y="3149"/>
                            <a:pt x="14348" y="2879"/>
                            <a:pt x="12909" y="2879"/>
                          </a:cubicBezTo>
                          <a:cubicBezTo>
                            <a:pt x="11470" y="2879"/>
                            <a:pt x="10210" y="3149"/>
                            <a:pt x="9108" y="3688"/>
                          </a:cubicBezTo>
                          <a:cubicBezTo>
                            <a:pt x="8006" y="4228"/>
                            <a:pt x="7084" y="4948"/>
                            <a:pt x="6297" y="5847"/>
                          </a:cubicBezTo>
                          <a:cubicBezTo>
                            <a:pt x="5532" y="6747"/>
                            <a:pt x="4903" y="7781"/>
                            <a:pt x="4430" y="8973"/>
                          </a:cubicBezTo>
                          <a:cubicBezTo>
                            <a:pt x="3958" y="10165"/>
                            <a:pt x="3666" y="11425"/>
                            <a:pt x="3508" y="12752"/>
                          </a:cubicBezTo>
                          <a:lnTo>
                            <a:pt x="21747" y="12752"/>
                          </a:lnTo>
                          <a:close/>
                        </a:path>
                      </a:pathLst>
                    </a:custGeom>
                    <a:solidFill>
                      <a:srgbClr val="010101"/>
                    </a:solidFill>
                    <a:ln w="2249" cap="flat">
                      <a:noFill/>
                      <a:prstDash val="solid"/>
                      <a:miter/>
                    </a:ln>
                  </p:spPr>
                  <p:txBody>
                    <a:bodyPr rtlCol="0" anchor="ctr"/>
                    <a:lstStyle/>
                    <a:p>
                      <a:endParaRPr lang="en-US"/>
                    </a:p>
                  </p:txBody>
                </p:sp>
                <p:sp>
                  <p:nvSpPr>
                    <p:cNvPr id="1207" name="Freeform 1206">
                      <a:extLst>
                        <a:ext uri="{FF2B5EF4-FFF2-40B4-BE49-F238E27FC236}">
                          <a16:creationId xmlns:a16="http://schemas.microsoft.com/office/drawing/2014/main" id="{AADA0668-6485-6D54-C636-2E684A811A19}"/>
                        </a:ext>
                      </a:extLst>
                    </p:cNvPr>
                    <p:cNvSpPr/>
                    <p:nvPr/>
                  </p:nvSpPr>
                  <p:spPr>
                    <a:xfrm>
                      <a:off x="4125419" y="3029540"/>
                      <a:ext cx="25682" cy="39626"/>
                    </a:xfrm>
                    <a:custGeom>
                      <a:avLst/>
                      <a:gdLst>
                        <a:gd name="connsiteX0" fmla="*/ 22445 w 25682"/>
                        <a:gd name="connsiteY0" fmla="*/ 0 h 39626"/>
                        <a:gd name="connsiteX1" fmla="*/ 25683 w 25682"/>
                        <a:gd name="connsiteY1" fmla="*/ 0 h 39626"/>
                        <a:gd name="connsiteX2" fmla="*/ 25683 w 25682"/>
                        <a:gd name="connsiteY2" fmla="*/ 38862 h 39626"/>
                        <a:gd name="connsiteX3" fmla="*/ 22445 w 25682"/>
                        <a:gd name="connsiteY3" fmla="*/ 38862 h 39626"/>
                        <a:gd name="connsiteX4" fmla="*/ 22445 w 25682"/>
                        <a:gd name="connsiteY4" fmla="*/ 33959 h 39626"/>
                        <a:gd name="connsiteX5" fmla="*/ 22332 w 25682"/>
                        <a:gd name="connsiteY5" fmla="*/ 33959 h 39626"/>
                        <a:gd name="connsiteX6" fmla="*/ 20533 w 25682"/>
                        <a:gd name="connsiteY6" fmla="*/ 36411 h 39626"/>
                        <a:gd name="connsiteX7" fmla="*/ 18104 w 25682"/>
                        <a:gd name="connsiteY7" fmla="*/ 38165 h 39626"/>
                        <a:gd name="connsiteX8" fmla="*/ 15383 w 25682"/>
                        <a:gd name="connsiteY8" fmla="*/ 39244 h 39626"/>
                        <a:gd name="connsiteX9" fmla="*/ 12639 w 25682"/>
                        <a:gd name="connsiteY9" fmla="*/ 39627 h 39626"/>
                        <a:gd name="connsiteX10" fmla="*/ 6859 w 25682"/>
                        <a:gd name="connsiteY10" fmla="*/ 38502 h 39626"/>
                        <a:gd name="connsiteX11" fmla="*/ 2946 w 25682"/>
                        <a:gd name="connsiteY11" fmla="*/ 35399 h 39626"/>
                        <a:gd name="connsiteX12" fmla="*/ 697 w 25682"/>
                        <a:gd name="connsiteY12" fmla="*/ 30721 h 39626"/>
                        <a:gd name="connsiteX13" fmla="*/ 0 w 25682"/>
                        <a:gd name="connsiteY13" fmla="*/ 24941 h 39626"/>
                        <a:gd name="connsiteX14" fmla="*/ 765 w 25682"/>
                        <a:gd name="connsiteY14" fmla="*/ 19319 h 39626"/>
                        <a:gd name="connsiteX15" fmla="*/ 3059 w 25682"/>
                        <a:gd name="connsiteY15" fmla="*/ 14596 h 39626"/>
                        <a:gd name="connsiteX16" fmla="*/ 6949 w 25682"/>
                        <a:gd name="connsiteY16" fmla="*/ 11357 h 39626"/>
                        <a:gd name="connsiteX17" fmla="*/ 12482 w 25682"/>
                        <a:gd name="connsiteY17" fmla="*/ 10143 h 39626"/>
                        <a:gd name="connsiteX18" fmla="*/ 18171 w 25682"/>
                        <a:gd name="connsiteY18" fmla="*/ 11470 h 39626"/>
                        <a:gd name="connsiteX19" fmla="*/ 22467 w 25682"/>
                        <a:gd name="connsiteY19" fmla="*/ 15383 h 39626"/>
                        <a:gd name="connsiteX20" fmla="*/ 22467 w 25682"/>
                        <a:gd name="connsiteY20" fmla="*/ 0 h 39626"/>
                        <a:gd name="connsiteX21" fmla="*/ 22445 w 25682"/>
                        <a:gd name="connsiteY21" fmla="*/ 24761 h 39626"/>
                        <a:gd name="connsiteX22" fmla="*/ 21792 w 25682"/>
                        <a:gd name="connsiteY22" fmla="*/ 20263 h 39626"/>
                        <a:gd name="connsiteX23" fmla="*/ 19926 w 25682"/>
                        <a:gd name="connsiteY23" fmla="*/ 16530 h 39626"/>
                        <a:gd name="connsiteX24" fmla="*/ 16957 w 25682"/>
                        <a:gd name="connsiteY24" fmla="*/ 13988 h 39626"/>
                        <a:gd name="connsiteX25" fmla="*/ 12999 w 25682"/>
                        <a:gd name="connsiteY25" fmla="*/ 13044 h 39626"/>
                        <a:gd name="connsiteX26" fmla="*/ 8636 w 25682"/>
                        <a:gd name="connsiteY26" fmla="*/ 14033 h 39626"/>
                        <a:gd name="connsiteX27" fmla="*/ 5622 w 25682"/>
                        <a:gd name="connsiteY27" fmla="*/ 16755 h 39626"/>
                        <a:gd name="connsiteX28" fmla="*/ 3891 w 25682"/>
                        <a:gd name="connsiteY28" fmla="*/ 20780 h 39626"/>
                        <a:gd name="connsiteX29" fmla="*/ 3463 w 25682"/>
                        <a:gd name="connsiteY29" fmla="*/ 25728 h 39626"/>
                        <a:gd name="connsiteX30" fmla="*/ 4183 w 25682"/>
                        <a:gd name="connsiteY30" fmla="*/ 30406 h 39626"/>
                        <a:gd name="connsiteX31" fmla="*/ 6207 w 25682"/>
                        <a:gd name="connsiteY31" fmla="*/ 33824 h 39626"/>
                        <a:gd name="connsiteX32" fmla="*/ 9221 w 25682"/>
                        <a:gd name="connsiteY32" fmla="*/ 35961 h 39626"/>
                        <a:gd name="connsiteX33" fmla="*/ 12999 w 25682"/>
                        <a:gd name="connsiteY33" fmla="*/ 36681 h 39626"/>
                        <a:gd name="connsiteX34" fmla="*/ 17047 w 25682"/>
                        <a:gd name="connsiteY34" fmla="*/ 35758 h 39626"/>
                        <a:gd name="connsiteX35" fmla="*/ 20016 w 25682"/>
                        <a:gd name="connsiteY35" fmla="*/ 33240 h 39626"/>
                        <a:gd name="connsiteX36" fmla="*/ 21815 w 25682"/>
                        <a:gd name="connsiteY36" fmla="*/ 29461 h 39626"/>
                        <a:gd name="connsiteX37" fmla="*/ 22445 w 25682"/>
                        <a:gd name="connsiteY37" fmla="*/ 24739 h 3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682" h="39626">
                          <a:moveTo>
                            <a:pt x="22445" y="0"/>
                          </a:moveTo>
                          <a:lnTo>
                            <a:pt x="25683" y="0"/>
                          </a:lnTo>
                          <a:lnTo>
                            <a:pt x="25683" y="38862"/>
                          </a:lnTo>
                          <a:lnTo>
                            <a:pt x="22445" y="38862"/>
                          </a:lnTo>
                          <a:lnTo>
                            <a:pt x="22445" y="33959"/>
                          </a:lnTo>
                          <a:lnTo>
                            <a:pt x="22332" y="33959"/>
                          </a:lnTo>
                          <a:cubicBezTo>
                            <a:pt x="21860" y="34904"/>
                            <a:pt x="21253" y="35713"/>
                            <a:pt x="20533" y="36411"/>
                          </a:cubicBezTo>
                          <a:cubicBezTo>
                            <a:pt x="19791" y="37108"/>
                            <a:pt x="18981" y="37692"/>
                            <a:pt x="18104" y="38165"/>
                          </a:cubicBezTo>
                          <a:cubicBezTo>
                            <a:pt x="17227" y="38637"/>
                            <a:pt x="16305" y="38997"/>
                            <a:pt x="15383" y="39244"/>
                          </a:cubicBezTo>
                          <a:cubicBezTo>
                            <a:pt x="14438" y="39492"/>
                            <a:pt x="13538" y="39627"/>
                            <a:pt x="12639" y="39627"/>
                          </a:cubicBezTo>
                          <a:cubicBezTo>
                            <a:pt x="10368" y="39627"/>
                            <a:pt x="8456" y="39244"/>
                            <a:pt x="6859" y="38502"/>
                          </a:cubicBezTo>
                          <a:cubicBezTo>
                            <a:pt x="5285" y="37738"/>
                            <a:pt x="3980" y="36703"/>
                            <a:pt x="2946" y="35399"/>
                          </a:cubicBezTo>
                          <a:cubicBezTo>
                            <a:pt x="1912" y="34094"/>
                            <a:pt x="1169" y="32520"/>
                            <a:pt x="697" y="30721"/>
                          </a:cubicBezTo>
                          <a:cubicBezTo>
                            <a:pt x="225" y="28922"/>
                            <a:pt x="0" y="26987"/>
                            <a:pt x="0" y="24941"/>
                          </a:cubicBezTo>
                          <a:cubicBezTo>
                            <a:pt x="0" y="23007"/>
                            <a:pt x="247" y="21118"/>
                            <a:pt x="765" y="19319"/>
                          </a:cubicBezTo>
                          <a:cubicBezTo>
                            <a:pt x="1259" y="17519"/>
                            <a:pt x="2024" y="15945"/>
                            <a:pt x="3059" y="14596"/>
                          </a:cubicBezTo>
                          <a:cubicBezTo>
                            <a:pt x="4093" y="13246"/>
                            <a:pt x="5375" y="12167"/>
                            <a:pt x="6949" y="11357"/>
                          </a:cubicBezTo>
                          <a:cubicBezTo>
                            <a:pt x="8523" y="10548"/>
                            <a:pt x="10368" y="10143"/>
                            <a:pt x="12482" y="10143"/>
                          </a:cubicBezTo>
                          <a:cubicBezTo>
                            <a:pt x="14461" y="10143"/>
                            <a:pt x="16350" y="10593"/>
                            <a:pt x="18171" y="11470"/>
                          </a:cubicBezTo>
                          <a:cubicBezTo>
                            <a:pt x="19993" y="12347"/>
                            <a:pt x="21410" y="13651"/>
                            <a:pt x="22467" y="15383"/>
                          </a:cubicBezTo>
                          <a:lnTo>
                            <a:pt x="22467" y="0"/>
                          </a:lnTo>
                          <a:close/>
                          <a:moveTo>
                            <a:pt x="22445" y="24761"/>
                          </a:moveTo>
                          <a:cubicBezTo>
                            <a:pt x="22445" y="23187"/>
                            <a:pt x="22219" y="21680"/>
                            <a:pt x="21792" y="20263"/>
                          </a:cubicBezTo>
                          <a:cubicBezTo>
                            <a:pt x="21365" y="18846"/>
                            <a:pt x="20735" y="17609"/>
                            <a:pt x="19926" y="16530"/>
                          </a:cubicBezTo>
                          <a:cubicBezTo>
                            <a:pt x="19116" y="15473"/>
                            <a:pt x="18126" y="14618"/>
                            <a:pt x="16957" y="13988"/>
                          </a:cubicBezTo>
                          <a:cubicBezTo>
                            <a:pt x="15787" y="13359"/>
                            <a:pt x="14461" y="13044"/>
                            <a:pt x="12999" y="13044"/>
                          </a:cubicBezTo>
                          <a:cubicBezTo>
                            <a:pt x="11312" y="13044"/>
                            <a:pt x="9850" y="13381"/>
                            <a:pt x="8636" y="14033"/>
                          </a:cubicBezTo>
                          <a:cubicBezTo>
                            <a:pt x="7421" y="14708"/>
                            <a:pt x="6409" y="15608"/>
                            <a:pt x="5622" y="16755"/>
                          </a:cubicBezTo>
                          <a:cubicBezTo>
                            <a:pt x="4835" y="17902"/>
                            <a:pt x="4250" y="19251"/>
                            <a:pt x="3891" y="20780"/>
                          </a:cubicBezTo>
                          <a:cubicBezTo>
                            <a:pt x="3531" y="22310"/>
                            <a:pt x="3396" y="23951"/>
                            <a:pt x="3463" y="25728"/>
                          </a:cubicBezTo>
                          <a:cubicBezTo>
                            <a:pt x="3463" y="27482"/>
                            <a:pt x="3711" y="29056"/>
                            <a:pt x="4183" y="30406"/>
                          </a:cubicBezTo>
                          <a:cubicBezTo>
                            <a:pt x="4678" y="31755"/>
                            <a:pt x="5352" y="32902"/>
                            <a:pt x="6207" y="33824"/>
                          </a:cubicBezTo>
                          <a:cubicBezTo>
                            <a:pt x="7061" y="34746"/>
                            <a:pt x="8074" y="35466"/>
                            <a:pt x="9221" y="35961"/>
                          </a:cubicBezTo>
                          <a:cubicBezTo>
                            <a:pt x="10368" y="36456"/>
                            <a:pt x="11627" y="36681"/>
                            <a:pt x="12999" y="36681"/>
                          </a:cubicBezTo>
                          <a:cubicBezTo>
                            <a:pt x="14506" y="36681"/>
                            <a:pt x="15855" y="36366"/>
                            <a:pt x="17047" y="35758"/>
                          </a:cubicBezTo>
                          <a:cubicBezTo>
                            <a:pt x="18239" y="35151"/>
                            <a:pt x="19228" y="34319"/>
                            <a:pt x="20016" y="33240"/>
                          </a:cubicBezTo>
                          <a:cubicBezTo>
                            <a:pt x="20803" y="32183"/>
                            <a:pt x="21410" y="30923"/>
                            <a:pt x="21815" y="29461"/>
                          </a:cubicBezTo>
                          <a:cubicBezTo>
                            <a:pt x="22219" y="27999"/>
                            <a:pt x="22445" y="26425"/>
                            <a:pt x="22445" y="24739"/>
                          </a:cubicBezTo>
                          <a:close/>
                        </a:path>
                      </a:pathLst>
                    </a:custGeom>
                    <a:solidFill>
                      <a:srgbClr val="010101"/>
                    </a:solidFill>
                    <a:ln w="2249" cap="flat">
                      <a:noFill/>
                      <a:prstDash val="solid"/>
                      <a:miter/>
                    </a:ln>
                  </p:spPr>
                  <p:txBody>
                    <a:bodyPr rtlCol="0" anchor="ctr"/>
                    <a:lstStyle/>
                    <a:p>
                      <a:endParaRPr lang="en-US"/>
                    </a:p>
                  </p:txBody>
                </p:sp>
              </p:grpSp>
              <p:grpSp>
                <p:nvGrpSpPr>
                  <p:cNvPr id="1098" name="Graphic 4479">
                    <a:extLst>
                      <a:ext uri="{FF2B5EF4-FFF2-40B4-BE49-F238E27FC236}">
                        <a16:creationId xmlns:a16="http://schemas.microsoft.com/office/drawing/2014/main" id="{591131D3-E5C4-0655-DFB6-821F6D86DBBB}"/>
                      </a:ext>
                    </a:extLst>
                  </p:cNvPr>
                  <p:cNvGrpSpPr/>
                  <p:nvPr/>
                </p:nvGrpSpPr>
                <p:grpSpPr>
                  <a:xfrm>
                    <a:off x="4975949" y="6362370"/>
                    <a:ext cx="452041" cy="148435"/>
                    <a:chOff x="4278888" y="3029540"/>
                    <a:chExt cx="120746" cy="39649"/>
                  </a:xfrm>
                  <a:solidFill>
                    <a:srgbClr val="010101"/>
                  </a:solidFill>
                </p:grpSpPr>
                <p:sp>
                  <p:nvSpPr>
                    <p:cNvPr id="1195" name="Freeform 1194">
                      <a:extLst>
                        <a:ext uri="{FF2B5EF4-FFF2-40B4-BE49-F238E27FC236}">
                          <a16:creationId xmlns:a16="http://schemas.microsoft.com/office/drawing/2014/main" id="{07AFEA7E-2793-D3F5-7CB2-C6427B15A0A0}"/>
                        </a:ext>
                      </a:extLst>
                    </p:cNvPr>
                    <p:cNvSpPr/>
                    <p:nvPr/>
                  </p:nvSpPr>
                  <p:spPr>
                    <a:xfrm>
                      <a:off x="4278888" y="3039683"/>
                      <a:ext cx="22197" cy="28741"/>
                    </a:xfrm>
                    <a:custGeom>
                      <a:avLst/>
                      <a:gdLst>
                        <a:gd name="connsiteX0" fmla="*/ 3238 w 22197"/>
                        <a:gd name="connsiteY0" fmla="*/ 28719 h 28741"/>
                        <a:gd name="connsiteX1" fmla="*/ 0 w 22197"/>
                        <a:gd name="connsiteY1" fmla="*/ 28719 h 28741"/>
                        <a:gd name="connsiteX2" fmla="*/ 0 w 22197"/>
                        <a:gd name="connsiteY2" fmla="*/ 765 h 28741"/>
                        <a:gd name="connsiteX3" fmla="*/ 3238 w 22197"/>
                        <a:gd name="connsiteY3" fmla="*/ 765 h 28741"/>
                        <a:gd name="connsiteX4" fmla="*/ 3238 w 22197"/>
                        <a:gd name="connsiteY4" fmla="*/ 4655 h 28741"/>
                        <a:gd name="connsiteX5" fmla="*/ 7264 w 22197"/>
                        <a:gd name="connsiteY5" fmla="*/ 1304 h 28741"/>
                        <a:gd name="connsiteX6" fmla="*/ 12257 w 22197"/>
                        <a:gd name="connsiteY6" fmla="*/ 0 h 28741"/>
                        <a:gd name="connsiteX7" fmla="*/ 17070 w 22197"/>
                        <a:gd name="connsiteY7" fmla="*/ 900 h 28741"/>
                        <a:gd name="connsiteX8" fmla="*/ 20803 w 22197"/>
                        <a:gd name="connsiteY8" fmla="*/ 4003 h 28741"/>
                        <a:gd name="connsiteX9" fmla="*/ 22017 w 22197"/>
                        <a:gd name="connsiteY9" fmla="*/ 7107 h 28741"/>
                        <a:gd name="connsiteX10" fmla="*/ 22197 w 22197"/>
                        <a:gd name="connsiteY10" fmla="*/ 10435 h 28741"/>
                        <a:gd name="connsiteX11" fmla="*/ 22197 w 22197"/>
                        <a:gd name="connsiteY11" fmla="*/ 28742 h 28741"/>
                        <a:gd name="connsiteX12" fmla="*/ 18959 w 22197"/>
                        <a:gd name="connsiteY12" fmla="*/ 28742 h 28741"/>
                        <a:gd name="connsiteX13" fmla="*/ 18959 w 22197"/>
                        <a:gd name="connsiteY13" fmla="*/ 10503 h 28741"/>
                        <a:gd name="connsiteX14" fmla="*/ 17294 w 22197"/>
                        <a:gd name="connsiteY14" fmla="*/ 4835 h 28741"/>
                        <a:gd name="connsiteX15" fmla="*/ 11739 w 22197"/>
                        <a:gd name="connsiteY15" fmla="*/ 2946 h 28741"/>
                        <a:gd name="connsiteX16" fmla="*/ 8996 w 22197"/>
                        <a:gd name="connsiteY16" fmla="*/ 3396 h 28741"/>
                        <a:gd name="connsiteX17" fmla="*/ 6747 w 22197"/>
                        <a:gd name="connsiteY17" fmla="*/ 4610 h 28741"/>
                        <a:gd name="connsiteX18" fmla="*/ 5038 w 22197"/>
                        <a:gd name="connsiteY18" fmla="*/ 6342 h 28741"/>
                        <a:gd name="connsiteX19" fmla="*/ 3958 w 22197"/>
                        <a:gd name="connsiteY19" fmla="*/ 8389 h 28741"/>
                        <a:gd name="connsiteX20" fmla="*/ 3373 w 22197"/>
                        <a:gd name="connsiteY20" fmla="*/ 10975 h 28741"/>
                        <a:gd name="connsiteX21" fmla="*/ 3261 w 22197"/>
                        <a:gd name="connsiteY21" fmla="*/ 13674 h 28741"/>
                        <a:gd name="connsiteX22" fmla="*/ 3261 w 22197"/>
                        <a:gd name="connsiteY22" fmla="*/ 28742 h 28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2197" h="28741">
                          <a:moveTo>
                            <a:pt x="3238" y="28719"/>
                          </a:moveTo>
                          <a:lnTo>
                            <a:pt x="0" y="28719"/>
                          </a:lnTo>
                          <a:lnTo>
                            <a:pt x="0" y="765"/>
                          </a:lnTo>
                          <a:lnTo>
                            <a:pt x="3238" y="765"/>
                          </a:lnTo>
                          <a:lnTo>
                            <a:pt x="3238" y="4655"/>
                          </a:lnTo>
                          <a:cubicBezTo>
                            <a:pt x="4543" y="3283"/>
                            <a:pt x="5870" y="2181"/>
                            <a:pt x="7264" y="1304"/>
                          </a:cubicBezTo>
                          <a:cubicBezTo>
                            <a:pt x="8658" y="450"/>
                            <a:pt x="10323" y="0"/>
                            <a:pt x="12257" y="0"/>
                          </a:cubicBezTo>
                          <a:cubicBezTo>
                            <a:pt x="13988" y="0"/>
                            <a:pt x="15585" y="292"/>
                            <a:pt x="17070" y="900"/>
                          </a:cubicBezTo>
                          <a:cubicBezTo>
                            <a:pt x="18554" y="1484"/>
                            <a:pt x="19791" y="2519"/>
                            <a:pt x="20803" y="4003"/>
                          </a:cubicBezTo>
                          <a:cubicBezTo>
                            <a:pt x="21477" y="5015"/>
                            <a:pt x="21882" y="6050"/>
                            <a:pt x="22017" y="7107"/>
                          </a:cubicBezTo>
                          <a:cubicBezTo>
                            <a:pt x="22152" y="8164"/>
                            <a:pt x="22197" y="9266"/>
                            <a:pt x="22197" y="10435"/>
                          </a:cubicBezTo>
                          <a:lnTo>
                            <a:pt x="22197" y="28742"/>
                          </a:lnTo>
                          <a:lnTo>
                            <a:pt x="18959" y="28742"/>
                          </a:lnTo>
                          <a:lnTo>
                            <a:pt x="18959" y="10503"/>
                          </a:lnTo>
                          <a:cubicBezTo>
                            <a:pt x="18959" y="7984"/>
                            <a:pt x="18396" y="6095"/>
                            <a:pt x="17294" y="4835"/>
                          </a:cubicBezTo>
                          <a:cubicBezTo>
                            <a:pt x="16170" y="3576"/>
                            <a:pt x="14326" y="2946"/>
                            <a:pt x="11739" y="2946"/>
                          </a:cubicBezTo>
                          <a:cubicBezTo>
                            <a:pt x="10727" y="2946"/>
                            <a:pt x="9805" y="3104"/>
                            <a:pt x="8996" y="3396"/>
                          </a:cubicBezTo>
                          <a:cubicBezTo>
                            <a:pt x="8164" y="3711"/>
                            <a:pt x="7421" y="4116"/>
                            <a:pt x="6747" y="4610"/>
                          </a:cubicBezTo>
                          <a:cubicBezTo>
                            <a:pt x="6072" y="5105"/>
                            <a:pt x="5510" y="5690"/>
                            <a:pt x="5038" y="6342"/>
                          </a:cubicBezTo>
                          <a:cubicBezTo>
                            <a:pt x="4565" y="6994"/>
                            <a:pt x="4206" y="7669"/>
                            <a:pt x="3958" y="8389"/>
                          </a:cubicBezTo>
                          <a:cubicBezTo>
                            <a:pt x="3643" y="9288"/>
                            <a:pt x="3441" y="10143"/>
                            <a:pt x="3373" y="10975"/>
                          </a:cubicBezTo>
                          <a:cubicBezTo>
                            <a:pt x="3306" y="11807"/>
                            <a:pt x="3261" y="12707"/>
                            <a:pt x="3261" y="13674"/>
                          </a:cubicBezTo>
                          <a:lnTo>
                            <a:pt x="3261" y="28742"/>
                          </a:lnTo>
                          <a:close/>
                        </a:path>
                      </a:pathLst>
                    </a:custGeom>
                    <a:solidFill>
                      <a:srgbClr val="010101"/>
                    </a:solidFill>
                    <a:ln w="2249" cap="flat">
                      <a:noFill/>
                      <a:prstDash val="solid"/>
                      <a:miter/>
                    </a:ln>
                  </p:spPr>
                  <p:txBody>
                    <a:bodyPr rtlCol="0" anchor="ctr"/>
                    <a:lstStyle/>
                    <a:p>
                      <a:endParaRPr lang="en-US"/>
                    </a:p>
                  </p:txBody>
                </p:sp>
                <p:sp>
                  <p:nvSpPr>
                    <p:cNvPr id="1196" name="Freeform 1195">
                      <a:extLst>
                        <a:ext uri="{FF2B5EF4-FFF2-40B4-BE49-F238E27FC236}">
                          <a16:creationId xmlns:a16="http://schemas.microsoft.com/office/drawing/2014/main" id="{40B3F313-5804-FE36-92C8-A77F9F70BC4F}"/>
                        </a:ext>
                      </a:extLst>
                    </p:cNvPr>
                    <p:cNvSpPr/>
                    <p:nvPr/>
                  </p:nvSpPr>
                  <p:spPr>
                    <a:xfrm>
                      <a:off x="4307067" y="3039660"/>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5 w 25908"/>
                        <a:gd name="connsiteY3" fmla="*/ 21185 h 29483"/>
                        <a:gd name="connsiteX4" fmla="*/ 0 w 25908"/>
                        <a:gd name="connsiteY4" fmla="*/ 14753 h 29483"/>
                        <a:gd name="connsiteX5" fmla="*/ 810 w 25908"/>
                        <a:gd name="connsiteY5" fmla="*/ 8996 h 29483"/>
                        <a:gd name="connsiteX6" fmla="*/ 3239 w 25908"/>
                        <a:gd name="connsiteY6" fmla="*/ 4318 h 29483"/>
                        <a:gd name="connsiteX7" fmla="*/ 7287 w 25908"/>
                        <a:gd name="connsiteY7" fmla="*/ 1169 h 29483"/>
                        <a:gd name="connsiteX8" fmla="*/ 12954 w 25908"/>
                        <a:gd name="connsiteY8" fmla="*/ 0 h 29483"/>
                        <a:gd name="connsiteX9" fmla="*/ 18666 w 25908"/>
                        <a:gd name="connsiteY9" fmla="*/ 1169 h 29483"/>
                        <a:gd name="connsiteX10" fmla="*/ 22715 w 25908"/>
                        <a:gd name="connsiteY10" fmla="*/ 4295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45 w 25908"/>
                        <a:gd name="connsiteY17" fmla="*/ 14753 h 29483"/>
                        <a:gd name="connsiteX18" fmla="*/ 21905 w 25908"/>
                        <a:gd name="connsiteY18" fmla="*/ 10120 h 29483"/>
                        <a:gd name="connsiteX19" fmla="*/ 20241 w 25908"/>
                        <a:gd name="connsiteY19" fmla="*/ 6365 h 29483"/>
                        <a:gd name="connsiteX20" fmla="*/ 17317 w 25908"/>
                        <a:gd name="connsiteY20" fmla="*/ 3846 h 29483"/>
                        <a:gd name="connsiteX21" fmla="*/ 12954 w 25908"/>
                        <a:gd name="connsiteY21" fmla="*/ 2924 h 29483"/>
                        <a:gd name="connsiteX22" fmla="*/ 8614 w 25908"/>
                        <a:gd name="connsiteY22" fmla="*/ 3913 h 29483"/>
                        <a:gd name="connsiteX23" fmla="*/ 5667 w 25908"/>
                        <a:gd name="connsiteY23" fmla="*/ 6567 h 29483"/>
                        <a:gd name="connsiteX24" fmla="*/ 4003 w 25908"/>
                        <a:gd name="connsiteY24" fmla="*/ 10345 h 29483"/>
                        <a:gd name="connsiteX25" fmla="*/ 3463 w 25908"/>
                        <a:gd name="connsiteY25" fmla="*/ 14753 h 29483"/>
                        <a:gd name="connsiteX26" fmla="*/ 4093 w 25908"/>
                        <a:gd name="connsiteY26" fmla="*/ 19521 h 29483"/>
                        <a:gd name="connsiteX27" fmla="*/ 5892 w 25908"/>
                        <a:gd name="connsiteY27" fmla="*/ 23277 h 29483"/>
                        <a:gd name="connsiteX28" fmla="*/ 8861 w 25908"/>
                        <a:gd name="connsiteY28" fmla="*/ 25706 h 29483"/>
                        <a:gd name="connsiteX29" fmla="*/ 12954 w 25908"/>
                        <a:gd name="connsiteY29" fmla="*/ 26560 h 29483"/>
                        <a:gd name="connsiteX30" fmla="*/ 17295 w 25908"/>
                        <a:gd name="connsiteY30" fmla="*/ 25571 h 29483"/>
                        <a:gd name="connsiteX31" fmla="*/ 20241 w 25908"/>
                        <a:gd name="connsiteY31" fmla="*/ 22894 h 29483"/>
                        <a:gd name="connsiteX32" fmla="*/ 21905 w 25908"/>
                        <a:gd name="connsiteY32" fmla="*/ 19116 h 29483"/>
                        <a:gd name="connsiteX33" fmla="*/ 22445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5" y="21185"/>
                          </a:cubicBezTo>
                          <a:cubicBezTo>
                            <a:pt x="360" y="19341"/>
                            <a:pt x="0" y="17205"/>
                            <a:pt x="0" y="14753"/>
                          </a:cubicBezTo>
                          <a:cubicBezTo>
                            <a:pt x="0" y="12707"/>
                            <a:pt x="270" y="10795"/>
                            <a:pt x="810" y="8996"/>
                          </a:cubicBezTo>
                          <a:cubicBezTo>
                            <a:pt x="1350" y="7219"/>
                            <a:pt x="2159" y="5667"/>
                            <a:pt x="3239" y="4318"/>
                          </a:cubicBezTo>
                          <a:cubicBezTo>
                            <a:pt x="4318" y="2991"/>
                            <a:pt x="5667" y="1934"/>
                            <a:pt x="7287" y="1169"/>
                          </a:cubicBezTo>
                          <a:cubicBezTo>
                            <a:pt x="8906" y="405"/>
                            <a:pt x="10795" y="0"/>
                            <a:pt x="12954" y="0"/>
                          </a:cubicBezTo>
                          <a:cubicBezTo>
                            <a:pt x="15113" y="0"/>
                            <a:pt x="17047" y="382"/>
                            <a:pt x="18666" y="1169"/>
                          </a:cubicBezTo>
                          <a:cubicBezTo>
                            <a:pt x="20286" y="1934"/>
                            <a:pt x="21635" y="2991"/>
                            <a:pt x="22715" y="4295"/>
                          </a:cubicBezTo>
                          <a:cubicBezTo>
                            <a:pt x="23794" y="5600"/>
                            <a:pt x="24604" y="7174"/>
                            <a:pt x="25121" y="8973"/>
                          </a:cubicBezTo>
                          <a:cubicBezTo>
                            <a:pt x="25638" y="10772"/>
                            <a:pt x="25908" y="12707"/>
                            <a:pt x="25908" y="14753"/>
                          </a:cubicBezTo>
                          <a:cubicBezTo>
                            <a:pt x="25908" y="16980"/>
                            <a:pt x="25593" y="19004"/>
                            <a:pt x="24986" y="20803"/>
                          </a:cubicBezTo>
                          <a:cubicBezTo>
                            <a:pt x="24379" y="22602"/>
                            <a:pt x="23502" y="24154"/>
                            <a:pt x="22377" y="25436"/>
                          </a:cubicBezTo>
                          <a:cubicBezTo>
                            <a:pt x="21253" y="26740"/>
                            <a:pt x="19881" y="27730"/>
                            <a:pt x="18284" y="28427"/>
                          </a:cubicBezTo>
                          <a:cubicBezTo>
                            <a:pt x="16687" y="29124"/>
                            <a:pt x="14911" y="29484"/>
                            <a:pt x="12977" y="29484"/>
                          </a:cubicBezTo>
                          <a:close/>
                          <a:moveTo>
                            <a:pt x="22445" y="14753"/>
                          </a:moveTo>
                          <a:cubicBezTo>
                            <a:pt x="22445" y="13089"/>
                            <a:pt x="22265" y="11560"/>
                            <a:pt x="21905" y="10120"/>
                          </a:cubicBezTo>
                          <a:cubicBezTo>
                            <a:pt x="21545" y="8681"/>
                            <a:pt x="20983" y="7422"/>
                            <a:pt x="20241" y="6365"/>
                          </a:cubicBezTo>
                          <a:cubicBezTo>
                            <a:pt x="19476" y="5308"/>
                            <a:pt x="18509" y="4475"/>
                            <a:pt x="17317" y="3846"/>
                          </a:cubicBezTo>
                          <a:cubicBezTo>
                            <a:pt x="16125" y="3238"/>
                            <a:pt x="14663" y="2924"/>
                            <a:pt x="12954" y="2924"/>
                          </a:cubicBezTo>
                          <a:cubicBezTo>
                            <a:pt x="11245" y="2924"/>
                            <a:pt x="9805" y="3261"/>
                            <a:pt x="8614" y="3913"/>
                          </a:cubicBezTo>
                          <a:cubicBezTo>
                            <a:pt x="7399" y="4588"/>
                            <a:pt x="6432" y="5465"/>
                            <a:pt x="5667" y="6567"/>
                          </a:cubicBezTo>
                          <a:cubicBezTo>
                            <a:pt x="4903" y="7669"/>
                            <a:pt x="4363" y="8928"/>
                            <a:pt x="4003" y="10345"/>
                          </a:cubicBezTo>
                          <a:cubicBezTo>
                            <a:pt x="3643" y="11762"/>
                            <a:pt x="3463" y="13224"/>
                            <a:pt x="3463" y="14753"/>
                          </a:cubicBezTo>
                          <a:cubicBezTo>
                            <a:pt x="3463" y="16485"/>
                            <a:pt x="3666" y="18082"/>
                            <a:pt x="4093" y="19521"/>
                          </a:cubicBezTo>
                          <a:cubicBezTo>
                            <a:pt x="4498" y="20983"/>
                            <a:pt x="5105" y="22220"/>
                            <a:pt x="5892" y="23277"/>
                          </a:cubicBezTo>
                          <a:cubicBezTo>
                            <a:pt x="6680" y="24334"/>
                            <a:pt x="7669" y="25121"/>
                            <a:pt x="8861" y="25706"/>
                          </a:cubicBezTo>
                          <a:cubicBezTo>
                            <a:pt x="10053" y="26290"/>
                            <a:pt x="11425" y="26560"/>
                            <a:pt x="12954" y="26560"/>
                          </a:cubicBezTo>
                          <a:cubicBezTo>
                            <a:pt x="14641" y="26560"/>
                            <a:pt x="16103" y="26223"/>
                            <a:pt x="17295" y="25571"/>
                          </a:cubicBezTo>
                          <a:cubicBezTo>
                            <a:pt x="18509" y="24896"/>
                            <a:pt x="19476" y="24019"/>
                            <a:pt x="20241" y="22894"/>
                          </a:cubicBezTo>
                          <a:cubicBezTo>
                            <a:pt x="21005" y="21770"/>
                            <a:pt x="21545" y="20510"/>
                            <a:pt x="21905" y="19116"/>
                          </a:cubicBezTo>
                          <a:cubicBezTo>
                            <a:pt x="22265" y="17722"/>
                            <a:pt x="22445" y="16260"/>
                            <a:pt x="22445" y="14753"/>
                          </a:cubicBezTo>
                          <a:close/>
                        </a:path>
                      </a:pathLst>
                    </a:custGeom>
                    <a:solidFill>
                      <a:srgbClr val="010101"/>
                    </a:solidFill>
                    <a:ln w="2249" cap="flat">
                      <a:noFill/>
                      <a:prstDash val="solid"/>
                      <a:miter/>
                    </a:ln>
                  </p:spPr>
                  <p:txBody>
                    <a:bodyPr rtlCol="0" anchor="ctr"/>
                    <a:lstStyle/>
                    <a:p>
                      <a:endParaRPr lang="en-US"/>
                    </a:p>
                  </p:txBody>
                </p:sp>
                <p:sp>
                  <p:nvSpPr>
                    <p:cNvPr id="1197" name="Freeform 1196">
                      <a:extLst>
                        <a:ext uri="{FF2B5EF4-FFF2-40B4-BE49-F238E27FC236}">
                          <a16:creationId xmlns:a16="http://schemas.microsoft.com/office/drawing/2014/main" id="{EED0123A-5741-52F8-B581-F2118D01C062}"/>
                        </a:ext>
                      </a:extLst>
                    </p:cNvPr>
                    <p:cNvSpPr/>
                    <p:nvPr/>
                  </p:nvSpPr>
                  <p:spPr>
                    <a:xfrm>
                      <a:off x="4335944" y="3040447"/>
                      <a:ext cx="25143" cy="27954"/>
                    </a:xfrm>
                    <a:custGeom>
                      <a:avLst/>
                      <a:gdLst>
                        <a:gd name="connsiteX0" fmla="*/ 0 w 25143"/>
                        <a:gd name="connsiteY0" fmla="*/ 0 h 27954"/>
                        <a:gd name="connsiteX1" fmla="*/ 3508 w 25143"/>
                        <a:gd name="connsiteY1" fmla="*/ 0 h 27954"/>
                        <a:gd name="connsiteX2" fmla="*/ 12572 w 25143"/>
                        <a:gd name="connsiteY2" fmla="*/ 23974 h 27954"/>
                        <a:gd name="connsiteX3" fmla="*/ 21635 w 25143"/>
                        <a:gd name="connsiteY3" fmla="*/ 0 h 27954"/>
                        <a:gd name="connsiteX4" fmla="*/ 25143 w 25143"/>
                        <a:gd name="connsiteY4" fmla="*/ 0 h 27954"/>
                        <a:gd name="connsiteX5" fmla="*/ 14303 w 25143"/>
                        <a:gd name="connsiteY5" fmla="*/ 27955 h 27954"/>
                        <a:gd name="connsiteX6" fmla="*/ 10683 w 25143"/>
                        <a:gd name="connsiteY6" fmla="*/ 27955 h 27954"/>
                        <a:gd name="connsiteX7" fmla="*/ 0 w 25143"/>
                        <a:gd name="connsiteY7" fmla="*/ 0 h 279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143" h="27954">
                          <a:moveTo>
                            <a:pt x="0" y="0"/>
                          </a:moveTo>
                          <a:lnTo>
                            <a:pt x="3508" y="0"/>
                          </a:lnTo>
                          <a:lnTo>
                            <a:pt x="12572" y="23974"/>
                          </a:lnTo>
                          <a:lnTo>
                            <a:pt x="21635" y="0"/>
                          </a:lnTo>
                          <a:lnTo>
                            <a:pt x="25143" y="0"/>
                          </a:lnTo>
                          <a:lnTo>
                            <a:pt x="14303" y="27955"/>
                          </a:lnTo>
                          <a:lnTo>
                            <a:pt x="10683" y="27955"/>
                          </a:lnTo>
                          <a:lnTo>
                            <a:pt x="0" y="0"/>
                          </a:lnTo>
                          <a:close/>
                        </a:path>
                      </a:pathLst>
                    </a:custGeom>
                    <a:solidFill>
                      <a:srgbClr val="010101"/>
                    </a:solidFill>
                    <a:ln w="2249" cap="flat">
                      <a:noFill/>
                      <a:prstDash val="solid"/>
                      <a:miter/>
                    </a:ln>
                  </p:spPr>
                  <p:txBody>
                    <a:bodyPr rtlCol="0" anchor="ctr"/>
                    <a:lstStyle/>
                    <a:p>
                      <a:endParaRPr lang="en-US"/>
                    </a:p>
                  </p:txBody>
                </p:sp>
                <p:sp>
                  <p:nvSpPr>
                    <p:cNvPr id="1198" name="Freeform 1197">
                      <a:extLst>
                        <a:ext uri="{FF2B5EF4-FFF2-40B4-BE49-F238E27FC236}">
                          <a16:creationId xmlns:a16="http://schemas.microsoft.com/office/drawing/2014/main" id="{87E20924-5ADE-5F90-FC29-D3D2681BC9B6}"/>
                        </a:ext>
                      </a:extLst>
                    </p:cNvPr>
                    <p:cNvSpPr/>
                    <p:nvPr/>
                  </p:nvSpPr>
                  <p:spPr>
                    <a:xfrm>
                      <a:off x="4364393" y="3039705"/>
                      <a:ext cx="25167" cy="29483"/>
                    </a:xfrm>
                    <a:custGeom>
                      <a:avLst/>
                      <a:gdLst>
                        <a:gd name="connsiteX0" fmla="*/ 3509 w 25167"/>
                        <a:gd name="connsiteY0" fmla="*/ 15473 h 29483"/>
                        <a:gd name="connsiteX1" fmla="*/ 4093 w 25167"/>
                        <a:gd name="connsiteY1" fmla="*/ 19768 h 29483"/>
                        <a:gd name="connsiteX2" fmla="*/ 5848 w 25167"/>
                        <a:gd name="connsiteY2" fmla="*/ 23277 h 29483"/>
                        <a:gd name="connsiteX3" fmla="*/ 8794 w 25167"/>
                        <a:gd name="connsiteY3" fmla="*/ 25661 h 29483"/>
                        <a:gd name="connsiteX4" fmla="*/ 12887 w 25167"/>
                        <a:gd name="connsiteY4" fmla="*/ 26560 h 29483"/>
                        <a:gd name="connsiteX5" fmla="*/ 18329 w 25167"/>
                        <a:gd name="connsiteY5" fmla="*/ 24896 h 29483"/>
                        <a:gd name="connsiteX6" fmla="*/ 21343 w 25167"/>
                        <a:gd name="connsiteY6" fmla="*/ 20151 h 29483"/>
                        <a:gd name="connsiteX7" fmla="*/ 24964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7 w 25167"/>
                        <a:gd name="connsiteY18" fmla="*/ 1169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8 w 25167"/>
                        <a:gd name="connsiteY23" fmla="*/ 12774 h 29483"/>
                        <a:gd name="connsiteX24" fmla="*/ 21185 w 25167"/>
                        <a:gd name="connsiteY24" fmla="*/ 8906 h 29483"/>
                        <a:gd name="connsiteX25" fmla="*/ 19521 w 25167"/>
                        <a:gd name="connsiteY25" fmla="*/ 5780 h 29483"/>
                        <a:gd name="connsiteX26" fmla="*/ 16732 w 25167"/>
                        <a:gd name="connsiteY26" fmla="*/ 3666 h 29483"/>
                        <a:gd name="connsiteX27" fmla="*/ 12909 w 25167"/>
                        <a:gd name="connsiteY27" fmla="*/ 2879 h 29483"/>
                        <a:gd name="connsiteX28" fmla="*/ 9108 w 25167"/>
                        <a:gd name="connsiteY28" fmla="*/ 3688 h 29483"/>
                        <a:gd name="connsiteX29" fmla="*/ 6297 w 25167"/>
                        <a:gd name="connsiteY29" fmla="*/ 5847 h 29483"/>
                        <a:gd name="connsiteX30" fmla="*/ 4431 w 25167"/>
                        <a:gd name="connsiteY30" fmla="*/ 8973 h 29483"/>
                        <a:gd name="connsiteX31" fmla="*/ 3509 w 25167"/>
                        <a:gd name="connsiteY31" fmla="*/ 12752 h 29483"/>
                        <a:gd name="connsiteX32" fmla="*/ 21748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9" y="15473"/>
                          </a:moveTo>
                          <a:cubicBezTo>
                            <a:pt x="3509" y="16980"/>
                            <a:pt x="3711" y="18419"/>
                            <a:pt x="4093" y="19768"/>
                          </a:cubicBezTo>
                          <a:cubicBezTo>
                            <a:pt x="4498" y="21118"/>
                            <a:pt x="5083" y="22287"/>
                            <a:pt x="5848" y="23277"/>
                          </a:cubicBezTo>
                          <a:cubicBezTo>
                            <a:pt x="6612" y="24266"/>
                            <a:pt x="7601" y="25053"/>
                            <a:pt x="8794" y="25661"/>
                          </a:cubicBezTo>
                          <a:cubicBezTo>
                            <a:pt x="9986" y="26245"/>
                            <a:pt x="11357" y="26560"/>
                            <a:pt x="12887" y="26560"/>
                          </a:cubicBezTo>
                          <a:cubicBezTo>
                            <a:pt x="15001" y="26560"/>
                            <a:pt x="16822" y="25998"/>
                            <a:pt x="18329" y="24896"/>
                          </a:cubicBezTo>
                          <a:cubicBezTo>
                            <a:pt x="19836" y="23772"/>
                            <a:pt x="20848" y="22197"/>
                            <a:pt x="21343" y="20151"/>
                          </a:cubicBezTo>
                          <a:lnTo>
                            <a:pt x="24964" y="20151"/>
                          </a:lnTo>
                          <a:cubicBezTo>
                            <a:pt x="24559" y="21478"/>
                            <a:pt x="24042"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7" y="23951"/>
                            <a:pt x="1260" y="22400"/>
                            <a:pt x="765" y="20623"/>
                          </a:cubicBezTo>
                          <a:cubicBezTo>
                            <a:pt x="270" y="18846"/>
                            <a:pt x="0" y="16935"/>
                            <a:pt x="0" y="14866"/>
                          </a:cubicBezTo>
                          <a:cubicBezTo>
                            <a:pt x="0" y="12797"/>
                            <a:pt x="292" y="10885"/>
                            <a:pt x="900" y="9086"/>
                          </a:cubicBezTo>
                          <a:cubicBezTo>
                            <a:pt x="1484" y="7287"/>
                            <a:pt x="2339" y="5712"/>
                            <a:pt x="3441" y="4363"/>
                          </a:cubicBezTo>
                          <a:cubicBezTo>
                            <a:pt x="4543" y="3014"/>
                            <a:pt x="5870" y="1957"/>
                            <a:pt x="7467" y="1169"/>
                          </a:cubicBezTo>
                          <a:cubicBezTo>
                            <a:pt x="9041" y="405"/>
                            <a:pt x="10840" y="0"/>
                            <a:pt x="12864" y="0"/>
                          </a:cubicBezTo>
                          <a:cubicBezTo>
                            <a:pt x="16710" y="0"/>
                            <a:pt x="19746" y="1327"/>
                            <a:pt x="21927" y="3958"/>
                          </a:cubicBezTo>
                          <a:cubicBezTo>
                            <a:pt x="24132" y="6612"/>
                            <a:pt x="25211" y="10435"/>
                            <a:pt x="25166" y="15473"/>
                          </a:cubicBezTo>
                          <a:lnTo>
                            <a:pt x="3463" y="15473"/>
                          </a:lnTo>
                          <a:close/>
                          <a:moveTo>
                            <a:pt x="21748" y="12774"/>
                          </a:moveTo>
                          <a:cubicBezTo>
                            <a:pt x="21748" y="11402"/>
                            <a:pt x="21568" y="10120"/>
                            <a:pt x="21185" y="8906"/>
                          </a:cubicBezTo>
                          <a:cubicBezTo>
                            <a:pt x="20803" y="7691"/>
                            <a:pt x="20241" y="6657"/>
                            <a:pt x="19521" y="5780"/>
                          </a:cubicBezTo>
                          <a:cubicBezTo>
                            <a:pt x="18779" y="4903"/>
                            <a:pt x="17857" y="4206"/>
                            <a:pt x="16732" y="3666"/>
                          </a:cubicBezTo>
                          <a:cubicBezTo>
                            <a:pt x="15608" y="3149"/>
                            <a:pt x="14348" y="2879"/>
                            <a:pt x="12909" y="2879"/>
                          </a:cubicBezTo>
                          <a:cubicBezTo>
                            <a:pt x="11470" y="2879"/>
                            <a:pt x="10210" y="3149"/>
                            <a:pt x="9108" y="3688"/>
                          </a:cubicBezTo>
                          <a:cubicBezTo>
                            <a:pt x="8006" y="4228"/>
                            <a:pt x="7084" y="4948"/>
                            <a:pt x="6297" y="5847"/>
                          </a:cubicBezTo>
                          <a:cubicBezTo>
                            <a:pt x="5533" y="6747"/>
                            <a:pt x="4903" y="7781"/>
                            <a:pt x="4431" y="8973"/>
                          </a:cubicBezTo>
                          <a:cubicBezTo>
                            <a:pt x="3958" y="10165"/>
                            <a:pt x="3666" y="11425"/>
                            <a:pt x="3509" y="12752"/>
                          </a:cubicBezTo>
                          <a:lnTo>
                            <a:pt x="21748" y="12752"/>
                          </a:lnTo>
                          <a:close/>
                        </a:path>
                      </a:pathLst>
                    </a:custGeom>
                    <a:solidFill>
                      <a:srgbClr val="010101"/>
                    </a:solidFill>
                    <a:ln w="2249" cap="flat">
                      <a:noFill/>
                      <a:prstDash val="solid"/>
                      <a:miter/>
                    </a:ln>
                  </p:spPr>
                  <p:txBody>
                    <a:bodyPr rtlCol="0" anchor="ctr"/>
                    <a:lstStyle/>
                    <a:p>
                      <a:endParaRPr lang="en-US"/>
                    </a:p>
                  </p:txBody>
                </p:sp>
                <p:sp>
                  <p:nvSpPr>
                    <p:cNvPr id="1199" name="Freeform 1198">
                      <a:extLst>
                        <a:ext uri="{FF2B5EF4-FFF2-40B4-BE49-F238E27FC236}">
                          <a16:creationId xmlns:a16="http://schemas.microsoft.com/office/drawing/2014/main" id="{2C05440B-E53C-D09D-E400-86E822EA933B}"/>
                        </a:ext>
                      </a:extLst>
                    </p:cNvPr>
                    <p:cNvSpPr/>
                    <p:nvPr/>
                  </p:nvSpPr>
                  <p:spPr>
                    <a:xfrm>
                      <a:off x="4396396" y="3029540"/>
                      <a:ext cx="3238" cy="38861"/>
                    </a:xfrm>
                    <a:custGeom>
                      <a:avLst/>
                      <a:gdLst>
                        <a:gd name="connsiteX0" fmla="*/ 0 w 3238"/>
                        <a:gd name="connsiteY0" fmla="*/ 38862 h 38861"/>
                        <a:gd name="connsiteX1" fmla="*/ 0 w 3238"/>
                        <a:gd name="connsiteY1" fmla="*/ 0 h 38861"/>
                        <a:gd name="connsiteX2" fmla="*/ 3238 w 3238"/>
                        <a:gd name="connsiteY2" fmla="*/ 0 h 38861"/>
                        <a:gd name="connsiteX3" fmla="*/ 3238 w 3238"/>
                        <a:gd name="connsiteY3" fmla="*/ 38862 h 38861"/>
                        <a:gd name="connsiteX4" fmla="*/ 0 w 3238"/>
                        <a:gd name="connsiteY4" fmla="*/ 38862 h 388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8" h="38861">
                          <a:moveTo>
                            <a:pt x="0" y="38862"/>
                          </a:moveTo>
                          <a:lnTo>
                            <a:pt x="0" y="0"/>
                          </a:lnTo>
                          <a:lnTo>
                            <a:pt x="3238" y="0"/>
                          </a:lnTo>
                          <a:lnTo>
                            <a:pt x="3238" y="38862"/>
                          </a:lnTo>
                          <a:lnTo>
                            <a:pt x="0" y="38862"/>
                          </a:lnTo>
                          <a:close/>
                        </a:path>
                      </a:pathLst>
                    </a:custGeom>
                    <a:solidFill>
                      <a:srgbClr val="010101"/>
                    </a:solidFill>
                    <a:ln w="2249" cap="flat">
                      <a:noFill/>
                      <a:prstDash val="solid"/>
                      <a:miter/>
                    </a:ln>
                  </p:spPr>
                  <p:txBody>
                    <a:bodyPr rtlCol="0" anchor="ctr"/>
                    <a:lstStyle/>
                    <a:p>
                      <a:endParaRPr lang="en-US"/>
                    </a:p>
                  </p:txBody>
                </p:sp>
              </p:grpSp>
              <p:sp>
                <p:nvSpPr>
                  <p:cNvPr id="1099" name="Freeform 1098">
                    <a:extLst>
                      <a:ext uri="{FF2B5EF4-FFF2-40B4-BE49-F238E27FC236}">
                        <a16:creationId xmlns:a16="http://schemas.microsoft.com/office/drawing/2014/main" id="{D6EDD5D5-8DF9-80B6-2CB3-AFC05B7281CA}"/>
                      </a:ext>
                    </a:extLst>
                  </p:cNvPr>
                  <p:cNvSpPr/>
                  <p:nvPr/>
                </p:nvSpPr>
                <p:spPr>
                  <a:xfrm>
                    <a:off x="2312521" y="3300953"/>
                    <a:ext cx="8416" cy="2909778"/>
                  </a:xfrm>
                  <a:custGeom>
                    <a:avLst/>
                    <a:gdLst>
                      <a:gd name="connsiteX0" fmla="*/ 0 w 2248"/>
                      <a:gd name="connsiteY0" fmla="*/ 777240 h 777239"/>
                      <a:gd name="connsiteX1" fmla="*/ 0 w 2248"/>
                      <a:gd name="connsiteY1" fmla="*/ 0 h 777239"/>
                    </a:gdLst>
                    <a:ahLst/>
                    <a:cxnLst>
                      <a:cxn ang="0">
                        <a:pos x="connsiteX0" y="connsiteY0"/>
                      </a:cxn>
                      <a:cxn ang="0">
                        <a:pos x="connsiteX1" y="connsiteY1"/>
                      </a:cxn>
                    </a:cxnLst>
                    <a:rect l="l" t="t" r="r" b="b"/>
                    <a:pathLst>
                      <a:path w="2248" h="777239">
                        <a:moveTo>
                          <a:pt x="0" y="777240"/>
                        </a:moveTo>
                        <a:lnTo>
                          <a:pt x="0" y="0"/>
                        </a:lnTo>
                      </a:path>
                    </a:pathLst>
                  </a:custGeom>
                  <a:ln w="4498" cap="sq">
                    <a:solidFill>
                      <a:srgbClr val="231F20"/>
                    </a:solidFill>
                    <a:prstDash val="solid"/>
                    <a:round/>
                  </a:ln>
                </p:spPr>
                <p:txBody>
                  <a:bodyPr rtlCol="0" anchor="ctr"/>
                  <a:lstStyle/>
                  <a:p>
                    <a:endParaRPr lang="en-US"/>
                  </a:p>
                </p:txBody>
              </p:sp>
              <p:sp>
                <p:nvSpPr>
                  <p:cNvPr id="1100" name="Freeform 1099">
                    <a:extLst>
                      <a:ext uri="{FF2B5EF4-FFF2-40B4-BE49-F238E27FC236}">
                        <a16:creationId xmlns:a16="http://schemas.microsoft.com/office/drawing/2014/main" id="{EF6F6137-2BD9-719F-E52E-FE53097A32A5}"/>
                      </a:ext>
                    </a:extLst>
                  </p:cNvPr>
                  <p:cNvSpPr/>
                  <p:nvPr/>
                </p:nvSpPr>
                <p:spPr>
                  <a:xfrm>
                    <a:off x="2312521" y="5044886"/>
                    <a:ext cx="40077" cy="8416"/>
                  </a:xfrm>
                  <a:custGeom>
                    <a:avLst/>
                    <a:gdLst>
                      <a:gd name="connsiteX0" fmla="*/ 0 w 10705"/>
                      <a:gd name="connsiteY0" fmla="*/ 0 h 2248"/>
                      <a:gd name="connsiteX1" fmla="*/ 10705 w 10705"/>
                      <a:gd name="connsiteY1" fmla="*/ 0 h 2248"/>
                    </a:gdLst>
                    <a:ahLst/>
                    <a:cxnLst>
                      <a:cxn ang="0">
                        <a:pos x="connsiteX0" y="connsiteY0"/>
                      </a:cxn>
                      <a:cxn ang="0">
                        <a:pos x="connsiteX1" y="connsiteY1"/>
                      </a:cxn>
                    </a:cxnLst>
                    <a:rect l="l" t="t" r="r" b="b"/>
                    <a:pathLst>
                      <a:path w="10705" h="2248">
                        <a:moveTo>
                          <a:pt x="0" y="0"/>
                        </a:moveTo>
                        <a:lnTo>
                          <a:pt x="10705" y="0"/>
                        </a:lnTo>
                      </a:path>
                    </a:pathLst>
                  </a:custGeom>
                  <a:ln w="4498" cap="sq">
                    <a:solidFill>
                      <a:srgbClr val="262626"/>
                    </a:solidFill>
                    <a:prstDash val="solid"/>
                    <a:round/>
                  </a:ln>
                </p:spPr>
                <p:txBody>
                  <a:bodyPr rtlCol="0" anchor="ctr"/>
                  <a:lstStyle/>
                  <a:p>
                    <a:endParaRPr lang="en-US"/>
                  </a:p>
                </p:txBody>
              </p:sp>
              <p:sp>
                <p:nvSpPr>
                  <p:cNvPr id="1101" name="Freeform 1100">
                    <a:extLst>
                      <a:ext uri="{FF2B5EF4-FFF2-40B4-BE49-F238E27FC236}">
                        <a16:creationId xmlns:a16="http://schemas.microsoft.com/office/drawing/2014/main" id="{51D8D025-99BD-C5EF-C520-F3F46DEC8F38}"/>
                      </a:ext>
                    </a:extLst>
                  </p:cNvPr>
                  <p:cNvSpPr/>
                  <p:nvPr/>
                </p:nvSpPr>
                <p:spPr>
                  <a:xfrm>
                    <a:off x="2312521" y="3882153"/>
                    <a:ext cx="40077" cy="8416"/>
                  </a:xfrm>
                  <a:custGeom>
                    <a:avLst/>
                    <a:gdLst>
                      <a:gd name="connsiteX0" fmla="*/ 0 w 10705"/>
                      <a:gd name="connsiteY0" fmla="*/ 0 h 2248"/>
                      <a:gd name="connsiteX1" fmla="*/ 10705 w 10705"/>
                      <a:gd name="connsiteY1" fmla="*/ 0 h 2248"/>
                    </a:gdLst>
                    <a:ahLst/>
                    <a:cxnLst>
                      <a:cxn ang="0">
                        <a:pos x="connsiteX0" y="connsiteY0"/>
                      </a:cxn>
                      <a:cxn ang="0">
                        <a:pos x="connsiteX1" y="connsiteY1"/>
                      </a:cxn>
                    </a:cxnLst>
                    <a:rect l="l" t="t" r="r" b="b"/>
                    <a:pathLst>
                      <a:path w="10705" h="2248">
                        <a:moveTo>
                          <a:pt x="0" y="0"/>
                        </a:moveTo>
                        <a:lnTo>
                          <a:pt x="10705" y="0"/>
                        </a:lnTo>
                      </a:path>
                    </a:pathLst>
                  </a:custGeom>
                  <a:ln w="4498" cap="sq">
                    <a:solidFill>
                      <a:srgbClr val="262626"/>
                    </a:solidFill>
                    <a:prstDash val="solid"/>
                    <a:round/>
                  </a:ln>
                </p:spPr>
                <p:txBody>
                  <a:bodyPr rtlCol="0" anchor="ctr"/>
                  <a:lstStyle/>
                  <a:p>
                    <a:endParaRPr lang="en-US"/>
                  </a:p>
                </p:txBody>
              </p:sp>
              <p:sp>
                <p:nvSpPr>
                  <p:cNvPr id="1102" name="Freeform 1101">
                    <a:extLst>
                      <a:ext uri="{FF2B5EF4-FFF2-40B4-BE49-F238E27FC236}">
                        <a16:creationId xmlns:a16="http://schemas.microsoft.com/office/drawing/2014/main" id="{6868F741-97DE-1671-9C19-3A6D97244E5A}"/>
                      </a:ext>
                    </a:extLst>
                  </p:cNvPr>
                  <p:cNvSpPr/>
                  <p:nvPr/>
                </p:nvSpPr>
                <p:spPr>
                  <a:xfrm>
                    <a:off x="2133608" y="6092776"/>
                    <a:ext cx="96487" cy="145321"/>
                  </a:xfrm>
                  <a:custGeom>
                    <a:avLst/>
                    <a:gdLst>
                      <a:gd name="connsiteX0" fmla="*/ 12932 w 25773"/>
                      <a:gd name="connsiteY0" fmla="*/ 0 h 38817"/>
                      <a:gd name="connsiteX1" fmla="*/ 17789 w 25773"/>
                      <a:gd name="connsiteY1" fmla="*/ 832 h 38817"/>
                      <a:gd name="connsiteX2" fmla="*/ 21275 w 25773"/>
                      <a:gd name="connsiteY2" fmla="*/ 3126 h 38817"/>
                      <a:gd name="connsiteX3" fmla="*/ 23592 w 25773"/>
                      <a:gd name="connsiteY3" fmla="*/ 6522 h 38817"/>
                      <a:gd name="connsiteX4" fmla="*/ 24964 w 25773"/>
                      <a:gd name="connsiteY4" fmla="*/ 10660 h 38817"/>
                      <a:gd name="connsiteX5" fmla="*/ 25616 w 25773"/>
                      <a:gd name="connsiteY5" fmla="*/ 15158 h 38817"/>
                      <a:gd name="connsiteX6" fmla="*/ 25773 w 25773"/>
                      <a:gd name="connsiteY6" fmla="*/ 19701 h 38817"/>
                      <a:gd name="connsiteX7" fmla="*/ 25234 w 25773"/>
                      <a:gd name="connsiteY7" fmla="*/ 26943 h 38817"/>
                      <a:gd name="connsiteX8" fmla="*/ 23254 w 25773"/>
                      <a:gd name="connsiteY8" fmla="*/ 33037 h 38817"/>
                      <a:gd name="connsiteX9" fmla="*/ 19341 w 25773"/>
                      <a:gd name="connsiteY9" fmla="*/ 37243 h 38817"/>
                      <a:gd name="connsiteX10" fmla="*/ 12909 w 25773"/>
                      <a:gd name="connsiteY10" fmla="*/ 38817 h 38817"/>
                      <a:gd name="connsiteX11" fmla="*/ 6454 w 25773"/>
                      <a:gd name="connsiteY11" fmla="*/ 37243 h 38817"/>
                      <a:gd name="connsiteX12" fmla="*/ 2519 w 25773"/>
                      <a:gd name="connsiteY12" fmla="*/ 33015 h 38817"/>
                      <a:gd name="connsiteX13" fmla="*/ 540 w 25773"/>
                      <a:gd name="connsiteY13" fmla="*/ 26808 h 38817"/>
                      <a:gd name="connsiteX14" fmla="*/ 0 w 25773"/>
                      <a:gd name="connsiteY14" fmla="*/ 19341 h 38817"/>
                      <a:gd name="connsiteX15" fmla="*/ 495 w 25773"/>
                      <a:gd name="connsiteY15" fmla="*/ 12279 h 38817"/>
                      <a:gd name="connsiteX16" fmla="*/ 2362 w 25773"/>
                      <a:gd name="connsiteY16" fmla="*/ 6095 h 38817"/>
                      <a:gd name="connsiteX17" fmla="*/ 6275 w 25773"/>
                      <a:gd name="connsiteY17" fmla="*/ 1687 h 38817"/>
                      <a:gd name="connsiteX18" fmla="*/ 12909 w 25773"/>
                      <a:gd name="connsiteY18" fmla="*/ 23 h 38817"/>
                      <a:gd name="connsiteX19" fmla="*/ 22310 w 25773"/>
                      <a:gd name="connsiteY19" fmla="*/ 19319 h 38817"/>
                      <a:gd name="connsiteX20" fmla="*/ 21950 w 25773"/>
                      <a:gd name="connsiteY20" fmla="*/ 13291 h 38817"/>
                      <a:gd name="connsiteX21" fmla="*/ 20578 w 25773"/>
                      <a:gd name="connsiteY21" fmla="*/ 8029 h 38817"/>
                      <a:gd name="connsiteX22" fmla="*/ 17699 w 25773"/>
                      <a:gd name="connsiteY22" fmla="*/ 4296 h 38817"/>
                      <a:gd name="connsiteX23" fmla="*/ 12819 w 25773"/>
                      <a:gd name="connsiteY23" fmla="*/ 2901 h 38817"/>
                      <a:gd name="connsiteX24" fmla="*/ 8141 w 25773"/>
                      <a:gd name="connsiteY24" fmla="*/ 4340 h 38817"/>
                      <a:gd name="connsiteX25" fmla="*/ 5308 w 25773"/>
                      <a:gd name="connsiteY25" fmla="*/ 8141 h 38817"/>
                      <a:gd name="connsiteX26" fmla="*/ 3868 w 25773"/>
                      <a:gd name="connsiteY26" fmla="*/ 13539 h 38817"/>
                      <a:gd name="connsiteX27" fmla="*/ 3463 w 25773"/>
                      <a:gd name="connsiteY27" fmla="*/ 19701 h 38817"/>
                      <a:gd name="connsiteX28" fmla="*/ 3913 w 25773"/>
                      <a:gd name="connsiteY28" fmla="*/ 26358 h 38817"/>
                      <a:gd name="connsiteX29" fmla="*/ 5443 w 25773"/>
                      <a:gd name="connsiteY29" fmla="*/ 31463 h 38817"/>
                      <a:gd name="connsiteX30" fmla="*/ 8321 w 25773"/>
                      <a:gd name="connsiteY30" fmla="*/ 34724 h 38817"/>
                      <a:gd name="connsiteX31" fmla="*/ 12886 w 25773"/>
                      <a:gd name="connsiteY31" fmla="*/ 35893 h 38817"/>
                      <a:gd name="connsiteX32" fmla="*/ 17834 w 25773"/>
                      <a:gd name="connsiteY32" fmla="*/ 34387 h 38817"/>
                      <a:gd name="connsiteX33" fmla="*/ 20668 w 25773"/>
                      <a:gd name="connsiteY33" fmla="*/ 30496 h 38817"/>
                      <a:gd name="connsiteX34" fmla="*/ 21972 w 25773"/>
                      <a:gd name="connsiteY34" fmla="*/ 25143 h 38817"/>
                      <a:gd name="connsiteX35" fmla="*/ 22287 w 25773"/>
                      <a:gd name="connsiteY35"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3" h="38817">
                        <a:moveTo>
                          <a:pt x="12932" y="0"/>
                        </a:moveTo>
                        <a:cubicBezTo>
                          <a:pt x="14798" y="0"/>
                          <a:pt x="16418" y="270"/>
                          <a:pt x="17789" y="832"/>
                        </a:cubicBezTo>
                        <a:cubicBezTo>
                          <a:pt x="19161" y="1394"/>
                          <a:pt x="20308" y="2159"/>
                          <a:pt x="21275" y="3126"/>
                        </a:cubicBezTo>
                        <a:cubicBezTo>
                          <a:pt x="22220" y="4093"/>
                          <a:pt x="23007" y="5240"/>
                          <a:pt x="23592" y="6522"/>
                        </a:cubicBezTo>
                        <a:cubicBezTo>
                          <a:pt x="24176" y="7826"/>
                          <a:pt x="24649" y="9198"/>
                          <a:pt x="24964" y="10660"/>
                        </a:cubicBezTo>
                        <a:cubicBezTo>
                          <a:pt x="25278" y="12122"/>
                          <a:pt x="25503" y="13629"/>
                          <a:pt x="25616" y="15158"/>
                        </a:cubicBezTo>
                        <a:cubicBezTo>
                          <a:pt x="25728" y="16687"/>
                          <a:pt x="25773" y="18217"/>
                          <a:pt x="25773" y="19701"/>
                        </a:cubicBezTo>
                        <a:cubicBezTo>
                          <a:pt x="25773" y="22220"/>
                          <a:pt x="25593" y="24626"/>
                          <a:pt x="25234" y="26943"/>
                        </a:cubicBezTo>
                        <a:cubicBezTo>
                          <a:pt x="24874" y="29236"/>
                          <a:pt x="24221" y="31283"/>
                          <a:pt x="23254" y="33037"/>
                        </a:cubicBezTo>
                        <a:cubicBezTo>
                          <a:pt x="22310"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900" y="29169"/>
                          <a:pt x="540" y="26808"/>
                        </a:cubicBezTo>
                        <a:cubicBezTo>
                          <a:pt x="180" y="24446"/>
                          <a:pt x="0" y="21950"/>
                          <a:pt x="0" y="19341"/>
                        </a:cubicBezTo>
                        <a:cubicBezTo>
                          <a:pt x="0" y="16935"/>
                          <a:pt x="158" y="14573"/>
                          <a:pt x="495" y="12279"/>
                        </a:cubicBezTo>
                        <a:cubicBezTo>
                          <a:pt x="810" y="9985"/>
                          <a:pt x="1439" y="7916"/>
                          <a:pt x="2362" y="6095"/>
                        </a:cubicBezTo>
                        <a:cubicBezTo>
                          <a:pt x="3284" y="4273"/>
                          <a:pt x="4588" y="2811"/>
                          <a:pt x="6275" y="1687"/>
                        </a:cubicBezTo>
                        <a:cubicBezTo>
                          <a:pt x="7961" y="562"/>
                          <a:pt x="10188" y="23"/>
                          <a:pt x="12909" y="23"/>
                        </a:cubicBezTo>
                        <a:close/>
                        <a:moveTo>
                          <a:pt x="22310" y="19319"/>
                        </a:moveTo>
                        <a:cubicBezTo>
                          <a:pt x="22310" y="17272"/>
                          <a:pt x="22197" y="15270"/>
                          <a:pt x="21950" y="13291"/>
                        </a:cubicBezTo>
                        <a:cubicBezTo>
                          <a:pt x="21703" y="11312"/>
                          <a:pt x="21253" y="9581"/>
                          <a:pt x="20578" y="8029"/>
                        </a:cubicBezTo>
                        <a:cubicBezTo>
                          <a:pt x="19904" y="6477"/>
                          <a:pt x="18936" y="5240"/>
                          <a:pt x="17699" y="4296"/>
                        </a:cubicBezTo>
                        <a:cubicBezTo>
                          <a:pt x="16463" y="3351"/>
                          <a:pt x="14821" y="2901"/>
                          <a:pt x="12819" y="2901"/>
                        </a:cubicBezTo>
                        <a:cubicBezTo>
                          <a:pt x="10908" y="2901"/>
                          <a:pt x="9356" y="3373"/>
                          <a:pt x="8141" y="4340"/>
                        </a:cubicBezTo>
                        <a:cubicBezTo>
                          <a:pt x="6927" y="5308"/>
                          <a:pt x="5982" y="6567"/>
                          <a:pt x="5308" y="8141"/>
                        </a:cubicBezTo>
                        <a:cubicBezTo>
                          <a:pt x="4633" y="9716"/>
                          <a:pt x="4138" y="11515"/>
                          <a:pt x="3868" y="13539"/>
                        </a:cubicBezTo>
                        <a:cubicBezTo>
                          <a:pt x="3599" y="15563"/>
                          <a:pt x="3463" y="17609"/>
                          <a:pt x="3463" y="19701"/>
                        </a:cubicBezTo>
                        <a:cubicBezTo>
                          <a:pt x="3463" y="22152"/>
                          <a:pt x="3621" y="24379"/>
                          <a:pt x="3913" y="26358"/>
                        </a:cubicBezTo>
                        <a:cubicBezTo>
                          <a:pt x="4228" y="28359"/>
                          <a:pt x="4723" y="30046"/>
                          <a:pt x="5443" y="31463"/>
                        </a:cubicBezTo>
                        <a:cubicBezTo>
                          <a:pt x="6162" y="32857"/>
                          <a:pt x="7129" y="33959"/>
                          <a:pt x="8321" y="34724"/>
                        </a:cubicBezTo>
                        <a:cubicBezTo>
                          <a:pt x="9536" y="35489"/>
                          <a:pt x="11042" y="35893"/>
                          <a:pt x="12886" y="35893"/>
                        </a:cubicBezTo>
                        <a:cubicBezTo>
                          <a:pt x="14933" y="35893"/>
                          <a:pt x="16575" y="35399"/>
                          <a:pt x="17834" y="34387"/>
                        </a:cubicBezTo>
                        <a:cubicBezTo>
                          <a:pt x="19071" y="33375"/>
                          <a:pt x="20016" y="32093"/>
                          <a:pt x="20668" y="30496"/>
                        </a:cubicBezTo>
                        <a:cubicBezTo>
                          <a:pt x="21320" y="28899"/>
                          <a:pt x="21748" y="27122"/>
                          <a:pt x="21972" y="25143"/>
                        </a:cubicBezTo>
                        <a:cubicBezTo>
                          <a:pt x="22197" y="23164"/>
                          <a:pt x="22287" y="21230"/>
                          <a:pt x="22287" y="19319"/>
                        </a:cubicBezTo>
                        <a:close/>
                      </a:path>
                    </a:pathLst>
                  </a:custGeom>
                  <a:solidFill>
                    <a:srgbClr val="231F20"/>
                  </a:solidFill>
                  <a:ln w="2249" cap="flat">
                    <a:noFill/>
                    <a:prstDash val="solid"/>
                    <a:miter/>
                  </a:ln>
                </p:spPr>
                <p:txBody>
                  <a:bodyPr rtlCol="0" anchor="ctr"/>
                  <a:lstStyle/>
                  <a:p>
                    <a:endParaRPr lang="en-US"/>
                  </a:p>
                </p:txBody>
              </p:sp>
              <p:grpSp>
                <p:nvGrpSpPr>
                  <p:cNvPr id="1103" name="Graphic 4479">
                    <a:extLst>
                      <a:ext uri="{FF2B5EF4-FFF2-40B4-BE49-F238E27FC236}">
                        <a16:creationId xmlns:a16="http://schemas.microsoft.com/office/drawing/2014/main" id="{FD3B8686-96E3-E062-7D6C-8683724B88FC}"/>
                      </a:ext>
                    </a:extLst>
                  </p:cNvPr>
                  <p:cNvGrpSpPr/>
                  <p:nvPr/>
                </p:nvGrpSpPr>
                <p:grpSpPr>
                  <a:xfrm>
                    <a:off x="1931622" y="4992683"/>
                    <a:ext cx="263024" cy="145321"/>
                    <a:chOff x="3465709" y="2663679"/>
                    <a:chExt cx="70257" cy="38817"/>
                  </a:xfrm>
                  <a:solidFill>
                    <a:srgbClr val="231F20"/>
                  </a:solidFill>
                </p:grpSpPr>
                <p:sp>
                  <p:nvSpPr>
                    <p:cNvPr id="1192" name="Freeform 1191">
                      <a:extLst>
                        <a:ext uri="{FF2B5EF4-FFF2-40B4-BE49-F238E27FC236}">
                          <a16:creationId xmlns:a16="http://schemas.microsoft.com/office/drawing/2014/main" id="{85320B0E-E482-CE44-B264-A07D04A78358}"/>
                        </a:ext>
                      </a:extLst>
                    </p:cNvPr>
                    <p:cNvSpPr/>
                    <p:nvPr/>
                  </p:nvSpPr>
                  <p:spPr>
                    <a:xfrm>
                      <a:off x="3465709" y="2663679"/>
                      <a:ext cx="25773" cy="38817"/>
                    </a:xfrm>
                    <a:custGeom>
                      <a:avLst/>
                      <a:gdLst>
                        <a:gd name="connsiteX0" fmla="*/ 12932 w 25773"/>
                        <a:gd name="connsiteY0" fmla="*/ 0 h 38817"/>
                        <a:gd name="connsiteX1" fmla="*/ 17789 w 25773"/>
                        <a:gd name="connsiteY1" fmla="*/ 832 h 38817"/>
                        <a:gd name="connsiteX2" fmla="*/ 21275 w 25773"/>
                        <a:gd name="connsiteY2" fmla="*/ 3126 h 38817"/>
                        <a:gd name="connsiteX3" fmla="*/ 23592 w 25773"/>
                        <a:gd name="connsiteY3" fmla="*/ 6522 h 38817"/>
                        <a:gd name="connsiteX4" fmla="*/ 24963 w 25773"/>
                        <a:gd name="connsiteY4" fmla="*/ 10660 h 38817"/>
                        <a:gd name="connsiteX5" fmla="*/ 25616 w 25773"/>
                        <a:gd name="connsiteY5" fmla="*/ 15158 h 38817"/>
                        <a:gd name="connsiteX6" fmla="*/ 25773 w 25773"/>
                        <a:gd name="connsiteY6" fmla="*/ 19701 h 38817"/>
                        <a:gd name="connsiteX7" fmla="*/ 25233 w 25773"/>
                        <a:gd name="connsiteY7" fmla="*/ 26943 h 38817"/>
                        <a:gd name="connsiteX8" fmla="*/ 23254 w 25773"/>
                        <a:gd name="connsiteY8" fmla="*/ 33037 h 38817"/>
                        <a:gd name="connsiteX9" fmla="*/ 19341 w 25773"/>
                        <a:gd name="connsiteY9" fmla="*/ 37243 h 38817"/>
                        <a:gd name="connsiteX10" fmla="*/ 12909 w 25773"/>
                        <a:gd name="connsiteY10" fmla="*/ 38817 h 38817"/>
                        <a:gd name="connsiteX11" fmla="*/ 6454 w 25773"/>
                        <a:gd name="connsiteY11" fmla="*/ 37243 h 38817"/>
                        <a:gd name="connsiteX12" fmla="*/ 2519 w 25773"/>
                        <a:gd name="connsiteY12" fmla="*/ 33015 h 38817"/>
                        <a:gd name="connsiteX13" fmla="*/ 540 w 25773"/>
                        <a:gd name="connsiteY13" fmla="*/ 26808 h 38817"/>
                        <a:gd name="connsiteX14" fmla="*/ 0 w 25773"/>
                        <a:gd name="connsiteY14" fmla="*/ 19341 h 38817"/>
                        <a:gd name="connsiteX15" fmla="*/ 495 w 25773"/>
                        <a:gd name="connsiteY15" fmla="*/ 12279 h 38817"/>
                        <a:gd name="connsiteX16" fmla="*/ 2362 w 25773"/>
                        <a:gd name="connsiteY16" fmla="*/ 6095 h 38817"/>
                        <a:gd name="connsiteX17" fmla="*/ 6275 w 25773"/>
                        <a:gd name="connsiteY17" fmla="*/ 1687 h 38817"/>
                        <a:gd name="connsiteX18" fmla="*/ 12909 w 25773"/>
                        <a:gd name="connsiteY18" fmla="*/ 23 h 38817"/>
                        <a:gd name="connsiteX19" fmla="*/ 22332 w 25773"/>
                        <a:gd name="connsiteY19" fmla="*/ 19319 h 38817"/>
                        <a:gd name="connsiteX20" fmla="*/ 21972 w 25773"/>
                        <a:gd name="connsiteY20" fmla="*/ 13291 h 38817"/>
                        <a:gd name="connsiteX21" fmla="*/ 20601 w 25773"/>
                        <a:gd name="connsiteY21" fmla="*/ 8029 h 38817"/>
                        <a:gd name="connsiteX22" fmla="*/ 17722 w 25773"/>
                        <a:gd name="connsiteY22" fmla="*/ 4296 h 38817"/>
                        <a:gd name="connsiteX23" fmla="*/ 12842 w 25773"/>
                        <a:gd name="connsiteY23" fmla="*/ 2901 h 38817"/>
                        <a:gd name="connsiteX24" fmla="*/ 8164 w 25773"/>
                        <a:gd name="connsiteY24" fmla="*/ 4341 h 38817"/>
                        <a:gd name="connsiteX25" fmla="*/ 5330 w 25773"/>
                        <a:gd name="connsiteY25" fmla="*/ 8141 h 38817"/>
                        <a:gd name="connsiteX26" fmla="*/ 3891 w 25773"/>
                        <a:gd name="connsiteY26" fmla="*/ 13539 h 38817"/>
                        <a:gd name="connsiteX27" fmla="*/ 3486 w 25773"/>
                        <a:gd name="connsiteY27" fmla="*/ 19701 h 38817"/>
                        <a:gd name="connsiteX28" fmla="*/ 3936 w 25773"/>
                        <a:gd name="connsiteY28" fmla="*/ 26358 h 38817"/>
                        <a:gd name="connsiteX29" fmla="*/ 5465 w 25773"/>
                        <a:gd name="connsiteY29" fmla="*/ 31463 h 38817"/>
                        <a:gd name="connsiteX30" fmla="*/ 8344 w 25773"/>
                        <a:gd name="connsiteY30" fmla="*/ 34724 h 38817"/>
                        <a:gd name="connsiteX31" fmla="*/ 12909 w 25773"/>
                        <a:gd name="connsiteY31" fmla="*/ 35893 h 38817"/>
                        <a:gd name="connsiteX32" fmla="*/ 17857 w 25773"/>
                        <a:gd name="connsiteY32" fmla="*/ 34387 h 38817"/>
                        <a:gd name="connsiteX33" fmla="*/ 20691 w 25773"/>
                        <a:gd name="connsiteY33" fmla="*/ 30496 h 38817"/>
                        <a:gd name="connsiteX34" fmla="*/ 21995 w 25773"/>
                        <a:gd name="connsiteY34" fmla="*/ 25143 h 38817"/>
                        <a:gd name="connsiteX35" fmla="*/ 22310 w 25773"/>
                        <a:gd name="connsiteY35"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3" h="38817">
                          <a:moveTo>
                            <a:pt x="12932" y="0"/>
                          </a:moveTo>
                          <a:cubicBezTo>
                            <a:pt x="14798" y="0"/>
                            <a:pt x="16418" y="270"/>
                            <a:pt x="17789" y="832"/>
                          </a:cubicBezTo>
                          <a:cubicBezTo>
                            <a:pt x="19161" y="1394"/>
                            <a:pt x="20308" y="2159"/>
                            <a:pt x="21275" y="3126"/>
                          </a:cubicBezTo>
                          <a:cubicBezTo>
                            <a:pt x="22220" y="4093"/>
                            <a:pt x="23007" y="5240"/>
                            <a:pt x="23592" y="6522"/>
                          </a:cubicBezTo>
                          <a:cubicBezTo>
                            <a:pt x="24176" y="7826"/>
                            <a:pt x="24649" y="9198"/>
                            <a:pt x="24963" y="10660"/>
                          </a:cubicBezTo>
                          <a:cubicBezTo>
                            <a:pt x="25278" y="12122"/>
                            <a:pt x="25503" y="13629"/>
                            <a:pt x="25616" y="15158"/>
                          </a:cubicBezTo>
                          <a:cubicBezTo>
                            <a:pt x="25728" y="16687"/>
                            <a:pt x="25773" y="18217"/>
                            <a:pt x="25773" y="19701"/>
                          </a:cubicBezTo>
                          <a:cubicBezTo>
                            <a:pt x="25773" y="22220"/>
                            <a:pt x="25593" y="24626"/>
                            <a:pt x="25233" y="26943"/>
                          </a:cubicBezTo>
                          <a:cubicBezTo>
                            <a:pt x="24874" y="29236"/>
                            <a:pt x="24221" y="31283"/>
                            <a:pt x="23254" y="33037"/>
                          </a:cubicBezTo>
                          <a:cubicBezTo>
                            <a:pt x="22310"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900" y="29169"/>
                            <a:pt x="540" y="26808"/>
                          </a:cubicBezTo>
                          <a:cubicBezTo>
                            <a:pt x="180" y="24446"/>
                            <a:pt x="0" y="21950"/>
                            <a:pt x="0" y="19341"/>
                          </a:cubicBezTo>
                          <a:cubicBezTo>
                            <a:pt x="0" y="16935"/>
                            <a:pt x="158" y="14573"/>
                            <a:pt x="495" y="12279"/>
                          </a:cubicBezTo>
                          <a:cubicBezTo>
                            <a:pt x="810" y="9985"/>
                            <a:pt x="1439" y="7916"/>
                            <a:pt x="2362" y="6095"/>
                          </a:cubicBezTo>
                          <a:cubicBezTo>
                            <a:pt x="3284" y="4273"/>
                            <a:pt x="4588" y="2811"/>
                            <a:pt x="6275" y="1687"/>
                          </a:cubicBezTo>
                          <a:cubicBezTo>
                            <a:pt x="7961" y="562"/>
                            <a:pt x="10188" y="23"/>
                            <a:pt x="12909" y="23"/>
                          </a:cubicBezTo>
                          <a:close/>
                          <a:moveTo>
                            <a:pt x="22332" y="19319"/>
                          </a:moveTo>
                          <a:cubicBezTo>
                            <a:pt x="22332" y="17272"/>
                            <a:pt x="22220" y="15270"/>
                            <a:pt x="21972" y="13291"/>
                          </a:cubicBezTo>
                          <a:cubicBezTo>
                            <a:pt x="21725" y="11312"/>
                            <a:pt x="21275" y="9581"/>
                            <a:pt x="20601" y="8029"/>
                          </a:cubicBezTo>
                          <a:cubicBezTo>
                            <a:pt x="19926" y="6477"/>
                            <a:pt x="18959" y="5240"/>
                            <a:pt x="17722" y="4296"/>
                          </a:cubicBezTo>
                          <a:cubicBezTo>
                            <a:pt x="16485" y="3351"/>
                            <a:pt x="14843" y="2901"/>
                            <a:pt x="12842" y="2901"/>
                          </a:cubicBezTo>
                          <a:cubicBezTo>
                            <a:pt x="10930" y="2901"/>
                            <a:pt x="9378" y="3373"/>
                            <a:pt x="8164" y="4341"/>
                          </a:cubicBezTo>
                          <a:cubicBezTo>
                            <a:pt x="6949" y="5308"/>
                            <a:pt x="6005" y="6567"/>
                            <a:pt x="5330" y="8141"/>
                          </a:cubicBezTo>
                          <a:cubicBezTo>
                            <a:pt x="4655" y="9716"/>
                            <a:pt x="4161" y="11515"/>
                            <a:pt x="3891" y="13539"/>
                          </a:cubicBezTo>
                          <a:cubicBezTo>
                            <a:pt x="3621" y="15563"/>
                            <a:pt x="3486" y="17609"/>
                            <a:pt x="3486" y="19701"/>
                          </a:cubicBezTo>
                          <a:cubicBezTo>
                            <a:pt x="3486" y="22152"/>
                            <a:pt x="3643" y="24379"/>
                            <a:pt x="3936" y="26358"/>
                          </a:cubicBezTo>
                          <a:cubicBezTo>
                            <a:pt x="4251" y="28359"/>
                            <a:pt x="4745" y="30046"/>
                            <a:pt x="5465" y="31463"/>
                          </a:cubicBezTo>
                          <a:cubicBezTo>
                            <a:pt x="6185" y="32857"/>
                            <a:pt x="7152" y="33959"/>
                            <a:pt x="8344" y="34724"/>
                          </a:cubicBezTo>
                          <a:cubicBezTo>
                            <a:pt x="9558" y="35489"/>
                            <a:pt x="11065" y="35893"/>
                            <a:pt x="12909" y="35893"/>
                          </a:cubicBezTo>
                          <a:cubicBezTo>
                            <a:pt x="14956" y="35893"/>
                            <a:pt x="16597" y="35399"/>
                            <a:pt x="17857" y="34387"/>
                          </a:cubicBezTo>
                          <a:cubicBezTo>
                            <a:pt x="19094" y="33375"/>
                            <a:pt x="20038" y="32093"/>
                            <a:pt x="20691" y="30496"/>
                          </a:cubicBezTo>
                          <a:cubicBezTo>
                            <a:pt x="21343" y="28899"/>
                            <a:pt x="21770" y="27122"/>
                            <a:pt x="21995" y="25143"/>
                          </a:cubicBezTo>
                          <a:cubicBezTo>
                            <a:pt x="22220" y="23164"/>
                            <a:pt x="22310" y="21230"/>
                            <a:pt x="22310" y="19319"/>
                          </a:cubicBezTo>
                          <a:close/>
                        </a:path>
                      </a:pathLst>
                    </a:custGeom>
                    <a:solidFill>
                      <a:srgbClr val="231F20"/>
                    </a:solidFill>
                    <a:ln w="2249" cap="flat">
                      <a:noFill/>
                      <a:prstDash val="solid"/>
                      <a:miter/>
                    </a:ln>
                  </p:spPr>
                  <p:txBody>
                    <a:bodyPr rtlCol="0" anchor="ctr"/>
                    <a:lstStyle/>
                    <a:p>
                      <a:endParaRPr lang="en-US"/>
                    </a:p>
                  </p:txBody>
                </p:sp>
                <p:sp>
                  <p:nvSpPr>
                    <p:cNvPr id="1193" name="Freeform 1192">
                      <a:extLst>
                        <a:ext uri="{FF2B5EF4-FFF2-40B4-BE49-F238E27FC236}">
                          <a16:creationId xmlns:a16="http://schemas.microsoft.com/office/drawing/2014/main" id="{02DB6E5B-18D2-1AD5-3CBF-2A56F8D75532}"/>
                        </a:ext>
                      </a:extLst>
                    </p:cNvPr>
                    <p:cNvSpPr/>
                    <p:nvPr/>
                  </p:nvSpPr>
                  <p:spPr>
                    <a:xfrm>
                      <a:off x="3499151" y="2696986"/>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231F20"/>
                    </a:solidFill>
                    <a:ln w="2249" cap="flat">
                      <a:noFill/>
                      <a:prstDash val="solid"/>
                      <a:miter/>
                    </a:ln>
                  </p:spPr>
                  <p:txBody>
                    <a:bodyPr rtlCol="0" anchor="ctr"/>
                    <a:lstStyle/>
                    <a:p>
                      <a:endParaRPr lang="en-US"/>
                    </a:p>
                  </p:txBody>
                </p:sp>
                <p:sp>
                  <p:nvSpPr>
                    <p:cNvPr id="1194" name="Freeform 1193">
                      <a:extLst>
                        <a:ext uri="{FF2B5EF4-FFF2-40B4-BE49-F238E27FC236}">
                          <a16:creationId xmlns:a16="http://schemas.microsoft.com/office/drawing/2014/main" id="{16AC1E4B-98AB-2F80-50F1-D32F4DACEF9D}"/>
                        </a:ext>
                      </a:extLst>
                    </p:cNvPr>
                    <p:cNvSpPr/>
                    <p:nvPr/>
                  </p:nvSpPr>
                  <p:spPr>
                    <a:xfrm>
                      <a:off x="3510553" y="2664039"/>
                      <a:ext cx="25413" cy="38389"/>
                    </a:xfrm>
                    <a:custGeom>
                      <a:avLst/>
                      <a:gdLst>
                        <a:gd name="connsiteX0" fmla="*/ 3441 w 25413"/>
                        <a:gd name="connsiteY0" fmla="*/ 27820 h 38389"/>
                        <a:gd name="connsiteX1" fmla="*/ 6544 w 25413"/>
                        <a:gd name="connsiteY1" fmla="*/ 33622 h 38389"/>
                        <a:gd name="connsiteX2" fmla="*/ 12841 w 25413"/>
                        <a:gd name="connsiteY2" fmla="*/ 35534 h 38389"/>
                        <a:gd name="connsiteX3" fmla="*/ 16642 w 25413"/>
                        <a:gd name="connsiteY3" fmla="*/ 34769 h 38389"/>
                        <a:gd name="connsiteX4" fmla="*/ 19521 w 25413"/>
                        <a:gd name="connsiteY4" fmla="*/ 32700 h 38389"/>
                        <a:gd name="connsiteX5" fmla="*/ 21320 w 25413"/>
                        <a:gd name="connsiteY5" fmla="*/ 29619 h 38389"/>
                        <a:gd name="connsiteX6" fmla="*/ 21950 w 25413"/>
                        <a:gd name="connsiteY6" fmla="*/ 25818 h 38389"/>
                        <a:gd name="connsiteX7" fmla="*/ 21275 w 25413"/>
                        <a:gd name="connsiteY7" fmla="*/ 21927 h 38389"/>
                        <a:gd name="connsiteX8" fmla="*/ 19386 w 25413"/>
                        <a:gd name="connsiteY8" fmla="*/ 18846 h 38389"/>
                        <a:gd name="connsiteX9" fmla="*/ 16417 w 25413"/>
                        <a:gd name="connsiteY9" fmla="*/ 16845 h 38389"/>
                        <a:gd name="connsiteX10" fmla="*/ 12504 w 25413"/>
                        <a:gd name="connsiteY10" fmla="*/ 16148 h 38389"/>
                        <a:gd name="connsiteX11" fmla="*/ 7871 w 25413"/>
                        <a:gd name="connsiteY11" fmla="*/ 17092 h 38389"/>
                        <a:gd name="connsiteX12" fmla="*/ 4251 w 25413"/>
                        <a:gd name="connsiteY12" fmla="*/ 20083 h 38389"/>
                        <a:gd name="connsiteX13" fmla="*/ 1394 w 25413"/>
                        <a:gd name="connsiteY13" fmla="*/ 19701 h 38389"/>
                        <a:gd name="connsiteX14" fmla="*/ 4475 w 25413"/>
                        <a:gd name="connsiteY14" fmla="*/ 0 h 38389"/>
                        <a:gd name="connsiteX15" fmla="*/ 23367 w 25413"/>
                        <a:gd name="connsiteY15" fmla="*/ 0 h 38389"/>
                        <a:gd name="connsiteX16" fmla="*/ 23367 w 25413"/>
                        <a:gd name="connsiteY16" fmla="*/ 2924 h 38389"/>
                        <a:gd name="connsiteX17" fmla="*/ 7399 w 25413"/>
                        <a:gd name="connsiteY17" fmla="*/ 2924 h 38389"/>
                        <a:gd name="connsiteX18" fmla="*/ 5015 w 25413"/>
                        <a:gd name="connsiteY18" fmla="*/ 15720 h 38389"/>
                        <a:gd name="connsiteX19" fmla="*/ 7084 w 25413"/>
                        <a:gd name="connsiteY19" fmla="*/ 14528 h 38389"/>
                        <a:gd name="connsiteX20" fmla="*/ 8996 w 25413"/>
                        <a:gd name="connsiteY20" fmla="*/ 13741 h 38389"/>
                        <a:gd name="connsiteX21" fmla="*/ 11020 w 25413"/>
                        <a:gd name="connsiteY21" fmla="*/ 13336 h 38389"/>
                        <a:gd name="connsiteX22" fmla="*/ 13359 w 25413"/>
                        <a:gd name="connsiteY22" fmla="*/ 13224 h 38389"/>
                        <a:gd name="connsiteX23" fmla="*/ 18171 w 25413"/>
                        <a:gd name="connsiteY23" fmla="*/ 14078 h 38389"/>
                        <a:gd name="connsiteX24" fmla="*/ 21995 w 25413"/>
                        <a:gd name="connsiteY24" fmla="*/ 16552 h 38389"/>
                        <a:gd name="connsiteX25" fmla="*/ 24514 w 25413"/>
                        <a:gd name="connsiteY25" fmla="*/ 20510 h 38389"/>
                        <a:gd name="connsiteX26" fmla="*/ 25413 w 25413"/>
                        <a:gd name="connsiteY26" fmla="*/ 25773 h 38389"/>
                        <a:gd name="connsiteX27" fmla="*/ 24424 w 25413"/>
                        <a:gd name="connsiteY27" fmla="*/ 31148 h 38389"/>
                        <a:gd name="connsiteX28" fmla="*/ 21747 w 25413"/>
                        <a:gd name="connsiteY28" fmla="*/ 35106 h 38389"/>
                        <a:gd name="connsiteX29" fmla="*/ 17879 w 25413"/>
                        <a:gd name="connsiteY29" fmla="*/ 37558 h 38389"/>
                        <a:gd name="connsiteX30" fmla="*/ 13381 w 25413"/>
                        <a:gd name="connsiteY30" fmla="*/ 38390 h 38389"/>
                        <a:gd name="connsiteX31" fmla="*/ 8344 w 25413"/>
                        <a:gd name="connsiteY31" fmla="*/ 37850 h 38389"/>
                        <a:gd name="connsiteX32" fmla="*/ 4206 w 25413"/>
                        <a:gd name="connsiteY32" fmla="*/ 36051 h 38389"/>
                        <a:gd name="connsiteX33" fmla="*/ 1327 w 25413"/>
                        <a:gd name="connsiteY33" fmla="*/ 32767 h 38389"/>
                        <a:gd name="connsiteX34" fmla="*/ 0 w 25413"/>
                        <a:gd name="connsiteY34" fmla="*/ 27775 h 38389"/>
                        <a:gd name="connsiteX35" fmla="*/ 3463 w 25413"/>
                        <a:gd name="connsiteY35" fmla="*/ 27775 h 38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413" h="38389">
                          <a:moveTo>
                            <a:pt x="3441" y="27820"/>
                          </a:moveTo>
                          <a:cubicBezTo>
                            <a:pt x="3801" y="30406"/>
                            <a:pt x="4835" y="32340"/>
                            <a:pt x="6544" y="33622"/>
                          </a:cubicBezTo>
                          <a:cubicBezTo>
                            <a:pt x="8254" y="34904"/>
                            <a:pt x="10345" y="35534"/>
                            <a:pt x="12841" y="35534"/>
                          </a:cubicBezTo>
                          <a:cubicBezTo>
                            <a:pt x="14236" y="35534"/>
                            <a:pt x="15518" y="35286"/>
                            <a:pt x="16642" y="34769"/>
                          </a:cubicBezTo>
                          <a:cubicBezTo>
                            <a:pt x="17767" y="34252"/>
                            <a:pt x="18734" y="33577"/>
                            <a:pt x="19521" y="32700"/>
                          </a:cubicBezTo>
                          <a:cubicBezTo>
                            <a:pt x="20308" y="31823"/>
                            <a:pt x="20915" y="30788"/>
                            <a:pt x="21320" y="29619"/>
                          </a:cubicBezTo>
                          <a:cubicBezTo>
                            <a:pt x="21725" y="28449"/>
                            <a:pt x="21950" y="27190"/>
                            <a:pt x="21950" y="25818"/>
                          </a:cubicBezTo>
                          <a:cubicBezTo>
                            <a:pt x="21950" y="24446"/>
                            <a:pt x="21725" y="23119"/>
                            <a:pt x="21275" y="21927"/>
                          </a:cubicBezTo>
                          <a:cubicBezTo>
                            <a:pt x="20825" y="20735"/>
                            <a:pt x="20196" y="19723"/>
                            <a:pt x="19386" y="18846"/>
                          </a:cubicBezTo>
                          <a:cubicBezTo>
                            <a:pt x="18576" y="17992"/>
                            <a:pt x="17587" y="17317"/>
                            <a:pt x="16417" y="16845"/>
                          </a:cubicBezTo>
                          <a:cubicBezTo>
                            <a:pt x="15248" y="16372"/>
                            <a:pt x="13943" y="16148"/>
                            <a:pt x="12504" y="16148"/>
                          </a:cubicBezTo>
                          <a:cubicBezTo>
                            <a:pt x="10772" y="16148"/>
                            <a:pt x="9221" y="16462"/>
                            <a:pt x="7871" y="17092"/>
                          </a:cubicBezTo>
                          <a:cubicBezTo>
                            <a:pt x="6500" y="17722"/>
                            <a:pt x="5308" y="18711"/>
                            <a:pt x="4251" y="20083"/>
                          </a:cubicBezTo>
                          <a:lnTo>
                            <a:pt x="1394" y="19701"/>
                          </a:lnTo>
                          <a:lnTo>
                            <a:pt x="4475" y="0"/>
                          </a:lnTo>
                          <a:lnTo>
                            <a:pt x="23367" y="0"/>
                          </a:lnTo>
                          <a:lnTo>
                            <a:pt x="23367" y="2924"/>
                          </a:lnTo>
                          <a:lnTo>
                            <a:pt x="7399" y="2924"/>
                          </a:lnTo>
                          <a:lnTo>
                            <a:pt x="5015" y="15720"/>
                          </a:lnTo>
                          <a:cubicBezTo>
                            <a:pt x="5780" y="15248"/>
                            <a:pt x="6454" y="14866"/>
                            <a:pt x="7084" y="14528"/>
                          </a:cubicBezTo>
                          <a:cubicBezTo>
                            <a:pt x="7714" y="14213"/>
                            <a:pt x="8344" y="13944"/>
                            <a:pt x="8996" y="13741"/>
                          </a:cubicBezTo>
                          <a:cubicBezTo>
                            <a:pt x="9648" y="13539"/>
                            <a:pt x="10323" y="13404"/>
                            <a:pt x="11020" y="13336"/>
                          </a:cubicBezTo>
                          <a:cubicBezTo>
                            <a:pt x="11717" y="13269"/>
                            <a:pt x="12504" y="13224"/>
                            <a:pt x="13359" y="13224"/>
                          </a:cubicBezTo>
                          <a:cubicBezTo>
                            <a:pt x="15090" y="13224"/>
                            <a:pt x="16687" y="13516"/>
                            <a:pt x="18171" y="14078"/>
                          </a:cubicBezTo>
                          <a:cubicBezTo>
                            <a:pt x="19656" y="14663"/>
                            <a:pt x="20915" y="15473"/>
                            <a:pt x="21995" y="16552"/>
                          </a:cubicBezTo>
                          <a:cubicBezTo>
                            <a:pt x="23074" y="17632"/>
                            <a:pt x="23906" y="18959"/>
                            <a:pt x="24514" y="20510"/>
                          </a:cubicBezTo>
                          <a:cubicBezTo>
                            <a:pt x="25098" y="22085"/>
                            <a:pt x="25413" y="23839"/>
                            <a:pt x="25413" y="25773"/>
                          </a:cubicBezTo>
                          <a:cubicBezTo>
                            <a:pt x="25413" y="27707"/>
                            <a:pt x="25076" y="29574"/>
                            <a:pt x="24424" y="31148"/>
                          </a:cubicBezTo>
                          <a:cubicBezTo>
                            <a:pt x="23749" y="32722"/>
                            <a:pt x="22872" y="34027"/>
                            <a:pt x="21747" y="35106"/>
                          </a:cubicBezTo>
                          <a:cubicBezTo>
                            <a:pt x="20623" y="36186"/>
                            <a:pt x="19341" y="36995"/>
                            <a:pt x="17879" y="37558"/>
                          </a:cubicBezTo>
                          <a:cubicBezTo>
                            <a:pt x="16417" y="38120"/>
                            <a:pt x="14911" y="38390"/>
                            <a:pt x="13381" y="38390"/>
                          </a:cubicBezTo>
                          <a:cubicBezTo>
                            <a:pt x="11582" y="38390"/>
                            <a:pt x="9895" y="38210"/>
                            <a:pt x="8344" y="37850"/>
                          </a:cubicBezTo>
                          <a:cubicBezTo>
                            <a:pt x="6769" y="37490"/>
                            <a:pt x="5398" y="36883"/>
                            <a:pt x="4206" y="36051"/>
                          </a:cubicBezTo>
                          <a:cubicBezTo>
                            <a:pt x="3014" y="35196"/>
                            <a:pt x="2046" y="34117"/>
                            <a:pt x="1327" y="32767"/>
                          </a:cubicBezTo>
                          <a:cubicBezTo>
                            <a:pt x="585" y="31418"/>
                            <a:pt x="157" y="29754"/>
                            <a:pt x="0" y="27775"/>
                          </a:cubicBezTo>
                          <a:lnTo>
                            <a:pt x="3463" y="27775"/>
                          </a:lnTo>
                          <a:close/>
                        </a:path>
                      </a:pathLst>
                    </a:custGeom>
                    <a:solidFill>
                      <a:srgbClr val="231F20"/>
                    </a:solidFill>
                    <a:ln w="2249" cap="flat">
                      <a:noFill/>
                      <a:prstDash val="solid"/>
                      <a:miter/>
                    </a:ln>
                  </p:spPr>
                  <p:txBody>
                    <a:bodyPr rtlCol="0" anchor="ctr"/>
                    <a:lstStyle/>
                    <a:p>
                      <a:endParaRPr lang="en-US"/>
                    </a:p>
                  </p:txBody>
                </p:sp>
              </p:grpSp>
              <p:sp>
                <p:nvSpPr>
                  <p:cNvPr id="1104" name="Freeform 1103">
                    <a:extLst>
                      <a:ext uri="{FF2B5EF4-FFF2-40B4-BE49-F238E27FC236}">
                        <a16:creationId xmlns:a16="http://schemas.microsoft.com/office/drawing/2014/main" id="{F408EC36-7749-EF9B-5BC5-6C2931F366EA}"/>
                      </a:ext>
                    </a:extLst>
                  </p:cNvPr>
                  <p:cNvSpPr/>
                  <p:nvPr/>
                </p:nvSpPr>
                <p:spPr>
                  <a:xfrm>
                    <a:off x="2150024" y="3824731"/>
                    <a:ext cx="49672" cy="142457"/>
                  </a:xfrm>
                  <a:custGeom>
                    <a:avLst/>
                    <a:gdLst>
                      <a:gd name="connsiteX0" fmla="*/ 9828 w 13268"/>
                      <a:gd name="connsiteY0" fmla="*/ 9783 h 38052"/>
                      <a:gd name="connsiteX1" fmla="*/ 0 w 13268"/>
                      <a:gd name="connsiteY1" fmla="*/ 9783 h 38052"/>
                      <a:gd name="connsiteX2" fmla="*/ 0 w 13268"/>
                      <a:gd name="connsiteY2" fmla="*/ 7512 h 38052"/>
                      <a:gd name="connsiteX3" fmla="*/ 3913 w 13268"/>
                      <a:gd name="connsiteY3" fmla="*/ 7084 h 38052"/>
                      <a:gd name="connsiteX4" fmla="*/ 6994 w 13268"/>
                      <a:gd name="connsiteY4" fmla="*/ 6050 h 38052"/>
                      <a:gd name="connsiteX5" fmla="*/ 9198 w 13268"/>
                      <a:gd name="connsiteY5" fmla="*/ 3868 h 38052"/>
                      <a:gd name="connsiteX6" fmla="*/ 10525 w 13268"/>
                      <a:gd name="connsiteY6" fmla="*/ 0 h 38052"/>
                      <a:gd name="connsiteX7" fmla="*/ 13269 w 13268"/>
                      <a:gd name="connsiteY7" fmla="*/ 0 h 38052"/>
                      <a:gd name="connsiteX8" fmla="*/ 13269 w 13268"/>
                      <a:gd name="connsiteY8" fmla="*/ 38052 h 38052"/>
                      <a:gd name="connsiteX9" fmla="*/ 9805 w 13268"/>
                      <a:gd name="connsiteY9" fmla="*/ 38052 h 38052"/>
                      <a:gd name="connsiteX10" fmla="*/ 9805 w 13268"/>
                      <a:gd name="connsiteY10" fmla="*/ 9760 h 380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268" h="38052">
                        <a:moveTo>
                          <a:pt x="9828" y="9783"/>
                        </a:moveTo>
                        <a:lnTo>
                          <a:pt x="0" y="9783"/>
                        </a:lnTo>
                        <a:lnTo>
                          <a:pt x="0" y="7512"/>
                        </a:lnTo>
                        <a:cubicBezTo>
                          <a:pt x="1439" y="7399"/>
                          <a:pt x="2744" y="7264"/>
                          <a:pt x="3913" y="7084"/>
                        </a:cubicBezTo>
                        <a:cubicBezTo>
                          <a:pt x="5083" y="6904"/>
                          <a:pt x="6117" y="6567"/>
                          <a:pt x="6994" y="6050"/>
                        </a:cubicBezTo>
                        <a:cubicBezTo>
                          <a:pt x="7871" y="5532"/>
                          <a:pt x="8613" y="4813"/>
                          <a:pt x="9198" y="3868"/>
                        </a:cubicBezTo>
                        <a:cubicBezTo>
                          <a:pt x="9783" y="2924"/>
                          <a:pt x="10233" y="1619"/>
                          <a:pt x="10525" y="0"/>
                        </a:cubicBezTo>
                        <a:lnTo>
                          <a:pt x="13269" y="0"/>
                        </a:lnTo>
                        <a:lnTo>
                          <a:pt x="13269" y="38052"/>
                        </a:lnTo>
                        <a:lnTo>
                          <a:pt x="9805" y="38052"/>
                        </a:lnTo>
                        <a:lnTo>
                          <a:pt x="9805" y="9760"/>
                        </a:lnTo>
                        <a:close/>
                      </a:path>
                    </a:pathLst>
                  </a:custGeom>
                  <a:solidFill>
                    <a:srgbClr val="231F20"/>
                  </a:solidFill>
                  <a:ln w="2249" cap="flat">
                    <a:noFill/>
                    <a:prstDash val="solid"/>
                    <a:miter/>
                  </a:ln>
                </p:spPr>
                <p:txBody>
                  <a:bodyPr rtlCol="0" anchor="ctr"/>
                  <a:lstStyle/>
                  <a:p>
                    <a:endParaRPr lang="en-US"/>
                  </a:p>
                </p:txBody>
              </p:sp>
              <p:grpSp>
                <p:nvGrpSpPr>
                  <p:cNvPr id="1105" name="Graphic 4479">
                    <a:extLst>
                      <a:ext uri="{FF2B5EF4-FFF2-40B4-BE49-F238E27FC236}">
                        <a16:creationId xmlns:a16="http://schemas.microsoft.com/office/drawing/2014/main" id="{EE3E93EB-8130-9E54-30D6-3FC9CD432745}"/>
                      </a:ext>
                    </a:extLst>
                  </p:cNvPr>
                  <p:cNvGrpSpPr/>
                  <p:nvPr/>
                </p:nvGrpSpPr>
                <p:grpSpPr>
                  <a:xfrm>
                    <a:off x="1669272" y="4103501"/>
                    <a:ext cx="148518" cy="1821305"/>
                    <a:chOff x="3395632" y="2426167"/>
                    <a:chExt cx="39671" cy="486494"/>
                  </a:xfrm>
                  <a:solidFill>
                    <a:srgbClr val="231F20"/>
                  </a:solidFill>
                </p:grpSpPr>
                <p:sp>
                  <p:nvSpPr>
                    <p:cNvPr id="1173" name="Freeform 1172">
                      <a:extLst>
                        <a:ext uri="{FF2B5EF4-FFF2-40B4-BE49-F238E27FC236}">
                          <a16:creationId xmlns:a16="http://schemas.microsoft.com/office/drawing/2014/main" id="{8F912AA0-318E-CE32-2FB5-FD41A1BFCFCF}"/>
                        </a:ext>
                      </a:extLst>
                    </p:cNvPr>
                    <p:cNvSpPr/>
                    <p:nvPr/>
                  </p:nvSpPr>
                  <p:spPr>
                    <a:xfrm>
                      <a:off x="3395632" y="2880884"/>
                      <a:ext cx="38884" cy="31777"/>
                    </a:xfrm>
                    <a:custGeom>
                      <a:avLst/>
                      <a:gdLst>
                        <a:gd name="connsiteX0" fmla="*/ 38862 w 38884"/>
                        <a:gd name="connsiteY0" fmla="*/ 31778 h 31777"/>
                        <a:gd name="connsiteX1" fmla="*/ 0 w 38884"/>
                        <a:gd name="connsiteY1" fmla="*/ 31778 h 31777"/>
                        <a:gd name="connsiteX2" fmla="*/ 0 w 38884"/>
                        <a:gd name="connsiteY2" fmla="*/ 18509 h 31777"/>
                        <a:gd name="connsiteX3" fmla="*/ 90 w 38884"/>
                        <a:gd name="connsiteY3" fmla="*/ 15315 h 31777"/>
                        <a:gd name="connsiteX4" fmla="*/ 472 w 38884"/>
                        <a:gd name="connsiteY4" fmla="*/ 12234 h 31777"/>
                        <a:gd name="connsiteX5" fmla="*/ 1372 w 38884"/>
                        <a:gd name="connsiteY5" fmla="*/ 9288 h 31777"/>
                        <a:gd name="connsiteX6" fmla="*/ 2946 w 38884"/>
                        <a:gd name="connsiteY6" fmla="*/ 6499 h 31777"/>
                        <a:gd name="connsiteX7" fmla="*/ 6364 w 38884"/>
                        <a:gd name="connsiteY7" fmla="*/ 3306 h 31777"/>
                        <a:gd name="connsiteX8" fmla="*/ 10638 w 38884"/>
                        <a:gd name="connsiteY8" fmla="*/ 1327 h 31777"/>
                        <a:gd name="connsiteX9" fmla="*/ 15180 w 38884"/>
                        <a:gd name="connsiteY9" fmla="*/ 292 h 31777"/>
                        <a:gd name="connsiteX10" fmla="*/ 19408 w 38884"/>
                        <a:gd name="connsiteY10" fmla="*/ 0 h 31777"/>
                        <a:gd name="connsiteX11" fmla="*/ 23344 w 38884"/>
                        <a:gd name="connsiteY11" fmla="*/ 247 h 31777"/>
                        <a:gd name="connsiteX12" fmla="*/ 27257 w 38884"/>
                        <a:gd name="connsiteY12" fmla="*/ 1035 h 31777"/>
                        <a:gd name="connsiteX13" fmla="*/ 30923 w 38884"/>
                        <a:gd name="connsiteY13" fmla="*/ 2474 h 31777"/>
                        <a:gd name="connsiteX14" fmla="*/ 34139 w 38884"/>
                        <a:gd name="connsiteY14" fmla="*/ 4723 h 31777"/>
                        <a:gd name="connsiteX15" fmla="*/ 36568 w 38884"/>
                        <a:gd name="connsiteY15" fmla="*/ 7669 h 31777"/>
                        <a:gd name="connsiteX16" fmla="*/ 38007 w 38884"/>
                        <a:gd name="connsiteY16" fmla="*/ 11020 h 31777"/>
                        <a:gd name="connsiteX17" fmla="*/ 38704 w 38884"/>
                        <a:gd name="connsiteY17" fmla="*/ 14663 h 31777"/>
                        <a:gd name="connsiteX18" fmla="*/ 38884 w 38884"/>
                        <a:gd name="connsiteY18" fmla="*/ 18486 h 31777"/>
                        <a:gd name="connsiteX19" fmla="*/ 38884 w 38884"/>
                        <a:gd name="connsiteY19" fmla="*/ 31755 h 31777"/>
                        <a:gd name="connsiteX20" fmla="*/ 35736 w 38884"/>
                        <a:gd name="connsiteY20" fmla="*/ 28112 h 31777"/>
                        <a:gd name="connsiteX21" fmla="*/ 35736 w 38884"/>
                        <a:gd name="connsiteY21" fmla="*/ 19319 h 31777"/>
                        <a:gd name="connsiteX22" fmla="*/ 35443 w 38884"/>
                        <a:gd name="connsiteY22" fmla="*/ 14641 h 31777"/>
                        <a:gd name="connsiteX23" fmla="*/ 33959 w 38884"/>
                        <a:gd name="connsiteY23" fmla="*/ 10188 h 31777"/>
                        <a:gd name="connsiteX24" fmla="*/ 31305 w 38884"/>
                        <a:gd name="connsiteY24" fmla="*/ 6994 h 31777"/>
                        <a:gd name="connsiteX25" fmla="*/ 27662 w 38884"/>
                        <a:gd name="connsiteY25" fmla="*/ 5015 h 31777"/>
                        <a:gd name="connsiteX26" fmla="*/ 23524 w 38884"/>
                        <a:gd name="connsiteY26" fmla="*/ 3981 h 31777"/>
                        <a:gd name="connsiteX27" fmla="*/ 19363 w 38884"/>
                        <a:gd name="connsiteY27" fmla="*/ 3688 h 31777"/>
                        <a:gd name="connsiteX28" fmla="*/ 15068 w 38884"/>
                        <a:gd name="connsiteY28" fmla="*/ 3958 h 31777"/>
                        <a:gd name="connsiteX29" fmla="*/ 10907 w 38884"/>
                        <a:gd name="connsiteY29" fmla="*/ 4993 h 31777"/>
                        <a:gd name="connsiteX30" fmla="*/ 7287 w 38884"/>
                        <a:gd name="connsiteY30" fmla="*/ 7039 h 31777"/>
                        <a:gd name="connsiteX31" fmla="*/ 4565 w 38884"/>
                        <a:gd name="connsiteY31" fmla="*/ 10390 h 31777"/>
                        <a:gd name="connsiteX32" fmla="*/ 3373 w 38884"/>
                        <a:gd name="connsiteY32" fmla="*/ 14483 h 31777"/>
                        <a:gd name="connsiteX33" fmla="*/ 3103 w 38884"/>
                        <a:gd name="connsiteY33" fmla="*/ 19296 h 31777"/>
                        <a:gd name="connsiteX34" fmla="*/ 3103 w 38884"/>
                        <a:gd name="connsiteY34" fmla="*/ 28089 h 31777"/>
                        <a:gd name="connsiteX35" fmla="*/ 35713 w 38884"/>
                        <a:gd name="connsiteY35" fmla="*/ 28089 h 3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38884" h="31777">
                          <a:moveTo>
                            <a:pt x="38862" y="31778"/>
                          </a:moveTo>
                          <a:lnTo>
                            <a:pt x="0" y="31778"/>
                          </a:lnTo>
                          <a:lnTo>
                            <a:pt x="0" y="18509"/>
                          </a:lnTo>
                          <a:cubicBezTo>
                            <a:pt x="0" y="17429"/>
                            <a:pt x="22" y="16372"/>
                            <a:pt x="90" y="15315"/>
                          </a:cubicBezTo>
                          <a:cubicBezTo>
                            <a:pt x="135" y="14281"/>
                            <a:pt x="270" y="13246"/>
                            <a:pt x="472" y="12234"/>
                          </a:cubicBezTo>
                          <a:cubicBezTo>
                            <a:pt x="675" y="11222"/>
                            <a:pt x="967" y="10255"/>
                            <a:pt x="1372" y="9288"/>
                          </a:cubicBezTo>
                          <a:cubicBezTo>
                            <a:pt x="1776" y="8344"/>
                            <a:pt x="2294" y="7399"/>
                            <a:pt x="2946" y="6499"/>
                          </a:cubicBezTo>
                          <a:cubicBezTo>
                            <a:pt x="3891" y="5195"/>
                            <a:pt x="5015" y="4138"/>
                            <a:pt x="6364" y="3306"/>
                          </a:cubicBezTo>
                          <a:cubicBezTo>
                            <a:pt x="7714" y="2474"/>
                            <a:pt x="9131" y="1822"/>
                            <a:pt x="10638" y="1327"/>
                          </a:cubicBezTo>
                          <a:cubicBezTo>
                            <a:pt x="12122" y="832"/>
                            <a:pt x="13651" y="495"/>
                            <a:pt x="15180" y="292"/>
                          </a:cubicBezTo>
                          <a:cubicBezTo>
                            <a:pt x="16710" y="90"/>
                            <a:pt x="18126" y="0"/>
                            <a:pt x="19408" y="0"/>
                          </a:cubicBezTo>
                          <a:cubicBezTo>
                            <a:pt x="20690" y="0"/>
                            <a:pt x="22017" y="90"/>
                            <a:pt x="23344" y="247"/>
                          </a:cubicBezTo>
                          <a:cubicBezTo>
                            <a:pt x="24671" y="405"/>
                            <a:pt x="25975" y="675"/>
                            <a:pt x="27257" y="1035"/>
                          </a:cubicBezTo>
                          <a:cubicBezTo>
                            <a:pt x="28539" y="1394"/>
                            <a:pt x="29754" y="1867"/>
                            <a:pt x="30923" y="2474"/>
                          </a:cubicBezTo>
                          <a:cubicBezTo>
                            <a:pt x="32092" y="3059"/>
                            <a:pt x="33172" y="3823"/>
                            <a:pt x="34139" y="4723"/>
                          </a:cubicBezTo>
                          <a:cubicBezTo>
                            <a:pt x="35151" y="5622"/>
                            <a:pt x="35961" y="6612"/>
                            <a:pt x="36568" y="7669"/>
                          </a:cubicBezTo>
                          <a:cubicBezTo>
                            <a:pt x="37175" y="8726"/>
                            <a:pt x="37648" y="9850"/>
                            <a:pt x="38007" y="11020"/>
                          </a:cubicBezTo>
                          <a:cubicBezTo>
                            <a:pt x="38345" y="12189"/>
                            <a:pt x="38592" y="13404"/>
                            <a:pt x="38704" y="14663"/>
                          </a:cubicBezTo>
                          <a:cubicBezTo>
                            <a:pt x="38839" y="15923"/>
                            <a:pt x="38884" y="17205"/>
                            <a:pt x="38884" y="18486"/>
                          </a:cubicBezTo>
                          <a:lnTo>
                            <a:pt x="38884" y="31755"/>
                          </a:lnTo>
                          <a:close/>
                          <a:moveTo>
                            <a:pt x="35736" y="28112"/>
                          </a:moveTo>
                          <a:lnTo>
                            <a:pt x="35736" y="19319"/>
                          </a:lnTo>
                          <a:cubicBezTo>
                            <a:pt x="35736" y="17654"/>
                            <a:pt x="35646" y="16103"/>
                            <a:pt x="35443" y="14641"/>
                          </a:cubicBezTo>
                          <a:cubicBezTo>
                            <a:pt x="35241" y="13179"/>
                            <a:pt x="34746" y="11695"/>
                            <a:pt x="33959" y="10188"/>
                          </a:cubicBezTo>
                          <a:cubicBezTo>
                            <a:pt x="33307" y="8883"/>
                            <a:pt x="32430" y="7826"/>
                            <a:pt x="31305" y="6994"/>
                          </a:cubicBezTo>
                          <a:cubicBezTo>
                            <a:pt x="30181" y="6162"/>
                            <a:pt x="28966" y="5510"/>
                            <a:pt x="27662" y="5015"/>
                          </a:cubicBezTo>
                          <a:cubicBezTo>
                            <a:pt x="26358" y="4520"/>
                            <a:pt x="24963" y="4183"/>
                            <a:pt x="23524" y="3981"/>
                          </a:cubicBezTo>
                          <a:cubicBezTo>
                            <a:pt x="22085" y="3778"/>
                            <a:pt x="20690" y="3688"/>
                            <a:pt x="19363" y="3688"/>
                          </a:cubicBezTo>
                          <a:cubicBezTo>
                            <a:pt x="17969" y="3688"/>
                            <a:pt x="16530" y="3778"/>
                            <a:pt x="15068" y="3958"/>
                          </a:cubicBezTo>
                          <a:cubicBezTo>
                            <a:pt x="13606" y="4138"/>
                            <a:pt x="12234" y="4475"/>
                            <a:pt x="10907" y="4993"/>
                          </a:cubicBezTo>
                          <a:cubicBezTo>
                            <a:pt x="9603" y="5487"/>
                            <a:pt x="8389" y="6185"/>
                            <a:pt x="7287" y="7039"/>
                          </a:cubicBezTo>
                          <a:cubicBezTo>
                            <a:pt x="6185" y="7894"/>
                            <a:pt x="5285" y="9018"/>
                            <a:pt x="4565" y="10390"/>
                          </a:cubicBezTo>
                          <a:cubicBezTo>
                            <a:pt x="3958" y="11537"/>
                            <a:pt x="3553" y="12909"/>
                            <a:pt x="3373" y="14483"/>
                          </a:cubicBezTo>
                          <a:cubicBezTo>
                            <a:pt x="3193" y="16058"/>
                            <a:pt x="3103" y="17677"/>
                            <a:pt x="3103" y="19296"/>
                          </a:cubicBezTo>
                          <a:lnTo>
                            <a:pt x="3103" y="28089"/>
                          </a:lnTo>
                          <a:lnTo>
                            <a:pt x="35713" y="28089"/>
                          </a:lnTo>
                          <a:close/>
                        </a:path>
                      </a:pathLst>
                    </a:custGeom>
                    <a:solidFill>
                      <a:srgbClr val="231F20"/>
                    </a:solidFill>
                    <a:ln w="2249" cap="flat">
                      <a:noFill/>
                      <a:prstDash val="solid"/>
                      <a:miter/>
                    </a:ln>
                  </p:spPr>
                  <p:txBody>
                    <a:bodyPr rtlCol="0" anchor="ctr"/>
                    <a:lstStyle/>
                    <a:p>
                      <a:endParaRPr lang="en-US"/>
                    </a:p>
                  </p:txBody>
                </p:sp>
                <p:sp>
                  <p:nvSpPr>
                    <p:cNvPr id="1174" name="Freeform 1173">
                      <a:extLst>
                        <a:ext uri="{FF2B5EF4-FFF2-40B4-BE49-F238E27FC236}">
                          <a16:creationId xmlns:a16="http://schemas.microsoft.com/office/drawing/2014/main" id="{3717A0FC-D32C-3385-0320-BF63A2298472}"/>
                        </a:ext>
                      </a:extLst>
                    </p:cNvPr>
                    <p:cNvSpPr/>
                    <p:nvPr/>
                  </p:nvSpPr>
                  <p:spPr>
                    <a:xfrm>
                      <a:off x="3395632" y="2870291"/>
                      <a:ext cx="38861" cy="3553"/>
                    </a:xfrm>
                    <a:custGeom>
                      <a:avLst/>
                      <a:gdLst>
                        <a:gd name="connsiteX0" fmla="*/ 4813 w 38861"/>
                        <a:gd name="connsiteY0" fmla="*/ 3553 h 3553"/>
                        <a:gd name="connsiteX1" fmla="*/ 0 w 38861"/>
                        <a:gd name="connsiteY1" fmla="*/ 3553 h 3553"/>
                        <a:gd name="connsiteX2" fmla="*/ 0 w 38861"/>
                        <a:gd name="connsiteY2" fmla="*/ 0 h 3553"/>
                        <a:gd name="connsiteX3" fmla="*/ 4813 w 38861"/>
                        <a:gd name="connsiteY3" fmla="*/ 0 h 3553"/>
                        <a:gd name="connsiteX4" fmla="*/ 4813 w 38861"/>
                        <a:gd name="connsiteY4" fmla="*/ 3553 h 3553"/>
                        <a:gd name="connsiteX5" fmla="*/ 38862 w 38861"/>
                        <a:gd name="connsiteY5" fmla="*/ 3396 h 3553"/>
                        <a:gd name="connsiteX6" fmla="*/ 10907 w 38861"/>
                        <a:gd name="connsiteY6" fmla="*/ 3396 h 3553"/>
                        <a:gd name="connsiteX7" fmla="*/ 10907 w 38861"/>
                        <a:gd name="connsiteY7" fmla="*/ 157 h 3553"/>
                        <a:gd name="connsiteX8" fmla="*/ 38862 w 38861"/>
                        <a:gd name="connsiteY8" fmla="*/ 157 h 3553"/>
                        <a:gd name="connsiteX9" fmla="*/ 38862 w 38861"/>
                        <a:gd name="connsiteY9" fmla="*/ 3396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61" h="3553">
                          <a:moveTo>
                            <a:pt x="4813" y="3553"/>
                          </a:moveTo>
                          <a:lnTo>
                            <a:pt x="0" y="3553"/>
                          </a:lnTo>
                          <a:lnTo>
                            <a:pt x="0" y="0"/>
                          </a:lnTo>
                          <a:lnTo>
                            <a:pt x="4813" y="0"/>
                          </a:lnTo>
                          <a:lnTo>
                            <a:pt x="4813" y="3553"/>
                          </a:lnTo>
                          <a:close/>
                          <a:moveTo>
                            <a:pt x="38862" y="3396"/>
                          </a:moveTo>
                          <a:lnTo>
                            <a:pt x="10907" y="3396"/>
                          </a:lnTo>
                          <a:lnTo>
                            <a:pt x="10907" y="157"/>
                          </a:lnTo>
                          <a:lnTo>
                            <a:pt x="38862" y="157"/>
                          </a:lnTo>
                          <a:lnTo>
                            <a:pt x="38862" y="3396"/>
                          </a:lnTo>
                          <a:close/>
                        </a:path>
                      </a:pathLst>
                    </a:custGeom>
                    <a:solidFill>
                      <a:srgbClr val="231F20"/>
                    </a:solidFill>
                    <a:ln w="2249" cap="flat">
                      <a:noFill/>
                      <a:prstDash val="solid"/>
                      <a:miter/>
                    </a:ln>
                  </p:spPr>
                  <p:txBody>
                    <a:bodyPr rtlCol="0" anchor="ctr"/>
                    <a:lstStyle/>
                    <a:p>
                      <a:endParaRPr lang="en-US"/>
                    </a:p>
                  </p:txBody>
                </p:sp>
                <p:sp>
                  <p:nvSpPr>
                    <p:cNvPr id="1175" name="Freeform 1174">
                      <a:extLst>
                        <a:ext uri="{FF2B5EF4-FFF2-40B4-BE49-F238E27FC236}">
                          <a16:creationId xmlns:a16="http://schemas.microsoft.com/office/drawing/2014/main" id="{173BD2F2-35E0-FA44-EC7C-7FC78A03329F}"/>
                        </a:ext>
                      </a:extLst>
                    </p:cNvPr>
                    <p:cNvSpPr/>
                    <p:nvPr/>
                  </p:nvSpPr>
                  <p:spPr>
                    <a:xfrm>
                      <a:off x="3405752" y="2841572"/>
                      <a:ext cx="29438" cy="22039"/>
                    </a:xfrm>
                    <a:custGeom>
                      <a:avLst/>
                      <a:gdLst>
                        <a:gd name="connsiteX0" fmla="*/ 19993 w 29438"/>
                        <a:gd name="connsiteY0" fmla="*/ 18734 h 22039"/>
                        <a:gd name="connsiteX1" fmla="*/ 25098 w 29438"/>
                        <a:gd name="connsiteY1" fmla="*/ 16013 h 22039"/>
                        <a:gd name="connsiteX2" fmla="*/ 26583 w 29438"/>
                        <a:gd name="connsiteY2" fmla="*/ 10368 h 22039"/>
                        <a:gd name="connsiteX3" fmla="*/ 26155 w 29438"/>
                        <a:gd name="connsiteY3" fmla="*/ 7287 h 22039"/>
                        <a:gd name="connsiteX4" fmla="*/ 24986 w 29438"/>
                        <a:gd name="connsiteY4" fmla="*/ 5150 h 22039"/>
                        <a:gd name="connsiteX5" fmla="*/ 23344 w 29438"/>
                        <a:gd name="connsiteY5" fmla="*/ 3891 h 22039"/>
                        <a:gd name="connsiteX6" fmla="*/ 21410 w 29438"/>
                        <a:gd name="connsiteY6" fmla="*/ 3463 h 22039"/>
                        <a:gd name="connsiteX7" fmla="*/ 18351 w 29438"/>
                        <a:gd name="connsiteY7" fmla="*/ 4790 h 22039"/>
                        <a:gd name="connsiteX8" fmla="*/ 16777 w 29438"/>
                        <a:gd name="connsiteY8" fmla="*/ 8119 h 22039"/>
                        <a:gd name="connsiteX9" fmla="*/ 15810 w 29438"/>
                        <a:gd name="connsiteY9" fmla="*/ 12437 h 22039"/>
                        <a:gd name="connsiteX10" fmla="*/ 14596 w 29438"/>
                        <a:gd name="connsiteY10" fmla="*/ 16755 h 22039"/>
                        <a:gd name="connsiteX11" fmla="*/ 12279 w 29438"/>
                        <a:gd name="connsiteY11" fmla="*/ 20083 h 22039"/>
                        <a:gd name="connsiteX12" fmla="*/ 8006 w 29438"/>
                        <a:gd name="connsiteY12" fmla="*/ 21410 h 22039"/>
                        <a:gd name="connsiteX13" fmla="*/ 2249 w 29438"/>
                        <a:gd name="connsiteY13" fmla="*/ 18846 h 22039"/>
                        <a:gd name="connsiteX14" fmla="*/ 0 w 29438"/>
                        <a:gd name="connsiteY14" fmla="*/ 11582 h 22039"/>
                        <a:gd name="connsiteX15" fmla="*/ 2024 w 29438"/>
                        <a:gd name="connsiteY15" fmla="*/ 4206 h 22039"/>
                        <a:gd name="connsiteX16" fmla="*/ 8793 w 29438"/>
                        <a:gd name="connsiteY16" fmla="*/ 787 h 22039"/>
                        <a:gd name="connsiteX17" fmla="*/ 8793 w 29438"/>
                        <a:gd name="connsiteY17" fmla="*/ 4071 h 22039"/>
                        <a:gd name="connsiteX18" fmla="*/ 4228 w 29438"/>
                        <a:gd name="connsiteY18" fmla="*/ 6522 h 22039"/>
                        <a:gd name="connsiteX19" fmla="*/ 2901 w 29438"/>
                        <a:gd name="connsiteY19" fmla="*/ 11627 h 22039"/>
                        <a:gd name="connsiteX20" fmla="*/ 4228 w 29438"/>
                        <a:gd name="connsiteY20" fmla="*/ 16327 h 22039"/>
                        <a:gd name="connsiteX21" fmla="*/ 7714 w 29438"/>
                        <a:gd name="connsiteY21" fmla="*/ 17947 h 22039"/>
                        <a:gd name="connsiteX22" fmla="*/ 10593 w 29438"/>
                        <a:gd name="connsiteY22" fmla="*/ 16620 h 22039"/>
                        <a:gd name="connsiteX23" fmla="*/ 12212 w 29438"/>
                        <a:gd name="connsiteY23" fmla="*/ 13291 h 22039"/>
                        <a:gd name="connsiteX24" fmla="*/ 13314 w 29438"/>
                        <a:gd name="connsiteY24" fmla="*/ 8973 h 22039"/>
                        <a:gd name="connsiteX25" fmla="*/ 14685 w 29438"/>
                        <a:gd name="connsiteY25" fmla="*/ 4655 h 22039"/>
                        <a:gd name="connsiteX26" fmla="*/ 17092 w 29438"/>
                        <a:gd name="connsiteY26" fmla="*/ 1327 h 22039"/>
                        <a:gd name="connsiteX27" fmla="*/ 21298 w 29438"/>
                        <a:gd name="connsiteY27" fmla="*/ 0 h 22039"/>
                        <a:gd name="connsiteX28" fmla="*/ 24828 w 29438"/>
                        <a:gd name="connsiteY28" fmla="*/ 855 h 22039"/>
                        <a:gd name="connsiteX29" fmla="*/ 27392 w 29438"/>
                        <a:gd name="connsiteY29" fmla="*/ 3239 h 22039"/>
                        <a:gd name="connsiteX30" fmla="*/ 28922 w 29438"/>
                        <a:gd name="connsiteY30" fmla="*/ 6837 h 22039"/>
                        <a:gd name="connsiteX31" fmla="*/ 29439 w 29438"/>
                        <a:gd name="connsiteY31" fmla="*/ 11402 h 22039"/>
                        <a:gd name="connsiteX32" fmla="*/ 28719 w 29438"/>
                        <a:gd name="connsiteY32" fmla="*/ 15810 h 22039"/>
                        <a:gd name="connsiteX33" fmla="*/ 26695 w 29438"/>
                        <a:gd name="connsiteY33" fmla="*/ 19071 h 22039"/>
                        <a:gd name="connsiteX34" fmla="*/ 23681 w 29438"/>
                        <a:gd name="connsiteY34" fmla="*/ 21185 h 22039"/>
                        <a:gd name="connsiteX35" fmla="*/ 19948 w 29438"/>
                        <a:gd name="connsiteY35" fmla="*/ 22040 h 22039"/>
                        <a:gd name="connsiteX36" fmla="*/ 19948 w 29438"/>
                        <a:gd name="connsiteY36" fmla="*/ 18756 h 22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9438" h="22039">
                          <a:moveTo>
                            <a:pt x="19993" y="18734"/>
                          </a:moveTo>
                          <a:cubicBezTo>
                            <a:pt x="22400" y="18239"/>
                            <a:pt x="24109" y="17317"/>
                            <a:pt x="25098" y="16013"/>
                          </a:cubicBezTo>
                          <a:cubicBezTo>
                            <a:pt x="26088" y="14708"/>
                            <a:pt x="26583" y="12819"/>
                            <a:pt x="26583" y="10368"/>
                          </a:cubicBezTo>
                          <a:cubicBezTo>
                            <a:pt x="26583" y="9176"/>
                            <a:pt x="26447" y="8164"/>
                            <a:pt x="26155" y="7287"/>
                          </a:cubicBezTo>
                          <a:cubicBezTo>
                            <a:pt x="25863" y="6432"/>
                            <a:pt x="25481" y="5712"/>
                            <a:pt x="24986" y="5150"/>
                          </a:cubicBezTo>
                          <a:cubicBezTo>
                            <a:pt x="24491" y="4588"/>
                            <a:pt x="23951" y="4161"/>
                            <a:pt x="23344" y="3891"/>
                          </a:cubicBezTo>
                          <a:cubicBezTo>
                            <a:pt x="22737" y="3598"/>
                            <a:pt x="22085" y="3463"/>
                            <a:pt x="21410" y="3463"/>
                          </a:cubicBezTo>
                          <a:cubicBezTo>
                            <a:pt x="20038" y="3463"/>
                            <a:pt x="19026" y="3913"/>
                            <a:pt x="18351" y="4790"/>
                          </a:cubicBezTo>
                          <a:cubicBezTo>
                            <a:pt x="17677" y="5667"/>
                            <a:pt x="17159" y="6769"/>
                            <a:pt x="16777" y="8119"/>
                          </a:cubicBezTo>
                          <a:cubicBezTo>
                            <a:pt x="16395" y="9468"/>
                            <a:pt x="16080" y="10885"/>
                            <a:pt x="15810" y="12437"/>
                          </a:cubicBezTo>
                          <a:cubicBezTo>
                            <a:pt x="15540" y="13989"/>
                            <a:pt x="15135" y="15428"/>
                            <a:pt x="14596" y="16755"/>
                          </a:cubicBezTo>
                          <a:cubicBezTo>
                            <a:pt x="14056" y="18082"/>
                            <a:pt x="13291" y="19184"/>
                            <a:pt x="12279" y="20083"/>
                          </a:cubicBezTo>
                          <a:cubicBezTo>
                            <a:pt x="11267" y="20983"/>
                            <a:pt x="9850" y="21410"/>
                            <a:pt x="8006" y="21410"/>
                          </a:cubicBezTo>
                          <a:cubicBezTo>
                            <a:pt x="5667" y="21410"/>
                            <a:pt x="3756" y="20556"/>
                            <a:pt x="2249" y="18846"/>
                          </a:cubicBezTo>
                          <a:cubicBezTo>
                            <a:pt x="765" y="17137"/>
                            <a:pt x="0" y="14708"/>
                            <a:pt x="0" y="11582"/>
                          </a:cubicBezTo>
                          <a:cubicBezTo>
                            <a:pt x="0" y="8456"/>
                            <a:pt x="675" y="6095"/>
                            <a:pt x="2024" y="4206"/>
                          </a:cubicBezTo>
                          <a:cubicBezTo>
                            <a:pt x="3373" y="2316"/>
                            <a:pt x="5622" y="1169"/>
                            <a:pt x="8793" y="787"/>
                          </a:cubicBezTo>
                          <a:lnTo>
                            <a:pt x="8793" y="4071"/>
                          </a:lnTo>
                          <a:cubicBezTo>
                            <a:pt x="6634" y="4363"/>
                            <a:pt x="5105" y="5173"/>
                            <a:pt x="4228" y="6522"/>
                          </a:cubicBezTo>
                          <a:cubicBezTo>
                            <a:pt x="3351" y="7871"/>
                            <a:pt x="2901" y="9581"/>
                            <a:pt x="2901" y="11627"/>
                          </a:cubicBezTo>
                          <a:cubicBezTo>
                            <a:pt x="2901" y="13674"/>
                            <a:pt x="3351" y="15248"/>
                            <a:pt x="4228" y="16327"/>
                          </a:cubicBezTo>
                          <a:cubicBezTo>
                            <a:pt x="5105" y="17407"/>
                            <a:pt x="6274" y="17947"/>
                            <a:pt x="7714" y="17947"/>
                          </a:cubicBezTo>
                          <a:cubicBezTo>
                            <a:pt x="8973" y="17947"/>
                            <a:pt x="9940" y="17497"/>
                            <a:pt x="10593" y="16620"/>
                          </a:cubicBezTo>
                          <a:cubicBezTo>
                            <a:pt x="11267" y="15743"/>
                            <a:pt x="11807" y="14641"/>
                            <a:pt x="12212" y="13291"/>
                          </a:cubicBezTo>
                          <a:cubicBezTo>
                            <a:pt x="12617" y="11964"/>
                            <a:pt x="12999" y="10525"/>
                            <a:pt x="13314" y="8973"/>
                          </a:cubicBezTo>
                          <a:cubicBezTo>
                            <a:pt x="13629" y="7422"/>
                            <a:pt x="14101" y="5982"/>
                            <a:pt x="14685" y="4655"/>
                          </a:cubicBezTo>
                          <a:cubicBezTo>
                            <a:pt x="15270" y="3328"/>
                            <a:pt x="16080" y="2226"/>
                            <a:pt x="17092" y="1327"/>
                          </a:cubicBezTo>
                          <a:cubicBezTo>
                            <a:pt x="18104" y="450"/>
                            <a:pt x="19498" y="0"/>
                            <a:pt x="21298" y="0"/>
                          </a:cubicBezTo>
                          <a:cubicBezTo>
                            <a:pt x="22624" y="0"/>
                            <a:pt x="23816" y="292"/>
                            <a:pt x="24828" y="855"/>
                          </a:cubicBezTo>
                          <a:cubicBezTo>
                            <a:pt x="25863" y="1439"/>
                            <a:pt x="26717" y="2226"/>
                            <a:pt x="27392" y="3239"/>
                          </a:cubicBezTo>
                          <a:cubicBezTo>
                            <a:pt x="28067" y="4251"/>
                            <a:pt x="28584" y="5443"/>
                            <a:pt x="28922" y="6837"/>
                          </a:cubicBezTo>
                          <a:cubicBezTo>
                            <a:pt x="29259" y="8231"/>
                            <a:pt x="29439" y="9738"/>
                            <a:pt x="29439" y="11402"/>
                          </a:cubicBezTo>
                          <a:cubicBezTo>
                            <a:pt x="29439" y="13066"/>
                            <a:pt x="29191" y="14528"/>
                            <a:pt x="28719" y="15810"/>
                          </a:cubicBezTo>
                          <a:cubicBezTo>
                            <a:pt x="28224" y="17092"/>
                            <a:pt x="27550" y="18172"/>
                            <a:pt x="26695" y="19071"/>
                          </a:cubicBezTo>
                          <a:cubicBezTo>
                            <a:pt x="25841" y="19971"/>
                            <a:pt x="24828" y="20668"/>
                            <a:pt x="23681" y="21185"/>
                          </a:cubicBezTo>
                          <a:cubicBezTo>
                            <a:pt x="22534" y="21680"/>
                            <a:pt x="21298" y="21972"/>
                            <a:pt x="19948" y="22040"/>
                          </a:cubicBezTo>
                          <a:lnTo>
                            <a:pt x="19948" y="18756"/>
                          </a:lnTo>
                          <a:close/>
                        </a:path>
                      </a:pathLst>
                    </a:custGeom>
                    <a:solidFill>
                      <a:srgbClr val="231F20"/>
                    </a:solidFill>
                    <a:ln w="2249" cap="flat">
                      <a:noFill/>
                      <a:prstDash val="solid"/>
                      <a:miter/>
                    </a:ln>
                  </p:spPr>
                  <p:txBody>
                    <a:bodyPr rtlCol="0" anchor="ctr"/>
                    <a:lstStyle/>
                    <a:p>
                      <a:endParaRPr lang="en-US"/>
                    </a:p>
                  </p:txBody>
                </p:sp>
                <p:sp>
                  <p:nvSpPr>
                    <p:cNvPr id="1176" name="Freeform 1175">
                      <a:extLst>
                        <a:ext uri="{FF2B5EF4-FFF2-40B4-BE49-F238E27FC236}">
                          <a16:creationId xmlns:a16="http://schemas.microsoft.com/office/drawing/2014/main" id="{B37298E4-4B9A-2BF7-ABA8-7174FA2BE21B}"/>
                        </a:ext>
                      </a:extLst>
                    </p:cNvPr>
                    <p:cNvSpPr/>
                    <p:nvPr/>
                  </p:nvSpPr>
                  <p:spPr>
                    <a:xfrm>
                      <a:off x="3405774" y="2811661"/>
                      <a:ext cx="29461" cy="24895"/>
                    </a:xfrm>
                    <a:custGeom>
                      <a:avLst/>
                      <a:gdLst>
                        <a:gd name="connsiteX0" fmla="*/ 9558 w 29461"/>
                        <a:gd name="connsiteY0" fmla="*/ 3733 h 24895"/>
                        <a:gd name="connsiteX1" fmla="*/ 4678 w 29461"/>
                        <a:gd name="connsiteY1" fmla="*/ 6702 h 24895"/>
                        <a:gd name="connsiteX2" fmla="*/ 2924 w 29461"/>
                        <a:gd name="connsiteY2" fmla="*/ 12054 h 24895"/>
                        <a:gd name="connsiteX3" fmla="*/ 3958 w 29461"/>
                        <a:gd name="connsiteY3" fmla="*/ 16327 h 24895"/>
                        <a:gd name="connsiteX4" fmla="*/ 6680 w 29461"/>
                        <a:gd name="connsiteY4" fmla="*/ 19251 h 24895"/>
                        <a:gd name="connsiteX5" fmla="*/ 10503 w 29461"/>
                        <a:gd name="connsiteY5" fmla="*/ 20915 h 24895"/>
                        <a:gd name="connsiteX6" fmla="*/ 14798 w 29461"/>
                        <a:gd name="connsiteY6" fmla="*/ 21455 h 24895"/>
                        <a:gd name="connsiteX7" fmla="*/ 19116 w 29461"/>
                        <a:gd name="connsiteY7" fmla="*/ 20938 h 24895"/>
                        <a:gd name="connsiteX8" fmla="*/ 22895 w 29461"/>
                        <a:gd name="connsiteY8" fmla="*/ 19296 h 24895"/>
                        <a:gd name="connsiteX9" fmla="*/ 25571 w 29461"/>
                        <a:gd name="connsiteY9" fmla="*/ 16372 h 24895"/>
                        <a:gd name="connsiteX10" fmla="*/ 26560 w 29461"/>
                        <a:gd name="connsiteY10" fmla="*/ 12054 h 24895"/>
                        <a:gd name="connsiteX11" fmla="*/ 24559 w 29461"/>
                        <a:gd name="connsiteY11" fmla="*/ 6252 h 24895"/>
                        <a:gd name="connsiteX12" fmla="*/ 19049 w 29461"/>
                        <a:gd name="connsiteY12" fmla="*/ 3463 h 24895"/>
                        <a:gd name="connsiteX13" fmla="*/ 19049 w 29461"/>
                        <a:gd name="connsiteY13" fmla="*/ 0 h 24895"/>
                        <a:gd name="connsiteX14" fmla="*/ 23277 w 29461"/>
                        <a:gd name="connsiteY14" fmla="*/ 1372 h 24895"/>
                        <a:gd name="connsiteX15" fmla="*/ 26560 w 29461"/>
                        <a:gd name="connsiteY15" fmla="*/ 3801 h 24895"/>
                        <a:gd name="connsiteX16" fmla="*/ 28697 w 29461"/>
                        <a:gd name="connsiteY16" fmla="*/ 7332 h 24895"/>
                        <a:gd name="connsiteX17" fmla="*/ 29462 w 29461"/>
                        <a:gd name="connsiteY17" fmla="*/ 12032 h 24895"/>
                        <a:gd name="connsiteX18" fmla="*/ 28337 w 29461"/>
                        <a:gd name="connsiteY18" fmla="*/ 17812 h 24895"/>
                        <a:gd name="connsiteX19" fmla="*/ 25234 w 29461"/>
                        <a:gd name="connsiteY19" fmla="*/ 21815 h 24895"/>
                        <a:gd name="connsiteX20" fmla="*/ 20556 w 29461"/>
                        <a:gd name="connsiteY20" fmla="*/ 24131 h 24895"/>
                        <a:gd name="connsiteX21" fmla="*/ 14776 w 29461"/>
                        <a:gd name="connsiteY21" fmla="*/ 24896 h 24895"/>
                        <a:gd name="connsiteX22" fmla="*/ 9198 w 29461"/>
                        <a:gd name="connsiteY22" fmla="*/ 24064 h 24895"/>
                        <a:gd name="connsiteX23" fmla="*/ 4476 w 29461"/>
                        <a:gd name="connsiteY23" fmla="*/ 21612 h 24895"/>
                        <a:gd name="connsiteX24" fmla="*/ 1215 w 29461"/>
                        <a:gd name="connsiteY24" fmla="*/ 17587 h 24895"/>
                        <a:gd name="connsiteX25" fmla="*/ 0 w 29461"/>
                        <a:gd name="connsiteY25" fmla="*/ 12054 h 24895"/>
                        <a:gd name="connsiteX26" fmla="*/ 2316 w 29461"/>
                        <a:gd name="connsiteY26" fmla="*/ 4206 h 24895"/>
                        <a:gd name="connsiteX27" fmla="*/ 9558 w 29461"/>
                        <a:gd name="connsiteY27" fmla="*/ 450 h 24895"/>
                        <a:gd name="connsiteX28" fmla="*/ 9558 w 29461"/>
                        <a:gd name="connsiteY28" fmla="*/ 3733 h 24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9461" h="24895">
                          <a:moveTo>
                            <a:pt x="9558" y="3733"/>
                          </a:moveTo>
                          <a:cubicBezTo>
                            <a:pt x="7467" y="4318"/>
                            <a:pt x="5848" y="5308"/>
                            <a:pt x="4678" y="6702"/>
                          </a:cubicBezTo>
                          <a:cubicBezTo>
                            <a:pt x="3509" y="8096"/>
                            <a:pt x="2924" y="9895"/>
                            <a:pt x="2924" y="12054"/>
                          </a:cubicBezTo>
                          <a:cubicBezTo>
                            <a:pt x="2924" y="13719"/>
                            <a:pt x="3261" y="15135"/>
                            <a:pt x="3958" y="16327"/>
                          </a:cubicBezTo>
                          <a:cubicBezTo>
                            <a:pt x="4633" y="17519"/>
                            <a:pt x="5555" y="18486"/>
                            <a:pt x="6680" y="19251"/>
                          </a:cubicBezTo>
                          <a:cubicBezTo>
                            <a:pt x="7804" y="20016"/>
                            <a:pt x="9086" y="20555"/>
                            <a:pt x="10503" y="20915"/>
                          </a:cubicBezTo>
                          <a:cubicBezTo>
                            <a:pt x="11920" y="21275"/>
                            <a:pt x="13359" y="21455"/>
                            <a:pt x="14798" y="21455"/>
                          </a:cubicBezTo>
                          <a:cubicBezTo>
                            <a:pt x="16238" y="21455"/>
                            <a:pt x="17722" y="21275"/>
                            <a:pt x="19116" y="20938"/>
                          </a:cubicBezTo>
                          <a:cubicBezTo>
                            <a:pt x="20510" y="20600"/>
                            <a:pt x="21770" y="20038"/>
                            <a:pt x="22895" y="19296"/>
                          </a:cubicBezTo>
                          <a:cubicBezTo>
                            <a:pt x="24019" y="18554"/>
                            <a:pt x="24896" y="17564"/>
                            <a:pt x="25571" y="16372"/>
                          </a:cubicBezTo>
                          <a:cubicBezTo>
                            <a:pt x="26245" y="15180"/>
                            <a:pt x="26560" y="13741"/>
                            <a:pt x="26560" y="12054"/>
                          </a:cubicBezTo>
                          <a:cubicBezTo>
                            <a:pt x="26560" y="9648"/>
                            <a:pt x="25886" y="7714"/>
                            <a:pt x="24559" y="6252"/>
                          </a:cubicBezTo>
                          <a:cubicBezTo>
                            <a:pt x="23232" y="4790"/>
                            <a:pt x="21388" y="3868"/>
                            <a:pt x="19049" y="3463"/>
                          </a:cubicBezTo>
                          <a:lnTo>
                            <a:pt x="19049" y="0"/>
                          </a:lnTo>
                          <a:cubicBezTo>
                            <a:pt x="20601" y="292"/>
                            <a:pt x="22017" y="742"/>
                            <a:pt x="23277" y="1372"/>
                          </a:cubicBezTo>
                          <a:cubicBezTo>
                            <a:pt x="24559" y="2002"/>
                            <a:pt x="25661" y="2811"/>
                            <a:pt x="26560" y="3801"/>
                          </a:cubicBezTo>
                          <a:cubicBezTo>
                            <a:pt x="27482" y="4790"/>
                            <a:pt x="28180" y="5960"/>
                            <a:pt x="28697" y="7332"/>
                          </a:cubicBezTo>
                          <a:cubicBezTo>
                            <a:pt x="29192" y="8703"/>
                            <a:pt x="29462" y="10255"/>
                            <a:pt x="29462" y="12032"/>
                          </a:cubicBezTo>
                          <a:cubicBezTo>
                            <a:pt x="29462" y="14258"/>
                            <a:pt x="29079" y="16192"/>
                            <a:pt x="28337" y="17812"/>
                          </a:cubicBezTo>
                          <a:cubicBezTo>
                            <a:pt x="27595" y="19431"/>
                            <a:pt x="26538" y="20758"/>
                            <a:pt x="25234" y="21815"/>
                          </a:cubicBezTo>
                          <a:cubicBezTo>
                            <a:pt x="23929" y="22849"/>
                            <a:pt x="22355" y="23637"/>
                            <a:pt x="20556" y="24131"/>
                          </a:cubicBezTo>
                          <a:cubicBezTo>
                            <a:pt x="18757" y="24626"/>
                            <a:pt x="16822" y="24896"/>
                            <a:pt x="14776" y="24896"/>
                          </a:cubicBezTo>
                          <a:cubicBezTo>
                            <a:pt x="12842" y="24896"/>
                            <a:pt x="10975" y="24626"/>
                            <a:pt x="9198" y="24064"/>
                          </a:cubicBezTo>
                          <a:cubicBezTo>
                            <a:pt x="7422" y="23502"/>
                            <a:pt x="5848" y="22692"/>
                            <a:pt x="4476" y="21612"/>
                          </a:cubicBezTo>
                          <a:cubicBezTo>
                            <a:pt x="3104" y="20533"/>
                            <a:pt x="2024" y="19184"/>
                            <a:pt x="1215" y="17587"/>
                          </a:cubicBezTo>
                          <a:cubicBezTo>
                            <a:pt x="405" y="15990"/>
                            <a:pt x="0" y="14146"/>
                            <a:pt x="0" y="12054"/>
                          </a:cubicBezTo>
                          <a:cubicBezTo>
                            <a:pt x="0" y="8816"/>
                            <a:pt x="765" y="6207"/>
                            <a:pt x="2316" y="4206"/>
                          </a:cubicBezTo>
                          <a:cubicBezTo>
                            <a:pt x="3868" y="2204"/>
                            <a:pt x="6275" y="967"/>
                            <a:pt x="9558" y="450"/>
                          </a:cubicBezTo>
                          <a:lnTo>
                            <a:pt x="9558" y="3733"/>
                          </a:lnTo>
                          <a:close/>
                        </a:path>
                      </a:pathLst>
                    </a:custGeom>
                    <a:solidFill>
                      <a:srgbClr val="231F20"/>
                    </a:solidFill>
                    <a:ln w="2249" cap="flat">
                      <a:noFill/>
                      <a:prstDash val="solid"/>
                      <a:miter/>
                    </a:ln>
                  </p:spPr>
                  <p:txBody>
                    <a:bodyPr rtlCol="0" anchor="ctr"/>
                    <a:lstStyle/>
                    <a:p>
                      <a:endParaRPr lang="en-US"/>
                    </a:p>
                  </p:txBody>
                </p:sp>
                <p:sp>
                  <p:nvSpPr>
                    <p:cNvPr id="1177" name="Freeform 1176">
                      <a:extLst>
                        <a:ext uri="{FF2B5EF4-FFF2-40B4-BE49-F238E27FC236}">
                          <a16:creationId xmlns:a16="http://schemas.microsoft.com/office/drawing/2014/main" id="{A70CB266-4239-7FA4-AE89-C16CFCCBEB75}"/>
                        </a:ext>
                      </a:extLst>
                    </p:cNvPr>
                    <p:cNvSpPr/>
                    <p:nvPr/>
                  </p:nvSpPr>
                  <p:spPr>
                    <a:xfrm>
                      <a:off x="3405774" y="2792545"/>
                      <a:ext cx="28719" cy="12481"/>
                    </a:xfrm>
                    <a:custGeom>
                      <a:avLst/>
                      <a:gdLst>
                        <a:gd name="connsiteX0" fmla="*/ 28719 w 28719"/>
                        <a:gd name="connsiteY0" fmla="*/ 9243 h 12481"/>
                        <a:gd name="connsiteX1" fmla="*/ 28719 w 28719"/>
                        <a:gd name="connsiteY1" fmla="*/ 12482 h 12481"/>
                        <a:gd name="connsiteX2" fmla="*/ 765 w 28719"/>
                        <a:gd name="connsiteY2" fmla="*/ 12482 h 12481"/>
                        <a:gd name="connsiteX3" fmla="*/ 765 w 28719"/>
                        <a:gd name="connsiteY3" fmla="*/ 9243 h 12481"/>
                        <a:gd name="connsiteX4" fmla="*/ 6005 w 28719"/>
                        <a:gd name="connsiteY4" fmla="*/ 9243 h 12481"/>
                        <a:gd name="connsiteX5" fmla="*/ 6005 w 28719"/>
                        <a:gd name="connsiteY5" fmla="*/ 9131 h 12481"/>
                        <a:gd name="connsiteX6" fmla="*/ 1327 w 28719"/>
                        <a:gd name="connsiteY6" fmla="*/ 5645 h 12481"/>
                        <a:gd name="connsiteX7" fmla="*/ 0 w 28719"/>
                        <a:gd name="connsiteY7" fmla="*/ 0 h 12481"/>
                        <a:gd name="connsiteX8" fmla="*/ 3509 w 28719"/>
                        <a:gd name="connsiteY8" fmla="*/ 0 h 12481"/>
                        <a:gd name="connsiteX9" fmla="*/ 4363 w 28719"/>
                        <a:gd name="connsiteY9" fmla="*/ 4543 h 12481"/>
                        <a:gd name="connsiteX10" fmla="*/ 6837 w 28719"/>
                        <a:gd name="connsiteY10" fmla="*/ 7377 h 12481"/>
                        <a:gd name="connsiteX11" fmla="*/ 10525 w 28719"/>
                        <a:gd name="connsiteY11" fmla="*/ 8838 h 12481"/>
                        <a:gd name="connsiteX12" fmla="*/ 14978 w 28719"/>
                        <a:gd name="connsiteY12" fmla="*/ 9243 h 12481"/>
                        <a:gd name="connsiteX13" fmla="*/ 28697 w 28719"/>
                        <a:gd name="connsiteY13" fmla="*/ 9243 h 1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719" h="12481">
                          <a:moveTo>
                            <a:pt x="28719" y="9243"/>
                          </a:moveTo>
                          <a:lnTo>
                            <a:pt x="28719" y="12482"/>
                          </a:lnTo>
                          <a:lnTo>
                            <a:pt x="765" y="12482"/>
                          </a:lnTo>
                          <a:lnTo>
                            <a:pt x="765" y="9243"/>
                          </a:lnTo>
                          <a:lnTo>
                            <a:pt x="6005" y="9243"/>
                          </a:lnTo>
                          <a:lnTo>
                            <a:pt x="6005" y="9131"/>
                          </a:lnTo>
                          <a:cubicBezTo>
                            <a:pt x="3778" y="8231"/>
                            <a:pt x="2227" y="7062"/>
                            <a:pt x="1327" y="5645"/>
                          </a:cubicBezTo>
                          <a:cubicBezTo>
                            <a:pt x="450" y="4228"/>
                            <a:pt x="0" y="2339"/>
                            <a:pt x="0" y="0"/>
                          </a:cubicBezTo>
                          <a:lnTo>
                            <a:pt x="3509" y="0"/>
                          </a:lnTo>
                          <a:cubicBezTo>
                            <a:pt x="3463" y="1844"/>
                            <a:pt x="3756" y="3351"/>
                            <a:pt x="4363" y="4543"/>
                          </a:cubicBezTo>
                          <a:cubicBezTo>
                            <a:pt x="4970" y="5735"/>
                            <a:pt x="5802" y="6679"/>
                            <a:pt x="6837" y="7377"/>
                          </a:cubicBezTo>
                          <a:cubicBezTo>
                            <a:pt x="7871" y="8074"/>
                            <a:pt x="9108" y="8569"/>
                            <a:pt x="10525" y="8838"/>
                          </a:cubicBezTo>
                          <a:cubicBezTo>
                            <a:pt x="11942" y="9108"/>
                            <a:pt x="13426" y="9243"/>
                            <a:pt x="14978" y="9243"/>
                          </a:cubicBezTo>
                          <a:lnTo>
                            <a:pt x="28697" y="9243"/>
                          </a:lnTo>
                          <a:close/>
                        </a:path>
                      </a:pathLst>
                    </a:custGeom>
                    <a:solidFill>
                      <a:srgbClr val="231F20"/>
                    </a:solidFill>
                    <a:ln w="2249" cap="flat">
                      <a:noFill/>
                      <a:prstDash val="solid"/>
                      <a:miter/>
                    </a:ln>
                  </p:spPr>
                  <p:txBody>
                    <a:bodyPr rtlCol="0" anchor="ctr"/>
                    <a:lstStyle/>
                    <a:p>
                      <a:endParaRPr lang="en-US"/>
                    </a:p>
                  </p:txBody>
                </p:sp>
                <p:sp>
                  <p:nvSpPr>
                    <p:cNvPr id="1178" name="Freeform 1177">
                      <a:extLst>
                        <a:ext uri="{FF2B5EF4-FFF2-40B4-BE49-F238E27FC236}">
                          <a16:creationId xmlns:a16="http://schemas.microsoft.com/office/drawing/2014/main" id="{268D8785-F316-C5FA-72F9-D9FE97946CD5}"/>
                        </a:ext>
                      </a:extLst>
                    </p:cNvPr>
                    <p:cNvSpPr/>
                    <p:nvPr/>
                  </p:nvSpPr>
                  <p:spPr>
                    <a:xfrm>
                      <a:off x="3395632" y="2783347"/>
                      <a:ext cx="38861" cy="3553"/>
                    </a:xfrm>
                    <a:custGeom>
                      <a:avLst/>
                      <a:gdLst>
                        <a:gd name="connsiteX0" fmla="*/ 4813 w 38861"/>
                        <a:gd name="connsiteY0" fmla="*/ 3553 h 3553"/>
                        <a:gd name="connsiteX1" fmla="*/ 0 w 38861"/>
                        <a:gd name="connsiteY1" fmla="*/ 3553 h 3553"/>
                        <a:gd name="connsiteX2" fmla="*/ 0 w 38861"/>
                        <a:gd name="connsiteY2" fmla="*/ 0 h 3553"/>
                        <a:gd name="connsiteX3" fmla="*/ 4813 w 38861"/>
                        <a:gd name="connsiteY3" fmla="*/ 0 h 3553"/>
                        <a:gd name="connsiteX4" fmla="*/ 4813 w 38861"/>
                        <a:gd name="connsiteY4" fmla="*/ 3553 h 3553"/>
                        <a:gd name="connsiteX5" fmla="*/ 38862 w 38861"/>
                        <a:gd name="connsiteY5" fmla="*/ 3396 h 3553"/>
                        <a:gd name="connsiteX6" fmla="*/ 10907 w 38861"/>
                        <a:gd name="connsiteY6" fmla="*/ 3396 h 3553"/>
                        <a:gd name="connsiteX7" fmla="*/ 10907 w 38861"/>
                        <a:gd name="connsiteY7" fmla="*/ 157 h 3553"/>
                        <a:gd name="connsiteX8" fmla="*/ 38862 w 38861"/>
                        <a:gd name="connsiteY8" fmla="*/ 157 h 3553"/>
                        <a:gd name="connsiteX9" fmla="*/ 38862 w 38861"/>
                        <a:gd name="connsiteY9" fmla="*/ 3396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61" h="3553">
                          <a:moveTo>
                            <a:pt x="4813" y="3553"/>
                          </a:moveTo>
                          <a:lnTo>
                            <a:pt x="0" y="3553"/>
                          </a:lnTo>
                          <a:lnTo>
                            <a:pt x="0" y="0"/>
                          </a:lnTo>
                          <a:lnTo>
                            <a:pt x="4813" y="0"/>
                          </a:lnTo>
                          <a:lnTo>
                            <a:pt x="4813" y="3553"/>
                          </a:lnTo>
                          <a:close/>
                          <a:moveTo>
                            <a:pt x="38862" y="3396"/>
                          </a:moveTo>
                          <a:lnTo>
                            <a:pt x="10907" y="3396"/>
                          </a:lnTo>
                          <a:lnTo>
                            <a:pt x="10907" y="157"/>
                          </a:lnTo>
                          <a:lnTo>
                            <a:pt x="38862" y="157"/>
                          </a:lnTo>
                          <a:lnTo>
                            <a:pt x="38862" y="3396"/>
                          </a:lnTo>
                          <a:close/>
                        </a:path>
                      </a:pathLst>
                    </a:custGeom>
                    <a:solidFill>
                      <a:srgbClr val="231F20"/>
                    </a:solidFill>
                    <a:ln w="2249" cap="flat">
                      <a:noFill/>
                      <a:prstDash val="solid"/>
                      <a:miter/>
                    </a:ln>
                  </p:spPr>
                  <p:txBody>
                    <a:bodyPr rtlCol="0" anchor="ctr"/>
                    <a:lstStyle/>
                    <a:p>
                      <a:endParaRPr lang="en-US"/>
                    </a:p>
                  </p:txBody>
                </p:sp>
                <p:sp>
                  <p:nvSpPr>
                    <p:cNvPr id="1179" name="Freeform 1178">
                      <a:extLst>
                        <a:ext uri="{FF2B5EF4-FFF2-40B4-BE49-F238E27FC236}">
                          <a16:creationId xmlns:a16="http://schemas.microsoft.com/office/drawing/2014/main" id="{B78500A5-E157-5448-6141-547C16E6BA1D}"/>
                        </a:ext>
                      </a:extLst>
                    </p:cNvPr>
                    <p:cNvSpPr/>
                    <p:nvPr/>
                  </p:nvSpPr>
                  <p:spPr>
                    <a:xfrm>
                      <a:off x="3405797" y="2737670"/>
                      <a:ext cx="28764" cy="38007"/>
                    </a:xfrm>
                    <a:custGeom>
                      <a:avLst/>
                      <a:gdLst>
                        <a:gd name="connsiteX0" fmla="*/ 28697 w 28764"/>
                        <a:gd name="connsiteY0" fmla="*/ 34769 h 38007"/>
                        <a:gd name="connsiteX1" fmla="*/ 28697 w 28764"/>
                        <a:gd name="connsiteY1" fmla="*/ 38007 h 38007"/>
                        <a:gd name="connsiteX2" fmla="*/ 742 w 28764"/>
                        <a:gd name="connsiteY2" fmla="*/ 38007 h 38007"/>
                        <a:gd name="connsiteX3" fmla="*/ 742 w 28764"/>
                        <a:gd name="connsiteY3" fmla="*/ 34769 h 38007"/>
                        <a:gd name="connsiteX4" fmla="*/ 4948 w 28764"/>
                        <a:gd name="connsiteY4" fmla="*/ 34769 h 38007"/>
                        <a:gd name="connsiteX5" fmla="*/ 4948 w 28764"/>
                        <a:gd name="connsiteY5" fmla="*/ 34656 h 38007"/>
                        <a:gd name="connsiteX6" fmla="*/ 1260 w 28764"/>
                        <a:gd name="connsiteY6" fmla="*/ 31103 h 38007"/>
                        <a:gd name="connsiteX7" fmla="*/ 0 w 28764"/>
                        <a:gd name="connsiteY7" fmla="*/ 26020 h 38007"/>
                        <a:gd name="connsiteX8" fmla="*/ 427 w 28764"/>
                        <a:gd name="connsiteY8" fmla="*/ 22737 h 38007"/>
                        <a:gd name="connsiteX9" fmla="*/ 1597 w 28764"/>
                        <a:gd name="connsiteY9" fmla="*/ 20443 h 38007"/>
                        <a:gd name="connsiteX10" fmla="*/ 3306 w 28764"/>
                        <a:gd name="connsiteY10" fmla="*/ 18869 h 38007"/>
                        <a:gd name="connsiteX11" fmla="*/ 5420 w 28764"/>
                        <a:gd name="connsiteY11" fmla="*/ 17812 h 38007"/>
                        <a:gd name="connsiteX12" fmla="*/ 1350 w 28764"/>
                        <a:gd name="connsiteY12" fmla="*/ 14056 h 38007"/>
                        <a:gd name="connsiteX13" fmla="*/ 23 w 28764"/>
                        <a:gd name="connsiteY13" fmla="*/ 8681 h 38007"/>
                        <a:gd name="connsiteX14" fmla="*/ 967 w 28764"/>
                        <a:gd name="connsiteY14" fmla="*/ 4116 h 38007"/>
                        <a:gd name="connsiteX15" fmla="*/ 3441 w 28764"/>
                        <a:gd name="connsiteY15" fmla="*/ 1507 h 38007"/>
                        <a:gd name="connsiteX16" fmla="*/ 6972 w 28764"/>
                        <a:gd name="connsiteY16" fmla="*/ 292 h 38007"/>
                        <a:gd name="connsiteX17" fmla="*/ 11065 w 28764"/>
                        <a:gd name="connsiteY17" fmla="*/ 0 h 38007"/>
                        <a:gd name="connsiteX18" fmla="*/ 28719 w 28764"/>
                        <a:gd name="connsiteY18" fmla="*/ 0 h 38007"/>
                        <a:gd name="connsiteX19" fmla="*/ 28719 w 28764"/>
                        <a:gd name="connsiteY19" fmla="*/ 3239 h 38007"/>
                        <a:gd name="connsiteX20" fmla="*/ 9401 w 28764"/>
                        <a:gd name="connsiteY20" fmla="*/ 3239 h 38007"/>
                        <a:gd name="connsiteX21" fmla="*/ 4655 w 28764"/>
                        <a:gd name="connsiteY21" fmla="*/ 4498 h 38007"/>
                        <a:gd name="connsiteX22" fmla="*/ 2924 w 28764"/>
                        <a:gd name="connsiteY22" fmla="*/ 9221 h 38007"/>
                        <a:gd name="connsiteX23" fmla="*/ 3711 w 28764"/>
                        <a:gd name="connsiteY23" fmla="*/ 12639 h 38007"/>
                        <a:gd name="connsiteX24" fmla="*/ 6117 w 28764"/>
                        <a:gd name="connsiteY24" fmla="*/ 15518 h 38007"/>
                        <a:gd name="connsiteX25" fmla="*/ 7759 w 28764"/>
                        <a:gd name="connsiteY25" fmla="*/ 16417 h 38007"/>
                        <a:gd name="connsiteX26" fmla="*/ 9738 w 28764"/>
                        <a:gd name="connsiteY26" fmla="*/ 16980 h 38007"/>
                        <a:gd name="connsiteX27" fmla="*/ 11785 w 28764"/>
                        <a:gd name="connsiteY27" fmla="*/ 17272 h 38007"/>
                        <a:gd name="connsiteX28" fmla="*/ 13674 w 28764"/>
                        <a:gd name="connsiteY28" fmla="*/ 17362 h 38007"/>
                        <a:gd name="connsiteX29" fmla="*/ 28742 w 28764"/>
                        <a:gd name="connsiteY29" fmla="*/ 17362 h 38007"/>
                        <a:gd name="connsiteX30" fmla="*/ 28742 w 28764"/>
                        <a:gd name="connsiteY30" fmla="*/ 20600 h 38007"/>
                        <a:gd name="connsiteX31" fmla="*/ 9423 w 28764"/>
                        <a:gd name="connsiteY31" fmla="*/ 20600 h 38007"/>
                        <a:gd name="connsiteX32" fmla="*/ 4678 w 28764"/>
                        <a:gd name="connsiteY32" fmla="*/ 21860 h 38007"/>
                        <a:gd name="connsiteX33" fmla="*/ 2946 w 28764"/>
                        <a:gd name="connsiteY33" fmla="*/ 26583 h 38007"/>
                        <a:gd name="connsiteX34" fmla="*/ 3733 w 28764"/>
                        <a:gd name="connsiteY34" fmla="*/ 30001 h 38007"/>
                        <a:gd name="connsiteX35" fmla="*/ 6140 w 28764"/>
                        <a:gd name="connsiteY35" fmla="*/ 32880 h 38007"/>
                        <a:gd name="connsiteX36" fmla="*/ 7782 w 28764"/>
                        <a:gd name="connsiteY36" fmla="*/ 33779 h 38007"/>
                        <a:gd name="connsiteX37" fmla="*/ 9761 w 28764"/>
                        <a:gd name="connsiteY37" fmla="*/ 34342 h 38007"/>
                        <a:gd name="connsiteX38" fmla="*/ 11807 w 28764"/>
                        <a:gd name="connsiteY38" fmla="*/ 34634 h 38007"/>
                        <a:gd name="connsiteX39" fmla="*/ 13696 w 28764"/>
                        <a:gd name="connsiteY39" fmla="*/ 34724 h 38007"/>
                        <a:gd name="connsiteX40" fmla="*/ 28764 w 28764"/>
                        <a:gd name="connsiteY40" fmla="*/ 34724 h 380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8764" h="38007">
                          <a:moveTo>
                            <a:pt x="28697" y="34769"/>
                          </a:moveTo>
                          <a:lnTo>
                            <a:pt x="28697" y="38007"/>
                          </a:lnTo>
                          <a:lnTo>
                            <a:pt x="742" y="38007"/>
                          </a:lnTo>
                          <a:lnTo>
                            <a:pt x="742" y="34769"/>
                          </a:lnTo>
                          <a:lnTo>
                            <a:pt x="4948" y="34769"/>
                          </a:lnTo>
                          <a:lnTo>
                            <a:pt x="4948" y="34656"/>
                          </a:lnTo>
                          <a:cubicBezTo>
                            <a:pt x="3329" y="33824"/>
                            <a:pt x="2092" y="32632"/>
                            <a:pt x="1260" y="31103"/>
                          </a:cubicBezTo>
                          <a:cubicBezTo>
                            <a:pt x="405" y="29551"/>
                            <a:pt x="0" y="27865"/>
                            <a:pt x="0" y="26020"/>
                          </a:cubicBezTo>
                          <a:cubicBezTo>
                            <a:pt x="0" y="24716"/>
                            <a:pt x="135" y="23637"/>
                            <a:pt x="427" y="22737"/>
                          </a:cubicBezTo>
                          <a:cubicBezTo>
                            <a:pt x="720" y="21837"/>
                            <a:pt x="1102" y="21073"/>
                            <a:pt x="1597" y="20443"/>
                          </a:cubicBezTo>
                          <a:cubicBezTo>
                            <a:pt x="2092" y="19813"/>
                            <a:pt x="2654" y="19296"/>
                            <a:pt x="3306" y="18869"/>
                          </a:cubicBezTo>
                          <a:cubicBezTo>
                            <a:pt x="3958" y="18464"/>
                            <a:pt x="4655" y="18104"/>
                            <a:pt x="5420" y="17812"/>
                          </a:cubicBezTo>
                          <a:cubicBezTo>
                            <a:pt x="3576" y="16867"/>
                            <a:pt x="2226" y="15630"/>
                            <a:pt x="1350" y="14056"/>
                          </a:cubicBezTo>
                          <a:cubicBezTo>
                            <a:pt x="472" y="12482"/>
                            <a:pt x="23" y="10705"/>
                            <a:pt x="23" y="8681"/>
                          </a:cubicBezTo>
                          <a:cubicBezTo>
                            <a:pt x="23" y="6769"/>
                            <a:pt x="337" y="5263"/>
                            <a:pt x="967" y="4116"/>
                          </a:cubicBezTo>
                          <a:cubicBezTo>
                            <a:pt x="1597" y="2991"/>
                            <a:pt x="2429" y="2114"/>
                            <a:pt x="3441" y="1507"/>
                          </a:cubicBezTo>
                          <a:cubicBezTo>
                            <a:pt x="4453" y="900"/>
                            <a:pt x="5645" y="495"/>
                            <a:pt x="6972" y="292"/>
                          </a:cubicBezTo>
                          <a:cubicBezTo>
                            <a:pt x="8299" y="90"/>
                            <a:pt x="9671" y="0"/>
                            <a:pt x="11065" y="0"/>
                          </a:cubicBezTo>
                          <a:lnTo>
                            <a:pt x="28719" y="0"/>
                          </a:lnTo>
                          <a:lnTo>
                            <a:pt x="28719" y="3239"/>
                          </a:lnTo>
                          <a:lnTo>
                            <a:pt x="9401" y="3239"/>
                          </a:lnTo>
                          <a:cubicBezTo>
                            <a:pt x="7377" y="3239"/>
                            <a:pt x="5802" y="3666"/>
                            <a:pt x="4655" y="4498"/>
                          </a:cubicBezTo>
                          <a:cubicBezTo>
                            <a:pt x="3509" y="5353"/>
                            <a:pt x="2924" y="6927"/>
                            <a:pt x="2924" y="9221"/>
                          </a:cubicBezTo>
                          <a:cubicBezTo>
                            <a:pt x="2924" y="10413"/>
                            <a:pt x="3194" y="11560"/>
                            <a:pt x="3711" y="12639"/>
                          </a:cubicBezTo>
                          <a:cubicBezTo>
                            <a:pt x="4228" y="13741"/>
                            <a:pt x="5038" y="14708"/>
                            <a:pt x="6117" y="15518"/>
                          </a:cubicBezTo>
                          <a:cubicBezTo>
                            <a:pt x="6590" y="15878"/>
                            <a:pt x="7129" y="16170"/>
                            <a:pt x="7759" y="16417"/>
                          </a:cubicBezTo>
                          <a:cubicBezTo>
                            <a:pt x="8389" y="16642"/>
                            <a:pt x="9041" y="16845"/>
                            <a:pt x="9738" y="16980"/>
                          </a:cubicBezTo>
                          <a:cubicBezTo>
                            <a:pt x="10413" y="17115"/>
                            <a:pt x="11110" y="17227"/>
                            <a:pt x="11785" y="17272"/>
                          </a:cubicBezTo>
                          <a:cubicBezTo>
                            <a:pt x="12459" y="17317"/>
                            <a:pt x="13089" y="17362"/>
                            <a:pt x="13674" y="17362"/>
                          </a:cubicBezTo>
                          <a:lnTo>
                            <a:pt x="28742" y="17362"/>
                          </a:lnTo>
                          <a:lnTo>
                            <a:pt x="28742" y="20600"/>
                          </a:lnTo>
                          <a:lnTo>
                            <a:pt x="9423" y="20600"/>
                          </a:lnTo>
                          <a:cubicBezTo>
                            <a:pt x="7399" y="20600"/>
                            <a:pt x="5825" y="21028"/>
                            <a:pt x="4678" y="21860"/>
                          </a:cubicBezTo>
                          <a:cubicBezTo>
                            <a:pt x="3531" y="22714"/>
                            <a:pt x="2946" y="24289"/>
                            <a:pt x="2946" y="26583"/>
                          </a:cubicBezTo>
                          <a:cubicBezTo>
                            <a:pt x="2946" y="27775"/>
                            <a:pt x="3216" y="28922"/>
                            <a:pt x="3733" y="30001"/>
                          </a:cubicBezTo>
                          <a:cubicBezTo>
                            <a:pt x="4251" y="31103"/>
                            <a:pt x="5060" y="32070"/>
                            <a:pt x="6140" y="32880"/>
                          </a:cubicBezTo>
                          <a:cubicBezTo>
                            <a:pt x="6612" y="33240"/>
                            <a:pt x="7152" y="33532"/>
                            <a:pt x="7782" y="33779"/>
                          </a:cubicBezTo>
                          <a:cubicBezTo>
                            <a:pt x="8411" y="34004"/>
                            <a:pt x="9063" y="34207"/>
                            <a:pt x="9761" y="34342"/>
                          </a:cubicBezTo>
                          <a:cubicBezTo>
                            <a:pt x="10435" y="34477"/>
                            <a:pt x="11133" y="34589"/>
                            <a:pt x="11807" y="34634"/>
                          </a:cubicBezTo>
                          <a:cubicBezTo>
                            <a:pt x="12482" y="34679"/>
                            <a:pt x="13112" y="34724"/>
                            <a:pt x="13696" y="34724"/>
                          </a:cubicBezTo>
                          <a:lnTo>
                            <a:pt x="28764" y="34724"/>
                          </a:lnTo>
                          <a:close/>
                        </a:path>
                      </a:pathLst>
                    </a:custGeom>
                    <a:solidFill>
                      <a:srgbClr val="231F20"/>
                    </a:solidFill>
                    <a:ln w="2249" cap="flat">
                      <a:noFill/>
                      <a:prstDash val="solid"/>
                      <a:miter/>
                    </a:ln>
                  </p:spPr>
                  <p:txBody>
                    <a:bodyPr rtlCol="0" anchor="ctr"/>
                    <a:lstStyle/>
                    <a:p>
                      <a:endParaRPr lang="en-US"/>
                    </a:p>
                  </p:txBody>
                </p:sp>
                <p:sp>
                  <p:nvSpPr>
                    <p:cNvPr id="1180" name="Freeform 1179">
                      <a:extLst>
                        <a:ext uri="{FF2B5EF4-FFF2-40B4-BE49-F238E27FC236}">
                          <a16:creationId xmlns:a16="http://schemas.microsoft.com/office/drawing/2014/main" id="{C72EAF87-FD25-3424-4EBF-E588090EAF20}"/>
                        </a:ext>
                      </a:extLst>
                    </p:cNvPr>
                    <p:cNvSpPr/>
                    <p:nvPr/>
                  </p:nvSpPr>
                  <p:spPr>
                    <a:xfrm>
                      <a:off x="3395632" y="2726403"/>
                      <a:ext cx="38861" cy="3553"/>
                    </a:xfrm>
                    <a:custGeom>
                      <a:avLst/>
                      <a:gdLst>
                        <a:gd name="connsiteX0" fmla="*/ 4813 w 38861"/>
                        <a:gd name="connsiteY0" fmla="*/ 3553 h 3553"/>
                        <a:gd name="connsiteX1" fmla="*/ 0 w 38861"/>
                        <a:gd name="connsiteY1" fmla="*/ 3553 h 3553"/>
                        <a:gd name="connsiteX2" fmla="*/ 0 w 38861"/>
                        <a:gd name="connsiteY2" fmla="*/ 0 h 3553"/>
                        <a:gd name="connsiteX3" fmla="*/ 4813 w 38861"/>
                        <a:gd name="connsiteY3" fmla="*/ 0 h 3553"/>
                        <a:gd name="connsiteX4" fmla="*/ 4813 w 38861"/>
                        <a:gd name="connsiteY4" fmla="*/ 3553 h 3553"/>
                        <a:gd name="connsiteX5" fmla="*/ 38862 w 38861"/>
                        <a:gd name="connsiteY5" fmla="*/ 3396 h 3553"/>
                        <a:gd name="connsiteX6" fmla="*/ 10907 w 38861"/>
                        <a:gd name="connsiteY6" fmla="*/ 3396 h 3553"/>
                        <a:gd name="connsiteX7" fmla="*/ 10907 w 38861"/>
                        <a:gd name="connsiteY7" fmla="*/ 157 h 3553"/>
                        <a:gd name="connsiteX8" fmla="*/ 38862 w 38861"/>
                        <a:gd name="connsiteY8" fmla="*/ 157 h 3553"/>
                        <a:gd name="connsiteX9" fmla="*/ 38862 w 38861"/>
                        <a:gd name="connsiteY9" fmla="*/ 3396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61" h="3553">
                          <a:moveTo>
                            <a:pt x="4813" y="3553"/>
                          </a:moveTo>
                          <a:lnTo>
                            <a:pt x="0" y="3553"/>
                          </a:lnTo>
                          <a:lnTo>
                            <a:pt x="0" y="0"/>
                          </a:lnTo>
                          <a:lnTo>
                            <a:pt x="4813" y="0"/>
                          </a:lnTo>
                          <a:lnTo>
                            <a:pt x="4813" y="3553"/>
                          </a:lnTo>
                          <a:close/>
                          <a:moveTo>
                            <a:pt x="38862" y="3396"/>
                          </a:moveTo>
                          <a:lnTo>
                            <a:pt x="10907" y="3396"/>
                          </a:lnTo>
                          <a:lnTo>
                            <a:pt x="10907" y="157"/>
                          </a:lnTo>
                          <a:lnTo>
                            <a:pt x="38862" y="157"/>
                          </a:lnTo>
                          <a:lnTo>
                            <a:pt x="38862" y="3396"/>
                          </a:lnTo>
                          <a:close/>
                        </a:path>
                      </a:pathLst>
                    </a:custGeom>
                    <a:solidFill>
                      <a:srgbClr val="231F20"/>
                    </a:solidFill>
                    <a:ln w="2249" cap="flat">
                      <a:noFill/>
                      <a:prstDash val="solid"/>
                      <a:miter/>
                    </a:ln>
                  </p:spPr>
                  <p:txBody>
                    <a:bodyPr rtlCol="0" anchor="ctr"/>
                    <a:lstStyle/>
                    <a:p>
                      <a:endParaRPr lang="en-US"/>
                    </a:p>
                  </p:txBody>
                </p:sp>
                <p:sp>
                  <p:nvSpPr>
                    <p:cNvPr id="1181" name="Freeform 1180">
                      <a:extLst>
                        <a:ext uri="{FF2B5EF4-FFF2-40B4-BE49-F238E27FC236}">
                          <a16:creationId xmlns:a16="http://schemas.microsoft.com/office/drawing/2014/main" id="{D3F5EE21-9E31-2EC3-7F65-DF285BCBD7A9}"/>
                        </a:ext>
                      </a:extLst>
                    </p:cNvPr>
                    <p:cNvSpPr/>
                    <p:nvPr/>
                  </p:nvSpPr>
                  <p:spPr>
                    <a:xfrm>
                      <a:off x="3405774" y="2696109"/>
                      <a:ext cx="28741" cy="22197"/>
                    </a:xfrm>
                    <a:custGeom>
                      <a:avLst/>
                      <a:gdLst>
                        <a:gd name="connsiteX0" fmla="*/ 28719 w 28741"/>
                        <a:gd name="connsiteY0" fmla="*/ 18959 h 22197"/>
                        <a:gd name="connsiteX1" fmla="*/ 28719 w 28741"/>
                        <a:gd name="connsiteY1" fmla="*/ 22197 h 22197"/>
                        <a:gd name="connsiteX2" fmla="*/ 765 w 28741"/>
                        <a:gd name="connsiteY2" fmla="*/ 22197 h 22197"/>
                        <a:gd name="connsiteX3" fmla="*/ 765 w 28741"/>
                        <a:gd name="connsiteY3" fmla="*/ 18959 h 22197"/>
                        <a:gd name="connsiteX4" fmla="*/ 4655 w 28741"/>
                        <a:gd name="connsiteY4" fmla="*/ 18959 h 22197"/>
                        <a:gd name="connsiteX5" fmla="*/ 1305 w 28741"/>
                        <a:gd name="connsiteY5" fmla="*/ 14933 h 22197"/>
                        <a:gd name="connsiteX6" fmla="*/ 0 w 28741"/>
                        <a:gd name="connsiteY6" fmla="*/ 9940 h 22197"/>
                        <a:gd name="connsiteX7" fmla="*/ 900 w 28741"/>
                        <a:gd name="connsiteY7" fmla="*/ 5128 h 22197"/>
                        <a:gd name="connsiteX8" fmla="*/ 4003 w 28741"/>
                        <a:gd name="connsiteY8" fmla="*/ 1394 h 22197"/>
                        <a:gd name="connsiteX9" fmla="*/ 7107 w 28741"/>
                        <a:gd name="connsiteY9" fmla="*/ 180 h 22197"/>
                        <a:gd name="connsiteX10" fmla="*/ 10435 w 28741"/>
                        <a:gd name="connsiteY10" fmla="*/ 0 h 22197"/>
                        <a:gd name="connsiteX11" fmla="*/ 28742 w 28741"/>
                        <a:gd name="connsiteY11" fmla="*/ 0 h 22197"/>
                        <a:gd name="connsiteX12" fmla="*/ 28742 w 28741"/>
                        <a:gd name="connsiteY12" fmla="*/ 3239 h 22197"/>
                        <a:gd name="connsiteX13" fmla="*/ 10503 w 28741"/>
                        <a:gd name="connsiteY13" fmla="*/ 3239 h 22197"/>
                        <a:gd name="connsiteX14" fmla="*/ 4835 w 28741"/>
                        <a:gd name="connsiteY14" fmla="*/ 4903 h 22197"/>
                        <a:gd name="connsiteX15" fmla="*/ 2946 w 28741"/>
                        <a:gd name="connsiteY15" fmla="*/ 10458 h 22197"/>
                        <a:gd name="connsiteX16" fmla="*/ 3396 w 28741"/>
                        <a:gd name="connsiteY16" fmla="*/ 13201 h 22197"/>
                        <a:gd name="connsiteX17" fmla="*/ 4610 w 28741"/>
                        <a:gd name="connsiteY17" fmla="*/ 15450 h 22197"/>
                        <a:gd name="connsiteX18" fmla="*/ 6342 w 28741"/>
                        <a:gd name="connsiteY18" fmla="*/ 17160 h 22197"/>
                        <a:gd name="connsiteX19" fmla="*/ 8389 w 28741"/>
                        <a:gd name="connsiteY19" fmla="*/ 18239 h 22197"/>
                        <a:gd name="connsiteX20" fmla="*/ 10975 w 28741"/>
                        <a:gd name="connsiteY20" fmla="*/ 18824 h 22197"/>
                        <a:gd name="connsiteX21" fmla="*/ 13674 w 28741"/>
                        <a:gd name="connsiteY21" fmla="*/ 18936 h 22197"/>
                        <a:gd name="connsiteX22" fmla="*/ 28742 w 28741"/>
                        <a:gd name="connsiteY22" fmla="*/ 18936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8741" h="22197">
                          <a:moveTo>
                            <a:pt x="28719" y="18959"/>
                          </a:moveTo>
                          <a:lnTo>
                            <a:pt x="28719" y="22197"/>
                          </a:lnTo>
                          <a:lnTo>
                            <a:pt x="765" y="22197"/>
                          </a:lnTo>
                          <a:lnTo>
                            <a:pt x="765" y="18959"/>
                          </a:lnTo>
                          <a:lnTo>
                            <a:pt x="4655" y="18959"/>
                          </a:lnTo>
                          <a:cubicBezTo>
                            <a:pt x="3284" y="17654"/>
                            <a:pt x="2182" y="16327"/>
                            <a:pt x="1305" y="14933"/>
                          </a:cubicBezTo>
                          <a:cubicBezTo>
                            <a:pt x="450" y="13539"/>
                            <a:pt x="0" y="11874"/>
                            <a:pt x="0" y="9940"/>
                          </a:cubicBezTo>
                          <a:cubicBezTo>
                            <a:pt x="0" y="8209"/>
                            <a:pt x="292" y="6612"/>
                            <a:pt x="900" y="5128"/>
                          </a:cubicBezTo>
                          <a:cubicBezTo>
                            <a:pt x="1484" y="3643"/>
                            <a:pt x="2519" y="2406"/>
                            <a:pt x="4003" y="1394"/>
                          </a:cubicBezTo>
                          <a:cubicBezTo>
                            <a:pt x="5015" y="720"/>
                            <a:pt x="6050" y="315"/>
                            <a:pt x="7107" y="180"/>
                          </a:cubicBezTo>
                          <a:cubicBezTo>
                            <a:pt x="8164" y="45"/>
                            <a:pt x="9266" y="0"/>
                            <a:pt x="10435" y="0"/>
                          </a:cubicBezTo>
                          <a:lnTo>
                            <a:pt x="28742" y="0"/>
                          </a:lnTo>
                          <a:lnTo>
                            <a:pt x="28742" y="3239"/>
                          </a:lnTo>
                          <a:lnTo>
                            <a:pt x="10503" y="3239"/>
                          </a:lnTo>
                          <a:cubicBezTo>
                            <a:pt x="7984" y="3239"/>
                            <a:pt x="6095" y="3801"/>
                            <a:pt x="4835" y="4903"/>
                          </a:cubicBezTo>
                          <a:cubicBezTo>
                            <a:pt x="3576" y="6027"/>
                            <a:pt x="2946" y="7871"/>
                            <a:pt x="2946" y="10458"/>
                          </a:cubicBezTo>
                          <a:cubicBezTo>
                            <a:pt x="2946" y="11470"/>
                            <a:pt x="3104" y="12392"/>
                            <a:pt x="3396" y="13201"/>
                          </a:cubicBezTo>
                          <a:cubicBezTo>
                            <a:pt x="3711" y="14033"/>
                            <a:pt x="4116" y="14776"/>
                            <a:pt x="4610" y="15450"/>
                          </a:cubicBezTo>
                          <a:cubicBezTo>
                            <a:pt x="5105" y="16125"/>
                            <a:pt x="5690" y="16687"/>
                            <a:pt x="6342" y="17160"/>
                          </a:cubicBezTo>
                          <a:cubicBezTo>
                            <a:pt x="6995" y="17632"/>
                            <a:pt x="7669" y="17992"/>
                            <a:pt x="8389" y="18239"/>
                          </a:cubicBezTo>
                          <a:cubicBezTo>
                            <a:pt x="9288" y="18554"/>
                            <a:pt x="10143" y="18756"/>
                            <a:pt x="10975" y="18824"/>
                          </a:cubicBezTo>
                          <a:cubicBezTo>
                            <a:pt x="11807" y="18891"/>
                            <a:pt x="12707" y="18936"/>
                            <a:pt x="13674" y="18936"/>
                          </a:cubicBezTo>
                          <a:lnTo>
                            <a:pt x="28742" y="18936"/>
                          </a:lnTo>
                          <a:close/>
                        </a:path>
                      </a:pathLst>
                    </a:custGeom>
                    <a:solidFill>
                      <a:srgbClr val="231F20"/>
                    </a:solidFill>
                    <a:ln w="2249" cap="flat">
                      <a:noFill/>
                      <a:prstDash val="solid"/>
                      <a:miter/>
                    </a:ln>
                  </p:spPr>
                  <p:txBody>
                    <a:bodyPr rtlCol="0" anchor="ctr"/>
                    <a:lstStyle/>
                    <a:p>
                      <a:endParaRPr lang="en-US"/>
                    </a:p>
                  </p:txBody>
                </p:sp>
                <p:sp>
                  <p:nvSpPr>
                    <p:cNvPr id="1182" name="Freeform 1181">
                      <a:extLst>
                        <a:ext uri="{FF2B5EF4-FFF2-40B4-BE49-F238E27FC236}">
                          <a16:creationId xmlns:a16="http://schemas.microsoft.com/office/drawing/2014/main" id="{0AE80344-E690-9953-63ED-2FB1B86B8BD5}"/>
                        </a:ext>
                      </a:extLst>
                    </p:cNvPr>
                    <p:cNvSpPr/>
                    <p:nvPr/>
                  </p:nvSpPr>
                  <p:spPr>
                    <a:xfrm>
                      <a:off x="3405819" y="2663410"/>
                      <a:ext cx="29483" cy="26357"/>
                    </a:xfrm>
                    <a:custGeom>
                      <a:avLst/>
                      <a:gdLst>
                        <a:gd name="connsiteX0" fmla="*/ 12369 w 29483"/>
                        <a:gd name="connsiteY0" fmla="*/ 12032 h 26357"/>
                        <a:gd name="connsiteX1" fmla="*/ 12054 w 29483"/>
                        <a:gd name="connsiteY1" fmla="*/ 9850 h 26357"/>
                        <a:gd name="connsiteX2" fmla="*/ 11470 w 29483"/>
                        <a:gd name="connsiteY2" fmla="*/ 7781 h 26357"/>
                        <a:gd name="connsiteX3" fmla="*/ 10210 w 29483"/>
                        <a:gd name="connsiteY3" fmla="*/ 6792 h 26357"/>
                        <a:gd name="connsiteX4" fmla="*/ 8569 w 29483"/>
                        <a:gd name="connsiteY4" fmla="*/ 6612 h 26357"/>
                        <a:gd name="connsiteX5" fmla="*/ 4498 w 29483"/>
                        <a:gd name="connsiteY5" fmla="*/ 8209 h 26357"/>
                        <a:gd name="connsiteX6" fmla="*/ 2901 w 29483"/>
                        <a:gd name="connsiteY6" fmla="*/ 13584 h 26357"/>
                        <a:gd name="connsiteX7" fmla="*/ 3194 w 29483"/>
                        <a:gd name="connsiteY7" fmla="*/ 16665 h 26357"/>
                        <a:gd name="connsiteX8" fmla="*/ 4228 w 29483"/>
                        <a:gd name="connsiteY8" fmla="*/ 19116 h 26357"/>
                        <a:gd name="connsiteX9" fmla="*/ 6162 w 29483"/>
                        <a:gd name="connsiteY9" fmla="*/ 20848 h 26357"/>
                        <a:gd name="connsiteX10" fmla="*/ 9221 w 29483"/>
                        <a:gd name="connsiteY10" fmla="*/ 21747 h 26357"/>
                        <a:gd name="connsiteX11" fmla="*/ 9221 w 29483"/>
                        <a:gd name="connsiteY11" fmla="*/ 25031 h 26357"/>
                        <a:gd name="connsiteX12" fmla="*/ 4993 w 29483"/>
                        <a:gd name="connsiteY12" fmla="*/ 23906 h 26357"/>
                        <a:gd name="connsiteX13" fmla="*/ 2137 w 29483"/>
                        <a:gd name="connsiteY13" fmla="*/ 21388 h 26357"/>
                        <a:gd name="connsiteX14" fmla="*/ 517 w 29483"/>
                        <a:gd name="connsiteY14" fmla="*/ 17834 h 26357"/>
                        <a:gd name="connsiteX15" fmla="*/ 0 w 29483"/>
                        <a:gd name="connsiteY15" fmla="*/ 13539 h 26357"/>
                        <a:gd name="connsiteX16" fmla="*/ 450 w 29483"/>
                        <a:gd name="connsiteY16" fmla="*/ 9581 h 26357"/>
                        <a:gd name="connsiteX17" fmla="*/ 1912 w 29483"/>
                        <a:gd name="connsiteY17" fmla="*/ 6342 h 26357"/>
                        <a:gd name="connsiteX18" fmla="*/ 4588 w 29483"/>
                        <a:gd name="connsiteY18" fmla="*/ 4183 h 26357"/>
                        <a:gd name="connsiteX19" fmla="*/ 8681 w 29483"/>
                        <a:gd name="connsiteY19" fmla="*/ 3396 h 26357"/>
                        <a:gd name="connsiteX20" fmla="*/ 23906 w 29483"/>
                        <a:gd name="connsiteY20" fmla="*/ 3396 h 26357"/>
                        <a:gd name="connsiteX21" fmla="*/ 26313 w 29483"/>
                        <a:gd name="connsiteY21" fmla="*/ 2721 h 26357"/>
                        <a:gd name="connsiteX22" fmla="*/ 26066 w 29483"/>
                        <a:gd name="connsiteY22" fmla="*/ 0 h 26357"/>
                        <a:gd name="connsiteX23" fmla="*/ 28607 w 29483"/>
                        <a:gd name="connsiteY23" fmla="*/ 0 h 26357"/>
                        <a:gd name="connsiteX24" fmla="*/ 28922 w 29483"/>
                        <a:gd name="connsiteY24" fmla="*/ 1102 h 26357"/>
                        <a:gd name="connsiteX25" fmla="*/ 29147 w 29483"/>
                        <a:gd name="connsiteY25" fmla="*/ 2541 h 26357"/>
                        <a:gd name="connsiteX26" fmla="*/ 28989 w 29483"/>
                        <a:gd name="connsiteY26" fmla="*/ 4003 h 26357"/>
                        <a:gd name="connsiteX27" fmla="*/ 28472 w 29483"/>
                        <a:gd name="connsiteY27" fmla="*/ 5308 h 26357"/>
                        <a:gd name="connsiteX28" fmla="*/ 27505 w 29483"/>
                        <a:gd name="connsiteY28" fmla="*/ 6095 h 26357"/>
                        <a:gd name="connsiteX29" fmla="*/ 26268 w 29483"/>
                        <a:gd name="connsiteY29" fmla="*/ 6500 h 26357"/>
                        <a:gd name="connsiteX30" fmla="*/ 24829 w 29483"/>
                        <a:gd name="connsiteY30" fmla="*/ 6612 h 26357"/>
                        <a:gd name="connsiteX31" fmla="*/ 28292 w 29483"/>
                        <a:gd name="connsiteY31" fmla="*/ 11312 h 26357"/>
                        <a:gd name="connsiteX32" fmla="*/ 29484 w 29483"/>
                        <a:gd name="connsiteY32" fmla="*/ 17025 h 26357"/>
                        <a:gd name="connsiteX33" fmla="*/ 28989 w 29483"/>
                        <a:gd name="connsiteY33" fmla="*/ 20556 h 26357"/>
                        <a:gd name="connsiteX34" fmla="*/ 27482 w 29483"/>
                        <a:gd name="connsiteY34" fmla="*/ 23547 h 26357"/>
                        <a:gd name="connsiteX35" fmla="*/ 24963 w 29483"/>
                        <a:gd name="connsiteY35" fmla="*/ 25593 h 26357"/>
                        <a:gd name="connsiteX36" fmla="*/ 21433 w 29483"/>
                        <a:gd name="connsiteY36" fmla="*/ 26358 h 26357"/>
                        <a:gd name="connsiteX37" fmla="*/ 13022 w 29483"/>
                        <a:gd name="connsiteY37" fmla="*/ 16597 h 26357"/>
                        <a:gd name="connsiteX38" fmla="*/ 12437 w 29483"/>
                        <a:gd name="connsiteY38" fmla="*/ 12122 h 26357"/>
                        <a:gd name="connsiteX39" fmla="*/ 14011 w 29483"/>
                        <a:gd name="connsiteY39" fmla="*/ 6589 h 26357"/>
                        <a:gd name="connsiteX40" fmla="*/ 15135 w 29483"/>
                        <a:gd name="connsiteY40" fmla="*/ 10750 h 26357"/>
                        <a:gd name="connsiteX41" fmla="*/ 15563 w 29483"/>
                        <a:gd name="connsiteY41" fmla="*/ 14956 h 26357"/>
                        <a:gd name="connsiteX42" fmla="*/ 17227 w 29483"/>
                        <a:gd name="connsiteY42" fmla="*/ 20758 h 26357"/>
                        <a:gd name="connsiteX43" fmla="*/ 21500 w 29483"/>
                        <a:gd name="connsiteY43" fmla="*/ 22827 h 26357"/>
                        <a:gd name="connsiteX44" fmla="*/ 23749 w 29483"/>
                        <a:gd name="connsiteY44" fmla="*/ 22310 h 26357"/>
                        <a:gd name="connsiteX45" fmla="*/ 25323 w 29483"/>
                        <a:gd name="connsiteY45" fmla="*/ 20960 h 26357"/>
                        <a:gd name="connsiteX46" fmla="*/ 26245 w 29483"/>
                        <a:gd name="connsiteY46" fmla="*/ 19026 h 26357"/>
                        <a:gd name="connsiteX47" fmla="*/ 26538 w 29483"/>
                        <a:gd name="connsiteY47" fmla="*/ 16777 h 26357"/>
                        <a:gd name="connsiteX48" fmla="*/ 26043 w 29483"/>
                        <a:gd name="connsiteY48" fmla="*/ 12999 h 26357"/>
                        <a:gd name="connsiteX49" fmla="*/ 24559 w 29483"/>
                        <a:gd name="connsiteY49" fmla="*/ 9738 h 26357"/>
                        <a:gd name="connsiteX50" fmla="*/ 22017 w 29483"/>
                        <a:gd name="connsiteY50" fmla="*/ 7444 h 26357"/>
                        <a:gd name="connsiteX51" fmla="*/ 18374 w 29483"/>
                        <a:gd name="connsiteY51" fmla="*/ 6589 h 26357"/>
                        <a:gd name="connsiteX52" fmla="*/ 14011 w 29483"/>
                        <a:gd name="connsiteY52" fmla="*/ 6589 h 26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9483" h="26357">
                          <a:moveTo>
                            <a:pt x="12369" y="12032"/>
                          </a:moveTo>
                          <a:cubicBezTo>
                            <a:pt x="12302" y="11425"/>
                            <a:pt x="12189" y="10683"/>
                            <a:pt x="12054" y="9850"/>
                          </a:cubicBezTo>
                          <a:cubicBezTo>
                            <a:pt x="11920" y="8996"/>
                            <a:pt x="11717" y="8321"/>
                            <a:pt x="11470" y="7781"/>
                          </a:cubicBezTo>
                          <a:cubicBezTo>
                            <a:pt x="11222" y="7242"/>
                            <a:pt x="10795" y="6904"/>
                            <a:pt x="10210" y="6792"/>
                          </a:cubicBezTo>
                          <a:cubicBezTo>
                            <a:pt x="9626" y="6657"/>
                            <a:pt x="9063" y="6612"/>
                            <a:pt x="8569" y="6612"/>
                          </a:cubicBezTo>
                          <a:cubicBezTo>
                            <a:pt x="6904" y="6612"/>
                            <a:pt x="5555" y="7152"/>
                            <a:pt x="4498" y="8209"/>
                          </a:cubicBezTo>
                          <a:cubicBezTo>
                            <a:pt x="3441" y="9266"/>
                            <a:pt x="2901" y="11065"/>
                            <a:pt x="2901" y="13584"/>
                          </a:cubicBezTo>
                          <a:cubicBezTo>
                            <a:pt x="2901" y="14708"/>
                            <a:pt x="2991" y="15720"/>
                            <a:pt x="3194" y="16665"/>
                          </a:cubicBezTo>
                          <a:cubicBezTo>
                            <a:pt x="3396" y="17609"/>
                            <a:pt x="3733" y="18419"/>
                            <a:pt x="4228" y="19116"/>
                          </a:cubicBezTo>
                          <a:cubicBezTo>
                            <a:pt x="4723" y="19813"/>
                            <a:pt x="5353" y="20398"/>
                            <a:pt x="6162" y="20848"/>
                          </a:cubicBezTo>
                          <a:cubicBezTo>
                            <a:pt x="6972" y="21298"/>
                            <a:pt x="7984" y="21590"/>
                            <a:pt x="9221" y="21747"/>
                          </a:cubicBezTo>
                          <a:lnTo>
                            <a:pt x="9221" y="25031"/>
                          </a:lnTo>
                          <a:cubicBezTo>
                            <a:pt x="7556" y="24918"/>
                            <a:pt x="6162" y="24536"/>
                            <a:pt x="4993" y="23906"/>
                          </a:cubicBezTo>
                          <a:cubicBezTo>
                            <a:pt x="3823" y="23277"/>
                            <a:pt x="2879" y="22422"/>
                            <a:pt x="2137" y="21388"/>
                          </a:cubicBezTo>
                          <a:cubicBezTo>
                            <a:pt x="1394" y="20353"/>
                            <a:pt x="855" y="19184"/>
                            <a:pt x="517" y="17834"/>
                          </a:cubicBezTo>
                          <a:cubicBezTo>
                            <a:pt x="180" y="16485"/>
                            <a:pt x="0" y="15046"/>
                            <a:pt x="0" y="13539"/>
                          </a:cubicBezTo>
                          <a:cubicBezTo>
                            <a:pt x="0" y="12144"/>
                            <a:pt x="158" y="10817"/>
                            <a:pt x="450" y="9581"/>
                          </a:cubicBezTo>
                          <a:cubicBezTo>
                            <a:pt x="765" y="8344"/>
                            <a:pt x="1237" y="7264"/>
                            <a:pt x="1912" y="6342"/>
                          </a:cubicBezTo>
                          <a:cubicBezTo>
                            <a:pt x="2586" y="5420"/>
                            <a:pt x="3463" y="4700"/>
                            <a:pt x="4588" y="4183"/>
                          </a:cubicBezTo>
                          <a:cubicBezTo>
                            <a:pt x="5712" y="3666"/>
                            <a:pt x="7062" y="3396"/>
                            <a:pt x="8681" y="3396"/>
                          </a:cubicBezTo>
                          <a:lnTo>
                            <a:pt x="23906" y="3396"/>
                          </a:lnTo>
                          <a:cubicBezTo>
                            <a:pt x="25166" y="3396"/>
                            <a:pt x="25976" y="3171"/>
                            <a:pt x="26313" y="2721"/>
                          </a:cubicBezTo>
                          <a:cubicBezTo>
                            <a:pt x="26650" y="2271"/>
                            <a:pt x="26583" y="1372"/>
                            <a:pt x="26066" y="0"/>
                          </a:cubicBezTo>
                          <a:lnTo>
                            <a:pt x="28607" y="0"/>
                          </a:lnTo>
                          <a:cubicBezTo>
                            <a:pt x="28674" y="247"/>
                            <a:pt x="28787" y="630"/>
                            <a:pt x="28922" y="1102"/>
                          </a:cubicBezTo>
                          <a:cubicBezTo>
                            <a:pt x="29057" y="1597"/>
                            <a:pt x="29147" y="2069"/>
                            <a:pt x="29147" y="2541"/>
                          </a:cubicBezTo>
                          <a:cubicBezTo>
                            <a:pt x="29147" y="3036"/>
                            <a:pt x="29102" y="3531"/>
                            <a:pt x="28989" y="4003"/>
                          </a:cubicBezTo>
                          <a:cubicBezTo>
                            <a:pt x="28922" y="4543"/>
                            <a:pt x="28742" y="4970"/>
                            <a:pt x="28472" y="5308"/>
                          </a:cubicBezTo>
                          <a:cubicBezTo>
                            <a:pt x="28202" y="5645"/>
                            <a:pt x="27887" y="5892"/>
                            <a:pt x="27505" y="6095"/>
                          </a:cubicBezTo>
                          <a:cubicBezTo>
                            <a:pt x="27123" y="6297"/>
                            <a:pt x="26718" y="6432"/>
                            <a:pt x="26268" y="6500"/>
                          </a:cubicBezTo>
                          <a:cubicBezTo>
                            <a:pt x="25818" y="6567"/>
                            <a:pt x="25346" y="6612"/>
                            <a:pt x="24829" y="6612"/>
                          </a:cubicBezTo>
                          <a:cubicBezTo>
                            <a:pt x="26335" y="7984"/>
                            <a:pt x="27482" y="9536"/>
                            <a:pt x="28292" y="11312"/>
                          </a:cubicBezTo>
                          <a:cubicBezTo>
                            <a:pt x="29079" y="13066"/>
                            <a:pt x="29484" y="14978"/>
                            <a:pt x="29484" y="17025"/>
                          </a:cubicBezTo>
                          <a:cubicBezTo>
                            <a:pt x="29484" y="18239"/>
                            <a:pt x="29327" y="19431"/>
                            <a:pt x="28989" y="20556"/>
                          </a:cubicBezTo>
                          <a:cubicBezTo>
                            <a:pt x="28652" y="21680"/>
                            <a:pt x="28157" y="22692"/>
                            <a:pt x="27482" y="23547"/>
                          </a:cubicBezTo>
                          <a:cubicBezTo>
                            <a:pt x="26808" y="24401"/>
                            <a:pt x="25953" y="25098"/>
                            <a:pt x="24963" y="25593"/>
                          </a:cubicBezTo>
                          <a:cubicBezTo>
                            <a:pt x="23974" y="26088"/>
                            <a:pt x="22804" y="26358"/>
                            <a:pt x="21433" y="26358"/>
                          </a:cubicBezTo>
                          <a:cubicBezTo>
                            <a:pt x="16687" y="26358"/>
                            <a:pt x="13876" y="23097"/>
                            <a:pt x="13022" y="16597"/>
                          </a:cubicBezTo>
                          <a:lnTo>
                            <a:pt x="12437" y="12122"/>
                          </a:lnTo>
                          <a:close/>
                          <a:moveTo>
                            <a:pt x="14011" y="6589"/>
                          </a:moveTo>
                          <a:cubicBezTo>
                            <a:pt x="14596" y="7961"/>
                            <a:pt x="14956" y="9333"/>
                            <a:pt x="15135" y="10750"/>
                          </a:cubicBezTo>
                          <a:cubicBezTo>
                            <a:pt x="15316" y="12167"/>
                            <a:pt x="15450" y="13561"/>
                            <a:pt x="15563" y="14956"/>
                          </a:cubicBezTo>
                          <a:cubicBezTo>
                            <a:pt x="15743" y="17429"/>
                            <a:pt x="16305" y="19364"/>
                            <a:pt x="17227" y="20758"/>
                          </a:cubicBezTo>
                          <a:cubicBezTo>
                            <a:pt x="18172" y="22152"/>
                            <a:pt x="19589" y="22827"/>
                            <a:pt x="21500" y="22827"/>
                          </a:cubicBezTo>
                          <a:cubicBezTo>
                            <a:pt x="22355" y="22827"/>
                            <a:pt x="23119" y="22647"/>
                            <a:pt x="23749" y="22310"/>
                          </a:cubicBezTo>
                          <a:cubicBezTo>
                            <a:pt x="24379" y="21972"/>
                            <a:pt x="24896" y="21523"/>
                            <a:pt x="25323" y="20960"/>
                          </a:cubicBezTo>
                          <a:cubicBezTo>
                            <a:pt x="25728" y="20398"/>
                            <a:pt x="26043" y="19746"/>
                            <a:pt x="26245" y="19026"/>
                          </a:cubicBezTo>
                          <a:cubicBezTo>
                            <a:pt x="26448" y="18284"/>
                            <a:pt x="26538" y="17542"/>
                            <a:pt x="26538" y="16777"/>
                          </a:cubicBezTo>
                          <a:cubicBezTo>
                            <a:pt x="26538" y="15473"/>
                            <a:pt x="26380" y="14213"/>
                            <a:pt x="26043" y="12999"/>
                          </a:cubicBezTo>
                          <a:cubicBezTo>
                            <a:pt x="25728" y="11785"/>
                            <a:pt x="25234" y="10683"/>
                            <a:pt x="24559" y="9738"/>
                          </a:cubicBezTo>
                          <a:cubicBezTo>
                            <a:pt x="23884" y="8793"/>
                            <a:pt x="23052" y="8029"/>
                            <a:pt x="22017" y="7444"/>
                          </a:cubicBezTo>
                          <a:cubicBezTo>
                            <a:pt x="20983" y="6859"/>
                            <a:pt x="19768" y="6589"/>
                            <a:pt x="18374" y="6589"/>
                          </a:cubicBezTo>
                          <a:lnTo>
                            <a:pt x="14011" y="6589"/>
                          </a:lnTo>
                          <a:close/>
                        </a:path>
                      </a:pathLst>
                    </a:custGeom>
                    <a:solidFill>
                      <a:srgbClr val="231F20"/>
                    </a:solidFill>
                    <a:ln w="2249" cap="flat">
                      <a:noFill/>
                      <a:prstDash val="solid"/>
                      <a:miter/>
                    </a:ln>
                  </p:spPr>
                  <p:txBody>
                    <a:bodyPr rtlCol="0" anchor="ctr"/>
                    <a:lstStyle/>
                    <a:p>
                      <a:endParaRPr lang="en-US"/>
                    </a:p>
                  </p:txBody>
                </p:sp>
                <p:sp>
                  <p:nvSpPr>
                    <p:cNvPr id="1183" name="Freeform 1182">
                      <a:extLst>
                        <a:ext uri="{FF2B5EF4-FFF2-40B4-BE49-F238E27FC236}">
                          <a16:creationId xmlns:a16="http://schemas.microsoft.com/office/drawing/2014/main" id="{A29918D2-6406-7955-E42F-80F23DDAF2A9}"/>
                        </a:ext>
                      </a:extLst>
                    </p:cNvPr>
                    <p:cNvSpPr/>
                    <p:nvPr/>
                  </p:nvSpPr>
                  <p:spPr>
                    <a:xfrm>
                      <a:off x="3398758" y="2648454"/>
                      <a:ext cx="36500" cy="12616"/>
                    </a:xfrm>
                    <a:custGeom>
                      <a:avLst/>
                      <a:gdLst>
                        <a:gd name="connsiteX0" fmla="*/ 35849 w 36500"/>
                        <a:gd name="connsiteY0" fmla="*/ 0 h 12616"/>
                        <a:gd name="connsiteX1" fmla="*/ 36231 w 36500"/>
                        <a:gd name="connsiteY1" fmla="*/ 1574 h 12616"/>
                        <a:gd name="connsiteX2" fmla="*/ 36501 w 36500"/>
                        <a:gd name="connsiteY2" fmla="*/ 3733 h 12616"/>
                        <a:gd name="connsiteX3" fmla="*/ 35286 w 36500"/>
                        <a:gd name="connsiteY3" fmla="*/ 7422 h 12616"/>
                        <a:gd name="connsiteX4" fmla="*/ 30946 w 36500"/>
                        <a:gd name="connsiteY4" fmla="*/ 8681 h 12616"/>
                        <a:gd name="connsiteX5" fmla="*/ 10480 w 36500"/>
                        <a:gd name="connsiteY5" fmla="*/ 8681 h 12616"/>
                        <a:gd name="connsiteX6" fmla="*/ 10480 w 36500"/>
                        <a:gd name="connsiteY6" fmla="*/ 12617 h 12616"/>
                        <a:gd name="connsiteX7" fmla="*/ 7782 w 36500"/>
                        <a:gd name="connsiteY7" fmla="*/ 12617 h 12616"/>
                        <a:gd name="connsiteX8" fmla="*/ 7782 w 36500"/>
                        <a:gd name="connsiteY8" fmla="*/ 8681 h 12616"/>
                        <a:gd name="connsiteX9" fmla="*/ 0 w 36500"/>
                        <a:gd name="connsiteY9" fmla="*/ 8681 h 12616"/>
                        <a:gd name="connsiteX10" fmla="*/ 0 w 36500"/>
                        <a:gd name="connsiteY10" fmla="*/ 5442 h 12616"/>
                        <a:gd name="connsiteX11" fmla="*/ 7782 w 36500"/>
                        <a:gd name="connsiteY11" fmla="*/ 5442 h 12616"/>
                        <a:gd name="connsiteX12" fmla="*/ 7782 w 36500"/>
                        <a:gd name="connsiteY12" fmla="*/ 202 h 12616"/>
                        <a:gd name="connsiteX13" fmla="*/ 10480 w 36500"/>
                        <a:gd name="connsiteY13" fmla="*/ 202 h 12616"/>
                        <a:gd name="connsiteX14" fmla="*/ 10480 w 36500"/>
                        <a:gd name="connsiteY14" fmla="*/ 5442 h 12616"/>
                        <a:gd name="connsiteX15" fmla="*/ 29641 w 36500"/>
                        <a:gd name="connsiteY15" fmla="*/ 5442 h 12616"/>
                        <a:gd name="connsiteX16" fmla="*/ 31418 w 36500"/>
                        <a:gd name="connsiteY16" fmla="*/ 5397 h 12616"/>
                        <a:gd name="connsiteX17" fmla="*/ 32655 w 36500"/>
                        <a:gd name="connsiteY17" fmla="*/ 5083 h 12616"/>
                        <a:gd name="connsiteX18" fmla="*/ 33352 w 36500"/>
                        <a:gd name="connsiteY18" fmla="*/ 4250 h 12616"/>
                        <a:gd name="connsiteX19" fmla="*/ 33577 w 36500"/>
                        <a:gd name="connsiteY19" fmla="*/ 2654 h 12616"/>
                        <a:gd name="connsiteX20" fmla="*/ 33465 w 36500"/>
                        <a:gd name="connsiteY20" fmla="*/ 1327 h 12616"/>
                        <a:gd name="connsiteX21" fmla="*/ 33195 w 36500"/>
                        <a:gd name="connsiteY21" fmla="*/ 0 h 12616"/>
                        <a:gd name="connsiteX22" fmla="*/ 35849 w 36500"/>
                        <a:gd name="connsiteY22" fmla="*/ 0 h 126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500" h="12616">
                          <a:moveTo>
                            <a:pt x="35849" y="0"/>
                          </a:moveTo>
                          <a:cubicBezTo>
                            <a:pt x="35916" y="405"/>
                            <a:pt x="36051" y="922"/>
                            <a:pt x="36231" y="1574"/>
                          </a:cubicBezTo>
                          <a:cubicBezTo>
                            <a:pt x="36411" y="2226"/>
                            <a:pt x="36501" y="2946"/>
                            <a:pt x="36501" y="3733"/>
                          </a:cubicBezTo>
                          <a:cubicBezTo>
                            <a:pt x="36501" y="5353"/>
                            <a:pt x="36096" y="6589"/>
                            <a:pt x="35286" y="7422"/>
                          </a:cubicBezTo>
                          <a:cubicBezTo>
                            <a:pt x="34477" y="8254"/>
                            <a:pt x="33037" y="8681"/>
                            <a:pt x="30946" y="8681"/>
                          </a:cubicBezTo>
                          <a:lnTo>
                            <a:pt x="10480" y="8681"/>
                          </a:lnTo>
                          <a:lnTo>
                            <a:pt x="10480" y="12617"/>
                          </a:lnTo>
                          <a:lnTo>
                            <a:pt x="7782" y="12617"/>
                          </a:lnTo>
                          <a:lnTo>
                            <a:pt x="7782" y="8681"/>
                          </a:lnTo>
                          <a:lnTo>
                            <a:pt x="0" y="8681"/>
                          </a:lnTo>
                          <a:lnTo>
                            <a:pt x="0" y="5442"/>
                          </a:lnTo>
                          <a:lnTo>
                            <a:pt x="7782" y="5442"/>
                          </a:lnTo>
                          <a:lnTo>
                            <a:pt x="7782" y="202"/>
                          </a:lnTo>
                          <a:lnTo>
                            <a:pt x="10480" y="202"/>
                          </a:lnTo>
                          <a:lnTo>
                            <a:pt x="10480" y="5442"/>
                          </a:lnTo>
                          <a:lnTo>
                            <a:pt x="29641" y="5442"/>
                          </a:lnTo>
                          <a:cubicBezTo>
                            <a:pt x="30316" y="5442"/>
                            <a:pt x="30923" y="5442"/>
                            <a:pt x="31418" y="5397"/>
                          </a:cubicBezTo>
                          <a:cubicBezTo>
                            <a:pt x="31913" y="5353"/>
                            <a:pt x="32340" y="5263"/>
                            <a:pt x="32655" y="5083"/>
                          </a:cubicBezTo>
                          <a:cubicBezTo>
                            <a:pt x="32970" y="4903"/>
                            <a:pt x="33217" y="4633"/>
                            <a:pt x="33352" y="4250"/>
                          </a:cubicBezTo>
                          <a:cubicBezTo>
                            <a:pt x="33487" y="3868"/>
                            <a:pt x="33577" y="3351"/>
                            <a:pt x="33577" y="2654"/>
                          </a:cubicBezTo>
                          <a:cubicBezTo>
                            <a:pt x="33577" y="2226"/>
                            <a:pt x="33532" y="1777"/>
                            <a:pt x="33465" y="1327"/>
                          </a:cubicBezTo>
                          <a:cubicBezTo>
                            <a:pt x="33397" y="877"/>
                            <a:pt x="33307" y="427"/>
                            <a:pt x="33195" y="0"/>
                          </a:cubicBezTo>
                          <a:lnTo>
                            <a:pt x="35849" y="0"/>
                          </a:lnTo>
                          <a:close/>
                        </a:path>
                      </a:pathLst>
                    </a:custGeom>
                    <a:solidFill>
                      <a:srgbClr val="231F20"/>
                    </a:solidFill>
                    <a:ln w="2249" cap="flat">
                      <a:noFill/>
                      <a:prstDash val="solid"/>
                      <a:miter/>
                    </a:ln>
                  </p:spPr>
                  <p:txBody>
                    <a:bodyPr rtlCol="0" anchor="ctr"/>
                    <a:lstStyle/>
                    <a:p>
                      <a:endParaRPr lang="en-US"/>
                    </a:p>
                  </p:txBody>
                </p:sp>
                <p:sp>
                  <p:nvSpPr>
                    <p:cNvPr id="1184" name="Freeform 1183">
                      <a:extLst>
                        <a:ext uri="{FF2B5EF4-FFF2-40B4-BE49-F238E27FC236}">
                          <a16:creationId xmlns:a16="http://schemas.microsoft.com/office/drawing/2014/main" id="{F31C97DA-D3D1-A2E5-5B23-F72452BA9A95}"/>
                        </a:ext>
                      </a:extLst>
                    </p:cNvPr>
                    <p:cNvSpPr/>
                    <p:nvPr/>
                  </p:nvSpPr>
                  <p:spPr>
                    <a:xfrm>
                      <a:off x="3395632" y="2639391"/>
                      <a:ext cx="38861" cy="3553"/>
                    </a:xfrm>
                    <a:custGeom>
                      <a:avLst/>
                      <a:gdLst>
                        <a:gd name="connsiteX0" fmla="*/ 4813 w 38861"/>
                        <a:gd name="connsiteY0" fmla="*/ 3553 h 3553"/>
                        <a:gd name="connsiteX1" fmla="*/ 0 w 38861"/>
                        <a:gd name="connsiteY1" fmla="*/ 3553 h 3553"/>
                        <a:gd name="connsiteX2" fmla="*/ 0 w 38861"/>
                        <a:gd name="connsiteY2" fmla="*/ 0 h 3553"/>
                        <a:gd name="connsiteX3" fmla="*/ 4813 w 38861"/>
                        <a:gd name="connsiteY3" fmla="*/ 0 h 3553"/>
                        <a:gd name="connsiteX4" fmla="*/ 4813 w 38861"/>
                        <a:gd name="connsiteY4" fmla="*/ 3553 h 3553"/>
                        <a:gd name="connsiteX5" fmla="*/ 38862 w 38861"/>
                        <a:gd name="connsiteY5" fmla="*/ 3396 h 3553"/>
                        <a:gd name="connsiteX6" fmla="*/ 10907 w 38861"/>
                        <a:gd name="connsiteY6" fmla="*/ 3396 h 3553"/>
                        <a:gd name="connsiteX7" fmla="*/ 10907 w 38861"/>
                        <a:gd name="connsiteY7" fmla="*/ 157 h 3553"/>
                        <a:gd name="connsiteX8" fmla="*/ 38862 w 38861"/>
                        <a:gd name="connsiteY8" fmla="*/ 157 h 3553"/>
                        <a:gd name="connsiteX9" fmla="*/ 38862 w 38861"/>
                        <a:gd name="connsiteY9" fmla="*/ 3396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61" h="3553">
                          <a:moveTo>
                            <a:pt x="4813" y="3553"/>
                          </a:moveTo>
                          <a:lnTo>
                            <a:pt x="0" y="3553"/>
                          </a:lnTo>
                          <a:lnTo>
                            <a:pt x="0" y="0"/>
                          </a:lnTo>
                          <a:lnTo>
                            <a:pt x="4813" y="0"/>
                          </a:lnTo>
                          <a:lnTo>
                            <a:pt x="4813" y="3553"/>
                          </a:lnTo>
                          <a:close/>
                          <a:moveTo>
                            <a:pt x="38862" y="3396"/>
                          </a:moveTo>
                          <a:lnTo>
                            <a:pt x="10907" y="3396"/>
                          </a:lnTo>
                          <a:lnTo>
                            <a:pt x="10907" y="157"/>
                          </a:lnTo>
                          <a:lnTo>
                            <a:pt x="38862" y="157"/>
                          </a:lnTo>
                          <a:lnTo>
                            <a:pt x="38862" y="3396"/>
                          </a:lnTo>
                          <a:close/>
                        </a:path>
                      </a:pathLst>
                    </a:custGeom>
                    <a:solidFill>
                      <a:srgbClr val="231F20"/>
                    </a:solidFill>
                    <a:ln w="2249" cap="flat">
                      <a:noFill/>
                      <a:prstDash val="solid"/>
                      <a:miter/>
                    </a:ln>
                  </p:spPr>
                  <p:txBody>
                    <a:bodyPr rtlCol="0" anchor="ctr"/>
                    <a:lstStyle/>
                    <a:p>
                      <a:endParaRPr lang="en-US"/>
                    </a:p>
                  </p:txBody>
                </p:sp>
                <p:sp>
                  <p:nvSpPr>
                    <p:cNvPr id="1185" name="Freeform 1184">
                      <a:extLst>
                        <a:ext uri="{FF2B5EF4-FFF2-40B4-BE49-F238E27FC236}">
                          <a16:creationId xmlns:a16="http://schemas.microsoft.com/office/drawing/2014/main" id="{8FFF6CA1-818F-90B9-35E9-B0B40DE57CE1}"/>
                        </a:ext>
                      </a:extLst>
                    </p:cNvPr>
                    <p:cNvSpPr/>
                    <p:nvPr/>
                  </p:nvSpPr>
                  <p:spPr>
                    <a:xfrm>
                      <a:off x="3405774" y="2607231"/>
                      <a:ext cx="29484" cy="25908"/>
                    </a:xfrm>
                    <a:custGeom>
                      <a:avLst/>
                      <a:gdLst>
                        <a:gd name="connsiteX0" fmla="*/ 29484 w 29484"/>
                        <a:gd name="connsiteY0" fmla="*/ 12954 h 25908"/>
                        <a:gd name="connsiteX1" fmla="*/ 28517 w 29484"/>
                        <a:gd name="connsiteY1" fmla="*/ 17992 h 25908"/>
                        <a:gd name="connsiteX2" fmla="*/ 25773 w 29484"/>
                        <a:gd name="connsiteY2" fmla="*/ 22085 h 25908"/>
                        <a:gd name="connsiteX3" fmla="*/ 21185 w 29484"/>
                        <a:gd name="connsiteY3" fmla="*/ 24874 h 25908"/>
                        <a:gd name="connsiteX4" fmla="*/ 14753 w 29484"/>
                        <a:gd name="connsiteY4" fmla="*/ 25908 h 25908"/>
                        <a:gd name="connsiteX5" fmla="*/ 8996 w 29484"/>
                        <a:gd name="connsiteY5" fmla="*/ 25098 h 25908"/>
                        <a:gd name="connsiteX6" fmla="*/ 4318 w 29484"/>
                        <a:gd name="connsiteY6" fmla="*/ 22670 h 25908"/>
                        <a:gd name="connsiteX7" fmla="*/ 1170 w 29484"/>
                        <a:gd name="connsiteY7" fmla="*/ 18621 h 25908"/>
                        <a:gd name="connsiteX8" fmla="*/ 0 w 29484"/>
                        <a:gd name="connsiteY8" fmla="*/ 12954 h 25908"/>
                        <a:gd name="connsiteX9" fmla="*/ 1170 w 29484"/>
                        <a:gd name="connsiteY9" fmla="*/ 7242 h 25908"/>
                        <a:gd name="connsiteX10" fmla="*/ 4296 w 29484"/>
                        <a:gd name="connsiteY10" fmla="*/ 3194 h 25908"/>
                        <a:gd name="connsiteX11" fmla="*/ 8974 w 29484"/>
                        <a:gd name="connsiteY11" fmla="*/ 787 h 25908"/>
                        <a:gd name="connsiteX12" fmla="*/ 14753 w 29484"/>
                        <a:gd name="connsiteY12" fmla="*/ 0 h 25908"/>
                        <a:gd name="connsiteX13" fmla="*/ 20803 w 29484"/>
                        <a:gd name="connsiteY13" fmla="*/ 922 h 25908"/>
                        <a:gd name="connsiteX14" fmla="*/ 25436 w 29484"/>
                        <a:gd name="connsiteY14" fmla="*/ 3531 h 25908"/>
                        <a:gd name="connsiteX15" fmla="*/ 28427 w 29484"/>
                        <a:gd name="connsiteY15" fmla="*/ 7624 h 25908"/>
                        <a:gd name="connsiteX16" fmla="*/ 29484 w 29484"/>
                        <a:gd name="connsiteY16" fmla="*/ 12932 h 25908"/>
                        <a:gd name="connsiteX17" fmla="*/ 14753 w 29484"/>
                        <a:gd name="connsiteY17" fmla="*/ 3441 h 25908"/>
                        <a:gd name="connsiteX18" fmla="*/ 10120 w 29484"/>
                        <a:gd name="connsiteY18" fmla="*/ 3981 h 25908"/>
                        <a:gd name="connsiteX19" fmla="*/ 6365 w 29484"/>
                        <a:gd name="connsiteY19" fmla="*/ 5645 h 25908"/>
                        <a:gd name="connsiteX20" fmla="*/ 3846 w 29484"/>
                        <a:gd name="connsiteY20" fmla="*/ 8569 h 25908"/>
                        <a:gd name="connsiteX21" fmla="*/ 2924 w 29484"/>
                        <a:gd name="connsiteY21" fmla="*/ 12932 h 25908"/>
                        <a:gd name="connsiteX22" fmla="*/ 3913 w 29484"/>
                        <a:gd name="connsiteY22" fmla="*/ 17272 h 25908"/>
                        <a:gd name="connsiteX23" fmla="*/ 6567 w 29484"/>
                        <a:gd name="connsiteY23" fmla="*/ 20218 h 25908"/>
                        <a:gd name="connsiteX24" fmla="*/ 10345 w 29484"/>
                        <a:gd name="connsiteY24" fmla="*/ 21882 h 25908"/>
                        <a:gd name="connsiteX25" fmla="*/ 14753 w 29484"/>
                        <a:gd name="connsiteY25" fmla="*/ 22422 h 25908"/>
                        <a:gd name="connsiteX26" fmla="*/ 19521 w 29484"/>
                        <a:gd name="connsiteY26" fmla="*/ 21792 h 25908"/>
                        <a:gd name="connsiteX27" fmla="*/ 23277 w 29484"/>
                        <a:gd name="connsiteY27" fmla="*/ 19993 h 25908"/>
                        <a:gd name="connsiteX28" fmla="*/ 25706 w 29484"/>
                        <a:gd name="connsiteY28" fmla="*/ 17025 h 25908"/>
                        <a:gd name="connsiteX29" fmla="*/ 26560 w 29484"/>
                        <a:gd name="connsiteY29" fmla="*/ 12932 h 25908"/>
                        <a:gd name="connsiteX30" fmla="*/ 25571 w 29484"/>
                        <a:gd name="connsiteY30" fmla="*/ 8591 h 25908"/>
                        <a:gd name="connsiteX31" fmla="*/ 22895 w 29484"/>
                        <a:gd name="connsiteY31" fmla="*/ 5645 h 25908"/>
                        <a:gd name="connsiteX32" fmla="*/ 19116 w 29484"/>
                        <a:gd name="connsiteY32" fmla="*/ 3981 h 25908"/>
                        <a:gd name="connsiteX33" fmla="*/ 14753 w 29484"/>
                        <a:gd name="connsiteY33" fmla="*/ 3441 h 25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9484" h="25908">
                          <a:moveTo>
                            <a:pt x="29484" y="12954"/>
                          </a:moveTo>
                          <a:cubicBezTo>
                            <a:pt x="29439" y="14753"/>
                            <a:pt x="29124" y="16440"/>
                            <a:pt x="28517" y="17992"/>
                          </a:cubicBezTo>
                          <a:cubicBezTo>
                            <a:pt x="27910" y="19566"/>
                            <a:pt x="26988" y="20915"/>
                            <a:pt x="25773" y="22085"/>
                          </a:cubicBezTo>
                          <a:cubicBezTo>
                            <a:pt x="24559" y="23254"/>
                            <a:pt x="23030" y="24176"/>
                            <a:pt x="21185" y="24874"/>
                          </a:cubicBezTo>
                          <a:cubicBezTo>
                            <a:pt x="19341" y="25548"/>
                            <a:pt x="17205" y="25908"/>
                            <a:pt x="14753" y="25908"/>
                          </a:cubicBezTo>
                          <a:cubicBezTo>
                            <a:pt x="12707" y="25908"/>
                            <a:pt x="10795" y="25638"/>
                            <a:pt x="8996" y="25098"/>
                          </a:cubicBezTo>
                          <a:cubicBezTo>
                            <a:pt x="7219" y="24559"/>
                            <a:pt x="5667" y="23749"/>
                            <a:pt x="4318" y="22670"/>
                          </a:cubicBezTo>
                          <a:cubicBezTo>
                            <a:pt x="2991" y="21590"/>
                            <a:pt x="1934" y="20241"/>
                            <a:pt x="1170" y="18621"/>
                          </a:cubicBezTo>
                          <a:cubicBezTo>
                            <a:pt x="405" y="17002"/>
                            <a:pt x="0" y="15113"/>
                            <a:pt x="0" y="12954"/>
                          </a:cubicBezTo>
                          <a:cubicBezTo>
                            <a:pt x="0" y="10795"/>
                            <a:pt x="382" y="8861"/>
                            <a:pt x="1170" y="7242"/>
                          </a:cubicBezTo>
                          <a:cubicBezTo>
                            <a:pt x="1934" y="5622"/>
                            <a:pt x="2991" y="4273"/>
                            <a:pt x="4296" y="3194"/>
                          </a:cubicBezTo>
                          <a:cubicBezTo>
                            <a:pt x="5600" y="2114"/>
                            <a:pt x="7174" y="1304"/>
                            <a:pt x="8974" y="787"/>
                          </a:cubicBezTo>
                          <a:cubicBezTo>
                            <a:pt x="10773" y="270"/>
                            <a:pt x="12707" y="0"/>
                            <a:pt x="14753" y="0"/>
                          </a:cubicBezTo>
                          <a:cubicBezTo>
                            <a:pt x="16980" y="0"/>
                            <a:pt x="19004" y="315"/>
                            <a:pt x="20803" y="922"/>
                          </a:cubicBezTo>
                          <a:cubicBezTo>
                            <a:pt x="22602" y="1529"/>
                            <a:pt x="24154" y="2406"/>
                            <a:pt x="25436" y="3531"/>
                          </a:cubicBezTo>
                          <a:cubicBezTo>
                            <a:pt x="26740" y="4655"/>
                            <a:pt x="27730" y="6027"/>
                            <a:pt x="28427" y="7624"/>
                          </a:cubicBezTo>
                          <a:cubicBezTo>
                            <a:pt x="29124" y="9221"/>
                            <a:pt x="29484" y="10997"/>
                            <a:pt x="29484" y="12932"/>
                          </a:cubicBezTo>
                          <a:close/>
                          <a:moveTo>
                            <a:pt x="14753" y="3441"/>
                          </a:moveTo>
                          <a:cubicBezTo>
                            <a:pt x="13089" y="3441"/>
                            <a:pt x="11560" y="3621"/>
                            <a:pt x="10120" y="3981"/>
                          </a:cubicBezTo>
                          <a:cubicBezTo>
                            <a:pt x="8681" y="4340"/>
                            <a:pt x="7422" y="4903"/>
                            <a:pt x="6365" y="5645"/>
                          </a:cubicBezTo>
                          <a:cubicBezTo>
                            <a:pt x="5308" y="6410"/>
                            <a:pt x="4476" y="7377"/>
                            <a:pt x="3846" y="8569"/>
                          </a:cubicBezTo>
                          <a:cubicBezTo>
                            <a:pt x="3239" y="9760"/>
                            <a:pt x="2924" y="11222"/>
                            <a:pt x="2924" y="12932"/>
                          </a:cubicBezTo>
                          <a:cubicBezTo>
                            <a:pt x="2924" y="14641"/>
                            <a:pt x="3261" y="16080"/>
                            <a:pt x="3913" y="17272"/>
                          </a:cubicBezTo>
                          <a:cubicBezTo>
                            <a:pt x="4588" y="18486"/>
                            <a:pt x="5465" y="19453"/>
                            <a:pt x="6567" y="20218"/>
                          </a:cubicBezTo>
                          <a:cubicBezTo>
                            <a:pt x="7669" y="20983"/>
                            <a:pt x="8929" y="21523"/>
                            <a:pt x="10345" y="21882"/>
                          </a:cubicBezTo>
                          <a:cubicBezTo>
                            <a:pt x="11762" y="22242"/>
                            <a:pt x="13224" y="22422"/>
                            <a:pt x="14753" y="22422"/>
                          </a:cubicBezTo>
                          <a:cubicBezTo>
                            <a:pt x="16485" y="22422"/>
                            <a:pt x="18082" y="22220"/>
                            <a:pt x="19521" y="21792"/>
                          </a:cubicBezTo>
                          <a:cubicBezTo>
                            <a:pt x="20983" y="21388"/>
                            <a:pt x="22220" y="20780"/>
                            <a:pt x="23277" y="19993"/>
                          </a:cubicBezTo>
                          <a:cubicBezTo>
                            <a:pt x="24334" y="19206"/>
                            <a:pt x="25121" y="18217"/>
                            <a:pt x="25706" y="17025"/>
                          </a:cubicBezTo>
                          <a:cubicBezTo>
                            <a:pt x="26290" y="15833"/>
                            <a:pt x="26560" y="14461"/>
                            <a:pt x="26560" y="12932"/>
                          </a:cubicBezTo>
                          <a:cubicBezTo>
                            <a:pt x="26560" y="11245"/>
                            <a:pt x="26223" y="9783"/>
                            <a:pt x="25571" y="8591"/>
                          </a:cubicBezTo>
                          <a:cubicBezTo>
                            <a:pt x="24896" y="7377"/>
                            <a:pt x="24019" y="6410"/>
                            <a:pt x="22895" y="5645"/>
                          </a:cubicBezTo>
                          <a:cubicBezTo>
                            <a:pt x="21770" y="4880"/>
                            <a:pt x="20510" y="4340"/>
                            <a:pt x="19116" y="3981"/>
                          </a:cubicBezTo>
                          <a:cubicBezTo>
                            <a:pt x="17722" y="3621"/>
                            <a:pt x="16260" y="3441"/>
                            <a:pt x="14753" y="3441"/>
                          </a:cubicBezTo>
                          <a:close/>
                        </a:path>
                      </a:pathLst>
                    </a:custGeom>
                    <a:solidFill>
                      <a:srgbClr val="231F20"/>
                    </a:solidFill>
                    <a:ln w="2249" cap="flat">
                      <a:noFill/>
                      <a:prstDash val="solid"/>
                      <a:miter/>
                    </a:ln>
                  </p:spPr>
                  <p:txBody>
                    <a:bodyPr rtlCol="0" anchor="ctr"/>
                    <a:lstStyle/>
                    <a:p>
                      <a:endParaRPr lang="en-US"/>
                    </a:p>
                  </p:txBody>
                </p:sp>
                <p:sp>
                  <p:nvSpPr>
                    <p:cNvPr id="1186" name="Freeform 1185">
                      <a:extLst>
                        <a:ext uri="{FF2B5EF4-FFF2-40B4-BE49-F238E27FC236}">
                          <a16:creationId xmlns:a16="http://schemas.microsoft.com/office/drawing/2014/main" id="{889978F1-56D5-B34E-DC1E-615147D0FC8C}"/>
                        </a:ext>
                      </a:extLst>
                    </p:cNvPr>
                    <p:cNvSpPr/>
                    <p:nvPr/>
                  </p:nvSpPr>
                  <p:spPr>
                    <a:xfrm>
                      <a:off x="3405774" y="2579096"/>
                      <a:ext cx="28741" cy="22197"/>
                    </a:xfrm>
                    <a:custGeom>
                      <a:avLst/>
                      <a:gdLst>
                        <a:gd name="connsiteX0" fmla="*/ 28719 w 28741"/>
                        <a:gd name="connsiteY0" fmla="*/ 18959 h 22197"/>
                        <a:gd name="connsiteX1" fmla="*/ 28719 w 28741"/>
                        <a:gd name="connsiteY1" fmla="*/ 22197 h 22197"/>
                        <a:gd name="connsiteX2" fmla="*/ 765 w 28741"/>
                        <a:gd name="connsiteY2" fmla="*/ 22197 h 22197"/>
                        <a:gd name="connsiteX3" fmla="*/ 765 w 28741"/>
                        <a:gd name="connsiteY3" fmla="*/ 18959 h 22197"/>
                        <a:gd name="connsiteX4" fmla="*/ 4655 w 28741"/>
                        <a:gd name="connsiteY4" fmla="*/ 18959 h 22197"/>
                        <a:gd name="connsiteX5" fmla="*/ 1305 w 28741"/>
                        <a:gd name="connsiteY5" fmla="*/ 14933 h 22197"/>
                        <a:gd name="connsiteX6" fmla="*/ 0 w 28741"/>
                        <a:gd name="connsiteY6" fmla="*/ 9940 h 22197"/>
                        <a:gd name="connsiteX7" fmla="*/ 900 w 28741"/>
                        <a:gd name="connsiteY7" fmla="*/ 5128 h 22197"/>
                        <a:gd name="connsiteX8" fmla="*/ 4003 w 28741"/>
                        <a:gd name="connsiteY8" fmla="*/ 1394 h 22197"/>
                        <a:gd name="connsiteX9" fmla="*/ 7107 w 28741"/>
                        <a:gd name="connsiteY9" fmla="*/ 180 h 22197"/>
                        <a:gd name="connsiteX10" fmla="*/ 10435 w 28741"/>
                        <a:gd name="connsiteY10" fmla="*/ 0 h 22197"/>
                        <a:gd name="connsiteX11" fmla="*/ 28742 w 28741"/>
                        <a:gd name="connsiteY11" fmla="*/ 0 h 22197"/>
                        <a:gd name="connsiteX12" fmla="*/ 28742 w 28741"/>
                        <a:gd name="connsiteY12" fmla="*/ 3238 h 22197"/>
                        <a:gd name="connsiteX13" fmla="*/ 10503 w 28741"/>
                        <a:gd name="connsiteY13" fmla="*/ 3238 h 22197"/>
                        <a:gd name="connsiteX14" fmla="*/ 4835 w 28741"/>
                        <a:gd name="connsiteY14" fmla="*/ 4903 h 22197"/>
                        <a:gd name="connsiteX15" fmla="*/ 2946 w 28741"/>
                        <a:gd name="connsiteY15" fmla="*/ 10458 h 22197"/>
                        <a:gd name="connsiteX16" fmla="*/ 3396 w 28741"/>
                        <a:gd name="connsiteY16" fmla="*/ 13201 h 22197"/>
                        <a:gd name="connsiteX17" fmla="*/ 4610 w 28741"/>
                        <a:gd name="connsiteY17" fmla="*/ 15450 h 22197"/>
                        <a:gd name="connsiteX18" fmla="*/ 6342 w 28741"/>
                        <a:gd name="connsiteY18" fmla="*/ 17160 h 22197"/>
                        <a:gd name="connsiteX19" fmla="*/ 8389 w 28741"/>
                        <a:gd name="connsiteY19" fmla="*/ 18239 h 22197"/>
                        <a:gd name="connsiteX20" fmla="*/ 10975 w 28741"/>
                        <a:gd name="connsiteY20" fmla="*/ 18824 h 22197"/>
                        <a:gd name="connsiteX21" fmla="*/ 13674 w 28741"/>
                        <a:gd name="connsiteY21" fmla="*/ 18936 h 22197"/>
                        <a:gd name="connsiteX22" fmla="*/ 28742 w 28741"/>
                        <a:gd name="connsiteY22" fmla="*/ 18936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8741" h="22197">
                          <a:moveTo>
                            <a:pt x="28719" y="18959"/>
                          </a:moveTo>
                          <a:lnTo>
                            <a:pt x="28719" y="22197"/>
                          </a:lnTo>
                          <a:lnTo>
                            <a:pt x="765" y="22197"/>
                          </a:lnTo>
                          <a:lnTo>
                            <a:pt x="765" y="18959"/>
                          </a:lnTo>
                          <a:lnTo>
                            <a:pt x="4655" y="18959"/>
                          </a:lnTo>
                          <a:cubicBezTo>
                            <a:pt x="3284" y="17654"/>
                            <a:pt x="2182" y="16327"/>
                            <a:pt x="1305" y="14933"/>
                          </a:cubicBezTo>
                          <a:cubicBezTo>
                            <a:pt x="450" y="13539"/>
                            <a:pt x="0" y="11874"/>
                            <a:pt x="0" y="9940"/>
                          </a:cubicBezTo>
                          <a:cubicBezTo>
                            <a:pt x="0" y="8209"/>
                            <a:pt x="292" y="6612"/>
                            <a:pt x="900" y="5128"/>
                          </a:cubicBezTo>
                          <a:cubicBezTo>
                            <a:pt x="1484" y="3643"/>
                            <a:pt x="2519" y="2406"/>
                            <a:pt x="4003" y="1394"/>
                          </a:cubicBezTo>
                          <a:cubicBezTo>
                            <a:pt x="5015" y="720"/>
                            <a:pt x="6050" y="315"/>
                            <a:pt x="7107" y="180"/>
                          </a:cubicBezTo>
                          <a:cubicBezTo>
                            <a:pt x="8164" y="45"/>
                            <a:pt x="9266" y="0"/>
                            <a:pt x="10435" y="0"/>
                          </a:cubicBezTo>
                          <a:lnTo>
                            <a:pt x="28742" y="0"/>
                          </a:lnTo>
                          <a:lnTo>
                            <a:pt x="28742" y="3238"/>
                          </a:lnTo>
                          <a:lnTo>
                            <a:pt x="10503" y="3238"/>
                          </a:lnTo>
                          <a:cubicBezTo>
                            <a:pt x="7984" y="3238"/>
                            <a:pt x="6095" y="3801"/>
                            <a:pt x="4835" y="4903"/>
                          </a:cubicBezTo>
                          <a:cubicBezTo>
                            <a:pt x="3576" y="6027"/>
                            <a:pt x="2946" y="7871"/>
                            <a:pt x="2946" y="10458"/>
                          </a:cubicBezTo>
                          <a:cubicBezTo>
                            <a:pt x="2946" y="11470"/>
                            <a:pt x="3104" y="12392"/>
                            <a:pt x="3396" y="13201"/>
                          </a:cubicBezTo>
                          <a:cubicBezTo>
                            <a:pt x="3711" y="14033"/>
                            <a:pt x="4116" y="14776"/>
                            <a:pt x="4610" y="15450"/>
                          </a:cubicBezTo>
                          <a:cubicBezTo>
                            <a:pt x="5105" y="16125"/>
                            <a:pt x="5690" y="16687"/>
                            <a:pt x="6342" y="17160"/>
                          </a:cubicBezTo>
                          <a:cubicBezTo>
                            <a:pt x="6995" y="17632"/>
                            <a:pt x="7669" y="17992"/>
                            <a:pt x="8389" y="18239"/>
                          </a:cubicBezTo>
                          <a:cubicBezTo>
                            <a:pt x="9288" y="18554"/>
                            <a:pt x="10143" y="18756"/>
                            <a:pt x="10975" y="18824"/>
                          </a:cubicBezTo>
                          <a:cubicBezTo>
                            <a:pt x="11807" y="18891"/>
                            <a:pt x="12707" y="18936"/>
                            <a:pt x="13674" y="18936"/>
                          </a:cubicBezTo>
                          <a:lnTo>
                            <a:pt x="28742" y="18936"/>
                          </a:lnTo>
                          <a:close/>
                        </a:path>
                      </a:pathLst>
                    </a:custGeom>
                    <a:solidFill>
                      <a:srgbClr val="231F20"/>
                    </a:solidFill>
                    <a:ln w="2249" cap="flat">
                      <a:noFill/>
                      <a:prstDash val="solid"/>
                      <a:miter/>
                    </a:ln>
                  </p:spPr>
                  <p:txBody>
                    <a:bodyPr rtlCol="0" anchor="ctr"/>
                    <a:lstStyle/>
                    <a:p>
                      <a:endParaRPr lang="en-US"/>
                    </a:p>
                  </p:txBody>
                </p:sp>
                <p:sp>
                  <p:nvSpPr>
                    <p:cNvPr id="1187" name="Freeform 1186">
                      <a:extLst>
                        <a:ext uri="{FF2B5EF4-FFF2-40B4-BE49-F238E27FC236}">
                          <a16:creationId xmlns:a16="http://schemas.microsoft.com/office/drawing/2014/main" id="{B171BBCB-98FD-1620-0D07-832C92A258AD}"/>
                        </a:ext>
                      </a:extLst>
                    </p:cNvPr>
                    <p:cNvSpPr/>
                    <p:nvPr/>
                  </p:nvSpPr>
                  <p:spPr>
                    <a:xfrm>
                      <a:off x="3395632" y="2550827"/>
                      <a:ext cx="38861" cy="3665"/>
                    </a:xfrm>
                    <a:custGeom>
                      <a:avLst/>
                      <a:gdLst>
                        <a:gd name="connsiteX0" fmla="*/ 38862 w 38861"/>
                        <a:gd name="connsiteY0" fmla="*/ 3666 h 3665"/>
                        <a:gd name="connsiteX1" fmla="*/ 0 w 38861"/>
                        <a:gd name="connsiteY1" fmla="*/ 3666 h 3665"/>
                        <a:gd name="connsiteX2" fmla="*/ 0 w 38861"/>
                        <a:gd name="connsiteY2" fmla="*/ 0 h 3665"/>
                        <a:gd name="connsiteX3" fmla="*/ 38862 w 38861"/>
                        <a:gd name="connsiteY3" fmla="*/ 0 h 3665"/>
                        <a:gd name="connsiteX4" fmla="*/ 38862 w 38861"/>
                        <a:gd name="connsiteY4" fmla="*/ 3666 h 36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861" h="3665">
                          <a:moveTo>
                            <a:pt x="38862" y="3666"/>
                          </a:moveTo>
                          <a:lnTo>
                            <a:pt x="0" y="3666"/>
                          </a:lnTo>
                          <a:lnTo>
                            <a:pt x="0" y="0"/>
                          </a:lnTo>
                          <a:lnTo>
                            <a:pt x="38862" y="0"/>
                          </a:lnTo>
                          <a:lnTo>
                            <a:pt x="38862" y="3666"/>
                          </a:lnTo>
                          <a:close/>
                        </a:path>
                      </a:pathLst>
                    </a:custGeom>
                    <a:solidFill>
                      <a:srgbClr val="231F20"/>
                    </a:solidFill>
                    <a:ln w="2249" cap="flat">
                      <a:noFill/>
                      <a:prstDash val="solid"/>
                      <a:miter/>
                    </a:ln>
                  </p:spPr>
                  <p:txBody>
                    <a:bodyPr rtlCol="0" anchor="ctr"/>
                    <a:lstStyle/>
                    <a:p>
                      <a:endParaRPr lang="en-US"/>
                    </a:p>
                  </p:txBody>
                </p:sp>
                <p:sp>
                  <p:nvSpPr>
                    <p:cNvPr id="1188" name="Freeform 1187">
                      <a:extLst>
                        <a:ext uri="{FF2B5EF4-FFF2-40B4-BE49-F238E27FC236}">
                          <a16:creationId xmlns:a16="http://schemas.microsoft.com/office/drawing/2014/main" id="{681680C9-BFD0-A525-DAE4-5C602EAA9D94}"/>
                        </a:ext>
                      </a:extLst>
                    </p:cNvPr>
                    <p:cNvSpPr/>
                    <p:nvPr/>
                  </p:nvSpPr>
                  <p:spPr>
                    <a:xfrm>
                      <a:off x="3405774" y="2519071"/>
                      <a:ext cx="28741" cy="22197"/>
                    </a:xfrm>
                    <a:custGeom>
                      <a:avLst/>
                      <a:gdLst>
                        <a:gd name="connsiteX0" fmla="*/ 28719 w 28741"/>
                        <a:gd name="connsiteY0" fmla="*/ 18959 h 22197"/>
                        <a:gd name="connsiteX1" fmla="*/ 28719 w 28741"/>
                        <a:gd name="connsiteY1" fmla="*/ 22197 h 22197"/>
                        <a:gd name="connsiteX2" fmla="*/ 765 w 28741"/>
                        <a:gd name="connsiteY2" fmla="*/ 22197 h 22197"/>
                        <a:gd name="connsiteX3" fmla="*/ 765 w 28741"/>
                        <a:gd name="connsiteY3" fmla="*/ 18959 h 22197"/>
                        <a:gd name="connsiteX4" fmla="*/ 4655 w 28741"/>
                        <a:gd name="connsiteY4" fmla="*/ 18959 h 22197"/>
                        <a:gd name="connsiteX5" fmla="*/ 1305 w 28741"/>
                        <a:gd name="connsiteY5" fmla="*/ 14933 h 22197"/>
                        <a:gd name="connsiteX6" fmla="*/ 0 w 28741"/>
                        <a:gd name="connsiteY6" fmla="*/ 9940 h 22197"/>
                        <a:gd name="connsiteX7" fmla="*/ 900 w 28741"/>
                        <a:gd name="connsiteY7" fmla="*/ 5128 h 22197"/>
                        <a:gd name="connsiteX8" fmla="*/ 4003 w 28741"/>
                        <a:gd name="connsiteY8" fmla="*/ 1394 h 22197"/>
                        <a:gd name="connsiteX9" fmla="*/ 7107 w 28741"/>
                        <a:gd name="connsiteY9" fmla="*/ 180 h 22197"/>
                        <a:gd name="connsiteX10" fmla="*/ 10435 w 28741"/>
                        <a:gd name="connsiteY10" fmla="*/ 0 h 22197"/>
                        <a:gd name="connsiteX11" fmla="*/ 28742 w 28741"/>
                        <a:gd name="connsiteY11" fmla="*/ 0 h 22197"/>
                        <a:gd name="connsiteX12" fmla="*/ 28742 w 28741"/>
                        <a:gd name="connsiteY12" fmla="*/ 3239 h 22197"/>
                        <a:gd name="connsiteX13" fmla="*/ 10503 w 28741"/>
                        <a:gd name="connsiteY13" fmla="*/ 3239 h 22197"/>
                        <a:gd name="connsiteX14" fmla="*/ 4835 w 28741"/>
                        <a:gd name="connsiteY14" fmla="*/ 4903 h 22197"/>
                        <a:gd name="connsiteX15" fmla="*/ 2946 w 28741"/>
                        <a:gd name="connsiteY15" fmla="*/ 10458 h 22197"/>
                        <a:gd name="connsiteX16" fmla="*/ 3396 w 28741"/>
                        <a:gd name="connsiteY16" fmla="*/ 13201 h 22197"/>
                        <a:gd name="connsiteX17" fmla="*/ 4610 w 28741"/>
                        <a:gd name="connsiteY17" fmla="*/ 15450 h 22197"/>
                        <a:gd name="connsiteX18" fmla="*/ 6342 w 28741"/>
                        <a:gd name="connsiteY18" fmla="*/ 17160 h 22197"/>
                        <a:gd name="connsiteX19" fmla="*/ 8389 w 28741"/>
                        <a:gd name="connsiteY19" fmla="*/ 18239 h 22197"/>
                        <a:gd name="connsiteX20" fmla="*/ 10975 w 28741"/>
                        <a:gd name="connsiteY20" fmla="*/ 18824 h 22197"/>
                        <a:gd name="connsiteX21" fmla="*/ 13674 w 28741"/>
                        <a:gd name="connsiteY21" fmla="*/ 18936 h 22197"/>
                        <a:gd name="connsiteX22" fmla="*/ 28742 w 28741"/>
                        <a:gd name="connsiteY22" fmla="*/ 18936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8741" h="22197">
                          <a:moveTo>
                            <a:pt x="28719" y="18959"/>
                          </a:moveTo>
                          <a:lnTo>
                            <a:pt x="28719" y="22197"/>
                          </a:lnTo>
                          <a:lnTo>
                            <a:pt x="765" y="22197"/>
                          </a:lnTo>
                          <a:lnTo>
                            <a:pt x="765" y="18959"/>
                          </a:lnTo>
                          <a:lnTo>
                            <a:pt x="4655" y="18959"/>
                          </a:lnTo>
                          <a:cubicBezTo>
                            <a:pt x="3284" y="17654"/>
                            <a:pt x="2182" y="16327"/>
                            <a:pt x="1305" y="14933"/>
                          </a:cubicBezTo>
                          <a:cubicBezTo>
                            <a:pt x="450" y="13539"/>
                            <a:pt x="0" y="11874"/>
                            <a:pt x="0" y="9940"/>
                          </a:cubicBezTo>
                          <a:cubicBezTo>
                            <a:pt x="0" y="8209"/>
                            <a:pt x="292" y="6612"/>
                            <a:pt x="900" y="5128"/>
                          </a:cubicBezTo>
                          <a:cubicBezTo>
                            <a:pt x="1484" y="3643"/>
                            <a:pt x="2519" y="2406"/>
                            <a:pt x="4003" y="1394"/>
                          </a:cubicBezTo>
                          <a:cubicBezTo>
                            <a:pt x="5015" y="720"/>
                            <a:pt x="6050" y="315"/>
                            <a:pt x="7107" y="180"/>
                          </a:cubicBezTo>
                          <a:cubicBezTo>
                            <a:pt x="8164" y="45"/>
                            <a:pt x="9266" y="0"/>
                            <a:pt x="10435" y="0"/>
                          </a:cubicBezTo>
                          <a:lnTo>
                            <a:pt x="28742" y="0"/>
                          </a:lnTo>
                          <a:lnTo>
                            <a:pt x="28742" y="3239"/>
                          </a:lnTo>
                          <a:lnTo>
                            <a:pt x="10503" y="3239"/>
                          </a:lnTo>
                          <a:cubicBezTo>
                            <a:pt x="7984" y="3239"/>
                            <a:pt x="6095" y="3801"/>
                            <a:pt x="4835" y="4903"/>
                          </a:cubicBezTo>
                          <a:cubicBezTo>
                            <a:pt x="3576" y="6027"/>
                            <a:pt x="2946" y="7871"/>
                            <a:pt x="2946" y="10458"/>
                          </a:cubicBezTo>
                          <a:cubicBezTo>
                            <a:pt x="2946" y="11470"/>
                            <a:pt x="3104" y="12392"/>
                            <a:pt x="3396" y="13201"/>
                          </a:cubicBezTo>
                          <a:cubicBezTo>
                            <a:pt x="3711" y="14033"/>
                            <a:pt x="4116" y="14776"/>
                            <a:pt x="4610" y="15450"/>
                          </a:cubicBezTo>
                          <a:cubicBezTo>
                            <a:pt x="5105" y="16125"/>
                            <a:pt x="5690" y="16687"/>
                            <a:pt x="6342" y="17160"/>
                          </a:cubicBezTo>
                          <a:cubicBezTo>
                            <a:pt x="6995" y="17632"/>
                            <a:pt x="7669" y="17992"/>
                            <a:pt x="8389" y="18239"/>
                          </a:cubicBezTo>
                          <a:cubicBezTo>
                            <a:pt x="9288" y="18554"/>
                            <a:pt x="10143" y="18756"/>
                            <a:pt x="10975" y="18824"/>
                          </a:cubicBezTo>
                          <a:cubicBezTo>
                            <a:pt x="11807" y="18891"/>
                            <a:pt x="12707" y="18936"/>
                            <a:pt x="13674" y="18936"/>
                          </a:cubicBezTo>
                          <a:lnTo>
                            <a:pt x="28742" y="18936"/>
                          </a:lnTo>
                          <a:close/>
                        </a:path>
                      </a:pathLst>
                    </a:custGeom>
                    <a:solidFill>
                      <a:srgbClr val="231F20"/>
                    </a:solidFill>
                    <a:ln w="2249" cap="flat">
                      <a:noFill/>
                      <a:prstDash val="solid"/>
                      <a:miter/>
                    </a:ln>
                  </p:spPr>
                  <p:txBody>
                    <a:bodyPr rtlCol="0" anchor="ctr"/>
                    <a:lstStyle/>
                    <a:p>
                      <a:endParaRPr lang="en-US"/>
                    </a:p>
                  </p:txBody>
                </p:sp>
                <p:sp>
                  <p:nvSpPr>
                    <p:cNvPr id="1189" name="Freeform 1188">
                      <a:extLst>
                        <a:ext uri="{FF2B5EF4-FFF2-40B4-BE49-F238E27FC236}">
                          <a16:creationId xmlns:a16="http://schemas.microsoft.com/office/drawing/2014/main" id="{DA0839D7-A7B4-BF79-5CAA-7C6F458AA679}"/>
                        </a:ext>
                      </a:extLst>
                    </p:cNvPr>
                    <p:cNvSpPr/>
                    <p:nvPr/>
                  </p:nvSpPr>
                  <p:spPr>
                    <a:xfrm>
                      <a:off x="3395632" y="2486417"/>
                      <a:ext cx="39626" cy="25683"/>
                    </a:xfrm>
                    <a:custGeom>
                      <a:avLst/>
                      <a:gdLst>
                        <a:gd name="connsiteX0" fmla="*/ 0 w 39626"/>
                        <a:gd name="connsiteY0" fmla="*/ 3239 h 25683"/>
                        <a:gd name="connsiteX1" fmla="*/ 0 w 39626"/>
                        <a:gd name="connsiteY1" fmla="*/ 0 h 25683"/>
                        <a:gd name="connsiteX2" fmla="*/ 38862 w 39626"/>
                        <a:gd name="connsiteY2" fmla="*/ 0 h 25683"/>
                        <a:gd name="connsiteX3" fmla="*/ 38862 w 39626"/>
                        <a:gd name="connsiteY3" fmla="*/ 3239 h 25683"/>
                        <a:gd name="connsiteX4" fmla="*/ 33959 w 39626"/>
                        <a:gd name="connsiteY4" fmla="*/ 3239 h 25683"/>
                        <a:gd name="connsiteX5" fmla="*/ 33959 w 39626"/>
                        <a:gd name="connsiteY5" fmla="*/ 3351 h 25683"/>
                        <a:gd name="connsiteX6" fmla="*/ 36411 w 39626"/>
                        <a:gd name="connsiteY6" fmla="*/ 5150 h 25683"/>
                        <a:gd name="connsiteX7" fmla="*/ 38165 w 39626"/>
                        <a:gd name="connsiteY7" fmla="*/ 7579 h 25683"/>
                        <a:gd name="connsiteX8" fmla="*/ 39244 w 39626"/>
                        <a:gd name="connsiteY8" fmla="*/ 10300 h 25683"/>
                        <a:gd name="connsiteX9" fmla="*/ 39627 w 39626"/>
                        <a:gd name="connsiteY9" fmla="*/ 13044 h 25683"/>
                        <a:gd name="connsiteX10" fmla="*/ 38502 w 39626"/>
                        <a:gd name="connsiteY10" fmla="*/ 18824 h 25683"/>
                        <a:gd name="connsiteX11" fmla="*/ 35399 w 39626"/>
                        <a:gd name="connsiteY11" fmla="*/ 22737 h 25683"/>
                        <a:gd name="connsiteX12" fmla="*/ 30721 w 39626"/>
                        <a:gd name="connsiteY12" fmla="*/ 24986 h 25683"/>
                        <a:gd name="connsiteX13" fmla="*/ 24941 w 39626"/>
                        <a:gd name="connsiteY13" fmla="*/ 25683 h 25683"/>
                        <a:gd name="connsiteX14" fmla="*/ 19318 w 39626"/>
                        <a:gd name="connsiteY14" fmla="*/ 24918 h 25683"/>
                        <a:gd name="connsiteX15" fmla="*/ 14596 w 39626"/>
                        <a:gd name="connsiteY15" fmla="*/ 22625 h 25683"/>
                        <a:gd name="connsiteX16" fmla="*/ 11357 w 39626"/>
                        <a:gd name="connsiteY16" fmla="*/ 18734 h 25683"/>
                        <a:gd name="connsiteX17" fmla="*/ 10143 w 39626"/>
                        <a:gd name="connsiteY17" fmla="*/ 13201 h 25683"/>
                        <a:gd name="connsiteX18" fmla="*/ 11470 w 39626"/>
                        <a:gd name="connsiteY18" fmla="*/ 7512 h 25683"/>
                        <a:gd name="connsiteX19" fmla="*/ 15383 w 39626"/>
                        <a:gd name="connsiteY19" fmla="*/ 3216 h 25683"/>
                        <a:gd name="connsiteX20" fmla="*/ 0 w 39626"/>
                        <a:gd name="connsiteY20" fmla="*/ 3216 h 25683"/>
                        <a:gd name="connsiteX21" fmla="*/ 24783 w 39626"/>
                        <a:gd name="connsiteY21" fmla="*/ 3239 h 25683"/>
                        <a:gd name="connsiteX22" fmla="*/ 20285 w 39626"/>
                        <a:gd name="connsiteY22" fmla="*/ 3891 h 25683"/>
                        <a:gd name="connsiteX23" fmla="*/ 16552 w 39626"/>
                        <a:gd name="connsiteY23" fmla="*/ 5757 h 25683"/>
                        <a:gd name="connsiteX24" fmla="*/ 14011 w 39626"/>
                        <a:gd name="connsiteY24" fmla="*/ 8726 h 25683"/>
                        <a:gd name="connsiteX25" fmla="*/ 13066 w 39626"/>
                        <a:gd name="connsiteY25" fmla="*/ 12684 h 25683"/>
                        <a:gd name="connsiteX26" fmla="*/ 14056 w 39626"/>
                        <a:gd name="connsiteY26" fmla="*/ 17047 h 25683"/>
                        <a:gd name="connsiteX27" fmla="*/ 16777 w 39626"/>
                        <a:gd name="connsiteY27" fmla="*/ 20061 h 25683"/>
                        <a:gd name="connsiteX28" fmla="*/ 20803 w 39626"/>
                        <a:gd name="connsiteY28" fmla="*/ 21792 h 25683"/>
                        <a:gd name="connsiteX29" fmla="*/ 25750 w 39626"/>
                        <a:gd name="connsiteY29" fmla="*/ 22220 h 25683"/>
                        <a:gd name="connsiteX30" fmla="*/ 30428 w 39626"/>
                        <a:gd name="connsiteY30" fmla="*/ 21500 h 25683"/>
                        <a:gd name="connsiteX31" fmla="*/ 33847 w 39626"/>
                        <a:gd name="connsiteY31" fmla="*/ 19476 h 25683"/>
                        <a:gd name="connsiteX32" fmla="*/ 35983 w 39626"/>
                        <a:gd name="connsiteY32" fmla="*/ 16462 h 25683"/>
                        <a:gd name="connsiteX33" fmla="*/ 36703 w 39626"/>
                        <a:gd name="connsiteY33" fmla="*/ 12684 h 25683"/>
                        <a:gd name="connsiteX34" fmla="*/ 35781 w 39626"/>
                        <a:gd name="connsiteY34" fmla="*/ 8636 h 25683"/>
                        <a:gd name="connsiteX35" fmla="*/ 33262 w 39626"/>
                        <a:gd name="connsiteY35" fmla="*/ 5667 h 25683"/>
                        <a:gd name="connsiteX36" fmla="*/ 29484 w 39626"/>
                        <a:gd name="connsiteY36" fmla="*/ 3868 h 25683"/>
                        <a:gd name="connsiteX37" fmla="*/ 24761 w 39626"/>
                        <a:gd name="connsiteY37" fmla="*/ 3239 h 25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9626" h="25683">
                          <a:moveTo>
                            <a:pt x="0" y="3239"/>
                          </a:moveTo>
                          <a:lnTo>
                            <a:pt x="0" y="0"/>
                          </a:lnTo>
                          <a:lnTo>
                            <a:pt x="38862" y="0"/>
                          </a:lnTo>
                          <a:lnTo>
                            <a:pt x="38862" y="3239"/>
                          </a:lnTo>
                          <a:lnTo>
                            <a:pt x="33959" y="3239"/>
                          </a:lnTo>
                          <a:lnTo>
                            <a:pt x="33959" y="3351"/>
                          </a:lnTo>
                          <a:cubicBezTo>
                            <a:pt x="34904" y="3823"/>
                            <a:pt x="35713" y="4430"/>
                            <a:pt x="36411" y="5150"/>
                          </a:cubicBezTo>
                          <a:cubicBezTo>
                            <a:pt x="37108" y="5892"/>
                            <a:pt x="37692" y="6702"/>
                            <a:pt x="38165" y="7579"/>
                          </a:cubicBezTo>
                          <a:cubicBezTo>
                            <a:pt x="38637" y="8456"/>
                            <a:pt x="38997" y="9378"/>
                            <a:pt x="39244" y="10300"/>
                          </a:cubicBezTo>
                          <a:cubicBezTo>
                            <a:pt x="39492" y="11245"/>
                            <a:pt x="39627" y="12144"/>
                            <a:pt x="39627" y="13044"/>
                          </a:cubicBezTo>
                          <a:cubicBezTo>
                            <a:pt x="39627" y="15315"/>
                            <a:pt x="39244" y="17227"/>
                            <a:pt x="38502" y="18824"/>
                          </a:cubicBezTo>
                          <a:cubicBezTo>
                            <a:pt x="37737" y="20398"/>
                            <a:pt x="36703" y="21702"/>
                            <a:pt x="35399" y="22737"/>
                          </a:cubicBezTo>
                          <a:cubicBezTo>
                            <a:pt x="34094" y="23772"/>
                            <a:pt x="32520" y="24514"/>
                            <a:pt x="30721" y="24986"/>
                          </a:cubicBezTo>
                          <a:cubicBezTo>
                            <a:pt x="28922" y="25458"/>
                            <a:pt x="26988" y="25683"/>
                            <a:pt x="24941" y="25683"/>
                          </a:cubicBezTo>
                          <a:cubicBezTo>
                            <a:pt x="23007" y="25683"/>
                            <a:pt x="21117" y="25436"/>
                            <a:pt x="19318" y="24918"/>
                          </a:cubicBezTo>
                          <a:cubicBezTo>
                            <a:pt x="17519" y="24424"/>
                            <a:pt x="15945" y="23659"/>
                            <a:pt x="14596" y="22625"/>
                          </a:cubicBezTo>
                          <a:cubicBezTo>
                            <a:pt x="13246" y="21590"/>
                            <a:pt x="12167" y="20308"/>
                            <a:pt x="11357" y="18734"/>
                          </a:cubicBezTo>
                          <a:cubicBezTo>
                            <a:pt x="10547" y="17160"/>
                            <a:pt x="10143" y="15315"/>
                            <a:pt x="10143" y="13201"/>
                          </a:cubicBezTo>
                          <a:cubicBezTo>
                            <a:pt x="10143" y="11222"/>
                            <a:pt x="10593" y="9333"/>
                            <a:pt x="11470" y="7512"/>
                          </a:cubicBezTo>
                          <a:cubicBezTo>
                            <a:pt x="12347" y="5690"/>
                            <a:pt x="13651" y="4273"/>
                            <a:pt x="15383" y="3216"/>
                          </a:cubicBezTo>
                          <a:lnTo>
                            <a:pt x="0" y="3216"/>
                          </a:lnTo>
                          <a:close/>
                          <a:moveTo>
                            <a:pt x="24783" y="3239"/>
                          </a:moveTo>
                          <a:cubicBezTo>
                            <a:pt x="23209" y="3239"/>
                            <a:pt x="21702" y="3463"/>
                            <a:pt x="20285" y="3891"/>
                          </a:cubicBezTo>
                          <a:cubicBezTo>
                            <a:pt x="18869" y="4318"/>
                            <a:pt x="17632" y="4948"/>
                            <a:pt x="16552" y="5757"/>
                          </a:cubicBezTo>
                          <a:cubicBezTo>
                            <a:pt x="15495" y="6567"/>
                            <a:pt x="14640" y="7557"/>
                            <a:pt x="14011" y="8726"/>
                          </a:cubicBezTo>
                          <a:cubicBezTo>
                            <a:pt x="13381" y="9895"/>
                            <a:pt x="13066" y="11222"/>
                            <a:pt x="13066" y="12684"/>
                          </a:cubicBezTo>
                          <a:cubicBezTo>
                            <a:pt x="13066" y="14371"/>
                            <a:pt x="13404" y="15833"/>
                            <a:pt x="14056" y="17047"/>
                          </a:cubicBezTo>
                          <a:cubicBezTo>
                            <a:pt x="14731" y="18262"/>
                            <a:pt x="15630" y="19274"/>
                            <a:pt x="16777" y="20061"/>
                          </a:cubicBezTo>
                          <a:cubicBezTo>
                            <a:pt x="17924" y="20848"/>
                            <a:pt x="19273" y="21433"/>
                            <a:pt x="20803" y="21792"/>
                          </a:cubicBezTo>
                          <a:cubicBezTo>
                            <a:pt x="22332" y="22152"/>
                            <a:pt x="23974" y="22287"/>
                            <a:pt x="25750" y="22220"/>
                          </a:cubicBezTo>
                          <a:cubicBezTo>
                            <a:pt x="27505" y="22220"/>
                            <a:pt x="29079" y="21972"/>
                            <a:pt x="30428" y="21500"/>
                          </a:cubicBezTo>
                          <a:cubicBezTo>
                            <a:pt x="31778" y="21005"/>
                            <a:pt x="32925" y="20331"/>
                            <a:pt x="33847" y="19476"/>
                          </a:cubicBezTo>
                          <a:cubicBezTo>
                            <a:pt x="34769" y="18621"/>
                            <a:pt x="35488" y="17609"/>
                            <a:pt x="35983" y="16462"/>
                          </a:cubicBezTo>
                          <a:cubicBezTo>
                            <a:pt x="36478" y="15315"/>
                            <a:pt x="36703" y="14056"/>
                            <a:pt x="36703" y="12684"/>
                          </a:cubicBezTo>
                          <a:cubicBezTo>
                            <a:pt x="36703" y="11177"/>
                            <a:pt x="36388" y="9828"/>
                            <a:pt x="35781" y="8636"/>
                          </a:cubicBezTo>
                          <a:cubicBezTo>
                            <a:pt x="35173" y="7444"/>
                            <a:pt x="34341" y="6454"/>
                            <a:pt x="33262" y="5667"/>
                          </a:cubicBezTo>
                          <a:cubicBezTo>
                            <a:pt x="32205" y="4880"/>
                            <a:pt x="30945" y="4273"/>
                            <a:pt x="29484" y="3868"/>
                          </a:cubicBezTo>
                          <a:cubicBezTo>
                            <a:pt x="28022" y="3463"/>
                            <a:pt x="26447" y="3239"/>
                            <a:pt x="24761" y="3239"/>
                          </a:cubicBezTo>
                          <a:close/>
                        </a:path>
                      </a:pathLst>
                    </a:custGeom>
                    <a:solidFill>
                      <a:srgbClr val="231F20"/>
                    </a:solidFill>
                    <a:ln w="2249" cap="flat">
                      <a:noFill/>
                      <a:prstDash val="solid"/>
                      <a:miter/>
                    </a:ln>
                  </p:spPr>
                  <p:txBody>
                    <a:bodyPr rtlCol="0" anchor="ctr"/>
                    <a:lstStyle/>
                    <a:p>
                      <a:endParaRPr lang="en-US"/>
                    </a:p>
                  </p:txBody>
                </p:sp>
                <p:sp>
                  <p:nvSpPr>
                    <p:cNvPr id="1190" name="Freeform 1189">
                      <a:extLst>
                        <a:ext uri="{FF2B5EF4-FFF2-40B4-BE49-F238E27FC236}">
                          <a16:creationId xmlns:a16="http://schemas.microsoft.com/office/drawing/2014/main" id="{548DD28F-9A67-2591-CA51-7A8205F4571F}"/>
                        </a:ext>
                      </a:extLst>
                    </p:cNvPr>
                    <p:cNvSpPr/>
                    <p:nvPr/>
                  </p:nvSpPr>
                  <p:spPr>
                    <a:xfrm>
                      <a:off x="3405797" y="2454615"/>
                      <a:ext cx="29483" cy="25167"/>
                    </a:xfrm>
                    <a:custGeom>
                      <a:avLst/>
                      <a:gdLst>
                        <a:gd name="connsiteX0" fmla="*/ 15473 w 29483"/>
                        <a:gd name="connsiteY0" fmla="*/ 21659 h 25167"/>
                        <a:gd name="connsiteX1" fmla="*/ 19768 w 29483"/>
                        <a:gd name="connsiteY1" fmla="*/ 21074 h 25167"/>
                        <a:gd name="connsiteX2" fmla="*/ 23277 w 29483"/>
                        <a:gd name="connsiteY2" fmla="*/ 19320 h 25167"/>
                        <a:gd name="connsiteX3" fmla="*/ 25661 w 29483"/>
                        <a:gd name="connsiteY3" fmla="*/ 16374 h 25167"/>
                        <a:gd name="connsiteX4" fmla="*/ 26560 w 29483"/>
                        <a:gd name="connsiteY4" fmla="*/ 12281 h 25167"/>
                        <a:gd name="connsiteX5" fmla="*/ 24896 w 29483"/>
                        <a:gd name="connsiteY5" fmla="*/ 6838 h 25167"/>
                        <a:gd name="connsiteX6" fmla="*/ 20151 w 29483"/>
                        <a:gd name="connsiteY6" fmla="*/ 3825 h 25167"/>
                        <a:gd name="connsiteX7" fmla="*/ 20151 w 29483"/>
                        <a:gd name="connsiteY7" fmla="*/ 204 h 25167"/>
                        <a:gd name="connsiteX8" fmla="*/ 23839 w 29483"/>
                        <a:gd name="connsiteY8" fmla="*/ 1778 h 25167"/>
                        <a:gd name="connsiteX9" fmla="*/ 26808 w 29483"/>
                        <a:gd name="connsiteY9" fmla="*/ 4207 h 25167"/>
                        <a:gd name="connsiteX10" fmla="*/ 28787 w 29483"/>
                        <a:gd name="connsiteY10" fmla="*/ 7670 h 25167"/>
                        <a:gd name="connsiteX11" fmla="*/ 29484 w 29483"/>
                        <a:gd name="connsiteY11" fmla="*/ 12303 h 25167"/>
                        <a:gd name="connsiteX12" fmla="*/ 28359 w 29483"/>
                        <a:gd name="connsiteY12" fmla="*/ 18083 h 25167"/>
                        <a:gd name="connsiteX13" fmla="*/ 25256 w 29483"/>
                        <a:gd name="connsiteY13" fmla="*/ 22086 h 25167"/>
                        <a:gd name="connsiteX14" fmla="*/ 20623 w 29483"/>
                        <a:gd name="connsiteY14" fmla="*/ 24403 h 25167"/>
                        <a:gd name="connsiteX15" fmla="*/ 14866 w 29483"/>
                        <a:gd name="connsiteY15" fmla="*/ 25167 h 25167"/>
                        <a:gd name="connsiteX16" fmla="*/ 9086 w 29483"/>
                        <a:gd name="connsiteY16" fmla="*/ 24268 h 25167"/>
                        <a:gd name="connsiteX17" fmla="*/ 4363 w 29483"/>
                        <a:gd name="connsiteY17" fmla="*/ 21726 h 25167"/>
                        <a:gd name="connsiteX18" fmla="*/ 1170 w 29483"/>
                        <a:gd name="connsiteY18" fmla="*/ 17701 h 25167"/>
                        <a:gd name="connsiteX19" fmla="*/ 0 w 29483"/>
                        <a:gd name="connsiteY19" fmla="*/ 12303 h 25167"/>
                        <a:gd name="connsiteX20" fmla="*/ 3958 w 29483"/>
                        <a:gd name="connsiteY20" fmla="*/ 3240 h 25167"/>
                        <a:gd name="connsiteX21" fmla="*/ 15473 w 29483"/>
                        <a:gd name="connsiteY21" fmla="*/ 1 h 25167"/>
                        <a:gd name="connsiteX22" fmla="*/ 15473 w 29483"/>
                        <a:gd name="connsiteY22" fmla="*/ 21704 h 25167"/>
                        <a:gd name="connsiteX23" fmla="*/ 12774 w 29483"/>
                        <a:gd name="connsiteY23" fmla="*/ 3420 h 25167"/>
                        <a:gd name="connsiteX24" fmla="*/ 8906 w 29483"/>
                        <a:gd name="connsiteY24" fmla="*/ 3982 h 25167"/>
                        <a:gd name="connsiteX25" fmla="*/ 5780 w 29483"/>
                        <a:gd name="connsiteY25" fmla="*/ 5646 h 25167"/>
                        <a:gd name="connsiteX26" fmla="*/ 3666 w 29483"/>
                        <a:gd name="connsiteY26" fmla="*/ 8435 h 25167"/>
                        <a:gd name="connsiteX27" fmla="*/ 2879 w 29483"/>
                        <a:gd name="connsiteY27" fmla="*/ 12258 h 25167"/>
                        <a:gd name="connsiteX28" fmla="*/ 3688 w 29483"/>
                        <a:gd name="connsiteY28" fmla="*/ 16059 h 25167"/>
                        <a:gd name="connsiteX29" fmla="*/ 5848 w 29483"/>
                        <a:gd name="connsiteY29" fmla="*/ 18870 h 25167"/>
                        <a:gd name="connsiteX30" fmla="*/ 8973 w 29483"/>
                        <a:gd name="connsiteY30" fmla="*/ 20737 h 25167"/>
                        <a:gd name="connsiteX31" fmla="*/ 12752 w 29483"/>
                        <a:gd name="connsiteY31" fmla="*/ 21659 h 25167"/>
                        <a:gd name="connsiteX32" fmla="*/ 12752 w 29483"/>
                        <a:gd name="connsiteY32"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3" h="25167">
                          <a:moveTo>
                            <a:pt x="15473" y="21659"/>
                          </a:moveTo>
                          <a:cubicBezTo>
                            <a:pt x="16980" y="21659"/>
                            <a:pt x="18419" y="21456"/>
                            <a:pt x="19768" y="21074"/>
                          </a:cubicBezTo>
                          <a:cubicBezTo>
                            <a:pt x="21118" y="20669"/>
                            <a:pt x="22287" y="20085"/>
                            <a:pt x="23277" y="19320"/>
                          </a:cubicBezTo>
                          <a:cubicBezTo>
                            <a:pt x="24266" y="18555"/>
                            <a:pt x="25053" y="17566"/>
                            <a:pt x="25661" y="16374"/>
                          </a:cubicBezTo>
                          <a:cubicBezTo>
                            <a:pt x="26245" y="15182"/>
                            <a:pt x="26560" y="13810"/>
                            <a:pt x="26560" y="12281"/>
                          </a:cubicBezTo>
                          <a:cubicBezTo>
                            <a:pt x="26560" y="10167"/>
                            <a:pt x="25998" y="8345"/>
                            <a:pt x="24896" y="6838"/>
                          </a:cubicBezTo>
                          <a:cubicBezTo>
                            <a:pt x="23772" y="5331"/>
                            <a:pt x="22197" y="4319"/>
                            <a:pt x="20151" y="3825"/>
                          </a:cubicBezTo>
                          <a:lnTo>
                            <a:pt x="20151" y="204"/>
                          </a:lnTo>
                          <a:cubicBezTo>
                            <a:pt x="21478" y="609"/>
                            <a:pt x="22715" y="1126"/>
                            <a:pt x="23839" y="1778"/>
                          </a:cubicBezTo>
                          <a:cubicBezTo>
                            <a:pt x="24964" y="2430"/>
                            <a:pt x="25953" y="3240"/>
                            <a:pt x="26808" y="4207"/>
                          </a:cubicBezTo>
                          <a:cubicBezTo>
                            <a:pt x="27662" y="5174"/>
                            <a:pt x="28315" y="6321"/>
                            <a:pt x="28787" y="7670"/>
                          </a:cubicBezTo>
                          <a:cubicBezTo>
                            <a:pt x="29259" y="8997"/>
                            <a:pt x="29484" y="10549"/>
                            <a:pt x="29484" y="12303"/>
                          </a:cubicBezTo>
                          <a:cubicBezTo>
                            <a:pt x="29484" y="14530"/>
                            <a:pt x="29102" y="16464"/>
                            <a:pt x="28359" y="18083"/>
                          </a:cubicBezTo>
                          <a:cubicBezTo>
                            <a:pt x="27595" y="19702"/>
                            <a:pt x="26560" y="21029"/>
                            <a:pt x="25256" y="22086"/>
                          </a:cubicBezTo>
                          <a:cubicBezTo>
                            <a:pt x="23951" y="23121"/>
                            <a:pt x="22400" y="23908"/>
                            <a:pt x="20623" y="24403"/>
                          </a:cubicBezTo>
                          <a:cubicBezTo>
                            <a:pt x="18846" y="24897"/>
                            <a:pt x="16935" y="25167"/>
                            <a:pt x="14866" y="25167"/>
                          </a:cubicBezTo>
                          <a:cubicBezTo>
                            <a:pt x="12797" y="25167"/>
                            <a:pt x="10885" y="24875"/>
                            <a:pt x="9086" y="24268"/>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close/>
                          <a:moveTo>
                            <a:pt x="12774" y="3420"/>
                          </a:moveTo>
                          <a:cubicBezTo>
                            <a:pt x="11402" y="3420"/>
                            <a:pt x="10120" y="3600"/>
                            <a:pt x="8906" y="3982"/>
                          </a:cubicBezTo>
                          <a:cubicBezTo>
                            <a:pt x="7692" y="4364"/>
                            <a:pt x="6657" y="4927"/>
                            <a:pt x="5780" y="5646"/>
                          </a:cubicBezTo>
                          <a:cubicBezTo>
                            <a:pt x="4903" y="6388"/>
                            <a:pt x="4206" y="7310"/>
                            <a:pt x="3666" y="8435"/>
                          </a:cubicBezTo>
                          <a:cubicBezTo>
                            <a:pt x="3149" y="9559"/>
                            <a:pt x="2879" y="10819"/>
                            <a:pt x="2879" y="12258"/>
                          </a:cubicBezTo>
                          <a:cubicBezTo>
                            <a:pt x="2879" y="13697"/>
                            <a:pt x="3149" y="14957"/>
                            <a:pt x="3688" y="16059"/>
                          </a:cubicBezTo>
                          <a:cubicBezTo>
                            <a:pt x="4228" y="17161"/>
                            <a:pt x="4948" y="18083"/>
                            <a:pt x="5848" y="18870"/>
                          </a:cubicBezTo>
                          <a:cubicBezTo>
                            <a:pt x="6747" y="19635"/>
                            <a:pt x="7782" y="20264"/>
                            <a:pt x="8973" y="20737"/>
                          </a:cubicBezTo>
                          <a:cubicBezTo>
                            <a:pt x="10165" y="21209"/>
                            <a:pt x="11425" y="21501"/>
                            <a:pt x="12752" y="21659"/>
                          </a:cubicBezTo>
                          <a:lnTo>
                            <a:pt x="12752" y="3420"/>
                          </a:lnTo>
                          <a:close/>
                        </a:path>
                      </a:pathLst>
                    </a:custGeom>
                    <a:solidFill>
                      <a:srgbClr val="231F20"/>
                    </a:solidFill>
                    <a:ln w="2249" cap="flat">
                      <a:noFill/>
                      <a:prstDash val="solid"/>
                      <a:miter/>
                    </a:ln>
                  </p:spPr>
                  <p:txBody>
                    <a:bodyPr rtlCol="0" anchor="ctr"/>
                    <a:lstStyle/>
                    <a:p>
                      <a:endParaRPr lang="en-US"/>
                    </a:p>
                  </p:txBody>
                </p:sp>
                <p:sp>
                  <p:nvSpPr>
                    <p:cNvPr id="1191" name="Freeform 1190">
                      <a:extLst>
                        <a:ext uri="{FF2B5EF4-FFF2-40B4-BE49-F238E27FC236}">
                          <a16:creationId xmlns:a16="http://schemas.microsoft.com/office/drawing/2014/main" id="{6444D666-3D78-A2AA-27B3-F1F4DDE735C6}"/>
                        </a:ext>
                      </a:extLst>
                    </p:cNvPr>
                    <p:cNvSpPr/>
                    <p:nvPr/>
                  </p:nvSpPr>
                  <p:spPr>
                    <a:xfrm>
                      <a:off x="3406562" y="2426167"/>
                      <a:ext cx="27954" cy="25008"/>
                    </a:xfrm>
                    <a:custGeom>
                      <a:avLst/>
                      <a:gdLst>
                        <a:gd name="connsiteX0" fmla="*/ 15855 w 27954"/>
                        <a:gd name="connsiteY0" fmla="*/ 12392 h 25008"/>
                        <a:gd name="connsiteX1" fmla="*/ 27954 w 27954"/>
                        <a:gd name="connsiteY1" fmla="*/ 21073 h 25008"/>
                        <a:gd name="connsiteX2" fmla="*/ 27954 w 27954"/>
                        <a:gd name="connsiteY2" fmla="*/ 25008 h 25008"/>
                        <a:gd name="connsiteX3" fmla="*/ 13494 w 27954"/>
                        <a:gd name="connsiteY3" fmla="*/ 14258 h 25008"/>
                        <a:gd name="connsiteX4" fmla="*/ 0 w 27954"/>
                        <a:gd name="connsiteY4" fmla="*/ 24131 h 25008"/>
                        <a:gd name="connsiteX5" fmla="*/ 0 w 27954"/>
                        <a:gd name="connsiteY5" fmla="*/ 20128 h 25008"/>
                        <a:gd name="connsiteX6" fmla="*/ 11110 w 27954"/>
                        <a:gd name="connsiteY6" fmla="*/ 12414 h 25008"/>
                        <a:gd name="connsiteX7" fmla="*/ 0 w 27954"/>
                        <a:gd name="connsiteY7" fmla="*/ 4475 h 25008"/>
                        <a:gd name="connsiteX8" fmla="*/ 0 w 27954"/>
                        <a:gd name="connsiteY8" fmla="*/ 382 h 25008"/>
                        <a:gd name="connsiteX9" fmla="*/ 13494 w 27954"/>
                        <a:gd name="connsiteY9" fmla="*/ 10480 h 25008"/>
                        <a:gd name="connsiteX10" fmla="*/ 27954 w 27954"/>
                        <a:gd name="connsiteY10" fmla="*/ 0 h 25008"/>
                        <a:gd name="connsiteX11" fmla="*/ 27954 w 27954"/>
                        <a:gd name="connsiteY11" fmla="*/ 3891 h 25008"/>
                        <a:gd name="connsiteX12" fmla="*/ 15855 w 27954"/>
                        <a:gd name="connsiteY12" fmla="*/ 12369 h 250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954" h="25008">
                          <a:moveTo>
                            <a:pt x="15855" y="12392"/>
                          </a:moveTo>
                          <a:lnTo>
                            <a:pt x="27954" y="21073"/>
                          </a:lnTo>
                          <a:lnTo>
                            <a:pt x="27954" y="25008"/>
                          </a:lnTo>
                          <a:lnTo>
                            <a:pt x="13494" y="14258"/>
                          </a:lnTo>
                          <a:lnTo>
                            <a:pt x="0" y="24131"/>
                          </a:lnTo>
                          <a:lnTo>
                            <a:pt x="0" y="20128"/>
                          </a:lnTo>
                          <a:lnTo>
                            <a:pt x="11110" y="12414"/>
                          </a:lnTo>
                          <a:lnTo>
                            <a:pt x="0" y="4475"/>
                          </a:lnTo>
                          <a:lnTo>
                            <a:pt x="0" y="382"/>
                          </a:lnTo>
                          <a:lnTo>
                            <a:pt x="13494" y="10480"/>
                          </a:lnTo>
                          <a:lnTo>
                            <a:pt x="27954" y="0"/>
                          </a:lnTo>
                          <a:lnTo>
                            <a:pt x="27954" y="3891"/>
                          </a:lnTo>
                          <a:lnTo>
                            <a:pt x="15855" y="12369"/>
                          </a:lnTo>
                          <a:close/>
                        </a:path>
                      </a:pathLst>
                    </a:custGeom>
                    <a:solidFill>
                      <a:srgbClr val="231F20"/>
                    </a:solidFill>
                    <a:ln w="2249" cap="flat">
                      <a:noFill/>
                      <a:prstDash val="solid"/>
                      <a:miter/>
                    </a:ln>
                  </p:spPr>
                  <p:txBody>
                    <a:bodyPr rtlCol="0" anchor="ctr"/>
                    <a:lstStyle/>
                    <a:p>
                      <a:endParaRPr lang="en-US"/>
                    </a:p>
                  </p:txBody>
                </p:sp>
              </p:grpSp>
              <p:sp>
                <p:nvSpPr>
                  <p:cNvPr id="1106" name="Freeform 1105">
                    <a:extLst>
                      <a:ext uri="{FF2B5EF4-FFF2-40B4-BE49-F238E27FC236}">
                        <a16:creationId xmlns:a16="http://schemas.microsoft.com/office/drawing/2014/main" id="{1CA7CEC2-F712-7AB9-C53D-53DFC675488B}"/>
                      </a:ext>
                    </a:extLst>
                  </p:cNvPr>
                  <p:cNvSpPr/>
                  <p:nvPr/>
                </p:nvSpPr>
                <p:spPr>
                  <a:xfrm>
                    <a:off x="7001850" y="6181772"/>
                    <a:ext cx="3342961" cy="8416"/>
                  </a:xfrm>
                  <a:custGeom>
                    <a:avLst/>
                    <a:gdLst>
                      <a:gd name="connsiteX0" fmla="*/ 0 w 892948"/>
                      <a:gd name="connsiteY0" fmla="*/ 0 h 2248"/>
                      <a:gd name="connsiteX1" fmla="*/ 892949 w 892948"/>
                      <a:gd name="connsiteY1" fmla="*/ 0 h 2248"/>
                    </a:gdLst>
                    <a:ahLst/>
                    <a:cxnLst>
                      <a:cxn ang="0">
                        <a:pos x="connsiteX0" y="connsiteY0"/>
                      </a:cxn>
                      <a:cxn ang="0">
                        <a:pos x="connsiteX1" y="connsiteY1"/>
                      </a:cxn>
                    </a:cxnLst>
                    <a:rect l="l" t="t" r="r" b="b"/>
                    <a:pathLst>
                      <a:path w="892948" h="2248">
                        <a:moveTo>
                          <a:pt x="0" y="0"/>
                        </a:moveTo>
                        <a:lnTo>
                          <a:pt x="892949" y="0"/>
                        </a:lnTo>
                      </a:path>
                    </a:pathLst>
                  </a:custGeom>
                  <a:ln w="4498" cap="sq">
                    <a:solidFill>
                      <a:srgbClr val="231F20"/>
                    </a:solidFill>
                    <a:prstDash val="solid"/>
                    <a:round/>
                  </a:ln>
                </p:spPr>
                <p:txBody>
                  <a:bodyPr rtlCol="0" anchor="ctr"/>
                  <a:lstStyle/>
                  <a:p>
                    <a:endParaRPr lang="en-US"/>
                  </a:p>
                </p:txBody>
              </p:sp>
              <p:sp>
                <p:nvSpPr>
                  <p:cNvPr id="1107" name="Freeform 1106">
                    <a:extLst>
                      <a:ext uri="{FF2B5EF4-FFF2-40B4-BE49-F238E27FC236}">
                        <a16:creationId xmlns:a16="http://schemas.microsoft.com/office/drawing/2014/main" id="{55351BAD-6277-679D-3888-FF5FA5B64A6A}"/>
                      </a:ext>
                    </a:extLst>
                  </p:cNvPr>
                  <p:cNvSpPr/>
                  <p:nvPr/>
                </p:nvSpPr>
                <p:spPr>
                  <a:xfrm>
                    <a:off x="6977010" y="3271231"/>
                    <a:ext cx="25173" cy="2909778"/>
                  </a:xfrm>
                  <a:custGeom>
                    <a:avLst/>
                    <a:gdLst>
                      <a:gd name="connsiteX0" fmla="*/ 6724 w 6724"/>
                      <a:gd name="connsiteY0" fmla="*/ 777240 h 777239"/>
                      <a:gd name="connsiteX1" fmla="*/ 0 w 6724"/>
                      <a:gd name="connsiteY1" fmla="*/ 0 h 777239"/>
                    </a:gdLst>
                    <a:ahLst/>
                    <a:cxnLst>
                      <a:cxn ang="0">
                        <a:pos x="connsiteX0" y="connsiteY0"/>
                      </a:cxn>
                      <a:cxn ang="0">
                        <a:pos x="connsiteX1" y="connsiteY1"/>
                      </a:cxn>
                    </a:cxnLst>
                    <a:rect l="l" t="t" r="r" b="b"/>
                    <a:pathLst>
                      <a:path w="6724" h="777239">
                        <a:moveTo>
                          <a:pt x="6724" y="777240"/>
                        </a:moveTo>
                        <a:lnTo>
                          <a:pt x="0" y="0"/>
                        </a:lnTo>
                      </a:path>
                    </a:pathLst>
                  </a:custGeom>
                  <a:ln w="4498" cap="sq">
                    <a:solidFill>
                      <a:srgbClr val="231F20"/>
                    </a:solidFill>
                    <a:prstDash val="solid"/>
                    <a:round/>
                  </a:ln>
                </p:spPr>
                <p:txBody>
                  <a:bodyPr rtlCol="0" anchor="ctr"/>
                  <a:lstStyle/>
                  <a:p>
                    <a:endParaRPr lang="en-US"/>
                  </a:p>
                </p:txBody>
              </p:sp>
              <p:sp>
                <p:nvSpPr>
                  <p:cNvPr id="1108" name="Freeform 1107">
                    <a:extLst>
                      <a:ext uri="{FF2B5EF4-FFF2-40B4-BE49-F238E27FC236}">
                        <a16:creationId xmlns:a16="http://schemas.microsoft.com/office/drawing/2014/main" id="{E622CDD0-2518-30CA-9237-CBD00504BD2B}"/>
                      </a:ext>
                    </a:extLst>
                  </p:cNvPr>
                  <p:cNvSpPr/>
                  <p:nvPr/>
                </p:nvSpPr>
                <p:spPr>
                  <a:xfrm>
                    <a:off x="6993430" y="5025774"/>
                    <a:ext cx="39822" cy="333"/>
                  </a:xfrm>
                  <a:custGeom>
                    <a:avLst/>
                    <a:gdLst>
                      <a:gd name="connsiteX0" fmla="*/ 0 w 10637"/>
                      <a:gd name="connsiteY0" fmla="*/ 90 h 89"/>
                      <a:gd name="connsiteX1" fmla="*/ 10638 w 10637"/>
                      <a:gd name="connsiteY1" fmla="*/ 0 h 89"/>
                    </a:gdLst>
                    <a:ahLst/>
                    <a:cxnLst>
                      <a:cxn ang="0">
                        <a:pos x="connsiteX0" y="connsiteY0"/>
                      </a:cxn>
                      <a:cxn ang="0">
                        <a:pos x="connsiteX1" y="connsiteY1"/>
                      </a:cxn>
                    </a:cxnLst>
                    <a:rect l="l" t="t" r="r" b="b"/>
                    <a:pathLst>
                      <a:path w="10637" h="89">
                        <a:moveTo>
                          <a:pt x="0" y="90"/>
                        </a:moveTo>
                        <a:lnTo>
                          <a:pt x="10638" y="0"/>
                        </a:lnTo>
                      </a:path>
                    </a:pathLst>
                  </a:custGeom>
                  <a:ln w="4498" cap="sq">
                    <a:solidFill>
                      <a:srgbClr val="262626"/>
                    </a:solidFill>
                    <a:prstDash val="solid"/>
                    <a:round/>
                  </a:ln>
                </p:spPr>
                <p:txBody>
                  <a:bodyPr rtlCol="0" anchor="ctr"/>
                  <a:lstStyle/>
                  <a:p>
                    <a:endParaRPr lang="en-US"/>
                  </a:p>
                </p:txBody>
              </p:sp>
              <p:sp>
                <p:nvSpPr>
                  <p:cNvPr id="1109" name="Freeform 1108">
                    <a:extLst>
                      <a:ext uri="{FF2B5EF4-FFF2-40B4-BE49-F238E27FC236}">
                        <a16:creationId xmlns:a16="http://schemas.microsoft.com/office/drawing/2014/main" id="{0401F154-6EB6-19A1-271A-015B28695EE9}"/>
                      </a:ext>
                    </a:extLst>
                  </p:cNvPr>
                  <p:cNvSpPr/>
                  <p:nvPr/>
                </p:nvSpPr>
                <p:spPr>
                  <a:xfrm>
                    <a:off x="6984756" y="3869270"/>
                    <a:ext cx="39822" cy="251"/>
                  </a:xfrm>
                  <a:custGeom>
                    <a:avLst/>
                    <a:gdLst>
                      <a:gd name="connsiteX0" fmla="*/ 0 w 10637"/>
                      <a:gd name="connsiteY0" fmla="*/ 67 h 67"/>
                      <a:gd name="connsiteX1" fmla="*/ 10638 w 10637"/>
                      <a:gd name="connsiteY1" fmla="*/ 0 h 67"/>
                    </a:gdLst>
                    <a:ahLst/>
                    <a:cxnLst>
                      <a:cxn ang="0">
                        <a:pos x="connsiteX0" y="connsiteY0"/>
                      </a:cxn>
                      <a:cxn ang="0">
                        <a:pos x="connsiteX1" y="connsiteY1"/>
                      </a:cxn>
                    </a:cxnLst>
                    <a:rect l="l" t="t" r="r" b="b"/>
                    <a:pathLst>
                      <a:path w="10637" h="67">
                        <a:moveTo>
                          <a:pt x="0" y="67"/>
                        </a:moveTo>
                        <a:lnTo>
                          <a:pt x="10638" y="0"/>
                        </a:lnTo>
                      </a:path>
                    </a:pathLst>
                  </a:custGeom>
                  <a:ln w="4498" cap="sq">
                    <a:solidFill>
                      <a:srgbClr val="262626"/>
                    </a:solidFill>
                    <a:prstDash val="solid"/>
                    <a:round/>
                  </a:ln>
                </p:spPr>
                <p:txBody>
                  <a:bodyPr rtlCol="0" anchor="ctr"/>
                  <a:lstStyle/>
                  <a:p>
                    <a:endParaRPr lang="en-US"/>
                  </a:p>
                </p:txBody>
              </p:sp>
              <p:grpSp>
                <p:nvGrpSpPr>
                  <p:cNvPr id="1110" name="Graphic 4479">
                    <a:extLst>
                      <a:ext uri="{FF2B5EF4-FFF2-40B4-BE49-F238E27FC236}">
                        <a16:creationId xmlns:a16="http://schemas.microsoft.com/office/drawing/2014/main" id="{514E8562-F850-180C-DFFB-CC2AA07E8788}"/>
                      </a:ext>
                    </a:extLst>
                  </p:cNvPr>
                  <p:cNvGrpSpPr/>
                  <p:nvPr/>
                </p:nvGrpSpPr>
                <p:grpSpPr>
                  <a:xfrm>
                    <a:off x="6555533" y="6158198"/>
                    <a:ext cx="263024" cy="145317"/>
                    <a:chOff x="4700815" y="2975003"/>
                    <a:chExt cx="70257" cy="38816"/>
                  </a:xfrm>
                  <a:solidFill>
                    <a:srgbClr val="231F20"/>
                  </a:solidFill>
                </p:grpSpPr>
                <p:sp>
                  <p:nvSpPr>
                    <p:cNvPr id="1170" name="Freeform 1169">
                      <a:extLst>
                        <a:ext uri="{FF2B5EF4-FFF2-40B4-BE49-F238E27FC236}">
                          <a16:creationId xmlns:a16="http://schemas.microsoft.com/office/drawing/2014/main" id="{D03F762A-A4AF-6E3D-F653-CEB1C3D45B2E}"/>
                        </a:ext>
                      </a:extLst>
                    </p:cNvPr>
                    <p:cNvSpPr/>
                    <p:nvPr/>
                  </p:nvSpPr>
                  <p:spPr>
                    <a:xfrm>
                      <a:off x="4700815" y="2975003"/>
                      <a:ext cx="25772" cy="38816"/>
                    </a:xfrm>
                    <a:custGeom>
                      <a:avLst/>
                      <a:gdLst>
                        <a:gd name="connsiteX0" fmla="*/ 12932 w 25772"/>
                        <a:gd name="connsiteY0" fmla="*/ 0 h 38816"/>
                        <a:gd name="connsiteX1" fmla="*/ 17789 w 25772"/>
                        <a:gd name="connsiteY1" fmla="*/ 832 h 38816"/>
                        <a:gd name="connsiteX2" fmla="*/ 21275 w 25772"/>
                        <a:gd name="connsiteY2" fmla="*/ 3126 h 38816"/>
                        <a:gd name="connsiteX3" fmla="*/ 23592 w 25772"/>
                        <a:gd name="connsiteY3" fmla="*/ 6522 h 38816"/>
                        <a:gd name="connsiteX4" fmla="*/ 24963 w 25772"/>
                        <a:gd name="connsiteY4" fmla="*/ 10660 h 38816"/>
                        <a:gd name="connsiteX5" fmla="*/ 25616 w 25772"/>
                        <a:gd name="connsiteY5" fmla="*/ 15158 h 38816"/>
                        <a:gd name="connsiteX6" fmla="*/ 25773 w 25772"/>
                        <a:gd name="connsiteY6" fmla="*/ 19701 h 38816"/>
                        <a:gd name="connsiteX7" fmla="*/ 25233 w 25772"/>
                        <a:gd name="connsiteY7" fmla="*/ 26942 h 38816"/>
                        <a:gd name="connsiteX8" fmla="*/ 23254 w 25772"/>
                        <a:gd name="connsiteY8" fmla="*/ 33037 h 38816"/>
                        <a:gd name="connsiteX9" fmla="*/ 19341 w 25772"/>
                        <a:gd name="connsiteY9" fmla="*/ 37243 h 38816"/>
                        <a:gd name="connsiteX10" fmla="*/ 12909 w 25772"/>
                        <a:gd name="connsiteY10" fmla="*/ 38817 h 38816"/>
                        <a:gd name="connsiteX11" fmla="*/ 6454 w 25772"/>
                        <a:gd name="connsiteY11" fmla="*/ 37243 h 38816"/>
                        <a:gd name="connsiteX12" fmla="*/ 2519 w 25772"/>
                        <a:gd name="connsiteY12" fmla="*/ 33015 h 38816"/>
                        <a:gd name="connsiteX13" fmla="*/ 540 w 25772"/>
                        <a:gd name="connsiteY13" fmla="*/ 26808 h 38816"/>
                        <a:gd name="connsiteX14" fmla="*/ 0 w 25772"/>
                        <a:gd name="connsiteY14" fmla="*/ 19341 h 38816"/>
                        <a:gd name="connsiteX15" fmla="*/ 495 w 25772"/>
                        <a:gd name="connsiteY15" fmla="*/ 12279 h 38816"/>
                        <a:gd name="connsiteX16" fmla="*/ 2361 w 25772"/>
                        <a:gd name="connsiteY16" fmla="*/ 6095 h 38816"/>
                        <a:gd name="connsiteX17" fmla="*/ 6274 w 25772"/>
                        <a:gd name="connsiteY17" fmla="*/ 1687 h 38816"/>
                        <a:gd name="connsiteX18" fmla="*/ 12909 w 25772"/>
                        <a:gd name="connsiteY18" fmla="*/ 22 h 38816"/>
                        <a:gd name="connsiteX19" fmla="*/ 22332 w 25772"/>
                        <a:gd name="connsiteY19" fmla="*/ 19319 h 38816"/>
                        <a:gd name="connsiteX20" fmla="*/ 21972 w 25772"/>
                        <a:gd name="connsiteY20" fmla="*/ 13291 h 38816"/>
                        <a:gd name="connsiteX21" fmla="*/ 20600 w 25772"/>
                        <a:gd name="connsiteY21" fmla="*/ 8029 h 38816"/>
                        <a:gd name="connsiteX22" fmla="*/ 17722 w 25772"/>
                        <a:gd name="connsiteY22" fmla="*/ 4295 h 38816"/>
                        <a:gd name="connsiteX23" fmla="*/ 12841 w 25772"/>
                        <a:gd name="connsiteY23" fmla="*/ 2901 h 38816"/>
                        <a:gd name="connsiteX24" fmla="*/ 8164 w 25772"/>
                        <a:gd name="connsiteY24" fmla="*/ 4340 h 38816"/>
                        <a:gd name="connsiteX25" fmla="*/ 5330 w 25772"/>
                        <a:gd name="connsiteY25" fmla="*/ 8141 h 38816"/>
                        <a:gd name="connsiteX26" fmla="*/ 3891 w 25772"/>
                        <a:gd name="connsiteY26" fmla="*/ 13539 h 38816"/>
                        <a:gd name="connsiteX27" fmla="*/ 3486 w 25772"/>
                        <a:gd name="connsiteY27" fmla="*/ 19701 h 38816"/>
                        <a:gd name="connsiteX28" fmla="*/ 3936 w 25772"/>
                        <a:gd name="connsiteY28" fmla="*/ 26358 h 38816"/>
                        <a:gd name="connsiteX29" fmla="*/ 5465 w 25772"/>
                        <a:gd name="connsiteY29" fmla="*/ 31463 h 38816"/>
                        <a:gd name="connsiteX30" fmla="*/ 8344 w 25772"/>
                        <a:gd name="connsiteY30" fmla="*/ 34724 h 38816"/>
                        <a:gd name="connsiteX31" fmla="*/ 12909 w 25772"/>
                        <a:gd name="connsiteY31" fmla="*/ 35893 h 38816"/>
                        <a:gd name="connsiteX32" fmla="*/ 17857 w 25772"/>
                        <a:gd name="connsiteY32" fmla="*/ 34387 h 38816"/>
                        <a:gd name="connsiteX33" fmla="*/ 20690 w 25772"/>
                        <a:gd name="connsiteY33" fmla="*/ 30496 h 38816"/>
                        <a:gd name="connsiteX34" fmla="*/ 21995 w 25772"/>
                        <a:gd name="connsiteY34" fmla="*/ 25143 h 38816"/>
                        <a:gd name="connsiteX35" fmla="*/ 22309 w 25772"/>
                        <a:gd name="connsiteY35" fmla="*/ 19319 h 38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2" h="38816">
                          <a:moveTo>
                            <a:pt x="12932" y="0"/>
                          </a:moveTo>
                          <a:cubicBezTo>
                            <a:pt x="14798" y="0"/>
                            <a:pt x="16417" y="270"/>
                            <a:pt x="17789" y="832"/>
                          </a:cubicBezTo>
                          <a:cubicBezTo>
                            <a:pt x="19161" y="1394"/>
                            <a:pt x="20308" y="2159"/>
                            <a:pt x="21275" y="3126"/>
                          </a:cubicBezTo>
                          <a:cubicBezTo>
                            <a:pt x="22220" y="4093"/>
                            <a:pt x="23007" y="5240"/>
                            <a:pt x="23592" y="6522"/>
                          </a:cubicBezTo>
                          <a:cubicBezTo>
                            <a:pt x="24176" y="7826"/>
                            <a:pt x="24648" y="9198"/>
                            <a:pt x="24963" y="10660"/>
                          </a:cubicBezTo>
                          <a:cubicBezTo>
                            <a:pt x="25278" y="12122"/>
                            <a:pt x="25503" y="13629"/>
                            <a:pt x="25616" y="15158"/>
                          </a:cubicBezTo>
                          <a:cubicBezTo>
                            <a:pt x="25728" y="16687"/>
                            <a:pt x="25773" y="18217"/>
                            <a:pt x="25773" y="19701"/>
                          </a:cubicBezTo>
                          <a:cubicBezTo>
                            <a:pt x="25773" y="22220"/>
                            <a:pt x="25593" y="24626"/>
                            <a:pt x="25233" y="26942"/>
                          </a:cubicBezTo>
                          <a:cubicBezTo>
                            <a:pt x="24873" y="29236"/>
                            <a:pt x="24221" y="31283"/>
                            <a:pt x="23254" y="33037"/>
                          </a:cubicBezTo>
                          <a:cubicBezTo>
                            <a:pt x="22309"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900" y="29169"/>
                            <a:pt x="540" y="26808"/>
                          </a:cubicBezTo>
                          <a:cubicBezTo>
                            <a:pt x="180" y="24446"/>
                            <a:pt x="0" y="21950"/>
                            <a:pt x="0" y="19341"/>
                          </a:cubicBezTo>
                          <a:cubicBezTo>
                            <a:pt x="0" y="16935"/>
                            <a:pt x="157" y="14573"/>
                            <a:pt x="495" y="12279"/>
                          </a:cubicBezTo>
                          <a:cubicBezTo>
                            <a:pt x="810" y="9985"/>
                            <a:pt x="1439" y="7916"/>
                            <a:pt x="2361" y="6095"/>
                          </a:cubicBezTo>
                          <a:cubicBezTo>
                            <a:pt x="3283" y="4273"/>
                            <a:pt x="4588" y="2811"/>
                            <a:pt x="6274" y="1687"/>
                          </a:cubicBezTo>
                          <a:cubicBezTo>
                            <a:pt x="7961" y="562"/>
                            <a:pt x="10188" y="22"/>
                            <a:pt x="12909" y="22"/>
                          </a:cubicBezTo>
                          <a:close/>
                          <a:moveTo>
                            <a:pt x="22332" y="19319"/>
                          </a:moveTo>
                          <a:cubicBezTo>
                            <a:pt x="22332" y="17272"/>
                            <a:pt x="22220" y="15270"/>
                            <a:pt x="21972" y="13291"/>
                          </a:cubicBezTo>
                          <a:cubicBezTo>
                            <a:pt x="21725" y="11312"/>
                            <a:pt x="21275" y="9581"/>
                            <a:pt x="20600" y="8029"/>
                          </a:cubicBezTo>
                          <a:cubicBezTo>
                            <a:pt x="19926" y="6477"/>
                            <a:pt x="18959" y="5240"/>
                            <a:pt x="17722" y="4295"/>
                          </a:cubicBezTo>
                          <a:cubicBezTo>
                            <a:pt x="16485" y="3351"/>
                            <a:pt x="14843" y="2901"/>
                            <a:pt x="12841" y="2901"/>
                          </a:cubicBezTo>
                          <a:cubicBezTo>
                            <a:pt x="10930" y="2901"/>
                            <a:pt x="9378" y="3373"/>
                            <a:pt x="8164" y="4340"/>
                          </a:cubicBezTo>
                          <a:cubicBezTo>
                            <a:pt x="6949" y="5308"/>
                            <a:pt x="6005" y="6567"/>
                            <a:pt x="5330" y="8141"/>
                          </a:cubicBezTo>
                          <a:cubicBezTo>
                            <a:pt x="4655" y="9715"/>
                            <a:pt x="4161" y="11515"/>
                            <a:pt x="3891" y="13539"/>
                          </a:cubicBezTo>
                          <a:cubicBezTo>
                            <a:pt x="3621" y="15563"/>
                            <a:pt x="3486" y="17609"/>
                            <a:pt x="3486" y="19701"/>
                          </a:cubicBezTo>
                          <a:cubicBezTo>
                            <a:pt x="3486" y="22152"/>
                            <a:pt x="3643" y="24379"/>
                            <a:pt x="3936" y="26358"/>
                          </a:cubicBezTo>
                          <a:cubicBezTo>
                            <a:pt x="4251" y="28359"/>
                            <a:pt x="4745" y="30046"/>
                            <a:pt x="5465" y="31463"/>
                          </a:cubicBezTo>
                          <a:cubicBezTo>
                            <a:pt x="6185" y="32857"/>
                            <a:pt x="7152" y="33959"/>
                            <a:pt x="8344" y="34724"/>
                          </a:cubicBezTo>
                          <a:cubicBezTo>
                            <a:pt x="9558" y="35489"/>
                            <a:pt x="11065" y="35893"/>
                            <a:pt x="12909" y="35893"/>
                          </a:cubicBezTo>
                          <a:cubicBezTo>
                            <a:pt x="14956" y="35893"/>
                            <a:pt x="16597" y="35399"/>
                            <a:pt x="17857" y="34387"/>
                          </a:cubicBezTo>
                          <a:cubicBezTo>
                            <a:pt x="19094" y="33375"/>
                            <a:pt x="20038" y="32093"/>
                            <a:pt x="20690" y="30496"/>
                          </a:cubicBezTo>
                          <a:cubicBezTo>
                            <a:pt x="21343" y="28899"/>
                            <a:pt x="21770" y="27122"/>
                            <a:pt x="21995" y="25143"/>
                          </a:cubicBezTo>
                          <a:cubicBezTo>
                            <a:pt x="22220" y="23164"/>
                            <a:pt x="22309" y="21230"/>
                            <a:pt x="22309" y="19319"/>
                          </a:cubicBezTo>
                          <a:close/>
                        </a:path>
                      </a:pathLst>
                    </a:custGeom>
                    <a:solidFill>
                      <a:srgbClr val="231F20"/>
                    </a:solidFill>
                    <a:ln w="2249" cap="flat">
                      <a:noFill/>
                      <a:prstDash val="solid"/>
                      <a:miter/>
                    </a:ln>
                  </p:spPr>
                  <p:txBody>
                    <a:bodyPr rtlCol="0" anchor="ctr"/>
                    <a:lstStyle/>
                    <a:p>
                      <a:endParaRPr lang="en-US"/>
                    </a:p>
                  </p:txBody>
                </p:sp>
                <p:sp>
                  <p:nvSpPr>
                    <p:cNvPr id="1171" name="Freeform 1170">
                      <a:extLst>
                        <a:ext uri="{FF2B5EF4-FFF2-40B4-BE49-F238E27FC236}">
                          <a16:creationId xmlns:a16="http://schemas.microsoft.com/office/drawing/2014/main" id="{0D02CA15-CCF1-E5A5-0A2E-6445A300FA22}"/>
                        </a:ext>
                      </a:extLst>
                    </p:cNvPr>
                    <p:cNvSpPr/>
                    <p:nvPr/>
                  </p:nvSpPr>
                  <p:spPr>
                    <a:xfrm>
                      <a:off x="4734257" y="3008310"/>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231F20"/>
                    </a:solidFill>
                    <a:ln w="2249" cap="flat">
                      <a:noFill/>
                      <a:prstDash val="solid"/>
                      <a:miter/>
                    </a:ln>
                  </p:spPr>
                  <p:txBody>
                    <a:bodyPr rtlCol="0" anchor="ctr"/>
                    <a:lstStyle/>
                    <a:p>
                      <a:endParaRPr lang="en-US"/>
                    </a:p>
                  </p:txBody>
                </p:sp>
                <p:sp>
                  <p:nvSpPr>
                    <p:cNvPr id="1172" name="Freeform 1171">
                      <a:extLst>
                        <a:ext uri="{FF2B5EF4-FFF2-40B4-BE49-F238E27FC236}">
                          <a16:creationId xmlns:a16="http://schemas.microsoft.com/office/drawing/2014/main" id="{B715D767-BAEB-6127-4511-9C1B6A05E085}"/>
                        </a:ext>
                      </a:extLst>
                    </p:cNvPr>
                    <p:cNvSpPr/>
                    <p:nvPr/>
                  </p:nvSpPr>
                  <p:spPr>
                    <a:xfrm>
                      <a:off x="4745659" y="2975362"/>
                      <a:ext cx="25413" cy="38389"/>
                    </a:xfrm>
                    <a:custGeom>
                      <a:avLst/>
                      <a:gdLst>
                        <a:gd name="connsiteX0" fmla="*/ 3441 w 25413"/>
                        <a:gd name="connsiteY0" fmla="*/ 27820 h 38389"/>
                        <a:gd name="connsiteX1" fmla="*/ 6545 w 25413"/>
                        <a:gd name="connsiteY1" fmla="*/ 33622 h 38389"/>
                        <a:gd name="connsiteX2" fmla="*/ 12842 w 25413"/>
                        <a:gd name="connsiteY2" fmla="*/ 35534 h 38389"/>
                        <a:gd name="connsiteX3" fmla="*/ 16642 w 25413"/>
                        <a:gd name="connsiteY3" fmla="*/ 34769 h 38389"/>
                        <a:gd name="connsiteX4" fmla="*/ 19521 w 25413"/>
                        <a:gd name="connsiteY4" fmla="*/ 32700 h 38389"/>
                        <a:gd name="connsiteX5" fmla="*/ 21320 w 25413"/>
                        <a:gd name="connsiteY5" fmla="*/ 29619 h 38389"/>
                        <a:gd name="connsiteX6" fmla="*/ 21950 w 25413"/>
                        <a:gd name="connsiteY6" fmla="*/ 25818 h 38389"/>
                        <a:gd name="connsiteX7" fmla="*/ 21275 w 25413"/>
                        <a:gd name="connsiteY7" fmla="*/ 21927 h 38389"/>
                        <a:gd name="connsiteX8" fmla="*/ 19386 w 25413"/>
                        <a:gd name="connsiteY8" fmla="*/ 18846 h 38389"/>
                        <a:gd name="connsiteX9" fmla="*/ 16418 w 25413"/>
                        <a:gd name="connsiteY9" fmla="*/ 16845 h 38389"/>
                        <a:gd name="connsiteX10" fmla="*/ 12504 w 25413"/>
                        <a:gd name="connsiteY10" fmla="*/ 16148 h 38389"/>
                        <a:gd name="connsiteX11" fmla="*/ 7871 w 25413"/>
                        <a:gd name="connsiteY11" fmla="*/ 17092 h 38389"/>
                        <a:gd name="connsiteX12" fmla="*/ 4251 w 25413"/>
                        <a:gd name="connsiteY12" fmla="*/ 20083 h 38389"/>
                        <a:gd name="connsiteX13" fmla="*/ 1394 w 25413"/>
                        <a:gd name="connsiteY13" fmla="*/ 19701 h 38389"/>
                        <a:gd name="connsiteX14" fmla="*/ 4475 w 25413"/>
                        <a:gd name="connsiteY14" fmla="*/ 0 h 38389"/>
                        <a:gd name="connsiteX15" fmla="*/ 23367 w 25413"/>
                        <a:gd name="connsiteY15" fmla="*/ 0 h 38389"/>
                        <a:gd name="connsiteX16" fmla="*/ 23367 w 25413"/>
                        <a:gd name="connsiteY16" fmla="*/ 2924 h 38389"/>
                        <a:gd name="connsiteX17" fmla="*/ 7399 w 25413"/>
                        <a:gd name="connsiteY17" fmla="*/ 2924 h 38389"/>
                        <a:gd name="connsiteX18" fmla="*/ 5015 w 25413"/>
                        <a:gd name="connsiteY18" fmla="*/ 15720 h 38389"/>
                        <a:gd name="connsiteX19" fmla="*/ 7084 w 25413"/>
                        <a:gd name="connsiteY19" fmla="*/ 14528 h 38389"/>
                        <a:gd name="connsiteX20" fmla="*/ 8996 w 25413"/>
                        <a:gd name="connsiteY20" fmla="*/ 13741 h 38389"/>
                        <a:gd name="connsiteX21" fmla="*/ 11020 w 25413"/>
                        <a:gd name="connsiteY21" fmla="*/ 13336 h 38389"/>
                        <a:gd name="connsiteX22" fmla="*/ 13359 w 25413"/>
                        <a:gd name="connsiteY22" fmla="*/ 13224 h 38389"/>
                        <a:gd name="connsiteX23" fmla="*/ 18172 w 25413"/>
                        <a:gd name="connsiteY23" fmla="*/ 14078 h 38389"/>
                        <a:gd name="connsiteX24" fmla="*/ 21995 w 25413"/>
                        <a:gd name="connsiteY24" fmla="*/ 16552 h 38389"/>
                        <a:gd name="connsiteX25" fmla="*/ 24514 w 25413"/>
                        <a:gd name="connsiteY25" fmla="*/ 20511 h 38389"/>
                        <a:gd name="connsiteX26" fmla="*/ 25413 w 25413"/>
                        <a:gd name="connsiteY26" fmla="*/ 25773 h 38389"/>
                        <a:gd name="connsiteX27" fmla="*/ 24424 w 25413"/>
                        <a:gd name="connsiteY27" fmla="*/ 31148 h 38389"/>
                        <a:gd name="connsiteX28" fmla="*/ 21748 w 25413"/>
                        <a:gd name="connsiteY28" fmla="*/ 35106 h 38389"/>
                        <a:gd name="connsiteX29" fmla="*/ 17879 w 25413"/>
                        <a:gd name="connsiteY29" fmla="*/ 37558 h 38389"/>
                        <a:gd name="connsiteX30" fmla="*/ 13381 w 25413"/>
                        <a:gd name="connsiteY30" fmla="*/ 38390 h 38389"/>
                        <a:gd name="connsiteX31" fmla="*/ 8344 w 25413"/>
                        <a:gd name="connsiteY31" fmla="*/ 37850 h 38389"/>
                        <a:gd name="connsiteX32" fmla="*/ 4206 w 25413"/>
                        <a:gd name="connsiteY32" fmla="*/ 36051 h 38389"/>
                        <a:gd name="connsiteX33" fmla="*/ 1327 w 25413"/>
                        <a:gd name="connsiteY33" fmla="*/ 32767 h 38389"/>
                        <a:gd name="connsiteX34" fmla="*/ 0 w 25413"/>
                        <a:gd name="connsiteY34" fmla="*/ 27775 h 38389"/>
                        <a:gd name="connsiteX35" fmla="*/ 3463 w 25413"/>
                        <a:gd name="connsiteY35" fmla="*/ 27775 h 38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413" h="38389">
                          <a:moveTo>
                            <a:pt x="3441" y="27820"/>
                          </a:moveTo>
                          <a:cubicBezTo>
                            <a:pt x="3801" y="30406"/>
                            <a:pt x="4835" y="32340"/>
                            <a:pt x="6545" y="33622"/>
                          </a:cubicBezTo>
                          <a:cubicBezTo>
                            <a:pt x="8254" y="34904"/>
                            <a:pt x="10345" y="35534"/>
                            <a:pt x="12842" y="35534"/>
                          </a:cubicBezTo>
                          <a:cubicBezTo>
                            <a:pt x="14236" y="35534"/>
                            <a:pt x="15518" y="35286"/>
                            <a:pt x="16642" y="34769"/>
                          </a:cubicBezTo>
                          <a:cubicBezTo>
                            <a:pt x="17767" y="34252"/>
                            <a:pt x="18734" y="33577"/>
                            <a:pt x="19521" y="32700"/>
                          </a:cubicBezTo>
                          <a:cubicBezTo>
                            <a:pt x="20308" y="31823"/>
                            <a:pt x="20915" y="30788"/>
                            <a:pt x="21320" y="29619"/>
                          </a:cubicBezTo>
                          <a:cubicBezTo>
                            <a:pt x="21725" y="28449"/>
                            <a:pt x="21950" y="27190"/>
                            <a:pt x="21950" y="25818"/>
                          </a:cubicBezTo>
                          <a:cubicBezTo>
                            <a:pt x="21950" y="24446"/>
                            <a:pt x="21725" y="23119"/>
                            <a:pt x="21275" y="21927"/>
                          </a:cubicBezTo>
                          <a:cubicBezTo>
                            <a:pt x="20825" y="20735"/>
                            <a:pt x="20196" y="19723"/>
                            <a:pt x="19386" y="18846"/>
                          </a:cubicBezTo>
                          <a:cubicBezTo>
                            <a:pt x="18576" y="17992"/>
                            <a:pt x="17587" y="17317"/>
                            <a:pt x="16418" y="16845"/>
                          </a:cubicBezTo>
                          <a:cubicBezTo>
                            <a:pt x="15248" y="16372"/>
                            <a:pt x="13944" y="16148"/>
                            <a:pt x="12504" y="16148"/>
                          </a:cubicBezTo>
                          <a:cubicBezTo>
                            <a:pt x="10773" y="16148"/>
                            <a:pt x="9221" y="16462"/>
                            <a:pt x="7871" y="17092"/>
                          </a:cubicBezTo>
                          <a:cubicBezTo>
                            <a:pt x="6500" y="17722"/>
                            <a:pt x="5308" y="18711"/>
                            <a:pt x="4251" y="20083"/>
                          </a:cubicBezTo>
                          <a:lnTo>
                            <a:pt x="1394" y="19701"/>
                          </a:lnTo>
                          <a:lnTo>
                            <a:pt x="4475" y="0"/>
                          </a:lnTo>
                          <a:lnTo>
                            <a:pt x="23367" y="0"/>
                          </a:lnTo>
                          <a:lnTo>
                            <a:pt x="23367" y="2924"/>
                          </a:lnTo>
                          <a:lnTo>
                            <a:pt x="7399" y="2924"/>
                          </a:lnTo>
                          <a:lnTo>
                            <a:pt x="5015" y="15720"/>
                          </a:lnTo>
                          <a:cubicBezTo>
                            <a:pt x="5780" y="15248"/>
                            <a:pt x="6454" y="14866"/>
                            <a:pt x="7084" y="14528"/>
                          </a:cubicBezTo>
                          <a:cubicBezTo>
                            <a:pt x="7714" y="14213"/>
                            <a:pt x="8344" y="13944"/>
                            <a:pt x="8996" y="13741"/>
                          </a:cubicBezTo>
                          <a:cubicBezTo>
                            <a:pt x="9648" y="13539"/>
                            <a:pt x="10323" y="13404"/>
                            <a:pt x="11020" y="13336"/>
                          </a:cubicBezTo>
                          <a:cubicBezTo>
                            <a:pt x="11717" y="13269"/>
                            <a:pt x="12504" y="13224"/>
                            <a:pt x="13359" y="13224"/>
                          </a:cubicBezTo>
                          <a:cubicBezTo>
                            <a:pt x="15091" y="13224"/>
                            <a:pt x="16687" y="13516"/>
                            <a:pt x="18172" y="14078"/>
                          </a:cubicBezTo>
                          <a:cubicBezTo>
                            <a:pt x="19656" y="14663"/>
                            <a:pt x="20915" y="15473"/>
                            <a:pt x="21995" y="16552"/>
                          </a:cubicBezTo>
                          <a:cubicBezTo>
                            <a:pt x="23074" y="17632"/>
                            <a:pt x="23906" y="18959"/>
                            <a:pt x="24514" y="20511"/>
                          </a:cubicBezTo>
                          <a:cubicBezTo>
                            <a:pt x="25098" y="22085"/>
                            <a:pt x="25413" y="23839"/>
                            <a:pt x="25413" y="25773"/>
                          </a:cubicBezTo>
                          <a:cubicBezTo>
                            <a:pt x="25413" y="27707"/>
                            <a:pt x="25076" y="29574"/>
                            <a:pt x="24424" y="31148"/>
                          </a:cubicBezTo>
                          <a:cubicBezTo>
                            <a:pt x="23749" y="32722"/>
                            <a:pt x="22872" y="34027"/>
                            <a:pt x="21748" y="35106"/>
                          </a:cubicBezTo>
                          <a:cubicBezTo>
                            <a:pt x="20623" y="36186"/>
                            <a:pt x="19341" y="36995"/>
                            <a:pt x="17879" y="37558"/>
                          </a:cubicBezTo>
                          <a:cubicBezTo>
                            <a:pt x="16418" y="38120"/>
                            <a:pt x="14911" y="38390"/>
                            <a:pt x="13381" y="38390"/>
                          </a:cubicBezTo>
                          <a:cubicBezTo>
                            <a:pt x="11582" y="38390"/>
                            <a:pt x="9895" y="38210"/>
                            <a:pt x="8344" y="37850"/>
                          </a:cubicBezTo>
                          <a:cubicBezTo>
                            <a:pt x="6769" y="37490"/>
                            <a:pt x="5398" y="36883"/>
                            <a:pt x="4206" y="36051"/>
                          </a:cubicBezTo>
                          <a:cubicBezTo>
                            <a:pt x="3014" y="35196"/>
                            <a:pt x="2047" y="34117"/>
                            <a:pt x="1327" y="32767"/>
                          </a:cubicBezTo>
                          <a:cubicBezTo>
                            <a:pt x="585" y="31418"/>
                            <a:pt x="158" y="29754"/>
                            <a:pt x="0" y="27775"/>
                          </a:cubicBezTo>
                          <a:lnTo>
                            <a:pt x="3463" y="27775"/>
                          </a:lnTo>
                          <a:close/>
                        </a:path>
                      </a:pathLst>
                    </a:custGeom>
                    <a:solidFill>
                      <a:srgbClr val="231F20"/>
                    </a:solidFill>
                    <a:ln w="2249" cap="flat">
                      <a:noFill/>
                      <a:prstDash val="solid"/>
                      <a:miter/>
                    </a:ln>
                  </p:spPr>
                  <p:txBody>
                    <a:bodyPr rtlCol="0" anchor="ctr"/>
                    <a:lstStyle/>
                    <a:p>
                      <a:endParaRPr lang="en-US"/>
                    </a:p>
                  </p:txBody>
                </p:sp>
              </p:grpSp>
              <p:grpSp>
                <p:nvGrpSpPr>
                  <p:cNvPr id="1111" name="Graphic 4479">
                    <a:extLst>
                      <a:ext uri="{FF2B5EF4-FFF2-40B4-BE49-F238E27FC236}">
                        <a16:creationId xmlns:a16="http://schemas.microsoft.com/office/drawing/2014/main" id="{C3933A13-D3D4-E63C-1072-287547C20224}"/>
                      </a:ext>
                    </a:extLst>
                  </p:cNvPr>
                  <p:cNvGrpSpPr/>
                  <p:nvPr/>
                </p:nvGrpSpPr>
                <p:grpSpPr>
                  <a:xfrm>
                    <a:off x="6555533" y="4945452"/>
                    <a:ext cx="264791" cy="145317"/>
                    <a:chOff x="4700815" y="2651063"/>
                    <a:chExt cx="70729" cy="38816"/>
                  </a:xfrm>
                  <a:solidFill>
                    <a:srgbClr val="231F20"/>
                  </a:solidFill>
                </p:grpSpPr>
                <p:sp>
                  <p:nvSpPr>
                    <p:cNvPr id="1167" name="Freeform 1166">
                      <a:extLst>
                        <a:ext uri="{FF2B5EF4-FFF2-40B4-BE49-F238E27FC236}">
                          <a16:creationId xmlns:a16="http://schemas.microsoft.com/office/drawing/2014/main" id="{9C0594C6-A983-B160-3E40-466FC5CF3561}"/>
                        </a:ext>
                      </a:extLst>
                    </p:cNvPr>
                    <p:cNvSpPr/>
                    <p:nvPr/>
                  </p:nvSpPr>
                  <p:spPr>
                    <a:xfrm>
                      <a:off x="4700815" y="2651063"/>
                      <a:ext cx="25772" cy="38816"/>
                    </a:xfrm>
                    <a:custGeom>
                      <a:avLst/>
                      <a:gdLst>
                        <a:gd name="connsiteX0" fmla="*/ 12932 w 25772"/>
                        <a:gd name="connsiteY0" fmla="*/ 0 h 38816"/>
                        <a:gd name="connsiteX1" fmla="*/ 17789 w 25772"/>
                        <a:gd name="connsiteY1" fmla="*/ 832 h 38816"/>
                        <a:gd name="connsiteX2" fmla="*/ 21275 w 25772"/>
                        <a:gd name="connsiteY2" fmla="*/ 3126 h 38816"/>
                        <a:gd name="connsiteX3" fmla="*/ 23592 w 25772"/>
                        <a:gd name="connsiteY3" fmla="*/ 6522 h 38816"/>
                        <a:gd name="connsiteX4" fmla="*/ 24963 w 25772"/>
                        <a:gd name="connsiteY4" fmla="*/ 10660 h 38816"/>
                        <a:gd name="connsiteX5" fmla="*/ 25616 w 25772"/>
                        <a:gd name="connsiteY5" fmla="*/ 15158 h 38816"/>
                        <a:gd name="connsiteX6" fmla="*/ 25773 w 25772"/>
                        <a:gd name="connsiteY6" fmla="*/ 19701 h 38816"/>
                        <a:gd name="connsiteX7" fmla="*/ 25233 w 25772"/>
                        <a:gd name="connsiteY7" fmla="*/ 26942 h 38816"/>
                        <a:gd name="connsiteX8" fmla="*/ 23254 w 25772"/>
                        <a:gd name="connsiteY8" fmla="*/ 33037 h 38816"/>
                        <a:gd name="connsiteX9" fmla="*/ 19341 w 25772"/>
                        <a:gd name="connsiteY9" fmla="*/ 37243 h 38816"/>
                        <a:gd name="connsiteX10" fmla="*/ 12909 w 25772"/>
                        <a:gd name="connsiteY10" fmla="*/ 38817 h 38816"/>
                        <a:gd name="connsiteX11" fmla="*/ 6454 w 25772"/>
                        <a:gd name="connsiteY11" fmla="*/ 37243 h 38816"/>
                        <a:gd name="connsiteX12" fmla="*/ 2519 w 25772"/>
                        <a:gd name="connsiteY12" fmla="*/ 33015 h 38816"/>
                        <a:gd name="connsiteX13" fmla="*/ 540 w 25772"/>
                        <a:gd name="connsiteY13" fmla="*/ 26808 h 38816"/>
                        <a:gd name="connsiteX14" fmla="*/ 0 w 25772"/>
                        <a:gd name="connsiteY14" fmla="*/ 19341 h 38816"/>
                        <a:gd name="connsiteX15" fmla="*/ 495 w 25772"/>
                        <a:gd name="connsiteY15" fmla="*/ 12279 h 38816"/>
                        <a:gd name="connsiteX16" fmla="*/ 2361 w 25772"/>
                        <a:gd name="connsiteY16" fmla="*/ 6095 h 38816"/>
                        <a:gd name="connsiteX17" fmla="*/ 6274 w 25772"/>
                        <a:gd name="connsiteY17" fmla="*/ 1687 h 38816"/>
                        <a:gd name="connsiteX18" fmla="*/ 12909 w 25772"/>
                        <a:gd name="connsiteY18" fmla="*/ 22 h 38816"/>
                        <a:gd name="connsiteX19" fmla="*/ 22332 w 25772"/>
                        <a:gd name="connsiteY19" fmla="*/ 19319 h 38816"/>
                        <a:gd name="connsiteX20" fmla="*/ 21972 w 25772"/>
                        <a:gd name="connsiteY20" fmla="*/ 13291 h 38816"/>
                        <a:gd name="connsiteX21" fmla="*/ 20600 w 25772"/>
                        <a:gd name="connsiteY21" fmla="*/ 8029 h 38816"/>
                        <a:gd name="connsiteX22" fmla="*/ 17722 w 25772"/>
                        <a:gd name="connsiteY22" fmla="*/ 4296 h 38816"/>
                        <a:gd name="connsiteX23" fmla="*/ 12841 w 25772"/>
                        <a:gd name="connsiteY23" fmla="*/ 2901 h 38816"/>
                        <a:gd name="connsiteX24" fmla="*/ 8164 w 25772"/>
                        <a:gd name="connsiteY24" fmla="*/ 4340 h 38816"/>
                        <a:gd name="connsiteX25" fmla="*/ 5330 w 25772"/>
                        <a:gd name="connsiteY25" fmla="*/ 8141 h 38816"/>
                        <a:gd name="connsiteX26" fmla="*/ 3891 w 25772"/>
                        <a:gd name="connsiteY26" fmla="*/ 13539 h 38816"/>
                        <a:gd name="connsiteX27" fmla="*/ 3486 w 25772"/>
                        <a:gd name="connsiteY27" fmla="*/ 19701 h 38816"/>
                        <a:gd name="connsiteX28" fmla="*/ 3936 w 25772"/>
                        <a:gd name="connsiteY28" fmla="*/ 26358 h 38816"/>
                        <a:gd name="connsiteX29" fmla="*/ 5465 w 25772"/>
                        <a:gd name="connsiteY29" fmla="*/ 31463 h 38816"/>
                        <a:gd name="connsiteX30" fmla="*/ 8344 w 25772"/>
                        <a:gd name="connsiteY30" fmla="*/ 34724 h 38816"/>
                        <a:gd name="connsiteX31" fmla="*/ 12909 w 25772"/>
                        <a:gd name="connsiteY31" fmla="*/ 35893 h 38816"/>
                        <a:gd name="connsiteX32" fmla="*/ 17857 w 25772"/>
                        <a:gd name="connsiteY32" fmla="*/ 34387 h 38816"/>
                        <a:gd name="connsiteX33" fmla="*/ 20690 w 25772"/>
                        <a:gd name="connsiteY33" fmla="*/ 30496 h 38816"/>
                        <a:gd name="connsiteX34" fmla="*/ 21995 w 25772"/>
                        <a:gd name="connsiteY34" fmla="*/ 25143 h 38816"/>
                        <a:gd name="connsiteX35" fmla="*/ 22309 w 25772"/>
                        <a:gd name="connsiteY35" fmla="*/ 19319 h 38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772" h="38816">
                          <a:moveTo>
                            <a:pt x="12932" y="0"/>
                          </a:moveTo>
                          <a:cubicBezTo>
                            <a:pt x="14798" y="0"/>
                            <a:pt x="16417" y="270"/>
                            <a:pt x="17789" y="832"/>
                          </a:cubicBezTo>
                          <a:cubicBezTo>
                            <a:pt x="19161" y="1394"/>
                            <a:pt x="20308" y="2159"/>
                            <a:pt x="21275" y="3126"/>
                          </a:cubicBezTo>
                          <a:cubicBezTo>
                            <a:pt x="22220" y="4093"/>
                            <a:pt x="23007" y="5240"/>
                            <a:pt x="23592" y="6522"/>
                          </a:cubicBezTo>
                          <a:cubicBezTo>
                            <a:pt x="24176" y="7826"/>
                            <a:pt x="24648" y="9198"/>
                            <a:pt x="24963" y="10660"/>
                          </a:cubicBezTo>
                          <a:cubicBezTo>
                            <a:pt x="25278" y="12122"/>
                            <a:pt x="25503" y="13629"/>
                            <a:pt x="25616" y="15158"/>
                          </a:cubicBezTo>
                          <a:cubicBezTo>
                            <a:pt x="25728" y="16687"/>
                            <a:pt x="25773" y="18217"/>
                            <a:pt x="25773" y="19701"/>
                          </a:cubicBezTo>
                          <a:cubicBezTo>
                            <a:pt x="25773" y="22220"/>
                            <a:pt x="25593" y="24626"/>
                            <a:pt x="25233" y="26942"/>
                          </a:cubicBezTo>
                          <a:cubicBezTo>
                            <a:pt x="24873" y="29236"/>
                            <a:pt x="24221" y="31283"/>
                            <a:pt x="23254" y="33037"/>
                          </a:cubicBezTo>
                          <a:cubicBezTo>
                            <a:pt x="22309"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900" y="29169"/>
                            <a:pt x="540" y="26808"/>
                          </a:cubicBezTo>
                          <a:cubicBezTo>
                            <a:pt x="180" y="24446"/>
                            <a:pt x="0" y="21950"/>
                            <a:pt x="0" y="19341"/>
                          </a:cubicBezTo>
                          <a:cubicBezTo>
                            <a:pt x="0" y="16935"/>
                            <a:pt x="157" y="14573"/>
                            <a:pt x="495" y="12279"/>
                          </a:cubicBezTo>
                          <a:cubicBezTo>
                            <a:pt x="810" y="9985"/>
                            <a:pt x="1439" y="7916"/>
                            <a:pt x="2361" y="6095"/>
                          </a:cubicBezTo>
                          <a:cubicBezTo>
                            <a:pt x="3283" y="4273"/>
                            <a:pt x="4588" y="2811"/>
                            <a:pt x="6274" y="1687"/>
                          </a:cubicBezTo>
                          <a:cubicBezTo>
                            <a:pt x="7961" y="562"/>
                            <a:pt x="10188" y="22"/>
                            <a:pt x="12909" y="22"/>
                          </a:cubicBezTo>
                          <a:close/>
                          <a:moveTo>
                            <a:pt x="22332" y="19319"/>
                          </a:moveTo>
                          <a:cubicBezTo>
                            <a:pt x="22332" y="17272"/>
                            <a:pt x="22220" y="15270"/>
                            <a:pt x="21972" y="13291"/>
                          </a:cubicBezTo>
                          <a:cubicBezTo>
                            <a:pt x="21725" y="11312"/>
                            <a:pt x="21275" y="9581"/>
                            <a:pt x="20600" y="8029"/>
                          </a:cubicBezTo>
                          <a:cubicBezTo>
                            <a:pt x="19926" y="6477"/>
                            <a:pt x="18959" y="5240"/>
                            <a:pt x="17722" y="4296"/>
                          </a:cubicBezTo>
                          <a:cubicBezTo>
                            <a:pt x="16485" y="3351"/>
                            <a:pt x="14843" y="2901"/>
                            <a:pt x="12841" y="2901"/>
                          </a:cubicBezTo>
                          <a:cubicBezTo>
                            <a:pt x="10930" y="2901"/>
                            <a:pt x="9378" y="3373"/>
                            <a:pt x="8164" y="4340"/>
                          </a:cubicBezTo>
                          <a:cubicBezTo>
                            <a:pt x="6949" y="5308"/>
                            <a:pt x="6005" y="6567"/>
                            <a:pt x="5330" y="8141"/>
                          </a:cubicBezTo>
                          <a:cubicBezTo>
                            <a:pt x="4655" y="9716"/>
                            <a:pt x="4161" y="11515"/>
                            <a:pt x="3891" y="13539"/>
                          </a:cubicBezTo>
                          <a:cubicBezTo>
                            <a:pt x="3621" y="15563"/>
                            <a:pt x="3486" y="17609"/>
                            <a:pt x="3486" y="19701"/>
                          </a:cubicBezTo>
                          <a:cubicBezTo>
                            <a:pt x="3486" y="22152"/>
                            <a:pt x="3643" y="24379"/>
                            <a:pt x="3936" y="26358"/>
                          </a:cubicBezTo>
                          <a:cubicBezTo>
                            <a:pt x="4251" y="28359"/>
                            <a:pt x="4745" y="30046"/>
                            <a:pt x="5465" y="31463"/>
                          </a:cubicBezTo>
                          <a:cubicBezTo>
                            <a:pt x="6185" y="32857"/>
                            <a:pt x="7152" y="33959"/>
                            <a:pt x="8344" y="34724"/>
                          </a:cubicBezTo>
                          <a:cubicBezTo>
                            <a:pt x="9558" y="35489"/>
                            <a:pt x="11065" y="35893"/>
                            <a:pt x="12909" y="35893"/>
                          </a:cubicBezTo>
                          <a:cubicBezTo>
                            <a:pt x="14956" y="35893"/>
                            <a:pt x="16597" y="35399"/>
                            <a:pt x="17857" y="34387"/>
                          </a:cubicBezTo>
                          <a:cubicBezTo>
                            <a:pt x="19094" y="33375"/>
                            <a:pt x="20038" y="32093"/>
                            <a:pt x="20690" y="30496"/>
                          </a:cubicBezTo>
                          <a:cubicBezTo>
                            <a:pt x="21343" y="28899"/>
                            <a:pt x="21770" y="27122"/>
                            <a:pt x="21995" y="25143"/>
                          </a:cubicBezTo>
                          <a:cubicBezTo>
                            <a:pt x="22220" y="23164"/>
                            <a:pt x="22309" y="21230"/>
                            <a:pt x="22309" y="19319"/>
                          </a:cubicBezTo>
                          <a:close/>
                        </a:path>
                      </a:pathLst>
                    </a:custGeom>
                    <a:solidFill>
                      <a:srgbClr val="231F20"/>
                    </a:solidFill>
                    <a:ln w="2249" cap="flat">
                      <a:noFill/>
                      <a:prstDash val="solid"/>
                      <a:miter/>
                    </a:ln>
                  </p:spPr>
                  <p:txBody>
                    <a:bodyPr rtlCol="0" anchor="ctr"/>
                    <a:lstStyle/>
                    <a:p>
                      <a:endParaRPr lang="en-US"/>
                    </a:p>
                  </p:txBody>
                </p:sp>
                <p:sp>
                  <p:nvSpPr>
                    <p:cNvPr id="1168" name="Freeform 1167">
                      <a:extLst>
                        <a:ext uri="{FF2B5EF4-FFF2-40B4-BE49-F238E27FC236}">
                          <a16:creationId xmlns:a16="http://schemas.microsoft.com/office/drawing/2014/main" id="{207426A0-98BD-0E51-966F-69B3A2FA1D39}"/>
                        </a:ext>
                      </a:extLst>
                    </p:cNvPr>
                    <p:cNvSpPr/>
                    <p:nvPr/>
                  </p:nvSpPr>
                  <p:spPr>
                    <a:xfrm>
                      <a:off x="4734257" y="2684370"/>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231F20"/>
                    </a:solidFill>
                    <a:ln w="2249" cap="flat">
                      <a:noFill/>
                      <a:prstDash val="solid"/>
                      <a:miter/>
                    </a:ln>
                  </p:spPr>
                  <p:txBody>
                    <a:bodyPr rtlCol="0" anchor="ctr"/>
                    <a:lstStyle/>
                    <a:p>
                      <a:endParaRPr lang="en-US"/>
                    </a:p>
                  </p:txBody>
                </p:sp>
                <p:sp>
                  <p:nvSpPr>
                    <p:cNvPr id="1169" name="Freeform 1168">
                      <a:extLst>
                        <a:ext uri="{FF2B5EF4-FFF2-40B4-BE49-F238E27FC236}">
                          <a16:creationId xmlns:a16="http://schemas.microsoft.com/office/drawing/2014/main" id="{A62FB1A8-A278-4993-A785-3F336C262B23}"/>
                        </a:ext>
                      </a:extLst>
                    </p:cNvPr>
                    <p:cNvSpPr/>
                    <p:nvPr/>
                  </p:nvSpPr>
                  <p:spPr>
                    <a:xfrm>
                      <a:off x="4745974" y="2651063"/>
                      <a:ext cx="25570" cy="38794"/>
                    </a:xfrm>
                    <a:custGeom>
                      <a:avLst/>
                      <a:gdLst>
                        <a:gd name="connsiteX0" fmla="*/ 4161 w 25570"/>
                        <a:gd name="connsiteY0" fmla="*/ 29686 h 38794"/>
                        <a:gd name="connsiteX1" fmla="*/ 6567 w 25570"/>
                        <a:gd name="connsiteY1" fmla="*/ 34319 h 38794"/>
                        <a:gd name="connsiteX2" fmla="*/ 11560 w 25570"/>
                        <a:gd name="connsiteY2" fmla="*/ 35893 h 38794"/>
                        <a:gd name="connsiteX3" fmla="*/ 16980 w 25570"/>
                        <a:gd name="connsiteY3" fmla="*/ 34229 h 38794"/>
                        <a:gd name="connsiteX4" fmla="*/ 20106 w 25570"/>
                        <a:gd name="connsiteY4" fmla="*/ 30024 h 38794"/>
                        <a:gd name="connsiteX5" fmla="*/ 21612 w 25570"/>
                        <a:gd name="connsiteY5" fmla="*/ 24536 h 38794"/>
                        <a:gd name="connsiteX6" fmla="*/ 22130 w 25570"/>
                        <a:gd name="connsiteY6" fmla="*/ 19004 h 38794"/>
                        <a:gd name="connsiteX7" fmla="*/ 22017 w 25570"/>
                        <a:gd name="connsiteY7" fmla="*/ 18891 h 38794"/>
                        <a:gd name="connsiteX8" fmla="*/ 17722 w 25570"/>
                        <a:gd name="connsiteY8" fmla="*/ 23322 h 38794"/>
                        <a:gd name="connsiteX9" fmla="*/ 11762 w 25570"/>
                        <a:gd name="connsiteY9" fmla="*/ 24829 h 38794"/>
                        <a:gd name="connsiteX10" fmla="*/ 6904 w 25570"/>
                        <a:gd name="connsiteY10" fmla="*/ 23974 h 38794"/>
                        <a:gd name="connsiteX11" fmla="*/ 3216 w 25570"/>
                        <a:gd name="connsiteY11" fmla="*/ 21500 h 38794"/>
                        <a:gd name="connsiteX12" fmla="*/ 832 w 25570"/>
                        <a:gd name="connsiteY12" fmla="*/ 17609 h 38794"/>
                        <a:gd name="connsiteX13" fmla="*/ 0 w 25570"/>
                        <a:gd name="connsiteY13" fmla="*/ 12594 h 38794"/>
                        <a:gd name="connsiteX14" fmla="*/ 765 w 25570"/>
                        <a:gd name="connsiteY14" fmla="*/ 7601 h 38794"/>
                        <a:gd name="connsiteX15" fmla="*/ 3036 w 25570"/>
                        <a:gd name="connsiteY15" fmla="*/ 3598 h 38794"/>
                        <a:gd name="connsiteX16" fmla="*/ 6837 w 25570"/>
                        <a:gd name="connsiteY16" fmla="*/ 945 h 38794"/>
                        <a:gd name="connsiteX17" fmla="*/ 12257 w 25570"/>
                        <a:gd name="connsiteY17" fmla="*/ 0 h 38794"/>
                        <a:gd name="connsiteX18" fmla="*/ 18644 w 25570"/>
                        <a:gd name="connsiteY18" fmla="*/ 1507 h 38794"/>
                        <a:gd name="connsiteX19" fmla="*/ 22737 w 25570"/>
                        <a:gd name="connsiteY19" fmla="*/ 5600 h 38794"/>
                        <a:gd name="connsiteX20" fmla="*/ 24918 w 25570"/>
                        <a:gd name="connsiteY20" fmla="*/ 11695 h 38794"/>
                        <a:gd name="connsiteX21" fmla="*/ 25571 w 25570"/>
                        <a:gd name="connsiteY21" fmla="*/ 19206 h 38794"/>
                        <a:gd name="connsiteX22" fmla="*/ 24536 w 25570"/>
                        <a:gd name="connsiteY22" fmla="*/ 27707 h 38794"/>
                        <a:gd name="connsiteX23" fmla="*/ 21657 w 25570"/>
                        <a:gd name="connsiteY23" fmla="*/ 33824 h 38794"/>
                        <a:gd name="connsiteX24" fmla="*/ 17250 w 25570"/>
                        <a:gd name="connsiteY24" fmla="*/ 37558 h 38794"/>
                        <a:gd name="connsiteX25" fmla="*/ 11694 w 25570"/>
                        <a:gd name="connsiteY25" fmla="*/ 38795 h 38794"/>
                        <a:gd name="connsiteX26" fmla="*/ 7534 w 25570"/>
                        <a:gd name="connsiteY26" fmla="*/ 38255 h 38794"/>
                        <a:gd name="connsiteX27" fmla="*/ 4138 w 25570"/>
                        <a:gd name="connsiteY27" fmla="*/ 36591 h 38794"/>
                        <a:gd name="connsiteX28" fmla="*/ 1754 w 25570"/>
                        <a:gd name="connsiteY28" fmla="*/ 33734 h 38794"/>
                        <a:gd name="connsiteX29" fmla="*/ 630 w 25570"/>
                        <a:gd name="connsiteY29" fmla="*/ 29686 h 38794"/>
                        <a:gd name="connsiteX30" fmla="*/ 4138 w 25570"/>
                        <a:gd name="connsiteY30" fmla="*/ 29686 h 38794"/>
                        <a:gd name="connsiteX31" fmla="*/ 12257 w 25570"/>
                        <a:gd name="connsiteY31" fmla="*/ 2901 h 38794"/>
                        <a:gd name="connsiteX32" fmla="*/ 5667 w 25570"/>
                        <a:gd name="connsiteY32" fmla="*/ 5600 h 38794"/>
                        <a:gd name="connsiteX33" fmla="*/ 3463 w 25570"/>
                        <a:gd name="connsiteY33" fmla="*/ 12662 h 38794"/>
                        <a:gd name="connsiteX34" fmla="*/ 5757 w 25570"/>
                        <a:gd name="connsiteY34" fmla="*/ 19453 h 38794"/>
                        <a:gd name="connsiteX35" fmla="*/ 12257 w 25570"/>
                        <a:gd name="connsiteY35" fmla="*/ 21882 h 38794"/>
                        <a:gd name="connsiteX36" fmla="*/ 15855 w 25570"/>
                        <a:gd name="connsiteY36" fmla="*/ 21118 h 38794"/>
                        <a:gd name="connsiteX37" fmla="*/ 18554 w 25570"/>
                        <a:gd name="connsiteY37" fmla="*/ 19071 h 38794"/>
                        <a:gd name="connsiteX38" fmla="*/ 20218 w 25570"/>
                        <a:gd name="connsiteY38" fmla="*/ 16080 h 38794"/>
                        <a:gd name="connsiteX39" fmla="*/ 20780 w 25570"/>
                        <a:gd name="connsiteY39" fmla="*/ 12437 h 38794"/>
                        <a:gd name="connsiteX40" fmla="*/ 18509 w 25570"/>
                        <a:gd name="connsiteY40" fmla="*/ 5600 h 38794"/>
                        <a:gd name="connsiteX41" fmla="*/ 12257 w 25570"/>
                        <a:gd name="connsiteY41" fmla="*/ 2879 h 387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25570" h="38794">
                          <a:moveTo>
                            <a:pt x="4161" y="29686"/>
                          </a:moveTo>
                          <a:cubicBezTo>
                            <a:pt x="4565" y="31733"/>
                            <a:pt x="5353" y="33285"/>
                            <a:pt x="6567" y="34319"/>
                          </a:cubicBezTo>
                          <a:cubicBezTo>
                            <a:pt x="7781" y="35354"/>
                            <a:pt x="9446" y="35893"/>
                            <a:pt x="11560" y="35893"/>
                          </a:cubicBezTo>
                          <a:cubicBezTo>
                            <a:pt x="13831" y="35893"/>
                            <a:pt x="15630" y="35331"/>
                            <a:pt x="16980" y="34229"/>
                          </a:cubicBezTo>
                          <a:cubicBezTo>
                            <a:pt x="18329" y="33105"/>
                            <a:pt x="19363" y="31710"/>
                            <a:pt x="20106" y="30024"/>
                          </a:cubicBezTo>
                          <a:cubicBezTo>
                            <a:pt x="20848" y="28337"/>
                            <a:pt x="21343" y="26515"/>
                            <a:pt x="21612" y="24536"/>
                          </a:cubicBezTo>
                          <a:cubicBezTo>
                            <a:pt x="21882" y="22580"/>
                            <a:pt x="22062" y="20735"/>
                            <a:pt x="22130" y="19004"/>
                          </a:cubicBezTo>
                          <a:lnTo>
                            <a:pt x="22017" y="18891"/>
                          </a:lnTo>
                          <a:cubicBezTo>
                            <a:pt x="20870" y="20825"/>
                            <a:pt x="19431" y="22310"/>
                            <a:pt x="17722" y="23322"/>
                          </a:cubicBezTo>
                          <a:cubicBezTo>
                            <a:pt x="16013" y="24334"/>
                            <a:pt x="14033" y="24829"/>
                            <a:pt x="11762" y="24829"/>
                          </a:cubicBezTo>
                          <a:cubicBezTo>
                            <a:pt x="9963" y="24829"/>
                            <a:pt x="8344" y="24536"/>
                            <a:pt x="6904" y="23974"/>
                          </a:cubicBezTo>
                          <a:cubicBezTo>
                            <a:pt x="5465" y="23389"/>
                            <a:pt x="4228" y="22580"/>
                            <a:pt x="3216" y="21500"/>
                          </a:cubicBezTo>
                          <a:cubicBezTo>
                            <a:pt x="2204" y="20421"/>
                            <a:pt x="1394" y="19116"/>
                            <a:pt x="832" y="17609"/>
                          </a:cubicBezTo>
                          <a:cubicBezTo>
                            <a:pt x="270" y="16103"/>
                            <a:pt x="0" y="14416"/>
                            <a:pt x="0" y="12594"/>
                          </a:cubicBezTo>
                          <a:cubicBezTo>
                            <a:pt x="0" y="10773"/>
                            <a:pt x="247" y="9131"/>
                            <a:pt x="765" y="7601"/>
                          </a:cubicBezTo>
                          <a:cubicBezTo>
                            <a:pt x="1282" y="6072"/>
                            <a:pt x="2024" y="4745"/>
                            <a:pt x="3036" y="3598"/>
                          </a:cubicBezTo>
                          <a:cubicBezTo>
                            <a:pt x="4048" y="2474"/>
                            <a:pt x="5308" y="1574"/>
                            <a:pt x="6837" y="945"/>
                          </a:cubicBezTo>
                          <a:cubicBezTo>
                            <a:pt x="8366" y="315"/>
                            <a:pt x="10165" y="0"/>
                            <a:pt x="12257" y="0"/>
                          </a:cubicBezTo>
                          <a:cubicBezTo>
                            <a:pt x="14821" y="0"/>
                            <a:pt x="16935" y="495"/>
                            <a:pt x="18644" y="1507"/>
                          </a:cubicBezTo>
                          <a:cubicBezTo>
                            <a:pt x="20353" y="2519"/>
                            <a:pt x="21725" y="3891"/>
                            <a:pt x="22737" y="5600"/>
                          </a:cubicBezTo>
                          <a:cubicBezTo>
                            <a:pt x="23749" y="7309"/>
                            <a:pt x="24491" y="9356"/>
                            <a:pt x="24918" y="11695"/>
                          </a:cubicBezTo>
                          <a:cubicBezTo>
                            <a:pt x="25346" y="14033"/>
                            <a:pt x="25571" y="16530"/>
                            <a:pt x="25571" y="19206"/>
                          </a:cubicBezTo>
                          <a:cubicBezTo>
                            <a:pt x="25571" y="22445"/>
                            <a:pt x="25233" y="25278"/>
                            <a:pt x="24536" y="27707"/>
                          </a:cubicBezTo>
                          <a:cubicBezTo>
                            <a:pt x="23861" y="30136"/>
                            <a:pt x="22895" y="32183"/>
                            <a:pt x="21657" y="33824"/>
                          </a:cubicBezTo>
                          <a:cubicBezTo>
                            <a:pt x="20420" y="35489"/>
                            <a:pt x="18959" y="36725"/>
                            <a:pt x="17250" y="37558"/>
                          </a:cubicBezTo>
                          <a:cubicBezTo>
                            <a:pt x="15563" y="38390"/>
                            <a:pt x="13696" y="38795"/>
                            <a:pt x="11694" y="38795"/>
                          </a:cubicBezTo>
                          <a:cubicBezTo>
                            <a:pt x="10210" y="38795"/>
                            <a:pt x="8839" y="38615"/>
                            <a:pt x="7534" y="38255"/>
                          </a:cubicBezTo>
                          <a:cubicBezTo>
                            <a:pt x="6230" y="37895"/>
                            <a:pt x="5105" y="37333"/>
                            <a:pt x="4138" y="36591"/>
                          </a:cubicBezTo>
                          <a:cubicBezTo>
                            <a:pt x="3171" y="35848"/>
                            <a:pt x="2384" y="34881"/>
                            <a:pt x="1754" y="33734"/>
                          </a:cubicBezTo>
                          <a:cubicBezTo>
                            <a:pt x="1147" y="32587"/>
                            <a:pt x="765" y="31238"/>
                            <a:pt x="630" y="29686"/>
                          </a:cubicBezTo>
                          <a:lnTo>
                            <a:pt x="4138" y="29686"/>
                          </a:lnTo>
                          <a:close/>
                          <a:moveTo>
                            <a:pt x="12257" y="2901"/>
                          </a:moveTo>
                          <a:cubicBezTo>
                            <a:pt x="9333" y="2969"/>
                            <a:pt x="7152" y="3868"/>
                            <a:pt x="5667" y="5600"/>
                          </a:cubicBezTo>
                          <a:cubicBezTo>
                            <a:pt x="4183" y="7332"/>
                            <a:pt x="3463" y="9693"/>
                            <a:pt x="3463" y="12662"/>
                          </a:cubicBezTo>
                          <a:cubicBezTo>
                            <a:pt x="3463" y="15630"/>
                            <a:pt x="4228" y="17834"/>
                            <a:pt x="5757" y="19453"/>
                          </a:cubicBezTo>
                          <a:cubicBezTo>
                            <a:pt x="7287" y="21073"/>
                            <a:pt x="9446" y="21882"/>
                            <a:pt x="12257" y="21882"/>
                          </a:cubicBezTo>
                          <a:cubicBezTo>
                            <a:pt x="13584" y="21882"/>
                            <a:pt x="14776" y="21635"/>
                            <a:pt x="15855" y="21118"/>
                          </a:cubicBezTo>
                          <a:cubicBezTo>
                            <a:pt x="16912" y="20623"/>
                            <a:pt x="17812" y="19926"/>
                            <a:pt x="18554" y="19071"/>
                          </a:cubicBezTo>
                          <a:cubicBezTo>
                            <a:pt x="19296" y="18217"/>
                            <a:pt x="19858" y="17205"/>
                            <a:pt x="20218" y="16080"/>
                          </a:cubicBezTo>
                          <a:cubicBezTo>
                            <a:pt x="20578" y="14956"/>
                            <a:pt x="20780" y="13741"/>
                            <a:pt x="20780" y="12437"/>
                          </a:cubicBezTo>
                          <a:cubicBezTo>
                            <a:pt x="20780" y="9626"/>
                            <a:pt x="20016" y="7354"/>
                            <a:pt x="18509" y="5600"/>
                          </a:cubicBezTo>
                          <a:cubicBezTo>
                            <a:pt x="17002" y="3846"/>
                            <a:pt x="14911" y="2946"/>
                            <a:pt x="12257" y="2879"/>
                          </a:cubicBezTo>
                          <a:close/>
                        </a:path>
                      </a:pathLst>
                    </a:custGeom>
                    <a:solidFill>
                      <a:srgbClr val="231F20"/>
                    </a:solidFill>
                    <a:ln w="2249" cap="flat">
                      <a:noFill/>
                      <a:prstDash val="solid"/>
                      <a:miter/>
                    </a:ln>
                  </p:spPr>
                  <p:txBody>
                    <a:bodyPr rtlCol="0" anchor="ctr"/>
                    <a:lstStyle/>
                    <a:p>
                      <a:endParaRPr lang="en-US"/>
                    </a:p>
                  </p:txBody>
                </p:sp>
              </p:grpSp>
              <p:grpSp>
                <p:nvGrpSpPr>
                  <p:cNvPr id="1112" name="Graphic 4479">
                    <a:extLst>
                      <a:ext uri="{FF2B5EF4-FFF2-40B4-BE49-F238E27FC236}">
                        <a16:creationId xmlns:a16="http://schemas.microsoft.com/office/drawing/2014/main" id="{25FAF2A8-D0E3-D9E5-AADE-1102CF12A9F1}"/>
                      </a:ext>
                    </a:extLst>
                  </p:cNvPr>
                  <p:cNvGrpSpPr/>
                  <p:nvPr/>
                </p:nvGrpSpPr>
                <p:grpSpPr>
                  <a:xfrm>
                    <a:off x="6572031" y="3788780"/>
                    <a:ext cx="247701" cy="145403"/>
                    <a:chOff x="4705222" y="2342101"/>
                    <a:chExt cx="66164" cy="38839"/>
                  </a:xfrm>
                  <a:solidFill>
                    <a:srgbClr val="231F20"/>
                  </a:solidFill>
                </p:grpSpPr>
                <p:sp>
                  <p:nvSpPr>
                    <p:cNvPr id="1164" name="Freeform 1163">
                      <a:extLst>
                        <a:ext uri="{FF2B5EF4-FFF2-40B4-BE49-F238E27FC236}">
                          <a16:creationId xmlns:a16="http://schemas.microsoft.com/office/drawing/2014/main" id="{0477E519-8E03-A966-2AC8-54042B52BD6E}"/>
                        </a:ext>
                      </a:extLst>
                    </p:cNvPr>
                    <p:cNvSpPr/>
                    <p:nvPr/>
                  </p:nvSpPr>
                  <p:spPr>
                    <a:xfrm>
                      <a:off x="4705222" y="2342101"/>
                      <a:ext cx="13268" cy="38052"/>
                    </a:xfrm>
                    <a:custGeom>
                      <a:avLst/>
                      <a:gdLst>
                        <a:gd name="connsiteX0" fmla="*/ 9828 w 13268"/>
                        <a:gd name="connsiteY0" fmla="*/ 9783 h 38052"/>
                        <a:gd name="connsiteX1" fmla="*/ 0 w 13268"/>
                        <a:gd name="connsiteY1" fmla="*/ 9783 h 38052"/>
                        <a:gd name="connsiteX2" fmla="*/ 0 w 13268"/>
                        <a:gd name="connsiteY2" fmla="*/ 7512 h 38052"/>
                        <a:gd name="connsiteX3" fmla="*/ 3913 w 13268"/>
                        <a:gd name="connsiteY3" fmla="*/ 7084 h 38052"/>
                        <a:gd name="connsiteX4" fmla="*/ 6994 w 13268"/>
                        <a:gd name="connsiteY4" fmla="*/ 6050 h 38052"/>
                        <a:gd name="connsiteX5" fmla="*/ 9198 w 13268"/>
                        <a:gd name="connsiteY5" fmla="*/ 3868 h 38052"/>
                        <a:gd name="connsiteX6" fmla="*/ 10525 w 13268"/>
                        <a:gd name="connsiteY6" fmla="*/ 0 h 38052"/>
                        <a:gd name="connsiteX7" fmla="*/ 13269 w 13268"/>
                        <a:gd name="connsiteY7" fmla="*/ 0 h 38052"/>
                        <a:gd name="connsiteX8" fmla="*/ 13269 w 13268"/>
                        <a:gd name="connsiteY8" fmla="*/ 38052 h 38052"/>
                        <a:gd name="connsiteX9" fmla="*/ 9805 w 13268"/>
                        <a:gd name="connsiteY9" fmla="*/ 38052 h 38052"/>
                        <a:gd name="connsiteX10" fmla="*/ 9805 w 13268"/>
                        <a:gd name="connsiteY10" fmla="*/ 9760 h 380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268" h="38052">
                          <a:moveTo>
                            <a:pt x="9828" y="9783"/>
                          </a:moveTo>
                          <a:lnTo>
                            <a:pt x="0" y="9783"/>
                          </a:lnTo>
                          <a:lnTo>
                            <a:pt x="0" y="7512"/>
                          </a:lnTo>
                          <a:cubicBezTo>
                            <a:pt x="1439" y="7399"/>
                            <a:pt x="2744" y="7264"/>
                            <a:pt x="3913" y="7084"/>
                          </a:cubicBezTo>
                          <a:cubicBezTo>
                            <a:pt x="5083" y="6904"/>
                            <a:pt x="6117" y="6567"/>
                            <a:pt x="6994" y="6050"/>
                          </a:cubicBezTo>
                          <a:cubicBezTo>
                            <a:pt x="7871" y="5532"/>
                            <a:pt x="8613" y="4813"/>
                            <a:pt x="9198" y="3868"/>
                          </a:cubicBezTo>
                          <a:cubicBezTo>
                            <a:pt x="9783" y="2924"/>
                            <a:pt x="10233" y="1619"/>
                            <a:pt x="10525" y="0"/>
                          </a:cubicBezTo>
                          <a:lnTo>
                            <a:pt x="13269" y="0"/>
                          </a:lnTo>
                          <a:lnTo>
                            <a:pt x="13269" y="38052"/>
                          </a:lnTo>
                          <a:lnTo>
                            <a:pt x="9805" y="38052"/>
                          </a:lnTo>
                          <a:lnTo>
                            <a:pt x="9805" y="9760"/>
                          </a:lnTo>
                          <a:close/>
                        </a:path>
                      </a:pathLst>
                    </a:custGeom>
                    <a:solidFill>
                      <a:srgbClr val="231F20"/>
                    </a:solidFill>
                    <a:ln w="2249" cap="flat">
                      <a:noFill/>
                      <a:prstDash val="solid"/>
                      <a:miter/>
                    </a:ln>
                  </p:spPr>
                  <p:txBody>
                    <a:bodyPr rtlCol="0" anchor="ctr"/>
                    <a:lstStyle/>
                    <a:p>
                      <a:endParaRPr lang="en-US"/>
                    </a:p>
                  </p:txBody>
                </p:sp>
                <p:sp>
                  <p:nvSpPr>
                    <p:cNvPr id="1165" name="Freeform 1164">
                      <a:extLst>
                        <a:ext uri="{FF2B5EF4-FFF2-40B4-BE49-F238E27FC236}">
                          <a16:creationId xmlns:a16="http://schemas.microsoft.com/office/drawing/2014/main" id="{9A0C721B-190F-E8B4-8D0B-A901D49B3ED3}"/>
                        </a:ext>
                      </a:extLst>
                    </p:cNvPr>
                    <p:cNvSpPr/>
                    <p:nvPr/>
                  </p:nvSpPr>
                  <p:spPr>
                    <a:xfrm>
                      <a:off x="4734257" y="2375430"/>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231F20"/>
                    </a:solidFill>
                    <a:ln w="2249" cap="flat">
                      <a:noFill/>
                      <a:prstDash val="solid"/>
                      <a:miter/>
                    </a:ln>
                  </p:spPr>
                  <p:txBody>
                    <a:bodyPr rtlCol="0" anchor="ctr"/>
                    <a:lstStyle/>
                    <a:p>
                      <a:endParaRPr lang="en-US"/>
                    </a:p>
                  </p:txBody>
                </p:sp>
                <p:sp>
                  <p:nvSpPr>
                    <p:cNvPr id="1166" name="Freeform 1165">
                      <a:extLst>
                        <a:ext uri="{FF2B5EF4-FFF2-40B4-BE49-F238E27FC236}">
                          <a16:creationId xmlns:a16="http://schemas.microsoft.com/office/drawing/2014/main" id="{52143DE1-09DB-E259-D3A7-171AAC1277AF}"/>
                        </a:ext>
                      </a:extLst>
                    </p:cNvPr>
                    <p:cNvSpPr/>
                    <p:nvPr/>
                  </p:nvSpPr>
                  <p:spPr>
                    <a:xfrm>
                      <a:off x="4745569" y="2342101"/>
                      <a:ext cx="25817" cy="38839"/>
                    </a:xfrm>
                    <a:custGeom>
                      <a:avLst/>
                      <a:gdLst>
                        <a:gd name="connsiteX0" fmla="*/ 10120 w 25817"/>
                        <a:gd name="connsiteY0" fmla="*/ 16912 h 38839"/>
                        <a:gd name="connsiteX1" fmla="*/ 14551 w 25817"/>
                        <a:gd name="connsiteY1" fmla="*/ 16620 h 38839"/>
                        <a:gd name="connsiteX2" fmla="*/ 17969 w 25817"/>
                        <a:gd name="connsiteY2" fmla="*/ 15495 h 38839"/>
                        <a:gd name="connsiteX3" fmla="*/ 20218 w 25817"/>
                        <a:gd name="connsiteY3" fmla="*/ 13246 h 38839"/>
                        <a:gd name="connsiteX4" fmla="*/ 21028 w 25817"/>
                        <a:gd name="connsiteY4" fmla="*/ 9626 h 38839"/>
                        <a:gd name="connsiteX5" fmla="*/ 20375 w 25817"/>
                        <a:gd name="connsiteY5" fmla="*/ 6567 h 38839"/>
                        <a:gd name="connsiteX6" fmla="*/ 18621 w 25817"/>
                        <a:gd name="connsiteY6" fmla="*/ 4498 h 38839"/>
                        <a:gd name="connsiteX7" fmla="*/ 16035 w 25817"/>
                        <a:gd name="connsiteY7" fmla="*/ 3306 h 38839"/>
                        <a:gd name="connsiteX8" fmla="*/ 12932 w 25817"/>
                        <a:gd name="connsiteY8" fmla="*/ 2924 h 38839"/>
                        <a:gd name="connsiteX9" fmla="*/ 9603 w 25817"/>
                        <a:gd name="connsiteY9" fmla="*/ 3508 h 38839"/>
                        <a:gd name="connsiteX10" fmla="*/ 7039 w 25817"/>
                        <a:gd name="connsiteY10" fmla="*/ 5218 h 38839"/>
                        <a:gd name="connsiteX11" fmla="*/ 5375 w 25817"/>
                        <a:gd name="connsiteY11" fmla="*/ 7804 h 38839"/>
                        <a:gd name="connsiteX12" fmla="*/ 4790 w 25817"/>
                        <a:gd name="connsiteY12" fmla="*/ 11065 h 38839"/>
                        <a:gd name="connsiteX13" fmla="*/ 1327 w 25817"/>
                        <a:gd name="connsiteY13" fmla="*/ 11065 h 38839"/>
                        <a:gd name="connsiteX14" fmla="*/ 2226 w 25817"/>
                        <a:gd name="connsiteY14" fmla="*/ 6387 h 38839"/>
                        <a:gd name="connsiteX15" fmla="*/ 5015 w 25817"/>
                        <a:gd name="connsiteY15" fmla="*/ 2519 h 38839"/>
                        <a:gd name="connsiteX16" fmla="*/ 9041 w 25817"/>
                        <a:gd name="connsiteY16" fmla="*/ 450 h 38839"/>
                        <a:gd name="connsiteX17" fmla="*/ 13651 w 25817"/>
                        <a:gd name="connsiteY17" fmla="*/ 0 h 38839"/>
                        <a:gd name="connsiteX18" fmla="*/ 17879 w 25817"/>
                        <a:gd name="connsiteY18" fmla="*/ 562 h 38839"/>
                        <a:gd name="connsiteX19" fmla="*/ 21298 w 25817"/>
                        <a:gd name="connsiteY19" fmla="*/ 2294 h 38839"/>
                        <a:gd name="connsiteX20" fmla="*/ 23614 w 25817"/>
                        <a:gd name="connsiteY20" fmla="*/ 5240 h 38839"/>
                        <a:gd name="connsiteX21" fmla="*/ 24468 w 25817"/>
                        <a:gd name="connsiteY21" fmla="*/ 9401 h 38839"/>
                        <a:gd name="connsiteX22" fmla="*/ 23142 w 25817"/>
                        <a:gd name="connsiteY22" fmla="*/ 14528 h 38839"/>
                        <a:gd name="connsiteX23" fmla="*/ 19071 w 25817"/>
                        <a:gd name="connsiteY23" fmla="*/ 17879 h 38839"/>
                        <a:gd name="connsiteX24" fmla="*/ 22445 w 25817"/>
                        <a:gd name="connsiteY24" fmla="*/ 19588 h 38839"/>
                        <a:gd name="connsiteX25" fmla="*/ 24513 w 25817"/>
                        <a:gd name="connsiteY25" fmla="*/ 21905 h 38839"/>
                        <a:gd name="connsiteX26" fmla="*/ 25548 w 25817"/>
                        <a:gd name="connsiteY26" fmla="*/ 24581 h 38839"/>
                        <a:gd name="connsiteX27" fmla="*/ 25818 w 25817"/>
                        <a:gd name="connsiteY27" fmla="*/ 27280 h 38839"/>
                        <a:gd name="connsiteX28" fmla="*/ 25008 w 25817"/>
                        <a:gd name="connsiteY28" fmla="*/ 31710 h 38839"/>
                        <a:gd name="connsiteX29" fmla="*/ 22624 w 25817"/>
                        <a:gd name="connsiteY29" fmla="*/ 35331 h 38839"/>
                        <a:gd name="connsiteX30" fmla="*/ 18756 w 25817"/>
                        <a:gd name="connsiteY30" fmla="*/ 37850 h 38839"/>
                        <a:gd name="connsiteX31" fmla="*/ 13538 w 25817"/>
                        <a:gd name="connsiteY31" fmla="*/ 38840 h 38839"/>
                        <a:gd name="connsiteX32" fmla="*/ 7826 w 25817"/>
                        <a:gd name="connsiteY32" fmla="*/ 38255 h 38839"/>
                        <a:gd name="connsiteX33" fmla="*/ 3778 w 25817"/>
                        <a:gd name="connsiteY33" fmla="*/ 36276 h 38839"/>
                        <a:gd name="connsiteX34" fmla="*/ 1237 w 25817"/>
                        <a:gd name="connsiteY34" fmla="*/ 32655 h 38839"/>
                        <a:gd name="connsiteX35" fmla="*/ 0 w 25817"/>
                        <a:gd name="connsiteY35" fmla="*/ 27077 h 38839"/>
                        <a:gd name="connsiteX36" fmla="*/ 3463 w 25817"/>
                        <a:gd name="connsiteY36" fmla="*/ 27077 h 38839"/>
                        <a:gd name="connsiteX37" fmla="*/ 6072 w 25817"/>
                        <a:gd name="connsiteY37" fmla="*/ 33689 h 38839"/>
                        <a:gd name="connsiteX38" fmla="*/ 12909 w 25817"/>
                        <a:gd name="connsiteY38" fmla="*/ 35938 h 38839"/>
                        <a:gd name="connsiteX39" fmla="*/ 16732 w 25817"/>
                        <a:gd name="connsiteY39" fmla="*/ 35241 h 38839"/>
                        <a:gd name="connsiteX40" fmla="*/ 19791 w 25817"/>
                        <a:gd name="connsiteY40" fmla="*/ 33352 h 38839"/>
                        <a:gd name="connsiteX41" fmla="*/ 21725 w 25817"/>
                        <a:gd name="connsiteY41" fmla="*/ 30608 h 38839"/>
                        <a:gd name="connsiteX42" fmla="*/ 22355 w 25817"/>
                        <a:gd name="connsiteY42" fmla="*/ 27370 h 38839"/>
                        <a:gd name="connsiteX43" fmla="*/ 21275 w 25817"/>
                        <a:gd name="connsiteY43" fmla="*/ 23502 h 38839"/>
                        <a:gd name="connsiteX44" fmla="*/ 18666 w 25817"/>
                        <a:gd name="connsiteY44" fmla="*/ 21073 h 38839"/>
                        <a:gd name="connsiteX45" fmla="*/ 14798 w 25817"/>
                        <a:gd name="connsiteY45" fmla="*/ 19881 h 38839"/>
                        <a:gd name="connsiteX46" fmla="*/ 10098 w 25817"/>
                        <a:gd name="connsiteY46" fmla="*/ 19746 h 38839"/>
                        <a:gd name="connsiteX47" fmla="*/ 10098 w 25817"/>
                        <a:gd name="connsiteY47" fmla="*/ 16935 h 3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25817" h="38839">
                          <a:moveTo>
                            <a:pt x="10120" y="16912"/>
                          </a:moveTo>
                          <a:cubicBezTo>
                            <a:pt x="11739" y="16912"/>
                            <a:pt x="13224" y="16822"/>
                            <a:pt x="14551" y="16620"/>
                          </a:cubicBezTo>
                          <a:cubicBezTo>
                            <a:pt x="15878" y="16417"/>
                            <a:pt x="17024" y="16035"/>
                            <a:pt x="17969" y="15495"/>
                          </a:cubicBezTo>
                          <a:cubicBezTo>
                            <a:pt x="18914" y="14956"/>
                            <a:pt x="19678" y="14191"/>
                            <a:pt x="20218" y="13246"/>
                          </a:cubicBezTo>
                          <a:cubicBezTo>
                            <a:pt x="20758" y="12302"/>
                            <a:pt x="21028" y="11110"/>
                            <a:pt x="21028" y="9626"/>
                          </a:cubicBezTo>
                          <a:cubicBezTo>
                            <a:pt x="21028" y="8434"/>
                            <a:pt x="20803" y="7422"/>
                            <a:pt x="20375" y="6567"/>
                          </a:cubicBezTo>
                          <a:cubicBezTo>
                            <a:pt x="19948" y="5712"/>
                            <a:pt x="19363" y="5038"/>
                            <a:pt x="18621" y="4498"/>
                          </a:cubicBezTo>
                          <a:cubicBezTo>
                            <a:pt x="17879" y="3958"/>
                            <a:pt x="17024" y="3553"/>
                            <a:pt x="16035" y="3306"/>
                          </a:cubicBezTo>
                          <a:cubicBezTo>
                            <a:pt x="15045" y="3059"/>
                            <a:pt x="14011" y="2924"/>
                            <a:pt x="12932" y="2924"/>
                          </a:cubicBezTo>
                          <a:cubicBezTo>
                            <a:pt x="11717" y="2924"/>
                            <a:pt x="10593" y="3126"/>
                            <a:pt x="9603" y="3508"/>
                          </a:cubicBezTo>
                          <a:cubicBezTo>
                            <a:pt x="8613" y="3913"/>
                            <a:pt x="7759" y="4475"/>
                            <a:pt x="7039" y="5218"/>
                          </a:cubicBezTo>
                          <a:cubicBezTo>
                            <a:pt x="6319" y="5960"/>
                            <a:pt x="5757" y="6814"/>
                            <a:pt x="5375" y="7804"/>
                          </a:cubicBezTo>
                          <a:cubicBezTo>
                            <a:pt x="4970" y="8793"/>
                            <a:pt x="4790" y="9873"/>
                            <a:pt x="4790" y="11065"/>
                          </a:cubicBezTo>
                          <a:lnTo>
                            <a:pt x="1327" y="11065"/>
                          </a:lnTo>
                          <a:cubicBezTo>
                            <a:pt x="1327" y="9333"/>
                            <a:pt x="1619" y="7781"/>
                            <a:pt x="2226" y="6387"/>
                          </a:cubicBezTo>
                          <a:cubicBezTo>
                            <a:pt x="2811" y="4993"/>
                            <a:pt x="3756" y="3711"/>
                            <a:pt x="5015" y="2519"/>
                          </a:cubicBezTo>
                          <a:cubicBezTo>
                            <a:pt x="6207" y="1439"/>
                            <a:pt x="7534" y="742"/>
                            <a:pt x="9041" y="450"/>
                          </a:cubicBezTo>
                          <a:cubicBezTo>
                            <a:pt x="10525" y="135"/>
                            <a:pt x="12077" y="0"/>
                            <a:pt x="13651" y="0"/>
                          </a:cubicBezTo>
                          <a:cubicBezTo>
                            <a:pt x="15225" y="0"/>
                            <a:pt x="16575" y="180"/>
                            <a:pt x="17879" y="562"/>
                          </a:cubicBezTo>
                          <a:cubicBezTo>
                            <a:pt x="19183" y="945"/>
                            <a:pt x="20330" y="1507"/>
                            <a:pt x="21298" y="2294"/>
                          </a:cubicBezTo>
                          <a:cubicBezTo>
                            <a:pt x="22264" y="3059"/>
                            <a:pt x="23052" y="4048"/>
                            <a:pt x="23614" y="5240"/>
                          </a:cubicBezTo>
                          <a:cubicBezTo>
                            <a:pt x="24199" y="6432"/>
                            <a:pt x="24468" y="7804"/>
                            <a:pt x="24468" y="9401"/>
                          </a:cubicBezTo>
                          <a:cubicBezTo>
                            <a:pt x="24468" y="11380"/>
                            <a:pt x="24019" y="13089"/>
                            <a:pt x="23142" y="14528"/>
                          </a:cubicBezTo>
                          <a:cubicBezTo>
                            <a:pt x="22264" y="15968"/>
                            <a:pt x="20893" y="17092"/>
                            <a:pt x="19071" y="17879"/>
                          </a:cubicBezTo>
                          <a:cubicBezTo>
                            <a:pt x="20443" y="18307"/>
                            <a:pt x="21567" y="18869"/>
                            <a:pt x="22445" y="19588"/>
                          </a:cubicBezTo>
                          <a:cubicBezTo>
                            <a:pt x="23322" y="20286"/>
                            <a:pt x="24019" y="21073"/>
                            <a:pt x="24513" y="21905"/>
                          </a:cubicBezTo>
                          <a:cubicBezTo>
                            <a:pt x="25008" y="22737"/>
                            <a:pt x="25368" y="23637"/>
                            <a:pt x="25548" y="24581"/>
                          </a:cubicBezTo>
                          <a:cubicBezTo>
                            <a:pt x="25728" y="25526"/>
                            <a:pt x="25818" y="26425"/>
                            <a:pt x="25818" y="27280"/>
                          </a:cubicBezTo>
                          <a:cubicBezTo>
                            <a:pt x="25818" y="28854"/>
                            <a:pt x="25548" y="30338"/>
                            <a:pt x="25008" y="31710"/>
                          </a:cubicBezTo>
                          <a:cubicBezTo>
                            <a:pt x="24468" y="33082"/>
                            <a:pt x="23681" y="34274"/>
                            <a:pt x="22624" y="35331"/>
                          </a:cubicBezTo>
                          <a:cubicBezTo>
                            <a:pt x="21567" y="36388"/>
                            <a:pt x="20285" y="37220"/>
                            <a:pt x="18756" y="37850"/>
                          </a:cubicBezTo>
                          <a:cubicBezTo>
                            <a:pt x="17227" y="38480"/>
                            <a:pt x="15495" y="38817"/>
                            <a:pt x="13538" y="38840"/>
                          </a:cubicBezTo>
                          <a:cubicBezTo>
                            <a:pt x="11335" y="38840"/>
                            <a:pt x="9446" y="38637"/>
                            <a:pt x="7826" y="38255"/>
                          </a:cubicBezTo>
                          <a:cubicBezTo>
                            <a:pt x="6207" y="37850"/>
                            <a:pt x="4858" y="37198"/>
                            <a:pt x="3778" y="36276"/>
                          </a:cubicBezTo>
                          <a:cubicBezTo>
                            <a:pt x="2699" y="35354"/>
                            <a:pt x="1844" y="34162"/>
                            <a:pt x="1237" y="32655"/>
                          </a:cubicBezTo>
                          <a:cubicBezTo>
                            <a:pt x="629" y="31171"/>
                            <a:pt x="202" y="29304"/>
                            <a:pt x="0" y="27077"/>
                          </a:cubicBezTo>
                          <a:lnTo>
                            <a:pt x="3463" y="27077"/>
                          </a:lnTo>
                          <a:cubicBezTo>
                            <a:pt x="3463" y="30001"/>
                            <a:pt x="4340" y="32205"/>
                            <a:pt x="6072" y="33689"/>
                          </a:cubicBezTo>
                          <a:cubicBezTo>
                            <a:pt x="7826" y="35174"/>
                            <a:pt x="10098" y="35938"/>
                            <a:pt x="12909" y="35938"/>
                          </a:cubicBezTo>
                          <a:cubicBezTo>
                            <a:pt x="14281" y="35938"/>
                            <a:pt x="15563" y="35713"/>
                            <a:pt x="16732" y="35241"/>
                          </a:cubicBezTo>
                          <a:cubicBezTo>
                            <a:pt x="17924" y="34769"/>
                            <a:pt x="18936" y="34139"/>
                            <a:pt x="19791" y="33352"/>
                          </a:cubicBezTo>
                          <a:cubicBezTo>
                            <a:pt x="20645" y="32565"/>
                            <a:pt x="21275" y="31643"/>
                            <a:pt x="21725" y="30608"/>
                          </a:cubicBezTo>
                          <a:cubicBezTo>
                            <a:pt x="22175" y="29574"/>
                            <a:pt x="22377" y="28494"/>
                            <a:pt x="22355" y="27370"/>
                          </a:cubicBezTo>
                          <a:cubicBezTo>
                            <a:pt x="22287" y="25818"/>
                            <a:pt x="21927" y="24536"/>
                            <a:pt x="21275" y="23502"/>
                          </a:cubicBezTo>
                          <a:cubicBezTo>
                            <a:pt x="20623" y="22467"/>
                            <a:pt x="19746" y="21657"/>
                            <a:pt x="18666" y="21073"/>
                          </a:cubicBezTo>
                          <a:cubicBezTo>
                            <a:pt x="17564" y="20488"/>
                            <a:pt x="16282" y="20083"/>
                            <a:pt x="14798" y="19881"/>
                          </a:cubicBezTo>
                          <a:cubicBezTo>
                            <a:pt x="13314" y="19678"/>
                            <a:pt x="11762" y="19633"/>
                            <a:pt x="10098" y="19746"/>
                          </a:cubicBezTo>
                          <a:lnTo>
                            <a:pt x="10098" y="16935"/>
                          </a:lnTo>
                          <a:close/>
                        </a:path>
                      </a:pathLst>
                    </a:custGeom>
                    <a:solidFill>
                      <a:srgbClr val="231F20"/>
                    </a:solidFill>
                    <a:ln w="2249" cap="flat">
                      <a:noFill/>
                      <a:prstDash val="solid"/>
                      <a:miter/>
                    </a:ln>
                  </p:spPr>
                  <p:txBody>
                    <a:bodyPr rtlCol="0" anchor="ctr"/>
                    <a:lstStyle/>
                    <a:p>
                      <a:endParaRPr lang="en-US"/>
                    </a:p>
                  </p:txBody>
                </p:sp>
              </p:grpSp>
              <p:grpSp>
                <p:nvGrpSpPr>
                  <p:cNvPr id="1113" name="Graphic 4479">
                    <a:extLst>
                      <a:ext uri="{FF2B5EF4-FFF2-40B4-BE49-F238E27FC236}">
                        <a16:creationId xmlns:a16="http://schemas.microsoft.com/office/drawing/2014/main" id="{D892996F-CD48-0B87-46AA-164E5FF75A67}"/>
                      </a:ext>
                    </a:extLst>
                  </p:cNvPr>
                  <p:cNvGrpSpPr/>
                  <p:nvPr/>
                </p:nvGrpSpPr>
                <p:grpSpPr>
                  <a:xfrm>
                    <a:off x="6267752" y="4821433"/>
                    <a:ext cx="188089" cy="511398"/>
                    <a:chOff x="4623945" y="2617936"/>
                    <a:chExt cx="50241" cy="136601"/>
                  </a:xfrm>
                  <a:solidFill>
                    <a:srgbClr val="231F20"/>
                  </a:solidFill>
                </p:grpSpPr>
                <p:sp>
                  <p:nvSpPr>
                    <p:cNvPr id="1159" name="Freeform 1158">
                      <a:extLst>
                        <a:ext uri="{FF2B5EF4-FFF2-40B4-BE49-F238E27FC236}">
                          <a16:creationId xmlns:a16="http://schemas.microsoft.com/office/drawing/2014/main" id="{916E3854-EAAE-8B65-17E3-DC1B67A6E547}"/>
                        </a:ext>
                      </a:extLst>
                    </p:cNvPr>
                    <p:cNvSpPr/>
                    <p:nvPr/>
                  </p:nvSpPr>
                  <p:spPr>
                    <a:xfrm>
                      <a:off x="4625002" y="2725841"/>
                      <a:ext cx="38862" cy="28696"/>
                    </a:xfrm>
                    <a:custGeom>
                      <a:avLst/>
                      <a:gdLst>
                        <a:gd name="connsiteX0" fmla="*/ 21208 w 38862"/>
                        <a:gd name="connsiteY0" fmla="*/ 25031 h 28696"/>
                        <a:gd name="connsiteX1" fmla="*/ 38862 w 38862"/>
                        <a:gd name="connsiteY1" fmla="*/ 25031 h 28696"/>
                        <a:gd name="connsiteX2" fmla="*/ 38817 w 38862"/>
                        <a:gd name="connsiteY2" fmla="*/ 28697 h 28696"/>
                        <a:gd name="connsiteX3" fmla="*/ 0 w 38862"/>
                        <a:gd name="connsiteY3" fmla="*/ 28697 h 28696"/>
                        <a:gd name="connsiteX4" fmla="*/ 0 w 38862"/>
                        <a:gd name="connsiteY4" fmla="*/ 13471 h 28696"/>
                        <a:gd name="connsiteX5" fmla="*/ 2407 w 38862"/>
                        <a:gd name="connsiteY5" fmla="*/ 3643 h 28696"/>
                        <a:gd name="connsiteX6" fmla="*/ 10210 w 38862"/>
                        <a:gd name="connsiteY6" fmla="*/ 247 h 28696"/>
                        <a:gd name="connsiteX7" fmla="*/ 16035 w 38862"/>
                        <a:gd name="connsiteY7" fmla="*/ 1732 h 28696"/>
                        <a:gd name="connsiteX8" fmla="*/ 19701 w 38862"/>
                        <a:gd name="connsiteY8" fmla="*/ 6567 h 28696"/>
                        <a:gd name="connsiteX9" fmla="*/ 21433 w 38862"/>
                        <a:gd name="connsiteY9" fmla="*/ 3868 h 28696"/>
                        <a:gd name="connsiteX10" fmla="*/ 24019 w 38862"/>
                        <a:gd name="connsiteY10" fmla="*/ 2406 h 28696"/>
                        <a:gd name="connsiteX11" fmla="*/ 27100 w 38862"/>
                        <a:gd name="connsiteY11" fmla="*/ 1777 h 28696"/>
                        <a:gd name="connsiteX12" fmla="*/ 30226 w 38862"/>
                        <a:gd name="connsiteY12" fmla="*/ 1597 h 28696"/>
                        <a:gd name="connsiteX13" fmla="*/ 33892 w 38862"/>
                        <a:gd name="connsiteY13" fmla="*/ 1417 h 28696"/>
                        <a:gd name="connsiteX14" fmla="*/ 36276 w 38862"/>
                        <a:gd name="connsiteY14" fmla="*/ 1102 h 28696"/>
                        <a:gd name="connsiteX15" fmla="*/ 37715 w 38862"/>
                        <a:gd name="connsiteY15" fmla="*/ 652 h 28696"/>
                        <a:gd name="connsiteX16" fmla="*/ 38502 w 38862"/>
                        <a:gd name="connsiteY16" fmla="*/ 0 h 28696"/>
                        <a:gd name="connsiteX17" fmla="*/ 38817 w 38862"/>
                        <a:gd name="connsiteY17" fmla="*/ 0 h 28696"/>
                        <a:gd name="connsiteX18" fmla="*/ 38862 w 38862"/>
                        <a:gd name="connsiteY18" fmla="*/ 4048 h 28696"/>
                        <a:gd name="connsiteX19" fmla="*/ 36163 w 38862"/>
                        <a:gd name="connsiteY19" fmla="*/ 4880 h 28696"/>
                        <a:gd name="connsiteX20" fmla="*/ 32543 w 38862"/>
                        <a:gd name="connsiteY20" fmla="*/ 5263 h 28696"/>
                        <a:gd name="connsiteX21" fmla="*/ 28877 w 38862"/>
                        <a:gd name="connsiteY21" fmla="*/ 5487 h 28696"/>
                        <a:gd name="connsiteX22" fmla="*/ 25953 w 38862"/>
                        <a:gd name="connsiteY22" fmla="*/ 5780 h 28696"/>
                        <a:gd name="connsiteX23" fmla="*/ 23434 w 38862"/>
                        <a:gd name="connsiteY23" fmla="*/ 6837 h 28696"/>
                        <a:gd name="connsiteX24" fmla="*/ 21995 w 38862"/>
                        <a:gd name="connsiteY24" fmla="*/ 8591 h 28696"/>
                        <a:gd name="connsiteX25" fmla="*/ 21343 w 38862"/>
                        <a:gd name="connsiteY25" fmla="*/ 10885 h 28696"/>
                        <a:gd name="connsiteX26" fmla="*/ 21185 w 38862"/>
                        <a:gd name="connsiteY26" fmla="*/ 13494 h 28696"/>
                        <a:gd name="connsiteX27" fmla="*/ 21185 w 38862"/>
                        <a:gd name="connsiteY27" fmla="*/ 25053 h 28696"/>
                        <a:gd name="connsiteX28" fmla="*/ 18059 w 38862"/>
                        <a:gd name="connsiteY28" fmla="*/ 13584 h 28696"/>
                        <a:gd name="connsiteX29" fmla="*/ 17632 w 38862"/>
                        <a:gd name="connsiteY29" fmla="*/ 9783 h 28696"/>
                        <a:gd name="connsiteX30" fmla="*/ 16260 w 38862"/>
                        <a:gd name="connsiteY30" fmla="*/ 6724 h 28696"/>
                        <a:gd name="connsiteX31" fmla="*/ 13854 w 38862"/>
                        <a:gd name="connsiteY31" fmla="*/ 4678 h 28696"/>
                        <a:gd name="connsiteX32" fmla="*/ 10345 w 38862"/>
                        <a:gd name="connsiteY32" fmla="*/ 3913 h 28696"/>
                        <a:gd name="connsiteX33" fmla="*/ 6792 w 38862"/>
                        <a:gd name="connsiteY33" fmla="*/ 4700 h 28696"/>
                        <a:gd name="connsiteX34" fmla="*/ 4588 w 38862"/>
                        <a:gd name="connsiteY34" fmla="*/ 6814 h 28696"/>
                        <a:gd name="connsiteX35" fmla="*/ 3463 w 38862"/>
                        <a:gd name="connsiteY35" fmla="*/ 9828 h 28696"/>
                        <a:gd name="connsiteX36" fmla="*/ 3149 w 38862"/>
                        <a:gd name="connsiteY36" fmla="*/ 13359 h 28696"/>
                        <a:gd name="connsiteX37" fmla="*/ 3149 w 38862"/>
                        <a:gd name="connsiteY37" fmla="*/ 25008 h 28696"/>
                        <a:gd name="connsiteX38" fmla="*/ 18104 w 38862"/>
                        <a:gd name="connsiteY38" fmla="*/ 25008 h 28696"/>
                        <a:gd name="connsiteX39" fmla="*/ 18104 w 38862"/>
                        <a:gd name="connsiteY39" fmla="*/ 13561 h 28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862" h="28696">
                          <a:moveTo>
                            <a:pt x="21208" y="25031"/>
                          </a:moveTo>
                          <a:lnTo>
                            <a:pt x="38862" y="25031"/>
                          </a:lnTo>
                          <a:lnTo>
                            <a:pt x="38817" y="28697"/>
                          </a:lnTo>
                          <a:lnTo>
                            <a:pt x="0" y="28697"/>
                          </a:lnTo>
                          <a:lnTo>
                            <a:pt x="0" y="13471"/>
                          </a:lnTo>
                          <a:cubicBezTo>
                            <a:pt x="0" y="9198"/>
                            <a:pt x="810" y="5915"/>
                            <a:pt x="2407" y="3643"/>
                          </a:cubicBezTo>
                          <a:cubicBezTo>
                            <a:pt x="4003" y="1372"/>
                            <a:pt x="6612" y="247"/>
                            <a:pt x="10210" y="247"/>
                          </a:cubicBezTo>
                          <a:cubicBezTo>
                            <a:pt x="12662" y="247"/>
                            <a:pt x="14596" y="742"/>
                            <a:pt x="16035" y="1732"/>
                          </a:cubicBezTo>
                          <a:cubicBezTo>
                            <a:pt x="17474" y="2721"/>
                            <a:pt x="18689" y="4340"/>
                            <a:pt x="19701" y="6567"/>
                          </a:cubicBezTo>
                          <a:cubicBezTo>
                            <a:pt x="20106" y="5420"/>
                            <a:pt x="20668" y="4520"/>
                            <a:pt x="21433" y="3868"/>
                          </a:cubicBezTo>
                          <a:cubicBezTo>
                            <a:pt x="22197" y="3216"/>
                            <a:pt x="23052" y="2744"/>
                            <a:pt x="24019" y="2406"/>
                          </a:cubicBezTo>
                          <a:cubicBezTo>
                            <a:pt x="24986" y="2069"/>
                            <a:pt x="26021" y="1867"/>
                            <a:pt x="27100" y="1777"/>
                          </a:cubicBezTo>
                          <a:cubicBezTo>
                            <a:pt x="28180" y="1687"/>
                            <a:pt x="29214" y="1619"/>
                            <a:pt x="30226" y="1597"/>
                          </a:cubicBezTo>
                          <a:cubicBezTo>
                            <a:pt x="31711" y="1552"/>
                            <a:pt x="32925" y="1507"/>
                            <a:pt x="33892" y="1417"/>
                          </a:cubicBezTo>
                          <a:cubicBezTo>
                            <a:pt x="34859" y="1327"/>
                            <a:pt x="35646" y="1214"/>
                            <a:pt x="36276" y="1102"/>
                          </a:cubicBezTo>
                          <a:cubicBezTo>
                            <a:pt x="36905" y="990"/>
                            <a:pt x="37355" y="832"/>
                            <a:pt x="37715" y="652"/>
                          </a:cubicBezTo>
                          <a:cubicBezTo>
                            <a:pt x="38052" y="472"/>
                            <a:pt x="38322" y="247"/>
                            <a:pt x="38502" y="0"/>
                          </a:cubicBezTo>
                          <a:lnTo>
                            <a:pt x="38817" y="0"/>
                          </a:lnTo>
                          <a:lnTo>
                            <a:pt x="38862" y="4048"/>
                          </a:lnTo>
                          <a:cubicBezTo>
                            <a:pt x="38210" y="4453"/>
                            <a:pt x="37310" y="4723"/>
                            <a:pt x="36163" y="4880"/>
                          </a:cubicBezTo>
                          <a:cubicBezTo>
                            <a:pt x="35016" y="5038"/>
                            <a:pt x="33802" y="5173"/>
                            <a:pt x="32543" y="5263"/>
                          </a:cubicBezTo>
                          <a:cubicBezTo>
                            <a:pt x="31283" y="5353"/>
                            <a:pt x="30069" y="5420"/>
                            <a:pt x="28877" y="5487"/>
                          </a:cubicBezTo>
                          <a:cubicBezTo>
                            <a:pt x="27685" y="5555"/>
                            <a:pt x="26718" y="5645"/>
                            <a:pt x="25953" y="5780"/>
                          </a:cubicBezTo>
                          <a:cubicBezTo>
                            <a:pt x="24919" y="6005"/>
                            <a:pt x="24064" y="6342"/>
                            <a:pt x="23434" y="6837"/>
                          </a:cubicBezTo>
                          <a:cubicBezTo>
                            <a:pt x="22804" y="7332"/>
                            <a:pt x="22332" y="7916"/>
                            <a:pt x="21995" y="8591"/>
                          </a:cubicBezTo>
                          <a:cubicBezTo>
                            <a:pt x="21680" y="9266"/>
                            <a:pt x="21455" y="10030"/>
                            <a:pt x="21343" y="10885"/>
                          </a:cubicBezTo>
                          <a:cubicBezTo>
                            <a:pt x="21230" y="11740"/>
                            <a:pt x="21185" y="12594"/>
                            <a:pt x="21185" y="13494"/>
                          </a:cubicBezTo>
                          <a:lnTo>
                            <a:pt x="21185" y="25053"/>
                          </a:lnTo>
                          <a:close/>
                          <a:moveTo>
                            <a:pt x="18059" y="13584"/>
                          </a:moveTo>
                          <a:cubicBezTo>
                            <a:pt x="18059" y="12212"/>
                            <a:pt x="17924" y="10952"/>
                            <a:pt x="17632" y="9783"/>
                          </a:cubicBezTo>
                          <a:cubicBezTo>
                            <a:pt x="17340" y="8613"/>
                            <a:pt x="16890" y="7601"/>
                            <a:pt x="16260" y="6724"/>
                          </a:cubicBezTo>
                          <a:cubicBezTo>
                            <a:pt x="15630" y="5870"/>
                            <a:pt x="14821" y="5173"/>
                            <a:pt x="13854" y="4678"/>
                          </a:cubicBezTo>
                          <a:cubicBezTo>
                            <a:pt x="12887" y="4183"/>
                            <a:pt x="11717" y="3913"/>
                            <a:pt x="10345" y="3913"/>
                          </a:cubicBezTo>
                          <a:cubicBezTo>
                            <a:pt x="8906" y="3913"/>
                            <a:pt x="7714" y="4183"/>
                            <a:pt x="6792" y="4700"/>
                          </a:cubicBezTo>
                          <a:cubicBezTo>
                            <a:pt x="5870" y="5218"/>
                            <a:pt x="5128" y="5915"/>
                            <a:pt x="4588" y="6814"/>
                          </a:cubicBezTo>
                          <a:cubicBezTo>
                            <a:pt x="4048" y="7691"/>
                            <a:pt x="3666" y="8703"/>
                            <a:pt x="3463" y="9828"/>
                          </a:cubicBezTo>
                          <a:cubicBezTo>
                            <a:pt x="3239" y="10952"/>
                            <a:pt x="3149" y="12144"/>
                            <a:pt x="3149" y="13359"/>
                          </a:cubicBezTo>
                          <a:lnTo>
                            <a:pt x="3149" y="25008"/>
                          </a:lnTo>
                          <a:lnTo>
                            <a:pt x="18104" y="25008"/>
                          </a:lnTo>
                          <a:lnTo>
                            <a:pt x="18104" y="13561"/>
                          </a:lnTo>
                          <a:close/>
                        </a:path>
                      </a:pathLst>
                    </a:custGeom>
                    <a:solidFill>
                      <a:srgbClr val="231F20"/>
                    </a:solidFill>
                    <a:ln w="2249" cap="flat">
                      <a:noFill/>
                      <a:prstDash val="solid"/>
                      <a:miter/>
                    </a:ln>
                  </p:spPr>
                  <p:txBody>
                    <a:bodyPr rtlCol="0" anchor="ctr"/>
                    <a:lstStyle/>
                    <a:p>
                      <a:endParaRPr lang="en-US"/>
                    </a:p>
                  </p:txBody>
                </p:sp>
                <p:sp>
                  <p:nvSpPr>
                    <p:cNvPr id="1160" name="Freeform 1159">
                      <a:extLst>
                        <a:ext uri="{FF2B5EF4-FFF2-40B4-BE49-F238E27FC236}">
                          <a16:creationId xmlns:a16="http://schemas.microsoft.com/office/drawing/2014/main" id="{FDD01586-FCEF-077D-7633-D9D1FEB2DB76}"/>
                        </a:ext>
                      </a:extLst>
                    </p:cNvPr>
                    <p:cNvSpPr/>
                    <p:nvPr/>
                  </p:nvSpPr>
                  <p:spPr>
                    <a:xfrm>
                      <a:off x="4625002" y="2693703"/>
                      <a:ext cx="38862" cy="28291"/>
                    </a:xfrm>
                    <a:custGeom>
                      <a:avLst/>
                      <a:gdLst>
                        <a:gd name="connsiteX0" fmla="*/ 0 w 38862"/>
                        <a:gd name="connsiteY0" fmla="*/ 28292 h 28291"/>
                        <a:gd name="connsiteX1" fmla="*/ 0 w 38862"/>
                        <a:gd name="connsiteY1" fmla="*/ 0 h 28291"/>
                        <a:gd name="connsiteX2" fmla="*/ 3126 w 38862"/>
                        <a:gd name="connsiteY2" fmla="*/ 0 h 28291"/>
                        <a:gd name="connsiteX3" fmla="*/ 3126 w 38862"/>
                        <a:gd name="connsiteY3" fmla="*/ 12302 h 28291"/>
                        <a:gd name="connsiteX4" fmla="*/ 38862 w 38862"/>
                        <a:gd name="connsiteY4" fmla="*/ 12302 h 28291"/>
                        <a:gd name="connsiteX5" fmla="*/ 38862 w 38862"/>
                        <a:gd name="connsiteY5" fmla="*/ 15968 h 28291"/>
                        <a:gd name="connsiteX6" fmla="*/ 3126 w 38862"/>
                        <a:gd name="connsiteY6" fmla="*/ 15968 h 28291"/>
                        <a:gd name="connsiteX7" fmla="*/ 3126 w 38862"/>
                        <a:gd name="connsiteY7" fmla="*/ 28269 h 28291"/>
                        <a:gd name="connsiteX8" fmla="*/ 0 w 38862"/>
                        <a:gd name="connsiteY8" fmla="*/ 28269 h 28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862" h="28291">
                          <a:moveTo>
                            <a:pt x="0" y="28292"/>
                          </a:moveTo>
                          <a:lnTo>
                            <a:pt x="0" y="0"/>
                          </a:lnTo>
                          <a:lnTo>
                            <a:pt x="3126" y="0"/>
                          </a:lnTo>
                          <a:lnTo>
                            <a:pt x="3126" y="12302"/>
                          </a:lnTo>
                          <a:lnTo>
                            <a:pt x="38862" y="12302"/>
                          </a:lnTo>
                          <a:lnTo>
                            <a:pt x="38862" y="15968"/>
                          </a:lnTo>
                          <a:lnTo>
                            <a:pt x="3126" y="15968"/>
                          </a:lnTo>
                          <a:lnTo>
                            <a:pt x="3126" y="28269"/>
                          </a:lnTo>
                          <a:lnTo>
                            <a:pt x="0" y="28269"/>
                          </a:lnTo>
                          <a:close/>
                        </a:path>
                      </a:pathLst>
                    </a:custGeom>
                    <a:solidFill>
                      <a:srgbClr val="231F20"/>
                    </a:solidFill>
                    <a:ln w="2249" cap="flat">
                      <a:noFill/>
                      <a:prstDash val="solid"/>
                      <a:miter/>
                    </a:ln>
                  </p:spPr>
                  <p:txBody>
                    <a:bodyPr rtlCol="0" anchor="ctr"/>
                    <a:lstStyle/>
                    <a:p>
                      <a:endParaRPr lang="en-US"/>
                    </a:p>
                  </p:txBody>
                </p:sp>
                <p:sp>
                  <p:nvSpPr>
                    <p:cNvPr id="1161" name="Freeform 1160">
                      <a:extLst>
                        <a:ext uri="{FF2B5EF4-FFF2-40B4-BE49-F238E27FC236}">
                          <a16:creationId xmlns:a16="http://schemas.microsoft.com/office/drawing/2014/main" id="{BFAE64D9-D2E9-FEB9-D27E-C889CDF69EF8}"/>
                        </a:ext>
                      </a:extLst>
                    </p:cNvPr>
                    <p:cNvSpPr/>
                    <p:nvPr/>
                  </p:nvSpPr>
                  <p:spPr>
                    <a:xfrm>
                      <a:off x="4623945" y="2662937"/>
                      <a:ext cx="50219" cy="11919"/>
                    </a:xfrm>
                    <a:custGeom>
                      <a:avLst/>
                      <a:gdLst>
                        <a:gd name="connsiteX0" fmla="*/ 23 w 50219"/>
                        <a:gd name="connsiteY0" fmla="*/ 0 h 11919"/>
                        <a:gd name="connsiteX1" fmla="*/ 12032 w 50219"/>
                        <a:gd name="connsiteY1" fmla="*/ 6072 h 11919"/>
                        <a:gd name="connsiteX2" fmla="*/ 25278 w 50219"/>
                        <a:gd name="connsiteY2" fmla="*/ 8254 h 11919"/>
                        <a:gd name="connsiteX3" fmla="*/ 38345 w 50219"/>
                        <a:gd name="connsiteY3" fmla="*/ 5982 h 11919"/>
                        <a:gd name="connsiteX4" fmla="*/ 50219 w 50219"/>
                        <a:gd name="connsiteY4" fmla="*/ 0 h 11919"/>
                        <a:gd name="connsiteX5" fmla="*/ 50219 w 50219"/>
                        <a:gd name="connsiteY5" fmla="*/ 2744 h 11919"/>
                        <a:gd name="connsiteX6" fmla="*/ 44260 w 50219"/>
                        <a:gd name="connsiteY6" fmla="*/ 6679 h 11919"/>
                        <a:gd name="connsiteX7" fmla="*/ 38367 w 50219"/>
                        <a:gd name="connsiteY7" fmla="*/ 9581 h 11919"/>
                        <a:gd name="connsiteX8" fmla="*/ 32115 w 50219"/>
                        <a:gd name="connsiteY8" fmla="*/ 11335 h 11919"/>
                        <a:gd name="connsiteX9" fmla="*/ 25008 w 50219"/>
                        <a:gd name="connsiteY9" fmla="*/ 11919 h 11919"/>
                        <a:gd name="connsiteX10" fmla="*/ 18014 w 50219"/>
                        <a:gd name="connsiteY10" fmla="*/ 11312 h 11919"/>
                        <a:gd name="connsiteX11" fmla="*/ 11717 w 50219"/>
                        <a:gd name="connsiteY11" fmla="*/ 9536 h 11919"/>
                        <a:gd name="connsiteX12" fmla="*/ 5802 w 50219"/>
                        <a:gd name="connsiteY12" fmla="*/ 6657 h 11919"/>
                        <a:gd name="connsiteX13" fmla="*/ 0 w 50219"/>
                        <a:gd name="connsiteY13" fmla="*/ 2744 h 11919"/>
                        <a:gd name="connsiteX14" fmla="*/ 0 w 50219"/>
                        <a:gd name="connsiteY14" fmla="*/ 0 h 11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0219" h="11919">
                          <a:moveTo>
                            <a:pt x="23" y="0"/>
                          </a:moveTo>
                          <a:cubicBezTo>
                            <a:pt x="3756" y="2586"/>
                            <a:pt x="7759" y="4610"/>
                            <a:pt x="12032" y="6072"/>
                          </a:cubicBezTo>
                          <a:cubicBezTo>
                            <a:pt x="16305" y="7534"/>
                            <a:pt x="20713" y="8254"/>
                            <a:pt x="25278" y="8254"/>
                          </a:cubicBezTo>
                          <a:cubicBezTo>
                            <a:pt x="29844" y="8254"/>
                            <a:pt x="34139" y="7489"/>
                            <a:pt x="38345" y="5982"/>
                          </a:cubicBezTo>
                          <a:cubicBezTo>
                            <a:pt x="42550" y="4475"/>
                            <a:pt x="46509" y="2474"/>
                            <a:pt x="50219" y="0"/>
                          </a:cubicBezTo>
                          <a:lnTo>
                            <a:pt x="50219" y="2744"/>
                          </a:lnTo>
                          <a:cubicBezTo>
                            <a:pt x="48173" y="4228"/>
                            <a:pt x="46171" y="5532"/>
                            <a:pt x="44260" y="6679"/>
                          </a:cubicBezTo>
                          <a:cubicBezTo>
                            <a:pt x="42326" y="7826"/>
                            <a:pt x="40369" y="8793"/>
                            <a:pt x="38367" y="9581"/>
                          </a:cubicBezTo>
                          <a:cubicBezTo>
                            <a:pt x="36366" y="10368"/>
                            <a:pt x="34274" y="10952"/>
                            <a:pt x="32115" y="11335"/>
                          </a:cubicBezTo>
                          <a:cubicBezTo>
                            <a:pt x="29956" y="11717"/>
                            <a:pt x="27572" y="11919"/>
                            <a:pt x="25008" y="11919"/>
                          </a:cubicBezTo>
                          <a:cubicBezTo>
                            <a:pt x="22445" y="11919"/>
                            <a:pt x="20196" y="11717"/>
                            <a:pt x="18014" y="11312"/>
                          </a:cubicBezTo>
                          <a:cubicBezTo>
                            <a:pt x="15833" y="10907"/>
                            <a:pt x="13741" y="10300"/>
                            <a:pt x="11717" y="9536"/>
                          </a:cubicBezTo>
                          <a:cubicBezTo>
                            <a:pt x="9693" y="8771"/>
                            <a:pt x="7737" y="7804"/>
                            <a:pt x="5802" y="6657"/>
                          </a:cubicBezTo>
                          <a:cubicBezTo>
                            <a:pt x="3868" y="5510"/>
                            <a:pt x="1934" y="4228"/>
                            <a:pt x="0" y="2744"/>
                          </a:cubicBezTo>
                          <a:lnTo>
                            <a:pt x="0" y="0"/>
                          </a:lnTo>
                          <a:close/>
                        </a:path>
                      </a:pathLst>
                    </a:custGeom>
                    <a:solidFill>
                      <a:srgbClr val="231F20"/>
                    </a:solidFill>
                    <a:ln w="2249" cap="flat">
                      <a:noFill/>
                      <a:prstDash val="solid"/>
                      <a:miter/>
                    </a:ln>
                  </p:spPr>
                  <p:txBody>
                    <a:bodyPr rtlCol="0" anchor="ctr"/>
                    <a:lstStyle/>
                    <a:p>
                      <a:endParaRPr lang="en-US"/>
                    </a:p>
                  </p:txBody>
                </p:sp>
                <p:sp>
                  <p:nvSpPr>
                    <p:cNvPr id="1162" name="Freeform 1161">
                      <a:extLst>
                        <a:ext uri="{FF2B5EF4-FFF2-40B4-BE49-F238E27FC236}">
                          <a16:creationId xmlns:a16="http://schemas.microsoft.com/office/drawing/2014/main" id="{D5CABCB4-AED5-3445-BECA-265DD316F9FE}"/>
                        </a:ext>
                      </a:extLst>
                    </p:cNvPr>
                    <p:cNvSpPr/>
                    <p:nvPr/>
                  </p:nvSpPr>
                  <p:spPr>
                    <a:xfrm>
                      <a:off x="4635122" y="2635365"/>
                      <a:ext cx="29439" cy="22039"/>
                    </a:xfrm>
                    <a:custGeom>
                      <a:avLst/>
                      <a:gdLst>
                        <a:gd name="connsiteX0" fmla="*/ 19993 w 29439"/>
                        <a:gd name="connsiteY0" fmla="*/ 18734 h 22039"/>
                        <a:gd name="connsiteX1" fmla="*/ 25098 w 29439"/>
                        <a:gd name="connsiteY1" fmla="*/ 16013 h 22039"/>
                        <a:gd name="connsiteX2" fmla="*/ 26583 w 29439"/>
                        <a:gd name="connsiteY2" fmla="*/ 10368 h 22039"/>
                        <a:gd name="connsiteX3" fmla="*/ 26155 w 29439"/>
                        <a:gd name="connsiteY3" fmla="*/ 7287 h 22039"/>
                        <a:gd name="connsiteX4" fmla="*/ 24986 w 29439"/>
                        <a:gd name="connsiteY4" fmla="*/ 5150 h 22039"/>
                        <a:gd name="connsiteX5" fmla="*/ 23344 w 29439"/>
                        <a:gd name="connsiteY5" fmla="*/ 3891 h 22039"/>
                        <a:gd name="connsiteX6" fmla="*/ 21410 w 29439"/>
                        <a:gd name="connsiteY6" fmla="*/ 3463 h 22039"/>
                        <a:gd name="connsiteX7" fmla="*/ 18352 w 29439"/>
                        <a:gd name="connsiteY7" fmla="*/ 4790 h 22039"/>
                        <a:gd name="connsiteX8" fmla="*/ 16777 w 29439"/>
                        <a:gd name="connsiteY8" fmla="*/ 8119 h 22039"/>
                        <a:gd name="connsiteX9" fmla="*/ 15810 w 29439"/>
                        <a:gd name="connsiteY9" fmla="*/ 12437 h 22039"/>
                        <a:gd name="connsiteX10" fmla="*/ 14596 w 29439"/>
                        <a:gd name="connsiteY10" fmla="*/ 16755 h 22039"/>
                        <a:gd name="connsiteX11" fmla="*/ 12279 w 29439"/>
                        <a:gd name="connsiteY11" fmla="*/ 20083 h 22039"/>
                        <a:gd name="connsiteX12" fmla="*/ 8006 w 29439"/>
                        <a:gd name="connsiteY12" fmla="*/ 21410 h 22039"/>
                        <a:gd name="connsiteX13" fmla="*/ 2249 w 29439"/>
                        <a:gd name="connsiteY13" fmla="*/ 18846 h 22039"/>
                        <a:gd name="connsiteX14" fmla="*/ 0 w 29439"/>
                        <a:gd name="connsiteY14" fmla="*/ 11582 h 22039"/>
                        <a:gd name="connsiteX15" fmla="*/ 2024 w 29439"/>
                        <a:gd name="connsiteY15" fmla="*/ 4206 h 22039"/>
                        <a:gd name="connsiteX16" fmla="*/ 8794 w 29439"/>
                        <a:gd name="connsiteY16" fmla="*/ 787 h 22039"/>
                        <a:gd name="connsiteX17" fmla="*/ 8794 w 29439"/>
                        <a:gd name="connsiteY17" fmla="*/ 4071 h 22039"/>
                        <a:gd name="connsiteX18" fmla="*/ 4228 w 29439"/>
                        <a:gd name="connsiteY18" fmla="*/ 6522 h 22039"/>
                        <a:gd name="connsiteX19" fmla="*/ 2901 w 29439"/>
                        <a:gd name="connsiteY19" fmla="*/ 11627 h 22039"/>
                        <a:gd name="connsiteX20" fmla="*/ 4228 w 29439"/>
                        <a:gd name="connsiteY20" fmla="*/ 16327 h 22039"/>
                        <a:gd name="connsiteX21" fmla="*/ 7714 w 29439"/>
                        <a:gd name="connsiteY21" fmla="*/ 17947 h 22039"/>
                        <a:gd name="connsiteX22" fmla="*/ 10593 w 29439"/>
                        <a:gd name="connsiteY22" fmla="*/ 16620 h 22039"/>
                        <a:gd name="connsiteX23" fmla="*/ 12212 w 29439"/>
                        <a:gd name="connsiteY23" fmla="*/ 13291 h 22039"/>
                        <a:gd name="connsiteX24" fmla="*/ 13314 w 29439"/>
                        <a:gd name="connsiteY24" fmla="*/ 8973 h 22039"/>
                        <a:gd name="connsiteX25" fmla="*/ 14686 w 29439"/>
                        <a:gd name="connsiteY25" fmla="*/ 4655 h 22039"/>
                        <a:gd name="connsiteX26" fmla="*/ 17092 w 29439"/>
                        <a:gd name="connsiteY26" fmla="*/ 1327 h 22039"/>
                        <a:gd name="connsiteX27" fmla="*/ 21298 w 29439"/>
                        <a:gd name="connsiteY27" fmla="*/ 0 h 22039"/>
                        <a:gd name="connsiteX28" fmla="*/ 24829 w 29439"/>
                        <a:gd name="connsiteY28" fmla="*/ 855 h 22039"/>
                        <a:gd name="connsiteX29" fmla="*/ 27392 w 29439"/>
                        <a:gd name="connsiteY29" fmla="*/ 3239 h 22039"/>
                        <a:gd name="connsiteX30" fmla="*/ 28922 w 29439"/>
                        <a:gd name="connsiteY30" fmla="*/ 6837 h 22039"/>
                        <a:gd name="connsiteX31" fmla="*/ 29439 w 29439"/>
                        <a:gd name="connsiteY31" fmla="*/ 11402 h 22039"/>
                        <a:gd name="connsiteX32" fmla="*/ 28719 w 29439"/>
                        <a:gd name="connsiteY32" fmla="*/ 15810 h 22039"/>
                        <a:gd name="connsiteX33" fmla="*/ 26695 w 29439"/>
                        <a:gd name="connsiteY33" fmla="*/ 19071 h 22039"/>
                        <a:gd name="connsiteX34" fmla="*/ 23682 w 29439"/>
                        <a:gd name="connsiteY34" fmla="*/ 21185 h 22039"/>
                        <a:gd name="connsiteX35" fmla="*/ 19948 w 29439"/>
                        <a:gd name="connsiteY35" fmla="*/ 22040 h 22039"/>
                        <a:gd name="connsiteX36" fmla="*/ 19948 w 29439"/>
                        <a:gd name="connsiteY36" fmla="*/ 18756 h 22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9439" h="22039">
                          <a:moveTo>
                            <a:pt x="19993" y="18734"/>
                          </a:moveTo>
                          <a:cubicBezTo>
                            <a:pt x="22400" y="18239"/>
                            <a:pt x="24109" y="17317"/>
                            <a:pt x="25098" y="16013"/>
                          </a:cubicBezTo>
                          <a:cubicBezTo>
                            <a:pt x="26088" y="14708"/>
                            <a:pt x="26583" y="12819"/>
                            <a:pt x="26583" y="10368"/>
                          </a:cubicBezTo>
                          <a:cubicBezTo>
                            <a:pt x="26583" y="9176"/>
                            <a:pt x="26448" y="8164"/>
                            <a:pt x="26155" y="7287"/>
                          </a:cubicBezTo>
                          <a:cubicBezTo>
                            <a:pt x="25863" y="6432"/>
                            <a:pt x="25481" y="5712"/>
                            <a:pt x="24986" y="5150"/>
                          </a:cubicBezTo>
                          <a:cubicBezTo>
                            <a:pt x="24491" y="4588"/>
                            <a:pt x="23951" y="4161"/>
                            <a:pt x="23344" y="3891"/>
                          </a:cubicBezTo>
                          <a:cubicBezTo>
                            <a:pt x="22737" y="3598"/>
                            <a:pt x="22085" y="3463"/>
                            <a:pt x="21410" y="3463"/>
                          </a:cubicBezTo>
                          <a:cubicBezTo>
                            <a:pt x="20038" y="3463"/>
                            <a:pt x="19026" y="3913"/>
                            <a:pt x="18352" y="4790"/>
                          </a:cubicBezTo>
                          <a:cubicBezTo>
                            <a:pt x="17677" y="5667"/>
                            <a:pt x="17160" y="6769"/>
                            <a:pt x="16777" y="8119"/>
                          </a:cubicBezTo>
                          <a:cubicBezTo>
                            <a:pt x="16395" y="9468"/>
                            <a:pt x="16080" y="10885"/>
                            <a:pt x="15810" y="12437"/>
                          </a:cubicBezTo>
                          <a:cubicBezTo>
                            <a:pt x="15540" y="13989"/>
                            <a:pt x="15136" y="15428"/>
                            <a:pt x="14596" y="16755"/>
                          </a:cubicBezTo>
                          <a:cubicBezTo>
                            <a:pt x="14056" y="18082"/>
                            <a:pt x="13291" y="19184"/>
                            <a:pt x="12279" y="20083"/>
                          </a:cubicBezTo>
                          <a:cubicBezTo>
                            <a:pt x="11267" y="20983"/>
                            <a:pt x="9850" y="21410"/>
                            <a:pt x="8006" y="21410"/>
                          </a:cubicBezTo>
                          <a:cubicBezTo>
                            <a:pt x="5667" y="21410"/>
                            <a:pt x="3756" y="20556"/>
                            <a:pt x="2249" y="18846"/>
                          </a:cubicBezTo>
                          <a:cubicBezTo>
                            <a:pt x="765" y="17137"/>
                            <a:pt x="0" y="14708"/>
                            <a:pt x="0" y="11582"/>
                          </a:cubicBezTo>
                          <a:cubicBezTo>
                            <a:pt x="0" y="8456"/>
                            <a:pt x="675" y="6095"/>
                            <a:pt x="2024" y="4206"/>
                          </a:cubicBezTo>
                          <a:cubicBezTo>
                            <a:pt x="3373" y="2316"/>
                            <a:pt x="5622" y="1170"/>
                            <a:pt x="8794" y="787"/>
                          </a:cubicBezTo>
                          <a:lnTo>
                            <a:pt x="8794" y="4071"/>
                          </a:lnTo>
                          <a:cubicBezTo>
                            <a:pt x="6635" y="4363"/>
                            <a:pt x="5105" y="5173"/>
                            <a:pt x="4228" y="6522"/>
                          </a:cubicBezTo>
                          <a:cubicBezTo>
                            <a:pt x="3351" y="7871"/>
                            <a:pt x="2901" y="9581"/>
                            <a:pt x="2901" y="11627"/>
                          </a:cubicBezTo>
                          <a:cubicBezTo>
                            <a:pt x="2901" y="13674"/>
                            <a:pt x="3351" y="15248"/>
                            <a:pt x="4228" y="16327"/>
                          </a:cubicBezTo>
                          <a:cubicBezTo>
                            <a:pt x="5105" y="17407"/>
                            <a:pt x="6275" y="17947"/>
                            <a:pt x="7714" y="17947"/>
                          </a:cubicBezTo>
                          <a:cubicBezTo>
                            <a:pt x="8973" y="17947"/>
                            <a:pt x="9940" y="17497"/>
                            <a:pt x="10593" y="16620"/>
                          </a:cubicBezTo>
                          <a:cubicBezTo>
                            <a:pt x="11267" y="15743"/>
                            <a:pt x="11807" y="14641"/>
                            <a:pt x="12212" y="13291"/>
                          </a:cubicBezTo>
                          <a:cubicBezTo>
                            <a:pt x="12617" y="11964"/>
                            <a:pt x="12999" y="10525"/>
                            <a:pt x="13314" y="8973"/>
                          </a:cubicBezTo>
                          <a:cubicBezTo>
                            <a:pt x="13629" y="7422"/>
                            <a:pt x="14101" y="5982"/>
                            <a:pt x="14686" y="4655"/>
                          </a:cubicBezTo>
                          <a:cubicBezTo>
                            <a:pt x="15271" y="3328"/>
                            <a:pt x="16080" y="2226"/>
                            <a:pt x="17092" y="1327"/>
                          </a:cubicBezTo>
                          <a:cubicBezTo>
                            <a:pt x="18104" y="450"/>
                            <a:pt x="19499" y="0"/>
                            <a:pt x="21298" y="0"/>
                          </a:cubicBezTo>
                          <a:cubicBezTo>
                            <a:pt x="22625" y="0"/>
                            <a:pt x="23817" y="292"/>
                            <a:pt x="24829" y="855"/>
                          </a:cubicBezTo>
                          <a:cubicBezTo>
                            <a:pt x="25863" y="1439"/>
                            <a:pt x="26718" y="2226"/>
                            <a:pt x="27392" y="3239"/>
                          </a:cubicBezTo>
                          <a:cubicBezTo>
                            <a:pt x="28067" y="4251"/>
                            <a:pt x="28584" y="5443"/>
                            <a:pt x="28922" y="6837"/>
                          </a:cubicBezTo>
                          <a:cubicBezTo>
                            <a:pt x="29259" y="8231"/>
                            <a:pt x="29439" y="9738"/>
                            <a:pt x="29439" y="11402"/>
                          </a:cubicBezTo>
                          <a:cubicBezTo>
                            <a:pt x="29439" y="13066"/>
                            <a:pt x="29192" y="14528"/>
                            <a:pt x="28719" y="15810"/>
                          </a:cubicBezTo>
                          <a:cubicBezTo>
                            <a:pt x="28225" y="17092"/>
                            <a:pt x="27550" y="18172"/>
                            <a:pt x="26695" y="19071"/>
                          </a:cubicBezTo>
                          <a:cubicBezTo>
                            <a:pt x="25841" y="19971"/>
                            <a:pt x="24829" y="20668"/>
                            <a:pt x="23682" y="21185"/>
                          </a:cubicBezTo>
                          <a:cubicBezTo>
                            <a:pt x="22535" y="21680"/>
                            <a:pt x="21298" y="21972"/>
                            <a:pt x="19948" y="22040"/>
                          </a:cubicBezTo>
                          <a:lnTo>
                            <a:pt x="19948" y="18756"/>
                          </a:lnTo>
                          <a:close/>
                        </a:path>
                      </a:pathLst>
                    </a:custGeom>
                    <a:solidFill>
                      <a:srgbClr val="231F20"/>
                    </a:solidFill>
                    <a:ln w="2249" cap="flat">
                      <a:noFill/>
                      <a:prstDash val="solid"/>
                      <a:miter/>
                    </a:ln>
                  </p:spPr>
                  <p:txBody>
                    <a:bodyPr rtlCol="0" anchor="ctr"/>
                    <a:lstStyle/>
                    <a:p>
                      <a:endParaRPr lang="en-US"/>
                    </a:p>
                  </p:txBody>
                </p:sp>
                <p:sp>
                  <p:nvSpPr>
                    <p:cNvPr id="1163" name="Freeform 1162">
                      <a:extLst>
                        <a:ext uri="{FF2B5EF4-FFF2-40B4-BE49-F238E27FC236}">
                          <a16:creationId xmlns:a16="http://schemas.microsoft.com/office/drawing/2014/main" id="{A9AFDD5A-35D5-4B73-56B5-0739F43681EE}"/>
                        </a:ext>
                      </a:extLst>
                    </p:cNvPr>
                    <p:cNvSpPr/>
                    <p:nvPr/>
                  </p:nvSpPr>
                  <p:spPr>
                    <a:xfrm>
                      <a:off x="4623968" y="2617936"/>
                      <a:ext cx="50219" cy="11919"/>
                    </a:xfrm>
                    <a:custGeom>
                      <a:avLst/>
                      <a:gdLst>
                        <a:gd name="connsiteX0" fmla="*/ 50197 w 50219"/>
                        <a:gd name="connsiteY0" fmla="*/ 11919 h 11919"/>
                        <a:gd name="connsiteX1" fmla="*/ 38187 w 50219"/>
                        <a:gd name="connsiteY1" fmla="*/ 5847 h 11919"/>
                        <a:gd name="connsiteX2" fmla="*/ 24941 w 50219"/>
                        <a:gd name="connsiteY2" fmla="*/ 3666 h 11919"/>
                        <a:gd name="connsiteX3" fmla="*/ 11875 w 50219"/>
                        <a:gd name="connsiteY3" fmla="*/ 5937 h 11919"/>
                        <a:gd name="connsiteX4" fmla="*/ 0 w 50219"/>
                        <a:gd name="connsiteY4" fmla="*/ 11919 h 11919"/>
                        <a:gd name="connsiteX5" fmla="*/ 0 w 50219"/>
                        <a:gd name="connsiteY5" fmla="*/ 9176 h 11919"/>
                        <a:gd name="connsiteX6" fmla="*/ 5960 w 50219"/>
                        <a:gd name="connsiteY6" fmla="*/ 5240 h 11919"/>
                        <a:gd name="connsiteX7" fmla="*/ 11852 w 50219"/>
                        <a:gd name="connsiteY7" fmla="*/ 2361 h 11919"/>
                        <a:gd name="connsiteX8" fmla="*/ 18104 w 50219"/>
                        <a:gd name="connsiteY8" fmla="*/ 607 h 11919"/>
                        <a:gd name="connsiteX9" fmla="*/ 25211 w 50219"/>
                        <a:gd name="connsiteY9" fmla="*/ 0 h 11919"/>
                        <a:gd name="connsiteX10" fmla="*/ 32205 w 50219"/>
                        <a:gd name="connsiteY10" fmla="*/ 607 h 11919"/>
                        <a:gd name="connsiteX11" fmla="*/ 38502 w 50219"/>
                        <a:gd name="connsiteY11" fmla="*/ 2384 h 11919"/>
                        <a:gd name="connsiteX12" fmla="*/ 44417 w 50219"/>
                        <a:gd name="connsiteY12" fmla="*/ 5285 h 11919"/>
                        <a:gd name="connsiteX13" fmla="*/ 50219 w 50219"/>
                        <a:gd name="connsiteY13" fmla="*/ 9176 h 11919"/>
                        <a:gd name="connsiteX14" fmla="*/ 50219 w 50219"/>
                        <a:gd name="connsiteY14" fmla="*/ 11919 h 11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0219" h="11919">
                          <a:moveTo>
                            <a:pt x="50197" y="11919"/>
                          </a:moveTo>
                          <a:cubicBezTo>
                            <a:pt x="46464" y="9333"/>
                            <a:pt x="42460" y="7309"/>
                            <a:pt x="38187" y="5847"/>
                          </a:cubicBezTo>
                          <a:cubicBezTo>
                            <a:pt x="33914" y="4385"/>
                            <a:pt x="29506" y="3666"/>
                            <a:pt x="24941" y="3666"/>
                          </a:cubicBezTo>
                          <a:cubicBezTo>
                            <a:pt x="20376" y="3666"/>
                            <a:pt x="16080" y="4430"/>
                            <a:pt x="11875" y="5937"/>
                          </a:cubicBezTo>
                          <a:cubicBezTo>
                            <a:pt x="7669" y="7444"/>
                            <a:pt x="3711" y="9446"/>
                            <a:pt x="0" y="11919"/>
                          </a:cubicBezTo>
                          <a:lnTo>
                            <a:pt x="0" y="9176"/>
                          </a:lnTo>
                          <a:cubicBezTo>
                            <a:pt x="2047" y="7691"/>
                            <a:pt x="4048" y="6387"/>
                            <a:pt x="5960" y="5240"/>
                          </a:cubicBezTo>
                          <a:cubicBezTo>
                            <a:pt x="7894" y="4093"/>
                            <a:pt x="9850" y="3126"/>
                            <a:pt x="11852" y="2361"/>
                          </a:cubicBezTo>
                          <a:cubicBezTo>
                            <a:pt x="13854" y="1597"/>
                            <a:pt x="15945" y="1012"/>
                            <a:pt x="18104" y="607"/>
                          </a:cubicBezTo>
                          <a:cubicBezTo>
                            <a:pt x="20286" y="202"/>
                            <a:pt x="22647" y="0"/>
                            <a:pt x="25211" y="0"/>
                          </a:cubicBezTo>
                          <a:cubicBezTo>
                            <a:pt x="27775" y="0"/>
                            <a:pt x="30024" y="202"/>
                            <a:pt x="32205" y="607"/>
                          </a:cubicBezTo>
                          <a:cubicBezTo>
                            <a:pt x="34387" y="1012"/>
                            <a:pt x="36478" y="1619"/>
                            <a:pt x="38502" y="2384"/>
                          </a:cubicBezTo>
                          <a:cubicBezTo>
                            <a:pt x="40526" y="3171"/>
                            <a:pt x="42483" y="4138"/>
                            <a:pt x="44417" y="5285"/>
                          </a:cubicBezTo>
                          <a:cubicBezTo>
                            <a:pt x="46351" y="6432"/>
                            <a:pt x="48285" y="7736"/>
                            <a:pt x="50219" y="9176"/>
                          </a:cubicBezTo>
                          <a:lnTo>
                            <a:pt x="50219" y="11919"/>
                          </a:lnTo>
                          <a:close/>
                        </a:path>
                      </a:pathLst>
                    </a:custGeom>
                    <a:solidFill>
                      <a:srgbClr val="231F20"/>
                    </a:solidFill>
                    <a:ln w="2249" cap="flat">
                      <a:noFill/>
                      <a:prstDash val="solid"/>
                      <a:miter/>
                    </a:ln>
                  </p:spPr>
                  <p:txBody>
                    <a:bodyPr rtlCol="0" anchor="ctr"/>
                    <a:lstStyle/>
                    <a:p>
                      <a:endParaRPr lang="en-US"/>
                    </a:p>
                  </p:txBody>
                </p:sp>
              </p:grpSp>
              <p:grpSp>
                <p:nvGrpSpPr>
                  <p:cNvPr id="1114" name="Graphic 4479">
                    <a:extLst>
                      <a:ext uri="{FF2B5EF4-FFF2-40B4-BE49-F238E27FC236}">
                        <a16:creationId xmlns:a16="http://schemas.microsoft.com/office/drawing/2014/main" id="{2E613C96-957C-529B-4928-143D7A1DC0F6}"/>
                      </a:ext>
                    </a:extLst>
                  </p:cNvPr>
                  <p:cNvGrpSpPr/>
                  <p:nvPr/>
                </p:nvGrpSpPr>
                <p:grpSpPr>
                  <a:xfrm>
                    <a:off x="7120144" y="6349907"/>
                    <a:ext cx="906527" cy="186659"/>
                    <a:chOff x="4851630" y="3026211"/>
                    <a:chExt cx="242145" cy="49859"/>
                  </a:xfrm>
                  <a:solidFill>
                    <a:srgbClr val="010101"/>
                  </a:solidFill>
                </p:grpSpPr>
                <p:sp>
                  <p:nvSpPr>
                    <p:cNvPr id="1151" name="Freeform 1150">
                      <a:extLst>
                        <a:ext uri="{FF2B5EF4-FFF2-40B4-BE49-F238E27FC236}">
                          <a16:creationId xmlns:a16="http://schemas.microsoft.com/office/drawing/2014/main" id="{44F089A2-697E-85F4-5E3E-8540EF8F5CDD}"/>
                        </a:ext>
                      </a:extLst>
                    </p:cNvPr>
                    <p:cNvSpPr/>
                    <p:nvPr/>
                  </p:nvSpPr>
                  <p:spPr>
                    <a:xfrm>
                      <a:off x="4851630" y="3036354"/>
                      <a:ext cx="24896" cy="29461"/>
                    </a:xfrm>
                    <a:custGeom>
                      <a:avLst/>
                      <a:gdLst>
                        <a:gd name="connsiteX0" fmla="*/ 21163 w 24896"/>
                        <a:gd name="connsiteY0" fmla="*/ 9558 h 29461"/>
                        <a:gd name="connsiteX1" fmla="*/ 18194 w 24896"/>
                        <a:gd name="connsiteY1" fmla="*/ 4678 h 29461"/>
                        <a:gd name="connsiteX2" fmla="*/ 12842 w 24896"/>
                        <a:gd name="connsiteY2" fmla="*/ 2924 h 29461"/>
                        <a:gd name="connsiteX3" fmla="*/ 8569 w 24896"/>
                        <a:gd name="connsiteY3" fmla="*/ 3958 h 29461"/>
                        <a:gd name="connsiteX4" fmla="*/ 5645 w 24896"/>
                        <a:gd name="connsiteY4" fmla="*/ 6679 h 29461"/>
                        <a:gd name="connsiteX5" fmla="*/ 3981 w 24896"/>
                        <a:gd name="connsiteY5" fmla="*/ 10503 h 29461"/>
                        <a:gd name="connsiteX6" fmla="*/ 3441 w 24896"/>
                        <a:gd name="connsiteY6" fmla="*/ 14798 h 29461"/>
                        <a:gd name="connsiteX7" fmla="*/ 3958 w 24896"/>
                        <a:gd name="connsiteY7" fmla="*/ 19116 h 29461"/>
                        <a:gd name="connsiteX8" fmla="*/ 5600 w 24896"/>
                        <a:gd name="connsiteY8" fmla="*/ 22894 h 29461"/>
                        <a:gd name="connsiteX9" fmla="*/ 8524 w 24896"/>
                        <a:gd name="connsiteY9" fmla="*/ 25571 h 29461"/>
                        <a:gd name="connsiteX10" fmla="*/ 12842 w 24896"/>
                        <a:gd name="connsiteY10" fmla="*/ 26560 h 29461"/>
                        <a:gd name="connsiteX11" fmla="*/ 18644 w 24896"/>
                        <a:gd name="connsiteY11" fmla="*/ 24559 h 29461"/>
                        <a:gd name="connsiteX12" fmla="*/ 21433 w 24896"/>
                        <a:gd name="connsiteY12" fmla="*/ 19049 h 29461"/>
                        <a:gd name="connsiteX13" fmla="*/ 24896 w 24896"/>
                        <a:gd name="connsiteY13" fmla="*/ 19049 h 29461"/>
                        <a:gd name="connsiteX14" fmla="*/ 23524 w 24896"/>
                        <a:gd name="connsiteY14" fmla="*/ 23277 h 29461"/>
                        <a:gd name="connsiteX15" fmla="*/ 21095 w 24896"/>
                        <a:gd name="connsiteY15" fmla="*/ 26560 h 29461"/>
                        <a:gd name="connsiteX16" fmla="*/ 17564 w 24896"/>
                        <a:gd name="connsiteY16" fmla="*/ 28697 h 29461"/>
                        <a:gd name="connsiteX17" fmla="*/ 12864 w 24896"/>
                        <a:gd name="connsiteY17" fmla="*/ 29461 h 29461"/>
                        <a:gd name="connsiteX18" fmla="*/ 7084 w 24896"/>
                        <a:gd name="connsiteY18" fmla="*/ 28337 h 29461"/>
                        <a:gd name="connsiteX19" fmla="*/ 3081 w 24896"/>
                        <a:gd name="connsiteY19" fmla="*/ 25233 h 29461"/>
                        <a:gd name="connsiteX20" fmla="*/ 765 w 24896"/>
                        <a:gd name="connsiteY20" fmla="*/ 20555 h 29461"/>
                        <a:gd name="connsiteX21" fmla="*/ 0 w 24896"/>
                        <a:gd name="connsiteY21" fmla="*/ 14776 h 29461"/>
                        <a:gd name="connsiteX22" fmla="*/ 832 w 24896"/>
                        <a:gd name="connsiteY22" fmla="*/ 9198 h 29461"/>
                        <a:gd name="connsiteX23" fmla="*/ 3284 w 24896"/>
                        <a:gd name="connsiteY23" fmla="*/ 4475 h 29461"/>
                        <a:gd name="connsiteX24" fmla="*/ 7309 w 24896"/>
                        <a:gd name="connsiteY24" fmla="*/ 1214 h 29461"/>
                        <a:gd name="connsiteX25" fmla="*/ 12842 w 24896"/>
                        <a:gd name="connsiteY25" fmla="*/ 0 h 29461"/>
                        <a:gd name="connsiteX26" fmla="*/ 20691 w 24896"/>
                        <a:gd name="connsiteY26" fmla="*/ 2316 h 29461"/>
                        <a:gd name="connsiteX27" fmla="*/ 24446 w 24896"/>
                        <a:gd name="connsiteY27" fmla="*/ 9558 h 29461"/>
                        <a:gd name="connsiteX28" fmla="*/ 21163 w 24896"/>
                        <a:gd name="connsiteY28"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4896" h="29461">
                          <a:moveTo>
                            <a:pt x="21163" y="9558"/>
                          </a:moveTo>
                          <a:cubicBezTo>
                            <a:pt x="20578" y="7466"/>
                            <a:pt x="19589" y="5847"/>
                            <a:pt x="18194" y="4678"/>
                          </a:cubicBezTo>
                          <a:cubicBezTo>
                            <a:pt x="16800" y="3508"/>
                            <a:pt x="15001" y="2924"/>
                            <a:pt x="12842" y="2924"/>
                          </a:cubicBezTo>
                          <a:cubicBezTo>
                            <a:pt x="11177" y="2924"/>
                            <a:pt x="9761" y="3261"/>
                            <a:pt x="8569" y="3958"/>
                          </a:cubicBezTo>
                          <a:cubicBezTo>
                            <a:pt x="7377" y="4633"/>
                            <a:pt x="6409" y="5555"/>
                            <a:pt x="5645" y="6679"/>
                          </a:cubicBezTo>
                          <a:cubicBezTo>
                            <a:pt x="4880" y="7804"/>
                            <a:pt x="4341" y="9086"/>
                            <a:pt x="3981" y="10503"/>
                          </a:cubicBezTo>
                          <a:cubicBezTo>
                            <a:pt x="3621" y="11919"/>
                            <a:pt x="3441" y="13359"/>
                            <a:pt x="3441" y="14798"/>
                          </a:cubicBezTo>
                          <a:cubicBezTo>
                            <a:pt x="3441" y="16237"/>
                            <a:pt x="3621" y="17722"/>
                            <a:pt x="3958" y="19116"/>
                          </a:cubicBezTo>
                          <a:cubicBezTo>
                            <a:pt x="4296" y="20510"/>
                            <a:pt x="4858" y="21770"/>
                            <a:pt x="5600" y="22894"/>
                          </a:cubicBezTo>
                          <a:cubicBezTo>
                            <a:pt x="6342" y="24019"/>
                            <a:pt x="7332" y="24896"/>
                            <a:pt x="8524" y="25571"/>
                          </a:cubicBezTo>
                          <a:cubicBezTo>
                            <a:pt x="9716" y="26245"/>
                            <a:pt x="11155" y="26560"/>
                            <a:pt x="12842" y="26560"/>
                          </a:cubicBezTo>
                          <a:cubicBezTo>
                            <a:pt x="15248" y="26560"/>
                            <a:pt x="17182" y="25885"/>
                            <a:pt x="18644" y="24559"/>
                          </a:cubicBezTo>
                          <a:cubicBezTo>
                            <a:pt x="20106" y="23232"/>
                            <a:pt x="21028" y="21388"/>
                            <a:pt x="21433" y="19049"/>
                          </a:cubicBezTo>
                          <a:lnTo>
                            <a:pt x="24896" y="19049"/>
                          </a:lnTo>
                          <a:cubicBezTo>
                            <a:pt x="24604" y="20600"/>
                            <a:pt x="24154" y="22017"/>
                            <a:pt x="23524" y="23277"/>
                          </a:cubicBezTo>
                          <a:cubicBezTo>
                            <a:pt x="22895" y="24559"/>
                            <a:pt x="22085" y="25661"/>
                            <a:pt x="21095" y="26560"/>
                          </a:cubicBezTo>
                          <a:cubicBezTo>
                            <a:pt x="20106" y="27482"/>
                            <a:pt x="18936" y="28179"/>
                            <a:pt x="17564" y="28697"/>
                          </a:cubicBezTo>
                          <a:cubicBezTo>
                            <a:pt x="16193" y="29191"/>
                            <a:pt x="14641" y="29461"/>
                            <a:pt x="12864" y="29461"/>
                          </a:cubicBezTo>
                          <a:cubicBezTo>
                            <a:pt x="10638" y="29461"/>
                            <a:pt x="8703" y="29079"/>
                            <a:pt x="7084" y="28337"/>
                          </a:cubicBezTo>
                          <a:cubicBezTo>
                            <a:pt x="5465" y="27595"/>
                            <a:pt x="4138" y="26538"/>
                            <a:pt x="3081" y="25233"/>
                          </a:cubicBezTo>
                          <a:cubicBezTo>
                            <a:pt x="2047" y="23929"/>
                            <a:pt x="1260" y="22355"/>
                            <a:pt x="765" y="20555"/>
                          </a:cubicBezTo>
                          <a:cubicBezTo>
                            <a:pt x="270" y="18756"/>
                            <a:pt x="0" y="16822"/>
                            <a:pt x="0" y="14776"/>
                          </a:cubicBezTo>
                          <a:cubicBezTo>
                            <a:pt x="0" y="12842"/>
                            <a:pt x="270" y="10975"/>
                            <a:pt x="832" y="9198"/>
                          </a:cubicBezTo>
                          <a:cubicBezTo>
                            <a:pt x="1394" y="7422"/>
                            <a:pt x="2204" y="5847"/>
                            <a:pt x="3284" y="4475"/>
                          </a:cubicBezTo>
                          <a:cubicBezTo>
                            <a:pt x="4363" y="3104"/>
                            <a:pt x="5712" y="2024"/>
                            <a:pt x="7309" y="1214"/>
                          </a:cubicBezTo>
                          <a:cubicBezTo>
                            <a:pt x="8906" y="405"/>
                            <a:pt x="10750" y="0"/>
                            <a:pt x="12842" y="0"/>
                          </a:cubicBezTo>
                          <a:cubicBezTo>
                            <a:pt x="16080" y="0"/>
                            <a:pt x="18689" y="765"/>
                            <a:pt x="20691" y="2316"/>
                          </a:cubicBezTo>
                          <a:cubicBezTo>
                            <a:pt x="22692" y="3868"/>
                            <a:pt x="23929" y="6275"/>
                            <a:pt x="24446" y="9558"/>
                          </a:cubicBezTo>
                          <a:lnTo>
                            <a:pt x="21163" y="9558"/>
                          </a:lnTo>
                          <a:close/>
                        </a:path>
                      </a:pathLst>
                    </a:custGeom>
                    <a:solidFill>
                      <a:srgbClr val="010101"/>
                    </a:solidFill>
                    <a:ln w="2249" cap="flat">
                      <a:noFill/>
                      <a:prstDash val="solid"/>
                      <a:miter/>
                    </a:ln>
                  </p:spPr>
                  <p:txBody>
                    <a:bodyPr rtlCol="0" anchor="ctr"/>
                    <a:lstStyle/>
                    <a:p>
                      <a:endParaRPr lang="en-US"/>
                    </a:p>
                  </p:txBody>
                </p:sp>
                <p:sp>
                  <p:nvSpPr>
                    <p:cNvPr id="1152" name="Freeform 1151">
                      <a:extLst>
                        <a:ext uri="{FF2B5EF4-FFF2-40B4-BE49-F238E27FC236}">
                          <a16:creationId xmlns:a16="http://schemas.microsoft.com/office/drawing/2014/main" id="{FF1EB2DE-EE55-45C0-ED6A-7AF29DF04A77}"/>
                        </a:ext>
                      </a:extLst>
                    </p:cNvPr>
                    <p:cNvSpPr/>
                    <p:nvPr/>
                  </p:nvSpPr>
                  <p:spPr>
                    <a:xfrm>
                      <a:off x="4881158" y="3036332"/>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5 w 25908"/>
                        <a:gd name="connsiteY3" fmla="*/ 21185 h 29483"/>
                        <a:gd name="connsiteX4" fmla="*/ 0 w 25908"/>
                        <a:gd name="connsiteY4" fmla="*/ 14753 h 29483"/>
                        <a:gd name="connsiteX5" fmla="*/ 810 w 25908"/>
                        <a:gd name="connsiteY5" fmla="*/ 8996 h 29483"/>
                        <a:gd name="connsiteX6" fmla="*/ 3239 w 25908"/>
                        <a:gd name="connsiteY6" fmla="*/ 4318 h 29483"/>
                        <a:gd name="connsiteX7" fmla="*/ 7287 w 25908"/>
                        <a:gd name="connsiteY7" fmla="*/ 1169 h 29483"/>
                        <a:gd name="connsiteX8" fmla="*/ 12954 w 25908"/>
                        <a:gd name="connsiteY8" fmla="*/ 0 h 29483"/>
                        <a:gd name="connsiteX9" fmla="*/ 18666 w 25908"/>
                        <a:gd name="connsiteY9" fmla="*/ 1169 h 29483"/>
                        <a:gd name="connsiteX10" fmla="*/ 22714 w 25908"/>
                        <a:gd name="connsiteY10" fmla="*/ 4296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67 w 25908"/>
                        <a:gd name="connsiteY17" fmla="*/ 14753 h 29483"/>
                        <a:gd name="connsiteX18" fmla="*/ 21927 w 25908"/>
                        <a:gd name="connsiteY18" fmla="*/ 10120 h 29483"/>
                        <a:gd name="connsiteX19" fmla="*/ 20263 w 25908"/>
                        <a:gd name="connsiteY19" fmla="*/ 6365 h 29483"/>
                        <a:gd name="connsiteX20" fmla="*/ 17340 w 25908"/>
                        <a:gd name="connsiteY20" fmla="*/ 3846 h 29483"/>
                        <a:gd name="connsiteX21" fmla="*/ 12977 w 25908"/>
                        <a:gd name="connsiteY21" fmla="*/ 2924 h 29483"/>
                        <a:gd name="connsiteX22" fmla="*/ 8636 w 25908"/>
                        <a:gd name="connsiteY22" fmla="*/ 3913 h 29483"/>
                        <a:gd name="connsiteX23" fmla="*/ 5690 w 25908"/>
                        <a:gd name="connsiteY23" fmla="*/ 6567 h 29483"/>
                        <a:gd name="connsiteX24" fmla="*/ 4026 w 25908"/>
                        <a:gd name="connsiteY24" fmla="*/ 10345 h 29483"/>
                        <a:gd name="connsiteX25" fmla="*/ 3486 w 25908"/>
                        <a:gd name="connsiteY25" fmla="*/ 14753 h 29483"/>
                        <a:gd name="connsiteX26" fmla="*/ 4116 w 25908"/>
                        <a:gd name="connsiteY26" fmla="*/ 19521 h 29483"/>
                        <a:gd name="connsiteX27" fmla="*/ 5915 w 25908"/>
                        <a:gd name="connsiteY27" fmla="*/ 23277 h 29483"/>
                        <a:gd name="connsiteX28" fmla="*/ 8884 w 25908"/>
                        <a:gd name="connsiteY28" fmla="*/ 25706 h 29483"/>
                        <a:gd name="connsiteX29" fmla="*/ 12977 w 25908"/>
                        <a:gd name="connsiteY29" fmla="*/ 26560 h 29483"/>
                        <a:gd name="connsiteX30" fmla="*/ 17317 w 25908"/>
                        <a:gd name="connsiteY30" fmla="*/ 25571 h 29483"/>
                        <a:gd name="connsiteX31" fmla="*/ 20263 w 25908"/>
                        <a:gd name="connsiteY31" fmla="*/ 22894 h 29483"/>
                        <a:gd name="connsiteX32" fmla="*/ 21927 w 25908"/>
                        <a:gd name="connsiteY32" fmla="*/ 19116 h 29483"/>
                        <a:gd name="connsiteX33" fmla="*/ 22467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5" y="21185"/>
                          </a:cubicBezTo>
                          <a:cubicBezTo>
                            <a:pt x="360" y="19341"/>
                            <a:pt x="0" y="17205"/>
                            <a:pt x="0" y="14753"/>
                          </a:cubicBezTo>
                          <a:cubicBezTo>
                            <a:pt x="0" y="12707"/>
                            <a:pt x="270" y="10795"/>
                            <a:pt x="810" y="8996"/>
                          </a:cubicBezTo>
                          <a:cubicBezTo>
                            <a:pt x="1349" y="7219"/>
                            <a:pt x="2159" y="5667"/>
                            <a:pt x="3239" y="4318"/>
                          </a:cubicBezTo>
                          <a:cubicBezTo>
                            <a:pt x="4318" y="2991"/>
                            <a:pt x="5667" y="1934"/>
                            <a:pt x="7287" y="1169"/>
                          </a:cubicBezTo>
                          <a:cubicBezTo>
                            <a:pt x="8906" y="405"/>
                            <a:pt x="10795" y="0"/>
                            <a:pt x="12954" y="0"/>
                          </a:cubicBezTo>
                          <a:cubicBezTo>
                            <a:pt x="15113" y="0"/>
                            <a:pt x="17047" y="382"/>
                            <a:pt x="18666" y="1169"/>
                          </a:cubicBezTo>
                          <a:cubicBezTo>
                            <a:pt x="20286" y="1934"/>
                            <a:pt x="21635" y="2991"/>
                            <a:pt x="22714" y="4296"/>
                          </a:cubicBezTo>
                          <a:cubicBezTo>
                            <a:pt x="23794" y="5600"/>
                            <a:pt x="24604" y="7174"/>
                            <a:pt x="25121" y="8973"/>
                          </a:cubicBezTo>
                          <a:cubicBezTo>
                            <a:pt x="25638" y="10773"/>
                            <a:pt x="25908" y="12707"/>
                            <a:pt x="25908" y="14753"/>
                          </a:cubicBezTo>
                          <a:cubicBezTo>
                            <a:pt x="25908" y="16980"/>
                            <a:pt x="25593" y="19004"/>
                            <a:pt x="24986" y="20803"/>
                          </a:cubicBezTo>
                          <a:cubicBezTo>
                            <a:pt x="24379" y="22602"/>
                            <a:pt x="23502" y="24154"/>
                            <a:pt x="22377" y="25436"/>
                          </a:cubicBezTo>
                          <a:cubicBezTo>
                            <a:pt x="21253" y="26740"/>
                            <a:pt x="19881" y="27730"/>
                            <a:pt x="18284" y="28427"/>
                          </a:cubicBezTo>
                          <a:cubicBezTo>
                            <a:pt x="16687" y="29124"/>
                            <a:pt x="14911" y="29484"/>
                            <a:pt x="12977" y="29484"/>
                          </a:cubicBezTo>
                          <a:close/>
                          <a:moveTo>
                            <a:pt x="22467" y="14753"/>
                          </a:moveTo>
                          <a:cubicBezTo>
                            <a:pt x="22467" y="13089"/>
                            <a:pt x="22287" y="11560"/>
                            <a:pt x="21927" y="10120"/>
                          </a:cubicBezTo>
                          <a:cubicBezTo>
                            <a:pt x="21567" y="8681"/>
                            <a:pt x="21005" y="7422"/>
                            <a:pt x="20263" y="6365"/>
                          </a:cubicBezTo>
                          <a:cubicBezTo>
                            <a:pt x="19499" y="5308"/>
                            <a:pt x="18531" y="4475"/>
                            <a:pt x="17340" y="3846"/>
                          </a:cubicBezTo>
                          <a:cubicBezTo>
                            <a:pt x="16148" y="3239"/>
                            <a:pt x="14686" y="2924"/>
                            <a:pt x="12977" y="2924"/>
                          </a:cubicBezTo>
                          <a:cubicBezTo>
                            <a:pt x="11267" y="2924"/>
                            <a:pt x="9828" y="3261"/>
                            <a:pt x="8636" y="3913"/>
                          </a:cubicBezTo>
                          <a:cubicBezTo>
                            <a:pt x="7422" y="4588"/>
                            <a:pt x="6454" y="5465"/>
                            <a:pt x="5690" y="6567"/>
                          </a:cubicBezTo>
                          <a:cubicBezTo>
                            <a:pt x="4925" y="7669"/>
                            <a:pt x="4386" y="8928"/>
                            <a:pt x="4026" y="10345"/>
                          </a:cubicBezTo>
                          <a:cubicBezTo>
                            <a:pt x="3666" y="11762"/>
                            <a:pt x="3486" y="13224"/>
                            <a:pt x="3486" y="14753"/>
                          </a:cubicBezTo>
                          <a:cubicBezTo>
                            <a:pt x="3486" y="16485"/>
                            <a:pt x="3688" y="18082"/>
                            <a:pt x="4116" y="19521"/>
                          </a:cubicBezTo>
                          <a:cubicBezTo>
                            <a:pt x="4520" y="20983"/>
                            <a:pt x="5128" y="22220"/>
                            <a:pt x="5915" y="23277"/>
                          </a:cubicBezTo>
                          <a:cubicBezTo>
                            <a:pt x="6702" y="24334"/>
                            <a:pt x="7692" y="25121"/>
                            <a:pt x="8884" y="25706"/>
                          </a:cubicBezTo>
                          <a:cubicBezTo>
                            <a:pt x="10075" y="26290"/>
                            <a:pt x="11447" y="26560"/>
                            <a:pt x="12977" y="26560"/>
                          </a:cubicBezTo>
                          <a:cubicBezTo>
                            <a:pt x="14663" y="26560"/>
                            <a:pt x="16125" y="26223"/>
                            <a:pt x="17317" y="25571"/>
                          </a:cubicBezTo>
                          <a:cubicBezTo>
                            <a:pt x="18531" y="24896"/>
                            <a:pt x="19499" y="24019"/>
                            <a:pt x="20263" y="22894"/>
                          </a:cubicBezTo>
                          <a:cubicBezTo>
                            <a:pt x="21028" y="21770"/>
                            <a:pt x="21567" y="20510"/>
                            <a:pt x="21927" y="19116"/>
                          </a:cubicBezTo>
                          <a:cubicBezTo>
                            <a:pt x="22287" y="17722"/>
                            <a:pt x="22467" y="16260"/>
                            <a:pt x="22467" y="14753"/>
                          </a:cubicBezTo>
                          <a:close/>
                        </a:path>
                      </a:pathLst>
                    </a:custGeom>
                    <a:solidFill>
                      <a:srgbClr val="010101"/>
                    </a:solidFill>
                    <a:ln w="2249" cap="flat">
                      <a:noFill/>
                      <a:prstDash val="solid"/>
                      <a:miter/>
                    </a:ln>
                  </p:spPr>
                  <p:txBody>
                    <a:bodyPr rtlCol="0" anchor="ctr"/>
                    <a:lstStyle/>
                    <a:p>
                      <a:endParaRPr lang="en-US"/>
                    </a:p>
                  </p:txBody>
                </p:sp>
                <p:sp>
                  <p:nvSpPr>
                    <p:cNvPr id="1153" name="Freeform 1152">
                      <a:extLst>
                        <a:ext uri="{FF2B5EF4-FFF2-40B4-BE49-F238E27FC236}">
                          <a16:creationId xmlns:a16="http://schemas.microsoft.com/office/drawing/2014/main" id="{CA57FF4B-485F-2650-C70B-1C210081B082}"/>
                        </a:ext>
                      </a:extLst>
                    </p:cNvPr>
                    <p:cNvSpPr/>
                    <p:nvPr/>
                  </p:nvSpPr>
                  <p:spPr>
                    <a:xfrm>
                      <a:off x="4912576" y="3036377"/>
                      <a:ext cx="38007" cy="28764"/>
                    </a:xfrm>
                    <a:custGeom>
                      <a:avLst/>
                      <a:gdLst>
                        <a:gd name="connsiteX0" fmla="*/ 3239 w 38007"/>
                        <a:gd name="connsiteY0" fmla="*/ 28697 h 28764"/>
                        <a:gd name="connsiteX1" fmla="*/ 0 w 38007"/>
                        <a:gd name="connsiteY1" fmla="*/ 28697 h 28764"/>
                        <a:gd name="connsiteX2" fmla="*/ 0 w 38007"/>
                        <a:gd name="connsiteY2" fmla="*/ 742 h 28764"/>
                        <a:gd name="connsiteX3" fmla="*/ 3239 w 38007"/>
                        <a:gd name="connsiteY3" fmla="*/ 742 h 28764"/>
                        <a:gd name="connsiteX4" fmla="*/ 3239 w 38007"/>
                        <a:gd name="connsiteY4" fmla="*/ 4948 h 28764"/>
                        <a:gd name="connsiteX5" fmla="*/ 3351 w 38007"/>
                        <a:gd name="connsiteY5" fmla="*/ 4948 h 28764"/>
                        <a:gd name="connsiteX6" fmla="*/ 6904 w 38007"/>
                        <a:gd name="connsiteY6" fmla="*/ 1259 h 28764"/>
                        <a:gd name="connsiteX7" fmla="*/ 11987 w 38007"/>
                        <a:gd name="connsiteY7" fmla="*/ 0 h 28764"/>
                        <a:gd name="connsiteX8" fmla="*/ 15271 w 38007"/>
                        <a:gd name="connsiteY8" fmla="*/ 427 h 28764"/>
                        <a:gd name="connsiteX9" fmla="*/ 17564 w 38007"/>
                        <a:gd name="connsiteY9" fmla="*/ 1597 h 28764"/>
                        <a:gd name="connsiteX10" fmla="*/ 19139 w 38007"/>
                        <a:gd name="connsiteY10" fmla="*/ 3306 h 28764"/>
                        <a:gd name="connsiteX11" fmla="*/ 20196 w 38007"/>
                        <a:gd name="connsiteY11" fmla="*/ 5420 h 28764"/>
                        <a:gd name="connsiteX12" fmla="*/ 23951 w 38007"/>
                        <a:gd name="connsiteY12" fmla="*/ 1349 h 28764"/>
                        <a:gd name="connsiteX13" fmla="*/ 29327 w 38007"/>
                        <a:gd name="connsiteY13" fmla="*/ 23 h 28764"/>
                        <a:gd name="connsiteX14" fmla="*/ 33892 w 38007"/>
                        <a:gd name="connsiteY14" fmla="*/ 967 h 28764"/>
                        <a:gd name="connsiteX15" fmla="*/ 36501 w 38007"/>
                        <a:gd name="connsiteY15" fmla="*/ 3441 h 28764"/>
                        <a:gd name="connsiteX16" fmla="*/ 37715 w 38007"/>
                        <a:gd name="connsiteY16" fmla="*/ 6972 h 28764"/>
                        <a:gd name="connsiteX17" fmla="*/ 38007 w 38007"/>
                        <a:gd name="connsiteY17" fmla="*/ 11065 h 28764"/>
                        <a:gd name="connsiteX18" fmla="*/ 38007 w 38007"/>
                        <a:gd name="connsiteY18" fmla="*/ 28719 h 28764"/>
                        <a:gd name="connsiteX19" fmla="*/ 34769 w 38007"/>
                        <a:gd name="connsiteY19" fmla="*/ 28719 h 28764"/>
                        <a:gd name="connsiteX20" fmla="*/ 34769 w 38007"/>
                        <a:gd name="connsiteY20" fmla="*/ 9401 h 28764"/>
                        <a:gd name="connsiteX21" fmla="*/ 33510 w 38007"/>
                        <a:gd name="connsiteY21" fmla="*/ 4655 h 28764"/>
                        <a:gd name="connsiteX22" fmla="*/ 28787 w 38007"/>
                        <a:gd name="connsiteY22" fmla="*/ 2924 h 28764"/>
                        <a:gd name="connsiteX23" fmla="*/ 25368 w 38007"/>
                        <a:gd name="connsiteY23" fmla="*/ 3711 h 28764"/>
                        <a:gd name="connsiteX24" fmla="*/ 22490 w 38007"/>
                        <a:gd name="connsiteY24" fmla="*/ 6117 h 28764"/>
                        <a:gd name="connsiteX25" fmla="*/ 21590 w 38007"/>
                        <a:gd name="connsiteY25" fmla="*/ 7759 h 28764"/>
                        <a:gd name="connsiteX26" fmla="*/ 21028 w 38007"/>
                        <a:gd name="connsiteY26" fmla="*/ 9738 h 28764"/>
                        <a:gd name="connsiteX27" fmla="*/ 20736 w 38007"/>
                        <a:gd name="connsiteY27" fmla="*/ 11785 h 28764"/>
                        <a:gd name="connsiteX28" fmla="*/ 20646 w 38007"/>
                        <a:gd name="connsiteY28" fmla="*/ 13674 h 28764"/>
                        <a:gd name="connsiteX29" fmla="*/ 20646 w 38007"/>
                        <a:gd name="connsiteY29" fmla="*/ 28742 h 28764"/>
                        <a:gd name="connsiteX30" fmla="*/ 17407 w 38007"/>
                        <a:gd name="connsiteY30" fmla="*/ 28742 h 28764"/>
                        <a:gd name="connsiteX31" fmla="*/ 17407 w 38007"/>
                        <a:gd name="connsiteY31" fmla="*/ 9423 h 28764"/>
                        <a:gd name="connsiteX32" fmla="*/ 16148 w 38007"/>
                        <a:gd name="connsiteY32" fmla="*/ 4678 h 28764"/>
                        <a:gd name="connsiteX33" fmla="*/ 11425 w 38007"/>
                        <a:gd name="connsiteY33" fmla="*/ 2946 h 28764"/>
                        <a:gd name="connsiteX34" fmla="*/ 8006 w 38007"/>
                        <a:gd name="connsiteY34" fmla="*/ 3733 h 28764"/>
                        <a:gd name="connsiteX35" fmla="*/ 5128 w 38007"/>
                        <a:gd name="connsiteY35" fmla="*/ 6140 h 28764"/>
                        <a:gd name="connsiteX36" fmla="*/ 4228 w 38007"/>
                        <a:gd name="connsiteY36" fmla="*/ 7781 h 28764"/>
                        <a:gd name="connsiteX37" fmla="*/ 3666 w 38007"/>
                        <a:gd name="connsiteY37" fmla="*/ 9760 h 28764"/>
                        <a:gd name="connsiteX38" fmla="*/ 3373 w 38007"/>
                        <a:gd name="connsiteY38" fmla="*/ 11807 h 28764"/>
                        <a:gd name="connsiteX39" fmla="*/ 3284 w 38007"/>
                        <a:gd name="connsiteY39" fmla="*/ 13696 h 28764"/>
                        <a:gd name="connsiteX40" fmla="*/ 3284 w 38007"/>
                        <a:gd name="connsiteY40" fmla="*/ 28764 h 28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38007" h="28764">
                          <a:moveTo>
                            <a:pt x="3239" y="28697"/>
                          </a:moveTo>
                          <a:lnTo>
                            <a:pt x="0" y="28697"/>
                          </a:lnTo>
                          <a:lnTo>
                            <a:pt x="0" y="742"/>
                          </a:lnTo>
                          <a:lnTo>
                            <a:pt x="3239" y="742"/>
                          </a:lnTo>
                          <a:lnTo>
                            <a:pt x="3239" y="4948"/>
                          </a:lnTo>
                          <a:lnTo>
                            <a:pt x="3351" y="4948"/>
                          </a:lnTo>
                          <a:cubicBezTo>
                            <a:pt x="4183" y="3328"/>
                            <a:pt x="5375" y="2092"/>
                            <a:pt x="6904" y="1259"/>
                          </a:cubicBezTo>
                          <a:cubicBezTo>
                            <a:pt x="8456" y="405"/>
                            <a:pt x="10143" y="0"/>
                            <a:pt x="11987" y="0"/>
                          </a:cubicBezTo>
                          <a:cubicBezTo>
                            <a:pt x="13291" y="0"/>
                            <a:pt x="14371" y="135"/>
                            <a:pt x="15271" y="427"/>
                          </a:cubicBezTo>
                          <a:cubicBezTo>
                            <a:pt x="16170" y="720"/>
                            <a:pt x="16935" y="1102"/>
                            <a:pt x="17564" y="1597"/>
                          </a:cubicBezTo>
                          <a:cubicBezTo>
                            <a:pt x="18194" y="2092"/>
                            <a:pt x="18711" y="2654"/>
                            <a:pt x="19139" y="3306"/>
                          </a:cubicBezTo>
                          <a:cubicBezTo>
                            <a:pt x="19544" y="3958"/>
                            <a:pt x="19904" y="4655"/>
                            <a:pt x="20196" y="5420"/>
                          </a:cubicBezTo>
                          <a:cubicBezTo>
                            <a:pt x="21140" y="3576"/>
                            <a:pt x="22377" y="2227"/>
                            <a:pt x="23951" y="1349"/>
                          </a:cubicBezTo>
                          <a:cubicBezTo>
                            <a:pt x="25526" y="472"/>
                            <a:pt x="27302" y="23"/>
                            <a:pt x="29327" y="23"/>
                          </a:cubicBezTo>
                          <a:cubicBezTo>
                            <a:pt x="31238" y="23"/>
                            <a:pt x="32745" y="337"/>
                            <a:pt x="33892" y="967"/>
                          </a:cubicBezTo>
                          <a:cubicBezTo>
                            <a:pt x="35016" y="1597"/>
                            <a:pt x="35894" y="2429"/>
                            <a:pt x="36501" y="3441"/>
                          </a:cubicBezTo>
                          <a:cubicBezTo>
                            <a:pt x="37108" y="4453"/>
                            <a:pt x="37513" y="5645"/>
                            <a:pt x="37715" y="6972"/>
                          </a:cubicBezTo>
                          <a:cubicBezTo>
                            <a:pt x="37918" y="8299"/>
                            <a:pt x="38007" y="9671"/>
                            <a:pt x="38007" y="11065"/>
                          </a:cubicBezTo>
                          <a:lnTo>
                            <a:pt x="38007" y="28719"/>
                          </a:lnTo>
                          <a:lnTo>
                            <a:pt x="34769" y="28719"/>
                          </a:lnTo>
                          <a:lnTo>
                            <a:pt x="34769" y="9401"/>
                          </a:lnTo>
                          <a:cubicBezTo>
                            <a:pt x="34769" y="7377"/>
                            <a:pt x="34342" y="5802"/>
                            <a:pt x="33510" y="4655"/>
                          </a:cubicBezTo>
                          <a:cubicBezTo>
                            <a:pt x="32655" y="3508"/>
                            <a:pt x="31081" y="2924"/>
                            <a:pt x="28787" y="2924"/>
                          </a:cubicBezTo>
                          <a:cubicBezTo>
                            <a:pt x="27595" y="2924"/>
                            <a:pt x="26448" y="3194"/>
                            <a:pt x="25368" y="3711"/>
                          </a:cubicBezTo>
                          <a:cubicBezTo>
                            <a:pt x="24266" y="4228"/>
                            <a:pt x="23299" y="5038"/>
                            <a:pt x="22490" y="6117"/>
                          </a:cubicBezTo>
                          <a:cubicBezTo>
                            <a:pt x="22130" y="6589"/>
                            <a:pt x="21838" y="7129"/>
                            <a:pt x="21590" y="7759"/>
                          </a:cubicBezTo>
                          <a:cubicBezTo>
                            <a:pt x="21365" y="8389"/>
                            <a:pt x="21163" y="9041"/>
                            <a:pt x="21028" y="9738"/>
                          </a:cubicBezTo>
                          <a:cubicBezTo>
                            <a:pt x="20893" y="10413"/>
                            <a:pt x="20781" y="11110"/>
                            <a:pt x="20736" y="11785"/>
                          </a:cubicBezTo>
                          <a:cubicBezTo>
                            <a:pt x="20691" y="12459"/>
                            <a:pt x="20646" y="13089"/>
                            <a:pt x="20646" y="13674"/>
                          </a:cubicBezTo>
                          <a:lnTo>
                            <a:pt x="20646" y="28742"/>
                          </a:lnTo>
                          <a:lnTo>
                            <a:pt x="17407" y="28742"/>
                          </a:lnTo>
                          <a:lnTo>
                            <a:pt x="17407" y="9423"/>
                          </a:lnTo>
                          <a:cubicBezTo>
                            <a:pt x="17407" y="7399"/>
                            <a:pt x="16980" y="5825"/>
                            <a:pt x="16148" y="4678"/>
                          </a:cubicBezTo>
                          <a:cubicBezTo>
                            <a:pt x="15293" y="3531"/>
                            <a:pt x="13719" y="2946"/>
                            <a:pt x="11425" y="2946"/>
                          </a:cubicBezTo>
                          <a:cubicBezTo>
                            <a:pt x="10233" y="2946"/>
                            <a:pt x="9086" y="3216"/>
                            <a:pt x="8006" y="3733"/>
                          </a:cubicBezTo>
                          <a:cubicBezTo>
                            <a:pt x="6904" y="4251"/>
                            <a:pt x="5937" y="5060"/>
                            <a:pt x="5128" y="6140"/>
                          </a:cubicBezTo>
                          <a:cubicBezTo>
                            <a:pt x="4768" y="6612"/>
                            <a:pt x="4476" y="7152"/>
                            <a:pt x="4228" y="7781"/>
                          </a:cubicBezTo>
                          <a:cubicBezTo>
                            <a:pt x="4003" y="8411"/>
                            <a:pt x="3801" y="9063"/>
                            <a:pt x="3666" y="9760"/>
                          </a:cubicBezTo>
                          <a:cubicBezTo>
                            <a:pt x="3531" y="10435"/>
                            <a:pt x="3418" y="11132"/>
                            <a:pt x="3373" y="11807"/>
                          </a:cubicBezTo>
                          <a:cubicBezTo>
                            <a:pt x="3329" y="12482"/>
                            <a:pt x="3284" y="13111"/>
                            <a:pt x="3284" y="13696"/>
                          </a:cubicBezTo>
                          <a:lnTo>
                            <a:pt x="3284" y="28764"/>
                          </a:lnTo>
                          <a:close/>
                        </a:path>
                      </a:pathLst>
                    </a:custGeom>
                    <a:solidFill>
                      <a:srgbClr val="010101"/>
                    </a:solidFill>
                    <a:ln w="2249" cap="flat">
                      <a:noFill/>
                      <a:prstDash val="solid"/>
                      <a:miter/>
                    </a:ln>
                  </p:spPr>
                  <p:txBody>
                    <a:bodyPr rtlCol="0" anchor="ctr"/>
                    <a:lstStyle/>
                    <a:p>
                      <a:endParaRPr lang="en-US"/>
                    </a:p>
                  </p:txBody>
                </p:sp>
                <p:sp>
                  <p:nvSpPr>
                    <p:cNvPr id="1154" name="Freeform 1153">
                      <a:extLst>
                        <a:ext uri="{FF2B5EF4-FFF2-40B4-BE49-F238E27FC236}">
                          <a16:creationId xmlns:a16="http://schemas.microsoft.com/office/drawing/2014/main" id="{1975E686-9B01-379B-E8D7-1BC82D8E7411}"/>
                        </a:ext>
                      </a:extLst>
                    </p:cNvPr>
                    <p:cNvSpPr/>
                    <p:nvPr/>
                  </p:nvSpPr>
                  <p:spPr>
                    <a:xfrm>
                      <a:off x="4958343" y="3036332"/>
                      <a:ext cx="25682" cy="39739"/>
                    </a:xfrm>
                    <a:custGeom>
                      <a:avLst/>
                      <a:gdLst>
                        <a:gd name="connsiteX0" fmla="*/ 3238 w 25682"/>
                        <a:gd name="connsiteY0" fmla="*/ 39739 h 39739"/>
                        <a:gd name="connsiteX1" fmla="*/ 0 w 25682"/>
                        <a:gd name="connsiteY1" fmla="*/ 39739 h 39739"/>
                        <a:gd name="connsiteX2" fmla="*/ 0 w 25682"/>
                        <a:gd name="connsiteY2" fmla="*/ 765 h 39739"/>
                        <a:gd name="connsiteX3" fmla="*/ 3238 w 25682"/>
                        <a:gd name="connsiteY3" fmla="*/ 765 h 39739"/>
                        <a:gd name="connsiteX4" fmla="*/ 3238 w 25682"/>
                        <a:gd name="connsiteY4" fmla="*/ 5667 h 39739"/>
                        <a:gd name="connsiteX5" fmla="*/ 3351 w 25682"/>
                        <a:gd name="connsiteY5" fmla="*/ 5667 h 39739"/>
                        <a:gd name="connsiteX6" fmla="*/ 5150 w 25682"/>
                        <a:gd name="connsiteY6" fmla="*/ 3239 h 39739"/>
                        <a:gd name="connsiteX7" fmla="*/ 7579 w 25682"/>
                        <a:gd name="connsiteY7" fmla="*/ 1462 h 39739"/>
                        <a:gd name="connsiteX8" fmla="*/ 10300 w 25682"/>
                        <a:gd name="connsiteY8" fmla="*/ 382 h 39739"/>
                        <a:gd name="connsiteX9" fmla="*/ 13044 w 25682"/>
                        <a:gd name="connsiteY9" fmla="*/ 0 h 39739"/>
                        <a:gd name="connsiteX10" fmla="*/ 18824 w 25682"/>
                        <a:gd name="connsiteY10" fmla="*/ 1124 h 39739"/>
                        <a:gd name="connsiteX11" fmla="*/ 22737 w 25682"/>
                        <a:gd name="connsiteY11" fmla="*/ 4228 h 39739"/>
                        <a:gd name="connsiteX12" fmla="*/ 24986 w 25682"/>
                        <a:gd name="connsiteY12" fmla="*/ 8906 h 39739"/>
                        <a:gd name="connsiteX13" fmla="*/ 25683 w 25682"/>
                        <a:gd name="connsiteY13" fmla="*/ 14686 h 39739"/>
                        <a:gd name="connsiteX14" fmla="*/ 24918 w 25682"/>
                        <a:gd name="connsiteY14" fmla="*/ 20308 h 39739"/>
                        <a:gd name="connsiteX15" fmla="*/ 22624 w 25682"/>
                        <a:gd name="connsiteY15" fmla="*/ 25031 h 39739"/>
                        <a:gd name="connsiteX16" fmla="*/ 18734 w 25682"/>
                        <a:gd name="connsiteY16" fmla="*/ 28269 h 39739"/>
                        <a:gd name="connsiteX17" fmla="*/ 13201 w 25682"/>
                        <a:gd name="connsiteY17" fmla="*/ 29484 h 39739"/>
                        <a:gd name="connsiteX18" fmla="*/ 7511 w 25682"/>
                        <a:gd name="connsiteY18" fmla="*/ 28157 h 39739"/>
                        <a:gd name="connsiteX19" fmla="*/ 3216 w 25682"/>
                        <a:gd name="connsiteY19" fmla="*/ 24244 h 39739"/>
                        <a:gd name="connsiteX20" fmla="*/ 3216 w 25682"/>
                        <a:gd name="connsiteY20" fmla="*/ 39739 h 39739"/>
                        <a:gd name="connsiteX21" fmla="*/ 3238 w 25682"/>
                        <a:gd name="connsiteY21" fmla="*/ 14866 h 39739"/>
                        <a:gd name="connsiteX22" fmla="*/ 3891 w 25682"/>
                        <a:gd name="connsiteY22" fmla="*/ 19363 h 39739"/>
                        <a:gd name="connsiteX23" fmla="*/ 5757 w 25682"/>
                        <a:gd name="connsiteY23" fmla="*/ 23097 h 39739"/>
                        <a:gd name="connsiteX24" fmla="*/ 8726 w 25682"/>
                        <a:gd name="connsiteY24" fmla="*/ 25638 h 39739"/>
                        <a:gd name="connsiteX25" fmla="*/ 12684 w 25682"/>
                        <a:gd name="connsiteY25" fmla="*/ 26583 h 39739"/>
                        <a:gd name="connsiteX26" fmla="*/ 17024 w 25682"/>
                        <a:gd name="connsiteY26" fmla="*/ 25593 h 39739"/>
                        <a:gd name="connsiteX27" fmla="*/ 20083 w 25682"/>
                        <a:gd name="connsiteY27" fmla="*/ 22872 h 39739"/>
                        <a:gd name="connsiteX28" fmla="*/ 21815 w 25682"/>
                        <a:gd name="connsiteY28" fmla="*/ 18846 h 39739"/>
                        <a:gd name="connsiteX29" fmla="*/ 22242 w 25682"/>
                        <a:gd name="connsiteY29" fmla="*/ 13899 h 39739"/>
                        <a:gd name="connsiteX30" fmla="*/ 21522 w 25682"/>
                        <a:gd name="connsiteY30" fmla="*/ 9221 h 39739"/>
                        <a:gd name="connsiteX31" fmla="*/ 19498 w 25682"/>
                        <a:gd name="connsiteY31" fmla="*/ 5802 h 39739"/>
                        <a:gd name="connsiteX32" fmla="*/ 16485 w 25682"/>
                        <a:gd name="connsiteY32" fmla="*/ 3666 h 39739"/>
                        <a:gd name="connsiteX33" fmla="*/ 12706 w 25682"/>
                        <a:gd name="connsiteY33" fmla="*/ 2946 h 39739"/>
                        <a:gd name="connsiteX34" fmla="*/ 8658 w 25682"/>
                        <a:gd name="connsiteY34" fmla="*/ 3868 h 39739"/>
                        <a:gd name="connsiteX35" fmla="*/ 5690 w 25682"/>
                        <a:gd name="connsiteY35" fmla="*/ 6387 h 39739"/>
                        <a:gd name="connsiteX36" fmla="*/ 3891 w 25682"/>
                        <a:gd name="connsiteY36" fmla="*/ 10165 h 39739"/>
                        <a:gd name="connsiteX37" fmla="*/ 3261 w 25682"/>
                        <a:gd name="connsiteY37" fmla="*/ 14888 h 39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682" h="39739">
                          <a:moveTo>
                            <a:pt x="3238" y="39739"/>
                          </a:moveTo>
                          <a:lnTo>
                            <a:pt x="0" y="39739"/>
                          </a:lnTo>
                          <a:lnTo>
                            <a:pt x="0" y="765"/>
                          </a:lnTo>
                          <a:lnTo>
                            <a:pt x="3238" y="765"/>
                          </a:lnTo>
                          <a:lnTo>
                            <a:pt x="3238" y="5667"/>
                          </a:lnTo>
                          <a:lnTo>
                            <a:pt x="3351" y="5667"/>
                          </a:lnTo>
                          <a:cubicBezTo>
                            <a:pt x="3823" y="4768"/>
                            <a:pt x="4430" y="3958"/>
                            <a:pt x="5150" y="3239"/>
                          </a:cubicBezTo>
                          <a:cubicBezTo>
                            <a:pt x="5892" y="2519"/>
                            <a:pt x="6702" y="1934"/>
                            <a:pt x="7579" y="1462"/>
                          </a:cubicBezTo>
                          <a:cubicBezTo>
                            <a:pt x="8456" y="990"/>
                            <a:pt x="9378" y="630"/>
                            <a:pt x="10300" y="382"/>
                          </a:cubicBezTo>
                          <a:cubicBezTo>
                            <a:pt x="11245" y="135"/>
                            <a:pt x="12144" y="0"/>
                            <a:pt x="13044" y="0"/>
                          </a:cubicBezTo>
                          <a:cubicBezTo>
                            <a:pt x="15315" y="0"/>
                            <a:pt x="17227" y="382"/>
                            <a:pt x="18824" y="1124"/>
                          </a:cubicBezTo>
                          <a:cubicBezTo>
                            <a:pt x="20420" y="1867"/>
                            <a:pt x="21702" y="2924"/>
                            <a:pt x="22737" y="4228"/>
                          </a:cubicBezTo>
                          <a:cubicBezTo>
                            <a:pt x="23771" y="5532"/>
                            <a:pt x="24513" y="7107"/>
                            <a:pt x="24986" y="8906"/>
                          </a:cubicBezTo>
                          <a:cubicBezTo>
                            <a:pt x="25458" y="10705"/>
                            <a:pt x="25683" y="12639"/>
                            <a:pt x="25683" y="14686"/>
                          </a:cubicBezTo>
                          <a:cubicBezTo>
                            <a:pt x="25683" y="16620"/>
                            <a:pt x="25436" y="18509"/>
                            <a:pt x="24918" y="20308"/>
                          </a:cubicBezTo>
                          <a:cubicBezTo>
                            <a:pt x="24424" y="22107"/>
                            <a:pt x="23659" y="23682"/>
                            <a:pt x="22624" y="25031"/>
                          </a:cubicBezTo>
                          <a:cubicBezTo>
                            <a:pt x="21590" y="26380"/>
                            <a:pt x="20308" y="27460"/>
                            <a:pt x="18734" y="28269"/>
                          </a:cubicBezTo>
                          <a:cubicBezTo>
                            <a:pt x="17160" y="29079"/>
                            <a:pt x="15315" y="29484"/>
                            <a:pt x="13201" y="29484"/>
                          </a:cubicBezTo>
                          <a:cubicBezTo>
                            <a:pt x="11222" y="29484"/>
                            <a:pt x="9333" y="29034"/>
                            <a:pt x="7511" y="28157"/>
                          </a:cubicBezTo>
                          <a:cubicBezTo>
                            <a:pt x="5690" y="27280"/>
                            <a:pt x="4273" y="25975"/>
                            <a:pt x="3216" y="24244"/>
                          </a:cubicBezTo>
                          <a:lnTo>
                            <a:pt x="3216" y="39739"/>
                          </a:lnTo>
                          <a:close/>
                          <a:moveTo>
                            <a:pt x="3238" y="14866"/>
                          </a:moveTo>
                          <a:cubicBezTo>
                            <a:pt x="3238" y="16440"/>
                            <a:pt x="3463" y="17947"/>
                            <a:pt x="3891" y="19363"/>
                          </a:cubicBezTo>
                          <a:cubicBezTo>
                            <a:pt x="4318" y="20780"/>
                            <a:pt x="4948" y="22017"/>
                            <a:pt x="5757" y="23097"/>
                          </a:cubicBezTo>
                          <a:cubicBezTo>
                            <a:pt x="6567" y="24154"/>
                            <a:pt x="7556" y="25008"/>
                            <a:pt x="8726" y="25638"/>
                          </a:cubicBezTo>
                          <a:cubicBezTo>
                            <a:pt x="9895" y="26268"/>
                            <a:pt x="11222" y="26583"/>
                            <a:pt x="12684" y="26583"/>
                          </a:cubicBezTo>
                          <a:cubicBezTo>
                            <a:pt x="14348" y="26583"/>
                            <a:pt x="15787" y="26245"/>
                            <a:pt x="17024" y="25593"/>
                          </a:cubicBezTo>
                          <a:cubicBezTo>
                            <a:pt x="18262" y="24918"/>
                            <a:pt x="19273" y="24019"/>
                            <a:pt x="20083" y="22872"/>
                          </a:cubicBezTo>
                          <a:cubicBezTo>
                            <a:pt x="20870" y="21725"/>
                            <a:pt x="21455" y="20376"/>
                            <a:pt x="21815" y="18846"/>
                          </a:cubicBezTo>
                          <a:cubicBezTo>
                            <a:pt x="22175" y="17317"/>
                            <a:pt x="22309" y="15675"/>
                            <a:pt x="22242" y="13899"/>
                          </a:cubicBezTo>
                          <a:cubicBezTo>
                            <a:pt x="22242" y="12144"/>
                            <a:pt x="21995" y="10570"/>
                            <a:pt x="21522" y="9221"/>
                          </a:cubicBezTo>
                          <a:cubicBezTo>
                            <a:pt x="21028" y="7871"/>
                            <a:pt x="20353" y="6724"/>
                            <a:pt x="19498" y="5802"/>
                          </a:cubicBezTo>
                          <a:cubicBezTo>
                            <a:pt x="18644" y="4858"/>
                            <a:pt x="17632" y="4161"/>
                            <a:pt x="16485" y="3666"/>
                          </a:cubicBezTo>
                          <a:cubicBezTo>
                            <a:pt x="15338" y="3171"/>
                            <a:pt x="14079" y="2946"/>
                            <a:pt x="12706" y="2946"/>
                          </a:cubicBezTo>
                          <a:cubicBezTo>
                            <a:pt x="11200" y="2946"/>
                            <a:pt x="9850" y="3261"/>
                            <a:pt x="8658" y="3868"/>
                          </a:cubicBezTo>
                          <a:cubicBezTo>
                            <a:pt x="7466" y="4475"/>
                            <a:pt x="6477" y="5308"/>
                            <a:pt x="5690" y="6387"/>
                          </a:cubicBezTo>
                          <a:cubicBezTo>
                            <a:pt x="4903" y="7444"/>
                            <a:pt x="4295" y="8703"/>
                            <a:pt x="3891" y="10165"/>
                          </a:cubicBezTo>
                          <a:cubicBezTo>
                            <a:pt x="3486" y="11627"/>
                            <a:pt x="3261" y="13201"/>
                            <a:pt x="3261" y="14888"/>
                          </a:cubicBezTo>
                          <a:close/>
                        </a:path>
                      </a:pathLst>
                    </a:custGeom>
                    <a:solidFill>
                      <a:srgbClr val="010101"/>
                    </a:solidFill>
                    <a:ln w="2249" cap="flat">
                      <a:noFill/>
                      <a:prstDash val="solid"/>
                      <a:miter/>
                    </a:ln>
                  </p:spPr>
                  <p:txBody>
                    <a:bodyPr rtlCol="0" anchor="ctr"/>
                    <a:lstStyle/>
                    <a:p>
                      <a:endParaRPr lang="en-US"/>
                    </a:p>
                  </p:txBody>
                </p:sp>
                <p:sp>
                  <p:nvSpPr>
                    <p:cNvPr id="1155" name="Freeform 1154">
                      <a:extLst>
                        <a:ext uri="{FF2B5EF4-FFF2-40B4-BE49-F238E27FC236}">
                          <a16:creationId xmlns:a16="http://schemas.microsoft.com/office/drawing/2014/main" id="{486B06ED-4554-47A4-31EC-8BEF2929EA16}"/>
                        </a:ext>
                      </a:extLst>
                    </p:cNvPr>
                    <p:cNvSpPr/>
                    <p:nvPr/>
                  </p:nvSpPr>
                  <p:spPr>
                    <a:xfrm>
                      <a:off x="4989468" y="3036399"/>
                      <a:ext cx="26357" cy="29483"/>
                    </a:xfrm>
                    <a:custGeom>
                      <a:avLst/>
                      <a:gdLst>
                        <a:gd name="connsiteX0" fmla="*/ 14326 w 26357"/>
                        <a:gd name="connsiteY0" fmla="*/ 12369 h 29483"/>
                        <a:gd name="connsiteX1" fmla="*/ 16507 w 26357"/>
                        <a:gd name="connsiteY1" fmla="*/ 12054 h 29483"/>
                        <a:gd name="connsiteX2" fmla="*/ 18576 w 26357"/>
                        <a:gd name="connsiteY2" fmla="*/ 11470 h 29483"/>
                        <a:gd name="connsiteX3" fmla="*/ 19566 w 26357"/>
                        <a:gd name="connsiteY3" fmla="*/ 10210 h 29483"/>
                        <a:gd name="connsiteX4" fmla="*/ 19746 w 26357"/>
                        <a:gd name="connsiteY4" fmla="*/ 8569 h 29483"/>
                        <a:gd name="connsiteX5" fmla="*/ 18149 w 26357"/>
                        <a:gd name="connsiteY5" fmla="*/ 4498 h 29483"/>
                        <a:gd name="connsiteX6" fmla="*/ 12774 w 26357"/>
                        <a:gd name="connsiteY6" fmla="*/ 2901 h 29483"/>
                        <a:gd name="connsiteX7" fmla="*/ 9693 w 26357"/>
                        <a:gd name="connsiteY7" fmla="*/ 3193 h 29483"/>
                        <a:gd name="connsiteX8" fmla="*/ 7242 w 26357"/>
                        <a:gd name="connsiteY8" fmla="*/ 4228 h 29483"/>
                        <a:gd name="connsiteX9" fmla="*/ 5510 w 26357"/>
                        <a:gd name="connsiteY9" fmla="*/ 6162 h 29483"/>
                        <a:gd name="connsiteX10" fmla="*/ 4610 w 26357"/>
                        <a:gd name="connsiteY10" fmla="*/ 9221 h 29483"/>
                        <a:gd name="connsiteX11" fmla="*/ 1327 w 26357"/>
                        <a:gd name="connsiteY11" fmla="*/ 9221 h 29483"/>
                        <a:gd name="connsiteX12" fmla="*/ 2451 w 26357"/>
                        <a:gd name="connsiteY12" fmla="*/ 4993 h 29483"/>
                        <a:gd name="connsiteX13" fmla="*/ 4970 w 26357"/>
                        <a:gd name="connsiteY13" fmla="*/ 2137 h 29483"/>
                        <a:gd name="connsiteX14" fmla="*/ 8524 w 26357"/>
                        <a:gd name="connsiteY14" fmla="*/ 517 h 29483"/>
                        <a:gd name="connsiteX15" fmla="*/ 12819 w 26357"/>
                        <a:gd name="connsiteY15" fmla="*/ 0 h 29483"/>
                        <a:gd name="connsiteX16" fmla="*/ 16777 w 26357"/>
                        <a:gd name="connsiteY16" fmla="*/ 450 h 29483"/>
                        <a:gd name="connsiteX17" fmla="*/ 20016 w 26357"/>
                        <a:gd name="connsiteY17" fmla="*/ 1912 h 29483"/>
                        <a:gd name="connsiteX18" fmla="*/ 22175 w 26357"/>
                        <a:gd name="connsiteY18" fmla="*/ 4588 h 29483"/>
                        <a:gd name="connsiteX19" fmla="*/ 22962 w 26357"/>
                        <a:gd name="connsiteY19" fmla="*/ 8681 h 29483"/>
                        <a:gd name="connsiteX20" fmla="*/ 22962 w 26357"/>
                        <a:gd name="connsiteY20" fmla="*/ 23906 h 29483"/>
                        <a:gd name="connsiteX21" fmla="*/ 23637 w 26357"/>
                        <a:gd name="connsiteY21" fmla="*/ 26313 h 29483"/>
                        <a:gd name="connsiteX22" fmla="*/ 26358 w 26357"/>
                        <a:gd name="connsiteY22" fmla="*/ 26065 h 29483"/>
                        <a:gd name="connsiteX23" fmla="*/ 26358 w 26357"/>
                        <a:gd name="connsiteY23" fmla="*/ 28607 h 29483"/>
                        <a:gd name="connsiteX24" fmla="*/ 25256 w 26357"/>
                        <a:gd name="connsiteY24" fmla="*/ 28922 h 29483"/>
                        <a:gd name="connsiteX25" fmla="*/ 23816 w 26357"/>
                        <a:gd name="connsiteY25" fmla="*/ 29146 h 29483"/>
                        <a:gd name="connsiteX26" fmla="*/ 22355 w 26357"/>
                        <a:gd name="connsiteY26" fmla="*/ 28989 h 29483"/>
                        <a:gd name="connsiteX27" fmla="*/ 21050 w 26357"/>
                        <a:gd name="connsiteY27" fmla="*/ 28472 h 29483"/>
                        <a:gd name="connsiteX28" fmla="*/ 20263 w 26357"/>
                        <a:gd name="connsiteY28" fmla="*/ 27505 h 29483"/>
                        <a:gd name="connsiteX29" fmla="*/ 19858 w 26357"/>
                        <a:gd name="connsiteY29" fmla="*/ 26268 h 29483"/>
                        <a:gd name="connsiteX30" fmla="*/ 19746 w 26357"/>
                        <a:gd name="connsiteY30" fmla="*/ 24829 h 29483"/>
                        <a:gd name="connsiteX31" fmla="*/ 15045 w 26357"/>
                        <a:gd name="connsiteY31" fmla="*/ 28292 h 29483"/>
                        <a:gd name="connsiteX32" fmla="*/ 9333 w 26357"/>
                        <a:gd name="connsiteY32" fmla="*/ 29484 h 29483"/>
                        <a:gd name="connsiteX33" fmla="*/ 5802 w 26357"/>
                        <a:gd name="connsiteY33" fmla="*/ 28989 h 29483"/>
                        <a:gd name="connsiteX34" fmla="*/ 2811 w 26357"/>
                        <a:gd name="connsiteY34" fmla="*/ 27482 h 29483"/>
                        <a:gd name="connsiteX35" fmla="*/ 765 w 26357"/>
                        <a:gd name="connsiteY35" fmla="*/ 24963 h 29483"/>
                        <a:gd name="connsiteX36" fmla="*/ 0 w 26357"/>
                        <a:gd name="connsiteY36" fmla="*/ 21433 h 29483"/>
                        <a:gd name="connsiteX37" fmla="*/ 9760 w 26357"/>
                        <a:gd name="connsiteY37" fmla="*/ 13021 h 29483"/>
                        <a:gd name="connsiteX38" fmla="*/ 14236 w 26357"/>
                        <a:gd name="connsiteY38" fmla="*/ 12437 h 29483"/>
                        <a:gd name="connsiteX39" fmla="*/ 19768 w 26357"/>
                        <a:gd name="connsiteY39" fmla="*/ 13989 h 29483"/>
                        <a:gd name="connsiteX40" fmla="*/ 15608 w 26357"/>
                        <a:gd name="connsiteY40" fmla="*/ 15113 h 29483"/>
                        <a:gd name="connsiteX41" fmla="*/ 11402 w 26357"/>
                        <a:gd name="connsiteY41" fmla="*/ 15540 h 29483"/>
                        <a:gd name="connsiteX42" fmla="*/ 5600 w 26357"/>
                        <a:gd name="connsiteY42" fmla="*/ 17205 h 29483"/>
                        <a:gd name="connsiteX43" fmla="*/ 3531 w 26357"/>
                        <a:gd name="connsiteY43" fmla="*/ 21478 h 29483"/>
                        <a:gd name="connsiteX44" fmla="*/ 4048 w 26357"/>
                        <a:gd name="connsiteY44" fmla="*/ 23726 h 29483"/>
                        <a:gd name="connsiteX45" fmla="*/ 5398 w 26357"/>
                        <a:gd name="connsiteY45" fmla="*/ 25301 h 29483"/>
                        <a:gd name="connsiteX46" fmla="*/ 7332 w 26357"/>
                        <a:gd name="connsiteY46" fmla="*/ 26223 h 29483"/>
                        <a:gd name="connsiteX47" fmla="*/ 9581 w 26357"/>
                        <a:gd name="connsiteY47" fmla="*/ 26515 h 29483"/>
                        <a:gd name="connsiteX48" fmla="*/ 13359 w 26357"/>
                        <a:gd name="connsiteY48" fmla="*/ 26020 h 29483"/>
                        <a:gd name="connsiteX49" fmla="*/ 16620 w 26357"/>
                        <a:gd name="connsiteY49" fmla="*/ 24536 h 29483"/>
                        <a:gd name="connsiteX50" fmla="*/ 18914 w 26357"/>
                        <a:gd name="connsiteY50" fmla="*/ 21995 h 29483"/>
                        <a:gd name="connsiteX51" fmla="*/ 19768 w 26357"/>
                        <a:gd name="connsiteY51" fmla="*/ 18352 h 29483"/>
                        <a:gd name="connsiteX52" fmla="*/ 19768 w 26357"/>
                        <a:gd name="connsiteY52" fmla="*/ 13989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6357" h="29483">
                          <a:moveTo>
                            <a:pt x="14326" y="12369"/>
                          </a:moveTo>
                          <a:cubicBezTo>
                            <a:pt x="14933" y="12302"/>
                            <a:pt x="15675" y="12189"/>
                            <a:pt x="16507" y="12054"/>
                          </a:cubicBezTo>
                          <a:cubicBezTo>
                            <a:pt x="17362" y="11919"/>
                            <a:pt x="18037" y="11717"/>
                            <a:pt x="18576" y="11470"/>
                          </a:cubicBezTo>
                          <a:cubicBezTo>
                            <a:pt x="19116" y="11222"/>
                            <a:pt x="19454" y="10795"/>
                            <a:pt x="19566" y="10210"/>
                          </a:cubicBezTo>
                          <a:cubicBezTo>
                            <a:pt x="19701" y="9626"/>
                            <a:pt x="19746" y="9063"/>
                            <a:pt x="19746" y="8569"/>
                          </a:cubicBezTo>
                          <a:cubicBezTo>
                            <a:pt x="19746" y="6904"/>
                            <a:pt x="19206" y="5555"/>
                            <a:pt x="18149" y="4498"/>
                          </a:cubicBezTo>
                          <a:cubicBezTo>
                            <a:pt x="17092" y="3441"/>
                            <a:pt x="15293" y="2901"/>
                            <a:pt x="12774" y="2901"/>
                          </a:cubicBezTo>
                          <a:cubicBezTo>
                            <a:pt x="11649" y="2901"/>
                            <a:pt x="10638" y="2991"/>
                            <a:pt x="9693" y="3193"/>
                          </a:cubicBezTo>
                          <a:cubicBezTo>
                            <a:pt x="8748" y="3396"/>
                            <a:pt x="7939" y="3733"/>
                            <a:pt x="7242" y="4228"/>
                          </a:cubicBezTo>
                          <a:cubicBezTo>
                            <a:pt x="6545" y="4723"/>
                            <a:pt x="5960" y="5353"/>
                            <a:pt x="5510" y="6162"/>
                          </a:cubicBezTo>
                          <a:cubicBezTo>
                            <a:pt x="5060" y="6972"/>
                            <a:pt x="4768" y="7984"/>
                            <a:pt x="4610" y="9221"/>
                          </a:cubicBezTo>
                          <a:lnTo>
                            <a:pt x="1327" y="9221"/>
                          </a:lnTo>
                          <a:cubicBezTo>
                            <a:pt x="1439" y="7556"/>
                            <a:pt x="1822" y="6162"/>
                            <a:pt x="2451" y="4993"/>
                          </a:cubicBezTo>
                          <a:cubicBezTo>
                            <a:pt x="3081" y="3823"/>
                            <a:pt x="3936" y="2879"/>
                            <a:pt x="4970" y="2137"/>
                          </a:cubicBezTo>
                          <a:cubicBezTo>
                            <a:pt x="6005" y="1394"/>
                            <a:pt x="7174" y="855"/>
                            <a:pt x="8524" y="517"/>
                          </a:cubicBezTo>
                          <a:cubicBezTo>
                            <a:pt x="9873" y="180"/>
                            <a:pt x="11312" y="0"/>
                            <a:pt x="12819" y="0"/>
                          </a:cubicBezTo>
                          <a:cubicBezTo>
                            <a:pt x="14213" y="0"/>
                            <a:pt x="15540" y="157"/>
                            <a:pt x="16777" y="450"/>
                          </a:cubicBezTo>
                          <a:cubicBezTo>
                            <a:pt x="18014" y="765"/>
                            <a:pt x="19094" y="1237"/>
                            <a:pt x="20016" y="1912"/>
                          </a:cubicBezTo>
                          <a:cubicBezTo>
                            <a:pt x="20938" y="2586"/>
                            <a:pt x="21657" y="3463"/>
                            <a:pt x="22175" y="4588"/>
                          </a:cubicBezTo>
                          <a:cubicBezTo>
                            <a:pt x="22692" y="5712"/>
                            <a:pt x="22962" y="7062"/>
                            <a:pt x="22962" y="8681"/>
                          </a:cubicBezTo>
                          <a:lnTo>
                            <a:pt x="22962" y="23906"/>
                          </a:lnTo>
                          <a:cubicBezTo>
                            <a:pt x="22962" y="25166"/>
                            <a:pt x="23187" y="25975"/>
                            <a:pt x="23637" y="26313"/>
                          </a:cubicBezTo>
                          <a:cubicBezTo>
                            <a:pt x="24086" y="26650"/>
                            <a:pt x="24986" y="26583"/>
                            <a:pt x="26358" y="26065"/>
                          </a:cubicBezTo>
                          <a:lnTo>
                            <a:pt x="26358" y="28607"/>
                          </a:lnTo>
                          <a:cubicBezTo>
                            <a:pt x="26110" y="28674"/>
                            <a:pt x="25728" y="28787"/>
                            <a:pt x="25256" y="28922"/>
                          </a:cubicBezTo>
                          <a:cubicBezTo>
                            <a:pt x="24761" y="29056"/>
                            <a:pt x="24289" y="29146"/>
                            <a:pt x="23816" y="29146"/>
                          </a:cubicBezTo>
                          <a:cubicBezTo>
                            <a:pt x="23322" y="29146"/>
                            <a:pt x="22827" y="29102"/>
                            <a:pt x="22355" y="28989"/>
                          </a:cubicBezTo>
                          <a:cubicBezTo>
                            <a:pt x="21815" y="28922"/>
                            <a:pt x="21388" y="28742"/>
                            <a:pt x="21050" y="28472"/>
                          </a:cubicBezTo>
                          <a:cubicBezTo>
                            <a:pt x="20713" y="28202"/>
                            <a:pt x="20465" y="27887"/>
                            <a:pt x="20263" y="27505"/>
                          </a:cubicBezTo>
                          <a:cubicBezTo>
                            <a:pt x="20061" y="27122"/>
                            <a:pt x="19926" y="26718"/>
                            <a:pt x="19858" y="26268"/>
                          </a:cubicBezTo>
                          <a:cubicBezTo>
                            <a:pt x="19791" y="25818"/>
                            <a:pt x="19746" y="25346"/>
                            <a:pt x="19746" y="24829"/>
                          </a:cubicBezTo>
                          <a:cubicBezTo>
                            <a:pt x="18374" y="26335"/>
                            <a:pt x="16822" y="27482"/>
                            <a:pt x="15045" y="28292"/>
                          </a:cubicBezTo>
                          <a:cubicBezTo>
                            <a:pt x="13291" y="29079"/>
                            <a:pt x="11380" y="29484"/>
                            <a:pt x="9333" y="29484"/>
                          </a:cubicBezTo>
                          <a:cubicBezTo>
                            <a:pt x="8119" y="29484"/>
                            <a:pt x="6927" y="29326"/>
                            <a:pt x="5802" y="28989"/>
                          </a:cubicBezTo>
                          <a:cubicBezTo>
                            <a:pt x="4678" y="28652"/>
                            <a:pt x="3666" y="28157"/>
                            <a:pt x="2811" y="27482"/>
                          </a:cubicBezTo>
                          <a:cubicBezTo>
                            <a:pt x="1957" y="26808"/>
                            <a:pt x="1259" y="25953"/>
                            <a:pt x="765" y="24963"/>
                          </a:cubicBezTo>
                          <a:cubicBezTo>
                            <a:pt x="270" y="23974"/>
                            <a:pt x="0" y="22804"/>
                            <a:pt x="0" y="21433"/>
                          </a:cubicBezTo>
                          <a:cubicBezTo>
                            <a:pt x="0" y="16687"/>
                            <a:pt x="3261" y="13876"/>
                            <a:pt x="9760" y="13021"/>
                          </a:cubicBezTo>
                          <a:lnTo>
                            <a:pt x="14236" y="12437"/>
                          </a:lnTo>
                          <a:close/>
                          <a:moveTo>
                            <a:pt x="19768" y="13989"/>
                          </a:moveTo>
                          <a:cubicBezTo>
                            <a:pt x="18396" y="14573"/>
                            <a:pt x="17024" y="14933"/>
                            <a:pt x="15608" y="15113"/>
                          </a:cubicBezTo>
                          <a:cubicBezTo>
                            <a:pt x="14191" y="15293"/>
                            <a:pt x="12796" y="15428"/>
                            <a:pt x="11402" y="15540"/>
                          </a:cubicBezTo>
                          <a:cubicBezTo>
                            <a:pt x="8928" y="15720"/>
                            <a:pt x="6994" y="16282"/>
                            <a:pt x="5600" y="17205"/>
                          </a:cubicBezTo>
                          <a:cubicBezTo>
                            <a:pt x="4206" y="18149"/>
                            <a:pt x="3531" y="19566"/>
                            <a:pt x="3531" y="21478"/>
                          </a:cubicBezTo>
                          <a:cubicBezTo>
                            <a:pt x="3531" y="22332"/>
                            <a:pt x="3711" y="23097"/>
                            <a:pt x="4048" y="23726"/>
                          </a:cubicBezTo>
                          <a:cubicBezTo>
                            <a:pt x="4385" y="24356"/>
                            <a:pt x="4835" y="24873"/>
                            <a:pt x="5398" y="25301"/>
                          </a:cubicBezTo>
                          <a:cubicBezTo>
                            <a:pt x="5960" y="25706"/>
                            <a:pt x="6612" y="26020"/>
                            <a:pt x="7332" y="26223"/>
                          </a:cubicBezTo>
                          <a:cubicBezTo>
                            <a:pt x="8074" y="26425"/>
                            <a:pt x="8816" y="26515"/>
                            <a:pt x="9581" y="26515"/>
                          </a:cubicBezTo>
                          <a:cubicBezTo>
                            <a:pt x="10885" y="26515"/>
                            <a:pt x="12144" y="26358"/>
                            <a:pt x="13359" y="26020"/>
                          </a:cubicBezTo>
                          <a:cubicBezTo>
                            <a:pt x="14573" y="25706"/>
                            <a:pt x="15675" y="25211"/>
                            <a:pt x="16620" y="24536"/>
                          </a:cubicBezTo>
                          <a:cubicBezTo>
                            <a:pt x="17564" y="23861"/>
                            <a:pt x="18329" y="23029"/>
                            <a:pt x="18914" y="21995"/>
                          </a:cubicBezTo>
                          <a:cubicBezTo>
                            <a:pt x="19499" y="20960"/>
                            <a:pt x="19768" y="19746"/>
                            <a:pt x="19768" y="18352"/>
                          </a:cubicBezTo>
                          <a:lnTo>
                            <a:pt x="19768" y="13989"/>
                          </a:lnTo>
                          <a:close/>
                        </a:path>
                      </a:pathLst>
                    </a:custGeom>
                    <a:solidFill>
                      <a:srgbClr val="010101"/>
                    </a:solidFill>
                    <a:ln w="2249" cap="flat">
                      <a:noFill/>
                      <a:prstDash val="solid"/>
                      <a:miter/>
                    </a:ln>
                  </p:spPr>
                  <p:txBody>
                    <a:bodyPr rtlCol="0" anchor="ctr"/>
                    <a:lstStyle/>
                    <a:p>
                      <a:endParaRPr lang="en-US"/>
                    </a:p>
                  </p:txBody>
                </p:sp>
                <p:sp>
                  <p:nvSpPr>
                    <p:cNvPr id="1156" name="Freeform 1155">
                      <a:extLst>
                        <a:ext uri="{FF2B5EF4-FFF2-40B4-BE49-F238E27FC236}">
                          <a16:creationId xmlns:a16="http://schemas.microsoft.com/office/drawing/2014/main" id="{D55BD253-AB20-CB21-438D-835744F0239B}"/>
                        </a:ext>
                      </a:extLst>
                    </p:cNvPr>
                    <p:cNvSpPr/>
                    <p:nvPr/>
                  </p:nvSpPr>
                  <p:spPr>
                    <a:xfrm>
                      <a:off x="5021111" y="3036354"/>
                      <a:ext cx="12481" cy="28719"/>
                    </a:xfrm>
                    <a:custGeom>
                      <a:avLst/>
                      <a:gdLst>
                        <a:gd name="connsiteX0" fmla="*/ 3239 w 12481"/>
                        <a:gd name="connsiteY0" fmla="*/ 28719 h 28719"/>
                        <a:gd name="connsiteX1" fmla="*/ 0 w 12481"/>
                        <a:gd name="connsiteY1" fmla="*/ 28719 h 28719"/>
                        <a:gd name="connsiteX2" fmla="*/ 0 w 12481"/>
                        <a:gd name="connsiteY2" fmla="*/ 765 h 28719"/>
                        <a:gd name="connsiteX3" fmla="*/ 3239 w 12481"/>
                        <a:gd name="connsiteY3" fmla="*/ 765 h 28719"/>
                        <a:gd name="connsiteX4" fmla="*/ 3239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8 h 28719"/>
                        <a:gd name="connsiteX9" fmla="*/ 7939 w 12481"/>
                        <a:gd name="connsiteY9" fmla="*/ 4363 h 28719"/>
                        <a:gd name="connsiteX10" fmla="*/ 5105 w 12481"/>
                        <a:gd name="connsiteY10" fmla="*/ 6837 h 28719"/>
                        <a:gd name="connsiteX11" fmla="*/ 3643 w 12481"/>
                        <a:gd name="connsiteY11" fmla="*/ 10525 h 28719"/>
                        <a:gd name="connsiteX12" fmla="*/ 3239 w 12481"/>
                        <a:gd name="connsiteY12" fmla="*/ 14978 h 28719"/>
                        <a:gd name="connsiteX13" fmla="*/ 3239 w 12481"/>
                        <a:gd name="connsiteY13"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481" h="28719">
                          <a:moveTo>
                            <a:pt x="3239" y="28719"/>
                          </a:moveTo>
                          <a:lnTo>
                            <a:pt x="0" y="28719"/>
                          </a:lnTo>
                          <a:lnTo>
                            <a:pt x="0" y="765"/>
                          </a:lnTo>
                          <a:lnTo>
                            <a:pt x="3239" y="765"/>
                          </a:lnTo>
                          <a:lnTo>
                            <a:pt x="3239" y="6005"/>
                          </a:lnTo>
                          <a:lnTo>
                            <a:pt x="3351" y="6005"/>
                          </a:lnTo>
                          <a:cubicBezTo>
                            <a:pt x="4251" y="3778"/>
                            <a:pt x="5420" y="2226"/>
                            <a:pt x="6837" y="1327"/>
                          </a:cubicBezTo>
                          <a:cubicBezTo>
                            <a:pt x="8254" y="450"/>
                            <a:pt x="10143" y="0"/>
                            <a:pt x="12482" y="0"/>
                          </a:cubicBezTo>
                          <a:lnTo>
                            <a:pt x="12482" y="3508"/>
                          </a:lnTo>
                          <a:cubicBezTo>
                            <a:pt x="10638" y="3463"/>
                            <a:pt x="9131" y="3756"/>
                            <a:pt x="7939" y="4363"/>
                          </a:cubicBezTo>
                          <a:cubicBezTo>
                            <a:pt x="6747" y="4970"/>
                            <a:pt x="5802" y="5802"/>
                            <a:pt x="5105" y="6837"/>
                          </a:cubicBezTo>
                          <a:cubicBezTo>
                            <a:pt x="4408" y="7871"/>
                            <a:pt x="3913" y="9108"/>
                            <a:pt x="3643" y="10525"/>
                          </a:cubicBezTo>
                          <a:cubicBezTo>
                            <a:pt x="3373" y="11942"/>
                            <a:pt x="3239" y="13426"/>
                            <a:pt x="3239" y="14978"/>
                          </a:cubicBezTo>
                          <a:lnTo>
                            <a:pt x="3239" y="28697"/>
                          </a:lnTo>
                          <a:close/>
                        </a:path>
                      </a:pathLst>
                    </a:custGeom>
                    <a:solidFill>
                      <a:srgbClr val="010101"/>
                    </a:solidFill>
                    <a:ln w="2249" cap="flat">
                      <a:noFill/>
                      <a:prstDash val="solid"/>
                      <a:miter/>
                    </a:ln>
                  </p:spPr>
                  <p:txBody>
                    <a:bodyPr rtlCol="0" anchor="ctr"/>
                    <a:lstStyle/>
                    <a:p>
                      <a:endParaRPr lang="en-US"/>
                    </a:p>
                  </p:txBody>
                </p:sp>
                <p:sp>
                  <p:nvSpPr>
                    <p:cNvPr id="1157" name="Freeform 1156">
                      <a:extLst>
                        <a:ext uri="{FF2B5EF4-FFF2-40B4-BE49-F238E27FC236}">
                          <a16:creationId xmlns:a16="http://schemas.microsoft.com/office/drawing/2014/main" id="{CB6A013C-EF97-542C-0D83-EAD52559DC56}"/>
                        </a:ext>
                      </a:extLst>
                    </p:cNvPr>
                    <p:cNvSpPr/>
                    <p:nvPr/>
                  </p:nvSpPr>
                  <p:spPr>
                    <a:xfrm>
                      <a:off x="5037416" y="3036377"/>
                      <a:ext cx="25167" cy="29483"/>
                    </a:xfrm>
                    <a:custGeom>
                      <a:avLst/>
                      <a:gdLst>
                        <a:gd name="connsiteX0" fmla="*/ 3509 w 25167"/>
                        <a:gd name="connsiteY0" fmla="*/ 15473 h 29483"/>
                        <a:gd name="connsiteX1" fmla="*/ 4093 w 25167"/>
                        <a:gd name="connsiteY1" fmla="*/ 19768 h 29483"/>
                        <a:gd name="connsiteX2" fmla="*/ 5848 w 25167"/>
                        <a:gd name="connsiteY2" fmla="*/ 23277 h 29483"/>
                        <a:gd name="connsiteX3" fmla="*/ 8794 w 25167"/>
                        <a:gd name="connsiteY3" fmla="*/ 25661 h 29483"/>
                        <a:gd name="connsiteX4" fmla="*/ 12887 w 25167"/>
                        <a:gd name="connsiteY4" fmla="*/ 26560 h 29483"/>
                        <a:gd name="connsiteX5" fmla="*/ 18329 w 25167"/>
                        <a:gd name="connsiteY5" fmla="*/ 24896 h 29483"/>
                        <a:gd name="connsiteX6" fmla="*/ 21343 w 25167"/>
                        <a:gd name="connsiteY6" fmla="*/ 20151 h 29483"/>
                        <a:gd name="connsiteX7" fmla="*/ 24964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7 w 25167"/>
                        <a:gd name="connsiteY18" fmla="*/ 1170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8 w 25167"/>
                        <a:gd name="connsiteY23" fmla="*/ 12774 h 29483"/>
                        <a:gd name="connsiteX24" fmla="*/ 21185 w 25167"/>
                        <a:gd name="connsiteY24" fmla="*/ 8906 h 29483"/>
                        <a:gd name="connsiteX25" fmla="*/ 19521 w 25167"/>
                        <a:gd name="connsiteY25" fmla="*/ 5780 h 29483"/>
                        <a:gd name="connsiteX26" fmla="*/ 16732 w 25167"/>
                        <a:gd name="connsiteY26" fmla="*/ 3666 h 29483"/>
                        <a:gd name="connsiteX27" fmla="*/ 12909 w 25167"/>
                        <a:gd name="connsiteY27" fmla="*/ 2879 h 29483"/>
                        <a:gd name="connsiteX28" fmla="*/ 9108 w 25167"/>
                        <a:gd name="connsiteY28" fmla="*/ 3688 h 29483"/>
                        <a:gd name="connsiteX29" fmla="*/ 6297 w 25167"/>
                        <a:gd name="connsiteY29" fmla="*/ 5847 h 29483"/>
                        <a:gd name="connsiteX30" fmla="*/ 4431 w 25167"/>
                        <a:gd name="connsiteY30" fmla="*/ 8973 h 29483"/>
                        <a:gd name="connsiteX31" fmla="*/ 3509 w 25167"/>
                        <a:gd name="connsiteY31" fmla="*/ 12752 h 29483"/>
                        <a:gd name="connsiteX32" fmla="*/ 21748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9" y="15473"/>
                          </a:moveTo>
                          <a:cubicBezTo>
                            <a:pt x="3509" y="16980"/>
                            <a:pt x="3711" y="18419"/>
                            <a:pt x="4093" y="19768"/>
                          </a:cubicBezTo>
                          <a:cubicBezTo>
                            <a:pt x="4498" y="21118"/>
                            <a:pt x="5083" y="22287"/>
                            <a:pt x="5848" y="23277"/>
                          </a:cubicBezTo>
                          <a:cubicBezTo>
                            <a:pt x="6612" y="24266"/>
                            <a:pt x="7601" y="25053"/>
                            <a:pt x="8794" y="25661"/>
                          </a:cubicBezTo>
                          <a:cubicBezTo>
                            <a:pt x="9986" y="26245"/>
                            <a:pt x="11357" y="26560"/>
                            <a:pt x="12887" y="26560"/>
                          </a:cubicBezTo>
                          <a:cubicBezTo>
                            <a:pt x="15001" y="26560"/>
                            <a:pt x="16822" y="25998"/>
                            <a:pt x="18329" y="24896"/>
                          </a:cubicBezTo>
                          <a:cubicBezTo>
                            <a:pt x="19836" y="23772"/>
                            <a:pt x="20848" y="22197"/>
                            <a:pt x="21343" y="20151"/>
                          </a:cubicBezTo>
                          <a:lnTo>
                            <a:pt x="24964" y="20151"/>
                          </a:lnTo>
                          <a:cubicBezTo>
                            <a:pt x="24559" y="21478"/>
                            <a:pt x="24042"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7" y="23951"/>
                            <a:pt x="1260" y="22400"/>
                            <a:pt x="765" y="20623"/>
                          </a:cubicBezTo>
                          <a:cubicBezTo>
                            <a:pt x="270" y="18846"/>
                            <a:pt x="0" y="16935"/>
                            <a:pt x="0" y="14866"/>
                          </a:cubicBezTo>
                          <a:cubicBezTo>
                            <a:pt x="0" y="12797"/>
                            <a:pt x="292" y="10885"/>
                            <a:pt x="900" y="9086"/>
                          </a:cubicBezTo>
                          <a:cubicBezTo>
                            <a:pt x="1484" y="7287"/>
                            <a:pt x="2339" y="5712"/>
                            <a:pt x="3441" y="4363"/>
                          </a:cubicBezTo>
                          <a:cubicBezTo>
                            <a:pt x="4543" y="3014"/>
                            <a:pt x="5870" y="1957"/>
                            <a:pt x="7467" y="1170"/>
                          </a:cubicBezTo>
                          <a:cubicBezTo>
                            <a:pt x="9041" y="405"/>
                            <a:pt x="10840" y="0"/>
                            <a:pt x="12864" y="0"/>
                          </a:cubicBezTo>
                          <a:cubicBezTo>
                            <a:pt x="16710" y="0"/>
                            <a:pt x="19746" y="1327"/>
                            <a:pt x="21927" y="3958"/>
                          </a:cubicBezTo>
                          <a:cubicBezTo>
                            <a:pt x="24132" y="6612"/>
                            <a:pt x="25211" y="10435"/>
                            <a:pt x="25166" y="15473"/>
                          </a:cubicBezTo>
                          <a:lnTo>
                            <a:pt x="3463" y="15473"/>
                          </a:lnTo>
                          <a:close/>
                          <a:moveTo>
                            <a:pt x="21748" y="12774"/>
                          </a:moveTo>
                          <a:cubicBezTo>
                            <a:pt x="21748" y="11402"/>
                            <a:pt x="21568" y="10120"/>
                            <a:pt x="21185" y="8906"/>
                          </a:cubicBezTo>
                          <a:cubicBezTo>
                            <a:pt x="20803" y="7691"/>
                            <a:pt x="20241" y="6657"/>
                            <a:pt x="19521" y="5780"/>
                          </a:cubicBezTo>
                          <a:cubicBezTo>
                            <a:pt x="18779" y="4903"/>
                            <a:pt x="17857" y="4206"/>
                            <a:pt x="16732" y="3666"/>
                          </a:cubicBezTo>
                          <a:cubicBezTo>
                            <a:pt x="15608" y="3149"/>
                            <a:pt x="14348" y="2879"/>
                            <a:pt x="12909" y="2879"/>
                          </a:cubicBezTo>
                          <a:cubicBezTo>
                            <a:pt x="11470" y="2879"/>
                            <a:pt x="10210" y="3149"/>
                            <a:pt x="9108" y="3688"/>
                          </a:cubicBezTo>
                          <a:cubicBezTo>
                            <a:pt x="8006" y="4228"/>
                            <a:pt x="7084" y="4948"/>
                            <a:pt x="6297" y="5847"/>
                          </a:cubicBezTo>
                          <a:cubicBezTo>
                            <a:pt x="5533" y="6747"/>
                            <a:pt x="4903" y="7781"/>
                            <a:pt x="4431" y="8973"/>
                          </a:cubicBezTo>
                          <a:cubicBezTo>
                            <a:pt x="3958" y="10165"/>
                            <a:pt x="3666" y="11425"/>
                            <a:pt x="3509" y="12752"/>
                          </a:cubicBezTo>
                          <a:lnTo>
                            <a:pt x="21748" y="12752"/>
                          </a:lnTo>
                          <a:close/>
                        </a:path>
                      </a:pathLst>
                    </a:custGeom>
                    <a:solidFill>
                      <a:srgbClr val="010101"/>
                    </a:solidFill>
                    <a:ln w="2249" cap="flat">
                      <a:noFill/>
                      <a:prstDash val="solid"/>
                      <a:miter/>
                    </a:ln>
                  </p:spPr>
                  <p:txBody>
                    <a:bodyPr rtlCol="0" anchor="ctr"/>
                    <a:lstStyle/>
                    <a:p>
                      <a:endParaRPr lang="en-US"/>
                    </a:p>
                  </p:txBody>
                </p:sp>
                <p:sp>
                  <p:nvSpPr>
                    <p:cNvPr id="1158" name="Freeform 1157">
                      <a:extLst>
                        <a:ext uri="{FF2B5EF4-FFF2-40B4-BE49-F238E27FC236}">
                          <a16:creationId xmlns:a16="http://schemas.microsoft.com/office/drawing/2014/main" id="{D2D86D22-9DF8-B31F-6903-579A22B8319C}"/>
                        </a:ext>
                      </a:extLst>
                    </p:cNvPr>
                    <p:cNvSpPr/>
                    <p:nvPr/>
                  </p:nvSpPr>
                  <p:spPr>
                    <a:xfrm>
                      <a:off x="5068092" y="3026211"/>
                      <a:ext cx="25683" cy="39626"/>
                    </a:xfrm>
                    <a:custGeom>
                      <a:avLst/>
                      <a:gdLst>
                        <a:gd name="connsiteX0" fmla="*/ 22445 w 25683"/>
                        <a:gd name="connsiteY0" fmla="*/ 0 h 39626"/>
                        <a:gd name="connsiteX1" fmla="*/ 25683 w 25683"/>
                        <a:gd name="connsiteY1" fmla="*/ 0 h 39626"/>
                        <a:gd name="connsiteX2" fmla="*/ 25683 w 25683"/>
                        <a:gd name="connsiteY2" fmla="*/ 38862 h 39626"/>
                        <a:gd name="connsiteX3" fmla="*/ 22445 w 25683"/>
                        <a:gd name="connsiteY3" fmla="*/ 38862 h 39626"/>
                        <a:gd name="connsiteX4" fmla="*/ 22445 w 25683"/>
                        <a:gd name="connsiteY4" fmla="*/ 33959 h 39626"/>
                        <a:gd name="connsiteX5" fmla="*/ 22332 w 25683"/>
                        <a:gd name="connsiteY5" fmla="*/ 33959 h 39626"/>
                        <a:gd name="connsiteX6" fmla="*/ 20533 w 25683"/>
                        <a:gd name="connsiteY6" fmla="*/ 36411 h 39626"/>
                        <a:gd name="connsiteX7" fmla="*/ 18104 w 25683"/>
                        <a:gd name="connsiteY7" fmla="*/ 38165 h 39626"/>
                        <a:gd name="connsiteX8" fmla="*/ 15383 w 25683"/>
                        <a:gd name="connsiteY8" fmla="*/ 39244 h 39626"/>
                        <a:gd name="connsiteX9" fmla="*/ 12639 w 25683"/>
                        <a:gd name="connsiteY9" fmla="*/ 39627 h 39626"/>
                        <a:gd name="connsiteX10" fmla="*/ 6859 w 25683"/>
                        <a:gd name="connsiteY10" fmla="*/ 38502 h 39626"/>
                        <a:gd name="connsiteX11" fmla="*/ 2946 w 25683"/>
                        <a:gd name="connsiteY11" fmla="*/ 35399 h 39626"/>
                        <a:gd name="connsiteX12" fmla="*/ 697 w 25683"/>
                        <a:gd name="connsiteY12" fmla="*/ 30721 h 39626"/>
                        <a:gd name="connsiteX13" fmla="*/ 0 w 25683"/>
                        <a:gd name="connsiteY13" fmla="*/ 24941 h 39626"/>
                        <a:gd name="connsiteX14" fmla="*/ 765 w 25683"/>
                        <a:gd name="connsiteY14" fmla="*/ 19319 h 39626"/>
                        <a:gd name="connsiteX15" fmla="*/ 3059 w 25683"/>
                        <a:gd name="connsiteY15" fmla="*/ 14596 h 39626"/>
                        <a:gd name="connsiteX16" fmla="*/ 6949 w 25683"/>
                        <a:gd name="connsiteY16" fmla="*/ 11357 h 39626"/>
                        <a:gd name="connsiteX17" fmla="*/ 12482 w 25683"/>
                        <a:gd name="connsiteY17" fmla="*/ 10143 h 39626"/>
                        <a:gd name="connsiteX18" fmla="*/ 18172 w 25683"/>
                        <a:gd name="connsiteY18" fmla="*/ 11470 h 39626"/>
                        <a:gd name="connsiteX19" fmla="*/ 22467 w 25683"/>
                        <a:gd name="connsiteY19" fmla="*/ 15383 h 39626"/>
                        <a:gd name="connsiteX20" fmla="*/ 22467 w 25683"/>
                        <a:gd name="connsiteY20" fmla="*/ 0 h 39626"/>
                        <a:gd name="connsiteX21" fmla="*/ 22445 w 25683"/>
                        <a:gd name="connsiteY21" fmla="*/ 24761 h 39626"/>
                        <a:gd name="connsiteX22" fmla="*/ 21793 w 25683"/>
                        <a:gd name="connsiteY22" fmla="*/ 20263 h 39626"/>
                        <a:gd name="connsiteX23" fmla="*/ 19926 w 25683"/>
                        <a:gd name="connsiteY23" fmla="*/ 16530 h 39626"/>
                        <a:gd name="connsiteX24" fmla="*/ 16957 w 25683"/>
                        <a:gd name="connsiteY24" fmla="*/ 13989 h 39626"/>
                        <a:gd name="connsiteX25" fmla="*/ 12999 w 25683"/>
                        <a:gd name="connsiteY25" fmla="*/ 13044 h 39626"/>
                        <a:gd name="connsiteX26" fmla="*/ 8636 w 25683"/>
                        <a:gd name="connsiteY26" fmla="*/ 14033 h 39626"/>
                        <a:gd name="connsiteX27" fmla="*/ 5622 w 25683"/>
                        <a:gd name="connsiteY27" fmla="*/ 16755 h 39626"/>
                        <a:gd name="connsiteX28" fmla="*/ 3891 w 25683"/>
                        <a:gd name="connsiteY28" fmla="*/ 20780 h 39626"/>
                        <a:gd name="connsiteX29" fmla="*/ 3463 w 25683"/>
                        <a:gd name="connsiteY29" fmla="*/ 25728 h 39626"/>
                        <a:gd name="connsiteX30" fmla="*/ 4183 w 25683"/>
                        <a:gd name="connsiteY30" fmla="*/ 30406 h 39626"/>
                        <a:gd name="connsiteX31" fmla="*/ 6207 w 25683"/>
                        <a:gd name="connsiteY31" fmla="*/ 33824 h 39626"/>
                        <a:gd name="connsiteX32" fmla="*/ 9221 w 25683"/>
                        <a:gd name="connsiteY32" fmla="*/ 35961 h 39626"/>
                        <a:gd name="connsiteX33" fmla="*/ 12999 w 25683"/>
                        <a:gd name="connsiteY33" fmla="*/ 36681 h 39626"/>
                        <a:gd name="connsiteX34" fmla="*/ 17047 w 25683"/>
                        <a:gd name="connsiteY34" fmla="*/ 35758 h 39626"/>
                        <a:gd name="connsiteX35" fmla="*/ 20016 w 25683"/>
                        <a:gd name="connsiteY35" fmla="*/ 33240 h 39626"/>
                        <a:gd name="connsiteX36" fmla="*/ 21815 w 25683"/>
                        <a:gd name="connsiteY36" fmla="*/ 29461 h 39626"/>
                        <a:gd name="connsiteX37" fmla="*/ 22445 w 25683"/>
                        <a:gd name="connsiteY37" fmla="*/ 24739 h 3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683" h="39626">
                          <a:moveTo>
                            <a:pt x="22445" y="0"/>
                          </a:moveTo>
                          <a:lnTo>
                            <a:pt x="25683" y="0"/>
                          </a:lnTo>
                          <a:lnTo>
                            <a:pt x="25683" y="38862"/>
                          </a:lnTo>
                          <a:lnTo>
                            <a:pt x="22445" y="38862"/>
                          </a:lnTo>
                          <a:lnTo>
                            <a:pt x="22445" y="33959"/>
                          </a:lnTo>
                          <a:lnTo>
                            <a:pt x="22332" y="33959"/>
                          </a:lnTo>
                          <a:cubicBezTo>
                            <a:pt x="21860" y="34904"/>
                            <a:pt x="21253" y="35713"/>
                            <a:pt x="20533" y="36411"/>
                          </a:cubicBezTo>
                          <a:cubicBezTo>
                            <a:pt x="19791" y="37108"/>
                            <a:pt x="18981" y="37693"/>
                            <a:pt x="18104" y="38165"/>
                          </a:cubicBezTo>
                          <a:cubicBezTo>
                            <a:pt x="17227" y="38637"/>
                            <a:pt x="16305" y="38997"/>
                            <a:pt x="15383" y="39244"/>
                          </a:cubicBezTo>
                          <a:cubicBezTo>
                            <a:pt x="14438" y="39492"/>
                            <a:pt x="13539" y="39627"/>
                            <a:pt x="12639" y="39627"/>
                          </a:cubicBezTo>
                          <a:cubicBezTo>
                            <a:pt x="10368" y="39627"/>
                            <a:pt x="8456" y="39244"/>
                            <a:pt x="6859" y="38502"/>
                          </a:cubicBezTo>
                          <a:cubicBezTo>
                            <a:pt x="5285" y="37738"/>
                            <a:pt x="3981" y="36703"/>
                            <a:pt x="2946" y="35399"/>
                          </a:cubicBezTo>
                          <a:cubicBezTo>
                            <a:pt x="1912" y="34094"/>
                            <a:pt x="1170" y="32520"/>
                            <a:pt x="697" y="30721"/>
                          </a:cubicBezTo>
                          <a:cubicBezTo>
                            <a:pt x="225" y="28922"/>
                            <a:pt x="0" y="26987"/>
                            <a:pt x="0" y="24941"/>
                          </a:cubicBezTo>
                          <a:cubicBezTo>
                            <a:pt x="0" y="23007"/>
                            <a:pt x="247" y="21118"/>
                            <a:pt x="765" y="19319"/>
                          </a:cubicBezTo>
                          <a:cubicBezTo>
                            <a:pt x="1260" y="17519"/>
                            <a:pt x="2024" y="15945"/>
                            <a:pt x="3059" y="14596"/>
                          </a:cubicBezTo>
                          <a:cubicBezTo>
                            <a:pt x="4093" y="13246"/>
                            <a:pt x="5375" y="12167"/>
                            <a:pt x="6949" y="11357"/>
                          </a:cubicBezTo>
                          <a:cubicBezTo>
                            <a:pt x="8524" y="10548"/>
                            <a:pt x="10368" y="10143"/>
                            <a:pt x="12482" y="10143"/>
                          </a:cubicBezTo>
                          <a:cubicBezTo>
                            <a:pt x="14461" y="10143"/>
                            <a:pt x="16350" y="10593"/>
                            <a:pt x="18172" y="11470"/>
                          </a:cubicBezTo>
                          <a:cubicBezTo>
                            <a:pt x="19993" y="12347"/>
                            <a:pt x="21410" y="13651"/>
                            <a:pt x="22467" y="15383"/>
                          </a:cubicBezTo>
                          <a:lnTo>
                            <a:pt x="22467" y="0"/>
                          </a:lnTo>
                          <a:close/>
                          <a:moveTo>
                            <a:pt x="22445" y="24761"/>
                          </a:moveTo>
                          <a:cubicBezTo>
                            <a:pt x="22445" y="23187"/>
                            <a:pt x="22220" y="21680"/>
                            <a:pt x="21793" y="20263"/>
                          </a:cubicBezTo>
                          <a:cubicBezTo>
                            <a:pt x="21365" y="18846"/>
                            <a:pt x="20735" y="17609"/>
                            <a:pt x="19926" y="16530"/>
                          </a:cubicBezTo>
                          <a:cubicBezTo>
                            <a:pt x="19116" y="15473"/>
                            <a:pt x="18127" y="14618"/>
                            <a:pt x="16957" y="13989"/>
                          </a:cubicBezTo>
                          <a:cubicBezTo>
                            <a:pt x="15788" y="13359"/>
                            <a:pt x="14461" y="13044"/>
                            <a:pt x="12999" y="13044"/>
                          </a:cubicBezTo>
                          <a:cubicBezTo>
                            <a:pt x="11312" y="13044"/>
                            <a:pt x="9850" y="13381"/>
                            <a:pt x="8636" y="14033"/>
                          </a:cubicBezTo>
                          <a:cubicBezTo>
                            <a:pt x="7422" y="14708"/>
                            <a:pt x="6409" y="15608"/>
                            <a:pt x="5622" y="16755"/>
                          </a:cubicBezTo>
                          <a:cubicBezTo>
                            <a:pt x="4835" y="17902"/>
                            <a:pt x="4251" y="19251"/>
                            <a:pt x="3891" y="20780"/>
                          </a:cubicBezTo>
                          <a:cubicBezTo>
                            <a:pt x="3531" y="22310"/>
                            <a:pt x="3396" y="23951"/>
                            <a:pt x="3463" y="25728"/>
                          </a:cubicBezTo>
                          <a:cubicBezTo>
                            <a:pt x="3463" y="27482"/>
                            <a:pt x="3711" y="29056"/>
                            <a:pt x="4183" y="30406"/>
                          </a:cubicBezTo>
                          <a:cubicBezTo>
                            <a:pt x="4678" y="31755"/>
                            <a:pt x="5353" y="32902"/>
                            <a:pt x="6207" y="33824"/>
                          </a:cubicBezTo>
                          <a:cubicBezTo>
                            <a:pt x="7062" y="34746"/>
                            <a:pt x="8074" y="35466"/>
                            <a:pt x="9221" y="35961"/>
                          </a:cubicBezTo>
                          <a:cubicBezTo>
                            <a:pt x="10368" y="36456"/>
                            <a:pt x="11627" y="36681"/>
                            <a:pt x="12999" y="36681"/>
                          </a:cubicBezTo>
                          <a:cubicBezTo>
                            <a:pt x="14506" y="36681"/>
                            <a:pt x="15855" y="36366"/>
                            <a:pt x="17047" y="35758"/>
                          </a:cubicBezTo>
                          <a:cubicBezTo>
                            <a:pt x="18239" y="35151"/>
                            <a:pt x="19229" y="34319"/>
                            <a:pt x="20016" y="33240"/>
                          </a:cubicBezTo>
                          <a:cubicBezTo>
                            <a:pt x="20803" y="32183"/>
                            <a:pt x="21410" y="30923"/>
                            <a:pt x="21815" y="29461"/>
                          </a:cubicBezTo>
                          <a:cubicBezTo>
                            <a:pt x="22220" y="27999"/>
                            <a:pt x="22445" y="26425"/>
                            <a:pt x="22445" y="24739"/>
                          </a:cubicBezTo>
                          <a:close/>
                        </a:path>
                      </a:pathLst>
                    </a:custGeom>
                    <a:solidFill>
                      <a:srgbClr val="010101"/>
                    </a:solidFill>
                    <a:ln w="2249" cap="flat">
                      <a:noFill/>
                      <a:prstDash val="solid"/>
                      <a:miter/>
                    </a:ln>
                  </p:spPr>
                  <p:txBody>
                    <a:bodyPr rtlCol="0" anchor="ctr"/>
                    <a:lstStyle/>
                    <a:p>
                      <a:endParaRPr lang="en-US"/>
                    </a:p>
                  </p:txBody>
                </p:sp>
              </p:grpSp>
              <p:grpSp>
                <p:nvGrpSpPr>
                  <p:cNvPr id="1115" name="Graphic 4479">
                    <a:extLst>
                      <a:ext uri="{FF2B5EF4-FFF2-40B4-BE49-F238E27FC236}">
                        <a16:creationId xmlns:a16="http://schemas.microsoft.com/office/drawing/2014/main" id="{155DBB85-5754-9FD6-F954-1DE1E3FD0AE3}"/>
                      </a:ext>
                    </a:extLst>
                  </p:cNvPr>
                  <p:cNvGrpSpPr/>
                  <p:nvPr/>
                </p:nvGrpSpPr>
                <p:grpSpPr>
                  <a:xfrm>
                    <a:off x="8542367" y="6349825"/>
                    <a:ext cx="675748" cy="148604"/>
                    <a:chOff x="5231524" y="3026189"/>
                    <a:chExt cx="180501" cy="39694"/>
                  </a:xfrm>
                  <a:solidFill>
                    <a:srgbClr val="010101"/>
                  </a:solidFill>
                </p:grpSpPr>
                <p:sp>
                  <p:nvSpPr>
                    <p:cNvPr id="1143" name="Freeform 1142">
                      <a:extLst>
                        <a:ext uri="{FF2B5EF4-FFF2-40B4-BE49-F238E27FC236}">
                          <a16:creationId xmlns:a16="http://schemas.microsoft.com/office/drawing/2014/main" id="{149F84B8-1A31-B8A6-8E3F-227A1060E94A}"/>
                        </a:ext>
                      </a:extLst>
                    </p:cNvPr>
                    <p:cNvSpPr/>
                    <p:nvPr/>
                  </p:nvSpPr>
                  <p:spPr>
                    <a:xfrm>
                      <a:off x="5231524" y="3026189"/>
                      <a:ext cx="3553" cy="38884"/>
                    </a:xfrm>
                    <a:custGeom>
                      <a:avLst/>
                      <a:gdLst>
                        <a:gd name="connsiteX0" fmla="*/ 0 w 3553"/>
                        <a:gd name="connsiteY0" fmla="*/ 4813 h 38884"/>
                        <a:gd name="connsiteX1" fmla="*/ 0 w 3553"/>
                        <a:gd name="connsiteY1" fmla="*/ 0 h 38884"/>
                        <a:gd name="connsiteX2" fmla="*/ 3553 w 3553"/>
                        <a:gd name="connsiteY2" fmla="*/ 0 h 38884"/>
                        <a:gd name="connsiteX3" fmla="*/ 3553 w 3553"/>
                        <a:gd name="connsiteY3" fmla="*/ 4813 h 38884"/>
                        <a:gd name="connsiteX4" fmla="*/ 0 w 3553"/>
                        <a:gd name="connsiteY4" fmla="*/ 4813 h 38884"/>
                        <a:gd name="connsiteX5" fmla="*/ 180 w 3553"/>
                        <a:gd name="connsiteY5" fmla="*/ 38885 h 38884"/>
                        <a:gd name="connsiteX6" fmla="*/ 180 w 3553"/>
                        <a:gd name="connsiteY6" fmla="*/ 10930 h 38884"/>
                        <a:gd name="connsiteX7" fmla="*/ 3418 w 3553"/>
                        <a:gd name="connsiteY7" fmla="*/ 10930 h 38884"/>
                        <a:gd name="connsiteX8" fmla="*/ 3418 w 3553"/>
                        <a:gd name="connsiteY8" fmla="*/ 38885 h 38884"/>
                        <a:gd name="connsiteX9" fmla="*/ 180 w 3553"/>
                        <a:gd name="connsiteY9" fmla="*/ 38885 h 38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53" h="38884">
                          <a:moveTo>
                            <a:pt x="0" y="4813"/>
                          </a:moveTo>
                          <a:lnTo>
                            <a:pt x="0" y="0"/>
                          </a:lnTo>
                          <a:lnTo>
                            <a:pt x="3553" y="0"/>
                          </a:lnTo>
                          <a:lnTo>
                            <a:pt x="3553" y="4813"/>
                          </a:lnTo>
                          <a:lnTo>
                            <a:pt x="0" y="4813"/>
                          </a:lnTo>
                          <a:close/>
                          <a:moveTo>
                            <a:pt x="180" y="38885"/>
                          </a:moveTo>
                          <a:lnTo>
                            <a:pt x="180" y="10930"/>
                          </a:lnTo>
                          <a:lnTo>
                            <a:pt x="3418" y="10930"/>
                          </a:lnTo>
                          <a:lnTo>
                            <a:pt x="3418" y="38885"/>
                          </a:lnTo>
                          <a:lnTo>
                            <a:pt x="180" y="38885"/>
                          </a:lnTo>
                          <a:close/>
                        </a:path>
                      </a:pathLst>
                    </a:custGeom>
                    <a:solidFill>
                      <a:srgbClr val="010101"/>
                    </a:solidFill>
                    <a:ln w="2249" cap="flat">
                      <a:noFill/>
                      <a:prstDash val="solid"/>
                      <a:miter/>
                    </a:ln>
                  </p:spPr>
                  <p:txBody>
                    <a:bodyPr rtlCol="0" anchor="ctr"/>
                    <a:lstStyle/>
                    <a:p>
                      <a:endParaRPr lang="en-US"/>
                    </a:p>
                  </p:txBody>
                </p:sp>
                <p:sp>
                  <p:nvSpPr>
                    <p:cNvPr id="1144" name="Freeform 1143">
                      <a:extLst>
                        <a:ext uri="{FF2B5EF4-FFF2-40B4-BE49-F238E27FC236}">
                          <a16:creationId xmlns:a16="http://schemas.microsoft.com/office/drawing/2014/main" id="{5925AFA3-5D2C-0FD6-D786-275338D709E4}"/>
                        </a:ext>
                      </a:extLst>
                    </p:cNvPr>
                    <p:cNvSpPr/>
                    <p:nvPr/>
                  </p:nvSpPr>
                  <p:spPr>
                    <a:xfrm>
                      <a:off x="5241779" y="3036332"/>
                      <a:ext cx="22039" cy="29438"/>
                    </a:xfrm>
                    <a:custGeom>
                      <a:avLst/>
                      <a:gdLst>
                        <a:gd name="connsiteX0" fmla="*/ 3306 w 22039"/>
                        <a:gd name="connsiteY0" fmla="*/ 19993 h 29438"/>
                        <a:gd name="connsiteX1" fmla="*/ 6027 w 22039"/>
                        <a:gd name="connsiteY1" fmla="*/ 25098 h 29438"/>
                        <a:gd name="connsiteX2" fmla="*/ 11672 w 22039"/>
                        <a:gd name="connsiteY2" fmla="*/ 26583 h 29438"/>
                        <a:gd name="connsiteX3" fmla="*/ 14753 w 22039"/>
                        <a:gd name="connsiteY3" fmla="*/ 26155 h 29438"/>
                        <a:gd name="connsiteX4" fmla="*/ 16890 w 22039"/>
                        <a:gd name="connsiteY4" fmla="*/ 24986 h 29438"/>
                        <a:gd name="connsiteX5" fmla="*/ 18149 w 22039"/>
                        <a:gd name="connsiteY5" fmla="*/ 23344 h 29438"/>
                        <a:gd name="connsiteX6" fmla="*/ 18576 w 22039"/>
                        <a:gd name="connsiteY6" fmla="*/ 21410 h 29438"/>
                        <a:gd name="connsiteX7" fmla="*/ 17250 w 22039"/>
                        <a:gd name="connsiteY7" fmla="*/ 18352 h 29438"/>
                        <a:gd name="connsiteX8" fmla="*/ 13921 w 22039"/>
                        <a:gd name="connsiteY8" fmla="*/ 16777 h 29438"/>
                        <a:gd name="connsiteX9" fmla="*/ 9603 w 22039"/>
                        <a:gd name="connsiteY9" fmla="*/ 15810 h 29438"/>
                        <a:gd name="connsiteX10" fmla="*/ 5285 w 22039"/>
                        <a:gd name="connsiteY10" fmla="*/ 14596 h 29438"/>
                        <a:gd name="connsiteX11" fmla="*/ 1957 w 22039"/>
                        <a:gd name="connsiteY11" fmla="*/ 12279 h 29438"/>
                        <a:gd name="connsiteX12" fmla="*/ 630 w 22039"/>
                        <a:gd name="connsiteY12" fmla="*/ 8006 h 29438"/>
                        <a:gd name="connsiteX13" fmla="*/ 3194 w 22039"/>
                        <a:gd name="connsiteY13" fmla="*/ 2249 h 29438"/>
                        <a:gd name="connsiteX14" fmla="*/ 10458 w 22039"/>
                        <a:gd name="connsiteY14" fmla="*/ 0 h 29438"/>
                        <a:gd name="connsiteX15" fmla="*/ 17834 w 22039"/>
                        <a:gd name="connsiteY15" fmla="*/ 2024 h 29438"/>
                        <a:gd name="connsiteX16" fmla="*/ 21253 w 22039"/>
                        <a:gd name="connsiteY16" fmla="*/ 8793 h 29438"/>
                        <a:gd name="connsiteX17" fmla="*/ 17969 w 22039"/>
                        <a:gd name="connsiteY17" fmla="*/ 8793 h 29438"/>
                        <a:gd name="connsiteX18" fmla="*/ 15518 w 22039"/>
                        <a:gd name="connsiteY18" fmla="*/ 4228 h 29438"/>
                        <a:gd name="connsiteX19" fmla="*/ 10413 w 22039"/>
                        <a:gd name="connsiteY19" fmla="*/ 2901 h 29438"/>
                        <a:gd name="connsiteX20" fmla="*/ 5712 w 22039"/>
                        <a:gd name="connsiteY20" fmla="*/ 4228 h 29438"/>
                        <a:gd name="connsiteX21" fmla="*/ 4093 w 22039"/>
                        <a:gd name="connsiteY21" fmla="*/ 7714 h 29438"/>
                        <a:gd name="connsiteX22" fmla="*/ 5420 w 22039"/>
                        <a:gd name="connsiteY22" fmla="*/ 10593 h 29438"/>
                        <a:gd name="connsiteX23" fmla="*/ 8748 w 22039"/>
                        <a:gd name="connsiteY23" fmla="*/ 12212 h 29438"/>
                        <a:gd name="connsiteX24" fmla="*/ 13067 w 22039"/>
                        <a:gd name="connsiteY24" fmla="*/ 13314 h 29438"/>
                        <a:gd name="connsiteX25" fmla="*/ 17385 w 22039"/>
                        <a:gd name="connsiteY25" fmla="*/ 14686 h 29438"/>
                        <a:gd name="connsiteX26" fmla="*/ 20713 w 22039"/>
                        <a:gd name="connsiteY26" fmla="*/ 17092 h 29438"/>
                        <a:gd name="connsiteX27" fmla="*/ 22040 w 22039"/>
                        <a:gd name="connsiteY27" fmla="*/ 21298 h 29438"/>
                        <a:gd name="connsiteX28" fmla="*/ 21185 w 22039"/>
                        <a:gd name="connsiteY28" fmla="*/ 24829 h 29438"/>
                        <a:gd name="connsiteX29" fmla="*/ 18802 w 22039"/>
                        <a:gd name="connsiteY29" fmla="*/ 27392 h 29438"/>
                        <a:gd name="connsiteX30" fmla="*/ 15203 w 22039"/>
                        <a:gd name="connsiteY30" fmla="*/ 28922 h 29438"/>
                        <a:gd name="connsiteX31" fmla="*/ 10638 w 22039"/>
                        <a:gd name="connsiteY31" fmla="*/ 29439 h 29438"/>
                        <a:gd name="connsiteX32" fmla="*/ 6230 w 22039"/>
                        <a:gd name="connsiteY32" fmla="*/ 28719 h 29438"/>
                        <a:gd name="connsiteX33" fmla="*/ 2969 w 22039"/>
                        <a:gd name="connsiteY33" fmla="*/ 26695 h 29438"/>
                        <a:gd name="connsiteX34" fmla="*/ 855 w 22039"/>
                        <a:gd name="connsiteY34" fmla="*/ 23682 h 29438"/>
                        <a:gd name="connsiteX35" fmla="*/ 0 w 22039"/>
                        <a:gd name="connsiteY35" fmla="*/ 19948 h 29438"/>
                        <a:gd name="connsiteX36" fmla="*/ 3284 w 22039"/>
                        <a:gd name="connsiteY36" fmla="*/ 19948 h 29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2039" h="29438">
                          <a:moveTo>
                            <a:pt x="3306" y="19993"/>
                          </a:moveTo>
                          <a:cubicBezTo>
                            <a:pt x="3801" y="22400"/>
                            <a:pt x="4723" y="24109"/>
                            <a:pt x="6027" y="25098"/>
                          </a:cubicBezTo>
                          <a:cubicBezTo>
                            <a:pt x="7332" y="26088"/>
                            <a:pt x="9221" y="26583"/>
                            <a:pt x="11672" y="26583"/>
                          </a:cubicBezTo>
                          <a:cubicBezTo>
                            <a:pt x="12864" y="26583"/>
                            <a:pt x="13876" y="26448"/>
                            <a:pt x="14753" y="26155"/>
                          </a:cubicBezTo>
                          <a:cubicBezTo>
                            <a:pt x="15608" y="25863"/>
                            <a:pt x="16327" y="25481"/>
                            <a:pt x="16890" y="24986"/>
                          </a:cubicBezTo>
                          <a:cubicBezTo>
                            <a:pt x="17452" y="24491"/>
                            <a:pt x="17879" y="23951"/>
                            <a:pt x="18149" y="23344"/>
                          </a:cubicBezTo>
                          <a:cubicBezTo>
                            <a:pt x="18442" y="22737"/>
                            <a:pt x="18576" y="22085"/>
                            <a:pt x="18576" y="21410"/>
                          </a:cubicBezTo>
                          <a:cubicBezTo>
                            <a:pt x="18576" y="20038"/>
                            <a:pt x="18127" y="19026"/>
                            <a:pt x="17250" y="18352"/>
                          </a:cubicBezTo>
                          <a:cubicBezTo>
                            <a:pt x="16372" y="17677"/>
                            <a:pt x="15271" y="17160"/>
                            <a:pt x="13921" y="16777"/>
                          </a:cubicBezTo>
                          <a:cubicBezTo>
                            <a:pt x="12572" y="16395"/>
                            <a:pt x="11155" y="16080"/>
                            <a:pt x="9603" y="15810"/>
                          </a:cubicBezTo>
                          <a:cubicBezTo>
                            <a:pt x="8051" y="15540"/>
                            <a:pt x="6612" y="15136"/>
                            <a:pt x="5285" y="14596"/>
                          </a:cubicBezTo>
                          <a:cubicBezTo>
                            <a:pt x="3958" y="14056"/>
                            <a:pt x="2856" y="13291"/>
                            <a:pt x="1957" y="12279"/>
                          </a:cubicBezTo>
                          <a:cubicBezTo>
                            <a:pt x="1057" y="11267"/>
                            <a:pt x="630" y="9850"/>
                            <a:pt x="630" y="8006"/>
                          </a:cubicBezTo>
                          <a:cubicBezTo>
                            <a:pt x="630" y="5667"/>
                            <a:pt x="1484" y="3756"/>
                            <a:pt x="3194" y="2249"/>
                          </a:cubicBezTo>
                          <a:cubicBezTo>
                            <a:pt x="4903" y="765"/>
                            <a:pt x="7332" y="0"/>
                            <a:pt x="10458" y="0"/>
                          </a:cubicBezTo>
                          <a:cubicBezTo>
                            <a:pt x="13584" y="0"/>
                            <a:pt x="15945" y="675"/>
                            <a:pt x="17834" y="2024"/>
                          </a:cubicBezTo>
                          <a:cubicBezTo>
                            <a:pt x="19723" y="3373"/>
                            <a:pt x="20870" y="5622"/>
                            <a:pt x="21253" y="8793"/>
                          </a:cubicBezTo>
                          <a:lnTo>
                            <a:pt x="17969" y="8793"/>
                          </a:lnTo>
                          <a:cubicBezTo>
                            <a:pt x="17677" y="6634"/>
                            <a:pt x="16867" y="5105"/>
                            <a:pt x="15518" y="4228"/>
                          </a:cubicBezTo>
                          <a:cubicBezTo>
                            <a:pt x="14169" y="3351"/>
                            <a:pt x="12459" y="2901"/>
                            <a:pt x="10413" y="2901"/>
                          </a:cubicBezTo>
                          <a:cubicBezTo>
                            <a:pt x="8366" y="2901"/>
                            <a:pt x="6792" y="3351"/>
                            <a:pt x="5712" y="4228"/>
                          </a:cubicBezTo>
                          <a:cubicBezTo>
                            <a:pt x="4633" y="5105"/>
                            <a:pt x="4093" y="6275"/>
                            <a:pt x="4093" y="7714"/>
                          </a:cubicBezTo>
                          <a:cubicBezTo>
                            <a:pt x="4093" y="8973"/>
                            <a:pt x="4543" y="9940"/>
                            <a:pt x="5420" y="10593"/>
                          </a:cubicBezTo>
                          <a:cubicBezTo>
                            <a:pt x="6297" y="11267"/>
                            <a:pt x="7399" y="11807"/>
                            <a:pt x="8748" y="12212"/>
                          </a:cubicBezTo>
                          <a:cubicBezTo>
                            <a:pt x="10076" y="12617"/>
                            <a:pt x="11515" y="12999"/>
                            <a:pt x="13067" y="13314"/>
                          </a:cubicBezTo>
                          <a:cubicBezTo>
                            <a:pt x="14618" y="13629"/>
                            <a:pt x="16058" y="14101"/>
                            <a:pt x="17385" y="14686"/>
                          </a:cubicBezTo>
                          <a:cubicBezTo>
                            <a:pt x="18711" y="15270"/>
                            <a:pt x="19813" y="16080"/>
                            <a:pt x="20713" y="17092"/>
                          </a:cubicBezTo>
                          <a:cubicBezTo>
                            <a:pt x="21590" y="18104"/>
                            <a:pt x="22040" y="19498"/>
                            <a:pt x="22040" y="21298"/>
                          </a:cubicBezTo>
                          <a:cubicBezTo>
                            <a:pt x="22040" y="22625"/>
                            <a:pt x="21748" y="23816"/>
                            <a:pt x="21185" y="24829"/>
                          </a:cubicBezTo>
                          <a:cubicBezTo>
                            <a:pt x="20601" y="25863"/>
                            <a:pt x="19813" y="26718"/>
                            <a:pt x="18802" y="27392"/>
                          </a:cubicBezTo>
                          <a:cubicBezTo>
                            <a:pt x="17789" y="28067"/>
                            <a:pt x="16597" y="28584"/>
                            <a:pt x="15203" y="28922"/>
                          </a:cubicBezTo>
                          <a:cubicBezTo>
                            <a:pt x="13809" y="29259"/>
                            <a:pt x="12302" y="29439"/>
                            <a:pt x="10638" y="29439"/>
                          </a:cubicBezTo>
                          <a:cubicBezTo>
                            <a:pt x="8973" y="29439"/>
                            <a:pt x="7512" y="29192"/>
                            <a:pt x="6230" y="28719"/>
                          </a:cubicBezTo>
                          <a:cubicBezTo>
                            <a:pt x="4948" y="28224"/>
                            <a:pt x="3868" y="27550"/>
                            <a:pt x="2969" y="26695"/>
                          </a:cubicBezTo>
                          <a:cubicBezTo>
                            <a:pt x="2069" y="25841"/>
                            <a:pt x="1372" y="24829"/>
                            <a:pt x="855" y="23682"/>
                          </a:cubicBezTo>
                          <a:cubicBezTo>
                            <a:pt x="360" y="22535"/>
                            <a:pt x="68" y="21298"/>
                            <a:pt x="0" y="19948"/>
                          </a:cubicBezTo>
                          <a:lnTo>
                            <a:pt x="3284" y="19948"/>
                          </a:lnTo>
                          <a:close/>
                        </a:path>
                      </a:pathLst>
                    </a:custGeom>
                    <a:solidFill>
                      <a:srgbClr val="010101"/>
                    </a:solidFill>
                    <a:ln w="2249" cap="flat">
                      <a:noFill/>
                      <a:prstDash val="solid"/>
                      <a:miter/>
                    </a:ln>
                  </p:spPr>
                  <p:txBody>
                    <a:bodyPr rtlCol="0" anchor="ctr"/>
                    <a:lstStyle/>
                    <a:p>
                      <a:endParaRPr lang="en-US"/>
                    </a:p>
                  </p:txBody>
                </p:sp>
                <p:sp>
                  <p:nvSpPr>
                    <p:cNvPr id="1145" name="Freeform 1144">
                      <a:extLst>
                        <a:ext uri="{FF2B5EF4-FFF2-40B4-BE49-F238E27FC236}">
                          <a16:creationId xmlns:a16="http://schemas.microsoft.com/office/drawing/2014/main" id="{FFEFF800-CBFE-ACFE-3340-75E1E6FD1EF5}"/>
                        </a:ext>
                      </a:extLst>
                    </p:cNvPr>
                    <p:cNvSpPr/>
                    <p:nvPr/>
                  </p:nvSpPr>
                  <p:spPr>
                    <a:xfrm>
                      <a:off x="5268339" y="3036332"/>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4 w 25908"/>
                        <a:gd name="connsiteY3" fmla="*/ 21185 h 29483"/>
                        <a:gd name="connsiteX4" fmla="*/ 0 w 25908"/>
                        <a:gd name="connsiteY4" fmla="*/ 14753 h 29483"/>
                        <a:gd name="connsiteX5" fmla="*/ 810 w 25908"/>
                        <a:gd name="connsiteY5" fmla="*/ 8996 h 29483"/>
                        <a:gd name="connsiteX6" fmla="*/ 3238 w 25908"/>
                        <a:gd name="connsiteY6" fmla="*/ 4318 h 29483"/>
                        <a:gd name="connsiteX7" fmla="*/ 7287 w 25908"/>
                        <a:gd name="connsiteY7" fmla="*/ 1169 h 29483"/>
                        <a:gd name="connsiteX8" fmla="*/ 12954 w 25908"/>
                        <a:gd name="connsiteY8" fmla="*/ 0 h 29483"/>
                        <a:gd name="connsiteX9" fmla="*/ 18666 w 25908"/>
                        <a:gd name="connsiteY9" fmla="*/ 1169 h 29483"/>
                        <a:gd name="connsiteX10" fmla="*/ 22714 w 25908"/>
                        <a:gd name="connsiteY10" fmla="*/ 4296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67 w 25908"/>
                        <a:gd name="connsiteY17" fmla="*/ 14753 h 29483"/>
                        <a:gd name="connsiteX18" fmla="*/ 21927 w 25908"/>
                        <a:gd name="connsiteY18" fmla="*/ 10120 h 29483"/>
                        <a:gd name="connsiteX19" fmla="*/ 20263 w 25908"/>
                        <a:gd name="connsiteY19" fmla="*/ 6365 h 29483"/>
                        <a:gd name="connsiteX20" fmla="*/ 17339 w 25908"/>
                        <a:gd name="connsiteY20" fmla="*/ 3846 h 29483"/>
                        <a:gd name="connsiteX21" fmla="*/ 12977 w 25908"/>
                        <a:gd name="connsiteY21" fmla="*/ 2924 h 29483"/>
                        <a:gd name="connsiteX22" fmla="*/ 8636 w 25908"/>
                        <a:gd name="connsiteY22" fmla="*/ 3913 h 29483"/>
                        <a:gd name="connsiteX23" fmla="*/ 5690 w 25908"/>
                        <a:gd name="connsiteY23" fmla="*/ 6567 h 29483"/>
                        <a:gd name="connsiteX24" fmla="*/ 4026 w 25908"/>
                        <a:gd name="connsiteY24" fmla="*/ 10345 h 29483"/>
                        <a:gd name="connsiteX25" fmla="*/ 3486 w 25908"/>
                        <a:gd name="connsiteY25" fmla="*/ 14753 h 29483"/>
                        <a:gd name="connsiteX26" fmla="*/ 4115 w 25908"/>
                        <a:gd name="connsiteY26" fmla="*/ 19521 h 29483"/>
                        <a:gd name="connsiteX27" fmla="*/ 5915 w 25908"/>
                        <a:gd name="connsiteY27" fmla="*/ 23277 h 29483"/>
                        <a:gd name="connsiteX28" fmla="*/ 8883 w 25908"/>
                        <a:gd name="connsiteY28" fmla="*/ 25706 h 29483"/>
                        <a:gd name="connsiteX29" fmla="*/ 12977 w 25908"/>
                        <a:gd name="connsiteY29" fmla="*/ 26560 h 29483"/>
                        <a:gd name="connsiteX30" fmla="*/ 17317 w 25908"/>
                        <a:gd name="connsiteY30" fmla="*/ 25571 h 29483"/>
                        <a:gd name="connsiteX31" fmla="*/ 20263 w 25908"/>
                        <a:gd name="connsiteY31" fmla="*/ 22894 h 29483"/>
                        <a:gd name="connsiteX32" fmla="*/ 21927 w 25908"/>
                        <a:gd name="connsiteY32" fmla="*/ 19116 h 29483"/>
                        <a:gd name="connsiteX33" fmla="*/ 22467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4" y="21185"/>
                          </a:cubicBezTo>
                          <a:cubicBezTo>
                            <a:pt x="360" y="19341"/>
                            <a:pt x="0" y="17205"/>
                            <a:pt x="0" y="14753"/>
                          </a:cubicBezTo>
                          <a:cubicBezTo>
                            <a:pt x="0" y="12707"/>
                            <a:pt x="270" y="10795"/>
                            <a:pt x="810" y="8996"/>
                          </a:cubicBezTo>
                          <a:cubicBezTo>
                            <a:pt x="1349" y="7219"/>
                            <a:pt x="2159" y="5667"/>
                            <a:pt x="3238" y="4318"/>
                          </a:cubicBezTo>
                          <a:cubicBezTo>
                            <a:pt x="4318" y="2991"/>
                            <a:pt x="5667" y="1934"/>
                            <a:pt x="7287" y="1169"/>
                          </a:cubicBezTo>
                          <a:cubicBezTo>
                            <a:pt x="8906" y="405"/>
                            <a:pt x="10795" y="0"/>
                            <a:pt x="12954" y="0"/>
                          </a:cubicBezTo>
                          <a:cubicBezTo>
                            <a:pt x="15113" y="0"/>
                            <a:pt x="17047" y="382"/>
                            <a:pt x="18666" y="1169"/>
                          </a:cubicBezTo>
                          <a:cubicBezTo>
                            <a:pt x="20286" y="1934"/>
                            <a:pt x="21635" y="2991"/>
                            <a:pt x="22714" y="4296"/>
                          </a:cubicBezTo>
                          <a:cubicBezTo>
                            <a:pt x="23794" y="5600"/>
                            <a:pt x="24603" y="7174"/>
                            <a:pt x="25121" y="8973"/>
                          </a:cubicBezTo>
                          <a:cubicBezTo>
                            <a:pt x="25638" y="10773"/>
                            <a:pt x="25908" y="12707"/>
                            <a:pt x="25908" y="14753"/>
                          </a:cubicBezTo>
                          <a:cubicBezTo>
                            <a:pt x="25908" y="16980"/>
                            <a:pt x="25593" y="19004"/>
                            <a:pt x="24986" y="20803"/>
                          </a:cubicBezTo>
                          <a:cubicBezTo>
                            <a:pt x="24379" y="22602"/>
                            <a:pt x="23502" y="24154"/>
                            <a:pt x="22377" y="25436"/>
                          </a:cubicBezTo>
                          <a:cubicBezTo>
                            <a:pt x="21253" y="26740"/>
                            <a:pt x="19881" y="27730"/>
                            <a:pt x="18284" y="28427"/>
                          </a:cubicBezTo>
                          <a:cubicBezTo>
                            <a:pt x="16687" y="29124"/>
                            <a:pt x="14911" y="29484"/>
                            <a:pt x="12977" y="29484"/>
                          </a:cubicBezTo>
                          <a:close/>
                          <a:moveTo>
                            <a:pt x="22467" y="14753"/>
                          </a:moveTo>
                          <a:cubicBezTo>
                            <a:pt x="22467" y="13089"/>
                            <a:pt x="22287" y="11560"/>
                            <a:pt x="21927" y="10120"/>
                          </a:cubicBezTo>
                          <a:cubicBezTo>
                            <a:pt x="21567" y="8681"/>
                            <a:pt x="21005" y="7422"/>
                            <a:pt x="20263" y="6365"/>
                          </a:cubicBezTo>
                          <a:cubicBezTo>
                            <a:pt x="19499" y="5308"/>
                            <a:pt x="18531" y="4475"/>
                            <a:pt x="17339" y="3846"/>
                          </a:cubicBezTo>
                          <a:cubicBezTo>
                            <a:pt x="16147" y="3239"/>
                            <a:pt x="14686" y="2924"/>
                            <a:pt x="12977" y="2924"/>
                          </a:cubicBezTo>
                          <a:cubicBezTo>
                            <a:pt x="11267" y="2924"/>
                            <a:pt x="9828" y="3261"/>
                            <a:pt x="8636" y="3913"/>
                          </a:cubicBezTo>
                          <a:cubicBezTo>
                            <a:pt x="7422" y="4588"/>
                            <a:pt x="6454" y="5465"/>
                            <a:pt x="5690" y="6567"/>
                          </a:cubicBezTo>
                          <a:cubicBezTo>
                            <a:pt x="4925" y="7669"/>
                            <a:pt x="4385" y="8928"/>
                            <a:pt x="4026" y="10345"/>
                          </a:cubicBezTo>
                          <a:cubicBezTo>
                            <a:pt x="3666" y="11762"/>
                            <a:pt x="3486" y="13224"/>
                            <a:pt x="3486" y="14753"/>
                          </a:cubicBezTo>
                          <a:cubicBezTo>
                            <a:pt x="3486" y="16485"/>
                            <a:pt x="3688" y="18082"/>
                            <a:pt x="4115" y="19521"/>
                          </a:cubicBezTo>
                          <a:cubicBezTo>
                            <a:pt x="4520" y="20983"/>
                            <a:pt x="5128" y="22220"/>
                            <a:pt x="5915" y="23277"/>
                          </a:cubicBezTo>
                          <a:cubicBezTo>
                            <a:pt x="6702" y="24334"/>
                            <a:pt x="7692" y="25121"/>
                            <a:pt x="8883" y="25706"/>
                          </a:cubicBezTo>
                          <a:cubicBezTo>
                            <a:pt x="10075" y="26290"/>
                            <a:pt x="11447" y="26560"/>
                            <a:pt x="12977" y="26560"/>
                          </a:cubicBezTo>
                          <a:cubicBezTo>
                            <a:pt x="14663" y="26560"/>
                            <a:pt x="16125" y="26223"/>
                            <a:pt x="17317" y="25571"/>
                          </a:cubicBezTo>
                          <a:cubicBezTo>
                            <a:pt x="18531" y="24896"/>
                            <a:pt x="19499" y="24019"/>
                            <a:pt x="20263" y="22894"/>
                          </a:cubicBezTo>
                          <a:cubicBezTo>
                            <a:pt x="21028" y="21770"/>
                            <a:pt x="21567" y="20510"/>
                            <a:pt x="21927" y="19116"/>
                          </a:cubicBezTo>
                          <a:cubicBezTo>
                            <a:pt x="22287" y="17722"/>
                            <a:pt x="22467" y="16260"/>
                            <a:pt x="22467" y="14753"/>
                          </a:cubicBezTo>
                          <a:close/>
                        </a:path>
                      </a:pathLst>
                    </a:custGeom>
                    <a:solidFill>
                      <a:srgbClr val="010101"/>
                    </a:solidFill>
                    <a:ln w="2249" cap="flat">
                      <a:noFill/>
                      <a:prstDash val="solid"/>
                      <a:miter/>
                    </a:ln>
                  </p:spPr>
                  <p:txBody>
                    <a:bodyPr rtlCol="0" anchor="ctr"/>
                    <a:lstStyle/>
                    <a:p>
                      <a:endParaRPr lang="en-US"/>
                    </a:p>
                  </p:txBody>
                </p:sp>
                <p:sp>
                  <p:nvSpPr>
                    <p:cNvPr id="1146" name="Freeform 1145">
                      <a:extLst>
                        <a:ext uri="{FF2B5EF4-FFF2-40B4-BE49-F238E27FC236}">
                          <a16:creationId xmlns:a16="http://schemas.microsoft.com/office/drawing/2014/main" id="{572879FA-86CF-4500-DB4C-E80E1B5C59F0}"/>
                        </a:ext>
                      </a:extLst>
                    </p:cNvPr>
                    <p:cNvSpPr/>
                    <p:nvPr/>
                  </p:nvSpPr>
                  <p:spPr>
                    <a:xfrm>
                      <a:off x="5300679" y="3026211"/>
                      <a:ext cx="3238" cy="38861"/>
                    </a:xfrm>
                    <a:custGeom>
                      <a:avLst/>
                      <a:gdLst>
                        <a:gd name="connsiteX0" fmla="*/ 0 w 3238"/>
                        <a:gd name="connsiteY0" fmla="*/ 38862 h 38861"/>
                        <a:gd name="connsiteX1" fmla="*/ 0 w 3238"/>
                        <a:gd name="connsiteY1" fmla="*/ 0 h 38861"/>
                        <a:gd name="connsiteX2" fmla="*/ 3238 w 3238"/>
                        <a:gd name="connsiteY2" fmla="*/ 0 h 38861"/>
                        <a:gd name="connsiteX3" fmla="*/ 3238 w 3238"/>
                        <a:gd name="connsiteY3" fmla="*/ 38862 h 38861"/>
                        <a:gd name="connsiteX4" fmla="*/ 0 w 3238"/>
                        <a:gd name="connsiteY4" fmla="*/ 38862 h 388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8" h="38861">
                          <a:moveTo>
                            <a:pt x="0" y="38862"/>
                          </a:moveTo>
                          <a:lnTo>
                            <a:pt x="0" y="0"/>
                          </a:lnTo>
                          <a:lnTo>
                            <a:pt x="3238" y="0"/>
                          </a:lnTo>
                          <a:lnTo>
                            <a:pt x="3238" y="38862"/>
                          </a:lnTo>
                          <a:lnTo>
                            <a:pt x="0" y="38862"/>
                          </a:lnTo>
                          <a:close/>
                        </a:path>
                      </a:pathLst>
                    </a:custGeom>
                    <a:solidFill>
                      <a:srgbClr val="010101"/>
                    </a:solidFill>
                    <a:ln w="2249" cap="flat">
                      <a:noFill/>
                      <a:prstDash val="solid"/>
                      <a:miter/>
                    </a:ln>
                  </p:spPr>
                  <p:txBody>
                    <a:bodyPr rtlCol="0" anchor="ctr"/>
                    <a:lstStyle/>
                    <a:p>
                      <a:endParaRPr lang="en-US"/>
                    </a:p>
                  </p:txBody>
                </p:sp>
                <p:sp>
                  <p:nvSpPr>
                    <p:cNvPr id="1147" name="Freeform 1146">
                      <a:extLst>
                        <a:ext uri="{FF2B5EF4-FFF2-40B4-BE49-F238E27FC236}">
                          <a16:creationId xmlns:a16="http://schemas.microsoft.com/office/drawing/2014/main" id="{D54DE6C8-A79D-FDAC-0B57-475BCAD2015C}"/>
                        </a:ext>
                      </a:extLst>
                    </p:cNvPr>
                    <p:cNvSpPr/>
                    <p:nvPr/>
                  </p:nvSpPr>
                  <p:spPr>
                    <a:xfrm>
                      <a:off x="5310687" y="3036399"/>
                      <a:ext cx="26358" cy="29483"/>
                    </a:xfrm>
                    <a:custGeom>
                      <a:avLst/>
                      <a:gdLst>
                        <a:gd name="connsiteX0" fmla="*/ 14326 w 26358"/>
                        <a:gd name="connsiteY0" fmla="*/ 12369 h 29483"/>
                        <a:gd name="connsiteX1" fmla="*/ 16508 w 26358"/>
                        <a:gd name="connsiteY1" fmla="*/ 12054 h 29483"/>
                        <a:gd name="connsiteX2" fmla="*/ 18576 w 26358"/>
                        <a:gd name="connsiteY2" fmla="*/ 11470 h 29483"/>
                        <a:gd name="connsiteX3" fmla="*/ 19566 w 26358"/>
                        <a:gd name="connsiteY3" fmla="*/ 10210 h 29483"/>
                        <a:gd name="connsiteX4" fmla="*/ 19746 w 26358"/>
                        <a:gd name="connsiteY4" fmla="*/ 8569 h 29483"/>
                        <a:gd name="connsiteX5" fmla="*/ 18149 w 26358"/>
                        <a:gd name="connsiteY5" fmla="*/ 4498 h 29483"/>
                        <a:gd name="connsiteX6" fmla="*/ 12774 w 26358"/>
                        <a:gd name="connsiteY6" fmla="*/ 2901 h 29483"/>
                        <a:gd name="connsiteX7" fmla="*/ 9693 w 26358"/>
                        <a:gd name="connsiteY7" fmla="*/ 3193 h 29483"/>
                        <a:gd name="connsiteX8" fmla="*/ 7242 w 26358"/>
                        <a:gd name="connsiteY8" fmla="*/ 4228 h 29483"/>
                        <a:gd name="connsiteX9" fmla="*/ 5510 w 26358"/>
                        <a:gd name="connsiteY9" fmla="*/ 6162 h 29483"/>
                        <a:gd name="connsiteX10" fmla="*/ 4610 w 26358"/>
                        <a:gd name="connsiteY10" fmla="*/ 9221 h 29483"/>
                        <a:gd name="connsiteX11" fmla="*/ 1327 w 26358"/>
                        <a:gd name="connsiteY11" fmla="*/ 9221 h 29483"/>
                        <a:gd name="connsiteX12" fmla="*/ 2452 w 26358"/>
                        <a:gd name="connsiteY12" fmla="*/ 4993 h 29483"/>
                        <a:gd name="connsiteX13" fmla="*/ 4970 w 26358"/>
                        <a:gd name="connsiteY13" fmla="*/ 2137 h 29483"/>
                        <a:gd name="connsiteX14" fmla="*/ 8524 w 26358"/>
                        <a:gd name="connsiteY14" fmla="*/ 517 h 29483"/>
                        <a:gd name="connsiteX15" fmla="*/ 12819 w 26358"/>
                        <a:gd name="connsiteY15" fmla="*/ 0 h 29483"/>
                        <a:gd name="connsiteX16" fmla="*/ 16777 w 26358"/>
                        <a:gd name="connsiteY16" fmla="*/ 450 h 29483"/>
                        <a:gd name="connsiteX17" fmla="*/ 20016 w 26358"/>
                        <a:gd name="connsiteY17" fmla="*/ 1912 h 29483"/>
                        <a:gd name="connsiteX18" fmla="*/ 22175 w 26358"/>
                        <a:gd name="connsiteY18" fmla="*/ 4588 h 29483"/>
                        <a:gd name="connsiteX19" fmla="*/ 22962 w 26358"/>
                        <a:gd name="connsiteY19" fmla="*/ 8681 h 29483"/>
                        <a:gd name="connsiteX20" fmla="*/ 22962 w 26358"/>
                        <a:gd name="connsiteY20" fmla="*/ 23906 h 29483"/>
                        <a:gd name="connsiteX21" fmla="*/ 23637 w 26358"/>
                        <a:gd name="connsiteY21" fmla="*/ 26313 h 29483"/>
                        <a:gd name="connsiteX22" fmla="*/ 26358 w 26358"/>
                        <a:gd name="connsiteY22" fmla="*/ 26065 h 29483"/>
                        <a:gd name="connsiteX23" fmla="*/ 26358 w 26358"/>
                        <a:gd name="connsiteY23" fmla="*/ 28607 h 29483"/>
                        <a:gd name="connsiteX24" fmla="*/ 25256 w 26358"/>
                        <a:gd name="connsiteY24" fmla="*/ 28922 h 29483"/>
                        <a:gd name="connsiteX25" fmla="*/ 23817 w 26358"/>
                        <a:gd name="connsiteY25" fmla="*/ 29146 h 29483"/>
                        <a:gd name="connsiteX26" fmla="*/ 22355 w 26358"/>
                        <a:gd name="connsiteY26" fmla="*/ 28989 h 29483"/>
                        <a:gd name="connsiteX27" fmla="*/ 21050 w 26358"/>
                        <a:gd name="connsiteY27" fmla="*/ 28472 h 29483"/>
                        <a:gd name="connsiteX28" fmla="*/ 20263 w 26358"/>
                        <a:gd name="connsiteY28" fmla="*/ 27505 h 29483"/>
                        <a:gd name="connsiteX29" fmla="*/ 19858 w 26358"/>
                        <a:gd name="connsiteY29" fmla="*/ 26268 h 29483"/>
                        <a:gd name="connsiteX30" fmla="*/ 19746 w 26358"/>
                        <a:gd name="connsiteY30" fmla="*/ 24829 h 29483"/>
                        <a:gd name="connsiteX31" fmla="*/ 15046 w 26358"/>
                        <a:gd name="connsiteY31" fmla="*/ 28292 h 29483"/>
                        <a:gd name="connsiteX32" fmla="*/ 9333 w 26358"/>
                        <a:gd name="connsiteY32" fmla="*/ 29484 h 29483"/>
                        <a:gd name="connsiteX33" fmla="*/ 5802 w 26358"/>
                        <a:gd name="connsiteY33" fmla="*/ 28989 h 29483"/>
                        <a:gd name="connsiteX34" fmla="*/ 2811 w 26358"/>
                        <a:gd name="connsiteY34" fmla="*/ 27482 h 29483"/>
                        <a:gd name="connsiteX35" fmla="*/ 765 w 26358"/>
                        <a:gd name="connsiteY35" fmla="*/ 24963 h 29483"/>
                        <a:gd name="connsiteX36" fmla="*/ 0 w 26358"/>
                        <a:gd name="connsiteY36" fmla="*/ 21433 h 29483"/>
                        <a:gd name="connsiteX37" fmla="*/ 9761 w 26358"/>
                        <a:gd name="connsiteY37" fmla="*/ 13021 h 29483"/>
                        <a:gd name="connsiteX38" fmla="*/ 14236 w 26358"/>
                        <a:gd name="connsiteY38" fmla="*/ 12437 h 29483"/>
                        <a:gd name="connsiteX39" fmla="*/ 19791 w 26358"/>
                        <a:gd name="connsiteY39" fmla="*/ 13989 h 29483"/>
                        <a:gd name="connsiteX40" fmla="*/ 15630 w 26358"/>
                        <a:gd name="connsiteY40" fmla="*/ 15113 h 29483"/>
                        <a:gd name="connsiteX41" fmla="*/ 11425 w 26358"/>
                        <a:gd name="connsiteY41" fmla="*/ 15540 h 29483"/>
                        <a:gd name="connsiteX42" fmla="*/ 5622 w 26358"/>
                        <a:gd name="connsiteY42" fmla="*/ 17205 h 29483"/>
                        <a:gd name="connsiteX43" fmla="*/ 3554 w 26358"/>
                        <a:gd name="connsiteY43" fmla="*/ 21478 h 29483"/>
                        <a:gd name="connsiteX44" fmla="*/ 4071 w 26358"/>
                        <a:gd name="connsiteY44" fmla="*/ 23726 h 29483"/>
                        <a:gd name="connsiteX45" fmla="*/ 5420 w 26358"/>
                        <a:gd name="connsiteY45" fmla="*/ 25301 h 29483"/>
                        <a:gd name="connsiteX46" fmla="*/ 7354 w 26358"/>
                        <a:gd name="connsiteY46" fmla="*/ 26223 h 29483"/>
                        <a:gd name="connsiteX47" fmla="*/ 9603 w 26358"/>
                        <a:gd name="connsiteY47" fmla="*/ 26515 h 29483"/>
                        <a:gd name="connsiteX48" fmla="*/ 13381 w 26358"/>
                        <a:gd name="connsiteY48" fmla="*/ 26020 h 29483"/>
                        <a:gd name="connsiteX49" fmla="*/ 16642 w 26358"/>
                        <a:gd name="connsiteY49" fmla="*/ 24536 h 29483"/>
                        <a:gd name="connsiteX50" fmla="*/ 18936 w 26358"/>
                        <a:gd name="connsiteY50" fmla="*/ 21995 h 29483"/>
                        <a:gd name="connsiteX51" fmla="*/ 19791 w 26358"/>
                        <a:gd name="connsiteY51" fmla="*/ 18352 h 29483"/>
                        <a:gd name="connsiteX52" fmla="*/ 19791 w 26358"/>
                        <a:gd name="connsiteY52" fmla="*/ 13989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6358" h="29483">
                          <a:moveTo>
                            <a:pt x="14326" y="12369"/>
                          </a:moveTo>
                          <a:cubicBezTo>
                            <a:pt x="14933" y="12302"/>
                            <a:pt x="15675" y="12189"/>
                            <a:pt x="16508" y="12054"/>
                          </a:cubicBezTo>
                          <a:cubicBezTo>
                            <a:pt x="17362" y="11919"/>
                            <a:pt x="18037" y="11717"/>
                            <a:pt x="18576" y="11470"/>
                          </a:cubicBezTo>
                          <a:cubicBezTo>
                            <a:pt x="19116" y="11222"/>
                            <a:pt x="19454" y="10795"/>
                            <a:pt x="19566" y="10210"/>
                          </a:cubicBezTo>
                          <a:cubicBezTo>
                            <a:pt x="19701" y="9626"/>
                            <a:pt x="19746" y="9063"/>
                            <a:pt x="19746" y="8569"/>
                          </a:cubicBezTo>
                          <a:cubicBezTo>
                            <a:pt x="19746" y="6904"/>
                            <a:pt x="19206" y="5555"/>
                            <a:pt x="18149" y="4498"/>
                          </a:cubicBezTo>
                          <a:cubicBezTo>
                            <a:pt x="17092" y="3441"/>
                            <a:pt x="15293" y="2901"/>
                            <a:pt x="12774" y="2901"/>
                          </a:cubicBezTo>
                          <a:cubicBezTo>
                            <a:pt x="11650" y="2901"/>
                            <a:pt x="10638" y="2991"/>
                            <a:pt x="9693" y="3193"/>
                          </a:cubicBezTo>
                          <a:cubicBezTo>
                            <a:pt x="8748" y="3396"/>
                            <a:pt x="7939" y="3733"/>
                            <a:pt x="7242" y="4228"/>
                          </a:cubicBezTo>
                          <a:cubicBezTo>
                            <a:pt x="6545" y="4723"/>
                            <a:pt x="5960" y="5353"/>
                            <a:pt x="5510" y="6162"/>
                          </a:cubicBezTo>
                          <a:cubicBezTo>
                            <a:pt x="5060" y="6972"/>
                            <a:pt x="4768" y="7984"/>
                            <a:pt x="4610" y="9221"/>
                          </a:cubicBezTo>
                          <a:lnTo>
                            <a:pt x="1327" y="9221"/>
                          </a:lnTo>
                          <a:cubicBezTo>
                            <a:pt x="1439" y="7556"/>
                            <a:pt x="1822" y="6162"/>
                            <a:pt x="2452" y="4993"/>
                          </a:cubicBezTo>
                          <a:cubicBezTo>
                            <a:pt x="3081" y="3823"/>
                            <a:pt x="3936" y="2879"/>
                            <a:pt x="4970" y="2137"/>
                          </a:cubicBezTo>
                          <a:cubicBezTo>
                            <a:pt x="6005" y="1394"/>
                            <a:pt x="7174" y="855"/>
                            <a:pt x="8524" y="517"/>
                          </a:cubicBezTo>
                          <a:cubicBezTo>
                            <a:pt x="9873" y="180"/>
                            <a:pt x="11312" y="0"/>
                            <a:pt x="12819" y="0"/>
                          </a:cubicBezTo>
                          <a:cubicBezTo>
                            <a:pt x="14214" y="0"/>
                            <a:pt x="15540" y="157"/>
                            <a:pt x="16777" y="450"/>
                          </a:cubicBezTo>
                          <a:cubicBezTo>
                            <a:pt x="18014" y="765"/>
                            <a:pt x="19094" y="1237"/>
                            <a:pt x="20016" y="1912"/>
                          </a:cubicBezTo>
                          <a:cubicBezTo>
                            <a:pt x="20938" y="2586"/>
                            <a:pt x="21657" y="3463"/>
                            <a:pt x="22175" y="4588"/>
                          </a:cubicBezTo>
                          <a:cubicBezTo>
                            <a:pt x="22692" y="5712"/>
                            <a:pt x="22962" y="7062"/>
                            <a:pt x="22962" y="8681"/>
                          </a:cubicBezTo>
                          <a:lnTo>
                            <a:pt x="22962" y="23906"/>
                          </a:lnTo>
                          <a:cubicBezTo>
                            <a:pt x="22962" y="25166"/>
                            <a:pt x="23187" y="25975"/>
                            <a:pt x="23637" y="26313"/>
                          </a:cubicBezTo>
                          <a:cubicBezTo>
                            <a:pt x="24087" y="26650"/>
                            <a:pt x="24986" y="26583"/>
                            <a:pt x="26358" y="26065"/>
                          </a:cubicBezTo>
                          <a:lnTo>
                            <a:pt x="26358" y="28607"/>
                          </a:lnTo>
                          <a:cubicBezTo>
                            <a:pt x="26110" y="28674"/>
                            <a:pt x="25728" y="28787"/>
                            <a:pt x="25256" y="28922"/>
                          </a:cubicBezTo>
                          <a:cubicBezTo>
                            <a:pt x="24761" y="29056"/>
                            <a:pt x="24289" y="29146"/>
                            <a:pt x="23817" y="29146"/>
                          </a:cubicBezTo>
                          <a:cubicBezTo>
                            <a:pt x="23322" y="29146"/>
                            <a:pt x="22827" y="29102"/>
                            <a:pt x="22355" y="28989"/>
                          </a:cubicBezTo>
                          <a:cubicBezTo>
                            <a:pt x="21815" y="28922"/>
                            <a:pt x="21388" y="28742"/>
                            <a:pt x="21050" y="28472"/>
                          </a:cubicBezTo>
                          <a:cubicBezTo>
                            <a:pt x="20713" y="28202"/>
                            <a:pt x="20465" y="27887"/>
                            <a:pt x="20263" y="27505"/>
                          </a:cubicBezTo>
                          <a:cubicBezTo>
                            <a:pt x="20061" y="27122"/>
                            <a:pt x="19926" y="26718"/>
                            <a:pt x="19858" y="26268"/>
                          </a:cubicBezTo>
                          <a:cubicBezTo>
                            <a:pt x="19791" y="25818"/>
                            <a:pt x="19746" y="25346"/>
                            <a:pt x="19746" y="24829"/>
                          </a:cubicBezTo>
                          <a:cubicBezTo>
                            <a:pt x="18374" y="26335"/>
                            <a:pt x="16822" y="27482"/>
                            <a:pt x="15046" y="28292"/>
                          </a:cubicBezTo>
                          <a:cubicBezTo>
                            <a:pt x="13291" y="29079"/>
                            <a:pt x="11380" y="29484"/>
                            <a:pt x="9333" y="29484"/>
                          </a:cubicBezTo>
                          <a:cubicBezTo>
                            <a:pt x="8119" y="29484"/>
                            <a:pt x="6927" y="29326"/>
                            <a:pt x="5802" y="28989"/>
                          </a:cubicBezTo>
                          <a:cubicBezTo>
                            <a:pt x="4678" y="28652"/>
                            <a:pt x="3666" y="28157"/>
                            <a:pt x="2811" y="27482"/>
                          </a:cubicBezTo>
                          <a:cubicBezTo>
                            <a:pt x="1957" y="26808"/>
                            <a:pt x="1260" y="25953"/>
                            <a:pt x="765" y="24963"/>
                          </a:cubicBezTo>
                          <a:cubicBezTo>
                            <a:pt x="270" y="23974"/>
                            <a:pt x="0" y="22804"/>
                            <a:pt x="0" y="21433"/>
                          </a:cubicBezTo>
                          <a:cubicBezTo>
                            <a:pt x="0" y="16687"/>
                            <a:pt x="3261" y="13876"/>
                            <a:pt x="9761" y="13021"/>
                          </a:cubicBezTo>
                          <a:lnTo>
                            <a:pt x="14236" y="12437"/>
                          </a:lnTo>
                          <a:close/>
                          <a:moveTo>
                            <a:pt x="19791" y="13989"/>
                          </a:moveTo>
                          <a:cubicBezTo>
                            <a:pt x="18419" y="14573"/>
                            <a:pt x="17047" y="14933"/>
                            <a:pt x="15630" y="15113"/>
                          </a:cubicBezTo>
                          <a:cubicBezTo>
                            <a:pt x="14214" y="15293"/>
                            <a:pt x="12819" y="15428"/>
                            <a:pt x="11425" y="15540"/>
                          </a:cubicBezTo>
                          <a:cubicBezTo>
                            <a:pt x="8951" y="15720"/>
                            <a:pt x="7017" y="16282"/>
                            <a:pt x="5622" y="17205"/>
                          </a:cubicBezTo>
                          <a:cubicBezTo>
                            <a:pt x="4228" y="18149"/>
                            <a:pt x="3554" y="19566"/>
                            <a:pt x="3554" y="21478"/>
                          </a:cubicBezTo>
                          <a:cubicBezTo>
                            <a:pt x="3554" y="22332"/>
                            <a:pt x="3733" y="23097"/>
                            <a:pt x="4071" y="23726"/>
                          </a:cubicBezTo>
                          <a:cubicBezTo>
                            <a:pt x="4408" y="24356"/>
                            <a:pt x="4858" y="24873"/>
                            <a:pt x="5420" y="25301"/>
                          </a:cubicBezTo>
                          <a:cubicBezTo>
                            <a:pt x="5982" y="25706"/>
                            <a:pt x="6635" y="26020"/>
                            <a:pt x="7354" y="26223"/>
                          </a:cubicBezTo>
                          <a:cubicBezTo>
                            <a:pt x="8096" y="26425"/>
                            <a:pt x="8839" y="26515"/>
                            <a:pt x="9603" y="26515"/>
                          </a:cubicBezTo>
                          <a:cubicBezTo>
                            <a:pt x="10907" y="26515"/>
                            <a:pt x="12167" y="26358"/>
                            <a:pt x="13381" y="26020"/>
                          </a:cubicBezTo>
                          <a:cubicBezTo>
                            <a:pt x="14596" y="25706"/>
                            <a:pt x="15698" y="25211"/>
                            <a:pt x="16642" y="24536"/>
                          </a:cubicBezTo>
                          <a:cubicBezTo>
                            <a:pt x="17587" y="23861"/>
                            <a:pt x="18352" y="23029"/>
                            <a:pt x="18936" y="21995"/>
                          </a:cubicBezTo>
                          <a:cubicBezTo>
                            <a:pt x="19521" y="20960"/>
                            <a:pt x="19791" y="19746"/>
                            <a:pt x="19791" y="18352"/>
                          </a:cubicBezTo>
                          <a:lnTo>
                            <a:pt x="19791" y="13989"/>
                          </a:lnTo>
                          <a:close/>
                        </a:path>
                      </a:pathLst>
                    </a:custGeom>
                    <a:solidFill>
                      <a:srgbClr val="010101"/>
                    </a:solidFill>
                    <a:ln w="2249" cap="flat">
                      <a:noFill/>
                      <a:prstDash val="solid"/>
                      <a:miter/>
                    </a:ln>
                  </p:spPr>
                  <p:txBody>
                    <a:bodyPr rtlCol="0" anchor="ctr"/>
                    <a:lstStyle/>
                    <a:p>
                      <a:endParaRPr lang="en-US"/>
                    </a:p>
                  </p:txBody>
                </p:sp>
                <p:sp>
                  <p:nvSpPr>
                    <p:cNvPr id="1148" name="Freeform 1147">
                      <a:extLst>
                        <a:ext uri="{FF2B5EF4-FFF2-40B4-BE49-F238E27FC236}">
                          <a16:creationId xmlns:a16="http://schemas.microsoft.com/office/drawing/2014/main" id="{38578A7E-E704-0FED-46EB-629F2BB07509}"/>
                        </a:ext>
                      </a:extLst>
                    </p:cNvPr>
                    <p:cNvSpPr/>
                    <p:nvPr/>
                  </p:nvSpPr>
                  <p:spPr>
                    <a:xfrm>
                      <a:off x="5339384" y="3029315"/>
                      <a:ext cx="12616" cy="36500"/>
                    </a:xfrm>
                    <a:custGeom>
                      <a:avLst/>
                      <a:gdLst>
                        <a:gd name="connsiteX0" fmla="*/ 12617 w 12616"/>
                        <a:gd name="connsiteY0" fmla="*/ 35848 h 36500"/>
                        <a:gd name="connsiteX1" fmla="*/ 11042 w 12616"/>
                        <a:gd name="connsiteY1" fmla="*/ 36231 h 36500"/>
                        <a:gd name="connsiteX2" fmla="*/ 8884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1 h 36500"/>
                        <a:gd name="connsiteX8" fmla="*/ 3936 w 12616"/>
                        <a:gd name="connsiteY8" fmla="*/ 7781 h 36500"/>
                        <a:gd name="connsiteX9" fmla="*/ 3936 w 12616"/>
                        <a:gd name="connsiteY9" fmla="*/ 0 h 36500"/>
                        <a:gd name="connsiteX10" fmla="*/ 7174 w 12616"/>
                        <a:gd name="connsiteY10" fmla="*/ 0 h 36500"/>
                        <a:gd name="connsiteX11" fmla="*/ 7174 w 12616"/>
                        <a:gd name="connsiteY11" fmla="*/ 7781 h 36500"/>
                        <a:gd name="connsiteX12" fmla="*/ 12414 w 12616"/>
                        <a:gd name="connsiteY12" fmla="*/ 7781 h 36500"/>
                        <a:gd name="connsiteX13" fmla="*/ 12414 w 12616"/>
                        <a:gd name="connsiteY13" fmla="*/ 10480 h 36500"/>
                        <a:gd name="connsiteX14" fmla="*/ 7174 w 12616"/>
                        <a:gd name="connsiteY14" fmla="*/ 10480 h 36500"/>
                        <a:gd name="connsiteX15" fmla="*/ 7174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5 h 36500"/>
                        <a:gd name="connsiteX21" fmla="*/ 12617 w 12616"/>
                        <a:gd name="connsiteY21" fmla="*/ 33195 h 36500"/>
                        <a:gd name="connsiteX22" fmla="*/ 12617 w 12616"/>
                        <a:gd name="connsiteY22" fmla="*/ 35848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616" h="36500">
                          <a:moveTo>
                            <a:pt x="12617" y="35848"/>
                          </a:moveTo>
                          <a:cubicBezTo>
                            <a:pt x="12212" y="35916"/>
                            <a:pt x="11695" y="36051"/>
                            <a:pt x="11042" y="36231"/>
                          </a:cubicBezTo>
                          <a:cubicBezTo>
                            <a:pt x="10390" y="36411"/>
                            <a:pt x="9671" y="36501"/>
                            <a:pt x="8884" y="36501"/>
                          </a:cubicBezTo>
                          <a:cubicBezTo>
                            <a:pt x="7264" y="36501"/>
                            <a:pt x="6027" y="36096"/>
                            <a:pt x="5195" y="35286"/>
                          </a:cubicBezTo>
                          <a:cubicBezTo>
                            <a:pt x="4363" y="34476"/>
                            <a:pt x="3936" y="33037"/>
                            <a:pt x="3936" y="30946"/>
                          </a:cubicBezTo>
                          <a:lnTo>
                            <a:pt x="3936" y="10480"/>
                          </a:lnTo>
                          <a:lnTo>
                            <a:pt x="0" y="10480"/>
                          </a:lnTo>
                          <a:lnTo>
                            <a:pt x="0" y="7781"/>
                          </a:lnTo>
                          <a:lnTo>
                            <a:pt x="3936" y="7781"/>
                          </a:lnTo>
                          <a:lnTo>
                            <a:pt x="3936" y="0"/>
                          </a:lnTo>
                          <a:lnTo>
                            <a:pt x="7174" y="0"/>
                          </a:lnTo>
                          <a:lnTo>
                            <a:pt x="7174" y="7781"/>
                          </a:lnTo>
                          <a:lnTo>
                            <a:pt x="12414" y="7781"/>
                          </a:lnTo>
                          <a:lnTo>
                            <a:pt x="12414" y="10480"/>
                          </a:lnTo>
                          <a:lnTo>
                            <a:pt x="7174" y="10480"/>
                          </a:lnTo>
                          <a:lnTo>
                            <a:pt x="7174" y="29641"/>
                          </a:lnTo>
                          <a:cubicBezTo>
                            <a:pt x="7174" y="30316"/>
                            <a:pt x="7174" y="30923"/>
                            <a:pt x="7219" y="31418"/>
                          </a:cubicBezTo>
                          <a:cubicBezTo>
                            <a:pt x="7264" y="31913"/>
                            <a:pt x="7354" y="32340"/>
                            <a:pt x="7534" y="32655"/>
                          </a:cubicBezTo>
                          <a:cubicBezTo>
                            <a:pt x="7714" y="32970"/>
                            <a:pt x="7984" y="33217"/>
                            <a:pt x="8366" y="33352"/>
                          </a:cubicBezTo>
                          <a:cubicBezTo>
                            <a:pt x="8748" y="33487"/>
                            <a:pt x="9266" y="33577"/>
                            <a:pt x="9963" y="33577"/>
                          </a:cubicBezTo>
                          <a:cubicBezTo>
                            <a:pt x="10390" y="33577"/>
                            <a:pt x="10840" y="33532"/>
                            <a:pt x="11290" y="33465"/>
                          </a:cubicBezTo>
                          <a:cubicBezTo>
                            <a:pt x="11739" y="33397"/>
                            <a:pt x="12189" y="33307"/>
                            <a:pt x="12617" y="33195"/>
                          </a:cubicBezTo>
                          <a:lnTo>
                            <a:pt x="12617" y="35848"/>
                          </a:lnTo>
                          <a:close/>
                        </a:path>
                      </a:pathLst>
                    </a:custGeom>
                    <a:solidFill>
                      <a:srgbClr val="010101"/>
                    </a:solidFill>
                    <a:ln w="2249" cap="flat">
                      <a:noFill/>
                      <a:prstDash val="solid"/>
                      <a:miter/>
                    </a:ln>
                  </p:spPr>
                  <p:txBody>
                    <a:bodyPr rtlCol="0" anchor="ctr"/>
                    <a:lstStyle/>
                    <a:p>
                      <a:endParaRPr lang="en-US"/>
                    </a:p>
                  </p:txBody>
                </p:sp>
                <p:sp>
                  <p:nvSpPr>
                    <p:cNvPr id="1149" name="Freeform 1148">
                      <a:extLst>
                        <a:ext uri="{FF2B5EF4-FFF2-40B4-BE49-F238E27FC236}">
                          <a16:creationId xmlns:a16="http://schemas.microsoft.com/office/drawing/2014/main" id="{D8A45F44-54BD-BC0E-C26C-4AE8F206C85C}"/>
                        </a:ext>
                      </a:extLst>
                    </p:cNvPr>
                    <p:cNvSpPr/>
                    <p:nvPr/>
                  </p:nvSpPr>
                  <p:spPr>
                    <a:xfrm>
                      <a:off x="5355666" y="3036377"/>
                      <a:ext cx="25167" cy="29483"/>
                    </a:xfrm>
                    <a:custGeom>
                      <a:avLst/>
                      <a:gdLst>
                        <a:gd name="connsiteX0" fmla="*/ 3509 w 25167"/>
                        <a:gd name="connsiteY0" fmla="*/ 15473 h 29483"/>
                        <a:gd name="connsiteX1" fmla="*/ 4093 w 25167"/>
                        <a:gd name="connsiteY1" fmla="*/ 19768 h 29483"/>
                        <a:gd name="connsiteX2" fmla="*/ 5847 w 25167"/>
                        <a:gd name="connsiteY2" fmla="*/ 23277 h 29483"/>
                        <a:gd name="connsiteX3" fmla="*/ 8794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3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7 w 25167"/>
                        <a:gd name="connsiteY18" fmla="*/ 1170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8 w 25167"/>
                        <a:gd name="connsiteY23" fmla="*/ 12774 h 29483"/>
                        <a:gd name="connsiteX24" fmla="*/ 21185 w 25167"/>
                        <a:gd name="connsiteY24" fmla="*/ 8906 h 29483"/>
                        <a:gd name="connsiteX25" fmla="*/ 19521 w 25167"/>
                        <a:gd name="connsiteY25" fmla="*/ 5780 h 29483"/>
                        <a:gd name="connsiteX26" fmla="*/ 16732 w 25167"/>
                        <a:gd name="connsiteY26" fmla="*/ 3666 h 29483"/>
                        <a:gd name="connsiteX27" fmla="*/ 12909 w 25167"/>
                        <a:gd name="connsiteY27" fmla="*/ 2879 h 29483"/>
                        <a:gd name="connsiteX28" fmla="*/ 9108 w 25167"/>
                        <a:gd name="connsiteY28" fmla="*/ 3688 h 29483"/>
                        <a:gd name="connsiteX29" fmla="*/ 6297 w 25167"/>
                        <a:gd name="connsiteY29" fmla="*/ 5847 h 29483"/>
                        <a:gd name="connsiteX30" fmla="*/ 4431 w 25167"/>
                        <a:gd name="connsiteY30" fmla="*/ 8973 h 29483"/>
                        <a:gd name="connsiteX31" fmla="*/ 3509 w 25167"/>
                        <a:gd name="connsiteY31" fmla="*/ 12752 h 29483"/>
                        <a:gd name="connsiteX32" fmla="*/ 21748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9" y="15473"/>
                          </a:moveTo>
                          <a:cubicBezTo>
                            <a:pt x="3509" y="16980"/>
                            <a:pt x="3711" y="18419"/>
                            <a:pt x="4093" y="19768"/>
                          </a:cubicBezTo>
                          <a:cubicBezTo>
                            <a:pt x="4498" y="21118"/>
                            <a:pt x="5083" y="22287"/>
                            <a:pt x="5847" y="23277"/>
                          </a:cubicBezTo>
                          <a:cubicBezTo>
                            <a:pt x="6612" y="24266"/>
                            <a:pt x="7601" y="25053"/>
                            <a:pt x="8794" y="25661"/>
                          </a:cubicBezTo>
                          <a:cubicBezTo>
                            <a:pt x="9986" y="26245"/>
                            <a:pt x="11357" y="26560"/>
                            <a:pt x="12886" y="26560"/>
                          </a:cubicBezTo>
                          <a:cubicBezTo>
                            <a:pt x="15001" y="26560"/>
                            <a:pt x="16822" y="25998"/>
                            <a:pt x="18329" y="24896"/>
                          </a:cubicBezTo>
                          <a:cubicBezTo>
                            <a:pt x="19836" y="23772"/>
                            <a:pt x="20848" y="22197"/>
                            <a:pt x="21343" y="20151"/>
                          </a:cubicBezTo>
                          <a:lnTo>
                            <a:pt x="24963" y="20151"/>
                          </a:lnTo>
                          <a:cubicBezTo>
                            <a:pt x="24559" y="21478"/>
                            <a:pt x="24042"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7" y="23951"/>
                            <a:pt x="1260" y="22400"/>
                            <a:pt x="765" y="20623"/>
                          </a:cubicBezTo>
                          <a:cubicBezTo>
                            <a:pt x="270" y="18846"/>
                            <a:pt x="0" y="16935"/>
                            <a:pt x="0" y="14866"/>
                          </a:cubicBezTo>
                          <a:cubicBezTo>
                            <a:pt x="0" y="12797"/>
                            <a:pt x="292" y="10885"/>
                            <a:pt x="900" y="9086"/>
                          </a:cubicBezTo>
                          <a:cubicBezTo>
                            <a:pt x="1484" y="7287"/>
                            <a:pt x="2339" y="5712"/>
                            <a:pt x="3441" y="4363"/>
                          </a:cubicBezTo>
                          <a:cubicBezTo>
                            <a:pt x="4543" y="3014"/>
                            <a:pt x="5870" y="1957"/>
                            <a:pt x="7467" y="1170"/>
                          </a:cubicBezTo>
                          <a:cubicBezTo>
                            <a:pt x="9041" y="405"/>
                            <a:pt x="10840" y="0"/>
                            <a:pt x="12864" y="0"/>
                          </a:cubicBezTo>
                          <a:cubicBezTo>
                            <a:pt x="16710" y="0"/>
                            <a:pt x="19746" y="1327"/>
                            <a:pt x="21927" y="3958"/>
                          </a:cubicBezTo>
                          <a:cubicBezTo>
                            <a:pt x="24131" y="6612"/>
                            <a:pt x="25211" y="10435"/>
                            <a:pt x="25166" y="15473"/>
                          </a:cubicBezTo>
                          <a:lnTo>
                            <a:pt x="3463" y="15473"/>
                          </a:lnTo>
                          <a:close/>
                          <a:moveTo>
                            <a:pt x="21748" y="12774"/>
                          </a:moveTo>
                          <a:cubicBezTo>
                            <a:pt x="21748" y="11402"/>
                            <a:pt x="21568" y="10120"/>
                            <a:pt x="21185" y="8906"/>
                          </a:cubicBezTo>
                          <a:cubicBezTo>
                            <a:pt x="20803" y="7691"/>
                            <a:pt x="20241" y="6657"/>
                            <a:pt x="19521" y="5780"/>
                          </a:cubicBezTo>
                          <a:cubicBezTo>
                            <a:pt x="18779" y="4903"/>
                            <a:pt x="17857" y="4206"/>
                            <a:pt x="16732" y="3666"/>
                          </a:cubicBezTo>
                          <a:cubicBezTo>
                            <a:pt x="15608" y="3149"/>
                            <a:pt x="14348" y="2879"/>
                            <a:pt x="12909" y="2879"/>
                          </a:cubicBezTo>
                          <a:cubicBezTo>
                            <a:pt x="11470" y="2879"/>
                            <a:pt x="10210" y="3149"/>
                            <a:pt x="9108" y="3688"/>
                          </a:cubicBezTo>
                          <a:cubicBezTo>
                            <a:pt x="8006" y="4228"/>
                            <a:pt x="7084" y="4948"/>
                            <a:pt x="6297" y="5847"/>
                          </a:cubicBezTo>
                          <a:cubicBezTo>
                            <a:pt x="5533" y="6747"/>
                            <a:pt x="4903" y="7781"/>
                            <a:pt x="4431" y="8973"/>
                          </a:cubicBezTo>
                          <a:cubicBezTo>
                            <a:pt x="3958" y="10165"/>
                            <a:pt x="3666" y="11425"/>
                            <a:pt x="3509" y="12752"/>
                          </a:cubicBezTo>
                          <a:lnTo>
                            <a:pt x="21748" y="12752"/>
                          </a:lnTo>
                          <a:close/>
                        </a:path>
                      </a:pathLst>
                    </a:custGeom>
                    <a:solidFill>
                      <a:srgbClr val="010101"/>
                    </a:solidFill>
                    <a:ln w="2249" cap="flat">
                      <a:noFill/>
                      <a:prstDash val="solid"/>
                      <a:miter/>
                    </a:ln>
                  </p:spPr>
                  <p:txBody>
                    <a:bodyPr rtlCol="0" anchor="ctr"/>
                    <a:lstStyle/>
                    <a:p>
                      <a:endParaRPr lang="en-US"/>
                    </a:p>
                  </p:txBody>
                </p:sp>
                <p:sp>
                  <p:nvSpPr>
                    <p:cNvPr id="1150" name="Freeform 1149">
                      <a:extLst>
                        <a:ext uri="{FF2B5EF4-FFF2-40B4-BE49-F238E27FC236}">
                          <a16:creationId xmlns:a16="http://schemas.microsoft.com/office/drawing/2014/main" id="{08EC7A8D-5699-ACB6-1229-B59F25F2F252}"/>
                        </a:ext>
                      </a:extLst>
                    </p:cNvPr>
                    <p:cNvSpPr/>
                    <p:nvPr/>
                  </p:nvSpPr>
                  <p:spPr>
                    <a:xfrm>
                      <a:off x="5386342" y="3026211"/>
                      <a:ext cx="25683" cy="39626"/>
                    </a:xfrm>
                    <a:custGeom>
                      <a:avLst/>
                      <a:gdLst>
                        <a:gd name="connsiteX0" fmla="*/ 22445 w 25683"/>
                        <a:gd name="connsiteY0" fmla="*/ 0 h 39626"/>
                        <a:gd name="connsiteX1" fmla="*/ 25683 w 25683"/>
                        <a:gd name="connsiteY1" fmla="*/ 0 h 39626"/>
                        <a:gd name="connsiteX2" fmla="*/ 25683 w 25683"/>
                        <a:gd name="connsiteY2" fmla="*/ 38862 h 39626"/>
                        <a:gd name="connsiteX3" fmla="*/ 22445 w 25683"/>
                        <a:gd name="connsiteY3" fmla="*/ 38862 h 39626"/>
                        <a:gd name="connsiteX4" fmla="*/ 22445 w 25683"/>
                        <a:gd name="connsiteY4" fmla="*/ 33959 h 39626"/>
                        <a:gd name="connsiteX5" fmla="*/ 22332 w 25683"/>
                        <a:gd name="connsiteY5" fmla="*/ 33959 h 39626"/>
                        <a:gd name="connsiteX6" fmla="*/ 20533 w 25683"/>
                        <a:gd name="connsiteY6" fmla="*/ 36411 h 39626"/>
                        <a:gd name="connsiteX7" fmla="*/ 18104 w 25683"/>
                        <a:gd name="connsiteY7" fmla="*/ 38165 h 39626"/>
                        <a:gd name="connsiteX8" fmla="*/ 15383 w 25683"/>
                        <a:gd name="connsiteY8" fmla="*/ 39244 h 39626"/>
                        <a:gd name="connsiteX9" fmla="*/ 12639 w 25683"/>
                        <a:gd name="connsiteY9" fmla="*/ 39627 h 39626"/>
                        <a:gd name="connsiteX10" fmla="*/ 6859 w 25683"/>
                        <a:gd name="connsiteY10" fmla="*/ 38502 h 39626"/>
                        <a:gd name="connsiteX11" fmla="*/ 2946 w 25683"/>
                        <a:gd name="connsiteY11" fmla="*/ 35399 h 39626"/>
                        <a:gd name="connsiteX12" fmla="*/ 697 w 25683"/>
                        <a:gd name="connsiteY12" fmla="*/ 30721 h 39626"/>
                        <a:gd name="connsiteX13" fmla="*/ 0 w 25683"/>
                        <a:gd name="connsiteY13" fmla="*/ 24941 h 39626"/>
                        <a:gd name="connsiteX14" fmla="*/ 765 w 25683"/>
                        <a:gd name="connsiteY14" fmla="*/ 19319 h 39626"/>
                        <a:gd name="connsiteX15" fmla="*/ 3059 w 25683"/>
                        <a:gd name="connsiteY15" fmla="*/ 14596 h 39626"/>
                        <a:gd name="connsiteX16" fmla="*/ 6949 w 25683"/>
                        <a:gd name="connsiteY16" fmla="*/ 11357 h 39626"/>
                        <a:gd name="connsiteX17" fmla="*/ 12482 w 25683"/>
                        <a:gd name="connsiteY17" fmla="*/ 10143 h 39626"/>
                        <a:gd name="connsiteX18" fmla="*/ 18172 w 25683"/>
                        <a:gd name="connsiteY18" fmla="*/ 11470 h 39626"/>
                        <a:gd name="connsiteX19" fmla="*/ 22467 w 25683"/>
                        <a:gd name="connsiteY19" fmla="*/ 15383 h 39626"/>
                        <a:gd name="connsiteX20" fmla="*/ 22467 w 25683"/>
                        <a:gd name="connsiteY20" fmla="*/ 0 h 39626"/>
                        <a:gd name="connsiteX21" fmla="*/ 22445 w 25683"/>
                        <a:gd name="connsiteY21" fmla="*/ 24761 h 39626"/>
                        <a:gd name="connsiteX22" fmla="*/ 21793 w 25683"/>
                        <a:gd name="connsiteY22" fmla="*/ 20263 h 39626"/>
                        <a:gd name="connsiteX23" fmla="*/ 19926 w 25683"/>
                        <a:gd name="connsiteY23" fmla="*/ 16530 h 39626"/>
                        <a:gd name="connsiteX24" fmla="*/ 16957 w 25683"/>
                        <a:gd name="connsiteY24" fmla="*/ 13989 h 39626"/>
                        <a:gd name="connsiteX25" fmla="*/ 12999 w 25683"/>
                        <a:gd name="connsiteY25" fmla="*/ 13044 h 39626"/>
                        <a:gd name="connsiteX26" fmla="*/ 8636 w 25683"/>
                        <a:gd name="connsiteY26" fmla="*/ 14033 h 39626"/>
                        <a:gd name="connsiteX27" fmla="*/ 5622 w 25683"/>
                        <a:gd name="connsiteY27" fmla="*/ 16755 h 39626"/>
                        <a:gd name="connsiteX28" fmla="*/ 3891 w 25683"/>
                        <a:gd name="connsiteY28" fmla="*/ 20780 h 39626"/>
                        <a:gd name="connsiteX29" fmla="*/ 3463 w 25683"/>
                        <a:gd name="connsiteY29" fmla="*/ 25728 h 39626"/>
                        <a:gd name="connsiteX30" fmla="*/ 4183 w 25683"/>
                        <a:gd name="connsiteY30" fmla="*/ 30406 h 39626"/>
                        <a:gd name="connsiteX31" fmla="*/ 6207 w 25683"/>
                        <a:gd name="connsiteY31" fmla="*/ 33824 h 39626"/>
                        <a:gd name="connsiteX32" fmla="*/ 9221 w 25683"/>
                        <a:gd name="connsiteY32" fmla="*/ 35961 h 39626"/>
                        <a:gd name="connsiteX33" fmla="*/ 12999 w 25683"/>
                        <a:gd name="connsiteY33" fmla="*/ 36681 h 39626"/>
                        <a:gd name="connsiteX34" fmla="*/ 17047 w 25683"/>
                        <a:gd name="connsiteY34" fmla="*/ 35758 h 39626"/>
                        <a:gd name="connsiteX35" fmla="*/ 20016 w 25683"/>
                        <a:gd name="connsiteY35" fmla="*/ 33240 h 39626"/>
                        <a:gd name="connsiteX36" fmla="*/ 21815 w 25683"/>
                        <a:gd name="connsiteY36" fmla="*/ 29461 h 39626"/>
                        <a:gd name="connsiteX37" fmla="*/ 22445 w 25683"/>
                        <a:gd name="connsiteY37" fmla="*/ 24739 h 3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683" h="39626">
                          <a:moveTo>
                            <a:pt x="22445" y="0"/>
                          </a:moveTo>
                          <a:lnTo>
                            <a:pt x="25683" y="0"/>
                          </a:lnTo>
                          <a:lnTo>
                            <a:pt x="25683" y="38862"/>
                          </a:lnTo>
                          <a:lnTo>
                            <a:pt x="22445" y="38862"/>
                          </a:lnTo>
                          <a:lnTo>
                            <a:pt x="22445" y="33959"/>
                          </a:lnTo>
                          <a:lnTo>
                            <a:pt x="22332" y="33959"/>
                          </a:lnTo>
                          <a:cubicBezTo>
                            <a:pt x="21860" y="34904"/>
                            <a:pt x="21253" y="35713"/>
                            <a:pt x="20533" y="36411"/>
                          </a:cubicBezTo>
                          <a:cubicBezTo>
                            <a:pt x="19791" y="37108"/>
                            <a:pt x="18981" y="37693"/>
                            <a:pt x="18104" y="38165"/>
                          </a:cubicBezTo>
                          <a:cubicBezTo>
                            <a:pt x="17227" y="38637"/>
                            <a:pt x="16305" y="38997"/>
                            <a:pt x="15383" y="39244"/>
                          </a:cubicBezTo>
                          <a:cubicBezTo>
                            <a:pt x="14438" y="39492"/>
                            <a:pt x="13539" y="39627"/>
                            <a:pt x="12639" y="39627"/>
                          </a:cubicBezTo>
                          <a:cubicBezTo>
                            <a:pt x="10368" y="39627"/>
                            <a:pt x="8456" y="39244"/>
                            <a:pt x="6859" y="38502"/>
                          </a:cubicBezTo>
                          <a:cubicBezTo>
                            <a:pt x="5285" y="37738"/>
                            <a:pt x="3981" y="36703"/>
                            <a:pt x="2946" y="35399"/>
                          </a:cubicBezTo>
                          <a:cubicBezTo>
                            <a:pt x="1912" y="34094"/>
                            <a:pt x="1170" y="32520"/>
                            <a:pt x="697" y="30721"/>
                          </a:cubicBezTo>
                          <a:cubicBezTo>
                            <a:pt x="225" y="28922"/>
                            <a:pt x="0" y="26987"/>
                            <a:pt x="0" y="24941"/>
                          </a:cubicBezTo>
                          <a:cubicBezTo>
                            <a:pt x="0" y="23007"/>
                            <a:pt x="247" y="21118"/>
                            <a:pt x="765" y="19319"/>
                          </a:cubicBezTo>
                          <a:cubicBezTo>
                            <a:pt x="1260" y="17519"/>
                            <a:pt x="2024" y="15945"/>
                            <a:pt x="3059" y="14596"/>
                          </a:cubicBezTo>
                          <a:cubicBezTo>
                            <a:pt x="4093" y="13246"/>
                            <a:pt x="5375" y="12167"/>
                            <a:pt x="6949" y="11357"/>
                          </a:cubicBezTo>
                          <a:cubicBezTo>
                            <a:pt x="8524" y="10548"/>
                            <a:pt x="10368" y="10143"/>
                            <a:pt x="12482" y="10143"/>
                          </a:cubicBezTo>
                          <a:cubicBezTo>
                            <a:pt x="14461" y="10143"/>
                            <a:pt x="16350" y="10593"/>
                            <a:pt x="18172" y="11470"/>
                          </a:cubicBezTo>
                          <a:cubicBezTo>
                            <a:pt x="19993" y="12347"/>
                            <a:pt x="21410" y="13651"/>
                            <a:pt x="22467" y="15383"/>
                          </a:cubicBezTo>
                          <a:lnTo>
                            <a:pt x="22467" y="0"/>
                          </a:lnTo>
                          <a:close/>
                          <a:moveTo>
                            <a:pt x="22445" y="24761"/>
                          </a:moveTo>
                          <a:cubicBezTo>
                            <a:pt x="22445" y="23187"/>
                            <a:pt x="22220" y="21680"/>
                            <a:pt x="21793" y="20263"/>
                          </a:cubicBezTo>
                          <a:cubicBezTo>
                            <a:pt x="21365" y="18846"/>
                            <a:pt x="20735" y="17609"/>
                            <a:pt x="19926" y="16530"/>
                          </a:cubicBezTo>
                          <a:cubicBezTo>
                            <a:pt x="19116" y="15473"/>
                            <a:pt x="18127" y="14618"/>
                            <a:pt x="16957" y="13989"/>
                          </a:cubicBezTo>
                          <a:cubicBezTo>
                            <a:pt x="15788" y="13359"/>
                            <a:pt x="14461" y="13044"/>
                            <a:pt x="12999" y="13044"/>
                          </a:cubicBezTo>
                          <a:cubicBezTo>
                            <a:pt x="11312" y="13044"/>
                            <a:pt x="9850" y="13381"/>
                            <a:pt x="8636" y="14033"/>
                          </a:cubicBezTo>
                          <a:cubicBezTo>
                            <a:pt x="7422" y="14708"/>
                            <a:pt x="6409" y="15608"/>
                            <a:pt x="5622" y="16755"/>
                          </a:cubicBezTo>
                          <a:cubicBezTo>
                            <a:pt x="4835" y="17902"/>
                            <a:pt x="4251" y="19251"/>
                            <a:pt x="3891" y="20780"/>
                          </a:cubicBezTo>
                          <a:cubicBezTo>
                            <a:pt x="3531" y="22310"/>
                            <a:pt x="3396" y="23951"/>
                            <a:pt x="3463" y="25728"/>
                          </a:cubicBezTo>
                          <a:cubicBezTo>
                            <a:pt x="3463" y="27482"/>
                            <a:pt x="3711" y="29056"/>
                            <a:pt x="4183" y="30406"/>
                          </a:cubicBezTo>
                          <a:cubicBezTo>
                            <a:pt x="4678" y="31755"/>
                            <a:pt x="5353" y="32902"/>
                            <a:pt x="6207" y="33824"/>
                          </a:cubicBezTo>
                          <a:cubicBezTo>
                            <a:pt x="7062" y="34746"/>
                            <a:pt x="8074" y="35466"/>
                            <a:pt x="9221" y="35961"/>
                          </a:cubicBezTo>
                          <a:cubicBezTo>
                            <a:pt x="10368" y="36456"/>
                            <a:pt x="11627" y="36681"/>
                            <a:pt x="12999" y="36681"/>
                          </a:cubicBezTo>
                          <a:cubicBezTo>
                            <a:pt x="14506" y="36681"/>
                            <a:pt x="15855" y="36366"/>
                            <a:pt x="17047" y="35758"/>
                          </a:cubicBezTo>
                          <a:cubicBezTo>
                            <a:pt x="18239" y="35151"/>
                            <a:pt x="19229" y="34319"/>
                            <a:pt x="20016" y="33240"/>
                          </a:cubicBezTo>
                          <a:cubicBezTo>
                            <a:pt x="20803" y="32183"/>
                            <a:pt x="21410" y="30923"/>
                            <a:pt x="21815" y="29461"/>
                          </a:cubicBezTo>
                          <a:cubicBezTo>
                            <a:pt x="22220" y="27999"/>
                            <a:pt x="22445" y="26425"/>
                            <a:pt x="22445" y="24739"/>
                          </a:cubicBezTo>
                          <a:close/>
                        </a:path>
                      </a:pathLst>
                    </a:custGeom>
                    <a:solidFill>
                      <a:srgbClr val="010101"/>
                    </a:solidFill>
                    <a:ln w="2249" cap="flat">
                      <a:noFill/>
                      <a:prstDash val="solid"/>
                      <a:miter/>
                    </a:ln>
                  </p:spPr>
                  <p:txBody>
                    <a:bodyPr rtlCol="0" anchor="ctr"/>
                    <a:lstStyle/>
                    <a:p>
                      <a:endParaRPr lang="en-US"/>
                    </a:p>
                  </p:txBody>
                </p:sp>
              </p:grpSp>
              <p:grpSp>
                <p:nvGrpSpPr>
                  <p:cNvPr id="1116" name="Graphic 4479">
                    <a:extLst>
                      <a:ext uri="{FF2B5EF4-FFF2-40B4-BE49-F238E27FC236}">
                        <a16:creationId xmlns:a16="http://schemas.microsoft.com/office/drawing/2014/main" id="{A6604A88-6FEF-6B17-77D4-17693ACEEF60}"/>
                      </a:ext>
                    </a:extLst>
                  </p:cNvPr>
                  <p:cNvGrpSpPr/>
                  <p:nvPr/>
                </p:nvGrpSpPr>
                <p:grpSpPr>
                  <a:xfrm>
                    <a:off x="9690365" y="6349907"/>
                    <a:ext cx="452041" cy="148435"/>
                    <a:chOff x="5538169" y="3026211"/>
                    <a:chExt cx="120746" cy="39649"/>
                  </a:xfrm>
                  <a:solidFill>
                    <a:srgbClr val="010101"/>
                  </a:solidFill>
                </p:grpSpPr>
                <p:sp>
                  <p:nvSpPr>
                    <p:cNvPr id="1138" name="Freeform 1137">
                      <a:extLst>
                        <a:ext uri="{FF2B5EF4-FFF2-40B4-BE49-F238E27FC236}">
                          <a16:creationId xmlns:a16="http://schemas.microsoft.com/office/drawing/2014/main" id="{86ECAEBC-7863-F603-19AF-E3F73F7D4AE8}"/>
                        </a:ext>
                      </a:extLst>
                    </p:cNvPr>
                    <p:cNvSpPr/>
                    <p:nvPr/>
                  </p:nvSpPr>
                  <p:spPr>
                    <a:xfrm>
                      <a:off x="5538169" y="3036354"/>
                      <a:ext cx="22197" cy="28741"/>
                    </a:xfrm>
                    <a:custGeom>
                      <a:avLst/>
                      <a:gdLst>
                        <a:gd name="connsiteX0" fmla="*/ 3238 w 22197"/>
                        <a:gd name="connsiteY0" fmla="*/ 28719 h 28741"/>
                        <a:gd name="connsiteX1" fmla="*/ 0 w 22197"/>
                        <a:gd name="connsiteY1" fmla="*/ 28719 h 28741"/>
                        <a:gd name="connsiteX2" fmla="*/ 0 w 22197"/>
                        <a:gd name="connsiteY2" fmla="*/ 765 h 28741"/>
                        <a:gd name="connsiteX3" fmla="*/ 3238 w 22197"/>
                        <a:gd name="connsiteY3" fmla="*/ 765 h 28741"/>
                        <a:gd name="connsiteX4" fmla="*/ 3238 w 22197"/>
                        <a:gd name="connsiteY4" fmla="*/ 4655 h 28741"/>
                        <a:gd name="connsiteX5" fmla="*/ 7264 w 22197"/>
                        <a:gd name="connsiteY5" fmla="*/ 1304 h 28741"/>
                        <a:gd name="connsiteX6" fmla="*/ 12257 w 22197"/>
                        <a:gd name="connsiteY6" fmla="*/ 0 h 28741"/>
                        <a:gd name="connsiteX7" fmla="*/ 17070 w 22197"/>
                        <a:gd name="connsiteY7" fmla="*/ 900 h 28741"/>
                        <a:gd name="connsiteX8" fmla="*/ 20803 w 22197"/>
                        <a:gd name="connsiteY8" fmla="*/ 4003 h 28741"/>
                        <a:gd name="connsiteX9" fmla="*/ 22017 w 22197"/>
                        <a:gd name="connsiteY9" fmla="*/ 7107 h 28741"/>
                        <a:gd name="connsiteX10" fmla="*/ 22197 w 22197"/>
                        <a:gd name="connsiteY10" fmla="*/ 10435 h 28741"/>
                        <a:gd name="connsiteX11" fmla="*/ 22197 w 22197"/>
                        <a:gd name="connsiteY11" fmla="*/ 28742 h 28741"/>
                        <a:gd name="connsiteX12" fmla="*/ 18959 w 22197"/>
                        <a:gd name="connsiteY12" fmla="*/ 28742 h 28741"/>
                        <a:gd name="connsiteX13" fmla="*/ 18959 w 22197"/>
                        <a:gd name="connsiteY13" fmla="*/ 10503 h 28741"/>
                        <a:gd name="connsiteX14" fmla="*/ 17294 w 22197"/>
                        <a:gd name="connsiteY14" fmla="*/ 4835 h 28741"/>
                        <a:gd name="connsiteX15" fmla="*/ 11739 w 22197"/>
                        <a:gd name="connsiteY15" fmla="*/ 2946 h 28741"/>
                        <a:gd name="connsiteX16" fmla="*/ 8996 w 22197"/>
                        <a:gd name="connsiteY16" fmla="*/ 3396 h 28741"/>
                        <a:gd name="connsiteX17" fmla="*/ 6747 w 22197"/>
                        <a:gd name="connsiteY17" fmla="*/ 4610 h 28741"/>
                        <a:gd name="connsiteX18" fmla="*/ 5038 w 22197"/>
                        <a:gd name="connsiteY18" fmla="*/ 6342 h 28741"/>
                        <a:gd name="connsiteX19" fmla="*/ 3958 w 22197"/>
                        <a:gd name="connsiteY19" fmla="*/ 8389 h 28741"/>
                        <a:gd name="connsiteX20" fmla="*/ 3373 w 22197"/>
                        <a:gd name="connsiteY20" fmla="*/ 10975 h 28741"/>
                        <a:gd name="connsiteX21" fmla="*/ 3261 w 22197"/>
                        <a:gd name="connsiteY21" fmla="*/ 13674 h 28741"/>
                        <a:gd name="connsiteX22" fmla="*/ 3261 w 22197"/>
                        <a:gd name="connsiteY22" fmla="*/ 28742 h 28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2197" h="28741">
                          <a:moveTo>
                            <a:pt x="3238" y="28719"/>
                          </a:moveTo>
                          <a:lnTo>
                            <a:pt x="0" y="28719"/>
                          </a:lnTo>
                          <a:lnTo>
                            <a:pt x="0" y="765"/>
                          </a:lnTo>
                          <a:lnTo>
                            <a:pt x="3238" y="765"/>
                          </a:lnTo>
                          <a:lnTo>
                            <a:pt x="3238" y="4655"/>
                          </a:lnTo>
                          <a:cubicBezTo>
                            <a:pt x="4543" y="3283"/>
                            <a:pt x="5870" y="2181"/>
                            <a:pt x="7264" y="1304"/>
                          </a:cubicBezTo>
                          <a:cubicBezTo>
                            <a:pt x="8659" y="450"/>
                            <a:pt x="10323" y="0"/>
                            <a:pt x="12257" y="0"/>
                          </a:cubicBezTo>
                          <a:cubicBezTo>
                            <a:pt x="13988" y="0"/>
                            <a:pt x="15585" y="292"/>
                            <a:pt x="17070" y="900"/>
                          </a:cubicBezTo>
                          <a:cubicBezTo>
                            <a:pt x="18554" y="1484"/>
                            <a:pt x="19791" y="2519"/>
                            <a:pt x="20803" y="4003"/>
                          </a:cubicBezTo>
                          <a:cubicBezTo>
                            <a:pt x="21478" y="5015"/>
                            <a:pt x="21882" y="6050"/>
                            <a:pt x="22017" y="7107"/>
                          </a:cubicBezTo>
                          <a:cubicBezTo>
                            <a:pt x="22152" y="8164"/>
                            <a:pt x="22197" y="9266"/>
                            <a:pt x="22197" y="10435"/>
                          </a:cubicBezTo>
                          <a:lnTo>
                            <a:pt x="22197" y="28742"/>
                          </a:lnTo>
                          <a:lnTo>
                            <a:pt x="18959" y="28742"/>
                          </a:lnTo>
                          <a:lnTo>
                            <a:pt x="18959" y="10503"/>
                          </a:lnTo>
                          <a:cubicBezTo>
                            <a:pt x="18959" y="7984"/>
                            <a:pt x="18396" y="6095"/>
                            <a:pt x="17294" y="4835"/>
                          </a:cubicBezTo>
                          <a:cubicBezTo>
                            <a:pt x="16170" y="3576"/>
                            <a:pt x="14326" y="2946"/>
                            <a:pt x="11739" y="2946"/>
                          </a:cubicBezTo>
                          <a:cubicBezTo>
                            <a:pt x="10728" y="2946"/>
                            <a:pt x="9806" y="3104"/>
                            <a:pt x="8996" y="3396"/>
                          </a:cubicBezTo>
                          <a:cubicBezTo>
                            <a:pt x="8164" y="3711"/>
                            <a:pt x="7422" y="4116"/>
                            <a:pt x="6747" y="4610"/>
                          </a:cubicBezTo>
                          <a:cubicBezTo>
                            <a:pt x="6072" y="5105"/>
                            <a:pt x="5510" y="5690"/>
                            <a:pt x="5038" y="6342"/>
                          </a:cubicBezTo>
                          <a:cubicBezTo>
                            <a:pt x="4565" y="6994"/>
                            <a:pt x="4206" y="7669"/>
                            <a:pt x="3958" y="8389"/>
                          </a:cubicBezTo>
                          <a:cubicBezTo>
                            <a:pt x="3644" y="9288"/>
                            <a:pt x="3441" y="10143"/>
                            <a:pt x="3373" y="10975"/>
                          </a:cubicBezTo>
                          <a:cubicBezTo>
                            <a:pt x="3306" y="11807"/>
                            <a:pt x="3261" y="12707"/>
                            <a:pt x="3261" y="13674"/>
                          </a:cubicBezTo>
                          <a:lnTo>
                            <a:pt x="3261" y="28742"/>
                          </a:lnTo>
                          <a:close/>
                        </a:path>
                      </a:pathLst>
                    </a:custGeom>
                    <a:solidFill>
                      <a:srgbClr val="010101"/>
                    </a:solidFill>
                    <a:ln w="2249" cap="flat">
                      <a:noFill/>
                      <a:prstDash val="solid"/>
                      <a:miter/>
                    </a:ln>
                  </p:spPr>
                  <p:txBody>
                    <a:bodyPr rtlCol="0" anchor="ctr"/>
                    <a:lstStyle/>
                    <a:p>
                      <a:endParaRPr lang="en-US"/>
                    </a:p>
                  </p:txBody>
                </p:sp>
                <p:sp>
                  <p:nvSpPr>
                    <p:cNvPr id="1139" name="Freeform 1138">
                      <a:extLst>
                        <a:ext uri="{FF2B5EF4-FFF2-40B4-BE49-F238E27FC236}">
                          <a16:creationId xmlns:a16="http://schemas.microsoft.com/office/drawing/2014/main" id="{F8325127-3707-BF0F-C51A-0DA1ED0BCA8D}"/>
                        </a:ext>
                      </a:extLst>
                    </p:cNvPr>
                    <p:cNvSpPr/>
                    <p:nvPr/>
                  </p:nvSpPr>
                  <p:spPr>
                    <a:xfrm>
                      <a:off x="5566349" y="3036332"/>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4 w 25908"/>
                        <a:gd name="connsiteY3" fmla="*/ 21185 h 29483"/>
                        <a:gd name="connsiteX4" fmla="*/ 0 w 25908"/>
                        <a:gd name="connsiteY4" fmla="*/ 14753 h 29483"/>
                        <a:gd name="connsiteX5" fmla="*/ 809 w 25908"/>
                        <a:gd name="connsiteY5" fmla="*/ 8996 h 29483"/>
                        <a:gd name="connsiteX6" fmla="*/ 3238 w 25908"/>
                        <a:gd name="connsiteY6" fmla="*/ 4318 h 29483"/>
                        <a:gd name="connsiteX7" fmla="*/ 7287 w 25908"/>
                        <a:gd name="connsiteY7" fmla="*/ 1169 h 29483"/>
                        <a:gd name="connsiteX8" fmla="*/ 12954 w 25908"/>
                        <a:gd name="connsiteY8" fmla="*/ 0 h 29483"/>
                        <a:gd name="connsiteX9" fmla="*/ 18666 w 25908"/>
                        <a:gd name="connsiteY9" fmla="*/ 1169 h 29483"/>
                        <a:gd name="connsiteX10" fmla="*/ 22715 w 25908"/>
                        <a:gd name="connsiteY10" fmla="*/ 4296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22467 w 25908"/>
                        <a:gd name="connsiteY17" fmla="*/ 14753 h 29483"/>
                        <a:gd name="connsiteX18" fmla="*/ 21927 w 25908"/>
                        <a:gd name="connsiteY18" fmla="*/ 10120 h 29483"/>
                        <a:gd name="connsiteX19" fmla="*/ 20263 w 25908"/>
                        <a:gd name="connsiteY19" fmla="*/ 6365 h 29483"/>
                        <a:gd name="connsiteX20" fmla="*/ 17339 w 25908"/>
                        <a:gd name="connsiteY20" fmla="*/ 3846 h 29483"/>
                        <a:gd name="connsiteX21" fmla="*/ 12977 w 25908"/>
                        <a:gd name="connsiteY21" fmla="*/ 2924 h 29483"/>
                        <a:gd name="connsiteX22" fmla="*/ 8636 w 25908"/>
                        <a:gd name="connsiteY22" fmla="*/ 3913 h 29483"/>
                        <a:gd name="connsiteX23" fmla="*/ 5690 w 25908"/>
                        <a:gd name="connsiteY23" fmla="*/ 6567 h 29483"/>
                        <a:gd name="connsiteX24" fmla="*/ 4026 w 25908"/>
                        <a:gd name="connsiteY24" fmla="*/ 10345 h 29483"/>
                        <a:gd name="connsiteX25" fmla="*/ 3486 w 25908"/>
                        <a:gd name="connsiteY25" fmla="*/ 14753 h 29483"/>
                        <a:gd name="connsiteX26" fmla="*/ 4116 w 25908"/>
                        <a:gd name="connsiteY26" fmla="*/ 19521 h 29483"/>
                        <a:gd name="connsiteX27" fmla="*/ 5914 w 25908"/>
                        <a:gd name="connsiteY27" fmla="*/ 23277 h 29483"/>
                        <a:gd name="connsiteX28" fmla="*/ 8883 w 25908"/>
                        <a:gd name="connsiteY28" fmla="*/ 25706 h 29483"/>
                        <a:gd name="connsiteX29" fmla="*/ 12977 w 25908"/>
                        <a:gd name="connsiteY29" fmla="*/ 26560 h 29483"/>
                        <a:gd name="connsiteX30" fmla="*/ 17317 w 25908"/>
                        <a:gd name="connsiteY30" fmla="*/ 25571 h 29483"/>
                        <a:gd name="connsiteX31" fmla="*/ 20263 w 25908"/>
                        <a:gd name="connsiteY31" fmla="*/ 22894 h 29483"/>
                        <a:gd name="connsiteX32" fmla="*/ 21927 w 25908"/>
                        <a:gd name="connsiteY32" fmla="*/ 19116 h 29483"/>
                        <a:gd name="connsiteX33" fmla="*/ 22467 w 25908"/>
                        <a:gd name="connsiteY33"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4" y="21185"/>
                          </a:cubicBezTo>
                          <a:cubicBezTo>
                            <a:pt x="360" y="19341"/>
                            <a:pt x="0" y="17205"/>
                            <a:pt x="0" y="14753"/>
                          </a:cubicBezTo>
                          <a:cubicBezTo>
                            <a:pt x="0" y="12707"/>
                            <a:pt x="270" y="10795"/>
                            <a:pt x="809" y="8996"/>
                          </a:cubicBezTo>
                          <a:cubicBezTo>
                            <a:pt x="1350" y="7219"/>
                            <a:pt x="2159" y="5667"/>
                            <a:pt x="3238" y="4318"/>
                          </a:cubicBezTo>
                          <a:cubicBezTo>
                            <a:pt x="4318" y="2991"/>
                            <a:pt x="5667" y="1934"/>
                            <a:pt x="7287" y="1169"/>
                          </a:cubicBezTo>
                          <a:cubicBezTo>
                            <a:pt x="8906" y="405"/>
                            <a:pt x="10795" y="0"/>
                            <a:pt x="12954" y="0"/>
                          </a:cubicBezTo>
                          <a:cubicBezTo>
                            <a:pt x="15113" y="0"/>
                            <a:pt x="17047" y="382"/>
                            <a:pt x="18666" y="1169"/>
                          </a:cubicBezTo>
                          <a:cubicBezTo>
                            <a:pt x="20286" y="1934"/>
                            <a:pt x="21635" y="2991"/>
                            <a:pt x="22715" y="4296"/>
                          </a:cubicBezTo>
                          <a:cubicBezTo>
                            <a:pt x="23794" y="5600"/>
                            <a:pt x="24603" y="7174"/>
                            <a:pt x="25121" y="8973"/>
                          </a:cubicBezTo>
                          <a:cubicBezTo>
                            <a:pt x="25638" y="10773"/>
                            <a:pt x="25908" y="12707"/>
                            <a:pt x="25908" y="14753"/>
                          </a:cubicBezTo>
                          <a:cubicBezTo>
                            <a:pt x="25908" y="16980"/>
                            <a:pt x="25593" y="19004"/>
                            <a:pt x="24986" y="20803"/>
                          </a:cubicBezTo>
                          <a:cubicBezTo>
                            <a:pt x="24379" y="22602"/>
                            <a:pt x="23502" y="24154"/>
                            <a:pt x="22377" y="25436"/>
                          </a:cubicBezTo>
                          <a:cubicBezTo>
                            <a:pt x="21253" y="26740"/>
                            <a:pt x="19881" y="27730"/>
                            <a:pt x="18284" y="28427"/>
                          </a:cubicBezTo>
                          <a:cubicBezTo>
                            <a:pt x="16687" y="29124"/>
                            <a:pt x="14910" y="29484"/>
                            <a:pt x="12977" y="29484"/>
                          </a:cubicBezTo>
                          <a:close/>
                          <a:moveTo>
                            <a:pt x="22467" y="14753"/>
                          </a:moveTo>
                          <a:cubicBezTo>
                            <a:pt x="22467" y="13089"/>
                            <a:pt x="22287" y="11560"/>
                            <a:pt x="21927" y="10120"/>
                          </a:cubicBezTo>
                          <a:cubicBezTo>
                            <a:pt x="21568" y="8681"/>
                            <a:pt x="21005" y="7422"/>
                            <a:pt x="20263" y="6365"/>
                          </a:cubicBezTo>
                          <a:cubicBezTo>
                            <a:pt x="19498" y="5308"/>
                            <a:pt x="18531" y="4475"/>
                            <a:pt x="17339" y="3846"/>
                          </a:cubicBezTo>
                          <a:cubicBezTo>
                            <a:pt x="16147" y="3239"/>
                            <a:pt x="14686" y="2924"/>
                            <a:pt x="12977" y="2924"/>
                          </a:cubicBezTo>
                          <a:cubicBezTo>
                            <a:pt x="11267" y="2924"/>
                            <a:pt x="9828" y="3261"/>
                            <a:pt x="8636" y="3913"/>
                          </a:cubicBezTo>
                          <a:cubicBezTo>
                            <a:pt x="7422" y="4588"/>
                            <a:pt x="6454" y="5465"/>
                            <a:pt x="5690" y="6567"/>
                          </a:cubicBezTo>
                          <a:cubicBezTo>
                            <a:pt x="4925" y="7669"/>
                            <a:pt x="4385" y="8928"/>
                            <a:pt x="4026" y="10345"/>
                          </a:cubicBezTo>
                          <a:cubicBezTo>
                            <a:pt x="3666" y="11762"/>
                            <a:pt x="3486" y="13224"/>
                            <a:pt x="3486" y="14753"/>
                          </a:cubicBezTo>
                          <a:cubicBezTo>
                            <a:pt x="3486" y="16485"/>
                            <a:pt x="3688" y="18082"/>
                            <a:pt x="4116" y="19521"/>
                          </a:cubicBezTo>
                          <a:cubicBezTo>
                            <a:pt x="4520" y="20983"/>
                            <a:pt x="5128" y="22220"/>
                            <a:pt x="5914" y="23277"/>
                          </a:cubicBezTo>
                          <a:cubicBezTo>
                            <a:pt x="6702" y="24334"/>
                            <a:pt x="7691" y="25121"/>
                            <a:pt x="8883" y="25706"/>
                          </a:cubicBezTo>
                          <a:cubicBezTo>
                            <a:pt x="10075" y="26290"/>
                            <a:pt x="11447" y="26560"/>
                            <a:pt x="12977" y="26560"/>
                          </a:cubicBezTo>
                          <a:cubicBezTo>
                            <a:pt x="14663" y="26560"/>
                            <a:pt x="16125" y="26223"/>
                            <a:pt x="17317" y="25571"/>
                          </a:cubicBezTo>
                          <a:cubicBezTo>
                            <a:pt x="18531" y="24896"/>
                            <a:pt x="19498" y="24019"/>
                            <a:pt x="20263" y="22894"/>
                          </a:cubicBezTo>
                          <a:cubicBezTo>
                            <a:pt x="21028" y="21770"/>
                            <a:pt x="21568" y="20510"/>
                            <a:pt x="21927" y="19116"/>
                          </a:cubicBezTo>
                          <a:cubicBezTo>
                            <a:pt x="22287" y="17722"/>
                            <a:pt x="22467" y="16260"/>
                            <a:pt x="22467" y="14753"/>
                          </a:cubicBezTo>
                          <a:close/>
                        </a:path>
                      </a:pathLst>
                    </a:custGeom>
                    <a:solidFill>
                      <a:srgbClr val="010101"/>
                    </a:solidFill>
                    <a:ln w="2249" cap="flat">
                      <a:noFill/>
                      <a:prstDash val="solid"/>
                      <a:miter/>
                    </a:ln>
                  </p:spPr>
                  <p:txBody>
                    <a:bodyPr rtlCol="0" anchor="ctr"/>
                    <a:lstStyle/>
                    <a:p>
                      <a:endParaRPr lang="en-US"/>
                    </a:p>
                  </p:txBody>
                </p:sp>
                <p:sp>
                  <p:nvSpPr>
                    <p:cNvPr id="1140" name="Freeform 1139">
                      <a:extLst>
                        <a:ext uri="{FF2B5EF4-FFF2-40B4-BE49-F238E27FC236}">
                          <a16:creationId xmlns:a16="http://schemas.microsoft.com/office/drawing/2014/main" id="{1A63005B-D5A7-D4D5-19C2-42CAD64D896F}"/>
                        </a:ext>
                      </a:extLst>
                    </p:cNvPr>
                    <p:cNvSpPr/>
                    <p:nvPr/>
                  </p:nvSpPr>
                  <p:spPr>
                    <a:xfrm>
                      <a:off x="5595226" y="3037096"/>
                      <a:ext cx="25143" cy="27954"/>
                    </a:xfrm>
                    <a:custGeom>
                      <a:avLst/>
                      <a:gdLst>
                        <a:gd name="connsiteX0" fmla="*/ 0 w 25143"/>
                        <a:gd name="connsiteY0" fmla="*/ 0 h 27954"/>
                        <a:gd name="connsiteX1" fmla="*/ 3508 w 25143"/>
                        <a:gd name="connsiteY1" fmla="*/ 0 h 27954"/>
                        <a:gd name="connsiteX2" fmla="*/ 12571 w 25143"/>
                        <a:gd name="connsiteY2" fmla="*/ 23974 h 27954"/>
                        <a:gd name="connsiteX3" fmla="*/ 21635 w 25143"/>
                        <a:gd name="connsiteY3" fmla="*/ 0 h 27954"/>
                        <a:gd name="connsiteX4" fmla="*/ 25143 w 25143"/>
                        <a:gd name="connsiteY4" fmla="*/ 0 h 27954"/>
                        <a:gd name="connsiteX5" fmla="*/ 14303 w 25143"/>
                        <a:gd name="connsiteY5" fmla="*/ 27955 h 27954"/>
                        <a:gd name="connsiteX6" fmla="*/ 10683 w 25143"/>
                        <a:gd name="connsiteY6" fmla="*/ 27955 h 27954"/>
                        <a:gd name="connsiteX7" fmla="*/ 0 w 25143"/>
                        <a:gd name="connsiteY7" fmla="*/ 0 h 279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143" h="27954">
                          <a:moveTo>
                            <a:pt x="0" y="0"/>
                          </a:moveTo>
                          <a:lnTo>
                            <a:pt x="3508" y="0"/>
                          </a:lnTo>
                          <a:lnTo>
                            <a:pt x="12571" y="23974"/>
                          </a:lnTo>
                          <a:lnTo>
                            <a:pt x="21635" y="0"/>
                          </a:lnTo>
                          <a:lnTo>
                            <a:pt x="25143" y="0"/>
                          </a:lnTo>
                          <a:lnTo>
                            <a:pt x="14303" y="27955"/>
                          </a:lnTo>
                          <a:lnTo>
                            <a:pt x="10683" y="27955"/>
                          </a:lnTo>
                          <a:lnTo>
                            <a:pt x="0" y="0"/>
                          </a:lnTo>
                          <a:close/>
                        </a:path>
                      </a:pathLst>
                    </a:custGeom>
                    <a:solidFill>
                      <a:srgbClr val="010101"/>
                    </a:solidFill>
                    <a:ln w="2249" cap="flat">
                      <a:noFill/>
                      <a:prstDash val="solid"/>
                      <a:miter/>
                    </a:ln>
                  </p:spPr>
                  <p:txBody>
                    <a:bodyPr rtlCol="0" anchor="ctr"/>
                    <a:lstStyle/>
                    <a:p>
                      <a:endParaRPr lang="en-US"/>
                    </a:p>
                  </p:txBody>
                </p:sp>
                <p:sp>
                  <p:nvSpPr>
                    <p:cNvPr id="1141" name="Freeform 1140">
                      <a:extLst>
                        <a:ext uri="{FF2B5EF4-FFF2-40B4-BE49-F238E27FC236}">
                          <a16:creationId xmlns:a16="http://schemas.microsoft.com/office/drawing/2014/main" id="{95AD1777-71DD-DEA6-2ED0-67DB257A9157}"/>
                        </a:ext>
                      </a:extLst>
                    </p:cNvPr>
                    <p:cNvSpPr/>
                    <p:nvPr/>
                  </p:nvSpPr>
                  <p:spPr>
                    <a:xfrm>
                      <a:off x="5623675" y="3036377"/>
                      <a:ext cx="25167" cy="29483"/>
                    </a:xfrm>
                    <a:custGeom>
                      <a:avLst/>
                      <a:gdLst>
                        <a:gd name="connsiteX0" fmla="*/ 3509 w 25167"/>
                        <a:gd name="connsiteY0" fmla="*/ 15473 h 29483"/>
                        <a:gd name="connsiteX1" fmla="*/ 4093 w 25167"/>
                        <a:gd name="connsiteY1" fmla="*/ 19768 h 29483"/>
                        <a:gd name="connsiteX2" fmla="*/ 5848 w 25167"/>
                        <a:gd name="connsiteY2" fmla="*/ 23277 h 29483"/>
                        <a:gd name="connsiteX3" fmla="*/ 8793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4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899 w 25167"/>
                        <a:gd name="connsiteY16" fmla="*/ 9086 h 29483"/>
                        <a:gd name="connsiteX17" fmla="*/ 3441 w 25167"/>
                        <a:gd name="connsiteY17" fmla="*/ 4363 h 29483"/>
                        <a:gd name="connsiteX18" fmla="*/ 7467 w 25167"/>
                        <a:gd name="connsiteY18" fmla="*/ 1170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21747 w 25167"/>
                        <a:gd name="connsiteY23" fmla="*/ 12774 h 29483"/>
                        <a:gd name="connsiteX24" fmla="*/ 21185 w 25167"/>
                        <a:gd name="connsiteY24" fmla="*/ 8906 h 29483"/>
                        <a:gd name="connsiteX25" fmla="*/ 19521 w 25167"/>
                        <a:gd name="connsiteY25" fmla="*/ 5780 h 29483"/>
                        <a:gd name="connsiteX26" fmla="*/ 16732 w 25167"/>
                        <a:gd name="connsiteY26" fmla="*/ 3666 h 29483"/>
                        <a:gd name="connsiteX27" fmla="*/ 12909 w 25167"/>
                        <a:gd name="connsiteY27" fmla="*/ 2879 h 29483"/>
                        <a:gd name="connsiteX28" fmla="*/ 9108 w 25167"/>
                        <a:gd name="connsiteY28" fmla="*/ 3688 h 29483"/>
                        <a:gd name="connsiteX29" fmla="*/ 6297 w 25167"/>
                        <a:gd name="connsiteY29" fmla="*/ 5847 h 29483"/>
                        <a:gd name="connsiteX30" fmla="*/ 4430 w 25167"/>
                        <a:gd name="connsiteY30" fmla="*/ 8973 h 29483"/>
                        <a:gd name="connsiteX31" fmla="*/ 3509 w 25167"/>
                        <a:gd name="connsiteY31" fmla="*/ 12752 h 29483"/>
                        <a:gd name="connsiteX32" fmla="*/ 21747 w 25167"/>
                        <a:gd name="connsiteY32"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167" h="29483">
                          <a:moveTo>
                            <a:pt x="3509" y="15473"/>
                          </a:moveTo>
                          <a:cubicBezTo>
                            <a:pt x="3509" y="16980"/>
                            <a:pt x="3711" y="18419"/>
                            <a:pt x="4093" y="19768"/>
                          </a:cubicBezTo>
                          <a:cubicBezTo>
                            <a:pt x="4498" y="21118"/>
                            <a:pt x="5083" y="22287"/>
                            <a:pt x="5848" y="23277"/>
                          </a:cubicBezTo>
                          <a:cubicBezTo>
                            <a:pt x="6612" y="24266"/>
                            <a:pt x="7601" y="25053"/>
                            <a:pt x="8793" y="25661"/>
                          </a:cubicBezTo>
                          <a:cubicBezTo>
                            <a:pt x="9985" y="26245"/>
                            <a:pt x="11357" y="26560"/>
                            <a:pt x="12886" y="26560"/>
                          </a:cubicBezTo>
                          <a:cubicBezTo>
                            <a:pt x="15000" y="26560"/>
                            <a:pt x="16822" y="25998"/>
                            <a:pt x="18329" y="24896"/>
                          </a:cubicBezTo>
                          <a:cubicBezTo>
                            <a:pt x="19836" y="23772"/>
                            <a:pt x="20848" y="22197"/>
                            <a:pt x="21343" y="20151"/>
                          </a:cubicBezTo>
                          <a:lnTo>
                            <a:pt x="24964" y="20151"/>
                          </a:lnTo>
                          <a:cubicBezTo>
                            <a:pt x="24558" y="21478"/>
                            <a:pt x="24041"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6" y="23951"/>
                            <a:pt x="1260" y="22400"/>
                            <a:pt x="765" y="20623"/>
                          </a:cubicBezTo>
                          <a:cubicBezTo>
                            <a:pt x="270" y="18846"/>
                            <a:pt x="0" y="16935"/>
                            <a:pt x="0" y="14866"/>
                          </a:cubicBezTo>
                          <a:cubicBezTo>
                            <a:pt x="0" y="12797"/>
                            <a:pt x="292" y="10885"/>
                            <a:pt x="899" y="9086"/>
                          </a:cubicBezTo>
                          <a:cubicBezTo>
                            <a:pt x="1484" y="7287"/>
                            <a:pt x="2339" y="5712"/>
                            <a:pt x="3441" y="4363"/>
                          </a:cubicBezTo>
                          <a:cubicBezTo>
                            <a:pt x="4543" y="3014"/>
                            <a:pt x="5870" y="1957"/>
                            <a:pt x="7467" y="1170"/>
                          </a:cubicBezTo>
                          <a:cubicBezTo>
                            <a:pt x="9041" y="405"/>
                            <a:pt x="10840" y="0"/>
                            <a:pt x="12864" y="0"/>
                          </a:cubicBezTo>
                          <a:cubicBezTo>
                            <a:pt x="16710" y="0"/>
                            <a:pt x="19746" y="1327"/>
                            <a:pt x="21927" y="3958"/>
                          </a:cubicBezTo>
                          <a:cubicBezTo>
                            <a:pt x="24131" y="6612"/>
                            <a:pt x="25211" y="10435"/>
                            <a:pt x="25166" y="15473"/>
                          </a:cubicBezTo>
                          <a:lnTo>
                            <a:pt x="3463" y="15473"/>
                          </a:lnTo>
                          <a:close/>
                          <a:moveTo>
                            <a:pt x="21747" y="12774"/>
                          </a:moveTo>
                          <a:cubicBezTo>
                            <a:pt x="21747" y="11402"/>
                            <a:pt x="21568" y="10120"/>
                            <a:pt x="21185" y="8906"/>
                          </a:cubicBezTo>
                          <a:cubicBezTo>
                            <a:pt x="20803" y="7691"/>
                            <a:pt x="20241" y="6657"/>
                            <a:pt x="19521" y="5780"/>
                          </a:cubicBezTo>
                          <a:cubicBezTo>
                            <a:pt x="18779" y="4903"/>
                            <a:pt x="17857" y="4206"/>
                            <a:pt x="16732" y="3666"/>
                          </a:cubicBezTo>
                          <a:cubicBezTo>
                            <a:pt x="15608" y="3149"/>
                            <a:pt x="14348" y="2879"/>
                            <a:pt x="12909" y="2879"/>
                          </a:cubicBezTo>
                          <a:cubicBezTo>
                            <a:pt x="11470" y="2879"/>
                            <a:pt x="10210" y="3149"/>
                            <a:pt x="9108" y="3688"/>
                          </a:cubicBezTo>
                          <a:cubicBezTo>
                            <a:pt x="8006" y="4228"/>
                            <a:pt x="7084" y="4948"/>
                            <a:pt x="6297" y="5847"/>
                          </a:cubicBezTo>
                          <a:cubicBezTo>
                            <a:pt x="5532" y="6747"/>
                            <a:pt x="4903" y="7781"/>
                            <a:pt x="4430" y="8973"/>
                          </a:cubicBezTo>
                          <a:cubicBezTo>
                            <a:pt x="3958" y="10165"/>
                            <a:pt x="3666" y="11425"/>
                            <a:pt x="3509" y="12752"/>
                          </a:cubicBezTo>
                          <a:lnTo>
                            <a:pt x="21747" y="12752"/>
                          </a:lnTo>
                          <a:close/>
                        </a:path>
                      </a:pathLst>
                    </a:custGeom>
                    <a:solidFill>
                      <a:srgbClr val="010101"/>
                    </a:solidFill>
                    <a:ln w="2249" cap="flat">
                      <a:noFill/>
                      <a:prstDash val="solid"/>
                      <a:miter/>
                    </a:ln>
                  </p:spPr>
                  <p:txBody>
                    <a:bodyPr rtlCol="0" anchor="ctr"/>
                    <a:lstStyle/>
                    <a:p>
                      <a:endParaRPr lang="en-US"/>
                    </a:p>
                  </p:txBody>
                </p:sp>
                <p:sp>
                  <p:nvSpPr>
                    <p:cNvPr id="1142" name="Freeform 1141">
                      <a:extLst>
                        <a:ext uri="{FF2B5EF4-FFF2-40B4-BE49-F238E27FC236}">
                          <a16:creationId xmlns:a16="http://schemas.microsoft.com/office/drawing/2014/main" id="{20BF7F38-30AA-B39D-35D1-131192362C20}"/>
                        </a:ext>
                      </a:extLst>
                    </p:cNvPr>
                    <p:cNvSpPr/>
                    <p:nvPr/>
                  </p:nvSpPr>
                  <p:spPr>
                    <a:xfrm>
                      <a:off x="5655677" y="3026211"/>
                      <a:ext cx="3238" cy="38861"/>
                    </a:xfrm>
                    <a:custGeom>
                      <a:avLst/>
                      <a:gdLst>
                        <a:gd name="connsiteX0" fmla="*/ 0 w 3238"/>
                        <a:gd name="connsiteY0" fmla="*/ 38862 h 38861"/>
                        <a:gd name="connsiteX1" fmla="*/ 0 w 3238"/>
                        <a:gd name="connsiteY1" fmla="*/ 0 h 38861"/>
                        <a:gd name="connsiteX2" fmla="*/ 3238 w 3238"/>
                        <a:gd name="connsiteY2" fmla="*/ 0 h 38861"/>
                        <a:gd name="connsiteX3" fmla="*/ 3238 w 3238"/>
                        <a:gd name="connsiteY3" fmla="*/ 38862 h 38861"/>
                        <a:gd name="connsiteX4" fmla="*/ 0 w 3238"/>
                        <a:gd name="connsiteY4" fmla="*/ 38862 h 388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8" h="38861">
                          <a:moveTo>
                            <a:pt x="0" y="38862"/>
                          </a:moveTo>
                          <a:lnTo>
                            <a:pt x="0" y="0"/>
                          </a:lnTo>
                          <a:lnTo>
                            <a:pt x="3238" y="0"/>
                          </a:lnTo>
                          <a:lnTo>
                            <a:pt x="3238" y="38862"/>
                          </a:lnTo>
                          <a:lnTo>
                            <a:pt x="0" y="38862"/>
                          </a:lnTo>
                          <a:close/>
                        </a:path>
                      </a:pathLst>
                    </a:custGeom>
                    <a:solidFill>
                      <a:srgbClr val="010101"/>
                    </a:solidFill>
                    <a:ln w="2249" cap="flat">
                      <a:noFill/>
                      <a:prstDash val="solid"/>
                      <a:miter/>
                    </a:ln>
                  </p:spPr>
                  <p:txBody>
                    <a:bodyPr rtlCol="0" anchor="ctr"/>
                    <a:lstStyle/>
                    <a:p>
                      <a:endParaRPr lang="en-US"/>
                    </a:p>
                  </p:txBody>
                </p:sp>
              </p:grpSp>
              <p:grpSp>
                <p:nvGrpSpPr>
                  <p:cNvPr id="1117" name="Graphic 4479">
                    <a:extLst>
                      <a:ext uri="{FF2B5EF4-FFF2-40B4-BE49-F238E27FC236}">
                        <a16:creationId xmlns:a16="http://schemas.microsoft.com/office/drawing/2014/main" id="{8F936624-059D-EB1A-F3F6-095E03AEF243}"/>
                      </a:ext>
                    </a:extLst>
                  </p:cNvPr>
                  <p:cNvGrpSpPr/>
                  <p:nvPr/>
                </p:nvGrpSpPr>
                <p:grpSpPr>
                  <a:xfrm>
                    <a:off x="1432092" y="3884174"/>
                    <a:ext cx="136901" cy="2157916"/>
                    <a:chOff x="3332278" y="2367582"/>
                    <a:chExt cx="36568" cy="576407"/>
                  </a:xfrm>
                  <a:solidFill>
                    <a:srgbClr val="231F20"/>
                  </a:solidFill>
                </p:grpSpPr>
                <p:sp>
                  <p:nvSpPr>
                    <p:cNvPr id="1135" name="Freeform 1134">
                      <a:extLst>
                        <a:ext uri="{FF2B5EF4-FFF2-40B4-BE49-F238E27FC236}">
                          <a16:creationId xmlns:a16="http://schemas.microsoft.com/office/drawing/2014/main" id="{C17FFC18-ED3A-93B6-E835-C4E78706A018}"/>
                        </a:ext>
                      </a:extLst>
                    </p:cNvPr>
                    <p:cNvSpPr/>
                    <p:nvPr/>
                  </p:nvSpPr>
                  <p:spPr>
                    <a:xfrm>
                      <a:off x="3350562" y="2399359"/>
                      <a:ext cx="2248" cy="512874"/>
                    </a:xfrm>
                    <a:custGeom>
                      <a:avLst/>
                      <a:gdLst>
                        <a:gd name="connsiteX0" fmla="*/ 0 w 2248"/>
                        <a:gd name="connsiteY0" fmla="*/ 0 h 512874"/>
                        <a:gd name="connsiteX1" fmla="*/ 0 w 2248"/>
                        <a:gd name="connsiteY1" fmla="*/ 512875 h 512874"/>
                      </a:gdLst>
                      <a:ahLst/>
                      <a:cxnLst>
                        <a:cxn ang="0">
                          <a:pos x="connsiteX0" y="connsiteY0"/>
                        </a:cxn>
                        <a:cxn ang="0">
                          <a:pos x="connsiteX1" y="connsiteY1"/>
                        </a:cxn>
                      </a:cxnLst>
                      <a:rect l="l" t="t" r="r" b="b"/>
                      <a:pathLst>
                        <a:path w="2248" h="512874">
                          <a:moveTo>
                            <a:pt x="0" y="0"/>
                          </a:moveTo>
                          <a:lnTo>
                            <a:pt x="0" y="512875"/>
                          </a:lnTo>
                        </a:path>
                      </a:pathLst>
                    </a:custGeom>
                    <a:ln w="4498" cap="flat">
                      <a:solidFill>
                        <a:srgbClr val="231F20"/>
                      </a:solidFill>
                      <a:prstDash val="solid"/>
                      <a:miter/>
                    </a:ln>
                  </p:spPr>
                  <p:txBody>
                    <a:bodyPr rtlCol="0" anchor="ctr"/>
                    <a:lstStyle/>
                    <a:p>
                      <a:endParaRPr lang="en-US"/>
                    </a:p>
                  </p:txBody>
                </p:sp>
                <p:sp>
                  <p:nvSpPr>
                    <p:cNvPr id="1136" name="Freeform 1135">
                      <a:extLst>
                        <a:ext uri="{FF2B5EF4-FFF2-40B4-BE49-F238E27FC236}">
                          <a16:creationId xmlns:a16="http://schemas.microsoft.com/office/drawing/2014/main" id="{D7795820-4BA2-95AF-A130-64716DC5C214}"/>
                        </a:ext>
                      </a:extLst>
                    </p:cNvPr>
                    <p:cNvSpPr/>
                    <p:nvPr/>
                  </p:nvSpPr>
                  <p:spPr>
                    <a:xfrm>
                      <a:off x="3332278" y="2367582"/>
                      <a:ext cx="36568" cy="44754"/>
                    </a:xfrm>
                    <a:custGeom>
                      <a:avLst/>
                      <a:gdLst>
                        <a:gd name="connsiteX0" fmla="*/ 18284 w 36568"/>
                        <a:gd name="connsiteY0" fmla="*/ 0 h 44754"/>
                        <a:gd name="connsiteX1" fmla="*/ 0 w 36568"/>
                        <a:gd name="connsiteY1" fmla="*/ 44754 h 44754"/>
                        <a:gd name="connsiteX2" fmla="*/ 18284 w 36568"/>
                        <a:gd name="connsiteY2" fmla="*/ 34139 h 44754"/>
                        <a:gd name="connsiteX3" fmla="*/ 36568 w 36568"/>
                        <a:gd name="connsiteY3" fmla="*/ 44754 h 44754"/>
                        <a:gd name="connsiteX4" fmla="*/ 18284 w 36568"/>
                        <a:gd name="connsiteY4" fmla="*/ 0 h 447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568" h="44754">
                          <a:moveTo>
                            <a:pt x="18284" y="0"/>
                          </a:moveTo>
                          <a:lnTo>
                            <a:pt x="0" y="44754"/>
                          </a:lnTo>
                          <a:lnTo>
                            <a:pt x="18284" y="34139"/>
                          </a:lnTo>
                          <a:lnTo>
                            <a:pt x="36568" y="44754"/>
                          </a:lnTo>
                          <a:lnTo>
                            <a:pt x="18284" y="0"/>
                          </a:lnTo>
                          <a:close/>
                        </a:path>
                      </a:pathLst>
                    </a:custGeom>
                    <a:solidFill>
                      <a:srgbClr val="231F20"/>
                    </a:solidFill>
                    <a:ln w="2249" cap="flat">
                      <a:noFill/>
                      <a:prstDash val="solid"/>
                      <a:miter/>
                    </a:ln>
                  </p:spPr>
                  <p:txBody>
                    <a:bodyPr rtlCol="0" anchor="ctr"/>
                    <a:lstStyle/>
                    <a:p>
                      <a:endParaRPr lang="en-US"/>
                    </a:p>
                  </p:txBody>
                </p:sp>
                <p:sp>
                  <p:nvSpPr>
                    <p:cNvPr id="1137" name="Freeform 1136">
                      <a:extLst>
                        <a:ext uri="{FF2B5EF4-FFF2-40B4-BE49-F238E27FC236}">
                          <a16:creationId xmlns:a16="http://schemas.microsoft.com/office/drawing/2014/main" id="{C5701559-D8B3-E2BE-6249-6ACB6C75F471}"/>
                        </a:ext>
                      </a:extLst>
                    </p:cNvPr>
                    <p:cNvSpPr/>
                    <p:nvPr/>
                  </p:nvSpPr>
                  <p:spPr>
                    <a:xfrm>
                      <a:off x="3332278" y="2899235"/>
                      <a:ext cx="36568" cy="44754"/>
                    </a:xfrm>
                    <a:custGeom>
                      <a:avLst/>
                      <a:gdLst>
                        <a:gd name="connsiteX0" fmla="*/ 18284 w 36568"/>
                        <a:gd name="connsiteY0" fmla="*/ 44754 h 44754"/>
                        <a:gd name="connsiteX1" fmla="*/ 0 w 36568"/>
                        <a:gd name="connsiteY1" fmla="*/ 0 h 44754"/>
                        <a:gd name="connsiteX2" fmla="*/ 18284 w 36568"/>
                        <a:gd name="connsiteY2" fmla="*/ 10638 h 44754"/>
                        <a:gd name="connsiteX3" fmla="*/ 36568 w 36568"/>
                        <a:gd name="connsiteY3" fmla="*/ 0 h 44754"/>
                        <a:gd name="connsiteX4" fmla="*/ 18284 w 36568"/>
                        <a:gd name="connsiteY4" fmla="*/ 44754 h 447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568" h="44754">
                          <a:moveTo>
                            <a:pt x="18284" y="44754"/>
                          </a:moveTo>
                          <a:lnTo>
                            <a:pt x="0" y="0"/>
                          </a:lnTo>
                          <a:lnTo>
                            <a:pt x="18284" y="10638"/>
                          </a:lnTo>
                          <a:lnTo>
                            <a:pt x="36568" y="0"/>
                          </a:lnTo>
                          <a:lnTo>
                            <a:pt x="18284" y="44754"/>
                          </a:lnTo>
                          <a:close/>
                        </a:path>
                      </a:pathLst>
                    </a:custGeom>
                    <a:solidFill>
                      <a:srgbClr val="231F20"/>
                    </a:solidFill>
                    <a:ln w="2249" cap="flat">
                      <a:noFill/>
                      <a:prstDash val="solid"/>
                      <a:miter/>
                    </a:ln>
                  </p:spPr>
                  <p:txBody>
                    <a:bodyPr rtlCol="0" anchor="ctr"/>
                    <a:lstStyle/>
                    <a:p>
                      <a:endParaRPr lang="en-US"/>
                    </a:p>
                  </p:txBody>
                </p:sp>
              </p:grpSp>
              <p:grpSp>
                <p:nvGrpSpPr>
                  <p:cNvPr id="1118" name="Graphic 4479">
                    <a:extLst>
                      <a:ext uri="{FF2B5EF4-FFF2-40B4-BE49-F238E27FC236}">
                        <a16:creationId xmlns:a16="http://schemas.microsoft.com/office/drawing/2014/main" id="{946E0518-D328-335E-10D2-4AA15A2A7F0D}"/>
                      </a:ext>
                    </a:extLst>
                  </p:cNvPr>
                  <p:cNvGrpSpPr/>
                  <p:nvPr/>
                </p:nvGrpSpPr>
                <p:grpSpPr>
                  <a:xfrm>
                    <a:off x="1200811" y="3903117"/>
                    <a:ext cx="148435" cy="506430"/>
                    <a:chOff x="3270500" y="2372642"/>
                    <a:chExt cx="39649" cy="135274"/>
                  </a:xfrm>
                  <a:solidFill>
                    <a:srgbClr val="231F20"/>
                  </a:solidFill>
                </p:grpSpPr>
                <p:sp>
                  <p:nvSpPr>
                    <p:cNvPr id="1129" name="Freeform 1128">
                      <a:extLst>
                        <a:ext uri="{FF2B5EF4-FFF2-40B4-BE49-F238E27FC236}">
                          <a16:creationId xmlns:a16="http://schemas.microsoft.com/office/drawing/2014/main" id="{CCDAD091-9748-103E-2ED7-93F86B4BF2BA}"/>
                        </a:ext>
                      </a:extLst>
                    </p:cNvPr>
                    <p:cNvSpPr/>
                    <p:nvPr/>
                  </p:nvSpPr>
                  <p:spPr>
                    <a:xfrm>
                      <a:off x="3270500" y="2482211"/>
                      <a:ext cx="39626" cy="25705"/>
                    </a:xfrm>
                    <a:custGeom>
                      <a:avLst/>
                      <a:gdLst>
                        <a:gd name="connsiteX0" fmla="*/ 38862 w 39626"/>
                        <a:gd name="connsiteY0" fmla="*/ 22467 h 25705"/>
                        <a:gd name="connsiteX1" fmla="*/ 38862 w 39626"/>
                        <a:gd name="connsiteY1" fmla="*/ 25706 h 25705"/>
                        <a:gd name="connsiteX2" fmla="*/ 0 w 39626"/>
                        <a:gd name="connsiteY2" fmla="*/ 25706 h 25705"/>
                        <a:gd name="connsiteX3" fmla="*/ 0 w 39626"/>
                        <a:gd name="connsiteY3" fmla="*/ 22467 h 25705"/>
                        <a:gd name="connsiteX4" fmla="*/ 15383 w 39626"/>
                        <a:gd name="connsiteY4" fmla="*/ 22467 h 25705"/>
                        <a:gd name="connsiteX5" fmla="*/ 11470 w 39626"/>
                        <a:gd name="connsiteY5" fmla="*/ 18172 h 25705"/>
                        <a:gd name="connsiteX6" fmla="*/ 10143 w 39626"/>
                        <a:gd name="connsiteY6" fmla="*/ 12482 h 25705"/>
                        <a:gd name="connsiteX7" fmla="*/ 11357 w 39626"/>
                        <a:gd name="connsiteY7" fmla="*/ 6949 h 25705"/>
                        <a:gd name="connsiteX8" fmla="*/ 14596 w 39626"/>
                        <a:gd name="connsiteY8" fmla="*/ 3059 h 25705"/>
                        <a:gd name="connsiteX9" fmla="*/ 19318 w 39626"/>
                        <a:gd name="connsiteY9" fmla="*/ 765 h 25705"/>
                        <a:gd name="connsiteX10" fmla="*/ 24941 w 39626"/>
                        <a:gd name="connsiteY10" fmla="*/ 0 h 25705"/>
                        <a:gd name="connsiteX11" fmla="*/ 30721 w 39626"/>
                        <a:gd name="connsiteY11" fmla="*/ 697 h 25705"/>
                        <a:gd name="connsiteX12" fmla="*/ 35399 w 39626"/>
                        <a:gd name="connsiteY12" fmla="*/ 2946 h 25705"/>
                        <a:gd name="connsiteX13" fmla="*/ 38502 w 39626"/>
                        <a:gd name="connsiteY13" fmla="*/ 6859 h 25705"/>
                        <a:gd name="connsiteX14" fmla="*/ 39627 w 39626"/>
                        <a:gd name="connsiteY14" fmla="*/ 12639 h 25705"/>
                        <a:gd name="connsiteX15" fmla="*/ 39244 w 39626"/>
                        <a:gd name="connsiteY15" fmla="*/ 15383 h 25705"/>
                        <a:gd name="connsiteX16" fmla="*/ 38165 w 39626"/>
                        <a:gd name="connsiteY16" fmla="*/ 18104 h 25705"/>
                        <a:gd name="connsiteX17" fmla="*/ 36411 w 39626"/>
                        <a:gd name="connsiteY17" fmla="*/ 20533 h 25705"/>
                        <a:gd name="connsiteX18" fmla="*/ 33959 w 39626"/>
                        <a:gd name="connsiteY18" fmla="*/ 22332 h 25705"/>
                        <a:gd name="connsiteX19" fmla="*/ 33959 w 39626"/>
                        <a:gd name="connsiteY19" fmla="*/ 22445 h 25705"/>
                        <a:gd name="connsiteX20" fmla="*/ 38862 w 39626"/>
                        <a:gd name="connsiteY20" fmla="*/ 22445 h 25705"/>
                        <a:gd name="connsiteX21" fmla="*/ 24783 w 39626"/>
                        <a:gd name="connsiteY21" fmla="*/ 22467 h 25705"/>
                        <a:gd name="connsiteX22" fmla="*/ 29506 w 39626"/>
                        <a:gd name="connsiteY22" fmla="*/ 21837 h 25705"/>
                        <a:gd name="connsiteX23" fmla="*/ 33284 w 39626"/>
                        <a:gd name="connsiteY23" fmla="*/ 20038 h 25705"/>
                        <a:gd name="connsiteX24" fmla="*/ 35803 w 39626"/>
                        <a:gd name="connsiteY24" fmla="*/ 17070 h 25705"/>
                        <a:gd name="connsiteX25" fmla="*/ 36725 w 39626"/>
                        <a:gd name="connsiteY25" fmla="*/ 13021 h 25705"/>
                        <a:gd name="connsiteX26" fmla="*/ 36006 w 39626"/>
                        <a:gd name="connsiteY26" fmla="*/ 9243 h 25705"/>
                        <a:gd name="connsiteX27" fmla="*/ 33869 w 39626"/>
                        <a:gd name="connsiteY27" fmla="*/ 6230 h 25705"/>
                        <a:gd name="connsiteX28" fmla="*/ 30451 w 39626"/>
                        <a:gd name="connsiteY28" fmla="*/ 4206 h 25705"/>
                        <a:gd name="connsiteX29" fmla="*/ 25773 w 39626"/>
                        <a:gd name="connsiteY29" fmla="*/ 3486 h 25705"/>
                        <a:gd name="connsiteX30" fmla="*/ 20825 w 39626"/>
                        <a:gd name="connsiteY30" fmla="*/ 3913 h 25705"/>
                        <a:gd name="connsiteX31" fmla="*/ 16800 w 39626"/>
                        <a:gd name="connsiteY31" fmla="*/ 5645 h 25705"/>
                        <a:gd name="connsiteX32" fmla="*/ 14079 w 39626"/>
                        <a:gd name="connsiteY32" fmla="*/ 8703 h 25705"/>
                        <a:gd name="connsiteX33" fmla="*/ 13089 w 39626"/>
                        <a:gd name="connsiteY33" fmla="*/ 13044 h 25705"/>
                        <a:gd name="connsiteX34" fmla="*/ 14033 w 39626"/>
                        <a:gd name="connsiteY34" fmla="*/ 17002 h 25705"/>
                        <a:gd name="connsiteX35" fmla="*/ 16575 w 39626"/>
                        <a:gd name="connsiteY35" fmla="*/ 19971 h 25705"/>
                        <a:gd name="connsiteX36" fmla="*/ 20308 w 39626"/>
                        <a:gd name="connsiteY36" fmla="*/ 21837 h 25705"/>
                        <a:gd name="connsiteX37" fmla="*/ 24806 w 39626"/>
                        <a:gd name="connsiteY37" fmla="*/ 22490 h 257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9626" h="25705">
                          <a:moveTo>
                            <a:pt x="38862" y="22467"/>
                          </a:moveTo>
                          <a:lnTo>
                            <a:pt x="38862" y="25706"/>
                          </a:lnTo>
                          <a:lnTo>
                            <a:pt x="0" y="25706"/>
                          </a:lnTo>
                          <a:lnTo>
                            <a:pt x="0" y="22467"/>
                          </a:lnTo>
                          <a:lnTo>
                            <a:pt x="15383" y="22467"/>
                          </a:lnTo>
                          <a:cubicBezTo>
                            <a:pt x="13651" y="21433"/>
                            <a:pt x="12347" y="19993"/>
                            <a:pt x="11470" y="18172"/>
                          </a:cubicBezTo>
                          <a:cubicBezTo>
                            <a:pt x="10593" y="16350"/>
                            <a:pt x="10143" y="14461"/>
                            <a:pt x="10143" y="12482"/>
                          </a:cubicBezTo>
                          <a:cubicBezTo>
                            <a:pt x="10143" y="10368"/>
                            <a:pt x="10547" y="8524"/>
                            <a:pt x="11357" y="6949"/>
                          </a:cubicBezTo>
                          <a:cubicBezTo>
                            <a:pt x="12167" y="5375"/>
                            <a:pt x="13246" y="4093"/>
                            <a:pt x="14596" y="3059"/>
                          </a:cubicBezTo>
                          <a:cubicBezTo>
                            <a:pt x="15945" y="2024"/>
                            <a:pt x="17519" y="1259"/>
                            <a:pt x="19318" y="765"/>
                          </a:cubicBezTo>
                          <a:cubicBezTo>
                            <a:pt x="21118" y="270"/>
                            <a:pt x="22984" y="0"/>
                            <a:pt x="24941" y="0"/>
                          </a:cubicBezTo>
                          <a:cubicBezTo>
                            <a:pt x="26988" y="0"/>
                            <a:pt x="28922" y="225"/>
                            <a:pt x="30721" y="697"/>
                          </a:cubicBezTo>
                          <a:cubicBezTo>
                            <a:pt x="32520" y="1169"/>
                            <a:pt x="34072" y="1912"/>
                            <a:pt x="35399" y="2946"/>
                          </a:cubicBezTo>
                          <a:cubicBezTo>
                            <a:pt x="36703" y="3981"/>
                            <a:pt x="37737" y="5285"/>
                            <a:pt x="38502" y="6859"/>
                          </a:cubicBezTo>
                          <a:cubicBezTo>
                            <a:pt x="39267" y="8434"/>
                            <a:pt x="39627" y="10368"/>
                            <a:pt x="39627" y="12639"/>
                          </a:cubicBezTo>
                          <a:cubicBezTo>
                            <a:pt x="39627" y="13539"/>
                            <a:pt x="39492" y="14461"/>
                            <a:pt x="39244" y="15383"/>
                          </a:cubicBezTo>
                          <a:cubicBezTo>
                            <a:pt x="38997" y="16327"/>
                            <a:pt x="38637" y="17227"/>
                            <a:pt x="38165" y="18104"/>
                          </a:cubicBezTo>
                          <a:cubicBezTo>
                            <a:pt x="37693" y="18981"/>
                            <a:pt x="37108" y="19791"/>
                            <a:pt x="36411" y="20533"/>
                          </a:cubicBezTo>
                          <a:cubicBezTo>
                            <a:pt x="35713" y="21275"/>
                            <a:pt x="34881" y="21882"/>
                            <a:pt x="33959" y="22332"/>
                          </a:cubicBezTo>
                          <a:lnTo>
                            <a:pt x="33959" y="22445"/>
                          </a:lnTo>
                          <a:lnTo>
                            <a:pt x="38862" y="22445"/>
                          </a:lnTo>
                          <a:close/>
                          <a:moveTo>
                            <a:pt x="24783" y="22467"/>
                          </a:moveTo>
                          <a:cubicBezTo>
                            <a:pt x="26470" y="22467"/>
                            <a:pt x="28044" y="22265"/>
                            <a:pt x="29506" y="21837"/>
                          </a:cubicBezTo>
                          <a:cubicBezTo>
                            <a:pt x="30968" y="21410"/>
                            <a:pt x="32227" y="20825"/>
                            <a:pt x="33284" y="20038"/>
                          </a:cubicBezTo>
                          <a:cubicBezTo>
                            <a:pt x="34341" y="19251"/>
                            <a:pt x="35174" y="18262"/>
                            <a:pt x="35803" y="17070"/>
                          </a:cubicBezTo>
                          <a:cubicBezTo>
                            <a:pt x="36411" y="15878"/>
                            <a:pt x="36725" y="14528"/>
                            <a:pt x="36725" y="13021"/>
                          </a:cubicBezTo>
                          <a:cubicBezTo>
                            <a:pt x="36725" y="11650"/>
                            <a:pt x="36478" y="10390"/>
                            <a:pt x="36006" y="9243"/>
                          </a:cubicBezTo>
                          <a:cubicBezTo>
                            <a:pt x="35511" y="8096"/>
                            <a:pt x="34814" y="7084"/>
                            <a:pt x="33869" y="6230"/>
                          </a:cubicBezTo>
                          <a:cubicBezTo>
                            <a:pt x="32925" y="5375"/>
                            <a:pt x="31800" y="4700"/>
                            <a:pt x="30451" y="4206"/>
                          </a:cubicBezTo>
                          <a:cubicBezTo>
                            <a:pt x="29101" y="3711"/>
                            <a:pt x="27550" y="3486"/>
                            <a:pt x="25773" y="3486"/>
                          </a:cubicBezTo>
                          <a:cubicBezTo>
                            <a:pt x="24019" y="3418"/>
                            <a:pt x="22355" y="3553"/>
                            <a:pt x="20825" y="3913"/>
                          </a:cubicBezTo>
                          <a:cubicBezTo>
                            <a:pt x="19296" y="4273"/>
                            <a:pt x="17947" y="4858"/>
                            <a:pt x="16800" y="5645"/>
                          </a:cubicBezTo>
                          <a:cubicBezTo>
                            <a:pt x="15653" y="6432"/>
                            <a:pt x="14731" y="7444"/>
                            <a:pt x="14079" y="8703"/>
                          </a:cubicBezTo>
                          <a:cubicBezTo>
                            <a:pt x="13404" y="9940"/>
                            <a:pt x="13089" y="11402"/>
                            <a:pt x="13089" y="13044"/>
                          </a:cubicBezTo>
                          <a:cubicBezTo>
                            <a:pt x="13089" y="14528"/>
                            <a:pt x="13404" y="15833"/>
                            <a:pt x="14033" y="17002"/>
                          </a:cubicBezTo>
                          <a:cubicBezTo>
                            <a:pt x="14663" y="18172"/>
                            <a:pt x="15518" y="19161"/>
                            <a:pt x="16575" y="19971"/>
                          </a:cubicBezTo>
                          <a:cubicBezTo>
                            <a:pt x="17632" y="20780"/>
                            <a:pt x="18869" y="21410"/>
                            <a:pt x="20308" y="21837"/>
                          </a:cubicBezTo>
                          <a:cubicBezTo>
                            <a:pt x="21725" y="22265"/>
                            <a:pt x="23232" y="22490"/>
                            <a:pt x="24806" y="22490"/>
                          </a:cubicBezTo>
                          <a:close/>
                        </a:path>
                      </a:pathLst>
                    </a:custGeom>
                    <a:solidFill>
                      <a:srgbClr val="231F20"/>
                    </a:solidFill>
                    <a:ln w="2249" cap="flat">
                      <a:noFill/>
                      <a:prstDash val="solid"/>
                      <a:miter/>
                    </a:ln>
                  </p:spPr>
                  <p:txBody>
                    <a:bodyPr rtlCol="0" anchor="ctr"/>
                    <a:lstStyle/>
                    <a:p>
                      <a:endParaRPr lang="en-US"/>
                    </a:p>
                  </p:txBody>
                </p:sp>
                <p:sp>
                  <p:nvSpPr>
                    <p:cNvPr id="1130" name="Freeform 1129">
                      <a:extLst>
                        <a:ext uri="{FF2B5EF4-FFF2-40B4-BE49-F238E27FC236}">
                          <a16:creationId xmlns:a16="http://schemas.microsoft.com/office/drawing/2014/main" id="{269E3CFD-6001-B0DC-4C3A-8ACD1D25DF1F}"/>
                        </a:ext>
                      </a:extLst>
                    </p:cNvPr>
                    <p:cNvSpPr/>
                    <p:nvPr/>
                  </p:nvSpPr>
                  <p:spPr>
                    <a:xfrm>
                      <a:off x="3280665" y="2451669"/>
                      <a:ext cx="29484" cy="25167"/>
                    </a:xfrm>
                    <a:custGeom>
                      <a:avLst/>
                      <a:gdLst>
                        <a:gd name="connsiteX0" fmla="*/ 15473 w 29484"/>
                        <a:gd name="connsiteY0" fmla="*/ 21659 h 25167"/>
                        <a:gd name="connsiteX1" fmla="*/ 19768 w 29484"/>
                        <a:gd name="connsiteY1" fmla="*/ 21074 h 25167"/>
                        <a:gd name="connsiteX2" fmla="*/ 23277 w 29484"/>
                        <a:gd name="connsiteY2" fmla="*/ 19320 h 25167"/>
                        <a:gd name="connsiteX3" fmla="*/ 25661 w 29484"/>
                        <a:gd name="connsiteY3" fmla="*/ 16374 h 25167"/>
                        <a:gd name="connsiteX4" fmla="*/ 26560 w 29484"/>
                        <a:gd name="connsiteY4" fmla="*/ 12281 h 25167"/>
                        <a:gd name="connsiteX5" fmla="*/ 24896 w 29484"/>
                        <a:gd name="connsiteY5" fmla="*/ 6838 h 25167"/>
                        <a:gd name="connsiteX6" fmla="*/ 20151 w 29484"/>
                        <a:gd name="connsiteY6" fmla="*/ 3825 h 25167"/>
                        <a:gd name="connsiteX7" fmla="*/ 20151 w 29484"/>
                        <a:gd name="connsiteY7" fmla="*/ 204 h 25167"/>
                        <a:gd name="connsiteX8" fmla="*/ 23839 w 29484"/>
                        <a:gd name="connsiteY8" fmla="*/ 1778 h 25167"/>
                        <a:gd name="connsiteX9" fmla="*/ 26808 w 29484"/>
                        <a:gd name="connsiteY9" fmla="*/ 4207 h 25167"/>
                        <a:gd name="connsiteX10" fmla="*/ 28787 w 29484"/>
                        <a:gd name="connsiteY10" fmla="*/ 7670 h 25167"/>
                        <a:gd name="connsiteX11" fmla="*/ 29484 w 29484"/>
                        <a:gd name="connsiteY11" fmla="*/ 12303 h 25167"/>
                        <a:gd name="connsiteX12" fmla="*/ 28360 w 29484"/>
                        <a:gd name="connsiteY12" fmla="*/ 18083 h 25167"/>
                        <a:gd name="connsiteX13" fmla="*/ 25256 w 29484"/>
                        <a:gd name="connsiteY13" fmla="*/ 22086 h 25167"/>
                        <a:gd name="connsiteX14" fmla="*/ 20623 w 29484"/>
                        <a:gd name="connsiteY14" fmla="*/ 24403 h 25167"/>
                        <a:gd name="connsiteX15" fmla="*/ 14866 w 29484"/>
                        <a:gd name="connsiteY15" fmla="*/ 25167 h 25167"/>
                        <a:gd name="connsiteX16" fmla="*/ 9086 w 29484"/>
                        <a:gd name="connsiteY16" fmla="*/ 24268 h 25167"/>
                        <a:gd name="connsiteX17" fmla="*/ 4363 w 29484"/>
                        <a:gd name="connsiteY17" fmla="*/ 21726 h 25167"/>
                        <a:gd name="connsiteX18" fmla="*/ 1170 w 29484"/>
                        <a:gd name="connsiteY18" fmla="*/ 17701 h 25167"/>
                        <a:gd name="connsiteX19" fmla="*/ 0 w 29484"/>
                        <a:gd name="connsiteY19" fmla="*/ 12303 h 25167"/>
                        <a:gd name="connsiteX20" fmla="*/ 3958 w 29484"/>
                        <a:gd name="connsiteY20" fmla="*/ 3240 h 25167"/>
                        <a:gd name="connsiteX21" fmla="*/ 15473 w 29484"/>
                        <a:gd name="connsiteY21" fmla="*/ 1 h 25167"/>
                        <a:gd name="connsiteX22" fmla="*/ 15473 w 29484"/>
                        <a:gd name="connsiteY22" fmla="*/ 21704 h 25167"/>
                        <a:gd name="connsiteX23" fmla="*/ 12774 w 29484"/>
                        <a:gd name="connsiteY23" fmla="*/ 3420 h 25167"/>
                        <a:gd name="connsiteX24" fmla="*/ 8906 w 29484"/>
                        <a:gd name="connsiteY24" fmla="*/ 3982 h 25167"/>
                        <a:gd name="connsiteX25" fmla="*/ 5780 w 29484"/>
                        <a:gd name="connsiteY25" fmla="*/ 5646 h 25167"/>
                        <a:gd name="connsiteX26" fmla="*/ 3666 w 29484"/>
                        <a:gd name="connsiteY26" fmla="*/ 8435 h 25167"/>
                        <a:gd name="connsiteX27" fmla="*/ 2879 w 29484"/>
                        <a:gd name="connsiteY27" fmla="*/ 12258 h 25167"/>
                        <a:gd name="connsiteX28" fmla="*/ 3688 w 29484"/>
                        <a:gd name="connsiteY28" fmla="*/ 16059 h 25167"/>
                        <a:gd name="connsiteX29" fmla="*/ 5848 w 29484"/>
                        <a:gd name="connsiteY29" fmla="*/ 18870 h 25167"/>
                        <a:gd name="connsiteX30" fmla="*/ 8974 w 29484"/>
                        <a:gd name="connsiteY30" fmla="*/ 20737 h 25167"/>
                        <a:gd name="connsiteX31" fmla="*/ 12752 w 29484"/>
                        <a:gd name="connsiteY31" fmla="*/ 21659 h 25167"/>
                        <a:gd name="connsiteX32" fmla="*/ 12752 w 29484"/>
                        <a:gd name="connsiteY32"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4" h="25167">
                          <a:moveTo>
                            <a:pt x="15473" y="21659"/>
                          </a:moveTo>
                          <a:cubicBezTo>
                            <a:pt x="16980" y="21659"/>
                            <a:pt x="18419" y="21456"/>
                            <a:pt x="19768" y="21074"/>
                          </a:cubicBezTo>
                          <a:cubicBezTo>
                            <a:pt x="21118" y="20669"/>
                            <a:pt x="22287" y="20085"/>
                            <a:pt x="23277" y="19320"/>
                          </a:cubicBezTo>
                          <a:cubicBezTo>
                            <a:pt x="24266" y="18555"/>
                            <a:pt x="25053" y="17566"/>
                            <a:pt x="25661" y="16374"/>
                          </a:cubicBezTo>
                          <a:cubicBezTo>
                            <a:pt x="26245" y="15182"/>
                            <a:pt x="26560" y="13810"/>
                            <a:pt x="26560" y="12281"/>
                          </a:cubicBezTo>
                          <a:cubicBezTo>
                            <a:pt x="26560" y="10167"/>
                            <a:pt x="25998" y="8345"/>
                            <a:pt x="24896" y="6838"/>
                          </a:cubicBezTo>
                          <a:cubicBezTo>
                            <a:pt x="23772" y="5331"/>
                            <a:pt x="22197" y="4319"/>
                            <a:pt x="20151" y="3825"/>
                          </a:cubicBezTo>
                          <a:lnTo>
                            <a:pt x="20151" y="204"/>
                          </a:lnTo>
                          <a:cubicBezTo>
                            <a:pt x="21478" y="609"/>
                            <a:pt x="22715" y="1126"/>
                            <a:pt x="23839" y="1778"/>
                          </a:cubicBezTo>
                          <a:cubicBezTo>
                            <a:pt x="24964" y="2430"/>
                            <a:pt x="25953" y="3240"/>
                            <a:pt x="26808" y="4207"/>
                          </a:cubicBezTo>
                          <a:cubicBezTo>
                            <a:pt x="27662" y="5174"/>
                            <a:pt x="28315" y="6321"/>
                            <a:pt x="28787" y="7670"/>
                          </a:cubicBezTo>
                          <a:cubicBezTo>
                            <a:pt x="29259" y="8997"/>
                            <a:pt x="29484" y="10549"/>
                            <a:pt x="29484" y="12303"/>
                          </a:cubicBezTo>
                          <a:cubicBezTo>
                            <a:pt x="29484" y="14530"/>
                            <a:pt x="29102" y="16464"/>
                            <a:pt x="28360" y="18083"/>
                          </a:cubicBezTo>
                          <a:cubicBezTo>
                            <a:pt x="27595" y="19702"/>
                            <a:pt x="26560" y="21029"/>
                            <a:pt x="25256" y="22086"/>
                          </a:cubicBezTo>
                          <a:cubicBezTo>
                            <a:pt x="23951" y="23121"/>
                            <a:pt x="22400" y="23908"/>
                            <a:pt x="20623" y="24403"/>
                          </a:cubicBezTo>
                          <a:cubicBezTo>
                            <a:pt x="18846" y="24897"/>
                            <a:pt x="16935" y="25167"/>
                            <a:pt x="14866" y="25167"/>
                          </a:cubicBezTo>
                          <a:cubicBezTo>
                            <a:pt x="12797" y="25167"/>
                            <a:pt x="10885" y="24875"/>
                            <a:pt x="9086" y="24268"/>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close/>
                          <a:moveTo>
                            <a:pt x="12774" y="3420"/>
                          </a:moveTo>
                          <a:cubicBezTo>
                            <a:pt x="11402" y="3420"/>
                            <a:pt x="10120" y="3600"/>
                            <a:pt x="8906" y="3982"/>
                          </a:cubicBezTo>
                          <a:cubicBezTo>
                            <a:pt x="7692" y="4364"/>
                            <a:pt x="6657" y="4927"/>
                            <a:pt x="5780" y="5646"/>
                          </a:cubicBezTo>
                          <a:cubicBezTo>
                            <a:pt x="4903" y="6388"/>
                            <a:pt x="4206" y="7310"/>
                            <a:pt x="3666" y="8435"/>
                          </a:cubicBezTo>
                          <a:cubicBezTo>
                            <a:pt x="3149" y="9559"/>
                            <a:pt x="2879" y="10819"/>
                            <a:pt x="2879" y="12258"/>
                          </a:cubicBezTo>
                          <a:cubicBezTo>
                            <a:pt x="2879" y="13697"/>
                            <a:pt x="3149" y="14957"/>
                            <a:pt x="3688" y="16059"/>
                          </a:cubicBezTo>
                          <a:cubicBezTo>
                            <a:pt x="4228" y="17161"/>
                            <a:pt x="4948" y="18083"/>
                            <a:pt x="5848" y="18870"/>
                          </a:cubicBezTo>
                          <a:cubicBezTo>
                            <a:pt x="6747" y="19635"/>
                            <a:pt x="7782" y="20264"/>
                            <a:pt x="8974" y="20737"/>
                          </a:cubicBezTo>
                          <a:cubicBezTo>
                            <a:pt x="10165" y="21209"/>
                            <a:pt x="11425" y="21501"/>
                            <a:pt x="12752" y="21659"/>
                          </a:cubicBezTo>
                          <a:lnTo>
                            <a:pt x="12752" y="3420"/>
                          </a:lnTo>
                          <a:close/>
                        </a:path>
                      </a:pathLst>
                    </a:custGeom>
                    <a:solidFill>
                      <a:srgbClr val="231F20"/>
                    </a:solidFill>
                    <a:ln w="2249" cap="flat">
                      <a:noFill/>
                      <a:prstDash val="solid"/>
                      <a:miter/>
                    </a:ln>
                  </p:spPr>
                  <p:txBody>
                    <a:bodyPr rtlCol="0" anchor="ctr"/>
                    <a:lstStyle/>
                    <a:p>
                      <a:endParaRPr lang="en-US"/>
                    </a:p>
                  </p:txBody>
                </p:sp>
                <p:sp>
                  <p:nvSpPr>
                    <p:cNvPr id="1131" name="Freeform 1130">
                      <a:extLst>
                        <a:ext uri="{FF2B5EF4-FFF2-40B4-BE49-F238E27FC236}">
                          <a16:creationId xmlns:a16="http://schemas.microsoft.com/office/drawing/2014/main" id="{0852DB3A-E281-1FE1-686F-AD31577BE4BC}"/>
                        </a:ext>
                      </a:extLst>
                    </p:cNvPr>
                    <p:cNvSpPr/>
                    <p:nvPr/>
                  </p:nvSpPr>
                  <p:spPr>
                    <a:xfrm>
                      <a:off x="3273626" y="2435478"/>
                      <a:ext cx="36500" cy="12616"/>
                    </a:xfrm>
                    <a:custGeom>
                      <a:avLst/>
                      <a:gdLst>
                        <a:gd name="connsiteX0" fmla="*/ 35848 w 36500"/>
                        <a:gd name="connsiteY0" fmla="*/ 0 h 12616"/>
                        <a:gd name="connsiteX1" fmla="*/ 36231 w 36500"/>
                        <a:gd name="connsiteY1" fmla="*/ 1574 h 12616"/>
                        <a:gd name="connsiteX2" fmla="*/ 36501 w 36500"/>
                        <a:gd name="connsiteY2" fmla="*/ 3733 h 12616"/>
                        <a:gd name="connsiteX3" fmla="*/ 35286 w 36500"/>
                        <a:gd name="connsiteY3" fmla="*/ 7422 h 12616"/>
                        <a:gd name="connsiteX4" fmla="*/ 30945 w 36500"/>
                        <a:gd name="connsiteY4" fmla="*/ 8681 h 12616"/>
                        <a:gd name="connsiteX5" fmla="*/ 10480 w 36500"/>
                        <a:gd name="connsiteY5" fmla="*/ 8681 h 12616"/>
                        <a:gd name="connsiteX6" fmla="*/ 10480 w 36500"/>
                        <a:gd name="connsiteY6" fmla="*/ 12617 h 12616"/>
                        <a:gd name="connsiteX7" fmla="*/ 7781 w 36500"/>
                        <a:gd name="connsiteY7" fmla="*/ 12617 h 12616"/>
                        <a:gd name="connsiteX8" fmla="*/ 7781 w 36500"/>
                        <a:gd name="connsiteY8" fmla="*/ 8681 h 12616"/>
                        <a:gd name="connsiteX9" fmla="*/ 0 w 36500"/>
                        <a:gd name="connsiteY9" fmla="*/ 8681 h 12616"/>
                        <a:gd name="connsiteX10" fmla="*/ 0 w 36500"/>
                        <a:gd name="connsiteY10" fmla="*/ 5442 h 12616"/>
                        <a:gd name="connsiteX11" fmla="*/ 7781 w 36500"/>
                        <a:gd name="connsiteY11" fmla="*/ 5442 h 12616"/>
                        <a:gd name="connsiteX12" fmla="*/ 7781 w 36500"/>
                        <a:gd name="connsiteY12" fmla="*/ 202 h 12616"/>
                        <a:gd name="connsiteX13" fmla="*/ 10480 w 36500"/>
                        <a:gd name="connsiteY13" fmla="*/ 202 h 12616"/>
                        <a:gd name="connsiteX14" fmla="*/ 10480 w 36500"/>
                        <a:gd name="connsiteY14" fmla="*/ 5442 h 12616"/>
                        <a:gd name="connsiteX15" fmla="*/ 29641 w 36500"/>
                        <a:gd name="connsiteY15" fmla="*/ 5442 h 12616"/>
                        <a:gd name="connsiteX16" fmla="*/ 31418 w 36500"/>
                        <a:gd name="connsiteY16" fmla="*/ 5397 h 12616"/>
                        <a:gd name="connsiteX17" fmla="*/ 32655 w 36500"/>
                        <a:gd name="connsiteY17" fmla="*/ 5083 h 12616"/>
                        <a:gd name="connsiteX18" fmla="*/ 33352 w 36500"/>
                        <a:gd name="connsiteY18" fmla="*/ 4251 h 12616"/>
                        <a:gd name="connsiteX19" fmla="*/ 33577 w 36500"/>
                        <a:gd name="connsiteY19" fmla="*/ 2654 h 12616"/>
                        <a:gd name="connsiteX20" fmla="*/ 33464 w 36500"/>
                        <a:gd name="connsiteY20" fmla="*/ 1327 h 12616"/>
                        <a:gd name="connsiteX21" fmla="*/ 33194 w 36500"/>
                        <a:gd name="connsiteY21" fmla="*/ 0 h 12616"/>
                        <a:gd name="connsiteX22" fmla="*/ 35848 w 36500"/>
                        <a:gd name="connsiteY22" fmla="*/ 0 h 126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500" h="12616">
                          <a:moveTo>
                            <a:pt x="35848" y="0"/>
                          </a:moveTo>
                          <a:cubicBezTo>
                            <a:pt x="35916" y="405"/>
                            <a:pt x="36051" y="922"/>
                            <a:pt x="36231" y="1574"/>
                          </a:cubicBezTo>
                          <a:cubicBezTo>
                            <a:pt x="36411" y="2226"/>
                            <a:pt x="36501" y="2946"/>
                            <a:pt x="36501" y="3733"/>
                          </a:cubicBezTo>
                          <a:cubicBezTo>
                            <a:pt x="36501" y="5352"/>
                            <a:pt x="36096" y="6589"/>
                            <a:pt x="35286" y="7422"/>
                          </a:cubicBezTo>
                          <a:cubicBezTo>
                            <a:pt x="34476" y="8254"/>
                            <a:pt x="33037" y="8681"/>
                            <a:pt x="30945" y="8681"/>
                          </a:cubicBezTo>
                          <a:lnTo>
                            <a:pt x="10480" y="8681"/>
                          </a:lnTo>
                          <a:lnTo>
                            <a:pt x="10480" y="12617"/>
                          </a:lnTo>
                          <a:lnTo>
                            <a:pt x="7781" y="12617"/>
                          </a:lnTo>
                          <a:lnTo>
                            <a:pt x="7781" y="8681"/>
                          </a:lnTo>
                          <a:lnTo>
                            <a:pt x="0" y="8681"/>
                          </a:lnTo>
                          <a:lnTo>
                            <a:pt x="0" y="5442"/>
                          </a:lnTo>
                          <a:lnTo>
                            <a:pt x="7781" y="5442"/>
                          </a:lnTo>
                          <a:lnTo>
                            <a:pt x="7781" y="202"/>
                          </a:lnTo>
                          <a:lnTo>
                            <a:pt x="10480" y="202"/>
                          </a:lnTo>
                          <a:lnTo>
                            <a:pt x="10480" y="5442"/>
                          </a:lnTo>
                          <a:lnTo>
                            <a:pt x="29641" y="5442"/>
                          </a:lnTo>
                          <a:cubicBezTo>
                            <a:pt x="30316" y="5442"/>
                            <a:pt x="30923" y="5442"/>
                            <a:pt x="31418" y="5397"/>
                          </a:cubicBezTo>
                          <a:cubicBezTo>
                            <a:pt x="31913" y="5352"/>
                            <a:pt x="32340" y="5263"/>
                            <a:pt x="32655" y="5083"/>
                          </a:cubicBezTo>
                          <a:cubicBezTo>
                            <a:pt x="32970" y="4903"/>
                            <a:pt x="33217" y="4633"/>
                            <a:pt x="33352" y="4251"/>
                          </a:cubicBezTo>
                          <a:cubicBezTo>
                            <a:pt x="33487" y="3868"/>
                            <a:pt x="33577" y="3351"/>
                            <a:pt x="33577" y="2654"/>
                          </a:cubicBezTo>
                          <a:cubicBezTo>
                            <a:pt x="33577" y="2226"/>
                            <a:pt x="33532" y="1777"/>
                            <a:pt x="33464" y="1327"/>
                          </a:cubicBezTo>
                          <a:cubicBezTo>
                            <a:pt x="33397" y="877"/>
                            <a:pt x="33307" y="427"/>
                            <a:pt x="33194" y="0"/>
                          </a:cubicBezTo>
                          <a:lnTo>
                            <a:pt x="35848" y="0"/>
                          </a:lnTo>
                          <a:close/>
                        </a:path>
                      </a:pathLst>
                    </a:custGeom>
                    <a:solidFill>
                      <a:srgbClr val="231F20"/>
                    </a:solidFill>
                    <a:ln w="2249" cap="flat">
                      <a:noFill/>
                      <a:prstDash val="solid"/>
                      <a:miter/>
                    </a:ln>
                  </p:spPr>
                  <p:txBody>
                    <a:bodyPr rtlCol="0" anchor="ctr"/>
                    <a:lstStyle/>
                    <a:p>
                      <a:endParaRPr lang="en-US"/>
                    </a:p>
                  </p:txBody>
                </p:sp>
                <p:sp>
                  <p:nvSpPr>
                    <p:cNvPr id="1132" name="Freeform 1131">
                      <a:extLst>
                        <a:ext uri="{FF2B5EF4-FFF2-40B4-BE49-F238E27FC236}">
                          <a16:creationId xmlns:a16="http://schemas.microsoft.com/office/drawing/2014/main" id="{1D7F0553-CD9F-8610-0F9B-DB360983204E}"/>
                        </a:ext>
                      </a:extLst>
                    </p:cNvPr>
                    <p:cNvSpPr/>
                    <p:nvPr/>
                  </p:nvSpPr>
                  <p:spPr>
                    <a:xfrm>
                      <a:off x="3273626" y="2420477"/>
                      <a:ext cx="36500" cy="12616"/>
                    </a:xfrm>
                    <a:custGeom>
                      <a:avLst/>
                      <a:gdLst>
                        <a:gd name="connsiteX0" fmla="*/ 35848 w 36500"/>
                        <a:gd name="connsiteY0" fmla="*/ 0 h 12616"/>
                        <a:gd name="connsiteX1" fmla="*/ 36231 w 36500"/>
                        <a:gd name="connsiteY1" fmla="*/ 1574 h 12616"/>
                        <a:gd name="connsiteX2" fmla="*/ 36501 w 36500"/>
                        <a:gd name="connsiteY2" fmla="*/ 3733 h 12616"/>
                        <a:gd name="connsiteX3" fmla="*/ 35286 w 36500"/>
                        <a:gd name="connsiteY3" fmla="*/ 7422 h 12616"/>
                        <a:gd name="connsiteX4" fmla="*/ 30945 w 36500"/>
                        <a:gd name="connsiteY4" fmla="*/ 8681 h 12616"/>
                        <a:gd name="connsiteX5" fmla="*/ 10480 w 36500"/>
                        <a:gd name="connsiteY5" fmla="*/ 8681 h 12616"/>
                        <a:gd name="connsiteX6" fmla="*/ 10480 w 36500"/>
                        <a:gd name="connsiteY6" fmla="*/ 12617 h 12616"/>
                        <a:gd name="connsiteX7" fmla="*/ 7781 w 36500"/>
                        <a:gd name="connsiteY7" fmla="*/ 12617 h 12616"/>
                        <a:gd name="connsiteX8" fmla="*/ 7781 w 36500"/>
                        <a:gd name="connsiteY8" fmla="*/ 8681 h 12616"/>
                        <a:gd name="connsiteX9" fmla="*/ 0 w 36500"/>
                        <a:gd name="connsiteY9" fmla="*/ 8681 h 12616"/>
                        <a:gd name="connsiteX10" fmla="*/ 0 w 36500"/>
                        <a:gd name="connsiteY10" fmla="*/ 5442 h 12616"/>
                        <a:gd name="connsiteX11" fmla="*/ 7781 w 36500"/>
                        <a:gd name="connsiteY11" fmla="*/ 5442 h 12616"/>
                        <a:gd name="connsiteX12" fmla="*/ 7781 w 36500"/>
                        <a:gd name="connsiteY12" fmla="*/ 202 h 12616"/>
                        <a:gd name="connsiteX13" fmla="*/ 10480 w 36500"/>
                        <a:gd name="connsiteY13" fmla="*/ 202 h 12616"/>
                        <a:gd name="connsiteX14" fmla="*/ 10480 w 36500"/>
                        <a:gd name="connsiteY14" fmla="*/ 5442 h 12616"/>
                        <a:gd name="connsiteX15" fmla="*/ 29641 w 36500"/>
                        <a:gd name="connsiteY15" fmla="*/ 5442 h 12616"/>
                        <a:gd name="connsiteX16" fmla="*/ 31418 w 36500"/>
                        <a:gd name="connsiteY16" fmla="*/ 5397 h 12616"/>
                        <a:gd name="connsiteX17" fmla="*/ 32655 w 36500"/>
                        <a:gd name="connsiteY17" fmla="*/ 5083 h 12616"/>
                        <a:gd name="connsiteX18" fmla="*/ 33352 w 36500"/>
                        <a:gd name="connsiteY18" fmla="*/ 4251 h 12616"/>
                        <a:gd name="connsiteX19" fmla="*/ 33577 w 36500"/>
                        <a:gd name="connsiteY19" fmla="*/ 2654 h 12616"/>
                        <a:gd name="connsiteX20" fmla="*/ 33464 w 36500"/>
                        <a:gd name="connsiteY20" fmla="*/ 1327 h 12616"/>
                        <a:gd name="connsiteX21" fmla="*/ 33194 w 36500"/>
                        <a:gd name="connsiteY21" fmla="*/ 0 h 12616"/>
                        <a:gd name="connsiteX22" fmla="*/ 35848 w 36500"/>
                        <a:gd name="connsiteY22" fmla="*/ 0 h 126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500" h="12616">
                          <a:moveTo>
                            <a:pt x="35848" y="0"/>
                          </a:moveTo>
                          <a:cubicBezTo>
                            <a:pt x="35916" y="405"/>
                            <a:pt x="36051" y="922"/>
                            <a:pt x="36231" y="1574"/>
                          </a:cubicBezTo>
                          <a:cubicBezTo>
                            <a:pt x="36411" y="2226"/>
                            <a:pt x="36501" y="2946"/>
                            <a:pt x="36501" y="3733"/>
                          </a:cubicBezTo>
                          <a:cubicBezTo>
                            <a:pt x="36501" y="5352"/>
                            <a:pt x="36096" y="6589"/>
                            <a:pt x="35286" y="7422"/>
                          </a:cubicBezTo>
                          <a:cubicBezTo>
                            <a:pt x="34476" y="8254"/>
                            <a:pt x="33037" y="8681"/>
                            <a:pt x="30945" y="8681"/>
                          </a:cubicBezTo>
                          <a:lnTo>
                            <a:pt x="10480" y="8681"/>
                          </a:lnTo>
                          <a:lnTo>
                            <a:pt x="10480" y="12617"/>
                          </a:lnTo>
                          <a:lnTo>
                            <a:pt x="7781" y="12617"/>
                          </a:lnTo>
                          <a:lnTo>
                            <a:pt x="7781" y="8681"/>
                          </a:lnTo>
                          <a:lnTo>
                            <a:pt x="0" y="8681"/>
                          </a:lnTo>
                          <a:lnTo>
                            <a:pt x="0" y="5442"/>
                          </a:lnTo>
                          <a:lnTo>
                            <a:pt x="7781" y="5442"/>
                          </a:lnTo>
                          <a:lnTo>
                            <a:pt x="7781" y="202"/>
                          </a:lnTo>
                          <a:lnTo>
                            <a:pt x="10480" y="202"/>
                          </a:lnTo>
                          <a:lnTo>
                            <a:pt x="10480" y="5442"/>
                          </a:lnTo>
                          <a:lnTo>
                            <a:pt x="29641" y="5442"/>
                          </a:lnTo>
                          <a:cubicBezTo>
                            <a:pt x="30316" y="5442"/>
                            <a:pt x="30923" y="5442"/>
                            <a:pt x="31418" y="5397"/>
                          </a:cubicBezTo>
                          <a:cubicBezTo>
                            <a:pt x="31913" y="5352"/>
                            <a:pt x="32340" y="5263"/>
                            <a:pt x="32655" y="5083"/>
                          </a:cubicBezTo>
                          <a:cubicBezTo>
                            <a:pt x="32970" y="4903"/>
                            <a:pt x="33217" y="4633"/>
                            <a:pt x="33352" y="4251"/>
                          </a:cubicBezTo>
                          <a:cubicBezTo>
                            <a:pt x="33487" y="3868"/>
                            <a:pt x="33577" y="3351"/>
                            <a:pt x="33577" y="2654"/>
                          </a:cubicBezTo>
                          <a:cubicBezTo>
                            <a:pt x="33577" y="2226"/>
                            <a:pt x="33532" y="1777"/>
                            <a:pt x="33464" y="1327"/>
                          </a:cubicBezTo>
                          <a:cubicBezTo>
                            <a:pt x="33397" y="877"/>
                            <a:pt x="33307" y="427"/>
                            <a:pt x="33194" y="0"/>
                          </a:cubicBezTo>
                          <a:lnTo>
                            <a:pt x="35848" y="0"/>
                          </a:lnTo>
                          <a:close/>
                        </a:path>
                      </a:pathLst>
                    </a:custGeom>
                    <a:solidFill>
                      <a:srgbClr val="231F20"/>
                    </a:solidFill>
                    <a:ln w="2249" cap="flat">
                      <a:noFill/>
                      <a:prstDash val="solid"/>
                      <a:miter/>
                    </a:ln>
                  </p:spPr>
                  <p:txBody>
                    <a:bodyPr rtlCol="0" anchor="ctr"/>
                    <a:lstStyle/>
                    <a:p>
                      <a:endParaRPr lang="en-US"/>
                    </a:p>
                  </p:txBody>
                </p:sp>
                <p:sp>
                  <p:nvSpPr>
                    <p:cNvPr id="1133" name="Freeform 1132">
                      <a:extLst>
                        <a:ext uri="{FF2B5EF4-FFF2-40B4-BE49-F238E27FC236}">
                          <a16:creationId xmlns:a16="http://schemas.microsoft.com/office/drawing/2014/main" id="{22EA65D2-234D-46B9-6151-F5ACABCA0884}"/>
                        </a:ext>
                      </a:extLst>
                    </p:cNvPr>
                    <p:cNvSpPr/>
                    <p:nvPr/>
                  </p:nvSpPr>
                  <p:spPr>
                    <a:xfrm>
                      <a:off x="3280665" y="2391644"/>
                      <a:ext cx="29484" cy="25167"/>
                    </a:xfrm>
                    <a:custGeom>
                      <a:avLst/>
                      <a:gdLst>
                        <a:gd name="connsiteX0" fmla="*/ 15473 w 29484"/>
                        <a:gd name="connsiteY0" fmla="*/ 21659 h 25167"/>
                        <a:gd name="connsiteX1" fmla="*/ 19768 w 29484"/>
                        <a:gd name="connsiteY1" fmla="*/ 21074 h 25167"/>
                        <a:gd name="connsiteX2" fmla="*/ 23277 w 29484"/>
                        <a:gd name="connsiteY2" fmla="*/ 19320 h 25167"/>
                        <a:gd name="connsiteX3" fmla="*/ 25661 w 29484"/>
                        <a:gd name="connsiteY3" fmla="*/ 16374 h 25167"/>
                        <a:gd name="connsiteX4" fmla="*/ 26560 w 29484"/>
                        <a:gd name="connsiteY4" fmla="*/ 12281 h 25167"/>
                        <a:gd name="connsiteX5" fmla="*/ 24896 w 29484"/>
                        <a:gd name="connsiteY5" fmla="*/ 6838 h 25167"/>
                        <a:gd name="connsiteX6" fmla="*/ 20151 w 29484"/>
                        <a:gd name="connsiteY6" fmla="*/ 3825 h 25167"/>
                        <a:gd name="connsiteX7" fmla="*/ 20151 w 29484"/>
                        <a:gd name="connsiteY7" fmla="*/ 204 h 25167"/>
                        <a:gd name="connsiteX8" fmla="*/ 23839 w 29484"/>
                        <a:gd name="connsiteY8" fmla="*/ 1778 h 25167"/>
                        <a:gd name="connsiteX9" fmla="*/ 26808 w 29484"/>
                        <a:gd name="connsiteY9" fmla="*/ 4207 h 25167"/>
                        <a:gd name="connsiteX10" fmla="*/ 28787 w 29484"/>
                        <a:gd name="connsiteY10" fmla="*/ 7670 h 25167"/>
                        <a:gd name="connsiteX11" fmla="*/ 29484 w 29484"/>
                        <a:gd name="connsiteY11" fmla="*/ 12303 h 25167"/>
                        <a:gd name="connsiteX12" fmla="*/ 28360 w 29484"/>
                        <a:gd name="connsiteY12" fmla="*/ 18083 h 25167"/>
                        <a:gd name="connsiteX13" fmla="*/ 25256 w 29484"/>
                        <a:gd name="connsiteY13" fmla="*/ 22086 h 25167"/>
                        <a:gd name="connsiteX14" fmla="*/ 20623 w 29484"/>
                        <a:gd name="connsiteY14" fmla="*/ 24403 h 25167"/>
                        <a:gd name="connsiteX15" fmla="*/ 14866 w 29484"/>
                        <a:gd name="connsiteY15" fmla="*/ 25167 h 25167"/>
                        <a:gd name="connsiteX16" fmla="*/ 9086 w 29484"/>
                        <a:gd name="connsiteY16" fmla="*/ 24268 h 25167"/>
                        <a:gd name="connsiteX17" fmla="*/ 4363 w 29484"/>
                        <a:gd name="connsiteY17" fmla="*/ 21726 h 25167"/>
                        <a:gd name="connsiteX18" fmla="*/ 1170 w 29484"/>
                        <a:gd name="connsiteY18" fmla="*/ 17701 h 25167"/>
                        <a:gd name="connsiteX19" fmla="*/ 0 w 29484"/>
                        <a:gd name="connsiteY19" fmla="*/ 12303 h 25167"/>
                        <a:gd name="connsiteX20" fmla="*/ 3958 w 29484"/>
                        <a:gd name="connsiteY20" fmla="*/ 3240 h 25167"/>
                        <a:gd name="connsiteX21" fmla="*/ 15473 w 29484"/>
                        <a:gd name="connsiteY21" fmla="*/ 1 h 25167"/>
                        <a:gd name="connsiteX22" fmla="*/ 15473 w 29484"/>
                        <a:gd name="connsiteY22" fmla="*/ 21704 h 25167"/>
                        <a:gd name="connsiteX23" fmla="*/ 12774 w 29484"/>
                        <a:gd name="connsiteY23" fmla="*/ 3420 h 25167"/>
                        <a:gd name="connsiteX24" fmla="*/ 8906 w 29484"/>
                        <a:gd name="connsiteY24" fmla="*/ 3982 h 25167"/>
                        <a:gd name="connsiteX25" fmla="*/ 5780 w 29484"/>
                        <a:gd name="connsiteY25" fmla="*/ 5646 h 25167"/>
                        <a:gd name="connsiteX26" fmla="*/ 3666 w 29484"/>
                        <a:gd name="connsiteY26" fmla="*/ 8435 h 25167"/>
                        <a:gd name="connsiteX27" fmla="*/ 2879 w 29484"/>
                        <a:gd name="connsiteY27" fmla="*/ 12258 h 25167"/>
                        <a:gd name="connsiteX28" fmla="*/ 3688 w 29484"/>
                        <a:gd name="connsiteY28" fmla="*/ 16059 h 25167"/>
                        <a:gd name="connsiteX29" fmla="*/ 5848 w 29484"/>
                        <a:gd name="connsiteY29" fmla="*/ 18870 h 25167"/>
                        <a:gd name="connsiteX30" fmla="*/ 8974 w 29484"/>
                        <a:gd name="connsiteY30" fmla="*/ 20737 h 25167"/>
                        <a:gd name="connsiteX31" fmla="*/ 12752 w 29484"/>
                        <a:gd name="connsiteY31" fmla="*/ 21659 h 25167"/>
                        <a:gd name="connsiteX32" fmla="*/ 12752 w 29484"/>
                        <a:gd name="connsiteY32"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4" h="25167">
                          <a:moveTo>
                            <a:pt x="15473" y="21659"/>
                          </a:moveTo>
                          <a:cubicBezTo>
                            <a:pt x="16980" y="21659"/>
                            <a:pt x="18419" y="21456"/>
                            <a:pt x="19768" y="21074"/>
                          </a:cubicBezTo>
                          <a:cubicBezTo>
                            <a:pt x="21118" y="20669"/>
                            <a:pt x="22287" y="20085"/>
                            <a:pt x="23277" y="19320"/>
                          </a:cubicBezTo>
                          <a:cubicBezTo>
                            <a:pt x="24266" y="18555"/>
                            <a:pt x="25053" y="17566"/>
                            <a:pt x="25661" y="16374"/>
                          </a:cubicBezTo>
                          <a:cubicBezTo>
                            <a:pt x="26245" y="15182"/>
                            <a:pt x="26560" y="13810"/>
                            <a:pt x="26560" y="12281"/>
                          </a:cubicBezTo>
                          <a:cubicBezTo>
                            <a:pt x="26560" y="10167"/>
                            <a:pt x="25998" y="8345"/>
                            <a:pt x="24896" y="6838"/>
                          </a:cubicBezTo>
                          <a:cubicBezTo>
                            <a:pt x="23772" y="5331"/>
                            <a:pt x="22197" y="4319"/>
                            <a:pt x="20151" y="3825"/>
                          </a:cubicBezTo>
                          <a:lnTo>
                            <a:pt x="20151" y="204"/>
                          </a:lnTo>
                          <a:cubicBezTo>
                            <a:pt x="21478" y="609"/>
                            <a:pt x="22715" y="1126"/>
                            <a:pt x="23839" y="1778"/>
                          </a:cubicBezTo>
                          <a:cubicBezTo>
                            <a:pt x="24964" y="2430"/>
                            <a:pt x="25953" y="3240"/>
                            <a:pt x="26808" y="4207"/>
                          </a:cubicBezTo>
                          <a:cubicBezTo>
                            <a:pt x="27662" y="5174"/>
                            <a:pt x="28315" y="6321"/>
                            <a:pt x="28787" y="7670"/>
                          </a:cubicBezTo>
                          <a:cubicBezTo>
                            <a:pt x="29259" y="8997"/>
                            <a:pt x="29484" y="10549"/>
                            <a:pt x="29484" y="12303"/>
                          </a:cubicBezTo>
                          <a:cubicBezTo>
                            <a:pt x="29484" y="14530"/>
                            <a:pt x="29102" y="16464"/>
                            <a:pt x="28360" y="18083"/>
                          </a:cubicBezTo>
                          <a:cubicBezTo>
                            <a:pt x="27595" y="19702"/>
                            <a:pt x="26560" y="21029"/>
                            <a:pt x="25256" y="22086"/>
                          </a:cubicBezTo>
                          <a:cubicBezTo>
                            <a:pt x="23951" y="23121"/>
                            <a:pt x="22400" y="23908"/>
                            <a:pt x="20623" y="24403"/>
                          </a:cubicBezTo>
                          <a:cubicBezTo>
                            <a:pt x="18846" y="24897"/>
                            <a:pt x="16935" y="25167"/>
                            <a:pt x="14866" y="25167"/>
                          </a:cubicBezTo>
                          <a:cubicBezTo>
                            <a:pt x="12797" y="25167"/>
                            <a:pt x="10885" y="24875"/>
                            <a:pt x="9086" y="24268"/>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close/>
                          <a:moveTo>
                            <a:pt x="12774" y="3420"/>
                          </a:moveTo>
                          <a:cubicBezTo>
                            <a:pt x="11402" y="3420"/>
                            <a:pt x="10120" y="3600"/>
                            <a:pt x="8906" y="3982"/>
                          </a:cubicBezTo>
                          <a:cubicBezTo>
                            <a:pt x="7692" y="4364"/>
                            <a:pt x="6657" y="4927"/>
                            <a:pt x="5780" y="5646"/>
                          </a:cubicBezTo>
                          <a:cubicBezTo>
                            <a:pt x="4903" y="6388"/>
                            <a:pt x="4206" y="7310"/>
                            <a:pt x="3666" y="8435"/>
                          </a:cubicBezTo>
                          <a:cubicBezTo>
                            <a:pt x="3149" y="9559"/>
                            <a:pt x="2879" y="10819"/>
                            <a:pt x="2879" y="12258"/>
                          </a:cubicBezTo>
                          <a:cubicBezTo>
                            <a:pt x="2879" y="13697"/>
                            <a:pt x="3149" y="14957"/>
                            <a:pt x="3688" y="16059"/>
                          </a:cubicBezTo>
                          <a:cubicBezTo>
                            <a:pt x="4228" y="17161"/>
                            <a:pt x="4948" y="18083"/>
                            <a:pt x="5848" y="18870"/>
                          </a:cubicBezTo>
                          <a:cubicBezTo>
                            <a:pt x="6747" y="19635"/>
                            <a:pt x="7782" y="20264"/>
                            <a:pt x="8974" y="20737"/>
                          </a:cubicBezTo>
                          <a:cubicBezTo>
                            <a:pt x="10165" y="21209"/>
                            <a:pt x="11425" y="21501"/>
                            <a:pt x="12752" y="21659"/>
                          </a:cubicBezTo>
                          <a:lnTo>
                            <a:pt x="12752" y="3420"/>
                          </a:lnTo>
                          <a:close/>
                        </a:path>
                      </a:pathLst>
                    </a:custGeom>
                    <a:solidFill>
                      <a:srgbClr val="231F20"/>
                    </a:solidFill>
                    <a:ln w="2249" cap="flat">
                      <a:noFill/>
                      <a:prstDash val="solid"/>
                      <a:miter/>
                    </a:ln>
                  </p:spPr>
                  <p:txBody>
                    <a:bodyPr rtlCol="0" anchor="ctr"/>
                    <a:lstStyle/>
                    <a:p>
                      <a:endParaRPr lang="en-US"/>
                    </a:p>
                  </p:txBody>
                </p:sp>
                <p:sp>
                  <p:nvSpPr>
                    <p:cNvPr id="1134" name="Freeform 1133">
                      <a:extLst>
                        <a:ext uri="{FF2B5EF4-FFF2-40B4-BE49-F238E27FC236}">
                          <a16:creationId xmlns:a16="http://schemas.microsoft.com/office/drawing/2014/main" id="{953C4B01-ADFF-DDF6-A6CD-D5D97C8CF6ED}"/>
                        </a:ext>
                      </a:extLst>
                    </p:cNvPr>
                    <p:cNvSpPr/>
                    <p:nvPr/>
                  </p:nvSpPr>
                  <p:spPr>
                    <a:xfrm>
                      <a:off x="3280642" y="2372642"/>
                      <a:ext cx="28718" cy="12481"/>
                    </a:xfrm>
                    <a:custGeom>
                      <a:avLst/>
                      <a:gdLst>
                        <a:gd name="connsiteX0" fmla="*/ 28719 w 28718"/>
                        <a:gd name="connsiteY0" fmla="*/ 9243 h 12481"/>
                        <a:gd name="connsiteX1" fmla="*/ 28719 w 28718"/>
                        <a:gd name="connsiteY1" fmla="*/ 12482 h 12481"/>
                        <a:gd name="connsiteX2" fmla="*/ 765 w 28718"/>
                        <a:gd name="connsiteY2" fmla="*/ 12482 h 12481"/>
                        <a:gd name="connsiteX3" fmla="*/ 765 w 28718"/>
                        <a:gd name="connsiteY3" fmla="*/ 9243 h 12481"/>
                        <a:gd name="connsiteX4" fmla="*/ 6005 w 28718"/>
                        <a:gd name="connsiteY4" fmla="*/ 9243 h 12481"/>
                        <a:gd name="connsiteX5" fmla="*/ 6005 w 28718"/>
                        <a:gd name="connsiteY5" fmla="*/ 9131 h 12481"/>
                        <a:gd name="connsiteX6" fmla="*/ 1327 w 28718"/>
                        <a:gd name="connsiteY6" fmla="*/ 5645 h 12481"/>
                        <a:gd name="connsiteX7" fmla="*/ 0 w 28718"/>
                        <a:gd name="connsiteY7" fmla="*/ 0 h 12481"/>
                        <a:gd name="connsiteX8" fmla="*/ 3508 w 28718"/>
                        <a:gd name="connsiteY8" fmla="*/ 0 h 12481"/>
                        <a:gd name="connsiteX9" fmla="*/ 4363 w 28718"/>
                        <a:gd name="connsiteY9" fmla="*/ 4543 h 12481"/>
                        <a:gd name="connsiteX10" fmla="*/ 6837 w 28718"/>
                        <a:gd name="connsiteY10" fmla="*/ 7377 h 12481"/>
                        <a:gd name="connsiteX11" fmla="*/ 10525 w 28718"/>
                        <a:gd name="connsiteY11" fmla="*/ 8838 h 12481"/>
                        <a:gd name="connsiteX12" fmla="*/ 14978 w 28718"/>
                        <a:gd name="connsiteY12" fmla="*/ 9243 h 12481"/>
                        <a:gd name="connsiteX13" fmla="*/ 28696 w 28718"/>
                        <a:gd name="connsiteY13" fmla="*/ 9243 h 1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718" h="12481">
                          <a:moveTo>
                            <a:pt x="28719" y="9243"/>
                          </a:moveTo>
                          <a:lnTo>
                            <a:pt x="28719" y="12482"/>
                          </a:lnTo>
                          <a:lnTo>
                            <a:pt x="765" y="12482"/>
                          </a:lnTo>
                          <a:lnTo>
                            <a:pt x="765" y="9243"/>
                          </a:lnTo>
                          <a:lnTo>
                            <a:pt x="6005" y="9243"/>
                          </a:lnTo>
                          <a:lnTo>
                            <a:pt x="6005" y="9131"/>
                          </a:lnTo>
                          <a:cubicBezTo>
                            <a:pt x="3778" y="8231"/>
                            <a:pt x="2226" y="7062"/>
                            <a:pt x="1327" y="5645"/>
                          </a:cubicBezTo>
                          <a:cubicBezTo>
                            <a:pt x="450" y="4228"/>
                            <a:pt x="0" y="2339"/>
                            <a:pt x="0" y="0"/>
                          </a:cubicBezTo>
                          <a:lnTo>
                            <a:pt x="3508" y="0"/>
                          </a:lnTo>
                          <a:cubicBezTo>
                            <a:pt x="3463" y="1844"/>
                            <a:pt x="3756" y="3351"/>
                            <a:pt x="4363" y="4543"/>
                          </a:cubicBezTo>
                          <a:cubicBezTo>
                            <a:pt x="4970" y="5735"/>
                            <a:pt x="5802" y="6679"/>
                            <a:pt x="6837" y="7377"/>
                          </a:cubicBezTo>
                          <a:cubicBezTo>
                            <a:pt x="7871" y="8074"/>
                            <a:pt x="9108" y="8569"/>
                            <a:pt x="10525" y="8838"/>
                          </a:cubicBezTo>
                          <a:cubicBezTo>
                            <a:pt x="11942" y="9108"/>
                            <a:pt x="13426" y="9243"/>
                            <a:pt x="14978" y="9243"/>
                          </a:cubicBezTo>
                          <a:lnTo>
                            <a:pt x="28696" y="9243"/>
                          </a:lnTo>
                          <a:close/>
                        </a:path>
                      </a:pathLst>
                    </a:custGeom>
                    <a:solidFill>
                      <a:srgbClr val="231F20"/>
                    </a:solidFill>
                    <a:ln w="2249" cap="flat">
                      <a:noFill/>
                      <a:prstDash val="solid"/>
                      <a:miter/>
                    </a:ln>
                  </p:spPr>
                  <p:txBody>
                    <a:bodyPr rtlCol="0" anchor="ctr"/>
                    <a:lstStyle/>
                    <a:p>
                      <a:endParaRPr lang="en-US"/>
                    </a:p>
                  </p:txBody>
                </p:sp>
              </p:grpSp>
              <p:grpSp>
                <p:nvGrpSpPr>
                  <p:cNvPr id="1119" name="Graphic 4479">
                    <a:extLst>
                      <a:ext uri="{FF2B5EF4-FFF2-40B4-BE49-F238E27FC236}">
                        <a16:creationId xmlns:a16="http://schemas.microsoft.com/office/drawing/2014/main" id="{8805AF67-DF15-A82C-A762-00FAE60E62D1}"/>
                      </a:ext>
                    </a:extLst>
                  </p:cNvPr>
                  <p:cNvGrpSpPr/>
                  <p:nvPr/>
                </p:nvGrpSpPr>
                <p:grpSpPr>
                  <a:xfrm>
                    <a:off x="1263365" y="5401697"/>
                    <a:ext cx="110463" cy="526729"/>
                    <a:chOff x="3287209" y="2772932"/>
                    <a:chExt cx="29506" cy="140696"/>
                  </a:xfrm>
                  <a:solidFill>
                    <a:srgbClr val="231F20"/>
                  </a:solidFill>
                </p:grpSpPr>
                <p:sp>
                  <p:nvSpPr>
                    <p:cNvPr id="1124" name="Freeform 1123">
                      <a:extLst>
                        <a:ext uri="{FF2B5EF4-FFF2-40B4-BE49-F238E27FC236}">
                          <a16:creationId xmlns:a16="http://schemas.microsoft.com/office/drawing/2014/main" id="{2C59A177-1EB5-9BF1-47A3-3AF004203270}"/>
                        </a:ext>
                      </a:extLst>
                    </p:cNvPr>
                    <p:cNvSpPr/>
                    <p:nvPr/>
                  </p:nvSpPr>
                  <p:spPr>
                    <a:xfrm>
                      <a:off x="3287974" y="2876273"/>
                      <a:ext cx="27954" cy="37355"/>
                    </a:xfrm>
                    <a:custGeom>
                      <a:avLst/>
                      <a:gdLst>
                        <a:gd name="connsiteX0" fmla="*/ 23637 w 27954"/>
                        <a:gd name="connsiteY0" fmla="*/ 10615 h 37355"/>
                        <a:gd name="connsiteX1" fmla="*/ 0 w 27954"/>
                        <a:gd name="connsiteY1" fmla="*/ 3284 h 37355"/>
                        <a:gd name="connsiteX2" fmla="*/ 0 w 27954"/>
                        <a:gd name="connsiteY2" fmla="*/ 0 h 37355"/>
                        <a:gd name="connsiteX3" fmla="*/ 27955 w 27954"/>
                        <a:gd name="connsiteY3" fmla="*/ 9063 h 37355"/>
                        <a:gd name="connsiteX4" fmla="*/ 27955 w 27954"/>
                        <a:gd name="connsiteY4" fmla="*/ 12527 h 37355"/>
                        <a:gd name="connsiteX5" fmla="*/ 4476 w 27954"/>
                        <a:gd name="connsiteY5" fmla="*/ 18621 h 37355"/>
                        <a:gd name="connsiteX6" fmla="*/ 4476 w 27954"/>
                        <a:gd name="connsiteY6" fmla="*/ 18734 h 37355"/>
                        <a:gd name="connsiteX7" fmla="*/ 27955 w 27954"/>
                        <a:gd name="connsiteY7" fmla="*/ 24941 h 37355"/>
                        <a:gd name="connsiteX8" fmla="*/ 27955 w 27954"/>
                        <a:gd name="connsiteY8" fmla="*/ 28832 h 37355"/>
                        <a:gd name="connsiteX9" fmla="*/ 0 w 27954"/>
                        <a:gd name="connsiteY9" fmla="*/ 37355 h 37355"/>
                        <a:gd name="connsiteX10" fmla="*/ 0 w 27954"/>
                        <a:gd name="connsiteY10" fmla="*/ 34117 h 37355"/>
                        <a:gd name="connsiteX11" fmla="*/ 23862 w 27954"/>
                        <a:gd name="connsiteY11" fmla="*/ 26875 h 37355"/>
                        <a:gd name="connsiteX12" fmla="*/ 0 w 27954"/>
                        <a:gd name="connsiteY12" fmla="*/ 20398 h 37355"/>
                        <a:gd name="connsiteX13" fmla="*/ 0 w 27954"/>
                        <a:gd name="connsiteY13" fmla="*/ 16777 h 37355"/>
                        <a:gd name="connsiteX14" fmla="*/ 23637 w 27954"/>
                        <a:gd name="connsiteY14" fmla="*/ 10615 h 37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7954" h="37355">
                          <a:moveTo>
                            <a:pt x="23637" y="10615"/>
                          </a:moveTo>
                          <a:lnTo>
                            <a:pt x="0" y="3284"/>
                          </a:lnTo>
                          <a:lnTo>
                            <a:pt x="0" y="0"/>
                          </a:lnTo>
                          <a:lnTo>
                            <a:pt x="27955" y="9063"/>
                          </a:lnTo>
                          <a:lnTo>
                            <a:pt x="27955" y="12527"/>
                          </a:lnTo>
                          <a:lnTo>
                            <a:pt x="4476" y="18621"/>
                          </a:lnTo>
                          <a:lnTo>
                            <a:pt x="4476" y="18734"/>
                          </a:lnTo>
                          <a:lnTo>
                            <a:pt x="27955" y="24941"/>
                          </a:lnTo>
                          <a:lnTo>
                            <a:pt x="27955" y="28832"/>
                          </a:lnTo>
                          <a:lnTo>
                            <a:pt x="0" y="37355"/>
                          </a:lnTo>
                          <a:lnTo>
                            <a:pt x="0" y="34117"/>
                          </a:lnTo>
                          <a:lnTo>
                            <a:pt x="23862" y="26875"/>
                          </a:lnTo>
                          <a:lnTo>
                            <a:pt x="0" y="20398"/>
                          </a:lnTo>
                          <a:lnTo>
                            <a:pt x="0" y="16777"/>
                          </a:lnTo>
                          <a:lnTo>
                            <a:pt x="23637" y="10615"/>
                          </a:lnTo>
                          <a:close/>
                        </a:path>
                      </a:pathLst>
                    </a:custGeom>
                    <a:solidFill>
                      <a:srgbClr val="231F20"/>
                    </a:solidFill>
                    <a:ln w="2249" cap="flat">
                      <a:noFill/>
                      <a:prstDash val="solid"/>
                      <a:miter/>
                    </a:ln>
                  </p:spPr>
                  <p:txBody>
                    <a:bodyPr rtlCol="0" anchor="ctr"/>
                    <a:lstStyle/>
                    <a:p>
                      <a:endParaRPr lang="en-US"/>
                    </a:p>
                  </p:txBody>
                </p:sp>
                <p:sp>
                  <p:nvSpPr>
                    <p:cNvPr id="1125" name="Freeform 1124">
                      <a:extLst>
                        <a:ext uri="{FF2B5EF4-FFF2-40B4-BE49-F238E27FC236}">
                          <a16:creationId xmlns:a16="http://schemas.microsoft.com/office/drawing/2014/main" id="{6C7B0986-8D0B-7CA8-FDE2-2C2C2529C93E}"/>
                        </a:ext>
                      </a:extLst>
                    </p:cNvPr>
                    <p:cNvSpPr/>
                    <p:nvPr/>
                  </p:nvSpPr>
                  <p:spPr>
                    <a:xfrm>
                      <a:off x="3287209" y="2847487"/>
                      <a:ext cx="29483" cy="25907"/>
                    </a:xfrm>
                    <a:custGeom>
                      <a:avLst/>
                      <a:gdLst>
                        <a:gd name="connsiteX0" fmla="*/ 29484 w 29483"/>
                        <a:gd name="connsiteY0" fmla="*/ 12954 h 25907"/>
                        <a:gd name="connsiteX1" fmla="*/ 28517 w 29483"/>
                        <a:gd name="connsiteY1" fmla="*/ 17992 h 25907"/>
                        <a:gd name="connsiteX2" fmla="*/ 25773 w 29483"/>
                        <a:gd name="connsiteY2" fmla="*/ 22085 h 25907"/>
                        <a:gd name="connsiteX3" fmla="*/ 21185 w 29483"/>
                        <a:gd name="connsiteY3" fmla="*/ 24873 h 25907"/>
                        <a:gd name="connsiteX4" fmla="*/ 14753 w 29483"/>
                        <a:gd name="connsiteY4" fmla="*/ 25908 h 25907"/>
                        <a:gd name="connsiteX5" fmla="*/ 8996 w 29483"/>
                        <a:gd name="connsiteY5" fmla="*/ 25098 h 25907"/>
                        <a:gd name="connsiteX6" fmla="*/ 4318 w 29483"/>
                        <a:gd name="connsiteY6" fmla="*/ 22669 h 25907"/>
                        <a:gd name="connsiteX7" fmla="*/ 1170 w 29483"/>
                        <a:gd name="connsiteY7" fmla="*/ 18621 h 25907"/>
                        <a:gd name="connsiteX8" fmla="*/ 0 w 29483"/>
                        <a:gd name="connsiteY8" fmla="*/ 12954 h 25907"/>
                        <a:gd name="connsiteX9" fmla="*/ 1170 w 29483"/>
                        <a:gd name="connsiteY9" fmla="*/ 7242 h 25907"/>
                        <a:gd name="connsiteX10" fmla="*/ 4296 w 29483"/>
                        <a:gd name="connsiteY10" fmla="*/ 3193 h 25907"/>
                        <a:gd name="connsiteX11" fmla="*/ 8973 w 29483"/>
                        <a:gd name="connsiteY11" fmla="*/ 787 h 25907"/>
                        <a:gd name="connsiteX12" fmla="*/ 14753 w 29483"/>
                        <a:gd name="connsiteY12" fmla="*/ 0 h 25907"/>
                        <a:gd name="connsiteX13" fmla="*/ 20803 w 29483"/>
                        <a:gd name="connsiteY13" fmla="*/ 922 h 25907"/>
                        <a:gd name="connsiteX14" fmla="*/ 25436 w 29483"/>
                        <a:gd name="connsiteY14" fmla="*/ 3531 h 25907"/>
                        <a:gd name="connsiteX15" fmla="*/ 28427 w 29483"/>
                        <a:gd name="connsiteY15" fmla="*/ 7624 h 25907"/>
                        <a:gd name="connsiteX16" fmla="*/ 29484 w 29483"/>
                        <a:gd name="connsiteY16" fmla="*/ 12932 h 25907"/>
                        <a:gd name="connsiteX17" fmla="*/ 14753 w 29483"/>
                        <a:gd name="connsiteY17" fmla="*/ 3441 h 25907"/>
                        <a:gd name="connsiteX18" fmla="*/ 10120 w 29483"/>
                        <a:gd name="connsiteY18" fmla="*/ 3981 h 25907"/>
                        <a:gd name="connsiteX19" fmla="*/ 6365 w 29483"/>
                        <a:gd name="connsiteY19" fmla="*/ 5645 h 25907"/>
                        <a:gd name="connsiteX20" fmla="*/ 3846 w 29483"/>
                        <a:gd name="connsiteY20" fmla="*/ 8569 h 25907"/>
                        <a:gd name="connsiteX21" fmla="*/ 2924 w 29483"/>
                        <a:gd name="connsiteY21" fmla="*/ 12932 h 25907"/>
                        <a:gd name="connsiteX22" fmla="*/ 3913 w 29483"/>
                        <a:gd name="connsiteY22" fmla="*/ 17272 h 25907"/>
                        <a:gd name="connsiteX23" fmla="*/ 6567 w 29483"/>
                        <a:gd name="connsiteY23" fmla="*/ 20218 h 25907"/>
                        <a:gd name="connsiteX24" fmla="*/ 10345 w 29483"/>
                        <a:gd name="connsiteY24" fmla="*/ 21882 h 25907"/>
                        <a:gd name="connsiteX25" fmla="*/ 14753 w 29483"/>
                        <a:gd name="connsiteY25" fmla="*/ 22422 h 25907"/>
                        <a:gd name="connsiteX26" fmla="*/ 19521 w 29483"/>
                        <a:gd name="connsiteY26" fmla="*/ 21792 h 25907"/>
                        <a:gd name="connsiteX27" fmla="*/ 23277 w 29483"/>
                        <a:gd name="connsiteY27" fmla="*/ 19993 h 25907"/>
                        <a:gd name="connsiteX28" fmla="*/ 25706 w 29483"/>
                        <a:gd name="connsiteY28" fmla="*/ 17025 h 25907"/>
                        <a:gd name="connsiteX29" fmla="*/ 26560 w 29483"/>
                        <a:gd name="connsiteY29" fmla="*/ 12932 h 25907"/>
                        <a:gd name="connsiteX30" fmla="*/ 25571 w 29483"/>
                        <a:gd name="connsiteY30" fmla="*/ 8591 h 25907"/>
                        <a:gd name="connsiteX31" fmla="*/ 22895 w 29483"/>
                        <a:gd name="connsiteY31" fmla="*/ 5645 h 25907"/>
                        <a:gd name="connsiteX32" fmla="*/ 19116 w 29483"/>
                        <a:gd name="connsiteY32" fmla="*/ 3981 h 25907"/>
                        <a:gd name="connsiteX33" fmla="*/ 14753 w 29483"/>
                        <a:gd name="connsiteY33" fmla="*/ 3441 h 259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9483" h="25907">
                          <a:moveTo>
                            <a:pt x="29484" y="12954"/>
                          </a:moveTo>
                          <a:cubicBezTo>
                            <a:pt x="29439" y="14753"/>
                            <a:pt x="29124" y="16440"/>
                            <a:pt x="28517" y="17992"/>
                          </a:cubicBezTo>
                          <a:cubicBezTo>
                            <a:pt x="27910" y="19566"/>
                            <a:pt x="26988" y="20915"/>
                            <a:pt x="25773" y="22085"/>
                          </a:cubicBezTo>
                          <a:cubicBezTo>
                            <a:pt x="24559" y="23254"/>
                            <a:pt x="23029" y="24176"/>
                            <a:pt x="21185" y="24873"/>
                          </a:cubicBezTo>
                          <a:cubicBezTo>
                            <a:pt x="19341" y="25548"/>
                            <a:pt x="17205" y="25908"/>
                            <a:pt x="14753" y="25908"/>
                          </a:cubicBezTo>
                          <a:cubicBezTo>
                            <a:pt x="12707" y="25908"/>
                            <a:pt x="10795" y="25638"/>
                            <a:pt x="8996" y="25098"/>
                          </a:cubicBezTo>
                          <a:cubicBezTo>
                            <a:pt x="7219" y="24559"/>
                            <a:pt x="5667" y="23749"/>
                            <a:pt x="4318" y="22669"/>
                          </a:cubicBezTo>
                          <a:cubicBezTo>
                            <a:pt x="2991" y="21590"/>
                            <a:pt x="1934" y="20241"/>
                            <a:pt x="1170" y="18621"/>
                          </a:cubicBezTo>
                          <a:cubicBezTo>
                            <a:pt x="405" y="17002"/>
                            <a:pt x="0" y="15113"/>
                            <a:pt x="0" y="12954"/>
                          </a:cubicBezTo>
                          <a:cubicBezTo>
                            <a:pt x="0" y="10795"/>
                            <a:pt x="382" y="8861"/>
                            <a:pt x="1170" y="7242"/>
                          </a:cubicBezTo>
                          <a:cubicBezTo>
                            <a:pt x="1934" y="5622"/>
                            <a:pt x="2991" y="4273"/>
                            <a:pt x="4296" y="3193"/>
                          </a:cubicBezTo>
                          <a:cubicBezTo>
                            <a:pt x="5600" y="2114"/>
                            <a:pt x="7174" y="1304"/>
                            <a:pt x="8973" y="787"/>
                          </a:cubicBezTo>
                          <a:cubicBezTo>
                            <a:pt x="10773" y="270"/>
                            <a:pt x="12707" y="0"/>
                            <a:pt x="14753" y="0"/>
                          </a:cubicBezTo>
                          <a:cubicBezTo>
                            <a:pt x="16980" y="0"/>
                            <a:pt x="19004" y="315"/>
                            <a:pt x="20803" y="922"/>
                          </a:cubicBezTo>
                          <a:cubicBezTo>
                            <a:pt x="22602" y="1529"/>
                            <a:pt x="24154" y="2406"/>
                            <a:pt x="25436" y="3531"/>
                          </a:cubicBezTo>
                          <a:cubicBezTo>
                            <a:pt x="26740" y="4655"/>
                            <a:pt x="27730" y="6027"/>
                            <a:pt x="28427" y="7624"/>
                          </a:cubicBezTo>
                          <a:cubicBezTo>
                            <a:pt x="29124" y="9221"/>
                            <a:pt x="29484" y="10997"/>
                            <a:pt x="29484" y="12932"/>
                          </a:cubicBezTo>
                          <a:close/>
                          <a:moveTo>
                            <a:pt x="14753" y="3441"/>
                          </a:moveTo>
                          <a:cubicBezTo>
                            <a:pt x="13089" y="3441"/>
                            <a:pt x="11560" y="3621"/>
                            <a:pt x="10120" y="3981"/>
                          </a:cubicBezTo>
                          <a:cubicBezTo>
                            <a:pt x="8681" y="4340"/>
                            <a:pt x="7422" y="4903"/>
                            <a:pt x="6365" y="5645"/>
                          </a:cubicBezTo>
                          <a:cubicBezTo>
                            <a:pt x="5308" y="6410"/>
                            <a:pt x="4475" y="7377"/>
                            <a:pt x="3846" y="8569"/>
                          </a:cubicBezTo>
                          <a:cubicBezTo>
                            <a:pt x="3239" y="9760"/>
                            <a:pt x="2924" y="11222"/>
                            <a:pt x="2924" y="12932"/>
                          </a:cubicBezTo>
                          <a:cubicBezTo>
                            <a:pt x="2924" y="14641"/>
                            <a:pt x="3261" y="16080"/>
                            <a:pt x="3913" y="17272"/>
                          </a:cubicBezTo>
                          <a:cubicBezTo>
                            <a:pt x="4588" y="18486"/>
                            <a:pt x="5465" y="19453"/>
                            <a:pt x="6567" y="20218"/>
                          </a:cubicBezTo>
                          <a:cubicBezTo>
                            <a:pt x="7669" y="20983"/>
                            <a:pt x="8928" y="21523"/>
                            <a:pt x="10345" y="21882"/>
                          </a:cubicBezTo>
                          <a:cubicBezTo>
                            <a:pt x="11762" y="22242"/>
                            <a:pt x="13224" y="22422"/>
                            <a:pt x="14753" y="22422"/>
                          </a:cubicBezTo>
                          <a:cubicBezTo>
                            <a:pt x="16485" y="22422"/>
                            <a:pt x="18082" y="22220"/>
                            <a:pt x="19521" y="21792"/>
                          </a:cubicBezTo>
                          <a:cubicBezTo>
                            <a:pt x="20983" y="21388"/>
                            <a:pt x="22220" y="20780"/>
                            <a:pt x="23277" y="19993"/>
                          </a:cubicBezTo>
                          <a:cubicBezTo>
                            <a:pt x="24334" y="19206"/>
                            <a:pt x="25121" y="18217"/>
                            <a:pt x="25706" y="17025"/>
                          </a:cubicBezTo>
                          <a:cubicBezTo>
                            <a:pt x="26290" y="15833"/>
                            <a:pt x="26560" y="14461"/>
                            <a:pt x="26560" y="12932"/>
                          </a:cubicBezTo>
                          <a:cubicBezTo>
                            <a:pt x="26560" y="11245"/>
                            <a:pt x="26223" y="9783"/>
                            <a:pt x="25571" y="8591"/>
                          </a:cubicBezTo>
                          <a:cubicBezTo>
                            <a:pt x="24896" y="7377"/>
                            <a:pt x="24019" y="6410"/>
                            <a:pt x="22895" y="5645"/>
                          </a:cubicBezTo>
                          <a:cubicBezTo>
                            <a:pt x="21770" y="4880"/>
                            <a:pt x="20510" y="4340"/>
                            <a:pt x="19116" y="3981"/>
                          </a:cubicBezTo>
                          <a:cubicBezTo>
                            <a:pt x="17722" y="3621"/>
                            <a:pt x="16260" y="3441"/>
                            <a:pt x="14753" y="3441"/>
                          </a:cubicBezTo>
                          <a:close/>
                        </a:path>
                      </a:pathLst>
                    </a:custGeom>
                    <a:solidFill>
                      <a:srgbClr val="231F20"/>
                    </a:solidFill>
                    <a:ln w="2249" cap="flat">
                      <a:noFill/>
                      <a:prstDash val="solid"/>
                      <a:miter/>
                    </a:ln>
                  </p:spPr>
                  <p:txBody>
                    <a:bodyPr rtlCol="0" anchor="ctr"/>
                    <a:lstStyle/>
                    <a:p>
                      <a:endParaRPr lang="en-US"/>
                    </a:p>
                  </p:txBody>
                </p:sp>
                <p:sp>
                  <p:nvSpPr>
                    <p:cNvPr id="1126" name="Freeform 1125">
                      <a:extLst>
                        <a:ext uri="{FF2B5EF4-FFF2-40B4-BE49-F238E27FC236}">
                          <a16:creationId xmlns:a16="http://schemas.microsoft.com/office/drawing/2014/main" id="{3E6A50C1-C3DE-F261-9524-A1A35EBEE69A}"/>
                        </a:ext>
                      </a:extLst>
                    </p:cNvPr>
                    <p:cNvSpPr/>
                    <p:nvPr/>
                  </p:nvSpPr>
                  <p:spPr>
                    <a:xfrm>
                      <a:off x="3287209" y="2828910"/>
                      <a:ext cx="28719" cy="12481"/>
                    </a:xfrm>
                    <a:custGeom>
                      <a:avLst/>
                      <a:gdLst>
                        <a:gd name="connsiteX0" fmla="*/ 28719 w 28719"/>
                        <a:gd name="connsiteY0" fmla="*/ 9243 h 12481"/>
                        <a:gd name="connsiteX1" fmla="*/ 28719 w 28719"/>
                        <a:gd name="connsiteY1" fmla="*/ 12482 h 12481"/>
                        <a:gd name="connsiteX2" fmla="*/ 765 w 28719"/>
                        <a:gd name="connsiteY2" fmla="*/ 12482 h 12481"/>
                        <a:gd name="connsiteX3" fmla="*/ 765 w 28719"/>
                        <a:gd name="connsiteY3" fmla="*/ 9243 h 12481"/>
                        <a:gd name="connsiteX4" fmla="*/ 6005 w 28719"/>
                        <a:gd name="connsiteY4" fmla="*/ 9243 h 12481"/>
                        <a:gd name="connsiteX5" fmla="*/ 6005 w 28719"/>
                        <a:gd name="connsiteY5" fmla="*/ 9131 h 12481"/>
                        <a:gd name="connsiteX6" fmla="*/ 1327 w 28719"/>
                        <a:gd name="connsiteY6" fmla="*/ 5645 h 12481"/>
                        <a:gd name="connsiteX7" fmla="*/ 0 w 28719"/>
                        <a:gd name="connsiteY7" fmla="*/ 0 h 12481"/>
                        <a:gd name="connsiteX8" fmla="*/ 3509 w 28719"/>
                        <a:gd name="connsiteY8" fmla="*/ 0 h 12481"/>
                        <a:gd name="connsiteX9" fmla="*/ 4363 w 28719"/>
                        <a:gd name="connsiteY9" fmla="*/ 4543 h 12481"/>
                        <a:gd name="connsiteX10" fmla="*/ 6837 w 28719"/>
                        <a:gd name="connsiteY10" fmla="*/ 7377 h 12481"/>
                        <a:gd name="connsiteX11" fmla="*/ 10525 w 28719"/>
                        <a:gd name="connsiteY11" fmla="*/ 8838 h 12481"/>
                        <a:gd name="connsiteX12" fmla="*/ 14978 w 28719"/>
                        <a:gd name="connsiteY12" fmla="*/ 9243 h 12481"/>
                        <a:gd name="connsiteX13" fmla="*/ 28697 w 28719"/>
                        <a:gd name="connsiteY13" fmla="*/ 9243 h 1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719" h="12481">
                          <a:moveTo>
                            <a:pt x="28719" y="9243"/>
                          </a:moveTo>
                          <a:lnTo>
                            <a:pt x="28719" y="12482"/>
                          </a:lnTo>
                          <a:lnTo>
                            <a:pt x="765" y="12482"/>
                          </a:lnTo>
                          <a:lnTo>
                            <a:pt x="765" y="9243"/>
                          </a:lnTo>
                          <a:lnTo>
                            <a:pt x="6005" y="9243"/>
                          </a:lnTo>
                          <a:lnTo>
                            <a:pt x="6005" y="9131"/>
                          </a:lnTo>
                          <a:cubicBezTo>
                            <a:pt x="3778" y="8231"/>
                            <a:pt x="2226" y="7062"/>
                            <a:pt x="1327" y="5645"/>
                          </a:cubicBezTo>
                          <a:cubicBezTo>
                            <a:pt x="450" y="4228"/>
                            <a:pt x="0" y="2339"/>
                            <a:pt x="0" y="0"/>
                          </a:cubicBezTo>
                          <a:lnTo>
                            <a:pt x="3509" y="0"/>
                          </a:lnTo>
                          <a:cubicBezTo>
                            <a:pt x="3463" y="1844"/>
                            <a:pt x="3756" y="3351"/>
                            <a:pt x="4363" y="4543"/>
                          </a:cubicBezTo>
                          <a:cubicBezTo>
                            <a:pt x="4970" y="5735"/>
                            <a:pt x="5802" y="6679"/>
                            <a:pt x="6837" y="7377"/>
                          </a:cubicBezTo>
                          <a:cubicBezTo>
                            <a:pt x="7871" y="8074"/>
                            <a:pt x="9108" y="8569"/>
                            <a:pt x="10525" y="8838"/>
                          </a:cubicBezTo>
                          <a:cubicBezTo>
                            <a:pt x="11942" y="9108"/>
                            <a:pt x="13426" y="9243"/>
                            <a:pt x="14978" y="9243"/>
                          </a:cubicBezTo>
                          <a:lnTo>
                            <a:pt x="28697" y="9243"/>
                          </a:lnTo>
                          <a:close/>
                        </a:path>
                      </a:pathLst>
                    </a:custGeom>
                    <a:solidFill>
                      <a:srgbClr val="231F20"/>
                    </a:solidFill>
                    <a:ln w="2249" cap="flat">
                      <a:noFill/>
                      <a:prstDash val="solid"/>
                      <a:miter/>
                    </a:ln>
                  </p:spPr>
                  <p:txBody>
                    <a:bodyPr rtlCol="0" anchor="ctr"/>
                    <a:lstStyle/>
                    <a:p>
                      <a:endParaRPr lang="en-US"/>
                    </a:p>
                  </p:txBody>
                </p:sp>
                <p:sp>
                  <p:nvSpPr>
                    <p:cNvPr id="1127" name="Freeform 1126">
                      <a:extLst>
                        <a:ext uri="{FF2B5EF4-FFF2-40B4-BE49-F238E27FC236}">
                          <a16:creationId xmlns:a16="http://schemas.microsoft.com/office/drawing/2014/main" id="{74EDB8F1-23D8-370D-CBCE-856819D81980}"/>
                        </a:ext>
                      </a:extLst>
                    </p:cNvPr>
                    <p:cNvSpPr/>
                    <p:nvPr/>
                  </p:nvSpPr>
                  <p:spPr>
                    <a:xfrm>
                      <a:off x="3287209" y="2802957"/>
                      <a:ext cx="29438" cy="22039"/>
                    </a:xfrm>
                    <a:custGeom>
                      <a:avLst/>
                      <a:gdLst>
                        <a:gd name="connsiteX0" fmla="*/ 19993 w 29438"/>
                        <a:gd name="connsiteY0" fmla="*/ 18734 h 22039"/>
                        <a:gd name="connsiteX1" fmla="*/ 25098 w 29438"/>
                        <a:gd name="connsiteY1" fmla="*/ 16013 h 22039"/>
                        <a:gd name="connsiteX2" fmla="*/ 26583 w 29438"/>
                        <a:gd name="connsiteY2" fmla="*/ 10368 h 22039"/>
                        <a:gd name="connsiteX3" fmla="*/ 26155 w 29438"/>
                        <a:gd name="connsiteY3" fmla="*/ 7287 h 22039"/>
                        <a:gd name="connsiteX4" fmla="*/ 24986 w 29438"/>
                        <a:gd name="connsiteY4" fmla="*/ 5150 h 22039"/>
                        <a:gd name="connsiteX5" fmla="*/ 23344 w 29438"/>
                        <a:gd name="connsiteY5" fmla="*/ 3891 h 22039"/>
                        <a:gd name="connsiteX6" fmla="*/ 21410 w 29438"/>
                        <a:gd name="connsiteY6" fmla="*/ 3463 h 22039"/>
                        <a:gd name="connsiteX7" fmla="*/ 18352 w 29438"/>
                        <a:gd name="connsiteY7" fmla="*/ 4790 h 22039"/>
                        <a:gd name="connsiteX8" fmla="*/ 16777 w 29438"/>
                        <a:gd name="connsiteY8" fmla="*/ 8119 h 22039"/>
                        <a:gd name="connsiteX9" fmla="*/ 15810 w 29438"/>
                        <a:gd name="connsiteY9" fmla="*/ 12437 h 22039"/>
                        <a:gd name="connsiteX10" fmla="*/ 14596 w 29438"/>
                        <a:gd name="connsiteY10" fmla="*/ 16755 h 22039"/>
                        <a:gd name="connsiteX11" fmla="*/ 12279 w 29438"/>
                        <a:gd name="connsiteY11" fmla="*/ 20083 h 22039"/>
                        <a:gd name="connsiteX12" fmla="*/ 8006 w 29438"/>
                        <a:gd name="connsiteY12" fmla="*/ 21410 h 22039"/>
                        <a:gd name="connsiteX13" fmla="*/ 2249 w 29438"/>
                        <a:gd name="connsiteY13" fmla="*/ 18846 h 22039"/>
                        <a:gd name="connsiteX14" fmla="*/ 0 w 29438"/>
                        <a:gd name="connsiteY14" fmla="*/ 11582 h 22039"/>
                        <a:gd name="connsiteX15" fmla="*/ 2024 w 29438"/>
                        <a:gd name="connsiteY15" fmla="*/ 4206 h 22039"/>
                        <a:gd name="connsiteX16" fmla="*/ 8794 w 29438"/>
                        <a:gd name="connsiteY16" fmla="*/ 787 h 22039"/>
                        <a:gd name="connsiteX17" fmla="*/ 8794 w 29438"/>
                        <a:gd name="connsiteY17" fmla="*/ 4071 h 22039"/>
                        <a:gd name="connsiteX18" fmla="*/ 4228 w 29438"/>
                        <a:gd name="connsiteY18" fmla="*/ 6522 h 22039"/>
                        <a:gd name="connsiteX19" fmla="*/ 2901 w 29438"/>
                        <a:gd name="connsiteY19" fmla="*/ 11627 h 22039"/>
                        <a:gd name="connsiteX20" fmla="*/ 4228 w 29438"/>
                        <a:gd name="connsiteY20" fmla="*/ 16327 h 22039"/>
                        <a:gd name="connsiteX21" fmla="*/ 7714 w 29438"/>
                        <a:gd name="connsiteY21" fmla="*/ 17947 h 22039"/>
                        <a:gd name="connsiteX22" fmla="*/ 10593 w 29438"/>
                        <a:gd name="connsiteY22" fmla="*/ 16620 h 22039"/>
                        <a:gd name="connsiteX23" fmla="*/ 12212 w 29438"/>
                        <a:gd name="connsiteY23" fmla="*/ 13291 h 22039"/>
                        <a:gd name="connsiteX24" fmla="*/ 13314 w 29438"/>
                        <a:gd name="connsiteY24" fmla="*/ 8973 h 22039"/>
                        <a:gd name="connsiteX25" fmla="*/ 14686 w 29438"/>
                        <a:gd name="connsiteY25" fmla="*/ 4655 h 22039"/>
                        <a:gd name="connsiteX26" fmla="*/ 17092 w 29438"/>
                        <a:gd name="connsiteY26" fmla="*/ 1327 h 22039"/>
                        <a:gd name="connsiteX27" fmla="*/ 21298 w 29438"/>
                        <a:gd name="connsiteY27" fmla="*/ 0 h 22039"/>
                        <a:gd name="connsiteX28" fmla="*/ 24829 w 29438"/>
                        <a:gd name="connsiteY28" fmla="*/ 855 h 22039"/>
                        <a:gd name="connsiteX29" fmla="*/ 27392 w 29438"/>
                        <a:gd name="connsiteY29" fmla="*/ 3238 h 22039"/>
                        <a:gd name="connsiteX30" fmla="*/ 28922 w 29438"/>
                        <a:gd name="connsiteY30" fmla="*/ 6837 h 22039"/>
                        <a:gd name="connsiteX31" fmla="*/ 29439 w 29438"/>
                        <a:gd name="connsiteY31" fmla="*/ 11402 h 22039"/>
                        <a:gd name="connsiteX32" fmla="*/ 28719 w 29438"/>
                        <a:gd name="connsiteY32" fmla="*/ 15810 h 22039"/>
                        <a:gd name="connsiteX33" fmla="*/ 26695 w 29438"/>
                        <a:gd name="connsiteY33" fmla="*/ 19071 h 22039"/>
                        <a:gd name="connsiteX34" fmla="*/ 23682 w 29438"/>
                        <a:gd name="connsiteY34" fmla="*/ 21185 h 22039"/>
                        <a:gd name="connsiteX35" fmla="*/ 19948 w 29438"/>
                        <a:gd name="connsiteY35" fmla="*/ 22040 h 22039"/>
                        <a:gd name="connsiteX36" fmla="*/ 19948 w 29438"/>
                        <a:gd name="connsiteY36" fmla="*/ 18756 h 22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9438" h="22039">
                          <a:moveTo>
                            <a:pt x="19993" y="18734"/>
                          </a:moveTo>
                          <a:cubicBezTo>
                            <a:pt x="22400" y="18239"/>
                            <a:pt x="24109" y="17317"/>
                            <a:pt x="25098" y="16013"/>
                          </a:cubicBezTo>
                          <a:cubicBezTo>
                            <a:pt x="26088" y="14708"/>
                            <a:pt x="26583" y="12819"/>
                            <a:pt x="26583" y="10368"/>
                          </a:cubicBezTo>
                          <a:cubicBezTo>
                            <a:pt x="26583" y="9176"/>
                            <a:pt x="26448" y="8164"/>
                            <a:pt x="26155" y="7287"/>
                          </a:cubicBezTo>
                          <a:cubicBezTo>
                            <a:pt x="25863" y="6432"/>
                            <a:pt x="25481" y="5712"/>
                            <a:pt x="24986" y="5150"/>
                          </a:cubicBezTo>
                          <a:cubicBezTo>
                            <a:pt x="24491" y="4588"/>
                            <a:pt x="23951" y="4161"/>
                            <a:pt x="23344" y="3891"/>
                          </a:cubicBezTo>
                          <a:cubicBezTo>
                            <a:pt x="22737" y="3598"/>
                            <a:pt x="22085" y="3463"/>
                            <a:pt x="21410" y="3463"/>
                          </a:cubicBezTo>
                          <a:cubicBezTo>
                            <a:pt x="20038" y="3463"/>
                            <a:pt x="19026" y="3913"/>
                            <a:pt x="18352" y="4790"/>
                          </a:cubicBezTo>
                          <a:cubicBezTo>
                            <a:pt x="17677" y="5667"/>
                            <a:pt x="17160" y="6769"/>
                            <a:pt x="16777" y="8119"/>
                          </a:cubicBezTo>
                          <a:cubicBezTo>
                            <a:pt x="16395" y="9468"/>
                            <a:pt x="16080" y="10885"/>
                            <a:pt x="15810" y="12437"/>
                          </a:cubicBezTo>
                          <a:cubicBezTo>
                            <a:pt x="15540" y="13988"/>
                            <a:pt x="15135" y="15428"/>
                            <a:pt x="14596" y="16755"/>
                          </a:cubicBezTo>
                          <a:cubicBezTo>
                            <a:pt x="14056" y="18082"/>
                            <a:pt x="13291" y="19184"/>
                            <a:pt x="12279" y="20083"/>
                          </a:cubicBezTo>
                          <a:cubicBezTo>
                            <a:pt x="11267" y="20983"/>
                            <a:pt x="9850" y="21410"/>
                            <a:pt x="8006" y="21410"/>
                          </a:cubicBezTo>
                          <a:cubicBezTo>
                            <a:pt x="5667" y="21410"/>
                            <a:pt x="3756" y="20555"/>
                            <a:pt x="2249" y="18846"/>
                          </a:cubicBezTo>
                          <a:cubicBezTo>
                            <a:pt x="765" y="17137"/>
                            <a:pt x="0" y="14708"/>
                            <a:pt x="0" y="11582"/>
                          </a:cubicBezTo>
                          <a:cubicBezTo>
                            <a:pt x="0" y="8456"/>
                            <a:pt x="675" y="6095"/>
                            <a:pt x="2024" y="4206"/>
                          </a:cubicBezTo>
                          <a:cubicBezTo>
                            <a:pt x="3373" y="2316"/>
                            <a:pt x="5622" y="1169"/>
                            <a:pt x="8794" y="787"/>
                          </a:cubicBezTo>
                          <a:lnTo>
                            <a:pt x="8794" y="4071"/>
                          </a:lnTo>
                          <a:cubicBezTo>
                            <a:pt x="6635" y="4363"/>
                            <a:pt x="5105" y="5173"/>
                            <a:pt x="4228" y="6522"/>
                          </a:cubicBezTo>
                          <a:cubicBezTo>
                            <a:pt x="3351" y="7871"/>
                            <a:pt x="2901" y="9581"/>
                            <a:pt x="2901" y="11627"/>
                          </a:cubicBezTo>
                          <a:cubicBezTo>
                            <a:pt x="2901" y="13674"/>
                            <a:pt x="3351" y="15248"/>
                            <a:pt x="4228" y="16327"/>
                          </a:cubicBezTo>
                          <a:cubicBezTo>
                            <a:pt x="5105" y="17407"/>
                            <a:pt x="6275" y="17947"/>
                            <a:pt x="7714" y="17947"/>
                          </a:cubicBezTo>
                          <a:cubicBezTo>
                            <a:pt x="8973" y="17947"/>
                            <a:pt x="9940" y="17497"/>
                            <a:pt x="10593" y="16620"/>
                          </a:cubicBezTo>
                          <a:cubicBezTo>
                            <a:pt x="11267" y="15743"/>
                            <a:pt x="11807" y="14641"/>
                            <a:pt x="12212" y="13291"/>
                          </a:cubicBezTo>
                          <a:cubicBezTo>
                            <a:pt x="12617" y="11964"/>
                            <a:pt x="12999" y="10525"/>
                            <a:pt x="13314" y="8973"/>
                          </a:cubicBezTo>
                          <a:cubicBezTo>
                            <a:pt x="13629" y="7422"/>
                            <a:pt x="14101" y="5982"/>
                            <a:pt x="14686" y="4655"/>
                          </a:cubicBezTo>
                          <a:cubicBezTo>
                            <a:pt x="15271" y="3328"/>
                            <a:pt x="16080" y="2226"/>
                            <a:pt x="17092" y="1327"/>
                          </a:cubicBezTo>
                          <a:cubicBezTo>
                            <a:pt x="18104" y="450"/>
                            <a:pt x="19499" y="0"/>
                            <a:pt x="21298" y="0"/>
                          </a:cubicBezTo>
                          <a:cubicBezTo>
                            <a:pt x="22625" y="0"/>
                            <a:pt x="23816" y="292"/>
                            <a:pt x="24829" y="855"/>
                          </a:cubicBezTo>
                          <a:cubicBezTo>
                            <a:pt x="25863" y="1439"/>
                            <a:pt x="26718" y="2226"/>
                            <a:pt x="27392" y="3238"/>
                          </a:cubicBezTo>
                          <a:cubicBezTo>
                            <a:pt x="28067" y="4250"/>
                            <a:pt x="28584" y="5442"/>
                            <a:pt x="28922" y="6837"/>
                          </a:cubicBezTo>
                          <a:cubicBezTo>
                            <a:pt x="29259" y="8231"/>
                            <a:pt x="29439" y="9738"/>
                            <a:pt x="29439" y="11402"/>
                          </a:cubicBezTo>
                          <a:cubicBezTo>
                            <a:pt x="29439" y="13066"/>
                            <a:pt x="29191" y="14528"/>
                            <a:pt x="28719" y="15810"/>
                          </a:cubicBezTo>
                          <a:cubicBezTo>
                            <a:pt x="28225" y="17092"/>
                            <a:pt x="27550" y="18172"/>
                            <a:pt x="26695" y="19071"/>
                          </a:cubicBezTo>
                          <a:cubicBezTo>
                            <a:pt x="25841" y="19971"/>
                            <a:pt x="24829" y="20668"/>
                            <a:pt x="23682" y="21185"/>
                          </a:cubicBezTo>
                          <a:cubicBezTo>
                            <a:pt x="22535" y="21680"/>
                            <a:pt x="21298" y="21972"/>
                            <a:pt x="19948" y="22040"/>
                          </a:cubicBezTo>
                          <a:lnTo>
                            <a:pt x="19948" y="18756"/>
                          </a:lnTo>
                          <a:close/>
                        </a:path>
                      </a:pathLst>
                    </a:custGeom>
                    <a:solidFill>
                      <a:srgbClr val="231F20"/>
                    </a:solidFill>
                    <a:ln w="2249" cap="flat">
                      <a:noFill/>
                      <a:prstDash val="solid"/>
                      <a:miter/>
                    </a:ln>
                  </p:spPr>
                  <p:txBody>
                    <a:bodyPr rtlCol="0" anchor="ctr"/>
                    <a:lstStyle/>
                    <a:p>
                      <a:endParaRPr lang="en-US"/>
                    </a:p>
                  </p:txBody>
                </p:sp>
                <p:sp>
                  <p:nvSpPr>
                    <p:cNvPr id="1128" name="Freeform 1127">
                      <a:extLst>
                        <a:ext uri="{FF2B5EF4-FFF2-40B4-BE49-F238E27FC236}">
                          <a16:creationId xmlns:a16="http://schemas.microsoft.com/office/drawing/2014/main" id="{9EC06608-5319-03CE-1122-293280CD9D0C}"/>
                        </a:ext>
                      </a:extLst>
                    </p:cNvPr>
                    <p:cNvSpPr/>
                    <p:nvPr/>
                  </p:nvSpPr>
                  <p:spPr>
                    <a:xfrm>
                      <a:off x="3287232" y="2772932"/>
                      <a:ext cx="29483" cy="25167"/>
                    </a:xfrm>
                    <a:custGeom>
                      <a:avLst/>
                      <a:gdLst>
                        <a:gd name="connsiteX0" fmla="*/ 15473 w 29483"/>
                        <a:gd name="connsiteY0" fmla="*/ 21659 h 25167"/>
                        <a:gd name="connsiteX1" fmla="*/ 19768 w 29483"/>
                        <a:gd name="connsiteY1" fmla="*/ 21074 h 25167"/>
                        <a:gd name="connsiteX2" fmla="*/ 23277 w 29483"/>
                        <a:gd name="connsiteY2" fmla="*/ 19320 h 25167"/>
                        <a:gd name="connsiteX3" fmla="*/ 25661 w 29483"/>
                        <a:gd name="connsiteY3" fmla="*/ 16374 h 25167"/>
                        <a:gd name="connsiteX4" fmla="*/ 26560 w 29483"/>
                        <a:gd name="connsiteY4" fmla="*/ 12281 h 25167"/>
                        <a:gd name="connsiteX5" fmla="*/ 24896 w 29483"/>
                        <a:gd name="connsiteY5" fmla="*/ 6838 h 25167"/>
                        <a:gd name="connsiteX6" fmla="*/ 20151 w 29483"/>
                        <a:gd name="connsiteY6" fmla="*/ 3825 h 25167"/>
                        <a:gd name="connsiteX7" fmla="*/ 20151 w 29483"/>
                        <a:gd name="connsiteY7" fmla="*/ 204 h 25167"/>
                        <a:gd name="connsiteX8" fmla="*/ 23839 w 29483"/>
                        <a:gd name="connsiteY8" fmla="*/ 1778 h 25167"/>
                        <a:gd name="connsiteX9" fmla="*/ 26808 w 29483"/>
                        <a:gd name="connsiteY9" fmla="*/ 4207 h 25167"/>
                        <a:gd name="connsiteX10" fmla="*/ 28787 w 29483"/>
                        <a:gd name="connsiteY10" fmla="*/ 7670 h 25167"/>
                        <a:gd name="connsiteX11" fmla="*/ 29484 w 29483"/>
                        <a:gd name="connsiteY11" fmla="*/ 12303 h 25167"/>
                        <a:gd name="connsiteX12" fmla="*/ 28359 w 29483"/>
                        <a:gd name="connsiteY12" fmla="*/ 18083 h 25167"/>
                        <a:gd name="connsiteX13" fmla="*/ 25256 w 29483"/>
                        <a:gd name="connsiteY13" fmla="*/ 22086 h 25167"/>
                        <a:gd name="connsiteX14" fmla="*/ 20623 w 29483"/>
                        <a:gd name="connsiteY14" fmla="*/ 24403 h 25167"/>
                        <a:gd name="connsiteX15" fmla="*/ 14866 w 29483"/>
                        <a:gd name="connsiteY15" fmla="*/ 25167 h 25167"/>
                        <a:gd name="connsiteX16" fmla="*/ 9086 w 29483"/>
                        <a:gd name="connsiteY16" fmla="*/ 24268 h 25167"/>
                        <a:gd name="connsiteX17" fmla="*/ 4363 w 29483"/>
                        <a:gd name="connsiteY17" fmla="*/ 21726 h 25167"/>
                        <a:gd name="connsiteX18" fmla="*/ 1170 w 29483"/>
                        <a:gd name="connsiteY18" fmla="*/ 17701 h 25167"/>
                        <a:gd name="connsiteX19" fmla="*/ 0 w 29483"/>
                        <a:gd name="connsiteY19" fmla="*/ 12303 h 25167"/>
                        <a:gd name="connsiteX20" fmla="*/ 3958 w 29483"/>
                        <a:gd name="connsiteY20" fmla="*/ 3240 h 25167"/>
                        <a:gd name="connsiteX21" fmla="*/ 15473 w 29483"/>
                        <a:gd name="connsiteY21" fmla="*/ 1 h 25167"/>
                        <a:gd name="connsiteX22" fmla="*/ 15473 w 29483"/>
                        <a:gd name="connsiteY22" fmla="*/ 21704 h 25167"/>
                        <a:gd name="connsiteX23" fmla="*/ 12774 w 29483"/>
                        <a:gd name="connsiteY23" fmla="*/ 3420 h 25167"/>
                        <a:gd name="connsiteX24" fmla="*/ 8906 w 29483"/>
                        <a:gd name="connsiteY24" fmla="*/ 3982 h 25167"/>
                        <a:gd name="connsiteX25" fmla="*/ 5780 w 29483"/>
                        <a:gd name="connsiteY25" fmla="*/ 5646 h 25167"/>
                        <a:gd name="connsiteX26" fmla="*/ 3666 w 29483"/>
                        <a:gd name="connsiteY26" fmla="*/ 8435 h 25167"/>
                        <a:gd name="connsiteX27" fmla="*/ 2879 w 29483"/>
                        <a:gd name="connsiteY27" fmla="*/ 12258 h 25167"/>
                        <a:gd name="connsiteX28" fmla="*/ 3688 w 29483"/>
                        <a:gd name="connsiteY28" fmla="*/ 16059 h 25167"/>
                        <a:gd name="connsiteX29" fmla="*/ 5847 w 29483"/>
                        <a:gd name="connsiteY29" fmla="*/ 18870 h 25167"/>
                        <a:gd name="connsiteX30" fmla="*/ 8973 w 29483"/>
                        <a:gd name="connsiteY30" fmla="*/ 20737 h 25167"/>
                        <a:gd name="connsiteX31" fmla="*/ 12752 w 29483"/>
                        <a:gd name="connsiteY31" fmla="*/ 21659 h 25167"/>
                        <a:gd name="connsiteX32" fmla="*/ 12752 w 29483"/>
                        <a:gd name="connsiteY32"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3" h="25167">
                          <a:moveTo>
                            <a:pt x="15473" y="21659"/>
                          </a:moveTo>
                          <a:cubicBezTo>
                            <a:pt x="16980" y="21659"/>
                            <a:pt x="18419" y="21456"/>
                            <a:pt x="19768" y="21074"/>
                          </a:cubicBezTo>
                          <a:cubicBezTo>
                            <a:pt x="21118" y="20669"/>
                            <a:pt x="22287" y="20085"/>
                            <a:pt x="23277" y="19320"/>
                          </a:cubicBezTo>
                          <a:cubicBezTo>
                            <a:pt x="24266" y="18555"/>
                            <a:pt x="25053" y="17566"/>
                            <a:pt x="25661" y="16374"/>
                          </a:cubicBezTo>
                          <a:cubicBezTo>
                            <a:pt x="26245" y="15182"/>
                            <a:pt x="26560" y="13810"/>
                            <a:pt x="26560" y="12281"/>
                          </a:cubicBezTo>
                          <a:cubicBezTo>
                            <a:pt x="26560" y="10167"/>
                            <a:pt x="25998" y="8345"/>
                            <a:pt x="24896" y="6838"/>
                          </a:cubicBezTo>
                          <a:cubicBezTo>
                            <a:pt x="23772" y="5331"/>
                            <a:pt x="22197" y="4319"/>
                            <a:pt x="20151" y="3825"/>
                          </a:cubicBezTo>
                          <a:lnTo>
                            <a:pt x="20151" y="204"/>
                          </a:lnTo>
                          <a:cubicBezTo>
                            <a:pt x="21478" y="609"/>
                            <a:pt x="22714" y="1126"/>
                            <a:pt x="23839" y="1778"/>
                          </a:cubicBezTo>
                          <a:cubicBezTo>
                            <a:pt x="24963" y="2430"/>
                            <a:pt x="25953" y="3240"/>
                            <a:pt x="26808" y="4207"/>
                          </a:cubicBezTo>
                          <a:cubicBezTo>
                            <a:pt x="27662" y="5174"/>
                            <a:pt x="28314" y="6321"/>
                            <a:pt x="28787" y="7670"/>
                          </a:cubicBezTo>
                          <a:cubicBezTo>
                            <a:pt x="29259" y="8997"/>
                            <a:pt x="29484" y="10549"/>
                            <a:pt x="29484" y="12303"/>
                          </a:cubicBezTo>
                          <a:cubicBezTo>
                            <a:pt x="29484" y="14530"/>
                            <a:pt x="29102" y="16464"/>
                            <a:pt x="28359" y="18083"/>
                          </a:cubicBezTo>
                          <a:cubicBezTo>
                            <a:pt x="27595" y="19702"/>
                            <a:pt x="26560" y="21029"/>
                            <a:pt x="25256" y="22086"/>
                          </a:cubicBezTo>
                          <a:cubicBezTo>
                            <a:pt x="23951" y="23121"/>
                            <a:pt x="22400" y="23908"/>
                            <a:pt x="20623" y="24403"/>
                          </a:cubicBezTo>
                          <a:cubicBezTo>
                            <a:pt x="18846" y="24897"/>
                            <a:pt x="16935" y="25167"/>
                            <a:pt x="14866" y="25167"/>
                          </a:cubicBezTo>
                          <a:cubicBezTo>
                            <a:pt x="12797" y="25167"/>
                            <a:pt x="10885" y="24875"/>
                            <a:pt x="9086" y="24268"/>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close/>
                          <a:moveTo>
                            <a:pt x="12774" y="3420"/>
                          </a:moveTo>
                          <a:cubicBezTo>
                            <a:pt x="11402" y="3420"/>
                            <a:pt x="10120" y="3600"/>
                            <a:pt x="8906" y="3982"/>
                          </a:cubicBezTo>
                          <a:cubicBezTo>
                            <a:pt x="7692" y="4364"/>
                            <a:pt x="6657" y="4927"/>
                            <a:pt x="5780" y="5646"/>
                          </a:cubicBezTo>
                          <a:cubicBezTo>
                            <a:pt x="4903" y="6388"/>
                            <a:pt x="4206" y="7310"/>
                            <a:pt x="3666" y="8435"/>
                          </a:cubicBezTo>
                          <a:cubicBezTo>
                            <a:pt x="3149" y="9559"/>
                            <a:pt x="2879" y="10819"/>
                            <a:pt x="2879" y="12258"/>
                          </a:cubicBezTo>
                          <a:cubicBezTo>
                            <a:pt x="2879" y="13697"/>
                            <a:pt x="3149" y="14957"/>
                            <a:pt x="3688" y="16059"/>
                          </a:cubicBezTo>
                          <a:cubicBezTo>
                            <a:pt x="4228" y="17161"/>
                            <a:pt x="4948" y="18083"/>
                            <a:pt x="5847" y="18870"/>
                          </a:cubicBezTo>
                          <a:cubicBezTo>
                            <a:pt x="6747" y="19635"/>
                            <a:pt x="7781" y="20264"/>
                            <a:pt x="8973" y="20737"/>
                          </a:cubicBezTo>
                          <a:cubicBezTo>
                            <a:pt x="10165" y="21209"/>
                            <a:pt x="11425" y="21501"/>
                            <a:pt x="12752" y="21659"/>
                          </a:cubicBezTo>
                          <a:lnTo>
                            <a:pt x="12752" y="3420"/>
                          </a:lnTo>
                          <a:close/>
                        </a:path>
                      </a:pathLst>
                    </a:custGeom>
                    <a:solidFill>
                      <a:srgbClr val="231F20"/>
                    </a:solidFill>
                    <a:ln w="2249" cap="flat">
                      <a:noFill/>
                      <a:prstDash val="solid"/>
                      <a:miter/>
                    </a:ln>
                  </p:spPr>
                  <p:txBody>
                    <a:bodyPr rtlCol="0" anchor="ctr"/>
                    <a:lstStyle/>
                    <a:p>
                      <a:endParaRPr lang="en-US"/>
                    </a:p>
                  </p:txBody>
                </p:sp>
              </p:grpSp>
              <p:grpSp>
                <p:nvGrpSpPr>
                  <p:cNvPr id="1120" name="Graphic 4479">
                    <a:extLst>
                      <a:ext uri="{FF2B5EF4-FFF2-40B4-BE49-F238E27FC236}">
                        <a16:creationId xmlns:a16="http://schemas.microsoft.com/office/drawing/2014/main" id="{11F0A24B-AB57-02C0-372A-629A0AAE3AA6}"/>
                      </a:ext>
                    </a:extLst>
                  </p:cNvPr>
                  <p:cNvGrpSpPr/>
                  <p:nvPr/>
                </p:nvGrpSpPr>
                <p:grpSpPr>
                  <a:xfrm>
                    <a:off x="6070483" y="3929556"/>
                    <a:ext cx="136901" cy="2157916"/>
                    <a:chOff x="4571252" y="2379704"/>
                    <a:chExt cx="36568" cy="576407"/>
                  </a:xfrm>
                  <a:solidFill>
                    <a:srgbClr val="231F20"/>
                  </a:solidFill>
                </p:grpSpPr>
                <p:sp>
                  <p:nvSpPr>
                    <p:cNvPr id="1121" name="Freeform 1120">
                      <a:extLst>
                        <a:ext uri="{FF2B5EF4-FFF2-40B4-BE49-F238E27FC236}">
                          <a16:creationId xmlns:a16="http://schemas.microsoft.com/office/drawing/2014/main" id="{725B7425-1A8C-1C79-0774-F9B598E43369}"/>
                        </a:ext>
                      </a:extLst>
                    </p:cNvPr>
                    <p:cNvSpPr/>
                    <p:nvPr/>
                  </p:nvSpPr>
                  <p:spPr>
                    <a:xfrm>
                      <a:off x="4589536" y="2411459"/>
                      <a:ext cx="2248" cy="512897"/>
                    </a:xfrm>
                    <a:custGeom>
                      <a:avLst/>
                      <a:gdLst>
                        <a:gd name="connsiteX0" fmla="*/ 0 w 2248"/>
                        <a:gd name="connsiteY0" fmla="*/ 0 h 512897"/>
                        <a:gd name="connsiteX1" fmla="*/ 0 w 2248"/>
                        <a:gd name="connsiteY1" fmla="*/ 512897 h 512897"/>
                      </a:gdLst>
                      <a:ahLst/>
                      <a:cxnLst>
                        <a:cxn ang="0">
                          <a:pos x="connsiteX0" y="connsiteY0"/>
                        </a:cxn>
                        <a:cxn ang="0">
                          <a:pos x="connsiteX1" y="connsiteY1"/>
                        </a:cxn>
                      </a:cxnLst>
                      <a:rect l="l" t="t" r="r" b="b"/>
                      <a:pathLst>
                        <a:path w="2248" h="512897">
                          <a:moveTo>
                            <a:pt x="0" y="0"/>
                          </a:moveTo>
                          <a:lnTo>
                            <a:pt x="0" y="512897"/>
                          </a:lnTo>
                        </a:path>
                      </a:pathLst>
                    </a:custGeom>
                    <a:ln w="4498" cap="flat">
                      <a:solidFill>
                        <a:srgbClr val="231F20"/>
                      </a:solidFill>
                      <a:prstDash val="solid"/>
                      <a:miter/>
                    </a:ln>
                  </p:spPr>
                  <p:txBody>
                    <a:bodyPr rtlCol="0" anchor="ctr"/>
                    <a:lstStyle/>
                    <a:p>
                      <a:endParaRPr lang="en-US"/>
                    </a:p>
                  </p:txBody>
                </p:sp>
                <p:sp>
                  <p:nvSpPr>
                    <p:cNvPr id="1122" name="Freeform 1121">
                      <a:extLst>
                        <a:ext uri="{FF2B5EF4-FFF2-40B4-BE49-F238E27FC236}">
                          <a16:creationId xmlns:a16="http://schemas.microsoft.com/office/drawing/2014/main" id="{A042ECEB-7521-C145-CEE6-1B71E1F17D76}"/>
                        </a:ext>
                      </a:extLst>
                    </p:cNvPr>
                    <p:cNvSpPr/>
                    <p:nvPr/>
                  </p:nvSpPr>
                  <p:spPr>
                    <a:xfrm>
                      <a:off x="4571252" y="2379704"/>
                      <a:ext cx="36568" cy="44754"/>
                    </a:xfrm>
                    <a:custGeom>
                      <a:avLst/>
                      <a:gdLst>
                        <a:gd name="connsiteX0" fmla="*/ 18284 w 36568"/>
                        <a:gd name="connsiteY0" fmla="*/ 0 h 44754"/>
                        <a:gd name="connsiteX1" fmla="*/ 0 w 36568"/>
                        <a:gd name="connsiteY1" fmla="*/ 44754 h 44754"/>
                        <a:gd name="connsiteX2" fmla="*/ 18284 w 36568"/>
                        <a:gd name="connsiteY2" fmla="*/ 34139 h 44754"/>
                        <a:gd name="connsiteX3" fmla="*/ 36568 w 36568"/>
                        <a:gd name="connsiteY3" fmla="*/ 44754 h 44754"/>
                        <a:gd name="connsiteX4" fmla="*/ 18284 w 36568"/>
                        <a:gd name="connsiteY4" fmla="*/ 0 h 447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568" h="44754">
                          <a:moveTo>
                            <a:pt x="18284" y="0"/>
                          </a:moveTo>
                          <a:lnTo>
                            <a:pt x="0" y="44754"/>
                          </a:lnTo>
                          <a:lnTo>
                            <a:pt x="18284" y="34139"/>
                          </a:lnTo>
                          <a:lnTo>
                            <a:pt x="36568" y="44754"/>
                          </a:lnTo>
                          <a:lnTo>
                            <a:pt x="18284" y="0"/>
                          </a:lnTo>
                          <a:close/>
                        </a:path>
                      </a:pathLst>
                    </a:custGeom>
                    <a:solidFill>
                      <a:srgbClr val="231F20"/>
                    </a:solidFill>
                    <a:ln w="2249" cap="flat">
                      <a:noFill/>
                      <a:prstDash val="solid"/>
                      <a:miter/>
                    </a:ln>
                  </p:spPr>
                  <p:txBody>
                    <a:bodyPr rtlCol="0" anchor="ctr"/>
                    <a:lstStyle/>
                    <a:p>
                      <a:endParaRPr lang="en-US"/>
                    </a:p>
                  </p:txBody>
                </p:sp>
                <p:sp>
                  <p:nvSpPr>
                    <p:cNvPr id="1123" name="Freeform 1122">
                      <a:extLst>
                        <a:ext uri="{FF2B5EF4-FFF2-40B4-BE49-F238E27FC236}">
                          <a16:creationId xmlns:a16="http://schemas.microsoft.com/office/drawing/2014/main" id="{296870EA-8BEA-C99D-E541-45160152428C}"/>
                        </a:ext>
                      </a:extLst>
                    </p:cNvPr>
                    <p:cNvSpPr/>
                    <p:nvPr/>
                  </p:nvSpPr>
                  <p:spPr>
                    <a:xfrm>
                      <a:off x="4571252" y="2911357"/>
                      <a:ext cx="36568" cy="44754"/>
                    </a:xfrm>
                    <a:custGeom>
                      <a:avLst/>
                      <a:gdLst>
                        <a:gd name="connsiteX0" fmla="*/ 18284 w 36568"/>
                        <a:gd name="connsiteY0" fmla="*/ 44754 h 44754"/>
                        <a:gd name="connsiteX1" fmla="*/ 0 w 36568"/>
                        <a:gd name="connsiteY1" fmla="*/ 0 h 44754"/>
                        <a:gd name="connsiteX2" fmla="*/ 18284 w 36568"/>
                        <a:gd name="connsiteY2" fmla="*/ 10615 h 44754"/>
                        <a:gd name="connsiteX3" fmla="*/ 36568 w 36568"/>
                        <a:gd name="connsiteY3" fmla="*/ 0 h 44754"/>
                        <a:gd name="connsiteX4" fmla="*/ 18284 w 36568"/>
                        <a:gd name="connsiteY4" fmla="*/ 44754 h 447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568" h="44754">
                          <a:moveTo>
                            <a:pt x="18284" y="44754"/>
                          </a:moveTo>
                          <a:lnTo>
                            <a:pt x="0" y="0"/>
                          </a:lnTo>
                          <a:lnTo>
                            <a:pt x="18284" y="10615"/>
                          </a:lnTo>
                          <a:lnTo>
                            <a:pt x="36568" y="0"/>
                          </a:lnTo>
                          <a:lnTo>
                            <a:pt x="18284" y="44754"/>
                          </a:lnTo>
                          <a:close/>
                        </a:path>
                      </a:pathLst>
                    </a:custGeom>
                    <a:solidFill>
                      <a:srgbClr val="231F20"/>
                    </a:solidFill>
                    <a:ln w="2249" cap="flat">
                      <a:noFill/>
                      <a:prstDash val="solid"/>
                      <a:miter/>
                    </a:ln>
                  </p:spPr>
                  <p:txBody>
                    <a:bodyPr rtlCol="0" anchor="ctr"/>
                    <a:lstStyle/>
                    <a:p>
                      <a:endParaRPr lang="en-US"/>
                    </a:p>
                  </p:txBody>
                </p:sp>
              </p:grpSp>
            </p:grpSp>
            <p:grpSp>
              <p:nvGrpSpPr>
                <p:cNvPr id="313" name="Graphic 4479">
                  <a:extLst>
                    <a:ext uri="{FF2B5EF4-FFF2-40B4-BE49-F238E27FC236}">
                      <a16:creationId xmlns:a16="http://schemas.microsoft.com/office/drawing/2014/main" id="{F2FCC927-CDB5-6DCC-A937-9AD1359E887A}"/>
                    </a:ext>
                  </a:extLst>
                </p:cNvPr>
                <p:cNvGrpSpPr/>
                <p:nvPr/>
              </p:nvGrpSpPr>
              <p:grpSpPr>
                <a:xfrm>
                  <a:off x="5836421" y="3970894"/>
                  <a:ext cx="151296" cy="495906"/>
                  <a:chOff x="4508731" y="2390746"/>
                  <a:chExt cx="40413" cy="132463"/>
                </a:xfrm>
                <a:solidFill>
                  <a:srgbClr val="231F20"/>
                </a:solidFill>
              </p:grpSpPr>
              <p:sp>
                <p:nvSpPr>
                  <p:cNvPr id="1089" name="Freeform 1088">
                    <a:extLst>
                      <a:ext uri="{FF2B5EF4-FFF2-40B4-BE49-F238E27FC236}">
                        <a16:creationId xmlns:a16="http://schemas.microsoft.com/office/drawing/2014/main" id="{F16E2E31-D054-4D38-493D-E16A05397EA2}"/>
                      </a:ext>
                    </a:extLst>
                  </p:cNvPr>
                  <p:cNvSpPr/>
                  <p:nvPr/>
                </p:nvSpPr>
                <p:spPr>
                  <a:xfrm>
                    <a:off x="4508731" y="2510413"/>
                    <a:ext cx="39604" cy="12796"/>
                  </a:xfrm>
                  <a:custGeom>
                    <a:avLst/>
                    <a:gdLst>
                      <a:gd name="connsiteX0" fmla="*/ 14348 w 39604"/>
                      <a:gd name="connsiteY0" fmla="*/ 12797 h 12796"/>
                      <a:gd name="connsiteX1" fmla="*/ 11650 w 39604"/>
                      <a:gd name="connsiteY1" fmla="*/ 12797 h 12796"/>
                      <a:gd name="connsiteX2" fmla="*/ 11650 w 39604"/>
                      <a:gd name="connsiteY2" fmla="*/ 8636 h 12796"/>
                      <a:gd name="connsiteX3" fmla="*/ 7219 w 39604"/>
                      <a:gd name="connsiteY3" fmla="*/ 8636 h 12796"/>
                      <a:gd name="connsiteX4" fmla="*/ 1934 w 39604"/>
                      <a:gd name="connsiteY4" fmla="*/ 7287 h 12796"/>
                      <a:gd name="connsiteX5" fmla="*/ 0 w 39604"/>
                      <a:gd name="connsiteY5" fmla="*/ 2699 h 12796"/>
                      <a:gd name="connsiteX6" fmla="*/ 45 w 39604"/>
                      <a:gd name="connsiteY6" fmla="*/ 1304 h 12796"/>
                      <a:gd name="connsiteX7" fmla="*/ 202 w 39604"/>
                      <a:gd name="connsiteY7" fmla="*/ 0 h 12796"/>
                      <a:gd name="connsiteX8" fmla="*/ 3171 w 39604"/>
                      <a:gd name="connsiteY8" fmla="*/ 0 h 12796"/>
                      <a:gd name="connsiteX9" fmla="*/ 2901 w 39604"/>
                      <a:gd name="connsiteY9" fmla="*/ 1934 h 12796"/>
                      <a:gd name="connsiteX10" fmla="*/ 3351 w 39604"/>
                      <a:gd name="connsiteY10" fmla="*/ 3868 h 12796"/>
                      <a:gd name="connsiteX11" fmla="*/ 4565 w 39604"/>
                      <a:gd name="connsiteY11" fmla="*/ 4903 h 12796"/>
                      <a:gd name="connsiteX12" fmla="*/ 6275 w 39604"/>
                      <a:gd name="connsiteY12" fmla="*/ 5308 h 12796"/>
                      <a:gd name="connsiteX13" fmla="*/ 8186 w 39604"/>
                      <a:gd name="connsiteY13" fmla="*/ 5398 h 12796"/>
                      <a:gd name="connsiteX14" fmla="*/ 11650 w 39604"/>
                      <a:gd name="connsiteY14" fmla="*/ 5398 h 12796"/>
                      <a:gd name="connsiteX15" fmla="*/ 11650 w 39604"/>
                      <a:gd name="connsiteY15" fmla="*/ 0 h 12796"/>
                      <a:gd name="connsiteX16" fmla="*/ 14348 w 39604"/>
                      <a:gd name="connsiteY16" fmla="*/ 0 h 12796"/>
                      <a:gd name="connsiteX17" fmla="*/ 14348 w 39604"/>
                      <a:gd name="connsiteY17" fmla="*/ 5398 h 12796"/>
                      <a:gd name="connsiteX18" fmla="*/ 39604 w 39604"/>
                      <a:gd name="connsiteY18" fmla="*/ 5398 h 12796"/>
                      <a:gd name="connsiteX19" fmla="*/ 39604 w 39604"/>
                      <a:gd name="connsiteY19" fmla="*/ 8636 h 12796"/>
                      <a:gd name="connsiteX20" fmla="*/ 14348 w 39604"/>
                      <a:gd name="connsiteY20" fmla="*/ 8636 h 12796"/>
                      <a:gd name="connsiteX21" fmla="*/ 14348 w 39604"/>
                      <a:gd name="connsiteY21" fmla="*/ 12797 h 12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9604" h="12796">
                        <a:moveTo>
                          <a:pt x="14348" y="12797"/>
                        </a:moveTo>
                        <a:lnTo>
                          <a:pt x="11650" y="12797"/>
                        </a:lnTo>
                        <a:lnTo>
                          <a:pt x="11650" y="8636"/>
                        </a:lnTo>
                        <a:lnTo>
                          <a:pt x="7219" y="8636"/>
                        </a:lnTo>
                        <a:cubicBezTo>
                          <a:pt x="4993" y="8636"/>
                          <a:pt x="3216" y="8186"/>
                          <a:pt x="1934" y="7287"/>
                        </a:cubicBezTo>
                        <a:cubicBezTo>
                          <a:pt x="630" y="6387"/>
                          <a:pt x="0" y="4858"/>
                          <a:pt x="0" y="2699"/>
                        </a:cubicBezTo>
                        <a:cubicBezTo>
                          <a:pt x="0" y="2204"/>
                          <a:pt x="0" y="1732"/>
                          <a:pt x="45" y="1304"/>
                        </a:cubicBezTo>
                        <a:cubicBezTo>
                          <a:pt x="90" y="877"/>
                          <a:pt x="135" y="450"/>
                          <a:pt x="202" y="0"/>
                        </a:cubicBezTo>
                        <a:lnTo>
                          <a:pt x="3171" y="0"/>
                        </a:lnTo>
                        <a:cubicBezTo>
                          <a:pt x="2991" y="720"/>
                          <a:pt x="2901" y="1372"/>
                          <a:pt x="2901" y="1934"/>
                        </a:cubicBezTo>
                        <a:cubicBezTo>
                          <a:pt x="2901" y="2766"/>
                          <a:pt x="3059" y="3418"/>
                          <a:pt x="3351" y="3868"/>
                        </a:cubicBezTo>
                        <a:cubicBezTo>
                          <a:pt x="3666" y="4341"/>
                          <a:pt x="4071" y="4678"/>
                          <a:pt x="4565" y="4903"/>
                        </a:cubicBezTo>
                        <a:cubicBezTo>
                          <a:pt x="5060" y="5128"/>
                          <a:pt x="5645" y="5263"/>
                          <a:pt x="6275" y="5308"/>
                        </a:cubicBezTo>
                        <a:cubicBezTo>
                          <a:pt x="6904" y="5353"/>
                          <a:pt x="7534" y="5398"/>
                          <a:pt x="8186" y="5398"/>
                        </a:cubicBezTo>
                        <a:lnTo>
                          <a:pt x="11650" y="5398"/>
                        </a:lnTo>
                        <a:lnTo>
                          <a:pt x="11650" y="0"/>
                        </a:lnTo>
                        <a:lnTo>
                          <a:pt x="14348" y="0"/>
                        </a:lnTo>
                        <a:lnTo>
                          <a:pt x="14348" y="5398"/>
                        </a:lnTo>
                        <a:lnTo>
                          <a:pt x="39604" y="5398"/>
                        </a:lnTo>
                        <a:lnTo>
                          <a:pt x="39604" y="8636"/>
                        </a:lnTo>
                        <a:lnTo>
                          <a:pt x="14348" y="8636"/>
                        </a:lnTo>
                        <a:lnTo>
                          <a:pt x="14348" y="12797"/>
                        </a:lnTo>
                        <a:close/>
                      </a:path>
                    </a:pathLst>
                  </a:custGeom>
                  <a:solidFill>
                    <a:srgbClr val="231F20"/>
                  </a:solidFill>
                  <a:ln w="2249" cap="flat">
                    <a:noFill/>
                    <a:prstDash val="solid"/>
                    <a:miter/>
                  </a:ln>
                </p:spPr>
                <p:txBody>
                  <a:bodyPr rtlCol="0" anchor="ctr"/>
                  <a:lstStyle/>
                  <a:p>
                    <a:endParaRPr lang="en-US"/>
                  </a:p>
                </p:txBody>
              </p:sp>
              <p:sp>
                <p:nvSpPr>
                  <p:cNvPr id="1090" name="Freeform 1089">
                    <a:extLst>
                      <a:ext uri="{FF2B5EF4-FFF2-40B4-BE49-F238E27FC236}">
                        <a16:creationId xmlns:a16="http://schemas.microsoft.com/office/drawing/2014/main" id="{C5C486D0-9616-3708-F61B-BE41249755D6}"/>
                      </a:ext>
                    </a:extLst>
                  </p:cNvPr>
                  <p:cNvSpPr/>
                  <p:nvPr/>
                </p:nvSpPr>
                <p:spPr>
                  <a:xfrm>
                    <a:off x="4519661" y="2480524"/>
                    <a:ext cx="29483" cy="26357"/>
                  </a:xfrm>
                  <a:custGeom>
                    <a:avLst/>
                    <a:gdLst>
                      <a:gd name="connsiteX0" fmla="*/ 12369 w 29483"/>
                      <a:gd name="connsiteY0" fmla="*/ 12032 h 26357"/>
                      <a:gd name="connsiteX1" fmla="*/ 12054 w 29483"/>
                      <a:gd name="connsiteY1" fmla="*/ 9850 h 26357"/>
                      <a:gd name="connsiteX2" fmla="*/ 11470 w 29483"/>
                      <a:gd name="connsiteY2" fmla="*/ 7781 h 26357"/>
                      <a:gd name="connsiteX3" fmla="*/ 10210 w 29483"/>
                      <a:gd name="connsiteY3" fmla="*/ 6792 h 26357"/>
                      <a:gd name="connsiteX4" fmla="*/ 8569 w 29483"/>
                      <a:gd name="connsiteY4" fmla="*/ 6612 h 26357"/>
                      <a:gd name="connsiteX5" fmla="*/ 4498 w 29483"/>
                      <a:gd name="connsiteY5" fmla="*/ 8209 h 26357"/>
                      <a:gd name="connsiteX6" fmla="*/ 2901 w 29483"/>
                      <a:gd name="connsiteY6" fmla="*/ 13584 h 26357"/>
                      <a:gd name="connsiteX7" fmla="*/ 3194 w 29483"/>
                      <a:gd name="connsiteY7" fmla="*/ 16665 h 26357"/>
                      <a:gd name="connsiteX8" fmla="*/ 4228 w 29483"/>
                      <a:gd name="connsiteY8" fmla="*/ 19116 h 26357"/>
                      <a:gd name="connsiteX9" fmla="*/ 6162 w 29483"/>
                      <a:gd name="connsiteY9" fmla="*/ 20848 h 26357"/>
                      <a:gd name="connsiteX10" fmla="*/ 9221 w 29483"/>
                      <a:gd name="connsiteY10" fmla="*/ 21747 h 26357"/>
                      <a:gd name="connsiteX11" fmla="*/ 9221 w 29483"/>
                      <a:gd name="connsiteY11" fmla="*/ 25031 h 26357"/>
                      <a:gd name="connsiteX12" fmla="*/ 4993 w 29483"/>
                      <a:gd name="connsiteY12" fmla="*/ 23906 h 26357"/>
                      <a:gd name="connsiteX13" fmla="*/ 2137 w 29483"/>
                      <a:gd name="connsiteY13" fmla="*/ 21388 h 26357"/>
                      <a:gd name="connsiteX14" fmla="*/ 517 w 29483"/>
                      <a:gd name="connsiteY14" fmla="*/ 17834 h 26357"/>
                      <a:gd name="connsiteX15" fmla="*/ 0 w 29483"/>
                      <a:gd name="connsiteY15" fmla="*/ 13539 h 26357"/>
                      <a:gd name="connsiteX16" fmla="*/ 450 w 29483"/>
                      <a:gd name="connsiteY16" fmla="*/ 9581 h 26357"/>
                      <a:gd name="connsiteX17" fmla="*/ 1912 w 29483"/>
                      <a:gd name="connsiteY17" fmla="*/ 6342 h 26357"/>
                      <a:gd name="connsiteX18" fmla="*/ 4588 w 29483"/>
                      <a:gd name="connsiteY18" fmla="*/ 4183 h 26357"/>
                      <a:gd name="connsiteX19" fmla="*/ 8681 w 29483"/>
                      <a:gd name="connsiteY19" fmla="*/ 3396 h 26357"/>
                      <a:gd name="connsiteX20" fmla="*/ 23906 w 29483"/>
                      <a:gd name="connsiteY20" fmla="*/ 3396 h 26357"/>
                      <a:gd name="connsiteX21" fmla="*/ 26313 w 29483"/>
                      <a:gd name="connsiteY21" fmla="*/ 2721 h 26357"/>
                      <a:gd name="connsiteX22" fmla="*/ 26065 w 29483"/>
                      <a:gd name="connsiteY22" fmla="*/ 0 h 26357"/>
                      <a:gd name="connsiteX23" fmla="*/ 28607 w 29483"/>
                      <a:gd name="connsiteY23" fmla="*/ 0 h 26357"/>
                      <a:gd name="connsiteX24" fmla="*/ 28922 w 29483"/>
                      <a:gd name="connsiteY24" fmla="*/ 1102 h 26357"/>
                      <a:gd name="connsiteX25" fmla="*/ 29146 w 29483"/>
                      <a:gd name="connsiteY25" fmla="*/ 2541 h 26357"/>
                      <a:gd name="connsiteX26" fmla="*/ 28989 w 29483"/>
                      <a:gd name="connsiteY26" fmla="*/ 4003 h 26357"/>
                      <a:gd name="connsiteX27" fmla="*/ 28472 w 29483"/>
                      <a:gd name="connsiteY27" fmla="*/ 5308 h 26357"/>
                      <a:gd name="connsiteX28" fmla="*/ 27505 w 29483"/>
                      <a:gd name="connsiteY28" fmla="*/ 6095 h 26357"/>
                      <a:gd name="connsiteX29" fmla="*/ 26268 w 29483"/>
                      <a:gd name="connsiteY29" fmla="*/ 6499 h 26357"/>
                      <a:gd name="connsiteX30" fmla="*/ 24829 w 29483"/>
                      <a:gd name="connsiteY30" fmla="*/ 6612 h 26357"/>
                      <a:gd name="connsiteX31" fmla="*/ 28292 w 29483"/>
                      <a:gd name="connsiteY31" fmla="*/ 11312 h 26357"/>
                      <a:gd name="connsiteX32" fmla="*/ 29484 w 29483"/>
                      <a:gd name="connsiteY32" fmla="*/ 17025 h 26357"/>
                      <a:gd name="connsiteX33" fmla="*/ 28989 w 29483"/>
                      <a:gd name="connsiteY33" fmla="*/ 20555 h 26357"/>
                      <a:gd name="connsiteX34" fmla="*/ 27482 w 29483"/>
                      <a:gd name="connsiteY34" fmla="*/ 23547 h 26357"/>
                      <a:gd name="connsiteX35" fmla="*/ 24963 w 29483"/>
                      <a:gd name="connsiteY35" fmla="*/ 25593 h 26357"/>
                      <a:gd name="connsiteX36" fmla="*/ 21433 w 29483"/>
                      <a:gd name="connsiteY36" fmla="*/ 26358 h 26357"/>
                      <a:gd name="connsiteX37" fmla="*/ 13022 w 29483"/>
                      <a:gd name="connsiteY37" fmla="*/ 16597 h 26357"/>
                      <a:gd name="connsiteX38" fmla="*/ 12437 w 29483"/>
                      <a:gd name="connsiteY38" fmla="*/ 12122 h 26357"/>
                      <a:gd name="connsiteX39" fmla="*/ 13988 w 29483"/>
                      <a:gd name="connsiteY39" fmla="*/ 6589 h 26357"/>
                      <a:gd name="connsiteX40" fmla="*/ 15113 w 29483"/>
                      <a:gd name="connsiteY40" fmla="*/ 10750 h 26357"/>
                      <a:gd name="connsiteX41" fmla="*/ 15540 w 29483"/>
                      <a:gd name="connsiteY41" fmla="*/ 14956 h 26357"/>
                      <a:gd name="connsiteX42" fmla="*/ 17205 w 29483"/>
                      <a:gd name="connsiteY42" fmla="*/ 20758 h 26357"/>
                      <a:gd name="connsiteX43" fmla="*/ 21478 w 29483"/>
                      <a:gd name="connsiteY43" fmla="*/ 22827 h 26357"/>
                      <a:gd name="connsiteX44" fmla="*/ 23727 w 29483"/>
                      <a:gd name="connsiteY44" fmla="*/ 22310 h 26357"/>
                      <a:gd name="connsiteX45" fmla="*/ 25301 w 29483"/>
                      <a:gd name="connsiteY45" fmla="*/ 20960 h 26357"/>
                      <a:gd name="connsiteX46" fmla="*/ 26223 w 29483"/>
                      <a:gd name="connsiteY46" fmla="*/ 19026 h 26357"/>
                      <a:gd name="connsiteX47" fmla="*/ 26515 w 29483"/>
                      <a:gd name="connsiteY47" fmla="*/ 16777 h 26357"/>
                      <a:gd name="connsiteX48" fmla="*/ 26021 w 29483"/>
                      <a:gd name="connsiteY48" fmla="*/ 12999 h 26357"/>
                      <a:gd name="connsiteX49" fmla="*/ 24536 w 29483"/>
                      <a:gd name="connsiteY49" fmla="*/ 9738 h 26357"/>
                      <a:gd name="connsiteX50" fmla="*/ 21995 w 29483"/>
                      <a:gd name="connsiteY50" fmla="*/ 7444 h 26357"/>
                      <a:gd name="connsiteX51" fmla="*/ 18352 w 29483"/>
                      <a:gd name="connsiteY51" fmla="*/ 6589 h 26357"/>
                      <a:gd name="connsiteX52" fmla="*/ 13988 w 29483"/>
                      <a:gd name="connsiteY52" fmla="*/ 6589 h 26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9483" h="26357">
                        <a:moveTo>
                          <a:pt x="12369" y="12032"/>
                        </a:moveTo>
                        <a:cubicBezTo>
                          <a:pt x="12302" y="11425"/>
                          <a:pt x="12189" y="10683"/>
                          <a:pt x="12054" y="9850"/>
                        </a:cubicBezTo>
                        <a:cubicBezTo>
                          <a:pt x="11920" y="8996"/>
                          <a:pt x="11717" y="8321"/>
                          <a:pt x="11470" y="7781"/>
                        </a:cubicBezTo>
                        <a:cubicBezTo>
                          <a:pt x="11222" y="7242"/>
                          <a:pt x="10795" y="6904"/>
                          <a:pt x="10210" y="6792"/>
                        </a:cubicBezTo>
                        <a:cubicBezTo>
                          <a:pt x="9626" y="6657"/>
                          <a:pt x="9063" y="6612"/>
                          <a:pt x="8569" y="6612"/>
                        </a:cubicBezTo>
                        <a:cubicBezTo>
                          <a:pt x="6904" y="6612"/>
                          <a:pt x="5555" y="7152"/>
                          <a:pt x="4498" y="8209"/>
                        </a:cubicBezTo>
                        <a:cubicBezTo>
                          <a:pt x="3441" y="9266"/>
                          <a:pt x="2901" y="11065"/>
                          <a:pt x="2901" y="13584"/>
                        </a:cubicBezTo>
                        <a:cubicBezTo>
                          <a:pt x="2901" y="14708"/>
                          <a:pt x="2991" y="15720"/>
                          <a:pt x="3194" y="16665"/>
                        </a:cubicBezTo>
                        <a:cubicBezTo>
                          <a:pt x="3396" y="17609"/>
                          <a:pt x="3733" y="18419"/>
                          <a:pt x="4228" y="19116"/>
                        </a:cubicBezTo>
                        <a:cubicBezTo>
                          <a:pt x="4723" y="19813"/>
                          <a:pt x="5353" y="20398"/>
                          <a:pt x="6162" y="20848"/>
                        </a:cubicBezTo>
                        <a:cubicBezTo>
                          <a:pt x="6972" y="21298"/>
                          <a:pt x="7984" y="21590"/>
                          <a:pt x="9221" y="21747"/>
                        </a:cubicBezTo>
                        <a:lnTo>
                          <a:pt x="9221" y="25031"/>
                        </a:lnTo>
                        <a:cubicBezTo>
                          <a:pt x="7556" y="24918"/>
                          <a:pt x="6162" y="24536"/>
                          <a:pt x="4993" y="23906"/>
                        </a:cubicBezTo>
                        <a:cubicBezTo>
                          <a:pt x="3823" y="23277"/>
                          <a:pt x="2879" y="22422"/>
                          <a:pt x="2137" y="21388"/>
                        </a:cubicBezTo>
                        <a:cubicBezTo>
                          <a:pt x="1394" y="20353"/>
                          <a:pt x="855" y="19184"/>
                          <a:pt x="517" y="17834"/>
                        </a:cubicBezTo>
                        <a:cubicBezTo>
                          <a:pt x="180" y="16485"/>
                          <a:pt x="0" y="15046"/>
                          <a:pt x="0" y="13539"/>
                        </a:cubicBezTo>
                        <a:cubicBezTo>
                          <a:pt x="0" y="12144"/>
                          <a:pt x="158" y="10817"/>
                          <a:pt x="450" y="9581"/>
                        </a:cubicBezTo>
                        <a:cubicBezTo>
                          <a:pt x="765" y="8344"/>
                          <a:pt x="1237" y="7264"/>
                          <a:pt x="1912" y="6342"/>
                        </a:cubicBezTo>
                        <a:cubicBezTo>
                          <a:pt x="2586" y="5420"/>
                          <a:pt x="3463" y="4700"/>
                          <a:pt x="4588" y="4183"/>
                        </a:cubicBezTo>
                        <a:cubicBezTo>
                          <a:pt x="5712" y="3666"/>
                          <a:pt x="7062" y="3396"/>
                          <a:pt x="8681" y="3396"/>
                        </a:cubicBezTo>
                        <a:lnTo>
                          <a:pt x="23906" y="3396"/>
                        </a:lnTo>
                        <a:cubicBezTo>
                          <a:pt x="25166" y="3396"/>
                          <a:pt x="25976" y="3171"/>
                          <a:pt x="26313" y="2721"/>
                        </a:cubicBezTo>
                        <a:cubicBezTo>
                          <a:pt x="26650" y="2271"/>
                          <a:pt x="26583" y="1372"/>
                          <a:pt x="26065" y="0"/>
                        </a:cubicBezTo>
                        <a:lnTo>
                          <a:pt x="28607" y="0"/>
                        </a:lnTo>
                        <a:cubicBezTo>
                          <a:pt x="28674" y="247"/>
                          <a:pt x="28787" y="630"/>
                          <a:pt x="28922" y="1102"/>
                        </a:cubicBezTo>
                        <a:cubicBezTo>
                          <a:pt x="29057" y="1597"/>
                          <a:pt x="29146" y="2069"/>
                          <a:pt x="29146" y="2541"/>
                        </a:cubicBezTo>
                        <a:cubicBezTo>
                          <a:pt x="29146" y="3036"/>
                          <a:pt x="29102" y="3531"/>
                          <a:pt x="28989" y="4003"/>
                        </a:cubicBezTo>
                        <a:cubicBezTo>
                          <a:pt x="28922" y="4543"/>
                          <a:pt x="28742" y="4970"/>
                          <a:pt x="28472" y="5308"/>
                        </a:cubicBezTo>
                        <a:cubicBezTo>
                          <a:pt x="28202" y="5645"/>
                          <a:pt x="27887" y="5892"/>
                          <a:pt x="27505" y="6095"/>
                        </a:cubicBezTo>
                        <a:cubicBezTo>
                          <a:pt x="27123" y="6297"/>
                          <a:pt x="26718" y="6432"/>
                          <a:pt x="26268" y="6499"/>
                        </a:cubicBezTo>
                        <a:cubicBezTo>
                          <a:pt x="25818" y="6567"/>
                          <a:pt x="25346" y="6612"/>
                          <a:pt x="24829" y="6612"/>
                        </a:cubicBezTo>
                        <a:cubicBezTo>
                          <a:pt x="26335" y="7984"/>
                          <a:pt x="27482" y="9536"/>
                          <a:pt x="28292" y="11312"/>
                        </a:cubicBezTo>
                        <a:cubicBezTo>
                          <a:pt x="29079" y="13066"/>
                          <a:pt x="29484" y="14978"/>
                          <a:pt x="29484" y="17025"/>
                        </a:cubicBezTo>
                        <a:cubicBezTo>
                          <a:pt x="29484" y="18239"/>
                          <a:pt x="29327" y="19431"/>
                          <a:pt x="28989" y="20555"/>
                        </a:cubicBezTo>
                        <a:cubicBezTo>
                          <a:pt x="28652" y="21680"/>
                          <a:pt x="28157" y="22692"/>
                          <a:pt x="27482" y="23547"/>
                        </a:cubicBezTo>
                        <a:cubicBezTo>
                          <a:pt x="26808" y="24401"/>
                          <a:pt x="25953" y="25098"/>
                          <a:pt x="24963" y="25593"/>
                        </a:cubicBezTo>
                        <a:cubicBezTo>
                          <a:pt x="23974" y="26088"/>
                          <a:pt x="22804" y="26358"/>
                          <a:pt x="21433" y="26358"/>
                        </a:cubicBezTo>
                        <a:cubicBezTo>
                          <a:pt x="16687" y="26358"/>
                          <a:pt x="13876" y="23097"/>
                          <a:pt x="13022" y="16597"/>
                        </a:cubicBezTo>
                        <a:lnTo>
                          <a:pt x="12437" y="12122"/>
                        </a:lnTo>
                        <a:close/>
                        <a:moveTo>
                          <a:pt x="13988" y="6589"/>
                        </a:moveTo>
                        <a:cubicBezTo>
                          <a:pt x="14573" y="7961"/>
                          <a:pt x="14933" y="9333"/>
                          <a:pt x="15113" y="10750"/>
                        </a:cubicBezTo>
                        <a:cubicBezTo>
                          <a:pt x="15293" y="12167"/>
                          <a:pt x="15428" y="13561"/>
                          <a:pt x="15540" y="14956"/>
                        </a:cubicBezTo>
                        <a:cubicBezTo>
                          <a:pt x="15720" y="17429"/>
                          <a:pt x="16282" y="19364"/>
                          <a:pt x="17205" y="20758"/>
                        </a:cubicBezTo>
                        <a:cubicBezTo>
                          <a:pt x="18149" y="22152"/>
                          <a:pt x="19566" y="22827"/>
                          <a:pt x="21478" y="22827"/>
                        </a:cubicBezTo>
                        <a:cubicBezTo>
                          <a:pt x="22332" y="22827"/>
                          <a:pt x="23097" y="22647"/>
                          <a:pt x="23727" y="22310"/>
                        </a:cubicBezTo>
                        <a:cubicBezTo>
                          <a:pt x="24356" y="21972"/>
                          <a:pt x="24874" y="21523"/>
                          <a:pt x="25301" y="20960"/>
                        </a:cubicBezTo>
                        <a:cubicBezTo>
                          <a:pt x="25706" y="20398"/>
                          <a:pt x="26021" y="19746"/>
                          <a:pt x="26223" y="19026"/>
                        </a:cubicBezTo>
                        <a:cubicBezTo>
                          <a:pt x="26425" y="18284"/>
                          <a:pt x="26515" y="17542"/>
                          <a:pt x="26515" y="16777"/>
                        </a:cubicBezTo>
                        <a:cubicBezTo>
                          <a:pt x="26515" y="15473"/>
                          <a:pt x="26358" y="14213"/>
                          <a:pt x="26021" y="12999"/>
                        </a:cubicBezTo>
                        <a:cubicBezTo>
                          <a:pt x="25706" y="11785"/>
                          <a:pt x="25211" y="10683"/>
                          <a:pt x="24536" y="9738"/>
                        </a:cubicBezTo>
                        <a:cubicBezTo>
                          <a:pt x="23861" y="8793"/>
                          <a:pt x="23029" y="8029"/>
                          <a:pt x="21995" y="7444"/>
                        </a:cubicBezTo>
                        <a:cubicBezTo>
                          <a:pt x="20960" y="6859"/>
                          <a:pt x="19746" y="6589"/>
                          <a:pt x="18352" y="6589"/>
                        </a:cubicBezTo>
                        <a:lnTo>
                          <a:pt x="13988" y="6589"/>
                        </a:lnTo>
                        <a:close/>
                      </a:path>
                    </a:pathLst>
                  </a:custGeom>
                  <a:solidFill>
                    <a:srgbClr val="231F20"/>
                  </a:solidFill>
                  <a:ln w="2249" cap="flat">
                    <a:noFill/>
                    <a:prstDash val="solid"/>
                    <a:miter/>
                  </a:ln>
                </p:spPr>
                <p:txBody>
                  <a:bodyPr rtlCol="0" anchor="ctr"/>
                  <a:lstStyle/>
                  <a:p>
                    <a:endParaRPr lang="en-US"/>
                  </a:p>
                </p:txBody>
              </p:sp>
              <p:sp>
                <p:nvSpPr>
                  <p:cNvPr id="1091" name="Freeform 1090">
                    <a:extLst>
                      <a:ext uri="{FF2B5EF4-FFF2-40B4-BE49-F238E27FC236}">
                        <a16:creationId xmlns:a16="http://schemas.microsoft.com/office/drawing/2014/main" id="{24751823-EB86-851F-A654-74C8CEB83AD6}"/>
                      </a:ext>
                    </a:extLst>
                  </p:cNvPr>
                  <p:cNvSpPr/>
                  <p:nvPr/>
                </p:nvSpPr>
                <p:spPr>
                  <a:xfrm>
                    <a:off x="4519593" y="2454774"/>
                    <a:ext cx="29439" cy="22039"/>
                  </a:xfrm>
                  <a:custGeom>
                    <a:avLst/>
                    <a:gdLst>
                      <a:gd name="connsiteX0" fmla="*/ 19993 w 29439"/>
                      <a:gd name="connsiteY0" fmla="*/ 18734 h 22039"/>
                      <a:gd name="connsiteX1" fmla="*/ 25098 w 29439"/>
                      <a:gd name="connsiteY1" fmla="*/ 16013 h 22039"/>
                      <a:gd name="connsiteX2" fmla="*/ 26583 w 29439"/>
                      <a:gd name="connsiteY2" fmla="*/ 10368 h 22039"/>
                      <a:gd name="connsiteX3" fmla="*/ 26155 w 29439"/>
                      <a:gd name="connsiteY3" fmla="*/ 7287 h 22039"/>
                      <a:gd name="connsiteX4" fmla="*/ 24986 w 29439"/>
                      <a:gd name="connsiteY4" fmla="*/ 5150 h 22039"/>
                      <a:gd name="connsiteX5" fmla="*/ 23344 w 29439"/>
                      <a:gd name="connsiteY5" fmla="*/ 3891 h 22039"/>
                      <a:gd name="connsiteX6" fmla="*/ 21410 w 29439"/>
                      <a:gd name="connsiteY6" fmla="*/ 3463 h 22039"/>
                      <a:gd name="connsiteX7" fmla="*/ 18352 w 29439"/>
                      <a:gd name="connsiteY7" fmla="*/ 4790 h 22039"/>
                      <a:gd name="connsiteX8" fmla="*/ 16777 w 29439"/>
                      <a:gd name="connsiteY8" fmla="*/ 8119 h 22039"/>
                      <a:gd name="connsiteX9" fmla="*/ 15810 w 29439"/>
                      <a:gd name="connsiteY9" fmla="*/ 12437 h 22039"/>
                      <a:gd name="connsiteX10" fmla="*/ 14596 w 29439"/>
                      <a:gd name="connsiteY10" fmla="*/ 16755 h 22039"/>
                      <a:gd name="connsiteX11" fmla="*/ 12279 w 29439"/>
                      <a:gd name="connsiteY11" fmla="*/ 20083 h 22039"/>
                      <a:gd name="connsiteX12" fmla="*/ 8006 w 29439"/>
                      <a:gd name="connsiteY12" fmla="*/ 21410 h 22039"/>
                      <a:gd name="connsiteX13" fmla="*/ 2249 w 29439"/>
                      <a:gd name="connsiteY13" fmla="*/ 18846 h 22039"/>
                      <a:gd name="connsiteX14" fmla="*/ 0 w 29439"/>
                      <a:gd name="connsiteY14" fmla="*/ 11582 h 22039"/>
                      <a:gd name="connsiteX15" fmla="*/ 2024 w 29439"/>
                      <a:gd name="connsiteY15" fmla="*/ 4206 h 22039"/>
                      <a:gd name="connsiteX16" fmla="*/ 8794 w 29439"/>
                      <a:gd name="connsiteY16" fmla="*/ 787 h 22039"/>
                      <a:gd name="connsiteX17" fmla="*/ 8794 w 29439"/>
                      <a:gd name="connsiteY17" fmla="*/ 4071 h 22039"/>
                      <a:gd name="connsiteX18" fmla="*/ 4228 w 29439"/>
                      <a:gd name="connsiteY18" fmla="*/ 6522 h 22039"/>
                      <a:gd name="connsiteX19" fmla="*/ 2901 w 29439"/>
                      <a:gd name="connsiteY19" fmla="*/ 11627 h 22039"/>
                      <a:gd name="connsiteX20" fmla="*/ 4228 w 29439"/>
                      <a:gd name="connsiteY20" fmla="*/ 16327 h 22039"/>
                      <a:gd name="connsiteX21" fmla="*/ 7714 w 29439"/>
                      <a:gd name="connsiteY21" fmla="*/ 17947 h 22039"/>
                      <a:gd name="connsiteX22" fmla="*/ 10593 w 29439"/>
                      <a:gd name="connsiteY22" fmla="*/ 16620 h 22039"/>
                      <a:gd name="connsiteX23" fmla="*/ 12212 w 29439"/>
                      <a:gd name="connsiteY23" fmla="*/ 13291 h 22039"/>
                      <a:gd name="connsiteX24" fmla="*/ 13314 w 29439"/>
                      <a:gd name="connsiteY24" fmla="*/ 8973 h 22039"/>
                      <a:gd name="connsiteX25" fmla="*/ 14686 w 29439"/>
                      <a:gd name="connsiteY25" fmla="*/ 4655 h 22039"/>
                      <a:gd name="connsiteX26" fmla="*/ 17092 w 29439"/>
                      <a:gd name="connsiteY26" fmla="*/ 1327 h 22039"/>
                      <a:gd name="connsiteX27" fmla="*/ 21298 w 29439"/>
                      <a:gd name="connsiteY27" fmla="*/ 0 h 22039"/>
                      <a:gd name="connsiteX28" fmla="*/ 24829 w 29439"/>
                      <a:gd name="connsiteY28" fmla="*/ 855 h 22039"/>
                      <a:gd name="connsiteX29" fmla="*/ 27392 w 29439"/>
                      <a:gd name="connsiteY29" fmla="*/ 3238 h 22039"/>
                      <a:gd name="connsiteX30" fmla="*/ 28922 w 29439"/>
                      <a:gd name="connsiteY30" fmla="*/ 6837 h 22039"/>
                      <a:gd name="connsiteX31" fmla="*/ 29439 w 29439"/>
                      <a:gd name="connsiteY31" fmla="*/ 11402 h 22039"/>
                      <a:gd name="connsiteX32" fmla="*/ 28719 w 29439"/>
                      <a:gd name="connsiteY32" fmla="*/ 15810 h 22039"/>
                      <a:gd name="connsiteX33" fmla="*/ 26695 w 29439"/>
                      <a:gd name="connsiteY33" fmla="*/ 19071 h 22039"/>
                      <a:gd name="connsiteX34" fmla="*/ 23682 w 29439"/>
                      <a:gd name="connsiteY34" fmla="*/ 21185 h 22039"/>
                      <a:gd name="connsiteX35" fmla="*/ 19948 w 29439"/>
                      <a:gd name="connsiteY35" fmla="*/ 22040 h 22039"/>
                      <a:gd name="connsiteX36" fmla="*/ 19948 w 29439"/>
                      <a:gd name="connsiteY36" fmla="*/ 18756 h 22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9439" h="22039">
                        <a:moveTo>
                          <a:pt x="19993" y="18734"/>
                        </a:moveTo>
                        <a:cubicBezTo>
                          <a:pt x="22400" y="18239"/>
                          <a:pt x="24109" y="17317"/>
                          <a:pt x="25098" y="16013"/>
                        </a:cubicBezTo>
                        <a:cubicBezTo>
                          <a:pt x="26088" y="14708"/>
                          <a:pt x="26583" y="12819"/>
                          <a:pt x="26583" y="10368"/>
                        </a:cubicBezTo>
                        <a:cubicBezTo>
                          <a:pt x="26583" y="9176"/>
                          <a:pt x="26448" y="8164"/>
                          <a:pt x="26155" y="7287"/>
                        </a:cubicBezTo>
                        <a:cubicBezTo>
                          <a:pt x="25863" y="6432"/>
                          <a:pt x="25481" y="5712"/>
                          <a:pt x="24986" y="5150"/>
                        </a:cubicBezTo>
                        <a:cubicBezTo>
                          <a:pt x="24491" y="4588"/>
                          <a:pt x="23951" y="4161"/>
                          <a:pt x="23344" y="3891"/>
                        </a:cubicBezTo>
                        <a:cubicBezTo>
                          <a:pt x="22737" y="3598"/>
                          <a:pt x="22085" y="3463"/>
                          <a:pt x="21410" y="3463"/>
                        </a:cubicBezTo>
                        <a:cubicBezTo>
                          <a:pt x="20038" y="3463"/>
                          <a:pt x="19026" y="3913"/>
                          <a:pt x="18352" y="4790"/>
                        </a:cubicBezTo>
                        <a:cubicBezTo>
                          <a:pt x="17677" y="5667"/>
                          <a:pt x="17160" y="6769"/>
                          <a:pt x="16777" y="8119"/>
                        </a:cubicBezTo>
                        <a:cubicBezTo>
                          <a:pt x="16395" y="9468"/>
                          <a:pt x="16080" y="10885"/>
                          <a:pt x="15810" y="12437"/>
                        </a:cubicBezTo>
                        <a:cubicBezTo>
                          <a:pt x="15540" y="13988"/>
                          <a:pt x="15136" y="15428"/>
                          <a:pt x="14596" y="16755"/>
                        </a:cubicBezTo>
                        <a:cubicBezTo>
                          <a:pt x="14056" y="18082"/>
                          <a:pt x="13291" y="19184"/>
                          <a:pt x="12279" y="20083"/>
                        </a:cubicBezTo>
                        <a:cubicBezTo>
                          <a:pt x="11267" y="20983"/>
                          <a:pt x="9850" y="21410"/>
                          <a:pt x="8006" y="21410"/>
                        </a:cubicBezTo>
                        <a:cubicBezTo>
                          <a:pt x="5667" y="21410"/>
                          <a:pt x="3756" y="20555"/>
                          <a:pt x="2249" y="18846"/>
                        </a:cubicBezTo>
                        <a:cubicBezTo>
                          <a:pt x="765" y="17137"/>
                          <a:pt x="0" y="14708"/>
                          <a:pt x="0" y="11582"/>
                        </a:cubicBezTo>
                        <a:cubicBezTo>
                          <a:pt x="0" y="8456"/>
                          <a:pt x="675" y="6095"/>
                          <a:pt x="2024" y="4206"/>
                        </a:cubicBezTo>
                        <a:cubicBezTo>
                          <a:pt x="3373" y="2316"/>
                          <a:pt x="5622" y="1169"/>
                          <a:pt x="8794" y="787"/>
                        </a:cubicBezTo>
                        <a:lnTo>
                          <a:pt x="8794" y="4071"/>
                        </a:lnTo>
                        <a:cubicBezTo>
                          <a:pt x="6635" y="4363"/>
                          <a:pt x="5105" y="5173"/>
                          <a:pt x="4228" y="6522"/>
                        </a:cubicBezTo>
                        <a:cubicBezTo>
                          <a:pt x="3351" y="7871"/>
                          <a:pt x="2901" y="9581"/>
                          <a:pt x="2901" y="11627"/>
                        </a:cubicBezTo>
                        <a:cubicBezTo>
                          <a:pt x="2901" y="13674"/>
                          <a:pt x="3351" y="15248"/>
                          <a:pt x="4228" y="16327"/>
                        </a:cubicBezTo>
                        <a:cubicBezTo>
                          <a:pt x="5105" y="17407"/>
                          <a:pt x="6275" y="17947"/>
                          <a:pt x="7714" y="17947"/>
                        </a:cubicBezTo>
                        <a:cubicBezTo>
                          <a:pt x="8973" y="17947"/>
                          <a:pt x="9940" y="17497"/>
                          <a:pt x="10593" y="16620"/>
                        </a:cubicBezTo>
                        <a:cubicBezTo>
                          <a:pt x="11267" y="15743"/>
                          <a:pt x="11807" y="14641"/>
                          <a:pt x="12212" y="13291"/>
                        </a:cubicBezTo>
                        <a:cubicBezTo>
                          <a:pt x="12617" y="11964"/>
                          <a:pt x="12999" y="10525"/>
                          <a:pt x="13314" y="8973"/>
                        </a:cubicBezTo>
                        <a:cubicBezTo>
                          <a:pt x="13629" y="7422"/>
                          <a:pt x="14101" y="5982"/>
                          <a:pt x="14686" y="4655"/>
                        </a:cubicBezTo>
                        <a:cubicBezTo>
                          <a:pt x="15271" y="3328"/>
                          <a:pt x="16080" y="2226"/>
                          <a:pt x="17092" y="1327"/>
                        </a:cubicBezTo>
                        <a:cubicBezTo>
                          <a:pt x="18104" y="450"/>
                          <a:pt x="19499" y="0"/>
                          <a:pt x="21298" y="0"/>
                        </a:cubicBezTo>
                        <a:cubicBezTo>
                          <a:pt x="22625" y="0"/>
                          <a:pt x="23817" y="292"/>
                          <a:pt x="24829" y="855"/>
                        </a:cubicBezTo>
                        <a:cubicBezTo>
                          <a:pt x="25863" y="1439"/>
                          <a:pt x="26718" y="2226"/>
                          <a:pt x="27392" y="3238"/>
                        </a:cubicBezTo>
                        <a:cubicBezTo>
                          <a:pt x="28067" y="4251"/>
                          <a:pt x="28584" y="5442"/>
                          <a:pt x="28922" y="6837"/>
                        </a:cubicBezTo>
                        <a:cubicBezTo>
                          <a:pt x="29259" y="8231"/>
                          <a:pt x="29439" y="9738"/>
                          <a:pt x="29439" y="11402"/>
                        </a:cubicBezTo>
                        <a:cubicBezTo>
                          <a:pt x="29439" y="13066"/>
                          <a:pt x="29192" y="14528"/>
                          <a:pt x="28719" y="15810"/>
                        </a:cubicBezTo>
                        <a:cubicBezTo>
                          <a:pt x="28225" y="17092"/>
                          <a:pt x="27550" y="18172"/>
                          <a:pt x="26695" y="19071"/>
                        </a:cubicBezTo>
                        <a:cubicBezTo>
                          <a:pt x="25841" y="19971"/>
                          <a:pt x="24829" y="20668"/>
                          <a:pt x="23682" y="21185"/>
                        </a:cubicBezTo>
                        <a:cubicBezTo>
                          <a:pt x="22535" y="21680"/>
                          <a:pt x="21298" y="21972"/>
                          <a:pt x="19948" y="22040"/>
                        </a:cubicBezTo>
                        <a:lnTo>
                          <a:pt x="19948" y="18756"/>
                        </a:lnTo>
                        <a:close/>
                      </a:path>
                    </a:pathLst>
                  </a:custGeom>
                  <a:solidFill>
                    <a:srgbClr val="231F20"/>
                  </a:solidFill>
                  <a:ln w="2249" cap="flat">
                    <a:noFill/>
                    <a:prstDash val="solid"/>
                    <a:miter/>
                  </a:ln>
                </p:spPr>
                <p:txBody>
                  <a:bodyPr rtlCol="0" anchor="ctr"/>
                  <a:lstStyle/>
                  <a:p>
                    <a:endParaRPr lang="en-US"/>
                  </a:p>
                </p:txBody>
              </p:sp>
              <p:sp>
                <p:nvSpPr>
                  <p:cNvPr id="1092" name="Freeform 1091">
                    <a:extLst>
                      <a:ext uri="{FF2B5EF4-FFF2-40B4-BE49-F238E27FC236}">
                        <a16:creationId xmlns:a16="http://schemas.microsoft.com/office/drawing/2014/main" id="{72616FEA-455E-5E38-848E-B32F828FCDC2}"/>
                      </a:ext>
                    </a:extLst>
                  </p:cNvPr>
                  <p:cNvSpPr/>
                  <p:nvPr/>
                </p:nvSpPr>
                <p:spPr>
                  <a:xfrm>
                    <a:off x="4512599" y="2438581"/>
                    <a:ext cx="36500" cy="12616"/>
                  </a:xfrm>
                  <a:custGeom>
                    <a:avLst/>
                    <a:gdLst>
                      <a:gd name="connsiteX0" fmla="*/ 35849 w 36500"/>
                      <a:gd name="connsiteY0" fmla="*/ 0 h 12616"/>
                      <a:gd name="connsiteX1" fmla="*/ 36231 w 36500"/>
                      <a:gd name="connsiteY1" fmla="*/ 1574 h 12616"/>
                      <a:gd name="connsiteX2" fmla="*/ 36501 w 36500"/>
                      <a:gd name="connsiteY2" fmla="*/ 3733 h 12616"/>
                      <a:gd name="connsiteX3" fmla="*/ 35286 w 36500"/>
                      <a:gd name="connsiteY3" fmla="*/ 7422 h 12616"/>
                      <a:gd name="connsiteX4" fmla="*/ 30946 w 36500"/>
                      <a:gd name="connsiteY4" fmla="*/ 8681 h 12616"/>
                      <a:gd name="connsiteX5" fmla="*/ 10480 w 36500"/>
                      <a:gd name="connsiteY5" fmla="*/ 8681 h 12616"/>
                      <a:gd name="connsiteX6" fmla="*/ 10480 w 36500"/>
                      <a:gd name="connsiteY6" fmla="*/ 12617 h 12616"/>
                      <a:gd name="connsiteX7" fmla="*/ 7782 w 36500"/>
                      <a:gd name="connsiteY7" fmla="*/ 12617 h 12616"/>
                      <a:gd name="connsiteX8" fmla="*/ 7782 w 36500"/>
                      <a:gd name="connsiteY8" fmla="*/ 8681 h 12616"/>
                      <a:gd name="connsiteX9" fmla="*/ 0 w 36500"/>
                      <a:gd name="connsiteY9" fmla="*/ 8681 h 12616"/>
                      <a:gd name="connsiteX10" fmla="*/ 0 w 36500"/>
                      <a:gd name="connsiteY10" fmla="*/ 5442 h 12616"/>
                      <a:gd name="connsiteX11" fmla="*/ 7782 w 36500"/>
                      <a:gd name="connsiteY11" fmla="*/ 5442 h 12616"/>
                      <a:gd name="connsiteX12" fmla="*/ 7782 w 36500"/>
                      <a:gd name="connsiteY12" fmla="*/ 202 h 12616"/>
                      <a:gd name="connsiteX13" fmla="*/ 10480 w 36500"/>
                      <a:gd name="connsiteY13" fmla="*/ 202 h 12616"/>
                      <a:gd name="connsiteX14" fmla="*/ 10480 w 36500"/>
                      <a:gd name="connsiteY14" fmla="*/ 5442 h 12616"/>
                      <a:gd name="connsiteX15" fmla="*/ 29641 w 36500"/>
                      <a:gd name="connsiteY15" fmla="*/ 5442 h 12616"/>
                      <a:gd name="connsiteX16" fmla="*/ 31418 w 36500"/>
                      <a:gd name="connsiteY16" fmla="*/ 5398 h 12616"/>
                      <a:gd name="connsiteX17" fmla="*/ 32655 w 36500"/>
                      <a:gd name="connsiteY17" fmla="*/ 5083 h 12616"/>
                      <a:gd name="connsiteX18" fmla="*/ 33352 w 36500"/>
                      <a:gd name="connsiteY18" fmla="*/ 4251 h 12616"/>
                      <a:gd name="connsiteX19" fmla="*/ 33577 w 36500"/>
                      <a:gd name="connsiteY19" fmla="*/ 2654 h 12616"/>
                      <a:gd name="connsiteX20" fmla="*/ 33465 w 36500"/>
                      <a:gd name="connsiteY20" fmla="*/ 1327 h 12616"/>
                      <a:gd name="connsiteX21" fmla="*/ 33195 w 36500"/>
                      <a:gd name="connsiteY21" fmla="*/ 0 h 12616"/>
                      <a:gd name="connsiteX22" fmla="*/ 35849 w 36500"/>
                      <a:gd name="connsiteY22" fmla="*/ 0 h 126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500" h="12616">
                        <a:moveTo>
                          <a:pt x="35849" y="0"/>
                        </a:moveTo>
                        <a:cubicBezTo>
                          <a:pt x="35916" y="405"/>
                          <a:pt x="36051" y="922"/>
                          <a:pt x="36231" y="1574"/>
                        </a:cubicBezTo>
                        <a:cubicBezTo>
                          <a:pt x="36411" y="2226"/>
                          <a:pt x="36501" y="2946"/>
                          <a:pt x="36501" y="3733"/>
                        </a:cubicBezTo>
                        <a:cubicBezTo>
                          <a:pt x="36501" y="5353"/>
                          <a:pt x="36096" y="6589"/>
                          <a:pt x="35286" y="7422"/>
                        </a:cubicBezTo>
                        <a:cubicBezTo>
                          <a:pt x="34477" y="8254"/>
                          <a:pt x="33037" y="8681"/>
                          <a:pt x="30946" y="8681"/>
                        </a:cubicBezTo>
                        <a:lnTo>
                          <a:pt x="10480" y="8681"/>
                        </a:lnTo>
                        <a:lnTo>
                          <a:pt x="10480" y="12617"/>
                        </a:lnTo>
                        <a:lnTo>
                          <a:pt x="7782" y="12617"/>
                        </a:lnTo>
                        <a:lnTo>
                          <a:pt x="7782" y="8681"/>
                        </a:lnTo>
                        <a:lnTo>
                          <a:pt x="0" y="8681"/>
                        </a:lnTo>
                        <a:lnTo>
                          <a:pt x="0" y="5442"/>
                        </a:lnTo>
                        <a:lnTo>
                          <a:pt x="7782" y="5442"/>
                        </a:lnTo>
                        <a:lnTo>
                          <a:pt x="7782" y="202"/>
                        </a:lnTo>
                        <a:lnTo>
                          <a:pt x="10480" y="202"/>
                        </a:lnTo>
                        <a:lnTo>
                          <a:pt x="10480" y="5442"/>
                        </a:lnTo>
                        <a:lnTo>
                          <a:pt x="29641" y="5442"/>
                        </a:lnTo>
                        <a:cubicBezTo>
                          <a:pt x="30316" y="5442"/>
                          <a:pt x="30923" y="5442"/>
                          <a:pt x="31418" y="5398"/>
                        </a:cubicBezTo>
                        <a:cubicBezTo>
                          <a:pt x="31913" y="5353"/>
                          <a:pt x="32340" y="5263"/>
                          <a:pt x="32655" y="5083"/>
                        </a:cubicBezTo>
                        <a:cubicBezTo>
                          <a:pt x="32970" y="4903"/>
                          <a:pt x="33217" y="4633"/>
                          <a:pt x="33352" y="4251"/>
                        </a:cubicBezTo>
                        <a:cubicBezTo>
                          <a:pt x="33487" y="3868"/>
                          <a:pt x="33577" y="3351"/>
                          <a:pt x="33577" y="2654"/>
                        </a:cubicBezTo>
                        <a:cubicBezTo>
                          <a:pt x="33577" y="2226"/>
                          <a:pt x="33532" y="1777"/>
                          <a:pt x="33465" y="1327"/>
                        </a:cubicBezTo>
                        <a:cubicBezTo>
                          <a:pt x="33397" y="877"/>
                          <a:pt x="33307" y="427"/>
                          <a:pt x="33195" y="0"/>
                        </a:cubicBezTo>
                        <a:lnTo>
                          <a:pt x="35849" y="0"/>
                        </a:lnTo>
                        <a:close/>
                      </a:path>
                    </a:pathLst>
                  </a:custGeom>
                  <a:solidFill>
                    <a:srgbClr val="231F20"/>
                  </a:solidFill>
                  <a:ln w="2249" cap="flat">
                    <a:noFill/>
                    <a:prstDash val="solid"/>
                    <a:miter/>
                  </a:ln>
                </p:spPr>
                <p:txBody>
                  <a:bodyPr rtlCol="0" anchor="ctr"/>
                  <a:lstStyle/>
                  <a:p>
                    <a:endParaRPr lang="en-US"/>
                  </a:p>
                </p:txBody>
              </p:sp>
              <p:sp>
                <p:nvSpPr>
                  <p:cNvPr id="1093" name="Freeform 1092">
                    <a:extLst>
                      <a:ext uri="{FF2B5EF4-FFF2-40B4-BE49-F238E27FC236}">
                        <a16:creationId xmlns:a16="http://schemas.microsoft.com/office/drawing/2014/main" id="{9312D79A-5709-600A-35AB-B4D8BAA1DD2E}"/>
                      </a:ext>
                    </a:extLst>
                  </p:cNvPr>
                  <p:cNvSpPr/>
                  <p:nvPr/>
                </p:nvSpPr>
                <p:spPr>
                  <a:xfrm>
                    <a:off x="4519638" y="2409748"/>
                    <a:ext cx="29483" cy="25167"/>
                  </a:xfrm>
                  <a:custGeom>
                    <a:avLst/>
                    <a:gdLst>
                      <a:gd name="connsiteX0" fmla="*/ 15473 w 29483"/>
                      <a:gd name="connsiteY0" fmla="*/ 21659 h 25167"/>
                      <a:gd name="connsiteX1" fmla="*/ 19768 w 29483"/>
                      <a:gd name="connsiteY1" fmla="*/ 21074 h 25167"/>
                      <a:gd name="connsiteX2" fmla="*/ 23277 w 29483"/>
                      <a:gd name="connsiteY2" fmla="*/ 19320 h 25167"/>
                      <a:gd name="connsiteX3" fmla="*/ 25661 w 29483"/>
                      <a:gd name="connsiteY3" fmla="*/ 16374 h 25167"/>
                      <a:gd name="connsiteX4" fmla="*/ 26560 w 29483"/>
                      <a:gd name="connsiteY4" fmla="*/ 12281 h 25167"/>
                      <a:gd name="connsiteX5" fmla="*/ 24896 w 29483"/>
                      <a:gd name="connsiteY5" fmla="*/ 6838 h 25167"/>
                      <a:gd name="connsiteX6" fmla="*/ 20151 w 29483"/>
                      <a:gd name="connsiteY6" fmla="*/ 3825 h 25167"/>
                      <a:gd name="connsiteX7" fmla="*/ 20151 w 29483"/>
                      <a:gd name="connsiteY7" fmla="*/ 204 h 25167"/>
                      <a:gd name="connsiteX8" fmla="*/ 23839 w 29483"/>
                      <a:gd name="connsiteY8" fmla="*/ 1778 h 25167"/>
                      <a:gd name="connsiteX9" fmla="*/ 26808 w 29483"/>
                      <a:gd name="connsiteY9" fmla="*/ 4207 h 25167"/>
                      <a:gd name="connsiteX10" fmla="*/ 28787 w 29483"/>
                      <a:gd name="connsiteY10" fmla="*/ 7670 h 25167"/>
                      <a:gd name="connsiteX11" fmla="*/ 29484 w 29483"/>
                      <a:gd name="connsiteY11" fmla="*/ 12303 h 25167"/>
                      <a:gd name="connsiteX12" fmla="*/ 28359 w 29483"/>
                      <a:gd name="connsiteY12" fmla="*/ 18083 h 25167"/>
                      <a:gd name="connsiteX13" fmla="*/ 25256 w 29483"/>
                      <a:gd name="connsiteY13" fmla="*/ 22086 h 25167"/>
                      <a:gd name="connsiteX14" fmla="*/ 20623 w 29483"/>
                      <a:gd name="connsiteY14" fmla="*/ 24403 h 25167"/>
                      <a:gd name="connsiteX15" fmla="*/ 14866 w 29483"/>
                      <a:gd name="connsiteY15" fmla="*/ 25167 h 25167"/>
                      <a:gd name="connsiteX16" fmla="*/ 9086 w 29483"/>
                      <a:gd name="connsiteY16" fmla="*/ 24268 h 25167"/>
                      <a:gd name="connsiteX17" fmla="*/ 4363 w 29483"/>
                      <a:gd name="connsiteY17" fmla="*/ 21726 h 25167"/>
                      <a:gd name="connsiteX18" fmla="*/ 1170 w 29483"/>
                      <a:gd name="connsiteY18" fmla="*/ 17701 h 25167"/>
                      <a:gd name="connsiteX19" fmla="*/ 0 w 29483"/>
                      <a:gd name="connsiteY19" fmla="*/ 12303 h 25167"/>
                      <a:gd name="connsiteX20" fmla="*/ 3958 w 29483"/>
                      <a:gd name="connsiteY20" fmla="*/ 3240 h 25167"/>
                      <a:gd name="connsiteX21" fmla="*/ 15473 w 29483"/>
                      <a:gd name="connsiteY21" fmla="*/ 1 h 25167"/>
                      <a:gd name="connsiteX22" fmla="*/ 15473 w 29483"/>
                      <a:gd name="connsiteY22" fmla="*/ 21704 h 25167"/>
                      <a:gd name="connsiteX23" fmla="*/ 12774 w 29483"/>
                      <a:gd name="connsiteY23" fmla="*/ 3420 h 25167"/>
                      <a:gd name="connsiteX24" fmla="*/ 8906 w 29483"/>
                      <a:gd name="connsiteY24" fmla="*/ 3982 h 25167"/>
                      <a:gd name="connsiteX25" fmla="*/ 5780 w 29483"/>
                      <a:gd name="connsiteY25" fmla="*/ 5646 h 25167"/>
                      <a:gd name="connsiteX26" fmla="*/ 3666 w 29483"/>
                      <a:gd name="connsiteY26" fmla="*/ 8435 h 25167"/>
                      <a:gd name="connsiteX27" fmla="*/ 2879 w 29483"/>
                      <a:gd name="connsiteY27" fmla="*/ 12258 h 25167"/>
                      <a:gd name="connsiteX28" fmla="*/ 3688 w 29483"/>
                      <a:gd name="connsiteY28" fmla="*/ 16059 h 25167"/>
                      <a:gd name="connsiteX29" fmla="*/ 5847 w 29483"/>
                      <a:gd name="connsiteY29" fmla="*/ 18870 h 25167"/>
                      <a:gd name="connsiteX30" fmla="*/ 8973 w 29483"/>
                      <a:gd name="connsiteY30" fmla="*/ 20737 h 25167"/>
                      <a:gd name="connsiteX31" fmla="*/ 12752 w 29483"/>
                      <a:gd name="connsiteY31" fmla="*/ 21659 h 25167"/>
                      <a:gd name="connsiteX32" fmla="*/ 12752 w 29483"/>
                      <a:gd name="connsiteY32"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3" h="25167">
                        <a:moveTo>
                          <a:pt x="15473" y="21659"/>
                        </a:moveTo>
                        <a:cubicBezTo>
                          <a:pt x="16980" y="21659"/>
                          <a:pt x="18419" y="21456"/>
                          <a:pt x="19768" y="21074"/>
                        </a:cubicBezTo>
                        <a:cubicBezTo>
                          <a:pt x="21118" y="20669"/>
                          <a:pt x="22287" y="20085"/>
                          <a:pt x="23277" y="19320"/>
                        </a:cubicBezTo>
                        <a:cubicBezTo>
                          <a:pt x="24266" y="18555"/>
                          <a:pt x="25053" y="17566"/>
                          <a:pt x="25661" y="16374"/>
                        </a:cubicBezTo>
                        <a:cubicBezTo>
                          <a:pt x="26245" y="15182"/>
                          <a:pt x="26560" y="13810"/>
                          <a:pt x="26560" y="12281"/>
                        </a:cubicBezTo>
                        <a:cubicBezTo>
                          <a:pt x="26560" y="10167"/>
                          <a:pt x="25998" y="8345"/>
                          <a:pt x="24896" y="6838"/>
                        </a:cubicBezTo>
                        <a:cubicBezTo>
                          <a:pt x="23772" y="5331"/>
                          <a:pt x="22197" y="4319"/>
                          <a:pt x="20151" y="3825"/>
                        </a:cubicBezTo>
                        <a:lnTo>
                          <a:pt x="20151" y="204"/>
                        </a:lnTo>
                        <a:cubicBezTo>
                          <a:pt x="21478" y="609"/>
                          <a:pt x="22714" y="1126"/>
                          <a:pt x="23839" y="1778"/>
                        </a:cubicBezTo>
                        <a:cubicBezTo>
                          <a:pt x="24963" y="2430"/>
                          <a:pt x="25953" y="3240"/>
                          <a:pt x="26808" y="4207"/>
                        </a:cubicBezTo>
                        <a:cubicBezTo>
                          <a:pt x="27662" y="5174"/>
                          <a:pt x="28314" y="6321"/>
                          <a:pt x="28787" y="7670"/>
                        </a:cubicBezTo>
                        <a:cubicBezTo>
                          <a:pt x="29259" y="8997"/>
                          <a:pt x="29484" y="10549"/>
                          <a:pt x="29484" y="12303"/>
                        </a:cubicBezTo>
                        <a:cubicBezTo>
                          <a:pt x="29484" y="14530"/>
                          <a:pt x="29102" y="16464"/>
                          <a:pt x="28359" y="18083"/>
                        </a:cubicBezTo>
                        <a:cubicBezTo>
                          <a:pt x="27595" y="19702"/>
                          <a:pt x="26560" y="21029"/>
                          <a:pt x="25256" y="22086"/>
                        </a:cubicBezTo>
                        <a:cubicBezTo>
                          <a:pt x="23951" y="23121"/>
                          <a:pt x="22400" y="23908"/>
                          <a:pt x="20623" y="24403"/>
                        </a:cubicBezTo>
                        <a:cubicBezTo>
                          <a:pt x="18846" y="24897"/>
                          <a:pt x="16935" y="25167"/>
                          <a:pt x="14866" y="25167"/>
                        </a:cubicBezTo>
                        <a:cubicBezTo>
                          <a:pt x="12797" y="25167"/>
                          <a:pt x="10885" y="24875"/>
                          <a:pt x="9086" y="24268"/>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close/>
                        <a:moveTo>
                          <a:pt x="12774" y="3420"/>
                        </a:moveTo>
                        <a:cubicBezTo>
                          <a:pt x="11402" y="3420"/>
                          <a:pt x="10120" y="3600"/>
                          <a:pt x="8906" y="3982"/>
                        </a:cubicBezTo>
                        <a:cubicBezTo>
                          <a:pt x="7692" y="4364"/>
                          <a:pt x="6657" y="4927"/>
                          <a:pt x="5780" y="5646"/>
                        </a:cubicBezTo>
                        <a:cubicBezTo>
                          <a:pt x="4903" y="6388"/>
                          <a:pt x="4206" y="7310"/>
                          <a:pt x="3666" y="8435"/>
                        </a:cubicBezTo>
                        <a:cubicBezTo>
                          <a:pt x="3149" y="9559"/>
                          <a:pt x="2879" y="10819"/>
                          <a:pt x="2879" y="12258"/>
                        </a:cubicBezTo>
                        <a:cubicBezTo>
                          <a:pt x="2879" y="13697"/>
                          <a:pt x="3149" y="14957"/>
                          <a:pt x="3688" y="16059"/>
                        </a:cubicBezTo>
                        <a:cubicBezTo>
                          <a:pt x="4228" y="17161"/>
                          <a:pt x="4948" y="18083"/>
                          <a:pt x="5847" y="18870"/>
                        </a:cubicBezTo>
                        <a:cubicBezTo>
                          <a:pt x="6747" y="19635"/>
                          <a:pt x="7782" y="20264"/>
                          <a:pt x="8973" y="20737"/>
                        </a:cubicBezTo>
                        <a:cubicBezTo>
                          <a:pt x="10165" y="21209"/>
                          <a:pt x="11425" y="21501"/>
                          <a:pt x="12752" y="21659"/>
                        </a:cubicBezTo>
                        <a:lnTo>
                          <a:pt x="12752" y="3420"/>
                        </a:lnTo>
                        <a:close/>
                      </a:path>
                    </a:pathLst>
                  </a:custGeom>
                  <a:solidFill>
                    <a:srgbClr val="231F20"/>
                  </a:solidFill>
                  <a:ln w="2249" cap="flat">
                    <a:noFill/>
                    <a:prstDash val="solid"/>
                    <a:miter/>
                  </a:ln>
                </p:spPr>
                <p:txBody>
                  <a:bodyPr rtlCol="0" anchor="ctr"/>
                  <a:lstStyle/>
                  <a:p>
                    <a:endParaRPr lang="en-US"/>
                  </a:p>
                </p:txBody>
              </p:sp>
              <p:sp>
                <p:nvSpPr>
                  <p:cNvPr id="1094" name="Freeform 1093">
                    <a:extLst>
                      <a:ext uri="{FF2B5EF4-FFF2-40B4-BE49-F238E27FC236}">
                        <a16:creationId xmlns:a16="http://schemas.microsoft.com/office/drawing/2014/main" id="{E349FEB5-0395-7368-2F63-F3A4F4A83628}"/>
                      </a:ext>
                    </a:extLst>
                  </p:cNvPr>
                  <p:cNvSpPr/>
                  <p:nvPr/>
                </p:nvSpPr>
                <p:spPr>
                  <a:xfrm>
                    <a:off x="4519616" y="2390746"/>
                    <a:ext cx="28719" cy="12481"/>
                  </a:xfrm>
                  <a:custGeom>
                    <a:avLst/>
                    <a:gdLst>
                      <a:gd name="connsiteX0" fmla="*/ 28719 w 28719"/>
                      <a:gd name="connsiteY0" fmla="*/ 9243 h 12481"/>
                      <a:gd name="connsiteX1" fmla="*/ 28719 w 28719"/>
                      <a:gd name="connsiteY1" fmla="*/ 12482 h 12481"/>
                      <a:gd name="connsiteX2" fmla="*/ 765 w 28719"/>
                      <a:gd name="connsiteY2" fmla="*/ 12482 h 12481"/>
                      <a:gd name="connsiteX3" fmla="*/ 765 w 28719"/>
                      <a:gd name="connsiteY3" fmla="*/ 9243 h 12481"/>
                      <a:gd name="connsiteX4" fmla="*/ 6005 w 28719"/>
                      <a:gd name="connsiteY4" fmla="*/ 9243 h 12481"/>
                      <a:gd name="connsiteX5" fmla="*/ 6005 w 28719"/>
                      <a:gd name="connsiteY5" fmla="*/ 9131 h 12481"/>
                      <a:gd name="connsiteX6" fmla="*/ 1327 w 28719"/>
                      <a:gd name="connsiteY6" fmla="*/ 5645 h 12481"/>
                      <a:gd name="connsiteX7" fmla="*/ 0 w 28719"/>
                      <a:gd name="connsiteY7" fmla="*/ 0 h 12481"/>
                      <a:gd name="connsiteX8" fmla="*/ 3509 w 28719"/>
                      <a:gd name="connsiteY8" fmla="*/ 0 h 12481"/>
                      <a:gd name="connsiteX9" fmla="*/ 4363 w 28719"/>
                      <a:gd name="connsiteY9" fmla="*/ 4543 h 12481"/>
                      <a:gd name="connsiteX10" fmla="*/ 6837 w 28719"/>
                      <a:gd name="connsiteY10" fmla="*/ 7377 h 12481"/>
                      <a:gd name="connsiteX11" fmla="*/ 10525 w 28719"/>
                      <a:gd name="connsiteY11" fmla="*/ 8838 h 12481"/>
                      <a:gd name="connsiteX12" fmla="*/ 14978 w 28719"/>
                      <a:gd name="connsiteY12" fmla="*/ 9243 h 12481"/>
                      <a:gd name="connsiteX13" fmla="*/ 28697 w 28719"/>
                      <a:gd name="connsiteY13" fmla="*/ 9243 h 1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719" h="12481">
                        <a:moveTo>
                          <a:pt x="28719" y="9243"/>
                        </a:moveTo>
                        <a:lnTo>
                          <a:pt x="28719" y="12482"/>
                        </a:lnTo>
                        <a:lnTo>
                          <a:pt x="765" y="12482"/>
                        </a:lnTo>
                        <a:lnTo>
                          <a:pt x="765" y="9243"/>
                        </a:lnTo>
                        <a:lnTo>
                          <a:pt x="6005" y="9243"/>
                        </a:lnTo>
                        <a:lnTo>
                          <a:pt x="6005" y="9131"/>
                        </a:lnTo>
                        <a:cubicBezTo>
                          <a:pt x="3778" y="8231"/>
                          <a:pt x="2226" y="7062"/>
                          <a:pt x="1327" y="5645"/>
                        </a:cubicBezTo>
                        <a:cubicBezTo>
                          <a:pt x="450" y="4228"/>
                          <a:pt x="0" y="2339"/>
                          <a:pt x="0" y="0"/>
                        </a:cubicBezTo>
                        <a:lnTo>
                          <a:pt x="3509" y="0"/>
                        </a:lnTo>
                        <a:cubicBezTo>
                          <a:pt x="3463" y="1844"/>
                          <a:pt x="3756" y="3351"/>
                          <a:pt x="4363" y="4543"/>
                        </a:cubicBezTo>
                        <a:cubicBezTo>
                          <a:pt x="4970" y="5735"/>
                          <a:pt x="5802" y="6679"/>
                          <a:pt x="6837" y="7377"/>
                        </a:cubicBezTo>
                        <a:cubicBezTo>
                          <a:pt x="7871" y="8074"/>
                          <a:pt x="9108" y="8569"/>
                          <a:pt x="10525" y="8838"/>
                        </a:cubicBezTo>
                        <a:cubicBezTo>
                          <a:pt x="11942" y="9108"/>
                          <a:pt x="13426" y="9243"/>
                          <a:pt x="14978" y="9243"/>
                        </a:cubicBezTo>
                        <a:lnTo>
                          <a:pt x="28697" y="9243"/>
                        </a:lnTo>
                        <a:close/>
                      </a:path>
                    </a:pathLst>
                  </a:custGeom>
                  <a:solidFill>
                    <a:srgbClr val="231F20"/>
                  </a:solidFill>
                  <a:ln w="2249" cap="flat">
                    <a:noFill/>
                    <a:prstDash val="solid"/>
                    <a:miter/>
                  </a:ln>
                </p:spPr>
                <p:txBody>
                  <a:bodyPr rtlCol="0" anchor="ctr"/>
                  <a:lstStyle/>
                  <a:p>
                    <a:endParaRPr lang="en-US"/>
                  </a:p>
                </p:txBody>
              </p:sp>
            </p:grpSp>
            <p:grpSp>
              <p:nvGrpSpPr>
                <p:cNvPr id="314" name="Graphic 4479">
                  <a:extLst>
                    <a:ext uri="{FF2B5EF4-FFF2-40B4-BE49-F238E27FC236}">
                      <a16:creationId xmlns:a16="http://schemas.microsoft.com/office/drawing/2014/main" id="{009D6CAE-5025-CC5B-B856-E6240CB961E8}"/>
                    </a:ext>
                  </a:extLst>
                </p:cNvPr>
                <p:cNvGrpSpPr/>
                <p:nvPr/>
              </p:nvGrpSpPr>
              <p:grpSpPr>
                <a:xfrm>
                  <a:off x="5863870" y="5398336"/>
                  <a:ext cx="148435" cy="569074"/>
                  <a:chOff x="4516063" y="2772034"/>
                  <a:chExt cx="39649" cy="152007"/>
                </a:xfrm>
                <a:solidFill>
                  <a:srgbClr val="231F20"/>
                </a:solidFill>
              </p:grpSpPr>
              <p:sp>
                <p:nvSpPr>
                  <p:cNvPr id="315" name="Freeform 314">
                    <a:extLst>
                      <a:ext uri="{FF2B5EF4-FFF2-40B4-BE49-F238E27FC236}">
                        <a16:creationId xmlns:a16="http://schemas.microsoft.com/office/drawing/2014/main" id="{F856E52E-E2C0-66DA-FCCB-CDB835961D3A}"/>
                      </a:ext>
                    </a:extLst>
                  </p:cNvPr>
                  <p:cNvSpPr/>
                  <p:nvPr/>
                </p:nvSpPr>
                <p:spPr>
                  <a:xfrm>
                    <a:off x="4526183" y="2902001"/>
                    <a:ext cx="29438" cy="22039"/>
                  </a:xfrm>
                  <a:custGeom>
                    <a:avLst/>
                    <a:gdLst>
                      <a:gd name="connsiteX0" fmla="*/ 19993 w 29438"/>
                      <a:gd name="connsiteY0" fmla="*/ 18734 h 22039"/>
                      <a:gd name="connsiteX1" fmla="*/ 25098 w 29438"/>
                      <a:gd name="connsiteY1" fmla="*/ 16013 h 22039"/>
                      <a:gd name="connsiteX2" fmla="*/ 26583 w 29438"/>
                      <a:gd name="connsiteY2" fmla="*/ 10368 h 22039"/>
                      <a:gd name="connsiteX3" fmla="*/ 26155 w 29438"/>
                      <a:gd name="connsiteY3" fmla="*/ 7287 h 22039"/>
                      <a:gd name="connsiteX4" fmla="*/ 24986 w 29438"/>
                      <a:gd name="connsiteY4" fmla="*/ 5150 h 22039"/>
                      <a:gd name="connsiteX5" fmla="*/ 23344 w 29438"/>
                      <a:gd name="connsiteY5" fmla="*/ 3891 h 22039"/>
                      <a:gd name="connsiteX6" fmla="*/ 21410 w 29438"/>
                      <a:gd name="connsiteY6" fmla="*/ 3463 h 22039"/>
                      <a:gd name="connsiteX7" fmla="*/ 18352 w 29438"/>
                      <a:gd name="connsiteY7" fmla="*/ 4790 h 22039"/>
                      <a:gd name="connsiteX8" fmla="*/ 16777 w 29438"/>
                      <a:gd name="connsiteY8" fmla="*/ 8119 h 22039"/>
                      <a:gd name="connsiteX9" fmla="*/ 15810 w 29438"/>
                      <a:gd name="connsiteY9" fmla="*/ 12437 h 22039"/>
                      <a:gd name="connsiteX10" fmla="*/ 14596 w 29438"/>
                      <a:gd name="connsiteY10" fmla="*/ 16755 h 22039"/>
                      <a:gd name="connsiteX11" fmla="*/ 12279 w 29438"/>
                      <a:gd name="connsiteY11" fmla="*/ 20083 h 22039"/>
                      <a:gd name="connsiteX12" fmla="*/ 8006 w 29438"/>
                      <a:gd name="connsiteY12" fmla="*/ 21410 h 22039"/>
                      <a:gd name="connsiteX13" fmla="*/ 2249 w 29438"/>
                      <a:gd name="connsiteY13" fmla="*/ 18846 h 22039"/>
                      <a:gd name="connsiteX14" fmla="*/ 0 w 29438"/>
                      <a:gd name="connsiteY14" fmla="*/ 11582 h 22039"/>
                      <a:gd name="connsiteX15" fmla="*/ 2024 w 29438"/>
                      <a:gd name="connsiteY15" fmla="*/ 4206 h 22039"/>
                      <a:gd name="connsiteX16" fmla="*/ 8794 w 29438"/>
                      <a:gd name="connsiteY16" fmla="*/ 787 h 22039"/>
                      <a:gd name="connsiteX17" fmla="*/ 8794 w 29438"/>
                      <a:gd name="connsiteY17" fmla="*/ 4071 h 22039"/>
                      <a:gd name="connsiteX18" fmla="*/ 4228 w 29438"/>
                      <a:gd name="connsiteY18" fmla="*/ 6522 h 22039"/>
                      <a:gd name="connsiteX19" fmla="*/ 2901 w 29438"/>
                      <a:gd name="connsiteY19" fmla="*/ 11627 h 22039"/>
                      <a:gd name="connsiteX20" fmla="*/ 4228 w 29438"/>
                      <a:gd name="connsiteY20" fmla="*/ 16327 h 22039"/>
                      <a:gd name="connsiteX21" fmla="*/ 7714 w 29438"/>
                      <a:gd name="connsiteY21" fmla="*/ 17947 h 22039"/>
                      <a:gd name="connsiteX22" fmla="*/ 10593 w 29438"/>
                      <a:gd name="connsiteY22" fmla="*/ 16620 h 22039"/>
                      <a:gd name="connsiteX23" fmla="*/ 12212 w 29438"/>
                      <a:gd name="connsiteY23" fmla="*/ 13291 h 22039"/>
                      <a:gd name="connsiteX24" fmla="*/ 13314 w 29438"/>
                      <a:gd name="connsiteY24" fmla="*/ 8973 h 22039"/>
                      <a:gd name="connsiteX25" fmla="*/ 14686 w 29438"/>
                      <a:gd name="connsiteY25" fmla="*/ 4655 h 22039"/>
                      <a:gd name="connsiteX26" fmla="*/ 17092 w 29438"/>
                      <a:gd name="connsiteY26" fmla="*/ 1327 h 22039"/>
                      <a:gd name="connsiteX27" fmla="*/ 21298 w 29438"/>
                      <a:gd name="connsiteY27" fmla="*/ 0 h 22039"/>
                      <a:gd name="connsiteX28" fmla="*/ 24829 w 29438"/>
                      <a:gd name="connsiteY28" fmla="*/ 855 h 22039"/>
                      <a:gd name="connsiteX29" fmla="*/ 27392 w 29438"/>
                      <a:gd name="connsiteY29" fmla="*/ 3239 h 22039"/>
                      <a:gd name="connsiteX30" fmla="*/ 28922 w 29438"/>
                      <a:gd name="connsiteY30" fmla="*/ 6837 h 22039"/>
                      <a:gd name="connsiteX31" fmla="*/ 29439 w 29438"/>
                      <a:gd name="connsiteY31" fmla="*/ 11402 h 22039"/>
                      <a:gd name="connsiteX32" fmla="*/ 28719 w 29438"/>
                      <a:gd name="connsiteY32" fmla="*/ 15810 h 22039"/>
                      <a:gd name="connsiteX33" fmla="*/ 26695 w 29438"/>
                      <a:gd name="connsiteY33" fmla="*/ 19071 h 22039"/>
                      <a:gd name="connsiteX34" fmla="*/ 23682 w 29438"/>
                      <a:gd name="connsiteY34" fmla="*/ 21185 h 22039"/>
                      <a:gd name="connsiteX35" fmla="*/ 19948 w 29438"/>
                      <a:gd name="connsiteY35" fmla="*/ 22040 h 22039"/>
                      <a:gd name="connsiteX36" fmla="*/ 19948 w 29438"/>
                      <a:gd name="connsiteY36" fmla="*/ 18756 h 22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9438" h="22039">
                        <a:moveTo>
                          <a:pt x="19993" y="18734"/>
                        </a:moveTo>
                        <a:cubicBezTo>
                          <a:pt x="22400" y="18239"/>
                          <a:pt x="24109" y="17317"/>
                          <a:pt x="25098" y="16013"/>
                        </a:cubicBezTo>
                        <a:cubicBezTo>
                          <a:pt x="26088" y="14708"/>
                          <a:pt x="26583" y="12819"/>
                          <a:pt x="26583" y="10368"/>
                        </a:cubicBezTo>
                        <a:cubicBezTo>
                          <a:pt x="26583" y="9176"/>
                          <a:pt x="26448" y="8164"/>
                          <a:pt x="26155" y="7287"/>
                        </a:cubicBezTo>
                        <a:cubicBezTo>
                          <a:pt x="25863" y="6432"/>
                          <a:pt x="25481" y="5712"/>
                          <a:pt x="24986" y="5150"/>
                        </a:cubicBezTo>
                        <a:cubicBezTo>
                          <a:pt x="24491" y="4588"/>
                          <a:pt x="23951" y="4161"/>
                          <a:pt x="23344" y="3891"/>
                        </a:cubicBezTo>
                        <a:cubicBezTo>
                          <a:pt x="22737" y="3598"/>
                          <a:pt x="22085" y="3463"/>
                          <a:pt x="21410" y="3463"/>
                        </a:cubicBezTo>
                        <a:cubicBezTo>
                          <a:pt x="20038" y="3463"/>
                          <a:pt x="19026" y="3913"/>
                          <a:pt x="18352" y="4790"/>
                        </a:cubicBezTo>
                        <a:cubicBezTo>
                          <a:pt x="17677" y="5667"/>
                          <a:pt x="17160" y="6769"/>
                          <a:pt x="16777" y="8119"/>
                        </a:cubicBezTo>
                        <a:cubicBezTo>
                          <a:pt x="16395" y="9468"/>
                          <a:pt x="16080" y="10885"/>
                          <a:pt x="15810" y="12437"/>
                        </a:cubicBezTo>
                        <a:cubicBezTo>
                          <a:pt x="15540" y="13989"/>
                          <a:pt x="15135" y="15428"/>
                          <a:pt x="14596" y="16755"/>
                        </a:cubicBezTo>
                        <a:cubicBezTo>
                          <a:pt x="14056" y="18082"/>
                          <a:pt x="13291" y="19184"/>
                          <a:pt x="12279" y="20083"/>
                        </a:cubicBezTo>
                        <a:cubicBezTo>
                          <a:pt x="11267" y="20983"/>
                          <a:pt x="9850" y="21410"/>
                          <a:pt x="8006" y="21410"/>
                        </a:cubicBezTo>
                        <a:cubicBezTo>
                          <a:pt x="5667" y="21410"/>
                          <a:pt x="3756" y="20556"/>
                          <a:pt x="2249" y="18846"/>
                        </a:cubicBezTo>
                        <a:cubicBezTo>
                          <a:pt x="765" y="17137"/>
                          <a:pt x="0" y="14708"/>
                          <a:pt x="0" y="11582"/>
                        </a:cubicBezTo>
                        <a:cubicBezTo>
                          <a:pt x="0" y="8456"/>
                          <a:pt x="675" y="6095"/>
                          <a:pt x="2024" y="4206"/>
                        </a:cubicBezTo>
                        <a:cubicBezTo>
                          <a:pt x="3373" y="2316"/>
                          <a:pt x="5622" y="1170"/>
                          <a:pt x="8794" y="787"/>
                        </a:cubicBezTo>
                        <a:lnTo>
                          <a:pt x="8794" y="4071"/>
                        </a:lnTo>
                        <a:cubicBezTo>
                          <a:pt x="6634" y="4363"/>
                          <a:pt x="5105" y="5173"/>
                          <a:pt x="4228" y="6522"/>
                        </a:cubicBezTo>
                        <a:cubicBezTo>
                          <a:pt x="3351" y="7871"/>
                          <a:pt x="2901" y="9581"/>
                          <a:pt x="2901" y="11627"/>
                        </a:cubicBezTo>
                        <a:cubicBezTo>
                          <a:pt x="2901" y="13674"/>
                          <a:pt x="3351" y="15248"/>
                          <a:pt x="4228" y="16327"/>
                        </a:cubicBezTo>
                        <a:cubicBezTo>
                          <a:pt x="5105" y="17407"/>
                          <a:pt x="6275" y="17947"/>
                          <a:pt x="7714" y="17947"/>
                        </a:cubicBezTo>
                        <a:cubicBezTo>
                          <a:pt x="8973" y="17947"/>
                          <a:pt x="9940" y="17497"/>
                          <a:pt x="10593" y="16620"/>
                        </a:cubicBezTo>
                        <a:cubicBezTo>
                          <a:pt x="11267" y="15743"/>
                          <a:pt x="11807" y="14641"/>
                          <a:pt x="12212" y="13291"/>
                        </a:cubicBezTo>
                        <a:cubicBezTo>
                          <a:pt x="12617" y="11964"/>
                          <a:pt x="12999" y="10525"/>
                          <a:pt x="13314" y="8973"/>
                        </a:cubicBezTo>
                        <a:cubicBezTo>
                          <a:pt x="13629" y="7422"/>
                          <a:pt x="14101" y="5982"/>
                          <a:pt x="14686" y="4655"/>
                        </a:cubicBezTo>
                        <a:cubicBezTo>
                          <a:pt x="15271" y="3328"/>
                          <a:pt x="16080" y="2227"/>
                          <a:pt x="17092" y="1327"/>
                        </a:cubicBezTo>
                        <a:cubicBezTo>
                          <a:pt x="18104" y="450"/>
                          <a:pt x="19499" y="0"/>
                          <a:pt x="21298" y="0"/>
                        </a:cubicBezTo>
                        <a:cubicBezTo>
                          <a:pt x="22624" y="0"/>
                          <a:pt x="23816" y="292"/>
                          <a:pt x="24829" y="855"/>
                        </a:cubicBezTo>
                        <a:cubicBezTo>
                          <a:pt x="25863" y="1439"/>
                          <a:pt x="26718" y="2227"/>
                          <a:pt x="27392" y="3239"/>
                        </a:cubicBezTo>
                        <a:cubicBezTo>
                          <a:pt x="28067" y="4251"/>
                          <a:pt x="28584" y="5443"/>
                          <a:pt x="28922" y="6837"/>
                        </a:cubicBezTo>
                        <a:cubicBezTo>
                          <a:pt x="29259" y="8231"/>
                          <a:pt x="29439" y="9738"/>
                          <a:pt x="29439" y="11402"/>
                        </a:cubicBezTo>
                        <a:cubicBezTo>
                          <a:pt x="29439" y="13066"/>
                          <a:pt x="29191" y="14528"/>
                          <a:pt x="28719" y="15810"/>
                        </a:cubicBezTo>
                        <a:cubicBezTo>
                          <a:pt x="28225" y="17092"/>
                          <a:pt x="27550" y="18172"/>
                          <a:pt x="26695" y="19071"/>
                        </a:cubicBezTo>
                        <a:cubicBezTo>
                          <a:pt x="25841" y="19971"/>
                          <a:pt x="24829" y="20668"/>
                          <a:pt x="23682" y="21185"/>
                        </a:cubicBezTo>
                        <a:cubicBezTo>
                          <a:pt x="22535" y="21680"/>
                          <a:pt x="21298" y="21972"/>
                          <a:pt x="19948" y="22040"/>
                        </a:cubicBezTo>
                        <a:lnTo>
                          <a:pt x="19948" y="18756"/>
                        </a:lnTo>
                        <a:close/>
                      </a:path>
                    </a:pathLst>
                  </a:custGeom>
                  <a:solidFill>
                    <a:srgbClr val="231F20"/>
                  </a:solidFill>
                  <a:ln w="2249" cap="flat">
                    <a:noFill/>
                    <a:prstDash val="solid"/>
                    <a:miter/>
                  </a:ln>
                </p:spPr>
                <p:txBody>
                  <a:bodyPr rtlCol="0" anchor="ctr"/>
                  <a:lstStyle/>
                  <a:p>
                    <a:endParaRPr lang="en-US"/>
                  </a:p>
                </p:txBody>
              </p:sp>
              <p:sp>
                <p:nvSpPr>
                  <p:cNvPr id="316" name="Freeform 315">
                    <a:extLst>
                      <a:ext uri="{FF2B5EF4-FFF2-40B4-BE49-F238E27FC236}">
                        <a16:creationId xmlns:a16="http://schemas.microsoft.com/office/drawing/2014/main" id="{C64A89EF-7FC8-80A7-8768-CD498E1D2810}"/>
                      </a:ext>
                    </a:extLst>
                  </p:cNvPr>
                  <p:cNvSpPr/>
                  <p:nvPr/>
                </p:nvSpPr>
                <p:spPr>
                  <a:xfrm>
                    <a:off x="4516063" y="2891926"/>
                    <a:ext cx="38862" cy="3238"/>
                  </a:xfrm>
                  <a:custGeom>
                    <a:avLst/>
                    <a:gdLst>
                      <a:gd name="connsiteX0" fmla="*/ 38862 w 38862"/>
                      <a:gd name="connsiteY0" fmla="*/ 3239 h 3238"/>
                      <a:gd name="connsiteX1" fmla="*/ 0 w 38862"/>
                      <a:gd name="connsiteY1" fmla="*/ 3239 h 3238"/>
                      <a:gd name="connsiteX2" fmla="*/ 0 w 38862"/>
                      <a:gd name="connsiteY2" fmla="*/ 0 h 3238"/>
                      <a:gd name="connsiteX3" fmla="*/ 38862 w 38862"/>
                      <a:gd name="connsiteY3" fmla="*/ 0 h 3238"/>
                      <a:gd name="connsiteX4" fmla="*/ 38862 w 38862"/>
                      <a:gd name="connsiteY4" fmla="*/ 3239 h 3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862" h="3238">
                        <a:moveTo>
                          <a:pt x="38862" y="3239"/>
                        </a:moveTo>
                        <a:lnTo>
                          <a:pt x="0" y="3239"/>
                        </a:lnTo>
                        <a:lnTo>
                          <a:pt x="0" y="0"/>
                        </a:lnTo>
                        <a:lnTo>
                          <a:pt x="38862" y="0"/>
                        </a:lnTo>
                        <a:lnTo>
                          <a:pt x="38862" y="3239"/>
                        </a:lnTo>
                        <a:close/>
                      </a:path>
                    </a:pathLst>
                  </a:custGeom>
                  <a:solidFill>
                    <a:srgbClr val="231F20"/>
                  </a:solidFill>
                  <a:ln w="2249" cap="flat">
                    <a:noFill/>
                    <a:prstDash val="solid"/>
                    <a:miter/>
                  </a:ln>
                </p:spPr>
                <p:txBody>
                  <a:bodyPr rtlCol="0" anchor="ctr"/>
                  <a:lstStyle/>
                  <a:p>
                    <a:endParaRPr lang="en-US"/>
                  </a:p>
                </p:txBody>
              </p:sp>
              <p:sp>
                <p:nvSpPr>
                  <p:cNvPr id="317" name="Freeform 316">
                    <a:extLst>
                      <a:ext uri="{FF2B5EF4-FFF2-40B4-BE49-F238E27FC236}">
                        <a16:creationId xmlns:a16="http://schemas.microsoft.com/office/drawing/2014/main" id="{B6955204-1ADC-117A-ADCE-32BDEC0DE482}"/>
                      </a:ext>
                    </a:extLst>
                  </p:cNvPr>
                  <p:cNvSpPr/>
                  <p:nvPr/>
                </p:nvSpPr>
                <p:spPr>
                  <a:xfrm>
                    <a:off x="4526183" y="2859586"/>
                    <a:ext cx="29483" cy="25907"/>
                  </a:xfrm>
                  <a:custGeom>
                    <a:avLst/>
                    <a:gdLst>
                      <a:gd name="connsiteX0" fmla="*/ 29484 w 29483"/>
                      <a:gd name="connsiteY0" fmla="*/ 12954 h 25907"/>
                      <a:gd name="connsiteX1" fmla="*/ 28517 w 29483"/>
                      <a:gd name="connsiteY1" fmla="*/ 17992 h 25907"/>
                      <a:gd name="connsiteX2" fmla="*/ 25773 w 29483"/>
                      <a:gd name="connsiteY2" fmla="*/ 22085 h 25907"/>
                      <a:gd name="connsiteX3" fmla="*/ 21185 w 29483"/>
                      <a:gd name="connsiteY3" fmla="*/ 24873 h 25907"/>
                      <a:gd name="connsiteX4" fmla="*/ 14753 w 29483"/>
                      <a:gd name="connsiteY4" fmla="*/ 25908 h 25907"/>
                      <a:gd name="connsiteX5" fmla="*/ 8996 w 29483"/>
                      <a:gd name="connsiteY5" fmla="*/ 25098 h 25907"/>
                      <a:gd name="connsiteX6" fmla="*/ 4318 w 29483"/>
                      <a:gd name="connsiteY6" fmla="*/ 22669 h 25907"/>
                      <a:gd name="connsiteX7" fmla="*/ 1170 w 29483"/>
                      <a:gd name="connsiteY7" fmla="*/ 18621 h 25907"/>
                      <a:gd name="connsiteX8" fmla="*/ 0 w 29483"/>
                      <a:gd name="connsiteY8" fmla="*/ 12954 h 25907"/>
                      <a:gd name="connsiteX9" fmla="*/ 1170 w 29483"/>
                      <a:gd name="connsiteY9" fmla="*/ 7242 h 25907"/>
                      <a:gd name="connsiteX10" fmla="*/ 4296 w 29483"/>
                      <a:gd name="connsiteY10" fmla="*/ 3193 h 25907"/>
                      <a:gd name="connsiteX11" fmla="*/ 8973 w 29483"/>
                      <a:gd name="connsiteY11" fmla="*/ 787 h 25907"/>
                      <a:gd name="connsiteX12" fmla="*/ 14753 w 29483"/>
                      <a:gd name="connsiteY12" fmla="*/ 0 h 25907"/>
                      <a:gd name="connsiteX13" fmla="*/ 20803 w 29483"/>
                      <a:gd name="connsiteY13" fmla="*/ 922 h 25907"/>
                      <a:gd name="connsiteX14" fmla="*/ 25436 w 29483"/>
                      <a:gd name="connsiteY14" fmla="*/ 3531 h 25907"/>
                      <a:gd name="connsiteX15" fmla="*/ 28427 w 29483"/>
                      <a:gd name="connsiteY15" fmla="*/ 7624 h 25907"/>
                      <a:gd name="connsiteX16" fmla="*/ 29484 w 29483"/>
                      <a:gd name="connsiteY16" fmla="*/ 12932 h 25907"/>
                      <a:gd name="connsiteX17" fmla="*/ 14753 w 29483"/>
                      <a:gd name="connsiteY17" fmla="*/ 3463 h 25907"/>
                      <a:gd name="connsiteX18" fmla="*/ 10120 w 29483"/>
                      <a:gd name="connsiteY18" fmla="*/ 4003 h 25907"/>
                      <a:gd name="connsiteX19" fmla="*/ 6364 w 29483"/>
                      <a:gd name="connsiteY19" fmla="*/ 5667 h 25907"/>
                      <a:gd name="connsiteX20" fmla="*/ 3846 w 29483"/>
                      <a:gd name="connsiteY20" fmla="*/ 8591 h 25907"/>
                      <a:gd name="connsiteX21" fmla="*/ 2924 w 29483"/>
                      <a:gd name="connsiteY21" fmla="*/ 12954 h 25907"/>
                      <a:gd name="connsiteX22" fmla="*/ 3913 w 29483"/>
                      <a:gd name="connsiteY22" fmla="*/ 17294 h 25907"/>
                      <a:gd name="connsiteX23" fmla="*/ 6567 w 29483"/>
                      <a:gd name="connsiteY23" fmla="*/ 20241 h 25907"/>
                      <a:gd name="connsiteX24" fmla="*/ 10345 w 29483"/>
                      <a:gd name="connsiteY24" fmla="*/ 21905 h 25907"/>
                      <a:gd name="connsiteX25" fmla="*/ 14753 w 29483"/>
                      <a:gd name="connsiteY25" fmla="*/ 22445 h 25907"/>
                      <a:gd name="connsiteX26" fmla="*/ 19521 w 29483"/>
                      <a:gd name="connsiteY26" fmla="*/ 21815 h 25907"/>
                      <a:gd name="connsiteX27" fmla="*/ 23277 w 29483"/>
                      <a:gd name="connsiteY27" fmla="*/ 20016 h 25907"/>
                      <a:gd name="connsiteX28" fmla="*/ 25705 w 29483"/>
                      <a:gd name="connsiteY28" fmla="*/ 17047 h 25907"/>
                      <a:gd name="connsiteX29" fmla="*/ 26560 w 29483"/>
                      <a:gd name="connsiteY29" fmla="*/ 12954 h 25907"/>
                      <a:gd name="connsiteX30" fmla="*/ 25571 w 29483"/>
                      <a:gd name="connsiteY30" fmla="*/ 8613 h 25907"/>
                      <a:gd name="connsiteX31" fmla="*/ 22894 w 29483"/>
                      <a:gd name="connsiteY31" fmla="*/ 5667 h 25907"/>
                      <a:gd name="connsiteX32" fmla="*/ 19116 w 29483"/>
                      <a:gd name="connsiteY32" fmla="*/ 4003 h 25907"/>
                      <a:gd name="connsiteX33" fmla="*/ 14753 w 29483"/>
                      <a:gd name="connsiteY33" fmla="*/ 3463 h 259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9483" h="25907">
                        <a:moveTo>
                          <a:pt x="29484" y="12954"/>
                        </a:moveTo>
                        <a:cubicBezTo>
                          <a:pt x="29439" y="14753"/>
                          <a:pt x="29124" y="16440"/>
                          <a:pt x="28517" y="17992"/>
                        </a:cubicBezTo>
                        <a:cubicBezTo>
                          <a:pt x="27910" y="19566"/>
                          <a:pt x="26988" y="20915"/>
                          <a:pt x="25773" y="22085"/>
                        </a:cubicBezTo>
                        <a:cubicBezTo>
                          <a:pt x="24559" y="23254"/>
                          <a:pt x="23029" y="24176"/>
                          <a:pt x="21185" y="24873"/>
                        </a:cubicBezTo>
                        <a:cubicBezTo>
                          <a:pt x="19341" y="25548"/>
                          <a:pt x="17205" y="25908"/>
                          <a:pt x="14753" y="25908"/>
                        </a:cubicBezTo>
                        <a:cubicBezTo>
                          <a:pt x="12707" y="25908"/>
                          <a:pt x="10795" y="25638"/>
                          <a:pt x="8996" y="25098"/>
                        </a:cubicBezTo>
                        <a:cubicBezTo>
                          <a:pt x="7219" y="24559"/>
                          <a:pt x="5667" y="23749"/>
                          <a:pt x="4318" y="22669"/>
                        </a:cubicBezTo>
                        <a:cubicBezTo>
                          <a:pt x="2991" y="21590"/>
                          <a:pt x="1934" y="20241"/>
                          <a:pt x="1170" y="18621"/>
                        </a:cubicBezTo>
                        <a:cubicBezTo>
                          <a:pt x="405" y="17002"/>
                          <a:pt x="0" y="15113"/>
                          <a:pt x="0" y="12954"/>
                        </a:cubicBezTo>
                        <a:cubicBezTo>
                          <a:pt x="0" y="10795"/>
                          <a:pt x="382" y="8861"/>
                          <a:pt x="1170" y="7242"/>
                        </a:cubicBezTo>
                        <a:cubicBezTo>
                          <a:pt x="1934" y="5622"/>
                          <a:pt x="2991" y="4273"/>
                          <a:pt x="4296" y="3193"/>
                        </a:cubicBezTo>
                        <a:cubicBezTo>
                          <a:pt x="5600" y="2114"/>
                          <a:pt x="7174" y="1304"/>
                          <a:pt x="8973" y="787"/>
                        </a:cubicBezTo>
                        <a:cubicBezTo>
                          <a:pt x="10773" y="270"/>
                          <a:pt x="12707" y="0"/>
                          <a:pt x="14753" y="0"/>
                        </a:cubicBezTo>
                        <a:cubicBezTo>
                          <a:pt x="16980" y="0"/>
                          <a:pt x="19004" y="315"/>
                          <a:pt x="20803" y="922"/>
                        </a:cubicBezTo>
                        <a:cubicBezTo>
                          <a:pt x="22602" y="1529"/>
                          <a:pt x="24154" y="2406"/>
                          <a:pt x="25436" y="3531"/>
                        </a:cubicBezTo>
                        <a:cubicBezTo>
                          <a:pt x="26740" y="4655"/>
                          <a:pt x="27730" y="6027"/>
                          <a:pt x="28427" y="7624"/>
                        </a:cubicBezTo>
                        <a:cubicBezTo>
                          <a:pt x="29124" y="9221"/>
                          <a:pt x="29484" y="10997"/>
                          <a:pt x="29484" y="12932"/>
                        </a:cubicBezTo>
                        <a:close/>
                        <a:moveTo>
                          <a:pt x="14753" y="3463"/>
                        </a:moveTo>
                        <a:cubicBezTo>
                          <a:pt x="13089" y="3463"/>
                          <a:pt x="11560" y="3643"/>
                          <a:pt x="10120" y="4003"/>
                        </a:cubicBezTo>
                        <a:cubicBezTo>
                          <a:pt x="8681" y="4363"/>
                          <a:pt x="7422" y="4925"/>
                          <a:pt x="6364" y="5667"/>
                        </a:cubicBezTo>
                        <a:cubicBezTo>
                          <a:pt x="5308" y="6432"/>
                          <a:pt x="4475" y="7399"/>
                          <a:pt x="3846" y="8591"/>
                        </a:cubicBezTo>
                        <a:cubicBezTo>
                          <a:pt x="3238" y="9783"/>
                          <a:pt x="2924" y="11245"/>
                          <a:pt x="2924" y="12954"/>
                        </a:cubicBezTo>
                        <a:cubicBezTo>
                          <a:pt x="2924" y="14663"/>
                          <a:pt x="3261" y="16103"/>
                          <a:pt x="3913" y="17294"/>
                        </a:cubicBezTo>
                        <a:cubicBezTo>
                          <a:pt x="4588" y="18509"/>
                          <a:pt x="5465" y="19476"/>
                          <a:pt x="6567" y="20241"/>
                        </a:cubicBezTo>
                        <a:cubicBezTo>
                          <a:pt x="7669" y="21005"/>
                          <a:pt x="8928" y="21545"/>
                          <a:pt x="10345" y="21905"/>
                        </a:cubicBezTo>
                        <a:cubicBezTo>
                          <a:pt x="11762" y="22265"/>
                          <a:pt x="13224" y="22445"/>
                          <a:pt x="14753" y="22445"/>
                        </a:cubicBezTo>
                        <a:cubicBezTo>
                          <a:pt x="16485" y="22445"/>
                          <a:pt x="18082" y="22242"/>
                          <a:pt x="19521" y="21815"/>
                        </a:cubicBezTo>
                        <a:cubicBezTo>
                          <a:pt x="20983" y="21410"/>
                          <a:pt x="22220" y="20803"/>
                          <a:pt x="23277" y="20016"/>
                        </a:cubicBezTo>
                        <a:cubicBezTo>
                          <a:pt x="24334" y="19229"/>
                          <a:pt x="25121" y="18239"/>
                          <a:pt x="25705" y="17047"/>
                        </a:cubicBezTo>
                        <a:cubicBezTo>
                          <a:pt x="26290" y="15855"/>
                          <a:pt x="26560" y="14483"/>
                          <a:pt x="26560" y="12954"/>
                        </a:cubicBezTo>
                        <a:cubicBezTo>
                          <a:pt x="26560" y="11267"/>
                          <a:pt x="26223" y="9805"/>
                          <a:pt x="25571" y="8613"/>
                        </a:cubicBezTo>
                        <a:cubicBezTo>
                          <a:pt x="24896" y="7399"/>
                          <a:pt x="24019" y="6432"/>
                          <a:pt x="22894" y="5667"/>
                        </a:cubicBezTo>
                        <a:cubicBezTo>
                          <a:pt x="21770" y="4903"/>
                          <a:pt x="20510" y="4363"/>
                          <a:pt x="19116" y="4003"/>
                        </a:cubicBezTo>
                        <a:cubicBezTo>
                          <a:pt x="17722" y="3643"/>
                          <a:pt x="16260" y="3463"/>
                          <a:pt x="14753" y="3463"/>
                        </a:cubicBezTo>
                        <a:close/>
                      </a:path>
                    </a:pathLst>
                  </a:custGeom>
                  <a:solidFill>
                    <a:srgbClr val="231F20"/>
                  </a:solidFill>
                  <a:ln w="2249" cap="flat">
                    <a:noFill/>
                    <a:prstDash val="solid"/>
                    <a:miter/>
                  </a:ln>
                </p:spPr>
                <p:txBody>
                  <a:bodyPr rtlCol="0" anchor="ctr"/>
                  <a:lstStyle/>
                  <a:p>
                    <a:endParaRPr lang="en-US"/>
                  </a:p>
                </p:txBody>
              </p:sp>
              <p:sp>
                <p:nvSpPr>
                  <p:cNvPr id="318" name="Freeform 317">
                    <a:extLst>
                      <a:ext uri="{FF2B5EF4-FFF2-40B4-BE49-F238E27FC236}">
                        <a16:creationId xmlns:a16="http://schemas.microsoft.com/office/drawing/2014/main" id="{600F5E27-AF73-58ED-537A-DCC1582FDCE1}"/>
                      </a:ext>
                    </a:extLst>
                  </p:cNvPr>
                  <p:cNvSpPr/>
                  <p:nvPr/>
                </p:nvSpPr>
                <p:spPr>
                  <a:xfrm>
                    <a:off x="4526970" y="2819397"/>
                    <a:ext cx="27954" cy="37355"/>
                  </a:xfrm>
                  <a:custGeom>
                    <a:avLst/>
                    <a:gdLst>
                      <a:gd name="connsiteX0" fmla="*/ 23637 w 27954"/>
                      <a:gd name="connsiteY0" fmla="*/ 10615 h 37355"/>
                      <a:gd name="connsiteX1" fmla="*/ 0 w 27954"/>
                      <a:gd name="connsiteY1" fmla="*/ 3283 h 37355"/>
                      <a:gd name="connsiteX2" fmla="*/ 0 w 27954"/>
                      <a:gd name="connsiteY2" fmla="*/ 0 h 37355"/>
                      <a:gd name="connsiteX3" fmla="*/ 27955 w 27954"/>
                      <a:gd name="connsiteY3" fmla="*/ 9063 h 37355"/>
                      <a:gd name="connsiteX4" fmla="*/ 27955 w 27954"/>
                      <a:gd name="connsiteY4" fmla="*/ 12527 h 37355"/>
                      <a:gd name="connsiteX5" fmla="*/ 4475 w 27954"/>
                      <a:gd name="connsiteY5" fmla="*/ 18621 h 37355"/>
                      <a:gd name="connsiteX6" fmla="*/ 4475 w 27954"/>
                      <a:gd name="connsiteY6" fmla="*/ 18734 h 37355"/>
                      <a:gd name="connsiteX7" fmla="*/ 27955 w 27954"/>
                      <a:gd name="connsiteY7" fmla="*/ 24941 h 37355"/>
                      <a:gd name="connsiteX8" fmla="*/ 27955 w 27954"/>
                      <a:gd name="connsiteY8" fmla="*/ 28832 h 37355"/>
                      <a:gd name="connsiteX9" fmla="*/ 0 w 27954"/>
                      <a:gd name="connsiteY9" fmla="*/ 37355 h 37355"/>
                      <a:gd name="connsiteX10" fmla="*/ 0 w 27954"/>
                      <a:gd name="connsiteY10" fmla="*/ 34117 h 37355"/>
                      <a:gd name="connsiteX11" fmla="*/ 23861 w 27954"/>
                      <a:gd name="connsiteY11" fmla="*/ 26875 h 37355"/>
                      <a:gd name="connsiteX12" fmla="*/ 0 w 27954"/>
                      <a:gd name="connsiteY12" fmla="*/ 20398 h 37355"/>
                      <a:gd name="connsiteX13" fmla="*/ 0 w 27954"/>
                      <a:gd name="connsiteY13" fmla="*/ 16777 h 37355"/>
                      <a:gd name="connsiteX14" fmla="*/ 23637 w 27954"/>
                      <a:gd name="connsiteY14" fmla="*/ 10615 h 37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7954" h="37355">
                        <a:moveTo>
                          <a:pt x="23637" y="10615"/>
                        </a:moveTo>
                        <a:lnTo>
                          <a:pt x="0" y="3283"/>
                        </a:lnTo>
                        <a:lnTo>
                          <a:pt x="0" y="0"/>
                        </a:lnTo>
                        <a:lnTo>
                          <a:pt x="27955" y="9063"/>
                        </a:lnTo>
                        <a:lnTo>
                          <a:pt x="27955" y="12527"/>
                        </a:lnTo>
                        <a:lnTo>
                          <a:pt x="4475" y="18621"/>
                        </a:lnTo>
                        <a:lnTo>
                          <a:pt x="4475" y="18734"/>
                        </a:lnTo>
                        <a:lnTo>
                          <a:pt x="27955" y="24941"/>
                        </a:lnTo>
                        <a:lnTo>
                          <a:pt x="27955" y="28832"/>
                        </a:lnTo>
                        <a:lnTo>
                          <a:pt x="0" y="37355"/>
                        </a:lnTo>
                        <a:lnTo>
                          <a:pt x="0" y="34117"/>
                        </a:lnTo>
                        <a:lnTo>
                          <a:pt x="23861" y="26875"/>
                        </a:lnTo>
                        <a:lnTo>
                          <a:pt x="0" y="20398"/>
                        </a:lnTo>
                        <a:lnTo>
                          <a:pt x="0" y="16777"/>
                        </a:lnTo>
                        <a:lnTo>
                          <a:pt x="23637" y="10615"/>
                        </a:lnTo>
                        <a:close/>
                      </a:path>
                    </a:pathLst>
                  </a:custGeom>
                  <a:solidFill>
                    <a:srgbClr val="231F20"/>
                  </a:solidFill>
                  <a:ln w="2249" cap="flat">
                    <a:noFill/>
                    <a:prstDash val="solid"/>
                    <a:miter/>
                  </a:ln>
                </p:spPr>
                <p:txBody>
                  <a:bodyPr rtlCol="0" anchor="ctr"/>
                  <a:lstStyle/>
                  <a:p>
                    <a:endParaRPr lang="en-US"/>
                  </a:p>
                </p:txBody>
              </p:sp>
              <p:sp>
                <p:nvSpPr>
                  <p:cNvPr id="319" name="Freeform 318">
                    <a:extLst>
                      <a:ext uri="{FF2B5EF4-FFF2-40B4-BE49-F238E27FC236}">
                        <a16:creationId xmlns:a16="http://schemas.microsoft.com/office/drawing/2014/main" id="{FA04189A-492A-B6A5-170B-2E70142E6ED4}"/>
                      </a:ext>
                    </a:extLst>
                  </p:cNvPr>
                  <p:cNvSpPr/>
                  <p:nvPr/>
                </p:nvSpPr>
                <p:spPr>
                  <a:xfrm>
                    <a:off x="4526228" y="2791037"/>
                    <a:ext cx="29483" cy="25167"/>
                  </a:xfrm>
                  <a:custGeom>
                    <a:avLst/>
                    <a:gdLst>
                      <a:gd name="connsiteX0" fmla="*/ 15473 w 29483"/>
                      <a:gd name="connsiteY0" fmla="*/ 21659 h 25167"/>
                      <a:gd name="connsiteX1" fmla="*/ 19768 w 29483"/>
                      <a:gd name="connsiteY1" fmla="*/ 21074 h 25167"/>
                      <a:gd name="connsiteX2" fmla="*/ 23277 w 29483"/>
                      <a:gd name="connsiteY2" fmla="*/ 19320 h 25167"/>
                      <a:gd name="connsiteX3" fmla="*/ 25660 w 29483"/>
                      <a:gd name="connsiteY3" fmla="*/ 16374 h 25167"/>
                      <a:gd name="connsiteX4" fmla="*/ 26560 w 29483"/>
                      <a:gd name="connsiteY4" fmla="*/ 12281 h 25167"/>
                      <a:gd name="connsiteX5" fmla="*/ 24896 w 29483"/>
                      <a:gd name="connsiteY5" fmla="*/ 6838 h 25167"/>
                      <a:gd name="connsiteX6" fmla="*/ 20151 w 29483"/>
                      <a:gd name="connsiteY6" fmla="*/ 3825 h 25167"/>
                      <a:gd name="connsiteX7" fmla="*/ 20151 w 29483"/>
                      <a:gd name="connsiteY7" fmla="*/ 204 h 25167"/>
                      <a:gd name="connsiteX8" fmla="*/ 23839 w 29483"/>
                      <a:gd name="connsiteY8" fmla="*/ 1778 h 25167"/>
                      <a:gd name="connsiteX9" fmla="*/ 26807 w 29483"/>
                      <a:gd name="connsiteY9" fmla="*/ 4207 h 25167"/>
                      <a:gd name="connsiteX10" fmla="*/ 28787 w 29483"/>
                      <a:gd name="connsiteY10" fmla="*/ 7670 h 25167"/>
                      <a:gd name="connsiteX11" fmla="*/ 29484 w 29483"/>
                      <a:gd name="connsiteY11" fmla="*/ 12303 h 25167"/>
                      <a:gd name="connsiteX12" fmla="*/ 28359 w 29483"/>
                      <a:gd name="connsiteY12" fmla="*/ 18083 h 25167"/>
                      <a:gd name="connsiteX13" fmla="*/ 25256 w 29483"/>
                      <a:gd name="connsiteY13" fmla="*/ 22086 h 25167"/>
                      <a:gd name="connsiteX14" fmla="*/ 20623 w 29483"/>
                      <a:gd name="connsiteY14" fmla="*/ 24403 h 25167"/>
                      <a:gd name="connsiteX15" fmla="*/ 14866 w 29483"/>
                      <a:gd name="connsiteY15" fmla="*/ 25167 h 25167"/>
                      <a:gd name="connsiteX16" fmla="*/ 9086 w 29483"/>
                      <a:gd name="connsiteY16" fmla="*/ 24268 h 25167"/>
                      <a:gd name="connsiteX17" fmla="*/ 4363 w 29483"/>
                      <a:gd name="connsiteY17" fmla="*/ 21726 h 25167"/>
                      <a:gd name="connsiteX18" fmla="*/ 1170 w 29483"/>
                      <a:gd name="connsiteY18" fmla="*/ 17701 h 25167"/>
                      <a:gd name="connsiteX19" fmla="*/ 0 w 29483"/>
                      <a:gd name="connsiteY19" fmla="*/ 12303 h 25167"/>
                      <a:gd name="connsiteX20" fmla="*/ 3958 w 29483"/>
                      <a:gd name="connsiteY20" fmla="*/ 3240 h 25167"/>
                      <a:gd name="connsiteX21" fmla="*/ 15473 w 29483"/>
                      <a:gd name="connsiteY21" fmla="*/ 1 h 25167"/>
                      <a:gd name="connsiteX22" fmla="*/ 15473 w 29483"/>
                      <a:gd name="connsiteY22" fmla="*/ 21704 h 25167"/>
                      <a:gd name="connsiteX23" fmla="*/ 12774 w 29483"/>
                      <a:gd name="connsiteY23" fmla="*/ 3420 h 25167"/>
                      <a:gd name="connsiteX24" fmla="*/ 8906 w 29483"/>
                      <a:gd name="connsiteY24" fmla="*/ 3982 h 25167"/>
                      <a:gd name="connsiteX25" fmla="*/ 5780 w 29483"/>
                      <a:gd name="connsiteY25" fmla="*/ 5646 h 25167"/>
                      <a:gd name="connsiteX26" fmla="*/ 3666 w 29483"/>
                      <a:gd name="connsiteY26" fmla="*/ 8435 h 25167"/>
                      <a:gd name="connsiteX27" fmla="*/ 2879 w 29483"/>
                      <a:gd name="connsiteY27" fmla="*/ 12258 h 25167"/>
                      <a:gd name="connsiteX28" fmla="*/ 3688 w 29483"/>
                      <a:gd name="connsiteY28" fmla="*/ 16059 h 25167"/>
                      <a:gd name="connsiteX29" fmla="*/ 5847 w 29483"/>
                      <a:gd name="connsiteY29" fmla="*/ 18870 h 25167"/>
                      <a:gd name="connsiteX30" fmla="*/ 8973 w 29483"/>
                      <a:gd name="connsiteY30" fmla="*/ 20737 h 25167"/>
                      <a:gd name="connsiteX31" fmla="*/ 12751 w 29483"/>
                      <a:gd name="connsiteY31" fmla="*/ 21659 h 25167"/>
                      <a:gd name="connsiteX32" fmla="*/ 12751 w 29483"/>
                      <a:gd name="connsiteY32"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483" h="25167">
                        <a:moveTo>
                          <a:pt x="15473" y="21659"/>
                        </a:moveTo>
                        <a:cubicBezTo>
                          <a:pt x="16979" y="21659"/>
                          <a:pt x="18419" y="21456"/>
                          <a:pt x="19768" y="21074"/>
                        </a:cubicBezTo>
                        <a:cubicBezTo>
                          <a:pt x="21118" y="20669"/>
                          <a:pt x="22287" y="20085"/>
                          <a:pt x="23277" y="19320"/>
                        </a:cubicBezTo>
                        <a:cubicBezTo>
                          <a:pt x="24266" y="18555"/>
                          <a:pt x="25053" y="17566"/>
                          <a:pt x="25660" y="16374"/>
                        </a:cubicBezTo>
                        <a:cubicBezTo>
                          <a:pt x="26245" y="15182"/>
                          <a:pt x="26560" y="13810"/>
                          <a:pt x="26560" y="12281"/>
                        </a:cubicBezTo>
                        <a:cubicBezTo>
                          <a:pt x="26560" y="10167"/>
                          <a:pt x="25998" y="8345"/>
                          <a:pt x="24896" y="6838"/>
                        </a:cubicBezTo>
                        <a:cubicBezTo>
                          <a:pt x="23771" y="5331"/>
                          <a:pt x="22197" y="4319"/>
                          <a:pt x="20151" y="3825"/>
                        </a:cubicBezTo>
                        <a:lnTo>
                          <a:pt x="20151" y="204"/>
                        </a:lnTo>
                        <a:cubicBezTo>
                          <a:pt x="21477" y="609"/>
                          <a:pt x="22714" y="1126"/>
                          <a:pt x="23839" y="1778"/>
                        </a:cubicBezTo>
                        <a:cubicBezTo>
                          <a:pt x="24963" y="2430"/>
                          <a:pt x="25953" y="3240"/>
                          <a:pt x="26807" y="4207"/>
                        </a:cubicBezTo>
                        <a:cubicBezTo>
                          <a:pt x="27662" y="5174"/>
                          <a:pt x="28314" y="6321"/>
                          <a:pt x="28787" y="7670"/>
                        </a:cubicBezTo>
                        <a:cubicBezTo>
                          <a:pt x="29259" y="8997"/>
                          <a:pt x="29484" y="10549"/>
                          <a:pt x="29484" y="12303"/>
                        </a:cubicBezTo>
                        <a:cubicBezTo>
                          <a:pt x="29484" y="14530"/>
                          <a:pt x="29101" y="16464"/>
                          <a:pt x="28359" y="18083"/>
                        </a:cubicBezTo>
                        <a:cubicBezTo>
                          <a:pt x="27595" y="19702"/>
                          <a:pt x="26560" y="21029"/>
                          <a:pt x="25256" y="22086"/>
                        </a:cubicBezTo>
                        <a:cubicBezTo>
                          <a:pt x="23951" y="23121"/>
                          <a:pt x="22400" y="23908"/>
                          <a:pt x="20623" y="24403"/>
                        </a:cubicBezTo>
                        <a:cubicBezTo>
                          <a:pt x="18846" y="24897"/>
                          <a:pt x="16935" y="25167"/>
                          <a:pt x="14866" y="25167"/>
                        </a:cubicBezTo>
                        <a:cubicBezTo>
                          <a:pt x="12796" y="25167"/>
                          <a:pt x="10885" y="24875"/>
                          <a:pt x="9086" y="24268"/>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close/>
                        <a:moveTo>
                          <a:pt x="12774" y="3420"/>
                        </a:moveTo>
                        <a:cubicBezTo>
                          <a:pt x="11402" y="3420"/>
                          <a:pt x="10120" y="3600"/>
                          <a:pt x="8906" y="3982"/>
                        </a:cubicBezTo>
                        <a:cubicBezTo>
                          <a:pt x="7691" y="4364"/>
                          <a:pt x="6657" y="4927"/>
                          <a:pt x="5780" y="5646"/>
                        </a:cubicBezTo>
                        <a:cubicBezTo>
                          <a:pt x="4903" y="6388"/>
                          <a:pt x="4206" y="7310"/>
                          <a:pt x="3666" y="8435"/>
                        </a:cubicBezTo>
                        <a:cubicBezTo>
                          <a:pt x="3149" y="9559"/>
                          <a:pt x="2879" y="10819"/>
                          <a:pt x="2879" y="12258"/>
                        </a:cubicBezTo>
                        <a:cubicBezTo>
                          <a:pt x="2879" y="13697"/>
                          <a:pt x="3149" y="14957"/>
                          <a:pt x="3688" y="16059"/>
                        </a:cubicBezTo>
                        <a:cubicBezTo>
                          <a:pt x="4228" y="17161"/>
                          <a:pt x="4948" y="18083"/>
                          <a:pt x="5847" y="18870"/>
                        </a:cubicBezTo>
                        <a:cubicBezTo>
                          <a:pt x="6747" y="19635"/>
                          <a:pt x="7781" y="20264"/>
                          <a:pt x="8973" y="20737"/>
                        </a:cubicBezTo>
                        <a:cubicBezTo>
                          <a:pt x="10165" y="21209"/>
                          <a:pt x="11425" y="21501"/>
                          <a:pt x="12751" y="21659"/>
                        </a:cubicBezTo>
                        <a:lnTo>
                          <a:pt x="12751" y="3420"/>
                        </a:lnTo>
                        <a:close/>
                      </a:path>
                    </a:pathLst>
                  </a:custGeom>
                  <a:solidFill>
                    <a:srgbClr val="231F20"/>
                  </a:solidFill>
                  <a:ln w="2249" cap="flat">
                    <a:noFill/>
                    <a:prstDash val="solid"/>
                    <a:miter/>
                  </a:ln>
                </p:spPr>
                <p:txBody>
                  <a:bodyPr rtlCol="0" anchor="ctr"/>
                  <a:lstStyle/>
                  <a:p>
                    <a:endParaRPr lang="en-US"/>
                  </a:p>
                </p:txBody>
              </p:sp>
              <p:sp>
                <p:nvSpPr>
                  <p:cNvPr id="1088" name="Freeform 1087">
                    <a:extLst>
                      <a:ext uri="{FF2B5EF4-FFF2-40B4-BE49-F238E27FC236}">
                        <a16:creationId xmlns:a16="http://schemas.microsoft.com/office/drawing/2014/main" id="{B8B0C80C-F3C3-4C33-C9E3-CCEB77AFAAAA}"/>
                      </a:ext>
                    </a:extLst>
                  </p:cNvPr>
                  <p:cNvSpPr/>
                  <p:nvPr/>
                </p:nvSpPr>
                <p:spPr>
                  <a:xfrm>
                    <a:off x="4526205" y="2772034"/>
                    <a:ext cx="28719" cy="12481"/>
                  </a:xfrm>
                  <a:custGeom>
                    <a:avLst/>
                    <a:gdLst>
                      <a:gd name="connsiteX0" fmla="*/ 28719 w 28719"/>
                      <a:gd name="connsiteY0" fmla="*/ 9243 h 12481"/>
                      <a:gd name="connsiteX1" fmla="*/ 28719 w 28719"/>
                      <a:gd name="connsiteY1" fmla="*/ 12482 h 12481"/>
                      <a:gd name="connsiteX2" fmla="*/ 765 w 28719"/>
                      <a:gd name="connsiteY2" fmla="*/ 12482 h 12481"/>
                      <a:gd name="connsiteX3" fmla="*/ 765 w 28719"/>
                      <a:gd name="connsiteY3" fmla="*/ 9243 h 12481"/>
                      <a:gd name="connsiteX4" fmla="*/ 6005 w 28719"/>
                      <a:gd name="connsiteY4" fmla="*/ 9243 h 12481"/>
                      <a:gd name="connsiteX5" fmla="*/ 6005 w 28719"/>
                      <a:gd name="connsiteY5" fmla="*/ 9131 h 12481"/>
                      <a:gd name="connsiteX6" fmla="*/ 1327 w 28719"/>
                      <a:gd name="connsiteY6" fmla="*/ 5645 h 12481"/>
                      <a:gd name="connsiteX7" fmla="*/ 0 w 28719"/>
                      <a:gd name="connsiteY7" fmla="*/ 0 h 12481"/>
                      <a:gd name="connsiteX8" fmla="*/ 3508 w 28719"/>
                      <a:gd name="connsiteY8" fmla="*/ 0 h 12481"/>
                      <a:gd name="connsiteX9" fmla="*/ 4363 w 28719"/>
                      <a:gd name="connsiteY9" fmla="*/ 4543 h 12481"/>
                      <a:gd name="connsiteX10" fmla="*/ 6837 w 28719"/>
                      <a:gd name="connsiteY10" fmla="*/ 7377 h 12481"/>
                      <a:gd name="connsiteX11" fmla="*/ 10525 w 28719"/>
                      <a:gd name="connsiteY11" fmla="*/ 8838 h 12481"/>
                      <a:gd name="connsiteX12" fmla="*/ 14978 w 28719"/>
                      <a:gd name="connsiteY12" fmla="*/ 9243 h 12481"/>
                      <a:gd name="connsiteX13" fmla="*/ 28697 w 28719"/>
                      <a:gd name="connsiteY13" fmla="*/ 9243 h 1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719" h="12481">
                        <a:moveTo>
                          <a:pt x="28719" y="9243"/>
                        </a:moveTo>
                        <a:lnTo>
                          <a:pt x="28719" y="12482"/>
                        </a:lnTo>
                        <a:lnTo>
                          <a:pt x="765" y="12482"/>
                        </a:lnTo>
                        <a:lnTo>
                          <a:pt x="765" y="9243"/>
                        </a:lnTo>
                        <a:lnTo>
                          <a:pt x="6005" y="9243"/>
                        </a:lnTo>
                        <a:lnTo>
                          <a:pt x="6005" y="9131"/>
                        </a:lnTo>
                        <a:cubicBezTo>
                          <a:pt x="3778" y="8231"/>
                          <a:pt x="2226" y="7062"/>
                          <a:pt x="1327" y="5645"/>
                        </a:cubicBezTo>
                        <a:cubicBezTo>
                          <a:pt x="450" y="4228"/>
                          <a:pt x="0" y="2339"/>
                          <a:pt x="0" y="0"/>
                        </a:cubicBezTo>
                        <a:lnTo>
                          <a:pt x="3508" y="0"/>
                        </a:lnTo>
                        <a:cubicBezTo>
                          <a:pt x="3463" y="1844"/>
                          <a:pt x="3756" y="3351"/>
                          <a:pt x="4363" y="4543"/>
                        </a:cubicBezTo>
                        <a:cubicBezTo>
                          <a:pt x="4970" y="5735"/>
                          <a:pt x="5802" y="6679"/>
                          <a:pt x="6837" y="7377"/>
                        </a:cubicBezTo>
                        <a:cubicBezTo>
                          <a:pt x="7871" y="8074"/>
                          <a:pt x="9108" y="8569"/>
                          <a:pt x="10525" y="8838"/>
                        </a:cubicBezTo>
                        <a:cubicBezTo>
                          <a:pt x="11942" y="9108"/>
                          <a:pt x="13426" y="9243"/>
                          <a:pt x="14978" y="9243"/>
                        </a:cubicBezTo>
                        <a:lnTo>
                          <a:pt x="28697" y="9243"/>
                        </a:lnTo>
                        <a:close/>
                      </a:path>
                    </a:pathLst>
                  </a:custGeom>
                  <a:solidFill>
                    <a:srgbClr val="231F20"/>
                  </a:solidFill>
                  <a:ln w="2249" cap="flat">
                    <a:noFill/>
                    <a:prstDash val="solid"/>
                    <a:miter/>
                  </a:ln>
                </p:spPr>
                <p:txBody>
                  <a:bodyPr rtlCol="0" anchor="ctr"/>
                  <a:lstStyle/>
                  <a:p>
                    <a:endParaRPr lang="en-US"/>
                  </a:p>
                </p:txBody>
              </p:sp>
            </p:grpSp>
          </p:grpSp>
        </p:grpSp>
      </p:grpSp>
      <p:grpSp>
        <p:nvGrpSpPr>
          <p:cNvPr id="3883" name="Group 3882">
            <a:extLst>
              <a:ext uri="{FF2B5EF4-FFF2-40B4-BE49-F238E27FC236}">
                <a16:creationId xmlns:a16="http://schemas.microsoft.com/office/drawing/2014/main" id="{6B90C5FC-81DA-E058-708E-7C8FFF90BE8E}"/>
              </a:ext>
            </a:extLst>
          </p:cNvPr>
          <p:cNvGrpSpPr/>
          <p:nvPr/>
        </p:nvGrpSpPr>
        <p:grpSpPr>
          <a:xfrm>
            <a:off x="4804491" y="726660"/>
            <a:ext cx="3819405" cy="1995796"/>
            <a:chOff x="4863049" y="786193"/>
            <a:chExt cx="3819405" cy="1995796"/>
          </a:xfrm>
        </p:grpSpPr>
        <p:sp>
          <p:nvSpPr>
            <p:cNvPr id="1218" name="TextBox 1217">
              <a:extLst>
                <a:ext uri="{FF2B5EF4-FFF2-40B4-BE49-F238E27FC236}">
                  <a16:creationId xmlns:a16="http://schemas.microsoft.com/office/drawing/2014/main" id="{A4CA5E29-15D2-CE18-B0F7-7F2E39564625}"/>
                </a:ext>
              </a:extLst>
            </p:cNvPr>
            <p:cNvSpPr txBox="1"/>
            <p:nvPr/>
          </p:nvSpPr>
          <p:spPr>
            <a:xfrm>
              <a:off x="4863049" y="786193"/>
              <a:ext cx="3819405" cy="584775"/>
            </a:xfrm>
            <a:prstGeom prst="rect">
              <a:avLst/>
            </a:prstGeom>
            <a:noFill/>
          </p:spPr>
          <p:txBody>
            <a:bodyPr wrap="square">
              <a:spAutoFit/>
            </a:bodyPr>
            <a:lstStyle/>
            <a:p>
              <a:pPr marL="0" indent="0" algn="ctr">
                <a:spcAft>
                  <a:spcPts val="2400"/>
                </a:spcAft>
                <a:buNone/>
              </a:pPr>
              <a:r>
                <a:rPr lang="en-US" sz="1600" dirty="0">
                  <a:latin typeface="Helvetica" pitchFamily="2" charset="0"/>
                </a:rPr>
                <a:t>Individuals with stronger WM and EM benefit more from their interaction</a:t>
              </a:r>
            </a:p>
          </p:txBody>
        </p:sp>
        <p:grpSp>
          <p:nvGrpSpPr>
            <p:cNvPr id="1603" name="Group 1602">
              <a:extLst>
                <a:ext uri="{FF2B5EF4-FFF2-40B4-BE49-F238E27FC236}">
                  <a16:creationId xmlns:a16="http://schemas.microsoft.com/office/drawing/2014/main" id="{37275559-27BD-6A25-A757-5E642078269A}"/>
                </a:ext>
              </a:extLst>
            </p:cNvPr>
            <p:cNvGrpSpPr>
              <a:grpSpLocks noChangeAspect="1"/>
            </p:cNvGrpSpPr>
            <p:nvPr/>
          </p:nvGrpSpPr>
          <p:grpSpPr>
            <a:xfrm>
              <a:off x="5324392" y="1410389"/>
              <a:ext cx="2579455" cy="1371600"/>
              <a:chOff x="11979686" y="1483454"/>
              <a:chExt cx="7712128" cy="4100849"/>
            </a:xfrm>
          </p:grpSpPr>
          <p:sp>
            <p:nvSpPr>
              <p:cNvPr id="1361" name="Freeform 1360">
                <a:extLst>
                  <a:ext uri="{FF2B5EF4-FFF2-40B4-BE49-F238E27FC236}">
                    <a16:creationId xmlns:a16="http://schemas.microsoft.com/office/drawing/2014/main" id="{2168988B-6529-C0D5-2CC3-35CB19116C8B}"/>
                  </a:ext>
                </a:extLst>
              </p:cNvPr>
              <p:cNvSpPr/>
              <p:nvPr/>
            </p:nvSpPr>
            <p:spPr>
              <a:xfrm>
                <a:off x="12809218" y="2693478"/>
                <a:ext cx="28555" cy="23777"/>
              </a:xfrm>
              <a:custGeom>
                <a:avLst/>
                <a:gdLst>
                  <a:gd name="connsiteX0" fmla="*/ 0 w 11415"/>
                  <a:gd name="connsiteY0" fmla="*/ 0 h 9505"/>
                  <a:gd name="connsiteX1" fmla="*/ 11415 w 11415"/>
                  <a:gd name="connsiteY1" fmla="*/ 0 h 9505"/>
                </a:gdLst>
                <a:ahLst/>
                <a:cxnLst>
                  <a:cxn ang="0">
                    <a:pos x="connsiteX0" y="connsiteY0"/>
                  </a:cxn>
                  <a:cxn ang="0">
                    <a:pos x="connsiteX1" y="connsiteY1"/>
                  </a:cxn>
                </a:cxnLst>
                <a:rect l="l" t="t" r="r" b="b"/>
                <a:pathLst>
                  <a:path w="11415" h="9505">
                    <a:moveTo>
                      <a:pt x="0" y="0"/>
                    </a:moveTo>
                    <a:lnTo>
                      <a:pt x="11415" y="0"/>
                    </a:lnTo>
                  </a:path>
                </a:pathLst>
              </a:custGeom>
              <a:ln w="4753" cap="sq">
                <a:solidFill>
                  <a:srgbClr val="262626"/>
                </a:solidFill>
                <a:prstDash val="solid"/>
                <a:round/>
              </a:ln>
            </p:spPr>
            <p:txBody>
              <a:bodyPr rtlCol="0" anchor="ctr"/>
              <a:lstStyle/>
              <a:p>
                <a:endParaRPr lang="en-US"/>
              </a:p>
            </p:txBody>
          </p:sp>
          <p:sp>
            <p:nvSpPr>
              <p:cNvPr id="1362" name="Freeform 1361">
                <a:extLst>
                  <a:ext uri="{FF2B5EF4-FFF2-40B4-BE49-F238E27FC236}">
                    <a16:creationId xmlns:a16="http://schemas.microsoft.com/office/drawing/2014/main" id="{C2D8E939-DCAB-F7EF-4A30-6A118B89C58C}"/>
                  </a:ext>
                </a:extLst>
              </p:cNvPr>
              <p:cNvSpPr/>
              <p:nvPr/>
            </p:nvSpPr>
            <p:spPr>
              <a:xfrm>
                <a:off x="12809218" y="1792557"/>
                <a:ext cx="28555" cy="23777"/>
              </a:xfrm>
              <a:custGeom>
                <a:avLst/>
                <a:gdLst>
                  <a:gd name="connsiteX0" fmla="*/ 0 w 11415"/>
                  <a:gd name="connsiteY0" fmla="*/ 0 h 9505"/>
                  <a:gd name="connsiteX1" fmla="*/ 11415 w 11415"/>
                  <a:gd name="connsiteY1" fmla="*/ 0 h 9505"/>
                </a:gdLst>
                <a:ahLst/>
                <a:cxnLst>
                  <a:cxn ang="0">
                    <a:pos x="connsiteX0" y="connsiteY0"/>
                  </a:cxn>
                  <a:cxn ang="0">
                    <a:pos x="connsiteX1" y="connsiteY1"/>
                  </a:cxn>
                </a:cxnLst>
                <a:rect l="l" t="t" r="r" b="b"/>
                <a:pathLst>
                  <a:path w="11415" h="9505">
                    <a:moveTo>
                      <a:pt x="0" y="0"/>
                    </a:moveTo>
                    <a:lnTo>
                      <a:pt x="11415" y="0"/>
                    </a:lnTo>
                  </a:path>
                </a:pathLst>
              </a:custGeom>
              <a:ln w="4753" cap="sq">
                <a:solidFill>
                  <a:srgbClr val="262626"/>
                </a:solidFill>
                <a:prstDash val="solid"/>
                <a:round/>
              </a:ln>
            </p:spPr>
            <p:txBody>
              <a:bodyPr rtlCol="0" anchor="ctr"/>
              <a:lstStyle/>
              <a:p>
                <a:endParaRPr lang="en-US"/>
              </a:p>
            </p:txBody>
          </p:sp>
          <p:grpSp>
            <p:nvGrpSpPr>
              <p:cNvPr id="1363" name="Group 1362">
                <a:extLst>
                  <a:ext uri="{FF2B5EF4-FFF2-40B4-BE49-F238E27FC236}">
                    <a16:creationId xmlns:a16="http://schemas.microsoft.com/office/drawing/2014/main" id="{2D55DA2B-D355-B2EE-44E4-0A3D0F6E0397}"/>
                  </a:ext>
                </a:extLst>
              </p:cNvPr>
              <p:cNvGrpSpPr/>
              <p:nvPr/>
            </p:nvGrpSpPr>
            <p:grpSpPr>
              <a:xfrm>
                <a:off x="11979686" y="1554785"/>
                <a:ext cx="3669826" cy="4006248"/>
                <a:chOff x="1603057" y="1595802"/>
                <a:chExt cx="3669826" cy="4006248"/>
              </a:xfrm>
            </p:grpSpPr>
            <p:grpSp>
              <p:nvGrpSpPr>
                <p:cNvPr id="1364" name="Graphic 5">
                  <a:extLst>
                    <a:ext uri="{FF2B5EF4-FFF2-40B4-BE49-F238E27FC236}">
                      <a16:creationId xmlns:a16="http://schemas.microsoft.com/office/drawing/2014/main" id="{D30CE42A-3A47-FC83-C926-EC7B086CB668}"/>
                    </a:ext>
                  </a:extLst>
                </p:cNvPr>
                <p:cNvGrpSpPr/>
                <p:nvPr/>
              </p:nvGrpSpPr>
              <p:grpSpPr>
                <a:xfrm>
                  <a:off x="1603057" y="2548080"/>
                  <a:ext cx="177992" cy="1124661"/>
                  <a:chOff x="7003211" y="2457300"/>
                  <a:chExt cx="71153" cy="449587"/>
                </a:xfrm>
                <a:solidFill>
                  <a:srgbClr val="000000"/>
                </a:solidFill>
              </p:grpSpPr>
              <p:sp>
                <p:nvSpPr>
                  <p:cNvPr id="1424" name="Freeform 1423">
                    <a:extLst>
                      <a:ext uri="{FF2B5EF4-FFF2-40B4-BE49-F238E27FC236}">
                        <a16:creationId xmlns:a16="http://schemas.microsoft.com/office/drawing/2014/main" id="{3BA15086-DF61-337B-DBBC-2099EA006630}"/>
                      </a:ext>
                    </a:extLst>
                  </p:cNvPr>
                  <p:cNvSpPr/>
                  <p:nvPr/>
                </p:nvSpPr>
                <p:spPr>
                  <a:xfrm>
                    <a:off x="7004543" y="2860409"/>
                    <a:ext cx="68490" cy="46479"/>
                  </a:xfrm>
                  <a:custGeom>
                    <a:avLst/>
                    <a:gdLst>
                      <a:gd name="connsiteX0" fmla="*/ 68490 w 68490"/>
                      <a:gd name="connsiteY0" fmla="*/ 46480 h 46479"/>
                      <a:gd name="connsiteX1" fmla="*/ 0 w 68490"/>
                      <a:gd name="connsiteY1" fmla="*/ 46480 h 46479"/>
                      <a:gd name="connsiteX2" fmla="*/ 0 w 68490"/>
                      <a:gd name="connsiteY2" fmla="*/ 950 h 46479"/>
                      <a:gd name="connsiteX3" fmla="*/ 5517 w 68490"/>
                      <a:gd name="connsiteY3" fmla="*/ 950 h 46479"/>
                      <a:gd name="connsiteX4" fmla="*/ 5517 w 68490"/>
                      <a:gd name="connsiteY4" fmla="*/ 40016 h 46479"/>
                      <a:gd name="connsiteX5" fmla="*/ 30250 w 68490"/>
                      <a:gd name="connsiteY5" fmla="*/ 40016 h 46479"/>
                      <a:gd name="connsiteX6" fmla="*/ 30250 w 68490"/>
                      <a:gd name="connsiteY6" fmla="*/ 4753 h 46479"/>
                      <a:gd name="connsiteX7" fmla="*/ 35767 w 68490"/>
                      <a:gd name="connsiteY7" fmla="*/ 4753 h 46479"/>
                      <a:gd name="connsiteX8" fmla="*/ 35767 w 68490"/>
                      <a:gd name="connsiteY8" fmla="*/ 40016 h 46479"/>
                      <a:gd name="connsiteX9" fmla="*/ 62973 w 68490"/>
                      <a:gd name="connsiteY9" fmla="*/ 40016 h 46479"/>
                      <a:gd name="connsiteX10" fmla="*/ 62973 w 68490"/>
                      <a:gd name="connsiteY10" fmla="*/ 0 h 46479"/>
                      <a:gd name="connsiteX11" fmla="*/ 68490 w 68490"/>
                      <a:gd name="connsiteY11" fmla="*/ 0 h 46479"/>
                      <a:gd name="connsiteX12" fmla="*/ 68490 w 68490"/>
                      <a:gd name="connsiteY12" fmla="*/ 46480 h 46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8490" h="46479">
                        <a:moveTo>
                          <a:pt x="68490" y="46480"/>
                        </a:moveTo>
                        <a:lnTo>
                          <a:pt x="0" y="46480"/>
                        </a:lnTo>
                        <a:lnTo>
                          <a:pt x="0" y="950"/>
                        </a:lnTo>
                        <a:lnTo>
                          <a:pt x="5517" y="950"/>
                        </a:lnTo>
                        <a:lnTo>
                          <a:pt x="5517" y="40016"/>
                        </a:lnTo>
                        <a:lnTo>
                          <a:pt x="30250" y="40016"/>
                        </a:lnTo>
                        <a:lnTo>
                          <a:pt x="30250" y="4753"/>
                        </a:lnTo>
                        <a:lnTo>
                          <a:pt x="35767" y="4753"/>
                        </a:lnTo>
                        <a:lnTo>
                          <a:pt x="35767" y="40016"/>
                        </a:lnTo>
                        <a:lnTo>
                          <a:pt x="62973" y="40016"/>
                        </a:lnTo>
                        <a:lnTo>
                          <a:pt x="62973" y="0"/>
                        </a:lnTo>
                        <a:lnTo>
                          <a:pt x="68490" y="0"/>
                        </a:lnTo>
                        <a:lnTo>
                          <a:pt x="68490" y="46480"/>
                        </a:lnTo>
                        <a:close/>
                      </a:path>
                    </a:pathLst>
                  </a:custGeom>
                  <a:solidFill>
                    <a:srgbClr val="000000"/>
                  </a:solidFill>
                  <a:ln w="9506" cap="flat">
                    <a:noFill/>
                    <a:prstDash val="solid"/>
                    <a:miter/>
                  </a:ln>
                </p:spPr>
                <p:txBody>
                  <a:bodyPr rtlCol="0" anchor="ctr"/>
                  <a:lstStyle/>
                  <a:p>
                    <a:endParaRPr lang="en-US"/>
                  </a:p>
                </p:txBody>
              </p:sp>
              <p:sp>
                <p:nvSpPr>
                  <p:cNvPr id="1425" name="Freeform 1424">
                    <a:extLst>
                      <a:ext uri="{FF2B5EF4-FFF2-40B4-BE49-F238E27FC236}">
                        <a16:creationId xmlns:a16="http://schemas.microsoft.com/office/drawing/2014/main" id="{50BEFF93-3698-F6B5-E05F-B5F1DC63FD4F}"/>
                      </a:ext>
                    </a:extLst>
                  </p:cNvPr>
                  <p:cNvSpPr/>
                  <p:nvPr/>
                </p:nvSpPr>
                <p:spPr>
                  <a:xfrm>
                    <a:off x="7004543" y="2784748"/>
                    <a:ext cx="68490" cy="64349"/>
                  </a:xfrm>
                  <a:custGeom>
                    <a:avLst/>
                    <a:gdLst>
                      <a:gd name="connsiteX0" fmla="*/ 68490 w 68490"/>
                      <a:gd name="connsiteY0" fmla="*/ 64349 h 64349"/>
                      <a:gd name="connsiteX1" fmla="*/ 0 w 68490"/>
                      <a:gd name="connsiteY1" fmla="*/ 64349 h 64349"/>
                      <a:gd name="connsiteX2" fmla="*/ 0 w 68490"/>
                      <a:gd name="connsiteY2" fmla="*/ 54464 h 64349"/>
                      <a:gd name="connsiteX3" fmla="*/ 60404 w 68490"/>
                      <a:gd name="connsiteY3" fmla="*/ 32032 h 64349"/>
                      <a:gd name="connsiteX4" fmla="*/ 60404 w 68490"/>
                      <a:gd name="connsiteY4" fmla="*/ 31842 h 64349"/>
                      <a:gd name="connsiteX5" fmla="*/ 0 w 68490"/>
                      <a:gd name="connsiteY5" fmla="*/ 9790 h 64349"/>
                      <a:gd name="connsiteX6" fmla="*/ 0 w 68490"/>
                      <a:gd name="connsiteY6" fmla="*/ 0 h 64349"/>
                      <a:gd name="connsiteX7" fmla="*/ 68490 w 68490"/>
                      <a:gd name="connsiteY7" fmla="*/ 0 h 64349"/>
                      <a:gd name="connsiteX8" fmla="*/ 68490 w 68490"/>
                      <a:gd name="connsiteY8" fmla="*/ 6463 h 64349"/>
                      <a:gd name="connsiteX9" fmla="*/ 7420 w 68490"/>
                      <a:gd name="connsiteY9" fmla="*/ 6463 h 64349"/>
                      <a:gd name="connsiteX10" fmla="*/ 7420 w 68490"/>
                      <a:gd name="connsiteY10" fmla="*/ 6653 h 64349"/>
                      <a:gd name="connsiteX11" fmla="*/ 68490 w 68490"/>
                      <a:gd name="connsiteY11" fmla="*/ 29085 h 64349"/>
                      <a:gd name="connsiteX12" fmla="*/ 68490 w 68490"/>
                      <a:gd name="connsiteY12" fmla="*/ 35169 h 64349"/>
                      <a:gd name="connsiteX13" fmla="*/ 7420 w 68490"/>
                      <a:gd name="connsiteY13" fmla="*/ 57696 h 64349"/>
                      <a:gd name="connsiteX14" fmla="*/ 7420 w 68490"/>
                      <a:gd name="connsiteY14" fmla="*/ 57886 h 64349"/>
                      <a:gd name="connsiteX15" fmla="*/ 68490 w 68490"/>
                      <a:gd name="connsiteY15" fmla="*/ 57886 h 64349"/>
                      <a:gd name="connsiteX16" fmla="*/ 68490 w 68490"/>
                      <a:gd name="connsiteY16" fmla="*/ 64349 h 64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490" h="64349">
                        <a:moveTo>
                          <a:pt x="68490" y="64349"/>
                        </a:moveTo>
                        <a:lnTo>
                          <a:pt x="0" y="64349"/>
                        </a:lnTo>
                        <a:lnTo>
                          <a:pt x="0" y="54464"/>
                        </a:lnTo>
                        <a:lnTo>
                          <a:pt x="60404" y="32032"/>
                        </a:lnTo>
                        <a:lnTo>
                          <a:pt x="60404" y="31842"/>
                        </a:lnTo>
                        <a:lnTo>
                          <a:pt x="0" y="9790"/>
                        </a:lnTo>
                        <a:lnTo>
                          <a:pt x="0" y="0"/>
                        </a:lnTo>
                        <a:lnTo>
                          <a:pt x="68490" y="0"/>
                        </a:lnTo>
                        <a:lnTo>
                          <a:pt x="68490" y="6463"/>
                        </a:lnTo>
                        <a:lnTo>
                          <a:pt x="7420" y="6463"/>
                        </a:lnTo>
                        <a:lnTo>
                          <a:pt x="7420" y="6653"/>
                        </a:lnTo>
                        <a:lnTo>
                          <a:pt x="68490" y="29085"/>
                        </a:lnTo>
                        <a:lnTo>
                          <a:pt x="68490" y="35169"/>
                        </a:lnTo>
                        <a:lnTo>
                          <a:pt x="7420" y="57696"/>
                        </a:lnTo>
                        <a:lnTo>
                          <a:pt x="7420" y="57886"/>
                        </a:lnTo>
                        <a:lnTo>
                          <a:pt x="68490" y="57886"/>
                        </a:lnTo>
                        <a:lnTo>
                          <a:pt x="68490" y="64349"/>
                        </a:lnTo>
                        <a:close/>
                      </a:path>
                    </a:pathLst>
                  </a:custGeom>
                  <a:solidFill>
                    <a:srgbClr val="000000"/>
                  </a:solidFill>
                  <a:ln w="9506" cap="flat">
                    <a:noFill/>
                    <a:prstDash val="solid"/>
                    <a:miter/>
                  </a:ln>
                </p:spPr>
                <p:txBody>
                  <a:bodyPr rtlCol="0" anchor="ctr"/>
                  <a:lstStyle/>
                  <a:p>
                    <a:endParaRPr lang="en-US"/>
                  </a:p>
                </p:txBody>
              </p:sp>
              <p:sp>
                <p:nvSpPr>
                  <p:cNvPr id="1426" name="Freeform 1425">
                    <a:extLst>
                      <a:ext uri="{FF2B5EF4-FFF2-40B4-BE49-F238E27FC236}">
                        <a16:creationId xmlns:a16="http://schemas.microsoft.com/office/drawing/2014/main" id="{B0528ADB-36CD-353E-DA48-AB01021EBCED}"/>
                      </a:ext>
                    </a:extLst>
                  </p:cNvPr>
                  <p:cNvSpPr/>
                  <p:nvPr/>
                </p:nvSpPr>
                <p:spPr>
                  <a:xfrm>
                    <a:off x="7004543" y="2692930"/>
                    <a:ext cx="68585" cy="50281"/>
                  </a:xfrm>
                  <a:custGeom>
                    <a:avLst/>
                    <a:gdLst>
                      <a:gd name="connsiteX0" fmla="*/ 68490 w 68585"/>
                      <a:gd name="connsiteY0" fmla="*/ 50282 h 50281"/>
                      <a:gd name="connsiteX1" fmla="*/ 0 w 68585"/>
                      <a:gd name="connsiteY1" fmla="*/ 50282 h 50281"/>
                      <a:gd name="connsiteX2" fmla="*/ 0 w 68585"/>
                      <a:gd name="connsiteY2" fmla="*/ 25569 h 50281"/>
                      <a:gd name="connsiteX3" fmla="*/ 1237 w 68585"/>
                      <a:gd name="connsiteY3" fmla="*/ 15303 h 50281"/>
                      <a:gd name="connsiteX4" fmla="*/ 4756 w 68585"/>
                      <a:gd name="connsiteY4" fmla="*/ 8364 h 50281"/>
                      <a:gd name="connsiteX5" fmla="*/ 10273 w 68585"/>
                      <a:gd name="connsiteY5" fmla="*/ 4372 h 50281"/>
                      <a:gd name="connsiteX6" fmla="*/ 17313 w 68585"/>
                      <a:gd name="connsiteY6" fmla="*/ 3137 h 50281"/>
                      <a:gd name="connsiteX7" fmla="*/ 23496 w 68585"/>
                      <a:gd name="connsiteY7" fmla="*/ 4087 h 50281"/>
                      <a:gd name="connsiteX8" fmla="*/ 27872 w 68585"/>
                      <a:gd name="connsiteY8" fmla="*/ 6558 h 50281"/>
                      <a:gd name="connsiteX9" fmla="*/ 30630 w 68585"/>
                      <a:gd name="connsiteY9" fmla="*/ 10075 h 50281"/>
                      <a:gd name="connsiteX10" fmla="*/ 32057 w 68585"/>
                      <a:gd name="connsiteY10" fmla="*/ 14067 h 50281"/>
                      <a:gd name="connsiteX11" fmla="*/ 32247 w 68585"/>
                      <a:gd name="connsiteY11" fmla="*/ 14067 h 50281"/>
                      <a:gd name="connsiteX12" fmla="*/ 37860 w 68585"/>
                      <a:gd name="connsiteY12" fmla="*/ 3517 h 50281"/>
                      <a:gd name="connsiteX13" fmla="*/ 49275 w 68585"/>
                      <a:gd name="connsiteY13" fmla="*/ 0 h 50281"/>
                      <a:gd name="connsiteX14" fmla="*/ 58312 w 68585"/>
                      <a:gd name="connsiteY14" fmla="*/ 1711 h 50281"/>
                      <a:gd name="connsiteX15" fmla="*/ 64305 w 68585"/>
                      <a:gd name="connsiteY15" fmla="*/ 6273 h 50281"/>
                      <a:gd name="connsiteX16" fmla="*/ 67539 w 68585"/>
                      <a:gd name="connsiteY16" fmla="*/ 13402 h 50281"/>
                      <a:gd name="connsiteX17" fmla="*/ 68585 w 68585"/>
                      <a:gd name="connsiteY17" fmla="*/ 22337 h 50281"/>
                      <a:gd name="connsiteX18" fmla="*/ 68585 w 68585"/>
                      <a:gd name="connsiteY18" fmla="*/ 50282 h 50281"/>
                      <a:gd name="connsiteX19" fmla="*/ 30250 w 68585"/>
                      <a:gd name="connsiteY19" fmla="*/ 43818 h 50281"/>
                      <a:gd name="connsiteX20" fmla="*/ 30250 w 68585"/>
                      <a:gd name="connsiteY20" fmla="*/ 27470 h 50281"/>
                      <a:gd name="connsiteX21" fmla="*/ 29394 w 68585"/>
                      <a:gd name="connsiteY21" fmla="*/ 19010 h 50281"/>
                      <a:gd name="connsiteX22" fmla="*/ 26920 w 68585"/>
                      <a:gd name="connsiteY22" fmla="*/ 13497 h 50281"/>
                      <a:gd name="connsiteX23" fmla="*/ 22830 w 68585"/>
                      <a:gd name="connsiteY23" fmla="*/ 10551 h 50281"/>
                      <a:gd name="connsiteX24" fmla="*/ 17313 w 68585"/>
                      <a:gd name="connsiteY24" fmla="*/ 9695 h 50281"/>
                      <a:gd name="connsiteX25" fmla="*/ 11795 w 68585"/>
                      <a:gd name="connsiteY25" fmla="*/ 10741 h 50281"/>
                      <a:gd name="connsiteX26" fmla="*/ 8181 w 68585"/>
                      <a:gd name="connsiteY26" fmla="*/ 14067 h 50281"/>
                      <a:gd name="connsiteX27" fmla="*/ 6183 w 68585"/>
                      <a:gd name="connsiteY27" fmla="*/ 19961 h 50281"/>
                      <a:gd name="connsiteX28" fmla="*/ 5517 w 68585"/>
                      <a:gd name="connsiteY28" fmla="*/ 28895 h 50281"/>
                      <a:gd name="connsiteX29" fmla="*/ 5517 w 68585"/>
                      <a:gd name="connsiteY29" fmla="*/ 43818 h 50281"/>
                      <a:gd name="connsiteX30" fmla="*/ 30250 w 68585"/>
                      <a:gd name="connsiteY30" fmla="*/ 43818 h 50281"/>
                      <a:gd name="connsiteX31" fmla="*/ 62973 w 68585"/>
                      <a:gd name="connsiteY31" fmla="*/ 43818 h 50281"/>
                      <a:gd name="connsiteX32" fmla="*/ 62973 w 68585"/>
                      <a:gd name="connsiteY32" fmla="*/ 27375 h 50281"/>
                      <a:gd name="connsiteX33" fmla="*/ 62497 w 68585"/>
                      <a:gd name="connsiteY33" fmla="*/ 18155 h 50281"/>
                      <a:gd name="connsiteX34" fmla="*/ 60500 w 68585"/>
                      <a:gd name="connsiteY34" fmla="*/ 11596 h 50281"/>
                      <a:gd name="connsiteX35" fmla="*/ 56314 w 68585"/>
                      <a:gd name="connsiteY35" fmla="*/ 7699 h 50281"/>
                      <a:gd name="connsiteX36" fmla="*/ 49180 w 68585"/>
                      <a:gd name="connsiteY36" fmla="*/ 6463 h 50281"/>
                      <a:gd name="connsiteX37" fmla="*/ 42331 w 68585"/>
                      <a:gd name="connsiteY37" fmla="*/ 7889 h 50281"/>
                      <a:gd name="connsiteX38" fmla="*/ 38336 w 68585"/>
                      <a:gd name="connsiteY38" fmla="*/ 11976 h 50281"/>
                      <a:gd name="connsiteX39" fmla="*/ 36338 w 68585"/>
                      <a:gd name="connsiteY39" fmla="*/ 18345 h 50281"/>
                      <a:gd name="connsiteX40" fmla="*/ 35767 w 68585"/>
                      <a:gd name="connsiteY40" fmla="*/ 26614 h 50281"/>
                      <a:gd name="connsiteX41" fmla="*/ 35767 w 68585"/>
                      <a:gd name="connsiteY41" fmla="*/ 43818 h 50281"/>
                      <a:gd name="connsiteX42" fmla="*/ 62973 w 68585"/>
                      <a:gd name="connsiteY42" fmla="*/ 43818 h 50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585" h="50281">
                        <a:moveTo>
                          <a:pt x="68490" y="50282"/>
                        </a:moveTo>
                        <a:lnTo>
                          <a:pt x="0" y="50282"/>
                        </a:lnTo>
                        <a:lnTo>
                          <a:pt x="0" y="25569"/>
                        </a:lnTo>
                        <a:cubicBezTo>
                          <a:pt x="0" y="21576"/>
                          <a:pt x="380" y="18155"/>
                          <a:pt x="1237" y="15303"/>
                        </a:cubicBezTo>
                        <a:cubicBezTo>
                          <a:pt x="2093" y="12452"/>
                          <a:pt x="3234" y="10170"/>
                          <a:pt x="4756" y="8364"/>
                        </a:cubicBezTo>
                        <a:cubicBezTo>
                          <a:pt x="6278" y="6558"/>
                          <a:pt x="8085" y="5228"/>
                          <a:pt x="10273" y="4372"/>
                        </a:cubicBezTo>
                        <a:cubicBezTo>
                          <a:pt x="12366" y="3517"/>
                          <a:pt x="14744" y="3137"/>
                          <a:pt x="17313" y="3137"/>
                        </a:cubicBezTo>
                        <a:cubicBezTo>
                          <a:pt x="19881" y="3137"/>
                          <a:pt x="21784" y="3422"/>
                          <a:pt x="23496" y="4087"/>
                        </a:cubicBezTo>
                        <a:cubicBezTo>
                          <a:pt x="25208" y="4753"/>
                          <a:pt x="26730" y="5513"/>
                          <a:pt x="27872" y="6558"/>
                        </a:cubicBezTo>
                        <a:cubicBezTo>
                          <a:pt x="29013" y="7604"/>
                          <a:pt x="29964" y="8745"/>
                          <a:pt x="30630" y="10075"/>
                        </a:cubicBezTo>
                        <a:cubicBezTo>
                          <a:pt x="31296" y="11406"/>
                          <a:pt x="31772" y="12737"/>
                          <a:pt x="32057" y="14067"/>
                        </a:cubicBezTo>
                        <a:lnTo>
                          <a:pt x="32247" y="14067"/>
                        </a:lnTo>
                        <a:cubicBezTo>
                          <a:pt x="32913" y="9315"/>
                          <a:pt x="34816" y="5798"/>
                          <a:pt x="37860" y="3517"/>
                        </a:cubicBezTo>
                        <a:cubicBezTo>
                          <a:pt x="40904" y="1236"/>
                          <a:pt x="44709" y="0"/>
                          <a:pt x="49275" y="0"/>
                        </a:cubicBezTo>
                        <a:cubicBezTo>
                          <a:pt x="52795" y="0"/>
                          <a:pt x="55839" y="570"/>
                          <a:pt x="58312" y="1711"/>
                        </a:cubicBezTo>
                        <a:cubicBezTo>
                          <a:pt x="60785" y="2852"/>
                          <a:pt x="62783" y="4372"/>
                          <a:pt x="64305" y="6273"/>
                        </a:cubicBezTo>
                        <a:cubicBezTo>
                          <a:pt x="65827" y="8174"/>
                          <a:pt x="66968" y="10646"/>
                          <a:pt x="67539" y="13402"/>
                        </a:cubicBezTo>
                        <a:cubicBezTo>
                          <a:pt x="68205" y="16159"/>
                          <a:pt x="68585" y="19105"/>
                          <a:pt x="68585" y="22337"/>
                        </a:cubicBezTo>
                        <a:lnTo>
                          <a:pt x="68585" y="50282"/>
                        </a:lnTo>
                        <a:close/>
                        <a:moveTo>
                          <a:pt x="30250" y="43818"/>
                        </a:moveTo>
                        <a:lnTo>
                          <a:pt x="30250" y="27470"/>
                        </a:lnTo>
                        <a:cubicBezTo>
                          <a:pt x="30250" y="24143"/>
                          <a:pt x="29964" y="21291"/>
                          <a:pt x="29394" y="19010"/>
                        </a:cubicBezTo>
                        <a:cubicBezTo>
                          <a:pt x="28823" y="16729"/>
                          <a:pt x="27967" y="14923"/>
                          <a:pt x="26920" y="13497"/>
                        </a:cubicBezTo>
                        <a:cubicBezTo>
                          <a:pt x="25779" y="12071"/>
                          <a:pt x="24447" y="11121"/>
                          <a:pt x="22830" y="10551"/>
                        </a:cubicBezTo>
                        <a:cubicBezTo>
                          <a:pt x="21213" y="9980"/>
                          <a:pt x="19310" y="9695"/>
                          <a:pt x="17313" y="9695"/>
                        </a:cubicBezTo>
                        <a:cubicBezTo>
                          <a:pt x="15315" y="9695"/>
                          <a:pt x="13318" y="10075"/>
                          <a:pt x="11795" y="10741"/>
                        </a:cubicBezTo>
                        <a:cubicBezTo>
                          <a:pt x="10273" y="11406"/>
                          <a:pt x="9132" y="12547"/>
                          <a:pt x="8181" y="14067"/>
                        </a:cubicBezTo>
                        <a:cubicBezTo>
                          <a:pt x="7229" y="15588"/>
                          <a:pt x="6564" y="17584"/>
                          <a:pt x="6183" y="19961"/>
                        </a:cubicBezTo>
                        <a:cubicBezTo>
                          <a:pt x="5803" y="22432"/>
                          <a:pt x="5517" y="25378"/>
                          <a:pt x="5517" y="28895"/>
                        </a:cubicBezTo>
                        <a:lnTo>
                          <a:pt x="5517" y="43818"/>
                        </a:lnTo>
                        <a:lnTo>
                          <a:pt x="30250" y="43818"/>
                        </a:lnTo>
                        <a:close/>
                        <a:moveTo>
                          <a:pt x="62973" y="43818"/>
                        </a:moveTo>
                        <a:lnTo>
                          <a:pt x="62973" y="27375"/>
                        </a:lnTo>
                        <a:cubicBezTo>
                          <a:pt x="62973" y="23858"/>
                          <a:pt x="62783" y="20721"/>
                          <a:pt x="62497" y="18155"/>
                        </a:cubicBezTo>
                        <a:cubicBezTo>
                          <a:pt x="62212" y="15493"/>
                          <a:pt x="61546" y="13307"/>
                          <a:pt x="60500" y="11596"/>
                        </a:cubicBezTo>
                        <a:cubicBezTo>
                          <a:pt x="59548" y="9885"/>
                          <a:pt x="58122" y="8650"/>
                          <a:pt x="56314" y="7699"/>
                        </a:cubicBezTo>
                        <a:cubicBezTo>
                          <a:pt x="54507" y="6844"/>
                          <a:pt x="52129" y="6463"/>
                          <a:pt x="49180" y="6463"/>
                        </a:cubicBezTo>
                        <a:cubicBezTo>
                          <a:pt x="46231" y="6463"/>
                          <a:pt x="44043" y="6939"/>
                          <a:pt x="42331" y="7889"/>
                        </a:cubicBezTo>
                        <a:cubicBezTo>
                          <a:pt x="40618" y="8840"/>
                          <a:pt x="39192" y="10170"/>
                          <a:pt x="38336" y="11976"/>
                        </a:cubicBezTo>
                        <a:cubicBezTo>
                          <a:pt x="37384" y="13782"/>
                          <a:pt x="36718" y="15873"/>
                          <a:pt x="36338" y="18345"/>
                        </a:cubicBezTo>
                        <a:cubicBezTo>
                          <a:pt x="35957" y="20816"/>
                          <a:pt x="35767" y="23573"/>
                          <a:pt x="35767" y="26614"/>
                        </a:cubicBezTo>
                        <a:lnTo>
                          <a:pt x="35767" y="43818"/>
                        </a:lnTo>
                        <a:lnTo>
                          <a:pt x="62973" y="43818"/>
                        </a:lnTo>
                        <a:close/>
                      </a:path>
                    </a:pathLst>
                  </a:custGeom>
                  <a:solidFill>
                    <a:srgbClr val="000000"/>
                  </a:solidFill>
                  <a:ln w="9506" cap="flat">
                    <a:noFill/>
                    <a:prstDash val="solid"/>
                    <a:miter/>
                  </a:ln>
                </p:spPr>
                <p:txBody>
                  <a:bodyPr rtlCol="0" anchor="ctr"/>
                  <a:lstStyle/>
                  <a:p>
                    <a:endParaRPr lang="en-US"/>
                  </a:p>
                </p:txBody>
              </p:sp>
              <p:sp>
                <p:nvSpPr>
                  <p:cNvPr id="1427" name="Freeform 1426">
                    <a:extLst>
                      <a:ext uri="{FF2B5EF4-FFF2-40B4-BE49-F238E27FC236}">
                        <a16:creationId xmlns:a16="http://schemas.microsoft.com/office/drawing/2014/main" id="{EE7CF85F-EFCD-1DCB-E4F4-386712C9F4A9}"/>
                      </a:ext>
                    </a:extLst>
                  </p:cNvPr>
                  <p:cNvSpPr/>
                  <p:nvPr/>
                </p:nvSpPr>
                <p:spPr>
                  <a:xfrm>
                    <a:off x="7022427" y="2638938"/>
                    <a:ext cx="51938" cy="44391"/>
                  </a:xfrm>
                  <a:custGeom>
                    <a:avLst/>
                    <a:gdLst>
                      <a:gd name="connsiteX0" fmla="*/ 27301 w 51938"/>
                      <a:gd name="connsiteY0" fmla="*/ 38214 h 44391"/>
                      <a:gd name="connsiteX1" fmla="*/ 34816 w 51938"/>
                      <a:gd name="connsiteY1" fmla="*/ 37168 h 44391"/>
                      <a:gd name="connsiteX2" fmla="*/ 40999 w 51938"/>
                      <a:gd name="connsiteY2" fmla="*/ 34126 h 44391"/>
                      <a:gd name="connsiteX3" fmla="*/ 45185 w 51938"/>
                      <a:gd name="connsiteY3" fmla="*/ 28994 h 44391"/>
                      <a:gd name="connsiteX4" fmla="*/ 46802 w 51938"/>
                      <a:gd name="connsiteY4" fmla="*/ 21770 h 44391"/>
                      <a:gd name="connsiteX5" fmla="*/ 43853 w 51938"/>
                      <a:gd name="connsiteY5" fmla="*/ 12170 h 44391"/>
                      <a:gd name="connsiteX6" fmla="*/ 35482 w 51938"/>
                      <a:gd name="connsiteY6" fmla="*/ 6847 h 44391"/>
                      <a:gd name="connsiteX7" fmla="*/ 35482 w 51938"/>
                      <a:gd name="connsiteY7" fmla="*/ 479 h 44391"/>
                      <a:gd name="connsiteX8" fmla="*/ 41950 w 51938"/>
                      <a:gd name="connsiteY8" fmla="*/ 3235 h 44391"/>
                      <a:gd name="connsiteX9" fmla="*/ 47182 w 51938"/>
                      <a:gd name="connsiteY9" fmla="*/ 7512 h 44391"/>
                      <a:gd name="connsiteX10" fmla="*/ 50702 w 51938"/>
                      <a:gd name="connsiteY10" fmla="*/ 13596 h 44391"/>
                      <a:gd name="connsiteX11" fmla="*/ 51938 w 51938"/>
                      <a:gd name="connsiteY11" fmla="*/ 21770 h 44391"/>
                      <a:gd name="connsiteX12" fmla="*/ 49941 w 51938"/>
                      <a:gd name="connsiteY12" fmla="*/ 31940 h 44391"/>
                      <a:gd name="connsiteX13" fmla="*/ 44519 w 51938"/>
                      <a:gd name="connsiteY13" fmla="*/ 38974 h 44391"/>
                      <a:gd name="connsiteX14" fmla="*/ 36338 w 51938"/>
                      <a:gd name="connsiteY14" fmla="*/ 43061 h 44391"/>
                      <a:gd name="connsiteX15" fmla="*/ 26160 w 51938"/>
                      <a:gd name="connsiteY15" fmla="*/ 44392 h 44391"/>
                      <a:gd name="connsiteX16" fmla="*/ 15981 w 51938"/>
                      <a:gd name="connsiteY16" fmla="*/ 42776 h 44391"/>
                      <a:gd name="connsiteX17" fmla="*/ 7610 w 51938"/>
                      <a:gd name="connsiteY17" fmla="*/ 38309 h 44391"/>
                      <a:gd name="connsiteX18" fmla="*/ 1998 w 51938"/>
                      <a:gd name="connsiteY18" fmla="*/ 31180 h 44391"/>
                      <a:gd name="connsiteX19" fmla="*/ 0 w 51938"/>
                      <a:gd name="connsiteY19" fmla="*/ 21675 h 44391"/>
                      <a:gd name="connsiteX20" fmla="*/ 7039 w 51938"/>
                      <a:gd name="connsiteY20" fmla="*/ 5706 h 44391"/>
                      <a:gd name="connsiteX21" fmla="*/ 27301 w 51938"/>
                      <a:gd name="connsiteY21" fmla="*/ 3 h 44391"/>
                      <a:gd name="connsiteX22" fmla="*/ 27301 w 51938"/>
                      <a:gd name="connsiteY22" fmla="*/ 38214 h 44391"/>
                      <a:gd name="connsiteX23" fmla="*/ 22545 w 51938"/>
                      <a:gd name="connsiteY23" fmla="*/ 6087 h 44391"/>
                      <a:gd name="connsiteX24" fmla="*/ 15791 w 51938"/>
                      <a:gd name="connsiteY24" fmla="*/ 7037 h 44391"/>
                      <a:gd name="connsiteX25" fmla="*/ 10273 w 51938"/>
                      <a:gd name="connsiteY25" fmla="*/ 9984 h 44391"/>
                      <a:gd name="connsiteX26" fmla="*/ 6563 w 51938"/>
                      <a:gd name="connsiteY26" fmla="*/ 14926 h 44391"/>
                      <a:gd name="connsiteX27" fmla="*/ 5137 w 51938"/>
                      <a:gd name="connsiteY27" fmla="*/ 21675 h 44391"/>
                      <a:gd name="connsiteX28" fmla="*/ 6563 w 51938"/>
                      <a:gd name="connsiteY28" fmla="*/ 28423 h 44391"/>
                      <a:gd name="connsiteX29" fmla="*/ 10369 w 51938"/>
                      <a:gd name="connsiteY29" fmla="*/ 33366 h 44391"/>
                      <a:gd name="connsiteX30" fmla="*/ 15886 w 51938"/>
                      <a:gd name="connsiteY30" fmla="*/ 36693 h 44391"/>
                      <a:gd name="connsiteX31" fmla="*/ 22545 w 51938"/>
                      <a:gd name="connsiteY31" fmla="*/ 38309 h 44391"/>
                      <a:gd name="connsiteX32" fmla="*/ 22545 w 51938"/>
                      <a:gd name="connsiteY32" fmla="*/ 6182 h 44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1938" h="44391">
                        <a:moveTo>
                          <a:pt x="27301" y="38214"/>
                        </a:moveTo>
                        <a:cubicBezTo>
                          <a:pt x="29964" y="38214"/>
                          <a:pt x="32438" y="37833"/>
                          <a:pt x="34816" y="37168"/>
                        </a:cubicBezTo>
                        <a:cubicBezTo>
                          <a:pt x="37194" y="36503"/>
                          <a:pt x="39287" y="35457"/>
                          <a:pt x="40999" y="34126"/>
                        </a:cubicBezTo>
                        <a:cubicBezTo>
                          <a:pt x="42711" y="32796"/>
                          <a:pt x="44138" y="30990"/>
                          <a:pt x="45185" y="28994"/>
                        </a:cubicBezTo>
                        <a:cubicBezTo>
                          <a:pt x="46231" y="26903"/>
                          <a:pt x="46802" y="24526"/>
                          <a:pt x="46802" y="21770"/>
                        </a:cubicBezTo>
                        <a:cubicBezTo>
                          <a:pt x="46802" y="18063"/>
                          <a:pt x="45850" y="14831"/>
                          <a:pt x="43853" y="12170"/>
                        </a:cubicBezTo>
                        <a:cubicBezTo>
                          <a:pt x="41855" y="9508"/>
                          <a:pt x="39096" y="7703"/>
                          <a:pt x="35482" y="6847"/>
                        </a:cubicBezTo>
                        <a:lnTo>
                          <a:pt x="35482" y="479"/>
                        </a:lnTo>
                        <a:cubicBezTo>
                          <a:pt x="37860" y="1144"/>
                          <a:pt x="39953" y="2095"/>
                          <a:pt x="41950" y="3235"/>
                        </a:cubicBezTo>
                        <a:cubicBezTo>
                          <a:pt x="43948" y="4376"/>
                          <a:pt x="45660" y="5801"/>
                          <a:pt x="47182" y="7512"/>
                        </a:cubicBezTo>
                        <a:cubicBezTo>
                          <a:pt x="48704" y="9223"/>
                          <a:pt x="49846" y="11219"/>
                          <a:pt x="50702" y="13596"/>
                        </a:cubicBezTo>
                        <a:cubicBezTo>
                          <a:pt x="51558" y="15972"/>
                          <a:pt x="51938" y="18633"/>
                          <a:pt x="51938" y="21770"/>
                        </a:cubicBezTo>
                        <a:cubicBezTo>
                          <a:pt x="51938" y="25667"/>
                          <a:pt x="51272" y="29089"/>
                          <a:pt x="49941" y="31940"/>
                        </a:cubicBezTo>
                        <a:cubicBezTo>
                          <a:pt x="48609" y="34792"/>
                          <a:pt x="46802" y="37168"/>
                          <a:pt x="44519" y="38974"/>
                        </a:cubicBezTo>
                        <a:cubicBezTo>
                          <a:pt x="42235" y="40780"/>
                          <a:pt x="39477" y="42206"/>
                          <a:pt x="36338" y="43061"/>
                        </a:cubicBezTo>
                        <a:cubicBezTo>
                          <a:pt x="33199" y="43917"/>
                          <a:pt x="29774" y="44392"/>
                          <a:pt x="26160" y="44392"/>
                        </a:cubicBezTo>
                        <a:cubicBezTo>
                          <a:pt x="22545" y="44392"/>
                          <a:pt x="19120" y="43917"/>
                          <a:pt x="15981" y="42776"/>
                        </a:cubicBezTo>
                        <a:cubicBezTo>
                          <a:pt x="12842" y="41730"/>
                          <a:pt x="10083" y="40210"/>
                          <a:pt x="7610" y="38309"/>
                        </a:cubicBezTo>
                        <a:cubicBezTo>
                          <a:pt x="5232" y="36408"/>
                          <a:pt x="3329" y="34031"/>
                          <a:pt x="1998" y="31180"/>
                        </a:cubicBezTo>
                        <a:cubicBezTo>
                          <a:pt x="666" y="28423"/>
                          <a:pt x="0" y="25192"/>
                          <a:pt x="0" y="21675"/>
                        </a:cubicBezTo>
                        <a:cubicBezTo>
                          <a:pt x="0" y="14926"/>
                          <a:pt x="2378" y="9603"/>
                          <a:pt x="7039" y="5706"/>
                        </a:cubicBezTo>
                        <a:cubicBezTo>
                          <a:pt x="11700" y="1809"/>
                          <a:pt x="18454" y="-92"/>
                          <a:pt x="27301" y="3"/>
                        </a:cubicBezTo>
                        <a:lnTo>
                          <a:pt x="27301" y="38214"/>
                        </a:lnTo>
                        <a:close/>
                        <a:moveTo>
                          <a:pt x="22545" y="6087"/>
                        </a:moveTo>
                        <a:cubicBezTo>
                          <a:pt x="20167" y="6087"/>
                          <a:pt x="17883" y="6467"/>
                          <a:pt x="15791" y="7037"/>
                        </a:cubicBezTo>
                        <a:cubicBezTo>
                          <a:pt x="13698" y="7703"/>
                          <a:pt x="11795" y="8653"/>
                          <a:pt x="10273" y="9984"/>
                        </a:cubicBezTo>
                        <a:cubicBezTo>
                          <a:pt x="8751" y="11314"/>
                          <a:pt x="7515" y="12930"/>
                          <a:pt x="6563" y="14926"/>
                        </a:cubicBezTo>
                        <a:cubicBezTo>
                          <a:pt x="5612" y="16922"/>
                          <a:pt x="5137" y="19109"/>
                          <a:pt x="5137" y="21675"/>
                        </a:cubicBezTo>
                        <a:cubicBezTo>
                          <a:pt x="5137" y="24241"/>
                          <a:pt x="5612" y="26427"/>
                          <a:pt x="6563" y="28423"/>
                        </a:cubicBezTo>
                        <a:cubicBezTo>
                          <a:pt x="7515" y="30324"/>
                          <a:pt x="8751" y="32035"/>
                          <a:pt x="10369" y="33366"/>
                        </a:cubicBezTo>
                        <a:cubicBezTo>
                          <a:pt x="11986" y="34697"/>
                          <a:pt x="13793" y="35837"/>
                          <a:pt x="15886" y="36693"/>
                        </a:cubicBezTo>
                        <a:cubicBezTo>
                          <a:pt x="17979" y="37548"/>
                          <a:pt x="20167" y="38024"/>
                          <a:pt x="22545" y="38309"/>
                        </a:cubicBezTo>
                        <a:lnTo>
                          <a:pt x="22545" y="6182"/>
                        </a:lnTo>
                        <a:close/>
                      </a:path>
                    </a:pathLst>
                  </a:custGeom>
                  <a:solidFill>
                    <a:srgbClr val="000000"/>
                  </a:solidFill>
                  <a:ln w="9506" cap="flat">
                    <a:noFill/>
                    <a:prstDash val="solid"/>
                    <a:miter/>
                  </a:ln>
                </p:spPr>
                <p:txBody>
                  <a:bodyPr rtlCol="0" anchor="ctr"/>
                  <a:lstStyle/>
                  <a:p>
                    <a:endParaRPr lang="en-US"/>
                  </a:p>
                </p:txBody>
              </p:sp>
              <p:sp>
                <p:nvSpPr>
                  <p:cNvPr id="1428" name="Freeform 1427">
                    <a:extLst>
                      <a:ext uri="{FF2B5EF4-FFF2-40B4-BE49-F238E27FC236}">
                        <a16:creationId xmlns:a16="http://schemas.microsoft.com/office/drawing/2014/main" id="{F8708853-C8BE-10DD-7326-ECFEA36671A7}"/>
                      </a:ext>
                    </a:extLst>
                  </p:cNvPr>
                  <p:cNvSpPr/>
                  <p:nvPr/>
                </p:nvSpPr>
                <p:spPr>
                  <a:xfrm>
                    <a:off x="7022427" y="2588565"/>
                    <a:ext cx="50796" cy="39255"/>
                  </a:xfrm>
                  <a:custGeom>
                    <a:avLst/>
                    <a:gdLst>
                      <a:gd name="connsiteX0" fmla="*/ 50607 w 50796"/>
                      <a:gd name="connsiteY0" fmla="*/ 33553 h 39255"/>
                      <a:gd name="connsiteX1" fmla="*/ 50607 w 50796"/>
                      <a:gd name="connsiteY1" fmla="*/ 39256 h 39255"/>
                      <a:gd name="connsiteX2" fmla="*/ 1332 w 50796"/>
                      <a:gd name="connsiteY2" fmla="*/ 39256 h 39255"/>
                      <a:gd name="connsiteX3" fmla="*/ 1332 w 50796"/>
                      <a:gd name="connsiteY3" fmla="*/ 33553 h 39255"/>
                      <a:gd name="connsiteX4" fmla="*/ 8181 w 50796"/>
                      <a:gd name="connsiteY4" fmla="*/ 33553 h 39255"/>
                      <a:gd name="connsiteX5" fmla="*/ 2283 w 50796"/>
                      <a:gd name="connsiteY5" fmla="*/ 26424 h 39255"/>
                      <a:gd name="connsiteX6" fmla="*/ 0 w 50796"/>
                      <a:gd name="connsiteY6" fmla="*/ 17584 h 39255"/>
                      <a:gd name="connsiteX7" fmla="*/ 1617 w 50796"/>
                      <a:gd name="connsiteY7" fmla="*/ 9125 h 39255"/>
                      <a:gd name="connsiteX8" fmla="*/ 7134 w 50796"/>
                      <a:gd name="connsiteY8" fmla="*/ 2566 h 39255"/>
                      <a:gd name="connsiteX9" fmla="*/ 12652 w 50796"/>
                      <a:gd name="connsiteY9" fmla="*/ 380 h 39255"/>
                      <a:gd name="connsiteX10" fmla="*/ 18549 w 50796"/>
                      <a:gd name="connsiteY10" fmla="*/ 0 h 39255"/>
                      <a:gd name="connsiteX11" fmla="*/ 50797 w 50796"/>
                      <a:gd name="connsiteY11" fmla="*/ 0 h 39255"/>
                      <a:gd name="connsiteX12" fmla="*/ 50797 w 50796"/>
                      <a:gd name="connsiteY12" fmla="*/ 5703 h 39255"/>
                      <a:gd name="connsiteX13" fmla="*/ 18645 w 50796"/>
                      <a:gd name="connsiteY13" fmla="*/ 5703 h 39255"/>
                      <a:gd name="connsiteX14" fmla="*/ 8656 w 50796"/>
                      <a:gd name="connsiteY14" fmla="*/ 8650 h 39255"/>
                      <a:gd name="connsiteX15" fmla="*/ 5327 w 50796"/>
                      <a:gd name="connsiteY15" fmla="*/ 18440 h 39255"/>
                      <a:gd name="connsiteX16" fmla="*/ 6088 w 50796"/>
                      <a:gd name="connsiteY16" fmla="*/ 23287 h 39255"/>
                      <a:gd name="connsiteX17" fmla="*/ 8276 w 50796"/>
                      <a:gd name="connsiteY17" fmla="*/ 27279 h 39255"/>
                      <a:gd name="connsiteX18" fmla="*/ 11320 w 50796"/>
                      <a:gd name="connsiteY18" fmla="*/ 30226 h 39255"/>
                      <a:gd name="connsiteX19" fmla="*/ 14934 w 50796"/>
                      <a:gd name="connsiteY19" fmla="*/ 32127 h 39255"/>
                      <a:gd name="connsiteX20" fmla="*/ 19501 w 50796"/>
                      <a:gd name="connsiteY20" fmla="*/ 33173 h 39255"/>
                      <a:gd name="connsiteX21" fmla="*/ 24257 w 50796"/>
                      <a:gd name="connsiteY21" fmla="*/ 33363 h 39255"/>
                      <a:gd name="connsiteX22" fmla="*/ 50797 w 50796"/>
                      <a:gd name="connsiteY22" fmla="*/ 33363 h 39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0796" h="39255">
                        <a:moveTo>
                          <a:pt x="50607" y="33553"/>
                        </a:moveTo>
                        <a:lnTo>
                          <a:pt x="50607" y="39256"/>
                        </a:lnTo>
                        <a:lnTo>
                          <a:pt x="1332" y="39256"/>
                        </a:lnTo>
                        <a:lnTo>
                          <a:pt x="1332" y="33553"/>
                        </a:lnTo>
                        <a:lnTo>
                          <a:pt x="8181" y="33553"/>
                        </a:lnTo>
                        <a:cubicBezTo>
                          <a:pt x="5803" y="31272"/>
                          <a:pt x="3805" y="28895"/>
                          <a:pt x="2283" y="26424"/>
                        </a:cubicBezTo>
                        <a:cubicBezTo>
                          <a:pt x="761" y="23953"/>
                          <a:pt x="0" y="21101"/>
                          <a:pt x="0" y="17584"/>
                        </a:cubicBezTo>
                        <a:cubicBezTo>
                          <a:pt x="0" y="14543"/>
                          <a:pt x="571" y="11691"/>
                          <a:pt x="1617" y="9125"/>
                        </a:cubicBezTo>
                        <a:cubicBezTo>
                          <a:pt x="2664" y="6558"/>
                          <a:pt x="4471" y="4372"/>
                          <a:pt x="7134" y="2566"/>
                        </a:cubicBezTo>
                        <a:cubicBezTo>
                          <a:pt x="8942" y="1331"/>
                          <a:pt x="10749" y="665"/>
                          <a:pt x="12652" y="380"/>
                        </a:cubicBezTo>
                        <a:cubicBezTo>
                          <a:pt x="14554" y="95"/>
                          <a:pt x="16457" y="0"/>
                          <a:pt x="18549" y="0"/>
                        </a:cubicBezTo>
                        <a:lnTo>
                          <a:pt x="50797" y="0"/>
                        </a:lnTo>
                        <a:lnTo>
                          <a:pt x="50797" y="5703"/>
                        </a:lnTo>
                        <a:lnTo>
                          <a:pt x="18645" y="5703"/>
                        </a:lnTo>
                        <a:cubicBezTo>
                          <a:pt x="14174" y="5703"/>
                          <a:pt x="10844" y="6653"/>
                          <a:pt x="8656" y="8650"/>
                        </a:cubicBezTo>
                        <a:cubicBezTo>
                          <a:pt x="6468" y="10646"/>
                          <a:pt x="5327" y="13877"/>
                          <a:pt x="5327" y="18440"/>
                        </a:cubicBezTo>
                        <a:cubicBezTo>
                          <a:pt x="5327" y="20246"/>
                          <a:pt x="5612" y="21862"/>
                          <a:pt x="6088" y="23287"/>
                        </a:cubicBezTo>
                        <a:cubicBezTo>
                          <a:pt x="6563" y="24713"/>
                          <a:pt x="7325" y="26044"/>
                          <a:pt x="8276" y="27279"/>
                        </a:cubicBezTo>
                        <a:cubicBezTo>
                          <a:pt x="9132" y="28420"/>
                          <a:pt x="10178" y="29466"/>
                          <a:pt x="11320" y="30226"/>
                        </a:cubicBezTo>
                        <a:cubicBezTo>
                          <a:pt x="12461" y="31081"/>
                          <a:pt x="13698" y="31652"/>
                          <a:pt x="14934" y="32127"/>
                        </a:cubicBezTo>
                        <a:cubicBezTo>
                          <a:pt x="16552" y="32697"/>
                          <a:pt x="18074" y="33077"/>
                          <a:pt x="19501" y="33173"/>
                        </a:cubicBezTo>
                        <a:cubicBezTo>
                          <a:pt x="20927" y="33268"/>
                          <a:pt x="22545" y="33363"/>
                          <a:pt x="24257" y="33363"/>
                        </a:cubicBezTo>
                        <a:lnTo>
                          <a:pt x="50797" y="33363"/>
                        </a:lnTo>
                        <a:close/>
                      </a:path>
                    </a:pathLst>
                  </a:custGeom>
                  <a:solidFill>
                    <a:srgbClr val="000000"/>
                  </a:solidFill>
                  <a:ln w="9506" cap="flat">
                    <a:noFill/>
                    <a:prstDash val="solid"/>
                    <a:miter/>
                  </a:ln>
                </p:spPr>
                <p:txBody>
                  <a:bodyPr rtlCol="0" anchor="ctr"/>
                  <a:lstStyle/>
                  <a:p>
                    <a:endParaRPr lang="en-US"/>
                  </a:p>
                </p:txBody>
              </p:sp>
              <p:sp>
                <p:nvSpPr>
                  <p:cNvPr id="1429" name="Freeform 1428">
                    <a:extLst>
                      <a:ext uri="{FF2B5EF4-FFF2-40B4-BE49-F238E27FC236}">
                        <a16:creationId xmlns:a16="http://schemas.microsoft.com/office/drawing/2014/main" id="{970F8486-436C-00EA-01BA-E928910F0F42}"/>
                      </a:ext>
                    </a:extLst>
                  </p:cNvPr>
                  <p:cNvSpPr/>
                  <p:nvPr/>
                </p:nvSpPr>
                <p:spPr>
                  <a:xfrm>
                    <a:off x="7022427" y="2533242"/>
                    <a:ext cx="51938" cy="44391"/>
                  </a:xfrm>
                  <a:custGeom>
                    <a:avLst/>
                    <a:gdLst>
                      <a:gd name="connsiteX0" fmla="*/ 27301 w 51938"/>
                      <a:gd name="connsiteY0" fmla="*/ 38214 h 44391"/>
                      <a:gd name="connsiteX1" fmla="*/ 34816 w 51938"/>
                      <a:gd name="connsiteY1" fmla="*/ 37168 h 44391"/>
                      <a:gd name="connsiteX2" fmla="*/ 40999 w 51938"/>
                      <a:gd name="connsiteY2" fmla="*/ 34126 h 44391"/>
                      <a:gd name="connsiteX3" fmla="*/ 45185 w 51938"/>
                      <a:gd name="connsiteY3" fmla="*/ 28994 h 44391"/>
                      <a:gd name="connsiteX4" fmla="*/ 46802 w 51938"/>
                      <a:gd name="connsiteY4" fmla="*/ 21770 h 44391"/>
                      <a:gd name="connsiteX5" fmla="*/ 43853 w 51938"/>
                      <a:gd name="connsiteY5" fmla="*/ 12170 h 44391"/>
                      <a:gd name="connsiteX6" fmla="*/ 35482 w 51938"/>
                      <a:gd name="connsiteY6" fmla="*/ 6847 h 44391"/>
                      <a:gd name="connsiteX7" fmla="*/ 35482 w 51938"/>
                      <a:gd name="connsiteY7" fmla="*/ 479 h 44391"/>
                      <a:gd name="connsiteX8" fmla="*/ 41950 w 51938"/>
                      <a:gd name="connsiteY8" fmla="*/ 3235 h 44391"/>
                      <a:gd name="connsiteX9" fmla="*/ 47182 w 51938"/>
                      <a:gd name="connsiteY9" fmla="*/ 7512 h 44391"/>
                      <a:gd name="connsiteX10" fmla="*/ 50702 w 51938"/>
                      <a:gd name="connsiteY10" fmla="*/ 13596 h 44391"/>
                      <a:gd name="connsiteX11" fmla="*/ 51938 w 51938"/>
                      <a:gd name="connsiteY11" fmla="*/ 21770 h 44391"/>
                      <a:gd name="connsiteX12" fmla="*/ 49941 w 51938"/>
                      <a:gd name="connsiteY12" fmla="*/ 31940 h 44391"/>
                      <a:gd name="connsiteX13" fmla="*/ 44519 w 51938"/>
                      <a:gd name="connsiteY13" fmla="*/ 38974 h 44391"/>
                      <a:gd name="connsiteX14" fmla="*/ 36338 w 51938"/>
                      <a:gd name="connsiteY14" fmla="*/ 43061 h 44391"/>
                      <a:gd name="connsiteX15" fmla="*/ 26160 w 51938"/>
                      <a:gd name="connsiteY15" fmla="*/ 44392 h 44391"/>
                      <a:gd name="connsiteX16" fmla="*/ 15981 w 51938"/>
                      <a:gd name="connsiteY16" fmla="*/ 42776 h 44391"/>
                      <a:gd name="connsiteX17" fmla="*/ 7610 w 51938"/>
                      <a:gd name="connsiteY17" fmla="*/ 38309 h 44391"/>
                      <a:gd name="connsiteX18" fmla="*/ 1998 w 51938"/>
                      <a:gd name="connsiteY18" fmla="*/ 31180 h 44391"/>
                      <a:gd name="connsiteX19" fmla="*/ 0 w 51938"/>
                      <a:gd name="connsiteY19" fmla="*/ 21675 h 44391"/>
                      <a:gd name="connsiteX20" fmla="*/ 7039 w 51938"/>
                      <a:gd name="connsiteY20" fmla="*/ 5706 h 44391"/>
                      <a:gd name="connsiteX21" fmla="*/ 27301 w 51938"/>
                      <a:gd name="connsiteY21" fmla="*/ 3 h 44391"/>
                      <a:gd name="connsiteX22" fmla="*/ 27301 w 51938"/>
                      <a:gd name="connsiteY22" fmla="*/ 38214 h 44391"/>
                      <a:gd name="connsiteX23" fmla="*/ 22545 w 51938"/>
                      <a:gd name="connsiteY23" fmla="*/ 6087 h 44391"/>
                      <a:gd name="connsiteX24" fmla="*/ 15791 w 51938"/>
                      <a:gd name="connsiteY24" fmla="*/ 7037 h 44391"/>
                      <a:gd name="connsiteX25" fmla="*/ 10273 w 51938"/>
                      <a:gd name="connsiteY25" fmla="*/ 9984 h 44391"/>
                      <a:gd name="connsiteX26" fmla="*/ 6563 w 51938"/>
                      <a:gd name="connsiteY26" fmla="*/ 14926 h 44391"/>
                      <a:gd name="connsiteX27" fmla="*/ 5137 w 51938"/>
                      <a:gd name="connsiteY27" fmla="*/ 21675 h 44391"/>
                      <a:gd name="connsiteX28" fmla="*/ 6563 w 51938"/>
                      <a:gd name="connsiteY28" fmla="*/ 28423 h 44391"/>
                      <a:gd name="connsiteX29" fmla="*/ 10369 w 51938"/>
                      <a:gd name="connsiteY29" fmla="*/ 33366 h 44391"/>
                      <a:gd name="connsiteX30" fmla="*/ 15886 w 51938"/>
                      <a:gd name="connsiteY30" fmla="*/ 36693 h 44391"/>
                      <a:gd name="connsiteX31" fmla="*/ 22545 w 51938"/>
                      <a:gd name="connsiteY31" fmla="*/ 38309 h 44391"/>
                      <a:gd name="connsiteX32" fmla="*/ 22545 w 51938"/>
                      <a:gd name="connsiteY32" fmla="*/ 6182 h 44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1938" h="44391">
                        <a:moveTo>
                          <a:pt x="27301" y="38214"/>
                        </a:moveTo>
                        <a:cubicBezTo>
                          <a:pt x="29964" y="38214"/>
                          <a:pt x="32438" y="37833"/>
                          <a:pt x="34816" y="37168"/>
                        </a:cubicBezTo>
                        <a:cubicBezTo>
                          <a:pt x="37194" y="36503"/>
                          <a:pt x="39287" y="35457"/>
                          <a:pt x="40999" y="34126"/>
                        </a:cubicBezTo>
                        <a:cubicBezTo>
                          <a:pt x="42711" y="32796"/>
                          <a:pt x="44138" y="30990"/>
                          <a:pt x="45185" y="28994"/>
                        </a:cubicBezTo>
                        <a:cubicBezTo>
                          <a:pt x="46231" y="26903"/>
                          <a:pt x="46802" y="24526"/>
                          <a:pt x="46802" y="21770"/>
                        </a:cubicBezTo>
                        <a:cubicBezTo>
                          <a:pt x="46802" y="18063"/>
                          <a:pt x="45850" y="14831"/>
                          <a:pt x="43853" y="12170"/>
                        </a:cubicBezTo>
                        <a:cubicBezTo>
                          <a:pt x="41855" y="9508"/>
                          <a:pt x="39096" y="7702"/>
                          <a:pt x="35482" y="6847"/>
                        </a:cubicBezTo>
                        <a:lnTo>
                          <a:pt x="35482" y="479"/>
                        </a:lnTo>
                        <a:cubicBezTo>
                          <a:pt x="37860" y="1144"/>
                          <a:pt x="39953" y="2095"/>
                          <a:pt x="41950" y="3235"/>
                        </a:cubicBezTo>
                        <a:cubicBezTo>
                          <a:pt x="43948" y="4376"/>
                          <a:pt x="45660" y="5801"/>
                          <a:pt x="47182" y="7512"/>
                        </a:cubicBezTo>
                        <a:cubicBezTo>
                          <a:pt x="48704" y="9223"/>
                          <a:pt x="49846" y="11219"/>
                          <a:pt x="50702" y="13596"/>
                        </a:cubicBezTo>
                        <a:cubicBezTo>
                          <a:pt x="51558" y="15972"/>
                          <a:pt x="51938" y="18633"/>
                          <a:pt x="51938" y="21770"/>
                        </a:cubicBezTo>
                        <a:cubicBezTo>
                          <a:pt x="51938" y="25667"/>
                          <a:pt x="51272" y="29089"/>
                          <a:pt x="49941" y="31940"/>
                        </a:cubicBezTo>
                        <a:cubicBezTo>
                          <a:pt x="48609" y="34792"/>
                          <a:pt x="46802" y="37168"/>
                          <a:pt x="44519" y="38974"/>
                        </a:cubicBezTo>
                        <a:cubicBezTo>
                          <a:pt x="42235" y="40780"/>
                          <a:pt x="39477" y="42206"/>
                          <a:pt x="36338" y="43061"/>
                        </a:cubicBezTo>
                        <a:cubicBezTo>
                          <a:pt x="33199" y="43917"/>
                          <a:pt x="29774" y="44392"/>
                          <a:pt x="26160" y="44392"/>
                        </a:cubicBezTo>
                        <a:cubicBezTo>
                          <a:pt x="22545" y="44392"/>
                          <a:pt x="19120" y="43917"/>
                          <a:pt x="15981" y="42776"/>
                        </a:cubicBezTo>
                        <a:cubicBezTo>
                          <a:pt x="12842" y="41730"/>
                          <a:pt x="10083" y="40210"/>
                          <a:pt x="7610" y="38309"/>
                        </a:cubicBezTo>
                        <a:cubicBezTo>
                          <a:pt x="5232" y="36408"/>
                          <a:pt x="3329" y="34031"/>
                          <a:pt x="1998" y="31180"/>
                        </a:cubicBezTo>
                        <a:cubicBezTo>
                          <a:pt x="666" y="28423"/>
                          <a:pt x="0" y="25192"/>
                          <a:pt x="0" y="21675"/>
                        </a:cubicBezTo>
                        <a:cubicBezTo>
                          <a:pt x="0" y="14926"/>
                          <a:pt x="2378" y="9603"/>
                          <a:pt x="7039" y="5706"/>
                        </a:cubicBezTo>
                        <a:cubicBezTo>
                          <a:pt x="11700" y="1809"/>
                          <a:pt x="18454" y="-92"/>
                          <a:pt x="27301" y="3"/>
                        </a:cubicBezTo>
                        <a:lnTo>
                          <a:pt x="27301" y="38214"/>
                        </a:lnTo>
                        <a:close/>
                        <a:moveTo>
                          <a:pt x="22545" y="6087"/>
                        </a:moveTo>
                        <a:cubicBezTo>
                          <a:pt x="20167" y="6087"/>
                          <a:pt x="17883" y="6467"/>
                          <a:pt x="15791" y="7037"/>
                        </a:cubicBezTo>
                        <a:cubicBezTo>
                          <a:pt x="13698" y="7702"/>
                          <a:pt x="11795" y="8653"/>
                          <a:pt x="10273" y="9984"/>
                        </a:cubicBezTo>
                        <a:cubicBezTo>
                          <a:pt x="8751" y="11314"/>
                          <a:pt x="7515" y="12930"/>
                          <a:pt x="6563" y="14926"/>
                        </a:cubicBezTo>
                        <a:cubicBezTo>
                          <a:pt x="5612" y="16922"/>
                          <a:pt x="5137" y="19108"/>
                          <a:pt x="5137" y="21675"/>
                        </a:cubicBezTo>
                        <a:cubicBezTo>
                          <a:pt x="5137" y="24241"/>
                          <a:pt x="5612" y="26427"/>
                          <a:pt x="6563" y="28423"/>
                        </a:cubicBezTo>
                        <a:cubicBezTo>
                          <a:pt x="7515" y="30324"/>
                          <a:pt x="8751" y="32035"/>
                          <a:pt x="10369" y="33366"/>
                        </a:cubicBezTo>
                        <a:cubicBezTo>
                          <a:pt x="11986" y="34697"/>
                          <a:pt x="13793" y="35837"/>
                          <a:pt x="15886" y="36693"/>
                        </a:cubicBezTo>
                        <a:cubicBezTo>
                          <a:pt x="17979" y="37548"/>
                          <a:pt x="20167" y="38024"/>
                          <a:pt x="22545" y="38309"/>
                        </a:cubicBezTo>
                        <a:lnTo>
                          <a:pt x="22545" y="6182"/>
                        </a:lnTo>
                        <a:close/>
                      </a:path>
                    </a:pathLst>
                  </a:custGeom>
                  <a:solidFill>
                    <a:srgbClr val="000000"/>
                  </a:solidFill>
                  <a:ln w="9506" cap="flat">
                    <a:noFill/>
                    <a:prstDash val="solid"/>
                    <a:miter/>
                  </a:ln>
                </p:spPr>
                <p:txBody>
                  <a:bodyPr rtlCol="0" anchor="ctr"/>
                  <a:lstStyle/>
                  <a:p>
                    <a:endParaRPr lang="en-US"/>
                  </a:p>
                </p:txBody>
              </p:sp>
              <p:sp>
                <p:nvSpPr>
                  <p:cNvPr id="1430" name="Freeform 1429">
                    <a:extLst>
                      <a:ext uri="{FF2B5EF4-FFF2-40B4-BE49-F238E27FC236}">
                        <a16:creationId xmlns:a16="http://schemas.microsoft.com/office/drawing/2014/main" id="{BBFC651E-B67C-84DD-7DE7-01B584B453D3}"/>
                      </a:ext>
                    </a:extLst>
                  </p:cNvPr>
                  <p:cNvSpPr/>
                  <p:nvPr/>
                </p:nvSpPr>
                <p:spPr>
                  <a:xfrm>
                    <a:off x="7003211" y="2504540"/>
                    <a:ext cx="69631" cy="22621"/>
                  </a:xfrm>
                  <a:custGeom>
                    <a:avLst/>
                    <a:gdLst>
                      <a:gd name="connsiteX0" fmla="*/ 25303 w 69631"/>
                      <a:gd name="connsiteY0" fmla="*/ 22527 h 22621"/>
                      <a:gd name="connsiteX1" fmla="*/ 20547 w 69631"/>
                      <a:gd name="connsiteY1" fmla="*/ 22527 h 22621"/>
                      <a:gd name="connsiteX2" fmla="*/ 20547 w 69631"/>
                      <a:gd name="connsiteY2" fmla="*/ 15208 h 22621"/>
                      <a:gd name="connsiteX3" fmla="*/ 12747 w 69631"/>
                      <a:gd name="connsiteY3" fmla="*/ 15208 h 22621"/>
                      <a:gd name="connsiteX4" fmla="*/ 3425 w 69631"/>
                      <a:gd name="connsiteY4" fmla="*/ 12832 h 22621"/>
                      <a:gd name="connsiteX5" fmla="*/ 0 w 69631"/>
                      <a:gd name="connsiteY5" fmla="*/ 4753 h 22621"/>
                      <a:gd name="connsiteX6" fmla="*/ 0 w 69631"/>
                      <a:gd name="connsiteY6" fmla="*/ 2281 h 22621"/>
                      <a:gd name="connsiteX7" fmla="*/ 285 w 69631"/>
                      <a:gd name="connsiteY7" fmla="*/ 0 h 22621"/>
                      <a:gd name="connsiteX8" fmla="*/ 5517 w 69631"/>
                      <a:gd name="connsiteY8" fmla="*/ 0 h 22621"/>
                      <a:gd name="connsiteX9" fmla="*/ 5042 w 69631"/>
                      <a:gd name="connsiteY9" fmla="*/ 3422 h 22621"/>
                      <a:gd name="connsiteX10" fmla="*/ 5803 w 69631"/>
                      <a:gd name="connsiteY10" fmla="*/ 6844 h 22621"/>
                      <a:gd name="connsiteX11" fmla="*/ 7896 w 69631"/>
                      <a:gd name="connsiteY11" fmla="*/ 8650 h 22621"/>
                      <a:gd name="connsiteX12" fmla="*/ 10939 w 69631"/>
                      <a:gd name="connsiteY12" fmla="*/ 9410 h 22621"/>
                      <a:gd name="connsiteX13" fmla="*/ 14269 w 69631"/>
                      <a:gd name="connsiteY13" fmla="*/ 9600 h 22621"/>
                      <a:gd name="connsiteX14" fmla="*/ 20357 w 69631"/>
                      <a:gd name="connsiteY14" fmla="*/ 9600 h 22621"/>
                      <a:gd name="connsiteX15" fmla="*/ 20357 w 69631"/>
                      <a:gd name="connsiteY15" fmla="*/ 95 h 22621"/>
                      <a:gd name="connsiteX16" fmla="*/ 25113 w 69631"/>
                      <a:gd name="connsiteY16" fmla="*/ 95 h 22621"/>
                      <a:gd name="connsiteX17" fmla="*/ 25113 w 69631"/>
                      <a:gd name="connsiteY17" fmla="*/ 9600 h 22621"/>
                      <a:gd name="connsiteX18" fmla="*/ 69632 w 69631"/>
                      <a:gd name="connsiteY18" fmla="*/ 9600 h 22621"/>
                      <a:gd name="connsiteX19" fmla="*/ 69632 w 69631"/>
                      <a:gd name="connsiteY19" fmla="*/ 15303 h 22621"/>
                      <a:gd name="connsiteX20" fmla="*/ 25113 w 69631"/>
                      <a:gd name="connsiteY20" fmla="*/ 15303 h 22621"/>
                      <a:gd name="connsiteX21" fmla="*/ 25113 w 69631"/>
                      <a:gd name="connsiteY21" fmla="*/ 22622 h 226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69631" h="22621">
                        <a:moveTo>
                          <a:pt x="25303" y="22527"/>
                        </a:moveTo>
                        <a:lnTo>
                          <a:pt x="20547" y="22527"/>
                        </a:lnTo>
                        <a:lnTo>
                          <a:pt x="20547" y="15208"/>
                        </a:lnTo>
                        <a:lnTo>
                          <a:pt x="12747" y="15208"/>
                        </a:lnTo>
                        <a:cubicBezTo>
                          <a:pt x="8847" y="15208"/>
                          <a:pt x="5708" y="14448"/>
                          <a:pt x="3425" y="12832"/>
                        </a:cubicBezTo>
                        <a:cubicBezTo>
                          <a:pt x="1141" y="11216"/>
                          <a:pt x="0" y="8555"/>
                          <a:pt x="0" y="4753"/>
                        </a:cubicBezTo>
                        <a:cubicBezTo>
                          <a:pt x="0" y="3897"/>
                          <a:pt x="0" y="3042"/>
                          <a:pt x="0" y="2281"/>
                        </a:cubicBezTo>
                        <a:cubicBezTo>
                          <a:pt x="0" y="1521"/>
                          <a:pt x="190" y="760"/>
                          <a:pt x="285" y="0"/>
                        </a:cubicBezTo>
                        <a:lnTo>
                          <a:pt x="5517" y="0"/>
                        </a:lnTo>
                        <a:cubicBezTo>
                          <a:pt x="5232" y="1236"/>
                          <a:pt x="5042" y="2376"/>
                          <a:pt x="5042" y="3422"/>
                        </a:cubicBezTo>
                        <a:cubicBezTo>
                          <a:pt x="5042" y="4848"/>
                          <a:pt x="5327" y="5988"/>
                          <a:pt x="5803" y="6844"/>
                        </a:cubicBezTo>
                        <a:cubicBezTo>
                          <a:pt x="6374" y="7699"/>
                          <a:pt x="7039" y="8269"/>
                          <a:pt x="7896" y="8650"/>
                        </a:cubicBezTo>
                        <a:cubicBezTo>
                          <a:pt x="8752" y="9030"/>
                          <a:pt x="9798" y="9220"/>
                          <a:pt x="10939" y="9410"/>
                        </a:cubicBezTo>
                        <a:cubicBezTo>
                          <a:pt x="12081" y="9410"/>
                          <a:pt x="13127" y="9600"/>
                          <a:pt x="14269" y="9600"/>
                        </a:cubicBezTo>
                        <a:lnTo>
                          <a:pt x="20357" y="9600"/>
                        </a:lnTo>
                        <a:lnTo>
                          <a:pt x="20357" y="95"/>
                        </a:lnTo>
                        <a:lnTo>
                          <a:pt x="25113" y="95"/>
                        </a:lnTo>
                        <a:lnTo>
                          <a:pt x="25113" y="9600"/>
                        </a:lnTo>
                        <a:lnTo>
                          <a:pt x="69632" y="9600"/>
                        </a:lnTo>
                        <a:lnTo>
                          <a:pt x="69632" y="15303"/>
                        </a:lnTo>
                        <a:lnTo>
                          <a:pt x="25113" y="15303"/>
                        </a:lnTo>
                        <a:lnTo>
                          <a:pt x="25113" y="22622"/>
                        </a:lnTo>
                        <a:close/>
                      </a:path>
                    </a:pathLst>
                  </a:custGeom>
                  <a:solidFill>
                    <a:srgbClr val="000000"/>
                  </a:solidFill>
                  <a:ln w="9506" cap="flat">
                    <a:noFill/>
                    <a:prstDash val="solid"/>
                    <a:miter/>
                  </a:ln>
                </p:spPr>
                <p:txBody>
                  <a:bodyPr rtlCol="0" anchor="ctr"/>
                  <a:lstStyle/>
                  <a:p>
                    <a:endParaRPr lang="en-US"/>
                  </a:p>
                </p:txBody>
              </p:sp>
              <p:sp>
                <p:nvSpPr>
                  <p:cNvPr id="1431" name="Freeform 1430">
                    <a:extLst>
                      <a:ext uri="{FF2B5EF4-FFF2-40B4-BE49-F238E27FC236}">
                        <a16:creationId xmlns:a16="http://schemas.microsoft.com/office/drawing/2014/main" id="{46D73C1D-4A68-F763-A83E-D0B98C6E65CA}"/>
                      </a:ext>
                    </a:extLst>
                  </p:cNvPr>
                  <p:cNvSpPr/>
                  <p:nvPr/>
                </p:nvSpPr>
                <p:spPr>
                  <a:xfrm>
                    <a:off x="7004543" y="2488857"/>
                    <a:ext cx="68490" cy="6273"/>
                  </a:xfrm>
                  <a:custGeom>
                    <a:avLst/>
                    <a:gdLst>
                      <a:gd name="connsiteX0" fmla="*/ 8466 w 68490"/>
                      <a:gd name="connsiteY0" fmla="*/ 6273 h 6273"/>
                      <a:gd name="connsiteX1" fmla="*/ 0 w 68490"/>
                      <a:gd name="connsiteY1" fmla="*/ 6273 h 6273"/>
                      <a:gd name="connsiteX2" fmla="*/ 0 w 68490"/>
                      <a:gd name="connsiteY2" fmla="*/ 0 h 6273"/>
                      <a:gd name="connsiteX3" fmla="*/ 8466 w 68490"/>
                      <a:gd name="connsiteY3" fmla="*/ 0 h 6273"/>
                      <a:gd name="connsiteX4" fmla="*/ 8466 w 68490"/>
                      <a:gd name="connsiteY4" fmla="*/ 6273 h 6273"/>
                      <a:gd name="connsiteX5" fmla="*/ 68490 w 68490"/>
                      <a:gd name="connsiteY5" fmla="*/ 5988 h 6273"/>
                      <a:gd name="connsiteX6" fmla="*/ 19215 w 68490"/>
                      <a:gd name="connsiteY6" fmla="*/ 5988 h 6273"/>
                      <a:gd name="connsiteX7" fmla="*/ 19215 w 68490"/>
                      <a:gd name="connsiteY7" fmla="*/ 285 h 6273"/>
                      <a:gd name="connsiteX8" fmla="*/ 68490 w 68490"/>
                      <a:gd name="connsiteY8" fmla="*/ 285 h 6273"/>
                      <a:gd name="connsiteX9" fmla="*/ 68490 w 68490"/>
                      <a:gd name="connsiteY9" fmla="*/ 5988 h 62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0" h="6273">
                        <a:moveTo>
                          <a:pt x="8466" y="6273"/>
                        </a:moveTo>
                        <a:lnTo>
                          <a:pt x="0" y="6273"/>
                        </a:lnTo>
                        <a:lnTo>
                          <a:pt x="0" y="0"/>
                        </a:lnTo>
                        <a:lnTo>
                          <a:pt x="8466" y="0"/>
                        </a:lnTo>
                        <a:lnTo>
                          <a:pt x="8466" y="6273"/>
                        </a:lnTo>
                        <a:close/>
                        <a:moveTo>
                          <a:pt x="68490" y="5988"/>
                        </a:moveTo>
                        <a:lnTo>
                          <a:pt x="19215" y="5988"/>
                        </a:lnTo>
                        <a:lnTo>
                          <a:pt x="19215" y="285"/>
                        </a:lnTo>
                        <a:lnTo>
                          <a:pt x="68490" y="285"/>
                        </a:lnTo>
                        <a:lnTo>
                          <a:pt x="68490" y="5988"/>
                        </a:lnTo>
                        <a:close/>
                      </a:path>
                    </a:pathLst>
                  </a:custGeom>
                  <a:solidFill>
                    <a:srgbClr val="000000"/>
                  </a:solidFill>
                  <a:ln w="9506" cap="flat">
                    <a:noFill/>
                    <a:prstDash val="solid"/>
                    <a:miter/>
                  </a:ln>
                </p:spPr>
                <p:txBody>
                  <a:bodyPr rtlCol="0" anchor="ctr"/>
                  <a:lstStyle/>
                  <a:p>
                    <a:endParaRPr lang="en-US"/>
                  </a:p>
                </p:txBody>
              </p:sp>
              <p:sp>
                <p:nvSpPr>
                  <p:cNvPr id="1432" name="Freeform 1431">
                    <a:extLst>
                      <a:ext uri="{FF2B5EF4-FFF2-40B4-BE49-F238E27FC236}">
                        <a16:creationId xmlns:a16="http://schemas.microsoft.com/office/drawing/2014/main" id="{A0C563E8-39BB-0B7C-2FDF-D944C56BE606}"/>
                      </a:ext>
                    </a:extLst>
                  </p:cNvPr>
                  <p:cNvSpPr/>
                  <p:nvPr/>
                </p:nvSpPr>
                <p:spPr>
                  <a:xfrm>
                    <a:off x="7010156" y="2457300"/>
                    <a:ext cx="64209" cy="22241"/>
                  </a:xfrm>
                  <a:custGeom>
                    <a:avLst/>
                    <a:gdLst>
                      <a:gd name="connsiteX0" fmla="*/ 63068 w 64209"/>
                      <a:gd name="connsiteY0" fmla="*/ 0 h 22241"/>
                      <a:gd name="connsiteX1" fmla="*/ 63734 w 64209"/>
                      <a:gd name="connsiteY1" fmla="*/ 2756 h 22241"/>
                      <a:gd name="connsiteX2" fmla="*/ 64210 w 64209"/>
                      <a:gd name="connsiteY2" fmla="*/ 6558 h 22241"/>
                      <a:gd name="connsiteX3" fmla="*/ 62117 w 64209"/>
                      <a:gd name="connsiteY3" fmla="*/ 13117 h 22241"/>
                      <a:gd name="connsiteX4" fmla="*/ 54507 w 64209"/>
                      <a:gd name="connsiteY4" fmla="*/ 15303 h 22241"/>
                      <a:gd name="connsiteX5" fmla="*/ 18454 w 64209"/>
                      <a:gd name="connsiteY5" fmla="*/ 15303 h 22241"/>
                      <a:gd name="connsiteX6" fmla="*/ 18454 w 64209"/>
                      <a:gd name="connsiteY6" fmla="*/ 22242 h 22241"/>
                      <a:gd name="connsiteX7" fmla="*/ 13698 w 64209"/>
                      <a:gd name="connsiteY7" fmla="*/ 22242 h 22241"/>
                      <a:gd name="connsiteX8" fmla="*/ 13698 w 64209"/>
                      <a:gd name="connsiteY8" fmla="*/ 15303 h 22241"/>
                      <a:gd name="connsiteX9" fmla="*/ 0 w 64209"/>
                      <a:gd name="connsiteY9" fmla="*/ 15303 h 22241"/>
                      <a:gd name="connsiteX10" fmla="*/ 0 w 64209"/>
                      <a:gd name="connsiteY10" fmla="*/ 9600 h 22241"/>
                      <a:gd name="connsiteX11" fmla="*/ 13698 w 64209"/>
                      <a:gd name="connsiteY11" fmla="*/ 9600 h 22241"/>
                      <a:gd name="connsiteX12" fmla="*/ 13698 w 64209"/>
                      <a:gd name="connsiteY12" fmla="*/ 380 h 22241"/>
                      <a:gd name="connsiteX13" fmla="*/ 18454 w 64209"/>
                      <a:gd name="connsiteY13" fmla="*/ 380 h 22241"/>
                      <a:gd name="connsiteX14" fmla="*/ 18454 w 64209"/>
                      <a:gd name="connsiteY14" fmla="*/ 9600 h 22241"/>
                      <a:gd name="connsiteX15" fmla="*/ 52224 w 64209"/>
                      <a:gd name="connsiteY15" fmla="*/ 9600 h 22241"/>
                      <a:gd name="connsiteX16" fmla="*/ 55363 w 64209"/>
                      <a:gd name="connsiteY16" fmla="*/ 9505 h 22241"/>
                      <a:gd name="connsiteX17" fmla="*/ 57551 w 64209"/>
                      <a:gd name="connsiteY17" fmla="*/ 8935 h 22241"/>
                      <a:gd name="connsiteX18" fmla="*/ 58787 w 64209"/>
                      <a:gd name="connsiteY18" fmla="*/ 7509 h 22241"/>
                      <a:gd name="connsiteX19" fmla="*/ 59168 w 64209"/>
                      <a:gd name="connsiteY19" fmla="*/ 4753 h 22241"/>
                      <a:gd name="connsiteX20" fmla="*/ 58978 w 64209"/>
                      <a:gd name="connsiteY20" fmla="*/ 2376 h 22241"/>
                      <a:gd name="connsiteX21" fmla="*/ 58502 w 64209"/>
                      <a:gd name="connsiteY21" fmla="*/ 0 h 22241"/>
                      <a:gd name="connsiteX22" fmla="*/ 63163 w 64209"/>
                      <a:gd name="connsiteY22" fmla="*/ 0 h 222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4209" h="22241">
                        <a:moveTo>
                          <a:pt x="63068" y="0"/>
                        </a:moveTo>
                        <a:cubicBezTo>
                          <a:pt x="63163" y="665"/>
                          <a:pt x="63449" y="1616"/>
                          <a:pt x="63734" y="2756"/>
                        </a:cubicBezTo>
                        <a:cubicBezTo>
                          <a:pt x="64019" y="3897"/>
                          <a:pt x="64210" y="5133"/>
                          <a:pt x="64210" y="6558"/>
                        </a:cubicBezTo>
                        <a:cubicBezTo>
                          <a:pt x="64210" y="9410"/>
                          <a:pt x="63544" y="11596"/>
                          <a:pt x="62117" y="13117"/>
                        </a:cubicBezTo>
                        <a:cubicBezTo>
                          <a:pt x="60690" y="14638"/>
                          <a:pt x="58122" y="15303"/>
                          <a:pt x="54507" y="15303"/>
                        </a:cubicBezTo>
                        <a:lnTo>
                          <a:pt x="18454" y="15303"/>
                        </a:lnTo>
                        <a:lnTo>
                          <a:pt x="18454" y="22242"/>
                        </a:lnTo>
                        <a:lnTo>
                          <a:pt x="13698" y="22242"/>
                        </a:lnTo>
                        <a:lnTo>
                          <a:pt x="13698" y="15303"/>
                        </a:lnTo>
                        <a:lnTo>
                          <a:pt x="0" y="15303"/>
                        </a:lnTo>
                        <a:lnTo>
                          <a:pt x="0" y="9600"/>
                        </a:lnTo>
                        <a:lnTo>
                          <a:pt x="13698" y="9600"/>
                        </a:lnTo>
                        <a:lnTo>
                          <a:pt x="13698" y="380"/>
                        </a:lnTo>
                        <a:lnTo>
                          <a:pt x="18454" y="380"/>
                        </a:lnTo>
                        <a:lnTo>
                          <a:pt x="18454" y="9600"/>
                        </a:lnTo>
                        <a:lnTo>
                          <a:pt x="52224" y="9600"/>
                        </a:lnTo>
                        <a:cubicBezTo>
                          <a:pt x="53460" y="9600"/>
                          <a:pt x="54507" y="9600"/>
                          <a:pt x="55363" y="9505"/>
                        </a:cubicBezTo>
                        <a:cubicBezTo>
                          <a:pt x="56219" y="9505"/>
                          <a:pt x="56980" y="9220"/>
                          <a:pt x="57551" y="8935"/>
                        </a:cubicBezTo>
                        <a:cubicBezTo>
                          <a:pt x="58122" y="8650"/>
                          <a:pt x="58502" y="8174"/>
                          <a:pt x="58787" y="7509"/>
                        </a:cubicBezTo>
                        <a:cubicBezTo>
                          <a:pt x="59073" y="6844"/>
                          <a:pt x="59168" y="5893"/>
                          <a:pt x="59168" y="4753"/>
                        </a:cubicBezTo>
                        <a:cubicBezTo>
                          <a:pt x="59168" y="3992"/>
                          <a:pt x="59168" y="3232"/>
                          <a:pt x="58978" y="2376"/>
                        </a:cubicBezTo>
                        <a:cubicBezTo>
                          <a:pt x="58787" y="1521"/>
                          <a:pt x="58692" y="760"/>
                          <a:pt x="58502" y="0"/>
                        </a:cubicBezTo>
                        <a:lnTo>
                          <a:pt x="63163" y="0"/>
                        </a:lnTo>
                        <a:close/>
                      </a:path>
                    </a:pathLst>
                  </a:custGeom>
                  <a:solidFill>
                    <a:srgbClr val="000000"/>
                  </a:solidFill>
                  <a:ln w="9506" cap="flat">
                    <a:noFill/>
                    <a:prstDash val="solid"/>
                    <a:miter/>
                  </a:ln>
                </p:spPr>
                <p:txBody>
                  <a:bodyPr rtlCol="0" anchor="ctr"/>
                  <a:lstStyle/>
                  <a:p>
                    <a:endParaRPr lang="en-US"/>
                  </a:p>
                </p:txBody>
              </p:sp>
            </p:grpSp>
            <p:sp>
              <p:nvSpPr>
                <p:cNvPr id="1365" name="Freeform 1364">
                  <a:extLst>
                    <a:ext uri="{FF2B5EF4-FFF2-40B4-BE49-F238E27FC236}">
                      <a16:creationId xmlns:a16="http://schemas.microsoft.com/office/drawing/2014/main" id="{0ECFDB82-595A-1B0B-D7AD-116ED23F9C5F}"/>
                    </a:ext>
                  </a:extLst>
                </p:cNvPr>
                <p:cNvSpPr/>
                <p:nvPr/>
              </p:nvSpPr>
              <p:spPr>
                <a:xfrm>
                  <a:off x="2439966" y="4441225"/>
                  <a:ext cx="2832917" cy="23777"/>
                </a:xfrm>
                <a:custGeom>
                  <a:avLst/>
                  <a:gdLst>
                    <a:gd name="connsiteX0" fmla="*/ 0 w 1132468"/>
                    <a:gd name="connsiteY0" fmla="*/ 0 h 9505"/>
                    <a:gd name="connsiteX1" fmla="*/ 1132469 w 1132468"/>
                    <a:gd name="connsiteY1" fmla="*/ 0 h 9505"/>
                  </a:gdLst>
                  <a:ahLst/>
                  <a:cxnLst>
                    <a:cxn ang="0">
                      <a:pos x="connsiteX0" y="connsiteY0"/>
                    </a:cxn>
                    <a:cxn ang="0">
                      <a:pos x="connsiteX1" y="connsiteY1"/>
                    </a:cxn>
                  </a:cxnLst>
                  <a:rect l="l" t="t" r="r" b="b"/>
                  <a:pathLst>
                    <a:path w="1132468" h="9505">
                      <a:moveTo>
                        <a:pt x="0" y="0"/>
                      </a:moveTo>
                      <a:lnTo>
                        <a:pt x="1132469" y="0"/>
                      </a:lnTo>
                    </a:path>
                  </a:pathLst>
                </a:custGeom>
                <a:ln w="4753" cap="sq">
                  <a:solidFill>
                    <a:srgbClr val="262626"/>
                  </a:solidFill>
                  <a:prstDash val="solid"/>
                  <a:round/>
                </a:ln>
              </p:spPr>
              <p:txBody>
                <a:bodyPr rtlCol="0" anchor="ctr"/>
                <a:lstStyle/>
                <a:p>
                  <a:endParaRPr lang="en-US"/>
                </a:p>
              </p:txBody>
            </p:sp>
            <p:sp>
              <p:nvSpPr>
                <p:cNvPr id="1366" name="Freeform 1365">
                  <a:extLst>
                    <a:ext uri="{FF2B5EF4-FFF2-40B4-BE49-F238E27FC236}">
                      <a16:creationId xmlns:a16="http://schemas.microsoft.com/office/drawing/2014/main" id="{F863B867-6373-37DA-6B3F-3A50B46F4EFC}"/>
                    </a:ext>
                  </a:extLst>
                </p:cNvPr>
                <p:cNvSpPr/>
                <p:nvPr/>
              </p:nvSpPr>
              <p:spPr>
                <a:xfrm>
                  <a:off x="2766209" y="4412692"/>
                  <a:ext cx="23795" cy="28533"/>
                </a:xfrm>
                <a:custGeom>
                  <a:avLst/>
                  <a:gdLst>
                    <a:gd name="connsiteX0" fmla="*/ 0 w 9512"/>
                    <a:gd name="connsiteY0" fmla="*/ 11406 h 11406"/>
                    <a:gd name="connsiteX1" fmla="*/ 0 w 9512"/>
                    <a:gd name="connsiteY1" fmla="*/ 0 h 11406"/>
                  </a:gdLst>
                  <a:ahLst/>
                  <a:cxnLst>
                    <a:cxn ang="0">
                      <a:pos x="connsiteX0" y="connsiteY0"/>
                    </a:cxn>
                    <a:cxn ang="0">
                      <a:pos x="connsiteX1" y="connsiteY1"/>
                    </a:cxn>
                  </a:cxnLst>
                  <a:rect l="l" t="t" r="r" b="b"/>
                  <a:pathLst>
                    <a:path w="9512" h="11406">
                      <a:moveTo>
                        <a:pt x="0" y="11406"/>
                      </a:moveTo>
                      <a:lnTo>
                        <a:pt x="0" y="0"/>
                      </a:lnTo>
                    </a:path>
                  </a:pathLst>
                </a:custGeom>
                <a:ln w="4753" cap="sq">
                  <a:solidFill>
                    <a:srgbClr val="262626"/>
                  </a:solidFill>
                  <a:prstDash val="solid"/>
                  <a:round/>
                </a:ln>
              </p:spPr>
              <p:txBody>
                <a:bodyPr rtlCol="0" anchor="ctr"/>
                <a:lstStyle/>
                <a:p>
                  <a:endParaRPr lang="en-US"/>
                </a:p>
              </p:txBody>
            </p:sp>
            <p:sp>
              <p:nvSpPr>
                <p:cNvPr id="1367" name="Freeform 1366">
                  <a:extLst>
                    <a:ext uri="{FF2B5EF4-FFF2-40B4-BE49-F238E27FC236}">
                      <a16:creationId xmlns:a16="http://schemas.microsoft.com/office/drawing/2014/main" id="{E598018B-AB5A-FDBB-EE13-1473C50B80A1}"/>
                    </a:ext>
                  </a:extLst>
                </p:cNvPr>
                <p:cNvSpPr/>
                <p:nvPr/>
              </p:nvSpPr>
              <p:spPr>
                <a:xfrm>
                  <a:off x="3977426" y="4412692"/>
                  <a:ext cx="23795" cy="28533"/>
                </a:xfrm>
                <a:custGeom>
                  <a:avLst/>
                  <a:gdLst>
                    <a:gd name="connsiteX0" fmla="*/ 0 w 9512"/>
                    <a:gd name="connsiteY0" fmla="*/ 11406 h 11406"/>
                    <a:gd name="connsiteX1" fmla="*/ 0 w 9512"/>
                    <a:gd name="connsiteY1" fmla="*/ 0 h 11406"/>
                  </a:gdLst>
                  <a:ahLst/>
                  <a:cxnLst>
                    <a:cxn ang="0">
                      <a:pos x="connsiteX0" y="connsiteY0"/>
                    </a:cxn>
                    <a:cxn ang="0">
                      <a:pos x="connsiteX1" y="connsiteY1"/>
                    </a:cxn>
                  </a:cxnLst>
                  <a:rect l="l" t="t" r="r" b="b"/>
                  <a:pathLst>
                    <a:path w="9512" h="11406">
                      <a:moveTo>
                        <a:pt x="0" y="11406"/>
                      </a:moveTo>
                      <a:lnTo>
                        <a:pt x="0" y="0"/>
                      </a:lnTo>
                    </a:path>
                  </a:pathLst>
                </a:custGeom>
                <a:ln w="4753" cap="sq">
                  <a:solidFill>
                    <a:srgbClr val="262626"/>
                  </a:solidFill>
                  <a:prstDash val="solid"/>
                  <a:round/>
                </a:ln>
              </p:spPr>
              <p:txBody>
                <a:bodyPr rtlCol="0" anchor="ctr"/>
                <a:lstStyle/>
                <a:p>
                  <a:endParaRPr lang="en-US"/>
                </a:p>
              </p:txBody>
            </p:sp>
            <p:sp>
              <p:nvSpPr>
                <p:cNvPr id="1368" name="Freeform 1367">
                  <a:extLst>
                    <a:ext uri="{FF2B5EF4-FFF2-40B4-BE49-F238E27FC236}">
                      <a16:creationId xmlns:a16="http://schemas.microsoft.com/office/drawing/2014/main" id="{03095E64-5AA8-600A-3CE9-6A8DC0585FFB}"/>
                    </a:ext>
                  </a:extLst>
                </p:cNvPr>
                <p:cNvSpPr/>
                <p:nvPr/>
              </p:nvSpPr>
              <p:spPr>
                <a:xfrm>
                  <a:off x="5236238" y="4412692"/>
                  <a:ext cx="23795" cy="28533"/>
                </a:xfrm>
                <a:custGeom>
                  <a:avLst/>
                  <a:gdLst>
                    <a:gd name="connsiteX0" fmla="*/ 0 w 9512"/>
                    <a:gd name="connsiteY0" fmla="*/ 11406 h 11406"/>
                    <a:gd name="connsiteX1" fmla="*/ 0 w 9512"/>
                    <a:gd name="connsiteY1" fmla="*/ 0 h 11406"/>
                  </a:gdLst>
                  <a:ahLst/>
                  <a:cxnLst>
                    <a:cxn ang="0">
                      <a:pos x="connsiteX0" y="connsiteY0"/>
                    </a:cxn>
                    <a:cxn ang="0">
                      <a:pos x="connsiteX1" y="connsiteY1"/>
                    </a:cxn>
                  </a:cxnLst>
                  <a:rect l="l" t="t" r="r" b="b"/>
                  <a:pathLst>
                    <a:path w="9512" h="11406">
                      <a:moveTo>
                        <a:pt x="0" y="11406"/>
                      </a:moveTo>
                      <a:lnTo>
                        <a:pt x="0" y="0"/>
                      </a:lnTo>
                    </a:path>
                  </a:pathLst>
                </a:custGeom>
                <a:ln w="4753" cap="sq">
                  <a:solidFill>
                    <a:srgbClr val="262626"/>
                  </a:solidFill>
                  <a:prstDash val="solid"/>
                  <a:round/>
                </a:ln>
              </p:spPr>
              <p:txBody>
                <a:bodyPr rtlCol="0" anchor="ctr"/>
                <a:lstStyle/>
                <a:p>
                  <a:endParaRPr lang="en-US"/>
                </a:p>
              </p:txBody>
            </p:sp>
            <p:sp>
              <p:nvSpPr>
                <p:cNvPr id="1369" name="Freeform 1368">
                  <a:extLst>
                    <a:ext uri="{FF2B5EF4-FFF2-40B4-BE49-F238E27FC236}">
                      <a16:creationId xmlns:a16="http://schemas.microsoft.com/office/drawing/2014/main" id="{95A9F692-E5E8-4309-2683-0EDAE40FFFA3}"/>
                    </a:ext>
                  </a:extLst>
                </p:cNvPr>
                <p:cNvSpPr/>
                <p:nvPr/>
              </p:nvSpPr>
              <p:spPr>
                <a:xfrm>
                  <a:off x="2709812" y="4495674"/>
                  <a:ext cx="111364" cy="167866"/>
                </a:xfrm>
                <a:custGeom>
                  <a:avLst/>
                  <a:gdLst>
                    <a:gd name="connsiteX0" fmla="*/ 1998 w 44518"/>
                    <a:gd name="connsiteY0" fmla="*/ 21957 h 67105"/>
                    <a:gd name="connsiteX1" fmla="*/ 3520 w 44518"/>
                    <a:gd name="connsiteY1" fmla="*/ 13022 h 67105"/>
                    <a:gd name="connsiteX2" fmla="*/ 7895 w 44518"/>
                    <a:gd name="connsiteY2" fmla="*/ 6083 h 67105"/>
                    <a:gd name="connsiteX3" fmla="*/ 14840 w 44518"/>
                    <a:gd name="connsiteY3" fmla="*/ 1616 h 67105"/>
                    <a:gd name="connsiteX4" fmla="*/ 23877 w 44518"/>
                    <a:gd name="connsiteY4" fmla="*/ 0 h 67105"/>
                    <a:gd name="connsiteX5" fmla="*/ 32723 w 44518"/>
                    <a:gd name="connsiteY5" fmla="*/ 1426 h 67105"/>
                    <a:gd name="connsiteX6" fmla="*/ 39192 w 44518"/>
                    <a:gd name="connsiteY6" fmla="*/ 5418 h 67105"/>
                    <a:gd name="connsiteX7" fmla="*/ 43187 w 44518"/>
                    <a:gd name="connsiteY7" fmla="*/ 11311 h 67105"/>
                    <a:gd name="connsiteX8" fmla="*/ 44519 w 44518"/>
                    <a:gd name="connsiteY8" fmla="*/ 18535 h 67105"/>
                    <a:gd name="connsiteX9" fmla="*/ 42997 w 44518"/>
                    <a:gd name="connsiteY9" fmla="*/ 26424 h 67105"/>
                    <a:gd name="connsiteX10" fmla="*/ 39096 w 44518"/>
                    <a:gd name="connsiteY10" fmla="*/ 32507 h 67105"/>
                    <a:gd name="connsiteX11" fmla="*/ 33579 w 44518"/>
                    <a:gd name="connsiteY11" fmla="*/ 37260 h 67105"/>
                    <a:gd name="connsiteX12" fmla="*/ 27206 w 44518"/>
                    <a:gd name="connsiteY12" fmla="*/ 41252 h 67105"/>
                    <a:gd name="connsiteX13" fmla="*/ 20833 w 44518"/>
                    <a:gd name="connsiteY13" fmla="*/ 44864 h 67105"/>
                    <a:gd name="connsiteX14" fmla="*/ 15220 w 44518"/>
                    <a:gd name="connsiteY14" fmla="*/ 48476 h 67105"/>
                    <a:gd name="connsiteX15" fmla="*/ 12081 w 44518"/>
                    <a:gd name="connsiteY15" fmla="*/ 51042 h 67105"/>
                    <a:gd name="connsiteX16" fmla="*/ 9322 w 44518"/>
                    <a:gd name="connsiteY16" fmla="*/ 53989 h 67105"/>
                    <a:gd name="connsiteX17" fmla="*/ 7325 w 44518"/>
                    <a:gd name="connsiteY17" fmla="*/ 57601 h 67105"/>
                    <a:gd name="connsiteX18" fmla="*/ 6468 w 44518"/>
                    <a:gd name="connsiteY18" fmla="*/ 61973 h 67105"/>
                    <a:gd name="connsiteX19" fmla="*/ 43853 w 44518"/>
                    <a:gd name="connsiteY19" fmla="*/ 61973 h 67105"/>
                    <a:gd name="connsiteX20" fmla="*/ 43853 w 44518"/>
                    <a:gd name="connsiteY20" fmla="*/ 67106 h 67105"/>
                    <a:gd name="connsiteX21" fmla="*/ 0 w 44518"/>
                    <a:gd name="connsiteY21" fmla="*/ 67106 h 67105"/>
                    <a:gd name="connsiteX22" fmla="*/ 1046 w 44518"/>
                    <a:gd name="connsiteY22" fmla="*/ 58361 h 67105"/>
                    <a:gd name="connsiteX23" fmla="*/ 5232 w 44518"/>
                    <a:gd name="connsiteY23" fmla="*/ 50757 h 67105"/>
                    <a:gd name="connsiteX24" fmla="*/ 12461 w 44518"/>
                    <a:gd name="connsiteY24" fmla="*/ 43913 h 67105"/>
                    <a:gd name="connsiteX25" fmla="*/ 19881 w 44518"/>
                    <a:gd name="connsiteY25" fmla="*/ 38781 h 67105"/>
                    <a:gd name="connsiteX26" fmla="*/ 26730 w 44518"/>
                    <a:gd name="connsiteY26" fmla="*/ 34693 h 67105"/>
                    <a:gd name="connsiteX27" fmla="*/ 32438 w 44518"/>
                    <a:gd name="connsiteY27" fmla="*/ 30606 h 67105"/>
                    <a:gd name="connsiteX28" fmla="*/ 36338 w 44518"/>
                    <a:gd name="connsiteY28" fmla="*/ 25664 h 67105"/>
                    <a:gd name="connsiteX29" fmla="*/ 37765 w 44518"/>
                    <a:gd name="connsiteY29" fmla="*/ 18915 h 67105"/>
                    <a:gd name="connsiteX30" fmla="*/ 36623 w 44518"/>
                    <a:gd name="connsiteY30" fmla="*/ 13117 h 67105"/>
                    <a:gd name="connsiteX31" fmla="*/ 33484 w 44518"/>
                    <a:gd name="connsiteY31" fmla="*/ 8745 h 67105"/>
                    <a:gd name="connsiteX32" fmla="*/ 28823 w 44518"/>
                    <a:gd name="connsiteY32" fmla="*/ 5988 h 67105"/>
                    <a:gd name="connsiteX33" fmla="*/ 23020 w 44518"/>
                    <a:gd name="connsiteY33" fmla="*/ 5133 h 67105"/>
                    <a:gd name="connsiteX34" fmla="*/ 16932 w 44518"/>
                    <a:gd name="connsiteY34" fmla="*/ 6463 h 67105"/>
                    <a:gd name="connsiteX35" fmla="*/ 12271 w 44518"/>
                    <a:gd name="connsiteY35" fmla="*/ 10170 h 67105"/>
                    <a:gd name="connsiteX36" fmla="*/ 9227 w 44518"/>
                    <a:gd name="connsiteY36" fmla="*/ 15493 h 67105"/>
                    <a:gd name="connsiteX37" fmla="*/ 8371 w 44518"/>
                    <a:gd name="connsiteY37" fmla="*/ 21957 h 67105"/>
                    <a:gd name="connsiteX38" fmla="*/ 1902 w 44518"/>
                    <a:gd name="connsiteY38" fmla="*/ 21957 h 67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44518" h="67105">
                      <a:moveTo>
                        <a:pt x="1998" y="21957"/>
                      </a:moveTo>
                      <a:cubicBezTo>
                        <a:pt x="1998" y="18630"/>
                        <a:pt x="2473" y="15683"/>
                        <a:pt x="3520" y="13022"/>
                      </a:cubicBezTo>
                      <a:cubicBezTo>
                        <a:pt x="4566" y="10361"/>
                        <a:pt x="5993" y="7984"/>
                        <a:pt x="7895" y="6083"/>
                      </a:cubicBezTo>
                      <a:cubicBezTo>
                        <a:pt x="9798" y="4182"/>
                        <a:pt x="12081" y="2662"/>
                        <a:pt x="14840" y="1616"/>
                      </a:cubicBezTo>
                      <a:cubicBezTo>
                        <a:pt x="17503" y="570"/>
                        <a:pt x="20547" y="0"/>
                        <a:pt x="23877" y="0"/>
                      </a:cubicBezTo>
                      <a:cubicBezTo>
                        <a:pt x="27206" y="0"/>
                        <a:pt x="30155" y="475"/>
                        <a:pt x="32723" y="1426"/>
                      </a:cubicBezTo>
                      <a:cubicBezTo>
                        <a:pt x="35291" y="2376"/>
                        <a:pt x="37479" y="3707"/>
                        <a:pt x="39192" y="5418"/>
                      </a:cubicBezTo>
                      <a:cubicBezTo>
                        <a:pt x="40904" y="7129"/>
                        <a:pt x="42236" y="9030"/>
                        <a:pt x="43187" y="11311"/>
                      </a:cubicBezTo>
                      <a:cubicBezTo>
                        <a:pt x="44043" y="13592"/>
                        <a:pt x="44519" y="15969"/>
                        <a:pt x="44519" y="18535"/>
                      </a:cubicBezTo>
                      <a:cubicBezTo>
                        <a:pt x="44519" y="21481"/>
                        <a:pt x="44043" y="24143"/>
                        <a:pt x="42997" y="26424"/>
                      </a:cubicBezTo>
                      <a:cubicBezTo>
                        <a:pt x="42045" y="28705"/>
                        <a:pt x="40714" y="30701"/>
                        <a:pt x="39096" y="32507"/>
                      </a:cubicBezTo>
                      <a:cubicBezTo>
                        <a:pt x="37479" y="34313"/>
                        <a:pt x="35672" y="35834"/>
                        <a:pt x="33579" y="37260"/>
                      </a:cubicBezTo>
                      <a:cubicBezTo>
                        <a:pt x="31487" y="38686"/>
                        <a:pt x="29394" y="39921"/>
                        <a:pt x="27206" y="41252"/>
                      </a:cubicBezTo>
                      <a:cubicBezTo>
                        <a:pt x="25018" y="42488"/>
                        <a:pt x="22925" y="43628"/>
                        <a:pt x="20833" y="44864"/>
                      </a:cubicBezTo>
                      <a:cubicBezTo>
                        <a:pt x="18740" y="46004"/>
                        <a:pt x="16837" y="47240"/>
                        <a:pt x="15220" y="48476"/>
                      </a:cubicBezTo>
                      <a:cubicBezTo>
                        <a:pt x="14174" y="49331"/>
                        <a:pt x="13127" y="50187"/>
                        <a:pt x="12081" y="51042"/>
                      </a:cubicBezTo>
                      <a:cubicBezTo>
                        <a:pt x="11035" y="51898"/>
                        <a:pt x="10178" y="52943"/>
                        <a:pt x="9322" y="53989"/>
                      </a:cubicBezTo>
                      <a:cubicBezTo>
                        <a:pt x="8466" y="55034"/>
                        <a:pt x="7800" y="56270"/>
                        <a:pt x="7325" y="57601"/>
                      </a:cubicBezTo>
                      <a:cubicBezTo>
                        <a:pt x="6849" y="58931"/>
                        <a:pt x="6564" y="60357"/>
                        <a:pt x="6468" y="61973"/>
                      </a:cubicBezTo>
                      <a:lnTo>
                        <a:pt x="43853" y="61973"/>
                      </a:lnTo>
                      <a:lnTo>
                        <a:pt x="43853" y="67106"/>
                      </a:lnTo>
                      <a:lnTo>
                        <a:pt x="0" y="67106"/>
                      </a:lnTo>
                      <a:cubicBezTo>
                        <a:pt x="0" y="63874"/>
                        <a:pt x="381" y="60927"/>
                        <a:pt x="1046" y="58361"/>
                      </a:cubicBezTo>
                      <a:cubicBezTo>
                        <a:pt x="1712" y="55795"/>
                        <a:pt x="3044" y="53228"/>
                        <a:pt x="5232" y="50757"/>
                      </a:cubicBezTo>
                      <a:cubicBezTo>
                        <a:pt x="7610" y="48096"/>
                        <a:pt x="9988" y="45814"/>
                        <a:pt x="12461" y="43913"/>
                      </a:cubicBezTo>
                      <a:cubicBezTo>
                        <a:pt x="14935" y="42012"/>
                        <a:pt x="17408" y="40301"/>
                        <a:pt x="19881" y="38781"/>
                      </a:cubicBezTo>
                      <a:cubicBezTo>
                        <a:pt x="22259" y="37260"/>
                        <a:pt x="24542" y="35929"/>
                        <a:pt x="26730" y="34693"/>
                      </a:cubicBezTo>
                      <a:cubicBezTo>
                        <a:pt x="28918" y="33458"/>
                        <a:pt x="30821" y="32127"/>
                        <a:pt x="32438" y="30606"/>
                      </a:cubicBezTo>
                      <a:cubicBezTo>
                        <a:pt x="34055" y="29181"/>
                        <a:pt x="35387" y="27470"/>
                        <a:pt x="36338" y="25664"/>
                      </a:cubicBezTo>
                      <a:cubicBezTo>
                        <a:pt x="37289" y="23858"/>
                        <a:pt x="37765" y="21576"/>
                        <a:pt x="37765" y="18915"/>
                      </a:cubicBezTo>
                      <a:cubicBezTo>
                        <a:pt x="37765" y="16729"/>
                        <a:pt x="37384" y="14828"/>
                        <a:pt x="36623" y="13117"/>
                      </a:cubicBezTo>
                      <a:cubicBezTo>
                        <a:pt x="35862" y="11406"/>
                        <a:pt x="34816" y="9980"/>
                        <a:pt x="33484" y="8745"/>
                      </a:cubicBezTo>
                      <a:cubicBezTo>
                        <a:pt x="32152" y="7509"/>
                        <a:pt x="30630" y="6654"/>
                        <a:pt x="28823" y="5988"/>
                      </a:cubicBezTo>
                      <a:cubicBezTo>
                        <a:pt x="27016" y="5323"/>
                        <a:pt x="25113" y="5133"/>
                        <a:pt x="23020" y="5133"/>
                      </a:cubicBezTo>
                      <a:cubicBezTo>
                        <a:pt x="20833" y="5133"/>
                        <a:pt x="18740" y="5608"/>
                        <a:pt x="16932" y="6463"/>
                      </a:cubicBezTo>
                      <a:cubicBezTo>
                        <a:pt x="15125" y="7414"/>
                        <a:pt x="13603" y="8650"/>
                        <a:pt x="12271" y="10170"/>
                      </a:cubicBezTo>
                      <a:cubicBezTo>
                        <a:pt x="10939" y="11691"/>
                        <a:pt x="9988" y="13497"/>
                        <a:pt x="9227" y="15493"/>
                      </a:cubicBezTo>
                      <a:cubicBezTo>
                        <a:pt x="8466" y="17489"/>
                        <a:pt x="8276" y="19675"/>
                        <a:pt x="8371" y="21957"/>
                      </a:cubicBezTo>
                      <a:lnTo>
                        <a:pt x="1902" y="21957"/>
                      </a:lnTo>
                      <a:close/>
                    </a:path>
                  </a:pathLst>
                </a:custGeom>
                <a:solidFill>
                  <a:srgbClr val="262626"/>
                </a:solidFill>
                <a:ln w="9506" cap="flat">
                  <a:noFill/>
                  <a:prstDash val="solid"/>
                  <a:miter/>
                </a:ln>
              </p:spPr>
              <p:txBody>
                <a:bodyPr rtlCol="0" anchor="ctr"/>
                <a:lstStyle/>
                <a:p>
                  <a:endParaRPr lang="en-US"/>
                </a:p>
              </p:txBody>
            </p:sp>
            <p:sp>
              <p:nvSpPr>
                <p:cNvPr id="1370" name="Freeform 1369">
                  <a:extLst>
                    <a:ext uri="{FF2B5EF4-FFF2-40B4-BE49-F238E27FC236}">
                      <a16:creationId xmlns:a16="http://schemas.microsoft.com/office/drawing/2014/main" id="{263D58AE-A0C4-9E80-E356-BE58918036D3}"/>
                    </a:ext>
                  </a:extLst>
                </p:cNvPr>
                <p:cNvSpPr/>
                <p:nvPr/>
              </p:nvSpPr>
              <p:spPr>
                <a:xfrm>
                  <a:off x="3917462" y="4495436"/>
                  <a:ext cx="113743" cy="170958"/>
                </a:xfrm>
                <a:custGeom>
                  <a:avLst/>
                  <a:gdLst>
                    <a:gd name="connsiteX0" fmla="*/ 17884 w 45469"/>
                    <a:gd name="connsiteY0" fmla="*/ 29846 h 68341"/>
                    <a:gd name="connsiteX1" fmla="*/ 25684 w 45469"/>
                    <a:gd name="connsiteY1" fmla="*/ 29276 h 68341"/>
                    <a:gd name="connsiteX2" fmla="*/ 31677 w 45469"/>
                    <a:gd name="connsiteY2" fmla="*/ 27279 h 68341"/>
                    <a:gd name="connsiteX3" fmla="*/ 35672 w 45469"/>
                    <a:gd name="connsiteY3" fmla="*/ 23287 h 68341"/>
                    <a:gd name="connsiteX4" fmla="*/ 37099 w 45469"/>
                    <a:gd name="connsiteY4" fmla="*/ 16919 h 68341"/>
                    <a:gd name="connsiteX5" fmla="*/ 35957 w 45469"/>
                    <a:gd name="connsiteY5" fmla="*/ 11596 h 68341"/>
                    <a:gd name="connsiteX6" fmla="*/ 32818 w 45469"/>
                    <a:gd name="connsiteY6" fmla="*/ 7889 h 68341"/>
                    <a:gd name="connsiteX7" fmla="*/ 28252 w 45469"/>
                    <a:gd name="connsiteY7" fmla="*/ 5798 h 68341"/>
                    <a:gd name="connsiteX8" fmla="*/ 22830 w 45469"/>
                    <a:gd name="connsiteY8" fmla="*/ 5133 h 68341"/>
                    <a:gd name="connsiteX9" fmla="*/ 16932 w 45469"/>
                    <a:gd name="connsiteY9" fmla="*/ 6178 h 68341"/>
                    <a:gd name="connsiteX10" fmla="*/ 12366 w 45469"/>
                    <a:gd name="connsiteY10" fmla="*/ 9125 h 68341"/>
                    <a:gd name="connsiteX11" fmla="*/ 9417 w 45469"/>
                    <a:gd name="connsiteY11" fmla="*/ 13687 h 68341"/>
                    <a:gd name="connsiteX12" fmla="*/ 8371 w 45469"/>
                    <a:gd name="connsiteY12" fmla="*/ 19390 h 68341"/>
                    <a:gd name="connsiteX13" fmla="*/ 2283 w 45469"/>
                    <a:gd name="connsiteY13" fmla="*/ 19390 h 68341"/>
                    <a:gd name="connsiteX14" fmla="*/ 3900 w 45469"/>
                    <a:gd name="connsiteY14" fmla="*/ 11121 h 68341"/>
                    <a:gd name="connsiteX15" fmla="*/ 8751 w 45469"/>
                    <a:gd name="connsiteY15" fmla="*/ 4372 h 68341"/>
                    <a:gd name="connsiteX16" fmla="*/ 15886 w 45469"/>
                    <a:gd name="connsiteY16" fmla="*/ 760 h 68341"/>
                    <a:gd name="connsiteX17" fmla="*/ 24067 w 45469"/>
                    <a:gd name="connsiteY17" fmla="*/ 0 h 68341"/>
                    <a:gd name="connsiteX18" fmla="*/ 31487 w 45469"/>
                    <a:gd name="connsiteY18" fmla="*/ 951 h 68341"/>
                    <a:gd name="connsiteX19" fmla="*/ 37574 w 45469"/>
                    <a:gd name="connsiteY19" fmla="*/ 3992 h 68341"/>
                    <a:gd name="connsiteX20" fmla="*/ 41665 w 45469"/>
                    <a:gd name="connsiteY20" fmla="*/ 9125 h 68341"/>
                    <a:gd name="connsiteX21" fmla="*/ 43187 w 45469"/>
                    <a:gd name="connsiteY21" fmla="*/ 16444 h 68341"/>
                    <a:gd name="connsiteX22" fmla="*/ 40809 w 45469"/>
                    <a:gd name="connsiteY22" fmla="*/ 25474 h 68341"/>
                    <a:gd name="connsiteX23" fmla="*/ 33675 w 45469"/>
                    <a:gd name="connsiteY23" fmla="*/ 31367 h 68341"/>
                    <a:gd name="connsiteX24" fmla="*/ 39572 w 45469"/>
                    <a:gd name="connsiteY24" fmla="*/ 34408 h 68341"/>
                    <a:gd name="connsiteX25" fmla="*/ 43187 w 45469"/>
                    <a:gd name="connsiteY25" fmla="*/ 38495 h 68341"/>
                    <a:gd name="connsiteX26" fmla="*/ 44994 w 45469"/>
                    <a:gd name="connsiteY26" fmla="*/ 43248 h 68341"/>
                    <a:gd name="connsiteX27" fmla="*/ 45470 w 45469"/>
                    <a:gd name="connsiteY27" fmla="*/ 48000 h 68341"/>
                    <a:gd name="connsiteX28" fmla="*/ 44043 w 45469"/>
                    <a:gd name="connsiteY28" fmla="*/ 55794 h 68341"/>
                    <a:gd name="connsiteX29" fmla="*/ 39858 w 45469"/>
                    <a:gd name="connsiteY29" fmla="*/ 62163 h 68341"/>
                    <a:gd name="connsiteX30" fmla="*/ 33103 w 45469"/>
                    <a:gd name="connsiteY30" fmla="*/ 66535 h 68341"/>
                    <a:gd name="connsiteX31" fmla="*/ 23877 w 45469"/>
                    <a:gd name="connsiteY31" fmla="*/ 68341 h 68341"/>
                    <a:gd name="connsiteX32" fmla="*/ 13793 w 45469"/>
                    <a:gd name="connsiteY32" fmla="*/ 67296 h 68341"/>
                    <a:gd name="connsiteX33" fmla="*/ 6659 w 45469"/>
                    <a:gd name="connsiteY33" fmla="*/ 63874 h 68341"/>
                    <a:gd name="connsiteX34" fmla="*/ 2188 w 45469"/>
                    <a:gd name="connsiteY34" fmla="*/ 57505 h 68341"/>
                    <a:gd name="connsiteX35" fmla="*/ 0 w 45469"/>
                    <a:gd name="connsiteY35" fmla="*/ 47620 h 68341"/>
                    <a:gd name="connsiteX36" fmla="*/ 6088 w 45469"/>
                    <a:gd name="connsiteY36" fmla="*/ 47620 h 68341"/>
                    <a:gd name="connsiteX37" fmla="*/ 10654 w 45469"/>
                    <a:gd name="connsiteY37" fmla="*/ 59311 h 68341"/>
                    <a:gd name="connsiteX38" fmla="*/ 22735 w 45469"/>
                    <a:gd name="connsiteY38" fmla="*/ 63304 h 68341"/>
                    <a:gd name="connsiteX39" fmla="*/ 29489 w 45469"/>
                    <a:gd name="connsiteY39" fmla="*/ 62068 h 68341"/>
                    <a:gd name="connsiteX40" fmla="*/ 34816 w 45469"/>
                    <a:gd name="connsiteY40" fmla="*/ 58741 h 68341"/>
                    <a:gd name="connsiteX41" fmla="*/ 38240 w 45469"/>
                    <a:gd name="connsiteY41" fmla="*/ 53894 h 68341"/>
                    <a:gd name="connsiteX42" fmla="*/ 39382 w 45469"/>
                    <a:gd name="connsiteY42" fmla="*/ 48191 h 68341"/>
                    <a:gd name="connsiteX43" fmla="*/ 37479 w 45469"/>
                    <a:gd name="connsiteY43" fmla="*/ 41442 h 68341"/>
                    <a:gd name="connsiteX44" fmla="*/ 32818 w 45469"/>
                    <a:gd name="connsiteY44" fmla="*/ 37165 h 68341"/>
                    <a:gd name="connsiteX45" fmla="*/ 26064 w 45469"/>
                    <a:gd name="connsiteY45" fmla="*/ 35074 h 68341"/>
                    <a:gd name="connsiteX46" fmla="*/ 17788 w 45469"/>
                    <a:gd name="connsiteY46" fmla="*/ 34883 h 68341"/>
                    <a:gd name="connsiteX47" fmla="*/ 17788 w 45469"/>
                    <a:gd name="connsiteY47" fmla="*/ 29941 h 683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45469" h="68341">
                      <a:moveTo>
                        <a:pt x="17884" y="29846"/>
                      </a:moveTo>
                      <a:cubicBezTo>
                        <a:pt x="20737" y="29846"/>
                        <a:pt x="23306" y="29656"/>
                        <a:pt x="25684" y="29276"/>
                      </a:cubicBezTo>
                      <a:cubicBezTo>
                        <a:pt x="28062" y="28895"/>
                        <a:pt x="30060" y="28230"/>
                        <a:pt x="31677" y="27279"/>
                      </a:cubicBezTo>
                      <a:cubicBezTo>
                        <a:pt x="33389" y="26329"/>
                        <a:pt x="34721" y="24998"/>
                        <a:pt x="35672" y="23287"/>
                      </a:cubicBezTo>
                      <a:cubicBezTo>
                        <a:pt x="36623" y="21576"/>
                        <a:pt x="37099" y="19485"/>
                        <a:pt x="37099" y="16919"/>
                      </a:cubicBezTo>
                      <a:cubicBezTo>
                        <a:pt x="37099" y="14828"/>
                        <a:pt x="36718" y="13022"/>
                        <a:pt x="35957" y="11596"/>
                      </a:cubicBezTo>
                      <a:cubicBezTo>
                        <a:pt x="35196" y="10170"/>
                        <a:pt x="34150" y="8840"/>
                        <a:pt x="32818" y="7889"/>
                      </a:cubicBezTo>
                      <a:cubicBezTo>
                        <a:pt x="31487" y="6939"/>
                        <a:pt x="29964" y="6273"/>
                        <a:pt x="28252" y="5798"/>
                      </a:cubicBezTo>
                      <a:cubicBezTo>
                        <a:pt x="26540" y="5323"/>
                        <a:pt x="24637" y="5133"/>
                        <a:pt x="22830" y="5133"/>
                      </a:cubicBezTo>
                      <a:cubicBezTo>
                        <a:pt x="20642" y="5133"/>
                        <a:pt x="18740" y="5513"/>
                        <a:pt x="16932" y="6178"/>
                      </a:cubicBezTo>
                      <a:cubicBezTo>
                        <a:pt x="15220" y="6844"/>
                        <a:pt x="13698" y="7889"/>
                        <a:pt x="12366" y="9125"/>
                      </a:cubicBezTo>
                      <a:cubicBezTo>
                        <a:pt x="11130" y="10456"/>
                        <a:pt x="10083" y="11976"/>
                        <a:pt x="9417" y="13687"/>
                      </a:cubicBezTo>
                      <a:cubicBezTo>
                        <a:pt x="8751" y="15398"/>
                        <a:pt x="8371" y="17299"/>
                        <a:pt x="8371" y="19390"/>
                      </a:cubicBezTo>
                      <a:lnTo>
                        <a:pt x="2283" y="19390"/>
                      </a:lnTo>
                      <a:cubicBezTo>
                        <a:pt x="2283" y="16349"/>
                        <a:pt x="2759" y="13592"/>
                        <a:pt x="3900" y="11121"/>
                      </a:cubicBezTo>
                      <a:cubicBezTo>
                        <a:pt x="4946" y="8650"/>
                        <a:pt x="6564" y="6463"/>
                        <a:pt x="8751" y="4372"/>
                      </a:cubicBezTo>
                      <a:cubicBezTo>
                        <a:pt x="10844" y="2471"/>
                        <a:pt x="13222" y="1236"/>
                        <a:pt x="15886" y="760"/>
                      </a:cubicBezTo>
                      <a:cubicBezTo>
                        <a:pt x="18549" y="285"/>
                        <a:pt x="21213" y="0"/>
                        <a:pt x="24067" y="0"/>
                      </a:cubicBezTo>
                      <a:cubicBezTo>
                        <a:pt x="26920" y="0"/>
                        <a:pt x="29204" y="285"/>
                        <a:pt x="31487" y="951"/>
                      </a:cubicBezTo>
                      <a:cubicBezTo>
                        <a:pt x="33769" y="1616"/>
                        <a:pt x="35862" y="2661"/>
                        <a:pt x="37574" y="3992"/>
                      </a:cubicBezTo>
                      <a:cubicBezTo>
                        <a:pt x="39287" y="5323"/>
                        <a:pt x="40618" y="7129"/>
                        <a:pt x="41665" y="9125"/>
                      </a:cubicBezTo>
                      <a:cubicBezTo>
                        <a:pt x="42711" y="11216"/>
                        <a:pt x="43187" y="13687"/>
                        <a:pt x="43187" y="16444"/>
                      </a:cubicBezTo>
                      <a:cubicBezTo>
                        <a:pt x="43187" y="19961"/>
                        <a:pt x="42426" y="22907"/>
                        <a:pt x="40809" y="25474"/>
                      </a:cubicBezTo>
                      <a:cubicBezTo>
                        <a:pt x="39192" y="28040"/>
                        <a:pt x="36814" y="29941"/>
                        <a:pt x="33675" y="31367"/>
                      </a:cubicBezTo>
                      <a:cubicBezTo>
                        <a:pt x="36053" y="32127"/>
                        <a:pt x="38050" y="33173"/>
                        <a:pt x="39572" y="34408"/>
                      </a:cubicBezTo>
                      <a:cubicBezTo>
                        <a:pt x="41094" y="35644"/>
                        <a:pt x="42331" y="36975"/>
                        <a:pt x="43187" y="38495"/>
                      </a:cubicBezTo>
                      <a:cubicBezTo>
                        <a:pt x="44043" y="40016"/>
                        <a:pt x="44709" y="41537"/>
                        <a:pt x="44994" y="43248"/>
                      </a:cubicBezTo>
                      <a:cubicBezTo>
                        <a:pt x="45280" y="44864"/>
                        <a:pt x="45470" y="46480"/>
                        <a:pt x="45470" y="48000"/>
                      </a:cubicBezTo>
                      <a:cubicBezTo>
                        <a:pt x="45470" y="50757"/>
                        <a:pt x="44994" y="53418"/>
                        <a:pt x="44043" y="55794"/>
                      </a:cubicBezTo>
                      <a:cubicBezTo>
                        <a:pt x="43092" y="58171"/>
                        <a:pt x="41665" y="60357"/>
                        <a:pt x="39858" y="62163"/>
                      </a:cubicBezTo>
                      <a:cubicBezTo>
                        <a:pt x="38050" y="63969"/>
                        <a:pt x="35767" y="65490"/>
                        <a:pt x="33103" y="66535"/>
                      </a:cubicBezTo>
                      <a:cubicBezTo>
                        <a:pt x="30440" y="67676"/>
                        <a:pt x="27301" y="68246"/>
                        <a:pt x="23877" y="68341"/>
                      </a:cubicBezTo>
                      <a:cubicBezTo>
                        <a:pt x="19976" y="68341"/>
                        <a:pt x="16647" y="67961"/>
                        <a:pt x="13793" y="67296"/>
                      </a:cubicBezTo>
                      <a:cubicBezTo>
                        <a:pt x="10939" y="66630"/>
                        <a:pt x="8561" y="65490"/>
                        <a:pt x="6659" y="63874"/>
                      </a:cubicBezTo>
                      <a:cubicBezTo>
                        <a:pt x="4756" y="62258"/>
                        <a:pt x="3234" y="60167"/>
                        <a:pt x="2188" y="57505"/>
                      </a:cubicBezTo>
                      <a:cubicBezTo>
                        <a:pt x="1141" y="54844"/>
                        <a:pt x="381" y="51612"/>
                        <a:pt x="0" y="47620"/>
                      </a:cubicBezTo>
                      <a:lnTo>
                        <a:pt x="6088" y="47620"/>
                      </a:lnTo>
                      <a:cubicBezTo>
                        <a:pt x="6088" y="52753"/>
                        <a:pt x="7610" y="56650"/>
                        <a:pt x="10654" y="59311"/>
                      </a:cubicBezTo>
                      <a:cubicBezTo>
                        <a:pt x="13698" y="61973"/>
                        <a:pt x="17788" y="63304"/>
                        <a:pt x="22735" y="63304"/>
                      </a:cubicBezTo>
                      <a:cubicBezTo>
                        <a:pt x="25113" y="63304"/>
                        <a:pt x="27396" y="62923"/>
                        <a:pt x="29489" y="62068"/>
                      </a:cubicBezTo>
                      <a:cubicBezTo>
                        <a:pt x="31582" y="61212"/>
                        <a:pt x="33389" y="60167"/>
                        <a:pt x="34816" y="58741"/>
                      </a:cubicBezTo>
                      <a:cubicBezTo>
                        <a:pt x="36243" y="57315"/>
                        <a:pt x="37479" y="55699"/>
                        <a:pt x="38240" y="53894"/>
                      </a:cubicBezTo>
                      <a:cubicBezTo>
                        <a:pt x="39002" y="52088"/>
                        <a:pt x="39382" y="50187"/>
                        <a:pt x="39382" y="48191"/>
                      </a:cubicBezTo>
                      <a:cubicBezTo>
                        <a:pt x="39287" y="45434"/>
                        <a:pt x="38621" y="43248"/>
                        <a:pt x="37479" y="41442"/>
                      </a:cubicBezTo>
                      <a:cubicBezTo>
                        <a:pt x="36338" y="39636"/>
                        <a:pt x="34816" y="38210"/>
                        <a:pt x="32818" y="37165"/>
                      </a:cubicBezTo>
                      <a:cubicBezTo>
                        <a:pt x="30916" y="36119"/>
                        <a:pt x="28633" y="35454"/>
                        <a:pt x="26064" y="35074"/>
                      </a:cubicBezTo>
                      <a:cubicBezTo>
                        <a:pt x="23496" y="34693"/>
                        <a:pt x="20737" y="34693"/>
                        <a:pt x="17788" y="34883"/>
                      </a:cubicBezTo>
                      <a:lnTo>
                        <a:pt x="17788" y="29941"/>
                      </a:lnTo>
                      <a:close/>
                    </a:path>
                  </a:pathLst>
                </a:custGeom>
                <a:solidFill>
                  <a:srgbClr val="262626"/>
                </a:solidFill>
                <a:ln w="9506" cap="flat">
                  <a:noFill/>
                  <a:prstDash val="solid"/>
                  <a:miter/>
                </a:ln>
              </p:spPr>
              <p:txBody>
                <a:bodyPr rtlCol="0" anchor="ctr"/>
                <a:lstStyle/>
                <a:p>
                  <a:endParaRPr lang="en-US"/>
                </a:p>
              </p:txBody>
            </p:sp>
            <p:sp>
              <p:nvSpPr>
                <p:cNvPr id="1371" name="Freeform 1370">
                  <a:extLst>
                    <a:ext uri="{FF2B5EF4-FFF2-40B4-BE49-F238E27FC236}">
                      <a16:creationId xmlns:a16="http://schemas.microsoft.com/office/drawing/2014/main" id="{7DC8ACC5-7A41-3911-FCAD-6DB3564B8179}"/>
                    </a:ext>
                  </a:extLst>
                </p:cNvPr>
                <p:cNvSpPr/>
                <p:nvPr/>
              </p:nvSpPr>
              <p:spPr>
                <a:xfrm>
                  <a:off x="5129394" y="4497340"/>
                  <a:ext cx="115171" cy="165965"/>
                </a:xfrm>
                <a:custGeom>
                  <a:avLst/>
                  <a:gdLst>
                    <a:gd name="connsiteX0" fmla="*/ 30630 w 46040"/>
                    <a:gd name="connsiteY0" fmla="*/ 49806 h 66345"/>
                    <a:gd name="connsiteX1" fmla="*/ 0 w 46040"/>
                    <a:gd name="connsiteY1" fmla="*/ 49806 h 66345"/>
                    <a:gd name="connsiteX2" fmla="*/ 0 w 46040"/>
                    <a:gd name="connsiteY2" fmla="*/ 44579 h 66345"/>
                    <a:gd name="connsiteX3" fmla="*/ 31201 w 46040"/>
                    <a:gd name="connsiteY3" fmla="*/ 0 h 66345"/>
                    <a:gd name="connsiteX4" fmla="*/ 36719 w 46040"/>
                    <a:gd name="connsiteY4" fmla="*/ 0 h 66345"/>
                    <a:gd name="connsiteX5" fmla="*/ 36719 w 46040"/>
                    <a:gd name="connsiteY5" fmla="*/ 44674 h 66345"/>
                    <a:gd name="connsiteX6" fmla="*/ 46041 w 46040"/>
                    <a:gd name="connsiteY6" fmla="*/ 44674 h 66345"/>
                    <a:gd name="connsiteX7" fmla="*/ 46041 w 46040"/>
                    <a:gd name="connsiteY7" fmla="*/ 49806 h 66345"/>
                    <a:gd name="connsiteX8" fmla="*/ 36719 w 46040"/>
                    <a:gd name="connsiteY8" fmla="*/ 49806 h 66345"/>
                    <a:gd name="connsiteX9" fmla="*/ 36719 w 46040"/>
                    <a:gd name="connsiteY9" fmla="*/ 66345 h 66345"/>
                    <a:gd name="connsiteX10" fmla="*/ 30630 w 46040"/>
                    <a:gd name="connsiteY10" fmla="*/ 66345 h 66345"/>
                    <a:gd name="connsiteX11" fmla="*/ 30630 w 46040"/>
                    <a:gd name="connsiteY11" fmla="*/ 49806 h 66345"/>
                    <a:gd name="connsiteX12" fmla="*/ 5993 w 46040"/>
                    <a:gd name="connsiteY12" fmla="*/ 44674 h 66345"/>
                    <a:gd name="connsiteX13" fmla="*/ 30630 w 46040"/>
                    <a:gd name="connsiteY13" fmla="*/ 44674 h 66345"/>
                    <a:gd name="connsiteX14" fmla="*/ 30630 w 46040"/>
                    <a:gd name="connsiteY14" fmla="*/ 9125 h 66345"/>
                    <a:gd name="connsiteX15" fmla="*/ 5993 w 46040"/>
                    <a:gd name="connsiteY15" fmla="*/ 44674 h 66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040" h="66345">
                      <a:moveTo>
                        <a:pt x="30630" y="49806"/>
                      </a:moveTo>
                      <a:lnTo>
                        <a:pt x="0" y="49806"/>
                      </a:lnTo>
                      <a:lnTo>
                        <a:pt x="0" y="44579"/>
                      </a:lnTo>
                      <a:lnTo>
                        <a:pt x="31201" y="0"/>
                      </a:lnTo>
                      <a:lnTo>
                        <a:pt x="36719" y="0"/>
                      </a:lnTo>
                      <a:lnTo>
                        <a:pt x="36719" y="44674"/>
                      </a:lnTo>
                      <a:lnTo>
                        <a:pt x="46041" y="44674"/>
                      </a:lnTo>
                      <a:lnTo>
                        <a:pt x="46041" y="49806"/>
                      </a:lnTo>
                      <a:lnTo>
                        <a:pt x="36719" y="49806"/>
                      </a:lnTo>
                      <a:lnTo>
                        <a:pt x="36719" y="66345"/>
                      </a:lnTo>
                      <a:lnTo>
                        <a:pt x="30630" y="66345"/>
                      </a:lnTo>
                      <a:lnTo>
                        <a:pt x="30630" y="49806"/>
                      </a:lnTo>
                      <a:close/>
                      <a:moveTo>
                        <a:pt x="5993" y="44674"/>
                      </a:moveTo>
                      <a:lnTo>
                        <a:pt x="30630" y="44674"/>
                      </a:lnTo>
                      <a:lnTo>
                        <a:pt x="30630" y="9125"/>
                      </a:lnTo>
                      <a:lnTo>
                        <a:pt x="5993" y="44674"/>
                      </a:lnTo>
                      <a:close/>
                    </a:path>
                  </a:pathLst>
                </a:custGeom>
                <a:solidFill>
                  <a:srgbClr val="262626"/>
                </a:solidFill>
                <a:ln w="9506" cap="flat">
                  <a:noFill/>
                  <a:prstDash val="solid"/>
                  <a:miter/>
                </a:ln>
              </p:spPr>
              <p:txBody>
                <a:bodyPr rtlCol="0" anchor="ctr"/>
                <a:lstStyle/>
                <a:p>
                  <a:endParaRPr lang="en-US"/>
                </a:p>
              </p:txBody>
            </p:sp>
            <p:sp>
              <p:nvSpPr>
                <p:cNvPr id="1372" name="Freeform 1371">
                  <a:extLst>
                    <a:ext uri="{FF2B5EF4-FFF2-40B4-BE49-F238E27FC236}">
                      <a16:creationId xmlns:a16="http://schemas.microsoft.com/office/drawing/2014/main" id="{4BC6D83D-4C92-0A7E-DDC6-533F8C193E8E}"/>
                    </a:ext>
                  </a:extLst>
                </p:cNvPr>
                <p:cNvSpPr/>
                <p:nvPr/>
              </p:nvSpPr>
              <p:spPr>
                <a:xfrm>
                  <a:off x="2432589" y="1595802"/>
                  <a:ext cx="23795" cy="2845422"/>
                </a:xfrm>
                <a:custGeom>
                  <a:avLst/>
                  <a:gdLst>
                    <a:gd name="connsiteX0" fmla="*/ 0 w 9512"/>
                    <a:gd name="connsiteY0" fmla="*/ 1137467 h 1137467"/>
                    <a:gd name="connsiteX1" fmla="*/ 0 w 9512"/>
                    <a:gd name="connsiteY1" fmla="*/ 0 h 1137467"/>
                  </a:gdLst>
                  <a:ahLst/>
                  <a:cxnLst>
                    <a:cxn ang="0">
                      <a:pos x="connsiteX0" y="connsiteY0"/>
                    </a:cxn>
                    <a:cxn ang="0">
                      <a:pos x="connsiteX1" y="connsiteY1"/>
                    </a:cxn>
                  </a:cxnLst>
                  <a:rect l="l" t="t" r="r" b="b"/>
                  <a:pathLst>
                    <a:path w="9512" h="1137467">
                      <a:moveTo>
                        <a:pt x="0" y="1137467"/>
                      </a:moveTo>
                      <a:lnTo>
                        <a:pt x="0" y="0"/>
                      </a:lnTo>
                    </a:path>
                  </a:pathLst>
                </a:custGeom>
                <a:ln w="4753" cap="sq">
                  <a:solidFill>
                    <a:srgbClr val="262626"/>
                  </a:solidFill>
                  <a:prstDash val="solid"/>
                  <a:round/>
                </a:ln>
              </p:spPr>
              <p:txBody>
                <a:bodyPr rtlCol="0" anchor="ctr"/>
                <a:lstStyle/>
                <a:p>
                  <a:endParaRPr lang="en-US"/>
                </a:p>
              </p:txBody>
            </p:sp>
            <p:sp>
              <p:nvSpPr>
                <p:cNvPr id="1373" name="Freeform 1372">
                  <a:extLst>
                    <a:ext uri="{FF2B5EF4-FFF2-40B4-BE49-F238E27FC236}">
                      <a16:creationId xmlns:a16="http://schemas.microsoft.com/office/drawing/2014/main" id="{2EC488BB-6FED-35B4-CE7D-B307CDD73FAC}"/>
                    </a:ext>
                  </a:extLst>
                </p:cNvPr>
                <p:cNvSpPr/>
                <p:nvPr/>
              </p:nvSpPr>
              <p:spPr>
                <a:xfrm>
                  <a:off x="2432589" y="3492750"/>
                  <a:ext cx="28555" cy="23777"/>
                </a:xfrm>
                <a:custGeom>
                  <a:avLst/>
                  <a:gdLst>
                    <a:gd name="connsiteX0" fmla="*/ 0 w 11415"/>
                    <a:gd name="connsiteY0" fmla="*/ 0 h 9505"/>
                    <a:gd name="connsiteX1" fmla="*/ 11415 w 11415"/>
                    <a:gd name="connsiteY1" fmla="*/ 0 h 9505"/>
                  </a:gdLst>
                  <a:ahLst/>
                  <a:cxnLst>
                    <a:cxn ang="0">
                      <a:pos x="connsiteX0" y="connsiteY0"/>
                    </a:cxn>
                    <a:cxn ang="0">
                      <a:pos x="connsiteX1" y="connsiteY1"/>
                    </a:cxn>
                  </a:cxnLst>
                  <a:rect l="l" t="t" r="r" b="b"/>
                  <a:pathLst>
                    <a:path w="11415" h="9505">
                      <a:moveTo>
                        <a:pt x="0" y="0"/>
                      </a:moveTo>
                      <a:lnTo>
                        <a:pt x="11415" y="0"/>
                      </a:lnTo>
                    </a:path>
                  </a:pathLst>
                </a:custGeom>
                <a:ln w="4753" cap="sq">
                  <a:solidFill>
                    <a:srgbClr val="262626"/>
                  </a:solidFill>
                  <a:prstDash val="solid"/>
                  <a:round/>
                </a:ln>
              </p:spPr>
              <p:txBody>
                <a:bodyPr rtlCol="0" anchor="ctr"/>
                <a:lstStyle/>
                <a:p>
                  <a:endParaRPr lang="en-US"/>
                </a:p>
              </p:txBody>
            </p:sp>
            <p:grpSp>
              <p:nvGrpSpPr>
                <p:cNvPr id="1374" name="Graphic 5">
                  <a:extLst>
                    <a:ext uri="{FF2B5EF4-FFF2-40B4-BE49-F238E27FC236}">
                      <a16:creationId xmlns:a16="http://schemas.microsoft.com/office/drawing/2014/main" id="{694FC1C0-3187-A28B-4217-F05A19AF29F7}"/>
                    </a:ext>
                  </a:extLst>
                </p:cNvPr>
                <p:cNvGrpSpPr/>
                <p:nvPr/>
              </p:nvGrpSpPr>
              <p:grpSpPr>
                <a:xfrm>
                  <a:off x="1954764" y="4357291"/>
                  <a:ext cx="390969" cy="171433"/>
                  <a:chOff x="7143807" y="3180538"/>
                  <a:chExt cx="156291" cy="68531"/>
                </a:xfrm>
                <a:solidFill>
                  <a:srgbClr val="262626"/>
                </a:solidFill>
              </p:grpSpPr>
              <p:sp>
                <p:nvSpPr>
                  <p:cNvPr id="1420" name="Freeform 1419">
                    <a:extLst>
                      <a:ext uri="{FF2B5EF4-FFF2-40B4-BE49-F238E27FC236}">
                        <a16:creationId xmlns:a16="http://schemas.microsoft.com/office/drawing/2014/main" id="{4DF48A16-19FE-5AC7-0CC8-E53814A09972}"/>
                      </a:ext>
                    </a:extLst>
                  </p:cNvPr>
                  <p:cNvSpPr/>
                  <p:nvPr/>
                </p:nvSpPr>
                <p:spPr>
                  <a:xfrm>
                    <a:off x="7143807" y="3220269"/>
                    <a:ext cx="24066" cy="5893"/>
                  </a:xfrm>
                  <a:custGeom>
                    <a:avLst/>
                    <a:gdLst>
                      <a:gd name="connsiteX0" fmla="*/ 24067 w 24066"/>
                      <a:gd name="connsiteY0" fmla="*/ 0 h 5893"/>
                      <a:gd name="connsiteX1" fmla="*/ 24067 w 24066"/>
                      <a:gd name="connsiteY1" fmla="*/ 5893 h 5893"/>
                      <a:gd name="connsiteX2" fmla="*/ 0 w 24066"/>
                      <a:gd name="connsiteY2" fmla="*/ 5893 h 5893"/>
                      <a:gd name="connsiteX3" fmla="*/ 0 w 24066"/>
                      <a:gd name="connsiteY3" fmla="*/ 0 h 5893"/>
                      <a:gd name="connsiteX4" fmla="*/ 24067 w 24066"/>
                      <a:gd name="connsiteY4" fmla="*/ 0 h 58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066" h="5893">
                        <a:moveTo>
                          <a:pt x="24067" y="0"/>
                        </a:moveTo>
                        <a:lnTo>
                          <a:pt x="24067" y="5893"/>
                        </a:lnTo>
                        <a:lnTo>
                          <a:pt x="0" y="5893"/>
                        </a:lnTo>
                        <a:lnTo>
                          <a:pt x="0" y="0"/>
                        </a:lnTo>
                        <a:lnTo>
                          <a:pt x="24067" y="0"/>
                        </a:lnTo>
                        <a:close/>
                      </a:path>
                    </a:pathLst>
                  </a:custGeom>
                  <a:solidFill>
                    <a:srgbClr val="262626"/>
                  </a:solidFill>
                  <a:ln w="9506" cap="flat">
                    <a:noFill/>
                    <a:prstDash val="solid"/>
                    <a:miter/>
                  </a:ln>
                </p:spPr>
                <p:txBody>
                  <a:bodyPr rtlCol="0" anchor="ctr"/>
                  <a:lstStyle/>
                  <a:p>
                    <a:endParaRPr lang="en-US"/>
                  </a:p>
                </p:txBody>
              </p:sp>
              <p:sp>
                <p:nvSpPr>
                  <p:cNvPr id="1421" name="Freeform 1420">
                    <a:extLst>
                      <a:ext uri="{FF2B5EF4-FFF2-40B4-BE49-F238E27FC236}">
                        <a16:creationId xmlns:a16="http://schemas.microsoft.com/office/drawing/2014/main" id="{75C3ABA7-F7EF-E86E-B655-85CBFD4C130E}"/>
                      </a:ext>
                    </a:extLst>
                  </p:cNvPr>
                  <p:cNvSpPr/>
                  <p:nvPr/>
                </p:nvSpPr>
                <p:spPr>
                  <a:xfrm>
                    <a:off x="7175293" y="3180538"/>
                    <a:ext cx="45469" cy="68531"/>
                  </a:xfrm>
                  <a:custGeom>
                    <a:avLst/>
                    <a:gdLst>
                      <a:gd name="connsiteX0" fmla="*/ 22830 w 45469"/>
                      <a:gd name="connsiteY0" fmla="*/ 380 h 68531"/>
                      <a:gd name="connsiteX1" fmla="*/ 31392 w 45469"/>
                      <a:gd name="connsiteY1" fmla="*/ 1806 h 68531"/>
                      <a:gd name="connsiteX2" fmla="*/ 37575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1094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091 w 45469"/>
                      <a:gd name="connsiteY16" fmla="*/ 10741 h 68531"/>
                      <a:gd name="connsiteX17" fmla="*/ 10939 w 45469"/>
                      <a:gd name="connsiteY17" fmla="*/ 2947 h 68531"/>
                      <a:gd name="connsiteX18" fmla="*/ 22640 w 45469"/>
                      <a:gd name="connsiteY18" fmla="*/ 0 h 68531"/>
                      <a:gd name="connsiteX19" fmla="*/ 39382 w 45469"/>
                      <a:gd name="connsiteY19" fmla="*/ 34408 h 68531"/>
                      <a:gd name="connsiteX20" fmla="*/ 38811 w 45469"/>
                      <a:gd name="connsiteY20" fmla="*/ 23858 h 68531"/>
                      <a:gd name="connsiteX21" fmla="*/ 36433 w 45469"/>
                      <a:gd name="connsiteY21" fmla="*/ 14543 h 68531"/>
                      <a:gd name="connsiteX22" fmla="*/ 31296 w 45469"/>
                      <a:gd name="connsiteY22" fmla="*/ 7984 h 68531"/>
                      <a:gd name="connsiteX23" fmla="*/ 22640 w 45469"/>
                      <a:gd name="connsiteY23" fmla="*/ 5513 h 68531"/>
                      <a:gd name="connsiteX24" fmla="*/ 14364 w 45469"/>
                      <a:gd name="connsiteY24" fmla="*/ 7984 h 68531"/>
                      <a:gd name="connsiteX25" fmla="*/ 9418 w 45469"/>
                      <a:gd name="connsiteY25" fmla="*/ 14733 h 68531"/>
                      <a:gd name="connsiteX26" fmla="*/ 6944 w 45469"/>
                      <a:gd name="connsiteY26" fmla="*/ 24238 h 68531"/>
                      <a:gd name="connsiteX27" fmla="*/ 6183 w 45469"/>
                      <a:gd name="connsiteY27" fmla="*/ 35074 h 68531"/>
                      <a:gd name="connsiteX28" fmla="*/ 6944 w 45469"/>
                      <a:gd name="connsiteY28" fmla="*/ 46765 h 68531"/>
                      <a:gd name="connsiteX29" fmla="*/ 9703 w 45469"/>
                      <a:gd name="connsiteY29" fmla="*/ 55699 h 68531"/>
                      <a:gd name="connsiteX30" fmla="*/ 14745 w 45469"/>
                      <a:gd name="connsiteY30" fmla="*/ 61403 h 68531"/>
                      <a:gd name="connsiteX31" fmla="*/ 22830 w 45469"/>
                      <a:gd name="connsiteY31" fmla="*/ 63494 h 68531"/>
                      <a:gd name="connsiteX32" fmla="*/ 31582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2" y="1806"/>
                        </a:cubicBezTo>
                        <a:cubicBezTo>
                          <a:pt x="33770" y="2756"/>
                          <a:pt x="35862" y="4182"/>
                          <a:pt x="37575" y="5798"/>
                        </a:cubicBezTo>
                        <a:cubicBezTo>
                          <a:pt x="39287" y="7509"/>
                          <a:pt x="40619" y="9505"/>
                          <a:pt x="41665" y="11786"/>
                        </a:cubicBezTo>
                        <a:cubicBezTo>
                          <a:pt x="42712" y="14067"/>
                          <a:pt x="43568"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2" y="55224"/>
                          <a:pt x="41094" y="58361"/>
                        </a:cubicBezTo>
                        <a:cubicBezTo>
                          <a:pt x="39382" y="61498"/>
                          <a:pt x="37099" y="63969"/>
                          <a:pt x="34150" y="65775"/>
                        </a:cubicBezTo>
                        <a:cubicBezTo>
                          <a:pt x="31201" y="67581"/>
                          <a:pt x="27491" y="68531"/>
                          <a:pt x="22830" y="68531"/>
                        </a:cubicBezTo>
                        <a:cubicBezTo>
                          <a:pt x="18169" y="68531"/>
                          <a:pt x="14364" y="67581"/>
                          <a:pt x="11415" y="65775"/>
                        </a:cubicBezTo>
                        <a:cubicBezTo>
                          <a:pt x="8466" y="63969"/>
                          <a:pt x="6183" y="61403"/>
                          <a:pt x="4471" y="58266"/>
                        </a:cubicBezTo>
                        <a:cubicBezTo>
                          <a:pt x="2759" y="55129"/>
                          <a:pt x="1617" y="51517"/>
                          <a:pt x="951" y="47335"/>
                        </a:cubicBezTo>
                        <a:cubicBezTo>
                          <a:pt x="285" y="43153"/>
                          <a:pt x="0" y="38781"/>
                          <a:pt x="0" y="34123"/>
                        </a:cubicBezTo>
                        <a:cubicBezTo>
                          <a:pt x="0" y="29846"/>
                          <a:pt x="285" y="25759"/>
                          <a:pt x="856" y="21671"/>
                        </a:cubicBezTo>
                        <a:cubicBezTo>
                          <a:pt x="1427" y="17584"/>
                          <a:pt x="2473" y="13972"/>
                          <a:pt x="4091" y="10741"/>
                        </a:cubicBezTo>
                        <a:cubicBezTo>
                          <a:pt x="5708" y="7509"/>
                          <a:pt x="7991" y="4943"/>
                          <a:pt x="10939" y="2947"/>
                        </a:cubicBezTo>
                        <a:cubicBezTo>
                          <a:pt x="13889" y="951"/>
                          <a:pt x="17788" y="0"/>
                          <a:pt x="22640" y="0"/>
                        </a:cubicBezTo>
                        <a:close/>
                        <a:moveTo>
                          <a:pt x="39382" y="34408"/>
                        </a:moveTo>
                        <a:cubicBezTo>
                          <a:pt x="39382" y="30796"/>
                          <a:pt x="39192" y="27279"/>
                          <a:pt x="38811" y="23858"/>
                        </a:cubicBezTo>
                        <a:cubicBezTo>
                          <a:pt x="38431" y="20436"/>
                          <a:pt x="37575" y="17299"/>
                          <a:pt x="36433" y="14543"/>
                        </a:cubicBezTo>
                        <a:cubicBezTo>
                          <a:pt x="35197" y="11786"/>
                          <a:pt x="33484" y="9600"/>
                          <a:pt x="31296" y="7984"/>
                        </a:cubicBezTo>
                        <a:cubicBezTo>
                          <a:pt x="29108" y="6368"/>
                          <a:pt x="26255" y="5513"/>
                          <a:pt x="22640" y="5513"/>
                        </a:cubicBezTo>
                        <a:cubicBezTo>
                          <a:pt x="19310" y="5513"/>
                          <a:pt x="16552" y="6368"/>
                          <a:pt x="14364" y="7984"/>
                        </a:cubicBezTo>
                        <a:cubicBezTo>
                          <a:pt x="12271" y="9695"/>
                          <a:pt x="10559" y="11881"/>
                          <a:pt x="9418" y="14733"/>
                        </a:cubicBezTo>
                        <a:cubicBezTo>
                          <a:pt x="8181" y="17489"/>
                          <a:pt x="7420" y="20721"/>
                          <a:pt x="6944" y="24238"/>
                        </a:cubicBezTo>
                        <a:cubicBezTo>
                          <a:pt x="6469" y="27755"/>
                          <a:pt x="6183" y="31367"/>
                          <a:pt x="6183" y="35074"/>
                        </a:cubicBezTo>
                        <a:cubicBezTo>
                          <a:pt x="6183" y="39351"/>
                          <a:pt x="6469" y="43248"/>
                          <a:pt x="6944" y="46765"/>
                        </a:cubicBezTo>
                        <a:cubicBezTo>
                          <a:pt x="7420" y="50282"/>
                          <a:pt x="8371" y="53323"/>
                          <a:pt x="9703" y="55699"/>
                        </a:cubicBezTo>
                        <a:cubicBezTo>
                          <a:pt x="10939" y="58171"/>
                          <a:pt x="12652" y="60072"/>
                          <a:pt x="14745" y="61403"/>
                        </a:cubicBezTo>
                        <a:cubicBezTo>
                          <a:pt x="16837" y="62733"/>
                          <a:pt x="19596" y="63494"/>
                          <a:pt x="22830" y="63494"/>
                        </a:cubicBezTo>
                        <a:cubicBezTo>
                          <a:pt x="26445" y="63494"/>
                          <a:pt x="29299" y="62638"/>
                          <a:pt x="31582" y="60832"/>
                        </a:cubicBezTo>
                        <a:cubicBezTo>
                          <a:pt x="33770" y="59026"/>
                          <a:pt x="35387" y="56745"/>
                          <a:pt x="36528" y="53989"/>
                        </a:cubicBezTo>
                        <a:cubicBezTo>
                          <a:pt x="37670" y="51232"/>
                          <a:pt x="38431" y="48095"/>
                          <a:pt x="38811" y="44579"/>
                        </a:cubicBezTo>
                        <a:cubicBezTo>
                          <a:pt x="39192" y="41062"/>
                          <a:pt x="39382" y="37640"/>
                          <a:pt x="39382" y="34313"/>
                        </a:cubicBezTo>
                        <a:close/>
                      </a:path>
                    </a:pathLst>
                  </a:custGeom>
                  <a:solidFill>
                    <a:srgbClr val="262626"/>
                  </a:solidFill>
                  <a:ln w="9506" cap="flat">
                    <a:noFill/>
                    <a:prstDash val="solid"/>
                    <a:miter/>
                  </a:ln>
                </p:spPr>
                <p:txBody>
                  <a:bodyPr rtlCol="0" anchor="ctr"/>
                  <a:lstStyle/>
                  <a:p>
                    <a:endParaRPr lang="en-US"/>
                  </a:p>
                </p:txBody>
              </p:sp>
              <p:sp>
                <p:nvSpPr>
                  <p:cNvPr id="1422" name="Freeform 1421">
                    <a:extLst>
                      <a:ext uri="{FF2B5EF4-FFF2-40B4-BE49-F238E27FC236}">
                        <a16:creationId xmlns:a16="http://schemas.microsoft.com/office/drawing/2014/main" id="{A7DE8C74-F226-4FEB-A21B-0DFB390DA2FE}"/>
                      </a:ext>
                    </a:extLst>
                  </p:cNvPr>
                  <p:cNvSpPr/>
                  <p:nvPr/>
                </p:nvSpPr>
                <p:spPr>
                  <a:xfrm>
                    <a:off x="7234271" y="3239564"/>
                    <a:ext cx="6944" cy="8364"/>
                  </a:xfrm>
                  <a:custGeom>
                    <a:avLst/>
                    <a:gdLst>
                      <a:gd name="connsiteX0" fmla="*/ 0 w 6944"/>
                      <a:gd name="connsiteY0" fmla="*/ 8364 h 8364"/>
                      <a:gd name="connsiteX1" fmla="*/ 0 w 6944"/>
                      <a:gd name="connsiteY1" fmla="*/ 0 h 8364"/>
                      <a:gd name="connsiteX2" fmla="*/ 6944 w 6944"/>
                      <a:gd name="connsiteY2" fmla="*/ 0 h 8364"/>
                      <a:gd name="connsiteX3" fmla="*/ 6944 w 6944"/>
                      <a:gd name="connsiteY3" fmla="*/ 8364 h 8364"/>
                      <a:gd name="connsiteX4" fmla="*/ 0 w 6944"/>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4" h="8364">
                        <a:moveTo>
                          <a:pt x="0" y="8364"/>
                        </a:moveTo>
                        <a:lnTo>
                          <a:pt x="0" y="0"/>
                        </a:lnTo>
                        <a:lnTo>
                          <a:pt x="6944" y="0"/>
                        </a:lnTo>
                        <a:lnTo>
                          <a:pt x="6944" y="8364"/>
                        </a:lnTo>
                        <a:lnTo>
                          <a:pt x="0" y="8364"/>
                        </a:lnTo>
                        <a:close/>
                      </a:path>
                    </a:pathLst>
                  </a:custGeom>
                  <a:solidFill>
                    <a:srgbClr val="262626"/>
                  </a:solidFill>
                  <a:ln w="9506" cap="flat">
                    <a:noFill/>
                    <a:prstDash val="solid"/>
                    <a:miter/>
                  </a:ln>
                </p:spPr>
                <p:txBody>
                  <a:bodyPr rtlCol="0" anchor="ctr"/>
                  <a:lstStyle/>
                  <a:p>
                    <a:endParaRPr lang="en-US"/>
                  </a:p>
                </p:txBody>
              </p:sp>
              <p:sp>
                <p:nvSpPr>
                  <p:cNvPr id="1423" name="Freeform 1422">
                    <a:extLst>
                      <a:ext uri="{FF2B5EF4-FFF2-40B4-BE49-F238E27FC236}">
                        <a16:creationId xmlns:a16="http://schemas.microsoft.com/office/drawing/2014/main" id="{CF6CB0C0-9206-30CE-98AA-86A6E6C6DE51}"/>
                      </a:ext>
                    </a:extLst>
                  </p:cNvPr>
                  <p:cNvSpPr/>
                  <p:nvPr/>
                </p:nvSpPr>
                <p:spPr>
                  <a:xfrm>
                    <a:off x="7255579" y="3180918"/>
                    <a:ext cx="44518" cy="67105"/>
                  </a:xfrm>
                  <a:custGeom>
                    <a:avLst/>
                    <a:gdLst>
                      <a:gd name="connsiteX0" fmla="*/ 1998 w 44518"/>
                      <a:gd name="connsiteY0" fmla="*/ 21957 h 67105"/>
                      <a:gd name="connsiteX1" fmla="*/ 3520 w 44518"/>
                      <a:gd name="connsiteY1" fmla="*/ 13022 h 67105"/>
                      <a:gd name="connsiteX2" fmla="*/ 7896 w 44518"/>
                      <a:gd name="connsiteY2" fmla="*/ 6083 h 67105"/>
                      <a:gd name="connsiteX3" fmla="*/ 14840 w 44518"/>
                      <a:gd name="connsiteY3" fmla="*/ 1616 h 67105"/>
                      <a:gd name="connsiteX4" fmla="*/ 23877 w 44518"/>
                      <a:gd name="connsiteY4" fmla="*/ 0 h 67105"/>
                      <a:gd name="connsiteX5" fmla="*/ 32723 w 44518"/>
                      <a:gd name="connsiteY5" fmla="*/ 1426 h 67105"/>
                      <a:gd name="connsiteX6" fmla="*/ 39192 w 44518"/>
                      <a:gd name="connsiteY6" fmla="*/ 5418 h 67105"/>
                      <a:gd name="connsiteX7" fmla="*/ 43187 w 44518"/>
                      <a:gd name="connsiteY7" fmla="*/ 11311 h 67105"/>
                      <a:gd name="connsiteX8" fmla="*/ 44519 w 44518"/>
                      <a:gd name="connsiteY8" fmla="*/ 18535 h 67105"/>
                      <a:gd name="connsiteX9" fmla="*/ 42997 w 44518"/>
                      <a:gd name="connsiteY9" fmla="*/ 26424 h 67105"/>
                      <a:gd name="connsiteX10" fmla="*/ 39097 w 44518"/>
                      <a:gd name="connsiteY10" fmla="*/ 32507 h 67105"/>
                      <a:gd name="connsiteX11" fmla="*/ 33579 w 44518"/>
                      <a:gd name="connsiteY11" fmla="*/ 37260 h 67105"/>
                      <a:gd name="connsiteX12" fmla="*/ 27206 w 44518"/>
                      <a:gd name="connsiteY12" fmla="*/ 41252 h 67105"/>
                      <a:gd name="connsiteX13" fmla="*/ 20833 w 44518"/>
                      <a:gd name="connsiteY13" fmla="*/ 44864 h 67105"/>
                      <a:gd name="connsiteX14" fmla="*/ 15220 w 44518"/>
                      <a:gd name="connsiteY14" fmla="*/ 48476 h 67105"/>
                      <a:gd name="connsiteX15" fmla="*/ 12081 w 44518"/>
                      <a:gd name="connsiteY15" fmla="*/ 51042 h 67105"/>
                      <a:gd name="connsiteX16" fmla="*/ 9322 w 44518"/>
                      <a:gd name="connsiteY16" fmla="*/ 53989 h 67105"/>
                      <a:gd name="connsiteX17" fmla="*/ 7325 w 44518"/>
                      <a:gd name="connsiteY17" fmla="*/ 57601 h 67105"/>
                      <a:gd name="connsiteX18" fmla="*/ 6468 w 44518"/>
                      <a:gd name="connsiteY18" fmla="*/ 61973 h 67105"/>
                      <a:gd name="connsiteX19" fmla="*/ 43853 w 44518"/>
                      <a:gd name="connsiteY19" fmla="*/ 61973 h 67105"/>
                      <a:gd name="connsiteX20" fmla="*/ 43853 w 44518"/>
                      <a:gd name="connsiteY20" fmla="*/ 67106 h 67105"/>
                      <a:gd name="connsiteX21" fmla="*/ 0 w 44518"/>
                      <a:gd name="connsiteY21" fmla="*/ 67106 h 67105"/>
                      <a:gd name="connsiteX22" fmla="*/ 1047 w 44518"/>
                      <a:gd name="connsiteY22" fmla="*/ 58361 h 67105"/>
                      <a:gd name="connsiteX23" fmla="*/ 5232 w 44518"/>
                      <a:gd name="connsiteY23" fmla="*/ 50757 h 67105"/>
                      <a:gd name="connsiteX24" fmla="*/ 12461 w 44518"/>
                      <a:gd name="connsiteY24" fmla="*/ 43913 h 67105"/>
                      <a:gd name="connsiteX25" fmla="*/ 19881 w 44518"/>
                      <a:gd name="connsiteY25" fmla="*/ 38781 h 67105"/>
                      <a:gd name="connsiteX26" fmla="*/ 26730 w 44518"/>
                      <a:gd name="connsiteY26" fmla="*/ 34693 h 67105"/>
                      <a:gd name="connsiteX27" fmla="*/ 32438 w 44518"/>
                      <a:gd name="connsiteY27" fmla="*/ 30606 h 67105"/>
                      <a:gd name="connsiteX28" fmla="*/ 36338 w 44518"/>
                      <a:gd name="connsiteY28" fmla="*/ 25664 h 67105"/>
                      <a:gd name="connsiteX29" fmla="*/ 37765 w 44518"/>
                      <a:gd name="connsiteY29" fmla="*/ 18915 h 67105"/>
                      <a:gd name="connsiteX30" fmla="*/ 36623 w 44518"/>
                      <a:gd name="connsiteY30" fmla="*/ 13117 h 67105"/>
                      <a:gd name="connsiteX31" fmla="*/ 33484 w 44518"/>
                      <a:gd name="connsiteY31" fmla="*/ 8745 h 67105"/>
                      <a:gd name="connsiteX32" fmla="*/ 28823 w 44518"/>
                      <a:gd name="connsiteY32" fmla="*/ 5988 h 67105"/>
                      <a:gd name="connsiteX33" fmla="*/ 23020 w 44518"/>
                      <a:gd name="connsiteY33" fmla="*/ 5133 h 67105"/>
                      <a:gd name="connsiteX34" fmla="*/ 16932 w 44518"/>
                      <a:gd name="connsiteY34" fmla="*/ 6463 h 67105"/>
                      <a:gd name="connsiteX35" fmla="*/ 12271 w 44518"/>
                      <a:gd name="connsiteY35" fmla="*/ 10170 h 67105"/>
                      <a:gd name="connsiteX36" fmla="*/ 9227 w 44518"/>
                      <a:gd name="connsiteY36" fmla="*/ 15493 h 67105"/>
                      <a:gd name="connsiteX37" fmla="*/ 8371 w 44518"/>
                      <a:gd name="connsiteY37" fmla="*/ 21957 h 67105"/>
                      <a:gd name="connsiteX38" fmla="*/ 1903 w 44518"/>
                      <a:gd name="connsiteY38" fmla="*/ 21957 h 67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44518" h="67105">
                        <a:moveTo>
                          <a:pt x="1998" y="21957"/>
                        </a:moveTo>
                        <a:cubicBezTo>
                          <a:pt x="1998" y="18630"/>
                          <a:pt x="2473" y="15683"/>
                          <a:pt x="3520" y="13022"/>
                        </a:cubicBezTo>
                        <a:cubicBezTo>
                          <a:pt x="4566" y="10361"/>
                          <a:pt x="5993" y="7984"/>
                          <a:pt x="7896" y="6083"/>
                        </a:cubicBezTo>
                        <a:cubicBezTo>
                          <a:pt x="9798" y="4182"/>
                          <a:pt x="12081" y="2661"/>
                          <a:pt x="14840" y="1616"/>
                        </a:cubicBezTo>
                        <a:cubicBezTo>
                          <a:pt x="17503" y="570"/>
                          <a:pt x="20547" y="0"/>
                          <a:pt x="23877" y="0"/>
                        </a:cubicBezTo>
                        <a:cubicBezTo>
                          <a:pt x="27206" y="0"/>
                          <a:pt x="30155" y="475"/>
                          <a:pt x="32723" y="1426"/>
                        </a:cubicBezTo>
                        <a:cubicBezTo>
                          <a:pt x="35291" y="2376"/>
                          <a:pt x="37479" y="3707"/>
                          <a:pt x="39192" y="5418"/>
                        </a:cubicBezTo>
                        <a:cubicBezTo>
                          <a:pt x="40904" y="7129"/>
                          <a:pt x="42236" y="9030"/>
                          <a:pt x="43187" y="11311"/>
                        </a:cubicBezTo>
                        <a:cubicBezTo>
                          <a:pt x="44043" y="13592"/>
                          <a:pt x="44519" y="15969"/>
                          <a:pt x="44519" y="18535"/>
                        </a:cubicBezTo>
                        <a:cubicBezTo>
                          <a:pt x="44519" y="21481"/>
                          <a:pt x="44043" y="24143"/>
                          <a:pt x="42997" y="26424"/>
                        </a:cubicBezTo>
                        <a:cubicBezTo>
                          <a:pt x="42046" y="28705"/>
                          <a:pt x="40714" y="30701"/>
                          <a:pt x="39097" y="32507"/>
                        </a:cubicBezTo>
                        <a:cubicBezTo>
                          <a:pt x="37479" y="34313"/>
                          <a:pt x="35672" y="35834"/>
                          <a:pt x="33579" y="37260"/>
                        </a:cubicBezTo>
                        <a:cubicBezTo>
                          <a:pt x="31487" y="38686"/>
                          <a:pt x="29394" y="39921"/>
                          <a:pt x="27206" y="41252"/>
                        </a:cubicBezTo>
                        <a:cubicBezTo>
                          <a:pt x="25018" y="42488"/>
                          <a:pt x="22925" y="43628"/>
                          <a:pt x="20833" y="44864"/>
                        </a:cubicBezTo>
                        <a:cubicBezTo>
                          <a:pt x="18740" y="46004"/>
                          <a:pt x="16837" y="47240"/>
                          <a:pt x="15220" y="48476"/>
                        </a:cubicBezTo>
                        <a:cubicBezTo>
                          <a:pt x="14174" y="49331"/>
                          <a:pt x="13127" y="50187"/>
                          <a:pt x="12081" y="51042"/>
                        </a:cubicBezTo>
                        <a:cubicBezTo>
                          <a:pt x="11035" y="51898"/>
                          <a:pt x="10178" y="52943"/>
                          <a:pt x="9322" y="53989"/>
                        </a:cubicBezTo>
                        <a:cubicBezTo>
                          <a:pt x="8466" y="55034"/>
                          <a:pt x="7800" y="56270"/>
                          <a:pt x="7325" y="57601"/>
                        </a:cubicBezTo>
                        <a:cubicBezTo>
                          <a:pt x="6849" y="58931"/>
                          <a:pt x="6564" y="60357"/>
                          <a:pt x="6468" y="61973"/>
                        </a:cubicBezTo>
                        <a:lnTo>
                          <a:pt x="43853" y="61973"/>
                        </a:lnTo>
                        <a:lnTo>
                          <a:pt x="43853" y="67106"/>
                        </a:lnTo>
                        <a:lnTo>
                          <a:pt x="0" y="67106"/>
                        </a:lnTo>
                        <a:cubicBezTo>
                          <a:pt x="0" y="63874"/>
                          <a:pt x="381" y="60927"/>
                          <a:pt x="1047" y="58361"/>
                        </a:cubicBezTo>
                        <a:cubicBezTo>
                          <a:pt x="1712" y="55795"/>
                          <a:pt x="3044" y="53228"/>
                          <a:pt x="5232" y="50757"/>
                        </a:cubicBezTo>
                        <a:cubicBezTo>
                          <a:pt x="7610" y="48096"/>
                          <a:pt x="9988" y="45814"/>
                          <a:pt x="12461" y="43913"/>
                        </a:cubicBezTo>
                        <a:cubicBezTo>
                          <a:pt x="14935" y="42012"/>
                          <a:pt x="17408" y="40301"/>
                          <a:pt x="19881" y="38781"/>
                        </a:cubicBezTo>
                        <a:cubicBezTo>
                          <a:pt x="22259" y="37260"/>
                          <a:pt x="24543" y="35929"/>
                          <a:pt x="26730" y="34693"/>
                        </a:cubicBezTo>
                        <a:cubicBezTo>
                          <a:pt x="28918" y="33458"/>
                          <a:pt x="30821" y="32127"/>
                          <a:pt x="32438" y="30606"/>
                        </a:cubicBezTo>
                        <a:cubicBezTo>
                          <a:pt x="34055" y="29181"/>
                          <a:pt x="35387" y="27470"/>
                          <a:pt x="36338" y="25664"/>
                        </a:cubicBezTo>
                        <a:cubicBezTo>
                          <a:pt x="37289" y="23858"/>
                          <a:pt x="37765" y="21576"/>
                          <a:pt x="37765" y="18915"/>
                        </a:cubicBezTo>
                        <a:cubicBezTo>
                          <a:pt x="37765" y="16729"/>
                          <a:pt x="37384" y="14828"/>
                          <a:pt x="36623" y="13117"/>
                        </a:cubicBezTo>
                        <a:cubicBezTo>
                          <a:pt x="35862" y="11406"/>
                          <a:pt x="34816" y="9980"/>
                          <a:pt x="33484" y="8745"/>
                        </a:cubicBezTo>
                        <a:cubicBezTo>
                          <a:pt x="32152" y="7509"/>
                          <a:pt x="30630" y="6654"/>
                          <a:pt x="28823" y="5988"/>
                        </a:cubicBezTo>
                        <a:cubicBezTo>
                          <a:pt x="27016" y="5323"/>
                          <a:pt x="25113" y="5133"/>
                          <a:pt x="23020" y="5133"/>
                        </a:cubicBezTo>
                        <a:cubicBezTo>
                          <a:pt x="20833" y="5133"/>
                          <a:pt x="18740" y="5608"/>
                          <a:pt x="16932" y="6463"/>
                        </a:cubicBezTo>
                        <a:cubicBezTo>
                          <a:pt x="15125" y="7414"/>
                          <a:pt x="13603" y="8650"/>
                          <a:pt x="12271" y="10170"/>
                        </a:cubicBezTo>
                        <a:cubicBezTo>
                          <a:pt x="10939" y="11691"/>
                          <a:pt x="9988" y="13497"/>
                          <a:pt x="9227" y="15493"/>
                        </a:cubicBezTo>
                        <a:cubicBezTo>
                          <a:pt x="8466" y="17489"/>
                          <a:pt x="8276" y="19675"/>
                          <a:pt x="8371" y="21957"/>
                        </a:cubicBezTo>
                        <a:lnTo>
                          <a:pt x="1903" y="21957"/>
                        </a:lnTo>
                        <a:close/>
                      </a:path>
                    </a:pathLst>
                  </a:custGeom>
                  <a:solidFill>
                    <a:srgbClr val="262626"/>
                  </a:solidFill>
                  <a:ln w="9506" cap="flat">
                    <a:noFill/>
                    <a:prstDash val="solid"/>
                    <a:miter/>
                  </a:ln>
                </p:spPr>
                <p:txBody>
                  <a:bodyPr rtlCol="0" anchor="ctr"/>
                  <a:lstStyle/>
                  <a:p>
                    <a:endParaRPr lang="en-US"/>
                  </a:p>
                </p:txBody>
              </p:sp>
            </p:grpSp>
            <p:sp>
              <p:nvSpPr>
                <p:cNvPr id="1375" name="Freeform 1374">
                  <a:extLst>
                    <a:ext uri="{FF2B5EF4-FFF2-40B4-BE49-F238E27FC236}">
                      <a16:creationId xmlns:a16="http://schemas.microsoft.com/office/drawing/2014/main" id="{476755A6-53E3-B882-AD06-5D79F3DD1C27}"/>
                    </a:ext>
                  </a:extLst>
                </p:cNvPr>
                <p:cNvSpPr/>
                <p:nvPr/>
              </p:nvSpPr>
              <p:spPr>
                <a:xfrm>
                  <a:off x="2093019" y="3432593"/>
                  <a:ext cx="113743" cy="171433"/>
                </a:xfrm>
                <a:custGeom>
                  <a:avLst/>
                  <a:gdLst>
                    <a:gd name="connsiteX0" fmla="*/ 22830 w 45469"/>
                    <a:gd name="connsiteY0" fmla="*/ 380 h 68531"/>
                    <a:gd name="connsiteX1" fmla="*/ 31392 w 45469"/>
                    <a:gd name="connsiteY1" fmla="*/ 1806 h 68531"/>
                    <a:gd name="connsiteX2" fmla="*/ 37575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1094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091 w 45469"/>
                    <a:gd name="connsiteY16" fmla="*/ 10741 h 68531"/>
                    <a:gd name="connsiteX17" fmla="*/ 10939 w 45469"/>
                    <a:gd name="connsiteY17" fmla="*/ 2947 h 68531"/>
                    <a:gd name="connsiteX18" fmla="*/ 22640 w 45469"/>
                    <a:gd name="connsiteY18" fmla="*/ 0 h 68531"/>
                    <a:gd name="connsiteX19" fmla="*/ 39382 w 45469"/>
                    <a:gd name="connsiteY19" fmla="*/ 34408 h 68531"/>
                    <a:gd name="connsiteX20" fmla="*/ 38811 w 45469"/>
                    <a:gd name="connsiteY20" fmla="*/ 23858 h 68531"/>
                    <a:gd name="connsiteX21" fmla="*/ 36433 w 45469"/>
                    <a:gd name="connsiteY21" fmla="*/ 14543 h 68531"/>
                    <a:gd name="connsiteX22" fmla="*/ 31296 w 45469"/>
                    <a:gd name="connsiteY22" fmla="*/ 7984 h 68531"/>
                    <a:gd name="connsiteX23" fmla="*/ 22640 w 45469"/>
                    <a:gd name="connsiteY23" fmla="*/ 5513 h 68531"/>
                    <a:gd name="connsiteX24" fmla="*/ 14364 w 45469"/>
                    <a:gd name="connsiteY24" fmla="*/ 7984 h 68531"/>
                    <a:gd name="connsiteX25" fmla="*/ 9418 w 45469"/>
                    <a:gd name="connsiteY25" fmla="*/ 14733 h 68531"/>
                    <a:gd name="connsiteX26" fmla="*/ 6944 w 45469"/>
                    <a:gd name="connsiteY26" fmla="*/ 24238 h 68531"/>
                    <a:gd name="connsiteX27" fmla="*/ 6183 w 45469"/>
                    <a:gd name="connsiteY27" fmla="*/ 35074 h 68531"/>
                    <a:gd name="connsiteX28" fmla="*/ 6944 w 45469"/>
                    <a:gd name="connsiteY28" fmla="*/ 46765 h 68531"/>
                    <a:gd name="connsiteX29" fmla="*/ 9703 w 45469"/>
                    <a:gd name="connsiteY29" fmla="*/ 55699 h 68531"/>
                    <a:gd name="connsiteX30" fmla="*/ 14745 w 45469"/>
                    <a:gd name="connsiteY30" fmla="*/ 61402 h 68531"/>
                    <a:gd name="connsiteX31" fmla="*/ 22830 w 45469"/>
                    <a:gd name="connsiteY31" fmla="*/ 63494 h 68531"/>
                    <a:gd name="connsiteX32" fmla="*/ 31582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2" y="1806"/>
                      </a:cubicBezTo>
                      <a:cubicBezTo>
                        <a:pt x="33770" y="2756"/>
                        <a:pt x="35862" y="4182"/>
                        <a:pt x="37575" y="5798"/>
                      </a:cubicBezTo>
                      <a:cubicBezTo>
                        <a:pt x="39287" y="7509"/>
                        <a:pt x="40619" y="9505"/>
                        <a:pt x="41665" y="11786"/>
                      </a:cubicBezTo>
                      <a:cubicBezTo>
                        <a:pt x="42712" y="14067"/>
                        <a:pt x="43568"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2" y="55224"/>
                        <a:pt x="41094" y="58361"/>
                      </a:cubicBezTo>
                      <a:cubicBezTo>
                        <a:pt x="39382" y="61498"/>
                        <a:pt x="37099" y="63969"/>
                        <a:pt x="34150" y="65775"/>
                      </a:cubicBezTo>
                      <a:cubicBezTo>
                        <a:pt x="31201" y="67581"/>
                        <a:pt x="27491" y="68531"/>
                        <a:pt x="22830" y="68531"/>
                      </a:cubicBezTo>
                      <a:cubicBezTo>
                        <a:pt x="18169" y="68531"/>
                        <a:pt x="14364" y="67581"/>
                        <a:pt x="11415" y="65775"/>
                      </a:cubicBezTo>
                      <a:cubicBezTo>
                        <a:pt x="8466" y="63969"/>
                        <a:pt x="6183" y="61402"/>
                        <a:pt x="4471" y="58266"/>
                      </a:cubicBezTo>
                      <a:cubicBezTo>
                        <a:pt x="2759" y="55129"/>
                        <a:pt x="1617" y="51517"/>
                        <a:pt x="951" y="47335"/>
                      </a:cubicBezTo>
                      <a:cubicBezTo>
                        <a:pt x="285" y="43153"/>
                        <a:pt x="0" y="38781"/>
                        <a:pt x="0" y="34123"/>
                      </a:cubicBezTo>
                      <a:cubicBezTo>
                        <a:pt x="0" y="29846"/>
                        <a:pt x="285" y="25759"/>
                        <a:pt x="856" y="21671"/>
                      </a:cubicBezTo>
                      <a:cubicBezTo>
                        <a:pt x="1427" y="17584"/>
                        <a:pt x="2473" y="13972"/>
                        <a:pt x="4091" y="10741"/>
                      </a:cubicBezTo>
                      <a:cubicBezTo>
                        <a:pt x="5708" y="7509"/>
                        <a:pt x="7991" y="4943"/>
                        <a:pt x="10939" y="2947"/>
                      </a:cubicBezTo>
                      <a:cubicBezTo>
                        <a:pt x="13889" y="950"/>
                        <a:pt x="17788" y="0"/>
                        <a:pt x="22640" y="0"/>
                      </a:cubicBezTo>
                      <a:close/>
                      <a:moveTo>
                        <a:pt x="39382" y="34408"/>
                      </a:moveTo>
                      <a:cubicBezTo>
                        <a:pt x="39382" y="30796"/>
                        <a:pt x="39192" y="27279"/>
                        <a:pt x="38811" y="23858"/>
                      </a:cubicBezTo>
                      <a:cubicBezTo>
                        <a:pt x="38431" y="20436"/>
                        <a:pt x="37575" y="17299"/>
                        <a:pt x="36433" y="14543"/>
                      </a:cubicBezTo>
                      <a:cubicBezTo>
                        <a:pt x="35197" y="11786"/>
                        <a:pt x="33484" y="9600"/>
                        <a:pt x="31296" y="7984"/>
                      </a:cubicBezTo>
                      <a:cubicBezTo>
                        <a:pt x="29108" y="6368"/>
                        <a:pt x="26255" y="5513"/>
                        <a:pt x="22640" y="5513"/>
                      </a:cubicBezTo>
                      <a:cubicBezTo>
                        <a:pt x="19310" y="5513"/>
                        <a:pt x="16552" y="6368"/>
                        <a:pt x="14364" y="7984"/>
                      </a:cubicBezTo>
                      <a:cubicBezTo>
                        <a:pt x="12271" y="9695"/>
                        <a:pt x="10559" y="11881"/>
                        <a:pt x="9418" y="14733"/>
                      </a:cubicBezTo>
                      <a:cubicBezTo>
                        <a:pt x="8181" y="17489"/>
                        <a:pt x="7420" y="20721"/>
                        <a:pt x="6944" y="24238"/>
                      </a:cubicBezTo>
                      <a:cubicBezTo>
                        <a:pt x="6469" y="27755"/>
                        <a:pt x="6183" y="31367"/>
                        <a:pt x="6183" y="35074"/>
                      </a:cubicBezTo>
                      <a:cubicBezTo>
                        <a:pt x="6183" y="39351"/>
                        <a:pt x="6469" y="43248"/>
                        <a:pt x="6944" y="46765"/>
                      </a:cubicBezTo>
                      <a:cubicBezTo>
                        <a:pt x="7420" y="50282"/>
                        <a:pt x="8371" y="53323"/>
                        <a:pt x="9703" y="55699"/>
                      </a:cubicBezTo>
                      <a:cubicBezTo>
                        <a:pt x="10939" y="58171"/>
                        <a:pt x="12652" y="60072"/>
                        <a:pt x="14745" y="61402"/>
                      </a:cubicBezTo>
                      <a:cubicBezTo>
                        <a:pt x="16837" y="62733"/>
                        <a:pt x="19596" y="63494"/>
                        <a:pt x="22830" y="63494"/>
                      </a:cubicBezTo>
                      <a:cubicBezTo>
                        <a:pt x="26445" y="63494"/>
                        <a:pt x="29299" y="62638"/>
                        <a:pt x="31582" y="60832"/>
                      </a:cubicBezTo>
                      <a:cubicBezTo>
                        <a:pt x="33770" y="59026"/>
                        <a:pt x="35387" y="56745"/>
                        <a:pt x="36528" y="53989"/>
                      </a:cubicBezTo>
                      <a:cubicBezTo>
                        <a:pt x="37670" y="51232"/>
                        <a:pt x="38431" y="48095"/>
                        <a:pt x="38811" y="44579"/>
                      </a:cubicBezTo>
                      <a:cubicBezTo>
                        <a:pt x="39192" y="41062"/>
                        <a:pt x="39382" y="37640"/>
                        <a:pt x="39382" y="34313"/>
                      </a:cubicBezTo>
                      <a:close/>
                    </a:path>
                  </a:pathLst>
                </a:custGeom>
                <a:solidFill>
                  <a:srgbClr val="262626"/>
                </a:solidFill>
                <a:ln w="9506" cap="flat">
                  <a:noFill/>
                  <a:prstDash val="solid"/>
                  <a:miter/>
                </a:ln>
              </p:spPr>
              <p:txBody>
                <a:bodyPr rtlCol="0" anchor="ctr"/>
                <a:lstStyle/>
                <a:p>
                  <a:endParaRPr lang="en-US"/>
                </a:p>
              </p:txBody>
            </p:sp>
            <p:grpSp>
              <p:nvGrpSpPr>
                <p:cNvPr id="1376" name="Graphic 5">
                  <a:extLst>
                    <a:ext uri="{FF2B5EF4-FFF2-40B4-BE49-F238E27FC236}">
                      <a16:creationId xmlns:a16="http://schemas.microsoft.com/office/drawing/2014/main" id="{5C29F9FB-120E-38BE-D739-269B081CAD15}"/>
                    </a:ext>
                  </a:extLst>
                </p:cNvPr>
                <p:cNvGrpSpPr/>
                <p:nvPr/>
              </p:nvGrpSpPr>
              <p:grpSpPr>
                <a:xfrm>
                  <a:off x="1993788" y="2650561"/>
                  <a:ext cx="312203" cy="171433"/>
                  <a:chOff x="7159407" y="2498267"/>
                  <a:chExt cx="124804" cy="68531"/>
                </a:xfrm>
                <a:solidFill>
                  <a:srgbClr val="262626"/>
                </a:solidFill>
              </p:grpSpPr>
              <p:sp>
                <p:nvSpPr>
                  <p:cNvPr id="1417" name="Freeform 1416">
                    <a:extLst>
                      <a:ext uri="{FF2B5EF4-FFF2-40B4-BE49-F238E27FC236}">
                        <a16:creationId xmlns:a16="http://schemas.microsoft.com/office/drawing/2014/main" id="{8CBDDD86-E792-B528-FF05-10914B86B6C5}"/>
                      </a:ext>
                    </a:extLst>
                  </p:cNvPr>
                  <p:cNvSpPr/>
                  <p:nvPr/>
                </p:nvSpPr>
                <p:spPr>
                  <a:xfrm>
                    <a:off x="7159407" y="2498267"/>
                    <a:ext cx="45469" cy="68531"/>
                  </a:xfrm>
                  <a:custGeom>
                    <a:avLst/>
                    <a:gdLst>
                      <a:gd name="connsiteX0" fmla="*/ 22830 w 45469"/>
                      <a:gd name="connsiteY0" fmla="*/ 380 h 68531"/>
                      <a:gd name="connsiteX1" fmla="*/ 31391 w 45469"/>
                      <a:gd name="connsiteY1" fmla="*/ 1806 h 68531"/>
                      <a:gd name="connsiteX2" fmla="*/ 37574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1094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090 w 45469"/>
                      <a:gd name="connsiteY16" fmla="*/ 10741 h 68531"/>
                      <a:gd name="connsiteX17" fmla="*/ 10939 w 45469"/>
                      <a:gd name="connsiteY17" fmla="*/ 2947 h 68531"/>
                      <a:gd name="connsiteX18" fmla="*/ 22640 w 45469"/>
                      <a:gd name="connsiteY18" fmla="*/ 0 h 68531"/>
                      <a:gd name="connsiteX19" fmla="*/ 39382 w 45469"/>
                      <a:gd name="connsiteY19" fmla="*/ 34408 h 68531"/>
                      <a:gd name="connsiteX20" fmla="*/ 38811 w 45469"/>
                      <a:gd name="connsiteY20" fmla="*/ 23858 h 68531"/>
                      <a:gd name="connsiteX21" fmla="*/ 36433 w 45469"/>
                      <a:gd name="connsiteY21" fmla="*/ 14543 h 68531"/>
                      <a:gd name="connsiteX22" fmla="*/ 31296 w 45469"/>
                      <a:gd name="connsiteY22" fmla="*/ 7984 h 68531"/>
                      <a:gd name="connsiteX23" fmla="*/ 22640 w 45469"/>
                      <a:gd name="connsiteY23" fmla="*/ 5513 h 68531"/>
                      <a:gd name="connsiteX24" fmla="*/ 14364 w 45469"/>
                      <a:gd name="connsiteY24" fmla="*/ 7984 h 68531"/>
                      <a:gd name="connsiteX25" fmla="*/ 9417 w 45469"/>
                      <a:gd name="connsiteY25" fmla="*/ 14733 h 68531"/>
                      <a:gd name="connsiteX26" fmla="*/ 6944 w 45469"/>
                      <a:gd name="connsiteY26" fmla="*/ 24238 h 68531"/>
                      <a:gd name="connsiteX27" fmla="*/ 6183 w 45469"/>
                      <a:gd name="connsiteY27" fmla="*/ 35074 h 68531"/>
                      <a:gd name="connsiteX28" fmla="*/ 6944 w 45469"/>
                      <a:gd name="connsiteY28" fmla="*/ 46765 h 68531"/>
                      <a:gd name="connsiteX29" fmla="*/ 9703 w 45469"/>
                      <a:gd name="connsiteY29" fmla="*/ 55699 h 68531"/>
                      <a:gd name="connsiteX30" fmla="*/ 14744 w 45469"/>
                      <a:gd name="connsiteY30" fmla="*/ 61402 h 68531"/>
                      <a:gd name="connsiteX31" fmla="*/ 22830 w 45469"/>
                      <a:gd name="connsiteY31" fmla="*/ 63494 h 68531"/>
                      <a:gd name="connsiteX32" fmla="*/ 31581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1" y="1806"/>
                        </a:cubicBezTo>
                        <a:cubicBezTo>
                          <a:pt x="33769" y="2756"/>
                          <a:pt x="35862" y="4182"/>
                          <a:pt x="37574" y="5798"/>
                        </a:cubicBezTo>
                        <a:cubicBezTo>
                          <a:pt x="39287" y="7509"/>
                          <a:pt x="40618" y="9505"/>
                          <a:pt x="41665" y="11786"/>
                        </a:cubicBezTo>
                        <a:cubicBezTo>
                          <a:pt x="42711" y="14067"/>
                          <a:pt x="43567"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1" y="55224"/>
                          <a:pt x="41094" y="58361"/>
                        </a:cubicBezTo>
                        <a:cubicBezTo>
                          <a:pt x="39382" y="61498"/>
                          <a:pt x="37099" y="63969"/>
                          <a:pt x="34150" y="65775"/>
                        </a:cubicBezTo>
                        <a:cubicBezTo>
                          <a:pt x="31201" y="67581"/>
                          <a:pt x="27491" y="68531"/>
                          <a:pt x="22830" y="68531"/>
                        </a:cubicBezTo>
                        <a:cubicBezTo>
                          <a:pt x="18169" y="68531"/>
                          <a:pt x="14364" y="67581"/>
                          <a:pt x="11415" y="65775"/>
                        </a:cubicBezTo>
                        <a:cubicBezTo>
                          <a:pt x="8466" y="63969"/>
                          <a:pt x="6183" y="61402"/>
                          <a:pt x="4471" y="58266"/>
                        </a:cubicBezTo>
                        <a:cubicBezTo>
                          <a:pt x="2758" y="55129"/>
                          <a:pt x="1617" y="51517"/>
                          <a:pt x="951" y="47335"/>
                        </a:cubicBezTo>
                        <a:cubicBezTo>
                          <a:pt x="285" y="43153"/>
                          <a:pt x="0" y="38781"/>
                          <a:pt x="0" y="34123"/>
                        </a:cubicBezTo>
                        <a:cubicBezTo>
                          <a:pt x="0" y="29846"/>
                          <a:pt x="285" y="25759"/>
                          <a:pt x="856" y="21671"/>
                        </a:cubicBezTo>
                        <a:cubicBezTo>
                          <a:pt x="1427" y="17584"/>
                          <a:pt x="2473" y="13972"/>
                          <a:pt x="4090" y="10741"/>
                        </a:cubicBezTo>
                        <a:cubicBezTo>
                          <a:pt x="5708" y="7509"/>
                          <a:pt x="7991" y="4943"/>
                          <a:pt x="10939" y="2947"/>
                        </a:cubicBezTo>
                        <a:cubicBezTo>
                          <a:pt x="13888" y="950"/>
                          <a:pt x="17788" y="0"/>
                          <a:pt x="22640" y="0"/>
                        </a:cubicBezTo>
                        <a:close/>
                        <a:moveTo>
                          <a:pt x="39382" y="34408"/>
                        </a:moveTo>
                        <a:cubicBezTo>
                          <a:pt x="39382" y="30796"/>
                          <a:pt x="39192" y="27279"/>
                          <a:pt x="38811" y="23858"/>
                        </a:cubicBezTo>
                        <a:cubicBezTo>
                          <a:pt x="38430" y="20436"/>
                          <a:pt x="37574" y="17299"/>
                          <a:pt x="36433" y="14543"/>
                        </a:cubicBezTo>
                        <a:cubicBezTo>
                          <a:pt x="35196" y="11786"/>
                          <a:pt x="33484" y="9600"/>
                          <a:pt x="31296" y="7984"/>
                        </a:cubicBezTo>
                        <a:cubicBezTo>
                          <a:pt x="29108" y="6368"/>
                          <a:pt x="26254" y="5513"/>
                          <a:pt x="22640" y="5513"/>
                        </a:cubicBezTo>
                        <a:cubicBezTo>
                          <a:pt x="19310" y="5513"/>
                          <a:pt x="16552" y="6368"/>
                          <a:pt x="14364" y="7984"/>
                        </a:cubicBezTo>
                        <a:cubicBezTo>
                          <a:pt x="12271" y="9695"/>
                          <a:pt x="10559" y="11881"/>
                          <a:pt x="9417" y="14733"/>
                        </a:cubicBezTo>
                        <a:cubicBezTo>
                          <a:pt x="8181" y="17489"/>
                          <a:pt x="7420" y="20721"/>
                          <a:pt x="6944" y="24238"/>
                        </a:cubicBezTo>
                        <a:cubicBezTo>
                          <a:pt x="6468" y="27755"/>
                          <a:pt x="6183" y="31367"/>
                          <a:pt x="6183" y="35074"/>
                        </a:cubicBezTo>
                        <a:cubicBezTo>
                          <a:pt x="6183" y="39351"/>
                          <a:pt x="6468" y="43248"/>
                          <a:pt x="6944" y="46765"/>
                        </a:cubicBezTo>
                        <a:cubicBezTo>
                          <a:pt x="7420" y="50282"/>
                          <a:pt x="8371" y="53323"/>
                          <a:pt x="9703" y="55699"/>
                        </a:cubicBezTo>
                        <a:cubicBezTo>
                          <a:pt x="10939" y="58171"/>
                          <a:pt x="12652" y="60072"/>
                          <a:pt x="14744" y="61402"/>
                        </a:cubicBezTo>
                        <a:cubicBezTo>
                          <a:pt x="16837" y="62733"/>
                          <a:pt x="19596" y="63494"/>
                          <a:pt x="22830" y="63494"/>
                        </a:cubicBezTo>
                        <a:cubicBezTo>
                          <a:pt x="26445" y="63494"/>
                          <a:pt x="29299" y="62638"/>
                          <a:pt x="31581" y="60832"/>
                        </a:cubicBezTo>
                        <a:cubicBezTo>
                          <a:pt x="33769" y="59026"/>
                          <a:pt x="35387" y="56745"/>
                          <a:pt x="36528" y="53989"/>
                        </a:cubicBezTo>
                        <a:cubicBezTo>
                          <a:pt x="37670" y="51232"/>
                          <a:pt x="38430" y="48095"/>
                          <a:pt x="38811" y="44579"/>
                        </a:cubicBezTo>
                        <a:cubicBezTo>
                          <a:pt x="39192" y="41062"/>
                          <a:pt x="39382" y="37640"/>
                          <a:pt x="39382" y="34313"/>
                        </a:cubicBezTo>
                        <a:close/>
                      </a:path>
                    </a:pathLst>
                  </a:custGeom>
                  <a:solidFill>
                    <a:srgbClr val="262626"/>
                  </a:solidFill>
                  <a:ln w="9506" cap="flat">
                    <a:noFill/>
                    <a:prstDash val="solid"/>
                    <a:miter/>
                  </a:ln>
                </p:spPr>
                <p:txBody>
                  <a:bodyPr rtlCol="0" anchor="ctr"/>
                  <a:lstStyle/>
                  <a:p>
                    <a:endParaRPr lang="en-US"/>
                  </a:p>
                </p:txBody>
              </p:sp>
              <p:sp>
                <p:nvSpPr>
                  <p:cNvPr id="1418" name="Freeform 1417">
                    <a:extLst>
                      <a:ext uri="{FF2B5EF4-FFF2-40B4-BE49-F238E27FC236}">
                        <a16:creationId xmlns:a16="http://schemas.microsoft.com/office/drawing/2014/main" id="{2848ADE2-E9C6-0BA1-CF65-71EC55AC16D3}"/>
                      </a:ext>
                    </a:extLst>
                  </p:cNvPr>
                  <p:cNvSpPr/>
                  <p:nvPr/>
                </p:nvSpPr>
                <p:spPr>
                  <a:xfrm>
                    <a:off x="7218385" y="2557293"/>
                    <a:ext cx="6944" cy="8364"/>
                  </a:xfrm>
                  <a:custGeom>
                    <a:avLst/>
                    <a:gdLst>
                      <a:gd name="connsiteX0" fmla="*/ 0 w 6944"/>
                      <a:gd name="connsiteY0" fmla="*/ 8364 h 8364"/>
                      <a:gd name="connsiteX1" fmla="*/ 0 w 6944"/>
                      <a:gd name="connsiteY1" fmla="*/ 0 h 8364"/>
                      <a:gd name="connsiteX2" fmla="*/ 6944 w 6944"/>
                      <a:gd name="connsiteY2" fmla="*/ 0 h 8364"/>
                      <a:gd name="connsiteX3" fmla="*/ 6944 w 6944"/>
                      <a:gd name="connsiteY3" fmla="*/ 8364 h 8364"/>
                      <a:gd name="connsiteX4" fmla="*/ 0 w 6944"/>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4" h="8364">
                        <a:moveTo>
                          <a:pt x="0" y="8364"/>
                        </a:moveTo>
                        <a:lnTo>
                          <a:pt x="0" y="0"/>
                        </a:lnTo>
                        <a:lnTo>
                          <a:pt x="6944" y="0"/>
                        </a:lnTo>
                        <a:lnTo>
                          <a:pt x="6944" y="8364"/>
                        </a:lnTo>
                        <a:lnTo>
                          <a:pt x="0" y="8364"/>
                        </a:lnTo>
                        <a:close/>
                      </a:path>
                    </a:pathLst>
                  </a:custGeom>
                  <a:solidFill>
                    <a:srgbClr val="262626"/>
                  </a:solidFill>
                  <a:ln w="9506" cap="flat">
                    <a:noFill/>
                    <a:prstDash val="solid"/>
                    <a:miter/>
                  </a:ln>
                </p:spPr>
                <p:txBody>
                  <a:bodyPr rtlCol="0" anchor="ctr"/>
                  <a:lstStyle/>
                  <a:p>
                    <a:endParaRPr lang="en-US"/>
                  </a:p>
                </p:txBody>
              </p:sp>
              <p:sp>
                <p:nvSpPr>
                  <p:cNvPr id="1419" name="Freeform 1418">
                    <a:extLst>
                      <a:ext uri="{FF2B5EF4-FFF2-40B4-BE49-F238E27FC236}">
                        <a16:creationId xmlns:a16="http://schemas.microsoft.com/office/drawing/2014/main" id="{613F6AB7-EF16-2CB2-2E75-8B25DD0E5550}"/>
                      </a:ext>
                    </a:extLst>
                  </p:cNvPr>
                  <p:cNvSpPr/>
                  <p:nvPr/>
                </p:nvSpPr>
                <p:spPr>
                  <a:xfrm>
                    <a:off x="7239693" y="2498647"/>
                    <a:ext cx="44518" cy="67105"/>
                  </a:xfrm>
                  <a:custGeom>
                    <a:avLst/>
                    <a:gdLst>
                      <a:gd name="connsiteX0" fmla="*/ 1998 w 44518"/>
                      <a:gd name="connsiteY0" fmla="*/ 21957 h 67105"/>
                      <a:gd name="connsiteX1" fmla="*/ 3520 w 44518"/>
                      <a:gd name="connsiteY1" fmla="*/ 13022 h 67105"/>
                      <a:gd name="connsiteX2" fmla="*/ 7895 w 44518"/>
                      <a:gd name="connsiteY2" fmla="*/ 6083 h 67105"/>
                      <a:gd name="connsiteX3" fmla="*/ 14840 w 44518"/>
                      <a:gd name="connsiteY3" fmla="*/ 1616 h 67105"/>
                      <a:gd name="connsiteX4" fmla="*/ 23876 w 44518"/>
                      <a:gd name="connsiteY4" fmla="*/ 0 h 67105"/>
                      <a:gd name="connsiteX5" fmla="*/ 32723 w 44518"/>
                      <a:gd name="connsiteY5" fmla="*/ 1426 h 67105"/>
                      <a:gd name="connsiteX6" fmla="*/ 39192 w 44518"/>
                      <a:gd name="connsiteY6" fmla="*/ 5418 h 67105"/>
                      <a:gd name="connsiteX7" fmla="*/ 43187 w 44518"/>
                      <a:gd name="connsiteY7" fmla="*/ 11311 h 67105"/>
                      <a:gd name="connsiteX8" fmla="*/ 44519 w 44518"/>
                      <a:gd name="connsiteY8" fmla="*/ 18535 h 67105"/>
                      <a:gd name="connsiteX9" fmla="*/ 42997 w 44518"/>
                      <a:gd name="connsiteY9" fmla="*/ 26424 h 67105"/>
                      <a:gd name="connsiteX10" fmla="*/ 39096 w 44518"/>
                      <a:gd name="connsiteY10" fmla="*/ 32507 h 67105"/>
                      <a:gd name="connsiteX11" fmla="*/ 33579 w 44518"/>
                      <a:gd name="connsiteY11" fmla="*/ 37260 h 67105"/>
                      <a:gd name="connsiteX12" fmla="*/ 27206 w 44518"/>
                      <a:gd name="connsiteY12" fmla="*/ 41252 h 67105"/>
                      <a:gd name="connsiteX13" fmla="*/ 20833 w 44518"/>
                      <a:gd name="connsiteY13" fmla="*/ 44864 h 67105"/>
                      <a:gd name="connsiteX14" fmla="*/ 15220 w 44518"/>
                      <a:gd name="connsiteY14" fmla="*/ 48476 h 67105"/>
                      <a:gd name="connsiteX15" fmla="*/ 12081 w 44518"/>
                      <a:gd name="connsiteY15" fmla="*/ 51042 h 67105"/>
                      <a:gd name="connsiteX16" fmla="*/ 9322 w 44518"/>
                      <a:gd name="connsiteY16" fmla="*/ 53989 h 67105"/>
                      <a:gd name="connsiteX17" fmla="*/ 7325 w 44518"/>
                      <a:gd name="connsiteY17" fmla="*/ 57601 h 67105"/>
                      <a:gd name="connsiteX18" fmla="*/ 6468 w 44518"/>
                      <a:gd name="connsiteY18" fmla="*/ 61973 h 67105"/>
                      <a:gd name="connsiteX19" fmla="*/ 43853 w 44518"/>
                      <a:gd name="connsiteY19" fmla="*/ 61973 h 67105"/>
                      <a:gd name="connsiteX20" fmla="*/ 43853 w 44518"/>
                      <a:gd name="connsiteY20" fmla="*/ 67106 h 67105"/>
                      <a:gd name="connsiteX21" fmla="*/ 0 w 44518"/>
                      <a:gd name="connsiteY21" fmla="*/ 67106 h 67105"/>
                      <a:gd name="connsiteX22" fmla="*/ 1046 w 44518"/>
                      <a:gd name="connsiteY22" fmla="*/ 58361 h 67105"/>
                      <a:gd name="connsiteX23" fmla="*/ 5232 w 44518"/>
                      <a:gd name="connsiteY23" fmla="*/ 50757 h 67105"/>
                      <a:gd name="connsiteX24" fmla="*/ 12461 w 44518"/>
                      <a:gd name="connsiteY24" fmla="*/ 43913 h 67105"/>
                      <a:gd name="connsiteX25" fmla="*/ 19881 w 44518"/>
                      <a:gd name="connsiteY25" fmla="*/ 38781 h 67105"/>
                      <a:gd name="connsiteX26" fmla="*/ 26730 w 44518"/>
                      <a:gd name="connsiteY26" fmla="*/ 34693 h 67105"/>
                      <a:gd name="connsiteX27" fmla="*/ 32438 w 44518"/>
                      <a:gd name="connsiteY27" fmla="*/ 30606 h 67105"/>
                      <a:gd name="connsiteX28" fmla="*/ 36338 w 44518"/>
                      <a:gd name="connsiteY28" fmla="*/ 25664 h 67105"/>
                      <a:gd name="connsiteX29" fmla="*/ 37765 w 44518"/>
                      <a:gd name="connsiteY29" fmla="*/ 18915 h 67105"/>
                      <a:gd name="connsiteX30" fmla="*/ 36623 w 44518"/>
                      <a:gd name="connsiteY30" fmla="*/ 13117 h 67105"/>
                      <a:gd name="connsiteX31" fmla="*/ 33484 w 44518"/>
                      <a:gd name="connsiteY31" fmla="*/ 8745 h 67105"/>
                      <a:gd name="connsiteX32" fmla="*/ 28823 w 44518"/>
                      <a:gd name="connsiteY32" fmla="*/ 5988 h 67105"/>
                      <a:gd name="connsiteX33" fmla="*/ 23020 w 44518"/>
                      <a:gd name="connsiteY33" fmla="*/ 5133 h 67105"/>
                      <a:gd name="connsiteX34" fmla="*/ 16932 w 44518"/>
                      <a:gd name="connsiteY34" fmla="*/ 6463 h 67105"/>
                      <a:gd name="connsiteX35" fmla="*/ 12271 w 44518"/>
                      <a:gd name="connsiteY35" fmla="*/ 10170 h 67105"/>
                      <a:gd name="connsiteX36" fmla="*/ 9227 w 44518"/>
                      <a:gd name="connsiteY36" fmla="*/ 15493 h 67105"/>
                      <a:gd name="connsiteX37" fmla="*/ 8371 w 44518"/>
                      <a:gd name="connsiteY37" fmla="*/ 21957 h 67105"/>
                      <a:gd name="connsiteX38" fmla="*/ 1902 w 44518"/>
                      <a:gd name="connsiteY38" fmla="*/ 21957 h 67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44518" h="67105">
                        <a:moveTo>
                          <a:pt x="1998" y="21957"/>
                        </a:moveTo>
                        <a:cubicBezTo>
                          <a:pt x="1998" y="18630"/>
                          <a:pt x="2473" y="15683"/>
                          <a:pt x="3520" y="13022"/>
                        </a:cubicBezTo>
                        <a:cubicBezTo>
                          <a:pt x="4566" y="10360"/>
                          <a:pt x="5993" y="7984"/>
                          <a:pt x="7895" y="6083"/>
                        </a:cubicBezTo>
                        <a:cubicBezTo>
                          <a:pt x="9798" y="4182"/>
                          <a:pt x="12081" y="2661"/>
                          <a:pt x="14840" y="1616"/>
                        </a:cubicBezTo>
                        <a:cubicBezTo>
                          <a:pt x="17503" y="570"/>
                          <a:pt x="20547" y="0"/>
                          <a:pt x="23876" y="0"/>
                        </a:cubicBezTo>
                        <a:cubicBezTo>
                          <a:pt x="27206" y="0"/>
                          <a:pt x="30155" y="475"/>
                          <a:pt x="32723" y="1426"/>
                        </a:cubicBezTo>
                        <a:cubicBezTo>
                          <a:pt x="35291" y="2376"/>
                          <a:pt x="37479" y="3707"/>
                          <a:pt x="39192" y="5418"/>
                        </a:cubicBezTo>
                        <a:cubicBezTo>
                          <a:pt x="40904" y="7129"/>
                          <a:pt x="42236" y="9030"/>
                          <a:pt x="43187" y="11311"/>
                        </a:cubicBezTo>
                        <a:cubicBezTo>
                          <a:pt x="44043" y="13592"/>
                          <a:pt x="44519" y="15968"/>
                          <a:pt x="44519" y="18535"/>
                        </a:cubicBezTo>
                        <a:cubicBezTo>
                          <a:pt x="44519" y="21481"/>
                          <a:pt x="44043" y="24143"/>
                          <a:pt x="42997" y="26424"/>
                        </a:cubicBezTo>
                        <a:cubicBezTo>
                          <a:pt x="42045" y="28705"/>
                          <a:pt x="40714" y="30701"/>
                          <a:pt x="39096" y="32507"/>
                        </a:cubicBezTo>
                        <a:cubicBezTo>
                          <a:pt x="37479" y="34313"/>
                          <a:pt x="35672" y="35834"/>
                          <a:pt x="33579" y="37260"/>
                        </a:cubicBezTo>
                        <a:cubicBezTo>
                          <a:pt x="31487" y="38686"/>
                          <a:pt x="29394" y="39921"/>
                          <a:pt x="27206" y="41252"/>
                        </a:cubicBezTo>
                        <a:cubicBezTo>
                          <a:pt x="25018" y="42487"/>
                          <a:pt x="22925" y="43628"/>
                          <a:pt x="20833" y="44864"/>
                        </a:cubicBezTo>
                        <a:cubicBezTo>
                          <a:pt x="18740" y="46004"/>
                          <a:pt x="16837" y="47240"/>
                          <a:pt x="15220" y="48476"/>
                        </a:cubicBezTo>
                        <a:cubicBezTo>
                          <a:pt x="14174" y="49331"/>
                          <a:pt x="13127" y="50187"/>
                          <a:pt x="12081" y="51042"/>
                        </a:cubicBezTo>
                        <a:cubicBezTo>
                          <a:pt x="11035" y="51898"/>
                          <a:pt x="10178" y="52943"/>
                          <a:pt x="9322" y="53989"/>
                        </a:cubicBezTo>
                        <a:cubicBezTo>
                          <a:pt x="8466" y="55034"/>
                          <a:pt x="7800" y="56270"/>
                          <a:pt x="7325" y="57601"/>
                        </a:cubicBezTo>
                        <a:cubicBezTo>
                          <a:pt x="6849" y="58931"/>
                          <a:pt x="6564" y="60357"/>
                          <a:pt x="6468" y="61973"/>
                        </a:cubicBezTo>
                        <a:lnTo>
                          <a:pt x="43853" y="61973"/>
                        </a:lnTo>
                        <a:lnTo>
                          <a:pt x="43853" y="67106"/>
                        </a:lnTo>
                        <a:lnTo>
                          <a:pt x="0" y="67106"/>
                        </a:lnTo>
                        <a:cubicBezTo>
                          <a:pt x="0" y="63874"/>
                          <a:pt x="380" y="60927"/>
                          <a:pt x="1046" y="58361"/>
                        </a:cubicBezTo>
                        <a:cubicBezTo>
                          <a:pt x="1712" y="55795"/>
                          <a:pt x="3044" y="53228"/>
                          <a:pt x="5232" y="50757"/>
                        </a:cubicBezTo>
                        <a:cubicBezTo>
                          <a:pt x="7610" y="48095"/>
                          <a:pt x="9988" y="45814"/>
                          <a:pt x="12461" y="43913"/>
                        </a:cubicBezTo>
                        <a:cubicBezTo>
                          <a:pt x="14934" y="42012"/>
                          <a:pt x="17408" y="40301"/>
                          <a:pt x="19881" y="38781"/>
                        </a:cubicBezTo>
                        <a:cubicBezTo>
                          <a:pt x="22259" y="37260"/>
                          <a:pt x="24542" y="35929"/>
                          <a:pt x="26730" y="34693"/>
                        </a:cubicBezTo>
                        <a:cubicBezTo>
                          <a:pt x="28918" y="33458"/>
                          <a:pt x="30821" y="32127"/>
                          <a:pt x="32438" y="30606"/>
                        </a:cubicBezTo>
                        <a:cubicBezTo>
                          <a:pt x="34055" y="29180"/>
                          <a:pt x="35387" y="27470"/>
                          <a:pt x="36338" y="25664"/>
                        </a:cubicBezTo>
                        <a:cubicBezTo>
                          <a:pt x="37289" y="23858"/>
                          <a:pt x="37765" y="21576"/>
                          <a:pt x="37765" y="18915"/>
                        </a:cubicBezTo>
                        <a:cubicBezTo>
                          <a:pt x="37765" y="16729"/>
                          <a:pt x="37384" y="14828"/>
                          <a:pt x="36623" y="13117"/>
                        </a:cubicBezTo>
                        <a:cubicBezTo>
                          <a:pt x="35862" y="11406"/>
                          <a:pt x="34816" y="9980"/>
                          <a:pt x="33484" y="8745"/>
                        </a:cubicBezTo>
                        <a:cubicBezTo>
                          <a:pt x="32152" y="7509"/>
                          <a:pt x="30630" y="6654"/>
                          <a:pt x="28823" y="5988"/>
                        </a:cubicBezTo>
                        <a:cubicBezTo>
                          <a:pt x="27016" y="5323"/>
                          <a:pt x="25113" y="5133"/>
                          <a:pt x="23020" y="5133"/>
                        </a:cubicBezTo>
                        <a:cubicBezTo>
                          <a:pt x="20833" y="5133"/>
                          <a:pt x="18740" y="5608"/>
                          <a:pt x="16932" y="6463"/>
                        </a:cubicBezTo>
                        <a:cubicBezTo>
                          <a:pt x="15125" y="7414"/>
                          <a:pt x="13603" y="8650"/>
                          <a:pt x="12271" y="10170"/>
                        </a:cubicBezTo>
                        <a:cubicBezTo>
                          <a:pt x="10939" y="11691"/>
                          <a:pt x="9988" y="13497"/>
                          <a:pt x="9227" y="15493"/>
                        </a:cubicBezTo>
                        <a:cubicBezTo>
                          <a:pt x="8466" y="17489"/>
                          <a:pt x="8276" y="19675"/>
                          <a:pt x="8371" y="21957"/>
                        </a:cubicBezTo>
                        <a:lnTo>
                          <a:pt x="1902" y="21957"/>
                        </a:lnTo>
                        <a:close/>
                      </a:path>
                    </a:pathLst>
                  </a:custGeom>
                  <a:solidFill>
                    <a:srgbClr val="262626"/>
                  </a:solidFill>
                  <a:ln w="9506" cap="flat">
                    <a:noFill/>
                    <a:prstDash val="solid"/>
                    <a:miter/>
                  </a:ln>
                </p:spPr>
                <p:txBody>
                  <a:bodyPr rtlCol="0" anchor="ctr"/>
                  <a:lstStyle/>
                  <a:p>
                    <a:endParaRPr lang="en-US"/>
                  </a:p>
                </p:txBody>
              </p:sp>
            </p:grpSp>
            <p:grpSp>
              <p:nvGrpSpPr>
                <p:cNvPr id="1377" name="Graphic 5">
                  <a:extLst>
                    <a:ext uri="{FF2B5EF4-FFF2-40B4-BE49-F238E27FC236}">
                      <a16:creationId xmlns:a16="http://schemas.microsoft.com/office/drawing/2014/main" id="{AEAF8F3F-E656-751E-7E41-B5840CD1B19E}"/>
                    </a:ext>
                  </a:extLst>
                </p:cNvPr>
                <p:cNvGrpSpPr/>
                <p:nvPr/>
              </p:nvGrpSpPr>
              <p:grpSpPr>
                <a:xfrm>
                  <a:off x="1993788" y="1725863"/>
                  <a:ext cx="313156" cy="171433"/>
                  <a:chOff x="7159407" y="2128616"/>
                  <a:chExt cx="125185" cy="68531"/>
                </a:xfrm>
                <a:solidFill>
                  <a:srgbClr val="262626"/>
                </a:solidFill>
              </p:grpSpPr>
              <p:sp>
                <p:nvSpPr>
                  <p:cNvPr id="1414" name="Freeform 1413">
                    <a:extLst>
                      <a:ext uri="{FF2B5EF4-FFF2-40B4-BE49-F238E27FC236}">
                        <a16:creationId xmlns:a16="http://schemas.microsoft.com/office/drawing/2014/main" id="{64AA5B9B-1086-7D97-17F2-F495A99DC279}"/>
                      </a:ext>
                    </a:extLst>
                  </p:cNvPr>
                  <p:cNvSpPr/>
                  <p:nvPr/>
                </p:nvSpPr>
                <p:spPr>
                  <a:xfrm>
                    <a:off x="7159407" y="2128616"/>
                    <a:ext cx="45469" cy="68531"/>
                  </a:xfrm>
                  <a:custGeom>
                    <a:avLst/>
                    <a:gdLst>
                      <a:gd name="connsiteX0" fmla="*/ 22830 w 45469"/>
                      <a:gd name="connsiteY0" fmla="*/ 380 h 68531"/>
                      <a:gd name="connsiteX1" fmla="*/ 31391 w 45469"/>
                      <a:gd name="connsiteY1" fmla="*/ 1806 h 68531"/>
                      <a:gd name="connsiteX2" fmla="*/ 37574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1094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090 w 45469"/>
                      <a:gd name="connsiteY16" fmla="*/ 10741 h 68531"/>
                      <a:gd name="connsiteX17" fmla="*/ 10939 w 45469"/>
                      <a:gd name="connsiteY17" fmla="*/ 2947 h 68531"/>
                      <a:gd name="connsiteX18" fmla="*/ 22640 w 45469"/>
                      <a:gd name="connsiteY18" fmla="*/ 0 h 68531"/>
                      <a:gd name="connsiteX19" fmla="*/ 39382 w 45469"/>
                      <a:gd name="connsiteY19" fmla="*/ 34408 h 68531"/>
                      <a:gd name="connsiteX20" fmla="*/ 38811 w 45469"/>
                      <a:gd name="connsiteY20" fmla="*/ 23858 h 68531"/>
                      <a:gd name="connsiteX21" fmla="*/ 36433 w 45469"/>
                      <a:gd name="connsiteY21" fmla="*/ 14543 h 68531"/>
                      <a:gd name="connsiteX22" fmla="*/ 31296 w 45469"/>
                      <a:gd name="connsiteY22" fmla="*/ 7984 h 68531"/>
                      <a:gd name="connsiteX23" fmla="*/ 22640 w 45469"/>
                      <a:gd name="connsiteY23" fmla="*/ 5513 h 68531"/>
                      <a:gd name="connsiteX24" fmla="*/ 14364 w 45469"/>
                      <a:gd name="connsiteY24" fmla="*/ 7984 h 68531"/>
                      <a:gd name="connsiteX25" fmla="*/ 9417 w 45469"/>
                      <a:gd name="connsiteY25" fmla="*/ 14733 h 68531"/>
                      <a:gd name="connsiteX26" fmla="*/ 6944 w 45469"/>
                      <a:gd name="connsiteY26" fmla="*/ 24238 h 68531"/>
                      <a:gd name="connsiteX27" fmla="*/ 6183 w 45469"/>
                      <a:gd name="connsiteY27" fmla="*/ 35074 h 68531"/>
                      <a:gd name="connsiteX28" fmla="*/ 6944 w 45469"/>
                      <a:gd name="connsiteY28" fmla="*/ 46765 h 68531"/>
                      <a:gd name="connsiteX29" fmla="*/ 9703 w 45469"/>
                      <a:gd name="connsiteY29" fmla="*/ 55699 h 68531"/>
                      <a:gd name="connsiteX30" fmla="*/ 14744 w 45469"/>
                      <a:gd name="connsiteY30" fmla="*/ 61402 h 68531"/>
                      <a:gd name="connsiteX31" fmla="*/ 22830 w 45469"/>
                      <a:gd name="connsiteY31" fmla="*/ 63494 h 68531"/>
                      <a:gd name="connsiteX32" fmla="*/ 31581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1" y="1806"/>
                        </a:cubicBezTo>
                        <a:cubicBezTo>
                          <a:pt x="33769" y="2756"/>
                          <a:pt x="35862" y="4182"/>
                          <a:pt x="37574" y="5798"/>
                        </a:cubicBezTo>
                        <a:cubicBezTo>
                          <a:pt x="39287" y="7509"/>
                          <a:pt x="40618" y="9505"/>
                          <a:pt x="41665" y="11786"/>
                        </a:cubicBezTo>
                        <a:cubicBezTo>
                          <a:pt x="42711" y="14067"/>
                          <a:pt x="43567"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1" y="55224"/>
                          <a:pt x="41094" y="58361"/>
                        </a:cubicBezTo>
                        <a:cubicBezTo>
                          <a:pt x="39382" y="61498"/>
                          <a:pt x="37099" y="63969"/>
                          <a:pt x="34150" y="65775"/>
                        </a:cubicBezTo>
                        <a:cubicBezTo>
                          <a:pt x="31201" y="67581"/>
                          <a:pt x="27491" y="68531"/>
                          <a:pt x="22830" y="68531"/>
                        </a:cubicBezTo>
                        <a:cubicBezTo>
                          <a:pt x="18169" y="68531"/>
                          <a:pt x="14364" y="67581"/>
                          <a:pt x="11415" y="65775"/>
                        </a:cubicBezTo>
                        <a:cubicBezTo>
                          <a:pt x="8466" y="63969"/>
                          <a:pt x="6183" y="61402"/>
                          <a:pt x="4471" y="58266"/>
                        </a:cubicBezTo>
                        <a:cubicBezTo>
                          <a:pt x="2758" y="55129"/>
                          <a:pt x="1617" y="51517"/>
                          <a:pt x="951" y="47335"/>
                        </a:cubicBezTo>
                        <a:cubicBezTo>
                          <a:pt x="285" y="43153"/>
                          <a:pt x="0" y="38781"/>
                          <a:pt x="0" y="34123"/>
                        </a:cubicBezTo>
                        <a:cubicBezTo>
                          <a:pt x="0" y="29846"/>
                          <a:pt x="285" y="25759"/>
                          <a:pt x="856" y="21671"/>
                        </a:cubicBezTo>
                        <a:cubicBezTo>
                          <a:pt x="1427" y="17584"/>
                          <a:pt x="2473" y="13972"/>
                          <a:pt x="4090" y="10741"/>
                        </a:cubicBezTo>
                        <a:cubicBezTo>
                          <a:pt x="5708" y="7509"/>
                          <a:pt x="7991" y="4943"/>
                          <a:pt x="10939" y="2947"/>
                        </a:cubicBezTo>
                        <a:cubicBezTo>
                          <a:pt x="13888" y="951"/>
                          <a:pt x="17788" y="0"/>
                          <a:pt x="22640" y="0"/>
                        </a:cubicBezTo>
                        <a:close/>
                        <a:moveTo>
                          <a:pt x="39382" y="34408"/>
                        </a:moveTo>
                        <a:cubicBezTo>
                          <a:pt x="39382" y="30796"/>
                          <a:pt x="39192" y="27279"/>
                          <a:pt x="38811" y="23858"/>
                        </a:cubicBezTo>
                        <a:cubicBezTo>
                          <a:pt x="38430" y="20436"/>
                          <a:pt x="37574" y="17299"/>
                          <a:pt x="36433" y="14543"/>
                        </a:cubicBezTo>
                        <a:cubicBezTo>
                          <a:pt x="35196" y="11786"/>
                          <a:pt x="33484" y="9600"/>
                          <a:pt x="31296" y="7984"/>
                        </a:cubicBezTo>
                        <a:cubicBezTo>
                          <a:pt x="29108" y="6368"/>
                          <a:pt x="26254" y="5513"/>
                          <a:pt x="22640" y="5513"/>
                        </a:cubicBezTo>
                        <a:cubicBezTo>
                          <a:pt x="19310" y="5513"/>
                          <a:pt x="16552" y="6368"/>
                          <a:pt x="14364" y="7984"/>
                        </a:cubicBezTo>
                        <a:cubicBezTo>
                          <a:pt x="12271" y="9695"/>
                          <a:pt x="10559" y="11881"/>
                          <a:pt x="9417" y="14733"/>
                        </a:cubicBezTo>
                        <a:cubicBezTo>
                          <a:pt x="8181" y="17489"/>
                          <a:pt x="7420" y="20721"/>
                          <a:pt x="6944" y="24238"/>
                        </a:cubicBezTo>
                        <a:cubicBezTo>
                          <a:pt x="6468" y="27755"/>
                          <a:pt x="6183" y="31367"/>
                          <a:pt x="6183" y="35074"/>
                        </a:cubicBezTo>
                        <a:cubicBezTo>
                          <a:pt x="6183" y="39351"/>
                          <a:pt x="6468" y="43248"/>
                          <a:pt x="6944" y="46765"/>
                        </a:cubicBezTo>
                        <a:cubicBezTo>
                          <a:pt x="7420" y="50282"/>
                          <a:pt x="8371" y="53323"/>
                          <a:pt x="9703" y="55699"/>
                        </a:cubicBezTo>
                        <a:cubicBezTo>
                          <a:pt x="10939" y="58171"/>
                          <a:pt x="12652" y="60072"/>
                          <a:pt x="14744" y="61402"/>
                        </a:cubicBezTo>
                        <a:cubicBezTo>
                          <a:pt x="16837" y="62733"/>
                          <a:pt x="19596" y="63494"/>
                          <a:pt x="22830" y="63494"/>
                        </a:cubicBezTo>
                        <a:cubicBezTo>
                          <a:pt x="26445" y="63494"/>
                          <a:pt x="29299" y="62638"/>
                          <a:pt x="31581" y="60832"/>
                        </a:cubicBezTo>
                        <a:cubicBezTo>
                          <a:pt x="33769" y="59026"/>
                          <a:pt x="35387" y="56745"/>
                          <a:pt x="36528" y="53989"/>
                        </a:cubicBezTo>
                        <a:cubicBezTo>
                          <a:pt x="37670" y="51232"/>
                          <a:pt x="38430" y="48095"/>
                          <a:pt x="38811" y="44579"/>
                        </a:cubicBezTo>
                        <a:cubicBezTo>
                          <a:pt x="39192" y="41062"/>
                          <a:pt x="39382" y="37640"/>
                          <a:pt x="39382" y="34313"/>
                        </a:cubicBezTo>
                        <a:close/>
                      </a:path>
                    </a:pathLst>
                  </a:custGeom>
                  <a:solidFill>
                    <a:srgbClr val="262626"/>
                  </a:solidFill>
                  <a:ln w="9506" cap="flat">
                    <a:noFill/>
                    <a:prstDash val="solid"/>
                    <a:miter/>
                  </a:ln>
                </p:spPr>
                <p:txBody>
                  <a:bodyPr rtlCol="0" anchor="ctr"/>
                  <a:lstStyle/>
                  <a:p>
                    <a:endParaRPr lang="en-US"/>
                  </a:p>
                </p:txBody>
              </p:sp>
              <p:sp>
                <p:nvSpPr>
                  <p:cNvPr id="1415" name="Freeform 1414">
                    <a:extLst>
                      <a:ext uri="{FF2B5EF4-FFF2-40B4-BE49-F238E27FC236}">
                        <a16:creationId xmlns:a16="http://schemas.microsoft.com/office/drawing/2014/main" id="{11B8B465-C456-E316-81E0-F00DE07ECF23}"/>
                      </a:ext>
                    </a:extLst>
                  </p:cNvPr>
                  <p:cNvSpPr/>
                  <p:nvPr/>
                </p:nvSpPr>
                <p:spPr>
                  <a:xfrm>
                    <a:off x="7218385" y="2187642"/>
                    <a:ext cx="6944" cy="8364"/>
                  </a:xfrm>
                  <a:custGeom>
                    <a:avLst/>
                    <a:gdLst>
                      <a:gd name="connsiteX0" fmla="*/ 0 w 6944"/>
                      <a:gd name="connsiteY0" fmla="*/ 8364 h 8364"/>
                      <a:gd name="connsiteX1" fmla="*/ 0 w 6944"/>
                      <a:gd name="connsiteY1" fmla="*/ 0 h 8364"/>
                      <a:gd name="connsiteX2" fmla="*/ 6944 w 6944"/>
                      <a:gd name="connsiteY2" fmla="*/ 0 h 8364"/>
                      <a:gd name="connsiteX3" fmla="*/ 6944 w 6944"/>
                      <a:gd name="connsiteY3" fmla="*/ 8364 h 8364"/>
                      <a:gd name="connsiteX4" fmla="*/ 0 w 6944"/>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4" h="8364">
                        <a:moveTo>
                          <a:pt x="0" y="8364"/>
                        </a:moveTo>
                        <a:lnTo>
                          <a:pt x="0" y="0"/>
                        </a:lnTo>
                        <a:lnTo>
                          <a:pt x="6944" y="0"/>
                        </a:lnTo>
                        <a:lnTo>
                          <a:pt x="6944" y="8364"/>
                        </a:lnTo>
                        <a:lnTo>
                          <a:pt x="0" y="8364"/>
                        </a:lnTo>
                        <a:close/>
                      </a:path>
                    </a:pathLst>
                  </a:custGeom>
                  <a:solidFill>
                    <a:srgbClr val="262626"/>
                  </a:solidFill>
                  <a:ln w="9506" cap="flat">
                    <a:noFill/>
                    <a:prstDash val="solid"/>
                    <a:miter/>
                  </a:ln>
                </p:spPr>
                <p:txBody>
                  <a:bodyPr rtlCol="0" anchor="ctr"/>
                  <a:lstStyle/>
                  <a:p>
                    <a:endParaRPr lang="en-US"/>
                  </a:p>
                </p:txBody>
              </p:sp>
              <p:sp>
                <p:nvSpPr>
                  <p:cNvPr id="1416" name="Freeform 1415">
                    <a:extLst>
                      <a:ext uri="{FF2B5EF4-FFF2-40B4-BE49-F238E27FC236}">
                        <a16:creationId xmlns:a16="http://schemas.microsoft.com/office/drawing/2014/main" id="{4D1AD1A7-2E71-394A-73C8-E7269F060035}"/>
                      </a:ext>
                    </a:extLst>
                  </p:cNvPr>
                  <p:cNvSpPr/>
                  <p:nvPr/>
                </p:nvSpPr>
                <p:spPr>
                  <a:xfrm>
                    <a:off x="7238552" y="2129662"/>
                    <a:ext cx="46040" cy="66345"/>
                  </a:xfrm>
                  <a:custGeom>
                    <a:avLst/>
                    <a:gdLst>
                      <a:gd name="connsiteX0" fmla="*/ 30630 w 46040"/>
                      <a:gd name="connsiteY0" fmla="*/ 49806 h 66345"/>
                      <a:gd name="connsiteX1" fmla="*/ 0 w 46040"/>
                      <a:gd name="connsiteY1" fmla="*/ 49806 h 66345"/>
                      <a:gd name="connsiteX2" fmla="*/ 0 w 46040"/>
                      <a:gd name="connsiteY2" fmla="*/ 44579 h 66345"/>
                      <a:gd name="connsiteX3" fmla="*/ 31201 w 46040"/>
                      <a:gd name="connsiteY3" fmla="*/ 0 h 66345"/>
                      <a:gd name="connsiteX4" fmla="*/ 36719 w 46040"/>
                      <a:gd name="connsiteY4" fmla="*/ 0 h 66345"/>
                      <a:gd name="connsiteX5" fmla="*/ 36719 w 46040"/>
                      <a:gd name="connsiteY5" fmla="*/ 44674 h 66345"/>
                      <a:gd name="connsiteX6" fmla="*/ 46041 w 46040"/>
                      <a:gd name="connsiteY6" fmla="*/ 44674 h 66345"/>
                      <a:gd name="connsiteX7" fmla="*/ 46041 w 46040"/>
                      <a:gd name="connsiteY7" fmla="*/ 49806 h 66345"/>
                      <a:gd name="connsiteX8" fmla="*/ 36719 w 46040"/>
                      <a:gd name="connsiteY8" fmla="*/ 49806 h 66345"/>
                      <a:gd name="connsiteX9" fmla="*/ 36719 w 46040"/>
                      <a:gd name="connsiteY9" fmla="*/ 66345 h 66345"/>
                      <a:gd name="connsiteX10" fmla="*/ 30630 w 46040"/>
                      <a:gd name="connsiteY10" fmla="*/ 66345 h 66345"/>
                      <a:gd name="connsiteX11" fmla="*/ 30630 w 46040"/>
                      <a:gd name="connsiteY11" fmla="*/ 49806 h 66345"/>
                      <a:gd name="connsiteX12" fmla="*/ 5993 w 46040"/>
                      <a:gd name="connsiteY12" fmla="*/ 44674 h 66345"/>
                      <a:gd name="connsiteX13" fmla="*/ 30630 w 46040"/>
                      <a:gd name="connsiteY13" fmla="*/ 44674 h 66345"/>
                      <a:gd name="connsiteX14" fmla="*/ 30630 w 46040"/>
                      <a:gd name="connsiteY14" fmla="*/ 9125 h 66345"/>
                      <a:gd name="connsiteX15" fmla="*/ 5993 w 46040"/>
                      <a:gd name="connsiteY15" fmla="*/ 44674 h 66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040" h="66345">
                        <a:moveTo>
                          <a:pt x="30630" y="49806"/>
                        </a:moveTo>
                        <a:lnTo>
                          <a:pt x="0" y="49806"/>
                        </a:lnTo>
                        <a:lnTo>
                          <a:pt x="0" y="44579"/>
                        </a:lnTo>
                        <a:lnTo>
                          <a:pt x="31201" y="0"/>
                        </a:lnTo>
                        <a:lnTo>
                          <a:pt x="36719" y="0"/>
                        </a:lnTo>
                        <a:lnTo>
                          <a:pt x="36719" y="44674"/>
                        </a:lnTo>
                        <a:lnTo>
                          <a:pt x="46041" y="44674"/>
                        </a:lnTo>
                        <a:lnTo>
                          <a:pt x="46041" y="49806"/>
                        </a:lnTo>
                        <a:lnTo>
                          <a:pt x="36719" y="49806"/>
                        </a:lnTo>
                        <a:lnTo>
                          <a:pt x="36719" y="66345"/>
                        </a:lnTo>
                        <a:lnTo>
                          <a:pt x="30630" y="66345"/>
                        </a:lnTo>
                        <a:lnTo>
                          <a:pt x="30630" y="49806"/>
                        </a:lnTo>
                        <a:close/>
                        <a:moveTo>
                          <a:pt x="5993" y="44674"/>
                        </a:moveTo>
                        <a:lnTo>
                          <a:pt x="30630" y="44674"/>
                        </a:lnTo>
                        <a:lnTo>
                          <a:pt x="30630" y="9125"/>
                        </a:lnTo>
                        <a:lnTo>
                          <a:pt x="5993" y="44674"/>
                        </a:lnTo>
                        <a:close/>
                      </a:path>
                    </a:pathLst>
                  </a:custGeom>
                  <a:solidFill>
                    <a:srgbClr val="262626"/>
                  </a:solidFill>
                  <a:ln w="9506" cap="flat">
                    <a:noFill/>
                    <a:prstDash val="solid"/>
                    <a:miter/>
                  </a:ln>
                </p:spPr>
                <p:txBody>
                  <a:bodyPr rtlCol="0" anchor="ctr"/>
                  <a:lstStyle/>
                  <a:p>
                    <a:endParaRPr lang="en-US"/>
                  </a:p>
                </p:txBody>
              </p:sp>
            </p:grpSp>
            <p:grpSp>
              <p:nvGrpSpPr>
                <p:cNvPr id="1378" name="Graphic 5">
                  <a:extLst>
                    <a:ext uri="{FF2B5EF4-FFF2-40B4-BE49-F238E27FC236}">
                      <a16:creationId xmlns:a16="http://schemas.microsoft.com/office/drawing/2014/main" id="{4ED79B1B-54D0-DF66-4AB1-E78DB3CFC6BB}"/>
                    </a:ext>
                  </a:extLst>
                </p:cNvPr>
                <p:cNvGrpSpPr/>
                <p:nvPr/>
              </p:nvGrpSpPr>
              <p:grpSpPr>
                <a:xfrm>
                  <a:off x="2671976" y="4729168"/>
                  <a:ext cx="2522141" cy="221839"/>
                  <a:chOff x="7430515" y="3329197"/>
                  <a:chExt cx="1008234" cy="88681"/>
                </a:xfrm>
                <a:solidFill>
                  <a:srgbClr val="000000"/>
                </a:solidFill>
              </p:grpSpPr>
              <p:sp>
                <p:nvSpPr>
                  <p:cNvPr id="1396" name="Freeform 1395">
                    <a:extLst>
                      <a:ext uri="{FF2B5EF4-FFF2-40B4-BE49-F238E27FC236}">
                        <a16:creationId xmlns:a16="http://schemas.microsoft.com/office/drawing/2014/main" id="{4F08C771-6DE1-13BD-A4BC-37AA708C8121}"/>
                      </a:ext>
                    </a:extLst>
                  </p:cNvPr>
                  <p:cNvSpPr/>
                  <p:nvPr/>
                </p:nvSpPr>
                <p:spPr>
                  <a:xfrm>
                    <a:off x="7430515" y="3331193"/>
                    <a:ext cx="81902" cy="68436"/>
                  </a:xfrm>
                  <a:custGeom>
                    <a:avLst/>
                    <a:gdLst>
                      <a:gd name="connsiteX0" fmla="*/ 60119 w 81902"/>
                      <a:gd name="connsiteY0" fmla="*/ 59311 h 68436"/>
                      <a:gd name="connsiteX1" fmla="*/ 60310 w 81902"/>
                      <a:gd name="connsiteY1" fmla="*/ 59311 h 68436"/>
                      <a:gd name="connsiteX2" fmla="*/ 75244 w 81902"/>
                      <a:gd name="connsiteY2" fmla="*/ 0 h 68436"/>
                      <a:gd name="connsiteX3" fmla="*/ 81903 w 81902"/>
                      <a:gd name="connsiteY3" fmla="*/ 0 h 68436"/>
                      <a:gd name="connsiteX4" fmla="*/ 63924 w 81902"/>
                      <a:gd name="connsiteY4" fmla="*/ 68436 h 68436"/>
                      <a:gd name="connsiteX5" fmla="*/ 56790 w 81902"/>
                      <a:gd name="connsiteY5" fmla="*/ 68436 h 68436"/>
                      <a:gd name="connsiteX6" fmla="*/ 40904 w 81902"/>
                      <a:gd name="connsiteY6" fmla="*/ 7984 h 68436"/>
                      <a:gd name="connsiteX7" fmla="*/ 40714 w 81902"/>
                      <a:gd name="connsiteY7" fmla="*/ 7984 h 68436"/>
                      <a:gd name="connsiteX8" fmla="*/ 24828 w 81902"/>
                      <a:gd name="connsiteY8" fmla="*/ 68436 h 68436"/>
                      <a:gd name="connsiteX9" fmla="*/ 17693 w 81902"/>
                      <a:gd name="connsiteY9" fmla="*/ 68436 h 68436"/>
                      <a:gd name="connsiteX10" fmla="*/ 0 w 81902"/>
                      <a:gd name="connsiteY10" fmla="*/ 0 h 68436"/>
                      <a:gd name="connsiteX11" fmla="*/ 6468 w 81902"/>
                      <a:gd name="connsiteY11" fmla="*/ 0 h 68436"/>
                      <a:gd name="connsiteX12" fmla="*/ 21213 w 81902"/>
                      <a:gd name="connsiteY12" fmla="*/ 59311 h 68436"/>
                      <a:gd name="connsiteX13" fmla="*/ 21403 w 81902"/>
                      <a:gd name="connsiteY13" fmla="*/ 59311 h 68436"/>
                      <a:gd name="connsiteX14" fmla="*/ 37289 w 81902"/>
                      <a:gd name="connsiteY14" fmla="*/ 0 h 68436"/>
                      <a:gd name="connsiteX15" fmla="*/ 44519 w 81902"/>
                      <a:gd name="connsiteY15" fmla="*/ 0 h 68436"/>
                      <a:gd name="connsiteX16" fmla="*/ 60119 w 81902"/>
                      <a:gd name="connsiteY16" fmla="*/ 59311 h 68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1902" h="68436">
                        <a:moveTo>
                          <a:pt x="60119" y="59311"/>
                        </a:moveTo>
                        <a:lnTo>
                          <a:pt x="60310" y="59311"/>
                        </a:lnTo>
                        <a:lnTo>
                          <a:pt x="75244" y="0"/>
                        </a:lnTo>
                        <a:lnTo>
                          <a:pt x="81903" y="0"/>
                        </a:lnTo>
                        <a:lnTo>
                          <a:pt x="63924" y="68436"/>
                        </a:lnTo>
                        <a:lnTo>
                          <a:pt x="56790" y="68436"/>
                        </a:lnTo>
                        <a:lnTo>
                          <a:pt x="40904" y="7984"/>
                        </a:lnTo>
                        <a:lnTo>
                          <a:pt x="40714" y="7984"/>
                        </a:lnTo>
                        <a:lnTo>
                          <a:pt x="24828" y="68436"/>
                        </a:lnTo>
                        <a:lnTo>
                          <a:pt x="17693" y="68436"/>
                        </a:lnTo>
                        <a:lnTo>
                          <a:pt x="0" y="0"/>
                        </a:lnTo>
                        <a:lnTo>
                          <a:pt x="6468" y="0"/>
                        </a:lnTo>
                        <a:lnTo>
                          <a:pt x="21213" y="59311"/>
                        </a:lnTo>
                        <a:lnTo>
                          <a:pt x="21403" y="59311"/>
                        </a:lnTo>
                        <a:lnTo>
                          <a:pt x="37289" y="0"/>
                        </a:lnTo>
                        <a:lnTo>
                          <a:pt x="44519" y="0"/>
                        </a:lnTo>
                        <a:lnTo>
                          <a:pt x="60119" y="59311"/>
                        </a:lnTo>
                        <a:close/>
                      </a:path>
                    </a:pathLst>
                  </a:custGeom>
                  <a:solidFill>
                    <a:srgbClr val="000000"/>
                  </a:solidFill>
                  <a:ln w="9506" cap="flat">
                    <a:noFill/>
                    <a:prstDash val="solid"/>
                    <a:miter/>
                  </a:ln>
                </p:spPr>
                <p:txBody>
                  <a:bodyPr rtlCol="0" anchor="ctr"/>
                  <a:lstStyle/>
                  <a:p>
                    <a:endParaRPr lang="en-US"/>
                  </a:p>
                </p:txBody>
              </p:sp>
              <p:sp>
                <p:nvSpPr>
                  <p:cNvPr id="1397" name="Freeform 1396">
                    <a:extLst>
                      <a:ext uri="{FF2B5EF4-FFF2-40B4-BE49-F238E27FC236}">
                        <a16:creationId xmlns:a16="http://schemas.microsoft.com/office/drawing/2014/main" id="{285E59CB-2781-524C-666A-0378714C6F8A}"/>
                      </a:ext>
                    </a:extLst>
                  </p:cNvPr>
                  <p:cNvSpPr/>
                  <p:nvPr/>
                </p:nvSpPr>
                <p:spPr>
                  <a:xfrm>
                    <a:off x="7521170" y="3331193"/>
                    <a:ext cx="64399" cy="68436"/>
                  </a:xfrm>
                  <a:custGeom>
                    <a:avLst/>
                    <a:gdLst>
                      <a:gd name="connsiteX0" fmla="*/ 0 w 64399"/>
                      <a:gd name="connsiteY0" fmla="*/ 68436 h 68436"/>
                      <a:gd name="connsiteX1" fmla="*/ 0 w 64399"/>
                      <a:gd name="connsiteY1" fmla="*/ 0 h 68436"/>
                      <a:gd name="connsiteX2" fmla="*/ 9893 w 64399"/>
                      <a:gd name="connsiteY2" fmla="*/ 0 h 68436"/>
                      <a:gd name="connsiteX3" fmla="*/ 32343 w 64399"/>
                      <a:gd name="connsiteY3" fmla="*/ 60357 h 68436"/>
                      <a:gd name="connsiteX4" fmla="*/ 32533 w 64399"/>
                      <a:gd name="connsiteY4" fmla="*/ 60357 h 68436"/>
                      <a:gd name="connsiteX5" fmla="*/ 54602 w 64399"/>
                      <a:gd name="connsiteY5" fmla="*/ 0 h 68436"/>
                      <a:gd name="connsiteX6" fmla="*/ 64400 w 64399"/>
                      <a:gd name="connsiteY6" fmla="*/ 0 h 68436"/>
                      <a:gd name="connsiteX7" fmla="*/ 64400 w 64399"/>
                      <a:gd name="connsiteY7" fmla="*/ 68436 h 68436"/>
                      <a:gd name="connsiteX8" fmla="*/ 57931 w 64399"/>
                      <a:gd name="connsiteY8" fmla="*/ 68436 h 68436"/>
                      <a:gd name="connsiteX9" fmla="*/ 57931 w 64399"/>
                      <a:gd name="connsiteY9" fmla="*/ 7414 h 68436"/>
                      <a:gd name="connsiteX10" fmla="*/ 57741 w 64399"/>
                      <a:gd name="connsiteY10" fmla="*/ 7414 h 68436"/>
                      <a:gd name="connsiteX11" fmla="*/ 35291 w 64399"/>
                      <a:gd name="connsiteY11" fmla="*/ 68436 h 68436"/>
                      <a:gd name="connsiteX12" fmla="*/ 29204 w 64399"/>
                      <a:gd name="connsiteY12" fmla="*/ 68436 h 68436"/>
                      <a:gd name="connsiteX13" fmla="*/ 6659 w 64399"/>
                      <a:gd name="connsiteY13" fmla="*/ 7414 h 68436"/>
                      <a:gd name="connsiteX14" fmla="*/ 6468 w 64399"/>
                      <a:gd name="connsiteY14" fmla="*/ 7414 h 68436"/>
                      <a:gd name="connsiteX15" fmla="*/ 6468 w 64399"/>
                      <a:gd name="connsiteY15" fmla="*/ 68436 h 68436"/>
                      <a:gd name="connsiteX16" fmla="*/ 0 w 64399"/>
                      <a:gd name="connsiteY16" fmla="*/ 68436 h 68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4399" h="68436">
                        <a:moveTo>
                          <a:pt x="0" y="68436"/>
                        </a:moveTo>
                        <a:lnTo>
                          <a:pt x="0" y="0"/>
                        </a:lnTo>
                        <a:lnTo>
                          <a:pt x="9893" y="0"/>
                        </a:lnTo>
                        <a:lnTo>
                          <a:pt x="32343" y="60357"/>
                        </a:lnTo>
                        <a:lnTo>
                          <a:pt x="32533" y="60357"/>
                        </a:lnTo>
                        <a:lnTo>
                          <a:pt x="54602" y="0"/>
                        </a:lnTo>
                        <a:lnTo>
                          <a:pt x="64400" y="0"/>
                        </a:lnTo>
                        <a:lnTo>
                          <a:pt x="64400" y="68436"/>
                        </a:lnTo>
                        <a:lnTo>
                          <a:pt x="57931" y="68436"/>
                        </a:lnTo>
                        <a:lnTo>
                          <a:pt x="57931" y="7414"/>
                        </a:lnTo>
                        <a:lnTo>
                          <a:pt x="57741" y="7414"/>
                        </a:lnTo>
                        <a:lnTo>
                          <a:pt x="35291" y="68436"/>
                        </a:lnTo>
                        <a:lnTo>
                          <a:pt x="29204" y="68436"/>
                        </a:lnTo>
                        <a:lnTo>
                          <a:pt x="6659" y="7414"/>
                        </a:lnTo>
                        <a:lnTo>
                          <a:pt x="6468" y="7414"/>
                        </a:lnTo>
                        <a:lnTo>
                          <a:pt x="6468" y="68436"/>
                        </a:lnTo>
                        <a:lnTo>
                          <a:pt x="0" y="68436"/>
                        </a:lnTo>
                        <a:close/>
                      </a:path>
                    </a:pathLst>
                  </a:custGeom>
                  <a:solidFill>
                    <a:srgbClr val="000000"/>
                  </a:solidFill>
                  <a:ln w="9506" cap="flat">
                    <a:noFill/>
                    <a:prstDash val="solid"/>
                    <a:miter/>
                  </a:ln>
                </p:spPr>
                <p:txBody>
                  <a:bodyPr rtlCol="0" anchor="ctr"/>
                  <a:lstStyle/>
                  <a:p>
                    <a:endParaRPr lang="en-US"/>
                  </a:p>
                </p:txBody>
              </p:sp>
              <p:sp>
                <p:nvSpPr>
                  <p:cNvPr id="1398" name="Freeform 1397">
                    <a:extLst>
                      <a:ext uri="{FF2B5EF4-FFF2-40B4-BE49-F238E27FC236}">
                        <a16:creationId xmlns:a16="http://schemas.microsoft.com/office/drawing/2014/main" id="{7C242BBA-F9F2-14E9-9A38-9706BEDAB6BD}"/>
                      </a:ext>
                    </a:extLst>
                  </p:cNvPr>
                  <p:cNvSpPr/>
                  <p:nvPr/>
                </p:nvSpPr>
                <p:spPr>
                  <a:xfrm>
                    <a:off x="7623334" y="3329197"/>
                    <a:ext cx="49845" cy="72238"/>
                  </a:xfrm>
                  <a:custGeom>
                    <a:avLst/>
                    <a:gdLst>
                      <a:gd name="connsiteX0" fmla="*/ 6468 w 49845"/>
                      <a:gd name="connsiteY0" fmla="*/ 49996 h 72238"/>
                      <a:gd name="connsiteX1" fmla="*/ 8466 w 49845"/>
                      <a:gd name="connsiteY1" fmla="*/ 57696 h 72238"/>
                      <a:gd name="connsiteX2" fmla="*/ 12747 w 49845"/>
                      <a:gd name="connsiteY2" fmla="*/ 62828 h 72238"/>
                      <a:gd name="connsiteX3" fmla="*/ 18740 w 49845"/>
                      <a:gd name="connsiteY3" fmla="*/ 65775 h 72238"/>
                      <a:gd name="connsiteX4" fmla="*/ 26064 w 49845"/>
                      <a:gd name="connsiteY4" fmla="*/ 66630 h 72238"/>
                      <a:gd name="connsiteX5" fmla="*/ 33960 w 49845"/>
                      <a:gd name="connsiteY5" fmla="*/ 65490 h 72238"/>
                      <a:gd name="connsiteX6" fmla="*/ 39382 w 49845"/>
                      <a:gd name="connsiteY6" fmla="*/ 62353 h 72238"/>
                      <a:gd name="connsiteX7" fmla="*/ 42521 w 49845"/>
                      <a:gd name="connsiteY7" fmla="*/ 57791 h 72238"/>
                      <a:gd name="connsiteX8" fmla="*/ 43568 w 49845"/>
                      <a:gd name="connsiteY8" fmla="*/ 52373 h 72238"/>
                      <a:gd name="connsiteX9" fmla="*/ 41760 w 49845"/>
                      <a:gd name="connsiteY9" fmla="*/ 45909 h 72238"/>
                      <a:gd name="connsiteX10" fmla="*/ 37004 w 49845"/>
                      <a:gd name="connsiteY10" fmla="*/ 41917 h 72238"/>
                      <a:gd name="connsiteX11" fmla="*/ 30345 w 49845"/>
                      <a:gd name="connsiteY11" fmla="*/ 39351 h 72238"/>
                      <a:gd name="connsiteX12" fmla="*/ 22640 w 49845"/>
                      <a:gd name="connsiteY12" fmla="*/ 37545 h 72238"/>
                      <a:gd name="connsiteX13" fmla="*/ 14935 w 49845"/>
                      <a:gd name="connsiteY13" fmla="*/ 35359 h 72238"/>
                      <a:gd name="connsiteX14" fmla="*/ 8276 w 49845"/>
                      <a:gd name="connsiteY14" fmla="*/ 32032 h 72238"/>
                      <a:gd name="connsiteX15" fmla="*/ 3520 w 49845"/>
                      <a:gd name="connsiteY15" fmla="*/ 26709 h 72238"/>
                      <a:gd name="connsiteX16" fmla="*/ 1712 w 49845"/>
                      <a:gd name="connsiteY16" fmla="*/ 18345 h 72238"/>
                      <a:gd name="connsiteX17" fmla="*/ 3234 w 49845"/>
                      <a:gd name="connsiteY17" fmla="*/ 11501 h 72238"/>
                      <a:gd name="connsiteX18" fmla="*/ 7610 w 49845"/>
                      <a:gd name="connsiteY18" fmla="*/ 5608 h 72238"/>
                      <a:gd name="connsiteX19" fmla="*/ 14840 w 49845"/>
                      <a:gd name="connsiteY19" fmla="*/ 1521 h 72238"/>
                      <a:gd name="connsiteX20" fmla="*/ 24923 w 49845"/>
                      <a:gd name="connsiteY20" fmla="*/ 0 h 72238"/>
                      <a:gd name="connsiteX21" fmla="*/ 35006 w 49845"/>
                      <a:gd name="connsiteY21" fmla="*/ 1616 h 72238"/>
                      <a:gd name="connsiteX22" fmla="*/ 42141 w 49845"/>
                      <a:gd name="connsiteY22" fmla="*/ 6083 h 72238"/>
                      <a:gd name="connsiteX23" fmla="*/ 46421 w 49845"/>
                      <a:gd name="connsiteY23" fmla="*/ 12642 h 72238"/>
                      <a:gd name="connsiteX24" fmla="*/ 47848 w 49845"/>
                      <a:gd name="connsiteY24" fmla="*/ 20531 h 72238"/>
                      <a:gd name="connsiteX25" fmla="*/ 41665 w 49845"/>
                      <a:gd name="connsiteY25" fmla="*/ 20531 h 72238"/>
                      <a:gd name="connsiteX26" fmla="*/ 40333 w 49845"/>
                      <a:gd name="connsiteY26" fmla="*/ 13782 h 72238"/>
                      <a:gd name="connsiteX27" fmla="*/ 36528 w 49845"/>
                      <a:gd name="connsiteY27" fmla="*/ 9125 h 72238"/>
                      <a:gd name="connsiteX28" fmla="*/ 31106 w 49845"/>
                      <a:gd name="connsiteY28" fmla="*/ 6463 h 72238"/>
                      <a:gd name="connsiteX29" fmla="*/ 24828 w 49845"/>
                      <a:gd name="connsiteY29" fmla="*/ 5608 h 72238"/>
                      <a:gd name="connsiteX30" fmla="*/ 16457 w 49845"/>
                      <a:gd name="connsiteY30" fmla="*/ 7034 h 72238"/>
                      <a:gd name="connsiteX31" fmla="*/ 11035 w 49845"/>
                      <a:gd name="connsiteY31" fmla="*/ 10646 h 72238"/>
                      <a:gd name="connsiteX32" fmla="*/ 8276 w 49845"/>
                      <a:gd name="connsiteY32" fmla="*/ 15493 h 72238"/>
                      <a:gd name="connsiteX33" fmla="*/ 7991 w 49845"/>
                      <a:gd name="connsiteY33" fmla="*/ 20816 h 72238"/>
                      <a:gd name="connsiteX34" fmla="*/ 10654 w 49845"/>
                      <a:gd name="connsiteY34" fmla="*/ 26139 h 72238"/>
                      <a:gd name="connsiteX35" fmla="*/ 15791 w 49845"/>
                      <a:gd name="connsiteY35" fmla="*/ 29466 h 72238"/>
                      <a:gd name="connsiteX36" fmla="*/ 22545 w 49845"/>
                      <a:gd name="connsiteY36" fmla="*/ 31557 h 72238"/>
                      <a:gd name="connsiteX37" fmla="*/ 30060 w 49845"/>
                      <a:gd name="connsiteY37" fmla="*/ 33268 h 72238"/>
                      <a:gd name="connsiteX38" fmla="*/ 37479 w 49845"/>
                      <a:gd name="connsiteY38" fmla="*/ 35454 h 72238"/>
                      <a:gd name="connsiteX39" fmla="*/ 43758 w 49845"/>
                      <a:gd name="connsiteY39" fmla="*/ 38781 h 72238"/>
                      <a:gd name="connsiteX40" fmla="*/ 48229 w 49845"/>
                      <a:gd name="connsiteY40" fmla="*/ 44103 h 72238"/>
                      <a:gd name="connsiteX41" fmla="*/ 49846 w 49845"/>
                      <a:gd name="connsiteY41" fmla="*/ 52278 h 72238"/>
                      <a:gd name="connsiteX42" fmla="*/ 43282 w 49845"/>
                      <a:gd name="connsiteY42" fmla="*/ 67011 h 72238"/>
                      <a:gd name="connsiteX43" fmla="*/ 24828 w 49845"/>
                      <a:gd name="connsiteY43" fmla="*/ 72238 h 72238"/>
                      <a:gd name="connsiteX44" fmla="*/ 14935 w 49845"/>
                      <a:gd name="connsiteY44" fmla="*/ 70812 h 72238"/>
                      <a:gd name="connsiteX45" fmla="*/ 7039 w 49845"/>
                      <a:gd name="connsiteY45" fmla="*/ 66630 h 72238"/>
                      <a:gd name="connsiteX46" fmla="*/ 1903 w 49845"/>
                      <a:gd name="connsiteY46" fmla="*/ 59692 h 72238"/>
                      <a:gd name="connsiteX47" fmla="*/ 0 w 49845"/>
                      <a:gd name="connsiteY47" fmla="*/ 49996 h 72238"/>
                      <a:gd name="connsiteX48" fmla="*/ 6278 w 49845"/>
                      <a:gd name="connsiteY48" fmla="*/ 49996 h 722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49845" h="72238">
                        <a:moveTo>
                          <a:pt x="6468" y="49996"/>
                        </a:moveTo>
                        <a:cubicBezTo>
                          <a:pt x="6754" y="53038"/>
                          <a:pt x="7420" y="55604"/>
                          <a:pt x="8466" y="57696"/>
                        </a:cubicBezTo>
                        <a:cubicBezTo>
                          <a:pt x="9608" y="59787"/>
                          <a:pt x="11035" y="61498"/>
                          <a:pt x="12747" y="62828"/>
                        </a:cubicBezTo>
                        <a:cubicBezTo>
                          <a:pt x="14459" y="64159"/>
                          <a:pt x="16457" y="65110"/>
                          <a:pt x="18740" y="65775"/>
                        </a:cubicBezTo>
                        <a:cubicBezTo>
                          <a:pt x="21023" y="66440"/>
                          <a:pt x="23496" y="66630"/>
                          <a:pt x="26064" y="66630"/>
                        </a:cubicBezTo>
                        <a:cubicBezTo>
                          <a:pt x="29108" y="66630"/>
                          <a:pt x="31772" y="66250"/>
                          <a:pt x="33960" y="65490"/>
                        </a:cubicBezTo>
                        <a:cubicBezTo>
                          <a:pt x="36148" y="64729"/>
                          <a:pt x="37955" y="63684"/>
                          <a:pt x="39382" y="62353"/>
                        </a:cubicBezTo>
                        <a:cubicBezTo>
                          <a:pt x="40809" y="61022"/>
                          <a:pt x="41760" y="59597"/>
                          <a:pt x="42521" y="57791"/>
                        </a:cubicBezTo>
                        <a:cubicBezTo>
                          <a:pt x="43282" y="55985"/>
                          <a:pt x="43568" y="54274"/>
                          <a:pt x="43568" y="52373"/>
                        </a:cubicBezTo>
                        <a:cubicBezTo>
                          <a:pt x="43568" y="49711"/>
                          <a:pt x="42997" y="47525"/>
                          <a:pt x="41760" y="45909"/>
                        </a:cubicBezTo>
                        <a:cubicBezTo>
                          <a:pt x="40524" y="44293"/>
                          <a:pt x="39002" y="42963"/>
                          <a:pt x="37004" y="41917"/>
                        </a:cubicBezTo>
                        <a:cubicBezTo>
                          <a:pt x="35101" y="40872"/>
                          <a:pt x="32818" y="40016"/>
                          <a:pt x="30345" y="39351"/>
                        </a:cubicBezTo>
                        <a:cubicBezTo>
                          <a:pt x="27872" y="38686"/>
                          <a:pt x="25303" y="38115"/>
                          <a:pt x="22640" y="37545"/>
                        </a:cubicBezTo>
                        <a:cubicBezTo>
                          <a:pt x="19976" y="36975"/>
                          <a:pt x="17408" y="36214"/>
                          <a:pt x="14935" y="35359"/>
                        </a:cubicBezTo>
                        <a:cubicBezTo>
                          <a:pt x="12461" y="34503"/>
                          <a:pt x="10178" y="33458"/>
                          <a:pt x="8276" y="32032"/>
                        </a:cubicBezTo>
                        <a:cubicBezTo>
                          <a:pt x="6374" y="30606"/>
                          <a:pt x="4756" y="28895"/>
                          <a:pt x="3520" y="26709"/>
                        </a:cubicBezTo>
                        <a:cubicBezTo>
                          <a:pt x="2283" y="24523"/>
                          <a:pt x="1712" y="21766"/>
                          <a:pt x="1712" y="18345"/>
                        </a:cubicBezTo>
                        <a:cubicBezTo>
                          <a:pt x="1712" y="15968"/>
                          <a:pt x="2188" y="13687"/>
                          <a:pt x="3234" y="11501"/>
                        </a:cubicBezTo>
                        <a:cubicBezTo>
                          <a:pt x="4186" y="9315"/>
                          <a:pt x="5708" y="7319"/>
                          <a:pt x="7610" y="5608"/>
                        </a:cubicBezTo>
                        <a:cubicBezTo>
                          <a:pt x="9513" y="3897"/>
                          <a:pt x="11986" y="2566"/>
                          <a:pt x="14840" y="1521"/>
                        </a:cubicBezTo>
                        <a:cubicBezTo>
                          <a:pt x="17788" y="475"/>
                          <a:pt x="21118" y="0"/>
                          <a:pt x="24923" y="0"/>
                        </a:cubicBezTo>
                        <a:cubicBezTo>
                          <a:pt x="28728" y="0"/>
                          <a:pt x="32152" y="570"/>
                          <a:pt x="35006" y="1616"/>
                        </a:cubicBezTo>
                        <a:cubicBezTo>
                          <a:pt x="37860" y="2661"/>
                          <a:pt x="40333" y="4182"/>
                          <a:pt x="42141" y="6083"/>
                        </a:cubicBezTo>
                        <a:cubicBezTo>
                          <a:pt x="44043" y="7984"/>
                          <a:pt x="45470" y="10075"/>
                          <a:pt x="46421" y="12642"/>
                        </a:cubicBezTo>
                        <a:cubicBezTo>
                          <a:pt x="47373" y="15113"/>
                          <a:pt x="47848" y="17774"/>
                          <a:pt x="47848" y="20531"/>
                        </a:cubicBezTo>
                        <a:lnTo>
                          <a:pt x="41665" y="20531"/>
                        </a:lnTo>
                        <a:cubicBezTo>
                          <a:pt x="41665" y="17965"/>
                          <a:pt x="41190" y="15683"/>
                          <a:pt x="40333" y="13782"/>
                        </a:cubicBezTo>
                        <a:cubicBezTo>
                          <a:pt x="39382" y="11881"/>
                          <a:pt x="38145" y="10360"/>
                          <a:pt x="36528" y="9125"/>
                        </a:cubicBezTo>
                        <a:cubicBezTo>
                          <a:pt x="34911" y="7889"/>
                          <a:pt x="33104" y="7034"/>
                          <a:pt x="31106" y="6463"/>
                        </a:cubicBezTo>
                        <a:cubicBezTo>
                          <a:pt x="29108" y="5893"/>
                          <a:pt x="27016" y="5608"/>
                          <a:pt x="24828" y="5608"/>
                        </a:cubicBezTo>
                        <a:cubicBezTo>
                          <a:pt x="21498" y="5608"/>
                          <a:pt x="18740" y="6083"/>
                          <a:pt x="16457" y="7034"/>
                        </a:cubicBezTo>
                        <a:cubicBezTo>
                          <a:pt x="14174" y="7984"/>
                          <a:pt x="12461" y="9125"/>
                          <a:pt x="11035" y="10646"/>
                        </a:cubicBezTo>
                        <a:cubicBezTo>
                          <a:pt x="9703" y="12071"/>
                          <a:pt x="8752" y="13687"/>
                          <a:pt x="8276" y="15493"/>
                        </a:cubicBezTo>
                        <a:cubicBezTo>
                          <a:pt x="7800" y="17299"/>
                          <a:pt x="7705" y="19010"/>
                          <a:pt x="7991" y="20816"/>
                        </a:cubicBezTo>
                        <a:cubicBezTo>
                          <a:pt x="8371" y="23002"/>
                          <a:pt x="9227" y="24808"/>
                          <a:pt x="10654" y="26139"/>
                        </a:cubicBezTo>
                        <a:cubicBezTo>
                          <a:pt x="12081" y="27470"/>
                          <a:pt x="13793" y="28610"/>
                          <a:pt x="15791" y="29466"/>
                        </a:cubicBezTo>
                        <a:cubicBezTo>
                          <a:pt x="17788" y="30321"/>
                          <a:pt x="20072" y="30986"/>
                          <a:pt x="22545" y="31557"/>
                        </a:cubicBezTo>
                        <a:cubicBezTo>
                          <a:pt x="25018" y="32127"/>
                          <a:pt x="27491" y="32697"/>
                          <a:pt x="30060" y="33268"/>
                        </a:cubicBezTo>
                        <a:cubicBezTo>
                          <a:pt x="32628" y="33838"/>
                          <a:pt x="35101" y="34598"/>
                          <a:pt x="37479" y="35454"/>
                        </a:cubicBezTo>
                        <a:cubicBezTo>
                          <a:pt x="39858" y="36309"/>
                          <a:pt x="41950" y="37355"/>
                          <a:pt x="43758" y="38781"/>
                        </a:cubicBezTo>
                        <a:cubicBezTo>
                          <a:pt x="45565" y="40206"/>
                          <a:pt x="47087" y="41917"/>
                          <a:pt x="48229" y="44103"/>
                        </a:cubicBezTo>
                        <a:cubicBezTo>
                          <a:pt x="49370" y="46289"/>
                          <a:pt x="49846" y="49046"/>
                          <a:pt x="49846" y="52278"/>
                        </a:cubicBezTo>
                        <a:cubicBezTo>
                          <a:pt x="49846" y="58646"/>
                          <a:pt x="47658" y="63494"/>
                          <a:pt x="43282" y="67011"/>
                        </a:cubicBezTo>
                        <a:cubicBezTo>
                          <a:pt x="38906" y="70527"/>
                          <a:pt x="32723" y="72238"/>
                          <a:pt x="24828" y="72238"/>
                        </a:cubicBezTo>
                        <a:cubicBezTo>
                          <a:pt x="21308" y="72238"/>
                          <a:pt x="17979" y="71763"/>
                          <a:pt x="14935" y="70812"/>
                        </a:cubicBezTo>
                        <a:cubicBezTo>
                          <a:pt x="11891" y="69862"/>
                          <a:pt x="9227" y="68531"/>
                          <a:pt x="7039" y="66630"/>
                        </a:cubicBezTo>
                        <a:cubicBezTo>
                          <a:pt x="4851" y="64729"/>
                          <a:pt x="3044" y="62448"/>
                          <a:pt x="1903" y="59692"/>
                        </a:cubicBezTo>
                        <a:cubicBezTo>
                          <a:pt x="761" y="56935"/>
                          <a:pt x="0" y="53703"/>
                          <a:pt x="0" y="49996"/>
                        </a:cubicBezTo>
                        <a:lnTo>
                          <a:pt x="6278" y="49996"/>
                        </a:lnTo>
                        <a:close/>
                      </a:path>
                    </a:pathLst>
                  </a:custGeom>
                  <a:solidFill>
                    <a:srgbClr val="000000"/>
                  </a:solidFill>
                  <a:ln w="9506" cap="flat">
                    <a:noFill/>
                    <a:prstDash val="solid"/>
                    <a:miter/>
                  </a:ln>
                </p:spPr>
                <p:txBody>
                  <a:bodyPr rtlCol="0" anchor="ctr"/>
                  <a:lstStyle/>
                  <a:p>
                    <a:endParaRPr lang="en-US"/>
                  </a:p>
                </p:txBody>
              </p:sp>
              <p:sp>
                <p:nvSpPr>
                  <p:cNvPr id="1399" name="Freeform 1398">
                    <a:extLst>
                      <a:ext uri="{FF2B5EF4-FFF2-40B4-BE49-F238E27FC236}">
                        <a16:creationId xmlns:a16="http://schemas.microsoft.com/office/drawing/2014/main" id="{EC855970-413C-1A85-3E73-979CC01A720B}"/>
                      </a:ext>
                    </a:extLst>
                  </p:cNvPr>
                  <p:cNvSpPr/>
                  <p:nvPr/>
                </p:nvSpPr>
                <p:spPr>
                  <a:xfrm>
                    <a:off x="7681646" y="3349062"/>
                    <a:ext cx="46421" cy="51802"/>
                  </a:xfrm>
                  <a:custGeom>
                    <a:avLst/>
                    <a:gdLst>
                      <a:gd name="connsiteX0" fmla="*/ 25398 w 46421"/>
                      <a:gd name="connsiteY0" fmla="*/ 21862 h 51802"/>
                      <a:gd name="connsiteX1" fmla="*/ 29204 w 46421"/>
                      <a:gd name="connsiteY1" fmla="*/ 21291 h 51802"/>
                      <a:gd name="connsiteX2" fmla="*/ 32913 w 46421"/>
                      <a:gd name="connsiteY2" fmla="*/ 20246 h 51802"/>
                      <a:gd name="connsiteX3" fmla="*/ 34626 w 46421"/>
                      <a:gd name="connsiteY3" fmla="*/ 18060 h 51802"/>
                      <a:gd name="connsiteX4" fmla="*/ 35006 w 46421"/>
                      <a:gd name="connsiteY4" fmla="*/ 15113 h 51802"/>
                      <a:gd name="connsiteX5" fmla="*/ 32247 w 46421"/>
                      <a:gd name="connsiteY5" fmla="*/ 7984 h 51802"/>
                      <a:gd name="connsiteX6" fmla="*/ 22735 w 46421"/>
                      <a:gd name="connsiteY6" fmla="*/ 5228 h 51802"/>
                      <a:gd name="connsiteX7" fmla="*/ 17313 w 46421"/>
                      <a:gd name="connsiteY7" fmla="*/ 5703 h 51802"/>
                      <a:gd name="connsiteX8" fmla="*/ 12937 w 46421"/>
                      <a:gd name="connsiteY8" fmla="*/ 7509 h 51802"/>
                      <a:gd name="connsiteX9" fmla="*/ 9893 w 46421"/>
                      <a:gd name="connsiteY9" fmla="*/ 10931 h 51802"/>
                      <a:gd name="connsiteX10" fmla="*/ 8276 w 46421"/>
                      <a:gd name="connsiteY10" fmla="*/ 16254 h 51802"/>
                      <a:gd name="connsiteX11" fmla="*/ 2473 w 46421"/>
                      <a:gd name="connsiteY11" fmla="*/ 16254 h 51802"/>
                      <a:gd name="connsiteX12" fmla="*/ 4471 w 46421"/>
                      <a:gd name="connsiteY12" fmla="*/ 8745 h 51802"/>
                      <a:gd name="connsiteX13" fmla="*/ 8847 w 46421"/>
                      <a:gd name="connsiteY13" fmla="*/ 3707 h 51802"/>
                      <a:gd name="connsiteX14" fmla="*/ 15125 w 46421"/>
                      <a:gd name="connsiteY14" fmla="*/ 855 h 51802"/>
                      <a:gd name="connsiteX15" fmla="*/ 22640 w 46421"/>
                      <a:gd name="connsiteY15" fmla="*/ 0 h 51802"/>
                      <a:gd name="connsiteX16" fmla="*/ 29679 w 46421"/>
                      <a:gd name="connsiteY16" fmla="*/ 760 h 51802"/>
                      <a:gd name="connsiteX17" fmla="*/ 35387 w 46421"/>
                      <a:gd name="connsiteY17" fmla="*/ 3327 h 51802"/>
                      <a:gd name="connsiteX18" fmla="*/ 39192 w 46421"/>
                      <a:gd name="connsiteY18" fmla="*/ 7984 h 51802"/>
                      <a:gd name="connsiteX19" fmla="*/ 40524 w 46421"/>
                      <a:gd name="connsiteY19" fmla="*/ 15208 h 51802"/>
                      <a:gd name="connsiteX20" fmla="*/ 40524 w 46421"/>
                      <a:gd name="connsiteY20" fmla="*/ 42012 h 51802"/>
                      <a:gd name="connsiteX21" fmla="*/ 41665 w 46421"/>
                      <a:gd name="connsiteY21" fmla="*/ 46290 h 51802"/>
                      <a:gd name="connsiteX22" fmla="*/ 46421 w 46421"/>
                      <a:gd name="connsiteY22" fmla="*/ 45814 h 51802"/>
                      <a:gd name="connsiteX23" fmla="*/ 46421 w 46421"/>
                      <a:gd name="connsiteY23" fmla="*/ 50282 h 51802"/>
                      <a:gd name="connsiteX24" fmla="*/ 44423 w 46421"/>
                      <a:gd name="connsiteY24" fmla="*/ 50852 h 51802"/>
                      <a:gd name="connsiteX25" fmla="*/ 41950 w 46421"/>
                      <a:gd name="connsiteY25" fmla="*/ 51232 h 51802"/>
                      <a:gd name="connsiteX26" fmla="*/ 39382 w 46421"/>
                      <a:gd name="connsiteY26" fmla="*/ 50947 h 51802"/>
                      <a:gd name="connsiteX27" fmla="*/ 37099 w 46421"/>
                      <a:gd name="connsiteY27" fmla="*/ 50092 h 51802"/>
                      <a:gd name="connsiteX28" fmla="*/ 35672 w 46421"/>
                      <a:gd name="connsiteY28" fmla="*/ 48381 h 51802"/>
                      <a:gd name="connsiteX29" fmla="*/ 35006 w 46421"/>
                      <a:gd name="connsiteY29" fmla="*/ 46194 h 51802"/>
                      <a:gd name="connsiteX30" fmla="*/ 34816 w 46421"/>
                      <a:gd name="connsiteY30" fmla="*/ 43628 h 51802"/>
                      <a:gd name="connsiteX31" fmla="*/ 26540 w 46421"/>
                      <a:gd name="connsiteY31" fmla="*/ 49711 h 51802"/>
                      <a:gd name="connsiteX32" fmla="*/ 16457 w 46421"/>
                      <a:gd name="connsiteY32" fmla="*/ 51802 h 51802"/>
                      <a:gd name="connsiteX33" fmla="*/ 10178 w 46421"/>
                      <a:gd name="connsiteY33" fmla="*/ 50947 h 51802"/>
                      <a:gd name="connsiteX34" fmla="*/ 4946 w 46421"/>
                      <a:gd name="connsiteY34" fmla="*/ 48286 h 51802"/>
                      <a:gd name="connsiteX35" fmla="*/ 1332 w 46421"/>
                      <a:gd name="connsiteY35" fmla="*/ 43913 h 51802"/>
                      <a:gd name="connsiteX36" fmla="*/ 0 w 46421"/>
                      <a:gd name="connsiteY36" fmla="*/ 37640 h 51802"/>
                      <a:gd name="connsiteX37" fmla="*/ 17218 w 46421"/>
                      <a:gd name="connsiteY37" fmla="*/ 22812 h 51802"/>
                      <a:gd name="connsiteX38" fmla="*/ 25113 w 46421"/>
                      <a:gd name="connsiteY38" fmla="*/ 21767 h 51802"/>
                      <a:gd name="connsiteX39" fmla="*/ 35006 w 46421"/>
                      <a:gd name="connsiteY39" fmla="*/ 24713 h 51802"/>
                      <a:gd name="connsiteX40" fmla="*/ 27682 w 46421"/>
                      <a:gd name="connsiteY40" fmla="*/ 26709 h 51802"/>
                      <a:gd name="connsiteX41" fmla="*/ 20262 w 46421"/>
                      <a:gd name="connsiteY41" fmla="*/ 27470 h 51802"/>
                      <a:gd name="connsiteX42" fmla="*/ 9988 w 46421"/>
                      <a:gd name="connsiteY42" fmla="*/ 30416 h 51802"/>
                      <a:gd name="connsiteX43" fmla="*/ 6373 w 46421"/>
                      <a:gd name="connsiteY43" fmla="*/ 37925 h 51802"/>
                      <a:gd name="connsiteX44" fmla="*/ 7230 w 46421"/>
                      <a:gd name="connsiteY44" fmla="*/ 41917 h 51802"/>
                      <a:gd name="connsiteX45" fmla="*/ 9608 w 46421"/>
                      <a:gd name="connsiteY45" fmla="*/ 44674 h 51802"/>
                      <a:gd name="connsiteX46" fmla="*/ 13032 w 46421"/>
                      <a:gd name="connsiteY46" fmla="*/ 46290 h 51802"/>
                      <a:gd name="connsiteX47" fmla="*/ 17028 w 46421"/>
                      <a:gd name="connsiteY47" fmla="*/ 46860 h 51802"/>
                      <a:gd name="connsiteX48" fmla="*/ 23686 w 46421"/>
                      <a:gd name="connsiteY48" fmla="*/ 46004 h 51802"/>
                      <a:gd name="connsiteX49" fmla="*/ 29489 w 46421"/>
                      <a:gd name="connsiteY49" fmla="*/ 43438 h 51802"/>
                      <a:gd name="connsiteX50" fmla="*/ 33484 w 46421"/>
                      <a:gd name="connsiteY50" fmla="*/ 38971 h 51802"/>
                      <a:gd name="connsiteX51" fmla="*/ 35006 w 46421"/>
                      <a:gd name="connsiteY51" fmla="*/ 32507 h 51802"/>
                      <a:gd name="connsiteX52" fmla="*/ 35006 w 46421"/>
                      <a:gd name="connsiteY52" fmla="*/ 24808 h 51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6421" h="51802">
                        <a:moveTo>
                          <a:pt x="25398" y="21862"/>
                        </a:moveTo>
                        <a:cubicBezTo>
                          <a:pt x="26445" y="21767"/>
                          <a:pt x="27776" y="21576"/>
                          <a:pt x="29204" y="21291"/>
                        </a:cubicBezTo>
                        <a:cubicBezTo>
                          <a:pt x="30726" y="21006"/>
                          <a:pt x="31962" y="20721"/>
                          <a:pt x="32913" y="20246"/>
                        </a:cubicBezTo>
                        <a:cubicBezTo>
                          <a:pt x="33865" y="19770"/>
                          <a:pt x="34435" y="19105"/>
                          <a:pt x="34626" y="18060"/>
                        </a:cubicBezTo>
                        <a:cubicBezTo>
                          <a:pt x="34816" y="17014"/>
                          <a:pt x="35006" y="16064"/>
                          <a:pt x="35006" y="15113"/>
                        </a:cubicBezTo>
                        <a:cubicBezTo>
                          <a:pt x="35006" y="12166"/>
                          <a:pt x="34055" y="9790"/>
                          <a:pt x="32247" y="7984"/>
                        </a:cubicBezTo>
                        <a:cubicBezTo>
                          <a:pt x="30345" y="6083"/>
                          <a:pt x="27206" y="5228"/>
                          <a:pt x="22735" y="5228"/>
                        </a:cubicBezTo>
                        <a:cubicBezTo>
                          <a:pt x="20737" y="5228"/>
                          <a:pt x="18930" y="5418"/>
                          <a:pt x="17313" y="5703"/>
                        </a:cubicBezTo>
                        <a:cubicBezTo>
                          <a:pt x="15696" y="6083"/>
                          <a:pt x="14174" y="6653"/>
                          <a:pt x="12937" y="7509"/>
                        </a:cubicBezTo>
                        <a:cubicBezTo>
                          <a:pt x="11701" y="8364"/>
                          <a:pt x="10654" y="9505"/>
                          <a:pt x="9893" y="10931"/>
                        </a:cubicBezTo>
                        <a:cubicBezTo>
                          <a:pt x="9132" y="12357"/>
                          <a:pt x="8561" y="14163"/>
                          <a:pt x="8276" y="16254"/>
                        </a:cubicBezTo>
                        <a:lnTo>
                          <a:pt x="2473" y="16254"/>
                        </a:lnTo>
                        <a:cubicBezTo>
                          <a:pt x="2664" y="13307"/>
                          <a:pt x="3329" y="10836"/>
                          <a:pt x="4471" y="8745"/>
                        </a:cubicBezTo>
                        <a:cubicBezTo>
                          <a:pt x="5612" y="6653"/>
                          <a:pt x="7134" y="5038"/>
                          <a:pt x="8847" y="3707"/>
                        </a:cubicBezTo>
                        <a:cubicBezTo>
                          <a:pt x="10654" y="2376"/>
                          <a:pt x="12747" y="1426"/>
                          <a:pt x="15125" y="855"/>
                        </a:cubicBezTo>
                        <a:cubicBezTo>
                          <a:pt x="17503" y="285"/>
                          <a:pt x="19976" y="0"/>
                          <a:pt x="22640" y="0"/>
                        </a:cubicBezTo>
                        <a:cubicBezTo>
                          <a:pt x="25113" y="0"/>
                          <a:pt x="27396" y="285"/>
                          <a:pt x="29679" y="760"/>
                        </a:cubicBezTo>
                        <a:cubicBezTo>
                          <a:pt x="31867" y="1331"/>
                          <a:pt x="33769" y="2186"/>
                          <a:pt x="35387" y="3327"/>
                        </a:cubicBezTo>
                        <a:cubicBezTo>
                          <a:pt x="37004" y="4467"/>
                          <a:pt x="38240" y="6083"/>
                          <a:pt x="39192" y="7984"/>
                        </a:cubicBezTo>
                        <a:cubicBezTo>
                          <a:pt x="40143" y="9980"/>
                          <a:pt x="40524" y="12357"/>
                          <a:pt x="40524" y="15208"/>
                        </a:cubicBezTo>
                        <a:lnTo>
                          <a:pt x="40524" y="42012"/>
                        </a:lnTo>
                        <a:cubicBezTo>
                          <a:pt x="40524" y="44198"/>
                          <a:pt x="40904" y="45624"/>
                          <a:pt x="41665" y="46290"/>
                        </a:cubicBezTo>
                        <a:cubicBezTo>
                          <a:pt x="42426" y="46860"/>
                          <a:pt x="44043" y="46765"/>
                          <a:pt x="46421" y="45814"/>
                        </a:cubicBezTo>
                        <a:lnTo>
                          <a:pt x="46421" y="50282"/>
                        </a:lnTo>
                        <a:cubicBezTo>
                          <a:pt x="46421" y="50282"/>
                          <a:pt x="45375" y="50567"/>
                          <a:pt x="44423" y="50852"/>
                        </a:cubicBezTo>
                        <a:cubicBezTo>
                          <a:pt x="43567" y="51137"/>
                          <a:pt x="42711" y="51232"/>
                          <a:pt x="41950" y="51232"/>
                        </a:cubicBezTo>
                        <a:cubicBezTo>
                          <a:pt x="41094" y="51232"/>
                          <a:pt x="40238" y="51137"/>
                          <a:pt x="39382" y="50947"/>
                        </a:cubicBezTo>
                        <a:cubicBezTo>
                          <a:pt x="38431" y="50852"/>
                          <a:pt x="37670" y="50567"/>
                          <a:pt x="37099" y="50092"/>
                        </a:cubicBezTo>
                        <a:cubicBezTo>
                          <a:pt x="36528" y="49616"/>
                          <a:pt x="36053" y="49046"/>
                          <a:pt x="35672" y="48381"/>
                        </a:cubicBezTo>
                        <a:cubicBezTo>
                          <a:pt x="35291" y="47715"/>
                          <a:pt x="35101" y="46955"/>
                          <a:pt x="35006" y="46194"/>
                        </a:cubicBezTo>
                        <a:cubicBezTo>
                          <a:pt x="34911" y="45434"/>
                          <a:pt x="34816" y="44579"/>
                          <a:pt x="34816" y="43628"/>
                        </a:cubicBezTo>
                        <a:cubicBezTo>
                          <a:pt x="32438" y="46290"/>
                          <a:pt x="29679" y="48286"/>
                          <a:pt x="26540" y="49711"/>
                        </a:cubicBezTo>
                        <a:cubicBezTo>
                          <a:pt x="23401" y="51137"/>
                          <a:pt x="20071" y="51802"/>
                          <a:pt x="16457" y="51802"/>
                        </a:cubicBezTo>
                        <a:cubicBezTo>
                          <a:pt x="14269" y="51802"/>
                          <a:pt x="12176" y="51517"/>
                          <a:pt x="10178" y="50947"/>
                        </a:cubicBezTo>
                        <a:cubicBezTo>
                          <a:pt x="8181" y="50377"/>
                          <a:pt x="6468" y="49521"/>
                          <a:pt x="4946" y="48286"/>
                        </a:cubicBezTo>
                        <a:cubicBezTo>
                          <a:pt x="3424" y="47050"/>
                          <a:pt x="2188" y="45624"/>
                          <a:pt x="1332" y="43913"/>
                        </a:cubicBezTo>
                        <a:cubicBezTo>
                          <a:pt x="476" y="42202"/>
                          <a:pt x="0" y="40111"/>
                          <a:pt x="0" y="37640"/>
                        </a:cubicBezTo>
                        <a:cubicBezTo>
                          <a:pt x="0" y="29276"/>
                          <a:pt x="5708" y="24333"/>
                          <a:pt x="17218" y="22812"/>
                        </a:cubicBezTo>
                        <a:lnTo>
                          <a:pt x="25113" y="21767"/>
                        </a:lnTo>
                        <a:close/>
                        <a:moveTo>
                          <a:pt x="35006" y="24713"/>
                        </a:moveTo>
                        <a:cubicBezTo>
                          <a:pt x="32628" y="25759"/>
                          <a:pt x="30155" y="26424"/>
                          <a:pt x="27682" y="26709"/>
                        </a:cubicBezTo>
                        <a:cubicBezTo>
                          <a:pt x="25208" y="26994"/>
                          <a:pt x="22735" y="27280"/>
                          <a:pt x="20262" y="27470"/>
                        </a:cubicBezTo>
                        <a:cubicBezTo>
                          <a:pt x="15886" y="27755"/>
                          <a:pt x="12461" y="28800"/>
                          <a:pt x="9988" y="30416"/>
                        </a:cubicBezTo>
                        <a:cubicBezTo>
                          <a:pt x="7515" y="32032"/>
                          <a:pt x="6373" y="34598"/>
                          <a:pt x="6373" y="37925"/>
                        </a:cubicBezTo>
                        <a:cubicBezTo>
                          <a:pt x="6373" y="39446"/>
                          <a:pt x="6659" y="40777"/>
                          <a:pt x="7230" y="41917"/>
                        </a:cubicBezTo>
                        <a:cubicBezTo>
                          <a:pt x="7800" y="43058"/>
                          <a:pt x="8656" y="43913"/>
                          <a:pt x="9608" y="44674"/>
                        </a:cubicBezTo>
                        <a:cubicBezTo>
                          <a:pt x="10559" y="45434"/>
                          <a:pt x="11701" y="45909"/>
                          <a:pt x="13032" y="46290"/>
                        </a:cubicBezTo>
                        <a:cubicBezTo>
                          <a:pt x="14364" y="46670"/>
                          <a:pt x="15600" y="46860"/>
                          <a:pt x="17028" y="46860"/>
                        </a:cubicBezTo>
                        <a:cubicBezTo>
                          <a:pt x="19310" y="46860"/>
                          <a:pt x="21498" y="46575"/>
                          <a:pt x="23686" y="46004"/>
                        </a:cubicBezTo>
                        <a:cubicBezTo>
                          <a:pt x="25874" y="45434"/>
                          <a:pt x="27776" y="44579"/>
                          <a:pt x="29489" y="43438"/>
                        </a:cubicBezTo>
                        <a:cubicBezTo>
                          <a:pt x="31201" y="42297"/>
                          <a:pt x="32533" y="40777"/>
                          <a:pt x="33484" y="38971"/>
                        </a:cubicBezTo>
                        <a:cubicBezTo>
                          <a:pt x="34435" y="37165"/>
                          <a:pt x="35006" y="34979"/>
                          <a:pt x="35006" y="32507"/>
                        </a:cubicBezTo>
                        <a:lnTo>
                          <a:pt x="35006" y="24808"/>
                        </a:lnTo>
                        <a:close/>
                      </a:path>
                    </a:pathLst>
                  </a:custGeom>
                  <a:solidFill>
                    <a:srgbClr val="000000"/>
                  </a:solidFill>
                  <a:ln w="9506" cap="flat">
                    <a:noFill/>
                    <a:prstDash val="solid"/>
                    <a:miter/>
                  </a:ln>
                </p:spPr>
                <p:txBody>
                  <a:bodyPr rtlCol="0" anchor="ctr"/>
                  <a:lstStyle/>
                  <a:p>
                    <a:endParaRPr lang="en-US"/>
                  </a:p>
                </p:txBody>
              </p:sp>
              <p:sp>
                <p:nvSpPr>
                  <p:cNvPr id="1400" name="Freeform 1399">
                    <a:extLst>
                      <a:ext uri="{FF2B5EF4-FFF2-40B4-BE49-F238E27FC236}">
                        <a16:creationId xmlns:a16="http://schemas.microsoft.com/office/drawing/2014/main" id="{B06B77E7-2C87-98E9-C54A-652E6DDA9C8E}"/>
                      </a:ext>
                    </a:extLst>
                  </p:cNvPr>
                  <p:cNvSpPr/>
                  <p:nvPr/>
                </p:nvSpPr>
                <p:spPr>
                  <a:xfrm>
                    <a:off x="7736534" y="3349062"/>
                    <a:ext cx="66968" cy="50566"/>
                  </a:xfrm>
                  <a:custGeom>
                    <a:avLst/>
                    <a:gdLst>
                      <a:gd name="connsiteX0" fmla="*/ 5708 w 66968"/>
                      <a:gd name="connsiteY0" fmla="*/ 50567 h 50566"/>
                      <a:gd name="connsiteX1" fmla="*/ 0 w 66968"/>
                      <a:gd name="connsiteY1" fmla="*/ 50567 h 50566"/>
                      <a:gd name="connsiteX2" fmla="*/ 0 w 66968"/>
                      <a:gd name="connsiteY2" fmla="*/ 1331 h 50566"/>
                      <a:gd name="connsiteX3" fmla="*/ 5708 w 66968"/>
                      <a:gd name="connsiteY3" fmla="*/ 1331 h 50566"/>
                      <a:gd name="connsiteX4" fmla="*/ 5708 w 66968"/>
                      <a:gd name="connsiteY4" fmla="*/ 8745 h 50566"/>
                      <a:gd name="connsiteX5" fmla="*/ 5898 w 66968"/>
                      <a:gd name="connsiteY5" fmla="*/ 8745 h 50566"/>
                      <a:gd name="connsiteX6" fmla="*/ 12176 w 66968"/>
                      <a:gd name="connsiteY6" fmla="*/ 2186 h 50566"/>
                      <a:gd name="connsiteX7" fmla="*/ 21118 w 66968"/>
                      <a:gd name="connsiteY7" fmla="*/ 0 h 50566"/>
                      <a:gd name="connsiteX8" fmla="*/ 26921 w 66968"/>
                      <a:gd name="connsiteY8" fmla="*/ 760 h 50566"/>
                      <a:gd name="connsiteX9" fmla="*/ 30916 w 66968"/>
                      <a:gd name="connsiteY9" fmla="*/ 2852 h 50566"/>
                      <a:gd name="connsiteX10" fmla="*/ 33675 w 66968"/>
                      <a:gd name="connsiteY10" fmla="*/ 5798 h 50566"/>
                      <a:gd name="connsiteX11" fmla="*/ 35577 w 66968"/>
                      <a:gd name="connsiteY11" fmla="*/ 9505 h 50566"/>
                      <a:gd name="connsiteX12" fmla="*/ 42236 w 66968"/>
                      <a:gd name="connsiteY12" fmla="*/ 2281 h 50566"/>
                      <a:gd name="connsiteX13" fmla="*/ 51653 w 66968"/>
                      <a:gd name="connsiteY13" fmla="*/ 0 h 50566"/>
                      <a:gd name="connsiteX14" fmla="*/ 59739 w 66968"/>
                      <a:gd name="connsiteY14" fmla="*/ 1616 h 50566"/>
                      <a:gd name="connsiteX15" fmla="*/ 64305 w 66968"/>
                      <a:gd name="connsiteY15" fmla="*/ 5988 h 50566"/>
                      <a:gd name="connsiteX16" fmla="*/ 66493 w 66968"/>
                      <a:gd name="connsiteY16" fmla="*/ 12262 h 50566"/>
                      <a:gd name="connsiteX17" fmla="*/ 66968 w 66968"/>
                      <a:gd name="connsiteY17" fmla="*/ 19485 h 50566"/>
                      <a:gd name="connsiteX18" fmla="*/ 66968 w 66968"/>
                      <a:gd name="connsiteY18" fmla="*/ 50567 h 50566"/>
                      <a:gd name="connsiteX19" fmla="*/ 61261 w 66968"/>
                      <a:gd name="connsiteY19" fmla="*/ 50567 h 50566"/>
                      <a:gd name="connsiteX20" fmla="*/ 61261 w 66968"/>
                      <a:gd name="connsiteY20" fmla="*/ 16539 h 50566"/>
                      <a:gd name="connsiteX21" fmla="*/ 58978 w 66968"/>
                      <a:gd name="connsiteY21" fmla="*/ 8174 h 50566"/>
                      <a:gd name="connsiteX22" fmla="*/ 50607 w 66968"/>
                      <a:gd name="connsiteY22" fmla="*/ 5133 h 50566"/>
                      <a:gd name="connsiteX23" fmla="*/ 44614 w 66968"/>
                      <a:gd name="connsiteY23" fmla="*/ 6558 h 50566"/>
                      <a:gd name="connsiteX24" fmla="*/ 39477 w 66968"/>
                      <a:gd name="connsiteY24" fmla="*/ 10741 h 50566"/>
                      <a:gd name="connsiteX25" fmla="*/ 37860 w 66968"/>
                      <a:gd name="connsiteY25" fmla="*/ 13687 h 50566"/>
                      <a:gd name="connsiteX26" fmla="*/ 36814 w 66968"/>
                      <a:gd name="connsiteY26" fmla="*/ 17109 h 50566"/>
                      <a:gd name="connsiteX27" fmla="*/ 36338 w 66968"/>
                      <a:gd name="connsiteY27" fmla="*/ 20721 h 50566"/>
                      <a:gd name="connsiteX28" fmla="*/ 36243 w 66968"/>
                      <a:gd name="connsiteY28" fmla="*/ 24048 h 50566"/>
                      <a:gd name="connsiteX29" fmla="*/ 36243 w 66968"/>
                      <a:gd name="connsiteY29" fmla="*/ 50567 h 50566"/>
                      <a:gd name="connsiteX30" fmla="*/ 30535 w 66968"/>
                      <a:gd name="connsiteY30" fmla="*/ 50567 h 50566"/>
                      <a:gd name="connsiteX31" fmla="*/ 30535 w 66968"/>
                      <a:gd name="connsiteY31" fmla="*/ 16539 h 50566"/>
                      <a:gd name="connsiteX32" fmla="*/ 28348 w 66968"/>
                      <a:gd name="connsiteY32" fmla="*/ 8174 h 50566"/>
                      <a:gd name="connsiteX33" fmla="*/ 19976 w 66968"/>
                      <a:gd name="connsiteY33" fmla="*/ 5133 h 50566"/>
                      <a:gd name="connsiteX34" fmla="*/ 13983 w 66968"/>
                      <a:gd name="connsiteY34" fmla="*/ 6558 h 50566"/>
                      <a:gd name="connsiteX35" fmla="*/ 8847 w 66968"/>
                      <a:gd name="connsiteY35" fmla="*/ 10741 h 50566"/>
                      <a:gd name="connsiteX36" fmla="*/ 7230 w 66968"/>
                      <a:gd name="connsiteY36" fmla="*/ 13687 h 50566"/>
                      <a:gd name="connsiteX37" fmla="*/ 6183 w 66968"/>
                      <a:gd name="connsiteY37" fmla="*/ 17109 h 50566"/>
                      <a:gd name="connsiteX38" fmla="*/ 5708 w 66968"/>
                      <a:gd name="connsiteY38" fmla="*/ 20721 h 50566"/>
                      <a:gd name="connsiteX39" fmla="*/ 5612 w 66968"/>
                      <a:gd name="connsiteY39" fmla="*/ 24048 h 50566"/>
                      <a:gd name="connsiteX40" fmla="*/ 5612 w 66968"/>
                      <a:gd name="connsiteY40" fmla="*/ 50567 h 505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6968" h="50566">
                        <a:moveTo>
                          <a:pt x="5708" y="50567"/>
                        </a:moveTo>
                        <a:lnTo>
                          <a:pt x="0" y="50567"/>
                        </a:lnTo>
                        <a:lnTo>
                          <a:pt x="0" y="1331"/>
                        </a:lnTo>
                        <a:lnTo>
                          <a:pt x="5708" y="1331"/>
                        </a:lnTo>
                        <a:lnTo>
                          <a:pt x="5708" y="8745"/>
                        </a:lnTo>
                        <a:lnTo>
                          <a:pt x="5898" y="8745"/>
                        </a:lnTo>
                        <a:cubicBezTo>
                          <a:pt x="7325" y="5893"/>
                          <a:pt x="9418" y="3707"/>
                          <a:pt x="12176" y="2186"/>
                        </a:cubicBezTo>
                        <a:cubicBezTo>
                          <a:pt x="14935" y="665"/>
                          <a:pt x="17884" y="0"/>
                          <a:pt x="21118" y="0"/>
                        </a:cubicBezTo>
                        <a:cubicBezTo>
                          <a:pt x="23401" y="0"/>
                          <a:pt x="25303" y="285"/>
                          <a:pt x="26921" y="760"/>
                        </a:cubicBezTo>
                        <a:cubicBezTo>
                          <a:pt x="28538" y="1236"/>
                          <a:pt x="29870" y="1901"/>
                          <a:pt x="30916" y="2852"/>
                        </a:cubicBezTo>
                        <a:cubicBezTo>
                          <a:pt x="32057" y="3707"/>
                          <a:pt x="32914" y="4658"/>
                          <a:pt x="33675" y="5798"/>
                        </a:cubicBezTo>
                        <a:cubicBezTo>
                          <a:pt x="34435" y="6939"/>
                          <a:pt x="35006" y="8174"/>
                          <a:pt x="35577" y="9505"/>
                        </a:cubicBezTo>
                        <a:cubicBezTo>
                          <a:pt x="37194" y="6273"/>
                          <a:pt x="39477" y="3897"/>
                          <a:pt x="42236" y="2281"/>
                        </a:cubicBezTo>
                        <a:cubicBezTo>
                          <a:pt x="44994" y="760"/>
                          <a:pt x="48133" y="0"/>
                          <a:pt x="51653" y="0"/>
                        </a:cubicBezTo>
                        <a:cubicBezTo>
                          <a:pt x="54983" y="0"/>
                          <a:pt x="57741" y="570"/>
                          <a:pt x="59739" y="1616"/>
                        </a:cubicBezTo>
                        <a:cubicBezTo>
                          <a:pt x="61737" y="2661"/>
                          <a:pt x="63258" y="4182"/>
                          <a:pt x="64305" y="5988"/>
                        </a:cubicBezTo>
                        <a:cubicBezTo>
                          <a:pt x="65351" y="7794"/>
                          <a:pt x="66112" y="9885"/>
                          <a:pt x="66493" y="12262"/>
                        </a:cubicBezTo>
                        <a:cubicBezTo>
                          <a:pt x="66873" y="14638"/>
                          <a:pt x="66968" y="17014"/>
                          <a:pt x="66968" y="19485"/>
                        </a:cubicBezTo>
                        <a:lnTo>
                          <a:pt x="66968" y="50567"/>
                        </a:lnTo>
                        <a:lnTo>
                          <a:pt x="61261" y="50567"/>
                        </a:lnTo>
                        <a:lnTo>
                          <a:pt x="61261" y="16539"/>
                        </a:lnTo>
                        <a:cubicBezTo>
                          <a:pt x="61261" y="13022"/>
                          <a:pt x="60500" y="10170"/>
                          <a:pt x="58978" y="8174"/>
                        </a:cubicBezTo>
                        <a:cubicBezTo>
                          <a:pt x="57456" y="6178"/>
                          <a:pt x="54697" y="5133"/>
                          <a:pt x="50607" y="5133"/>
                        </a:cubicBezTo>
                        <a:cubicBezTo>
                          <a:pt x="48514" y="5133"/>
                          <a:pt x="46517" y="5608"/>
                          <a:pt x="44614" y="6558"/>
                        </a:cubicBezTo>
                        <a:cubicBezTo>
                          <a:pt x="42712" y="7509"/>
                          <a:pt x="40999" y="8840"/>
                          <a:pt x="39477" y="10741"/>
                        </a:cubicBezTo>
                        <a:cubicBezTo>
                          <a:pt x="38811" y="11596"/>
                          <a:pt x="38336" y="12547"/>
                          <a:pt x="37860" y="13687"/>
                        </a:cubicBezTo>
                        <a:cubicBezTo>
                          <a:pt x="37385" y="14828"/>
                          <a:pt x="37099" y="15969"/>
                          <a:pt x="36814" y="17109"/>
                        </a:cubicBezTo>
                        <a:cubicBezTo>
                          <a:pt x="36528" y="18345"/>
                          <a:pt x="36433" y="19485"/>
                          <a:pt x="36338" y="20721"/>
                        </a:cubicBezTo>
                        <a:cubicBezTo>
                          <a:pt x="36338" y="21957"/>
                          <a:pt x="36243" y="23002"/>
                          <a:pt x="36243" y="24048"/>
                        </a:cubicBezTo>
                        <a:lnTo>
                          <a:pt x="36243" y="50567"/>
                        </a:lnTo>
                        <a:lnTo>
                          <a:pt x="30535" y="50567"/>
                        </a:lnTo>
                        <a:lnTo>
                          <a:pt x="30535" y="16539"/>
                        </a:lnTo>
                        <a:cubicBezTo>
                          <a:pt x="30535" y="13022"/>
                          <a:pt x="29774" y="10170"/>
                          <a:pt x="28348" y="8174"/>
                        </a:cubicBezTo>
                        <a:cubicBezTo>
                          <a:pt x="26825" y="6178"/>
                          <a:pt x="24067" y="5133"/>
                          <a:pt x="19976" y="5133"/>
                        </a:cubicBezTo>
                        <a:cubicBezTo>
                          <a:pt x="17884" y="5133"/>
                          <a:pt x="15886" y="5608"/>
                          <a:pt x="13983" y="6558"/>
                        </a:cubicBezTo>
                        <a:cubicBezTo>
                          <a:pt x="12081" y="7509"/>
                          <a:pt x="10369" y="8840"/>
                          <a:pt x="8847" y="10741"/>
                        </a:cubicBezTo>
                        <a:cubicBezTo>
                          <a:pt x="8181" y="11596"/>
                          <a:pt x="7705" y="12547"/>
                          <a:pt x="7230" y="13687"/>
                        </a:cubicBezTo>
                        <a:cubicBezTo>
                          <a:pt x="6849" y="14828"/>
                          <a:pt x="6469" y="15969"/>
                          <a:pt x="6183" y="17109"/>
                        </a:cubicBezTo>
                        <a:cubicBezTo>
                          <a:pt x="5898" y="18345"/>
                          <a:pt x="5803" y="19485"/>
                          <a:pt x="5708" y="20721"/>
                        </a:cubicBezTo>
                        <a:cubicBezTo>
                          <a:pt x="5708" y="21957"/>
                          <a:pt x="5612" y="23002"/>
                          <a:pt x="5612" y="24048"/>
                        </a:cubicBezTo>
                        <a:lnTo>
                          <a:pt x="5612" y="50567"/>
                        </a:lnTo>
                        <a:close/>
                      </a:path>
                    </a:pathLst>
                  </a:custGeom>
                  <a:solidFill>
                    <a:srgbClr val="000000"/>
                  </a:solidFill>
                  <a:ln w="9506" cap="flat">
                    <a:noFill/>
                    <a:prstDash val="solid"/>
                    <a:miter/>
                  </a:ln>
                </p:spPr>
                <p:txBody>
                  <a:bodyPr rtlCol="0" anchor="ctr"/>
                  <a:lstStyle/>
                  <a:p>
                    <a:endParaRPr lang="en-US"/>
                  </a:p>
                </p:txBody>
              </p:sp>
              <p:sp>
                <p:nvSpPr>
                  <p:cNvPr id="1401" name="Freeform 1400">
                    <a:extLst>
                      <a:ext uri="{FF2B5EF4-FFF2-40B4-BE49-F238E27FC236}">
                        <a16:creationId xmlns:a16="http://schemas.microsoft.com/office/drawing/2014/main" id="{A992E2D2-006A-00E4-9892-5479E45261E9}"/>
                      </a:ext>
                    </a:extLst>
                  </p:cNvPr>
                  <p:cNvSpPr/>
                  <p:nvPr/>
                </p:nvSpPr>
                <p:spPr>
                  <a:xfrm>
                    <a:off x="7813966" y="3349157"/>
                    <a:ext cx="44426" cy="51897"/>
                  </a:xfrm>
                  <a:custGeom>
                    <a:avLst/>
                    <a:gdLst>
                      <a:gd name="connsiteX0" fmla="*/ 6088 w 44426"/>
                      <a:gd name="connsiteY0" fmla="*/ 27184 h 51897"/>
                      <a:gd name="connsiteX1" fmla="*/ 7134 w 44426"/>
                      <a:gd name="connsiteY1" fmla="*/ 34788 h 51897"/>
                      <a:gd name="connsiteX2" fmla="*/ 10273 w 44426"/>
                      <a:gd name="connsiteY2" fmla="*/ 40967 h 51897"/>
                      <a:gd name="connsiteX3" fmla="*/ 15410 w 44426"/>
                      <a:gd name="connsiteY3" fmla="*/ 45149 h 51897"/>
                      <a:gd name="connsiteX4" fmla="*/ 22640 w 44426"/>
                      <a:gd name="connsiteY4" fmla="*/ 46765 h 51897"/>
                      <a:gd name="connsiteX5" fmla="*/ 32247 w 44426"/>
                      <a:gd name="connsiteY5" fmla="*/ 43818 h 51897"/>
                      <a:gd name="connsiteX6" fmla="*/ 37574 w 44426"/>
                      <a:gd name="connsiteY6" fmla="*/ 35454 h 51897"/>
                      <a:gd name="connsiteX7" fmla="*/ 43948 w 44426"/>
                      <a:gd name="connsiteY7" fmla="*/ 35454 h 51897"/>
                      <a:gd name="connsiteX8" fmla="*/ 41189 w 44426"/>
                      <a:gd name="connsiteY8" fmla="*/ 42012 h 51897"/>
                      <a:gd name="connsiteX9" fmla="*/ 36909 w 44426"/>
                      <a:gd name="connsiteY9" fmla="*/ 47240 h 51897"/>
                      <a:gd name="connsiteX10" fmla="*/ 30821 w 44426"/>
                      <a:gd name="connsiteY10" fmla="*/ 50662 h 51897"/>
                      <a:gd name="connsiteX11" fmla="*/ 22640 w 44426"/>
                      <a:gd name="connsiteY11" fmla="*/ 51897 h 51897"/>
                      <a:gd name="connsiteX12" fmla="*/ 12461 w 44426"/>
                      <a:gd name="connsiteY12" fmla="*/ 49901 h 51897"/>
                      <a:gd name="connsiteX13" fmla="*/ 5422 w 44426"/>
                      <a:gd name="connsiteY13" fmla="*/ 44388 h 51897"/>
                      <a:gd name="connsiteX14" fmla="*/ 1332 w 44426"/>
                      <a:gd name="connsiteY14" fmla="*/ 36214 h 51897"/>
                      <a:gd name="connsiteX15" fmla="*/ 0 w 44426"/>
                      <a:gd name="connsiteY15" fmla="*/ 26139 h 51897"/>
                      <a:gd name="connsiteX16" fmla="*/ 1617 w 44426"/>
                      <a:gd name="connsiteY16" fmla="*/ 15968 h 51897"/>
                      <a:gd name="connsiteX17" fmla="*/ 6088 w 44426"/>
                      <a:gd name="connsiteY17" fmla="*/ 7604 h 51897"/>
                      <a:gd name="connsiteX18" fmla="*/ 13222 w 44426"/>
                      <a:gd name="connsiteY18" fmla="*/ 1996 h 51897"/>
                      <a:gd name="connsiteX19" fmla="*/ 22735 w 44426"/>
                      <a:gd name="connsiteY19" fmla="*/ 0 h 51897"/>
                      <a:gd name="connsiteX20" fmla="*/ 38716 w 44426"/>
                      <a:gd name="connsiteY20" fmla="*/ 6939 h 51897"/>
                      <a:gd name="connsiteX21" fmla="*/ 44423 w 44426"/>
                      <a:gd name="connsiteY21" fmla="*/ 27184 h 51897"/>
                      <a:gd name="connsiteX22" fmla="*/ 6183 w 44426"/>
                      <a:gd name="connsiteY22" fmla="*/ 27184 h 51897"/>
                      <a:gd name="connsiteX23" fmla="*/ 38240 w 44426"/>
                      <a:gd name="connsiteY23" fmla="*/ 22432 h 51897"/>
                      <a:gd name="connsiteX24" fmla="*/ 37194 w 44426"/>
                      <a:gd name="connsiteY24" fmla="*/ 15683 h 51897"/>
                      <a:gd name="connsiteX25" fmla="*/ 34245 w 44426"/>
                      <a:gd name="connsiteY25" fmla="*/ 10170 h 51897"/>
                      <a:gd name="connsiteX26" fmla="*/ 29299 w 44426"/>
                      <a:gd name="connsiteY26" fmla="*/ 6463 h 51897"/>
                      <a:gd name="connsiteX27" fmla="*/ 22545 w 44426"/>
                      <a:gd name="connsiteY27" fmla="*/ 5038 h 51897"/>
                      <a:gd name="connsiteX28" fmla="*/ 15791 w 44426"/>
                      <a:gd name="connsiteY28" fmla="*/ 6463 h 51897"/>
                      <a:gd name="connsiteX29" fmla="*/ 10844 w 44426"/>
                      <a:gd name="connsiteY29" fmla="*/ 10265 h 51897"/>
                      <a:gd name="connsiteX30" fmla="*/ 7515 w 44426"/>
                      <a:gd name="connsiteY30" fmla="*/ 15778 h 51897"/>
                      <a:gd name="connsiteX31" fmla="*/ 5898 w 44426"/>
                      <a:gd name="connsiteY31" fmla="*/ 22432 h 51897"/>
                      <a:gd name="connsiteX32" fmla="*/ 38050 w 44426"/>
                      <a:gd name="connsiteY32" fmla="*/ 22432 h 51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4426" h="51897">
                        <a:moveTo>
                          <a:pt x="6088" y="27184"/>
                        </a:moveTo>
                        <a:cubicBezTo>
                          <a:pt x="6088" y="29846"/>
                          <a:pt x="6468" y="32412"/>
                          <a:pt x="7134" y="34788"/>
                        </a:cubicBezTo>
                        <a:cubicBezTo>
                          <a:pt x="7800" y="37165"/>
                          <a:pt x="8847" y="39256"/>
                          <a:pt x="10273" y="40967"/>
                        </a:cubicBezTo>
                        <a:cubicBezTo>
                          <a:pt x="11605" y="42678"/>
                          <a:pt x="13413" y="44103"/>
                          <a:pt x="15410" y="45149"/>
                        </a:cubicBezTo>
                        <a:cubicBezTo>
                          <a:pt x="17408" y="46194"/>
                          <a:pt x="19881" y="46765"/>
                          <a:pt x="22640" y="46765"/>
                        </a:cubicBezTo>
                        <a:cubicBezTo>
                          <a:pt x="26350" y="46765"/>
                          <a:pt x="29584" y="45814"/>
                          <a:pt x="32247" y="43818"/>
                        </a:cubicBezTo>
                        <a:cubicBezTo>
                          <a:pt x="34911" y="41822"/>
                          <a:pt x="36718" y="39066"/>
                          <a:pt x="37574" y="35454"/>
                        </a:cubicBezTo>
                        <a:lnTo>
                          <a:pt x="43948" y="35454"/>
                        </a:lnTo>
                        <a:cubicBezTo>
                          <a:pt x="43282" y="37830"/>
                          <a:pt x="42331" y="39921"/>
                          <a:pt x="41189" y="42012"/>
                        </a:cubicBezTo>
                        <a:cubicBezTo>
                          <a:pt x="40048" y="44008"/>
                          <a:pt x="38621" y="45719"/>
                          <a:pt x="36909" y="47240"/>
                        </a:cubicBezTo>
                        <a:cubicBezTo>
                          <a:pt x="35196" y="48761"/>
                          <a:pt x="33199" y="49901"/>
                          <a:pt x="30821" y="50662"/>
                        </a:cubicBezTo>
                        <a:cubicBezTo>
                          <a:pt x="28442" y="51517"/>
                          <a:pt x="25779" y="51897"/>
                          <a:pt x="22640" y="51897"/>
                        </a:cubicBezTo>
                        <a:cubicBezTo>
                          <a:pt x="18740" y="51897"/>
                          <a:pt x="15315" y="51232"/>
                          <a:pt x="12461" y="49901"/>
                        </a:cubicBezTo>
                        <a:cubicBezTo>
                          <a:pt x="9607" y="48571"/>
                          <a:pt x="7229" y="46765"/>
                          <a:pt x="5422" y="44388"/>
                        </a:cubicBezTo>
                        <a:cubicBezTo>
                          <a:pt x="3615" y="42107"/>
                          <a:pt x="2188" y="39351"/>
                          <a:pt x="1332" y="36214"/>
                        </a:cubicBezTo>
                        <a:cubicBezTo>
                          <a:pt x="476" y="33077"/>
                          <a:pt x="0" y="29656"/>
                          <a:pt x="0" y="26139"/>
                        </a:cubicBezTo>
                        <a:cubicBezTo>
                          <a:pt x="0" y="22622"/>
                          <a:pt x="476" y="19105"/>
                          <a:pt x="1617" y="15968"/>
                        </a:cubicBezTo>
                        <a:cubicBezTo>
                          <a:pt x="2664" y="12832"/>
                          <a:pt x="4186" y="10075"/>
                          <a:pt x="6088" y="7604"/>
                        </a:cubicBezTo>
                        <a:cubicBezTo>
                          <a:pt x="7991" y="5133"/>
                          <a:pt x="10369" y="3327"/>
                          <a:pt x="13222" y="1996"/>
                        </a:cubicBezTo>
                        <a:cubicBezTo>
                          <a:pt x="15981" y="665"/>
                          <a:pt x="19215" y="0"/>
                          <a:pt x="22735" y="0"/>
                        </a:cubicBezTo>
                        <a:cubicBezTo>
                          <a:pt x="29489" y="0"/>
                          <a:pt x="34816" y="2281"/>
                          <a:pt x="38716" y="6939"/>
                        </a:cubicBezTo>
                        <a:cubicBezTo>
                          <a:pt x="42616" y="11596"/>
                          <a:pt x="44519" y="18345"/>
                          <a:pt x="44423" y="27184"/>
                        </a:cubicBezTo>
                        <a:lnTo>
                          <a:pt x="6183" y="27184"/>
                        </a:lnTo>
                        <a:close/>
                        <a:moveTo>
                          <a:pt x="38240" y="22432"/>
                        </a:moveTo>
                        <a:cubicBezTo>
                          <a:pt x="38240" y="20056"/>
                          <a:pt x="37860" y="17774"/>
                          <a:pt x="37194" y="15683"/>
                        </a:cubicBezTo>
                        <a:cubicBezTo>
                          <a:pt x="36528" y="13592"/>
                          <a:pt x="35577" y="11691"/>
                          <a:pt x="34245" y="10170"/>
                        </a:cubicBezTo>
                        <a:cubicBezTo>
                          <a:pt x="32913" y="8649"/>
                          <a:pt x="31296" y="7414"/>
                          <a:pt x="29299" y="6463"/>
                        </a:cubicBezTo>
                        <a:cubicBezTo>
                          <a:pt x="27301" y="5513"/>
                          <a:pt x="25113" y="5038"/>
                          <a:pt x="22545" y="5038"/>
                        </a:cubicBezTo>
                        <a:cubicBezTo>
                          <a:pt x="19976" y="5038"/>
                          <a:pt x="17788" y="5513"/>
                          <a:pt x="15791" y="6463"/>
                        </a:cubicBezTo>
                        <a:cubicBezTo>
                          <a:pt x="13793" y="7414"/>
                          <a:pt x="12176" y="8649"/>
                          <a:pt x="10844" y="10265"/>
                        </a:cubicBezTo>
                        <a:cubicBezTo>
                          <a:pt x="9513" y="11881"/>
                          <a:pt x="8371" y="13687"/>
                          <a:pt x="7515" y="15778"/>
                        </a:cubicBezTo>
                        <a:cubicBezTo>
                          <a:pt x="6659" y="17869"/>
                          <a:pt x="6183" y="20056"/>
                          <a:pt x="5898" y="22432"/>
                        </a:cubicBezTo>
                        <a:lnTo>
                          <a:pt x="38050" y="22432"/>
                        </a:lnTo>
                        <a:close/>
                      </a:path>
                    </a:pathLst>
                  </a:custGeom>
                  <a:solidFill>
                    <a:srgbClr val="000000"/>
                  </a:solidFill>
                  <a:ln w="9506" cap="flat">
                    <a:noFill/>
                    <a:prstDash val="solid"/>
                    <a:miter/>
                  </a:ln>
                </p:spPr>
                <p:txBody>
                  <a:bodyPr rtlCol="0" anchor="ctr"/>
                  <a:lstStyle/>
                  <a:p>
                    <a:endParaRPr lang="en-US"/>
                  </a:p>
                </p:txBody>
              </p:sp>
              <p:sp>
                <p:nvSpPr>
                  <p:cNvPr id="1402" name="Freeform 1401">
                    <a:extLst>
                      <a:ext uri="{FF2B5EF4-FFF2-40B4-BE49-F238E27FC236}">
                        <a16:creationId xmlns:a16="http://schemas.microsoft.com/office/drawing/2014/main" id="{2170863F-7E9C-801F-70B6-52EA6D3041DE}"/>
                      </a:ext>
                    </a:extLst>
                  </p:cNvPr>
                  <p:cNvSpPr/>
                  <p:nvPr/>
                </p:nvSpPr>
                <p:spPr>
                  <a:xfrm>
                    <a:off x="7896725" y="3331193"/>
                    <a:ext cx="55838" cy="68816"/>
                  </a:xfrm>
                  <a:custGeom>
                    <a:avLst/>
                    <a:gdLst>
                      <a:gd name="connsiteX0" fmla="*/ 0 w 55838"/>
                      <a:gd name="connsiteY0" fmla="*/ 68436 h 68816"/>
                      <a:gd name="connsiteX1" fmla="*/ 0 w 55838"/>
                      <a:gd name="connsiteY1" fmla="*/ 0 h 68816"/>
                      <a:gd name="connsiteX2" fmla="*/ 23401 w 55838"/>
                      <a:gd name="connsiteY2" fmla="*/ 0 h 68816"/>
                      <a:gd name="connsiteX3" fmla="*/ 29013 w 55838"/>
                      <a:gd name="connsiteY3" fmla="*/ 190 h 68816"/>
                      <a:gd name="connsiteX4" fmla="*/ 34436 w 55838"/>
                      <a:gd name="connsiteY4" fmla="*/ 855 h 68816"/>
                      <a:gd name="connsiteX5" fmla="*/ 39572 w 55838"/>
                      <a:gd name="connsiteY5" fmla="*/ 2471 h 68816"/>
                      <a:gd name="connsiteX6" fmla="*/ 44519 w 55838"/>
                      <a:gd name="connsiteY6" fmla="*/ 5228 h 68816"/>
                      <a:gd name="connsiteX7" fmla="*/ 50131 w 55838"/>
                      <a:gd name="connsiteY7" fmla="*/ 11311 h 68816"/>
                      <a:gd name="connsiteX8" fmla="*/ 53556 w 55838"/>
                      <a:gd name="connsiteY8" fmla="*/ 18820 h 68816"/>
                      <a:gd name="connsiteX9" fmla="*/ 55363 w 55838"/>
                      <a:gd name="connsiteY9" fmla="*/ 26804 h 68816"/>
                      <a:gd name="connsiteX10" fmla="*/ 55839 w 55838"/>
                      <a:gd name="connsiteY10" fmla="*/ 34313 h 68816"/>
                      <a:gd name="connsiteX11" fmla="*/ 55458 w 55838"/>
                      <a:gd name="connsiteY11" fmla="*/ 41252 h 68816"/>
                      <a:gd name="connsiteX12" fmla="*/ 54126 w 55838"/>
                      <a:gd name="connsiteY12" fmla="*/ 48190 h 68816"/>
                      <a:gd name="connsiteX13" fmla="*/ 51558 w 55838"/>
                      <a:gd name="connsiteY13" fmla="*/ 54654 h 68816"/>
                      <a:gd name="connsiteX14" fmla="*/ 47563 w 55838"/>
                      <a:gd name="connsiteY14" fmla="*/ 60357 h 68816"/>
                      <a:gd name="connsiteX15" fmla="*/ 42426 w 55838"/>
                      <a:gd name="connsiteY15" fmla="*/ 64634 h 68816"/>
                      <a:gd name="connsiteX16" fmla="*/ 36528 w 55838"/>
                      <a:gd name="connsiteY16" fmla="*/ 67201 h 68816"/>
                      <a:gd name="connsiteX17" fmla="*/ 30155 w 55838"/>
                      <a:gd name="connsiteY17" fmla="*/ 68436 h 68816"/>
                      <a:gd name="connsiteX18" fmla="*/ 23401 w 55838"/>
                      <a:gd name="connsiteY18" fmla="*/ 68816 h 68816"/>
                      <a:gd name="connsiteX19" fmla="*/ 0 w 55838"/>
                      <a:gd name="connsiteY19" fmla="*/ 68816 h 68816"/>
                      <a:gd name="connsiteX20" fmla="*/ 6469 w 55838"/>
                      <a:gd name="connsiteY20" fmla="*/ 62923 h 68816"/>
                      <a:gd name="connsiteX21" fmla="*/ 21974 w 55838"/>
                      <a:gd name="connsiteY21" fmla="*/ 62923 h 68816"/>
                      <a:gd name="connsiteX22" fmla="*/ 30155 w 55838"/>
                      <a:gd name="connsiteY22" fmla="*/ 62448 h 68816"/>
                      <a:gd name="connsiteX23" fmla="*/ 38050 w 55838"/>
                      <a:gd name="connsiteY23" fmla="*/ 59787 h 68816"/>
                      <a:gd name="connsiteX24" fmla="*/ 43663 w 55838"/>
                      <a:gd name="connsiteY24" fmla="*/ 55129 h 68816"/>
                      <a:gd name="connsiteX25" fmla="*/ 47182 w 55838"/>
                      <a:gd name="connsiteY25" fmla="*/ 48666 h 68816"/>
                      <a:gd name="connsiteX26" fmla="*/ 48990 w 55838"/>
                      <a:gd name="connsiteY26" fmla="*/ 41442 h 68816"/>
                      <a:gd name="connsiteX27" fmla="*/ 49465 w 55838"/>
                      <a:gd name="connsiteY27" fmla="*/ 34123 h 68816"/>
                      <a:gd name="connsiteX28" fmla="*/ 48990 w 55838"/>
                      <a:gd name="connsiteY28" fmla="*/ 26614 h 68816"/>
                      <a:gd name="connsiteX29" fmla="*/ 47182 w 55838"/>
                      <a:gd name="connsiteY29" fmla="*/ 19295 h 68816"/>
                      <a:gd name="connsiteX30" fmla="*/ 43568 w 55838"/>
                      <a:gd name="connsiteY30" fmla="*/ 12927 h 68816"/>
                      <a:gd name="connsiteX31" fmla="*/ 37670 w 55838"/>
                      <a:gd name="connsiteY31" fmla="*/ 8174 h 68816"/>
                      <a:gd name="connsiteX32" fmla="*/ 30440 w 55838"/>
                      <a:gd name="connsiteY32" fmla="*/ 6083 h 68816"/>
                      <a:gd name="connsiteX33" fmla="*/ 21974 w 55838"/>
                      <a:gd name="connsiteY33" fmla="*/ 5608 h 68816"/>
                      <a:gd name="connsiteX34" fmla="*/ 6469 w 55838"/>
                      <a:gd name="connsiteY34" fmla="*/ 5608 h 68816"/>
                      <a:gd name="connsiteX35" fmla="*/ 6469 w 55838"/>
                      <a:gd name="connsiteY35" fmla="*/ 63018 h 68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838" h="68816">
                        <a:moveTo>
                          <a:pt x="0" y="68436"/>
                        </a:moveTo>
                        <a:lnTo>
                          <a:pt x="0" y="0"/>
                        </a:lnTo>
                        <a:lnTo>
                          <a:pt x="23401" y="0"/>
                        </a:lnTo>
                        <a:cubicBezTo>
                          <a:pt x="25303" y="0"/>
                          <a:pt x="27206" y="0"/>
                          <a:pt x="29013" y="190"/>
                        </a:cubicBezTo>
                        <a:cubicBezTo>
                          <a:pt x="30821" y="285"/>
                          <a:pt x="32628" y="475"/>
                          <a:pt x="34436" y="855"/>
                        </a:cubicBezTo>
                        <a:cubicBezTo>
                          <a:pt x="36243" y="1236"/>
                          <a:pt x="37955" y="1711"/>
                          <a:pt x="39572" y="2471"/>
                        </a:cubicBezTo>
                        <a:cubicBezTo>
                          <a:pt x="41285" y="3137"/>
                          <a:pt x="42902" y="4087"/>
                          <a:pt x="44519" y="5228"/>
                        </a:cubicBezTo>
                        <a:cubicBezTo>
                          <a:pt x="46802" y="6843"/>
                          <a:pt x="48704" y="8935"/>
                          <a:pt x="50131" y="11311"/>
                        </a:cubicBezTo>
                        <a:cubicBezTo>
                          <a:pt x="51558" y="13687"/>
                          <a:pt x="52700" y="16159"/>
                          <a:pt x="53556" y="18820"/>
                        </a:cubicBezTo>
                        <a:cubicBezTo>
                          <a:pt x="54412" y="21481"/>
                          <a:pt x="54983" y="24143"/>
                          <a:pt x="55363" y="26804"/>
                        </a:cubicBezTo>
                        <a:cubicBezTo>
                          <a:pt x="55744" y="29466"/>
                          <a:pt x="55839" y="31937"/>
                          <a:pt x="55839" y="34313"/>
                        </a:cubicBezTo>
                        <a:cubicBezTo>
                          <a:pt x="55839" y="36689"/>
                          <a:pt x="55744" y="38876"/>
                          <a:pt x="55458" y="41252"/>
                        </a:cubicBezTo>
                        <a:cubicBezTo>
                          <a:pt x="55173" y="43628"/>
                          <a:pt x="54697" y="45909"/>
                          <a:pt x="54126" y="48190"/>
                        </a:cubicBezTo>
                        <a:cubicBezTo>
                          <a:pt x="53461" y="50472"/>
                          <a:pt x="52604" y="52563"/>
                          <a:pt x="51558" y="54654"/>
                        </a:cubicBezTo>
                        <a:cubicBezTo>
                          <a:pt x="50512" y="56745"/>
                          <a:pt x="49180" y="58646"/>
                          <a:pt x="47563" y="60357"/>
                        </a:cubicBezTo>
                        <a:cubicBezTo>
                          <a:pt x="45946" y="62163"/>
                          <a:pt x="44234" y="63589"/>
                          <a:pt x="42426" y="64634"/>
                        </a:cubicBezTo>
                        <a:cubicBezTo>
                          <a:pt x="40524" y="65680"/>
                          <a:pt x="38621" y="66535"/>
                          <a:pt x="36528" y="67201"/>
                        </a:cubicBezTo>
                        <a:cubicBezTo>
                          <a:pt x="34436" y="67771"/>
                          <a:pt x="32343" y="68246"/>
                          <a:pt x="30155" y="68436"/>
                        </a:cubicBezTo>
                        <a:cubicBezTo>
                          <a:pt x="27967" y="68626"/>
                          <a:pt x="25684" y="68816"/>
                          <a:pt x="23401" y="68816"/>
                        </a:cubicBezTo>
                        <a:lnTo>
                          <a:pt x="0" y="68816"/>
                        </a:lnTo>
                        <a:close/>
                        <a:moveTo>
                          <a:pt x="6469" y="62923"/>
                        </a:moveTo>
                        <a:lnTo>
                          <a:pt x="21974" y="62923"/>
                        </a:lnTo>
                        <a:cubicBezTo>
                          <a:pt x="24923" y="62923"/>
                          <a:pt x="27587" y="62733"/>
                          <a:pt x="30155" y="62448"/>
                        </a:cubicBezTo>
                        <a:cubicBezTo>
                          <a:pt x="32723" y="62068"/>
                          <a:pt x="35292" y="61212"/>
                          <a:pt x="38050" y="59787"/>
                        </a:cubicBezTo>
                        <a:cubicBezTo>
                          <a:pt x="40333" y="58646"/>
                          <a:pt x="42236" y="57125"/>
                          <a:pt x="43663" y="55129"/>
                        </a:cubicBezTo>
                        <a:cubicBezTo>
                          <a:pt x="45090" y="53133"/>
                          <a:pt x="46326" y="51042"/>
                          <a:pt x="47182" y="48666"/>
                        </a:cubicBezTo>
                        <a:cubicBezTo>
                          <a:pt x="48039" y="46384"/>
                          <a:pt x="48609" y="43913"/>
                          <a:pt x="48990" y="41442"/>
                        </a:cubicBezTo>
                        <a:cubicBezTo>
                          <a:pt x="49370" y="38876"/>
                          <a:pt x="49465" y="36499"/>
                          <a:pt x="49465" y="34123"/>
                        </a:cubicBezTo>
                        <a:cubicBezTo>
                          <a:pt x="49465" y="31652"/>
                          <a:pt x="49275" y="29180"/>
                          <a:pt x="48990" y="26614"/>
                        </a:cubicBezTo>
                        <a:cubicBezTo>
                          <a:pt x="48704" y="24048"/>
                          <a:pt x="48039" y="21576"/>
                          <a:pt x="47182" y="19295"/>
                        </a:cubicBezTo>
                        <a:cubicBezTo>
                          <a:pt x="46326" y="17014"/>
                          <a:pt x="45090" y="14828"/>
                          <a:pt x="43568" y="12927"/>
                        </a:cubicBezTo>
                        <a:cubicBezTo>
                          <a:pt x="42046" y="11026"/>
                          <a:pt x="40048" y="9410"/>
                          <a:pt x="37670" y="8174"/>
                        </a:cubicBezTo>
                        <a:cubicBezTo>
                          <a:pt x="35672" y="7129"/>
                          <a:pt x="33199" y="6368"/>
                          <a:pt x="30440" y="6083"/>
                        </a:cubicBezTo>
                        <a:cubicBezTo>
                          <a:pt x="27682" y="5798"/>
                          <a:pt x="24828" y="5608"/>
                          <a:pt x="21974" y="5608"/>
                        </a:cubicBezTo>
                        <a:lnTo>
                          <a:pt x="6469" y="5608"/>
                        </a:lnTo>
                        <a:lnTo>
                          <a:pt x="6469" y="63018"/>
                        </a:lnTo>
                        <a:close/>
                      </a:path>
                    </a:pathLst>
                  </a:custGeom>
                  <a:solidFill>
                    <a:srgbClr val="000000"/>
                  </a:solidFill>
                  <a:ln w="9506" cap="flat">
                    <a:noFill/>
                    <a:prstDash val="solid"/>
                    <a:miter/>
                  </a:ln>
                </p:spPr>
                <p:txBody>
                  <a:bodyPr rtlCol="0" anchor="ctr"/>
                  <a:lstStyle/>
                  <a:p>
                    <a:endParaRPr lang="en-US"/>
                  </a:p>
                </p:txBody>
              </p:sp>
              <p:sp>
                <p:nvSpPr>
                  <p:cNvPr id="1403" name="Freeform 1402">
                    <a:extLst>
                      <a:ext uri="{FF2B5EF4-FFF2-40B4-BE49-F238E27FC236}">
                        <a16:creationId xmlns:a16="http://schemas.microsoft.com/office/drawing/2014/main" id="{70304F7B-0810-277C-CA12-3A88D621A952}"/>
                      </a:ext>
                    </a:extLst>
                  </p:cNvPr>
                  <p:cNvSpPr/>
                  <p:nvPr/>
                </p:nvSpPr>
                <p:spPr>
                  <a:xfrm>
                    <a:off x="7961886" y="3349157"/>
                    <a:ext cx="44427" cy="51897"/>
                  </a:xfrm>
                  <a:custGeom>
                    <a:avLst/>
                    <a:gdLst>
                      <a:gd name="connsiteX0" fmla="*/ 6183 w 44427"/>
                      <a:gd name="connsiteY0" fmla="*/ 27184 h 51897"/>
                      <a:gd name="connsiteX1" fmla="*/ 7230 w 44427"/>
                      <a:gd name="connsiteY1" fmla="*/ 34788 h 51897"/>
                      <a:gd name="connsiteX2" fmla="*/ 10274 w 44427"/>
                      <a:gd name="connsiteY2" fmla="*/ 40967 h 51897"/>
                      <a:gd name="connsiteX3" fmla="*/ 15410 w 44427"/>
                      <a:gd name="connsiteY3" fmla="*/ 45149 h 51897"/>
                      <a:gd name="connsiteX4" fmla="*/ 22640 w 44427"/>
                      <a:gd name="connsiteY4" fmla="*/ 46765 h 51897"/>
                      <a:gd name="connsiteX5" fmla="*/ 32248 w 44427"/>
                      <a:gd name="connsiteY5" fmla="*/ 43818 h 51897"/>
                      <a:gd name="connsiteX6" fmla="*/ 37575 w 44427"/>
                      <a:gd name="connsiteY6" fmla="*/ 35454 h 51897"/>
                      <a:gd name="connsiteX7" fmla="*/ 43948 w 44427"/>
                      <a:gd name="connsiteY7" fmla="*/ 35454 h 51897"/>
                      <a:gd name="connsiteX8" fmla="*/ 41190 w 44427"/>
                      <a:gd name="connsiteY8" fmla="*/ 42012 h 51897"/>
                      <a:gd name="connsiteX9" fmla="*/ 36909 w 44427"/>
                      <a:gd name="connsiteY9" fmla="*/ 47240 h 51897"/>
                      <a:gd name="connsiteX10" fmla="*/ 30821 w 44427"/>
                      <a:gd name="connsiteY10" fmla="*/ 50662 h 51897"/>
                      <a:gd name="connsiteX11" fmla="*/ 22640 w 44427"/>
                      <a:gd name="connsiteY11" fmla="*/ 51897 h 51897"/>
                      <a:gd name="connsiteX12" fmla="*/ 12461 w 44427"/>
                      <a:gd name="connsiteY12" fmla="*/ 49901 h 51897"/>
                      <a:gd name="connsiteX13" fmla="*/ 5422 w 44427"/>
                      <a:gd name="connsiteY13" fmla="*/ 44388 h 51897"/>
                      <a:gd name="connsiteX14" fmla="*/ 1332 w 44427"/>
                      <a:gd name="connsiteY14" fmla="*/ 36214 h 51897"/>
                      <a:gd name="connsiteX15" fmla="*/ 0 w 44427"/>
                      <a:gd name="connsiteY15" fmla="*/ 26139 h 51897"/>
                      <a:gd name="connsiteX16" fmla="*/ 1617 w 44427"/>
                      <a:gd name="connsiteY16" fmla="*/ 15968 h 51897"/>
                      <a:gd name="connsiteX17" fmla="*/ 6088 w 44427"/>
                      <a:gd name="connsiteY17" fmla="*/ 7604 h 51897"/>
                      <a:gd name="connsiteX18" fmla="*/ 13223 w 44427"/>
                      <a:gd name="connsiteY18" fmla="*/ 1996 h 51897"/>
                      <a:gd name="connsiteX19" fmla="*/ 22735 w 44427"/>
                      <a:gd name="connsiteY19" fmla="*/ 0 h 51897"/>
                      <a:gd name="connsiteX20" fmla="*/ 38716 w 44427"/>
                      <a:gd name="connsiteY20" fmla="*/ 6939 h 51897"/>
                      <a:gd name="connsiteX21" fmla="*/ 44424 w 44427"/>
                      <a:gd name="connsiteY21" fmla="*/ 27184 h 51897"/>
                      <a:gd name="connsiteX22" fmla="*/ 6183 w 44427"/>
                      <a:gd name="connsiteY22" fmla="*/ 27184 h 51897"/>
                      <a:gd name="connsiteX23" fmla="*/ 38336 w 44427"/>
                      <a:gd name="connsiteY23" fmla="*/ 22432 h 51897"/>
                      <a:gd name="connsiteX24" fmla="*/ 37384 w 44427"/>
                      <a:gd name="connsiteY24" fmla="*/ 15683 h 51897"/>
                      <a:gd name="connsiteX25" fmla="*/ 34435 w 44427"/>
                      <a:gd name="connsiteY25" fmla="*/ 10170 h 51897"/>
                      <a:gd name="connsiteX26" fmla="*/ 29584 w 44427"/>
                      <a:gd name="connsiteY26" fmla="*/ 6463 h 51897"/>
                      <a:gd name="connsiteX27" fmla="*/ 22830 w 44427"/>
                      <a:gd name="connsiteY27" fmla="*/ 5038 h 51897"/>
                      <a:gd name="connsiteX28" fmla="*/ 16076 w 44427"/>
                      <a:gd name="connsiteY28" fmla="*/ 6463 h 51897"/>
                      <a:gd name="connsiteX29" fmla="*/ 11130 w 44427"/>
                      <a:gd name="connsiteY29" fmla="*/ 10265 h 51897"/>
                      <a:gd name="connsiteX30" fmla="*/ 7896 w 44427"/>
                      <a:gd name="connsiteY30" fmla="*/ 15778 h 51897"/>
                      <a:gd name="connsiteX31" fmla="*/ 6278 w 44427"/>
                      <a:gd name="connsiteY31" fmla="*/ 22432 h 51897"/>
                      <a:gd name="connsiteX32" fmla="*/ 38431 w 44427"/>
                      <a:gd name="connsiteY32" fmla="*/ 22432 h 51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4427" h="51897">
                        <a:moveTo>
                          <a:pt x="6183" y="27184"/>
                        </a:moveTo>
                        <a:cubicBezTo>
                          <a:pt x="6183" y="29846"/>
                          <a:pt x="6564" y="32412"/>
                          <a:pt x="7230" y="34788"/>
                        </a:cubicBezTo>
                        <a:cubicBezTo>
                          <a:pt x="7896" y="37165"/>
                          <a:pt x="8942" y="39256"/>
                          <a:pt x="10274" y="40967"/>
                        </a:cubicBezTo>
                        <a:cubicBezTo>
                          <a:pt x="11605" y="42678"/>
                          <a:pt x="13413" y="44103"/>
                          <a:pt x="15410" y="45149"/>
                        </a:cubicBezTo>
                        <a:cubicBezTo>
                          <a:pt x="17503" y="46194"/>
                          <a:pt x="19881" y="46765"/>
                          <a:pt x="22640" y="46765"/>
                        </a:cubicBezTo>
                        <a:cubicBezTo>
                          <a:pt x="26350" y="46765"/>
                          <a:pt x="29584" y="45814"/>
                          <a:pt x="32248" y="43818"/>
                        </a:cubicBezTo>
                        <a:cubicBezTo>
                          <a:pt x="34911" y="41822"/>
                          <a:pt x="36719" y="39066"/>
                          <a:pt x="37575" y="35454"/>
                        </a:cubicBezTo>
                        <a:lnTo>
                          <a:pt x="43948" y="35454"/>
                        </a:lnTo>
                        <a:cubicBezTo>
                          <a:pt x="43282" y="37830"/>
                          <a:pt x="42331" y="39921"/>
                          <a:pt x="41190" y="42012"/>
                        </a:cubicBezTo>
                        <a:cubicBezTo>
                          <a:pt x="40048" y="44008"/>
                          <a:pt x="38621" y="45719"/>
                          <a:pt x="36909" y="47240"/>
                        </a:cubicBezTo>
                        <a:cubicBezTo>
                          <a:pt x="35197" y="48761"/>
                          <a:pt x="33199" y="49901"/>
                          <a:pt x="30821" y="50662"/>
                        </a:cubicBezTo>
                        <a:cubicBezTo>
                          <a:pt x="28443" y="51517"/>
                          <a:pt x="25779" y="51897"/>
                          <a:pt x="22640" y="51897"/>
                        </a:cubicBezTo>
                        <a:cubicBezTo>
                          <a:pt x="18740" y="51897"/>
                          <a:pt x="15315" y="51232"/>
                          <a:pt x="12461" y="49901"/>
                        </a:cubicBezTo>
                        <a:cubicBezTo>
                          <a:pt x="9608" y="48571"/>
                          <a:pt x="7230" y="46765"/>
                          <a:pt x="5422" y="44388"/>
                        </a:cubicBezTo>
                        <a:cubicBezTo>
                          <a:pt x="3615" y="42107"/>
                          <a:pt x="2188" y="39351"/>
                          <a:pt x="1332" y="36214"/>
                        </a:cubicBezTo>
                        <a:cubicBezTo>
                          <a:pt x="476" y="33077"/>
                          <a:pt x="0" y="29656"/>
                          <a:pt x="0" y="26139"/>
                        </a:cubicBezTo>
                        <a:cubicBezTo>
                          <a:pt x="0" y="22622"/>
                          <a:pt x="476" y="19105"/>
                          <a:pt x="1617" y="15968"/>
                        </a:cubicBezTo>
                        <a:cubicBezTo>
                          <a:pt x="2664" y="12832"/>
                          <a:pt x="4186" y="10075"/>
                          <a:pt x="6088" y="7604"/>
                        </a:cubicBezTo>
                        <a:cubicBezTo>
                          <a:pt x="7991" y="5228"/>
                          <a:pt x="10369" y="3327"/>
                          <a:pt x="13223" y="1996"/>
                        </a:cubicBezTo>
                        <a:cubicBezTo>
                          <a:pt x="15981" y="665"/>
                          <a:pt x="19216" y="0"/>
                          <a:pt x="22735" y="0"/>
                        </a:cubicBezTo>
                        <a:cubicBezTo>
                          <a:pt x="29489" y="0"/>
                          <a:pt x="34816" y="2281"/>
                          <a:pt x="38716" y="6939"/>
                        </a:cubicBezTo>
                        <a:cubicBezTo>
                          <a:pt x="42616" y="11596"/>
                          <a:pt x="44519" y="18345"/>
                          <a:pt x="44424" y="27184"/>
                        </a:cubicBezTo>
                        <a:lnTo>
                          <a:pt x="6183" y="27184"/>
                        </a:lnTo>
                        <a:close/>
                        <a:moveTo>
                          <a:pt x="38336" y="22432"/>
                        </a:moveTo>
                        <a:cubicBezTo>
                          <a:pt x="38336" y="20056"/>
                          <a:pt x="37955" y="17774"/>
                          <a:pt x="37384" y="15683"/>
                        </a:cubicBezTo>
                        <a:cubicBezTo>
                          <a:pt x="36719" y="13592"/>
                          <a:pt x="35767" y="11691"/>
                          <a:pt x="34435" y="10170"/>
                        </a:cubicBezTo>
                        <a:cubicBezTo>
                          <a:pt x="33104" y="8649"/>
                          <a:pt x="31487" y="7414"/>
                          <a:pt x="29584" y="6463"/>
                        </a:cubicBezTo>
                        <a:cubicBezTo>
                          <a:pt x="27586" y="5513"/>
                          <a:pt x="25399" y="5038"/>
                          <a:pt x="22830" y="5038"/>
                        </a:cubicBezTo>
                        <a:cubicBezTo>
                          <a:pt x="20262" y="5038"/>
                          <a:pt x="18074" y="5513"/>
                          <a:pt x="16076" y="6463"/>
                        </a:cubicBezTo>
                        <a:cubicBezTo>
                          <a:pt x="14174" y="7414"/>
                          <a:pt x="12461" y="8649"/>
                          <a:pt x="11130" y="10265"/>
                        </a:cubicBezTo>
                        <a:cubicBezTo>
                          <a:pt x="9798" y="11881"/>
                          <a:pt x="8656" y="13687"/>
                          <a:pt x="7896" y="15778"/>
                        </a:cubicBezTo>
                        <a:cubicBezTo>
                          <a:pt x="7039" y="17869"/>
                          <a:pt x="6564" y="20056"/>
                          <a:pt x="6278" y="22432"/>
                        </a:cubicBezTo>
                        <a:lnTo>
                          <a:pt x="38431" y="22432"/>
                        </a:lnTo>
                        <a:close/>
                      </a:path>
                    </a:pathLst>
                  </a:custGeom>
                  <a:solidFill>
                    <a:srgbClr val="000000"/>
                  </a:solidFill>
                  <a:ln w="9506" cap="flat">
                    <a:noFill/>
                    <a:prstDash val="solid"/>
                    <a:miter/>
                  </a:ln>
                </p:spPr>
                <p:txBody>
                  <a:bodyPr rtlCol="0" anchor="ctr"/>
                  <a:lstStyle/>
                  <a:p>
                    <a:endParaRPr lang="en-US"/>
                  </a:p>
                </p:txBody>
              </p:sp>
              <p:sp>
                <p:nvSpPr>
                  <p:cNvPr id="1404" name="Freeform 1403">
                    <a:extLst>
                      <a:ext uri="{FF2B5EF4-FFF2-40B4-BE49-F238E27FC236}">
                        <a16:creationId xmlns:a16="http://schemas.microsoft.com/office/drawing/2014/main" id="{2A7953DB-E9BF-D0EA-AC09-9410BB61F3FF}"/>
                      </a:ext>
                    </a:extLst>
                  </p:cNvPr>
                  <p:cNvSpPr/>
                  <p:nvPr/>
                </p:nvSpPr>
                <p:spPr>
                  <a:xfrm>
                    <a:off x="8012493" y="3336611"/>
                    <a:ext cx="22259" cy="64349"/>
                  </a:xfrm>
                  <a:custGeom>
                    <a:avLst/>
                    <a:gdLst>
                      <a:gd name="connsiteX0" fmla="*/ 22259 w 22259"/>
                      <a:gd name="connsiteY0" fmla="*/ 63208 h 64349"/>
                      <a:gd name="connsiteX1" fmla="*/ 19501 w 22259"/>
                      <a:gd name="connsiteY1" fmla="*/ 63874 h 64349"/>
                      <a:gd name="connsiteX2" fmla="*/ 15696 w 22259"/>
                      <a:gd name="connsiteY2" fmla="*/ 64349 h 64349"/>
                      <a:gd name="connsiteX3" fmla="*/ 9132 w 22259"/>
                      <a:gd name="connsiteY3" fmla="*/ 62163 h 64349"/>
                      <a:gd name="connsiteX4" fmla="*/ 6944 w 22259"/>
                      <a:gd name="connsiteY4" fmla="*/ 54464 h 64349"/>
                      <a:gd name="connsiteX5" fmla="*/ 6944 w 22259"/>
                      <a:gd name="connsiteY5" fmla="*/ 18440 h 64349"/>
                      <a:gd name="connsiteX6" fmla="*/ 0 w 22259"/>
                      <a:gd name="connsiteY6" fmla="*/ 18440 h 64349"/>
                      <a:gd name="connsiteX7" fmla="*/ 0 w 22259"/>
                      <a:gd name="connsiteY7" fmla="*/ 13687 h 64349"/>
                      <a:gd name="connsiteX8" fmla="*/ 6944 w 22259"/>
                      <a:gd name="connsiteY8" fmla="*/ 13687 h 64349"/>
                      <a:gd name="connsiteX9" fmla="*/ 6944 w 22259"/>
                      <a:gd name="connsiteY9" fmla="*/ 0 h 64349"/>
                      <a:gd name="connsiteX10" fmla="*/ 12652 w 22259"/>
                      <a:gd name="connsiteY10" fmla="*/ 0 h 64349"/>
                      <a:gd name="connsiteX11" fmla="*/ 12652 w 22259"/>
                      <a:gd name="connsiteY11" fmla="*/ 13687 h 64349"/>
                      <a:gd name="connsiteX12" fmla="*/ 21879 w 22259"/>
                      <a:gd name="connsiteY12" fmla="*/ 13687 h 64349"/>
                      <a:gd name="connsiteX13" fmla="*/ 21879 w 22259"/>
                      <a:gd name="connsiteY13" fmla="*/ 18440 h 64349"/>
                      <a:gd name="connsiteX14" fmla="*/ 12652 w 22259"/>
                      <a:gd name="connsiteY14" fmla="*/ 18440 h 64349"/>
                      <a:gd name="connsiteX15" fmla="*/ 12652 w 22259"/>
                      <a:gd name="connsiteY15" fmla="*/ 52183 h 64349"/>
                      <a:gd name="connsiteX16" fmla="*/ 12652 w 22259"/>
                      <a:gd name="connsiteY16" fmla="*/ 55319 h 64349"/>
                      <a:gd name="connsiteX17" fmla="*/ 13222 w 22259"/>
                      <a:gd name="connsiteY17" fmla="*/ 57505 h 64349"/>
                      <a:gd name="connsiteX18" fmla="*/ 14649 w 22259"/>
                      <a:gd name="connsiteY18" fmla="*/ 58741 h 64349"/>
                      <a:gd name="connsiteX19" fmla="*/ 17408 w 22259"/>
                      <a:gd name="connsiteY19" fmla="*/ 59121 h 64349"/>
                      <a:gd name="connsiteX20" fmla="*/ 19786 w 22259"/>
                      <a:gd name="connsiteY20" fmla="*/ 58931 h 64349"/>
                      <a:gd name="connsiteX21" fmla="*/ 22164 w 22259"/>
                      <a:gd name="connsiteY21" fmla="*/ 58456 h 64349"/>
                      <a:gd name="connsiteX22" fmla="*/ 22164 w 22259"/>
                      <a:gd name="connsiteY22" fmla="*/ 63113 h 64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2259" h="64349">
                        <a:moveTo>
                          <a:pt x="22259" y="63208"/>
                        </a:moveTo>
                        <a:cubicBezTo>
                          <a:pt x="21593" y="63304"/>
                          <a:pt x="20642" y="63589"/>
                          <a:pt x="19501" y="63874"/>
                        </a:cubicBezTo>
                        <a:cubicBezTo>
                          <a:pt x="18359" y="64159"/>
                          <a:pt x="17122" y="64349"/>
                          <a:pt x="15696" y="64349"/>
                        </a:cubicBezTo>
                        <a:cubicBezTo>
                          <a:pt x="12842" y="64349"/>
                          <a:pt x="10654" y="63589"/>
                          <a:pt x="9132" y="62163"/>
                        </a:cubicBezTo>
                        <a:cubicBezTo>
                          <a:pt x="7610" y="60737"/>
                          <a:pt x="6944" y="58171"/>
                          <a:pt x="6944" y="54464"/>
                        </a:cubicBezTo>
                        <a:lnTo>
                          <a:pt x="6944" y="18440"/>
                        </a:lnTo>
                        <a:lnTo>
                          <a:pt x="0" y="18440"/>
                        </a:lnTo>
                        <a:lnTo>
                          <a:pt x="0" y="13687"/>
                        </a:lnTo>
                        <a:lnTo>
                          <a:pt x="6944" y="13687"/>
                        </a:lnTo>
                        <a:lnTo>
                          <a:pt x="6944" y="0"/>
                        </a:lnTo>
                        <a:lnTo>
                          <a:pt x="12652" y="0"/>
                        </a:lnTo>
                        <a:lnTo>
                          <a:pt x="12652" y="13687"/>
                        </a:lnTo>
                        <a:lnTo>
                          <a:pt x="21879" y="13687"/>
                        </a:lnTo>
                        <a:lnTo>
                          <a:pt x="21879" y="18440"/>
                        </a:lnTo>
                        <a:lnTo>
                          <a:pt x="12652" y="18440"/>
                        </a:lnTo>
                        <a:lnTo>
                          <a:pt x="12652" y="52183"/>
                        </a:lnTo>
                        <a:cubicBezTo>
                          <a:pt x="12652" y="53418"/>
                          <a:pt x="12652" y="54464"/>
                          <a:pt x="12652" y="55319"/>
                        </a:cubicBezTo>
                        <a:cubicBezTo>
                          <a:pt x="12652" y="56175"/>
                          <a:pt x="12937" y="56935"/>
                          <a:pt x="13222" y="57505"/>
                        </a:cubicBezTo>
                        <a:cubicBezTo>
                          <a:pt x="13508" y="58076"/>
                          <a:pt x="13983" y="58456"/>
                          <a:pt x="14649" y="58741"/>
                        </a:cubicBezTo>
                        <a:cubicBezTo>
                          <a:pt x="15315" y="59026"/>
                          <a:pt x="16266" y="59121"/>
                          <a:pt x="17408" y="59121"/>
                        </a:cubicBezTo>
                        <a:cubicBezTo>
                          <a:pt x="18169" y="59121"/>
                          <a:pt x="18930" y="59121"/>
                          <a:pt x="19786" y="58931"/>
                        </a:cubicBezTo>
                        <a:cubicBezTo>
                          <a:pt x="20547" y="58836"/>
                          <a:pt x="21403" y="58646"/>
                          <a:pt x="22164" y="58456"/>
                        </a:cubicBezTo>
                        <a:lnTo>
                          <a:pt x="22164" y="63113"/>
                        </a:lnTo>
                        <a:close/>
                      </a:path>
                    </a:pathLst>
                  </a:custGeom>
                  <a:solidFill>
                    <a:srgbClr val="000000"/>
                  </a:solidFill>
                  <a:ln w="9506" cap="flat">
                    <a:noFill/>
                    <a:prstDash val="solid"/>
                    <a:miter/>
                  </a:ln>
                </p:spPr>
                <p:txBody>
                  <a:bodyPr rtlCol="0" anchor="ctr"/>
                  <a:lstStyle/>
                  <a:p>
                    <a:endParaRPr lang="en-US"/>
                  </a:p>
                </p:txBody>
              </p:sp>
              <p:sp>
                <p:nvSpPr>
                  <p:cNvPr id="1405" name="Freeform 1404">
                    <a:extLst>
                      <a:ext uri="{FF2B5EF4-FFF2-40B4-BE49-F238E27FC236}">
                        <a16:creationId xmlns:a16="http://schemas.microsoft.com/office/drawing/2014/main" id="{FCCB080B-7067-6203-7330-08C0FEBB7749}"/>
                      </a:ext>
                    </a:extLst>
                  </p:cNvPr>
                  <p:cNvSpPr/>
                  <p:nvPr/>
                </p:nvSpPr>
                <p:spPr>
                  <a:xfrm>
                    <a:off x="8041221" y="3349157"/>
                    <a:ext cx="44427" cy="51897"/>
                  </a:xfrm>
                  <a:custGeom>
                    <a:avLst/>
                    <a:gdLst>
                      <a:gd name="connsiteX0" fmla="*/ 6183 w 44427"/>
                      <a:gd name="connsiteY0" fmla="*/ 27184 h 51897"/>
                      <a:gd name="connsiteX1" fmla="*/ 7230 w 44427"/>
                      <a:gd name="connsiteY1" fmla="*/ 34788 h 51897"/>
                      <a:gd name="connsiteX2" fmla="*/ 10274 w 44427"/>
                      <a:gd name="connsiteY2" fmla="*/ 40967 h 51897"/>
                      <a:gd name="connsiteX3" fmla="*/ 15410 w 44427"/>
                      <a:gd name="connsiteY3" fmla="*/ 45149 h 51897"/>
                      <a:gd name="connsiteX4" fmla="*/ 22640 w 44427"/>
                      <a:gd name="connsiteY4" fmla="*/ 46765 h 51897"/>
                      <a:gd name="connsiteX5" fmla="*/ 32248 w 44427"/>
                      <a:gd name="connsiteY5" fmla="*/ 43818 h 51897"/>
                      <a:gd name="connsiteX6" fmla="*/ 37575 w 44427"/>
                      <a:gd name="connsiteY6" fmla="*/ 35454 h 51897"/>
                      <a:gd name="connsiteX7" fmla="*/ 43948 w 44427"/>
                      <a:gd name="connsiteY7" fmla="*/ 35454 h 51897"/>
                      <a:gd name="connsiteX8" fmla="*/ 41190 w 44427"/>
                      <a:gd name="connsiteY8" fmla="*/ 42012 h 51897"/>
                      <a:gd name="connsiteX9" fmla="*/ 36909 w 44427"/>
                      <a:gd name="connsiteY9" fmla="*/ 47240 h 51897"/>
                      <a:gd name="connsiteX10" fmla="*/ 30821 w 44427"/>
                      <a:gd name="connsiteY10" fmla="*/ 50662 h 51897"/>
                      <a:gd name="connsiteX11" fmla="*/ 22640 w 44427"/>
                      <a:gd name="connsiteY11" fmla="*/ 51897 h 51897"/>
                      <a:gd name="connsiteX12" fmla="*/ 12461 w 44427"/>
                      <a:gd name="connsiteY12" fmla="*/ 49901 h 51897"/>
                      <a:gd name="connsiteX13" fmla="*/ 5422 w 44427"/>
                      <a:gd name="connsiteY13" fmla="*/ 44388 h 51897"/>
                      <a:gd name="connsiteX14" fmla="*/ 1332 w 44427"/>
                      <a:gd name="connsiteY14" fmla="*/ 36214 h 51897"/>
                      <a:gd name="connsiteX15" fmla="*/ 0 w 44427"/>
                      <a:gd name="connsiteY15" fmla="*/ 26139 h 51897"/>
                      <a:gd name="connsiteX16" fmla="*/ 1617 w 44427"/>
                      <a:gd name="connsiteY16" fmla="*/ 15968 h 51897"/>
                      <a:gd name="connsiteX17" fmla="*/ 6088 w 44427"/>
                      <a:gd name="connsiteY17" fmla="*/ 7604 h 51897"/>
                      <a:gd name="connsiteX18" fmla="*/ 13223 w 44427"/>
                      <a:gd name="connsiteY18" fmla="*/ 1996 h 51897"/>
                      <a:gd name="connsiteX19" fmla="*/ 22735 w 44427"/>
                      <a:gd name="connsiteY19" fmla="*/ 0 h 51897"/>
                      <a:gd name="connsiteX20" fmla="*/ 38716 w 44427"/>
                      <a:gd name="connsiteY20" fmla="*/ 6939 h 51897"/>
                      <a:gd name="connsiteX21" fmla="*/ 44424 w 44427"/>
                      <a:gd name="connsiteY21" fmla="*/ 27184 h 51897"/>
                      <a:gd name="connsiteX22" fmla="*/ 6183 w 44427"/>
                      <a:gd name="connsiteY22" fmla="*/ 27184 h 51897"/>
                      <a:gd name="connsiteX23" fmla="*/ 38336 w 44427"/>
                      <a:gd name="connsiteY23" fmla="*/ 22432 h 51897"/>
                      <a:gd name="connsiteX24" fmla="*/ 37385 w 44427"/>
                      <a:gd name="connsiteY24" fmla="*/ 15683 h 51897"/>
                      <a:gd name="connsiteX25" fmla="*/ 34435 w 44427"/>
                      <a:gd name="connsiteY25" fmla="*/ 10170 h 51897"/>
                      <a:gd name="connsiteX26" fmla="*/ 29584 w 44427"/>
                      <a:gd name="connsiteY26" fmla="*/ 6463 h 51897"/>
                      <a:gd name="connsiteX27" fmla="*/ 22830 w 44427"/>
                      <a:gd name="connsiteY27" fmla="*/ 5038 h 51897"/>
                      <a:gd name="connsiteX28" fmla="*/ 16076 w 44427"/>
                      <a:gd name="connsiteY28" fmla="*/ 6463 h 51897"/>
                      <a:gd name="connsiteX29" fmla="*/ 11130 w 44427"/>
                      <a:gd name="connsiteY29" fmla="*/ 10265 h 51897"/>
                      <a:gd name="connsiteX30" fmla="*/ 7896 w 44427"/>
                      <a:gd name="connsiteY30" fmla="*/ 15778 h 51897"/>
                      <a:gd name="connsiteX31" fmla="*/ 6278 w 44427"/>
                      <a:gd name="connsiteY31" fmla="*/ 22432 h 51897"/>
                      <a:gd name="connsiteX32" fmla="*/ 38431 w 44427"/>
                      <a:gd name="connsiteY32" fmla="*/ 22432 h 51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4427" h="51897">
                        <a:moveTo>
                          <a:pt x="6183" y="27184"/>
                        </a:moveTo>
                        <a:cubicBezTo>
                          <a:pt x="6183" y="29846"/>
                          <a:pt x="6564" y="32412"/>
                          <a:pt x="7230" y="34788"/>
                        </a:cubicBezTo>
                        <a:cubicBezTo>
                          <a:pt x="7896" y="37165"/>
                          <a:pt x="8942" y="39256"/>
                          <a:pt x="10274" y="40967"/>
                        </a:cubicBezTo>
                        <a:cubicBezTo>
                          <a:pt x="11605" y="42678"/>
                          <a:pt x="13413" y="44103"/>
                          <a:pt x="15410" y="45149"/>
                        </a:cubicBezTo>
                        <a:cubicBezTo>
                          <a:pt x="17503" y="46194"/>
                          <a:pt x="19881" y="46765"/>
                          <a:pt x="22640" y="46765"/>
                        </a:cubicBezTo>
                        <a:cubicBezTo>
                          <a:pt x="26350" y="46765"/>
                          <a:pt x="29584" y="45814"/>
                          <a:pt x="32248" y="43818"/>
                        </a:cubicBezTo>
                        <a:cubicBezTo>
                          <a:pt x="34911" y="41822"/>
                          <a:pt x="36719" y="39066"/>
                          <a:pt x="37575" y="35454"/>
                        </a:cubicBezTo>
                        <a:lnTo>
                          <a:pt x="43948" y="35454"/>
                        </a:lnTo>
                        <a:cubicBezTo>
                          <a:pt x="43282" y="37830"/>
                          <a:pt x="42331" y="39921"/>
                          <a:pt x="41190" y="42012"/>
                        </a:cubicBezTo>
                        <a:cubicBezTo>
                          <a:pt x="40048" y="44008"/>
                          <a:pt x="38621" y="45719"/>
                          <a:pt x="36909" y="47240"/>
                        </a:cubicBezTo>
                        <a:cubicBezTo>
                          <a:pt x="35197" y="48761"/>
                          <a:pt x="33199" y="49901"/>
                          <a:pt x="30821" y="50662"/>
                        </a:cubicBezTo>
                        <a:cubicBezTo>
                          <a:pt x="28443" y="51517"/>
                          <a:pt x="25779" y="51897"/>
                          <a:pt x="22640" y="51897"/>
                        </a:cubicBezTo>
                        <a:cubicBezTo>
                          <a:pt x="18740" y="51897"/>
                          <a:pt x="15315" y="51232"/>
                          <a:pt x="12461" y="49901"/>
                        </a:cubicBezTo>
                        <a:cubicBezTo>
                          <a:pt x="9608" y="48571"/>
                          <a:pt x="7230" y="46765"/>
                          <a:pt x="5422" y="44388"/>
                        </a:cubicBezTo>
                        <a:cubicBezTo>
                          <a:pt x="3615" y="42107"/>
                          <a:pt x="2188" y="39351"/>
                          <a:pt x="1332" y="36214"/>
                        </a:cubicBezTo>
                        <a:cubicBezTo>
                          <a:pt x="476" y="33077"/>
                          <a:pt x="0" y="29656"/>
                          <a:pt x="0" y="26139"/>
                        </a:cubicBezTo>
                        <a:cubicBezTo>
                          <a:pt x="0" y="22622"/>
                          <a:pt x="476" y="19105"/>
                          <a:pt x="1617" y="15968"/>
                        </a:cubicBezTo>
                        <a:cubicBezTo>
                          <a:pt x="2664" y="12832"/>
                          <a:pt x="4186" y="10075"/>
                          <a:pt x="6088" y="7604"/>
                        </a:cubicBezTo>
                        <a:cubicBezTo>
                          <a:pt x="7991" y="5228"/>
                          <a:pt x="10369" y="3327"/>
                          <a:pt x="13223" y="1996"/>
                        </a:cubicBezTo>
                        <a:cubicBezTo>
                          <a:pt x="15981" y="665"/>
                          <a:pt x="19216" y="0"/>
                          <a:pt x="22735" y="0"/>
                        </a:cubicBezTo>
                        <a:cubicBezTo>
                          <a:pt x="29489" y="0"/>
                          <a:pt x="34816" y="2281"/>
                          <a:pt x="38716" y="6939"/>
                        </a:cubicBezTo>
                        <a:cubicBezTo>
                          <a:pt x="42616" y="11596"/>
                          <a:pt x="44519" y="18345"/>
                          <a:pt x="44424" y="27184"/>
                        </a:cubicBezTo>
                        <a:lnTo>
                          <a:pt x="6183" y="27184"/>
                        </a:lnTo>
                        <a:close/>
                        <a:moveTo>
                          <a:pt x="38336" y="22432"/>
                        </a:moveTo>
                        <a:cubicBezTo>
                          <a:pt x="38336" y="20056"/>
                          <a:pt x="37955" y="17774"/>
                          <a:pt x="37385" y="15683"/>
                        </a:cubicBezTo>
                        <a:cubicBezTo>
                          <a:pt x="36719" y="13592"/>
                          <a:pt x="35767" y="11691"/>
                          <a:pt x="34435" y="10170"/>
                        </a:cubicBezTo>
                        <a:cubicBezTo>
                          <a:pt x="33104" y="8649"/>
                          <a:pt x="31487" y="7414"/>
                          <a:pt x="29584" y="6463"/>
                        </a:cubicBezTo>
                        <a:cubicBezTo>
                          <a:pt x="27587" y="5513"/>
                          <a:pt x="25399" y="5038"/>
                          <a:pt x="22830" y="5038"/>
                        </a:cubicBezTo>
                        <a:cubicBezTo>
                          <a:pt x="20262" y="5038"/>
                          <a:pt x="18074" y="5513"/>
                          <a:pt x="16076" y="6463"/>
                        </a:cubicBezTo>
                        <a:cubicBezTo>
                          <a:pt x="14174" y="7414"/>
                          <a:pt x="12461" y="8649"/>
                          <a:pt x="11130" y="10265"/>
                        </a:cubicBezTo>
                        <a:cubicBezTo>
                          <a:pt x="9798" y="11881"/>
                          <a:pt x="8656" y="13687"/>
                          <a:pt x="7896" y="15778"/>
                        </a:cubicBezTo>
                        <a:cubicBezTo>
                          <a:pt x="7039" y="17869"/>
                          <a:pt x="6564" y="20056"/>
                          <a:pt x="6278" y="22432"/>
                        </a:cubicBezTo>
                        <a:lnTo>
                          <a:pt x="38431" y="22432"/>
                        </a:lnTo>
                        <a:close/>
                      </a:path>
                    </a:pathLst>
                  </a:custGeom>
                  <a:solidFill>
                    <a:srgbClr val="000000"/>
                  </a:solidFill>
                  <a:ln w="9506" cap="flat">
                    <a:noFill/>
                    <a:prstDash val="solid"/>
                    <a:miter/>
                  </a:ln>
                </p:spPr>
                <p:txBody>
                  <a:bodyPr rtlCol="0" anchor="ctr"/>
                  <a:lstStyle/>
                  <a:p>
                    <a:endParaRPr lang="en-US"/>
                  </a:p>
                </p:txBody>
              </p:sp>
              <p:sp>
                <p:nvSpPr>
                  <p:cNvPr id="1406" name="Freeform 1405">
                    <a:extLst>
                      <a:ext uri="{FF2B5EF4-FFF2-40B4-BE49-F238E27FC236}">
                        <a16:creationId xmlns:a16="http://schemas.microsoft.com/office/drawing/2014/main" id="{2E04BAE4-195A-1E40-0C5F-78D5DD051369}"/>
                      </a:ext>
                    </a:extLst>
                  </p:cNvPr>
                  <p:cNvSpPr/>
                  <p:nvPr/>
                </p:nvSpPr>
                <p:spPr>
                  <a:xfrm>
                    <a:off x="8094396" y="3349157"/>
                    <a:ext cx="43757" cy="51897"/>
                  </a:xfrm>
                  <a:custGeom>
                    <a:avLst/>
                    <a:gdLst>
                      <a:gd name="connsiteX0" fmla="*/ 37289 w 43757"/>
                      <a:gd name="connsiteY0" fmla="*/ 16729 h 51897"/>
                      <a:gd name="connsiteX1" fmla="*/ 32058 w 43757"/>
                      <a:gd name="connsiteY1" fmla="*/ 8079 h 51897"/>
                      <a:gd name="connsiteX2" fmla="*/ 22640 w 43757"/>
                      <a:gd name="connsiteY2" fmla="*/ 5038 h 51897"/>
                      <a:gd name="connsiteX3" fmla="*/ 15125 w 43757"/>
                      <a:gd name="connsiteY3" fmla="*/ 6844 h 51897"/>
                      <a:gd name="connsiteX4" fmla="*/ 9988 w 43757"/>
                      <a:gd name="connsiteY4" fmla="*/ 11596 h 51897"/>
                      <a:gd name="connsiteX5" fmla="*/ 7039 w 43757"/>
                      <a:gd name="connsiteY5" fmla="*/ 18345 h 51897"/>
                      <a:gd name="connsiteX6" fmla="*/ 6088 w 43757"/>
                      <a:gd name="connsiteY6" fmla="*/ 25854 h 51897"/>
                      <a:gd name="connsiteX7" fmla="*/ 6944 w 43757"/>
                      <a:gd name="connsiteY7" fmla="*/ 33458 h 51897"/>
                      <a:gd name="connsiteX8" fmla="*/ 9798 w 43757"/>
                      <a:gd name="connsiteY8" fmla="*/ 40111 h 51897"/>
                      <a:gd name="connsiteX9" fmla="*/ 14935 w 43757"/>
                      <a:gd name="connsiteY9" fmla="*/ 44864 h 51897"/>
                      <a:gd name="connsiteX10" fmla="*/ 22545 w 43757"/>
                      <a:gd name="connsiteY10" fmla="*/ 46670 h 51897"/>
                      <a:gd name="connsiteX11" fmla="*/ 32723 w 43757"/>
                      <a:gd name="connsiteY11" fmla="*/ 43153 h 51897"/>
                      <a:gd name="connsiteX12" fmla="*/ 37670 w 43757"/>
                      <a:gd name="connsiteY12" fmla="*/ 33458 h 51897"/>
                      <a:gd name="connsiteX13" fmla="*/ 43758 w 43757"/>
                      <a:gd name="connsiteY13" fmla="*/ 33458 h 51897"/>
                      <a:gd name="connsiteX14" fmla="*/ 41380 w 43757"/>
                      <a:gd name="connsiteY14" fmla="*/ 40967 h 51897"/>
                      <a:gd name="connsiteX15" fmla="*/ 37099 w 43757"/>
                      <a:gd name="connsiteY15" fmla="*/ 46765 h 51897"/>
                      <a:gd name="connsiteX16" fmla="*/ 30916 w 43757"/>
                      <a:gd name="connsiteY16" fmla="*/ 50567 h 51897"/>
                      <a:gd name="connsiteX17" fmla="*/ 22640 w 43757"/>
                      <a:gd name="connsiteY17" fmla="*/ 51897 h 51897"/>
                      <a:gd name="connsiteX18" fmla="*/ 12462 w 43757"/>
                      <a:gd name="connsiteY18" fmla="*/ 49901 h 51897"/>
                      <a:gd name="connsiteX19" fmla="*/ 5422 w 43757"/>
                      <a:gd name="connsiteY19" fmla="*/ 44388 h 51897"/>
                      <a:gd name="connsiteX20" fmla="*/ 1332 w 43757"/>
                      <a:gd name="connsiteY20" fmla="*/ 36214 h 51897"/>
                      <a:gd name="connsiteX21" fmla="*/ 0 w 43757"/>
                      <a:gd name="connsiteY21" fmla="*/ 26044 h 51897"/>
                      <a:gd name="connsiteX22" fmla="*/ 1427 w 43757"/>
                      <a:gd name="connsiteY22" fmla="*/ 16159 h 51897"/>
                      <a:gd name="connsiteX23" fmla="*/ 5803 w 43757"/>
                      <a:gd name="connsiteY23" fmla="*/ 7794 h 51897"/>
                      <a:gd name="connsiteX24" fmla="*/ 12937 w 43757"/>
                      <a:gd name="connsiteY24" fmla="*/ 2091 h 51897"/>
                      <a:gd name="connsiteX25" fmla="*/ 22735 w 43757"/>
                      <a:gd name="connsiteY25" fmla="*/ 0 h 51897"/>
                      <a:gd name="connsiteX26" fmla="*/ 36623 w 43757"/>
                      <a:gd name="connsiteY26" fmla="*/ 4087 h 51897"/>
                      <a:gd name="connsiteX27" fmla="*/ 43187 w 43757"/>
                      <a:gd name="connsiteY27" fmla="*/ 16824 h 51897"/>
                      <a:gd name="connsiteX28" fmla="*/ 37385 w 43757"/>
                      <a:gd name="connsiteY28" fmla="*/ 16824 h 51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43757" h="51897">
                        <a:moveTo>
                          <a:pt x="37289" y="16729"/>
                        </a:moveTo>
                        <a:cubicBezTo>
                          <a:pt x="36243" y="13022"/>
                          <a:pt x="34531" y="10170"/>
                          <a:pt x="32058" y="8079"/>
                        </a:cubicBezTo>
                        <a:cubicBezTo>
                          <a:pt x="29584" y="5988"/>
                          <a:pt x="26445" y="5038"/>
                          <a:pt x="22640" y="5038"/>
                        </a:cubicBezTo>
                        <a:cubicBezTo>
                          <a:pt x="19691" y="5038"/>
                          <a:pt x="17218" y="5608"/>
                          <a:pt x="15125" y="6844"/>
                        </a:cubicBezTo>
                        <a:cubicBezTo>
                          <a:pt x="13032" y="8079"/>
                          <a:pt x="11320" y="9600"/>
                          <a:pt x="9988" y="11596"/>
                        </a:cubicBezTo>
                        <a:cubicBezTo>
                          <a:pt x="8656" y="13592"/>
                          <a:pt x="7705" y="15873"/>
                          <a:pt x="7039" y="18345"/>
                        </a:cubicBezTo>
                        <a:cubicBezTo>
                          <a:pt x="6374" y="20816"/>
                          <a:pt x="6088" y="23382"/>
                          <a:pt x="6088" y="25854"/>
                        </a:cubicBezTo>
                        <a:cubicBezTo>
                          <a:pt x="6088" y="28325"/>
                          <a:pt x="6374" y="30986"/>
                          <a:pt x="6944" y="33458"/>
                        </a:cubicBezTo>
                        <a:cubicBezTo>
                          <a:pt x="7515" y="35929"/>
                          <a:pt x="8562" y="38115"/>
                          <a:pt x="9798" y="40111"/>
                        </a:cubicBezTo>
                        <a:cubicBezTo>
                          <a:pt x="11130" y="42107"/>
                          <a:pt x="12842" y="43628"/>
                          <a:pt x="14935" y="44864"/>
                        </a:cubicBezTo>
                        <a:cubicBezTo>
                          <a:pt x="17028" y="46004"/>
                          <a:pt x="19596" y="46670"/>
                          <a:pt x="22545" y="46670"/>
                        </a:cubicBezTo>
                        <a:cubicBezTo>
                          <a:pt x="26825" y="46670"/>
                          <a:pt x="30155" y="45529"/>
                          <a:pt x="32723" y="43153"/>
                        </a:cubicBezTo>
                        <a:cubicBezTo>
                          <a:pt x="35292" y="40777"/>
                          <a:pt x="36909" y="37545"/>
                          <a:pt x="37670" y="33458"/>
                        </a:cubicBezTo>
                        <a:lnTo>
                          <a:pt x="43758" y="33458"/>
                        </a:lnTo>
                        <a:cubicBezTo>
                          <a:pt x="43282" y="36214"/>
                          <a:pt x="42426" y="38685"/>
                          <a:pt x="41380" y="40967"/>
                        </a:cubicBezTo>
                        <a:cubicBezTo>
                          <a:pt x="40333" y="43248"/>
                          <a:pt x="38811" y="45149"/>
                          <a:pt x="37099" y="46765"/>
                        </a:cubicBezTo>
                        <a:cubicBezTo>
                          <a:pt x="35387" y="48381"/>
                          <a:pt x="33294" y="49616"/>
                          <a:pt x="30916" y="50567"/>
                        </a:cubicBezTo>
                        <a:cubicBezTo>
                          <a:pt x="28538" y="51422"/>
                          <a:pt x="25779" y="51897"/>
                          <a:pt x="22640" y="51897"/>
                        </a:cubicBezTo>
                        <a:cubicBezTo>
                          <a:pt x="18740" y="51897"/>
                          <a:pt x="15315" y="51232"/>
                          <a:pt x="12462" y="49901"/>
                        </a:cubicBezTo>
                        <a:cubicBezTo>
                          <a:pt x="9608" y="48571"/>
                          <a:pt x="7230" y="46765"/>
                          <a:pt x="5422" y="44388"/>
                        </a:cubicBezTo>
                        <a:cubicBezTo>
                          <a:pt x="3615" y="42107"/>
                          <a:pt x="2188" y="39351"/>
                          <a:pt x="1332" y="36214"/>
                        </a:cubicBezTo>
                        <a:cubicBezTo>
                          <a:pt x="476" y="33077"/>
                          <a:pt x="0" y="29656"/>
                          <a:pt x="0" y="26044"/>
                        </a:cubicBezTo>
                        <a:cubicBezTo>
                          <a:pt x="0" y="22622"/>
                          <a:pt x="476" y="19295"/>
                          <a:pt x="1427" y="16159"/>
                        </a:cubicBezTo>
                        <a:cubicBezTo>
                          <a:pt x="2378" y="13022"/>
                          <a:pt x="3805" y="10265"/>
                          <a:pt x="5803" y="7794"/>
                        </a:cubicBezTo>
                        <a:cubicBezTo>
                          <a:pt x="7705" y="5418"/>
                          <a:pt x="10084" y="3517"/>
                          <a:pt x="12937" y="2091"/>
                        </a:cubicBezTo>
                        <a:cubicBezTo>
                          <a:pt x="15791" y="665"/>
                          <a:pt x="19025" y="0"/>
                          <a:pt x="22735" y="0"/>
                        </a:cubicBezTo>
                        <a:cubicBezTo>
                          <a:pt x="28443" y="0"/>
                          <a:pt x="33009" y="1331"/>
                          <a:pt x="36623" y="4087"/>
                        </a:cubicBezTo>
                        <a:cubicBezTo>
                          <a:pt x="40143" y="6844"/>
                          <a:pt x="42331" y="11026"/>
                          <a:pt x="43187" y="16824"/>
                        </a:cubicBezTo>
                        <a:lnTo>
                          <a:pt x="37385" y="16824"/>
                        </a:lnTo>
                        <a:close/>
                      </a:path>
                    </a:pathLst>
                  </a:custGeom>
                  <a:solidFill>
                    <a:srgbClr val="000000"/>
                  </a:solidFill>
                  <a:ln w="9506" cap="flat">
                    <a:noFill/>
                    <a:prstDash val="solid"/>
                    <a:miter/>
                  </a:ln>
                </p:spPr>
                <p:txBody>
                  <a:bodyPr rtlCol="0" anchor="ctr"/>
                  <a:lstStyle/>
                  <a:p>
                    <a:endParaRPr lang="en-US"/>
                  </a:p>
                </p:txBody>
              </p:sp>
              <p:sp>
                <p:nvSpPr>
                  <p:cNvPr id="1407" name="Freeform 1406">
                    <a:extLst>
                      <a:ext uri="{FF2B5EF4-FFF2-40B4-BE49-F238E27FC236}">
                        <a16:creationId xmlns:a16="http://schemas.microsoft.com/office/drawing/2014/main" id="{C6C65665-938A-CC62-F497-FD525776E829}"/>
                      </a:ext>
                    </a:extLst>
                  </p:cNvPr>
                  <p:cNvSpPr/>
                  <p:nvPr/>
                </p:nvSpPr>
                <p:spPr>
                  <a:xfrm>
                    <a:off x="8144717" y="3336611"/>
                    <a:ext cx="22354" cy="64349"/>
                  </a:xfrm>
                  <a:custGeom>
                    <a:avLst/>
                    <a:gdLst>
                      <a:gd name="connsiteX0" fmla="*/ 22259 w 22354"/>
                      <a:gd name="connsiteY0" fmla="*/ 63208 h 64349"/>
                      <a:gd name="connsiteX1" fmla="*/ 19501 w 22354"/>
                      <a:gd name="connsiteY1" fmla="*/ 63874 h 64349"/>
                      <a:gd name="connsiteX2" fmla="*/ 15696 w 22354"/>
                      <a:gd name="connsiteY2" fmla="*/ 64349 h 64349"/>
                      <a:gd name="connsiteX3" fmla="*/ 9227 w 22354"/>
                      <a:gd name="connsiteY3" fmla="*/ 62163 h 64349"/>
                      <a:gd name="connsiteX4" fmla="*/ 6944 w 22354"/>
                      <a:gd name="connsiteY4" fmla="*/ 54464 h 64349"/>
                      <a:gd name="connsiteX5" fmla="*/ 6944 w 22354"/>
                      <a:gd name="connsiteY5" fmla="*/ 18440 h 64349"/>
                      <a:gd name="connsiteX6" fmla="*/ 0 w 22354"/>
                      <a:gd name="connsiteY6" fmla="*/ 18440 h 64349"/>
                      <a:gd name="connsiteX7" fmla="*/ 0 w 22354"/>
                      <a:gd name="connsiteY7" fmla="*/ 13687 h 64349"/>
                      <a:gd name="connsiteX8" fmla="*/ 6944 w 22354"/>
                      <a:gd name="connsiteY8" fmla="*/ 13687 h 64349"/>
                      <a:gd name="connsiteX9" fmla="*/ 6944 w 22354"/>
                      <a:gd name="connsiteY9" fmla="*/ 0 h 64349"/>
                      <a:gd name="connsiteX10" fmla="*/ 12652 w 22354"/>
                      <a:gd name="connsiteY10" fmla="*/ 0 h 64349"/>
                      <a:gd name="connsiteX11" fmla="*/ 12652 w 22354"/>
                      <a:gd name="connsiteY11" fmla="*/ 13687 h 64349"/>
                      <a:gd name="connsiteX12" fmla="*/ 21879 w 22354"/>
                      <a:gd name="connsiteY12" fmla="*/ 13687 h 64349"/>
                      <a:gd name="connsiteX13" fmla="*/ 21879 w 22354"/>
                      <a:gd name="connsiteY13" fmla="*/ 18440 h 64349"/>
                      <a:gd name="connsiteX14" fmla="*/ 12652 w 22354"/>
                      <a:gd name="connsiteY14" fmla="*/ 18440 h 64349"/>
                      <a:gd name="connsiteX15" fmla="*/ 12652 w 22354"/>
                      <a:gd name="connsiteY15" fmla="*/ 52183 h 64349"/>
                      <a:gd name="connsiteX16" fmla="*/ 12747 w 22354"/>
                      <a:gd name="connsiteY16" fmla="*/ 55319 h 64349"/>
                      <a:gd name="connsiteX17" fmla="*/ 13318 w 22354"/>
                      <a:gd name="connsiteY17" fmla="*/ 57505 h 64349"/>
                      <a:gd name="connsiteX18" fmla="*/ 14840 w 22354"/>
                      <a:gd name="connsiteY18" fmla="*/ 58741 h 64349"/>
                      <a:gd name="connsiteX19" fmla="*/ 17598 w 22354"/>
                      <a:gd name="connsiteY19" fmla="*/ 59121 h 64349"/>
                      <a:gd name="connsiteX20" fmla="*/ 19976 w 22354"/>
                      <a:gd name="connsiteY20" fmla="*/ 58931 h 64349"/>
                      <a:gd name="connsiteX21" fmla="*/ 22355 w 22354"/>
                      <a:gd name="connsiteY21" fmla="*/ 58456 h 64349"/>
                      <a:gd name="connsiteX22" fmla="*/ 22355 w 22354"/>
                      <a:gd name="connsiteY22" fmla="*/ 63113 h 64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2354" h="64349">
                        <a:moveTo>
                          <a:pt x="22259" y="63208"/>
                        </a:moveTo>
                        <a:cubicBezTo>
                          <a:pt x="21594" y="63304"/>
                          <a:pt x="20642" y="63589"/>
                          <a:pt x="19501" y="63874"/>
                        </a:cubicBezTo>
                        <a:cubicBezTo>
                          <a:pt x="18359" y="64159"/>
                          <a:pt x="17123" y="64349"/>
                          <a:pt x="15696" y="64349"/>
                        </a:cubicBezTo>
                        <a:cubicBezTo>
                          <a:pt x="12842" y="64349"/>
                          <a:pt x="10654" y="63589"/>
                          <a:pt x="9227" y="62163"/>
                        </a:cubicBezTo>
                        <a:cubicBezTo>
                          <a:pt x="7705" y="60737"/>
                          <a:pt x="6944" y="58171"/>
                          <a:pt x="6944" y="54464"/>
                        </a:cubicBezTo>
                        <a:lnTo>
                          <a:pt x="6944" y="18440"/>
                        </a:lnTo>
                        <a:lnTo>
                          <a:pt x="0" y="18440"/>
                        </a:lnTo>
                        <a:lnTo>
                          <a:pt x="0" y="13687"/>
                        </a:lnTo>
                        <a:lnTo>
                          <a:pt x="6944" y="13687"/>
                        </a:lnTo>
                        <a:lnTo>
                          <a:pt x="6944" y="0"/>
                        </a:lnTo>
                        <a:lnTo>
                          <a:pt x="12652" y="0"/>
                        </a:lnTo>
                        <a:lnTo>
                          <a:pt x="12652" y="13687"/>
                        </a:lnTo>
                        <a:lnTo>
                          <a:pt x="21879" y="13687"/>
                        </a:lnTo>
                        <a:lnTo>
                          <a:pt x="21879" y="18440"/>
                        </a:lnTo>
                        <a:lnTo>
                          <a:pt x="12652" y="18440"/>
                        </a:lnTo>
                        <a:lnTo>
                          <a:pt x="12652" y="52183"/>
                        </a:lnTo>
                        <a:cubicBezTo>
                          <a:pt x="12652" y="53418"/>
                          <a:pt x="12652" y="54464"/>
                          <a:pt x="12747" y="55319"/>
                        </a:cubicBezTo>
                        <a:cubicBezTo>
                          <a:pt x="12747" y="56175"/>
                          <a:pt x="13032" y="56935"/>
                          <a:pt x="13318" y="57505"/>
                        </a:cubicBezTo>
                        <a:cubicBezTo>
                          <a:pt x="13603" y="58076"/>
                          <a:pt x="14079" y="58456"/>
                          <a:pt x="14840" y="58741"/>
                        </a:cubicBezTo>
                        <a:cubicBezTo>
                          <a:pt x="15601" y="59026"/>
                          <a:pt x="16457" y="59121"/>
                          <a:pt x="17598" y="59121"/>
                        </a:cubicBezTo>
                        <a:cubicBezTo>
                          <a:pt x="18359" y="59121"/>
                          <a:pt x="19120" y="59121"/>
                          <a:pt x="19976" y="58931"/>
                        </a:cubicBezTo>
                        <a:cubicBezTo>
                          <a:pt x="20737" y="58836"/>
                          <a:pt x="21594" y="58646"/>
                          <a:pt x="22355" y="58456"/>
                        </a:cubicBezTo>
                        <a:lnTo>
                          <a:pt x="22355" y="63113"/>
                        </a:lnTo>
                        <a:close/>
                      </a:path>
                    </a:pathLst>
                  </a:custGeom>
                  <a:solidFill>
                    <a:srgbClr val="000000"/>
                  </a:solidFill>
                  <a:ln w="9506" cap="flat">
                    <a:noFill/>
                    <a:prstDash val="solid"/>
                    <a:miter/>
                  </a:ln>
                </p:spPr>
                <p:txBody>
                  <a:bodyPr rtlCol="0" anchor="ctr"/>
                  <a:lstStyle/>
                  <a:p>
                    <a:endParaRPr lang="en-US"/>
                  </a:p>
                </p:txBody>
              </p:sp>
              <p:sp>
                <p:nvSpPr>
                  <p:cNvPr id="1408" name="Freeform 1407">
                    <a:extLst>
                      <a:ext uri="{FF2B5EF4-FFF2-40B4-BE49-F238E27FC236}">
                        <a16:creationId xmlns:a16="http://schemas.microsoft.com/office/drawing/2014/main" id="{D3D0A75A-916A-27DB-C6F7-1AA79B55AF3E}"/>
                      </a:ext>
                    </a:extLst>
                  </p:cNvPr>
                  <p:cNvSpPr/>
                  <p:nvPr/>
                </p:nvSpPr>
                <p:spPr>
                  <a:xfrm>
                    <a:off x="8176679" y="3331193"/>
                    <a:ext cx="6278" cy="68436"/>
                  </a:xfrm>
                  <a:custGeom>
                    <a:avLst/>
                    <a:gdLst>
                      <a:gd name="connsiteX0" fmla="*/ 0 w 6278"/>
                      <a:gd name="connsiteY0" fmla="*/ 8459 h 68436"/>
                      <a:gd name="connsiteX1" fmla="*/ 0 w 6278"/>
                      <a:gd name="connsiteY1" fmla="*/ 0 h 68436"/>
                      <a:gd name="connsiteX2" fmla="*/ 6278 w 6278"/>
                      <a:gd name="connsiteY2" fmla="*/ 0 h 68436"/>
                      <a:gd name="connsiteX3" fmla="*/ 6278 w 6278"/>
                      <a:gd name="connsiteY3" fmla="*/ 8459 h 68436"/>
                      <a:gd name="connsiteX4" fmla="*/ 0 w 6278"/>
                      <a:gd name="connsiteY4" fmla="*/ 8459 h 68436"/>
                      <a:gd name="connsiteX5" fmla="*/ 285 w 6278"/>
                      <a:gd name="connsiteY5" fmla="*/ 68436 h 68436"/>
                      <a:gd name="connsiteX6" fmla="*/ 285 w 6278"/>
                      <a:gd name="connsiteY6" fmla="*/ 19200 h 68436"/>
                      <a:gd name="connsiteX7" fmla="*/ 5993 w 6278"/>
                      <a:gd name="connsiteY7" fmla="*/ 19200 h 68436"/>
                      <a:gd name="connsiteX8" fmla="*/ 5993 w 6278"/>
                      <a:gd name="connsiteY8" fmla="*/ 68436 h 68436"/>
                      <a:gd name="connsiteX9" fmla="*/ 285 w 6278"/>
                      <a:gd name="connsiteY9" fmla="*/ 68436 h 68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78" h="68436">
                        <a:moveTo>
                          <a:pt x="0" y="8459"/>
                        </a:moveTo>
                        <a:lnTo>
                          <a:pt x="0" y="0"/>
                        </a:lnTo>
                        <a:lnTo>
                          <a:pt x="6278" y="0"/>
                        </a:lnTo>
                        <a:lnTo>
                          <a:pt x="6278" y="8459"/>
                        </a:lnTo>
                        <a:lnTo>
                          <a:pt x="0" y="8459"/>
                        </a:lnTo>
                        <a:close/>
                        <a:moveTo>
                          <a:pt x="285" y="68436"/>
                        </a:moveTo>
                        <a:lnTo>
                          <a:pt x="285" y="19200"/>
                        </a:lnTo>
                        <a:lnTo>
                          <a:pt x="5993" y="19200"/>
                        </a:lnTo>
                        <a:lnTo>
                          <a:pt x="5993" y="68436"/>
                        </a:lnTo>
                        <a:lnTo>
                          <a:pt x="285" y="68436"/>
                        </a:lnTo>
                        <a:close/>
                      </a:path>
                    </a:pathLst>
                  </a:custGeom>
                  <a:solidFill>
                    <a:srgbClr val="000000"/>
                  </a:solidFill>
                  <a:ln w="9506" cap="flat">
                    <a:noFill/>
                    <a:prstDash val="solid"/>
                    <a:miter/>
                  </a:ln>
                </p:spPr>
                <p:txBody>
                  <a:bodyPr rtlCol="0" anchor="ctr"/>
                  <a:lstStyle/>
                  <a:p>
                    <a:endParaRPr lang="en-US"/>
                  </a:p>
                </p:txBody>
              </p:sp>
              <p:sp>
                <p:nvSpPr>
                  <p:cNvPr id="1409" name="Freeform 1408">
                    <a:extLst>
                      <a:ext uri="{FF2B5EF4-FFF2-40B4-BE49-F238E27FC236}">
                        <a16:creationId xmlns:a16="http://schemas.microsoft.com/office/drawing/2014/main" id="{8A0BD2BE-4077-9129-4816-FCEE71C2BCDA}"/>
                      </a:ext>
                    </a:extLst>
                  </p:cNvPr>
                  <p:cNvSpPr/>
                  <p:nvPr/>
                </p:nvSpPr>
                <p:spPr>
                  <a:xfrm>
                    <a:off x="8193992" y="3349157"/>
                    <a:ext cx="45660" cy="51802"/>
                  </a:xfrm>
                  <a:custGeom>
                    <a:avLst/>
                    <a:gdLst>
                      <a:gd name="connsiteX0" fmla="*/ 22830 w 45660"/>
                      <a:gd name="connsiteY0" fmla="*/ 51802 h 51802"/>
                      <a:gd name="connsiteX1" fmla="*/ 13983 w 45660"/>
                      <a:gd name="connsiteY1" fmla="*/ 50091 h 51802"/>
                      <a:gd name="connsiteX2" fmla="*/ 6754 w 45660"/>
                      <a:gd name="connsiteY2" fmla="*/ 45244 h 51802"/>
                      <a:gd name="connsiteX3" fmla="*/ 1807 w 45660"/>
                      <a:gd name="connsiteY3" fmla="*/ 37165 h 51802"/>
                      <a:gd name="connsiteX4" fmla="*/ 0 w 45660"/>
                      <a:gd name="connsiteY4" fmla="*/ 25854 h 51802"/>
                      <a:gd name="connsiteX5" fmla="*/ 1427 w 45660"/>
                      <a:gd name="connsiteY5" fmla="*/ 15778 h 51802"/>
                      <a:gd name="connsiteX6" fmla="*/ 5708 w 45660"/>
                      <a:gd name="connsiteY6" fmla="*/ 7509 h 51802"/>
                      <a:gd name="connsiteX7" fmla="*/ 12842 w 45660"/>
                      <a:gd name="connsiteY7" fmla="*/ 1996 h 51802"/>
                      <a:gd name="connsiteX8" fmla="*/ 22830 w 45660"/>
                      <a:gd name="connsiteY8" fmla="*/ 0 h 51802"/>
                      <a:gd name="connsiteX9" fmla="*/ 32914 w 45660"/>
                      <a:gd name="connsiteY9" fmla="*/ 1996 h 51802"/>
                      <a:gd name="connsiteX10" fmla="*/ 40048 w 45660"/>
                      <a:gd name="connsiteY10" fmla="*/ 7509 h 51802"/>
                      <a:gd name="connsiteX11" fmla="*/ 44329 w 45660"/>
                      <a:gd name="connsiteY11" fmla="*/ 15683 h 51802"/>
                      <a:gd name="connsiteX12" fmla="*/ 45660 w 45660"/>
                      <a:gd name="connsiteY12" fmla="*/ 25854 h 51802"/>
                      <a:gd name="connsiteX13" fmla="*/ 44043 w 45660"/>
                      <a:gd name="connsiteY13" fmla="*/ 36499 h 51802"/>
                      <a:gd name="connsiteX14" fmla="*/ 39382 w 45660"/>
                      <a:gd name="connsiteY14" fmla="*/ 44674 h 51802"/>
                      <a:gd name="connsiteX15" fmla="*/ 32152 w 45660"/>
                      <a:gd name="connsiteY15" fmla="*/ 49901 h 51802"/>
                      <a:gd name="connsiteX16" fmla="*/ 22735 w 45660"/>
                      <a:gd name="connsiteY16" fmla="*/ 51802 h 51802"/>
                      <a:gd name="connsiteX17" fmla="*/ 39572 w 45660"/>
                      <a:gd name="connsiteY17" fmla="*/ 25854 h 51802"/>
                      <a:gd name="connsiteX18" fmla="*/ 38621 w 45660"/>
                      <a:gd name="connsiteY18" fmla="*/ 17679 h 51802"/>
                      <a:gd name="connsiteX19" fmla="*/ 35672 w 45660"/>
                      <a:gd name="connsiteY19" fmla="*/ 11121 h 51802"/>
                      <a:gd name="connsiteX20" fmla="*/ 30535 w 45660"/>
                      <a:gd name="connsiteY20" fmla="*/ 6748 h 51802"/>
                      <a:gd name="connsiteX21" fmla="*/ 22830 w 45660"/>
                      <a:gd name="connsiteY21" fmla="*/ 5133 h 51802"/>
                      <a:gd name="connsiteX22" fmla="*/ 15220 w 45660"/>
                      <a:gd name="connsiteY22" fmla="*/ 6844 h 51802"/>
                      <a:gd name="connsiteX23" fmla="*/ 10083 w 45660"/>
                      <a:gd name="connsiteY23" fmla="*/ 11501 h 51802"/>
                      <a:gd name="connsiteX24" fmla="*/ 7134 w 45660"/>
                      <a:gd name="connsiteY24" fmla="*/ 18155 h 51802"/>
                      <a:gd name="connsiteX25" fmla="*/ 6183 w 45660"/>
                      <a:gd name="connsiteY25" fmla="*/ 25854 h 51802"/>
                      <a:gd name="connsiteX26" fmla="*/ 7325 w 45660"/>
                      <a:gd name="connsiteY26" fmla="*/ 34218 h 51802"/>
                      <a:gd name="connsiteX27" fmla="*/ 10464 w 45660"/>
                      <a:gd name="connsiteY27" fmla="*/ 40872 h 51802"/>
                      <a:gd name="connsiteX28" fmla="*/ 15696 w 45660"/>
                      <a:gd name="connsiteY28" fmla="*/ 45149 h 51802"/>
                      <a:gd name="connsiteX29" fmla="*/ 22925 w 45660"/>
                      <a:gd name="connsiteY29" fmla="*/ 46670 h 51802"/>
                      <a:gd name="connsiteX30" fmla="*/ 30630 w 45660"/>
                      <a:gd name="connsiteY30" fmla="*/ 44864 h 51802"/>
                      <a:gd name="connsiteX31" fmla="*/ 35767 w 45660"/>
                      <a:gd name="connsiteY31" fmla="*/ 40111 h 51802"/>
                      <a:gd name="connsiteX32" fmla="*/ 38716 w 45660"/>
                      <a:gd name="connsiteY32" fmla="*/ 33458 h 51802"/>
                      <a:gd name="connsiteX33" fmla="*/ 39667 w 45660"/>
                      <a:gd name="connsiteY33" fmla="*/ 25759 h 51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5660" h="51802">
                        <a:moveTo>
                          <a:pt x="22830" y="51802"/>
                        </a:moveTo>
                        <a:cubicBezTo>
                          <a:pt x="19691" y="51802"/>
                          <a:pt x="16742" y="51137"/>
                          <a:pt x="13983" y="50091"/>
                        </a:cubicBezTo>
                        <a:cubicBezTo>
                          <a:pt x="11225" y="49046"/>
                          <a:pt x="8847" y="47430"/>
                          <a:pt x="6754" y="45244"/>
                        </a:cubicBezTo>
                        <a:cubicBezTo>
                          <a:pt x="4661" y="43058"/>
                          <a:pt x="3044" y="40396"/>
                          <a:pt x="1807" y="37165"/>
                        </a:cubicBezTo>
                        <a:cubicBezTo>
                          <a:pt x="571" y="33933"/>
                          <a:pt x="0" y="30131"/>
                          <a:pt x="0" y="25854"/>
                        </a:cubicBezTo>
                        <a:cubicBezTo>
                          <a:pt x="0" y="22242"/>
                          <a:pt x="476" y="18820"/>
                          <a:pt x="1427" y="15778"/>
                        </a:cubicBezTo>
                        <a:cubicBezTo>
                          <a:pt x="2378" y="12642"/>
                          <a:pt x="3805" y="9885"/>
                          <a:pt x="5708" y="7509"/>
                        </a:cubicBezTo>
                        <a:cubicBezTo>
                          <a:pt x="7610" y="5133"/>
                          <a:pt x="9988" y="3327"/>
                          <a:pt x="12842" y="1996"/>
                        </a:cubicBezTo>
                        <a:cubicBezTo>
                          <a:pt x="15696" y="665"/>
                          <a:pt x="19025" y="0"/>
                          <a:pt x="22830" y="0"/>
                        </a:cubicBezTo>
                        <a:cubicBezTo>
                          <a:pt x="26635" y="0"/>
                          <a:pt x="30060" y="665"/>
                          <a:pt x="32914" y="1996"/>
                        </a:cubicBezTo>
                        <a:cubicBezTo>
                          <a:pt x="35767" y="3327"/>
                          <a:pt x="38145" y="5228"/>
                          <a:pt x="40048" y="7509"/>
                        </a:cubicBezTo>
                        <a:cubicBezTo>
                          <a:pt x="41950" y="9790"/>
                          <a:pt x="43377" y="12547"/>
                          <a:pt x="44329" y="15683"/>
                        </a:cubicBezTo>
                        <a:cubicBezTo>
                          <a:pt x="45280" y="18820"/>
                          <a:pt x="45660" y="22242"/>
                          <a:pt x="45660" y="25854"/>
                        </a:cubicBezTo>
                        <a:cubicBezTo>
                          <a:pt x="45660" y="29751"/>
                          <a:pt x="45090" y="33363"/>
                          <a:pt x="44043" y="36499"/>
                        </a:cubicBezTo>
                        <a:cubicBezTo>
                          <a:pt x="42997" y="39636"/>
                          <a:pt x="41380" y="42392"/>
                          <a:pt x="39382" y="44674"/>
                        </a:cubicBezTo>
                        <a:cubicBezTo>
                          <a:pt x="37385" y="46955"/>
                          <a:pt x="35006" y="48666"/>
                          <a:pt x="32152" y="49901"/>
                        </a:cubicBezTo>
                        <a:cubicBezTo>
                          <a:pt x="29299" y="51137"/>
                          <a:pt x="26255" y="51802"/>
                          <a:pt x="22735" y="51802"/>
                        </a:cubicBezTo>
                        <a:close/>
                        <a:moveTo>
                          <a:pt x="39572" y="25854"/>
                        </a:moveTo>
                        <a:cubicBezTo>
                          <a:pt x="39572" y="22907"/>
                          <a:pt x="39287" y="20246"/>
                          <a:pt x="38621" y="17679"/>
                        </a:cubicBezTo>
                        <a:cubicBezTo>
                          <a:pt x="37955" y="15113"/>
                          <a:pt x="37004" y="12927"/>
                          <a:pt x="35672" y="11121"/>
                        </a:cubicBezTo>
                        <a:cubicBezTo>
                          <a:pt x="34340" y="9315"/>
                          <a:pt x="32628" y="7794"/>
                          <a:pt x="30535" y="6748"/>
                        </a:cubicBezTo>
                        <a:cubicBezTo>
                          <a:pt x="28443" y="5703"/>
                          <a:pt x="25874" y="5133"/>
                          <a:pt x="22830" y="5133"/>
                        </a:cubicBezTo>
                        <a:cubicBezTo>
                          <a:pt x="19786" y="5133"/>
                          <a:pt x="17313" y="5703"/>
                          <a:pt x="15220" y="6844"/>
                        </a:cubicBezTo>
                        <a:cubicBezTo>
                          <a:pt x="13127" y="7984"/>
                          <a:pt x="11320" y="9600"/>
                          <a:pt x="10083" y="11501"/>
                        </a:cubicBezTo>
                        <a:cubicBezTo>
                          <a:pt x="8752" y="13402"/>
                          <a:pt x="7800" y="15683"/>
                          <a:pt x="7134" y="18155"/>
                        </a:cubicBezTo>
                        <a:cubicBezTo>
                          <a:pt x="6469" y="20626"/>
                          <a:pt x="6183" y="23192"/>
                          <a:pt x="6183" y="25854"/>
                        </a:cubicBezTo>
                        <a:cubicBezTo>
                          <a:pt x="6183" y="28895"/>
                          <a:pt x="6564" y="31652"/>
                          <a:pt x="7325" y="34218"/>
                        </a:cubicBezTo>
                        <a:cubicBezTo>
                          <a:pt x="8086" y="36784"/>
                          <a:pt x="9132" y="38971"/>
                          <a:pt x="10464" y="40872"/>
                        </a:cubicBezTo>
                        <a:cubicBezTo>
                          <a:pt x="11796" y="42773"/>
                          <a:pt x="13603" y="44103"/>
                          <a:pt x="15696" y="45149"/>
                        </a:cubicBezTo>
                        <a:cubicBezTo>
                          <a:pt x="17789" y="46194"/>
                          <a:pt x="20167" y="46670"/>
                          <a:pt x="22925" y="46670"/>
                        </a:cubicBezTo>
                        <a:cubicBezTo>
                          <a:pt x="25874" y="46670"/>
                          <a:pt x="28443" y="46099"/>
                          <a:pt x="30630" y="44864"/>
                        </a:cubicBezTo>
                        <a:cubicBezTo>
                          <a:pt x="32723" y="43723"/>
                          <a:pt x="34531" y="42107"/>
                          <a:pt x="35767" y="40111"/>
                        </a:cubicBezTo>
                        <a:cubicBezTo>
                          <a:pt x="37099" y="38115"/>
                          <a:pt x="38050" y="35929"/>
                          <a:pt x="38716" y="33458"/>
                        </a:cubicBezTo>
                        <a:cubicBezTo>
                          <a:pt x="39382" y="30986"/>
                          <a:pt x="39667" y="28420"/>
                          <a:pt x="39667" y="25759"/>
                        </a:cubicBezTo>
                        <a:close/>
                      </a:path>
                    </a:pathLst>
                  </a:custGeom>
                  <a:solidFill>
                    <a:srgbClr val="000000"/>
                  </a:solidFill>
                  <a:ln w="9506" cap="flat">
                    <a:noFill/>
                    <a:prstDash val="solid"/>
                    <a:miter/>
                  </a:ln>
                </p:spPr>
                <p:txBody>
                  <a:bodyPr rtlCol="0" anchor="ctr"/>
                  <a:lstStyle/>
                  <a:p>
                    <a:endParaRPr lang="en-US"/>
                  </a:p>
                </p:txBody>
              </p:sp>
              <p:sp>
                <p:nvSpPr>
                  <p:cNvPr id="1410" name="Freeform 1409">
                    <a:extLst>
                      <a:ext uri="{FF2B5EF4-FFF2-40B4-BE49-F238E27FC236}">
                        <a16:creationId xmlns:a16="http://schemas.microsoft.com/office/drawing/2014/main" id="{D8DEF2DA-584B-A930-8A74-AF4D1DCB7A1F}"/>
                      </a:ext>
                    </a:extLst>
                  </p:cNvPr>
                  <p:cNvSpPr/>
                  <p:nvPr/>
                </p:nvSpPr>
                <p:spPr>
                  <a:xfrm>
                    <a:off x="8250116" y="3349062"/>
                    <a:ext cx="39096" cy="50566"/>
                  </a:xfrm>
                  <a:custGeom>
                    <a:avLst/>
                    <a:gdLst>
                      <a:gd name="connsiteX0" fmla="*/ 5707 w 39096"/>
                      <a:gd name="connsiteY0" fmla="*/ 50567 h 50566"/>
                      <a:gd name="connsiteX1" fmla="*/ 0 w 39096"/>
                      <a:gd name="connsiteY1" fmla="*/ 50567 h 50566"/>
                      <a:gd name="connsiteX2" fmla="*/ 0 w 39096"/>
                      <a:gd name="connsiteY2" fmla="*/ 1331 h 50566"/>
                      <a:gd name="connsiteX3" fmla="*/ 5707 w 39096"/>
                      <a:gd name="connsiteY3" fmla="*/ 1331 h 50566"/>
                      <a:gd name="connsiteX4" fmla="*/ 5707 w 39096"/>
                      <a:gd name="connsiteY4" fmla="*/ 8174 h 50566"/>
                      <a:gd name="connsiteX5" fmla="*/ 12842 w 39096"/>
                      <a:gd name="connsiteY5" fmla="*/ 2281 h 50566"/>
                      <a:gd name="connsiteX6" fmla="*/ 21593 w 39096"/>
                      <a:gd name="connsiteY6" fmla="*/ 0 h 50566"/>
                      <a:gd name="connsiteX7" fmla="*/ 30059 w 39096"/>
                      <a:gd name="connsiteY7" fmla="*/ 1616 h 50566"/>
                      <a:gd name="connsiteX8" fmla="*/ 36623 w 39096"/>
                      <a:gd name="connsiteY8" fmla="*/ 7034 h 50566"/>
                      <a:gd name="connsiteX9" fmla="*/ 38716 w 39096"/>
                      <a:gd name="connsiteY9" fmla="*/ 12547 h 50566"/>
                      <a:gd name="connsiteX10" fmla="*/ 39096 w 39096"/>
                      <a:gd name="connsiteY10" fmla="*/ 18345 h 50566"/>
                      <a:gd name="connsiteX11" fmla="*/ 39096 w 39096"/>
                      <a:gd name="connsiteY11" fmla="*/ 50567 h 50566"/>
                      <a:gd name="connsiteX12" fmla="*/ 33389 w 39096"/>
                      <a:gd name="connsiteY12" fmla="*/ 50567 h 50566"/>
                      <a:gd name="connsiteX13" fmla="*/ 33389 w 39096"/>
                      <a:gd name="connsiteY13" fmla="*/ 18440 h 50566"/>
                      <a:gd name="connsiteX14" fmla="*/ 30440 w 39096"/>
                      <a:gd name="connsiteY14" fmla="*/ 8459 h 50566"/>
                      <a:gd name="connsiteX15" fmla="*/ 20642 w 39096"/>
                      <a:gd name="connsiteY15" fmla="*/ 5133 h 50566"/>
                      <a:gd name="connsiteX16" fmla="*/ 15791 w 39096"/>
                      <a:gd name="connsiteY16" fmla="*/ 5893 h 50566"/>
                      <a:gd name="connsiteX17" fmla="*/ 11795 w 39096"/>
                      <a:gd name="connsiteY17" fmla="*/ 7984 h 50566"/>
                      <a:gd name="connsiteX18" fmla="*/ 8847 w 39096"/>
                      <a:gd name="connsiteY18" fmla="*/ 11026 h 50566"/>
                      <a:gd name="connsiteX19" fmla="*/ 6944 w 39096"/>
                      <a:gd name="connsiteY19" fmla="*/ 14638 h 50566"/>
                      <a:gd name="connsiteX20" fmla="*/ 5898 w 39096"/>
                      <a:gd name="connsiteY20" fmla="*/ 19200 h 50566"/>
                      <a:gd name="connsiteX21" fmla="*/ 5707 w 39096"/>
                      <a:gd name="connsiteY21" fmla="*/ 23953 h 50566"/>
                      <a:gd name="connsiteX22" fmla="*/ 5707 w 39096"/>
                      <a:gd name="connsiteY22" fmla="*/ 50472 h 505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096" h="50566">
                        <a:moveTo>
                          <a:pt x="5707" y="50567"/>
                        </a:moveTo>
                        <a:lnTo>
                          <a:pt x="0" y="50567"/>
                        </a:lnTo>
                        <a:lnTo>
                          <a:pt x="0" y="1331"/>
                        </a:lnTo>
                        <a:lnTo>
                          <a:pt x="5707" y="1331"/>
                        </a:lnTo>
                        <a:lnTo>
                          <a:pt x="5707" y="8174"/>
                        </a:lnTo>
                        <a:cubicBezTo>
                          <a:pt x="7991" y="5798"/>
                          <a:pt x="10369" y="3802"/>
                          <a:pt x="12842" y="2281"/>
                        </a:cubicBezTo>
                        <a:cubicBezTo>
                          <a:pt x="15315" y="760"/>
                          <a:pt x="18169" y="0"/>
                          <a:pt x="21593" y="0"/>
                        </a:cubicBezTo>
                        <a:cubicBezTo>
                          <a:pt x="24637" y="0"/>
                          <a:pt x="27491" y="475"/>
                          <a:pt x="30059" y="1616"/>
                        </a:cubicBezTo>
                        <a:cubicBezTo>
                          <a:pt x="32628" y="2661"/>
                          <a:pt x="34816" y="4467"/>
                          <a:pt x="36623" y="7034"/>
                        </a:cubicBezTo>
                        <a:cubicBezTo>
                          <a:pt x="37860" y="8840"/>
                          <a:pt x="38526" y="10646"/>
                          <a:pt x="38716" y="12547"/>
                        </a:cubicBezTo>
                        <a:cubicBezTo>
                          <a:pt x="38906" y="14448"/>
                          <a:pt x="39096" y="16349"/>
                          <a:pt x="39096" y="18345"/>
                        </a:cubicBezTo>
                        <a:lnTo>
                          <a:pt x="39096" y="50567"/>
                        </a:lnTo>
                        <a:lnTo>
                          <a:pt x="33389" y="50567"/>
                        </a:lnTo>
                        <a:lnTo>
                          <a:pt x="33389" y="18440"/>
                        </a:lnTo>
                        <a:cubicBezTo>
                          <a:pt x="33389" y="13972"/>
                          <a:pt x="32438" y="10646"/>
                          <a:pt x="30440" y="8459"/>
                        </a:cubicBezTo>
                        <a:cubicBezTo>
                          <a:pt x="28442" y="6273"/>
                          <a:pt x="25208" y="5133"/>
                          <a:pt x="20642" y="5133"/>
                        </a:cubicBezTo>
                        <a:cubicBezTo>
                          <a:pt x="18835" y="5133"/>
                          <a:pt x="17218" y="5418"/>
                          <a:pt x="15791" y="5893"/>
                        </a:cubicBezTo>
                        <a:cubicBezTo>
                          <a:pt x="14364" y="6368"/>
                          <a:pt x="13032" y="7129"/>
                          <a:pt x="11795" y="7984"/>
                        </a:cubicBezTo>
                        <a:cubicBezTo>
                          <a:pt x="10654" y="8840"/>
                          <a:pt x="9607" y="9885"/>
                          <a:pt x="8847" y="11026"/>
                        </a:cubicBezTo>
                        <a:cubicBezTo>
                          <a:pt x="7991" y="12166"/>
                          <a:pt x="7420" y="13402"/>
                          <a:pt x="6944" y="14638"/>
                        </a:cubicBezTo>
                        <a:cubicBezTo>
                          <a:pt x="6373" y="16254"/>
                          <a:pt x="5993" y="17775"/>
                          <a:pt x="5898" y="19200"/>
                        </a:cubicBezTo>
                        <a:cubicBezTo>
                          <a:pt x="5803" y="20626"/>
                          <a:pt x="5707" y="22242"/>
                          <a:pt x="5707" y="23953"/>
                        </a:cubicBezTo>
                        <a:lnTo>
                          <a:pt x="5707" y="50472"/>
                        </a:lnTo>
                        <a:close/>
                      </a:path>
                    </a:pathLst>
                  </a:custGeom>
                  <a:solidFill>
                    <a:srgbClr val="000000"/>
                  </a:solidFill>
                  <a:ln w="9506" cap="flat">
                    <a:noFill/>
                    <a:prstDash val="solid"/>
                    <a:miter/>
                  </a:ln>
                </p:spPr>
                <p:txBody>
                  <a:bodyPr rtlCol="0" anchor="ctr"/>
                  <a:lstStyle/>
                  <a:p>
                    <a:endParaRPr lang="en-US"/>
                  </a:p>
                </p:txBody>
              </p:sp>
              <p:sp>
                <p:nvSpPr>
                  <p:cNvPr id="1411" name="Freeform 1410">
                    <a:extLst>
                      <a:ext uri="{FF2B5EF4-FFF2-40B4-BE49-F238E27FC236}">
                        <a16:creationId xmlns:a16="http://schemas.microsoft.com/office/drawing/2014/main" id="{4C19B77F-158D-EAEE-B800-614F55759F78}"/>
                      </a:ext>
                    </a:extLst>
                  </p:cNvPr>
                  <p:cNvSpPr/>
                  <p:nvPr/>
                </p:nvSpPr>
                <p:spPr>
                  <a:xfrm>
                    <a:off x="8327834" y="3329387"/>
                    <a:ext cx="21117" cy="88491"/>
                  </a:xfrm>
                  <a:custGeom>
                    <a:avLst/>
                    <a:gdLst>
                      <a:gd name="connsiteX0" fmla="*/ 21023 w 21117"/>
                      <a:gd name="connsiteY0" fmla="*/ 0 h 88491"/>
                      <a:gd name="connsiteX1" fmla="*/ 10369 w 21117"/>
                      <a:gd name="connsiteY1" fmla="*/ 21196 h 88491"/>
                      <a:gd name="connsiteX2" fmla="*/ 6564 w 21117"/>
                      <a:gd name="connsiteY2" fmla="*/ 44579 h 88491"/>
                      <a:gd name="connsiteX3" fmla="*/ 10559 w 21117"/>
                      <a:gd name="connsiteY3" fmla="*/ 67581 h 88491"/>
                      <a:gd name="connsiteX4" fmla="*/ 21118 w 21117"/>
                      <a:gd name="connsiteY4" fmla="*/ 88492 h 88491"/>
                      <a:gd name="connsiteX5" fmla="*/ 16266 w 21117"/>
                      <a:gd name="connsiteY5" fmla="*/ 88492 h 88491"/>
                      <a:gd name="connsiteX6" fmla="*/ 9322 w 21117"/>
                      <a:gd name="connsiteY6" fmla="*/ 78036 h 88491"/>
                      <a:gd name="connsiteX7" fmla="*/ 4186 w 21117"/>
                      <a:gd name="connsiteY7" fmla="*/ 67676 h 88491"/>
                      <a:gd name="connsiteX8" fmla="*/ 1047 w 21117"/>
                      <a:gd name="connsiteY8" fmla="*/ 56650 h 88491"/>
                      <a:gd name="connsiteX9" fmla="*/ 0 w 21117"/>
                      <a:gd name="connsiteY9" fmla="*/ 44198 h 88491"/>
                      <a:gd name="connsiteX10" fmla="*/ 1047 w 21117"/>
                      <a:gd name="connsiteY10" fmla="*/ 31842 h 88491"/>
                      <a:gd name="connsiteX11" fmla="*/ 4186 w 21117"/>
                      <a:gd name="connsiteY11" fmla="*/ 20721 h 88491"/>
                      <a:gd name="connsiteX12" fmla="*/ 9227 w 21117"/>
                      <a:gd name="connsiteY12" fmla="*/ 10360 h 88491"/>
                      <a:gd name="connsiteX13" fmla="*/ 16076 w 21117"/>
                      <a:gd name="connsiteY13" fmla="*/ 95 h 88491"/>
                      <a:gd name="connsiteX14" fmla="*/ 20928 w 21117"/>
                      <a:gd name="connsiteY14" fmla="*/ 95 h 88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1117" h="88491">
                        <a:moveTo>
                          <a:pt x="21023" y="0"/>
                        </a:moveTo>
                        <a:cubicBezTo>
                          <a:pt x="16457" y="6558"/>
                          <a:pt x="12937" y="13687"/>
                          <a:pt x="10369" y="21196"/>
                        </a:cubicBezTo>
                        <a:cubicBezTo>
                          <a:pt x="7800" y="28705"/>
                          <a:pt x="6564" y="36499"/>
                          <a:pt x="6564" y="44579"/>
                        </a:cubicBezTo>
                        <a:cubicBezTo>
                          <a:pt x="6564" y="52658"/>
                          <a:pt x="7896" y="60167"/>
                          <a:pt x="10559" y="67581"/>
                        </a:cubicBezTo>
                        <a:cubicBezTo>
                          <a:pt x="13223" y="74995"/>
                          <a:pt x="16742" y="81933"/>
                          <a:pt x="21118" y="88492"/>
                        </a:cubicBezTo>
                        <a:lnTo>
                          <a:pt x="16266" y="88492"/>
                        </a:lnTo>
                        <a:cubicBezTo>
                          <a:pt x="13698" y="84880"/>
                          <a:pt x="11320" y="81363"/>
                          <a:pt x="9322" y="78036"/>
                        </a:cubicBezTo>
                        <a:cubicBezTo>
                          <a:pt x="7325" y="74614"/>
                          <a:pt x="5612" y="71193"/>
                          <a:pt x="4186" y="67676"/>
                        </a:cubicBezTo>
                        <a:cubicBezTo>
                          <a:pt x="2854" y="64159"/>
                          <a:pt x="1807" y="60452"/>
                          <a:pt x="1047" y="56650"/>
                        </a:cubicBezTo>
                        <a:cubicBezTo>
                          <a:pt x="285" y="52848"/>
                          <a:pt x="0" y="48666"/>
                          <a:pt x="0" y="44198"/>
                        </a:cubicBezTo>
                        <a:cubicBezTo>
                          <a:pt x="0" y="39731"/>
                          <a:pt x="381" y="35739"/>
                          <a:pt x="1047" y="31842"/>
                        </a:cubicBezTo>
                        <a:cubicBezTo>
                          <a:pt x="1807" y="28040"/>
                          <a:pt x="2854" y="24333"/>
                          <a:pt x="4186" y="20721"/>
                        </a:cubicBezTo>
                        <a:cubicBezTo>
                          <a:pt x="5517" y="17204"/>
                          <a:pt x="7230" y="13687"/>
                          <a:pt x="9227" y="10360"/>
                        </a:cubicBezTo>
                        <a:cubicBezTo>
                          <a:pt x="11225" y="7034"/>
                          <a:pt x="13508" y="3612"/>
                          <a:pt x="16076" y="95"/>
                        </a:cubicBezTo>
                        <a:lnTo>
                          <a:pt x="20928" y="95"/>
                        </a:lnTo>
                        <a:close/>
                      </a:path>
                    </a:pathLst>
                  </a:custGeom>
                  <a:solidFill>
                    <a:srgbClr val="000000"/>
                  </a:solidFill>
                  <a:ln w="9506" cap="flat">
                    <a:noFill/>
                    <a:prstDash val="solid"/>
                    <a:miter/>
                  </a:ln>
                </p:spPr>
                <p:txBody>
                  <a:bodyPr rtlCol="0" anchor="ctr"/>
                  <a:lstStyle/>
                  <a:p>
                    <a:endParaRPr lang="en-US"/>
                  </a:p>
                </p:txBody>
              </p:sp>
              <p:sp>
                <p:nvSpPr>
                  <p:cNvPr id="1412" name="Freeform 1411">
                    <a:extLst>
                      <a:ext uri="{FF2B5EF4-FFF2-40B4-BE49-F238E27FC236}">
                        <a16:creationId xmlns:a16="http://schemas.microsoft.com/office/drawing/2014/main" id="{05A2F759-4502-D813-67AF-788F06D13FAE}"/>
                      </a:ext>
                    </a:extLst>
                  </p:cNvPr>
                  <p:cNvSpPr/>
                  <p:nvPr/>
                </p:nvSpPr>
                <p:spPr>
                  <a:xfrm>
                    <a:off x="8359701" y="3331193"/>
                    <a:ext cx="45184" cy="69861"/>
                  </a:xfrm>
                  <a:custGeom>
                    <a:avLst/>
                    <a:gdLst>
                      <a:gd name="connsiteX0" fmla="*/ 39477 w 45184"/>
                      <a:gd name="connsiteY0" fmla="*/ 0 h 69861"/>
                      <a:gd name="connsiteX1" fmla="*/ 45185 w 45184"/>
                      <a:gd name="connsiteY1" fmla="*/ 0 h 69861"/>
                      <a:gd name="connsiteX2" fmla="*/ 45185 w 45184"/>
                      <a:gd name="connsiteY2" fmla="*/ 68436 h 69861"/>
                      <a:gd name="connsiteX3" fmla="*/ 39477 w 45184"/>
                      <a:gd name="connsiteY3" fmla="*/ 68436 h 69861"/>
                      <a:gd name="connsiteX4" fmla="*/ 39477 w 45184"/>
                      <a:gd name="connsiteY4" fmla="*/ 59787 h 69861"/>
                      <a:gd name="connsiteX5" fmla="*/ 39287 w 45184"/>
                      <a:gd name="connsiteY5" fmla="*/ 59787 h 69861"/>
                      <a:gd name="connsiteX6" fmla="*/ 36148 w 45184"/>
                      <a:gd name="connsiteY6" fmla="*/ 64159 h 69861"/>
                      <a:gd name="connsiteX7" fmla="*/ 31867 w 45184"/>
                      <a:gd name="connsiteY7" fmla="*/ 67295 h 69861"/>
                      <a:gd name="connsiteX8" fmla="*/ 27111 w 45184"/>
                      <a:gd name="connsiteY8" fmla="*/ 69197 h 69861"/>
                      <a:gd name="connsiteX9" fmla="*/ 22259 w 45184"/>
                      <a:gd name="connsiteY9" fmla="*/ 69862 h 69861"/>
                      <a:gd name="connsiteX10" fmla="*/ 12081 w 45184"/>
                      <a:gd name="connsiteY10" fmla="*/ 67866 h 69861"/>
                      <a:gd name="connsiteX11" fmla="*/ 5232 w 45184"/>
                      <a:gd name="connsiteY11" fmla="*/ 62353 h 69861"/>
                      <a:gd name="connsiteX12" fmla="*/ 1237 w 45184"/>
                      <a:gd name="connsiteY12" fmla="*/ 54179 h 69861"/>
                      <a:gd name="connsiteX13" fmla="*/ 0 w 45184"/>
                      <a:gd name="connsiteY13" fmla="*/ 44008 h 69861"/>
                      <a:gd name="connsiteX14" fmla="*/ 1332 w 45184"/>
                      <a:gd name="connsiteY14" fmla="*/ 34123 h 69861"/>
                      <a:gd name="connsiteX15" fmla="*/ 5327 w 45184"/>
                      <a:gd name="connsiteY15" fmla="*/ 25759 h 69861"/>
                      <a:gd name="connsiteX16" fmla="*/ 12176 w 45184"/>
                      <a:gd name="connsiteY16" fmla="*/ 20056 h 69861"/>
                      <a:gd name="connsiteX17" fmla="*/ 21879 w 45184"/>
                      <a:gd name="connsiteY17" fmla="*/ 17965 h 69861"/>
                      <a:gd name="connsiteX18" fmla="*/ 31867 w 45184"/>
                      <a:gd name="connsiteY18" fmla="*/ 20246 h 69861"/>
                      <a:gd name="connsiteX19" fmla="*/ 39477 w 45184"/>
                      <a:gd name="connsiteY19" fmla="*/ 27184 h 69861"/>
                      <a:gd name="connsiteX20" fmla="*/ 39477 w 45184"/>
                      <a:gd name="connsiteY20" fmla="*/ 95 h 69861"/>
                      <a:gd name="connsiteX21" fmla="*/ 39477 w 45184"/>
                      <a:gd name="connsiteY21" fmla="*/ 43628 h 69861"/>
                      <a:gd name="connsiteX22" fmla="*/ 38336 w 45184"/>
                      <a:gd name="connsiteY22" fmla="*/ 35739 h 69861"/>
                      <a:gd name="connsiteX23" fmla="*/ 35006 w 45184"/>
                      <a:gd name="connsiteY23" fmla="*/ 29180 h 69861"/>
                      <a:gd name="connsiteX24" fmla="*/ 29774 w 45184"/>
                      <a:gd name="connsiteY24" fmla="*/ 24713 h 69861"/>
                      <a:gd name="connsiteX25" fmla="*/ 22830 w 45184"/>
                      <a:gd name="connsiteY25" fmla="*/ 23097 h 69861"/>
                      <a:gd name="connsiteX26" fmla="*/ 15125 w 45184"/>
                      <a:gd name="connsiteY26" fmla="*/ 24808 h 69861"/>
                      <a:gd name="connsiteX27" fmla="*/ 9798 w 45184"/>
                      <a:gd name="connsiteY27" fmla="*/ 29656 h 69861"/>
                      <a:gd name="connsiteX28" fmla="*/ 6754 w 45184"/>
                      <a:gd name="connsiteY28" fmla="*/ 36689 h 69861"/>
                      <a:gd name="connsiteX29" fmla="*/ 5993 w 45184"/>
                      <a:gd name="connsiteY29" fmla="*/ 45434 h 69861"/>
                      <a:gd name="connsiteX30" fmla="*/ 7230 w 45184"/>
                      <a:gd name="connsiteY30" fmla="*/ 53703 h 69861"/>
                      <a:gd name="connsiteX31" fmla="*/ 10844 w 45184"/>
                      <a:gd name="connsiteY31" fmla="*/ 59692 h 69861"/>
                      <a:gd name="connsiteX32" fmla="*/ 16171 w 45184"/>
                      <a:gd name="connsiteY32" fmla="*/ 63494 h 69861"/>
                      <a:gd name="connsiteX33" fmla="*/ 22830 w 45184"/>
                      <a:gd name="connsiteY33" fmla="*/ 64824 h 69861"/>
                      <a:gd name="connsiteX34" fmla="*/ 29964 w 45184"/>
                      <a:gd name="connsiteY34" fmla="*/ 63208 h 69861"/>
                      <a:gd name="connsiteX35" fmla="*/ 35197 w 45184"/>
                      <a:gd name="connsiteY35" fmla="*/ 58741 h 69861"/>
                      <a:gd name="connsiteX36" fmla="*/ 38336 w 45184"/>
                      <a:gd name="connsiteY36" fmla="*/ 52088 h 69861"/>
                      <a:gd name="connsiteX37" fmla="*/ 39477 w 45184"/>
                      <a:gd name="connsiteY37" fmla="*/ 43723 h 69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45184" h="69861">
                        <a:moveTo>
                          <a:pt x="39477" y="0"/>
                        </a:moveTo>
                        <a:lnTo>
                          <a:pt x="45185" y="0"/>
                        </a:lnTo>
                        <a:lnTo>
                          <a:pt x="45185" y="68436"/>
                        </a:lnTo>
                        <a:lnTo>
                          <a:pt x="39477" y="68436"/>
                        </a:lnTo>
                        <a:lnTo>
                          <a:pt x="39477" y="59787"/>
                        </a:lnTo>
                        <a:lnTo>
                          <a:pt x="39287" y="59787"/>
                        </a:lnTo>
                        <a:cubicBezTo>
                          <a:pt x="38431" y="61402"/>
                          <a:pt x="37384" y="62923"/>
                          <a:pt x="36148" y="64159"/>
                        </a:cubicBezTo>
                        <a:cubicBezTo>
                          <a:pt x="34911" y="65395"/>
                          <a:pt x="33389" y="66440"/>
                          <a:pt x="31867" y="67295"/>
                        </a:cubicBezTo>
                        <a:cubicBezTo>
                          <a:pt x="30345" y="68151"/>
                          <a:pt x="28728" y="68721"/>
                          <a:pt x="27111" y="69197"/>
                        </a:cubicBezTo>
                        <a:cubicBezTo>
                          <a:pt x="25494" y="69672"/>
                          <a:pt x="23877" y="69862"/>
                          <a:pt x="22259" y="69862"/>
                        </a:cubicBezTo>
                        <a:cubicBezTo>
                          <a:pt x="18264" y="69862"/>
                          <a:pt x="14840" y="69197"/>
                          <a:pt x="12081" y="67866"/>
                        </a:cubicBezTo>
                        <a:cubicBezTo>
                          <a:pt x="9322" y="66535"/>
                          <a:pt x="6944" y="64729"/>
                          <a:pt x="5232" y="62353"/>
                        </a:cubicBezTo>
                        <a:cubicBezTo>
                          <a:pt x="3424" y="60072"/>
                          <a:pt x="2093" y="57315"/>
                          <a:pt x="1237" y="54179"/>
                        </a:cubicBezTo>
                        <a:cubicBezTo>
                          <a:pt x="381" y="51042"/>
                          <a:pt x="0" y="47620"/>
                          <a:pt x="0" y="44008"/>
                        </a:cubicBezTo>
                        <a:cubicBezTo>
                          <a:pt x="0" y="40586"/>
                          <a:pt x="476" y="37260"/>
                          <a:pt x="1332" y="34123"/>
                        </a:cubicBezTo>
                        <a:cubicBezTo>
                          <a:pt x="2188" y="30986"/>
                          <a:pt x="3615" y="28230"/>
                          <a:pt x="5327" y="25759"/>
                        </a:cubicBezTo>
                        <a:cubicBezTo>
                          <a:pt x="7134" y="23382"/>
                          <a:pt x="9417" y="21481"/>
                          <a:pt x="12176" y="20056"/>
                        </a:cubicBezTo>
                        <a:cubicBezTo>
                          <a:pt x="14935" y="18630"/>
                          <a:pt x="18169" y="17965"/>
                          <a:pt x="21879" y="17965"/>
                        </a:cubicBezTo>
                        <a:cubicBezTo>
                          <a:pt x="25399" y="17965"/>
                          <a:pt x="28728" y="18725"/>
                          <a:pt x="31867" y="20246"/>
                        </a:cubicBezTo>
                        <a:cubicBezTo>
                          <a:pt x="35101" y="21766"/>
                          <a:pt x="37575" y="24143"/>
                          <a:pt x="39477" y="27184"/>
                        </a:cubicBezTo>
                        <a:lnTo>
                          <a:pt x="39477" y="95"/>
                        </a:lnTo>
                        <a:close/>
                        <a:moveTo>
                          <a:pt x="39477" y="43628"/>
                        </a:moveTo>
                        <a:cubicBezTo>
                          <a:pt x="39477" y="40872"/>
                          <a:pt x="39096" y="38210"/>
                          <a:pt x="38336" y="35739"/>
                        </a:cubicBezTo>
                        <a:cubicBezTo>
                          <a:pt x="37575" y="33268"/>
                          <a:pt x="36433" y="31081"/>
                          <a:pt x="35006" y="29180"/>
                        </a:cubicBezTo>
                        <a:cubicBezTo>
                          <a:pt x="33579" y="27279"/>
                          <a:pt x="31867" y="25854"/>
                          <a:pt x="29774" y="24713"/>
                        </a:cubicBezTo>
                        <a:cubicBezTo>
                          <a:pt x="27682" y="23572"/>
                          <a:pt x="25399" y="23097"/>
                          <a:pt x="22830" y="23097"/>
                        </a:cubicBezTo>
                        <a:cubicBezTo>
                          <a:pt x="19881" y="23097"/>
                          <a:pt x="17313" y="23667"/>
                          <a:pt x="15125" y="24808"/>
                        </a:cubicBezTo>
                        <a:cubicBezTo>
                          <a:pt x="12937" y="25949"/>
                          <a:pt x="11225" y="27565"/>
                          <a:pt x="9798" y="29656"/>
                        </a:cubicBezTo>
                        <a:cubicBezTo>
                          <a:pt x="8371" y="31652"/>
                          <a:pt x="7420" y="34028"/>
                          <a:pt x="6754" y="36689"/>
                        </a:cubicBezTo>
                        <a:cubicBezTo>
                          <a:pt x="6088" y="39351"/>
                          <a:pt x="5898" y="42297"/>
                          <a:pt x="5993" y="45434"/>
                        </a:cubicBezTo>
                        <a:cubicBezTo>
                          <a:pt x="5993" y="48571"/>
                          <a:pt x="6374" y="51327"/>
                          <a:pt x="7230" y="53703"/>
                        </a:cubicBezTo>
                        <a:cubicBezTo>
                          <a:pt x="8086" y="56080"/>
                          <a:pt x="9227" y="58076"/>
                          <a:pt x="10844" y="59692"/>
                        </a:cubicBezTo>
                        <a:cubicBezTo>
                          <a:pt x="12366" y="61307"/>
                          <a:pt x="14174" y="62638"/>
                          <a:pt x="16171" y="63494"/>
                        </a:cubicBezTo>
                        <a:cubicBezTo>
                          <a:pt x="18169" y="64349"/>
                          <a:pt x="20452" y="64824"/>
                          <a:pt x="22830" y="64824"/>
                        </a:cubicBezTo>
                        <a:cubicBezTo>
                          <a:pt x="25494" y="64824"/>
                          <a:pt x="27872" y="64254"/>
                          <a:pt x="29964" y="63208"/>
                        </a:cubicBezTo>
                        <a:cubicBezTo>
                          <a:pt x="32057" y="62163"/>
                          <a:pt x="33769" y="60642"/>
                          <a:pt x="35197" y="58741"/>
                        </a:cubicBezTo>
                        <a:cubicBezTo>
                          <a:pt x="36623" y="56840"/>
                          <a:pt x="37670" y="54654"/>
                          <a:pt x="38336" y="52088"/>
                        </a:cubicBezTo>
                        <a:cubicBezTo>
                          <a:pt x="39096" y="49521"/>
                          <a:pt x="39477" y="46765"/>
                          <a:pt x="39477" y="43723"/>
                        </a:cubicBezTo>
                        <a:close/>
                      </a:path>
                    </a:pathLst>
                  </a:custGeom>
                  <a:solidFill>
                    <a:srgbClr val="000000"/>
                  </a:solidFill>
                  <a:ln w="9506" cap="flat">
                    <a:noFill/>
                    <a:prstDash val="solid"/>
                    <a:miter/>
                  </a:ln>
                </p:spPr>
                <p:txBody>
                  <a:bodyPr rtlCol="0" anchor="ctr"/>
                  <a:lstStyle/>
                  <a:p>
                    <a:endParaRPr lang="en-US"/>
                  </a:p>
                </p:txBody>
              </p:sp>
              <p:sp>
                <p:nvSpPr>
                  <p:cNvPr id="1413" name="Freeform 1412">
                    <a:extLst>
                      <a:ext uri="{FF2B5EF4-FFF2-40B4-BE49-F238E27FC236}">
                        <a16:creationId xmlns:a16="http://schemas.microsoft.com/office/drawing/2014/main" id="{CC183934-26FD-381F-00E5-5BD69163FA91}"/>
                      </a:ext>
                    </a:extLst>
                  </p:cNvPr>
                  <p:cNvSpPr/>
                  <p:nvPr/>
                </p:nvSpPr>
                <p:spPr>
                  <a:xfrm>
                    <a:off x="8417727" y="3329292"/>
                    <a:ext cx="21022" cy="88491"/>
                  </a:xfrm>
                  <a:custGeom>
                    <a:avLst/>
                    <a:gdLst>
                      <a:gd name="connsiteX0" fmla="*/ 0 w 21022"/>
                      <a:gd name="connsiteY0" fmla="*/ 88492 h 88491"/>
                      <a:gd name="connsiteX1" fmla="*/ 10654 w 21022"/>
                      <a:gd name="connsiteY1" fmla="*/ 67296 h 88491"/>
                      <a:gd name="connsiteX2" fmla="*/ 14554 w 21022"/>
                      <a:gd name="connsiteY2" fmla="*/ 43913 h 88491"/>
                      <a:gd name="connsiteX3" fmla="*/ 10559 w 21022"/>
                      <a:gd name="connsiteY3" fmla="*/ 20911 h 88491"/>
                      <a:gd name="connsiteX4" fmla="*/ 0 w 21022"/>
                      <a:gd name="connsiteY4" fmla="*/ 0 h 88491"/>
                      <a:gd name="connsiteX5" fmla="*/ 4851 w 21022"/>
                      <a:gd name="connsiteY5" fmla="*/ 0 h 88491"/>
                      <a:gd name="connsiteX6" fmla="*/ 11795 w 21022"/>
                      <a:gd name="connsiteY6" fmla="*/ 10456 h 88491"/>
                      <a:gd name="connsiteX7" fmla="*/ 16837 w 21022"/>
                      <a:gd name="connsiteY7" fmla="*/ 20816 h 88491"/>
                      <a:gd name="connsiteX8" fmla="*/ 19976 w 21022"/>
                      <a:gd name="connsiteY8" fmla="*/ 31842 h 88491"/>
                      <a:gd name="connsiteX9" fmla="*/ 21023 w 21022"/>
                      <a:gd name="connsiteY9" fmla="*/ 44293 h 88491"/>
                      <a:gd name="connsiteX10" fmla="*/ 19976 w 21022"/>
                      <a:gd name="connsiteY10" fmla="*/ 56650 h 88491"/>
                      <a:gd name="connsiteX11" fmla="*/ 16837 w 21022"/>
                      <a:gd name="connsiteY11" fmla="*/ 67771 h 88491"/>
                      <a:gd name="connsiteX12" fmla="*/ 11700 w 21022"/>
                      <a:gd name="connsiteY12" fmla="*/ 78131 h 88491"/>
                      <a:gd name="connsiteX13" fmla="*/ 4851 w 21022"/>
                      <a:gd name="connsiteY13" fmla="*/ 88397 h 88491"/>
                      <a:gd name="connsiteX14" fmla="*/ 0 w 21022"/>
                      <a:gd name="connsiteY14" fmla="*/ 88397 h 88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1022" h="88491">
                        <a:moveTo>
                          <a:pt x="0" y="88492"/>
                        </a:moveTo>
                        <a:cubicBezTo>
                          <a:pt x="4566" y="81933"/>
                          <a:pt x="8181" y="74805"/>
                          <a:pt x="10654" y="67296"/>
                        </a:cubicBezTo>
                        <a:cubicBezTo>
                          <a:pt x="13222" y="59787"/>
                          <a:pt x="14554" y="51993"/>
                          <a:pt x="14554" y="43913"/>
                        </a:cubicBezTo>
                        <a:cubicBezTo>
                          <a:pt x="14554" y="35834"/>
                          <a:pt x="13222" y="28325"/>
                          <a:pt x="10559" y="20911"/>
                        </a:cubicBezTo>
                        <a:cubicBezTo>
                          <a:pt x="7895" y="13497"/>
                          <a:pt x="4376" y="6558"/>
                          <a:pt x="0" y="0"/>
                        </a:cubicBezTo>
                        <a:lnTo>
                          <a:pt x="4851" y="0"/>
                        </a:lnTo>
                        <a:cubicBezTo>
                          <a:pt x="7420" y="3612"/>
                          <a:pt x="9798" y="7129"/>
                          <a:pt x="11795" y="10456"/>
                        </a:cubicBezTo>
                        <a:cubicBezTo>
                          <a:pt x="13793" y="13877"/>
                          <a:pt x="15506" y="17299"/>
                          <a:pt x="16837" y="20816"/>
                        </a:cubicBezTo>
                        <a:cubicBezTo>
                          <a:pt x="18169" y="24333"/>
                          <a:pt x="19215" y="28040"/>
                          <a:pt x="19976" y="31842"/>
                        </a:cubicBezTo>
                        <a:cubicBezTo>
                          <a:pt x="20737" y="35644"/>
                          <a:pt x="21023" y="39826"/>
                          <a:pt x="21023" y="44293"/>
                        </a:cubicBezTo>
                        <a:cubicBezTo>
                          <a:pt x="21023" y="48761"/>
                          <a:pt x="20642" y="52753"/>
                          <a:pt x="19976" y="56650"/>
                        </a:cubicBezTo>
                        <a:cubicBezTo>
                          <a:pt x="19215" y="60452"/>
                          <a:pt x="18169" y="64159"/>
                          <a:pt x="16837" y="67771"/>
                        </a:cubicBezTo>
                        <a:cubicBezTo>
                          <a:pt x="15506" y="71288"/>
                          <a:pt x="13793" y="74805"/>
                          <a:pt x="11700" y="78131"/>
                        </a:cubicBezTo>
                        <a:cubicBezTo>
                          <a:pt x="9703" y="81553"/>
                          <a:pt x="7420" y="84880"/>
                          <a:pt x="4851" y="88397"/>
                        </a:cubicBezTo>
                        <a:lnTo>
                          <a:pt x="0" y="88397"/>
                        </a:lnTo>
                        <a:close/>
                      </a:path>
                    </a:pathLst>
                  </a:custGeom>
                  <a:solidFill>
                    <a:srgbClr val="000000"/>
                  </a:solidFill>
                  <a:ln w="9506" cap="flat">
                    <a:noFill/>
                    <a:prstDash val="solid"/>
                    <a:miter/>
                  </a:ln>
                </p:spPr>
                <p:txBody>
                  <a:bodyPr rtlCol="0" anchor="ctr"/>
                  <a:lstStyle/>
                  <a:p>
                    <a:endParaRPr lang="en-US"/>
                  </a:p>
                </p:txBody>
              </p:sp>
            </p:grpSp>
            <p:grpSp>
              <p:nvGrpSpPr>
                <p:cNvPr id="1379" name="Graphic 14">
                  <a:extLst>
                    <a:ext uri="{FF2B5EF4-FFF2-40B4-BE49-F238E27FC236}">
                      <a16:creationId xmlns:a16="http://schemas.microsoft.com/office/drawing/2014/main" id="{1C4C6602-3A16-B015-85D1-83B485C6A5B2}"/>
                    </a:ext>
                  </a:extLst>
                </p:cNvPr>
                <p:cNvGrpSpPr/>
                <p:nvPr/>
              </p:nvGrpSpPr>
              <p:grpSpPr>
                <a:xfrm rot="5400000">
                  <a:off x="4672877" y="5255126"/>
                  <a:ext cx="151641" cy="517378"/>
                  <a:chOff x="4501968" y="1615205"/>
                  <a:chExt cx="48819" cy="166563"/>
                </a:xfrm>
                <a:solidFill>
                  <a:srgbClr val="231F20"/>
                </a:solidFill>
              </p:grpSpPr>
              <p:sp>
                <p:nvSpPr>
                  <p:cNvPr id="1390" name="Freeform 1389">
                    <a:extLst>
                      <a:ext uri="{FF2B5EF4-FFF2-40B4-BE49-F238E27FC236}">
                        <a16:creationId xmlns:a16="http://schemas.microsoft.com/office/drawing/2014/main" id="{69F8572E-C04A-C346-3C98-D7CAEB4EE532}"/>
                      </a:ext>
                    </a:extLst>
                  </p:cNvPr>
                  <p:cNvSpPr/>
                  <p:nvPr/>
                </p:nvSpPr>
                <p:spPr>
                  <a:xfrm>
                    <a:off x="4501968" y="1750117"/>
                    <a:ext cx="48792" cy="31651"/>
                  </a:xfrm>
                  <a:custGeom>
                    <a:avLst/>
                    <a:gdLst>
                      <a:gd name="connsiteX0" fmla="*/ 47850 w 48792"/>
                      <a:gd name="connsiteY0" fmla="*/ 27664 h 31651"/>
                      <a:gd name="connsiteX1" fmla="*/ 47850 w 48792"/>
                      <a:gd name="connsiteY1" fmla="*/ 31651 h 31651"/>
                      <a:gd name="connsiteX2" fmla="*/ 0 w 48792"/>
                      <a:gd name="connsiteY2" fmla="*/ 31651 h 31651"/>
                      <a:gd name="connsiteX3" fmla="*/ 0 w 48792"/>
                      <a:gd name="connsiteY3" fmla="*/ 27664 h 31651"/>
                      <a:gd name="connsiteX4" fmla="*/ 18941 w 48792"/>
                      <a:gd name="connsiteY4" fmla="*/ 27664 h 31651"/>
                      <a:gd name="connsiteX5" fmla="*/ 14123 w 48792"/>
                      <a:gd name="connsiteY5" fmla="*/ 22375 h 31651"/>
                      <a:gd name="connsiteX6" fmla="*/ 12489 w 48792"/>
                      <a:gd name="connsiteY6" fmla="*/ 15369 h 31651"/>
                      <a:gd name="connsiteX7" fmla="*/ 13984 w 48792"/>
                      <a:gd name="connsiteY7" fmla="*/ 8557 h 31651"/>
                      <a:gd name="connsiteX8" fmla="*/ 17972 w 48792"/>
                      <a:gd name="connsiteY8" fmla="*/ 3766 h 31651"/>
                      <a:gd name="connsiteX9" fmla="*/ 23787 w 48792"/>
                      <a:gd name="connsiteY9" fmla="*/ 941 h 31651"/>
                      <a:gd name="connsiteX10" fmla="*/ 30710 w 48792"/>
                      <a:gd name="connsiteY10" fmla="*/ 0 h 31651"/>
                      <a:gd name="connsiteX11" fmla="*/ 37826 w 48792"/>
                      <a:gd name="connsiteY11" fmla="*/ 858 h 31651"/>
                      <a:gd name="connsiteX12" fmla="*/ 43586 w 48792"/>
                      <a:gd name="connsiteY12" fmla="*/ 3628 h 31651"/>
                      <a:gd name="connsiteX13" fmla="*/ 47408 w 48792"/>
                      <a:gd name="connsiteY13" fmla="*/ 8446 h 31651"/>
                      <a:gd name="connsiteX14" fmla="*/ 48792 w 48792"/>
                      <a:gd name="connsiteY14" fmla="*/ 15563 h 31651"/>
                      <a:gd name="connsiteX15" fmla="*/ 48321 w 48792"/>
                      <a:gd name="connsiteY15" fmla="*/ 18941 h 31651"/>
                      <a:gd name="connsiteX16" fmla="*/ 46992 w 48792"/>
                      <a:gd name="connsiteY16" fmla="*/ 22292 h 31651"/>
                      <a:gd name="connsiteX17" fmla="*/ 44832 w 48792"/>
                      <a:gd name="connsiteY17" fmla="*/ 25282 h 31651"/>
                      <a:gd name="connsiteX18" fmla="*/ 41814 w 48792"/>
                      <a:gd name="connsiteY18" fmla="*/ 27497 h 31651"/>
                      <a:gd name="connsiteX19" fmla="*/ 41814 w 48792"/>
                      <a:gd name="connsiteY19" fmla="*/ 27636 h 31651"/>
                      <a:gd name="connsiteX20" fmla="*/ 47850 w 48792"/>
                      <a:gd name="connsiteY20" fmla="*/ 27636 h 31651"/>
                      <a:gd name="connsiteX21" fmla="*/ 30516 w 48792"/>
                      <a:gd name="connsiteY21" fmla="*/ 27664 h 31651"/>
                      <a:gd name="connsiteX22" fmla="*/ 36331 w 48792"/>
                      <a:gd name="connsiteY22" fmla="*/ 26888 h 31651"/>
                      <a:gd name="connsiteX23" fmla="*/ 40983 w 48792"/>
                      <a:gd name="connsiteY23" fmla="*/ 24673 h 31651"/>
                      <a:gd name="connsiteX24" fmla="*/ 44084 w 48792"/>
                      <a:gd name="connsiteY24" fmla="*/ 21018 h 31651"/>
                      <a:gd name="connsiteX25" fmla="*/ 45220 w 48792"/>
                      <a:gd name="connsiteY25" fmla="*/ 16033 h 31651"/>
                      <a:gd name="connsiteX26" fmla="*/ 44334 w 48792"/>
                      <a:gd name="connsiteY26" fmla="*/ 11381 h 31651"/>
                      <a:gd name="connsiteX27" fmla="*/ 41703 w 48792"/>
                      <a:gd name="connsiteY27" fmla="*/ 7670 h 31651"/>
                      <a:gd name="connsiteX28" fmla="*/ 37494 w 48792"/>
                      <a:gd name="connsiteY28" fmla="*/ 5178 h 31651"/>
                      <a:gd name="connsiteX29" fmla="*/ 31734 w 48792"/>
                      <a:gd name="connsiteY29" fmla="*/ 4292 h 31651"/>
                      <a:gd name="connsiteX30" fmla="*/ 25642 w 48792"/>
                      <a:gd name="connsiteY30" fmla="*/ 4818 h 31651"/>
                      <a:gd name="connsiteX31" fmla="*/ 20685 w 48792"/>
                      <a:gd name="connsiteY31" fmla="*/ 6951 h 31651"/>
                      <a:gd name="connsiteX32" fmla="*/ 17335 w 48792"/>
                      <a:gd name="connsiteY32" fmla="*/ 10717 h 31651"/>
                      <a:gd name="connsiteX33" fmla="*/ 16116 w 48792"/>
                      <a:gd name="connsiteY33" fmla="*/ 16061 h 31651"/>
                      <a:gd name="connsiteX34" fmla="*/ 17279 w 48792"/>
                      <a:gd name="connsiteY34" fmla="*/ 20935 h 31651"/>
                      <a:gd name="connsiteX35" fmla="*/ 20409 w 48792"/>
                      <a:gd name="connsiteY35" fmla="*/ 24590 h 31651"/>
                      <a:gd name="connsiteX36" fmla="*/ 25005 w 48792"/>
                      <a:gd name="connsiteY36" fmla="*/ 26888 h 31651"/>
                      <a:gd name="connsiteX37" fmla="*/ 30543 w 48792"/>
                      <a:gd name="connsiteY37" fmla="*/ 27691 h 316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48792" h="31651">
                        <a:moveTo>
                          <a:pt x="47850" y="27664"/>
                        </a:moveTo>
                        <a:lnTo>
                          <a:pt x="47850" y="31651"/>
                        </a:lnTo>
                        <a:lnTo>
                          <a:pt x="0" y="31651"/>
                        </a:lnTo>
                        <a:lnTo>
                          <a:pt x="0" y="27664"/>
                        </a:lnTo>
                        <a:lnTo>
                          <a:pt x="18941" y="27664"/>
                        </a:lnTo>
                        <a:cubicBezTo>
                          <a:pt x="16808" y="26390"/>
                          <a:pt x="15203" y="24618"/>
                          <a:pt x="14123" y="22375"/>
                        </a:cubicBezTo>
                        <a:cubicBezTo>
                          <a:pt x="13043" y="20132"/>
                          <a:pt x="12489" y="17806"/>
                          <a:pt x="12489" y="15369"/>
                        </a:cubicBezTo>
                        <a:cubicBezTo>
                          <a:pt x="12489" y="12766"/>
                          <a:pt x="12987" y="10495"/>
                          <a:pt x="13984" y="8557"/>
                        </a:cubicBezTo>
                        <a:cubicBezTo>
                          <a:pt x="14981" y="6618"/>
                          <a:pt x="16310" y="5040"/>
                          <a:pt x="17972" y="3766"/>
                        </a:cubicBezTo>
                        <a:cubicBezTo>
                          <a:pt x="19633" y="2492"/>
                          <a:pt x="21571" y="1551"/>
                          <a:pt x="23787" y="941"/>
                        </a:cubicBezTo>
                        <a:cubicBezTo>
                          <a:pt x="26002" y="332"/>
                          <a:pt x="28300" y="0"/>
                          <a:pt x="30710" y="0"/>
                        </a:cubicBezTo>
                        <a:cubicBezTo>
                          <a:pt x="33230" y="0"/>
                          <a:pt x="35611" y="277"/>
                          <a:pt x="37826" y="858"/>
                        </a:cubicBezTo>
                        <a:cubicBezTo>
                          <a:pt x="40042" y="1440"/>
                          <a:pt x="41952" y="2354"/>
                          <a:pt x="43586" y="3628"/>
                        </a:cubicBezTo>
                        <a:cubicBezTo>
                          <a:pt x="45192" y="4901"/>
                          <a:pt x="46466" y="6507"/>
                          <a:pt x="47408" y="8446"/>
                        </a:cubicBezTo>
                        <a:cubicBezTo>
                          <a:pt x="48349" y="10384"/>
                          <a:pt x="48792" y="12766"/>
                          <a:pt x="48792" y="15563"/>
                        </a:cubicBezTo>
                        <a:cubicBezTo>
                          <a:pt x="48792" y="16670"/>
                          <a:pt x="48626" y="17806"/>
                          <a:pt x="48321" y="18941"/>
                        </a:cubicBezTo>
                        <a:cubicBezTo>
                          <a:pt x="48017" y="20104"/>
                          <a:pt x="47574" y="21212"/>
                          <a:pt x="46992" y="22292"/>
                        </a:cubicBezTo>
                        <a:cubicBezTo>
                          <a:pt x="46411" y="23371"/>
                          <a:pt x="45691" y="24368"/>
                          <a:pt x="44832" y="25282"/>
                        </a:cubicBezTo>
                        <a:cubicBezTo>
                          <a:pt x="43974" y="26196"/>
                          <a:pt x="42949" y="26944"/>
                          <a:pt x="41814" y="27497"/>
                        </a:cubicBezTo>
                        <a:lnTo>
                          <a:pt x="41814" y="27636"/>
                        </a:lnTo>
                        <a:lnTo>
                          <a:pt x="47850" y="27636"/>
                        </a:lnTo>
                        <a:close/>
                        <a:moveTo>
                          <a:pt x="30516" y="27664"/>
                        </a:moveTo>
                        <a:cubicBezTo>
                          <a:pt x="32592" y="27664"/>
                          <a:pt x="34531" y="27414"/>
                          <a:pt x="36331" y="26888"/>
                        </a:cubicBezTo>
                        <a:cubicBezTo>
                          <a:pt x="38131" y="26362"/>
                          <a:pt x="39682" y="25642"/>
                          <a:pt x="40983" y="24673"/>
                        </a:cubicBezTo>
                        <a:cubicBezTo>
                          <a:pt x="42284" y="23704"/>
                          <a:pt x="43309" y="22485"/>
                          <a:pt x="44084" y="21018"/>
                        </a:cubicBezTo>
                        <a:cubicBezTo>
                          <a:pt x="44832" y="19550"/>
                          <a:pt x="45220" y="17889"/>
                          <a:pt x="45220" y="16033"/>
                        </a:cubicBezTo>
                        <a:cubicBezTo>
                          <a:pt x="45220" y="14344"/>
                          <a:pt x="44915" y="12793"/>
                          <a:pt x="44334" y="11381"/>
                        </a:cubicBezTo>
                        <a:cubicBezTo>
                          <a:pt x="43724" y="9969"/>
                          <a:pt x="42866" y="8723"/>
                          <a:pt x="41703" y="7670"/>
                        </a:cubicBezTo>
                        <a:cubicBezTo>
                          <a:pt x="40540" y="6618"/>
                          <a:pt x="39156" y="5787"/>
                          <a:pt x="37494" y="5178"/>
                        </a:cubicBezTo>
                        <a:cubicBezTo>
                          <a:pt x="35832" y="4569"/>
                          <a:pt x="33922" y="4292"/>
                          <a:pt x="31734" y="4292"/>
                        </a:cubicBezTo>
                        <a:cubicBezTo>
                          <a:pt x="29574" y="4209"/>
                          <a:pt x="27525" y="4375"/>
                          <a:pt x="25642" y="4818"/>
                        </a:cubicBezTo>
                        <a:cubicBezTo>
                          <a:pt x="23759" y="5261"/>
                          <a:pt x="22098" y="5981"/>
                          <a:pt x="20685" y="6951"/>
                        </a:cubicBezTo>
                        <a:cubicBezTo>
                          <a:pt x="19273" y="7920"/>
                          <a:pt x="18138" y="9166"/>
                          <a:pt x="17335" y="10717"/>
                        </a:cubicBezTo>
                        <a:cubicBezTo>
                          <a:pt x="16504" y="12240"/>
                          <a:pt x="16116" y="14039"/>
                          <a:pt x="16116" y="16061"/>
                        </a:cubicBezTo>
                        <a:cubicBezTo>
                          <a:pt x="16116" y="17889"/>
                          <a:pt x="16504" y="19495"/>
                          <a:pt x="17279" y="20935"/>
                        </a:cubicBezTo>
                        <a:cubicBezTo>
                          <a:pt x="18054" y="22375"/>
                          <a:pt x="19107" y="23593"/>
                          <a:pt x="20409" y="24590"/>
                        </a:cubicBezTo>
                        <a:cubicBezTo>
                          <a:pt x="21710" y="25587"/>
                          <a:pt x="23233" y="26362"/>
                          <a:pt x="25005" y="26888"/>
                        </a:cubicBezTo>
                        <a:cubicBezTo>
                          <a:pt x="26750" y="27414"/>
                          <a:pt x="28605" y="27691"/>
                          <a:pt x="30543" y="27691"/>
                        </a:cubicBezTo>
                        <a:close/>
                      </a:path>
                    </a:pathLst>
                  </a:custGeom>
                  <a:solidFill>
                    <a:srgbClr val="231F20"/>
                  </a:solidFill>
                  <a:ln w="2767" cap="flat">
                    <a:noFill/>
                    <a:prstDash val="solid"/>
                    <a:miter/>
                  </a:ln>
                </p:spPr>
                <p:txBody>
                  <a:bodyPr rtlCol="0" anchor="ctr"/>
                  <a:lstStyle/>
                  <a:p>
                    <a:endParaRPr lang="en-US"/>
                  </a:p>
                </p:txBody>
              </p:sp>
              <p:sp>
                <p:nvSpPr>
                  <p:cNvPr id="1391" name="Freeform 1390">
                    <a:extLst>
                      <a:ext uri="{FF2B5EF4-FFF2-40B4-BE49-F238E27FC236}">
                        <a16:creationId xmlns:a16="http://schemas.microsoft.com/office/drawing/2014/main" id="{949F4FEB-AA33-9045-8802-7754197BACCC}"/>
                      </a:ext>
                    </a:extLst>
                  </p:cNvPr>
                  <p:cNvSpPr/>
                  <p:nvPr/>
                </p:nvSpPr>
                <p:spPr>
                  <a:xfrm>
                    <a:off x="4514485" y="1712510"/>
                    <a:ext cx="36303" cy="30988"/>
                  </a:xfrm>
                  <a:custGeom>
                    <a:avLst/>
                    <a:gdLst>
                      <a:gd name="connsiteX0" fmla="*/ 19052 w 36303"/>
                      <a:gd name="connsiteY0" fmla="*/ 26668 h 30988"/>
                      <a:gd name="connsiteX1" fmla="*/ 24341 w 36303"/>
                      <a:gd name="connsiteY1" fmla="*/ 25948 h 30988"/>
                      <a:gd name="connsiteX2" fmla="*/ 28661 w 36303"/>
                      <a:gd name="connsiteY2" fmla="*/ 23789 h 30988"/>
                      <a:gd name="connsiteX3" fmla="*/ 31596 w 36303"/>
                      <a:gd name="connsiteY3" fmla="*/ 20161 h 30988"/>
                      <a:gd name="connsiteX4" fmla="*/ 32704 w 36303"/>
                      <a:gd name="connsiteY4" fmla="*/ 15121 h 30988"/>
                      <a:gd name="connsiteX5" fmla="*/ 30655 w 36303"/>
                      <a:gd name="connsiteY5" fmla="*/ 8420 h 30988"/>
                      <a:gd name="connsiteX6" fmla="*/ 24812 w 36303"/>
                      <a:gd name="connsiteY6" fmla="*/ 4709 h 30988"/>
                      <a:gd name="connsiteX7" fmla="*/ 24812 w 36303"/>
                      <a:gd name="connsiteY7" fmla="*/ 251 h 30988"/>
                      <a:gd name="connsiteX8" fmla="*/ 29353 w 36303"/>
                      <a:gd name="connsiteY8" fmla="*/ 2189 h 30988"/>
                      <a:gd name="connsiteX9" fmla="*/ 33008 w 36303"/>
                      <a:gd name="connsiteY9" fmla="*/ 5180 h 30988"/>
                      <a:gd name="connsiteX10" fmla="*/ 35445 w 36303"/>
                      <a:gd name="connsiteY10" fmla="*/ 9444 h 30988"/>
                      <a:gd name="connsiteX11" fmla="*/ 36304 w 36303"/>
                      <a:gd name="connsiteY11" fmla="*/ 15149 h 30988"/>
                      <a:gd name="connsiteX12" fmla="*/ 34919 w 36303"/>
                      <a:gd name="connsiteY12" fmla="*/ 22265 h 30988"/>
                      <a:gd name="connsiteX13" fmla="*/ 31098 w 36303"/>
                      <a:gd name="connsiteY13" fmla="*/ 27195 h 30988"/>
                      <a:gd name="connsiteX14" fmla="*/ 25393 w 36303"/>
                      <a:gd name="connsiteY14" fmla="*/ 30047 h 30988"/>
                      <a:gd name="connsiteX15" fmla="*/ 18304 w 36303"/>
                      <a:gd name="connsiteY15" fmla="*/ 30988 h 30988"/>
                      <a:gd name="connsiteX16" fmla="*/ 11187 w 36303"/>
                      <a:gd name="connsiteY16" fmla="*/ 29881 h 30988"/>
                      <a:gd name="connsiteX17" fmla="*/ 5372 w 36303"/>
                      <a:gd name="connsiteY17" fmla="*/ 26752 h 30988"/>
                      <a:gd name="connsiteX18" fmla="*/ 1440 w 36303"/>
                      <a:gd name="connsiteY18" fmla="*/ 21795 h 30988"/>
                      <a:gd name="connsiteX19" fmla="*/ 0 w 36303"/>
                      <a:gd name="connsiteY19" fmla="*/ 15149 h 30988"/>
                      <a:gd name="connsiteX20" fmla="*/ 4874 w 36303"/>
                      <a:gd name="connsiteY20" fmla="*/ 3989 h 30988"/>
                      <a:gd name="connsiteX21" fmla="*/ 19052 w 36303"/>
                      <a:gd name="connsiteY21" fmla="*/ 2 h 30988"/>
                      <a:gd name="connsiteX22" fmla="*/ 19052 w 36303"/>
                      <a:gd name="connsiteY22" fmla="*/ 26724 h 30988"/>
                      <a:gd name="connsiteX23" fmla="*/ 15729 w 36303"/>
                      <a:gd name="connsiteY23" fmla="*/ 4211 h 30988"/>
                      <a:gd name="connsiteX24" fmla="*/ 10966 w 36303"/>
                      <a:gd name="connsiteY24" fmla="*/ 4903 h 30988"/>
                      <a:gd name="connsiteX25" fmla="*/ 7117 w 36303"/>
                      <a:gd name="connsiteY25" fmla="*/ 6952 h 30988"/>
                      <a:gd name="connsiteX26" fmla="*/ 4514 w 36303"/>
                      <a:gd name="connsiteY26" fmla="*/ 10386 h 30988"/>
                      <a:gd name="connsiteX27" fmla="*/ 3545 w 36303"/>
                      <a:gd name="connsiteY27" fmla="*/ 15093 h 30988"/>
                      <a:gd name="connsiteX28" fmla="*/ 4541 w 36303"/>
                      <a:gd name="connsiteY28" fmla="*/ 19773 h 30988"/>
                      <a:gd name="connsiteX29" fmla="*/ 7200 w 36303"/>
                      <a:gd name="connsiteY29" fmla="*/ 23235 h 30988"/>
                      <a:gd name="connsiteX30" fmla="*/ 11049 w 36303"/>
                      <a:gd name="connsiteY30" fmla="*/ 25533 h 30988"/>
                      <a:gd name="connsiteX31" fmla="*/ 15701 w 36303"/>
                      <a:gd name="connsiteY31" fmla="*/ 26668 h 30988"/>
                      <a:gd name="connsiteX32" fmla="*/ 15701 w 36303"/>
                      <a:gd name="connsiteY32" fmla="*/ 4211 h 30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6303" h="30988">
                        <a:moveTo>
                          <a:pt x="19052" y="26668"/>
                        </a:moveTo>
                        <a:cubicBezTo>
                          <a:pt x="20907" y="26668"/>
                          <a:pt x="22679" y="26419"/>
                          <a:pt x="24341" y="25948"/>
                        </a:cubicBezTo>
                        <a:cubicBezTo>
                          <a:pt x="26002" y="25450"/>
                          <a:pt x="27442" y="24730"/>
                          <a:pt x="28661" y="23789"/>
                        </a:cubicBezTo>
                        <a:cubicBezTo>
                          <a:pt x="29879" y="22847"/>
                          <a:pt x="30848" y="21629"/>
                          <a:pt x="31596" y="20161"/>
                        </a:cubicBezTo>
                        <a:cubicBezTo>
                          <a:pt x="32316" y="18693"/>
                          <a:pt x="32704" y="17004"/>
                          <a:pt x="32704" y="15121"/>
                        </a:cubicBezTo>
                        <a:cubicBezTo>
                          <a:pt x="32704" y="12518"/>
                          <a:pt x="32011" y="10275"/>
                          <a:pt x="30655" y="8420"/>
                        </a:cubicBezTo>
                        <a:cubicBezTo>
                          <a:pt x="29270" y="6564"/>
                          <a:pt x="27332" y="5318"/>
                          <a:pt x="24812" y="4709"/>
                        </a:cubicBezTo>
                        <a:lnTo>
                          <a:pt x="24812" y="251"/>
                        </a:lnTo>
                        <a:cubicBezTo>
                          <a:pt x="26445" y="749"/>
                          <a:pt x="27969" y="1386"/>
                          <a:pt x="29353" y="2189"/>
                        </a:cubicBezTo>
                        <a:cubicBezTo>
                          <a:pt x="30738" y="2992"/>
                          <a:pt x="31956" y="3989"/>
                          <a:pt x="33008" y="5180"/>
                        </a:cubicBezTo>
                        <a:cubicBezTo>
                          <a:pt x="34060" y="6371"/>
                          <a:pt x="34864" y="7783"/>
                          <a:pt x="35445" y="9444"/>
                        </a:cubicBezTo>
                        <a:cubicBezTo>
                          <a:pt x="36026" y="11078"/>
                          <a:pt x="36304" y="12989"/>
                          <a:pt x="36304" y="15149"/>
                        </a:cubicBezTo>
                        <a:cubicBezTo>
                          <a:pt x="36304" y="17890"/>
                          <a:pt x="35833" y="20272"/>
                          <a:pt x="34919" y="22265"/>
                        </a:cubicBezTo>
                        <a:cubicBezTo>
                          <a:pt x="33977" y="24259"/>
                          <a:pt x="32704" y="25893"/>
                          <a:pt x="31098" y="27195"/>
                        </a:cubicBezTo>
                        <a:cubicBezTo>
                          <a:pt x="29491" y="28468"/>
                          <a:pt x="27581" y="29438"/>
                          <a:pt x="25393" y="30047"/>
                        </a:cubicBezTo>
                        <a:cubicBezTo>
                          <a:pt x="23205" y="30656"/>
                          <a:pt x="20852" y="30988"/>
                          <a:pt x="18304" y="30988"/>
                        </a:cubicBezTo>
                        <a:cubicBezTo>
                          <a:pt x="15757" y="30988"/>
                          <a:pt x="13403" y="30628"/>
                          <a:pt x="11187" y="29881"/>
                        </a:cubicBezTo>
                        <a:cubicBezTo>
                          <a:pt x="8972" y="29161"/>
                          <a:pt x="7034" y="28108"/>
                          <a:pt x="5372" y="26752"/>
                        </a:cubicBezTo>
                        <a:cubicBezTo>
                          <a:pt x="3711" y="25395"/>
                          <a:pt x="2409" y="23761"/>
                          <a:pt x="1440" y="21795"/>
                        </a:cubicBezTo>
                        <a:cubicBezTo>
                          <a:pt x="499" y="19856"/>
                          <a:pt x="0" y="17641"/>
                          <a:pt x="0" y="15149"/>
                        </a:cubicBezTo>
                        <a:cubicBezTo>
                          <a:pt x="0" y="10414"/>
                          <a:pt x="1634" y="6675"/>
                          <a:pt x="4874" y="3989"/>
                        </a:cubicBezTo>
                        <a:cubicBezTo>
                          <a:pt x="8141" y="1275"/>
                          <a:pt x="12849" y="-54"/>
                          <a:pt x="19052" y="2"/>
                        </a:cubicBezTo>
                        <a:lnTo>
                          <a:pt x="19052" y="26724"/>
                        </a:lnTo>
                        <a:close/>
                        <a:moveTo>
                          <a:pt x="15729" y="4211"/>
                        </a:moveTo>
                        <a:cubicBezTo>
                          <a:pt x="14040" y="4211"/>
                          <a:pt x="12461" y="4432"/>
                          <a:pt x="10966" y="4903"/>
                        </a:cubicBezTo>
                        <a:cubicBezTo>
                          <a:pt x="9471" y="5374"/>
                          <a:pt x="8197" y="6066"/>
                          <a:pt x="7117" y="6952"/>
                        </a:cubicBezTo>
                        <a:cubicBezTo>
                          <a:pt x="6037" y="7866"/>
                          <a:pt x="5179" y="9001"/>
                          <a:pt x="4514" y="10386"/>
                        </a:cubicBezTo>
                        <a:cubicBezTo>
                          <a:pt x="3877" y="11770"/>
                          <a:pt x="3545" y="13321"/>
                          <a:pt x="3545" y="15093"/>
                        </a:cubicBezTo>
                        <a:cubicBezTo>
                          <a:pt x="3545" y="16866"/>
                          <a:pt x="3877" y="18416"/>
                          <a:pt x="4541" y="19773"/>
                        </a:cubicBezTo>
                        <a:cubicBezTo>
                          <a:pt x="5206" y="21130"/>
                          <a:pt x="6092" y="22265"/>
                          <a:pt x="7200" y="23235"/>
                        </a:cubicBezTo>
                        <a:cubicBezTo>
                          <a:pt x="8307" y="24176"/>
                          <a:pt x="9581" y="24952"/>
                          <a:pt x="11049" y="25533"/>
                        </a:cubicBezTo>
                        <a:cubicBezTo>
                          <a:pt x="12517" y="26115"/>
                          <a:pt x="14067" y="26475"/>
                          <a:pt x="15701" y="26668"/>
                        </a:cubicBezTo>
                        <a:lnTo>
                          <a:pt x="15701" y="4211"/>
                        </a:lnTo>
                        <a:close/>
                      </a:path>
                    </a:pathLst>
                  </a:custGeom>
                  <a:solidFill>
                    <a:srgbClr val="231F20"/>
                  </a:solidFill>
                  <a:ln w="2767" cap="flat">
                    <a:noFill/>
                    <a:prstDash val="solid"/>
                    <a:miter/>
                  </a:ln>
                </p:spPr>
                <p:txBody>
                  <a:bodyPr rtlCol="0" anchor="ctr"/>
                  <a:lstStyle/>
                  <a:p>
                    <a:endParaRPr lang="en-US"/>
                  </a:p>
                </p:txBody>
              </p:sp>
              <p:sp>
                <p:nvSpPr>
                  <p:cNvPr id="1392" name="Freeform 1391">
                    <a:extLst>
                      <a:ext uri="{FF2B5EF4-FFF2-40B4-BE49-F238E27FC236}">
                        <a16:creationId xmlns:a16="http://schemas.microsoft.com/office/drawing/2014/main" id="{7822EBAD-3335-B5A3-50FA-DB14FAB116F7}"/>
                      </a:ext>
                    </a:extLst>
                  </p:cNvPr>
                  <p:cNvSpPr/>
                  <p:nvPr/>
                </p:nvSpPr>
                <p:spPr>
                  <a:xfrm>
                    <a:off x="4505817" y="1692574"/>
                    <a:ext cx="44942" cy="15534"/>
                  </a:xfrm>
                  <a:custGeom>
                    <a:avLst/>
                    <a:gdLst>
                      <a:gd name="connsiteX0" fmla="*/ 44140 w 44942"/>
                      <a:gd name="connsiteY0" fmla="*/ 0 h 15534"/>
                      <a:gd name="connsiteX1" fmla="*/ 44611 w 44942"/>
                      <a:gd name="connsiteY1" fmla="*/ 1938 h 15534"/>
                      <a:gd name="connsiteX2" fmla="*/ 44943 w 44942"/>
                      <a:gd name="connsiteY2" fmla="*/ 4597 h 15534"/>
                      <a:gd name="connsiteX3" fmla="*/ 43448 w 44942"/>
                      <a:gd name="connsiteY3" fmla="*/ 9138 h 15534"/>
                      <a:gd name="connsiteX4" fmla="*/ 38103 w 44942"/>
                      <a:gd name="connsiteY4" fmla="*/ 10689 h 15534"/>
                      <a:gd name="connsiteX5" fmla="*/ 12904 w 44942"/>
                      <a:gd name="connsiteY5" fmla="*/ 10689 h 15534"/>
                      <a:gd name="connsiteX6" fmla="*/ 12904 w 44942"/>
                      <a:gd name="connsiteY6" fmla="*/ 15535 h 15534"/>
                      <a:gd name="connsiteX7" fmla="*/ 9581 w 44942"/>
                      <a:gd name="connsiteY7" fmla="*/ 15535 h 15534"/>
                      <a:gd name="connsiteX8" fmla="*/ 9581 w 44942"/>
                      <a:gd name="connsiteY8" fmla="*/ 10689 h 15534"/>
                      <a:gd name="connsiteX9" fmla="*/ 0 w 44942"/>
                      <a:gd name="connsiteY9" fmla="*/ 10689 h 15534"/>
                      <a:gd name="connsiteX10" fmla="*/ 0 w 44942"/>
                      <a:gd name="connsiteY10" fmla="*/ 6701 h 15534"/>
                      <a:gd name="connsiteX11" fmla="*/ 9581 w 44942"/>
                      <a:gd name="connsiteY11" fmla="*/ 6701 h 15534"/>
                      <a:gd name="connsiteX12" fmla="*/ 9581 w 44942"/>
                      <a:gd name="connsiteY12" fmla="*/ 249 h 15534"/>
                      <a:gd name="connsiteX13" fmla="*/ 12904 w 44942"/>
                      <a:gd name="connsiteY13" fmla="*/ 249 h 15534"/>
                      <a:gd name="connsiteX14" fmla="*/ 12904 w 44942"/>
                      <a:gd name="connsiteY14" fmla="*/ 6701 h 15534"/>
                      <a:gd name="connsiteX15" fmla="*/ 36497 w 44942"/>
                      <a:gd name="connsiteY15" fmla="*/ 6701 h 15534"/>
                      <a:gd name="connsiteX16" fmla="*/ 38685 w 44942"/>
                      <a:gd name="connsiteY16" fmla="*/ 6646 h 15534"/>
                      <a:gd name="connsiteX17" fmla="*/ 40208 w 44942"/>
                      <a:gd name="connsiteY17" fmla="*/ 6258 h 15534"/>
                      <a:gd name="connsiteX18" fmla="*/ 41066 w 44942"/>
                      <a:gd name="connsiteY18" fmla="*/ 5234 h 15534"/>
                      <a:gd name="connsiteX19" fmla="*/ 41343 w 44942"/>
                      <a:gd name="connsiteY19" fmla="*/ 3268 h 15534"/>
                      <a:gd name="connsiteX20" fmla="*/ 41204 w 44942"/>
                      <a:gd name="connsiteY20" fmla="*/ 1634 h 15534"/>
                      <a:gd name="connsiteX21" fmla="*/ 40872 w 44942"/>
                      <a:gd name="connsiteY21" fmla="*/ 0 h 15534"/>
                      <a:gd name="connsiteX22" fmla="*/ 44140 w 44942"/>
                      <a:gd name="connsiteY22" fmla="*/ 0 h 15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4942" h="15534">
                        <a:moveTo>
                          <a:pt x="44140" y="0"/>
                        </a:moveTo>
                        <a:cubicBezTo>
                          <a:pt x="44223" y="498"/>
                          <a:pt x="44389" y="1135"/>
                          <a:pt x="44611" y="1938"/>
                        </a:cubicBezTo>
                        <a:cubicBezTo>
                          <a:pt x="44832" y="2741"/>
                          <a:pt x="44943" y="3628"/>
                          <a:pt x="44943" y="4597"/>
                        </a:cubicBezTo>
                        <a:cubicBezTo>
                          <a:pt x="44943" y="6591"/>
                          <a:pt x="44444" y="8114"/>
                          <a:pt x="43448" y="9138"/>
                        </a:cubicBezTo>
                        <a:cubicBezTo>
                          <a:pt x="42451" y="10163"/>
                          <a:pt x="40678" y="10689"/>
                          <a:pt x="38103" y="10689"/>
                        </a:cubicBezTo>
                        <a:lnTo>
                          <a:pt x="12904" y="10689"/>
                        </a:lnTo>
                        <a:lnTo>
                          <a:pt x="12904" y="15535"/>
                        </a:lnTo>
                        <a:lnTo>
                          <a:pt x="9581" y="15535"/>
                        </a:lnTo>
                        <a:lnTo>
                          <a:pt x="9581" y="10689"/>
                        </a:lnTo>
                        <a:lnTo>
                          <a:pt x="0" y="10689"/>
                        </a:lnTo>
                        <a:lnTo>
                          <a:pt x="0" y="6701"/>
                        </a:lnTo>
                        <a:lnTo>
                          <a:pt x="9581" y="6701"/>
                        </a:lnTo>
                        <a:lnTo>
                          <a:pt x="9581" y="249"/>
                        </a:lnTo>
                        <a:lnTo>
                          <a:pt x="12904" y="249"/>
                        </a:lnTo>
                        <a:lnTo>
                          <a:pt x="12904" y="6701"/>
                        </a:lnTo>
                        <a:lnTo>
                          <a:pt x="36497" y="6701"/>
                        </a:lnTo>
                        <a:cubicBezTo>
                          <a:pt x="37328" y="6701"/>
                          <a:pt x="38076" y="6701"/>
                          <a:pt x="38685" y="6646"/>
                        </a:cubicBezTo>
                        <a:cubicBezTo>
                          <a:pt x="39294" y="6591"/>
                          <a:pt x="39820" y="6480"/>
                          <a:pt x="40208" y="6258"/>
                        </a:cubicBezTo>
                        <a:cubicBezTo>
                          <a:pt x="40595" y="6037"/>
                          <a:pt x="40900" y="5704"/>
                          <a:pt x="41066" y="5234"/>
                        </a:cubicBezTo>
                        <a:cubicBezTo>
                          <a:pt x="41232" y="4763"/>
                          <a:pt x="41343" y="4126"/>
                          <a:pt x="41343" y="3268"/>
                        </a:cubicBezTo>
                        <a:cubicBezTo>
                          <a:pt x="41343" y="2741"/>
                          <a:pt x="41288" y="2188"/>
                          <a:pt x="41204" y="1634"/>
                        </a:cubicBezTo>
                        <a:cubicBezTo>
                          <a:pt x="41122" y="1080"/>
                          <a:pt x="41011" y="526"/>
                          <a:pt x="40872" y="0"/>
                        </a:cubicBezTo>
                        <a:lnTo>
                          <a:pt x="44140" y="0"/>
                        </a:lnTo>
                        <a:close/>
                      </a:path>
                    </a:pathLst>
                  </a:custGeom>
                  <a:solidFill>
                    <a:srgbClr val="231F20"/>
                  </a:solidFill>
                  <a:ln w="2767" cap="flat">
                    <a:noFill/>
                    <a:prstDash val="solid"/>
                    <a:miter/>
                  </a:ln>
                </p:spPr>
                <p:txBody>
                  <a:bodyPr rtlCol="0" anchor="ctr"/>
                  <a:lstStyle/>
                  <a:p>
                    <a:endParaRPr lang="en-US"/>
                  </a:p>
                </p:txBody>
              </p:sp>
              <p:sp>
                <p:nvSpPr>
                  <p:cNvPr id="1393" name="Freeform 1392">
                    <a:extLst>
                      <a:ext uri="{FF2B5EF4-FFF2-40B4-BE49-F238E27FC236}">
                        <a16:creationId xmlns:a16="http://schemas.microsoft.com/office/drawing/2014/main" id="{C3CE3EFD-2674-3199-3E1D-6FE9D802A74A}"/>
                      </a:ext>
                    </a:extLst>
                  </p:cNvPr>
                  <p:cNvSpPr/>
                  <p:nvPr/>
                </p:nvSpPr>
                <p:spPr>
                  <a:xfrm>
                    <a:off x="4505817" y="1674104"/>
                    <a:ext cx="44942" cy="15534"/>
                  </a:xfrm>
                  <a:custGeom>
                    <a:avLst/>
                    <a:gdLst>
                      <a:gd name="connsiteX0" fmla="*/ 44140 w 44942"/>
                      <a:gd name="connsiteY0" fmla="*/ 0 h 15534"/>
                      <a:gd name="connsiteX1" fmla="*/ 44611 w 44942"/>
                      <a:gd name="connsiteY1" fmla="*/ 1938 h 15534"/>
                      <a:gd name="connsiteX2" fmla="*/ 44943 w 44942"/>
                      <a:gd name="connsiteY2" fmla="*/ 4597 h 15534"/>
                      <a:gd name="connsiteX3" fmla="*/ 43448 w 44942"/>
                      <a:gd name="connsiteY3" fmla="*/ 9138 h 15534"/>
                      <a:gd name="connsiteX4" fmla="*/ 38103 w 44942"/>
                      <a:gd name="connsiteY4" fmla="*/ 10689 h 15534"/>
                      <a:gd name="connsiteX5" fmla="*/ 12904 w 44942"/>
                      <a:gd name="connsiteY5" fmla="*/ 10689 h 15534"/>
                      <a:gd name="connsiteX6" fmla="*/ 12904 w 44942"/>
                      <a:gd name="connsiteY6" fmla="*/ 15535 h 15534"/>
                      <a:gd name="connsiteX7" fmla="*/ 9581 w 44942"/>
                      <a:gd name="connsiteY7" fmla="*/ 15535 h 15534"/>
                      <a:gd name="connsiteX8" fmla="*/ 9581 w 44942"/>
                      <a:gd name="connsiteY8" fmla="*/ 10689 h 15534"/>
                      <a:gd name="connsiteX9" fmla="*/ 0 w 44942"/>
                      <a:gd name="connsiteY9" fmla="*/ 10689 h 15534"/>
                      <a:gd name="connsiteX10" fmla="*/ 0 w 44942"/>
                      <a:gd name="connsiteY10" fmla="*/ 6701 h 15534"/>
                      <a:gd name="connsiteX11" fmla="*/ 9581 w 44942"/>
                      <a:gd name="connsiteY11" fmla="*/ 6701 h 15534"/>
                      <a:gd name="connsiteX12" fmla="*/ 9581 w 44942"/>
                      <a:gd name="connsiteY12" fmla="*/ 249 h 15534"/>
                      <a:gd name="connsiteX13" fmla="*/ 12904 w 44942"/>
                      <a:gd name="connsiteY13" fmla="*/ 249 h 15534"/>
                      <a:gd name="connsiteX14" fmla="*/ 12904 w 44942"/>
                      <a:gd name="connsiteY14" fmla="*/ 6701 h 15534"/>
                      <a:gd name="connsiteX15" fmla="*/ 36497 w 44942"/>
                      <a:gd name="connsiteY15" fmla="*/ 6701 h 15534"/>
                      <a:gd name="connsiteX16" fmla="*/ 38685 w 44942"/>
                      <a:gd name="connsiteY16" fmla="*/ 6646 h 15534"/>
                      <a:gd name="connsiteX17" fmla="*/ 40208 w 44942"/>
                      <a:gd name="connsiteY17" fmla="*/ 6258 h 15534"/>
                      <a:gd name="connsiteX18" fmla="*/ 41066 w 44942"/>
                      <a:gd name="connsiteY18" fmla="*/ 5234 h 15534"/>
                      <a:gd name="connsiteX19" fmla="*/ 41343 w 44942"/>
                      <a:gd name="connsiteY19" fmla="*/ 3268 h 15534"/>
                      <a:gd name="connsiteX20" fmla="*/ 41204 w 44942"/>
                      <a:gd name="connsiteY20" fmla="*/ 1634 h 15534"/>
                      <a:gd name="connsiteX21" fmla="*/ 40872 w 44942"/>
                      <a:gd name="connsiteY21" fmla="*/ 0 h 15534"/>
                      <a:gd name="connsiteX22" fmla="*/ 44140 w 44942"/>
                      <a:gd name="connsiteY22" fmla="*/ 0 h 15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4942" h="15534">
                        <a:moveTo>
                          <a:pt x="44140" y="0"/>
                        </a:moveTo>
                        <a:cubicBezTo>
                          <a:pt x="44223" y="498"/>
                          <a:pt x="44389" y="1135"/>
                          <a:pt x="44611" y="1938"/>
                        </a:cubicBezTo>
                        <a:cubicBezTo>
                          <a:pt x="44832" y="2741"/>
                          <a:pt x="44943" y="3628"/>
                          <a:pt x="44943" y="4597"/>
                        </a:cubicBezTo>
                        <a:cubicBezTo>
                          <a:pt x="44943" y="6591"/>
                          <a:pt x="44444" y="8114"/>
                          <a:pt x="43448" y="9138"/>
                        </a:cubicBezTo>
                        <a:cubicBezTo>
                          <a:pt x="42451" y="10163"/>
                          <a:pt x="40678" y="10689"/>
                          <a:pt x="38103" y="10689"/>
                        </a:cubicBezTo>
                        <a:lnTo>
                          <a:pt x="12904" y="10689"/>
                        </a:lnTo>
                        <a:lnTo>
                          <a:pt x="12904" y="15535"/>
                        </a:lnTo>
                        <a:lnTo>
                          <a:pt x="9581" y="15535"/>
                        </a:lnTo>
                        <a:lnTo>
                          <a:pt x="9581" y="10689"/>
                        </a:lnTo>
                        <a:lnTo>
                          <a:pt x="0" y="10689"/>
                        </a:lnTo>
                        <a:lnTo>
                          <a:pt x="0" y="6701"/>
                        </a:lnTo>
                        <a:lnTo>
                          <a:pt x="9581" y="6701"/>
                        </a:lnTo>
                        <a:lnTo>
                          <a:pt x="9581" y="249"/>
                        </a:lnTo>
                        <a:lnTo>
                          <a:pt x="12904" y="249"/>
                        </a:lnTo>
                        <a:lnTo>
                          <a:pt x="12904" y="6701"/>
                        </a:lnTo>
                        <a:lnTo>
                          <a:pt x="36497" y="6701"/>
                        </a:lnTo>
                        <a:cubicBezTo>
                          <a:pt x="37328" y="6701"/>
                          <a:pt x="38076" y="6701"/>
                          <a:pt x="38685" y="6646"/>
                        </a:cubicBezTo>
                        <a:cubicBezTo>
                          <a:pt x="39294" y="6591"/>
                          <a:pt x="39820" y="6480"/>
                          <a:pt x="40208" y="6258"/>
                        </a:cubicBezTo>
                        <a:cubicBezTo>
                          <a:pt x="40595" y="6037"/>
                          <a:pt x="40900" y="5704"/>
                          <a:pt x="41066" y="5234"/>
                        </a:cubicBezTo>
                        <a:cubicBezTo>
                          <a:pt x="41232" y="4763"/>
                          <a:pt x="41343" y="4126"/>
                          <a:pt x="41343" y="3268"/>
                        </a:cubicBezTo>
                        <a:cubicBezTo>
                          <a:pt x="41343" y="2741"/>
                          <a:pt x="41288" y="2188"/>
                          <a:pt x="41204" y="1634"/>
                        </a:cubicBezTo>
                        <a:cubicBezTo>
                          <a:pt x="41122" y="1080"/>
                          <a:pt x="41011" y="526"/>
                          <a:pt x="40872" y="0"/>
                        </a:cubicBezTo>
                        <a:lnTo>
                          <a:pt x="44140" y="0"/>
                        </a:lnTo>
                        <a:close/>
                      </a:path>
                    </a:pathLst>
                  </a:custGeom>
                  <a:solidFill>
                    <a:srgbClr val="231F20"/>
                  </a:solidFill>
                  <a:ln w="2767" cap="flat">
                    <a:noFill/>
                    <a:prstDash val="solid"/>
                    <a:miter/>
                  </a:ln>
                </p:spPr>
                <p:txBody>
                  <a:bodyPr rtlCol="0" anchor="ctr"/>
                  <a:lstStyle/>
                  <a:p>
                    <a:endParaRPr lang="en-US"/>
                  </a:p>
                </p:txBody>
              </p:sp>
              <p:sp>
                <p:nvSpPr>
                  <p:cNvPr id="1394" name="Freeform 1393">
                    <a:extLst>
                      <a:ext uri="{FF2B5EF4-FFF2-40B4-BE49-F238E27FC236}">
                        <a16:creationId xmlns:a16="http://schemas.microsoft.com/office/drawing/2014/main" id="{08C439B3-5A74-B7AC-0B86-43D8A4DCBF63}"/>
                      </a:ext>
                    </a:extLst>
                  </p:cNvPr>
                  <p:cNvSpPr/>
                  <p:nvPr/>
                </p:nvSpPr>
                <p:spPr>
                  <a:xfrm>
                    <a:off x="4514485" y="1638602"/>
                    <a:ext cx="36303" cy="30988"/>
                  </a:xfrm>
                  <a:custGeom>
                    <a:avLst/>
                    <a:gdLst>
                      <a:gd name="connsiteX0" fmla="*/ 19052 w 36303"/>
                      <a:gd name="connsiteY0" fmla="*/ 26668 h 30988"/>
                      <a:gd name="connsiteX1" fmla="*/ 24341 w 36303"/>
                      <a:gd name="connsiteY1" fmla="*/ 25948 h 30988"/>
                      <a:gd name="connsiteX2" fmla="*/ 28661 w 36303"/>
                      <a:gd name="connsiteY2" fmla="*/ 23789 h 30988"/>
                      <a:gd name="connsiteX3" fmla="*/ 31596 w 36303"/>
                      <a:gd name="connsiteY3" fmla="*/ 20161 h 30988"/>
                      <a:gd name="connsiteX4" fmla="*/ 32704 w 36303"/>
                      <a:gd name="connsiteY4" fmla="*/ 15121 h 30988"/>
                      <a:gd name="connsiteX5" fmla="*/ 30655 w 36303"/>
                      <a:gd name="connsiteY5" fmla="*/ 8420 h 30988"/>
                      <a:gd name="connsiteX6" fmla="*/ 24812 w 36303"/>
                      <a:gd name="connsiteY6" fmla="*/ 4709 h 30988"/>
                      <a:gd name="connsiteX7" fmla="*/ 24812 w 36303"/>
                      <a:gd name="connsiteY7" fmla="*/ 251 h 30988"/>
                      <a:gd name="connsiteX8" fmla="*/ 29353 w 36303"/>
                      <a:gd name="connsiteY8" fmla="*/ 2189 h 30988"/>
                      <a:gd name="connsiteX9" fmla="*/ 33008 w 36303"/>
                      <a:gd name="connsiteY9" fmla="*/ 5180 h 30988"/>
                      <a:gd name="connsiteX10" fmla="*/ 35445 w 36303"/>
                      <a:gd name="connsiteY10" fmla="*/ 9444 h 30988"/>
                      <a:gd name="connsiteX11" fmla="*/ 36304 w 36303"/>
                      <a:gd name="connsiteY11" fmla="*/ 15149 h 30988"/>
                      <a:gd name="connsiteX12" fmla="*/ 34919 w 36303"/>
                      <a:gd name="connsiteY12" fmla="*/ 22265 h 30988"/>
                      <a:gd name="connsiteX13" fmla="*/ 31098 w 36303"/>
                      <a:gd name="connsiteY13" fmla="*/ 27195 h 30988"/>
                      <a:gd name="connsiteX14" fmla="*/ 25393 w 36303"/>
                      <a:gd name="connsiteY14" fmla="*/ 30047 h 30988"/>
                      <a:gd name="connsiteX15" fmla="*/ 18304 w 36303"/>
                      <a:gd name="connsiteY15" fmla="*/ 30988 h 30988"/>
                      <a:gd name="connsiteX16" fmla="*/ 11187 w 36303"/>
                      <a:gd name="connsiteY16" fmla="*/ 29881 h 30988"/>
                      <a:gd name="connsiteX17" fmla="*/ 5372 w 36303"/>
                      <a:gd name="connsiteY17" fmla="*/ 26752 h 30988"/>
                      <a:gd name="connsiteX18" fmla="*/ 1440 w 36303"/>
                      <a:gd name="connsiteY18" fmla="*/ 21795 h 30988"/>
                      <a:gd name="connsiteX19" fmla="*/ 0 w 36303"/>
                      <a:gd name="connsiteY19" fmla="*/ 15149 h 30988"/>
                      <a:gd name="connsiteX20" fmla="*/ 4874 w 36303"/>
                      <a:gd name="connsiteY20" fmla="*/ 3989 h 30988"/>
                      <a:gd name="connsiteX21" fmla="*/ 19052 w 36303"/>
                      <a:gd name="connsiteY21" fmla="*/ 2 h 30988"/>
                      <a:gd name="connsiteX22" fmla="*/ 19052 w 36303"/>
                      <a:gd name="connsiteY22" fmla="*/ 26724 h 30988"/>
                      <a:gd name="connsiteX23" fmla="*/ 15729 w 36303"/>
                      <a:gd name="connsiteY23" fmla="*/ 4211 h 30988"/>
                      <a:gd name="connsiteX24" fmla="*/ 10966 w 36303"/>
                      <a:gd name="connsiteY24" fmla="*/ 4903 h 30988"/>
                      <a:gd name="connsiteX25" fmla="*/ 7117 w 36303"/>
                      <a:gd name="connsiteY25" fmla="*/ 6952 h 30988"/>
                      <a:gd name="connsiteX26" fmla="*/ 4514 w 36303"/>
                      <a:gd name="connsiteY26" fmla="*/ 10386 h 30988"/>
                      <a:gd name="connsiteX27" fmla="*/ 3545 w 36303"/>
                      <a:gd name="connsiteY27" fmla="*/ 15093 h 30988"/>
                      <a:gd name="connsiteX28" fmla="*/ 4541 w 36303"/>
                      <a:gd name="connsiteY28" fmla="*/ 19773 h 30988"/>
                      <a:gd name="connsiteX29" fmla="*/ 7200 w 36303"/>
                      <a:gd name="connsiteY29" fmla="*/ 23235 h 30988"/>
                      <a:gd name="connsiteX30" fmla="*/ 11049 w 36303"/>
                      <a:gd name="connsiteY30" fmla="*/ 25533 h 30988"/>
                      <a:gd name="connsiteX31" fmla="*/ 15701 w 36303"/>
                      <a:gd name="connsiteY31" fmla="*/ 26668 h 30988"/>
                      <a:gd name="connsiteX32" fmla="*/ 15701 w 36303"/>
                      <a:gd name="connsiteY32" fmla="*/ 4211 h 30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6303" h="30988">
                        <a:moveTo>
                          <a:pt x="19052" y="26668"/>
                        </a:moveTo>
                        <a:cubicBezTo>
                          <a:pt x="20907" y="26668"/>
                          <a:pt x="22679" y="26419"/>
                          <a:pt x="24341" y="25948"/>
                        </a:cubicBezTo>
                        <a:cubicBezTo>
                          <a:pt x="26002" y="25450"/>
                          <a:pt x="27442" y="24730"/>
                          <a:pt x="28661" y="23789"/>
                        </a:cubicBezTo>
                        <a:cubicBezTo>
                          <a:pt x="29879" y="22847"/>
                          <a:pt x="30848" y="21629"/>
                          <a:pt x="31596" y="20161"/>
                        </a:cubicBezTo>
                        <a:cubicBezTo>
                          <a:pt x="32316" y="18693"/>
                          <a:pt x="32704" y="17004"/>
                          <a:pt x="32704" y="15121"/>
                        </a:cubicBezTo>
                        <a:cubicBezTo>
                          <a:pt x="32704" y="12518"/>
                          <a:pt x="32011" y="10275"/>
                          <a:pt x="30655" y="8420"/>
                        </a:cubicBezTo>
                        <a:cubicBezTo>
                          <a:pt x="29270" y="6564"/>
                          <a:pt x="27332" y="5318"/>
                          <a:pt x="24812" y="4709"/>
                        </a:cubicBezTo>
                        <a:lnTo>
                          <a:pt x="24812" y="251"/>
                        </a:lnTo>
                        <a:cubicBezTo>
                          <a:pt x="26445" y="749"/>
                          <a:pt x="27969" y="1386"/>
                          <a:pt x="29353" y="2189"/>
                        </a:cubicBezTo>
                        <a:cubicBezTo>
                          <a:pt x="30738" y="2992"/>
                          <a:pt x="31956" y="3989"/>
                          <a:pt x="33008" y="5180"/>
                        </a:cubicBezTo>
                        <a:cubicBezTo>
                          <a:pt x="34060" y="6371"/>
                          <a:pt x="34864" y="7783"/>
                          <a:pt x="35445" y="9444"/>
                        </a:cubicBezTo>
                        <a:cubicBezTo>
                          <a:pt x="36026" y="11078"/>
                          <a:pt x="36304" y="12989"/>
                          <a:pt x="36304" y="15149"/>
                        </a:cubicBezTo>
                        <a:cubicBezTo>
                          <a:pt x="36304" y="17890"/>
                          <a:pt x="35833" y="20272"/>
                          <a:pt x="34919" y="22265"/>
                        </a:cubicBezTo>
                        <a:cubicBezTo>
                          <a:pt x="33977" y="24259"/>
                          <a:pt x="32704" y="25893"/>
                          <a:pt x="31098" y="27195"/>
                        </a:cubicBezTo>
                        <a:cubicBezTo>
                          <a:pt x="29491" y="28468"/>
                          <a:pt x="27581" y="29438"/>
                          <a:pt x="25393" y="30047"/>
                        </a:cubicBezTo>
                        <a:cubicBezTo>
                          <a:pt x="23205" y="30656"/>
                          <a:pt x="20852" y="30988"/>
                          <a:pt x="18304" y="30988"/>
                        </a:cubicBezTo>
                        <a:cubicBezTo>
                          <a:pt x="15757" y="30988"/>
                          <a:pt x="13403" y="30628"/>
                          <a:pt x="11187" y="29881"/>
                        </a:cubicBezTo>
                        <a:cubicBezTo>
                          <a:pt x="8972" y="29161"/>
                          <a:pt x="7034" y="28108"/>
                          <a:pt x="5372" y="26752"/>
                        </a:cubicBezTo>
                        <a:cubicBezTo>
                          <a:pt x="3711" y="25395"/>
                          <a:pt x="2409" y="23761"/>
                          <a:pt x="1440" y="21795"/>
                        </a:cubicBezTo>
                        <a:cubicBezTo>
                          <a:pt x="499" y="19856"/>
                          <a:pt x="0" y="17641"/>
                          <a:pt x="0" y="15149"/>
                        </a:cubicBezTo>
                        <a:cubicBezTo>
                          <a:pt x="0" y="10414"/>
                          <a:pt x="1634" y="6675"/>
                          <a:pt x="4874" y="3989"/>
                        </a:cubicBezTo>
                        <a:cubicBezTo>
                          <a:pt x="8141" y="1275"/>
                          <a:pt x="12849" y="-54"/>
                          <a:pt x="19052" y="2"/>
                        </a:cubicBezTo>
                        <a:lnTo>
                          <a:pt x="19052" y="26724"/>
                        </a:lnTo>
                        <a:close/>
                        <a:moveTo>
                          <a:pt x="15729" y="4211"/>
                        </a:moveTo>
                        <a:cubicBezTo>
                          <a:pt x="14040" y="4211"/>
                          <a:pt x="12461" y="4432"/>
                          <a:pt x="10966" y="4903"/>
                        </a:cubicBezTo>
                        <a:cubicBezTo>
                          <a:pt x="9471" y="5374"/>
                          <a:pt x="8197" y="6066"/>
                          <a:pt x="7117" y="6952"/>
                        </a:cubicBezTo>
                        <a:cubicBezTo>
                          <a:pt x="6037" y="7866"/>
                          <a:pt x="5179" y="9001"/>
                          <a:pt x="4514" y="10386"/>
                        </a:cubicBezTo>
                        <a:cubicBezTo>
                          <a:pt x="3877" y="11770"/>
                          <a:pt x="3545" y="13321"/>
                          <a:pt x="3545" y="15093"/>
                        </a:cubicBezTo>
                        <a:cubicBezTo>
                          <a:pt x="3545" y="16866"/>
                          <a:pt x="3877" y="18416"/>
                          <a:pt x="4541" y="19773"/>
                        </a:cubicBezTo>
                        <a:cubicBezTo>
                          <a:pt x="5206" y="21130"/>
                          <a:pt x="6092" y="22265"/>
                          <a:pt x="7200" y="23235"/>
                        </a:cubicBezTo>
                        <a:cubicBezTo>
                          <a:pt x="8307" y="24176"/>
                          <a:pt x="9581" y="24952"/>
                          <a:pt x="11049" y="25533"/>
                        </a:cubicBezTo>
                        <a:cubicBezTo>
                          <a:pt x="12517" y="26115"/>
                          <a:pt x="14067" y="26475"/>
                          <a:pt x="15701" y="26668"/>
                        </a:cubicBezTo>
                        <a:lnTo>
                          <a:pt x="15701" y="4211"/>
                        </a:lnTo>
                        <a:close/>
                      </a:path>
                    </a:pathLst>
                  </a:custGeom>
                  <a:solidFill>
                    <a:srgbClr val="231F20"/>
                  </a:solidFill>
                  <a:ln w="2767" cap="flat">
                    <a:noFill/>
                    <a:prstDash val="solid"/>
                    <a:miter/>
                  </a:ln>
                </p:spPr>
                <p:txBody>
                  <a:bodyPr rtlCol="0" anchor="ctr"/>
                  <a:lstStyle/>
                  <a:p>
                    <a:endParaRPr lang="en-US"/>
                  </a:p>
                </p:txBody>
              </p:sp>
              <p:sp>
                <p:nvSpPr>
                  <p:cNvPr id="1395" name="Freeform 1394">
                    <a:extLst>
                      <a:ext uri="{FF2B5EF4-FFF2-40B4-BE49-F238E27FC236}">
                        <a16:creationId xmlns:a16="http://schemas.microsoft.com/office/drawing/2014/main" id="{15CE0DF5-DA70-256B-AF60-7A08D28C9207}"/>
                      </a:ext>
                    </a:extLst>
                  </p:cNvPr>
                  <p:cNvSpPr/>
                  <p:nvPr/>
                </p:nvSpPr>
                <p:spPr>
                  <a:xfrm>
                    <a:off x="4514457" y="1615205"/>
                    <a:ext cx="35361" cy="15368"/>
                  </a:xfrm>
                  <a:custGeom>
                    <a:avLst/>
                    <a:gdLst>
                      <a:gd name="connsiteX0" fmla="*/ 35362 w 35361"/>
                      <a:gd name="connsiteY0" fmla="*/ 11381 h 15368"/>
                      <a:gd name="connsiteX1" fmla="*/ 35362 w 35361"/>
                      <a:gd name="connsiteY1" fmla="*/ 15369 h 15368"/>
                      <a:gd name="connsiteX2" fmla="*/ 941 w 35361"/>
                      <a:gd name="connsiteY2" fmla="*/ 15369 h 15368"/>
                      <a:gd name="connsiteX3" fmla="*/ 941 w 35361"/>
                      <a:gd name="connsiteY3" fmla="*/ 11381 h 15368"/>
                      <a:gd name="connsiteX4" fmla="*/ 7393 w 35361"/>
                      <a:gd name="connsiteY4" fmla="*/ 11381 h 15368"/>
                      <a:gd name="connsiteX5" fmla="*/ 7393 w 35361"/>
                      <a:gd name="connsiteY5" fmla="*/ 11243 h 15368"/>
                      <a:gd name="connsiteX6" fmla="*/ 1634 w 35361"/>
                      <a:gd name="connsiteY6" fmla="*/ 6951 h 15368"/>
                      <a:gd name="connsiteX7" fmla="*/ 0 w 35361"/>
                      <a:gd name="connsiteY7" fmla="*/ 0 h 15368"/>
                      <a:gd name="connsiteX8" fmla="*/ 4320 w 35361"/>
                      <a:gd name="connsiteY8" fmla="*/ 0 h 15368"/>
                      <a:gd name="connsiteX9" fmla="*/ 5372 w 35361"/>
                      <a:gd name="connsiteY9" fmla="*/ 5594 h 15368"/>
                      <a:gd name="connsiteX10" fmla="*/ 8418 w 35361"/>
                      <a:gd name="connsiteY10" fmla="*/ 9083 h 15368"/>
                      <a:gd name="connsiteX11" fmla="*/ 12959 w 35361"/>
                      <a:gd name="connsiteY11" fmla="*/ 10883 h 15368"/>
                      <a:gd name="connsiteX12" fmla="*/ 18442 w 35361"/>
                      <a:gd name="connsiteY12" fmla="*/ 11381 h 15368"/>
                      <a:gd name="connsiteX13" fmla="*/ 35334 w 35361"/>
                      <a:gd name="connsiteY13" fmla="*/ 11381 h 153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5361" h="15368">
                        <a:moveTo>
                          <a:pt x="35362" y="11381"/>
                        </a:moveTo>
                        <a:lnTo>
                          <a:pt x="35362" y="15369"/>
                        </a:lnTo>
                        <a:lnTo>
                          <a:pt x="941" y="15369"/>
                        </a:lnTo>
                        <a:lnTo>
                          <a:pt x="941" y="11381"/>
                        </a:lnTo>
                        <a:lnTo>
                          <a:pt x="7393" y="11381"/>
                        </a:lnTo>
                        <a:lnTo>
                          <a:pt x="7393" y="11243"/>
                        </a:lnTo>
                        <a:cubicBezTo>
                          <a:pt x="4652" y="10135"/>
                          <a:pt x="2741" y="8695"/>
                          <a:pt x="1634" y="6951"/>
                        </a:cubicBezTo>
                        <a:cubicBezTo>
                          <a:pt x="554" y="5206"/>
                          <a:pt x="0" y="2880"/>
                          <a:pt x="0" y="0"/>
                        </a:cubicBezTo>
                        <a:lnTo>
                          <a:pt x="4320" y="0"/>
                        </a:lnTo>
                        <a:cubicBezTo>
                          <a:pt x="4264" y="2271"/>
                          <a:pt x="4624" y="4126"/>
                          <a:pt x="5372" y="5594"/>
                        </a:cubicBezTo>
                        <a:cubicBezTo>
                          <a:pt x="6120" y="7061"/>
                          <a:pt x="7144" y="8224"/>
                          <a:pt x="8418" y="9083"/>
                        </a:cubicBezTo>
                        <a:cubicBezTo>
                          <a:pt x="9692" y="9941"/>
                          <a:pt x="11215" y="10550"/>
                          <a:pt x="12959" y="10883"/>
                        </a:cubicBezTo>
                        <a:cubicBezTo>
                          <a:pt x="14704" y="11215"/>
                          <a:pt x="16532" y="11381"/>
                          <a:pt x="18442" y="11381"/>
                        </a:cubicBezTo>
                        <a:lnTo>
                          <a:pt x="35334" y="11381"/>
                        </a:lnTo>
                        <a:close/>
                      </a:path>
                    </a:pathLst>
                  </a:custGeom>
                  <a:solidFill>
                    <a:srgbClr val="231F20"/>
                  </a:solidFill>
                  <a:ln w="2767" cap="flat">
                    <a:noFill/>
                    <a:prstDash val="solid"/>
                    <a:miter/>
                  </a:ln>
                </p:spPr>
                <p:txBody>
                  <a:bodyPr rtlCol="0" anchor="ctr"/>
                  <a:lstStyle/>
                  <a:p>
                    <a:endParaRPr lang="en-US"/>
                  </a:p>
                </p:txBody>
              </p:sp>
            </p:grpSp>
            <p:grpSp>
              <p:nvGrpSpPr>
                <p:cNvPr id="1380" name="Graphic 14">
                  <a:extLst>
                    <a:ext uri="{FF2B5EF4-FFF2-40B4-BE49-F238E27FC236}">
                      <a16:creationId xmlns:a16="http://schemas.microsoft.com/office/drawing/2014/main" id="{CCEF036D-CA2A-00E9-8B86-39393BDE2D91}"/>
                    </a:ext>
                  </a:extLst>
                </p:cNvPr>
                <p:cNvGrpSpPr/>
                <p:nvPr/>
              </p:nvGrpSpPr>
              <p:grpSpPr>
                <a:xfrm rot="5400000">
                  <a:off x="3056737" y="5276569"/>
                  <a:ext cx="112851" cy="538111"/>
                  <a:chOff x="4522543" y="2108081"/>
                  <a:chExt cx="36331" cy="173238"/>
                </a:xfrm>
                <a:solidFill>
                  <a:srgbClr val="231F20"/>
                </a:solidFill>
              </p:grpSpPr>
              <p:sp>
                <p:nvSpPr>
                  <p:cNvPr id="1385" name="Freeform 1384">
                    <a:extLst>
                      <a:ext uri="{FF2B5EF4-FFF2-40B4-BE49-F238E27FC236}">
                        <a16:creationId xmlns:a16="http://schemas.microsoft.com/office/drawing/2014/main" id="{D6371314-D1AD-D020-47B9-C2B6FDA8371B}"/>
                      </a:ext>
                    </a:extLst>
                  </p:cNvPr>
                  <p:cNvSpPr/>
                  <p:nvPr/>
                </p:nvSpPr>
                <p:spPr>
                  <a:xfrm>
                    <a:off x="4523484" y="2235324"/>
                    <a:ext cx="34420" cy="45995"/>
                  </a:xfrm>
                  <a:custGeom>
                    <a:avLst/>
                    <a:gdLst>
                      <a:gd name="connsiteX0" fmla="*/ 29104 w 34420"/>
                      <a:gd name="connsiteY0" fmla="*/ 13070 h 45995"/>
                      <a:gd name="connsiteX1" fmla="*/ 0 w 34420"/>
                      <a:gd name="connsiteY1" fmla="*/ 4043 h 45995"/>
                      <a:gd name="connsiteX2" fmla="*/ 0 w 34420"/>
                      <a:gd name="connsiteY2" fmla="*/ 0 h 45995"/>
                      <a:gd name="connsiteX3" fmla="*/ 34420 w 34420"/>
                      <a:gd name="connsiteY3" fmla="*/ 11160 h 45995"/>
                      <a:gd name="connsiteX4" fmla="*/ 34420 w 34420"/>
                      <a:gd name="connsiteY4" fmla="*/ 15424 h 45995"/>
                      <a:gd name="connsiteX5" fmla="*/ 5511 w 34420"/>
                      <a:gd name="connsiteY5" fmla="*/ 22928 h 45995"/>
                      <a:gd name="connsiteX6" fmla="*/ 5511 w 34420"/>
                      <a:gd name="connsiteY6" fmla="*/ 23067 h 45995"/>
                      <a:gd name="connsiteX7" fmla="*/ 34420 w 34420"/>
                      <a:gd name="connsiteY7" fmla="*/ 30710 h 45995"/>
                      <a:gd name="connsiteX8" fmla="*/ 34420 w 34420"/>
                      <a:gd name="connsiteY8" fmla="*/ 35500 h 45995"/>
                      <a:gd name="connsiteX9" fmla="*/ 0 w 34420"/>
                      <a:gd name="connsiteY9" fmla="*/ 45995 h 45995"/>
                      <a:gd name="connsiteX10" fmla="*/ 0 w 34420"/>
                      <a:gd name="connsiteY10" fmla="*/ 42008 h 45995"/>
                      <a:gd name="connsiteX11" fmla="*/ 29381 w 34420"/>
                      <a:gd name="connsiteY11" fmla="*/ 33091 h 45995"/>
                      <a:gd name="connsiteX12" fmla="*/ 0 w 34420"/>
                      <a:gd name="connsiteY12" fmla="*/ 25116 h 45995"/>
                      <a:gd name="connsiteX13" fmla="*/ 0 w 34420"/>
                      <a:gd name="connsiteY13" fmla="*/ 20658 h 45995"/>
                      <a:gd name="connsiteX14" fmla="*/ 29104 w 34420"/>
                      <a:gd name="connsiteY14" fmla="*/ 13070 h 45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420" h="45995">
                        <a:moveTo>
                          <a:pt x="29104" y="13070"/>
                        </a:moveTo>
                        <a:lnTo>
                          <a:pt x="0" y="4043"/>
                        </a:lnTo>
                        <a:lnTo>
                          <a:pt x="0" y="0"/>
                        </a:lnTo>
                        <a:lnTo>
                          <a:pt x="34420" y="11160"/>
                        </a:lnTo>
                        <a:lnTo>
                          <a:pt x="34420" y="15424"/>
                        </a:lnTo>
                        <a:lnTo>
                          <a:pt x="5511" y="22928"/>
                        </a:lnTo>
                        <a:lnTo>
                          <a:pt x="5511" y="23067"/>
                        </a:lnTo>
                        <a:lnTo>
                          <a:pt x="34420" y="30710"/>
                        </a:lnTo>
                        <a:lnTo>
                          <a:pt x="34420" y="35500"/>
                        </a:lnTo>
                        <a:lnTo>
                          <a:pt x="0" y="45995"/>
                        </a:lnTo>
                        <a:lnTo>
                          <a:pt x="0" y="42008"/>
                        </a:lnTo>
                        <a:lnTo>
                          <a:pt x="29381" y="33091"/>
                        </a:lnTo>
                        <a:lnTo>
                          <a:pt x="0" y="25116"/>
                        </a:lnTo>
                        <a:lnTo>
                          <a:pt x="0" y="20658"/>
                        </a:lnTo>
                        <a:lnTo>
                          <a:pt x="29104" y="13070"/>
                        </a:lnTo>
                        <a:close/>
                      </a:path>
                    </a:pathLst>
                  </a:custGeom>
                  <a:solidFill>
                    <a:srgbClr val="231F20"/>
                  </a:solidFill>
                  <a:ln w="2767" cap="flat">
                    <a:noFill/>
                    <a:prstDash val="solid"/>
                    <a:miter/>
                  </a:ln>
                </p:spPr>
                <p:txBody>
                  <a:bodyPr rtlCol="0" anchor="ctr"/>
                  <a:lstStyle/>
                  <a:p>
                    <a:endParaRPr lang="en-US"/>
                  </a:p>
                </p:txBody>
              </p:sp>
              <p:sp>
                <p:nvSpPr>
                  <p:cNvPr id="1386" name="Freeform 1385">
                    <a:extLst>
                      <a:ext uri="{FF2B5EF4-FFF2-40B4-BE49-F238E27FC236}">
                        <a16:creationId xmlns:a16="http://schemas.microsoft.com/office/drawing/2014/main" id="{F5E449DF-D989-74F0-35DB-C8E6F6BFDEBD}"/>
                      </a:ext>
                    </a:extLst>
                  </p:cNvPr>
                  <p:cNvSpPr/>
                  <p:nvPr/>
                </p:nvSpPr>
                <p:spPr>
                  <a:xfrm>
                    <a:off x="4522543" y="2199879"/>
                    <a:ext cx="36303" cy="31900"/>
                  </a:xfrm>
                  <a:custGeom>
                    <a:avLst/>
                    <a:gdLst>
                      <a:gd name="connsiteX0" fmla="*/ 36303 w 36303"/>
                      <a:gd name="connsiteY0" fmla="*/ 15950 h 31900"/>
                      <a:gd name="connsiteX1" fmla="*/ 35113 w 36303"/>
                      <a:gd name="connsiteY1" fmla="*/ 22153 h 31900"/>
                      <a:gd name="connsiteX2" fmla="*/ 31735 w 36303"/>
                      <a:gd name="connsiteY2" fmla="*/ 27193 h 31900"/>
                      <a:gd name="connsiteX3" fmla="*/ 26085 w 36303"/>
                      <a:gd name="connsiteY3" fmla="*/ 30627 h 31900"/>
                      <a:gd name="connsiteX4" fmla="*/ 18166 w 36303"/>
                      <a:gd name="connsiteY4" fmla="*/ 31900 h 31900"/>
                      <a:gd name="connsiteX5" fmla="*/ 11077 w 36303"/>
                      <a:gd name="connsiteY5" fmla="*/ 30904 h 31900"/>
                      <a:gd name="connsiteX6" fmla="*/ 5317 w 36303"/>
                      <a:gd name="connsiteY6" fmla="*/ 27913 h 31900"/>
                      <a:gd name="connsiteX7" fmla="*/ 1440 w 36303"/>
                      <a:gd name="connsiteY7" fmla="*/ 22928 h 31900"/>
                      <a:gd name="connsiteX8" fmla="*/ 0 w 36303"/>
                      <a:gd name="connsiteY8" fmla="*/ 15950 h 31900"/>
                      <a:gd name="connsiteX9" fmla="*/ 1440 w 36303"/>
                      <a:gd name="connsiteY9" fmla="*/ 8917 h 31900"/>
                      <a:gd name="connsiteX10" fmla="*/ 5289 w 36303"/>
                      <a:gd name="connsiteY10" fmla="*/ 3932 h 31900"/>
                      <a:gd name="connsiteX11" fmla="*/ 11049 w 36303"/>
                      <a:gd name="connsiteY11" fmla="*/ 969 h 31900"/>
                      <a:gd name="connsiteX12" fmla="*/ 18166 w 36303"/>
                      <a:gd name="connsiteY12" fmla="*/ 0 h 31900"/>
                      <a:gd name="connsiteX13" fmla="*/ 25614 w 36303"/>
                      <a:gd name="connsiteY13" fmla="*/ 1135 h 31900"/>
                      <a:gd name="connsiteX14" fmla="*/ 31319 w 36303"/>
                      <a:gd name="connsiteY14" fmla="*/ 4348 h 31900"/>
                      <a:gd name="connsiteX15" fmla="*/ 35002 w 36303"/>
                      <a:gd name="connsiteY15" fmla="*/ 9387 h 31900"/>
                      <a:gd name="connsiteX16" fmla="*/ 36303 w 36303"/>
                      <a:gd name="connsiteY16" fmla="*/ 15923 h 31900"/>
                      <a:gd name="connsiteX17" fmla="*/ 18166 w 36303"/>
                      <a:gd name="connsiteY17" fmla="*/ 4237 h 31900"/>
                      <a:gd name="connsiteX18" fmla="*/ 12461 w 36303"/>
                      <a:gd name="connsiteY18" fmla="*/ 4901 h 31900"/>
                      <a:gd name="connsiteX19" fmla="*/ 7837 w 36303"/>
                      <a:gd name="connsiteY19" fmla="*/ 6951 h 31900"/>
                      <a:gd name="connsiteX20" fmla="*/ 4735 w 36303"/>
                      <a:gd name="connsiteY20" fmla="*/ 10550 h 31900"/>
                      <a:gd name="connsiteX21" fmla="*/ 3600 w 36303"/>
                      <a:gd name="connsiteY21" fmla="*/ 15923 h 31900"/>
                      <a:gd name="connsiteX22" fmla="*/ 4818 w 36303"/>
                      <a:gd name="connsiteY22" fmla="*/ 21267 h 31900"/>
                      <a:gd name="connsiteX23" fmla="*/ 8086 w 36303"/>
                      <a:gd name="connsiteY23" fmla="*/ 24894 h 31900"/>
                      <a:gd name="connsiteX24" fmla="*/ 12738 w 36303"/>
                      <a:gd name="connsiteY24" fmla="*/ 26944 h 31900"/>
                      <a:gd name="connsiteX25" fmla="*/ 18166 w 36303"/>
                      <a:gd name="connsiteY25" fmla="*/ 27608 h 31900"/>
                      <a:gd name="connsiteX26" fmla="*/ 24036 w 36303"/>
                      <a:gd name="connsiteY26" fmla="*/ 26833 h 31900"/>
                      <a:gd name="connsiteX27" fmla="*/ 28660 w 36303"/>
                      <a:gd name="connsiteY27" fmla="*/ 24618 h 31900"/>
                      <a:gd name="connsiteX28" fmla="*/ 31651 w 36303"/>
                      <a:gd name="connsiteY28" fmla="*/ 20962 h 31900"/>
                      <a:gd name="connsiteX29" fmla="*/ 32704 w 36303"/>
                      <a:gd name="connsiteY29" fmla="*/ 15923 h 31900"/>
                      <a:gd name="connsiteX30" fmla="*/ 31485 w 36303"/>
                      <a:gd name="connsiteY30" fmla="*/ 10578 h 31900"/>
                      <a:gd name="connsiteX31" fmla="*/ 28190 w 36303"/>
                      <a:gd name="connsiteY31" fmla="*/ 6951 h 31900"/>
                      <a:gd name="connsiteX32" fmla="*/ 23538 w 36303"/>
                      <a:gd name="connsiteY32" fmla="*/ 4901 h 31900"/>
                      <a:gd name="connsiteX33" fmla="*/ 18166 w 36303"/>
                      <a:gd name="connsiteY33" fmla="*/ 4237 h 31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6303" h="31900">
                        <a:moveTo>
                          <a:pt x="36303" y="15950"/>
                        </a:moveTo>
                        <a:cubicBezTo>
                          <a:pt x="36248" y="18166"/>
                          <a:pt x="35860" y="20242"/>
                          <a:pt x="35113" y="22153"/>
                        </a:cubicBezTo>
                        <a:cubicBezTo>
                          <a:pt x="34365" y="24091"/>
                          <a:pt x="33230" y="25753"/>
                          <a:pt x="31735" y="27193"/>
                        </a:cubicBezTo>
                        <a:cubicBezTo>
                          <a:pt x="30239" y="28633"/>
                          <a:pt x="28356" y="29768"/>
                          <a:pt x="26085" y="30627"/>
                        </a:cubicBezTo>
                        <a:cubicBezTo>
                          <a:pt x="23814" y="31457"/>
                          <a:pt x="21184" y="31900"/>
                          <a:pt x="18166" y="31900"/>
                        </a:cubicBezTo>
                        <a:cubicBezTo>
                          <a:pt x="15646" y="31900"/>
                          <a:pt x="13292" y="31568"/>
                          <a:pt x="11077" y="30904"/>
                        </a:cubicBezTo>
                        <a:cubicBezTo>
                          <a:pt x="8889" y="30239"/>
                          <a:pt x="6978" y="29242"/>
                          <a:pt x="5317" y="27913"/>
                        </a:cubicBezTo>
                        <a:cubicBezTo>
                          <a:pt x="3683" y="26584"/>
                          <a:pt x="2381" y="24922"/>
                          <a:pt x="1440" y="22928"/>
                        </a:cubicBezTo>
                        <a:cubicBezTo>
                          <a:pt x="499" y="20935"/>
                          <a:pt x="0" y="18609"/>
                          <a:pt x="0" y="15950"/>
                        </a:cubicBezTo>
                        <a:cubicBezTo>
                          <a:pt x="0" y="13292"/>
                          <a:pt x="471" y="10910"/>
                          <a:pt x="1440" y="8917"/>
                        </a:cubicBezTo>
                        <a:cubicBezTo>
                          <a:pt x="2381" y="6923"/>
                          <a:pt x="3683" y="5261"/>
                          <a:pt x="5289" y="3932"/>
                        </a:cubicBezTo>
                        <a:cubicBezTo>
                          <a:pt x="6895" y="2603"/>
                          <a:pt x="8834" y="1606"/>
                          <a:pt x="11049" y="969"/>
                        </a:cubicBezTo>
                        <a:cubicBezTo>
                          <a:pt x="13264" y="332"/>
                          <a:pt x="15646" y="0"/>
                          <a:pt x="18166" y="0"/>
                        </a:cubicBezTo>
                        <a:cubicBezTo>
                          <a:pt x="20907" y="0"/>
                          <a:pt x="23399" y="388"/>
                          <a:pt x="25614" y="1135"/>
                        </a:cubicBezTo>
                        <a:cubicBezTo>
                          <a:pt x="27830" y="1883"/>
                          <a:pt x="29740" y="2963"/>
                          <a:pt x="31319" y="4348"/>
                        </a:cubicBezTo>
                        <a:cubicBezTo>
                          <a:pt x="32925" y="5732"/>
                          <a:pt x="34144" y="7421"/>
                          <a:pt x="35002" y="9387"/>
                        </a:cubicBezTo>
                        <a:cubicBezTo>
                          <a:pt x="35860" y="11353"/>
                          <a:pt x="36303" y="13541"/>
                          <a:pt x="36303" y="15923"/>
                        </a:cubicBezTo>
                        <a:close/>
                        <a:moveTo>
                          <a:pt x="18166" y="4237"/>
                        </a:moveTo>
                        <a:cubicBezTo>
                          <a:pt x="16117" y="4237"/>
                          <a:pt x="14233" y="4458"/>
                          <a:pt x="12461" y="4901"/>
                        </a:cubicBezTo>
                        <a:cubicBezTo>
                          <a:pt x="10689" y="5344"/>
                          <a:pt x="9138" y="6037"/>
                          <a:pt x="7837" y="6951"/>
                        </a:cubicBezTo>
                        <a:cubicBezTo>
                          <a:pt x="6535" y="7892"/>
                          <a:pt x="5511" y="9083"/>
                          <a:pt x="4735" y="10550"/>
                        </a:cubicBezTo>
                        <a:cubicBezTo>
                          <a:pt x="3988" y="12018"/>
                          <a:pt x="3600" y="13818"/>
                          <a:pt x="3600" y="15923"/>
                        </a:cubicBezTo>
                        <a:cubicBezTo>
                          <a:pt x="3600" y="18027"/>
                          <a:pt x="4015" y="19799"/>
                          <a:pt x="4818" y="21267"/>
                        </a:cubicBezTo>
                        <a:cubicBezTo>
                          <a:pt x="5649" y="22762"/>
                          <a:pt x="6729" y="23953"/>
                          <a:pt x="8086" y="24894"/>
                        </a:cubicBezTo>
                        <a:cubicBezTo>
                          <a:pt x="9443" y="25836"/>
                          <a:pt x="10993" y="26501"/>
                          <a:pt x="12738" y="26944"/>
                        </a:cubicBezTo>
                        <a:cubicBezTo>
                          <a:pt x="14483" y="27387"/>
                          <a:pt x="16283" y="27608"/>
                          <a:pt x="18166" y="27608"/>
                        </a:cubicBezTo>
                        <a:cubicBezTo>
                          <a:pt x="20298" y="27608"/>
                          <a:pt x="22264" y="27359"/>
                          <a:pt x="24036" y="26833"/>
                        </a:cubicBezTo>
                        <a:cubicBezTo>
                          <a:pt x="25836" y="26334"/>
                          <a:pt x="27359" y="25587"/>
                          <a:pt x="28660" y="24618"/>
                        </a:cubicBezTo>
                        <a:cubicBezTo>
                          <a:pt x="29962" y="23648"/>
                          <a:pt x="30931" y="22430"/>
                          <a:pt x="31651" y="20962"/>
                        </a:cubicBezTo>
                        <a:cubicBezTo>
                          <a:pt x="32371" y="19495"/>
                          <a:pt x="32704" y="17806"/>
                          <a:pt x="32704" y="15923"/>
                        </a:cubicBezTo>
                        <a:cubicBezTo>
                          <a:pt x="32704" y="13846"/>
                          <a:pt x="32288" y="12046"/>
                          <a:pt x="31485" y="10578"/>
                        </a:cubicBezTo>
                        <a:cubicBezTo>
                          <a:pt x="30655" y="9083"/>
                          <a:pt x="29575" y="7892"/>
                          <a:pt x="28190" y="6951"/>
                        </a:cubicBezTo>
                        <a:cubicBezTo>
                          <a:pt x="26805" y="6009"/>
                          <a:pt x="25254" y="5344"/>
                          <a:pt x="23538" y="4901"/>
                        </a:cubicBezTo>
                        <a:cubicBezTo>
                          <a:pt x="21821" y="4458"/>
                          <a:pt x="20021" y="4237"/>
                          <a:pt x="18166" y="4237"/>
                        </a:cubicBezTo>
                        <a:close/>
                      </a:path>
                    </a:pathLst>
                  </a:custGeom>
                  <a:solidFill>
                    <a:srgbClr val="231F20"/>
                  </a:solidFill>
                  <a:ln w="2767" cap="flat">
                    <a:noFill/>
                    <a:prstDash val="solid"/>
                    <a:miter/>
                  </a:ln>
                </p:spPr>
                <p:txBody>
                  <a:bodyPr rtlCol="0" anchor="ctr"/>
                  <a:lstStyle/>
                  <a:p>
                    <a:endParaRPr lang="en-US"/>
                  </a:p>
                </p:txBody>
              </p:sp>
              <p:sp>
                <p:nvSpPr>
                  <p:cNvPr id="1387" name="Freeform 1386">
                    <a:extLst>
                      <a:ext uri="{FF2B5EF4-FFF2-40B4-BE49-F238E27FC236}">
                        <a16:creationId xmlns:a16="http://schemas.microsoft.com/office/drawing/2014/main" id="{AFD36A9B-0EB5-A472-D786-A0A4916DB698}"/>
                      </a:ext>
                    </a:extLst>
                  </p:cNvPr>
                  <p:cNvSpPr/>
                  <p:nvPr/>
                </p:nvSpPr>
                <p:spPr>
                  <a:xfrm>
                    <a:off x="4522543" y="2177006"/>
                    <a:ext cx="35361" cy="15368"/>
                  </a:xfrm>
                  <a:custGeom>
                    <a:avLst/>
                    <a:gdLst>
                      <a:gd name="connsiteX0" fmla="*/ 35362 w 35361"/>
                      <a:gd name="connsiteY0" fmla="*/ 11381 h 15368"/>
                      <a:gd name="connsiteX1" fmla="*/ 35362 w 35361"/>
                      <a:gd name="connsiteY1" fmla="*/ 15369 h 15368"/>
                      <a:gd name="connsiteX2" fmla="*/ 941 w 35361"/>
                      <a:gd name="connsiteY2" fmla="*/ 15369 h 15368"/>
                      <a:gd name="connsiteX3" fmla="*/ 941 w 35361"/>
                      <a:gd name="connsiteY3" fmla="*/ 11381 h 15368"/>
                      <a:gd name="connsiteX4" fmla="*/ 7394 w 35361"/>
                      <a:gd name="connsiteY4" fmla="*/ 11381 h 15368"/>
                      <a:gd name="connsiteX5" fmla="*/ 7394 w 35361"/>
                      <a:gd name="connsiteY5" fmla="*/ 11243 h 15368"/>
                      <a:gd name="connsiteX6" fmla="*/ 1634 w 35361"/>
                      <a:gd name="connsiteY6" fmla="*/ 6951 h 15368"/>
                      <a:gd name="connsiteX7" fmla="*/ 0 w 35361"/>
                      <a:gd name="connsiteY7" fmla="*/ 0 h 15368"/>
                      <a:gd name="connsiteX8" fmla="*/ 4320 w 35361"/>
                      <a:gd name="connsiteY8" fmla="*/ 0 h 15368"/>
                      <a:gd name="connsiteX9" fmla="*/ 5372 w 35361"/>
                      <a:gd name="connsiteY9" fmla="*/ 5594 h 15368"/>
                      <a:gd name="connsiteX10" fmla="*/ 8418 w 35361"/>
                      <a:gd name="connsiteY10" fmla="*/ 9083 h 15368"/>
                      <a:gd name="connsiteX11" fmla="*/ 12960 w 35361"/>
                      <a:gd name="connsiteY11" fmla="*/ 10883 h 15368"/>
                      <a:gd name="connsiteX12" fmla="*/ 18443 w 35361"/>
                      <a:gd name="connsiteY12" fmla="*/ 11381 h 15368"/>
                      <a:gd name="connsiteX13" fmla="*/ 35334 w 35361"/>
                      <a:gd name="connsiteY13" fmla="*/ 11381 h 153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5361" h="15368">
                        <a:moveTo>
                          <a:pt x="35362" y="11381"/>
                        </a:moveTo>
                        <a:lnTo>
                          <a:pt x="35362" y="15369"/>
                        </a:lnTo>
                        <a:lnTo>
                          <a:pt x="941" y="15369"/>
                        </a:lnTo>
                        <a:lnTo>
                          <a:pt x="941" y="11381"/>
                        </a:lnTo>
                        <a:lnTo>
                          <a:pt x="7394" y="11381"/>
                        </a:lnTo>
                        <a:lnTo>
                          <a:pt x="7394" y="11243"/>
                        </a:lnTo>
                        <a:cubicBezTo>
                          <a:pt x="4652" y="10135"/>
                          <a:pt x="2741" y="8695"/>
                          <a:pt x="1634" y="6951"/>
                        </a:cubicBezTo>
                        <a:cubicBezTo>
                          <a:pt x="554" y="5206"/>
                          <a:pt x="0" y="2880"/>
                          <a:pt x="0" y="0"/>
                        </a:cubicBezTo>
                        <a:lnTo>
                          <a:pt x="4320" y="0"/>
                        </a:lnTo>
                        <a:cubicBezTo>
                          <a:pt x="4265" y="2271"/>
                          <a:pt x="4625" y="4126"/>
                          <a:pt x="5372" y="5594"/>
                        </a:cubicBezTo>
                        <a:cubicBezTo>
                          <a:pt x="6120" y="7061"/>
                          <a:pt x="7145" y="8224"/>
                          <a:pt x="8418" y="9083"/>
                        </a:cubicBezTo>
                        <a:cubicBezTo>
                          <a:pt x="9692" y="9941"/>
                          <a:pt x="11215" y="10550"/>
                          <a:pt x="12960" y="10883"/>
                        </a:cubicBezTo>
                        <a:cubicBezTo>
                          <a:pt x="14704" y="11215"/>
                          <a:pt x="16532" y="11381"/>
                          <a:pt x="18443" y="11381"/>
                        </a:cubicBezTo>
                        <a:lnTo>
                          <a:pt x="35334" y="11381"/>
                        </a:lnTo>
                        <a:close/>
                      </a:path>
                    </a:pathLst>
                  </a:custGeom>
                  <a:solidFill>
                    <a:srgbClr val="231F20"/>
                  </a:solidFill>
                  <a:ln w="2767" cap="flat">
                    <a:noFill/>
                    <a:prstDash val="solid"/>
                    <a:miter/>
                  </a:ln>
                </p:spPr>
                <p:txBody>
                  <a:bodyPr rtlCol="0" anchor="ctr"/>
                  <a:lstStyle/>
                  <a:p>
                    <a:endParaRPr lang="en-US"/>
                  </a:p>
                </p:txBody>
              </p:sp>
              <p:sp>
                <p:nvSpPr>
                  <p:cNvPr id="1388" name="Freeform 1387">
                    <a:extLst>
                      <a:ext uri="{FF2B5EF4-FFF2-40B4-BE49-F238E27FC236}">
                        <a16:creationId xmlns:a16="http://schemas.microsoft.com/office/drawing/2014/main" id="{8A4A931A-70BC-FA91-13BE-1C4E77E5BE4E}"/>
                      </a:ext>
                    </a:extLst>
                  </p:cNvPr>
                  <p:cNvSpPr/>
                  <p:nvPr/>
                </p:nvSpPr>
                <p:spPr>
                  <a:xfrm>
                    <a:off x="4522543" y="2145051"/>
                    <a:ext cx="36247" cy="27137"/>
                  </a:xfrm>
                  <a:custGeom>
                    <a:avLst/>
                    <a:gdLst>
                      <a:gd name="connsiteX0" fmla="*/ 24618 w 36247"/>
                      <a:gd name="connsiteY0" fmla="*/ 23067 h 27137"/>
                      <a:gd name="connsiteX1" fmla="*/ 30904 w 36247"/>
                      <a:gd name="connsiteY1" fmla="*/ 19716 h 27137"/>
                      <a:gd name="connsiteX2" fmla="*/ 32731 w 36247"/>
                      <a:gd name="connsiteY2" fmla="*/ 12766 h 27137"/>
                      <a:gd name="connsiteX3" fmla="*/ 32205 w 36247"/>
                      <a:gd name="connsiteY3" fmla="*/ 8972 h 27137"/>
                      <a:gd name="connsiteX4" fmla="*/ 30765 w 36247"/>
                      <a:gd name="connsiteY4" fmla="*/ 6341 h 27137"/>
                      <a:gd name="connsiteX5" fmla="*/ 28744 w 36247"/>
                      <a:gd name="connsiteY5" fmla="*/ 4791 h 27137"/>
                      <a:gd name="connsiteX6" fmla="*/ 26362 w 36247"/>
                      <a:gd name="connsiteY6" fmla="*/ 4264 h 27137"/>
                      <a:gd name="connsiteX7" fmla="*/ 22596 w 36247"/>
                      <a:gd name="connsiteY7" fmla="*/ 5898 h 27137"/>
                      <a:gd name="connsiteX8" fmla="*/ 20658 w 36247"/>
                      <a:gd name="connsiteY8" fmla="*/ 9997 h 27137"/>
                      <a:gd name="connsiteX9" fmla="*/ 19467 w 36247"/>
                      <a:gd name="connsiteY9" fmla="*/ 15313 h 27137"/>
                      <a:gd name="connsiteX10" fmla="*/ 17972 w 36247"/>
                      <a:gd name="connsiteY10" fmla="*/ 20630 h 27137"/>
                      <a:gd name="connsiteX11" fmla="*/ 15120 w 36247"/>
                      <a:gd name="connsiteY11" fmla="*/ 24728 h 27137"/>
                      <a:gd name="connsiteX12" fmla="*/ 9858 w 36247"/>
                      <a:gd name="connsiteY12" fmla="*/ 26362 h 27137"/>
                      <a:gd name="connsiteX13" fmla="*/ 2769 w 36247"/>
                      <a:gd name="connsiteY13" fmla="*/ 23205 h 27137"/>
                      <a:gd name="connsiteX14" fmla="*/ 0 w 36247"/>
                      <a:gd name="connsiteY14" fmla="*/ 14261 h 27137"/>
                      <a:gd name="connsiteX15" fmla="*/ 2492 w 36247"/>
                      <a:gd name="connsiteY15" fmla="*/ 5178 h 27137"/>
                      <a:gd name="connsiteX16" fmla="*/ 10827 w 36247"/>
                      <a:gd name="connsiteY16" fmla="*/ 969 h 27137"/>
                      <a:gd name="connsiteX17" fmla="*/ 10827 w 36247"/>
                      <a:gd name="connsiteY17" fmla="*/ 5012 h 27137"/>
                      <a:gd name="connsiteX18" fmla="*/ 5206 w 36247"/>
                      <a:gd name="connsiteY18" fmla="*/ 8030 h 27137"/>
                      <a:gd name="connsiteX19" fmla="*/ 3572 w 36247"/>
                      <a:gd name="connsiteY19" fmla="*/ 14316 h 27137"/>
                      <a:gd name="connsiteX20" fmla="*/ 5206 w 36247"/>
                      <a:gd name="connsiteY20" fmla="*/ 20104 h 27137"/>
                      <a:gd name="connsiteX21" fmla="*/ 9498 w 36247"/>
                      <a:gd name="connsiteY21" fmla="*/ 22098 h 27137"/>
                      <a:gd name="connsiteX22" fmla="*/ 13043 w 36247"/>
                      <a:gd name="connsiteY22" fmla="*/ 20464 h 27137"/>
                      <a:gd name="connsiteX23" fmla="*/ 15037 w 36247"/>
                      <a:gd name="connsiteY23" fmla="*/ 16366 h 27137"/>
                      <a:gd name="connsiteX24" fmla="*/ 16393 w 36247"/>
                      <a:gd name="connsiteY24" fmla="*/ 11049 h 27137"/>
                      <a:gd name="connsiteX25" fmla="*/ 18083 w 36247"/>
                      <a:gd name="connsiteY25" fmla="*/ 5732 h 27137"/>
                      <a:gd name="connsiteX26" fmla="*/ 21045 w 36247"/>
                      <a:gd name="connsiteY26" fmla="*/ 1634 h 27137"/>
                      <a:gd name="connsiteX27" fmla="*/ 26224 w 36247"/>
                      <a:gd name="connsiteY27" fmla="*/ 0 h 27137"/>
                      <a:gd name="connsiteX28" fmla="*/ 30571 w 36247"/>
                      <a:gd name="connsiteY28" fmla="*/ 1052 h 27137"/>
                      <a:gd name="connsiteX29" fmla="*/ 33728 w 36247"/>
                      <a:gd name="connsiteY29" fmla="*/ 3987 h 27137"/>
                      <a:gd name="connsiteX30" fmla="*/ 35611 w 36247"/>
                      <a:gd name="connsiteY30" fmla="*/ 8418 h 27137"/>
                      <a:gd name="connsiteX31" fmla="*/ 36248 w 36247"/>
                      <a:gd name="connsiteY31" fmla="*/ 14039 h 27137"/>
                      <a:gd name="connsiteX32" fmla="*/ 35362 w 36247"/>
                      <a:gd name="connsiteY32" fmla="*/ 19467 h 27137"/>
                      <a:gd name="connsiteX33" fmla="*/ 32870 w 36247"/>
                      <a:gd name="connsiteY33" fmla="*/ 23482 h 27137"/>
                      <a:gd name="connsiteX34" fmla="*/ 29159 w 36247"/>
                      <a:gd name="connsiteY34" fmla="*/ 26085 h 27137"/>
                      <a:gd name="connsiteX35" fmla="*/ 24562 w 36247"/>
                      <a:gd name="connsiteY35" fmla="*/ 27137 h 27137"/>
                      <a:gd name="connsiteX36" fmla="*/ 24562 w 36247"/>
                      <a:gd name="connsiteY36" fmla="*/ 23095 h 27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6247" h="27137">
                        <a:moveTo>
                          <a:pt x="24618" y="23067"/>
                        </a:moveTo>
                        <a:cubicBezTo>
                          <a:pt x="27581" y="22458"/>
                          <a:pt x="29685" y="21322"/>
                          <a:pt x="30904" y="19716"/>
                        </a:cubicBezTo>
                        <a:cubicBezTo>
                          <a:pt x="32122" y="18110"/>
                          <a:pt x="32731" y="15784"/>
                          <a:pt x="32731" y="12766"/>
                        </a:cubicBezTo>
                        <a:cubicBezTo>
                          <a:pt x="32731" y="11298"/>
                          <a:pt x="32565" y="10052"/>
                          <a:pt x="32205" y="8972"/>
                        </a:cubicBezTo>
                        <a:cubicBezTo>
                          <a:pt x="31845" y="7920"/>
                          <a:pt x="31375" y="7034"/>
                          <a:pt x="30765" y="6341"/>
                        </a:cubicBezTo>
                        <a:cubicBezTo>
                          <a:pt x="30156" y="5649"/>
                          <a:pt x="29491" y="5123"/>
                          <a:pt x="28744" y="4791"/>
                        </a:cubicBezTo>
                        <a:cubicBezTo>
                          <a:pt x="27996" y="4431"/>
                          <a:pt x="27193" y="4264"/>
                          <a:pt x="26362" y="4264"/>
                        </a:cubicBezTo>
                        <a:cubicBezTo>
                          <a:pt x="24673" y="4264"/>
                          <a:pt x="23427" y="4818"/>
                          <a:pt x="22596" y="5898"/>
                        </a:cubicBezTo>
                        <a:cubicBezTo>
                          <a:pt x="21765" y="6978"/>
                          <a:pt x="21129" y="8335"/>
                          <a:pt x="20658" y="9997"/>
                        </a:cubicBezTo>
                        <a:cubicBezTo>
                          <a:pt x="20187" y="11658"/>
                          <a:pt x="19799" y="13403"/>
                          <a:pt x="19467" y="15313"/>
                        </a:cubicBezTo>
                        <a:cubicBezTo>
                          <a:pt x="19135" y="17224"/>
                          <a:pt x="18636" y="18996"/>
                          <a:pt x="17972" y="20630"/>
                        </a:cubicBezTo>
                        <a:cubicBezTo>
                          <a:pt x="17307" y="22264"/>
                          <a:pt x="16366" y="23621"/>
                          <a:pt x="15120" y="24728"/>
                        </a:cubicBezTo>
                        <a:cubicBezTo>
                          <a:pt x="13873" y="25836"/>
                          <a:pt x="12129" y="26362"/>
                          <a:pt x="9858" y="26362"/>
                        </a:cubicBezTo>
                        <a:cubicBezTo>
                          <a:pt x="6978" y="26362"/>
                          <a:pt x="4625" y="25310"/>
                          <a:pt x="2769" y="23205"/>
                        </a:cubicBezTo>
                        <a:cubicBezTo>
                          <a:pt x="941" y="21101"/>
                          <a:pt x="0" y="18110"/>
                          <a:pt x="0" y="14261"/>
                        </a:cubicBezTo>
                        <a:cubicBezTo>
                          <a:pt x="0" y="10412"/>
                          <a:pt x="831" y="7504"/>
                          <a:pt x="2492" y="5178"/>
                        </a:cubicBezTo>
                        <a:cubicBezTo>
                          <a:pt x="4154" y="2852"/>
                          <a:pt x="6923" y="1440"/>
                          <a:pt x="10827" y="969"/>
                        </a:cubicBezTo>
                        <a:lnTo>
                          <a:pt x="10827" y="5012"/>
                        </a:lnTo>
                        <a:cubicBezTo>
                          <a:pt x="8169" y="5372"/>
                          <a:pt x="6286" y="6369"/>
                          <a:pt x="5206" y="8030"/>
                        </a:cubicBezTo>
                        <a:cubicBezTo>
                          <a:pt x="4126" y="9692"/>
                          <a:pt x="3572" y="11796"/>
                          <a:pt x="3572" y="14316"/>
                        </a:cubicBezTo>
                        <a:cubicBezTo>
                          <a:pt x="3572" y="16836"/>
                          <a:pt x="4126" y="18775"/>
                          <a:pt x="5206" y="20104"/>
                        </a:cubicBezTo>
                        <a:cubicBezTo>
                          <a:pt x="6286" y="21433"/>
                          <a:pt x="7726" y="22098"/>
                          <a:pt x="9498" y="22098"/>
                        </a:cubicBezTo>
                        <a:cubicBezTo>
                          <a:pt x="11049" y="22098"/>
                          <a:pt x="12240" y="21544"/>
                          <a:pt x="13043" y="20464"/>
                        </a:cubicBezTo>
                        <a:cubicBezTo>
                          <a:pt x="13873" y="19384"/>
                          <a:pt x="14538" y="18027"/>
                          <a:pt x="15037" y="16366"/>
                        </a:cubicBezTo>
                        <a:cubicBezTo>
                          <a:pt x="15535" y="14732"/>
                          <a:pt x="16006" y="12960"/>
                          <a:pt x="16393" y="11049"/>
                        </a:cubicBezTo>
                        <a:cubicBezTo>
                          <a:pt x="16781" y="9138"/>
                          <a:pt x="17363" y="7366"/>
                          <a:pt x="18083" y="5732"/>
                        </a:cubicBezTo>
                        <a:cubicBezTo>
                          <a:pt x="18803" y="4098"/>
                          <a:pt x="19799" y="2741"/>
                          <a:pt x="21045" y="1634"/>
                        </a:cubicBezTo>
                        <a:cubicBezTo>
                          <a:pt x="22292" y="554"/>
                          <a:pt x="24009" y="0"/>
                          <a:pt x="26224" y="0"/>
                        </a:cubicBezTo>
                        <a:cubicBezTo>
                          <a:pt x="27858" y="0"/>
                          <a:pt x="29325" y="360"/>
                          <a:pt x="30571" y="1052"/>
                        </a:cubicBezTo>
                        <a:cubicBezTo>
                          <a:pt x="31845" y="1772"/>
                          <a:pt x="32897" y="2741"/>
                          <a:pt x="33728" y="3987"/>
                        </a:cubicBezTo>
                        <a:cubicBezTo>
                          <a:pt x="34559" y="5234"/>
                          <a:pt x="35196" y="6701"/>
                          <a:pt x="35611" y="8418"/>
                        </a:cubicBezTo>
                        <a:cubicBezTo>
                          <a:pt x="36026" y="10135"/>
                          <a:pt x="36248" y="11990"/>
                          <a:pt x="36248" y="14039"/>
                        </a:cubicBezTo>
                        <a:cubicBezTo>
                          <a:pt x="36248" y="16089"/>
                          <a:pt x="35943" y="17889"/>
                          <a:pt x="35362" y="19467"/>
                        </a:cubicBezTo>
                        <a:cubicBezTo>
                          <a:pt x="34753" y="21045"/>
                          <a:pt x="33922" y="22375"/>
                          <a:pt x="32870" y="23482"/>
                        </a:cubicBezTo>
                        <a:cubicBezTo>
                          <a:pt x="31817" y="24590"/>
                          <a:pt x="30571" y="25448"/>
                          <a:pt x="29159" y="26085"/>
                        </a:cubicBezTo>
                        <a:cubicBezTo>
                          <a:pt x="27747" y="26694"/>
                          <a:pt x="26224" y="27054"/>
                          <a:pt x="24562" y="27137"/>
                        </a:cubicBezTo>
                        <a:lnTo>
                          <a:pt x="24562" y="23095"/>
                        </a:lnTo>
                        <a:close/>
                      </a:path>
                    </a:pathLst>
                  </a:custGeom>
                  <a:solidFill>
                    <a:srgbClr val="231F20"/>
                  </a:solidFill>
                  <a:ln w="2767" cap="flat">
                    <a:noFill/>
                    <a:prstDash val="solid"/>
                    <a:miter/>
                  </a:ln>
                </p:spPr>
                <p:txBody>
                  <a:bodyPr rtlCol="0" anchor="ctr"/>
                  <a:lstStyle/>
                  <a:p>
                    <a:endParaRPr lang="en-US"/>
                  </a:p>
                </p:txBody>
              </p:sp>
              <p:sp>
                <p:nvSpPr>
                  <p:cNvPr id="1389" name="Freeform 1388">
                    <a:extLst>
                      <a:ext uri="{FF2B5EF4-FFF2-40B4-BE49-F238E27FC236}">
                        <a16:creationId xmlns:a16="http://schemas.microsoft.com/office/drawing/2014/main" id="{121A56DC-06F8-48A4-7746-ADD6423D7EEA}"/>
                      </a:ext>
                    </a:extLst>
                  </p:cNvPr>
                  <p:cNvSpPr/>
                  <p:nvPr/>
                </p:nvSpPr>
                <p:spPr>
                  <a:xfrm>
                    <a:off x="4522571" y="2108081"/>
                    <a:ext cx="36303" cy="30988"/>
                  </a:xfrm>
                  <a:custGeom>
                    <a:avLst/>
                    <a:gdLst>
                      <a:gd name="connsiteX0" fmla="*/ 19052 w 36303"/>
                      <a:gd name="connsiteY0" fmla="*/ 26668 h 30988"/>
                      <a:gd name="connsiteX1" fmla="*/ 24341 w 36303"/>
                      <a:gd name="connsiteY1" fmla="*/ 25948 h 30988"/>
                      <a:gd name="connsiteX2" fmla="*/ 28660 w 36303"/>
                      <a:gd name="connsiteY2" fmla="*/ 23789 h 30988"/>
                      <a:gd name="connsiteX3" fmla="*/ 31596 w 36303"/>
                      <a:gd name="connsiteY3" fmla="*/ 20161 h 30988"/>
                      <a:gd name="connsiteX4" fmla="*/ 32704 w 36303"/>
                      <a:gd name="connsiteY4" fmla="*/ 15121 h 30988"/>
                      <a:gd name="connsiteX5" fmla="*/ 30655 w 36303"/>
                      <a:gd name="connsiteY5" fmla="*/ 8420 h 30988"/>
                      <a:gd name="connsiteX6" fmla="*/ 24811 w 36303"/>
                      <a:gd name="connsiteY6" fmla="*/ 4709 h 30988"/>
                      <a:gd name="connsiteX7" fmla="*/ 24811 w 36303"/>
                      <a:gd name="connsiteY7" fmla="*/ 251 h 30988"/>
                      <a:gd name="connsiteX8" fmla="*/ 29353 w 36303"/>
                      <a:gd name="connsiteY8" fmla="*/ 2189 h 30988"/>
                      <a:gd name="connsiteX9" fmla="*/ 33008 w 36303"/>
                      <a:gd name="connsiteY9" fmla="*/ 5180 h 30988"/>
                      <a:gd name="connsiteX10" fmla="*/ 35445 w 36303"/>
                      <a:gd name="connsiteY10" fmla="*/ 9444 h 30988"/>
                      <a:gd name="connsiteX11" fmla="*/ 36303 w 36303"/>
                      <a:gd name="connsiteY11" fmla="*/ 15149 h 30988"/>
                      <a:gd name="connsiteX12" fmla="*/ 34919 w 36303"/>
                      <a:gd name="connsiteY12" fmla="*/ 22265 h 30988"/>
                      <a:gd name="connsiteX13" fmla="*/ 31097 w 36303"/>
                      <a:gd name="connsiteY13" fmla="*/ 27194 h 30988"/>
                      <a:gd name="connsiteX14" fmla="*/ 25393 w 36303"/>
                      <a:gd name="connsiteY14" fmla="*/ 30047 h 30988"/>
                      <a:gd name="connsiteX15" fmla="*/ 18304 w 36303"/>
                      <a:gd name="connsiteY15" fmla="*/ 30988 h 30988"/>
                      <a:gd name="connsiteX16" fmla="*/ 11187 w 36303"/>
                      <a:gd name="connsiteY16" fmla="*/ 29881 h 30988"/>
                      <a:gd name="connsiteX17" fmla="*/ 5372 w 36303"/>
                      <a:gd name="connsiteY17" fmla="*/ 26752 h 30988"/>
                      <a:gd name="connsiteX18" fmla="*/ 1440 w 36303"/>
                      <a:gd name="connsiteY18" fmla="*/ 21795 h 30988"/>
                      <a:gd name="connsiteX19" fmla="*/ 0 w 36303"/>
                      <a:gd name="connsiteY19" fmla="*/ 15149 h 30988"/>
                      <a:gd name="connsiteX20" fmla="*/ 4874 w 36303"/>
                      <a:gd name="connsiteY20" fmla="*/ 3989 h 30988"/>
                      <a:gd name="connsiteX21" fmla="*/ 19052 w 36303"/>
                      <a:gd name="connsiteY21" fmla="*/ 2 h 30988"/>
                      <a:gd name="connsiteX22" fmla="*/ 19052 w 36303"/>
                      <a:gd name="connsiteY22" fmla="*/ 26724 h 30988"/>
                      <a:gd name="connsiteX23" fmla="*/ 15729 w 36303"/>
                      <a:gd name="connsiteY23" fmla="*/ 4211 h 30988"/>
                      <a:gd name="connsiteX24" fmla="*/ 10966 w 36303"/>
                      <a:gd name="connsiteY24" fmla="*/ 4903 h 30988"/>
                      <a:gd name="connsiteX25" fmla="*/ 7117 w 36303"/>
                      <a:gd name="connsiteY25" fmla="*/ 6952 h 30988"/>
                      <a:gd name="connsiteX26" fmla="*/ 4514 w 36303"/>
                      <a:gd name="connsiteY26" fmla="*/ 10386 h 30988"/>
                      <a:gd name="connsiteX27" fmla="*/ 3545 w 36303"/>
                      <a:gd name="connsiteY27" fmla="*/ 15093 h 30988"/>
                      <a:gd name="connsiteX28" fmla="*/ 4541 w 36303"/>
                      <a:gd name="connsiteY28" fmla="*/ 19773 h 30988"/>
                      <a:gd name="connsiteX29" fmla="*/ 7200 w 36303"/>
                      <a:gd name="connsiteY29" fmla="*/ 23235 h 30988"/>
                      <a:gd name="connsiteX30" fmla="*/ 11049 w 36303"/>
                      <a:gd name="connsiteY30" fmla="*/ 25533 h 30988"/>
                      <a:gd name="connsiteX31" fmla="*/ 15701 w 36303"/>
                      <a:gd name="connsiteY31" fmla="*/ 26668 h 30988"/>
                      <a:gd name="connsiteX32" fmla="*/ 15701 w 36303"/>
                      <a:gd name="connsiteY32" fmla="*/ 4211 h 30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6303" h="30988">
                        <a:moveTo>
                          <a:pt x="19052" y="26668"/>
                        </a:moveTo>
                        <a:cubicBezTo>
                          <a:pt x="20907" y="26668"/>
                          <a:pt x="22679" y="26419"/>
                          <a:pt x="24341" y="25948"/>
                        </a:cubicBezTo>
                        <a:cubicBezTo>
                          <a:pt x="26002" y="25450"/>
                          <a:pt x="27442" y="24730"/>
                          <a:pt x="28660" y="23789"/>
                        </a:cubicBezTo>
                        <a:cubicBezTo>
                          <a:pt x="29879" y="22847"/>
                          <a:pt x="30848" y="21629"/>
                          <a:pt x="31596" y="20161"/>
                        </a:cubicBezTo>
                        <a:cubicBezTo>
                          <a:pt x="32316" y="18693"/>
                          <a:pt x="32704" y="17004"/>
                          <a:pt x="32704" y="15121"/>
                        </a:cubicBezTo>
                        <a:cubicBezTo>
                          <a:pt x="32704" y="12518"/>
                          <a:pt x="32011" y="10275"/>
                          <a:pt x="30655" y="8420"/>
                        </a:cubicBezTo>
                        <a:cubicBezTo>
                          <a:pt x="29270" y="6564"/>
                          <a:pt x="27331" y="5318"/>
                          <a:pt x="24811" y="4709"/>
                        </a:cubicBezTo>
                        <a:lnTo>
                          <a:pt x="24811" y="251"/>
                        </a:lnTo>
                        <a:cubicBezTo>
                          <a:pt x="26445" y="749"/>
                          <a:pt x="27968" y="1386"/>
                          <a:pt x="29353" y="2189"/>
                        </a:cubicBezTo>
                        <a:cubicBezTo>
                          <a:pt x="30737" y="2992"/>
                          <a:pt x="31956" y="3989"/>
                          <a:pt x="33008" y="5180"/>
                        </a:cubicBezTo>
                        <a:cubicBezTo>
                          <a:pt x="34060" y="6371"/>
                          <a:pt x="34863" y="7783"/>
                          <a:pt x="35445" y="9444"/>
                        </a:cubicBezTo>
                        <a:cubicBezTo>
                          <a:pt x="36026" y="11078"/>
                          <a:pt x="36303" y="12989"/>
                          <a:pt x="36303" y="15149"/>
                        </a:cubicBezTo>
                        <a:cubicBezTo>
                          <a:pt x="36303" y="17890"/>
                          <a:pt x="35833" y="20272"/>
                          <a:pt x="34919" y="22265"/>
                        </a:cubicBezTo>
                        <a:cubicBezTo>
                          <a:pt x="33977" y="24259"/>
                          <a:pt x="32704" y="25893"/>
                          <a:pt x="31097" y="27194"/>
                        </a:cubicBezTo>
                        <a:cubicBezTo>
                          <a:pt x="29491" y="28468"/>
                          <a:pt x="27580" y="29438"/>
                          <a:pt x="25393" y="30047"/>
                        </a:cubicBezTo>
                        <a:cubicBezTo>
                          <a:pt x="23205" y="30656"/>
                          <a:pt x="20852" y="30988"/>
                          <a:pt x="18304" y="30988"/>
                        </a:cubicBezTo>
                        <a:cubicBezTo>
                          <a:pt x="15757" y="30988"/>
                          <a:pt x="13403" y="30628"/>
                          <a:pt x="11187" y="29881"/>
                        </a:cubicBezTo>
                        <a:cubicBezTo>
                          <a:pt x="8972" y="29161"/>
                          <a:pt x="7034" y="28108"/>
                          <a:pt x="5372" y="26752"/>
                        </a:cubicBezTo>
                        <a:cubicBezTo>
                          <a:pt x="3711" y="25395"/>
                          <a:pt x="2409" y="23761"/>
                          <a:pt x="1440" y="21795"/>
                        </a:cubicBezTo>
                        <a:cubicBezTo>
                          <a:pt x="499" y="19856"/>
                          <a:pt x="0" y="17641"/>
                          <a:pt x="0" y="15149"/>
                        </a:cubicBezTo>
                        <a:cubicBezTo>
                          <a:pt x="0" y="10414"/>
                          <a:pt x="1634" y="6675"/>
                          <a:pt x="4874" y="3989"/>
                        </a:cubicBezTo>
                        <a:cubicBezTo>
                          <a:pt x="8141" y="1275"/>
                          <a:pt x="12849" y="-54"/>
                          <a:pt x="19052" y="2"/>
                        </a:cubicBezTo>
                        <a:lnTo>
                          <a:pt x="19052" y="26724"/>
                        </a:lnTo>
                        <a:close/>
                        <a:moveTo>
                          <a:pt x="15729" y="4211"/>
                        </a:moveTo>
                        <a:cubicBezTo>
                          <a:pt x="14040" y="4211"/>
                          <a:pt x="12461" y="4432"/>
                          <a:pt x="10966" y="4903"/>
                        </a:cubicBezTo>
                        <a:cubicBezTo>
                          <a:pt x="9471" y="5374"/>
                          <a:pt x="8197" y="6066"/>
                          <a:pt x="7117" y="6952"/>
                        </a:cubicBezTo>
                        <a:cubicBezTo>
                          <a:pt x="6037" y="7866"/>
                          <a:pt x="5178" y="9001"/>
                          <a:pt x="4514" y="10386"/>
                        </a:cubicBezTo>
                        <a:cubicBezTo>
                          <a:pt x="3877" y="11770"/>
                          <a:pt x="3545" y="13321"/>
                          <a:pt x="3545" y="15093"/>
                        </a:cubicBezTo>
                        <a:cubicBezTo>
                          <a:pt x="3545" y="16866"/>
                          <a:pt x="3877" y="18416"/>
                          <a:pt x="4541" y="19773"/>
                        </a:cubicBezTo>
                        <a:cubicBezTo>
                          <a:pt x="5206" y="21130"/>
                          <a:pt x="6092" y="22265"/>
                          <a:pt x="7200" y="23235"/>
                        </a:cubicBezTo>
                        <a:cubicBezTo>
                          <a:pt x="8307" y="24176"/>
                          <a:pt x="9581" y="24952"/>
                          <a:pt x="11049" y="25533"/>
                        </a:cubicBezTo>
                        <a:cubicBezTo>
                          <a:pt x="12517" y="26115"/>
                          <a:pt x="14067" y="26475"/>
                          <a:pt x="15701" y="26668"/>
                        </a:cubicBezTo>
                        <a:lnTo>
                          <a:pt x="15701" y="4211"/>
                        </a:lnTo>
                        <a:close/>
                      </a:path>
                    </a:pathLst>
                  </a:custGeom>
                  <a:solidFill>
                    <a:srgbClr val="231F20"/>
                  </a:solidFill>
                  <a:ln w="2767" cap="flat">
                    <a:noFill/>
                    <a:prstDash val="solid"/>
                    <a:miter/>
                  </a:ln>
                </p:spPr>
                <p:txBody>
                  <a:bodyPr rtlCol="0" anchor="ctr"/>
                  <a:lstStyle/>
                  <a:p>
                    <a:endParaRPr lang="en-US"/>
                  </a:p>
                </p:txBody>
              </p:sp>
            </p:grpSp>
            <p:grpSp>
              <p:nvGrpSpPr>
                <p:cNvPr id="1381" name="Graphic 14">
                  <a:extLst>
                    <a:ext uri="{FF2B5EF4-FFF2-40B4-BE49-F238E27FC236}">
                      <a16:creationId xmlns:a16="http://schemas.microsoft.com/office/drawing/2014/main" id="{E065FA27-B923-F147-88BA-DCB9ACFE3530}"/>
                    </a:ext>
                  </a:extLst>
                </p:cNvPr>
                <p:cNvGrpSpPr/>
                <p:nvPr/>
              </p:nvGrpSpPr>
              <p:grpSpPr>
                <a:xfrm rot="5400000">
                  <a:off x="3826572" y="4116934"/>
                  <a:ext cx="139860" cy="2204558"/>
                  <a:chOff x="4578036" y="1608974"/>
                  <a:chExt cx="45026" cy="709729"/>
                </a:xfrm>
                <a:solidFill>
                  <a:srgbClr val="231F20"/>
                </a:solidFill>
              </p:grpSpPr>
              <p:sp>
                <p:nvSpPr>
                  <p:cNvPr id="1382" name="Freeform 1381">
                    <a:extLst>
                      <a:ext uri="{FF2B5EF4-FFF2-40B4-BE49-F238E27FC236}">
                        <a16:creationId xmlns:a16="http://schemas.microsoft.com/office/drawing/2014/main" id="{843DFA20-CD22-BEFE-B905-09E7F3788E72}"/>
                      </a:ext>
                    </a:extLst>
                  </p:cNvPr>
                  <p:cNvSpPr/>
                  <p:nvPr/>
                </p:nvSpPr>
                <p:spPr>
                  <a:xfrm>
                    <a:off x="4600549" y="1648102"/>
                    <a:ext cx="2769" cy="631500"/>
                  </a:xfrm>
                  <a:custGeom>
                    <a:avLst/>
                    <a:gdLst>
                      <a:gd name="connsiteX0" fmla="*/ 0 w 2769"/>
                      <a:gd name="connsiteY0" fmla="*/ 0 h 631500"/>
                      <a:gd name="connsiteX1" fmla="*/ 0 w 2769"/>
                      <a:gd name="connsiteY1" fmla="*/ 631501 h 631500"/>
                    </a:gdLst>
                    <a:ahLst/>
                    <a:cxnLst>
                      <a:cxn ang="0">
                        <a:pos x="connsiteX0" y="connsiteY0"/>
                      </a:cxn>
                      <a:cxn ang="0">
                        <a:pos x="connsiteX1" y="connsiteY1"/>
                      </a:cxn>
                    </a:cxnLst>
                    <a:rect l="l" t="t" r="r" b="b"/>
                    <a:pathLst>
                      <a:path w="2769" h="631500">
                        <a:moveTo>
                          <a:pt x="0" y="0"/>
                        </a:moveTo>
                        <a:lnTo>
                          <a:pt x="0" y="631501"/>
                        </a:lnTo>
                      </a:path>
                    </a:pathLst>
                  </a:custGeom>
                  <a:ln w="5534" cap="flat">
                    <a:solidFill>
                      <a:srgbClr val="231F20"/>
                    </a:solidFill>
                    <a:prstDash val="solid"/>
                    <a:miter/>
                  </a:ln>
                </p:spPr>
                <p:txBody>
                  <a:bodyPr rtlCol="0" anchor="ctr"/>
                  <a:lstStyle/>
                  <a:p>
                    <a:endParaRPr lang="en-US"/>
                  </a:p>
                </p:txBody>
              </p:sp>
              <p:sp>
                <p:nvSpPr>
                  <p:cNvPr id="1383" name="Freeform 1382">
                    <a:extLst>
                      <a:ext uri="{FF2B5EF4-FFF2-40B4-BE49-F238E27FC236}">
                        <a16:creationId xmlns:a16="http://schemas.microsoft.com/office/drawing/2014/main" id="{FAC4378A-E0B2-774F-6A3F-EE42DA4F9FBA}"/>
                      </a:ext>
                    </a:extLst>
                  </p:cNvPr>
                  <p:cNvSpPr/>
                  <p:nvPr/>
                </p:nvSpPr>
                <p:spPr>
                  <a:xfrm>
                    <a:off x="4578036" y="1608974"/>
                    <a:ext cx="45026" cy="55105"/>
                  </a:xfrm>
                  <a:custGeom>
                    <a:avLst/>
                    <a:gdLst>
                      <a:gd name="connsiteX0" fmla="*/ 22513 w 45026"/>
                      <a:gd name="connsiteY0" fmla="*/ 0 h 55105"/>
                      <a:gd name="connsiteX1" fmla="*/ 0 w 45026"/>
                      <a:gd name="connsiteY1" fmla="*/ 55106 h 55105"/>
                      <a:gd name="connsiteX2" fmla="*/ 22513 w 45026"/>
                      <a:gd name="connsiteY2" fmla="*/ 42035 h 55105"/>
                      <a:gd name="connsiteX3" fmla="*/ 45026 w 45026"/>
                      <a:gd name="connsiteY3" fmla="*/ 55106 h 55105"/>
                      <a:gd name="connsiteX4" fmla="*/ 22513 w 45026"/>
                      <a:gd name="connsiteY4" fmla="*/ 0 h 551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26" h="55105">
                        <a:moveTo>
                          <a:pt x="22513" y="0"/>
                        </a:moveTo>
                        <a:lnTo>
                          <a:pt x="0" y="55106"/>
                        </a:lnTo>
                        <a:lnTo>
                          <a:pt x="22513" y="42035"/>
                        </a:lnTo>
                        <a:lnTo>
                          <a:pt x="45026" y="55106"/>
                        </a:lnTo>
                        <a:lnTo>
                          <a:pt x="22513" y="0"/>
                        </a:lnTo>
                        <a:close/>
                      </a:path>
                    </a:pathLst>
                  </a:custGeom>
                  <a:solidFill>
                    <a:srgbClr val="231F20"/>
                  </a:solidFill>
                  <a:ln w="2767" cap="flat">
                    <a:noFill/>
                    <a:prstDash val="solid"/>
                    <a:miter/>
                  </a:ln>
                </p:spPr>
                <p:txBody>
                  <a:bodyPr rtlCol="0" anchor="ctr"/>
                  <a:lstStyle/>
                  <a:p>
                    <a:endParaRPr lang="en-US"/>
                  </a:p>
                </p:txBody>
              </p:sp>
              <p:sp>
                <p:nvSpPr>
                  <p:cNvPr id="1384" name="Freeform 1383">
                    <a:extLst>
                      <a:ext uri="{FF2B5EF4-FFF2-40B4-BE49-F238E27FC236}">
                        <a16:creationId xmlns:a16="http://schemas.microsoft.com/office/drawing/2014/main" id="{88B2300B-E974-C0F1-F6C3-E2A69F50EC08}"/>
                      </a:ext>
                    </a:extLst>
                  </p:cNvPr>
                  <p:cNvSpPr/>
                  <p:nvPr/>
                </p:nvSpPr>
                <p:spPr>
                  <a:xfrm>
                    <a:off x="4578036" y="2263597"/>
                    <a:ext cx="45026" cy="55105"/>
                  </a:xfrm>
                  <a:custGeom>
                    <a:avLst/>
                    <a:gdLst>
                      <a:gd name="connsiteX0" fmla="*/ 22513 w 45026"/>
                      <a:gd name="connsiteY0" fmla="*/ 55106 h 55105"/>
                      <a:gd name="connsiteX1" fmla="*/ 0 w 45026"/>
                      <a:gd name="connsiteY1" fmla="*/ 0 h 55105"/>
                      <a:gd name="connsiteX2" fmla="*/ 22513 w 45026"/>
                      <a:gd name="connsiteY2" fmla="*/ 13098 h 55105"/>
                      <a:gd name="connsiteX3" fmla="*/ 45026 w 45026"/>
                      <a:gd name="connsiteY3" fmla="*/ 0 h 55105"/>
                      <a:gd name="connsiteX4" fmla="*/ 22513 w 45026"/>
                      <a:gd name="connsiteY4" fmla="*/ 55106 h 551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26" h="55105">
                        <a:moveTo>
                          <a:pt x="22513" y="55106"/>
                        </a:moveTo>
                        <a:lnTo>
                          <a:pt x="0" y="0"/>
                        </a:lnTo>
                        <a:lnTo>
                          <a:pt x="22513" y="13098"/>
                        </a:lnTo>
                        <a:lnTo>
                          <a:pt x="45026" y="0"/>
                        </a:lnTo>
                        <a:lnTo>
                          <a:pt x="22513" y="55106"/>
                        </a:lnTo>
                        <a:close/>
                      </a:path>
                    </a:pathLst>
                  </a:custGeom>
                  <a:solidFill>
                    <a:srgbClr val="231F20"/>
                  </a:solidFill>
                  <a:ln w="2767" cap="flat">
                    <a:noFill/>
                    <a:prstDash val="solid"/>
                    <a:miter/>
                  </a:ln>
                </p:spPr>
                <p:txBody>
                  <a:bodyPr rtlCol="0" anchor="ctr"/>
                  <a:lstStyle/>
                  <a:p>
                    <a:endParaRPr lang="en-US"/>
                  </a:p>
                </p:txBody>
              </p:sp>
            </p:grpSp>
          </p:grpSp>
          <p:grpSp>
            <p:nvGrpSpPr>
              <p:cNvPr id="1434" name="Graphic 5">
                <a:extLst>
                  <a:ext uri="{FF2B5EF4-FFF2-40B4-BE49-F238E27FC236}">
                    <a16:creationId xmlns:a16="http://schemas.microsoft.com/office/drawing/2014/main" id="{B8D31EF6-5491-6B9F-5477-DC3BB012A024}"/>
                  </a:ext>
                </a:extLst>
              </p:cNvPr>
              <p:cNvGrpSpPr/>
              <p:nvPr/>
            </p:nvGrpSpPr>
            <p:grpSpPr>
              <a:xfrm>
                <a:off x="15924206" y="2542965"/>
                <a:ext cx="177992" cy="1124664"/>
                <a:chOff x="7003211" y="3918984"/>
                <a:chExt cx="71153" cy="449588"/>
              </a:xfrm>
              <a:solidFill>
                <a:srgbClr val="000000"/>
              </a:solidFill>
            </p:grpSpPr>
            <p:sp>
              <p:nvSpPr>
                <p:cNvPr id="1492" name="Freeform 1491">
                  <a:extLst>
                    <a:ext uri="{FF2B5EF4-FFF2-40B4-BE49-F238E27FC236}">
                      <a16:creationId xmlns:a16="http://schemas.microsoft.com/office/drawing/2014/main" id="{095BB527-2344-F409-BB41-04C8807464DE}"/>
                    </a:ext>
                  </a:extLst>
                </p:cNvPr>
                <p:cNvSpPr/>
                <p:nvPr/>
              </p:nvSpPr>
              <p:spPr>
                <a:xfrm>
                  <a:off x="7004543" y="4322092"/>
                  <a:ext cx="68490" cy="46479"/>
                </a:xfrm>
                <a:custGeom>
                  <a:avLst/>
                  <a:gdLst>
                    <a:gd name="connsiteX0" fmla="*/ 68490 w 68490"/>
                    <a:gd name="connsiteY0" fmla="*/ 46480 h 46479"/>
                    <a:gd name="connsiteX1" fmla="*/ 0 w 68490"/>
                    <a:gd name="connsiteY1" fmla="*/ 46480 h 46479"/>
                    <a:gd name="connsiteX2" fmla="*/ 0 w 68490"/>
                    <a:gd name="connsiteY2" fmla="*/ 950 h 46479"/>
                    <a:gd name="connsiteX3" fmla="*/ 5517 w 68490"/>
                    <a:gd name="connsiteY3" fmla="*/ 950 h 46479"/>
                    <a:gd name="connsiteX4" fmla="*/ 5517 w 68490"/>
                    <a:gd name="connsiteY4" fmla="*/ 40016 h 46479"/>
                    <a:gd name="connsiteX5" fmla="*/ 30250 w 68490"/>
                    <a:gd name="connsiteY5" fmla="*/ 40016 h 46479"/>
                    <a:gd name="connsiteX6" fmla="*/ 30250 w 68490"/>
                    <a:gd name="connsiteY6" fmla="*/ 4753 h 46479"/>
                    <a:gd name="connsiteX7" fmla="*/ 35767 w 68490"/>
                    <a:gd name="connsiteY7" fmla="*/ 4753 h 46479"/>
                    <a:gd name="connsiteX8" fmla="*/ 35767 w 68490"/>
                    <a:gd name="connsiteY8" fmla="*/ 40016 h 46479"/>
                    <a:gd name="connsiteX9" fmla="*/ 62973 w 68490"/>
                    <a:gd name="connsiteY9" fmla="*/ 40016 h 46479"/>
                    <a:gd name="connsiteX10" fmla="*/ 62973 w 68490"/>
                    <a:gd name="connsiteY10" fmla="*/ 0 h 46479"/>
                    <a:gd name="connsiteX11" fmla="*/ 68490 w 68490"/>
                    <a:gd name="connsiteY11" fmla="*/ 0 h 46479"/>
                    <a:gd name="connsiteX12" fmla="*/ 68490 w 68490"/>
                    <a:gd name="connsiteY12" fmla="*/ 46480 h 46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8490" h="46479">
                      <a:moveTo>
                        <a:pt x="68490" y="46480"/>
                      </a:moveTo>
                      <a:lnTo>
                        <a:pt x="0" y="46480"/>
                      </a:lnTo>
                      <a:lnTo>
                        <a:pt x="0" y="950"/>
                      </a:lnTo>
                      <a:lnTo>
                        <a:pt x="5517" y="950"/>
                      </a:lnTo>
                      <a:lnTo>
                        <a:pt x="5517" y="40016"/>
                      </a:lnTo>
                      <a:lnTo>
                        <a:pt x="30250" y="40016"/>
                      </a:lnTo>
                      <a:lnTo>
                        <a:pt x="30250" y="4753"/>
                      </a:lnTo>
                      <a:lnTo>
                        <a:pt x="35767" y="4753"/>
                      </a:lnTo>
                      <a:lnTo>
                        <a:pt x="35767" y="40016"/>
                      </a:lnTo>
                      <a:lnTo>
                        <a:pt x="62973" y="40016"/>
                      </a:lnTo>
                      <a:lnTo>
                        <a:pt x="62973" y="0"/>
                      </a:lnTo>
                      <a:lnTo>
                        <a:pt x="68490" y="0"/>
                      </a:lnTo>
                      <a:lnTo>
                        <a:pt x="68490" y="46480"/>
                      </a:lnTo>
                      <a:close/>
                    </a:path>
                  </a:pathLst>
                </a:custGeom>
                <a:solidFill>
                  <a:srgbClr val="000000"/>
                </a:solidFill>
                <a:ln w="9506" cap="flat">
                  <a:noFill/>
                  <a:prstDash val="solid"/>
                  <a:miter/>
                </a:ln>
              </p:spPr>
              <p:txBody>
                <a:bodyPr rtlCol="0" anchor="ctr"/>
                <a:lstStyle/>
                <a:p>
                  <a:endParaRPr lang="en-US"/>
                </a:p>
              </p:txBody>
            </p:sp>
            <p:sp>
              <p:nvSpPr>
                <p:cNvPr id="1493" name="Freeform 1492">
                  <a:extLst>
                    <a:ext uri="{FF2B5EF4-FFF2-40B4-BE49-F238E27FC236}">
                      <a16:creationId xmlns:a16="http://schemas.microsoft.com/office/drawing/2014/main" id="{AA819A13-9F7E-6F41-3477-F2C48D80D48C}"/>
                    </a:ext>
                  </a:extLst>
                </p:cNvPr>
                <p:cNvSpPr/>
                <p:nvPr/>
              </p:nvSpPr>
              <p:spPr>
                <a:xfrm>
                  <a:off x="7004543" y="4246432"/>
                  <a:ext cx="68490" cy="64349"/>
                </a:xfrm>
                <a:custGeom>
                  <a:avLst/>
                  <a:gdLst>
                    <a:gd name="connsiteX0" fmla="*/ 68490 w 68490"/>
                    <a:gd name="connsiteY0" fmla="*/ 64349 h 64349"/>
                    <a:gd name="connsiteX1" fmla="*/ 0 w 68490"/>
                    <a:gd name="connsiteY1" fmla="*/ 64349 h 64349"/>
                    <a:gd name="connsiteX2" fmla="*/ 0 w 68490"/>
                    <a:gd name="connsiteY2" fmla="*/ 54464 h 64349"/>
                    <a:gd name="connsiteX3" fmla="*/ 60404 w 68490"/>
                    <a:gd name="connsiteY3" fmla="*/ 32032 h 64349"/>
                    <a:gd name="connsiteX4" fmla="*/ 60404 w 68490"/>
                    <a:gd name="connsiteY4" fmla="*/ 31842 h 64349"/>
                    <a:gd name="connsiteX5" fmla="*/ 0 w 68490"/>
                    <a:gd name="connsiteY5" fmla="*/ 9790 h 64349"/>
                    <a:gd name="connsiteX6" fmla="*/ 0 w 68490"/>
                    <a:gd name="connsiteY6" fmla="*/ 0 h 64349"/>
                    <a:gd name="connsiteX7" fmla="*/ 68490 w 68490"/>
                    <a:gd name="connsiteY7" fmla="*/ 0 h 64349"/>
                    <a:gd name="connsiteX8" fmla="*/ 68490 w 68490"/>
                    <a:gd name="connsiteY8" fmla="*/ 6463 h 64349"/>
                    <a:gd name="connsiteX9" fmla="*/ 7420 w 68490"/>
                    <a:gd name="connsiteY9" fmla="*/ 6463 h 64349"/>
                    <a:gd name="connsiteX10" fmla="*/ 7420 w 68490"/>
                    <a:gd name="connsiteY10" fmla="*/ 6653 h 64349"/>
                    <a:gd name="connsiteX11" fmla="*/ 68490 w 68490"/>
                    <a:gd name="connsiteY11" fmla="*/ 29085 h 64349"/>
                    <a:gd name="connsiteX12" fmla="*/ 68490 w 68490"/>
                    <a:gd name="connsiteY12" fmla="*/ 35169 h 64349"/>
                    <a:gd name="connsiteX13" fmla="*/ 7420 w 68490"/>
                    <a:gd name="connsiteY13" fmla="*/ 57696 h 64349"/>
                    <a:gd name="connsiteX14" fmla="*/ 7420 w 68490"/>
                    <a:gd name="connsiteY14" fmla="*/ 57886 h 64349"/>
                    <a:gd name="connsiteX15" fmla="*/ 68490 w 68490"/>
                    <a:gd name="connsiteY15" fmla="*/ 57886 h 64349"/>
                    <a:gd name="connsiteX16" fmla="*/ 68490 w 68490"/>
                    <a:gd name="connsiteY16" fmla="*/ 64349 h 64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490" h="64349">
                      <a:moveTo>
                        <a:pt x="68490" y="64349"/>
                      </a:moveTo>
                      <a:lnTo>
                        <a:pt x="0" y="64349"/>
                      </a:lnTo>
                      <a:lnTo>
                        <a:pt x="0" y="54464"/>
                      </a:lnTo>
                      <a:lnTo>
                        <a:pt x="60404" y="32032"/>
                      </a:lnTo>
                      <a:lnTo>
                        <a:pt x="60404" y="31842"/>
                      </a:lnTo>
                      <a:lnTo>
                        <a:pt x="0" y="9790"/>
                      </a:lnTo>
                      <a:lnTo>
                        <a:pt x="0" y="0"/>
                      </a:lnTo>
                      <a:lnTo>
                        <a:pt x="68490" y="0"/>
                      </a:lnTo>
                      <a:lnTo>
                        <a:pt x="68490" y="6463"/>
                      </a:lnTo>
                      <a:lnTo>
                        <a:pt x="7420" y="6463"/>
                      </a:lnTo>
                      <a:lnTo>
                        <a:pt x="7420" y="6653"/>
                      </a:lnTo>
                      <a:lnTo>
                        <a:pt x="68490" y="29085"/>
                      </a:lnTo>
                      <a:lnTo>
                        <a:pt x="68490" y="35169"/>
                      </a:lnTo>
                      <a:lnTo>
                        <a:pt x="7420" y="57696"/>
                      </a:lnTo>
                      <a:lnTo>
                        <a:pt x="7420" y="57886"/>
                      </a:lnTo>
                      <a:lnTo>
                        <a:pt x="68490" y="57886"/>
                      </a:lnTo>
                      <a:lnTo>
                        <a:pt x="68490" y="64349"/>
                      </a:lnTo>
                      <a:close/>
                    </a:path>
                  </a:pathLst>
                </a:custGeom>
                <a:solidFill>
                  <a:srgbClr val="000000"/>
                </a:solidFill>
                <a:ln w="9506" cap="flat">
                  <a:noFill/>
                  <a:prstDash val="solid"/>
                  <a:miter/>
                </a:ln>
              </p:spPr>
              <p:txBody>
                <a:bodyPr rtlCol="0" anchor="ctr"/>
                <a:lstStyle/>
                <a:p>
                  <a:endParaRPr lang="en-US"/>
                </a:p>
              </p:txBody>
            </p:sp>
            <p:sp>
              <p:nvSpPr>
                <p:cNvPr id="1494" name="Freeform 1493">
                  <a:extLst>
                    <a:ext uri="{FF2B5EF4-FFF2-40B4-BE49-F238E27FC236}">
                      <a16:creationId xmlns:a16="http://schemas.microsoft.com/office/drawing/2014/main" id="{AB09190B-CF64-35F8-E9B2-60D15ED1E13B}"/>
                    </a:ext>
                  </a:extLst>
                </p:cNvPr>
                <p:cNvSpPr/>
                <p:nvPr/>
              </p:nvSpPr>
              <p:spPr>
                <a:xfrm>
                  <a:off x="7004543" y="4154614"/>
                  <a:ext cx="68585" cy="50281"/>
                </a:xfrm>
                <a:custGeom>
                  <a:avLst/>
                  <a:gdLst>
                    <a:gd name="connsiteX0" fmla="*/ 68490 w 68585"/>
                    <a:gd name="connsiteY0" fmla="*/ 50282 h 50281"/>
                    <a:gd name="connsiteX1" fmla="*/ 0 w 68585"/>
                    <a:gd name="connsiteY1" fmla="*/ 50282 h 50281"/>
                    <a:gd name="connsiteX2" fmla="*/ 0 w 68585"/>
                    <a:gd name="connsiteY2" fmla="*/ 25569 h 50281"/>
                    <a:gd name="connsiteX3" fmla="*/ 1237 w 68585"/>
                    <a:gd name="connsiteY3" fmla="*/ 15303 h 50281"/>
                    <a:gd name="connsiteX4" fmla="*/ 4756 w 68585"/>
                    <a:gd name="connsiteY4" fmla="*/ 8364 h 50281"/>
                    <a:gd name="connsiteX5" fmla="*/ 10273 w 68585"/>
                    <a:gd name="connsiteY5" fmla="*/ 4372 h 50281"/>
                    <a:gd name="connsiteX6" fmla="*/ 17313 w 68585"/>
                    <a:gd name="connsiteY6" fmla="*/ 3137 h 50281"/>
                    <a:gd name="connsiteX7" fmla="*/ 23496 w 68585"/>
                    <a:gd name="connsiteY7" fmla="*/ 4087 h 50281"/>
                    <a:gd name="connsiteX8" fmla="*/ 27872 w 68585"/>
                    <a:gd name="connsiteY8" fmla="*/ 6558 h 50281"/>
                    <a:gd name="connsiteX9" fmla="*/ 30630 w 68585"/>
                    <a:gd name="connsiteY9" fmla="*/ 10075 h 50281"/>
                    <a:gd name="connsiteX10" fmla="*/ 32057 w 68585"/>
                    <a:gd name="connsiteY10" fmla="*/ 14068 h 50281"/>
                    <a:gd name="connsiteX11" fmla="*/ 32247 w 68585"/>
                    <a:gd name="connsiteY11" fmla="*/ 14068 h 50281"/>
                    <a:gd name="connsiteX12" fmla="*/ 37860 w 68585"/>
                    <a:gd name="connsiteY12" fmla="*/ 3517 h 50281"/>
                    <a:gd name="connsiteX13" fmla="*/ 49275 w 68585"/>
                    <a:gd name="connsiteY13" fmla="*/ 0 h 50281"/>
                    <a:gd name="connsiteX14" fmla="*/ 58312 w 68585"/>
                    <a:gd name="connsiteY14" fmla="*/ 1711 h 50281"/>
                    <a:gd name="connsiteX15" fmla="*/ 64305 w 68585"/>
                    <a:gd name="connsiteY15" fmla="*/ 6273 h 50281"/>
                    <a:gd name="connsiteX16" fmla="*/ 67539 w 68585"/>
                    <a:gd name="connsiteY16" fmla="*/ 13402 h 50281"/>
                    <a:gd name="connsiteX17" fmla="*/ 68585 w 68585"/>
                    <a:gd name="connsiteY17" fmla="*/ 22337 h 50281"/>
                    <a:gd name="connsiteX18" fmla="*/ 68585 w 68585"/>
                    <a:gd name="connsiteY18" fmla="*/ 50282 h 50281"/>
                    <a:gd name="connsiteX19" fmla="*/ 30250 w 68585"/>
                    <a:gd name="connsiteY19" fmla="*/ 43818 h 50281"/>
                    <a:gd name="connsiteX20" fmla="*/ 30250 w 68585"/>
                    <a:gd name="connsiteY20" fmla="*/ 27470 h 50281"/>
                    <a:gd name="connsiteX21" fmla="*/ 29394 w 68585"/>
                    <a:gd name="connsiteY21" fmla="*/ 19010 h 50281"/>
                    <a:gd name="connsiteX22" fmla="*/ 26920 w 68585"/>
                    <a:gd name="connsiteY22" fmla="*/ 13497 h 50281"/>
                    <a:gd name="connsiteX23" fmla="*/ 22830 w 68585"/>
                    <a:gd name="connsiteY23" fmla="*/ 10551 h 50281"/>
                    <a:gd name="connsiteX24" fmla="*/ 17313 w 68585"/>
                    <a:gd name="connsiteY24" fmla="*/ 9695 h 50281"/>
                    <a:gd name="connsiteX25" fmla="*/ 11795 w 68585"/>
                    <a:gd name="connsiteY25" fmla="*/ 10741 h 50281"/>
                    <a:gd name="connsiteX26" fmla="*/ 8181 w 68585"/>
                    <a:gd name="connsiteY26" fmla="*/ 14068 h 50281"/>
                    <a:gd name="connsiteX27" fmla="*/ 6183 w 68585"/>
                    <a:gd name="connsiteY27" fmla="*/ 19961 h 50281"/>
                    <a:gd name="connsiteX28" fmla="*/ 5517 w 68585"/>
                    <a:gd name="connsiteY28" fmla="*/ 28895 h 50281"/>
                    <a:gd name="connsiteX29" fmla="*/ 5517 w 68585"/>
                    <a:gd name="connsiteY29" fmla="*/ 43818 h 50281"/>
                    <a:gd name="connsiteX30" fmla="*/ 30250 w 68585"/>
                    <a:gd name="connsiteY30" fmla="*/ 43818 h 50281"/>
                    <a:gd name="connsiteX31" fmla="*/ 62973 w 68585"/>
                    <a:gd name="connsiteY31" fmla="*/ 43818 h 50281"/>
                    <a:gd name="connsiteX32" fmla="*/ 62973 w 68585"/>
                    <a:gd name="connsiteY32" fmla="*/ 27375 h 50281"/>
                    <a:gd name="connsiteX33" fmla="*/ 62497 w 68585"/>
                    <a:gd name="connsiteY33" fmla="*/ 18155 h 50281"/>
                    <a:gd name="connsiteX34" fmla="*/ 60500 w 68585"/>
                    <a:gd name="connsiteY34" fmla="*/ 11596 h 50281"/>
                    <a:gd name="connsiteX35" fmla="*/ 56314 w 68585"/>
                    <a:gd name="connsiteY35" fmla="*/ 7699 h 50281"/>
                    <a:gd name="connsiteX36" fmla="*/ 49180 w 68585"/>
                    <a:gd name="connsiteY36" fmla="*/ 6463 h 50281"/>
                    <a:gd name="connsiteX37" fmla="*/ 42331 w 68585"/>
                    <a:gd name="connsiteY37" fmla="*/ 7889 h 50281"/>
                    <a:gd name="connsiteX38" fmla="*/ 38336 w 68585"/>
                    <a:gd name="connsiteY38" fmla="*/ 11976 h 50281"/>
                    <a:gd name="connsiteX39" fmla="*/ 36338 w 68585"/>
                    <a:gd name="connsiteY39" fmla="*/ 18345 h 50281"/>
                    <a:gd name="connsiteX40" fmla="*/ 35767 w 68585"/>
                    <a:gd name="connsiteY40" fmla="*/ 26614 h 50281"/>
                    <a:gd name="connsiteX41" fmla="*/ 35767 w 68585"/>
                    <a:gd name="connsiteY41" fmla="*/ 43818 h 50281"/>
                    <a:gd name="connsiteX42" fmla="*/ 62973 w 68585"/>
                    <a:gd name="connsiteY42" fmla="*/ 43818 h 50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585" h="50281">
                      <a:moveTo>
                        <a:pt x="68490" y="50282"/>
                      </a:moveTo>
                      <a:lnTo>
                        <a:pt x="0" y="50282"/>
                      </a:lnTo>
                      <a:lnTo>
                        <a:pt x="0" y="25569"/>
                      </a:lnTo>
                      <a:cubicBezTo>
                        <a:pt x="0" y="21576"/>
                        <a:pt x="380" y="18155"/>
                        <a:pt x="1237" y="15303"/>
                      </a:cubicBezTo>
                      <a:cubicBezTo>
                        <a:pt x="2093" y="12452"/>
                        <a:pt x="3234" y="10170"/>
                        <a:pt x="4756" y="8364"/>
                      </a:cubicBezTo>
                      <a:cubicBezTo>
                        <a:pt x="6278" y="6558"/>
                        <a:pt x="8085" y="5228"/>
                        <a:pt x="10273" y="4372"/>
                      </a:cubicBezTo>
                      <a:cubicBezTo>
                        <a:pt x="12366" y="3517"/>
                        <a:pt x="14744" y="3137"/>
                        <a:pt x="17313" y="3137"/>
                      </a:cubicBezTo>
                      <a:cubicBezTo>
                        <a:pt x="19881" y="3137"/>
                        <a:pt x="21784" y="3422"/>
                        <a:pt x="23496" y="4087"/>
                      </a:cubicBezTo>
                      <a:cubicBezTo>
                        <a:pt x="25208" y="4753"/>
                        <a:pt x="26730" y="5513"/>
                        <a:pt x="27872" y="6558"/>
                      </a:cubicBezTo>
                      <a:cubicBezTo>
                        <a:pt x="29013" y="7604"/>
                        <a:pt x="29964" y="8745"/>
                        <a:pt x="30630" y="10075"/>
                      </a:cubicBezTo>
                      <a:cubicBezTo>
                        <a:pt x="31296" y="11406"/>
                        <a:pt x="31772" y="12737"/>
                        <a:pt x="32057" y="14068"/>
                      </a:cubicBezTo>
                      <a:lnTo>
                        <a:pt x="32247" y="14068"/>
                      </a:lnTo>
                      <a:cubicBezTo>
                        <a:pt x="32913" y="9315"/>
                        <a:pt x="34816" y="5798"/>
                        <a:pt x="37860" y="3517"/>
                      </a:cubicBezTo>
                      <a:cubicBezTo>
                        <a:pt x="40904" y="1236"/>
                        <a:pt x="44709" y="0"/>
                        <a:pt x="49275" y="0"/>
                      </a:cubicBezTo>
                      <a:cubicBezTo>
                        <a:pt x="52795" y="0"/>
                        <a:pt x="55839" y="570"/>
                        <a:pt x="58312" y="1711"/>
                      </a:cubicBezTo>
                      <a:cubicBezTo>
                        <a:pt x="60785" y="2852"/>
                        <a:pt x="62783" y="4372"/>
                        <a:pt x="64305" y="6273"/>
                      </a:cubicBezTo>
                      <a:cubicBezTo>
                        <a:pt x="65827" y="8174"/>
                        <a:pt x="66968" y="10646"/>
                        <a:pt x="67539" y="13402"/>
                      </a:cubicBezTo>
                      <a:cubicBezTo>
                        <a:pt x="68205" y="16159"/>
                        <a:pt x="68585" y="19105"/>
                        <a:pt x="68585" y="22337"/>
                      </a:cubicBezTo>
                      <a:lnTo>
                        <a:pt x="68585" y="50282"/>
                      </a:lnTo>
                      <a:close/>
                      <a:moveTo>
                        <a:pt x="30250" y="43818"/>
                      </a:moveTo>
                      <a:lnTo>
                        <a:pt x="30250" y="27470"/>
                      </a:lnTo>
                      <a:cubicBezTo>
                        <a:pt x="30250" y="24143"/>
                        <a:pt x="29964" y="21291"/>
                        <a:pt x="29394" y="19010"/>
                      </a:cubicBezTo>
                      <a:cubicBezTo>
                        <a:pt x="28823" y="16729"/>
                        <a:pt x="27967" y="14923"/>
                        <a:pt x="26920" y="13497"/>
                      </a:cubicBezTo>
                      <a:cubicBezTo>
                        <a:pt x="25779" y="12071"/>
                        <a:pt x="24447" y="11121"/>
                        <a:pt x="22830" y="10551"/>
                      </a:cubicBezTo>
                      <a:cubicBezTo>
                        <a:pt x="21213" y="9980"/>
                        <a:pt x="19310" y="9695"/>
                        <a:pt x="17313" y="9695"/>
                      </a:cubicBezTo>
                      <a:cubicBezTo>
                        <a:pt x="15315" y="9695"/>
                        <a:pt x="13318" y="10075"/>
                        <a:pt x="11795" y="10741"/>
                      </a:cubicBezTo>
                      <a:cubicBezTo>
                        <a:pt x="10273" y="11406"/>
                        <a:pt x="9132" y="12547"/>
                        <a:pt x="8181" y="14068"/>
                      </a:cubicBezTo>
                      <a:cubicBezTo>
                        <a:pt x="7229" y="15588"/>
                        <a:pt x="6564" y="17584"/>
                        <a:pt x="6183" y="19961"/>
                      </a:cubicBezTo>
                      <a:cubicBezTo>
                        <a:pt x="5803" y="22432"/>
                        <a:pt x="5517" y="25378"/>
                        <a:pt x="5517" y="28895"/>
                      </a:cubicBezTo>
                      <a:lnTo>
                        <a:pt x="5517" y="43818"/>
                      </a:lnTo>
                      <a:lnTo>
                        <a:pt x="30250" y="43818"/>
                      </a:lnTo>
                      <a:close/>
                      <a:moveTo>
                        <a:pt x="62973" y="43818"/>
                      </a:moveTo>
                      <a:lnTo>
                        <a:pt x="62973" y="27375"/>
                      </a:lnTo>
                      <a:cubicBezTo>
                        <a:pt x="62973" y="23858"/>
                        <a:pt x="62783" y="20721"/>
                        <a:pt x="62497" y="18155"/>
                      </a:cubicBezTo>
                      <a:cubicBezTo>
                        <a:pt x="62212" y="15493"/>
                        <a:pt x="61546" y="13307"/>
                        <a:pt x="60500" y="11596"/>
                      </a:cubicBezTo>
                      <a:cubicBezTo>
                        <a:pt x="59548" y="9885"/>
                        <a:pt x="58122" y="8650"/>
                        <a:pt x="56314" y="7699"/>
                      </a:cubicBezTo>
                      <a:cubicBezTo>
                        <a:pt x="54507" y="6844"/>
                        <a:pt x="52129" y="6463"/>
                        <a:pt x="49180" y="6463"/>
                      </a:cubicBezTo>
                      <a:cubicBezTo>
                        <a:pt x="46231" y="6463"/>
                        <a:pt x="44043" y="6939"/>
                        <a:pt x="42331" y="7889"/>
                      </a:cubicBezTo>
                      <a:cubicBezTo>
                        <a:pt x="40618" y="8840"/>
                        <a:pt x="39192" y="10170"/>
                        <a:pt x="38336" y="11976"/>
                      </a:cubicBezTo>
                      <a:cubicBezTo>
                        <a:pt x="37384" y="13782"/>
                        <a:pt x="36718" y="15873"/>
                        <a:pt x="36338" y="18345"/>
                      </a:cubicBezTo>
                      <a:cubicBezTo>
                        <a:pt x="35957" y="20816"/>
                        <a:pt x="35767" y="23573"/>
                        <a:pt x="35767" y="26614"/>
                      </a:cubicBezTo>
                      <a:lnTo>
                        <a:pt x="35767" y="43818"/>
                      </a:lnTo>
                      <a:lnTo>
                        <a:pt x="62973" y="43818"/>
                      </a:lnTo>
                      <a:close/>
                    </a:path>
                  </a:pathLst>
                </a:custGeom>
                <a:solidFill>
                  <a:srgbClr val="000000"/>
                </a:solidFill>
                <a:ln w="9506" cap="flat">
                  <a:noFill/>
                  <a:prstDash val="solid"/>
                  <a:miter/>
                </a:ln>
              </p:spPr>
              <p:txBody>
                <a:bodyPr rtlCol="0" anchor="ctr"/>
                <a:lstStyle/>
                <a:p>
                  <a:endParaRPr lang="en-US"/>
                </a:p>
              </p:txBody>
            </p:sp>
            <p:sp>
              <p:nvSpPr>
                <p:cNvPr id="1495" name="Freeform 1494">
                  <a:extLst>
                    <a:ext uri="{FF2B5EF4-FFF2-40B4-BE49-F238E27FC236}">
                      <a16:creationId xmlns:a16="http://schemas.microsoft.com/office/drawing/2014/main" id="{329A0D33-EE0E-8391-69B7-669CB7620480}"/>
                    </a:ext>
                  </a:extLst>
                </p:cNvPr>
                <p:cNvSpPr/>
                <p:nvPr/>
              </p:nvSpPr>
              <p:spPr>
                <a:xfrm>
                  <a:off x="7022427" y="4100622"/>
                  <a:ext cx="51938" cy="44391"/>
                </a:xfrm>
                <a:custGeom>
                  <a:avLst/>
                  <a:gdLst>
                    <a:gd name="connsiteX0" fmla="*/ 27301 w 51938"/>
                    <a:gd name="connsiteY0" fmla="*/ 38214 h 44391"/>
                    <a:gd name="connsiteX1" fmla="*/ 34816 w 51938"/>
                    <a:gd name="connsiteY1" fmla="*/ 37168 h 44391"/>
                    <a:gd name="connsiteX2" fmla="*/ 40999 w 51938"/>
                    <a:gd name="connsiteY2" fmla="*/ 34126 h 44391"/>
                    <a:gd name="connsiteX3" fmla="*/ 45185 w 51938"/>
                    <a:gd name="connsiteY3" fmla="*/ 28994 h 44391"/>
                    <a:gd name="connsiteX4" fmla="*/ 46802 w 51938"/>
                    <a:gd name="connsiteY4" fmla="*/ 21770 h 44391"/>
                    <a:gd name="connsiteX5" fmla="*/ 43853 w 51938"/>
                    <a:gd name="connsiteY5" fmla="*/ 12170 h 44391"/>
                    <a:gd name="connsiteX6" fmla="*/ 35482 w 51938"/>
                    <a:gd name="connsiteY6" fmla="*/ 6847 h 44391"/>
                    <a:gd name="connsiteX7" fmla="*/ 35482 w 51938"/>
                    <a:gd name="connsiteY7" fmla="*/ 479 h 44391"/>
                    <a:gd name="connsiteX8" fmla="*/ 41950 w 51938"/>
                    <a:gd name="connsiteY8" fmla="*/ 3235 h 44391"/>
                    <a:gd name="connsiteX9" fmla="*/ 47182 w 51938"/>
                    <a:gd name="connsiteY9" fmla="*/ 7512 h 44391"/>
                    <a:gd name="connsiteX10" fmla="*/ 50702 w 51938"/>
                    <a:gd name="connsiteY10" fmla="*/ 13596 h 44391"/>
                    <a:gd name="connsiteX11" fmla="*/ 51938 w 51938"/>
                    <a:gd name="connsiteY11" fmla="*/ 21770 h 44391"/>
                    <a:gd name="connsiteX12" fmla="*/ 49941 w 51938"/>
                    <a:gd name="connsiteY12" fmla="*/ 31940 h 44391"/>
                    <a:gd name="connsiteX13" fmla="*/ 44519 w 51938"/>
                    <a:gd name="connsiteY13" fmla="*/ 38974 h 44391"/>
                    <a:gd name="connsiteX14" fmla="*/ 36338 w 51938"/>
                    <a:gd name="connsiteY14" fmla="*/ 43061 h 44391"/>
                    <a:gd name="connsiteX15" fmla="*/ 26160 w 51938"/>
                    <a:gd name="connsiteY15" fmla="*/ 44392 h 44391"/>
                    <a:gd name="connsiteX16" fmla="*/ 15981 w 51938"/>
                    <a:gd name="connsiteY16" fmla="*/ 42776 h 44391"/>
                    <a:gd name="connsiteX17" fmla="*/ 7610 w 51938"/>
                    <a:gd name="connsiteY17" fmla="*/ 38309 h 44391"/>
                    <a:gd name="connsiteX18" fmla="*/ 1998 w 51938"/>
                    <a:gd name="connsiteY18" fmla="*/ 31180 h 44391"/>
                    <a:gd name="connsiteX19" fmla="*/ 0 w 51938"/>
                    <a:gd name="connsiteY19" fmla="*/ 21675 h 44391"/>
                    <a:gd name="connsiteX20" fmla="*/ 7039 w 51938"/>
                    <a:gd name="connsiteY20" fmla="*/ 5706 h 44391"/>
                    <a:gd name="connsiteX21" fmla="*/ 27301 w 51938"/>
                    <a:gd name="connsiteY21" fmla="*/ 3 h 44391"/>
                    <a:gd name="connsiteX22" fmla="*/ 27301 w 51938"/>
                    <a:gd name="connsiteY22" fmla="*/ 38214 h 44391"/>
                    <a:gd name="connsiteX23" fmla="*/ 22545 w 51938"/>
                    <a:gd name="connsiteY23" fmla="*/ 6087 h 44391"/>
                    <a:gd name="connsiteX24" fmla="*/ 15791 w 51938"/>
                    <a:gd name="connsiteY24" fmla="*/ 7037 h 44391"/>
                    <a:gd name="connsiteX25" fmla="*/ 10273 w 51938"/>
                    <a:gd name="connsiteY25" fmla="*/ 9984 h 44391"/>
                    <a:gd name="connsiteX26" fmla="*/ 6563 w 51938"/>
                    <a:gd name="connsiteY26" fmla="*/ 14926 h 44391"/>
                    <a:gd name="connsiteX27" fmla="*/ 5137 w 51938"/>
                    <a:gd name="connsiteY27" fmla="*/ 21675 h 44391"/>
                    <a:gd name="connsiteX28" fmla="*/ 6563 w 51938"/>
                    <a:gd name="connsiteY28" fmla="*/ 28423 h 44391"/>
                    <a:gd name="connsiteX29" fmla="*/ 10369 w 51938"/>
                    <a:gd name="connsiteY29" fmla="*/ 33366 h 44391"/>
                    <a:gd name="connsiteX30" fmla="*/ 15886 w 51938"/>
                    <a:gd name="connsiteY30" fmla="*/ 36693 h 44391"/>
                    <a:gd name="connsiteX31" fmla="*/ 22545 w 51938"/>
                    <a:gd name="connsiteY31" fmla="*/ 38309 h 44391"/>
                    <a:gd name="connsiteX32" fmla="*/ 22545 w 51938"/>
                    <a:gd name="connsiteY32" fmla="*/ 6182 h 44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1938" h="44391">
                      <a:moveTo>
                        <a:pt x="27301" y="38214"/>
                      </a:moveTo>
                      <a:cubicBezTo>
                        <a:pt x="29964" y="38214"/>
                        <a:pt x="32438" y="37833"/>
                        <a:pt x="34816" y="37168"/>
                      </a:cubicBezTo>
                      <a:cubicBezTo>
                        <a:pt x="37194" y="36503"/>
                        <a:pt x="39287" y="35457"/>
                        <a:pt x="40999" y="34126"/>
                      </a:cubicBezTo>
                      <a:cubicBezTo>
                        <a:pt x="42711" y="32796"/>
                        <a:pt x="44138" y="30990"/>
                        <a:pt x="45185" y="28994"/>
                      </a:cubicBezTo>
                      <a:cubicBezTo>
                        <a:pt x="46231" y="26903"/>
                        <a:pt x="46802" y="24526"/>
                        <a:pt x="46802" y="21770"/>
                      </a:cubicBezTo>
                      <a:cubicBezTo>
                        <a:pt x="46802" y="18063"/>
                        <a:pt x="45850" y="14831"/>
                        <a:pt x="43853" y="12170"/>
                      </a:cubicBezTo>
                      <a:cubicBezTo>
                        <a:pt x="41855" y="9508"/>
                        <a:pt x="39096" y="7702"/>
                        <a:pt x="35482" y="6847"/>
                      </a:cubicBezTo>
                      <a:lnTo>
                        <a:pt x="35482" y="479"/>
                      </a:lnTo>
                      <a:cubicBezTo>
                        <a:pt x="37860" y="1144"/>
                        <a:pt x="39953" y="2095"/>
                        <a:pt x="41950" y="3235"/>
                      </a:cubicBezTo>
                      <a:cubicBezTo>
                        <a:pt x="43948" y="4376"/>
                        <a:pt x="45660" y="5801"/>
                        <a:pt x="47182" y="7512"/>
                      </a:cubicBezTo>
                      <a:cubicBezTo>
                        <a:pt x="48704" y="9223"/>
                        <a:pt x="49846" y="11219"/>
                        <a:pt x="50702" y="13596"/>
                      </a:cubicBezTo>
                      <a:cubicBezTo>
                        <a:pt x="51558" y="15972"/>
                        <a:pt x="51938" y="18633"/>
                        <a:pt x="51938" y="21770"/>
                      </a:cubicBezTo>
                      <a:cubicBezTo>
                        <a:pt x="51938" y="25667"/>
                        <a:pt x="51272" y="29089"/>
                        <a:pt x="49941" y="31940"/>
                      </a:cubicBezTo>
                      <a:cubicBezTo>
                        <a:pt x="48609" y="34792"/>
                        <a:pt x="46802" y="37168"/>
                        <a:pt x="44519" y="38974"/>
                      </a:cubicBezTo>
                      <a:cubicBezTo>
                        <a:pt x="42235" y="40780"/>
                        <a:pt x="39477" y="42206"/>
                        <a:pt x="36338" y="43061"/>
                      </a:cubicBezTo>
                      <a:cubicBezTo>
                        <a:pt x="33199" y="43917"/>
                        <a:pt x="29774" y="44392"/>
                        <a:pt x="26160" y="44392"/>
                      </a:cubicBezTo>
                      <a:cubicBezTo>
                        <a:pt x="22545" y="44392"/>
                        <a:pt x="19120" y="43917"/>
                        <a:pt x="15981" y="42776"/>
                      </a:cubicBezTo>
                      <a:cubicBezTo>
                        <a:pt x="12842" y="41730"/>
                        <a:pt x="10083" y="40210"/>
                        <a:pt x="7610" y="38309"/>
                      </a:cubicBezTo>
                      <a:cubicBezTo>
                        <a:pt x="5232" y="36408"/>
                        <a:pt x="3329" y="34031"/>
                        <a:pt x="1998" y="31180"/>
                      </a:cubicBezTo>
                      <a:cubicBezTo>
                        <a:pt x="666" y="28423"/>
                        <a:pt x="0" y="25192"/>
                        <a:pt x="0" y="21675"/>
                      </a:cubicBezTo>
                      <a:cubicBezTo>
                        <a:pt x="0" y="14926"/>
                        <a:pt x="2378" y="9603"/>
                        <a:pt x="7039" y="5706"/>
                      </a:cubicBezTo>
                      <a:cubicBezTo>
                        <a:pt x="11700" y="1809"/>
                        <a:pt x="18454" y="-92"/>
                        <a:pt x="27301" y="3"/>
                      </a:cubicBezTo>
                      <a:lnTo>
                        <a:pt x="27301" y="38214"/>
                      </a:lnTo>
                      <a:close/>
                      <a:moveTo>
                        <a:pt x="22545" y="6087"/>
                      </a:moveTo>
                      <a:cubicBezTo>
                        <a:pt x="20167" y="6087"/>
                        <a:pt x="17883" y="6467"/>
                        <a:pt x="15791" y="7037"/>
                      </a:cubicBezTo>
                      <a:cubicBezTo>
                        <a:pt x="13698" y="7702"/>
                        <a:pt x="11795" y="8653"/>
                        <a:pt x="10273" y="9984"/>
                      </a:cubicBezTo>
                      <a:cubicBezTo>
                        <a:pt x="8751" y="11314"/>
                        <a:pt x="7515" y="12930"/>
                        <a:pt x="6563" y="14926"/>
                      </a:cubicBezTo>
                      <a:cubicBezTo>
                        <a:pt x="5612" y="16922"/>
                        <a:pt x="5137" y="19108"/>
                        <a:pt x="5137" y="21675"/>
                      </a:cubicBezTo>
                      <a:cubicBezTo>
                        <a:pt x="5137" y="24241"/>
                        <a:pt x="5612" y="26427"/>
                        <a:pt x="6563" y="28423"/>
                      </a:cubicBezTo>
                      <a:cubicBezTo>
                        <a:pt x="7515" y="30324"/>
                        <a:pt x="8751" y="32035"/>
                        <a:pt x="10369" y="33366"/>
                      </a:cubicBezTo>
                      <a:cubicBezTo>
                        <a:pt x="11986" y="34697"/>
                        <a:pt x="13793" y="35837"/>
                        <a:pt x="15886" y="36693"/>
                      </a:cubicBezTo>
                      <a:cubicBezTo>
                        <a:pt x="17979" y="37548"/>
                        <a:pt x="20167" y="38024"/>
                        <a:pt x="22545" y="38309"/>
                      </a:cubicBezTo>
                      <a:lnTo>
                        <a:pt x="22545" y="6182"/>
                      </a:lnTo>
                      <a:close/>
                    </a:path>
                  </a:pathLst>
                </a:custGeom>
                <a:solidFill>
                  <a:srgbClr val="000000"/>
                </a:solidFill>
                <a:ln w="9506" cap="flat">
                  <a:noFill/>
                  <a:prstDash val="solid"/>
                  <a:miter/>
                </a:ln>
              </p:spPr>
              <p:txBody>
                <a:bodyPr rtlCol="0" anchor="ctr"/>
                <a:lstStyle/>
                <a:p>
                  <a:endParaRPr lang="en-US"/>
                </a:p>
              </p:txBody>
            </p:sp>
            <p:sp>
              <p:nvSpPr>
                <p:cNvPr id="1496" name="Freeform 1495">
                  <a:extLst>
                    <a:ext uri="{FF2B5EF4-FFF2-40B4-BE49-F238E27FC236}">
                      <a16:creationId xmlns:a16="http://schemas.microsoft.com/office/drawing/2014/main" id="{48C43F52-32D8-DBB8-2AC8-5E308FEEDE2B}"/>
                    </a:ext>
                  </a:extLst>
                </p:cNvPr>
                <p:cNvSpPr/>
                <p:nvPr/>
              </p:nvSpPr>
              <p:spPr>
                <a:xfrm>
                  <a:off x="7022427" y="4050248"/>
                  <a:ext cx="50796" cy="39255"/>
                </a:xfrm>
                <a:custGeom>
                  <a:avLst/>
                  <a:gdLst>
                    <a:gd name="connsiteX0" fmla="*/ 50607 w 50796"/>
                    <a:gd name="connsiteY0" fmla="*/ 33553 h 39255"/>
                    <a:gd name="connsiteX1" fmla="*/ 50607 w 50796"/>
                    <a:gd name="connsiteY1" fmla="*/ 39256 h 39255"/>
                    <a:gd name="connsiteX2" fmla="*/ 1332 w 50796"/>
                    <a:gd name="connsiteY2" fmla="*/ 39256 h 39255"/>
                    <a:gd name="connsiteX3" fmla="*/ 1332 w 50796"/>
                    <a:gd name="connsiteY3" fmla="*/ 33553 h 39255"/>
                    <a:gd name="connsiteX4" fmla="*/ 8181 w 50796"/>
                    <a:gd name="connsiteY4" fmla="*/ 33553 h 39255"/>
                    <a:gd name="connsiteX5" fmla="*/ 2283 w 50796"/>
                    <a:gd name="connsiteY5" fmla="*/ 26424 h 39255"/>
                    <a:gd name="connsiteX6" fmla="*/ 0 w 50796"/>
                    <a:gd name="connsiteY6" fmla="*/ 17584 h 39255"/>
                    <a:gd name="connsiteX7" fmla="*/ 1617 w 50796"/>
                    <a:gd name="connsiteY7" fmla="*/ 9125 h 39255"/>
                    <a:gd name="connsiteX8" fmla="*/ 7134 w 50796"/>
                    <a:gd name="connsiteY8" fmla="*/ 2566 h 39255"/>
                    <a:gd name="connsiteX9" fmla="*/ 12652 w 50796"/>
                    <a:gd name="connsiteY9" fmla="*/ 380 h 39255"/>
                    <a:gd name="connsiteX10" fmla="*/ 18549 w 50796"/>
                    <a:gd name="connsiteY10" fmla="*/ 0 h 39255"/>
                    <a:gd name="connsiteX11" fmla="*/ 50797 w 50796"/>
                    <a:gd name="connsiteY11" fmla="*/ 0 h 39255"/>
                    <a:gd name="connsiteX12" fmla="*/ 50797 w 50796"/>
                    <a:gd name="connsiteY12" fmla="*/ 5703 h 39255"/>
                    <a:gd name="connsiteX13" fmla="*/ 18645 w 50796"/>
                    <a:gd name="connsiteY13" fmla="*/ 5703 h 39255"/>
                    <a:gd name="connsiteX14" fmla="*/ 8656 w 50796"/>
                    <a:gd name="connsiteY14" fmla="*/ 8650 h 39255"/>
                    <a:gd name="connsiteX15" fmla="*/ 5327 w 50796"/>
                    <a:gd name="connsiteY15" fmla="*/ 18440 h 39255"/>
                    <a:gd name="connsiteX16" fmla="*/ 6088 w 50796"/>
                    <a:gd name="connsiteY16" fmla="*/ 23287 h 39255"/>
                    <a:gd name="connsiteX17" fmla="*/ 8276 w 50796"/>
                    <a:gd name="connsiteY17" fmla="*/ 27279 h 39255"/>
                    <a:gd name="connsiteX18" fmla="*/ 11320 w 50796"/>
                    <a:gd name="connsiteY18" fmla="*/ 30226 h 39255"/>
                    <a:gd name="connsiteX19" fmla="*/ 14934 w 50796"/>
                    <a:gd name="connsiteY19" fmla="*/ 32127 h 39255"/>
                    <a:gd name="connsiteX20" fmla="*/ 19501 w 50796"/>
                    <a:gd name="connsiteY20" fmla="*/ 33173 h 39255"/>
                    <a:gd name="connsiteX21" fmla="*/ 24257 w 50796"/>
                    <a:gd name="connsiteY21" fmla="*/ 33363 h 39255"/>
                    <a:gd name="connsiteX22" fmla="*/ 50797 w 50796"/>
                    <a:gd name="connsiteY22" fmla="*/ 33363 h 39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0796" h="39255">
                      <a:moveTo>
                        <a:pt x="50607" y="33553"/>
                      </a:moveTo>
                      <a:lnTo>
                        <a:pt x="50607" y="39256"/>
                      </a:lnTo>
                      <a:lnTo>
                        <a:pt x="1332" y="39256"/>
                      </a:lnTo>
                      <a:lnTo>
                        <a:pt x="1332" y="33553"/>
                      </a:lnTo>
                      <a:lnTo>
                        <a:pt x="8181" y="33553"/>
                      </a:lnTo>
                      <a:cubicBezTo>
                        <a:pt x="5803" y="31271"/>
                        <a:pt x="3805" y="28895"/>
                        <a:pt x="2283" y="26424"/>
                      </a:cubicBezTo>
                      <a:cubicBezTo>
                        <a:pt x="761" y="23953"/>
                        <a:pt x="0" y="21101"/>
                        <a:pt x="0" y="17584"/>
                      </a:cubicBezTo>
                      <a:cubicBezTo>
                        <a:pt x="0" y="14543"/>
                        <a:pt x="571" y="11691"/>
                        <a:pt x="1617" y="9125"/>
                      </a:cubicBezTo>
                      <a:cubicBezTo>
                        <a:pt x="2664" y="6558"/>
                        <a:pt x="4471" y="4372"/>
                        <a:pt x="7134" y="2566"/>
                      </a:cubicBezTo>
                      <a:cubicBezTo>
                        <a:pt x="8942" y="1331"/>
                        <a:pt x="10749" y="665"/>
                        <a:pt x="12652" y="380"/>
                      </a:cubicBezTo>
                      <a:cubicBezTo>
                        <a:pt x="14554" y="95"/>
                        <a:pt x="16457" y="0"/>
                        <a:pt x="18549" y="0"/>
                      </a:cubicBezTo>
                      <a:lnTo>
                        <a:pt x="50797" y="0"/>
                      </a:lnTo>
                      <a:lnTo>
                        <a:pt x="50797" y="5703"/>
                      </a:lnTo>
                      <a:lnTo>
                        <a:pt x="18645" y="5703"/>
                      </a:lnTo>
                      <a:cubicBezTo>
                        <a:pt x="14174" y="5703"/>
                        <a:pt x="10844" y="6653"/>
                        <a:pt x="8656" y="8650"/>
                      </a:cubicBezTo>
                      <a:cubicBezTo>
                        <a:pt x="6468" y="10646"/>
                        <a:pt x="5327" y="13877"/>
                        <a:pt x="5327" y="18440"/>
                      </a:cubicBezTo>
                      <a:cubicBezTo>
                        <a:pt x="5327" y="20246"/>
                        <a:pt x="5612" y="21862"/>
                        <a:pt x="6088" y="23287"/>
                      </a:cubicBezTo>
                      <a:cubicBezTo>
                        <a:pt x="6563" y="24713"/>
                        <a:pt x="7325" y="26044"/>
                        <a:pt x="8276" y="27279"/>
                      </a:cubicBezTo>
                      <a:cubicBezTo>
                        <a:pt x="9132" y="28420"/>
                        <a:pt x="10178" y="29466"/>
                        <a:pt x="11320" y="30226"/>
                      </a:cubicBezTo>
                      <a:cubicBezTo>
                        <a:pt x="12461" y="31081"/>
                        <a:pt x="13698" y="31652"/>
                        <a:pt x="14934" y="32127"/>
                      </a:cubicBezTo>
                      <a:cubicBezTo>
                        <a:pt x="16552" y="32697"/>
                        <a:pt x="18074" y="33077"/>
                        <a:pt x="19501" y="33173"/>
                      </a:cubicBezTo>
                      <a:cubicBezTo>
                        <a:pt x="20927" y="33268"/>
                        <a:pt x="22545" y="33363"/>
                        <a:pt x="24257" y="33363"/>
                      </a:cubicBezTo>
                      <a:lnTo>
                        <a:pt x="50797" y="33363"/>
                      </a:lnTo>
                      <a:close/>
                    </a:path>
                  </a:pathLst>
                </a:custGeom>
                <a:solidFill>
                  <a:srgbClr val="000000"/>
                </a:solidFill>
                <a:ln w="9506" cap="flat">
                  <a:noFill/>
                  <a:prstDash val="solid"/>
                  <a:miter/>
                </a:ln>
              </p:spPr>
              <p:txBody>
                <a:bodyPr rtlCol="0" anchor="ctr"/>
                <a:lstStyle/>
                <a:p>
                  <a:endParaRPr lang="en-US"/>
                </a:p>
              </p:txBody>
            </p:sp>
            <p:sp>
              <p:nvSpPr>
                <p:cNvPr id="1497" name="Freeform 1496">
                  <a:extLst>
                    <a:ext uri="{FF2B5EF4-FFF2-40B4-BE49-F238E27FC236}">
                      <a16:creationId xmlns:a16="http://schemas.microsoft.com/office/drawing/2014/main" id="{DFDC59F3-3C75-8739-51B4-3F05AD0FEBFF}"/>
                    </a:ext>
                  </a:extLst>
                </p:cNvPr>
                <p:cNvSpPr/>
                <p:nvPr/>
              </p:nvSpPr>
              <p:spPr>
                <a:xfrm>
                  <a:off x="7022427" y="3994926"/>
                  <a:ext cx="51938" cy="44392"/>
                </a:xfrm>
                <a:custGeom>
                  <a:avLst/>
                  <a:gdLst>
                    <a:gd name="connsiteX0" fmla="*/ 27301 w 51938"/>
                    <a:gd name="connsiteY0" fmla="*/ 38214 h 44392"/>
                    <a:gd name="connsiteX1" fmla="*/ 34816 w 51938"/>
                    <a:gd name="connsiteY1" fmla="*/ 37168 h 44392"/>
                    <a:gd name="connsiteX2" fmla="*/ 40999 w 51938"/>
                    <a:gd name="connsiteY2" fmla="*/ 34127 h 44392"/>
                    <a:gd name="connsiteX3" fmla="*/ 45185 w 51938"/>
                    <a:gd name="connsiteY3" fmla="*/ 28994 h 44392"/>
                    <a:gd name="connsiteX4" fmla="*/ 46802 w 51938"/>
                    <a:gd name="connsiteY4" fmla="*/ 21770 h 44392"/>
                    <a:gd name="connsiteX5" fmla="*/ 43853 w 51938"/>
                    <a:gd name="connsiteY5" fmla="*/ 12170 h 44392"/>
                    <a:gd name="connsiteX6" fmla="*/ 35482 w 51938"/>
                    <a:gd name="connsiteY6" fmla="*/ 6847 h 44392"/>
                    <a:gd name="connsiteX7" fmla="*/ 35482 w 51938"/>
                    <a:gd name="connsiteY7" fmla="*/ 479 h 44392"/>
                    <a:gd name="connsiteX8" fmla="*/ 41950 w 51938"/>
                    <a:gd name="connsiteY8" fmla="*/ 3235 h 44392"/>
                    <a:gd name="connsiteX9" fmla="*/ 47182 w 51938"/>
                    <a:gd name="connsiteY9" fmla="*/ 7512 h 44392"/>
                    <a:gd name="connsiteX10" fmla="*/ 50702 w 51938"/>
                    <a:gd name="connsiteY10" fmla="*/ 13596 h 44392"/>
                    <a:gd name="connsiteX11" fmla="*/ 51938 w 51938"/>
                    <a:gd name="connsiteY11" fmla="*/ 21770 h 44392"/>
                    <a:gd name="connsiteX12" fmla="*/ 49941 w 51938"/>
                    <a:gd name="connsiteY12" fmla="*/ 31940 h 44392"/>
                    <a:gd name="connsiteX13" fmla="*/ 44519 w 51938"/>
                    <a:gd name="connsiteY13" fmla="*/ 38974 h 44392"/>
                    <a:gd name="connsiteX14" fmla="*/ 36338 w 51938"/>
                    <a:gd name="connsiteY14" fmla="*/ 43061 h 44392"/>
                    <a:gd name="connsiteX15" fmla="*/ 26160 w 51938"/>
                    <a:gd name="connsiteY15" fmla="*/ 44392 h 44392"/>
                    <a:gd name="connsiteX16" fmla="*/ 15981 w 51938"/>
                    <a:gd name="connsiteY16" fmla="*/ 42776 h 44392"/>
                    <a:gd name="connsiteX17" fmla="*/ 7610 w 51938"/>
                    <a:gd name="connsiteY17" fmla="*/ 38309 h 44392"/>
                    <a:gd name="connsiteX18" fmla="*/ 1998 w 51938"/>
                    <a:gd name="connsiteY18" fmla="*/ 31180 h 44392"/>
                    <a:gd name="connsiteX19" fmla="*/ 0 w 51938"/>
                    <a:gd name="connsiteY19" fmla="*/ 21675 h 44392"/>
                    <a:gd name="connsiteX20" fmla="*/ 7039 w 51938"/>
                    <a:gd name="connsiteY20" fmla="*/ 5706 h 44392"/>
                    <a:gd name="connsiteX21" fmla="*/ 27301 w 51938"/>
                    <a:gd name="connsiteY21" fmla="*/ 3 h 44392"/>
                    <a:gd name="connsiteX22" fmla="*/ 27301 w 51938"/>
                    <a:gd name="connsiteY22" fmla="*/ 38214 h 44392"/>
                    <a:gd name="connsiteX23" fmla="*/ 22545 w 51938"/>
                    <a:gd name="connsiteY23" fmla="*/ 6087 h 44392"/>
                    <a:gd name="connsiteX24" fmla="*/ 15791 w 51938"/>
                    <a:gd name="connsiteY24" fmla="*/ 7037 h 44392"/>
                    <a:gd name="connsiteX25" fmla="*/ 10273 w 51938"/>
                    <a:gd name="connsiteY25" fmla="*/ 9984 h 44392"/>
                    <a:gd name="connsiteX26" fmla="*/ 6563 w 51938"/>
                    <a:gd name="connsiteY26" fmla="*/ 14926 h 44392"/>
                    <a:gd name="connsiteX27" fmla="*/ 5137 w 51938"/>
                    <a:gd name="connsiteY27" fmla="*/ 21675 h 44392"/>
                    <a:gd name="connsiteX28" fmla="*/ 6563 w 51938"/>
                    <a:gd name="connsiteY28" fmla="*/ 28423 h 44392"/>
                    <a:gd name="connsiteX29" fmla="*/ 10369 w 51938"/>
                    <a:gd name="connsiteY29" fmla="*/ 33366 h 44392"/>
                    <a:gd name="connsiteX30" fmla="*/ 15886 w 51938"/>
                    <a:gd name="connsiteY30" fmla="*/ 36693 h 44392"/>
                    <a:gd name="connsiteX31" fmla="*/ 22545 w 51938"/>
                    <a:gd name="connsiteY31" fmla="*/ 38309 h 44392"/>
                    <a:gd name="connsiteX32" fmla="*/ 22545 w 51938"/>
                    <a:gd name="connsiteY32" fmla="*/ 6182 h 443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1938" h="44392">
                      <a:moveTo>
                        <a:pt x="27301" y="38214"/>
                      </a:moveTo>
                      <a:cubicBezTo>
                        <a:pt x="29964" y="38214"/>
                        <a:pt x="32438" y="37834"/>
                        <a:pt x="34816" y="37168"/>
                      </a:cubicBezTo>
                      <a:cubicBezTo>
                        <a:pt x="37194" y="36503"/>
                        <a:pt x="39287" y="35457"/>
                        <a:pt x="40999" y="34127"/>
                      </a:cubicBezTo>
                      <a:cubicBezTo>
                        <a:pt x="42711" y="32796"/>
                        <a:pt x="44138" y="30990"/>
                        <a:pt x="45185" y="28994"/>
                      </a:cubicBezTo>
                      <a:cubicBezTo>
                        <a:pt x="46231" y="26903"/>
                        <a:pt x="46802" y="24526"/>
                        <a:pt x="46802" y="21770"/>
                      </a:cubicBezTo>
                      <a:cubicBezTo>
                        <a:pt x="46802" y="18063"/>
                        <a:pt x="45850" y="14831"/>
                        <a:pt x="43853" y="12170"/>
                      </a:cubicBezTo>
                      <a:cubicBezTo>
                        <a:pt x="41855" y="9508"/>
                        <a:pt x="39096" y="7703"/>
                        <a:pt x="35482" y="6847"/>
                      </a:cubicBezTo>
                      <a:lnTo>
                        <a:pt x="35482" y="479"/>
                      </a:lnTo>
                      <a:cubicBezTo>
                        <a:pt x="37860" y="1144"/>
                        <a:pt x="39953" y="2095"/>
                        <a:pt x="41950" y="3235"/>
                      </a:cubicBezTo>
                      <a:cubicBezTo>
                        <a:pt x="43948" y="4376"/>
                        <a:pt x="45660" y="5801"/>
                        <a:pt x="47182" y="7512"/>
                      </a:cubicBezTo>
                      <a:cubicBezTo>
                        <a:pt x="48704" y="9223"/>
                        <a:pt x="49846" y="11219"/>
                        <a:pt x="50702" y="13596"/>
                      </a:cubicBezTo>
                      <a:cubicBezTo>
                        <a:pt x="51558" y="15972"/>
                        <a:pt x="51938" y="18633"/>
                        <a:pt x="51938" y="21770"/>
                      </a:cubicBezTo>
                      <a:cubicBezTo>
                        <a:pt x="51938" y="25667"/>
                        <a:pt x="51272" y="29089"/>
                        <a:pt x="49941" y="31940"/>
                      </a:cubicBezTo>
                      <a:cubicBezTo>
                        <a:pt x="48609" y="34792"/>
                        <a:pt x="46802" y="37168"/>
                        <a:pt x="44519" y="38974"/>
                      </a:cubicBezTo>
                      <a:cubicBezTo>
                        <a:pt x="42235" y="40780"/>
                        <a:pt x="39477" y="42206"/>
                        <a:pt x="36338" y="43061"/>
                      </a:cubicBezTo>
                      <a:cubicBezTo>
                        <a:pt x="33199" y="43917"/>
                        <a:pt x="29774" y="44392"/>
                        <a:pt x="26160" y="44392"/>
                      </a:cubicBezTo>
                      <a:cubicBezTo>
                        <a:pt x="22545" y="44392"/>
                        <a:pt x="19120" y="43917"/>
                        <a:pt x="15981" y="42776"/>
                      </a:cubicBezTo>
                      <a:cubicBezTo>
                        <a:pt x="12842" y="41730"/>
                        <a:pt x="10083" y="40210"/>
                        <a:pt x="7610" y="38309"/>
                      </a:cubicBezTo>
                      <a:cubicBezTo>
                        <a:pt x="5232" y="36408"/>
                        <a:pt x="3329" y="34031"/>
                        <a:pt x="1998" y="31180"/>
                      </a:cubicBezTo>
                      <a:cubicBezTo>
                        <a:pt x="666" y="28423"/>
                        <a:pt x="0" y="25192"/>
                        <a:pt x="0" y="21675"/>
                      </a:cubicBezTo>
                      <a:cubicBezTo>
                        <a:pt x="0" y="14926"/>
                        <a:pt x="2378" y="9604"/>
                        <a:pt x="7039" y="5706"/>
                      </a:cubicBezTo>
                      <a:cubicBezTo>
                        <a:pt x="11700" y="1809"/>
                        <a:pt x="18454" y="-92"/>
                        <a:pt x="27301" y="3"/>
                      </a:cubicBezTo>
                      <a:lnTo>
                        <a:pt x="27301" y="38214"/>
                      </a:lnTo>
                      <a:close/>
                      <a:moveTo>
                        <a:pt x="22545" y="6087"/>
                      </a:moveTo>
                      <a:cubicBezTo>
                        <a:pt x="20167" y="6087"/>
                        <a:pt x="17883" y="6467"/>
                        <a:pt x="15791" y="7037"/>
                      </a:cubicBezTo>
                      <a:cubicBezTo>
                        <a:pt x="13698" y="7703"/>
                        <a:pt x="11795" y="8653"/>
                        <a:pt x="10273" y="9984"/>
                      </a:cubicBezTo>
                      <a:cubicBezTo>
                        <a:pt x="8751" y="11314"/>
                        <a:pt x="7515" y="12930"/>
                        <a:pt x="6563" y="14926"/>
                      </a:cubicBezTo>
                      <a:cubicBezTo>
                        <a:pt x="5612" y="16922"/>
                        <a:pt x="5137" y="19109"/>
                        <a:pt x="5137" y="21675"/>
                      </a:cubicBezTo>
                      <a:cubicBezTo>
                        <a:pt x="5137" y="24241"/>
                        <a:pt x="5612" y="26428"/>
                        <a:pt x="6563" y="28423"/>
                      </a:cubicBezTo>
                      <a:cubicBezTo>
                        <a:pt x="7515" y="30324"/>
                        <a:pt x="8751" y="32035"/>
                        <a:pt x="10369" y="33366"/>
                      </a:cubicBezTo>
                      <a:cubicBezTo>
                        <a:pt x="11986" y="34697"/>
                        <a:pt x="13793" y="35837"/>
                        <a:pt x="15886" y="36693"/>
                      </a:cubicBezTo>
                      <a:cubicBezTo>
                        <a:pt x="17979" y="37548"/>
                        <a:pt x="20167" y="38024"/>
                        <a:pt x="22545" y="38309"/>
                      </a:cubicBezTo>
                      <a:lnTo>
                        <a:pt x="22545" y="6182"/>
                      </a:lnTo>
                      <a:close/>
                    </a:path>
                  </a:pathLst>
                </a:custGeom>
                <a:solidFill>
                  <a:srgbClr val="000000"/>
                </a:solidFill>
                <a:ln w="9506" cap="flat">
                  <a:noFill/>
                  <a:prstDash val="solid"/>
                  <a:miter/>
                </a:ln>
              </p:spPr>
              <p:txBody>
                <a:bodyPr rtlCol="0" anchor="ctr"/>
                <a:lstStyle/>
                <a:p>
                  <a:endParaRPr lang="en-US"/>
                </a:p>
              </p:txBody>
            </p:sp>
            <p:sp>
              <p:nvSpPr>
                <p:cNvPr id="1498" name="Freeform 1497">
                  <a:extLst>
                    <a:ext uri="{FF2B5EF4-FFF2-40B4-BE49-F238E27FC236}">
                      <a16:creationId xmlns:a16="http://schemas.microsoft.com/office/drawing/2014/main" id="{5FE39B81-EEED-236A-B9B5-D8BF7645944E}"/>
                    </a:ext>
                  </a:extLst>
                </p:cNvPr>
                <p:cNvSpPr/>
                <p:nvPr/>
              </p:nvSpPr>
              <p:spPr>
                <a:xfrm>
                  <a:off x="7003211" y="3966224"/>
                  <a:ext cx="69631" cy="22621"/>
                </a:xfrm>
                <a:custGeom>
                  <a:avLst/>
                  <a:gdLst>
                    <a:gd name="connsiteX0" fmla="*/ 25303 w 69631"/>
                    <a:gd name="connsiteY0" fmla="*/ 22527 h 22621"/>
                    <a:gd name="connsiteX1" fmla="*/ 20547 w 69631"/>
                    <a:gd name="connsiteY1" fmla="*/ 22527 h 22621"/>
                    <a:gd name="connsiteX2" fmla="*/ 20547 w 69631"/>
                    <a:gd name="connsiteY2" fmla="*/ 15208 h 22621"/>
                    <a:gd name="connsiteX3" fmla="*/ 12747 w 69631"/>
                    <a:gd name="connsiteY3" fmla="*/ 15208 h 22621"/>
                    <a:gd name="connsiteX4" fmla="*/ 3425 w 69631"/>
                    <a:gd name="connsiteY4" fmla="*/ 12832 h 22621"/>
                    <a:gd name="connsiteX5" fmla="*/ 0 w 69631"/>
                    <a:gd name="connsiteY5" fmla="*/ 4753 h 22621"/>
                    <a:gd name="connsiteX6" fmla="*/ 0 w 69631"/>
                    <a:gd name="connsiteY6" fmla="*/ 2281 h 22621"/>
                    <a:gd name="connsiteX7" fmla="*/ 285 w 69631"/>
                    <a:gd name="connsiteY7" fmla="*/ 0 h 22621"/>
                    <a:gd name="connsiteX8" fmla="*/ 5517 w 69631"/>
                    <a:gd name="connsiteY8" fmla="*/ 0 h 22621"/>
                    <a:gd name="connsiteX9" fmla="*/ 5042 w 69631"/>
                    <a:gd name="connsiteY9" fmla="*/ 3422 h 22621"/>
                    <a:gd name="connsiteX10" fmla="*/ 5803 w 69631"/>
                    <a:gd name="connsiteY10" fmla="*/ 6844 h 22621"/>
                    <a:gd name="connsiteX11" fmla="*/ 7896 w 69631"/>
                    <a:gd name="connsiteY11" fmla="*/ 8649 h 22621"/>
                    <a:gd name="connsiteX12" fmla="*/ 10939 w 69631"/>
                    <a:gd name="connsiteY12" fmla="*/ 9410 h 22621"/>
                    <a:gd name="connsiteX13" fmla="*/ 14269 w 69631"/>
                    <a:gd name="connsiteY13" fmla="*/ 9600 h 22621"/>
                    <a:gd name="connsiteX14" fmla="*/ 20357 w 69631"/>
                    <a:gd name="connsiteY14" fmla="*/ 9600 h 22621"/>
                    <a:gd name="connsiteX15" fmla="*/ 20357 w 69631"/>
                    <a:gd name="connsiteY15" fmla="*/ 95 h 22621"/>
                    <a:gd name="connsiteX16" fmla="*/ 25113 w 69631"/>
                    <a:gd name="connsiteY16" fmla="*/ 95 h 22621"/>
                    <a:gd name="connsiteX17" fmla="*/ 25113 w 69631"/>
                    <a:gd name="connsiteY17" fmla="*/ 9600 h 22621"/>
                    <a:gd name="connsiteX18" fmla="*/ 69632 w 69631"/>
                    <a:gd name="connsiteY18" fmla="*/ 9600 h 22621"/>
                    <a:gd name="connsiteX19" fmla="*/ 69632 w 69631"/>
                    <a:gd name="connsiteY19" fmla="*/ 15303 h 22621"/>
                    <a:gd name="connsiteX20" fmla="*/ 25113 w 69631"/>
                    <a:gd name="connsiteY20" fmla="*/ 15303 h 22621"/>
                    <a:gd name="connsiteX21" fmla="*/ 25113 w 69631"/>
                    <a:gd name="connsiteY21" fmla="*/ 22622 h 226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69631" h="22621">
                      <a:moveTo>
                        <a:pt x="25303" y="22527"/>
                      </a:moveTo>
                      <a:lnTo>
                        <a:pt x="20547" y="22527"/>
                      </a:lnTo>
                      <a:lnTo>
                        <a:pt x="20547" y="15208"/>
                      </a:lnTo>
                      <a:lnTo>
                        <a:pt x="12747" y="15208"/>
                      </a:lnTo>
                      <a:cubicBezTo>
                        <a:pt x="8847" y="15208"/>
                        <a:pt x="5708" y="14448"/>
                        <a:pt x="3425" y="12832"/>
                      </a:cubicBezTo>
                      <a:cubicBezTo>
                        <a:pt x="1141" y="11216"/>
                        <a:pt x="0" y="8554"/>
                        <a:pt x="0" y="4753"/>
                      </a:cubicBezTo>
                      <a:cubicBezTo>
                        <a:pt x="0" y="3897"/>
                        <a:pt x="0" y="3042"/>
                        <a:pt x="0" y="2281"/>
                      </a:cubicBezTo>
                      <a:cubicBezTo>
                        <a:pt x="0" y="1521"/>
                        <a:pt x="190" y="760"/>
                        <a:pt x="285" y="0"/>
                      </a:cubicBezTo>
                      <a:lnTo>
                        <a:pt x="5517" y="0"/>
                      </a:lnTo>
                      <a:cubicBezTo>
                        <a:pt x="5232" y="1236"/>
                        <a:pt x="5042" y="2376"/>
                        <a:pt x="5042" y="3422"/>
                      </a:cubicBezTo>
                      <a:cubicBezTo>
                        <a:pt x="5042" y="4848"/>
                        <a:pt x="5327" y="5988"/>
                        <a:pt x="5803" y="6844"/>
                      </a:cubicBezTo>
                      <a:cubicBezTo>
                        <a:pt x="6374" y="7699"/>
                        <a:pt x="7039" y="8269"/>
                        <a:pt x="7896" y="8649"/>
                      </a:cubicBezTo>
                      <a:cubicBezTo>
                        <a:pt x="8752" y="9030"/>
                        <a:pt x="9798" y="9220"/>
                        <a:pt x="10939" y="9410"/>
                      </a:cubicBezTo>
                      <a:cubicBezTo>
                        <a:pt x="12081" y="9410"/>
                        <a:pt x="13127" y="9600"/>
                        <a:pt x="14269" y="9600"/>
                      </a:cubicBezTo>
                      <a:lnTo>
                        <a:pt x="20357" y="9600"/>
                      </a:lnTo>
                      <a:lnTo>
                        <a:pt x="20357" y="95"/>
                      </a:lnTo>
                      <a:lnTo>
                        <a:pt x="25113" y="95"/>
                      </a:lnTo>
                      <a:lnTo>
                        <a:pt x="25113" y="9600"/>
                      </a:lnTo>
                      <a:lnTo>
                        <a:pt x="69632" y="9600"/>
                      </a:lnTo>
                      <a:lnTo>
                        <a:pt x="69632" y="15303"/>
                      </a:lnTo>
                      <a:lnTo>
                        <a:pt x="25113" y="15303"/>
                      </a:lnTo>
                      <a:lnTo>
                        <a:pt x="25113" y="22622"/>
                      </a:lnTo>
                      <a:close/>
                    </a:path>
                  </a:pathLst>
                </a:custGeom>
                <a:solidFill>
                  <a:srgbClr val="000000"/>
                </a:solidFill>
                <a:ln w="9506" cap="flat">
                  <a:noFill/>
                  <a:prstDash val="solid"/>
                  <a:miter/>
                </a:ln>
              </p:spPr>
              <p:txBody>
                <a:bodyPr rtlCol="0" anchor="ctr"/>
                <a:lstStyle/>
                <a:p>
                  <a:endParaRPr lang="en-US"/>
                </a:p>
              </p:txBody>
            </p:sp>
            <p:sp>
              <p:nvSpPr>
                <p:cNvPr id="1499" name="Freeform 1498">
                  <a:extLst>
                    <a:ext uri="{FF2B5EF4-FFF2-40B4-BE49-F238E27FC236}">
                      <a16:creationId xmlns:a16="http://schemas.microsoft.com/office/drawing/2014/main" id="{E853911B-E527-DDD5-1CBF-CDDBB0459860}"/>
                    </a:ext>
                  </a:extLst>
                </p:cNvPr>
                <p:cNvSpPr/>
                <p:nvPr/>
              </p:nvSpPr>
              <p:spPr>
                <a:xfrm>
                  <a:off x="7004543" y="3950541"/>
                  <a:ext cx="68490" cy="6273"/>
                </a:xfrm>
                <a:custGeom>
                  <a:avLst/>
                  <a:gdLst>
                    <a:gd name="connsiteX0" fmla="*/ 8466 w 68490"/>
                    <a:gd name="connsiteY0" fmla="*/ 6273 h 6273"/>
                    <a:gd name="connsiteX1" fmla="*/ 0 w 68490"/>
                    <a:gd name="connsiteY1" fmla="*/ 6273 h 6273"/>
                    <a:gd name="connsiteX2" fmla="*/ 0 w 68490"/>
                    <a:gd name="connsiteY2" fmla="*/ 0 h 6273"/>
                    <a:gd name="connsiteX3" fmla="*/ 8466 w 68490"/>
                    <a:gd name="connsiteY3" fmla="*/ 0 h 6273"/>
                    <a:gd name="connsiteX4" fmla="*/ 8466 w 68490"/>
                    <a:gd name="connsiteY4" fmla="*/ 6273 h 6273"/>
                    <a:gd name="connsiteX5" fmla="*/ 68490 w 68490"/>
                    <a:gd name="connsiteY5" fmla="*/ 5988 h 6273"/>
                    <a:gd name="connsiteX6" fmla="*/ 19215 w 68490"/>
                    <a:gd name="connsiteY6" fmla="*/ 5988 h 6273"/>
                    <a:gd name="connsiteX7" fmla="*/ 19215 w 68490"/>
                    <a:gd name="connsiteY7" fmla="*/ 285 h 6273"/>
                    <a:gd name="connsiteX8" fmla="*/ 68490 w 68490"/>
                    <a:gd name="connsiteY8" fmla="*/ 285 h 6273"/>
                    <a:gd name="connsiteX9" fmla="*/ 68490 w 68490"/>
                    <a:gd name="connsiteY9" fmla="*/ 5988 h 62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0" h="6273">
                      <a:moveTo>
                        <a:pt x="8466" y="6273"/>
                      </a:moveTo>
                      <a:lnTo>
                        <a:pt x="0" y="6273"/>
                      </a:lnTo>
                      <a:lnTo>
                        <a:pt x="0" y="0"/>
                      </a:lnTo>
                      <a:lnTo>
                        <a:pt x="8466" y="0"/>
                      </a:lnTo>
                      <a:lnTo>
                        <a:pt x="8466" y="6273"/>
                      </a:lnTo>
                      <a:close/>
                      <a:moveTo>
                        <a:pt x="68490" y="5988"/>
                      </a:moveTo>
                      <a:lnTo>
                        <a:pt x="19215" y="5988"/>
                      </a:lnTo>
                      <a:lnTo>
                        <a:pt x="19215" y="285"/>
                      </a:lnTo>
                      <a:lnTo>
                        <a:pt x="68490" y="285"/>
                      </a:lnTo>
                      <a:lnTo>
                        <a:pt x="68490" y="5988"/>
                      </a:lnTo>
                      <a:close/>
                    </a:path>
                  </a:pathLst>
                </a:custGeom>
                <a:solidFill>
                  <a:srgbClr val="000000"/>
                </a:solidFill>
                <a:ln w="9506" cap="flat">
                  <a:noFill/>
                  <a:prstDash val="solid"/>
                  <a:miter/>
                </a:ln>
              </p:spPr>
              <p:txBody>
                <a:bodyPr rtlCol="0" anchor="ctr"/>
                <a:lstStyle/>
                <a:p>
                  <a:endParaRPr lang="en-US"/>
                </a:p>
              </p:txBody>
            </p:sp>
            <p:sp>
              <p:nvSpPr>
                <p:cNvPr id="1500" name="Freeform 1499">
                  <a:extLst>
                    <a:ext uri="{FF2B5EF4-FFF2-40B4-BE49-F238E27FC236}">
                      <a16:creationId xmlns:a16="http://schemas.microsoft.com/office/drawing/2014/main" id="{975D75EC-B5BE-BAE2-B9E1-D366BAC417F3}"/>
                    </a:ext>
                  </a:extLst>
                </p:cNvPr>
                <p:cNvSpPr/>
                <p:nvPr/>
              </p:nvSpPr>
              <p:spPr>
                <a:xfrm>
                  <a:off x="7010156" y="3918984"/>
                  <a:ext cx="64209" cy="22241"/>
                </a:xfrm>
                <a:custGeom>
                  <a:avLst/>
                  <a:gdLst>
                    <a:gd name="connsiteX0" fmla="*/ 63068 w 64209"/>
                    <a:gd name="connsiteY0" fmla="*/ 0 h 22241"/>
                    <a:gd name="connsiteX1" fmla="*/ 63734 w 64209"/>
                    <a:gd name="connsiteY1" fmla="*/ 2756 h 22241"/>
                    <a:gd name="connsiteX2" fmla="*/ 64210 w 64209"/>
                    <a:gd name="connsiteY2" fmla="*/ 6558 h 22241"/>
                    <a:gd name="connsiteX3" fmla="*/ 62117 w 64209"/>
                    <a:gd name="connsiteY3" fmla="*/ 13117 h 22241"/>
                    <a:gd name="connsiteX4" fmla="*/ 54507 w 64209"/>
                    <a:gd name="connsiteY4" fmla="*/ 15303 h 22241"/>
                    <a:gd name="connsiteX5" fmla="*/ 18454 w 64209"/>
                    <a:gd name="connsiteY5" fmla="*/ 15303 h 22241"/>
                    <a:gd name="connsiteX6" fmla="*/ 18454 w 64209"/>
                    <a:gd name="connsiteY6" fmla="*/ 22242 h 22241"/>
                    <a:gd name="connsiteX7" fmla="*/ 13698 w 64209"/>
                    <a:gd name="connsiteY7" fmla="*/ 22242 h 22241"/>
                    <a:gd name="connsiteX8" fmla="*/ 13698 w 64209"/>
                    <a:gd name="connsiteY8" fmla="*/ 15303 h 22241"/>
                    <a:gd name="connsiteX9" fmla="*/ 0 w 64209"/>
                    <a:gd name="connsiteY9" fmla="*/ 15303 h 22241"/>
                    <a:gd name="connsiteX10" fmla="*/ 0 w 64209"/>
                    <a:gd name="connsiteY10" fmla="*/ 9600 h 22241"/>
                    <a:gd name="connsiteX11" fmla="*/ 13698 w 64209"/>
                    <a:gd name="connsiteY11" fmla="*/ 9600 h 22241"/>
                    <a:gd name="connsiteX12" fmla="*/ 13698 w 64209"/>
                    <a:gd name="connsiteY12" fmla="*/ 380 h 22241"/>
                    <a:gd name="connsiteX13" fmla="*/ 18454 w 64209"/>
                    <a:gd name="connsiteY13" fmla="*/ 380 h 22241"/>
                    <a:gd name="connsiteX14" fmla="*/ 18454 w 64209"/>
                    <a:gd name="connsiteY14" fmla="*/ 9600 h 22241"/>
                    <a:gd name="connsiteX15" fmla="*/ 52224 w 64209"/>
                    <a:gd name="connsiteY15" fmla="*/ 9600 h 22241"/>
                    <a:gd name="connsiteX16" fmla="*/ 55363 w 64209"/>
                    <a:gd name="connsiteY16" fmla="*/ 9505 h 22241"/>
                    <a:gd name="connsiteX17" fmla="*/ 57551 w 64209"/>
                    <a:gd name="connsiteY17" fmla="*/ 8935 h 22241"/>
                    <a:gd name="connsiteX18" fmla="*/ 58787 w 64209"/>
                    <a:gd name="connsiteY18" fmla="*/ 7509 h 22241"/>
                    <a:gd name="connsiteX19" fmla="*/ 59168 w 64209"/>
                    <a:gd name="connsiteY19" fmla="*/ 4753 h 22241"/>
                    <a:gd name="connsiteX20" fmla="*/ 58978 w 64209"/>
                    <a:gd name="connsiteY20" fmla="*/ 2376 h 22241"/>
                    <a:gd name="connsiteX21" fmla="*/ 58502 w 64209"/>
                    <a:gd name="connsiteY21" fmla="*/ 0 h 22241"/>
                    <a:gd name="connsiteX22" fmla="*/ 63163 w 64209"/>
                    <a:gd name="connsiteY22" fmla="*/ 0 h 222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4209" h="22241">
                      <a:moveTo>
                        <a:pt x="63068" y="0"/>
                      </a:moveTo>
                      <a:cubicBezTo>
                        <a:pt x="63163" y="665"/>
                        <a:pt x="63449" y="1616"/>
                        <a:pt x="63734" y="2756"/>
                      </a:cubicBezTo>
                      <a:cubicBezTo>
                        <a:pt x="64019" y="3897"/>
                        <a:pt x="64210" y="5133"/>
                        <a:pt x="64210" y="6558"/>
                      </a:cubicBezTo>
                      <a:cubicBezTo>
                        <a:pt x="64210" y="9410"/>
                        <a:pt x="63544" y="11596"/>
                        <a:pt x="62117" y="13117"/>
                      </a:cubicBezTo>
                      <a:cubicBezTo>
                        <a:pt x="60690" y="14638"/>
                        <a:pt x="58122" y="15303"/>
                        <a:pt x="54507" y="15303"/>
                      </a:cubicBezTo>
                      <a:lnTo>
                        <a:pt x="18454" y="15303"/>
                      </a:lnTo>
                      <a:lnTo>
                        <a:pt x="18454" y="22242"/>
                      </a:lnTo>
                      <a:lnTo>
                        <a:pt x="13698" y="22242"/>
                      </a:lnTo>
                      <a:lnTo>
                        <a:pt x="13698" y="15303"/>
                      </a:lnTo>
                      <a:lnTo>
                        <a:pt x="0" y="15303"/>
                      </a:lnTo>
                      <a:lnTo>
                        <a:pt x="0" y="9600"/>
                      </a:lnTo>
                      <a:lnTo>
                        <a:pt x="13698" y="9600"/>
                      </a:lnTo>
                      <a:lnTo>
                        <a:pt x="13698" y="380"/>
                      </a:lnTo>
                      <a:lnTo>
                        <a:pt x="18454" y="380"/>
                      </a:lnTo>
                      <a:lnTo>
                        <a:pt x="18454" y="9600"/>
                      </a:lnTo>
                      <a:lnTo>
                        <a:pt x="52224" y="9600"/>
                      </a:lnTo>
                      <a:cubicBezTo>
                        <a:pt x="53460" y="9600"/>
                        <a:pt x="54507" y="9600"/>
                        <a:pt x="55363" y="9505"/>
                      </a:cubicBezTo>
                      <a:cubicBezTo>
                        <a:pt x="56219" y="9505"/>
                        <a:pt x="56980" y="9220"/>
                        <a:pt x="57551" y="8935"/>
                      </a:cubicBezTo>
                      <a:cubicBezTo>
                        <a:pt x="58122" y="8650"/>
                        <a:pt x="58502" y="8174"/>
                        <a:pt x="58787" y="7509"/>
                      </a:cubicBezTo>
                      <a:cubicBezTo>
                        <a:pt x="59073" y="6844"/>
                        <a:pt x="59168" y="5893"/>
                        <a:pt x="59168" y="4753"/>
                      </a:cubicBezTo>
                      <a:cubicBezTo>
                        <a:pt x="59168" y="3992"/>
                        <a:pt x="59168" y="3232"/>
                        <a:pt x="58978" y="2376"/>
                      </a:cubicBezTo>
                      <a:cubicBezTo>
                        <a:pt x="58787" y="1521"/>
                        <a:pt x="58692" y="760"/>
                        <a:pt x="58502" y="0"/>
                      </a:cubicBezTo>
                      <a:lnTo>
                        <a:pt x="63163" y="0"/>
                      </a:lnTo>
                      <a:close/>
                    </a:path>
                  </a:pathLst>
                </a:custGeom>
                <a:solidFill>
                  <a:srgbClr val="000000"/>
                </a:solidFill>
                <a:ln w="9506" cap="flat">
                  <a:noFill/>
                  <a:prstDash val="solid"/>
                  <a:miter/>
                </a:ln>
              </p:spPr>
              <p:txBody>
                <a:bodyPr rtlCol="0" anchor="ctr"/>
                <a:lstStyle/>
                <a:p>
                  <a:endParaRPr lang="en-US"/>
                </a:p>
              </p:txBody>
            </p:sp>
          </p:grpSp>
          <p:grpSp>
            <p:nvGrpSpPr>
              <p:cNvPr id="1435" name="Group 1434">
                <a:extLst>
                  <a:ext uri="{FF2B5EF4-FFF2-40B4-BE49-F238E27FC236}">
                    <a16:creationId xmlns:a16="http://schemas.microsoft.com/office/drawing/2014/main" id="{4285EFC3-6534-02A9-5CE2-2D920C8453DB}"/>
                  </a:ext>
                </a:extLst>
              </p:cNvPr>
              <p:cNvGrpSpPr/>
              <p:nvPr/>
            </p:nvGrpSpPr>
            <p:grpSpPr>
              <a:xfrm>
                <a:off x="16186678" y="1627065"/>
                <a:ext cx="3450188" cy="3957238"/>
                <a:chOff x="6783697" y="1668082"/>
                <a:chExt cx="3450188" cy="3957238"/>
              </a:xfrm>
            </p:grpSpPr>
            <p:sp>
              <p:nvSpPr>
                <p:cNvPr id="1436" name="Freeform 1435">
                  <a:extLst>
                    <a:ext uri="{FF2B5EF4-FFF2-40B4-BE49-F238E27FC236}">
                      <a16:creationId xmlns:a16="http://schemas.microsoft.com/office/drawing/2014/main" id="{2C86375E-42F8-18F7-8098-A4CA5A891056}"/>
                    </a:ext>
                  </a:extLst>
                </p:cNvPr>
                <p:cNvSpPr/>
                <p:nvPr/>
              </p:nvSpPr>
              <p:spPr>
                <a:xfrm>
                  <a:off x="7343855" y="4597201"/>
                  <a:ext cx="2847671" cy="23777"/>
                </a:xfrm>
                <a:custGeom>
                  <a:avLst/>
                  <a:gdLst>
                    <a:gd name="connsiteX0" fmla="*/ 0 w 1138366"/>
                    <a:gd name="connsiteY0" fmla="*/ 0 h 9505"/>
                    <a:gd name="connsiteX1" fmla="*/ 1138367 w 1138366"/>
                    <a:gd name="connsiteY1" fmla="*/ 0 h 9505"/>
                  </a:gdLst>
                  <a:ahLst/>
                  <a:cxnLst>
                    <a:cxn ang="0">
                      <a:pos x="connsiteX0" y="connsiteY0"/>
                    </a:cxn>
                    <a:cxn ang="0">
                      <a:pos x="connsiteX1" y="connsiteY1"/>
                    </a:cxn>
                  </a:cxnLst>
                  <a:rect l="l" t="t" r="r" b="b"/>
                  <a:pathLst>
                    <a:path w="1138366" h="9505">
                      <a:moveTo>
                        <a:pt x="0" y="0"/>
                      </a:moveTo>
                      <a:lnTo>
                        <a:pt x="1138367" y="0"/>
                      </a:lnTo>
                    </a:path>
                  </a:pathLst>
                </a:custGeom>
                <a:ln w="4753" cap="sq">
                  <a:solidFill>
                    <a:srgbClr val="262626"/>
                  </a:solidFill>
                  <a:prstDash val="solid"/>
                  <a:round/>
                </a:ln>
              </p:spPr>
              <p:txBody>
                <a:bodyPr rtlCol="0" anchor="ctr"/>
                <a:lstStyle/>
                <a:p>
                  <a:endParaRPr lang="en-US"/>
                </a:p>
              </p:txBody>
            </p:sp>
            <p:sp>
              <p:nvSpPr>
                <p:cNvPr id="1437" name="Freeform 1436">
                  <a:extLst>
                    <a:ext uri="{FF2B5EF4-FFF2-40B4-BE49-F238E27FC236}">
                      <a16:creationId xmlns:a16="http://schemas.microsoft.com/office/drawing/2014/main" id="{B683847C-AEF9-C839-32FC-805D6C6A443E}"/>
                    </a:ext>
                  </a:extLst>
                </p:cNvPr>
                <p:cNvSpPr/>
                <p:nvPr/>
              </p:nvSpPr>
              <p:spPr>
                <a:xfrm>
                  <a:off x="7439517" y="4568906"/>
                  <a:ext cx="23795" cy="28292"/>
                </a:xfrm>
                <a:custGeom>
                  <a:avLst/>
                  <a:gdLst>
                    <a:gd name="connsiteX0" fmla="*/ 0 w 9512"/>
                    <a:gd name="connsiteY0" fmla="*/ 11311 h 11310"/>
                    <a:gd name="connsiteX1" fmla="*/ 0 w 9512"/>
                    <a:gd name="connsiteY1" fmla="*/ 0 h 11310"/>
                  </a:gdLst>
                  <a:ahLst/>
                  <a:cxnLst>
                    <a:cxn ang="0">
                      <a:pos x="connsiteX0" y="connsiteY0"/>
                    </a:cxn>
                    <a:cxn ang="0">
                      <a:pos x="connsiteX1" y="connsiteY1"/>
                    </a:cxn>
                  </a:cxnLst>
                  <a:rect l="l" t="t" r="r" b="b"/>
                  <a:pathLst>
                    <a:path w="9512" h="11310">
                      <a:moveTo>
                        <a:pt x="0" y="11311"/>
                      </a:moveTo>
                      <a:lnTo>
                        <a:pt x="0" y="0"/>
                      </a:lnTo>
                    </a:path>
                  </a:pathLst>
                </a:custGeom>
                <a:ln w="4753" cap="sq">
                  <a:solidFill>
                    <a:srgbClr val="262626"/>
                  </a:solidFill>
                  <a:prstDash val="solid"/>
                  <a:round/>
                </a:ln>
              </p:spPr>
              <p:txBody>
                <a:bodyPr rtlCol="0" anchor="ctr"/>
                <a:lstStyle/>
                <a:p>
                  <a:endParaRPr lang="en-US"/>
                </a:p>
              </p:txBody>
            </p:sp>
            <p:sp>
              <p:nvSpPr>
                <p:cNvPr id="1438" name="Freeform 1437">
                  <a:extLst>
                    <a:ext uri="{FF2B5EF4-FFF2-40B4-BE49-F238E27FC236}">
                      <a16:creationId xmlns:a16="http://schemas.microsoft.com/office/drawing/2014/main" id="{EC5E10D9-32CE-5ADD-7BE5-F8427A43FB2B}"/>
                    </a:ext>
                  </a:extLst>
                </p:cNvPr>
                <p:cNvSpPr/>
                <p:nvPr/>
              </p:nvSpPr>
              <p:spPr>
                <a:xfrm>
                  <a:off x="8347096" y="4568906"/>
                  <a:ext cx="23795" cy="28292"/>
                </a:xfrm>
                <a:custGeom>
                  <a:avLst/>
                  <a:gdLst>
                    <a:gd name="connsiteX0" fmla="*/ 0 w 9512"/>
                    <a:gd name="connsiteY0" fmla="*/ 11311 h 11310"/>
                    <a:gd name="connsiteX1" fmla="*/ 0 w 9512"/>
                    <a:gd name="connsiteY1" fmla="*/ 0 h 11310"/>
                  </a:gdLst>
                  <a:ahLst/>
                  <a:cxnLst>
                    <a:cxn ang="0">
                      <a:pos x="connsiteX0" y="connsiteY0"/>
                    </a:cxn>
                    <a:cxn ang="0">
                      <a:pos x="connsiteX1" y="connsiteY1"/>
                    </a:cxn>
                  </a:cxnLst>
                  <a:rect l="l" t="t" r="r" b="b"/>
                  <a:pathLst>
                    <a:path w="9512" h="11310">
                      <a:moveTo>
                        <a:pt x="0" y="11311"/>
                      </a:moveTo>
                      <a:lnTo>
                        <a:pt x="0" y="0"/>
                      </a:lnTo>
                    </a:path>
                  </a:pathLst>
                </a:custGeom>
                <a:ln w="4753" cap="sq">
                  <a:solidFill>
                    <a:srgbClr val="262626"/>
                  </a:solidFill>
                  <a:prstDash val="solid"/>
                  <a:round/>
                </a:ln>
              </p:spPr>
              <p:txBody>
                <a:bodyPr rtlCol="0" anchor="ctr"/>
                <a:lstStyle/>
                <a:p>
                  <a:endParaRPr lang="en-US"/>
                </a:p>
              </p:txBody>
            </p:sp>
            <p:sp>
              <p:nvSpPr>
                <p:cNvPr id="1439" name="Freeform 1438">
                  <a:extLst>
                    <a:ext uri="{FF2B5EF4-FFF2-40B4-BE49-F238E27FC236}">
                      <a16:creationId xmlns:a16="http://schemas.microsoft.com/office/drawing/2014/main" id="{F72CDFEF-C646-43EA-A1A4-0845BC3FB1CB}"/>
                    </a:ext>
                  </a:extLst>
                </p:cNvPr>
                <p:cNvSpPr/>
                <p:nvPr/>
              </p:nvSpPr>
              <p:spPr>
                <a:xfrm>
                  <a:off x="9254916" y="4568906"/>
                  <a:ext cx="23795" cy="28292"/>
                </a:xfrm>
                <a:custGeom>
                  <a:avLst/>
                  <a:gdLst>
                    <a:gd name="connsiteX0" fmla="*/ 0 w 9512"/>
                    <a:gd name="connsiteY0" fmla="*/ 11311 h 11310"/>
                    <a:gd name="connsiteX1" fmla="*/ 0 w 9512"/>
                    <a:gd name="connsiteY1" fmla="*/ 0 h 11310"/>
                  </a:gdLst>
                  <a:ahLst/>
                  <a:cxnLst>
                    <a:cxn ang="0">
                      <a:pos x="connsiteX0" y="connsiteY0"/>
                    </a:cxn>
                    <a:cxn ang="0">
                      <a:pos x="connsiteX1" y="connsiteY1"/>
                    </a:cxn>
                  </a:cxnLst>
                  <a:rect l="l" t="t" r="r" b="b"/>
                  <a:pathLst>
                    <a:path w="9512" h="11310">
                      <a:moveTo>
                        <a:pt x="0" y="11311"/>
                      </a:moveTo>
                      <a:lnTo>
                        <a:pt x="0" y="0"/>
                      </a:lnTo>
                    </a:path>
                  </a:pathLst>
                </a:custGeom>
                <a:ln w="4753" cap="sq">
                  <a:solidFill>
                    <a:srgbClr val="262626"/>
                  </a:solidFill>
                  <a:prstDash val="solid"/>
                  <a:round/>
                </a:ln>
              </p:spPr>
              <p:txBody>
                <a:bodyPr rtlCol="0" anchor="ctr"/>
                <a:lstStyle/>
                <a:p>
                  <a:endParaRPr lang="en-US"/>
                </a:p>
              </p:txBody>
            </p:sp>
            <p:sp>
              <p:nvSpPr>
                <p:cNvPr id="1440" name="Freeform 1439">
                  <a:extLst>
                    <a:ext uri="{FF2B5EF4-FFF2-40B4-BE49-F238E27FC236}">
                      <a16:creationId xmlns:a16="http://schemas.microsoft.com/office/drawing/2014/main" id="{AD629FB4-95DF-AE5A-9766-670B62EBF23A}"/>
                    </a:ext>
                  </a:extLst>
                </p:cNvPr>
                <p:cNvSpPr/>
                <p:nvPr/>
              </p:nvSpPr>
              <p:spPr>
                <a:xfrm>
                  <a:off x="10210090" y="4568906"/>
                  <a:ext cx="23795" cy="28292"/>
                </a:xfrm>
                <a:custGeom>
                  <a:avLst/>
                  <a:gdLst>
                    <a:gd name="connsiteX0" fmla="*/ 0 w 9512"/>
                    <a:gd name="connsiteY0" fmla="*/ 11311 h 11310"/>
                    <a:gd name="connsiteX1" fmla="*/ 0 w 9512"/>
                    <a:gd name="connsiteY1" fmla="*/ 0 h 11310"/>
                  </a:gdLst>
                  <a:ahLst/>
                  <a:cxnLst>
                    <a:cxn ang="0">
                      <a:pos x="connsiteX0" y="connsiteY0"/>
                    </a:cxn>
                    <a:cxn ang="0">
                      <a:pos x="connsiteX1" y="connsiteY1"/>
                    </a:cxn>
                  </a:cxnLst>
                  <a:rect l="l" t="t" r="r" b="b"/>
                  <a:pathLst>
                    <a:path w="9512" h="11310">
                      <a:moveTo>
                        <a:pt x="0" y="11311"/>
                      </a:moveTo>
                      <a:lnTo>
                        <a:pt x="0" y="0"/>
                      </a:lnTo>
                    </a:path>
                  </a:pathLst>
                </a:custGeom>
                <a:ln w="4753" cap="sq">
                  <a:solidFill>
                    <a:srgbClr val="262626"/>
                  </a:solidFill>
                  <a:prstDash val="solid"/>
                  <a:round/>
                </a:ln>
              </p:spPr>
              <p:txBody>
                <a:bodyPr rtlCol="0" anchor="ctr"/>
                <a:lstStyle/>
                <a:p>
                  <a:endParaRPr lang="en-US"/>
                </a:p>
              </p:txBody>
            </p:sp>
            <p:sp>
              <p:nvSpPr>
                <p:cNvPr id="1441" name="Freeform 1440">
                  <a:extLst>
                    <a:ext uri="{FF2B5EF4-FFF2-40B4-BE49-F238E27FC236}">
                      <a16:creationId xmlns:a16="http://schemas.microsoft.com/office/drawing/2014/main" id="{F9382DB0-0159-EDBF-6E3F-77B0ABF23B1F}"/>
                    </a:ext>
                  </a:extLst>
                </p:cNvPr>
                <p:cNvSpPr/>
                <p:nvPr/>
              </p:nvSpPr>
              <p:spPr>
                <a:xfrm>
                  <a:off x="7376455" y="4652125"/>
                  <a:ext cx="58536" cy="167628"/>
                </a:xfrm>
                <a:custGeom>
                  <a:avLst/>
                  <a:gdLst>
                    <a:gd name="connsiteX0" fmla="*/ 17313 w 23400"/>
                    <a:gd name="connsiteY0" fmla="*/ 17109 h 67010"/>
                    <a:gd name="connsiteX1" fmla="*/ 0 w 23400"/>
                    <a:gd name="connsiteY1" fmla="*/ 17109 h 67010"/>
                    <a:gd name="connsiteX2" fmla="*/ 0 w 23400"/>
                    <a:gd name="connsiteY2" fmla="*/ 13117 h 67010"/>
                    <a:gd name="connsiteX3" fmla="*/ 6849 w 23400"/>
                    <a:gd name="connsiteY3" fmla="*/ 12356 h 67010"/>
                    <a:gd name="connsiteX4" fmla="*/ 12271 w 23400"/>
                    <a:gd name="connsiteY4" fmla="*/ 10551 h 67010"/>
                    <a:gd name="connsiteX5" fmla="*/ 16171 w 23400"/>
                    <a:gd name="connsiteY5" fmla="*/ 6748 h 67010"/>
                    <a:gd name="connsiteX6" fmla="*/ 18550 w 23400"/>
                    <a:gd name="connsiteY6" fmla="*/ 0 h 67010"/>
                    <a:gd name="connsiteX7" fmla="*/ 23401 w 23400"/>
                    <a:gd name="connsiteY7" fmla="*/ 0 h 67010"/>
                    <a:gd name="connsiteX8" fmla="*/ 23401 w 23400"/>
                    <a:gd name="connsiteY8" fmla="*/ 67010 h 67010"/>
                    <a:gd name="connsiteX9" fmla="*/ 17313 w 23400"/>
                    <a:gd name="connsiteY9" fmla="*/ 67010 h 67010"/>
                    <a:gd name="connsiteX10" fmla="*/ 17313 w 23400"/>
                    <a:gd name="connsiteY10" fmla="*/ 17204 h 67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400" h="67010">
                      <a:moveTo>
                        <a:pt x="17313" y="17109"/>
                      </a:moveTo>
                      <a:lnTo>
                        <a:pt x="0" y="17109"/>
                      </a:lnTo>
                      <a:lnTo>
                        <a:pt x="0" y="13117"/>
                      </a:lnTo>
                      <a:cubicBezTo>
                        <a:pt x="2568" y="12927"/>
                        <a:pt x="4851" y="12642"/>
                        <a:pt x="6849" y="12356"/>
                      </a:cubicBezTo>
                      <a:cubicBezTo>
                        <a:pt x="8942" y="12071"/>
                        <a:pt x="10749" y="11406"/>
                        <a:pt x="12271" y="10551"/>
                      </a:cubicBezTo>
                      <a:cubicBezTo>
                        <a:pt x="13793" y="9695"/>
                        <a:pt x="15125" y="8364"/>
                        <a:pt x="16171" y="6748"/>
                      </a:cubicBezTo>
                      <a:cubicBezTo>
                        <a:pt x="17218" y="5038"/>
                        <a:pt x="17979" y="2757"/>
                        <a:pt x="18550" y="0"/>
                      </a:cubicBezTo>
                      <a:lnTo>
                        <a:pt x="23401" y="0"/>
                      </a:lnTo>
                      <a:lnTo>
                        <a:pt x="23401" y="67010"/>
                      </a:lnTo>
                      <a:lnTo>
                        <a:pt x="17313" y="67010"/>
                      </a:lnTo>
                      <a:lnTo>
                        <a:pt x="17313" y="17204"/>
                      </a:lnTo>
                      <a:close/>
                    </a:path>
                  </a:pathLst>
                </a:custGeom>
                <a:solidFill>
                  <a:srgbClr val="262626"/>
                </a:solidFill>
                <a:ln w="9506" cap="flat">
                  <a:noFill/>
                  <a:prstDash val="solid"/>
                  <a:miter/>
                </a:ln>
              </p:spPr>
              <p:txBody>
                <a:bodyPr rtlCol="0" anchor="ctr"/>
                <a:lstStyle/>
                <a:p>
                  <a:endParaRPr lang="en-US"/>
                </a:p>
              </p:txBody>
            </p:sp>
            <p:sp>
              <p:nvSpPr>
                <p:cNvPr id="1442" name="Freeform 1441">
                  <a:extLst>
                    <a:ext uri="{FF2B5EF4-FFF2-40B4-BE49-F238E27FC236}">
                      <a16:creationId xmlns:a16="http://schemas.microsoft.com/office/drawing/2014/main" id="{B7BD0E47-F876-ED92-2AEA-3AF9AEAD441E}"/>
                    </a:ext>
                  </a:extLst>
                </p:cNvPr>
                <p:cNvSpPr/>
                <p:nvPr/>
              </p:nvSpPr>
              <p:spPr>
                <a:xfrm>
                  <a:off x="8267142" y="4651887"/>
                  <a:ext cx="111364" cy="167866"/>
                </a:xfrm>
                <a:custGeom>
                  <a:avLst/>
                  <a:gdLst>
                    <a:gd name="connsiteX0" fmla="*/ 1998 w 44518"/>
                    <a:gd name="connsiteY0" fmla="*/ 21957 h 67105"/>
                    <a:gd name="connsiteX1" fmla="*/ 3520 w 44518"/>
                    <a:gd name="connsiteY1" fmla="*/ 13022 h 67105"/>
                    <a:gd name="connsiteX2" fmla="*/ 7896 w 44518"/>
                    <a:gd name="connsiteY2" fmla="*/ 6083 h 67105"/>
                    <a:gd name="connsiteX3" fmla="*/ 14840 w 44518"/>
                    <a:gd name="connsiteY3" fmla="*/ 1616 h 67105"/>
                    <a:gd name="connsiteX4" fmla="*/ 23877 w 44518"/>
                    <a:gd name="connsiteY4" fmla="*/ 0 h 67105"/>
                    <a:gd name="connsiteX5" fmla="*/ 32723 w 44518"/>
                    <a:gd name="connsiteY5" fmla="*/ 1426 h 67105"/>
                    <a:gd name="connsiteX6" fmla="*/ 39192 w 44518"/>
                    <a:gd name="connsiteY6" fmla="*/ 5418 h 67105"/>
                    <a:gd name="connsiteX7" fmla="*/ 43187 w 44518"/>
                    <a:gd name="connsiteY7" fmla="*/ 11311 h 67105"/>
                    <a:gd name="connsiteX8" fmla="*/ 44519 w 44518"/>
                    <a:gd name="connsiteY8" fmla="*/ 18535 h 67105"/>
                    <a:gd name="connsiteX9" fmla="*/ 42997 w 44518"/>
                    <a:gd name="connsiteY9" fmla="*/ 26424 h 67105"/>
                    <a:gd name="connsiteX10" fmla="*/ 39097 w 44518"/>
                    <a:gd name="connsiteY10" fmla="*/ 32507 h 67105"/>
                    <a:gd name="connsiteX11" fmla="*/ 33579 w 44518"/>
                    <a:gd name="connsiteY11" fmla="*/ 37260 h 67105"/>
                    <a:gd name="connsiteX12" fmla="*/ 27206 w 44518"/>
                    <a:gd name="connsiteY12" fmla="*/ 41252 h 67105"/>
                    <a:gd name="connsiteX13" fmla="*/ 20833 w 44518"/>
                    <a:gd name="connsiteY13" fmla="*/ 44864 h 67105"/>
                    <a:gd name="connsiteX14" fmla="*/ 15220 w 44518"/>
                    <a:gd name="connsiteY14" fmla="*/ 48476 h 67105"/>
                    <a:gd name="connsiteX15" fmla="*/ 12081 w 44518"/>
                    <a:gd name="connsiteY15" fmla="*/ 51042 h 67105"/>
                    <a:gd name="connsiteX16" fmla="*/ 9322 w 44518"/>
                    <a:gd name="connsiteY16" fmla="*/ 53989 h 67105"/>
                    <a:gd name="connsiteX17" fmla="*/ 7325 w 44518"/>
                    <a:gd name="connsiteY17" fmla="*/ 57600 h 67105"/>
                    <a:gd name="connsiteX18" fmla="*/ 6469 w 44518"/>
                    <a:gd name="connsiteY18" fmla="*/ 61973 h 67105"/>
                    <a:gd name="connsiteX19" fmla="*/ 43853 w 44518"/>
                    <a:gd name="connsiteY19" fmla="*/ 61973 h 67105"/>
                    <a:gd name="connsiteX20" fmla="*/ 43853 w 44518"/>
                    <a:gd name="connsiteY20" fmla="*/ 67106 h 67105"/>
                    <a:gd name="connsiteX21" fmla="*/ 0 w 44518"/>
                    <a:gd name="connsiteY21" fmla="*/ 67106 h 67105"/>
                    <a:gd name="connsiteX22" fmla="*/ 1047 w 44518"/>
                    <a:gd name="connsiteY22" fmla="*/ 58361 h 67105"/>
                    <a:gd name="connsiteX23" fmla="*/ 5232 w 44518"/>
                    <a:gd name="connsiteY23" fmla="*/ 50757 h 67105"/>
                    <a:gd name="connsiteX24" fmla="*/ 12461 w 44518"/>
                    <a:gd name="connsiteY24" fmla="*/ 43913 h 67105"/>
                    <a:gd name="connsiteX25" fmla="*/ 19881 w 44518"/>
                    <a:gd name="connsiteY25" fmla="*/ 38781 h 67105"/>
                    <a:gd name="connsiteX26" fmla="*/ 26730 w 44518"/>
                    <a:gd name="connsiteY26" fmla="*/ 34694 h 67105"/>
                    <a:gd name="connsiteX27" fmla="*/ 32438 w 44518"/>
                    <a:gd name="connsiteY27" fmla="*/ 30606 h 67105"/>
                    <a:gd name="connsiteX28" fmla="*/ 36338 w 44518"/>
                    <a:gd name="connsiteY28" fmla="*/ 25664 h 67105"/>
                    <a:gd name="connsiteX29" fmla="*/ 37765 w 44518"/>
                    <a:gd name="connsiteY29" fmla="*/ 18915 h 67105"/>
                    <a:gd name="connsiteX30" fmla="*/ 36623 w 44518"/>
                    <a:gd name="connsiteY30" fmla="*/ 13117 h 67105"/>
                    <a:gd name="connsiteX31" fmla="*/ 33484 w 44518"/>
                    <a:gd name="connsiteY31" fmla="*/ 8745 h 67105"/>
                    <a:gd name="connsiteX32" fmla="*/ 28823 w 44518"/>
                    <a:gd name="connsiteY32" fmla="*/ 5988 h 67105"/>
                    <a:gd name="connsiteX33" fmla="*/ 23020 w 44518"/>
                    <a:gd name="connsiteY33" fmla="*/ 5133 h 67105"/>
                    <a:gd name="connsiteX34" fmla="*/ 16932 w 44518"/>
                    <a:gd name="connsiteY34" fmla="*/ 6464 h 67105"/>
                    <a:gd name="connsiteX35" fmla="*/ 12271 w 44518"/>
                    <a:gd name="connsiteY35" fmla="*/ 10170 h 67105"/>
                    <a:gd name="connsiteX36" fmla="*/ 9227 w 44518"/>
                    <a:gd name="connsiteY36" fmla="*/ 15493 h 67105"/>
                    <a:gd name="connsiteX37" fmla="*/ 8371 w 44518"/>
                    <a:gd name="connsiteY37" fmla="*/ 21957 h 67105"/>
                    <a:gd name="connsiteX38" fmla="*/ 1903 w 44518"/>
                    <a:gd name="connsiteY38" fmla="*/ 21957 h 67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44518" h="67105">
                      <a:moveTo>
                        <a:pt x="1998" y="21957"/>
                      </a:moveTo>
                      <a:cubicBezTo>
                        <a:pt x="1998" y="18630"/>
                        <a:pt x="2473" y="15684"/>
                        <a:pt x="3520" y="13022"/>
                      </a:cubicBezTo>
                      <a:cubicBezTo>
                        <a:pt x="4566" y="10360"/>
                        <a:pt x="5993" y="7984"/>
                        <a:pt x="7896" y="6083"/>
                      </a:cubicBezTo>
                      <a:cubicBezTo>
                        <a:pt x="9798" y="4182"/>
                        <a:pt x="12081" y="2661"/>
                        <a:pt x="14840" y="1616"/>
                      </a:cubicBezTo>
                      <a:cubicBezTo>
                        <a:pt x="17503" y="570"/>
                        <a:pt x="20547" y="0"/>
                        <a:pt x="23877" y="0"/>
                      </a:cubicBezTo>
                      <a:cubicBezTo>
                        <a:pt x="27206" y="0"/>
                        <a:pt x="30155" y="475"/>
                        <a:pt x="32723" y="1426"/>
                      </a:cubicBezTo>
                      <a:cubicBezTo>
                        <a:pt x="35292" y="2376"/>
                        <a:pt x="37479" y="3707"/>
                        <a:pt x="39192" y="5418"/>
                      </a:cubicBezTo>
                      <a:cubicBezTo>
                        <a:pt x="40904" y="7129"/>
                        <a:pt x="42236" y="9030"/>
                        <a:pt x="43187" y="11311"/>
                      </a:cubicBezTo>
                      <a:cubicBezTo>
                        <a:pt x="44043" y="13592"/>
                        <a:pt x="44519" y="15969"/>
                        <a:pt x="44519" y="18535"/>
                      </a:cubicBezTo>
                      <a:cubicBezTo>
                        <a:pt x="44519" y="21481"/>
                        <a:pt x="44043" y="24143"/>
                        <a:pt x="42997" y="26424"/>
                      </a:cubicBezTo>
                      <a:cubicBezTo>
                        <a:pt x="42046" y="28705"/>
                        <a:pt x="40714" y="30701"/>
                        <a:pt x="39097" y="32507"/>
                      </a:cubicBezTo>
                      <a:cubicBezTo>
                        <a:pt x="37479" y="34313"/>
                        <a:pt x="35672" y="35834"/>
                        <a:pt x="33579" y="37260"/>
                      </a:cubicBezTo>
                      <a:cubicBezTo>
                        <a:pt x="31487" y="38686"/>
                        <a:pt x="29394" y="39921"/>
                        <a:pt x="27206" y="41252"/>
                      </a:cubicBezTo>
                      <a:cubicBezTo>
                        <a:pt x="25018" y="42488"/>
                        <a:pt x="22925" y="43628"/>
                        <a:pt x="20833" y="44864"/>
                      </a:cubicBezTo>
                      <a:cubicBezTo>
                        <a:pt x="18740" y="46004"/>
                        <a:pt x="16837" y="47240"/>
                        <a:pt x="15220" y="48476"/>
                      </a:cubicBezTo>
                      <a:cubicBezTo>
                        <a:pt x="14174" y="49331"/>
                        <a:pt x="13127" y="50187"/>
                        <a:pt x="12081" y="51042"/>
                      </a:cubicBezTo>
                      <a:cubicBezTo>
                        <a:pt x="11035" y="51898"/>
                        <a:pt x="10178" y="52943"/>
                        <a:pt x="9322" y="53989"/>
                      </a:cubicBezTo>
                      <a:cubicBezTo>
                        <a:pt x="8466" y="55034"/>
                        <a:pt x="7800" y="56270"/>
                        <a:pt x="7325" y="57600"/>
                      </a:cubicBezTo>
                      <a:cubicBezTo>
                        <a:pt x="6849" y="58931"/>
                        <a:pt x="6564" y="60357"/>
                        <a:pt x="6469" y="61973"/>
                      </a:cubicBezTo>
                      <a:lnTo>
                        <a:pt x="43853" y="61973"/>
                      </a:lnTo>
                      <a:lnTo>
                        <a:pt x="43853" y="67106"/>
                      </a:lnTo>
                      <a:lnTo>
                        <a:pt x="0" y="67106"/>
                      </a:lnTo>
                      <a:cubicBezTo>
                        <a:pt x="0" y="63874"/>
                        <a:pt x="381" y="60927"/>
                        <a:pt x="1047" y="58361"/>
                      </a:cubicBezTo>
                      <a:cubicBezTo>
                        <a:pt x="1712" y="55795"/>
                        <a:pt x="3044" y="53228"/>
                        <a:pt x="5232" y="50757"/>
                      </a:cubicBezTo>
                      <a:cubicBezTo>
                        <a:pt x="7610" y="48095"/>
                        <a:pt x="9988" y="45814"/>
                        <a:pt x="12461" y="43913"/>
                      </a:cubicBezTo>
                      <a:cubicBezTo>
                        <a:pt x="14935" y="42012"/>
                        <a:pt x="17408" y="40302"/>
                        <a:pt x="19881" y="38781"/>
                      </a:cubicBezTo>
                      <a:cubicBezTo>
                        <a:pt x="22259" y="37260"/>
                        <a:pt x="24543" y="35929"/>
                        <a:pt x="26730" y="34694"/>
                      </a:cubicBezTo>
                      <a:cubicBezTo>
                        <a:pt x="28918" y="33458"/>
                        <a:pt x="30821" y="32127"/>
                        <a:pt x="32438" y="30606"/>
                      </a:cubicBezTo>
                      <a:cubicBezTo>
                        <a:pt x="34055" y="29181"/>
                        <a:pt x="35387" y="27470"/>
                        <a:pt x="36338" y="25664"/>
                      </a:cubicBezTo>
                      <a:cubicBezTo>
                        <a:pt x="37289" y="23858"/>
                        <a:pt x="37765" y="21577"/>
                        <a:pt x="37765" y="18915"/>
                      </a:cubicBezTo>
                      <a:cubicBezTo>
                        <a:pt x="37765" y="16729"/>
                        <a:pt x="37385" y="14828"/>
                        <a:pt x="36623" y="13117"/>
                      </a:cubicBezTo>
                      <a:cubicBezTo>
                        <a:pt x="35862" y="11406"/>
                        <a:pt x="34816" y="9980"/>
                        <a:pt x="33484" y="8745"/>
                      </a:cubicBezTo>
                      <a:cubicBezTo>
                        <a:pt x="32152" y="7509"/>
                        <a:pt x="30630" y="6654"/>
                        <a:pt x="28823" y="5988"/>
                      </a:cubicBezTo>
                      <a:cubicBezTo>
                        <a:pt x="27016" y="5323"/>
                        <a:pt x="25113" y="5133"/>
                        <a:pt x="23020" y="5133"/>
                      </a:cubicBezTo>
                      <a:cubicBezTo>
                        <a:pt x="20833" y="5133"/>
                        <a:pt x="18740" y="5608"/>
                        <a:pt x="16932" y="6464"/>
                      </a:cubicBezTo>
                      <a:cubicBezTo>
                        <a:pt x="15125" y="7414"/>
                        <a:pt x="13603" y="8650"/>
                        <a:pt x="12271" y="10170"/>
                      </a:cubicBezTo>
                      <a:cubicBezTo>
                        <a:pt x="10940" y="11691"/>
                        <a:pt x="9988" y="13497"/>
                        <a:pt x="9227" y="15493"/>
                      </a:cubicBezTo>
                      <a:cubicBezTo>
                        <a:pt x="8466" y="17489"/>
                        <a:pt x="8276" y="19675"/>
                        <a:pt x="8371" y="21957"/>
                      </a:cubicBezTo>
                      <a:lnTo>
                        <a:pt x="1903" y="21957"/>
                      </a:lnTo>
                      <a:close/>
                    </a:path>
                  </a:pathLst>
                </a:custGeom>
                <a:solidFill>
                  <a:srgbClr val="262626"/>
                </a:solidFill>
                <a:ln w="9506" cap="flat">
                  <a:noFill/>
                  <a:prstDash val="solid"/>
                  <a:miter/>
                </a:ln>
              </p:spPr>
              <p:txBody>
                <a:bodyPr rtlCol="0" anchor="ctr"/>
                <a:lstStyle/>
                <a:p>
                  <a:endParaRPr lang="en-US"/>
                </a:p>
              </p:txBody>
            </p:sp>
            <p:sp>
              <p:nvSpPr>
                <p:cNvPr id="1443" name="Freeform 1442">
                  <a:extLst>
                    <a:ext uri="{FF2B5EF4-FFF2-40B4-BE49-F238E27FC236}">
                      <a16:creationId xmlns:a16="http://schemas.microsoft.com/office/drawing/2014/main" id="{328917F7-9A67-5470-B5B2-5C758AFE49BF}"/>
                    </a:ext>
                  </a:extLst>
                </p:cNvPr>
                <p:cNvSpPr/>
                <p:nvPr/>
              </p:nvSpPr>
              <p:spPr>
                <a:xfrm>
                  <a:off x="9171155" y="4651650"/>
                  <a:ext cx="113743" cy="170958"/>
                </a:xfrm>
                <a:custGeom>
                  <a:avLst/>
                  <a:gdLst>
                    <a:gd name="connsiteX0" fmla="*/ 17883 w 45469"/>
                    <a:gd name="connsiteY0" fmla="*/ 29846 h 68341"/>
                    <a:gd name="connsiteX1" fmla="*/ 25684 w 45469"/>
                    <a:gd name="connsiteY1" fmla="*/ 29275 h 68341"/>
                    <a:gd name="connsiteX2" fmla="*/ 31677 w 45469"/>
                    <a:gd name="connsiteY2" fmla="*/ 27279 h 68341"/>
                    <a:gd name="connsiteX3" fmla="*/ 35672 w 45469"/>
                    <a:gd name="connsiteY3" fmla="*/ 23287 h 68341"/>
                    <a:gd name="connsiteX4" fmla="*/ 37099 w 45469"/>
                    <a:gd name="connsiteY4" fmla="*/ 16919 h 68341"/>
                    <a:gd name="connsiteX5" fmla="*/ 35957 w 45469"/>
                    <a:gd name="connsiteY5" fmla="*/ 11596 h 68341"/>
                    <a:gd name="connsiteX6" fmla="*/ 32818 w 45469"/>
                    <a:gd name="connsiteY6" fmla="*/ 7889 h 68341"/>
                    <a:gd name="connsiteX7" fmla="*/ 28252 w 45469"/>
                    <a:gd name="connsiteY7" fmla="*/ 5798 h 68341"/>
                    <a:gd name="connsiteX8" fmla="*/ 22830 w 45469"/>
                    <a:gd name="connsiteY8" fmla="*/ 5133 h 68341"/>
                    <a:gd name="connsiteX9" fmla="*/ 16932 w 45469"/>
                    <a:gd name="connsiteY9" fmla="*/ 6178 h 68341"/>
                    <a:gd name="connsiteX10" fmla="*/ 12366 w 45469"/>
                    <a:gd name="connsiteY10" fmla="*/ 9125 h 68341"/>
                    <a:gd name="connsiteX11" fmla="*/ 9417 w 45469"/>
                    <a:gd name="connsiteY11" fmla="*/ 13687 h 68341"/>
                    <a:gd name="connsiteX12" fmla="*/ 8371 w 45469"/>
                    <a:gd name="connsiteY12" fmla="*/ 19390 h 68341"/>
                    <a:gd name="connsiteX13" fmla="*/ 2283 w 45469"/>
                    <a:gd name="connsiteY13" fmla="*/ 19390 h 68341"/>
                    <a:gd name="connsiteX14" fmla="*/ 3900 w 45469"/>
                    <a:gd name="connsiteY14" fmla="*/ 11121 h 68341"/>
                    <a:gd name="connsiteX15" fmla="*/ 8751 w 45469"/>
                    <a:gd name="connsiteY15" fmla="*/ 4372 h 68341"/>
                    <a:gd name="connsiteX16" fmla="*/ 15886 w 45469"/>
                    <a:gd name="connsiteY16" fmla="*/ 760 h 68341"/>
                    <a:gd name="connsiteX17" fmla="*/ 24067 w 45469"/>
                    <a:gd name="connsiteY17" fmla="*/ 0 h 68341"/>
                    <a:gd name="connsiteX18" fmla="*/ 31487 w 45469"/>
                    <a:gd name="connsiteY18" fmla="*/ 950 h 68341"/>
                    <a:gd name="connsiteX19" fmla="*/ 37574 w 45469"/>
                    <a:gd name="connsiteY19" fmla="*/ 3992 h 68341"/>
                    <a:gd name="connsiteX20" fmla="*/ 41665 w 45469"/>
                    <a:gd name="connsiteY20" fmla="*/ 9125 h 68341"/>
                    <a:gd name="connsiteX21" fmla="*/ 43187 w 45469"/>
                    <a:gd name="connsiteY21" fmla="*/ 16444 h 68341"/>
                    <a:gd name="connsiteX22" fmla="*/ 40809 w 45469"/>
                    <a:gd name="connsiteY22" fmla="*/ 25473 h 68341"/>
                    <a:gd name="connsiteX23" fmla="*/ 33674 w 45469"/>
                    <a:gd name="connsiteY23" fmla="*/ 31366 h 68341"/>
                    <a:gd name="connsiteX24" fmla="*/ 39572 w 45469"/>
                    <a:gd name="connsiteY24" fmla="*/ 34408 h 68341"/>
                    <a:gd name="connsiteX25" fmla="*/ 43187 w 45469"/>
                    <a:gd name="connsiteY25" fmla="*/ 38495 h 68341"/>
                    <a:gd name="connsiteX26" fmla="*/ 44994 w 45469"/>
                    <a:gd name="connsiteY26" fmla="*/ 43248 h 68341"/>
                    <a:gd name="connsiteX27" fmla="*/ 45470 w 45469"/>
                    <a:gd name="connsiteY27" fmla="*/ 48000 h 68341"/>
                    <a:gd name="connsiteX28" fmla="*/ 44043 w 45469"/>
                    <a:gd name="connsiteY28" fmla="*/ 55794 h 68341"/>
                    <a:gd name="connsiteX29" fmla="*/ 39858 w 45469"/>
                    <a:gd name="connsiteY29" fmla="*/ 62163 h 68341"/>
                    <a:gd name="connsiteX30" fmla="*/ 33103 w 45469"/>
                    <a:gd name="connsiteY30" fmla="*/ 66535 h 68341"/>
                    <a:gd name="connsiteX31" fmla="*/ 23876 w 45469"/>
                    <a:gd name="connsiteY31" fmla="*/ 68341 h 68341"/>
                    <a:gd name="connsiteX32" fmla="*/ 13793 w 45469"/>
                    <a:gd name="connsiteY32" fmla="*/ 67295 h 68341"/>
                    <a:gd name="connsiteX33" fmla="*/ 6659 w 45469"/>
                    <a:gd name="connsiteY33" fmla="*/ 63874 h 68341"/>
                    <a:gd name="connsiteX34" fmla="*/ 2188 w 45469"/>
                    <a:gd name="connsiteY34" fmla="*/ 57505 h 68341"/>
                    <a:gd name="connsiteX35" fmla="*/ 0 w 45469"/>
                    <a:gd name="connsiteY35" fmla="*/ 47620 h 68341"/>
                    <a:gd name="connsiteX36" fmla="*/ 6088 w 45469"/>
                    <a:gd name="connsiteY36" fmla="*/ 47620 h 68341"/>
                    <a:gd name="connsiteX37" fmla="*/ 10654 w 45469"/>
                    <a:gd name="connsiteY37" fmla="*/ 59311 h 68341"/>
                    <a:gd name="connsiteX38" fmla="*/ 22735 w 45469"/>
                    <a:gd name="connsiteY38" fmla="*/ 63304 h 68341"/>
                    <a:gd name="connsiteX39" fmla="*/ 29489 w 45469"/>
                    <a:gd name="connsiteY39" fmla="*/ 62068 h 68341"/>
                    <a:gd name="connsiteX40" fmla="*/ 34816 w 45469"/>
                    <a:gd name="connsiteY40" fmla="*/ 58741 h 68341"/>
                    <a:gd name="connsiteX41" fmla="*/ 38240 w 45469"/>
                    <a:gd name="connsiteY41" fmla="*/ 53893 h 68341"/>
                    <a:gd name="connsiteX42" fmla="*/ 39382 w 45469"/>
                    <a:gd name="connsiteY42" fmla="*/ 48190 h 68341"/>
                    <a:gd name="connsiteX43" fmla="*/ 37479 w 45469"/>
                    <a:gd name="connsiteY43" fmla="*/ 41442 h 68341"/>
                    <a:gd name="connsiteX44" fmla="*/ 32818 w 45469"/>
                    <a:gd name="connsiteY44" fmla="*/ 37165 h 68341"/>
                    <a:gd name="connsiteX45" fmla="*/ 26064 w 45469"/>
                    <a:gd name="connsiteY45" fmla="*/ 35074 h 68341"/>
                    <a:gd name="connsiteX46" fmla="*/ 17788 w 45469"/>
                    <a:gd name="connsiteY46" fmla="*/ 34883 h 68341"/>
                    <a:gd name="connsiteX47" fmla="*/ 17788 w 45469"/>
                    <a:gd name="connsiteY47" fmla="*/ 29941 h 683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45469" h="68341">
                      <a:moveTo>
                        <a:pt x="17883" y="29846"/>
                      </a:moveTo>
                      <a:cubicBezTo>
                        <a:pt x="20737" y="29846"/>
                        <a:pt x="23306" y="29656"/>
                        <a:pt x="25684" y="29275"/>
                      </a:cubicBezTo>
                      <a:cubicBezTo>
                        <a:pt x="28062" y="28895"/>
                        <a:pt x="30060" y="28230"/>
                        <a:pt x="31677" y="27279"/>
                      </a:cubicBezTo>
                      <a:cubicBezTo>
                        <a:pt x="33389" y="26329"/>
                        <a:pt x="34721" y="24998"/>
                        <a:pt x="35672" y="23287"/>
                      </a:cubicBezTo>
                      <a:cubicBezTo>
                        <a:pt x="36623" y="21576"/>
                        <a:pt x="37099" y="19485"/>
                        <a:pt x="37099" y="16919"/>
                      </a:cubicBezTo>
                      <a:cubicBezTo>
                        <a:pt x="37099" y="14828"/>
                        <a:pt x="36718" y="13022"/>
                        <a:pt x="35957" y="11596"/>
                      </a:cubicBezTo>
                      <a:cubicBezTo>
                        <a:pt x="35196" y="10170"/>
                        <a:pt x="34150" y="8840"/>
                        <a:pt x="32818" y="7889"/>
                      </a:cubicBezTo>
                      <a:cubicBezTo>
                        <a:pt x="31487" y="6938"/>
                        <a:pt x="29964" y="6273"/>
                        <a:pt x="28252" y="5798"/>
                      </a:cubicBezTo>
                      <a:cubicBezTo>
                        <a:pt x="26540" y="5323"/>
                        <a:pt x="24637" y="5133"/>
                        <a:pt x="22830" y="5133"/>
                      </a:cubicBezTo>
                      <a:cubicBezTo>
                        <a:pt x="20642" y="5133"/>
                        <a:pt x="18740" y="5513"/>
                        <a:pt x="16932" y="6178"/>
                      </a:cubicBezTo>
                      <a:cubicBezTo>
                        <a:pt x="15220" y="6844"/>
                        <a:pt x="13698" y="7889"/>
                        <a:pt x="12366" y="9125"/>
                      </a:cubicBezTo>
                      <a:cubicBezTo>
                        <a:pt x="11130" y="10455"/>
                        <a:pt x="10083" y="11976"/>
                        <a:pt x="9417" y="13687"/>
                      </a:cubicBezTo>
                      <a:cubicBezTo>
                        <a:pt x="8751" y="15398"/>
                        <a:pt x="8371" y="17299"/>
                        <a:pt x="8371" y="19390"/>
                      </a:cubicBezTo>
                      <a:lnTo>
                        <a:pt x="2283" y="19390"/>
                      </a:lnTo>
                      <a:cubicBezTo>
                        <a:pt x="2283" y="16349"/>
                        <a:pt x="2758" y="13592"/>
                        <a:pt x="3900" y="11121"/>
                      </a:cubicBezTo>
                      <a:cubicBezTo>
                        <a:pt x="4946" y="8650"/>
                        <a:pt x="6564" y="6463"/>
                        <a:pt x="8751" y="4372"/>
                      </a:cubicBezTo>
                      <a:cubicBezTo>
                        <a:pt x="10844" y="2471"/>
                        <a:pt x="13222" y="1236"/>
                        <a:pt x="15886" y="760"/>
                      </a:cubicBezTo>
                      <a:cubicBezTo>
                        <a:pt x="18549" y="285"/>
                        <a:pt x="21213" y="0"/>
                        <a:pt x="24067" y="0"/>
                      </a:cubicBezTo>
                      <a:cubicBezTo>
                        <a:pt x="26920" y="0"/>
                        <a:pt x="29203" y="285"/>
                        <a:pt x="31487" y="950"/>
                      </a:cubicBezTo>
                      <a:cubicBezTo>
                        <a:pt x="33769" y="1616"/>
                        <a:pt x="35862" y="2661"/>
                        <a:pt x="37574" y="3992"/>
                      </a:cubicBezTo>
                      <a:cubicBezTo>
                        <a:pt x="39287" y="5323"/>
                        <a:pt x="40618" y="7129"/>
                        <a:pt x="41665" y="9125"/>
                      </a:cubicBezTo>
                      <a:cubicBezTo>
                        <a:pt x="42711" y="11216"/>
                        <a:pt x="43187" y="13687"/>
                        <a:pt x="43187" y="16444"/>
                      </a:cubicBezTo>
                      <a:cubicBezTo>
                        <a:pt x="43187" y="19960"/>
                        <a:pt x="42426" y="22907"/>
                        <a:pt x="40809" y="25473"/>
                      </a:cubicBezTo>
                      <a:cubicBezTo>
                        <a:pt x="39192" y="28040"/>
                        <a:pt x="36814" y="29941"/>
                        <a:pt x="33674" y="31366"/>
                      </a:cubicBezTo>
                      <a:cubicBezTo>
                        <a:pt x="36052" y="32127"/>
                        <a:pt x="38050" y="33172"/>
                        <a:pt x="39572" y="34408"/>
                      </a:cubicBezTo>
                      <a:cubicBezTo>
                        <a:pt x="41094" y="35644"/>
                        <a:pt x="42331" y="36974"/>
                        <a:pt x="43187" y="38495"/>
                      </a:cubicBezTo>
                      <a:cubicBezTo>
                        <a:pt x="44043" y="40016"/>
                        <a:pt x="44709" y="41537"/>
                        <a:pt x="44994" y="43248"/>
                      </a:cubicBezTo>
                      <a:cubicBezTo>
                        <a:pt x="45280" y="44864"/>
                        <a:pt x="45470" y="46479"/>
                        <a:pt x="45470" y="48000"/>
                      </a:cubicBezTo>
                      <a:cubicBezTo>
                        <a:pt x="45470" y="50757"/>
                        <a:pt x="44994" y="53418"/>
                        <a:pt x="44043" y="55794"/>
                      </a:cubicBezTo>
                      <a:cubicBezTo>
                        <a:pt x="43092" y="58171"/>
                        <a:pt x="41665" y="60357"/>
                        <a:pt x="39858" y="62163"/>
                      </a:cubicBezTo>
                      <a:cubicBezTo>
                        <a:pt x="38050" y="63969"/>
                        <a:pt x="35767" y="65490"/>
                        <a:pt x="33103" y="66535"/>
                      </a:cubicBezTo>
                      <a:cubicBezTo>
                        <a:pt x="30440" y="67676"/>
                        <a:pt x="27301" y="68246"/>
                        <a:pt x="23876" y="68341"/>
                      </a:cubicBezTo>
                      <a:cubicBezTo>
                        <a:pt x="19976" y="68341"/>
                        <a:pt x="16647" y="67961"/>
                        <a:pt x="13793" y="67295"/>
                      </a:cubicBezTo>
                      <a:cubicBezTo>
                        <a:pt x="10939" y="66630"/>
                        <a:pt x="8561" y="65490"/>
                        <a:pt x="6659" y="63874"/>
                      </a:cubicBezTo>
                      <a:cubicBezTo>
                        <a:pt x="4756" y="62258"/>
                        <a:pt x="3234" y="60167"/>
                        <a:pt x="2188" y="57505"/>
                      </a:cubicBezTo>
                      <a:cubicBezTo>
                        <a:pt x="1141" y="54844"/>
                        <a:pt x="380" y="51612"/>
                        <a:pt x="0" y="47620"/>
                      </a:cubicBezTo>
                      <a:lnTo>
                        <a:pt x="6088" y="47620"/>
                      </a:lnTo>
                      <a:cubicBezTo>
                        <a:pt x="6088" y="52753"/>
                        <a:pt x="7610" y="56650"/>
                        <a:pt x="10654" y="59311"/>
                      </a:cubicBezTo>
                      <a:cubicBezTo>
                        <a:pt x="13698" y="61973"/>
                        <a:pt x="17788" y="63304"/>
                        <a:pt x="22735" y="63304"/>
                      </a:cubicBezTo>
                      <a:cubicBezTo>
                        <a:pt x="25113" y="63304"/>
                        <a:pt x="27396" y="62923"/>
                        <a:pt x="29489" y="62068"/>
                      </a:cubicBezTo>
                      <a:cubicBezTo>
                        <a:pt x="31581" y="61212"/>
                        <a:pt x="33389" y="60167"/>
                        <a:pt x="34816" y="58741"/>
                      </a:cubicBezTo>
                      <a:cubicBezTo>
                        <a:pt x="36243" y="57315"/>
                        <a:pt x="37479" y="55699"/>
                        <a:pt x="38240" y="53893"/>
                      </a:cubicBezTo>
                      <a:cubicBezTo>
                        <a:pt x="39001" y="52087"/>
                        <a:pt x="39382" y="50187"/>
                        <a:pt x="39382" y="48190"/>
                      </a:cubicBezTo>
                      <a:cubicBezTo>
                        <a:pt x="39287" y="45434"/>
                        <a:pt x="38621" y="43248"/>
                        <a:pt x="37479" y="41442"/>
                      </a:cubicBezTo>
                      <a:cubicBezTo>
                        <a:pt x="36338" y="39636"/>
                        <a:pt x="34816" y="38210"/>
                        <a:pt x="32818" y="37165"/>
                      </a:cubicBezTo>
                      <a:cubicBezTo>
                        <a:pt x="30916" y="36119"/>
                        <a:pt x="28633" y="35454"/>
                        <a:pt x="26064" y="35074"/>
                      </a:cubicBezTo>
                      <a:cubicBezTo>
                        <a:pt x="23496" y="34693"/>
                        <a:pt x="20737" y="34693"/>
                        <a:pt x="17788" y="34883"/>
                      </a:cubicBezTo>
                      <a:lnTo>
                        <a:pt x="17788" y="29941"/>
                      </a:lnTo>
                      <a:close/>
                    </a:path>
                  </a:pathLst>
                </a:custGeom>
                <a:solidFill>
                  <a:srgbClr val="262626"/>
                </a:solidFill>
                <a:ln w="9506" cap="flat">
                  <a:noFill/>
                  <a:prstDash val="solid"/>
                  <a:miter/>
                </a:ln>
              </p:spPr>
              <p:txBody>
                <a:bodyPr rtlCol="0" anchor="ctr"/>
                <a:lstStyle/>
                <a:p>
                  <a:endParaRPr lang="en-US"/>
                </a:p>
              </p:txBody>
            </p:sp>
            <p:sp>
              <p:nvSpPr>
                <p:cNvPr id="1444" name="Freeform 1443">
                  <a:extLst>
                    <a:ext uri="{FF2B5EF4-FFF2-40B4-BE49-F238E27FC236}">
                      <a16:creationId xmlns:a16="http://schemas.microsoft.com/office/drawing/2014/main" id="{DAB6344B-824A-7F4F-2831-345B73F1A953}"/>
                    </a:ext>
                  </a:extLst>
                </p:cNvPr>
                <p:cNvSpPr/>
                <p:nvPr/>
              </p:nvSpPr>
              <p:spPr>
                <a:xfrm>
                  <a:off x="10079450" y="4653553"/>
                  <a:ext cx="115171" cy="165965"/>
                </a:xfrm>
                <a:custGeom>
                  <a:avLst/>
                  <a:gdLst>
                    <a:gd name="connsiteX0" fmla="*/ 30630 w 46040"/>
                    <a:gd name="connsiteY0" fmla="*/ 49806 h 66345"/>
                    <a:gd name="connsiteX1" fmla="*/ 0 w 46040"/>
                    <a:gd name="connsiteY1" fmla="*/ 49806 h 66345"/>
                    <a:gd name="connsiteX2" fmla="*/ 0 w 46040"/>
                    <a:gd name="connsiteY2" fmla="*/ 44579 h 66345"/>
                    <a:gd name="connsiteX3" fmla="*/ 31201 w 46040"/>
                    <a:gd name="connsiteY3" fmla="*/ 0 h 66345"/>
                    <a:gd name="connsiteX4" fmla="*/ 36719 w 46040"/>
                    <a:gd name="connsiteY4" fmla="*/ 0 h 66345"/>
                    <a:gd name="connsiteX5" fmla="*/ 36719 w 46040"/>
                    <a:gd name="connsiteY5" fmla="*/ 44674 h 66345"/>
                    <a:gd name="connsiteX6" fmla="*/ 46041 w 46040"/>
                    <a:gd name="connsiteY6" fmla="*/ 44674 h 66345"/>
                    <a:gd name="connsiteX7" fmla="*/ 46041 w 46040"/>
                    <a:gd name="connsiteY7" fmla="*/ 49806 h 66345"/>
                    <a:gd name="connsiteX8" fmla="*/ 36719 w 46040"/>
                    <a:gd name="connsiteY8" fmla="*/ 49806 h 66345"/>
                    <a:gd name="connsiteX9" fmla="*/ 36719 w 46040"/>
                    <a:gd name="connsiteY9" fmla="*/ 66345 h 66345"/>
                    <a:gd name="connsiteX10" fmla="*/ 30630 w 46040"/>
                    <a:gd name="connsiteY10" fmla="*/ 66345 h 66345"/>
                    <a:gd name="connsiteX11" fmla="*/ 30630 w 46040"/>
                    <a:gd name="connsiteY11" fmla="*/ 49806 h 66345"/>
                    <a:gd name="connsiteX12" fmla="*/ 5993 w 46040"/>
                    <a:gd name="connsiteY12" fmla="*/ 44674 h 66345"/>
                    <a:gd name="connsiteX13" fmla="*/ 30630 w 46040"/>
                    <a:gd name="connsiteY13" fmla="*/ 44674 h 66345"/>
                    <a:gd name="connsiteX14" fmla="*/ 30630 w 46040"/>
                    <a:gd name="connsiteY14" fmla="*/ 9125 h 66345"/>
                    <a:gd name="connsiteX15" fmla="*/ 5993 w 46040"/>
                    <a:gd name="connsiteY15" fmla="*/ 44674 h 66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040" h="66345">
                      <a:moveTo>
                        <a:pt x="30630" y="49806"/>
                      </a:moveTo>
                      <a:lnTo>
                        <a:pt x="0" y="49806"/>
                      </a:lnTo>
                      <a:lnTo>
                        <a:pt x="0" y="44579"/>
                      </a:lnTo>
                      <a:lnTo>
                        <a:pt x="31201" y="0"/>
                      </a:lnTo>
                      <a:lnTo>
                        <a:pt x="36719" y="0"/>
                      </a:lnTo>
                      <a:lnTo>
                        <a:pt x="36719" y="44674"/>
                      </a:lnTo>
                      <a:lnTo>
                        <a:pt x="46041" y="44674"/>
                      </a:lnTo>
                      <a:lnTo>
                        <a:pt x="46041" y="49806"/>
                      </a:lnTo>
                      <a:lnTo>
                        <a:pt x="36719" y="49806"/>
                      </a:lnTo>
                      <a:lnTo>
                        <a:pt x="36719" y="66345"/>
                      </a:lnTo>
                      <a:lnTo>
                        <a:pt x="30630" y="66345"/>
                      </a:lnTo>
                      <a:lnTo>
                        <a:pt x="30630" y="49806"/>
                      </a:lnTo>
                      <a:close/>
                      <a:moveTo>
                        <a:pt x="5993" y="44674"/>
                      </a:moveTo>
                      <a:lnTo>
                        <a:pt x="30630" y="44674"/>
                      </a:lnTo>
                      <a:lnTo>
                        <a:pt x="30630" y="9125"/>
                      </a:lnTo>
                      <a:lnTo>
                        <a:pt x="5993" y="44674"/>
                      </a:lnTo>
                      <a:close/>
                    </a:path>
                  </a:pathLst>
                </a:custGeom>
                <a:solidFill>
                  <a:srgbClr val="262626"/>
                </a:solidFill>
                <a:ln w="9506" cap="flat">
                  <a:noFill/>
                  <a:prstDash val="solid"/>
                  <a:miter/>
                </a:ln>
              </p:spPr>
              <p:txBody>
                <a:bodyPr rtlCol="0" anchor="ctr"/>
                <a:lstStyle/>
                <a:p>
                  <a:endParaRPr lang="en-US"/>
                </a:p>
              </p:txBody>
            </p:sp>
            <p:sp>
              <p:nvSpPr>
                <p:cNvPr id="1445" name="Freeform 1444">
                  <a:extLst>
                    <a:ext uri="{FF2B5EF4-FFF2-40B4-BE49-F238E27FC236}">
                      <a16:creationId xmlns:a16="http://schemas.microsoft.com/office/drawing/2014/main" id="{B90D9B8B-69AA-906C-58BD-343C8B5BAD70}"/>
                    </a:ext>
                  </a:extLst>
                </p:cNvPr>
                <p:cNvSpPr/>
                <p:nvPr/>
              </p:nvSpPr>
              <p:spPr>
                <a:xfrm>
                  <a:off x="7343855" y="1752016"/>
                  <a:ext cx="23795" cy="2845185"/>
                </a:xfrm>
                <a:custGeom>
                  <a:avLst/>
                  <a:gdLst>
                    <a:gd name="connsiteX0" fmla="*/ 0 w 9512"/>
                    <a:gd name="connsiteY0" fmla="*/ 1137372 h 1137372"/>
                    <a:gd name="connsiteX1" fmla="*/ 0 w 9512"/>
                    <a:gd name="connsiteY1" fmla="*/ 0 h 1137372"/>
                  </a:gdLst>
                  <a:ahLst/>
                  <a:cxnLst>
                    <a:cxn ang="0">
                      <a:pos x="connsiteX0" y="connsiteY0"/>
                    </a:cxn>
                    <a:cxn ang="0">
                      <a:pos x="connsiteX1" y="connsiteY1"/>
                    </a:cxn>
                  </a:cxnLst>
                  <a:rect l="l" t="t" r="r" b="b"/>
                  <a:pathLst>
                    <a:path w="9512" h="1137372">
                      <a:moveTo>
                        <a:pt x="0" y="1137372"/>
                      </a:moveTo>
                      <a:lnTo>
                        <a:pt x="0" y="0"/>
                      </a:lnTo>
                    </a:path>
                  </a:pathLst>
                </a:custGeom>
                <a:ln w="4753" cap="sq">
                  <a:solidFill>
                    <a:srgbClr val="262626"/>
                  </a:solidFill>
                  <a:prstDash val="solid"/>
                  <a:round/>
                </a:ln>
              </p:spPr>
              <p:txBody>
                <a:bodyPr rtlCol="0" anchor="ctr"/>
                <a:lstStyle/>
                <a:p>
                  <a:endParaRPr lang="en-US"/>
                </a:p>
              </p:txBody>
            </p:sp>
            <p:sp>
              <p:nvSpPr>
                <p:cNvPr id="1446" name="Freeform 1445">
                  <a:extLst>
                    <a:ext uri="{FF2B5EF4-FFF2-40B4-BE49-F238E27FC236}">
                      <a16:creationId xmlns:a16="http://schemas.microsoft.com/office/drawing/2014/main" id="{6E3C3AA5-F132-4506-F6E2-2CD8E50382A3}"/>
                    </a:ext>
                  </a:extLst>
                </p:cNvPr>
                <p:cNvSpPr/>
                <p:nvPr/>
              </p:nvSpPr>
              <p:spPr>
                <a:xfrm>
                  <a:off x="7343855" y="3648726"/>
                  <a:ext cx="28555" cy="23777"/>
                </a:xfrm>
                <a:custGeom>
                  <a:avLst/>
                  <a:gdLst>
                    <a:gd name="connsiteX0" fmla="*/ 0 w 11415"/>
                    <a:gd name="connsiteY0" fmla="*/ 0 h 9505"/>
                    <a:gd name="connsiteX1" fmla="*/ 11415 w 11415"/>
                    <a:gd name="connsiteY1" fmla="*/ 0 h 9505"/>
                  </a:gdLst>
                  <a:ahLst/>
                  <a:cxnLst>
                    <a:cxn ang="0">
                      <a:pos x="connsiteX0" y="connsiteY0"/>
                    </a:cxn>
                    <a:cxn ang="0">
                      <a:pos x="connsiteX1" y="connsiteY1"/>
                    </a:cxn>
                  </a:cxnLst>
                  <a:rect l="l" t="t" r="r" b="b"/>
                  <a:pathLst>
                    <a:path w="11415" h="9505">
                      <a:moveTo>
                        <a:pt x="0" y="0"/>
                      </a:moveTo>
                      <a:lnTo>
                        <a:pt x="11415" y="0"/>
                      </a:lnTo>
                    </a:path>
                  </a:pathLst>
                </a:custGeom>
                <a:ln w="4753" cap="sq">
                  <a:solidFill>
                    <a:srgbClr val="262626"/>
                  </a:solidFill>
                  <a:prstDash val="solid"/>
                  <a:round/>
                </a:ln>
              </p:spPr>
              <p:txBody>
                <a:bodyPr rtlCol="0" anchor="ctr"/>
                <a:lstStyle/>
                <a:p>
                  <a:endParaRPr lang="en-US"/>
                </a:p>
              </p:txBody>
            </p:sp>
            <p:sp>
              <p:nvSpPr>
                <p:cNvPr id="1447" name="Freeform 1446">
                  <a:extLst>
                    <a:ext uri="{FF2B5EF4-FFF2-40B4-BE49-F238E27FC236}">
                      <a16:creationId xmlns:a16="http://schemas.microsoft.com/office/drawing/2014/main" id="{1B01E50D-F0EE-A7E3-CC46-BFA43E32497C}"/>
                    </a:ext>
                  </a:extLst>
                </p:cNvPr>
                <p:cNvSpPr/>
                <p:nvPr/>
              </p:nvSpPr>
              <p:spPr>
                <a:xfrm>
                  <a:off x="7343855" y="2700491"/>
                  <a:ext cx="28555" cy="23777"/>
                </a:xfrm>
                <a:custGeom>
                  <a:avLst/>
                  <a:gdLst>
                    <a:gd name="connsiteX0" fmla="*/ 0 w 11415"/>
                    <a:gd name="connsiteY0" fmla="*/ 0 h 9505"/>
                    <a:gd name="connsiteX1" fmla="*/ 11415 w 11415"/>
                    <a:gd name="connsiteY1" fmla="*/ 0 h 9505"/>
                  </a:gdLst>
                  <a:ahLst/>
                  <a:cxnLst>
                    <a:cxn ang="0">
                      <a:pos x="connsiteX0" y="connsiteY0"/>
                    </a:cxn>
                    <a:cxn ang="0">
                      <a:pos x="connsiteX1" y="connsiteY1"/>
                    </a:cxn>
                  </a:cxnLst>
                  <a:rect l="l" t="t" r="r" b="b"/>
                  <a:pathLst>
                    <a:path w="11415" h="9505">
                      <a:moveTo>
                        <a:pt x="0" y="0"/>
                      </a:moveTo>
                      <a:lnTo>
                        <a:pt x="11415" y="0"/>
                      </a:lnTo>
                    </a:path>
                  </a:pathLst>
                </a:custGeom>
                <a:ln w="4753" cap="sq">
                  <a:solidFill>
                    <a:srgbClr val="262626"/>
                  </a:solidFill>
                  <a:prstDash val="solid"/>
                  <a:round/>
                </a:ln>
              </p:spPr>
              <p:txBody>
                <a:bodyPr rtlCol="0" anchor="ctr"/>
                <a:lstStyle/>
                <a:p>
                  <a:endParaRPr lang="en-US"/>
                </a:p>
              </p:txBody>
            </p:sp>
            <p:sp>
              <p:nvSpPr>
                <p:cNvPr id="1448" name="Freeform 1447">
                  <a:extLst>
                    <a:ext uri="{FF2B5EF4-FFF2-40B4-BE49-F238E27FC236}">
                      <a16:creationId xmlns:a16="http://schemas.microsoft.com/office/drawing/2014/main" id="{0EB43B47-CAFB-9585-0FC9-46F2899558C0}"/>
                    </a:ext>
                  </a:extLst>
                </p:cNvPr>
                <p:cNvSpPr/>
                <p:nvPr/>
              </p:nvSpPr>
              <p:spPr>
                <a:xfrm>
                  <a:off x="7343855" y="1752016"/>
                  <a:ext cx="28555" cy="23777"/>
                </a:xfrm>
                <a:custGeom>
                  <a:avLst/>
                  <a:gdLst>
                    <a:gd name="connsiteX0" fmla="*/ 0 w 11415"/>
                    <a:gd name="connsiteY0" fmla="*/ 0 h 9505"/>
                    <a:gd name="connsiteX1" fmla="*/ 11415 w 11415"/>
                    <a:gd name="connsiteY1" fmla="*/ 0 h 9505"/>
                  </a:gdLst>
                  <a:ahLst/>
                  <a:cxnLst>
                    <a:cxn ang="0">
                      <a:pos x="connsiteX0" y="connsiteY0"/>
                    </a:cxn>
                    <a:cxn ang="0">
                      <a:pos x="connsiteX1" y="connsiteY1"/>
                    </a:cxn>
                  </a:cxnLst>
                  <a:rect l="l" t="t" r="r" b="b"/>
                  <a:pathLst>
                    <a:path w="11415" h="9505">
                      <a:moveTo>
                        <a:pt x="0" y="0"/>
                      </a:moveTo>
                      <a:lnTo>
                        <a:pt x="11415" y="0"/>
                      </a:lnTo>
                    </a:path>
                  </a:pathLst>
                </a:custGeom>
                <a:ln w="4753" cap="sq">
                  <a:solidFill>
                    <a:srgbClr val="262626"/>
                  </a:solidFill>
                  <a:prstDash val="solid"/>
                  <a:round/>
                </a:ln>
              </p:spPr>
              <p:txBody>
                <a:bodyPr rtlCol="0" anchor="ctr"/>
                <a:lstStyle/>
                <a:p>
                  <a:endParaRPr lang="en-US"/>
                </a:p>
              </p:txBody>
            </p:sp>
            <p:grpSp>
              <p:nvGrpSpPr>
                <p:cNvPr id="1449" name="Graphic 5">
                  <a:extLst>
                    <a:ext uri="{FF2B5EF4-FFF2-40B4-BE49-F238E27FC236}">
                      <a16:creationId xmlns:a16="http://schemas.microsoft.com/office/drawing/2014/main" id="{40CF90FD-17CA-F070-A735-4E4C925D027B}"/>
                    </a:ext>
                  </a:extLst>
                </p:cNvPr>
                <p:cNvGrpSpPr/>
                <p:nvPr/>
              </p:nvGrpSpPr>
              <p:grpSpPr>
                <a:xfrm>
                  <a:off x="6783697" y="4513267"/>
                  <a:ext cx="390969" cy="171433"/>
                  <a:chOff x="7108135" y="4690222"/>
                  <a:chExt cx="156291" cy="68531"/>
                </a:xfrm>
                <a:solidFill>
                  <a:srgbClr val="262626"/>
                </a:solidFill>
              </p:grpSpPr>
              <p:sp>
                <p:nvSpPr>
                  <p:cNvPr id="1488" name="Freeform 1487">
                    <a:extLst>
                      <a:ext uri="{FF2B5EF4-FFF2-40B4-BE49-F238E27FC236}">
                        <a16:creationId xmlns:a16="http://schemas.microsoft.com/office/drawing/2014/main" id="{09AC13F6-B22C-A46B-1DD8-229F627710CC}"/>
                      </a:ext>
                    </a:extLst>
                  </p:cNvPr>
                  <p:cNvSpPr/>
                  <p:nvPr/>
                </p:nvSpPr>
                <p:spPr>
                  <a:xfrm>
                    <a:off x="7108135" y="4729953"/>
                    <a:ext cx="24066" cy="5893"/>
                  </a:xfrm>
                  <a:custGeom>
                    <a:avLst/>
                    <a:gdLst>
                      <a:gd name="connsiteX0" fmla="*/ 24067 w 24066"/>
                      <a:gd name="connsiteY0" fmla="*/ 0 h 5893"/>
                      <a:gd name="connsiteX1" fmla="*/ 24067 w 24066"/>
                      <a:gd name="connsiteY1" fmla="*/ 5893 h 5893"/>
                      <a:gd name="connsiteX2" fmla="*/ 0 w 24066"/>
                      <a:gd name="connsiteY2" fmla="*/ 5893 h 5893"/>
                      <a:gd name="connsiteX3" fmla="*/ 0 w 24066"/>
                      <a:gd name="connsiteY3" fmla="*/ 0 h 5893"/>
                      <a:gd name="connsiteX4" fmla="*/ 24067 w 24066"/>
                      <a:gd name="connsiteY4" fmla="*/ 0 h 58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066" h="5893">
                        <a:moveTo>
                          <a:pt x="24067" y="0"/>
                        </a:moveTo>
                        <a:lnTo>
                          <a:pt x="24067" y="5893"/>
                        </a:lnTo>
                        <a:lnTo>
                          <a:pt x="0" y="5893"/>
                        </a:lnTo>
                        <a:lnTo>
                          <a:pt x="0" y="0"/>
                        </a:lnTo>
                        <a:lnTo>
                          <a:pt x="24067" y="0"/>
                        </a:lnTo>
                        <a:close/>
                      </a:path>
                    </a:pathLst>
                  </a:custGeom>
                  <a:solidFill>
                    <a:srgbClr val="262626"/>
                  </a:solidFill>
                  <a:ln w="9506" cap="flat">
                    <a:noFill/>
                    <a:prstDash val="solid"/>
                    <a:miter/>
                  </a:ln>
                </p:spPr>
                <p:txBody>
                  <a:bodyPr rtlCol="0" anchor="ctr"/>
                  <a:lstStyle/>
                  <a:p>
                    <a:endParaRPr lang="en-US"/>
                  </a:p>
                </p:txBody>
              </p:sp>
              <p:sp>
                <p:nvSpPr>
                  <p:cNvPr id="1489" name="Freeform 1488">
                    <a:extLst>
                      <a:ext uri="{FF2B5EF4-FFF2-40B4-BE49-F238E27FC236}">
                        <a16:creationId xmlns:a16="http://schemas.microsoft.com/office/drawing/2014/main" id="{98877717-D8FF-E58B-69A9-E76CEBFF81AF}"/>
                      </a:ext>
                    </a:extLst>
                  </p:cNvPr>
                  <p:cNvSpPr/>
                  <p:nvPr/>
                </p:nvSpPr>
                <p:spPr>
                  <a:xfrm>
                    <a:off x="7139621" y="4690222"/>
                    <a:ext cx="45469" cy="68531"/>
                  </a:xfrm>
                  <a:custGeom>
                    <a:avLst/>
                    <a:gdLst>
                      <a:gd name="connsiteX0" fmla="*/ 22830 w 45469"/>
                      <a:gd name="connsiteY0" fmla="*/ 380 h 68531"/>
                      <a:gd name="connsiteX1" fmla="*/ 31392 w 45469"/>
                      <a:gd name="connsiteY1" fmla="*/ 1806 h 68531"/>
                      <a:gd name="connsiteX2" fmla="*/ 37575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1094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091 w 45469"/>
                      <a:gd name="connsiteY16" fmla="*/ 10741 h 68531"/>
                      <a:gd name="connsiteX17" fmla="*/ 10939 w 45469"/>
                      <a:gd name="connsiteY17" fmla="*/ 2947 h 68531"/>
                      <a:gd name="connsiteX18" fmla="*/ 22640 w 45469"/>
                      <a:gd name="connsiteY18" fmla="*/ 0 h 68531"/>
                      <a:gd name="connsiteX19" fmla="*/ 39382 w 45469"/>
                      <a:gd name="connsiteY19" fmla="*/ 34408 h 68531"/>
                      <a:gd name="connsiteX20" fmla="*/ 38811 w 45469"/>
                      <a:gd name="connsiteY20" fmla="*/ 23858 h 68531"/>
                      <a:gd name="connsiteX21" fmla="*/ 36433 w 45469"/>
                      <a:gd name="connsiteY21" fmla="*/ 14543 h 68531"/>
                      <a:gd name="connsiteX22" fmla="*/ 31296 w 45469"/>
                      <a:gd name="connsiteY22" fmla="*/ 7984 h 68531"/>
                      <a:gd name="connsiteX23" fmla="*/ 22640 w 45469"/>
                      <a:gd name="connsiteY23" fmla="*/ 5513 h 68531"/>
                      <a:gd name="connsiteX24" fmla="*/ 14364 w 45469"/>
                      <a:gd name="connsiteY24" fmla="*/ 7984 h 68531"/>
                      <a:gd name="connsiteX25" fmla="*/ 9418 w 45469"/>
                      <a:gd name="connsiteY25" fmla="*/ 14733 h 68531"/>
                      <a:gd name="connsiteX26" fmla="*/ 6944 w 45469"/>
                      <a:gd name="connsiteY26" fmla="*/ 24238 h 68531"/>
                      <a:gd name="connsiteX27" fmla="*/ 6183 w 45469"/>
                      <a:gd name="connsiteY27" fmla="*/ 35074 h 68531"/>
                      <a:gd name="connsiteX28" fmla="*/ 6944 w 45469"/>
                      <a:gd name="connsiteY28" fmla="*/ 46765 h 68531"/>
                      <a:gd name="connsiteX29" fmla="*/ 9703 w 45469"/>
                      <a:gd name="connsiteY29" fmla="*/ 55699 h 68531"/>
                      <a:gd name="connsiteX30" fmla="*/ 14745 w 45469"/>
                      <a:gd name="connsiteY30" fmla="*/ 61402 h 68531"/>
                      <a:gd name="connsiteX31" fmla="*/ 22830 w 45469"/>
                      <a:gd name="connsiteY31" fmla="*/ 63494 h 68531"/>
                      <a:gd name="connsiteX32" fmla="*/ 31582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2" y="1806"/>
                        </a:cubicBezTo>
                        <a:cubicBezTo>
                          <a:pt x="33770" y="2757"/>
                          <a:pt x="35862" y="4182"/>
                          <a:pt x="37575" y="5798"/>
                        </a:cubicBezTo>
                        <a:cubicBezTo>
                          <a:pt x="39287" y="7509"/>
                          <a:pt x="40619" y="9505"/>
                          <a:pt x="41665" y="11786"/>
                        </a:cubicBezTo>
                        <a:cubicBezTo>
                          <a:pt x="42712" y="14068"/>
                          <a:pt x="43568"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2" y="55224"/>
                          <a:pt x="41094" y="58361"/>
                        </a:cubicBezTo>
                        <a:cubicBezTo>
                          <a:pt x="39382" y="61498"/>
                          <a:pt x="37099" y="63969"/>
                          <a:pt x="34150" y="65775"/>
                        </a:cubicBezTo>
                        <a:cubicBezTo>
                          <a:pt x="31201" y="67581"/>
                          <a:pt x="27491" y="68531"/>
                          <a:pt x="22830" y="68531"/>
                        </a:cubicBezTo>
                        <a:cubicBezTo>
                          <a:pt x="18169" y="68531"/>
                          <a:pt x="14364" y="67581"/>
                          <a:pt x="11415" y="65775"/>
                        </a:cubicBezTo>
                        <a:cubicBezTo>
                          <a:pt x="8466" y="63969"/>
                          <a:pt x="6183" y="61402"/>
                          <a:pt x="4471" y="58266"/>
                        </a:cubicBezTo>
                        <a:cubicBezTo>
                          <a:pt x="2759" y="55129"/>
                          <a:pt x="1617" y="51517"/>
                          <a:pt x="951" y="47335"/>
                        </a:cubicBezTo>
                        <a:cubicBezTo>
                          <a:pt x="285" y="43153"/>
                          <a:pt x="0" y="38780"/>
                          <a:pt x="0" y="34123"/>
                        </a:cubicBezTo>
                        <a:cubicBezTo>
                          <a:pt x="0" y="29846"/>
                          <a:pt x="285" y="25759"/>
                          <a:pt x="856" y="21671"/>
                        </a:cubicBezTo>
                        <a:cubicBezTo>
                          <a:pt x="1427" y="17584"/>
                          <a:pt x="2473" y="13972"/>
                          <a:pt x="4091" y="10741"/>
                        </a:cubicBezTo>
                        <a:cubicBezTo>
                          <a:pt x="5708" y="7509"/>
                          <a:pt x="7991" y="4943"/>
                          <a:pt x="10939" y="2947"/>
                        </a:cubicBezTo>
                        <a:cubicBezTo>
                          <a:pt x="13889" y="951"/>
                          <a:pt x="17788" y="0"/>
                          <a:pt x="22640" y="0"/>
                        </a:cubicBezTo>
                        <a:close/>
                        <a:moveTo>
                          <a:pt x="39382" y="34408"/>
                        </a:moveTo>
                        <a:cubicBezTo>
                          <a:pt x="39382" y="30796"/>
                          <a:pt x="39192" y="27279"/>
                          <a:pt x="38811" y="23858"/>
                        </a:cubicBezTo>
                        <a:cubicBezTo>
                          <a:pt x="38431" y="20436"/>
                          <a:pt x="37575" y="17299"/>
                          <a:pt x="36433" y="14543"/>
                        </a:cubicBezTo>
                        <a:cubicBezTo>
                          <a:pt x="35197" y="11786"/>
                          <a:pt x="33484" y="9600"/>
                          <a:pt x="31296" y="7984"/>
                        </a:cubicBezTo>
                        <a:cubicBezTo>
                          <a:pt x="29108" y="6368"/>
                          <a:pt x="26255" y="5513"/>
                          <a:pt x="22640" y="5513"/>
                        </a:cubicBezTo>
                        <a:cubicBezTo>
                          <a:pt x="19310" y="5513"/>
                          <a:pt x="16552" y="6368"/>
                          <a:pt x="14364" y="7984"/>
                        </a:cubicBezTo>
                        <a:cubicBezTo>
                          <a:pt x="12271" y="9695"/>
                          <a:pt x="10559" y="11881"/>
                          <a:pt x="9418" y="14733"/>
                        </a:cubicBezTo>
                        <a:cubicBezTo>
                          <a:pt x="8181" y="17489"/>
                          <a:pt x="7420" y="20721"/>
                          <a:pt x="6944" y="24238"/>
                        </a:cubicBezTo>
                        <a:cubicBezTo>
                          <a:pt x="6469" y="27755"/>
                          <a:pt x="6183" y="31366"/>
                          <a:pt x="6183" y="35074"/>
                        </a:cubicBezTo>
                        <a:cubicBezTo>
                          <a:pt x="6183" y="39351"/>
                          <a:pt x="6469" y="43248"/>
                          <a:pt x="6944" y="46765"/>
                        </a:cubicBezTo>
                        <a:cubicBezTo>
                          <a:pt x="7420" y="50282"/>
                          <a:pt x="8371" y="53323"/>
                          <a:pt x="9703" y="55699"/>
                        </a:cubicBezTo>
                        <a:cubicBezTo>
                          <a:pt x="10939" y="58171"/>
                          <a:pt x="12652" y="60072"/>
                          <a:pt x="14745" y="61402"/>
                        </a:cubicBezTo>
                        <a:cubicBezTo>
                          <a:pt x="16837" y="62733"/>
                          <a:pt x="19596" y="63494"/>
                          <a:pt x="22830" y="63494"/>
                        </a:cubicBezTo>
                        <a:cubicBezTo>
                          <a:pt x="26445" y="63494"/>
                          <a:pt x="29299" y="62638"/>
                          <a:pt x="31582" y="60832"/>
                        </a:cubicBezTo>
                        <a:cubicBezTo>
                          <a:pt x="33770" y="59026"/>
                          <a:pt x="35387" y="56745"/>
                          <a:pt x="36528" y="53989"/>
                        </a:cubicBezTo>
                        <a:cubicBezTo>
                          <a:pt x="37670" y="51232"/>
                          <a:pt x="38431" y="48095"/>
                          <a:pt x="38811" y="44579"/>
                        </a:cubicBezTo>
                        <a:cubicBezTo>
                          <a:pt x="39192" y="41062"/>
                          <a:pt x="39382" y="37640"/>
                          <a:pt x="39382" y="34313"/>
                        </a:cubicBezTo>
                        <a:close/>
                      </a:path>
                    </a:pathLst>
                  </a:custGeom>
                  <a:solidFill>
                    <a:srgbClr val="262626"/>
                  </a:solidFill>
                  <a:ln w="9506" cap="flat">
                    <a:noFill/>
                    <a:prstDash val="solid"/>
                    <a:miter/>
                  </a:ln>
                </p:spPr>
                <p:txBody>
                  <a:bodyPr rtlCol="0" anchor="ctr"/>
                  <a:lstStyle/>
                  <a:p>
                    <a:endParaRPr lang="en-US"/>
                  </a:p>
                </p:txBody>
              </p:sp>
              <p:sp>
                <p:nvSpPr>
                  <p:cNvPr id="1490" name="Freeform 1489">
                    <a:extLst>
                      <a:ext uri="{FF2B5EF4-FFF2-40B4-BE49-F238E27FC236}">
                        <a16:creationId xmlns:a16="http://schemas.microsoft.com/office/drawing/2014/main" id="{718DB7B3-A1AB-A6CB-005A-06AAF18050EC}"/>
                      </a:ext>
                    </a:extLst>
                  </p:cNvPr>
                  <p:cNvSpPr/>
                  <p:nvPr/>
                </p:nvSpPr>
                <p:spPr>
                  <a:xfrm>
                    <a:off x="7198599" y="4749248"/>
                    <a:ext cx="6944" cy="8364"/>
                  </a:xfrm>
                  <a:custGeom>
                    <a:avLst/>
                    <a:gdLst>
                      <a:gd name="connsiteX0" fmla="*/ 0 w 6944"/>
                      <a:gd name="connsiteY0" fmla="*/ 8364 h 8364"/>
                      <a:gd name="connsiteX1" fmla="*/ 0 w 6944"/>
                      <a:gd name="connsiteY1" fmla="*/ 0 h 8364"/>
                      <a:gd name="connsiteX2" fmla="*/ 6944 w 6944"/>
                      <a:gd name="connsiteY2" fmla="*/ 0 h 8364"/>
                      <a:gd name="connsiteX3" fmla="*/ 6944 w 6944"/>
                      <a:gd name="connsiteY3" fmla="*/ 8364 h 8364"/>
                      <a:gd name="connsiteX4" fmla="*/ 0 w 6944"/>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4" h="8364">
                        <a:moveTo>
                          <a:pt x="0" y="8364"/>
                        </a:moveTo>
                        <a:lnTo>
                          <a:pt x="0" y="0"/>
                        </a:lnTo>
                        <a:lnTo>
                          <a:pt x="6944" y="0"/>
                        </a:lnTo>
                        <a:lnTo>
                          <a:pt x="6944" y="8364"/>
                        </a:lnTo>
                        <a:lnTo>
                          <a:pt x="0" y="8364"/>
                        </a:lnTo>
                        <a:close/>
                      </a:path>
                    </a:pathLst>
                  </a:custGeom>
                  <a:solidFill>
                    <a:srgbClr val="262626"/>
                  </a:solidFill>
                  <a:ln w="9506" cap="flat">
                    <a:noFill/>
                    <a:prstDash val="solid"/>
                    <a:miter/>
                  </a:ln>
                </p:spPr>
                <p:txBody>
                  <a:bodyPr rtlCol="0" anchor="ctr"/>
                  <a:lstStyle/>
                  <a:p>
                    <a:endParaRPr lang="en-US"/>
                  </a:p>
                </p:txBody>
              </p:sp>
              <p:sp>
                <p:nvSpPr>
                  <p:cNvPr id="1491" name="Freeform 1490">
                    <a:extLst>
                      <a:ext uri="{FF2B5EF4-FFF2-40B4-BE49-F238E27FC236}">
                        <a16:creationId xmlns:a16="http://schemas.microsoft.com/office/drawing/2014/main" id="{E050B60B-A677-6E88-DCB4-286D2832BC09}"/>
                      </a:ext>
                    </a:extLst>
                  </p:cNvPr>
                  <p:cNvSpPr/>
                  <p:nvPr/>
                </p:nvSpPr>
                <p:spPr>
                  <a:xfrm>
                    <a:off x="7219907" y="4690602"/>
                    <a:ext cx="44518" cy="67105"/>
                  </a:xfrm>
                  <a:custGeom>
                    <a:avLst/>
                    <a:gdLst>
                      <a:gd name="connsiteX0" fmla="*/ 1998 w 44518"/>
                      <a:gd name="connsiteY0" fmla="*/ 21957 h 67105"/>
                      <a:gd name="connsiteX1" fmla="*/ 3520 w 44518"/>
                      <a:gd name="connsiteY1" fmla="*/ 13022 h 67105"/>
                      <a:gd name="connsiteX2" fmla="*/ 7896 w 44518"/>
                      <a:gd name="connsiteY2" fmla="*/ 6083 h 67105"/>
                      <a:gd name="connsiteX3" fmla="*/ 14840 w 44518"/>
                      <a:gd name="connsiteY3" fmla="*/ 1616 h 67105"/>
                      <a:gd name="connsiteX4" fmla="*/ 23877 w 44518"/>
                      <a:gd name="connsiteY4" fmla="*/ 0 h 67105"/>
                      <a:gd name="connsiteX5" fmla="*/ 32723 w 44518"/>
                      <a:gd name="connsiteY5" fmla="*/ 1426 h 67105"/>
                      <a:gd name="connsiteX6" fmla="*/ 39192 w 44518"/>
                      <a:gd name="connsiteY6" fmla="*/ 5418 h 67105"/>
                      <a:gd name="connsiteX7" fmla="*/ 43187 w 44518"/>
                      <a:gd name="connsiteY7" fmla="*/ 11311 h 67105"/>
                      <a:gd name="connsiteX8" fmla="*/ 44519 w 44518"/>
                      <a:gd name="connsiteY8" fmla="*/ 18535 h 67105"/>
                      <a:gd name="connsiteX9" fmla="*/ 42997 w 44518"/>
                      <a:gd name="connsiteY9" fmla="*/ 26424 h 67105"/>
                      <a:gd name="connsiteX10" fmla="*/ 39097 w 44518"/>
                      <a:gd name="connsiteY10" fmla="*/ 32507 h 67105"/>
                      <a:gd name="connsiteX11" fmla="*/ 33579 w 44518"/>
                      <a:gd name="connsiteY11" fmla="*/ 37260 h 67105"/>
                      <a:gd name="connsiteX12" fmla="*/ 27206 w 44518"/>
                      <a:gd name="connsiteY12" fmla="*/ 41252 h 67105"/>
                      <a:gd name="connsiteX13" fmla="*/ 20833 w 44518"/>
                      <a:gd name="connsiteY13" fmla="*/ 44864 h 67105"/>
                      <a:gd name="connsiteX14" fmla="*/ 15220 w 44518"/>
                      <a:gd name="connsiteY14" fmla="*/ 48475 h 67105"/>
                      <a:gd name="connsiteX15" fmla="*/ 12081 w 44518"/>
                      <a:gd name="connsiteY15" fmla="*/ 51042 h 67105"/>
                      <a:gd name="connsiteX16" fmla="*/ 9322 w 44518"/>
                      <a:gd name="connsiteY16" fmla="*/ 53989 h 67105"/>
                      <a:gd name="connsiteX17" fmla="*/ 7325 w 44518"/>
                      <a:gd name="connsiteY17" fmla="*/ 57600 h 67105"/>
                      <a:gd name="connsiteX18" fmla="*/ 6468 w 44518"/>
                      <a:gd name="connsiteY18" fmla="*/ 61973 h 67105"/>
                      <a:gd name="connsiteX19" fmla="*/ 43853 w 44518"/>
                      <a:gd name="connsiteY19" fmla="*/ 61973 h 67105"/>
                      <a:gd name="connsiteX20" fmla="*/ 43853 w 44518"/>
                      <a:gd name="connsiteY20" fmla="*/ 67106 h 67105"/>
                      <a:gd name="connsiteX21" fmla="*/ 0 w 44518"/>
                      <a:gd name="connsiteY21" fmla="*/ 67106 h 67105"/>
                      <a:gd name="connsiteX22" fmla="*/ 1047 w 44518"/>
                      <a:gd name="connsiteY22" fmla="*/ 58361 h 67105"/>
                      <a:gd name="connsiteX23" fmla="*/ 5232 w 44518"/>
                      <a:gd name="connsiteY23" fmla="*/ 50757 h 67105"/>
                      <a:gd name="connsiteX24" fmla="*/ 12461 w 44518"/>
                      <a:gd name="connsiteY24" fmla="*/ 43913 h 67105"/>
                      <a:gd name="connsiteX25" fmla="*/ 19881 w 44518"/>
                      <a:gd name="connsiteY25" fmla="*/ 38780 h 67105"/>
                      <a:gd name="connsiteX26" fmla="*/ 26730 w 44518"/>
                      <a:gd name="connsiteY26" fmla="*/ 34693 h 67105"/>
                      <a:gd name="connsiteX27" fmla="*/ 32438 w 44518"/>
                      <a:gd name="connsiteY27" fmla="*/ 30606 h 67105"/>
                      <a:gd name="connsiteX28" fmla="*/ 36338 w 44518"/>
                      <a:gd name="connsiteY28" fmla="*/ 25663 h 67105"/>
                      <a:gd name="connsiteX29" fmla="*/ 37765 w 44518"/>
                      <a:gd name="connsiteY29" fmla="*/ 18915 h 67105"/>
                      <a:gd name="connsiteX30" fmla="*/ 36623 w 44518"/>
                      <a:gd name="connsiteY30" fmla="*/ 13117 h 67105"/>
                      <a:gd name="connsiteX31" fmla="*/ 33484 w 44518"/>
                      <a:gd name="connsiteY31" fmla="*/ 8744 h 67105"/>
                      <a:gd name="connsiteX32" fmla="*/ 28823 w 44518"/>
                      <a:gd name="connsiteY32" fmla="*/ 5988 h 67105"/>
                      <a:gd name="connsiteX33" fmla="*/ 23020 w 44518"/>
                      <a:gd name="connsiteY33" fmla="*/ 5133 h 67105"/>
                      <a:gd name="connsiteX34" fmla="*/ 16932 w 44518"/>
                      <a:gd name="connsiteY34" fmla="*/ 6463 h 67105"/>
                      <a:gd name="connsiteX35" fmla="*/ 12271 w 44518"/>
                      <a:gd name="connsiteY35" fmla="*/ 10170 h 67105"/>
                      <a:gd name="connsiteX36" fmla="*/ 9227 w 44518"/>
                      <a:gd name="connsiteY36" fmla="*/ 15493 h 67105"/>
                      <a:gd name="connsiteX37" fmla="*/ 8371 w 44518"/>
                      <a:gd name="connsiteY37" fmla="*/ 21957 h 67105"/>
                      <a:gd name="connsiteX38" fmla="*/ 1903 w 44518"/>
                      <a:gd name="connsiteY38" fmla="*/ 21957 h 67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44518" h="67105">
                        <a:moveTo>
                          <a:pt x="1998" y="21957"/>
                        </a:moveTo>
                        <a:cubicBezTo>
                          <a:pt x="1998" y="18630"/>
                          <a:pt x="2473" y="15683"/>
                          <a:pt x="3520" y="13022"/>
                        </a:cubicBezTo>
                        <a:cubicBezTo>
                          <a:pt x="4566" y="10360"/>
                          <a:pt x="5993" y="7984"/>
                          <a:pt x="7896" y="6083"/>
                        </a:cubicBezTo>
                        <a:cubicBezTo>
                          <a:pt x="9798" y="4182"/>
                          <a:pt x="12081" y="2661"/>
                          <a:pt x="14840" y="1616"/>
                        </a:cubicBezTo>
                        <a:cubicBezTo>
                          <a:pt x="17503" y="570"/>
                          <a:pt x="20547" y="0"/>
                          <a:pt x="23877" y="0"/>
                        </a:cubicBezTo>
                        <a:cubicBezTo>
                          <a:pt x="27206" y="0"/>
                          <a:pt x="30155" y="475"/>
                          <a:pt x="32723" y="1426"/>
                        </a:cubicBezTo>
                        <a:cubicBezTo>
                          <a:pt x="35291" y="2376"/>
                          <a:pt x="37479" y="3707"/>
                          <a:pt x="39192" y="5418"/>
                        </a:cubicBezTo>
                        <a:cubicBezTo>
                          <a:pt x="40904" y="7129"/>
                          <a:pt x="42236" y="9030"/>
                          <a:pt x="43187" y="11311"/>
                        </a:cubicBezTo>
                        <a:cubicBezTo>
                          <a:pt x="44043" y="13592"/>
                          <a:pt x="44519" y="15968"/>
                          <a:pt x="44519" y="18535"/>
                        </a:cubicBezTo>
                        <a:cubicBezTo>
                          <a:pt x="44519" y="21481"/>
                          <a:pt x="44043" y="24143"/>
                          <a:pt x="42997" y="26424"/>
                        </a:cubicBezTo>
                        <a:cubicBezTo>
                          <a:pt x="42046" y="28705"/>
                          <a:pt x="40714" y="30701"/>
                          <a:pt x="39097" y="32507"/>
                        </a:cubicBezTo>
                        <a:cubicBezTo>
                          <a:pt x="37479" y="34313"/>
                          <a:pt x="35672" y="35834"/>
                          <a:pt x="33579" y="37260"/>
                        </a:cubicBezTo>
                        <a:cubicBezTo>
                          <a:pt x="31487" y="38685"/>
                          <a:pt x="29394" y="39921"/>
                          <a:pt x="27206" y="41252"/>
                        </a:cubicBezTo>
                        <a:cubicBezTo>
                          <a:pt x="25018" y="42488"/>
                          <a:pt x="22925" y="43628"/>
                          <a:pt x="20833" y="44864"/>
                        </a:cubicBezTo>
                        <a:cubicBezTo>
                          <a:pt x="18740" y="46004"/>
                          <a:pt x="16837" y="47240"/>
                          <a:pt x="15220" y="48475"/>
                        </a:cubicBezTo>
                        <a:cubicBezTo>
                          <a:pt x="14174" y="49331"/>
                          <a:pt x="13127" y="50187"/>
                          <a:pt x="12081" y="51042"/>
                        </a:cubicBezTo>
                        <a:cubicBezTo>
                          <a:pt x="11035" y="51897"/>
                          <a:pt x="10178" y="52943"/>
                          <a:pt x="9322" y="53989"/>
                        </a:cubicBezTo>
                        <a:cubicBezTo>
                          <a:pt x="8466" y="55034"/>
                          <a:pt x="7800" y="56270"/>
                          <a:pt x="7325" y="57600"/>
                        </a:cubicBezTo>
                        <a:cubicBezTo>
                          <a:pt x="6849" y="58931"/>
                          <a:pt x="6564" y="60357"/>
                          <a:pt x="6468" y="61973"/>
                        </a:cubicBezTo>
                        <a:lnTo>
                          <a:pt x="43853" y="61973"/>
                        </a:lnTo>
                        <a:lnTo>
                          <a:pt x="43853" y="67106"/>
                        </a:lnTo>
                        <a:lnTo>
                          <a:pt x="0" y="67106"/>
                        </a:lnTo>
                        <a:cubicBezTo>
                          <a:pt x="0" y="63874"/>
                          <a:pt x="381" y="60927"/>
                          <a:pt x="1047" y="58361"/>
                        </a:cubicBezTo>
                        <a:cubicBezTo>
                          <a:pt x="1712" y="55794"/>
                          <a:pt x="3044" y="53228"/>
                          <a:pt x="5232" y="50757"/>
                        </a:cubicBezTo>
                        <a:cubicBezTo>
                          <a:pt x="7610" y="48095"/>
                          <a:pt x="9988" y="45814"/>
                          <a:pt x="12461" y="43913"/>
                        </a:cubicBezTo>
                        <a:cubicBezTo>
                          <a:pt x="14935" y="42012"/>
                          <a:pt x="17408" y="40301"/>
                          <a:pt x="19881" y="38780"/>
                        </a:cubicBezTo>
                        <a:cubicBezTo>
                          <a:pt x="22259" y="37260"/>
                          <a:pt x="24543" y="35929"/>
                          <a:pt x="26730" y="34693"/>
                        </a:cubicBezTo>
                        <a:cubicBezTo>
                          <a:pt x="28918" y="33458"/>
                          <a:pt x="30821" y="32127"/>
                          <a:pt x="32438" y="30606"/>
                        </a:cubicBezTo>
                        <a:cubicBezTo>
                          <a:pt x="34055" y="29180"/>
                          <a:pt x="35387" y="27469"/>
                          <a:pt x="36338" y="25663"/>
                        </a:cubicBezTo>
                        <a:cubicBezTo>
                          <a:pt x="37289" y="23857"/>
                          <a:pt x="37765" y="21576"/>
                          <a:pt x="37765" y="18915"/>
                        </a:cubicBezTo>
                        <a:cubicBezTo>
                          <a:pt x="37765" y="16729"/>
                          <a:pt x="37384" y="14828"/>
                          <a:pt x="36623" y="13117"/>
                        </a:cubicBezTo>
                        <a:cubicBezTo>
                          <a:pt x="35862" y="11406"/>
                          <a:pt x="34816" y="9980"/>
                          <a:pt x="33484" y="8744"/>
                        </a:cubicBezTo>
                        <a:cubicBezTo>
                          <a:pt x="32152" y="7509"/>
                          <a:pt x="30630" y="6653"/>
                          <a:pt x="28823" y="5988"/>
                        </a:cubicBezTo>
                        <a:cubicBezTo>
                          <a:pt x="27016" y="5323"/>
                          <a:pt x="25113" y="5133"/>
                          <a:pt x="23020" y="5133"/>
                        </a:cubicBezTo>
                        <a:cubicBezTo>
                          <a:pt x="20833" y="5133"/>
                          <a:pt x="18740" y="5608"/>
                          <a:pt x="16932" y="6463"/>
                        </a:cubicBezTo>
                        <a:cubicBezTo>
                          <a:pt x="15125" y="7414"/>
                          <a:pt x="13603" y="8650"/>
                          <a:pt x="12271" y="10170"/>
                        </a:cubicBezTo>
                        <a:cubicBezTo>
                          <a:pt x="10939" y="11691"/>
                          <a:pt x="9988" y="13497"/>
                          <a:pt x="9227" y="15493"/>
                        </a:cubicBezTo>
                        <a:cubicBezTo>
                          <a:pt x="8466" y="17489"/>
                          <a:pt x="8276" y="19675"/>
                          <a:pt x="8371" y="21957"/>
                        </a:cubicBezTo>
                        <a:lnTo>
                          <a:pt x="1903" y="21957"/>
                        </a:lnTo>
                        <a:close/>
                      </a:path>
                    </a:pathLst>
                  </a:custGeom>
                  <a:solidFill>
                    <a:srgbClr val="262626"/>
                  </a:solidFill>
                  <a:ln w="9506" cap="flat">
                    <a:noFill/>
                    <a:prstDash val="solid"/>
                    <a:miter/>
                  </a:ln>
                </p:spPr>
                <p:txBody>
                  <a:bodyPr rtlCol="0" anchor="ctr"/>
                  <a:lstStyle/>
                  <a:p>
                    <a:endParaRPr lang="en-US"/>
                  </a:p>
                </p:txBody>
              </p:sp>
            </p:grpSp>
            <p:sp>
              <p:nvSpPr>
                <p:cNvPr id="1450" name="Freeform 1449">
                  <a:extLst>
                    <a:ext uri="{FF2B5EF4-FFF2-40B4-BE49-F238E27FC236}">
                      <a16:creationId xmlns:a16="http://schemas.microsoft.com/office/drawing/2014/main" id="{289D71AE-E10A-7247-7C77-B74888214DAC}"/>
                    </a:ext>
                  </a:extLst>
                </p:cNvPr>
                <p:cNvSpPr/>
                <p:nvPr/>
              </p:nvSpPr>
              <p:spPr>
                <a:xfrm>
                  <a:off x="7054256" y="3565030"/>
                  <a:ext cx="113743" cy="171433"/>
                </a:xfrm>
                <a:custGeom>
                  <a:avLst/>
                  <a:gdLst>
                    <a:gd name="connsiteX0" fmla="*/ 22830 w 45469"/>
                    <a:gd name="connsiteY0" fmla="*/ 380 h 68531"/>
                    <a:gd name="connsiteX1" fmla="*/ 31392 w 45469"/>
                    <a:gd name="connsiteY1" fmla="*/ 1806 h 68531"/>
                    <a:gd name="connsiteX2" fmla="*/ 37575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1094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091 w 45469"/>
                    <a:gd name="connsiteY16" fmla="*/ 10741 h 68531"/>
                    <a:gd name="connsiteX17" fmla="*/ 10940 w 45469"/>
                    <a:gd name="connsiteY17" fmla="*/ 2947 h 68531"/>
                    <a:gd name="connsiteX18" fmla="*/ 22640 w 45469"/>
                    <a:gd name="connsiteY18" fmla="*/ 0 h 68531"/>
                    <a:gd name="connsiteX19" fmla="*/ 39382 w 45469"/>
                    <a:gd name="connsiteY19" fmla="*/ 34408 h 68531"/>
                    <a:gd name="connsiteX20" fmla="*/ 38811 w 45469"/>
                    <a:gd name="connsiteY20" fmla="*/ 23858 h 68531"/>
                    <a:gd name="connsiteX21" fmla="*/ 36433 w 45469"/>
                    <a:gd name="connsiteY21" fmla="*/ 14543 h 68531"/>
                    <a:gd name="connsiteX22" fmla="*/ 31296 w 45469"/>
                    <a:gd name="connsiteY22" fmla="*/ 7984 h 68531"/>
                    <a:gd name="connsiteX23" fmla="*/ 22640 w 45469"/>
                    <a:gd name="connsiteY23" fmla="*/ 5513 h 68531"/>
                    <a:gd name="connsiteX24" fmla="*/ 14364 w 45469"/>
                    <a:gd name="connsiteY24" fmla="*/ 7984 h 68531"/>
                    <a:gd name="connsiteX25" fmla="*/ 9418 w 45469"/>
                    <a:gd name="connsiteY25" fmla="*/ 14733 h 68531"/>
                    <a:gd name="connsiteX26" fmla="*/ 6944 w 45469"/>
                    <a:gd name="connsiteY26" fmla="*/ 24238 h 68531"/>
                    <a:gd name="connsiteX27" fmla="*/ 6183 w 45469"/>
                    <a:gd name="connsiteY27" fmla="*/ 35074 h 68531"/>
                    <a:gd name="connsiteX28" fmla="*/ 6944 w 45469"/>
                    <a:gd name="connsiteY28" fmla="*/ 46765 h 68531"/>
                    <a:gd name="connsiteX29" fmla="*/ 9703 w 45469"/>
                    <a:gd name="connsiteY29" fmla="*/ 55700 h 68531"/>
                    <a:gd name="connsiteX30" fmla="*/ 14745 w 45469"/>
                    <a:gd name="connsiteY30" fmla="*/ 61402 h 68531"/>
                    <a:gd name="connsiteX31" fmla="*/ 22830 w 45469"/>
                    <a:gd name="connsiteY31" fmla="*/ 63494 h 68531"/>
                    <a:gd name="connsiteX32" fmla="*/ 31582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2" y="1806"/>
                      </a:cubicBezTo>
                      <a:cubicBezTo>
                        <a:pt x="33770" y="2757"/>
                        <a:pt x="35862" y="4182"/>
                        <a:pt x="37575" y="5798"/>
                      </a:cubicBezTo>
                      <a:cubicBezTo>
                        <a:pt x="39287" y="7509"/>
                        <a:pt x="40619" y="9505"/>
                        <a:pt x="41665" y="11786"/>
                      </a:cubicBezTo>
                      <a:cubicBezTo>
                        <a:pt x="42712" y="14067"/>
                        <a:pt x="43568"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2" y="55224"/>
                        <a:pt x="41094" y="58361"/>
                      </a:cubicBezTo>
                      <a:cubicBezTo>
                        <a:pt x="39382" y="61498"/>
                        <a:pt x="37099" y="63969"/>
                        <a:pt x="34150" y="65775"/>
                      </a:cubicBezTo>
                      <a:cubicBezTo>
                        <a:pt x="31201" y="67581"/>
                        <a:pt x="27491" y="68531"/>
                        <a:pt x="22830" y="68531"/>
                      </a:cubicBezTo>
                      <a:cubicBezTo>
                        <a:pt x="18169" y="68531"/>
                        <a:pt x="14364" y="67581"/>
                        <a:pt x="11415" y="65775"/>
                      </a:cubicBezTo>
                      <a:cubicBezTo>
                        <a:pt x="8466" y="63969"/>
                        <a:pt x="6183" y="61402"/>
                        <a:pt x="4471" y="58266"/>
                      </a:cubicBezTo>
                      <a:cubicBezTo>
                        <a:pt x="2759" y="55129"/>
                        <a:pt x="1617" y="51517"/>
                        <a:pt x="951" y="47335"/>
                      </a:cubicBezTo>
                      <a:cubicBezTo>
                        <a:pt x="285" y="43153"/>
                        <a:pt x="0" y="38781"/>
                        <a:pt x="0" y="34123"/>
                      </a:cubicBezTo>
                      <a:cubicBezTo>
                        <a:pt x="0" y="29846"/>
                        <a:pt x="285" y="25759"/>
                        <a:pt x="856" y="21671"/>
                      </a:cubicBezTo>
                      <a:cubicBezTo>
                        <a:pt x="1427" y="17584"/>
                        <a:pt x="2473" y="13972"/>
                        <a:pt x="4091" y="10741"/>
                      </a:cubicBezTo>
                      <a:cubicBezTo>
                        <a:pt x="5708" y="7509"/>
                        <a:pt x="7991" y="4943"/>
                        <a:pt x="10940" y="2947"/>
                      </a:cubicBezTo>
                      <a:cubicBezTo>
                        <a:pt x="13889" y="951"/>
                        <a:pt x="17789" y="0"/>
                        <a:pt x="22640" y="0"/>
                      </a:cubicBezTo>
                      <a:close/>
                      <a:moveTo>
                        <a:pt x="39382" y="34408"/>
                      </a:moveTo>
                      <a:cubicBezTo>
                        <a:pt x="39382" y="30796"/>
                        <a:pt x="39192" y="27279"/>
                        <a:pt x="38811" y="23858"/>
                      </a:cubicBezTo>
                      <a:cubicBezTo>
                        <a:pt x="38431" y="20436"/>
                        <a:pt x="37575" y="17299"/>
                        <a:pt x="36433" y="14543"/>
                      </a:cubicBezTo>
                      <a:cubicBezTo>
                        <a:pt x="35197" y="11786"/>
                        <a:pt x="33484" y="9600"/>
                        <a:pt x="31296" y="7984"/>
                      </a:cubicBezTo>
                      <a:cubicBezTo>
                        <a:pt x="29108" y="6368"/>
                        <a:pt x="26255" y="5513"/>
                        <a:pt x="22640" y="5513"/>
                      </a:cubicBezTo>
                      <a:cubicBezTo>
                        <a:pt x="19310" y="5513"/>
                        <a:pt x="16552" y="6368"/>
                        <a:pt x="14364" y="7984"/>
                      </a:cubicBezTo>
                      <a:cubicBezTo>
                        <a:pt x="12271" y="9695"/>
                        <a:pt x="10559" y="11881"/>
                        <a:pt x="9418" y="14733"/>
                      </a:cubicBezTo>
                      <a:cubicBezTo>
                        <a:pt x="8181" y="17489"/>
                        <a:pt x="7420" y="20721"/>
                        <a:pt x="6944" y="24238"/>
                      </a:cubicBezTo>
                      <a:cubicBezTo>
                        <a:pt x="6469" y="27755"/>
                        <a:pt x="6183" y="31367"/>
                        <a:pt x="6183" y="35074"/>
                      </a:cubicBezTo>
                      <a:cubicBezTo>
                        <a:pt x="6183" y="39351"/>
                        <a:pt x="6469" y="43248"/>
                        <a:pt x="6944" y="46765"/>
                      </a:cubicBezTo>
                      <a:cubicBezTo>
                        <a:pt x="7420" y="50282"/>
                        <a:pt x="8371" y="53323"/>
                        <a:pt x="9703" y="55700"/>
                      </a:cubicBezTo>
                      <a:cubicBezTo>
                        <a:pt x="10940" y="58171"/>
                        <a:pt x="12652" y="60072"/>
                        <a:pt x="14745" y="61402"/>
                      </a:cubicBezTo>
                      <a:cubicBezTo>
                        <a:pt x="16837" y="62733"/>
                        <a:pt x="19596" y="63494"/>
                        <a:pt x="22830" y="63494"/>
                      </a:cubicBezTo>
                      <a:cubicBezTo>
                        <a:pt x="26445" y="63494"/>
                        <a:pt x="29299" y="62638"/>
                        <a:pt x="31582" y="60832"/>
                      </a:cubicBezTo>
                      <a:cubicBezTo>
                        <a:pt x="33770" y="59026"/>
                        <a:pt x="35387" y="56745"/>
                        <a:pt x="36528" y="53989"/>
                      </a:cubicBezTo>
                      <a:cubicBezTo>
                        <a:pt x="37670" y="51232"/>
                        <a:pt x="38431" y="48095"/>
                        <a:pt x="38811" y="44579"/>
                      </a:cubicBezTo>
                      <a:cubicBezTo>
                        <a:pt x="39192" y="41062"/>
                        <a:pt x="39382" y="37640"/>
                        <a:pt x="39382" y="34313"/>
                      </a:cubicBezTo>
                      <a:close/>
                    </a:path>
                  </a:pathLst>
                </a:custGeom>
                <a:solidFill>
                  <a:srgbClr val="262626"/>
                </a:solidFill>
                <a:ln w="9506" cap="flat">
                  <a:noFill/>
                  <a:prstDash val="solid"/>
                  <a:miter/>
                </a:ln>
              </p:spPr>
              <p:txBody>
                <a:bodyPr rtlCol="0" anchor="ctr"/>
                <a:lstStyle/>
                <a:p>
                  <a:endParaRPr lang="en-US"/>
                </a:p>
              </p:txBody>
            </p:sp>
            <p:grpSp>
              <p:nvGrpSpPr>
                <p:cNvPr id="1451" name="Graphic 5">
                  <a:extLst>
                    <a:ext uri="{FF2B5EF4-FFF2-40B4-BE49-F238E27FC236}">
                      <a16:creationId xmlns:a16="http://schemas.microsoft.com/office/drawing/2014/main" id="{8B008AC4-52A6-C931-787D-7463A958ED08}"/>
                    </a:ext>
                  </a:extLst>
                </p:cNvPr>
                <p:cNvGrpSpPr/>
                <p:nvPr/>
              </p:nvGrpSpPr>
              <p:grpSpPr>
                <a:xfrm>
                  <a:off x="6873645" y="2616557"/>
                  <a:ext cx="312203" cy="171433"/>
                  <a:chOff x="7144092" y="3932006"/>
                  <a:chExt cx="124804" cy="68531"/>
                </a:xfrm>
                <a:solidFill>
                  <a:srgbClr val="262626"/>
                </a:solidFill>
              </p:grpSpPr>
              <p:sp>
                <p:nvSpPr>
                  <p:cNvPr id="1485" name="Freeform 1484">
                    <a:extLst>
                      <a:ext uri="{FF2B5EF4-FFF2-40B4-BE49-F238E27FC236}">
                        <a16:creationId xmlns:a16="http://schemas.microsoft.com/office/drawing/2014/main" id="{9373CB00-4CC6-D404-CAFB-43D09616B8E0}"/>
                      </a:ext>
                    </a:extLst>
                  </p:cNvPr>
                  <p:cNvSpPr/>
                  <p:nvPr/>
                </p:nvSpPr>
                <p:spPr>
                  <a:xfrm>
                    <a:off x="7144092" y="3932006"/>
                    <a:ext cx="45469" cy="68531"/>
                  </a:xfrm>
                  <a:custGeom>
                    <a:avLst/>
                    <a:gdLst>
                      <a:gd name="connsiteX0" fmla="*/ 22830 w 45469"/>
                      <a:gd name="connsiteY0" fmla="*/ 380 h 68531"/>
                      <a:gd name="connsiteX1" fmla="*/ 31392 w 45469"/>
                      <a:gd name="connsiteY1" fmla="*/ 1806 h 68531"/>
                      <a:gd name="connsiteX2" fmla="*/ 37575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1094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090 w 45469"/>
                      <a:gd name="connsiteY16" fmla="*/ 10741 h 68531"/>
                      <a:gd name="connsiteX17" fmla="*/ 10939 w 45469"/>
                      <a:gd name="connsiteY17" fmla="*/ 2947 h 68531"/>
                      <a:gd name="connsiteX18" fmla="*/ 22640 w 45469"/>
                      <a:gd name="connsiteY18" fmla="*/ 0 h 68531"/>
                      <a:gd name="connsiteX19" fmla="*/ 39382 w 45469"/>
                      <a:gd name="connsiteY19" fmla="*/ 34408 h 68531"/>
                      <a:gd name="connsiteX20" fmla="*/ 38811 w 45469"/>
                      <a:gd name="connsiteY20" fmla="*/ 23858 h 68531"/>
                      <a:gd name="connsiteX21" fmla="*/ 36433 w 45469"/>
                      <a:gd name="connsiteY21" fmla="*/ 14543 h 68531"/>
                      <a:gd name="connsiteX22" fmla="*/ 31296 w 45469"/>
                      <a:gd name="connsiteY22" fmla="*/ 7984 h 68531"/>
                      <a:gd name="connsiteX23" fmla="*/ 22640 w 45469"/>
                      <a:gd name="connsiteY23" fmla="*/ 5513 h 68531"/>
                      <a:gd name="connsiteX24" fmla="*/ 14364 w 45469"/>
                      <a:gd name="connsiteY24" fmla="*/ 7984 h 68531"/>
                      <a:gd name="connsiteX25" fmla="*/ 9418 w 45469"/>
                      <a:gd name="connsiteY25" fmla="*/ 14733 h 68531"/>
                      <a:gd name="connsiteX26" fmla="*/ 6944 w 45469"/>
                      <a:gd name="connsiteY26" fmla="*/ 24238 h 68531"/>
                      <a:gd name="connsiteX27" fmla="*/ 6183 w 45469"/>
                      <a:gd name="connsiteY27" fmla="*/ 35074 h 68531"/>
                      <a:gd name="connsiteX28" fmla="*/ 6944 w 45469"/>
                      <a:gd name="connsiteY28" fmla="*/ 46765 h 68531"/>
                      <a:gd name="connsiteX29" fmla="*/ 9703 w 45469"/>
                      <a:gd name="connsiteY29" fmla="*/ 55699 h 68531"/>
                      <a:gd name="connsiteX30" fmla="*/ 14745 w 45469"/>
                      <a:gd name="connsiteY30" fmla="*/ 61403 h 68531"/>
                      <a:gd name="connsiteX31" fmla="*/ 22830 w 45469"/>
                      <a:gd name="connsiteY31" fmla="*/ 63494 h 68531"/>
                      <a:gd name="connsiteX32" fmla="*/ 31582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2" y="1806"/>
                        </a:cubicBezTo>
                        <a:cubicBezTo>
                          <a:pt x="33770" y="2757"/>
                          <a:pt x="35862" y="4182"/>
                          <a:pt x="37575" y="5798"/>
                        </a:cubicBezTo>
                        <a:cubicBezTo>
                          <a:pt x="39287" y="7509"/>
                          <a:pt x="40619" y="9505"/>
                          <a:pt x="41665" y="11786"/>
                        </a:cubicBezTo>
                        <a:cubicBezTo>
                          <a:pt x="42712" y="14067"/>
                          <a:pt x="43568"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2" y="55224"/>
                          <a:pt x="41094" y="58361"/>
                        </a:cubicBezTo>
                        <a:cubicBezTo>
                          <a:pt x="39382" y="61498"/>
                          <a:pt x="37099" y="63969"/>
                          <a:pt x="34150" y="65775"/>
                        </a:cubicBezTo>
                        <a:cubicBezTo>
                          <a:pt x="31201" y="67581"/>
                          <a:pt x="27491" y="68531"/>
                          <a:pt x="22830" y="68531"/>
                        </a:cubicBezTo>
                        <a:cubicBezTo>
                          <a:pt x="18169" y="68531"/>
                          <a:pt x="14364" y="67581"/>
                          <a:pt x="11415" y="65775"/>
                        </a:cubicBezTo>
                        <a:cubicBezTo>
                          <a:pt x="8466" y="63969"/>
                          <a:pt x="6183" y="61403"/>
                          <a:pt x="4471" y="58266"/>
                        </a:cubicBezTo>
                        <a:cubicBezTo>
                          <a:pt x="2759" y="55129"/>
                          <a:pt x="1617" y="51517"/>
                          <a:pt x="951" y="47335"/>
                        </a:cubicBezTo>
                        <a:cubicBezTo>
                          <a:pt x="285" y="43153"/>
                          <a:pt x="0" y="38781"/>
                          <a:pt x="0" y="34123"/>
                        </a:cubicBezTo>
                        <a:cubicBezTo>
                          <a:pt x="0" y="29846"/>
                          <a:pt x="285" y="25759"/>
                          <a:pt x="856" y="21671"/>
                        </a:cubicBezTo>
                        <a:cubicBezTo>
                          <a:pt x="1427" y="17584"/>
                          <a:pt x="2473" y="13972"/>
                          <a:pt x="4090" y="10741"/>
                        </a:cubicBezTo>
                        <a:cubicBezTo>
                          <a:pt x="5708" y="7509"/>
                          <a:pt x="7991" y="4943"/>
                          <a:pt x="10939" y="2947"/>
                        </a:cubicBezTo>
                        <a:cubicBezTo>
                          <a:pt x="13889" y="951"/>
                          <a:pt x="17788" y="0"/>
                          <a:pt x="22640" y="0"/>
                        </a:cubicBezTo>
                        <a:close/>
                        <a:moveTo>
                          <a:pt x="39382" y="34408"/>
                        </a:moveTo>
                        <a:cubicBezTo>
                          <a:pt x="39382" y="30796"/>
                          <a:pt x="39192" y="27279"/>
                          <a:pt x="38811" y="23858"/>
                        </a:cubicBezTo>
                        <a:cubicBezTo>
                          <a:pt x="38431" y="20436"/>
                          <a:pt x="37575" y="17299"/>
                          <a:pt x="36433" y="14543"/>
                        </a:cubicBezTo>
                        <a:cubicBezTo>
                          <a:pt x="35197" y="11786"/>
                          <a:pt x="33484" y="9600"/>
                          <a:pt x="31296" y="7984"/>
                        </a:cubicBezTo>
                        <a:cubicBezTo>
                          <a:pt x="29108" y="6368"/>
                          <a:pt x="26255" y="5513"/>
                          <a:pt x="22640" y="5513"/>
                        </a:cubicBezTo>
                        <a:cubicBezTo>
                          <a:pt x="19310" y="5513"/>
                          <a:pt x="16552" y="6368"/>
                          <a:pt x="14364" y="7984"/>
                        </a:cubicBezTo>
                        <a:cubicBezTo>
                          <a:pt x="12271" y="9695"/>
                          <a:pt x="10559" y="11881"/>
                          <a:pt x="9418" y="14733"/>
                        </a:cubicBezTo>
                        <a:cubicBezTo>
                          <a:pt x="8181" y="17489"/>
                          <a:pt x="7420" y="20721"/>
                          <a:pt x="6944" y="24238"/>
                        </a:cubicBezTo>
                        <a:cubicBezTo>
                          <a:pt x="6468" y="27755"/>
                          <a:pt x="6183" y="31367"/>
                          <a:pt x="6183" y="35074"/>
                        </a:cubicBezTo>
                        <a:cubicBezTo>
                          <a:pt x="6183" y="39351"/>
                          <a:pt x="6468" y="43248"/>
                          <a:pt x="6944" y="46765"/>
                        </a:cubicBezTo>
                        <a:cubicBezTo>
                          <a:pt x="7420" y="50282"/>
                          <a:pt x="8371" y="53323"/>
                          <a:pt x="9703" y="55699"/>
                        </a:cubicBezTo>
                        <a:cubicBezTo>
                          <a:pt x="10939" y="58171"/>
                          <a:pt x="12652" y="60072"/>
                          <a:pt x="14745" y="61403"/>
                        </a:cubicBezTo>
                        <a:cubicBezTo>
                          <a:pt x="16837" y="62733"/>
                          <a:pt x="19596" y="63494"/>
                          <a:pt x="22830" y="63494"/>
                        </a:cubicBezTo>
                        <a:cubicBezTo>
                          <a:pt x="26445" y="63494"/>
                          <a:pt x="29299" y="62638"/>
                          <a:pt x="31582" y="60832"/>
                        </a:cubicBezTo>
                        <a:cubicBezTo>
                          <a:pt x="33770" y="59026"/>
                          <a:pt x="35387" y="56745"/>
                          <a:pt x="36528" y="53989"/>
                        </a:cubicBezTo>
                        <a:cubicBezTo>
                          <a:pt x="37670" y="51232"/>
                          <a:pt x="38431" y="48095"/>
                          <a:pt x="38811" y="44579"/>
                        </a:cubicBezTo>
                        <a:cubicBezTo>
                          <a:pt x="39192" y="41062"/>
                          <a:pt x="39382" y="37640"/>
                          <a:pt x="39382" y="34313"/>
                        </a:cubicBezTo>
                        <a:close/>
                      </a:path>
                    </a:pathLst>
                  </a:custGeom>
                  <a:solidFill>
                    <a:srgbClr val="262626"/>
                  </a:solidFill>
                  <a:ln w="9506" cap="flat">
                    <a:noFill/>
                    <a:prstDash val="solid"/>
                    <a:miter/>
                  </a:ln>
                </p:spPr>
                <p:txBody>
                  <a:bodyPr rtlCol="0" anchor="ctr"/>
                  <a:lstStyle/>
                  <a:p>
                    <a:endParaRPr lang="en-US"/>
                  </a:p>
                </p:txBody>
              </p:sp>
              <p:sp>
                <p:nvSpPr>
                  <p:cNvPr id="1486" name="Freeform 1485">
                    <a:extLst>
                      <a:ext uri="{FF2B5EF4-FFF2-40B4-BE49-F238E27FC236}">
                        <a16:creationId xmlns:a16="http://schemas.microsoft.com/office/drawing/2014/main" id="{2436FFCC-DC5C-579B-76F3-F3A292866DEF}"/>
                      </a:ext>
                    </a:extLst>
                  </p:cNvPr>
                  <p:cNvSpPr/>
                  <p:nvPr/>
                </p:nvSpPr>
                <p:spPr>
                  <a:xfrm>
                    <a:off x="7203070" y="3991032"/>
                    <a:ext cx="6943" cy="8364"/>
                  </a:xfrm>
                  <a:custGeom>
                    <a:avLst/>
                    <a:gdLst>
                      <a:gd name="connsiteX0" fmla="*/ 0 w 6943"/>
                      <a:gd name="connsiteY0" fmla="*/ 8364 h 8364"/>
                      <a:gd name="connsiteX1" fmla="*/ 0 w 6943"/>
                      <a:gd name="connsiteY1" fmla="*/ 0 h 8364"/>
                      <a:gd name="connsiteX2" fmla="*/ 6944 w 6943"/>
                      <a:gd name="connsiteY2" fmla="*/ 0 h 8364"/>
                      <a:gd name="connsiteX3" fmla="*/ 6944 w 6943"/>
                      <a:gd name="connsiteY3" fmla="*/ 8364 h 8364"/>
                      <a:gd name="connsiteX4" fmla="*/ 0 w 6943"/>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3" h="8364">
                        <a:moveTo>
                          <a:pt x="0" y="8364"/>
                        </a:moveTo>
                        <a:lnTo>
                          <a:pt x="0" y="0"/>
                        </a:lnTo>
                        <a:lnTo>
                          <a:pt x="6944" y="0"/>
                        </a:lnTo>
                        <a:lnTo>
                          <a:pt x="6944" y="8364"/>
                        </a:lnTo>
                        <a:lnTo>
                          <a:pt x="0" y="8364"/>
                        </a:lnTo>
                        <a:close/>
                      </a:path>
                    </a:pathLst>
                  </a:custGeom>
                  <a:solidFill>
                    <a:srgbClr val="262626"/>
                  </a:solidFill>
                  <a:ln w="9506" cap="flat">
                    <a:noFill/>
                    <a:prstDash val="solid"/>
                    <a:miter/>
                  </a:ln>
                </p:spPr>
                <p:txBody>
                  <a:bodyPr rtlCol="0" anchor="ctr"/>
                  <a:lstStyle/>
                  <a:p>
                    <a:endParaRPr lang="en-US"/>
                  </a:p>
                </p:txBody>
              </p:sp>
              <p:sp>
                <p:nvSpPr>
                  <p:cNvPr id="1487" name="Freeform 1486">
                    <a:extLst>
                      <a:ext uri="{FF2B5EF4-FFF2-40B4-BE49-F238E27FC236}">
                        <a16:creationId xmlns:a16="http://schemas.microsoft.com/office/drawing/2014/main" id="{D06D3754-38B1-3393-9AE7-1F016E5259FA}"/>
                      </a:ext>
                    </a:extLst>
                  </p:cNvPr>
                  <p:cNvSpPr/>
                  <p:nvPr/>
                </p:nvSpPr>
                <p:spPr>
                  <a:xfrm>
                    <a:off x="7224378" y="3932386"/>
                    <a:ext cx="44518" cy="67105"/>
                  </a:xfrm>
                  <a:custGeom>
                    <a:avLst/>
                    <a:gdLst>
                      <a:gd name="connsiteX0" fmla="*/ 1998 w 44518"/>
                      <a:gd name="connsiteY0" fmla="*/ 21957 h 67105"/>
                      <a:gd name="connsiteX1" fmla="*/ 3520 w 44518"/>
                      <a:gd name="connsiteY1" fmla="*/ 13022 h 67105"/>
                      <a:gd name="connsiteX2" fmla="*/ 7896 w 44518"/>
                      <a:gd name="connsiteY2" fmla="*/ 6083 h 67105"/>
                      <a:gd name="connsiteX3" fmla="*/ 14840 w 44518"/>
                      <a:gd name="connsiteY3" fmla="*/ 1616 h 67105"/>
                      <a:gd name="connsiteX4" fmla="*/ 23877 w 44518"/>
                      <a:gd name="connsiteY4" fmla="*/ 0 h 67105"/>
                      <a:gd name="connsiteX5" fmla="*/ 32723 w 44518"/>
                      <a:gd name="connsiteY5" fmla="*/ 1426 h 67105"/>
                      <a:gd name="connsiteX6" fmla="*/ 39192 w 44518"/>
                      <a:gd name="connsiteY6" fmla="*/ 5418 h 67105"/>
                      <a:gd name="connsiteX7" fmla="*/ 43187 w 44518"/>
                      <a:gd name="connsiteY7" fmla="*/ 11311 h 67105"/>
                      <a:gd name="connsiteX8" fmla="*/ 44519 w 44518"/>
                      <a:gd name="connsiteY8" fmla="*/ 18535 h 67105"/>
                      <a:gd name="connsiteX9" fmla="*/ 42997 w 44518"/>
                      <a:gd name="connsiteY9" fmla="*/ 26424 h 67105"/>
                      <a:gd name="connsiteX10" fmla="*/ 39097 w 44518"/>
                      <a:gd name="connsiteY10" fmla="*/ 32507 h 67105"/>
                      <a:gd name="connsiteX11" fmla="*/ 33579 w 44518"/>
                      <a:gd name="connsiteY11" fmla="*/ 37260 h 67105"/>
                      <a:gd name="connsiteX12" fmla="*/ 27206 w 44518"/>
                      <a:gd name="connsiteY12" fmla="*/ 41252 h 67105"/>
                      <a:gd name="connsiteX13" fmla="*/ 20833 w 44518"/>
                      <a:gd name="connsiteY13" fmla="*/ 44864 h 67105"/>
                      <a:gd name="connsiteX14" fmla="*/ 15220 w 44518"/>
                      <a:gd name="connsiteY14" fmla="*/ 48476 h 67105"/>
                      <a:gd name="connsiteX15" fmla="*/ 12081 w 44518"/>
                      <a:gd name="connsiteY15" fmla="*/ 51042 h 67105"/>
                      <a:gd name="connsiteX16" fmla="*/ 9322 w 44518"/>
                      <a:gd name="connsiteY16" fmla="*/ 53989 h 67105"/>
                      <a:gd name="connsiteX17" fmla="*/ 7325 w 44518"/>
                      <a:gd name="connsiteY17" fmla="*/ 57600 h 67105"/>
                      <a:gd name="connsiteX18" fmla="*/ 6468 w 44518"/>
                      <a:gd name="connsiteY18" fmla="*/ 61973 h 67105"/>
                      <a:gd name="connsiteX19" fmla="*/ 43853 w 44518"/>
                      <a:gd name="connsiteY19" fmla="*/ 61973 h 67105"/>
                      <a:gd name="connsiteX20" fmla="*/ 43853 w 44518"/>
                      <a:gd name="connsiteY20" fmla="*/ 67106 h 67105"/>
                      <a:gd name="connsiteX21" fmla="*/ 0 w 44518"/>
                      <a:gd name="connsiteY21" fmla="*/ 67106 h 67105"/>
                      <a:gd name="connsiteX22" fmla="*/ 1047 w 44518"/>
                      <a:gd name="connsiteY22" fmla="*/ 58361 h 67105"/>
                      <a:gd name="connsiteX23" fmla="*/ 5232 w 44518"/>
                      <a:gd name="connsiteY23" fmla="*/ 50757 h 67105"/>
                      <a:gd name="connsiteX24" fmla="*/ 12461 w 44518"/>
                      <a:gd name="connsiteY24" fmla="*/ 43913 h 67105"/>
                      <a:gd name="connsiteX25" fmla="*/ 19881 w 44518"/>
                      <a:gd name="connsiteY25" fmla="*/ 38780 h 67105"/>
                      <a:gd name="connsiteX26" fmla="*/ 26730 w 44518"/>
                      <a:gd name="connsiteY26" fmla="*/ 34693 h 67105"/>
                      <a:gd name="connsiteX27" fmla="*/ 32438 w 44518"/>
                      <a:gd name="connsiteY27" fmla="*/ 30606 h 67105"/>
                      <a:gd name="connsiteX28" fmla="*/ 36338 w 44518"/>
                      <a:gd name="connsiteY28" fmla="*/ 25664 h 67105"/>
                      <a:gd name="connsiteX29" fmla="*/ 37765 w 44518"/>
                      <a:gd name="connsiteY29" fmla="*/ 18915 h 67105"/>
                      <a:gd name="connsiteX30" fmla="*/ 36623 w 44518"/>
                      <a:gd name="connsiteY30" fmla="*/ 13117 h 67105"/>
                      <a:gd name="connsiteX31" fmla="*/ 33484 w 44518"/>
                      <a:gd name="connsiteY31" fmla="*/ 8745 h 67105"/>
                      <a:gd name="connsiteX32" fmla="*/ 28823 w 44518"/>
                      <a:gd name="connsiteY32" fmla="*/ 5988 h 67105"/>
                      <a:gd name="connsiteX33" fmla="*/ 23020 w 44518"/>
                      <a:gd name="connsiteY33" fmla="*/ 5133 h 67105"/>
                      <a:gd name="connsiteX34" fmla="*/ 16932 w 44518"/>
                      <a:gd name="connsiteY34" fmla="*/ 6463 h 67105"/>
                      <a:gd name="connsiteX35" fmla="*/ 12271 w 44518"/>
                      <a:gd name="connsiteY35" fmla="*/ 10170 h 67105"/>
                      <a:gd name="connsiteX36" fmla="*/ 9227 w 44518"/>
                      <a:gd name="connsiteY36" fmla="*/ 15493 h 67105"/>
                      <a:gd name="connsiteX37" fmla="*/ 8371 w 44518"/>
                      <a:gd name="connsiteY37" fmla="*/ 21957 h 67105"/>
                      <a:gd name="connsiteX38" fmla="*/ 1903 w 44518"/>
                      <a:gd name="connsiteY38" fmla="*/ 21957 h 67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44518" h="67105">
                        <a:moveTo>
                          <a:pt x="1998" y="21957"/>
                        </a:moveTo>
                        <a:cubicBezTo>
                          <a:pt x="1998" y="18630"/>
                          <a:pt x="2473" y="15683"/>
                          <a:pt x="3520" y="13022"/>
                        </a:cubicBezTo>
                        <a:cubicBezTo>
                          <a:pt x="4566" y="10360"/>
                          <a:pt x="5993" y="7984"/>
                          <a:pt x="7896" y="6083"/>
                        </a:cubicBezTo>
                        <a:cubicBezTo>
                          <a:pt x="9798" y="4182"/>
                          <a:pt x="12081" y="2661"/>
                          <a:pt x="14840" y="1616"/>
                        </a:cubicBezTo>
                        <a:cubicBezTo>
                          <a:pt x="17503" y="570"/>
                          <a:pt x="20547" y="0"/>
                          <a:pt x="23877" y="0"/>
                        </a:cubicBezTo>
                        <a:cubicBezTo>
                          <a:pt x="27206" y="0"/>
                          <a:pt x="30155" y="475"/>
                          <a:pt x="32723" y="1426"/>
                        </a:cubicBezTo>
                        <a:cubicBezTo>
                          <a:pt x="35291" y="2376"/>
                          <a:pt x="37479" y="3707"/>
                          <a:pt x="39192" y="5418"/>
                        </a:cubicBezTo>
                        <a:cubicBezTo>
                          <a:pt x="40904" y="7129"/>
                          <a:pt x="42236" y="9030"/>
                          <a:pt x="43187" y="11311"/>
                        </a:cubicBezTo>
                        <a:cubicBezTo>
                          <a:pt x="44043" y="13592"/>
                          <a:pt x="44519" y="15968"/>
                          <a:pt x="44519" y="18535"/>
                        </a:cubicBezTo>
                        <a:cubicBezTo>
                          <a:pt x="44519" y="21481"/>
                          <a:pt x="44043" y="24143"/>
                          <a:pt x="42997" y="26424"/>
                        </a:cubicBezTo>
                        <a:cubicBezTo>
                          <a:pt x="42046" y="28705"/>
                          <a:pt x="40714" y="30701"/>
                          <a:pt x="39097" y="32507"/>
                        </a:cubicBezTo>
                        <a:cubicBezTo>
                          <a:pt x="37479" y="34313"/>
                          <a:pt x="35672" y="35834"/>
                          <a:pt x="33579" y="37260"/>
                        </a:cubicBezTo>
                        <a:cubicBezTo>
                          <a:pt x="31487" y="38685"/>
                          <a:pt x="29394" y="39921"/>
                          <a:pt x="27206" y="41252"/>
                        </a:cubicBezTo>
                        <a:cubicBezTo>
                          <a:pt x="25018" y="42487"/>
                          <a:pt x="22925" y="43628"/>
                          <a:pt x="20833" y="44864"/>
                        </a:cubicBezTo>
                        <a:cubicBezTo>
                          <a:pt x="18740" y="46004"/>
                          <a:pt x="16837" y="47240"/>
                          <a:pt x="15220" y="48476"/>
                        </a:cubicBezTo>
                        <a:cubicBezTo>
                          <a:pt x="14174" y="49331"/>
                          <a:pt x="13127" y="50187"/>
                          <a:pt x="12081" y="51042"/>
                        </a:cubicBezTo>
                        <a:cubicBezTo>
                          <a:pt x="11035" y="51897"/>
                          <a:pt x="10178" y="52943"/>
                          <a:pt x="9322" y="53989"/>
                        </a:cubicBezTo>
                        <a:cubicBezTo>
                          <a:pt x="8466" y="55034"/>
                          <a:pt x="7800" y="56270"/>
                          <a:pt x="7325" y="57600"/>
                        </a:cubicBezTo>
                        <a:cubicBezTo>
                          <a:pt x="6849" y="58931"/>
                          <a:pt x="6564" y="60357"/>
                          <a:pt x="6468" y="61973"/>
                        </a:cubicBezTo>
                        <a:lnTo>
                          <a:pt x="43853" y="61973"/>
                        </a:lnTo>
                        <a:lnTo>
                          <a:pt x="43853" y="67106"/>
                        </a:lnTo>
                        <a:lnTo>
                          <a:pt x="0" y="67106"/>
                        </a:lnTo>
                        <a:cubicBezTo>
                          <a:pt x="0" y="63874"/>
                          <a:pt x="381" y="60927"/>
                          <a:pt x="1047" y="58361"/>
                        </a:cubicBezTo>
                        <a:cubicBezTo>
                          <a:pt x="1712" y="55794"/>
                          <a:pt x="3044" y="53228"/>
                          <a:pt x="5232" y="50757"/>
                        </a:cubicBezTo>
                        <a:cubicBezTo>
                          <a:pt x="7610" y="48095"/>
                          <a:pt x="9988" y="45814"/>
                          <a:pt x="12461" y="43913"/>
                        </a:cubicBezTo>
                        <a:cubicBezTo>
                          <a:pt x="14935" y="42012"/>
                          <a:pt x="17408" y="40301"/>
                          <a:pt x="19881" y="38780"/>
                        </a:cubicBezTo>
                        <a:cubicBezTo>
                          <a:pt x="22259" y="37260"/>
                          <a:pt x="24543" y="35929"/>
                          <a:pt x="26730" y="34693"/>
                        </a:cubicBezTo>
                        <a:cubicBezTo>
                          <a:pt x="28918" y="33458"/>
                          <a:pt x="30821" y="32127"/>
                          <a:pt x="32438" y="30606"/>
                        </a:cubicBezTo>
                        <a:cubicBezTo>
                          <a:pt x="34055" y="29180"/>
                          <a:pt x="35387" y="27470"/>
                          <a:pt x="36338" y="25664"/>
                        </a:cubicBezTo>
                        <a:cubicBezTo>
                          <a:pt x="37289" y="23858"/>
                          <a:pt x="37765" y="21576"/>
                          <a:pt x="37765" y="18915"/>
                        </a:cubicBezTo>
                        <a:cubicBezTo>
                          <a:pt x="37765" y="16729"/>
                          <a:pt x="37384" y="14828"/>
                          <a:pt x="36623" y="13117"/>
                        </a:cubicBezTo>
                        <a:cubicBezTo>
                          <a:pt x="35862" y="11406"/>
                          <a:pt x="34816" y="9980"/>
                          <a:pt x="33484" y="8745"/>
                        </a:cubicBezTo>
                        <a:cubicBezTo>
                          <a:pt x="32152" y="7509"/>
                          <a:pt x="30630" y="6653"/>
                          <a:pt x="28823" y="5988"/>
                        </a:cubicBezTo>
                        <a:cubicBezTo>
                          <a:pt x="27016" y="5323"/>
                          <a:pt x="25113" y="5133"/>
                          <a:pt x="23020" y="5133"/>
                        </a:cubicBezTo>
                        <a:cubicBezTo>
                          <a:pt x="20833" y="5133"/>
                          <a:pt x="18740" y="5608"/>
                          <a:pt x="16932" y="6463"/>
                        </a:cubicBezTo>
                        <a:cubicBezTo>
                          <a:pt x="15125" y="7414"/>
                          <a:pt x="13603" y="8649"/>
                          <a:pt x="12271" y="10170"/>
                        </a:cubicBezTo>
                        <a:cubicBezTo>
                          <a:pt x="10939" y="11691"/>
                          <a:pt x="9988" y="13497"/>
                          <a:pt x="9227" y="15493"/>
                        </a:cubicBezTo>
                        <a:cubicBezTo>
                          <a:pt x="8466" y="17489"/>
                          <a:pt x="8276" y="19675"/>
                          <a:pt x="8371" y="21957"/>
                        </a:cubicBezTo>
                        <a:lnTo>
                          <a:pt x="1903" y="21957"/>
                        </a:lnTo>
                        <a:close/>
                      </a:path>
                    </a:pathLst>
                  </a:custGeom>
                  <a:solidFill>
                    <a:srgbClr val="262626"/>
                  </a:solidFill>
                  <a:ln w="9506" cap="flat">
                    <a:noFill/>
                    <a:prstDash val="solid"/>
                    <a:miter/>
                  </a:ln>
                </p:spPr>
                <p:txBody>
                  <a:bodyPr rtlCol="0" anchor="ctr"/>
                  <a:lstStyle/>
                  <a:p>
                    <a:endParaRPr lang="en-US"/>
                  </a:p>
                </p:txBody>
              </p:sp>
            </p:grpSp>
            <p:grpSp>
              <p:nvGrpSpPr>
                <p:cNvPr id="1452" name="Graphic 5">
                  <a:extLst>
                    <a:ext uri="{FF2B5EF4-FFF2-40B4-BE49-F238E27FC236}">
                      <a16:creationId xmlns:a16="http://schemas.microsoft.com/office/drawing/2014/main" id="{8B590419-29A6-6BE9-0302-8E01728B9148}"/>
                    </a:ext>
                  </a:extLst>
                </p:cNvPr>
                <p:cNvGrpSpPr/>
                <p:nvPr/>
              </p:nvGrpSpPr>
              <p:grpSpPr>
                <a:xfrm>
                  <a:off x="6873645" y="1668082"/>
                  <a:ext cx="313156" cy="171433"/>
                  <a:chOff x="7144092" y="3552850"/>
                  <a:chExt cx="125185" cy="68531"/>
                </a:xfrm>
                <a:solidFill>
                  <a:srgbClr val="262626"/>
                </a:solidFill>
              </p:grpSpPr>
              <p:sp>
                <p:nvSpPr>
                  <p:cNvPr id="1482" name="Freeform 1481">
                    <a:extLst>
                      <a:ext uri="{FF2B5EF4-FFF2-40B4-BE49-F238E27FC236}">
                        <a16:creationId xmlns:a16="http://schemas.microsoft.com/office/drawing/2014/main" id="{64516CFC-EBE3-D577-13D0-43D0DBAC1E66}"/>
                      </a:ext>
                    </a:extLst>
                  </p:cNvPr>
                  <p:cNvSpPr/>
                  <p:nvPr/>
                </p:nvSpPr>
                <p:spPr>
                  <a:xfrm>
                    <a:off x="7144092" y="3552850"/>
                    <a:ext cx="45469" cy="68531"/>
                  </a:xfrm>
                  <a:custGeom>
                    <a:avLst/>
                    <a:gdLst>
                      <a:gd name="connsiteX0" fmla="*/ 22830 w 45469"/>
                      <a:gd name="connsiteY0" fmla="*/ 380 h 68531"/>
                      <a:gd name="connsiteX1" fmla="*/ 31392 w 45469"/>
                      <a:gd name="connsiteY1" fmla="*/ 1806 h 68531"/>
                      <a:gd name="connsiteX2" fmla="*/ 37575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1094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090 w 45469"/>
                      <a:gd name="connsiteY16" fmla="*/ 10741 h 68531"/>
                      <a:gd name="connsiteX17" fmla="*/ 10939 w 45469"/>
                      <a:gd name="connsiteY17" fmla="*/ 2947 h 68531"/>
                      <a:gd name="connsiteX18" fmla="*/ 22640 w 45469"/>
                      <a:gd name="connsiteY18" fmla="*/ 0 h 68531"/>
                      <a:gd name="connsiteX19" fmla="*/ 39382 w 45469"/>
                      <a:gd name="connsiteY19" fmla="*/ 34408 h 68531"/>
                      <a:gd name="connsiteX20" fmla="*/ 38811 w 45469"/>
                      <a:gd name="connsiteY20" fmla="*/ 23858 h 68531"/>
                      <a:gd name="connsiteX21" fmla="*/ 36433 w 45469"/>
                      <a:gd name="connsiteY21" fmla="*/ 14543 h 68531"/>
                      <a:gd name="connsiteX22" fmla="*/ 31296 w 45469"/>
                      <a:gd name="connsiteY22" fmla="*/ 7984 h 68531"/>
                      <a:gd name="connsiteX23" fmla="*/ 22640 w 45469"/>
                      <a:gd name="connsiteY23" fmla="*/ 5513 h 68531"/>
                      <a:gd name="connsiteX24" fmla="*/ 14364 w 45469"/>
                      <a:gd name="connsiteY24" fmla="*/ 7984 h 68531"/>
                      <a:gd name="connsiteX25" fmla="*/ 9418 w 45469"/>
                      <a:gd name="connsiteY25" fmla="*/ 14733 h 68531"/>
                      <a:gd name="connsiteX26" fmla="*/ 6944 w 45469"/>
                      <a:gd name="connsiteY26" fmla="*/ 24238 h 68531"/>
                      <a:gd name="connsiteX27" fmla="*/ 6183 w 45469"/>
                      <a:gd name="connsiteY27" fmla="*/ 35074 h 68531"/>
                      <a:gd name="connsiteX28" fmla="*/ 6944 w 45469"/>
                      <a:gd name="connsiteY28" fmla="*/ 46765 h 68531"/>
                      <a:gd name="connsiteX29" fmla="*/ 9703 w 45469"/>
                      <a:gd name="connsiteY29" fmla="*/ 55699 h 68531"/>
                      <a:gd name="connsiteX30" fmla="*/ 14745 w 45469"/>
                      <a:gd name="connsiteY30" fmla="*/ 61403 h 68531"/>
                      <a:gd name="connsiteX31" fmla="*/ 22830 w 45469"/>
                      <a:gd name="connsiteY31" fmla="*/ 63494 h 68531"/>
                      <a:gd name="connsiteX32" fmla="*/ 31582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2" y="1806"/>
                        </a:cubicBezTo>
                        <a:cubicBezTo>
                          <a:pt x="33770" y="2757"/>
                          <a:pt x="35862" y="4182"/>
                          <a:pt x="37575" y="5798"/>
                        </a:cubicBezTo>
                        <a:cubicBezTo>
                          <a:pt x="39287" y="7509"/>
                          <a:pt x="40619" y="9505"/>
                          <a:pt x="41665" y="11786"/>
                        </a:cubicBezTo>
                        <a:cubicBezTo>
                          <a:pt x="42712" y="14067"/>
                          <a:pt x="43568"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2" y="55224"/>
                          <a:pt x="41094" y="58361"/>
                        </a:cubicBezTo>
                        <a:cubicBezTo>
                          <a:pt x="39382" y="61498"/>
                          <a:pt x="37099" y="63969"/>
                          <a:pt x="34150" y="65775"/>
                        </a:cubicBezTo>
                        <a:cubicBezTo>
                          <a:pt x="31201" y="67581"/>
                          <a:pt x="27491" y="68531"/>
                          <a:pt x="22830" y="68531"/>
                        </a:cubicBezTo>
                        <a:cubicBezTo>
                          <a:pt x="18169" y="68531"/>
                          <a:pt x="14364" y="67581"/>
                          <a:pt x="11415" y="65775"/>
                        </a:cubicBezTo>
                        <a:cubicBezTo>
                          <a:pt x="8466" y="63969"/>
                          <a:pt x="6183" y="61403"/>
                          <a:pt x="4471" y="58266"/>
                        </a:cubicBezTo>
                        <a:cubicBezTo>
                          <a:pt x="2759" y="55129"/>
                          <a:pt x="1617" y="51517"/>
                          <a:pt x="951" y="47335"/>
                        </a:cubicBezTo>
                        <a:cubicBezTo>
                          <a:pt x="285" y="43153"/>
                          <a:pt x="0" y="38781"/>
                          <a:pt x="0" y="34123"/>
                        </a:cubicBezTo>
                        <a:cubicBezTo>
                          <a:pt x="0" y="29846"/>
                          <a:pt x="285" y="25759"/>
                          <a:pt x="856" y="21671"/>
                        </a:cubicBezTo>
                        <a:cubicBezTo>
                          <a:pt x="1427" y="17584"/>
                          <a:pt x="2473" y="13972"/>
                          <a:pt x="4090" y="10741"/>
                        </a:cubicBezTo>
                        <a:cubicBezTo>
                          <a:pt x="5708" y="7509"/>
                          <a:pt x="7991" y="4943"/>
                          <a:pt x="10939" y="2947"/>
                        </a:cubicBezTo>
                        <a:cubicBezTo>
                          <a:pt x="13889" y="951"/>
                          <a:pt x="17788" y="0"/>
                          <a:pt x="22640" y="0"/>
                        </a:cubicBezTo>
                        <a:close/>
                        <a:moveTo>
                          <a:pt x="39382" y="34408"/>
                        </a:moveTo>
                        <a:cubicBezTo>
                          <a:pt x="39382" y="30796"/>
                          <a:pt x="39192" y="27279"/>
                          <a:pt x="38811" y="23858"/>
                        </a:cubicBezTo>
                        <a:cubicBezTo>
                          <a:pt x="38431" y="20436"/>
                          <a:pt x="37575" y="17299"/>
                          <a:pt x="36433" y="14543"/>
                        </a:cubicBezTo>
                        <a:cubicBezTo>
                          <a:pt x="35197" y="11786"/>
                          <a:pt x="33484" y="9600"/>
                          <a:pt x="31296" y="7984"/>
                        </a:cubicBezTo>
                        <a:cubicBezTo>
                          <a:pt x="29108" y="6368"/>
                          <a:pt x="26255" y="5513"/>
                          <a:pt x="22640" y="5513"/>
                        </a:cubicBezTo>
                        <a:cubicBezTo>
                          <a:pt x="19310" y="5513"/>
                          <a:pt x="16552" y="6368"/>
                          <a:pt x="14364" y="7984"/>
                        </a:cubicBezTo>
                        <a:cubicBezTo>
                          <a:pt x="12271" y="9695"/>
                          <a:pt x="10559" y="11881"/>
                          <a:pt x="9418" y="14733"/>
                        </a:cubicBezTo>
                        <a:cubicBezTo>
                          <a:pt x="8181" y="17489"/>
                          <a:pt x="7420" y="20721"/>
                          <a:pt x="6944" y="24238"/>
                        </a:cubicBezTo>
                        <a:cubicBezTo>
                          <a:pt x="6468" y="27755"/>
                          <a:pt x="6183" y="31367"/>
                          <a:pt x="6183" y="35074"/>
                        </a:cubicBezTo>
                        <a:cubicBezTo>
                          <a:pt x="6183" y="39351"/>
                          <a:pt x="6468" y="43248"/>
                          <a:pt x="6944" y="46765"/>
                        </a:cubicBezTo>
                        <a:cubicBezTo>
                          <a:pt x="7420" y="50282"/>
                          <a:pt x="8371" y="53323"/>
                          <a:pt x="9703" y="55699"/>
                        </a:cubicBezTo>
                        <a:cubicBezTo>
                          <a:pt x="10939" y="58171"/>
                          <a:pt x="12652" y="60072"/>
                          <a:pt x="14745" y="61403"/>
                        </a:cubicBezTo>
                        <a:cubicBezTo>
                          <a:pt x="16837" y="62733"/>
                          <a:pt x="19596" y="63494"/>
                          <a:pt x="22830" y="63494"/>
                        </a:cubicBezTo>
                        <a:cubicBezTo>
                          <a:pt x="26445" y="63494"/>
                          <a:pt x="29299" y="62638"/>
                          <a:pt x="31582" y="60832"/>
                        </a:cubicBezTo>
                        <a:cubicBezTo>
                          <a:pt x="33770" y="59026"/>
                          <a:pt x="35387" y="56745"/>
                          <a:pt x="36528" y="53989"/>
                        </a:cubicBezTo>
                        <a:cubicBezTo>
                          <a:pt x="37670" y="51232"/>
                          <a:pt x="38431" y="48095"/>
                          <a:pt x="38811" y="44579"/>
                        </a:cubicBezTo>
                        <a:cubicBezTo>
                          <a:pt x="39192" y="41062"/>
                          <a:pt x="39382" y="37640"/>
                          <a:pt x="39382" y="34313"/>
                        </a:cubicBezTo>
                        <a:close/>
                      </a:path>
                    </a:pathLst>
                  </a:custGeom>
                  <a:solidFill>
                    <a:srgbClr val="262626"/>
                  </a:solidFill>
                  <a:ln w="9506" cap="flat">
                    <a:noFill/>
                    <a:prstDash val="solid"/>
                    <a:miter/>
                  </a:ln>
                </p:spPr>
                <p:txBody>
                  <a:bodyPr rtlCol="0" anchor="ctr"/>
                  <a:lstStyle/>
                  <a:p>
                    <a:endParaRPr lang="en-US"/>
                  </a:p>
                </p:txBody>
              </p:sp>
              <p:sp>
                <p:nvSpPr>
                  <p:cNvPr id="1483" name="Freeform 1482">
                    <a:extLst>
                      <a:ext uri="{FF2B5EF4-FFF2-40B4-BE49-F238E27FC236}">
                        <a16:creationId xmlns:a16="http://schemas.microsoft.com/office/drawing/2014/main" id="{FAD1CE67-3991-BDBA-33E9-7BF00E8AB859}"/>
                      </a:ext>
                    </a:extLst>
                  </p:cNvPr>
                  <p:cNvSpPr/>
                  <p:nvPr/>
                </p:nvSpPr>
                <p:spPr>
                  <a:xfrm>
                    <a:off x="7203070" y="3611876"/>
                    <a:ext cx="6943" cy="8364"/>
                  </a:xfrm>
                  <a:custGeom>
                    <a:avLst/>
                    <a:gdLst>
                      <a:gd name="connsiteX0" fmla="*/ 0 w 6943"/>
                      <a:gd name="connsiteY0" fmla="*/ 8364 h 8364"/>
                      <a:gd name="connsiteX1" fmla="*/ 0 w 6943"/>
                      <a:gd name="connsiteY1" fmla="*/ 0 h 8364"/>
                      <a:gd name="connsiteX2" fmla="*/ 6944 w 6943"/>
                      <a:gd name="connsiteY2" fmla="*/ 0 h 8364"/>
                      <a:gd name="connsiteX3" fmla="*/ 6944 w 6943"/>
                      <a:gd name="connsiteY3" fmla="*/ 8364 h 8364"/>
                      <a:gd name="connsiteX4" fmla="*/ 0 w 6943"/>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3" h="8364">
                        <a:moveTo>
                          <a:pt x="0" y="8364"/>
                        </a:moveTo>
                        <a:lnTo>
                          <a:pt x="0" y="0"/>
                        </a:lnTo>
                        <a:lnTo>
                          <a:pt x="6944" y="0"/>
                        </a:lnTo>
                        <a:lnTo>
                          <a:pt x="6944" y="8364"/>
                        </a:lnTo>
                        <a:lnTo>
                          <a:pt x="0" y="8364"/>
                        </a:lnTo>
                        <a:close/>
                      </a:path>
                    </a:pathLst>
                  </a:custGeom>
                  <a:solidFill>
                    <a:srgbClr val="262626"/>
                  </a:solidFill>
                  <a:ln w="9506" cap="flat">
                    <a:noFill/>
                    <a:prstDash val="solid"/>
                    <a:miter/>
                  </a:ln>
                </p:spPr>
                <p:txBody>
                  <a:bodyPr rtlCol="0" anchor="ctr"/>
                  <a:lstStyle/>
                  <a:p>
                    <a:endParaRPr lang="en-US"/>
                  </a:p>
                </p:txBody>
              </p:sp>
              <p:sp>
                <p:nvSpPr>
                  <p:cNvPr id="1484" name="Freeform 1483">
                    <a:extLst>
                      <a:ext uri="{FF2B5EF4-FFF2-40B4-BE49-F238E27FC236}">
                        <a16:creationId xmlns:a16="http://schemas.microsoft.com/office/drawing/2014/main" id="{E355382A-E318-08EB-0682-9CCBDB55201B}"/>
                      </a:ext>
                    </a:extLst>
                  </p:cNvPr>
                  <p:cNvSpPr/>
                  <p:nvPr/>
                </p:nvSpPr>
                <p:spPr>
                  <a:xfrm>
                    <a:off x="7223237" y="3553896"/>
                    <a:ext cx="46040" cy="66345"/>
                  </a:xfrm>
                  <a:custGeom>
                    <a:avLst/>
                    <a:gdLst>
                      <a:gd name="connsiteX0" fmla="*/ 30630 w 46040"/>
                      <a:gd name="connsiteY0" fmla="*/ 49806 h 66345"/>
                      <a:gd name="connsiteX1" fmla="*/ 0 w 46040"/>
                      <a:gd name="connsiteY1" fmla="*/ 49806 h 66345"/>
                      <a:gd name="connsiteX2" fmla="*/ 0 w 46040"/>
                      <a:gd name="connsiteY2" fmla="*/ 44579 h 66345"/>
                      <a:gd name="connsiteX3" fmla="*/ 31201 w 46040"/>
                      <a:gd name="connsiteY3" fmla="*/ 0 h 66345"/>
                      <a:gd name="connsiteX4" fmla="*/ 36718 w 46040"/>
                      <a:gd name="connsiteY4" fmla="*/ 0 h 66345"/>
                      <a:gd name="connsiteX5" fmla="*/ 36718 w 46040"/>
                      <a:gd name="connsiteY5" fmla="*/ 44674 h 66345"/>
                      <a:gd name="connsiteX6" fmla="*/ 46041 w 46040"/>
                      <a:gd name="connsiteY6" fmla="*/ 44674 h 66345"/>
                      <a:gd name="connsiteX7" fmla="*/ 46041 w 46040"/>
                      <a:gd name="connsiteY7" fmla="*/ 49806 h 66345"/>
                      <a:gd name="connsiteX8" fmla="*/ 36718 w 46040"/>
                      <a:gd name="connsiteY8" fmla="*/ 49806 h 66345"/>
                      <a:gd name="connsiteX9" fmla="*/ 36718 w 46040"/>
                      <a:gd name="connsiteY9" fmla="*/ 66345 h 66345"/>
                      <a:gd name="connsiteX10" fmla="*/ 30630 w 46040"/>
                      <a:gd name="connsiteY10" fmla="*/ 66345 h 66345"/>
                      <a:gd name="connsiteX11" fmla="*/ 30630 w 46040"/>
                      <a:gd name="connsiteY11" fmla="*/ 49806 h 66345"/>
                      <a:gd name="connsiteX12" fmla="*/ 5993 w 46040"/>
                      <a:gd name="connsiteY12" fmla="*/ 44674 h 66345"/>
                      <a:gd name="connsiteX13" fmla="*/ 30630 w 46040"/>
                      <a:gd name="connsiteY13" fmla="*/ 44674 h 66345"/>
                      <a:gd name="connsiteX14" fmla="*/ 30630 w 46040"/>
                      <a:gd name="connsiteY14" fmla="*/ 9125 h 66345"/>
                      <a:gd name="connsiteX15" fmla="*/ 5993 w 46040"/>
                      <a:gd name="connsiteY15" fmla="*/ 44674 h 66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040" h="66345">
                        <a:moveTo>
                          <a:pt x="30630" y="49806"/>
                        </a:moveTo>
                        <a:lnTo>
                          <a:pt x="0" y="49806"/>
                        </a:lnTo>
                        <a:lnTo>
                          <a:pt x="0" y="44579"/>
                        </a:lnTo>
                        <a:lnTo>
                          <a:pt x="31201" y="0"/>
                        </a:lnTo>
                        <a:lnTo>
                          <a:pt x="36718" y="0"/>
                        </a:lnTo>
                        <a:lnTo>
                          <a:pt x="36718" y="44674"/>
                        </a:lnTo>
                        <a:lnTo>
                          <a:pt x="46041" y="44674"/>
                        </a:lnTo>
                        <a:lnTo>
                          <a:pt x="46041" y="49806"/>
                        </a:lnTo>
                        <a:lnTo>
                          <a:pt x="36718" y="49806"/>
                        </a:lnTo>
                        <a:lnTo>
                          <a:pt x="36718" y="66345"/>
                        </a:lnTo>
                        <a:lnTo>
                          <a:pt x="30630" y="66345"/>
                        </a:lnTo>
                        <a:lnTo>
                          <a:pt x="30630" y="49806"/>
                        </a:lnTo>
                        <a:close/>
                        <a:moveTo>
                          <a:pt x="5993" y="44674"/>
                        </a:moveTo>
                        <a:lnTo>
                          <a:pt x="30630" y="44674"/>
                        </a:lnTo>
                        <a:lnTo>
                          <a:pt x="30630" y="9125"/>
                        </a:lnTo>
                        <a:lnTo>
                          <a:pt x="5993" y="44674"/>
                        </a:lnTo>
                        <a:close/>
                      </a:path>
                    </a:pathLst>
                  </a:custGeom>
                  <a:solidFill>
                    <a:srgbClr val="262626"/>
                  </a:solidFill>
                  <a:ln w="9506" cap="flat">
                    <a:noFill/>
                    <a:prstDash val="solid"/>
                    <a:miter/>
                  </a:ln>
                </p:spPr>
                <p:txBody>
                  <a:bodyPr rtlCol="0" anchor="ctr"/>
                  <a:lstStyle/>
                  <a:p>
                    <a:endParaRPr lang="en-US"/>
                  </a:p>
                </p:txBody>
              </p:sp>
            </p:grpSp>
            <p:grpSp>
              <p:nvGrpSpPr>
                <p:cNvPr id="1453" name="Graphic 5">
                  <a:extLst>
                    <a:ext uri="{FF2B5EF4-FFF2-40B4-BE49-F238E27FC236}">
                      <a16:creationId xmlns:a16="http://schemas.microsoft.com/office/drawing/2014/main" id="{43CE44DF-3CE3-4A63-460E-716EEC1617A7}"/>
                    </a:ext>
                  </a:extLst>
                </p:cNvPr>
                <p:cNvGrpSpPr/>
                <p:nvPr/>
              </p:nvGrpSpPr>
              <p:grpSpPr>
                <a:xfrm>
                  <a:off x="8058688" y="4874445"/>
                  <a:ext cx="1487728" cy="221839"/>
                  <a:chOff x="7617817" y="4834604"/>
                  <a:chExt cx="594724" cy="88681"/>
                </a:xfrm>
                <a:solidFill>
                  <a:srgbClr val="000000"/>
                </a:solidFill>
              </p:grpSpPr>
              <p:sp>
                <p:nvSpPr>
                  <p:cNvPr id="1471" name="Freeform 1470">
                    <a:extLst>
                      <a:ext uri="{FF2B5EF4-FFF2-40B4-BE49-F238E27FC236}">
                        <a16:creationId xmlns:a16="http://schemas.microsoft.com/office/drawing/2014/main" id="{779F5920-209D-E22D-4047-0475F92F93D0}"/>
                      </a:ext>
                    </a:extLst>
                  </p:cNvPr>
                  <p:cNvSpPr/>
                  <p:nvPr/>
                </p:nvSpPr>
                <p:spPr>
                  <a:xfrm>
                    <a:off x="7617817" y="4836600"/>
                    <a:ext cx="43186" cy="68436"/>
                  </a:xfrm>
                  <a:custGeom>
                    <a:avLst/>
                    <a:gdLst>
                      <a:gd name="connsiteX0" fmla="*/ 0 w 43186"/>
                      <a:gd name="connsiteY0" fmla="*/ 68436 h 68436"/>
                      <a:gd name="connsiteX1" fmla="*/ 0 w 43186"/>
                      <a:gd name="connsiteY1" fmla="*/ 0 h 68436"/>
                      <a:gd name="connsiteX2" fmla="*/ 6468 w 43186"/>
                      <a:gd name="connsiteY2" fmla="*/ 0 h 68436"/>
                      <a:gd name="connsiteX3" fmla="*/ 6468 w 43186"/>
                      <a:gd name="connsiteY3" fmla="*/ 62923 h 68436"/>
                      <a:gd name="connsiteX4" fmla="*/ 43187 w 43186"/>
                      <a:gd name="connsiteY4" fmla="*/ 62923 h 68436"/>
                      <a:gd name="connsiteX5" fmla="*/ 43187 w 43186"/>
                      <a:gd name="connsiteY5" fmla="*/ 68436 h 68436"/>
                      <a:gd name="connsiteX6" fmla="*/ 0 w 43186"/>
                      <a:gd name="connsiteY6" fmla="*/ 68436 h 68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186" h="68436">
                        <a:moveTo>
                          <a:pt x="0" y="68436"/>
                        </a:moveTo>
                        <a:lnTo>
                          <a:pt x="0" y="0"/>
                        </a:lnTo>
                        <a:lnTo>
                          <a:pt x="6468" y="0"/>
                        </a:lnTo>
                        <a:lnTo>
                          <a:pt x="6468" y="62923"/>
                        </a:lnTo>
                        <a:lnTo>
                          <a:pt x="43187" y="62923"/>
                        </a:lnTo>
                        <a:lnTo>
                          <a:pt x="43187" y="68436"/>
                        </a:lnTo>
                        <a:lnTo>
                          <a:pt x="0" y="68436"/>
                        </a:lnTo>
                        <a:close/>
                      </a:path>
                    </a:pathLst>
                  </a:custGeom>
                  <a:solidFill>
                    <a:srgbClr val="000000"/>
                  </a:solidFill>
                  <a:ln w="9506" cap="flat">
                    <a:noFill/>
                    <a:prstDash val="solid"/>
                    <a:miter/>
                  </a:ln>
                </p:spPr>
                <p:txBody>
                  <a:bodyPr rtlCol="0" anchor="ctr"/>
                  <a:lstStyle/>
                  <a:p>
                    <a:endParaRPr lang="en-US"/>
                  </a:p>
                </p:txBody>
              </p:sp>
              <p:sp>
                <p:nvSpPr>
                  <p:cNvPr id="1472" name="Freeform 1471">
                    <a:extLst>
                      <a:ext uri="{FF2B5EF4-FFF2-40B4-BE49-F238E27FC236}">
                        <a16:creationId xmlns:a16="http://schemas.microsoft.com/office/drawing/2014/main" id="{C4DB11FA-3618-E045-E66F-83255B3200F1}"/>
                      </a:ext>
                    </a:extLst>
                  </p:cNvPr>
                  <p:cNvSpPr/>
                  <p:nvPr/>
                </p:nvSpPr>
                <p:spPr>
                  <a:xfrm>
                    <a:off x="7664524" y="4836600"/>
                    <a:ext cx="49845" cy="68436"/>
                  </a:xfrm>
                  <a:custGeom>
                    <a:avLst/>
                    <a:gdLst>
                      <a:gd name="connsiteX0" fmla="*/ 0 w 49845"/>
                      <a:gd name="connsiteY0" fmla="*/ 0 h 68436"/>
                      <a:gd name="connsiteX1" fmla="*/ 49846 w 49845"/>
                      <a:gd name="connsiteY1" fmla="*/ 0 h 68436"/>
                      <a:gd name="connsiteX2" fmla="*/ 49846 w 49845"/>
                      <a:gd name="connsiteY2" fmla="*/ 5513 h 68436"/>
                      <a:gd name="connsiteX3" fmla="*/ 28157 w 49845"/>
                      <a:gd name="connsiteY3" fmla="*/ 5513 h 68436"/>
                      <a:gd name="connsiteX4" fmla="*/ 28157 w 49845"/>
                      <a:gd name="connsiteY4" fmla="*/ 68436 h 68436"/>
                      <a:gd name="connsiteX5" fmla="*/ 21689 w 49845"/>
                      <a:gd name="connsiteY5" fmla="*/ 68436 h 68436"/>
                      <a:gd name="connsiteX6" fmla="*/ 21689 w 49845"/>
                      <a:gd name="connsiteY6" fmla="*/ 5513 h 68436"/>
                      <a:gd name="connsiteX7" fmla="*/ 0 w 49845"/>
                      <a:gd name="connsiteY7" fmla="*/ 5513 h 68436"/>
                      <a:gd name="connsiteX8" fmla="*/ 0 w 49845"/>
                      <a:gd name="connsiteY8" fmla="*/ 0 h 68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9845" h="68436">
                        <a:moveTo>
                          <a:pt x="0" y="0"/>
                        </a:moveTo>
                        <a:lnTo>
                          <a:pt x="49846" y="0"/>
                        </a:lnTo>
                        <a:lnTo>
                          <a:pt x="49846" y="5513"/>
                        </a:lnTo>
                        <a:lnTo>
                          <a:pt x="28157" y="5513"/>
                        </a:lnTo>
                        <a:lnTo>
                          <a:pt x="28157" y="68436"/>
                        </a:lnTo>
                        <a:lnTo>
                          <a:pt x="21689" y="68436"/>
                        </a:lnTo>
                        <a:lnTo>
                          <a:pt x="21689" y="5513"/>
                        </a:lnTo>
                        <a:lnTo>
                          <a:pt x="0" y="5513"/>
                        </a:lnTo>
                        <a:lnTo>
                          <a:pt x="0" y="0"/>
                        </a:lnTo>
                        <a:close/>
                      </a:path>
                    </a:pathLst>
                  </a:custGeom>
                  <a:solidFill>
                    <a:srgbClr val="000000"/>
                  </a:solidFill>
                  <a:ln w="9506" cap="flat">
                    <a:noFill/>
                    <a:prstDash val="solid"/>
                    <a:miter/>
                  </a:ln>
                </p:spPr>
                <p:txBody>
                  <a:bodyPr rtlCol="0" anchor="ctr"/>
                  <a:lstStyle/>
                  <a:p>
                    <a:endParaRPr lang="en-US"/>
                  </a:p>
                </p:txBody>
              </p:sp>
              <p:sp>
                <p:nvSpPr>
                  <p:cNvPr id="1473" name="Freeform 1472">
                    <a:extLst>
                      <a:ext uri="{FF2B5EF4-FFF2-40B4-BE49-F238E27FC236}">
                        <a16:creationId xmlns:a16="http://schemas.microsoft.com/office/drawing/2014/main" id="{7723AA1B-C2B1-93D6-A463-E37E029E2109}"/>
                      </a:ext>
                    </a:extLst>
                  </p:cNvPr>
                  <p:cNvSpPr/>
                  <p:nvPr/>
                </p:nvSpPr>
                <p:spPr>
                  <a:xfrm>
                    <a:off x="7723311" y="4836600"/>
                    <a:ext cx="64399" cy="68436"/>
                  </a:xfrm>
                  <a:custGeom>
                    <a:avLst/>
                    <a:gdLst>
                      <a:gd name="connsiteX0" fmla="*/ 0 w 64399"/>
                      <a:gd name="connsiteY0" fmla="*/ 68436 h 68436"/>
                      <a:gd name="connsiteX1" fmla="*/ 0 w 64399"/>
                      <a:gd name="connsiteY1" fmla="*/ 0 h 68436"/>
                      <a:gd name="connsiteX2" fmla="*/ 9893 w 64399"/>
                      <a:gd name="connsiteY2" fmla="*/ 0 h 68436"/>
                      <a:gd name="connsiteX3" fmla="*/ 32343 w 64399"/>
                      <a:gd name="connsiteY3" fmla="*/ 60357 h 68436"/>
                      <a:gd name="connsiteX4" fmla="*/ 32533 w 64399"/>
                      <a:gd name="connsiteY4" fmla="*/ 60357 h 68436"/>
                      <a:gd name="connsiteX5" fmla="*/ 54602 w 64399"/>
                      <a:gd name="connsiteY5" fmla="*/ 0 h 68436"/>
                      <a:gd name="connsiteX6" fmla="*/ 64400 w 64399"/>
                      <a:gd name="connsiteY6" fmla="*/ 0 h 68436"/>
                      <a:gd name="connsiteX7" fmla="*/ 64400 w 64399"/>
                      <a:gd name="connsiteY7" fmla="*/ 68436 h 68436"/>
                      <a:gd name="connsiteX8" fmla="*/ 57931 w 64399"/>
                      <a:gd name="connsiteY8" fmla="*/ 68436 h 68436"/>
                      <a:gd name="connsiteX9" fmla="*/ 57931 w 64399"/>
                      <a:gd name="connsiteY9" fmla="*/ 7414 h 68436"/>
                      <a:gd name="connsiteX10" fmla="*/ 57741 w 64399"/>
                      <a:gd name="connsiteY10" fmla="*/ 7414 h 68436"/>
                      <a:gd name="connsiteX11" fmla="*/ 35291 w 64399"/>
                      <a:gd name="connsiteY11" fmla="*/ 68436 h 68436"/>
                      <a:gd name="connsiteX12" fmla="*/ 29204 w 64399"/>
                      <a:gd name="connsiteY12" fmla="*/ 68436 h 68436"/>
                      <a:gd name="connsiteX13" fmla="*/ 6659 w 64399"/>
                      <a:gd name="connsiteY13" fmla="*/ 7414 h 68436"/>
                      <a:gd name="connsiteX14" fmla="*/ 6468 w 64399"/>
                      <a:gd name="connsiteY14" fmla="*/ 7414 h 68436"/>
                      <a:gd name="connsiteX15" fmla="*/ 6468 w 64399"/>
                      <a:gd name="connsiteY15" fmla="*/ 68436 h 68436"/>
                      <a:gd name="connsiteX16" fmla="*/ 0 w 64399"/>
                      <a:gd name="connsiteY16" fmla="*/ 68436 h 68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4399" h="68436">
                        <a:moveTo>
                          <a:pt x="0" y="68436"/>
                        </a:moveTo>
                        <a:lnTo>
                          <a:pt x="0" y="0"/>
                        </a:lnTo>
                        <a:lnTo>
                          <a:pt x="9893" y="0"/>
                        </a:lnTo>
                        <a:lnTo>
                          <a:pt x="32343" y="60357"/>
                        </a:lnTo>
                        <a:lnTo>
                          <a:pt x="32533" y="60357"/>
                        </a:lnTo>
                        <a:lnTo>
                          <a:pt x="54602" y="0"/>
                        </a:lnTo>
                        <a:lnTo>
                          <a:pt x="64400" y="0"/>
                        </a:lnTo>
                        <a:lnTo>
                          <a:pt x="64400" y="68436"/>
                        </a:lnTo>
                        <a:lnTo>
                          <a:pt x="57931" y="68436"/>
                        </a:lnTo>
                        <a:lnTo>
                          <a:pt x="57931" y="7414"/>
                        </a:lnTo>
                        <a:lnTo>
                          <a:pt x="57741" y="7414"/>
                        </a:lnTo>
                        <a:lnTo>
                          <a:pt x="35291" y="68436"/>
                        </a:lnTo>
                        <a:lnTo>
                          <a:pt x="29204" y="68436"/>
                        </a:lnTo>
                        <a:lnTo>
                          <a:pt x="6659" y="7414"/>
                        </a:lnTo>
                        <a:lnTo>
                          <a:pt x="6468" y="7414"/>
                        </a:lnTo>
                        <a:lnTo>
                          <a:pt x="6468" y="68436"/>
                        </a:lnTo>
                        <a:lnTo>
                          <a:pt x="0" y="68436"/>
                        </a:lnTo>
                        <a:close/>
                      </a:path>
                    </a:pathLst>
                  </a:custGeom>
                  <a:solidFill>
                    <a:srgbClr val="000000"/>
                  </a:solidFill>
                  <a:ln w="9506" cap="flat">
                    <a:noFill/>
                    <a:prstDash val="solid"/>
                    <a:miter/>
                  </a:ln>
                </p:spPr>
                <p:txBody>
                  <a:bodyPr rtlCol="0" anchor="ctr"/>
                  <a:lstStyle/>
                  <a:p>
                    <a:endParaRPr lang="en-US"/>
                  </a:p>
                </p:txBody>
              </p:sp>
              <p:sp>
                <p:nvSpPr>
                  <p:cNvPr id="1474" name="Freeform 1473">
                    <a:extLst>
                      <a:ext uri="{FF2B5EF4-FFF2-40B4-BE49-F238E27FC236}">
                        <a16:creationId xmlns:a16="http://schemas.microsoft.com/office/drawing/2014/main" id="{E587DCD4-1D34-9DA3-3DAA-C2F3D54EBF54}"/>
                      </a:ext>
                    </a:extLst>
                  </p:cNvPr>
                  <p:cNvSpPr/>
                  <p:nvPr/>
                </p:nvSpPr>
                <p:spPr>
                  <a:xfrm>
                    <a:off x="7825761" y="4834604"/>
                    <a:ext cx="49750" cy="72238"/>
                  </a:xfrm>
                  <a:custGeom>
                    <a:avLst/>
                    <a:gdLst>
                      <a:gd name="connsiteX0" fmla="*/ 6183 w 49750"/>
                      <a:gd name="connsiteY0" fmla="*/ 49997 h 72238"/>
                      <a:gd name="connsiteX1" fmla="*/ 8276 w 49750"/>
                      <a:gd name="connsiteY1" fmla="*/ 57696 h 72238"/>
                      <a:gd name="connsiteX2" fmla="*/ 12557 w 49750"/>
                      <a:gd name="connsiteY2" fmla="*/ 62828 h 72238"/>
                      <a:gd name="connsiteX3" fmla="*/ 18550 w 49750"/>
                      <a:gd name="connsiteY3" fmla="*/ 65775 h 72238"/>
                      <a:gd name="connsiteX4" fmla="*/ 25874 w 49750"/>
                      <a:gd name="connsiteY4" fmla="*/ 66630 h 72238"/>
                      <a:gd name="connsiteX5" fmla="*/ 33770 w 49750"/>
                      <a:gd name="connsiteY5" fmla="*/ 65490 h 72238"/>
                      <a:gd name="connsiteX6" fmla="*/ 39192 w 49750"/>
                      <a:gd name="connsiteY6" fmla="*/ 62353 h 72238"/>
                      <a:gd name="connsiteX7" fmla="*/ 42236 w 49750"/>
                      <a:gd name="connsiteY7" fmla="*/ 57790 h 72238"/>
                      <a:gd name="connsiteX8" fmla="*/ 43282 w 49750"/>
                      <a:gd name="connsiteY8" fmla="*/ 52373 h 72238"/>
                      <a:gd name="connsiteX9" fmla="*/ 41475 w 49750"/>
                      <a:gd name="connsiteY9" fmla="*/ 45909 h 72238"/>
                      <a:gd name="connsiteX10" fmla="*/ 36719 w 49750"/>
                      <a:gd name="connsiteY10" fmla="*/ 41917 h 72238"/>
                      <a:gd name="connsiteX11" fmla="*/ 30060 w 49750"/>
                      <a:gd name="connsiteY11" fmla="*/ 39351 h 72238"/>
                      <a:gd name="connsiteX12" fmla="*/ 22355 w 49750"/>
                      <a:gd name="connsiteY12" fmla="*/ 37545 h 72238"/>
                      <a:gd name="connsiteX13" fmla="*/ 14649 w 49750"/>
                      <a:gd name="connsiteY13" fmla="*/ 35359 h 72238"/>
                      <a:gd name="connsiteX14" fmla="*/ 7991 w 49750"/>
                      <a:gd name="connsiteY14" fmla="*/ 32032 h 72238"/>
                      <a:gd name="connsiteX15" fmla="*/ 3329 w 49750"/>
                      <a:gd name="connsiteY15" fmla="*/ 26709 h 72238"/>
                      <a:gd name="connsiteX16" fmla="*/ 1522 w 49750"/>
                      <a:gd name="connsiteY16" fmla="*/ 18345 h 72238"/>
                      <a:gd name="connsiteX17" fmla="*/ 3044 w 49750"/>
                      <a:gd name="connsiteY17" fmla="*/ 11501 h 72238"/>
                      <a:gd name="connsiteX18" fmla="*/ 7420 w 49750"/>
                      <a:gd name="connsiteY18" fmla="*/ 5608 h 72238"/>
                      <a:gd name="connsiteX19" fmla="*/ 14745 w 49750"/>
                      <a:gd name="connsiteY19" fmla="*/ 1521 h 72238"/>
                      <a:gd name="connsiteX20" fmla="*/ 24828 w 49750"/>
                      <a:gd name="connsiteY20" fmla="*/ 0 h 72238"/>
                      <a:gd name="connsiteX21" fmla="*/ 34911 w 49750"/>
                      <a:gd name="connsiteY21" fmla="*/ 1616 h 72238"/>
                      <a:gd name="connsiteX22" fmla="*/ 42046 w 49750"/>
                      <a:gd name="connsiteY22" fmla="*/ 6083 h 72238"/>
                      <a:gd name="connsiteX23" fmla="*/ 46326 w 49750"/>
                      <a:gd name="connsiteY23" fmla="*/ 12642 h 72238"/>
                      <a:gd name="connsiteX24" fmla="*/ 47753 w 49750"/>
                      <a:gd name="connsiteY24" fmla="*/ 20531 h 72238"/>
                      <a:gd name="connsiteX25" fmla="*/ 41570 w 49750"/>
                      <a:gd name="connsiteY25" fmla="*/ 20531 h 72238"/>
                      <a:gd name="connsiteX26" fmla="*/ 40238 w 49750"/>
                      <a:gd name="connsiteY26" fmla="*/ 13782 h 72238"/>
                      <a:gd name="connsiteX27" fmla="*/ 36433 w 49750"/>
                      <a:gd name="connsiteY27" fmla="*/ 9125 h 72238"/>
                      <a:gd name="connsiteX28" fmla="*/ 31011 w 49750"/>
                      <a:gd name="connsiteY28" fmla="*/ 6463 h 72238"/>
                      <a:gd name="connsiteX29" fmla="*/ 24733 w 49750"/>
                      <a:gd name="connsiteY29" fmla="*/ 5608 h 72238"/>
                      <a:gd name="connsiteX30" fmla="*/ 16362 w 49750"/>
                      <a:gd name="connsiteY30" fmla="*/ 7034 h 72238"/>
                      <a:gd name="connsiteX31" fmla="*/ 10939 w 49750"/>
                      <a:gd name="connsiteY31" fmla="*/ 10646 h 72238"/>
                      <a:gd name="connsiteX32" fmla="*/ 8181 w 49750"/>
                      <a:gd name="connsiteY32" fmla="*/ 15493 h 72238"/>
                      <a:gd name="connsiteX33" fmla="*/ 7896 w 49750"/>
                      <a:gd name="connsiteY33" fmla="*/ 20816 h 72238"/>
                      <a:gd name="connsiteX34" fmla="*/ 10559 w 49750"/>
                      <a:gd name="connsiteY34" fmla="*/ 26139 h 72238"/>
                      <a:gd name="connsiteX35" fmla="*/ 15696 w 49750"/>
                      <a:gd name="connsiteY35" fmla="*/ 29466 h 72238"/>
                      <a:gd name="connsiteX36" fmla="*/ 22450 w 49750"/>
                      <a:gd name="connsiteY36" fmla="*/ 31557 h 72238"/>
                      <a:gd name="connsiteX37" fmla="*/ 29870 w 49750"/>
                      <a:gd name="connsiteY37" fmla="*/ 33268 h 72238"/>
                      <a:gd name="connsiteX38" fmla="*/ 37289 w 49750"/>
                      <a:gd name="connsiteY38" fmla="*/ 35454 h 72238"/>
                      <a:gd name="connsiteX39" fmla="*/ 43663 w 49750"/>
                      <a:gd name="connsiteY39" fmla="*/ 38780 h 72238"/>
                      <a:gd name="connsiteX40" fmla="*/ 48133 w 49750"/>
                      <a:gd name="connsiteY40" fmla="*/ 44103 h 72238"/>
                      <a:gd name="connsiteX41" fmla="*/ 49751 w 49750"/>
                      <a:gd name="connsiteY41" fmla="*/ 52278 h 72238"/>
                      <a:gd name="connsiteX42" fmla="*/ 43187 w 49750"/>
                      <a:gd name="connsiteY42" fmla="*/ 67010 h 72238"/>
                      <a:gd name="connsiteX43" fmla="*/ 24733 w 49750"/>
                      <a:gd name="connsiteY43" fmla="*/ 72238 h 72238"/>
                      <a:gd name="connsiteX44" fmla="*/ 14840 w 49750"/>
                      <a:gd name="connsiteY44" fmla="*/ 70812 h 72238"/>
                      <a:gd name="connsiteX45" fmla="*/ 6944 w 49750"/>
                      <a:gd name="connsiteY45" fmla="*/ 66630 h 72238"/>
                      <a:gd name="connsiteX46" fmla="*/ 1807 w 49750"/>
                      <a:gd name="connsiteY46" fmla="*/ 59692 h 72238"/>
                      <a:gd name="connsiteX47" fmla="*/ 0 w 49750"/>
                      <a:gd name="connsiteY47" fmla="*/ 49997 h 72238"/>
                      <a:gd name="connsiteX48" fmla="*/ 6278 w 49750"/>
                      <a:gd name="connsiteY48" fmla="*/ 49997 h 722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49750" h="72238">
                        <a:moveTo>
                          <a:pt x="6183" y="49997"/>
                        </a:moveTo>
                        <a:cubicBezTo>
                          <a:pt x="6468" y="53038"/>
                          <a:pt x="7134" y="55604"/>
                          <a:pt x="8276" y="57696"/>
                        </a:cubicBezTo>
                        <a:cubicBezTo>
                          <a:pt x="9417" y="59787"/>
                          <a:pt x="10844" y="61498"/>
                          <a:pt x="12557" y="62828"/>
                        </a:cubicBezTo>
                        <a:cubicBezTo>
                          <a:pt x="14269" y="64159"/>
                          <a:pt x="16266" y="65110"/>
                          <a:pt x="18550" y="65775"/>
                        </a:cubicBezTo>
                        <a:cubicBezTo>
                          <a:pt x="20833" y="66440"/>
                          <a:pt x="23306" y="66630"/>
                          <a:pt x="25874" y="66630"/>
                        </a:cubicBezTo>
                        <a:cubicBezTo>
                          <a:pt x="28918" y="66630"/>
                          <a:pt x="31582" y="66250"/>
                          <a:pt x="33770" y="65490"/>
                        </a:cubicBezTo>
                        <a:cubicBezTo>
                          <a:pt x="35957" y="64729"/>
                          <a:pt x="37765" y="63684"/>
                          <a:pt x="39192" y="62353"/>
                        </a:cubicBezTo>
                        <a:cubicBezTo>
                          <a:pt x="40618" y="61022"/>
                          <a:pt x="41570" y="59596"/>
                          <a:pt x="42236" y="57790"/>
                        </a:cubicBezTo>
                        <a:cubicBezTo>
                          <a:pt x="42902" y="56080"/>
                          <a:pt x="43282" y="54274"/>
                          <a:pt x="43282" y="52373"/>
                        </a:cubicBezTo>
                        <a:cubicBezTo>
                          <a:pt x="43282" y="49711"/>
                          <a:pt x="42711" y="47525"/>
                          <a:pt x="41475" y="45909"/>
                        </a:cubicBezTo>
                        <a:cubicBezTo>
                          <a:pt x="40238" y="44293"/>
                          <a:pt x="38716" y="42963"/>
                          <a:pt x="36719" y="41917"/>
                        </a:cubicBezTo>
                        <a:cubicBezTo>
                          <a:pt x="34816" y="40872"/>
                          <a:pt x="32533" y="40016"/>
                          <a:pt x="30060" y="39351"/>
                        </a:cubicBezTo>
                        <a:cubicBezTo>
                          <a:pt x="27586" y="38686"/>
                          <a:pt x="25018" y="38115"/>
                          <a:pt x="22355" y="37545"/>
                        </a:cubicBezTo>
                        <a:cubicBezTo>
                          <a:pt x="19691" y="36974"/>
                          <a:pt x="17123" y="36214"/>
                          <a:pt x="14649" y="35359"/>
                        </a:cubicBezTo>
                        <a:cubicBezTo>
                          <a:pt x="12176" y="34503"/>
                          <a:pt x="9893" y="33458"/>
                          <a:pt x="7991" y="32032"/>
                        </a:cubicBezTo>
                        <a:cubicBezTo>
                          <a:pt x="6088" y="30606"/>
                          <a:pt x="4471" y="28895"/>
                          <a:pt x="3329" y="26709"/>
                        </a:cubicBezTo>
                        <a:cubicBezTo>
                          <a:pt x="2093" y="24523"/>
                          <a:pt x="1522" y="21767"/>
                          <a:pt x="1522" y="18345"/>
                        </a:cubicBezTo>
                        <a:cubicBezTo>
                          <a:pt x="1522" y="15968"/>
                          <a:pt x="1998" y="13687"/>
                          <a:pt x="3044" y="11501"/>
                        </a:cubicBezTo>
                        <a:cubicBezTo>
                          <a:pt x="3995" y="9315"/>
                          <a:pt x="5517" y="7319"/>
                          <a:pt x="7420" y="5608"/>
                        </a:cubicBezTo>
                        <a:cubicBezTo>
                          <a:pt x="9322" y="3897"/>
                          <a:pt x="11795" y="2566"/>
                          <a:pt x="14745" y="1521"/>
                        </a:cubicBezTo>
                        <a:cubicBezTo>
                          <a:pt x="17693" y="475"/>
                          <a:pt x="21023" y="0"/>
                          <a:pt x="24828" y="0"/>
                        </a:cubicBezTo>
                        <a:cubicBezTo>
                          <a:pt x="28633" y="0"/>
                          <a:pt x="32057" y="570"/>
                          <a:pt x="34911" y="1616"/>
                        </a:cubicBezTo>
                        <a:cubicBezTo>
                          <a:pt x="37765" y="2661"/>
                          <a:pt x="40143" y="4182"/>
                          <a:pt x="42046" y="6083"/>
                        </a:cubicBezTo>
                        <a:cubicBezTo>
                          <a:pt x="43948" y="7984"/>
                          <a:pt x="45375" y="10075"/>
                          <a:pt x="46326" y="12642"/>
                        </a:cubicBezTo>
                        <a:cubicBezTo>
                          <a:pt x="47277" y="15113"/>
                          <a:pt x="47753" y="17774"/>
                          <a:pt x="47753" y="20531"/>
                        </a:cubicBezTo>
                        <a:lnTo>
                          <a:pt x="41570" y="20531"/>
                        </a:lnTo>
                        <a:cubicBezTo>
                          <a:pt x="41570" y="17964"/>
                          <a:pt x="41094" y="15683"/>
                          <a:pt x="40238" y="13782"/>
                        </a:cubicBezTo>
                        <a:cubicBezTo>
                          <a:pt x="39287" y="11881"/>
                          <a:pt x="38050" y="10360"/>
                          <a:pt x="36433" y="9125"/>
                        </a:cubicBezTo>
                        <a:cubicBezTo>
                          <a:pt x="34816" y="7889"/>
                          <a:pt x="33009" y="7034"/>
                          <a:pt x="31011" y="6463"/>
                        </a:cubicBezTo>
                        <a:cubicBezTo>
                          <a:pt x="29013" y="5893"/>
                          <a:pt x="26921" y="5608"/>
                          <a:pt x="24733" y="5608"/>
                        </a:cubicBezTo>
                        <a:cubicBezTo>
                          <a:pt x="21403" y="5608"/>
                          <a:pt x="18645" y="6083"/>
                          <a:pt x="16362" y="7034"/>
                        </a:cubicBezTo>
                        <a:cubicBezTo>
                          <a:pt x="14079" y="7984"/>
                          <a:pt x="12271" y="9125"/>
                          <a:pt x="10939" y="10646"/>
                        </a:cubicBezTo>
                        <a:cubicBezTo>
                          <a:pt x="9608" y="12166"/>
                          <a:pt x="8656" y="13687"/>
                          <a:pt x="8181" y="15493"/>
                        </a:cubicBezTo>
                        <a:cubicBezTo>
                          <a:pt x="7705" y="17299"/>
                          <a:pt x="7610" y="19010"/>
                          <a:pt x="7896" y="20816"/>
                        </a:cubicBezTo>
                        <a:cubicBezTo>
                          <a:pt x="8276" y="23002"/>
                          <a:pt x="9132" y="24808"/>
                          <a:pt x="10559" y="26139"/>
                        </a:cubicBezTo>
                        <a:cubicBezTo>
                          <a:pt x="11986" y="27469"/>
                          <a:pt x="13698" y="28610"/>
                          <a:pt x="15696" y="29466"/>
                        </a:cubicBezTo>
                        <a:cubicBezTo>
                          <a:pt x="17693" y="30321"/>
                          <a:pt x="19976" y="30986"/>
                          <a:pt x="22450" y="31557"/>
                        </a:cubicBezTo>
                        <a:cubicBezTo>
                          <a:pt x="24923" y="32127"/>
                          <a:pt x="27396" y="32697"/>
                          <a:pt x="29870" y="33268"/>
                        </a:cubicBezTo>
                        <a:cubicBezTo>
                          <a:pt x="32438" y="33838"/>
                          <a:pt x="34911" y="34598"/>
                          <a:pt x="37289" y="35454"/>
                        </a:cubicBezTo>
                        <a:cubicBezTo>
                          <a:pt x="39667" y="36309"/>
                          <a:pt x="41760" y="37355"/>
                          <a:pt x="43663" y="38780"/>
                        </a:cubicBezTo>
                        <a:cubicBezTo>
                          <a:pt x="45565" y="40206"/>
                          <a:pt x="46992" y="41917"/>
                          <a:pt x="48133" y="44103"/>
                        </a:cubicBezTo>
                        <a:cubicBezTo>
                          <a:pt x="49275" y="46289"/>
                          <a:pt x="49751" y="49046"/>
                          <a:pt x="49751" y="52278"/>
                        </a:cubicBezTo>
                        <a:cubicBezTo>
                          <a:pt x="49751" y="58646"/>
                          <a:pt x="47563" y="63494"/>
                          <a:pt x="43187" y="67010"/>
                        </a:cubicBezTo>
                        <a:cubicBezTo>
                          <a:pt x="38811" y="70527"/>
                          <a:pt x="32628" y="72238"/>
                          <a:pt x="24733" y="72238"/>
                        </a:cubicBezTo>
                        <a:cubicBezTo>
                          <a:pt x="21213" y="72238"/>
                          <a:pt x="17884" y="71763"/>
                          <a:pt x="14840" y="70812"/>
                        </a:cubicBezTo>
                        <a:cubicBezTo>
                          <a:pt x="11795" y="69862"/>
                          <a:pt x="9132" y="68531"/>
                          <a:pt x="6944" y="66630"/>
                        </a:cubicBezTo>
                        <a:cubicBezTo>
                          <a:pt x="4756" y="64729"/>
                          <a:pt x="3044" y="62448"/>
                          <a:pt x="1807" y="59692"/>
                        </a:cubicBezTo>
                        <a:cubicBezTo>
                          <a:pt x="571" y="56935"/>
                          <a:pt x="0" y="53703"/>
                          <a:pt x="0" y="49997"/>
                        </a:cubicBezTo>
                        <a:lnTo>
                          <a:pt x="6278" y="49997"/>
                        </a:lnTo>
                        <a:close/>
                      </a:path>
                    </a:pathLst>
                  </a:custGeom>
                  <a:solidFill>
                    <a:srgbClr val="000000"/>
                  </a:solidFill>
                  <a:ln w="9506" cap="flat">
                    <a:noFill/>
                    <a:prstDash val="solid"/>
                    <a:miter/>
                  </a:ln>
                </p:spPr>
                <p:txBody>
                  <a:bodyPr rtlCol="0" anchor="ctr"/>
                  <a:lstStyle/>
                  <a:p>
                    <a:endParaRPr lang="en-US"/>
                  </a:p>
                </p:txBody>
              </p:sp>
              <p:sp>
                <p:nvSpPr>
                  <p:cNvPr id="1475" name="Freeform 1474">
                    <a:extLst>
                      <a:ext uri="{FF2B5EF4-FFF2-40B4-BE49-F238E27FC236}">
                        <a16:creationId xmlns:a16="http://schemas.microsoft.com/office/drawing/2014/main" id="{0EE8F079-16AB-D896-F25F-9A29539B69D7}"/>
                      </a:ext>
                    </a:extLst>
                  </p:cNvPr>
                  <p:cNvSpPr/>
                  <p:nvPr/>
                </p:nvSpPr>
                <p:spPr>
                  <a:xfrm>
                    <a:off x="7884073" y="4854564"/>
                    <a:ext cx="43852" cy="51897"/>
                  </a:xfrm>
                  <a:custGeom>
                    <a:avLst/>
                    <a:gdLst>
                      <a:gd name="connsiteX0" fmla="*/ 37384 w 43852"/>
                      <a:gd name="connsiteY0" fmla="*/ 16729 h 51897"/>
                      <a:gd name="connsiteX1" fmla="*/ 32152 w 43852"/>
                      <a:gd name="connsiteY1" fmla="*/ 8079 h 51897"/>
                      <a:gd name="connsiteX2" fmla="*/ 22735 w 43852"/>
                      <a:gd name="connsiteY2" fmla="*/ 5038 h 51897"/>
                      <a:gd name="connsiteX3" fmla="*/ 15220 w 43852"/>
                      <a:gd name="connsiteY3" fmla="*/ 6844 h 51897"/>
                      <a:gd name="connsiteX4" fmla="*/ 10083 w 43852"/>
                      <a:gd name="connsiteY4" fmla="*/ 11596 h 51897"/>
                      <a:gd name="connsiteX5" fmla="*/ 7134 w 43852"/>
                      <a:gd name="connsiteY5" fmla="*/ 18345 h 51897"/>
                      <a:gd name="connsiteX6" fmla="*/ 6183 w 43852"/>
                      <a:gd name="connsiteY6" fmla="*/ 25854 h 51897"/>
                      <a:gd name="connsiteX7" fmla="*/ 7039 w 43852"/>
                      <a:gd name="connsiteY7" fmla="*/ 33458 h 51897"/>
                      <a:gd name="connsiteX8" fmla="*/ 9893 w 43852"/>
                      <a:gd name="connsiteY8" fmla="*/ 40111 h 51897"/>
                      <a:gd name="connsiteX9" fmla="*/ 15030 w 43852"/>
                      <a:gd name="connsiteY9" fmla="*/ 44864 h 51897"/>
                      <a:gd name="connsiteX10" fmla="*/ 22640 w 43852"/>
                      <a:gd name="connsiteY10" fmla="*/ 46670 h 51897"/>
                      <a:gd name="connsiteX11" fmla="*/ 32818 w 43852"/>
                      <a:gd name="connsiteY11" fmla="*/ 43153 h 51897"/>
                      <a:gd name="connsiteX12" fmla="*/ 37765 w 43852"/>
                      <a:gd name="connsiteY12" fmla="*/ 33458 h 51897"/>
                      <a:gd name="connsiteX13" fmla="*/ 43853 w 43852"/>
                      <a:gd name="connsiteY13" fmla="*/ 33458 h 51897"/>
                      <a:gd name="connsiteX14" fmla="*/ 41475 w 43852"/>
                      <a:gd name="connsiteY14" fmla="*/ 40967 h 51897"/>
                      <a:gd name="connsiteX15" fmla="*/ 37194 w 43852"/>
                      <a:gd name="connsiteY15" fmla="*/ 46765 h 51897"/>
                      <a:gd name="connsiteX16" fmla="*/ 30916 w 43852"/>
                      <a:gd name="connsiteY16" fmla="*/ 50567 h 51897"/>
                      <a:gd name="connsiteX17" fmla="*/ 22640 w 43852"/>
                      <a:gd name="connsiteY17" fmla="*/ 51897 h 51897"/>
                      <a:gd name="connsiteX18" fmla="*/ 12461 w 43852"/>
                      <a:gd name="connsiteY18" fmla="*/ 49901 h 51897"/>
                      <a:gd name="connsiteX19" fmla="*/ 5422 w 43852"/>
                      <a:gd name="connsiteY19" fmla="*/ 44388 h 51897"/>
                      <a:gd name="connsiteX20" fmla="*/ 1332 w 43852"/>
                      <a:gd name="connsiteY20" fmla="*/ 36214 h 51897"/>
                      <a:gd name="connsiteX21" fmla="*/ 0 w 43852"/>
                      <a:gd name="connsiteY21" fmla="*/ 26044 h 51897"/>
                      <a:gd name="connsiteX22" fmla="*/ 1522 w 43852"/>
                      <a:gd name="connsiteY22" fmla="*/ 16158 h 51897"/>
                      <a:gd name="connsiteX23" fmla="*/ 5898 w 43852"/>
                      <a:gd name="connsiteY23" fmla="*/ 7794 h 51897"/>
                      <a:gd name="connsiteX24" fmla="*/ 13032 w 43852"/>
                      <a:gd name="connsiteY24" fmla="*/ 2091 h 51897"/>
                      <a:gd name="connsiteX25" fmla="*/ 22830 w 43852"/>
                      <a:gd name="connsiteY25" fmla="*/ 0 h 51897"/>
                      <a:gd name="connsiteX26" fmla="*/ 36718 w 43852"/>
                      <a:gd name="connsiteY26" fmla="*/ 4087 h 51897"/>
                      <a:gd name="connsiteX27" fmla="*/ 43282 w 43852"/>
                      <a:gd name="connsiteY27" fmla="*/ 16824 h 51897"/>
                      <a:gd name="connsiteX28" fmla="*/ 37479 w 43852"/>
                      <a:gd name="connsiteY28" fmla="*/ 16824 h 51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43852" h="51897">
                        <a:moveTo>
                          <a:pt x="37384" y="16729"/>
                        </a:moveTo>
                        <a:cubicBezTo>
                          <a:pt x="36338" y="13022"/>
                          <a:pt x="34626" y="10170"/>
                          <a:pt x="32152" y="8079"/>
                        </a:cubicBezTo>
                        <a:cubicBezTo>
                          <a:pt x="29679" y="5988"/>
                          <a:pt x="26540" y="5038"/>
                          <a:pt x="22735" y="5038"/>
                        </a:cubicBezTo>
                        <a:cubicBezTo>
                          <a:pt x="19786" y="5038"/>
                          <a:pt x="17313" y="5608"/>
                          <a:pt x="15220" y="6844"/>
                        </a:cubicBezTo>
                        <a:cubicBezTo>
                          <a:pt x="13127" y="8079"/>
                          <a:pt x="11415" y="9600"/>
                          <a:pt x="10083" y="11596"/>
                        </a:cubicBezTo>
                        <a:cubicBezTo>
                          <a:pt x="8752" y="13592"/>
                          <a:pt x="7800" y="15873"/>
                          <a:pt x="7134" y="18345"/>
                        </a:cubicBezTo>
                        <a:cubicBezTo>
                          <a:pt x="6468" y="20816"/>
                          <a:pt x="6183" y="23382"/>
                          <a:pt x="6183" y="25854"/>
                        </a:cubicBezTo>
                        <a:cubicBezTo>
                          <a:pt x="6183" y="28325"/>
                          <a:pt x="6468" y="30986"/>
                          <a:pt x="7039" y="33458"/>
                        </a:cubicBezTo>
                        <a:cubicBezTo>
                          <a:pt x="7610" y="35929"/>
                          <a:pt x="8656" y="38115"/>
                          <a:pt x="9893" y="40111"/>
                        </a:cubicBezTo>
                        <a:cubicBezTo>
                          <a:pt x="11225" y="42107"/>
                          <a:pt x="12937" y="43628"/>
                          <a:pt x="15030" y="44864"/>
                        </a:cubicBezTo>
                        <a:cubicBezTo>
                          <a:pt x="17122" y="46004"/>
                          <a:pt x="19691" y="46670"/>
                          <a:pt x="22640" y="46670"/>
                        </a:cubicBezTo>
                        <a:cubicBezTo>
                          <a:pt x="26920" y="46670"/>
                          <a:pt x="30250" y="45529"/>
                          <a:pt x="32818" y="43153"/>
                        </a:cubicBezTo>
                        <a:cubicBezTo>
                          <a:pt x="35387" y="40776"/>
                          <a:pt x="37004" y="37545"/>
                          <a:pt x="37765" y="33458"/>
                        </a:cubicBezTo>
                        <a:lnTo>
                          <a:pt x="43853" y="33458"/>
                        </a:lnTo>
                        <a:cubicBezTo>
                          <a:pt x="43377" y="36214"/>
                          <a:pt x="42521" y="38685"/>
                          <a:pt x="41475" y="40967"/>
                        </a:cubicBezTo>
                        <a:cubicBezTo>
                          <a:pt x="40333" y="43248"/>
                          <a:pt x="38906" y="45149"/>
                          <a:pt x="37194" y="46765"/>
                        </a:cubicBezTo>
                        <a:cubicBezTo>
                          <a:pt x="35482" y="48381"/>
                          <a:pt x="33389" y="49616"/>
                          <a:pt x="30916" y="50567"/>
                        </a:cubicBezTo>
                        <a:cubicBezTo>
                          <a:pt x="28538" y="51422"/>
                          <a:pt x="25779" y="51897"/>
                          <a:pt x="22640" y="51897"/>
                        </a:cubicBezTo>
                        <a:cubicBezTo>
                          <a:pt x="18740" y="51897"/>
                          <a:pt x="15315" y="51232"/>
                          <a:pt x="12461" y="49901"/>
                        </a:cubicBezTo>
                        <a:cubicBezTo>
                          <a:pt x="9608" y="48571"/>
                          <a:pt x="7230" y="46765"/>
                          <a:pt x="5422" y="44388"/>
                        </a:cubicBezTo>
                        <a:cubicBezTo>
                          <a:pt x="3615" y="42107"/>
                          <a:pt x="2188" y="39351"/>
                          <a:pt x="1332" y="36214"/>
                        </a:cubicBezTo>
                        <a:cubicBezTo>
                          <a:pt x="476" y="33077"/>
                          <a:pt x="0" y="29656"/>
                          <a:pt x="0" y="26044"/>
                        </a:cubicBezTo>
                        <a:cubicBezTo>
                          <a:pt x="0" y="22622"/>
                          <a:pt x="476" y="19295"/>
                          <a:pt x="1522" y="16158"/>
                        </a:cubicBezTo>
                        <a:cubicBezTo>
                          <a:pt x="2473" y="13022"/>
                          <a:pt x="3900" y="10265"/>
                          <a:pt x="5898" y="7794"/>
                        </a:cubicBezTo>
                        <a:cubicBezTo>
                          <a:pt x="7800" y="5418"/>
                          <a:pt x="10178" y="3517"/>
                          <a:pt x="13032" y="2091"/>
                        </a:cubicBezTo>
                        <a:cubicBezTo>
                          <a:pt x="15886" y="665"/>
                          <a:pt x="19120" y="0"/>
                          <a:pt x="22830" y="0"/>
                        </a:cubicBezTo>
                        <a:cubicBezTo>
                          <a:pt x="28538" y="0"/>
                          <a:pt x="33104" y="1331"/>
                          <a:pt x="36718" y="4087"/>
                        </a:cubicBezTo>
                        <a:cubicBezTo>
                          <a:pt x="40238" y="6844"/>
                          <a:pt x="42426" y="11026"/>
                          <a:pt x="43282" y="16824"/>
                        </a:cubicBezTo>
                        <a:lnTo>
                          <a:pt x="37479" y="16824"/>
                        </a:lnTo>
                        <a:close/>
                      </a:path>
                    </a:pathLst>
                  </a:custGeom>
                  <a:solidFill>
                    <a:srgbClr val="000000"/>
                  </a:solidFill>
                  <a:ln w="9506" cap="flat">
                    <a:noFill/>
                    <a:prstDash val="solid"/>
                    <a:miter/>
                  </a:ln>
                </p:spPr>
                <p:txBody>
                  <a:bodyPr rtlCol="0" anchor="ctr"/>
                  <a:lstStyle/>
                  <a:p>
                    <a:endParaRPr lang="en-US"/>
                  </a:p>
                </p:txBody>
              </p:sp>
              <p:sp>
                <p:nvSpPr>
                  <p:cNvPr id="1476" name="Freeform 1475">
                    <a:extLst>
                      <a:ext uri="{FF2B5EF4-FFF2-40B4-BE49-F238E27FC236}">
                        <a16:creationId xmlns:a16="http://schemas.microsoft.com/office/drawing/2014/main" id="{1812318D-3913-CCCC-EA1E-420D3D05E781}"/>
                      </a:ext>
                    </a:extLst>
                  </p:cNvPr>
                  <p:cNvSpPr/>
                  <p:nvPr/>
                </p:nvSpPr>
                <p:spPr>
                  <a:xfrm>
                    <a:off x="7936202" y="4854564"/>
                    <a:ext cx="45755" cy="51802"/>
                  </a:xfrm>
                  <a:custGeom>
                    <a:avLst/>
                    <a:gdLst>
                      <a:gd name="connsiteX0" fmla="*/ 22830 w 45755"/>
                      <a:gd name="connsiteY0" fmla="*/ 51802 h 51802"/>
                      <a:gd name="connsiteX1" fmla="*/ 13983 w 45755"/>
                      <a:gd name="connsiteY1" fmla="*/ 50091 h 51802"/>
                      <a:gd name="connsiteX2" fmla="*/ 6754 w 45755"/>
                      <a:gd name="connsiteY2" fmla="*/ 45244 h 51802"/>
                      <a:gd name="connsiteX3" fmla="*/ 1807 w 45755"/>
                      <a:gd name="connsiteY3" fmla="*/ 37165 h 51802"/>
                      <a:gd name="connsiteX4" fmla="*/ 0 w 45755"/>
                      <a:gd name="connsiteY4" fmla="*/ 25854 h 51802"/>
                      <a:gd name="connsiteX5" fmla="*/ 1427 w 45755"/>
                      <a:gd name="connsiteY5" fmla="*/ 15778 h 51802"/>
                      <a:gd name="connsiteX6" fmla="*/ 5707 w 45755"/>
                      <a:gd name="connsiteY6" fmla="*/ 7509 h 51802"/>
                      <a:gd name="connsiteX7" fmla="*/ 12842 w 45755"/>
                      <a:gd name="connsiteY7" fmla="*/ 1996 h 51802"/>
                      <a:gd name="connsiteX8" fmla="*/ 22830 w 45755"/>
                      <a:gd name="connsiteY8" fmla="*/ 0 h 51802"/>
                      <a:gd name="connsiteX9" fmla="*/ 32913 w 45755"/>
                      <a:gd name="connsiteY9" fmla="*/ 1996 h 51802"/>
                      <a:gd name="connsiteX10" fmla="*/ 40048 w 45755"/>
                      <a:gd name="connsiteY10" fmla="*/ 7509 h 51802"/>
                      <a:gd name="connsiteX11" fmla="*/ 44328 w 45755"/>
                      <a:gd name="connsiteY11" fmla="*/ 15683 h 51802"/>
                      <a:gd name="connsiteX12" fmla="*/ 45755 w 45755"/>
                      <a:gd name="connsiteY12" fmla="*/ 25854 h 51802"/>
                      <a:gd name="connsiteX13" fmla="*/ 44138 w 45755"/>
                      <a:gd name="connsiteY13" fmla="*/ 36499 h 51802"/>
                      <a:gd name="connsiteX14" fmla="*/ 39572 w 45755"/>
                      <a:gd name="connsiteY14" fmla="*/ 44673 h 51802"/>
                      <a:gd name="connsiteX15" fmla="*/ 32343 w 45755"/>
                      <a:gd name="connsiteY15" fmla="*/ 49901 h 51802"/>
                      <a:gd name="connsiteX16" fmla="*/ 22925 w 45755"/>
                      <a:gd name="connsiteY16" fmla="*/ 51802 h 51802"/>
                      <a:gd name="connsiteX17" fmla="*/ 39572 w 45755"/>
                      <a:gd name="connsiteY17" fmla="*/ 25854 h 51802"/>
                      <a:gd name="connsiteX18" fmla="*/ 38621 w 45755"/>
                      <a:gd name="connsiteY18" fmla="*/ 17679 h 51802"/>
                      <a:gd name="connsiteX19" fmla="*/ 35672 w 45755"/>
                      <a:gd name="connsiteY19" fmla="*/ 11121 h 51802"/>
                      <a:gd name="connsiteX20" fmla="*/ 30535 w 45755"/>
                      <a:gd name="connsiteY20" fmla="*/ 6748 h 51802"/>
                      <a:gd name="connsiteX21" fmla="*/ 22830 w 45755"/>
                      <a:gd name="connsiteY21" fmla="*/ 5133 h 51802"/>
                      <a:gd name="connsiteX22" fmla="*/ 15220 w 45755"/>
                      <a:gd name="connsiteY22" fmla="*/ 6844 h 51802"/>
                      <a:gd name="connsiteX23" fmla="*/ 10083 w 45755"/>
                      <a:gd name="connsiteY23" fmla="*/ 11501 h 51802"/>
                      <a:gd name="connsiteX24" fmla="*/ 7134 w 45755"/>
                      <a:gd name="connsiteY24" fmla="*/ 18155 h 51802"/>
                      <a:gd name="connsiteX25" fmla="*/ 6183 w 45755"/>
                      <a:gd name="connsiteY25" fmla="*/ 25854 h 51802"/>
                      <a:gd name="connsiteX26" fmla="*/ 7229 w 45755"/>
                      <a:gd name="connsiteY26" fmla="*/ 34218 h 51802"/>
                      <a:gd name="connsiteX27" fmla="*/ 10464 w 45755"/>
                      <a:gd name="connsiteY27" fmla="*/ 40872 h 51802"/>
                      <a:gd name="connsiteX28" fmla="*/ 15696 w 45755"/>
                      <a:gd name="connsiteY28" fmla="*/ 45149 h 51802"/>
                      <a:gd name="connsiteX29" fmla="*/ 22925 w 45755"/>
                      <a:gd name="connsiteY29" fmla="*/ 46670 h 51802"/>
                      <a:gd name="connsiteX30" fmla="*/ 30630 w 45755"/>
                      <a:gd name="connsiteY30" fmla="*/ 44864 h 51802"/>
                      <a:gd name="connsiteX31" fmla="*/ 35767 w 45755"/>
                      <a:gd name="connsiteY31" fmla="*/ 40111 h 51802"/>
                      <a:gd name="connsiteX32" fmla="*/ 38716 w 45755"/>
                      <a:gd name="connsiteY32" fmla="*/ 33458 h 51802"/>
                      <a:gd name="connsiteX33" fmla="*/ 39667 w 45755"/>
                      <a:gd name="connsiteY33" fmla="*/ 25759 h 51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5755" h="51802">
                        <a:moveTo>
                          <a:pt x="22830" y="51802"/>
                        </a:moveTo>
                        <a:cubicBezTo>
                          <a:pt x="19691" y="51802"/>
                          <a:pt x="16647" y="51137"/>
                          <a:pt x="13983" y="50091"/>
                        </a:cubicBezTo>
                        <a:cubicBezTo>
                          <a:pt x="11225" y="49046"/>
                          <a:pt x="8847" y="47430"/>
                          <a:pt x="6754" y="45244"/>
                        </a:cubicBezTo>
                        <a:cubicBezTo>
                          <a:pt x="4661" y="43058"/>
                          <a:pt x="3044" y="40396"/>
                          <a:pt x="1807" y="37165"/>
                        </a:cubicBezTo>
                        <a:cubicBezTo>
                          <a:pt x="571" y="33933"/>
                          <a:pt x="0" y="30131"/>
                          <a:pt x="0" y="25854"/>
                        </a:cubicBezTo>
                        <a:cubicBezTo>
                          <a:pt x="0" y="22242"/>
                          <a:pt x="476" y="18820"/>
                          <a:pt x="1427" y="15778"/>
                        </a:cubicBezTo>
                        <a:cubicBezTo>
                          <a:pt x="2378" y="12642"/>
                          <a:pt x="3805" y="9885"/>
                          <a:pt x="5707" y="7509"/>
                        </a:cubicBezTo>
                        <a:cubicBezTo>
                          <a:pt x="7610" y="5133"/>
                          <a:pt x="9988" y="3327"/>
                          <a:pt x="12842" y="1996"/>
                        </a:cubicBezTo>
                        <a:cubicBezTo>
                          <a:pt x="15696" y="665"/>
                          <a:pt x="19025" y="0"/>
                          <a:pt x="22830" y="0"/>
                        </a:cubicBezTo>
                        <a:cubicBezTo>
                          <a:pt x="26635" y="0"/>
                          <a:pt x="30059" y="665"/>
                          <a:pt x="32913" y="1996"/>
                        </a:cubicBezTo>
                        <a:cubicBezTo>
                          <a:pt x="35767" y="3327"/>
                          <a:pt x="38145" y="5228"/>
                          <a:pt x="40048" y="7509"/>
                        </a:cubicBezTo>
                        <a:cubicBezTo>
                          <a:pt x="41950" y="9790"/>
                          <a:pt x="43377" y="12546"/>
                          <a:pt x="44328" y="15683"/>
                        </a:cubicBezTo>
                        <a:cubicBezTo>
                          <a:pt x="45280" y="18820"/>
                          <a:pt x="45755" y="22242"/>
                          <a:pt x="45755" y="25854"/>
                        </a:cubicBezTo>
                        <a:cubicBezTo>
                          <a:pt x="45755" y="29751"/>
                          <a:pt x="45185" y="33362"/>
                          <a:pt x="44138" y="36499"/>
                        </a:cubicBezTo>
                        <a:cubicBezTo>
                          <a:pt x="43092" y="39636"/>
                          <a:pt x="41570" y="42392"/>
                          <a:pt x="39572" y="44673"/>
                        </a:cubicBezTo>
                        <a:cubicBezTo>
                          <a:pt x="37574" y="46955"/>
                          <a:pt x="35196" y="48666"/>
                          <a:pt x="32343" y="49901"/>
                        </a:cubicBezTo>
                        <a:cubicBezTo>
                          <a:pt x="29489" y="51137"/>
                          <a:pt x="26445" y="51802"/>
                          <a:pt x="22925" y="51802"/>
                        </a:cubicBezTo>
                        <a:close/>
                        <a:moveTo>
                          <a:pt x="39572" y="25854"/>
                        </a:moveTo>
                        <a:cubicBezTo>
                          <a:pt x="39572" y="22907"/>
                          <a:pt x="39287" y="20245"/>
                          <a:pt x="38621" y="17679"/>
                        </a:cubicBezTo>
                        <a:cubicBezTo>
                          <a:pt x="37955" y="15113"/>
                          <a:pt x="37004" y="12927"/>
                          <a:pt x="35672" y="11121"/>
                        </a:cubicBezTo>
                        <a:cubicBezTo>
                          <a:pt x="34340" y="9220"/>
                          <a:pt x="32628" y="7794"/>
                          <a:pt x="30535" y="6748"/>
                        </a:cubicBezTo>
                        <a:cubicBezTo>
                          <a:pt x="28442" y="5703"/>
                          <a:pt x="25874" y="5133"/>
                          <a:pt x="22830" y="5133"/>
                        </a:cubicBezTo>
                        <a:cubicBezTo>
                          <a:pt x="19786" y="5133"/>
                          <a:pt x="17313" y="5703"/>
                          <a:pt x="15220" y="6844"/>
                        </a:cubicBezTo>
                        <a:cubicBezTo>
                          <a:pt x="13127" y="7984"/>
                          <a:pt x="11320" y="9600"/>
                          <a:pt x="10083" y="11501"/>
                        </a:cubicBezTo>
                        <a:cubicBezTo>
                          <a:pt x="8751" y="13402"/>
                          <a:pt x="7800" y="15683"/>
                          <a:pt x="7134" y="18155"/>
                        </a:cubicBezTo>
                        <a:cubicBezTo>
                          <a:pt x="6468" y="20626"/>
                          <a:pt x="6183" y="23192"/>
                          <a:pt x="6183" y="25854"/>
                        </a:cubicBezTo>
                        <a:cubicBezTo>
                          <a:pt x="6183" y="28895"/>
                          <a:pt x="6564" y="31652"/>
                          <a:pt x="7229" y="34218"/>
                        </a:cubicBezTo>
                        <a:cubicBezTo>
                          <a:pt x="7991" y="36784"/>
                          <a:pt x="9037" y="38970"/>
                          <a:pt x="10464" y="40872"/>
                        </a:cubicBezTo>
                        <a:cubicBezTo>
                          <a:pt x="11891" y="42773"/>
                          <a:pt x="13603" y="44103"/>
                          <a:pt x="15696" y="45149"/>
                        </a:cubicBezTo>
                        <a:cubicBezTo>
                          <a:pt x="17788" y="46194"/>
                          <a:pt x="20167" y="46670"/>
                          <a:pt x="22925" y="46670"/>
                        </a:cubicBezTo>
                        <a:cubicBezTo>
                          <a:pt x="25874" y="46670"/>
                          <a:pt x="28442" y="46099"/>
                          <a:pt x="30630" y="44864"/>
                        </a:cubicBezTo>
                        <a:cubicBezTo>
                          <a:pt x="32723" y="43723"/>
                          <a:pt x="34435" y="42107"/>
                          <a:pt x="35767" y="40111"/>
                        </a:cubicBezTo>
                        <a:cubicBezTo>
                          <a:pt x="37099" y="38115"/>
                          <a:pt x="38050" y="35929"/>
                          <a:pt x="38716" y="33458"/>
                        </a:cubicBezTo>
                        <a:cubicBezTo>
                          <a:pt x="39382" y="30986"/>
                          <a:pt x="39667" y="28420"/>
                          <a:pt x="39667" y="25759"/>
                        </a:cubicBezTo>
                        <a:close/>
                      </a:path>
                    </a:pathLst>
                  </a:custGeom>
                  <a:solidFill>
                    <a:srgbClr val="000000"/>
                  </a:solidFill>
                  <a:ln w="9506" cap="flat">
                    <a:noFill/>
                    <a:prstDash val="solid"/>
                    <a:miter/>
                  </a:ln>
                </p:spPr>
                <p:txBody>
                  <a:bodyPr rtlCol="0" anchor="ctr"/>
                  <a:lstStyle/>
                  <a:p>
                    <a:endParaRPr lang="en-US"/>
                  </a:p>
                </p:txBody>
              </p:sp>
              <p:sp>
                <p:nvSpPr>
                  <p:cNvPr id="1477" name="Freeform 1476">
                    <a:extLst>
                      <a:ext uri="{FF2B5EF4-FFF2-40B4-BE49-F238E27FC236}">
                        <a16:creationId xmlns:a16="http://schemas.microsoft.com/office/drawing/2014/main" id="{B2522AAD-305B-7D71-5214-7BFA99092754}"/>
                      </a:ext>
                    </a:extLst>
                  </p:cNvPr>
                  <p:cNvSpPr/>
                  <p:nvPr/>
                </p:nvSpPr>
                <p:spPr>
                  <a:xfrm>
                    <a:off x="7992612" y="4854469"/>
                    <a:ext cx="21973" cy="50566"/>
                  </a:xfrm>
                  <a:custGeom>
                    <a:avLst/>
                    <a:gdLst>
                      <a:gd name="connsiteX0" fmla="*/ 5708 w 21973"/>
                      <a:gd name="connsiteY0" fmla="*/ 50567 h 50566"/>
                      <a:gd name="connsiteX1" fmla="*/ 0 w 21973"/>
                      <a:gd name="connsiteY1" fmla="*/ 50567 h 50566"/>
                      <a:gd name="connsiteX2" fmla="*/ 0 w 21973"/>
                      <a:gd name="connsiteY2" fmla="*/ 1331 h 50566"/>
                      <a:gd name="connsiteX3" fmla="*/ 5708 w 21973"/>
                      <a:gd name="connsiteY3" fmla="*/ 1331 h 50566"/>
                      <a:gd name="connsiteX4" fmla="*/ 5708 w 21973"/>
                      <a:gd name="connsiteY4" fmla="*/ 10550 h 50566"/>
                      <a:gd name="connsiteX5" fmla="*/ 5898 w 21973"/>
                      <a:gd name="connsiteY5" fmla="*/ 10550 h 50566"/>
                      <a:gd name="connsiteX6" fmla="*/ 12081 w 21973"/>
                      <a:gd name="connsiteY6" fmla="*/ 2281 h 50566"/>
                      <a:gd name="connsiteX7" fmla="*/ 21974 w 21973"/>
                      <a:gd name="connsiteY7" fmla="*/ 0 h 50566"/>
                      <a:gd name="connsiteX8" fmla="*/ 21974 w 21973"/>
                      <a:gd name="connsiteY8" fmla="*/ 6178 h 50566"/>
                      <a:gd name="connsiteX9" fmla="*/ 13983 w 21973"/>
                      <a:gd name="connsiteY9" fmla="*/ 7699 h 50566"/>
                      <a:gd name="connsiteX10" fmla="*/ 8942 w 21973"/>
                      <a:gd name="connsiteY10" fmla="*/ 12071 h 50566"/>
                      <a:gd name="connsiteX11" fmla="*/ 6373 w 21973"/>
                      <a:gd name="connsiteY11" fmla="*/ 18535 h 50566"/>
                      <a:gd name="connsiteX12" fmla="*/ 5612 w 21973"/>
                      <a:gd name="connsiteY12" fmla="*/ 26424 h 50566"/>
                      <a:gd name="connsiteX13" fmla="*/ 5612 w 21973"/>
                      <a:gd name="connsiteY13" fmla="*/ 50567 h 505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973" h="50566">
                        <a:moveTo>
                          <a:pt x="5708" y="50567"/>
                        </a:moveTo>
                        <a:lnTo>
                          <a:pt x="0" y="50567"/>
                        </a:lnTo>
                        <a:lnTo>
                          <a:pt x="0" y="1331"/>
                        </a:lnTo>
                        <a:lnTo>
                          <a:pt x="5708" y="1331"/>
                        </a:lnTo>
                        <a:lnTo>
                          <a:pt x="5708" y="10550"/>
                        </a:lnTo>
                        <a:lnTo>
                          <a:pt x="5898" y="10550"/>
                        </a:lnTo>
                        <a:cubicBezTo>
                          <a:pt x="7515" y="6654"/>
                          <a:pt x="9513" y="3897"/>
                          <a:pt x="12081" y="2281"/>
                        </a:cubicBezTo>
                        <a:cubicBezTo>
                          <a:pt x="14554" y="760"/>
                          <a:pt x="17884" y="0"/>
                          <a:pt x="21974" y="0"/>
                        </a:cubicBezTo>
                        <a:lnTo>
                          <a:pt x="21974" y="6178"/>
                        </a:lnTo>
                        <a:cubicBezTo>
                          <a:pt x="18740" y="6178"/>
                          <a:pt x="16076" y="6654"/>
                          <a:pt x="13983" y="7699"/>
                        </a:cubicBezTo>
                        <a:cubicBezTo>
                          <a:pt x="11891" y="8745"/>
                          <a:pt x="10178" y="10265"/>
                          <a:pt x="8942" y="12071"/>
                        </a:cubicBezTo>
                        <a:cubicBezTo>
                          <a:pt x="7705" y="13877"/>
                          <a:pt x="6849" y="16064"/>
                          <a:pt x="6373" y="18535"/>
                        </a:cubicBezTo>
                        <a:cubicBezTo>
                          <a:pt x="5898" y="21006"/>
                          <a:pt x="5612" y="23667"/>
                          <a:pt x="5612" y="26424"/>
                        </a:cubicBezTo>
                        <a:lnTo>
                          <a:pt x="5612" y="50567"/>
                        </a:lnTo>
                        <a:close/>
                      </a:path>
                    </a:pathLst>
                  </a:custGeom>
                  <a:solidFill>
                    <a:srgbClr val="000000"/>
                  </a:solidFill>
                  <a:ln w="9506" cap="flat">
                    <a:noFill/>
                    <a:prstDash val="solid"/>
                    <a:miter/>
                  </a:ln>
                </p:spPr>
                <p:txBody>
                  <a:bodyPr rtlCol="0" anchor="ctr"/>
                  <a:lstStyle/>
                  <a:p>
                    <a:endParaRPr lang="en-US"/>
                  </a:p>
                </p:txBody>
              </p:sp>
              <p:sp>
                <p:nvSpPr>
                  <p:cNvPr id="1478" name="Freeform 1477">
                    <a:extLst>
                      <a:ext uri="{FF2B5EF4-FFF2-40B4-BE49-F238E27FC236}">
                        <a16:creationId xmlns:a16="http://schemas.microsoft.com/office/drawing/2014/main" id="{5BDCAEC0-5E09-6171-6E32-E08340F9E6D7}"/>
                      </a:ext>
                    </a:extLst>
                  </p:cNvPr>
                  <p:cNvSpPr/>
                  <p:nvPr/>
                </p:nvSpPr>
                <p:spPr>
                  <a:xfrm>
                    <a:off x="8021435" y="4854564"/>
                    <a:ext cx="44426" cy="51897"/>
                  </a:xfrm>
                  <a:custGeom>
                    <a:avLst/>
                    <a:gdLst>
                      <a:gd name="connsiteX0" fmla="*/ 6088 w 44426"/>
                      <a:gd name="connsiteY0" fmla="*/ 27184 h 51897"/>
                      <a:gd name="connsiteX1" fmla="*/ 7134 w 44426"/>
                      <a:gd name="connsiteY1" fmla="*/ 34788 h 51897"/>
                      <a:gd name="connsiteX2" fmla="*/ 10273 w 44426"/>
                      <a:gd name="connsiteY2" fmla="*/ 40967 h 51897"/>
                      <a:gd name="connsiteX3" fmla="*/ 15410 w 44426"/>
                      <a:gd name="connsiteY3" fmla="*/ 45149 h 51897"/>
                      <a:gd name="connsiteX4" fmla="*/ 22640 w 44426"/>
                      <a:gd name="connsiteY4" fmla="*/ 46765 h 51897"/>
                      <a:gd name="connsiteX5" fmla="*/ 32247 w 44426"/>
                      <a:gd name="connsiteY5" fmla="*/ 43818 h 51897"/>
                      <a:gd name="connsiteX6" fmla="*/ 37574 w 44426"/>
                      <a:gd name="connsiteY6" fmla="*/ 35454 h 51897"/>
                      <a:gd name="connsiteX7" fmla="*/ 43948 w 44426"/>
                      <a:gd name="connsiteY7" fmla="*/ 35454 h 51897"/>
                      <a:gd name="connsiteX8" fmla="*/ 41189 w 44426"/>
                      <a:gd name="connsiteY8" fmla="*/ 42012 h 51897"/>
                      <a:gd name="connsiteX9" fmla="*/ 36909 w 44426"/>
                      <a:gd name="connsiteY9" fmla="*/ 47240 h 51897"/>
                      <a:gd name="connsiteX10" fmla="*/ 30821 w 44426"/>
                      <a:gd name="connsiteY10" fmla="*/ 50662 h 51897"/>
                      <a:gd name="connsiteX11" fmla="*/ 22640 w 44426"/>
                      <a:gd name="connsiteY11" fmla="*/ 51897 h 51897"/>
                      <a:gd name="connsiteX12" fmla="*/ 12461 w 44426"/>
                      <a:gd name="connsiteY12" fmla="*/ 49901 h 51897"/>
                      <a:gd name="connsiteX13" fmla="*/ 5422 w 44426"/>
                      <a:gd name="connsiteY13" fmla="*/ 44388 h 51897"/>
                      <a:gd name="connsiteX14" fmla="*/ 1332 w 44426"/>
                      <a:gd name="connsiteY14" fmla="*/ 36214 h 51897"/>
                      <a:gd name="connsiteX15" fmla="*/ 0 w 44426"/>
                      <a:gd name="connsiteY15" fmla="*/ 26139 h 51897"/>
                      <a:gd name="connsiteX16" fmla="*/ 1617 w 44426"/>
                      <a:gd name="connsiteY16" fmla="*/ 15968 h 51897"/>
                      <a:gd name="connsiteX17" fmla="*/ 6088 w 44426"/>
                      <a:gd name="connsiteY17" fmla="*/ 7604 h 51897"/>
                      <a:gd name="connsiteX18" fmla="*/ 13222 w 44426"/>
                      <a:gd name="connsiteY18" fmla="*/ 1996 h 51897"/>
                      <a:gd name="connsiteX19" fmla="*/ 22735 w 44426"/>
                      <a:gd name="connsiteY19" fmla="*/ 0 h 51897"/>
                      <a:gd name="connsiteX20" fmla="*/ 38716 w 44426"/>
                      <a:gd name="connsiteY20" fmla="*/ 6938 h 51897"/>
                      <a:gd name="connsiteX21" fmla="*/ 44423 w 44426"/>
                      <a:gd name="connsiteY21" fmla="*/ 27184 h 51897"/>
                      <a:gd name="connsiteX22" fmla="*/ 6183 w 44426"/>
                      <a:gd name="connsiteY22" fmla="*/ 27184 h 51897"/>
                      <a:gd name="connsiteX23" fmla="*/ 38240 w 44426"/>
                      <a:gd name="connsiteY23" fmla="*/ 22432 h 51897"/>
                      <a:gd name="connsiteX24" fmla="*/ 37289 w 44426"/>
                      <a:gd name="connsiteY24" fmla="*/ 15683 h 51897"/>
                      <a:gd name="connsiteX25" fmla="*/ 34340 w 44426"/>
                      <a:gd name="connsiteY25" fmla="*/ 10170 h 51897"/>
                      <a:gd name="connsiteX26" fmla="*/ 29394 w 44426"/>
                      <a:gd name="connsiteY26" fmla="*/ 6463 h 51897"/>
                      <a:gd name="connsiteX27" fmla="*/ 22640 w 44426"/>
                      <a:gd name="connsiteY27" fmla="*/ 5038 h 51897"/>
                      <a:gd name="connsiteX28" fmla="*/ 15886 w 44426"/>
                      <a:gd name="connsiteY28" fmla="*/ 6463 h 51897"/>
                      <a:gd name="connsiteX29" fmla="*/ 10939 w 44426"/>
                      <a:gd name="connsiteY29" fmla="*/ 10265 h 51897"/>
                      <a:gd name="connsiteX30" fmla="*/ 7705 w 44426"/>
                      <a:gd name="connsiteY30" fmla="*/ 15778 h 51897"/>
                      <a:gd name="connsiteX31" fmla="*/ 6088 w 44426"/>
                      <a:gd name="connsiteY31" fmla="*/ 22432 h 51897"/>
                      <a:gd name="connsiteX32" fmla="*/ 38240 w 44426"/>
                      <a:gd name="connsiteY32" fmla="*/ 22432 h 51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4426" h="51897">
                        <a:moveTo>
                          <a:pt x="6088" y="27184"/>
                        </a:moveTo>
                        <a:cubicBezTo>
                          <a:pt x="6088" y="29846"/>
                          <a:pt x="6468" y="32412"/>
                          <a:pt x="7134" y="34788"/>
                        </a:cubicBezTo>
                        <a:cubicBezTo>
                          <a:pt x="7800" y="37165"/>
                          <a:pt x="8847" y="39256"/>
                          <a:pt x="10273" y="40967"/>
                        </a:cubicBezTo>
                        <a:cubicBezTo>
                          <a:pt x="11605" y="42678"/>
                          <a:pt x="13413" y="44103"/>
                          <a:pt x="15410" y="45149"/>
                        </a:cubicBezTo>
                        <a:cubicBezTo>
                          <a:pt x="17408" y="46194"/>
                          <a:pt x="19881" y="46765"/>
                          <a:pt x="22640" y="46765"/>
                        </a:cubicBezTo>
                        <a:cubicBezTo>
                          <a:pt x="26350" y="46765"/>
                          <a:pt x="29584" y="45814"/>
                          <a:pt x="32247" y="43818"/>
                        </a:cubicBezTo>
                        <a:cubicBezTo>
                          <a:pt x="34911" y="41822"/>
                          <a:pt x="36718" y="39066"/>
                          <a:pt x="37574" y="35454"/>
                        </a:cubicBezTo>
                        <a:lnTo>
                          <a:pt x="43948" y="35454"/>
                        </a:lnTo>
                        <a:cubicBezTo>
                          <a:pt x="43282" y="37830"/>
                          <a:pt x="42331" y="39921"/>
                          <a:pt x="41189" y="42012"/>
                        </a:cubicBezTo>
                        <a:cubicBezTo>
                          <a:pt x="40048" y="44008"/>
                          <a:pt x="38621" y="45719"/>
                          <a:pt x="36909" y="47240"/>
                        </a:cubicBezTo>
                        <a:cubicBezTo>
                          <a:pt x="35196" y="48761"/>
                          <a:pt x="33199" y="49901"/>
                          <a:pt x="30821" y="50662"/>
                        </a:cubicBezTo>
                        <a:cubicBezTo>
                          <a:pt x="28442" y="51517"/>
                          <a:pt x="25779" y="51897"/>
                          <a:pt x="22640" y="51897"/>
                        </a:cubicBezTo>
                        <a:cubicBezTo>
                          <a:pt x="18740" y="51897"/>
                          <a:pt x="15315" y="51232"/>
                          <a:pt x="12461" y="49901"/>
                        </a:cubicBezTo>
                        <a:cubicBezTo>
                          <a:pt x="9608" y="48571"/>
                          <a:pt x="7230" y="46765"/>
                          <a:pt x="5422" y="44388"/>
                        </a:cubicBezTo>
                        <a:cubicBezTo>
                          <a:pt x="3615" y="42107"/>
                          <a:pt x="2188" y="39351"/>
                          <a:pt x="1332" y="36214"/>
                        </a:cubicBezTo>
                        <a:cubicBezTo>
                          <a:pt x="476" y="33077"/>
                          <a:pt x="0" y="29656"/>
                          <a:pt x="0" y="26139"/>
                        </a:cubicBezTo>
                        <a:cubicBezTo>
                          <a:pt x="0" y="22622"/>
                          <a:pt x="476" y="19105"/>
                          <a:pt x="1617" y="15968"/>
                        </a:cubicBezTo>
                        <a:cubicBezTo>
                          <a:pt x="2664" y="12832"/>
                          <a:pt x="4186" y="10075"/>
                          <a:pt x="6088" y="7604"/>
                        </a:cubicBezTo>
                        <a:cubicBezTo>
                          <a:pt x="7991" y="5133"/>
                          <a:pt x="10369" y="3327"/>
                          <a:pt x="13222" y="1996"/>
                        </a:cubicBezTo>
                        <a:cubicBezTo>
                          <a:pt x="15981" y="665"/>
                          <a:pt x="19215" y="0"/>
                          <a:pt x="22735" y="0"/>
                        </a:cubicBezTo>
                        <a:cubicBezTo>
                          <a:pt x="29489" y="0"/>
                          <a:pt x="34816" y="2281"/>
                          <a:pt x="38716" y="6938"/>
                        </a:cubicBezTo>
                        <a:cubicBezTo>
                          <a:pt x="42616" y="11596"/>
                          <a:pt x="44519" y="18345"/>
                          <a:pt x="44423" y="27184"/>
                        </a:cubicBezTo>
                        <a:lnTo>
                          <a:pt x="6183" y="27184"/>
                        </a:lnTo>
                        <a:close/>
                        <a:moveTo>
                          <a:pt x="38240" y="22432"/>
                        </a:moveTo>
                        <a:cubicBezTo>
                          <a:pt x="38240" y="20055"/>
                          <a:pt x="37860" y="17774"/>
                          <a:pt x="37289" y="15683"/>
                        </a:cubicBezTo>
                        <a:cubicBezTo>
                          <a:pt x="36623" y="13592"/>
                          <a:pt x="35672" y="11691"/>
                          <a:pt x="34340" y="10170"/>
                        </a:cubicBezTo>
                        <a:cubicBezTo>
                          <a:pt x="33009" y="8650"/>
                          <a:pt x="31391" y="7414"/>
                          <a:pt x="29394" y="6463"/>
                        </a:cubicBezTo>
                        <a:cubicBezTo>
                          <a:pt x="27396" y="5513"/>
                          <a:pt x="25208" y="5038"/>
                          <a:pt x="22640" y="5038"/>
                        </a:cubicBezTo>
                        <a:cubicBezTo>
                          <a:pt x="20071" y="5038"/>
                          <a:pt x="17884" y="5513"/>
                          <a:pt x="15886" y="6463"/>
                        </a:cubicBezTo>
                        <a:cubicBezTo>
                          <a:pt x="13983" y="7414"/>
                          <a:pt x="12271" y="8650"/>
                          <a:pt x="10939" y="10265"/>
                        </a:cubicBezTo>
                        <a:cubicBezTo>
                          <a:pt x="9608" y="11881"/>
                          <a:pt x="8466" y="13687"/>
                          <a:pt x="7705" y="15778"/>
                        </a:cubicBezTo>
                        <a:cubicBezTo>
                          <a:pt x="6849" y="17869"/>
                          <a:pt x="6373" y="20055"/>
                          <a:pt x="6088" y="22432"/>
                        </a:cubicBezTo>
                        <a:lnTo>
                          <a:pt x="38240" y="22432"/>
                        </a:lnTo>
                        <a:close/>
                      </a:path>
                    </a:pathLst>
                  </a:custGeom>
                  <a:solidFill>
                    <a:srgbClr val="000000"/>
                  </a:solidFill>
                  <a:ln w="9506" cap="flat">
                    <a:noFill/>
                    <a:prstDash val="solid"/>
                    <a:miter/>
                  </a:ln>
                </p:spPr>
                <p:txBody>
                  <a:bodyPr rtlCol="0" anchor="ctr"/>
                  <a:lstStyle/>
                  <a:p>
                    <a:endParaRPr lang="en-US"/>
                  </a:p>
                </p:txBody>
              </p:sp>
              <p:sp>
                <p:nvSpPr>
                  <p:cNvPr id="1479" name="Freeform 1478">
                    <a:extLst>
                      <a:ext uri="{FF2B5EF4-FFF2-40B4-BE49-F238E27FC236}">
                        <a16:creationId xmlns:a16="http://schemas.microsoft.com/office/drawing/2014/main" id="{183F15CE-1E24-D42C-AC3F-AE65FA2C8537}"/>
                      </a:ext>
                    </a:extLst>
                  </p:cNvPr>
                  <p:cNvSpPr/>
                  <p:nvPr/>
                </p:nvSpPr>
                <p:spPr>
                  <a:xfrm>
                    <a:off x="8101721" y="4834794"/>
                    <a:ext cx="21117" cy="88491"/>
                  </a:xfrm>
                  <a:custGeom>
                    <a:avLst/>
                    <a:gdLst>
                      <a:gd name="connsiteX0" fmla="*/ 21023 w 21117"/>
                      <a:gd name="connsiteY0" fmla="*/ 0 h 88491"/>
                      <a:gd name="connsiteX1" fmla="*/ 10369 w 21117"/>
                      <a:gd name="connsiteY1" fmla="*/ 21196 h 88491"/>
                      <a:gd name="connsiteX2" fmla="*/ 6564 w 21117"/>
                      <a:gd name="connsiteY2" fmla="*/ 44579 h 88491"/>
                      <a:gd name="connsiteX3" fmla="*/ 10559 w 21117"/>
                      <a:gd name="connsiteY3" fmla="*/ 67581 h 88491"/>
                      <a:gd name="connsiteX4" fmla="*/ 21118 w 21117"/>
                      <a:gd name="connsiteY4" fmla="*/ 88492 h 88491"/>
                      <a:gd name="connsiteX5" fmla="*/ 16266 w 21117"/>
                      <a:gd name="connsiteY5" fmla="*/ 88492 h 88491"/>
                      <a:gd name="connsiteX6" fmla="*/ 9322 w 21117"/>
                      <a:gd name="connsiteY6" fmla="*/ 78036 h 88491"/>
                      <a:gd name="connsiteX7" fmla="*/ 4186 w 21117"/>
                      <a:gd name="connsiteY7" fmla="*/ 67676 h 88491"/>
                      <a:gd name="connsiteX8" fmla="*/ 1046 w 21117"/>
                      <a:gd name="connsiteY8" fmla="*/ 56650 h 88491"/>
                      <a:gd name="connsiteX9" fmla="*/ 0 w 21117"/>
                      <a:gd name="connsiteY9" fmla="*/ 44198 h 88491"/>
                      <a:gd name="connsiteX10" fmla="*/ 1046 w 21117"/>
                      <a:gd name="connsiteY10" fmla="*/ 31842 h 88491"/>
                      <a:gd name="connsiteX11" fmla="*/ 4186 w 21117"/>
                      <a:gd name="connsiteY11" fmla="*/ 20721 h 88491"/>
                      <a:gd name="connsiteX12" fmla="*/ 9227 w 21117"/>
                      <a:gd name="connsiteY12" fmla="*/ 10360 h 88491"/>
                      <a:gd name="connsiteX13" fmla="*/ 16076 w 21117"/>
                      <a:gd name="connsiteY13" fmla="*/ 95 h 88491"/>
                      <a:gd name="connsiteX14" fmla="*/ 20927 w 21117"/>
                      <a:gd name="connsiteY14" fmla="*/ 95 h 88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1117" h="88491">
                        <a:moveTo>
                          <a:pt x="21023" y="0"/>
                        </a:moveTo>
                        <a:cubicBezTo>
                          <a:pt x="16457" y="6558"/>
                          <a:pt x="12842" y="13687"/>
                          <a:pt x="10369" y="21196"/>
                        </a:cubicBezTo>
                        <a:cubicBezTo>
                          <a:pt x="7895" y="28705"/>
                          <a:pt x="6564" y="36499"/>
                          <a:pt x="6564" y="44579"/>
                        </a:cubicBezTo>
                        <a:cubicBezTo>
                          <a:pt x="6564" y="52658"/>
                          <a:pt x="7895" y="60167"/>
                          <a:pt x="10559" y="67581"/>
                        </a:cubicBezTo>
                        <a:cubicBezTo>
                          <a:pt x="13222" y="74995"/>
                          <a:pt x="16742" y="81933"/>
                          <a:pt x="21118" y="88492"/>
                        </a:cubicBezTo>
                        <a:lnTo>
                          <a:pt x="16266" y="88492"/>
                        </a:lnTo>
                        <a:cubicBezTo>
                          <a:pt x="13698" y="84880"/>
                          <a:pt x="11320" y="81363"/>
                          <a:pt x="9322" y="78036"/>
                        </a:cubicBezTo>
                        <a:cubicBezTo>
                          <a:pt x="7325" y="74615"/>
                          <a:pt x="5612" y="71193"/>
                          <a:pt x="4186" y="67676"/>
                        </a:cubicBezTo>
                        <a:cubicBezTo>
                          <a:pt x="2854" y="64159"/>
                          <a:pt x="1807" y="60452"/>
                          <a:pt x="1046" y="56650"/>
                        </a:cubicBezTo>
                        <a:cubicBezTo>
                          <a:pt x="285" y="52848"/>
                          <a:pt x="0" y="48666"/>
                          <a:pt x="0" y="44198"/>
                        </a:cubicBezTo>
                        <a:cubicBezTo>
                          <a:pt x="0" y="39731"/>
                          <a:pt x="381" y="35739"/>
                          <a:pt x="1046" y="31842"/>
                        </a:cubicBezTo>
                        <a:cubicBezTo>
                          <a:pt x="1807" y="28040"/>
                          <a:pt x="2854" y="24333"/>
                          <a:pt x="4186" y="20721"/>
                        </a:cubicBezTo>
                        <a:cubicBezTo>
                          <a:pt x="5517" y="17204"/>
                          <a:pt x="7229" y="13687"/>
                          <a:pt x="9227" y="10360"/>
                        </a:cubicBezTo>
                        <a:cubicBezTo>
                          <a:pt x="11225" y="6939"/>
                          <a:pt x="13508" y="3612"/>
                          <a:pt x="16076" y="95"/>
                        </a:cubicBezTo>
                        <a:lnTo>
                          <a:pt x="20927" y="95"/>
                        </a:lnTo>
                        <a:close/>
                      </a:path>
                    </a:pathLst>
                  </a:custGeom>
                  <a:solidFill>
                    <a:srgbClr val="000000"/>
                  </a:solidFill>
                  <a:ln w="9506" cap="flat">
                    <a:noFill/>
                    <a:prstDash val="solid"/>
                    <a:miter/>
                  </a:ln>
                </p:spPr>
                <p:txBody>
                  <a:bodyPr rtlCol="0" anchor="ctr"/>
                  <a:lstStyle/>
                  <a:p>
                    <a:endParaRPr lang="en-US"/>
                  </a:p>
                </p:txBody>
              </p:sp>
              <p:sp>
                <p:nvSpPr>
                  <p:cNvPr id="1480" name="Freeform 1479">
                    <a:extLst>
                      <a:ext uri="{FF2B5EF4-FFF2-40B4-BE49-F238E27FC236}">
                        <a16:creationId xmlns:a16="http://schemas.microsoft.com/office/drawing/2014/main" id="{3CC10EA1-B81A-C6C3-4983-47B66E0D36BB}"/>
                      </a:ext>
                    </a:extLst>
                  </p:cNvPr>
                  <p:cNvSpPr/>
                  <p:nvPr/>
                </p:nvSpPr>
                <p:spPr>
                  <a:xfrm>
                    <a:off x="8133492" y="4836600"/>
                    <a:ext cx="45279" cy="69862"/>
                  </a:xfrm>
                  <a:custGeom>
                    <a:avLst/>
                    <a:gdLst>
                      <a:gd name="connsiteX0" fmla="*/ 39572 w 45279"/>
                      <a:gd name="connsiteY0" fmla="*/ 0 h 69862"/>
                      <a:gd name="connsiteX1" fmla="*/ 45280 w 45279"/>
                      <a:gd name="connsiteY1" fmla="*/ 0 h 69862"/>
                      <a:gd name="connsiteX2" fmla="*/ 45280 w 45279"/>
                      <a:gd name="connsiteY2" fmla="*/ 68436 h 69862"/>
                      <a:gd name="connsiteX3" fmla="*/ 39572 w 45279"/>
                      <a:gd name="connsiteY3" fmla="*/ 68436 h 69862"/>
                      <a:gd name="connsiteX4" fmla="*/ 39572 w 45279"/>
                      <a:gd name="connsiteY4" fmla="*/ 59787 h 69862"/>
                      <a:gd name="connsiteX5" fmla="*/ 39382 w 45279"/>
                      <a:gd name="connsiteY5" fmla="*/ 59787 h 69862"/>
                      <a:gd name="connsiteX6" fmla="*/ 36243 w 45279"/>
                      <a:gd name="connsiteY6" fmla="*/ 64159 h 69862"/>
                      <a:gd name="connsiteX7" fmla="*/ 31962 w 45279"/>
                      <a:gd name="connsiteY7" fmla="*/ 67296 h 69862"/>
                      <a:gd name="connsiteX8" fmla="*/ 27206 w 45279"/>
                      <a:gd name="connsiteY8" fmla="*/ 69197 h 69862"/>
                      <a:gd name="connsiteX9" fmla="*/ 22355 w 45279"/>
                      <a:gd name="connsiteY9" fmla="*/ 69862 h 69862"/>
                      <a:gd name="connsiteX10" fmla="*/ 12176 w 45279"/>
                      <a:gd name="connsiteY10" fmla="*/ 67866 h 69862"/>
                      <a:gd name="connsiteX11" fmla="*/ 5232 w 45279"/>
                      <a:gd name="connsiteY11" fmla="*/ 62353 h 69862"/>
                      <a:gd name="connsiteX12" fmla="*/ 1237 w 45279"/>
                      <a:gd name="connsiteY12" fmla="*/ 54179 h 69862"/>
                      <a:gd name="connsiteX13" fmla="*/ 0 w 45279"/>
                      <a:gd name="connsiteY13" fmla="*/ 44008 h 69862"/>
                      <a:gd name="connsiteX14" fmla="*/ 1332 w 45279"/>
                      <a:gd name="connsiteY14" fmla="*/ 34123 h 69862"/>
                      <a:gd name="connsiteX15" fmla="*/ 5422 w 45279"/>
                      <a:gd name="connsiteY15" fmla="*/ 25759 h 69862"/>
                      <a:gd name="connsiteX16" fmla="*/ 12271 w 45279"/>
                      <a:gd name="connsiteY16" fmla="*/ 20056 h 69862"/>
                      <a:gd name="connsiteX17" fmla="*/ 21974 w 45279"/>
                      <a:gd name="connsiteY17" fmla="*/ 17965 h 69862"/>
                      <a:gd name="connsiteX18" fmla="*/ 31962 w 45279"/>
                      <a:gd name="connsiteY18" fmla="*/ 20246 h 69862"/>
                      <a:gd name="connsiteX19" fmla="*/ 39572 w 45279"/>
                      <a:gd name="connsiteY19" fmla="*/ 27185 h 69862"/>
                      <a:gd name="connsiteX20" fmla="*/ 39572 w 45279"/>
                      <a:gd name="connsiteY20" fmla="*/ 95 h 69862"/>
                      <a:gd name="connsiteX21" fmla="*/ 39572 w 45279"/>
                      <a:gd name="connsiteY21" fmla="*/ 43628 h 69862"/>
                      <a:gd name="connsiteX22" fmla="*/ 38431 w 45279"/>
                      <a:gd name="connsiteY22" fmla="*/ 35739 h 69862"/>
                      <a:gd name="connsiteX23" fmla="*/ 35101 w 45279"/>
                      <a:gd name="connsiteY23" fmla="*/ 29181 h 69862"/>
                      <a:gd name="connsiteX24" fmla="*/ 29869 w 45279"/>
                      <a:gd name="connsiteY24" fmla="*/ 24713 h 69862"/>
                      <a:gd name="connsiteX25" fmla="*/ 22830 w 45279"/>
                      <a:gd name="connsiteY25" fmla="*/ 23097 h 69862"/>
                      <a:gd name="connsiteX26" fmla="*/ 15125 w 45279"/>
                      <a:gd name="connsiteY26" fmla="*/ 24808 h 69862"/>
                      <a:gd name="connsiteX27" fmla="*/ 9798 w 45279"/>
                      <a:gd name="connsiteY27" fmla="*/ 29656 h 69862"/>
                      <a:gd name="connsiteX28" fmla="*/ 6754 w 45279"/>
                      <a:gd name="connsiteY28" fmla="*/ 36690 h 69862"/>
                      <a:gd name="connsiteX29" fmla="*/ 5993 w 45279"/>
                      <a:gd name="connsiteY29" fmla="*/ 45434 h 69862"/>
                      <a:gd name="connsiteX30" fmla="*/ 7230 w 45279"/>
                      <a:gd name="connsiteY30" fmla="*/ 53703 h 69862"/>
                      <a:gd name="connsiteX31" fmla="*/ 10844 w 45279"/>
                      <a:gd name="connsiteY31" fmla="*/ 59692 h 69862"/>
                      <a:gd name="connsiteX32" fmla="*/ 16171 w 45279"/>
                      <a:gd name="connsiteY32" fmla="*/ 63494 h 69862"/>
                      <a:gd name="connsiteX33" fmla="*/ 22830 w 45279"/>
                      <a:gd name="connsiteY33" fmla="*/ 64824 h 69862"/>
                      <a:gd name="connsiteX34" fmla="*/ 29964 w 45279"/>
                      <a:gd name="connsiteY34" fmla="*/ 63208 h 69862"/>
                      <a:gd name="connsiteX35" fmla="*/ 35197 w 45279"/>
                      <a:gd name="connsiteY35" fmla="*/ 58741 h 69862"/>
                      <a:gd name="connsiteX36" fmla="*/ 38336 w 45279"/>
                      <a:gd name="connsiteY36" fmla="*/ 52088 h 69862"/>
                      <a:gd name="connsiteX37" fmla="*/ 39477 w 45279"/>
                      <a:gd name="connsiteY37" fmla="*/ 43723 h 698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45279" h="69862">
                        <a:moveTo>
                          <a:pt x="39572" y="0"/>
                        </a:moveTo>
                        <a:lnTo>
                          <a:pt x="45280" y="0"/>
                        </a:lnTo>
                        <a:lnTo>
                          <a:pt x="45280" y="68436"/>
                        </a:lnTo>
                        <a:lnTo>
                          <a:pt x="39572" y="68436"/>
                        </a:lnTo>
                        <a:lnTo>
                          <a:pt x="39572" y="59787"/>
                        </a:lnTo>
                        <a:lnTo>
                          <a:pt x="39382" y="59787"/>
                        </a:lnTo>
                        <a:cubicBezTo>
                          <a:pt x="38526" y="61402"/>
                          <a:pt x="37479" y="62923"/>
                          <a:pt x="36243" y="64159"/>
                        </a:cubicBezTo>
                        <a:cubicBezTo>
                          <a:pt x="34911" y="65395"/>
                          <a:pt x="33484" y="66440"/>
                          <a:pt x="31962" y="67296"/>
                        </a:cubicBezTo>
                        <a:cubicBezTo>
                          <a:pt x="30440" y="68151"/>
                          <a:pt x="28823" y="68721"/>
                          <a:pt x="27206" y="69197"/>
                        </a:cubicBezTo>
                        <a:cubicBezTo>
                          <a:pt x="25589" y="69672"/>
                          <a:pt x="23972" y="69862"/>
                          <a:pt x="22355" y="69862"/>
                        </a:cubicBezTo>
                        <a:cubicBezTo>
                          <a:pt x="18359" y="69862"/>
                          <a:pt x="14935" y="69197"/>
                          <a:pt x="12176" y="67866"/>
                        </a:cubicBezTo>
                        <a:cubicBezTo>
                          <a:pt x="9417" y="66535"/>
                          <a:pt x="7039" y="64729"/>
                          <a:pt x="5232" y="62353"/>
                        </a:cubicBezTo>
                        <a:cubicBezTo>
                          <a:pt x="3424" y="60072"/>
                          <a:pt x="2093" y="57315"/>
                          <a:pt x="1237" y="54179"/>
                        </a:cubicBezTo>
                        <a:cubicBezTo>
                          <a:pt x="381" y="51042"/>
                          <a:pt x="0" y="47620"/>
                          <a:pt x="0" y="44008"/>
                        </a:cubicBezTo>
                        <a:cubicBezTo>
                          <a:pt x="0" y="40586"/>
                          <a:pt x="476" y="37260"/>
                          <a:pt x="1332" y="34123"/>
                        </a:cubicBezTo>
                        <a:cubicBezTo>
                          <a:pt x="2188" y="30986"/>
                          <a:pt x="3615" y="28230"/>
                          <a:pt x="5422" y="25759"/>
                        </a:cubicBezTo>
                        <a:cubicBezTo>
                          <a:pt x="7230" y="23382"/>
                          <a:pt x="9513" y="21481"/>
                          <a:pt x="12271" y="20056"/>
                        </a:cubicBezTo>
                        <a:cubicBezTo>
                          <a:pt x="15030" y="18630"/>
                          <a:pt x="18264" y="17965"/>
                          <a:pt x="21974" y="17965"/>
                        </a:cubicBezTo>
                        <a:cubicBezTo>
                          <a:pt x="25494" y="17965"/>
                          <a:pt x="28823" y="18725"/>
                          <a:pt x="31962" y="20246"/>
                        </a:cubicBezTo>
                        <a:cubicBezTo>
                          <a:pt x="35197" y="21767"/>
                          <a:pt x="37670" y="24143"/>
                          <a:pt x="39572" y="27185"/>
                        </a:cubicBezTo>
                        <a:lnTo>
                          <a:pt x="39572" y="95"/>
                        </a:lnTo>
                        <a:close/>
                        <a:moveTo>
                          <a:pt x="39572" y="43628"/>
                        </a:moveTo>
                        <a:cubicBezTo>
                          <a:pt x="39572" y="40872"/>
                          <a:pt x="39192" y="38210"/>
                          <a:pt x="38431" y="35739"/>
                        </a:cubicBezTo>
                        <a:cubicBezTo>
                          <a:pt x="37670" y="33268"/>
                          <a:pt x="36528" y="31081"/>
                          <a:pt x="35101" y="29181"/>
                        </a:cubicBezTo>
                        <a:cubicBezTo>
                          <a:pt x="33675" y="27279"/>
                          <a:pt x="31962" y="25854"/>
                          <a:pt x="29869" y="24713"/>
                        </a:cubicBezTo>
                        <a:cubicBezTo>
                          <a:pt x="27776" y="23573"/>
                          <a:pt x="25494" y="23097"/>
                          <a:pt x="22830" y="23097"/>
                        </a:cubicBezTo>
                        <a:cubicBezTo>
                          <a:pt x="19881" y="23097"/>
                          <a:pt x="17313" y="23667"/>
                          <a:pt x="15125" y="24808"/>
                        </a:cubicBezTo>
                        <a:cubicBezTo>
                          <a:pt x="12937" y="25949"/>
                          <a:pt x="11225" y="27565"/>
                          <a:pt x="9798" y="29656"/>
                        </a:cubicBezTo>
                        <a:cubicBezTo>
                          <a:pt x="8371" y="31747"/>
                          <a:pt x="7420" y="34028"/>
                          <a:pt x="6754" y="36690"/>
                        </a:cubicBezTo>
                        <a:cubicBezTo>
                          <a:pt x="6088" y="39351"/>
                          <a:pt x="5898" y="42298"/>
                          <a:pt x="5993" y="45434"/>
                        </a:cubicBezTo>
                        <a:cubicBezTo>
                          <a:pt x="5993" y="48571"/>
                          <a:pt x="6373" y="51327"/>
                          <a:pt x="7230" y="53703"/>
                        </a:cubicBezTo>
                        <a:cubicBezTo>
                          <a:pt x="8086" y="56080"/>
                          <a:pt x="9227" y="58076"/>
                          <a:pt x="10844" y="59692"/>
                        </a:cubicBezTo>
                        <a:cubicBezTo>
                          <a:pt x="12366" y="61308"/>
                          <a:pt x="14174" y="62638"/>
                          <a:pt x="16171" y="63494"/>
                        </a:cubicBezTo>
                        <a:cubicBezTo>
                          <a:pt x="18169" y="64349"/>
                          <a:pt x="20452" y="64824"/>
                          <a:pt x="22830" y="64824"/>
                        </a:cubicBezTo>
                        <a:cubicBezTo>
                          <a:pt x="25494" y="64824"/>
                          <a:pt x="27872" y="64254"/>
                          <a:pt x="29964" y="63208"/>
                        </a:cubicBezTo>
                        <a:cubicBezTo>
                          <a:pt x="32057" y="62163"/>
                          <a:pt x="33769" y="60642"/>
                          <a:pt x="35197" y="58741"/>
                        </a:cubicBezTo>
                        <a:cubicBezTo>
                          <a:pt x="36623" y="56840"/>
                          <a:pt x="37670" y="54654"/>
                          <a:pt x="38336" y="52088"/>
                        </a:cubicBezTo>
                        <a:cubicBezTo>
                          <a:pt x="39002" y="49521"/>
                          <a:pt x="39477" y="46765"/>
                          <a:pt x="39477" y="43723"/>
                        </a:cubicBezTo>
                        <a:close/>
                      </a:path>
                    </a:pathLst>
                  </a:custGeom>
                  <a:solidFill>
                    <a:srgbClr val="000000"/>
                  </a:solidFill>
                  <a:ln w="9506" cap="flat">
                    <a:noFill/>
                    <a:prstDash val="solid"/>
                    <a:miter/>
                  </a:ln>
                </p:spPr>
                <p:txBody>
                  <a:bodyPr rtlCol="0" anchor="ctr"/>
                  <a:lstStyle/>
                  <a:p>
                    <a:endParaRPr lang="en-US"/>
                  </a:p>
                </p:txBody>
              </p:sp>
              <p:sp>
                <p:nvSpPr>
                  <p:cNvPr id="1481" name="Freeform 1480">
                    <a:extLst>
                      <a:ext uri="{FF2B5EF4-FFF2-40B4-BE49-F238E27FC236}">
                        <a16:creationId xmlns:a16="http://schemas.microsoft.com/office/drawing/2014/main" id="{10A08FC5-A3F0-FE5B-4233-CF76883873BC}"/>
                      </a:ext>
                    </a:extLst>
                  </p:cNvPr>
                  <p:cNvSpPr/>
                  <p:nvPr/>
                </p:nvSpPr>
                <p:spPr>
                  <a:xfrm>
                    <a:off x="8191519" y="4834699"/>
                    <a:ext cx="21022" cy="88491"/>
                  </a:xfrm>
                  <a:custGeom>
                    <a:avLst/>
                    <a:gdLst>
                      <a:gd name="connsiteX0" fmla="*/ 95 w 21022"/>
                      <a:gd name="connsiteY0" fmla="*/ 88492 h 88491"/>
                      <a:gd name="connsiteX1" fmla="*/ 10749 w 21022"/>
                      <a:gd name="connsiteY1" fmla="*/ 67295 h 88491"/>
                      <a:gd name="connsiteX2" fmla="*/ 14554 w 21022"/>
                      <a:gd name="connsiteY2" fmla="*/ 43913 h 88491"/>
                      <a:gd name="connsiteX3" fmla="*/ 10559 w 21022"/>
                      <a:gd name="connsiteY3" fmla="*/ 20911 h 88491"/>
                      <a:gd name="connsiteX4" fmla="*/ 0 w 21022"/>
                      <a:gd name="connsiteY4" fmla="*/ 0 h 88491"/>
                      <a:gd name="connsiteX5" fmla="*/ 4851 w 21022"/>
                      <a:gd name="connsiteY5" fmla="*/ 0 h 88491"/>
                      <a:gd name="connsiteX6" fmla="*/ 11795 w 21022"/>
                      <a:gd name="connsiteY6" fmla="*/ 10455 h 88491"/>
                      <a:gd name="connsiteX7" fmla="*/ 16837 w 21022"/>
                      <a:gd name="connsiteY7" fmla="*/ 20816 h 88491"/>
                      <a:gd name="connsiteX8" fmla="*/ 19976 w 21022"/>
                      <a:gd name="connsiteY8" fmla="*/ 31842 h 88491"/>
                      <a:gd name="connsiteX9" fmla="*/ 21023 w 21022"/>
                      <a:gd name="connsiteY9" fmla="*/ 44293 h 88491"/>
                      <a:gd name="connsiteX10" fmla="*/ 19976 w 21022"/>
                      <a:gd name="connsiteY10" fmla="*/ 56650 h 88491"/>
                      <a:gd name="connsiteX11" fmla="*/ 16837 w 21022"/>
                      <a:gd name="connsiteY11" fmla="*/ 67771 h 88491"/>
                      <a:gd name="connsiteX12" fmla="*/ 11700 w 21022"/>
                      <a:gd name="connsiteY12" fmla="*/ 78131 h 88491"/>
                      <a:gd name="connsiteX13" fmla="*/ 4851 w 21022"/>
                      <a:gd name="connsiteY13" fmla="*/ 88397 h 88491"/>
                      <a:gd name="connsiteX14" fmla="*/ 0 w 21022"/>
                      <a:gd name="connsiteY14" fmla="*/ 88397 h 88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1022" h="88491">
                        <a:moveTo>
                          <a:pt x="95" y="88492"/>
                        </a:moveTo>
                        <a:cubicBezTo>
                          <a:pt x="4661" y="81933"/>
                          <a:pt x="8276" y="74805"/>
                          <a:pt x="10749" y="67295"/>
                        </a:cubicBezTo>
                        <a:cubicBezTo>
                          <a:pt x="13222" y="59786"/>
                          <a:pt x="14554" y="51992"/>
                          <a:pt x="14554" y="43913"/>
                        </a:cubicBezTo>
                        <a:cubicBezTo>
                          <a:pt x="14554" y="35834"/>
                          <a:pt x="13222" y="28325"/>
                          <a:pt x="10559" y="20911"/>
                        </a:cubicBezTo>
                        <a:cubicBezTo>
                          <a:pt x="7895" y="13497"/>
                          <a:pt x="4376" y="6558"/>
                          <a:pt x="0" y="0"/>
                        </a:cubicBezTo>
                        <a:lnTo>
                          <a:pt x="4851" y="0"/>
                        </a:lnTo>
                        <a:cubicBezTo>
                          <a:pt x="7420" y="3612"/>
                          <a:pt x="9798" y="7129"/>
                          <a:pt x="11795" y="10455"/>
                        </a:cubicBezTo>
                        <a:cubicBezTo>
                          <a:pt x="13793" y="13877"/>
                          <a:pt x="15506" y="17299"/>
                          <a:pt x="16837" y="20816"/>
                        </a:cubicBezTo>
                        <a:cubicBezTo>
                          <a:pt x="18169" y="24333"/>
                          <a:pt x="19215" y="28040"/>
                          <a:pt x="19976" y="31842"/>
                        </a:cubicBezTo>
                        <a:cubicBezTo>
                          <a:pt x="20737" y="35644"/>
                          <a:pt x="21023" y="39826"/>
                          <a:pt x="21023" y="44293"/>
                        </a:cubicBezTo>
                        <a:cubicBezTo>
                          <a:pt x="21023" y="48761"/>
                          <a:pt x="20642" y="52753"/>
                          <a:pt x="19976" y="56650"/>
                        </a:cubicBezTo>
                        <a:cubicBezTo>
                          <a:pt x="19310" y="60547"/>
                          <a:pt x="18169" y="64159"/>
                          <a:pt x="16837" y="67771"/>
                        </a:cubicBezTo>
                        <a:cubicBezTo>
                          <a:pt x="15506" y="71288"/>
                          <a:pt x="13793" y="74805"/>
                          <a:pt x="11700" y="78131"/>
                        </a:cubicBezTo>
                        <a:cubicBezTo>
                          <a:pt x="9703" y="81553"/>
                          <a:pt x="7420" y="84880"/>
                          <a:pt x="4851" y="88397"/>
                        </a:cubicBezTo>
                        <a:lnTo>
                          <a:pt x="0" y="88397"/>
                        </a:lnTo>
                        <a:close/>
                      </a:path>
                    </a:pathLst>
                  </a:custGeom>
                  <a:solidFill>
                    <a:srgbClr val="000000"/>
                  </a:solidFill>
                  <a:ln w="9506" cap="flat">
                    <a:noFill/>
                    <a:prstDash val="solid"/>
                    <a:miter/>
                  </a:ln>
                </p:spPr>
                <p:txBody>
                  <a:bodyPr rtlCol="0" anchor="ctr"/>
                  <a:lstStyle/>
                  <a:p>
                    <a:endParaRPr lang="en-US"/>
                  </a:p>
                </p:txBody>
              </p:sp>
            </p:grpSp>
            <p:grpSp>
              <p:nvGrpSpPr>
                <p:cNvPr id="1454" name="Graphic 14">
                  <a:extLst>
                    <a:ext uri="{FF2B5EF4-FFF2-40B4-BE49-F238E27FC236}">
                      <a16:creationId xmlns:a16="http://schemas.microsoft.com/office/drawing/2014/main" id="{782DE8CC-EA76-936A-335E-3CABC0CAD2C8}"/>
                    </a:ext>
                  </a:extLst>
                </p:cNvPr>
                <p:cNvGrpSpPr/>
                <p:nvPr/>
              </p:nvGrpSpPr>
              <p:grpSpPr>
                <a:xfrm rot="5400000">
                  <a:off x="9566531" y="5278396"/>
                  <a:ext cx="151641" cy="517378"/>
                  <a:chOff x="4501968" y="1615205"/>
                  <a:chExt cx="48819" cy="166563"/>
                </a:xfrm>
                <a:solidFill>
                  <a:srgbClr val="231F20"/>
                </a:solidFill>
              </p:grpSpPr>
              <p:sp>
                <p:nvSpPr>
                  <p:cNvPr id="1465" name="Freeform 1464">
                    <a:extLst>
                      <a:ext uri="{FF2B5EF4-FFF2-40B4-BE49-F238E27FC236}">
                        <a16:creationId xmlns:a16="http://schemas.microsoft.com/office/drawing/2014/main" id="{DA3AE844-B275-38B3-BFD3-FD15074CD0DF}"/>
                      </a:ext>
                    </a:extLst>
                  </p:cNvPr>
                  <p:cNvSpPr/>
                  <p:nvPr/>
                </p:nvSpPr>
                <p:spPr>
                  <a:xfrm>
                    <a:off x="4501968" y="1750117"/>
                    <a:ext cx="48792" cy="31651"/>
                  </a:xfrm>
                  <a:custGeom>
                    <a:avLst/>
                    <a:gdLst>
                      <a:gd name="connsiteX0" fmla="*/ 47850 w 48792"/>
                      <a:gd name="connsiteY0" fmla="*/ 27664 h 31651"/>
                      <a:gd name="connsiteX1" fmla="*/ 47850 w 48792"/>
                      <a:gd name="connsiteY1" fmla="*/ 31651 h 31651"/>
                      <a:gd name="connsiteX2" fmla="*/ 0 w 48792"/>
                      <a:gd name="connsiteY2" fmla="*/ 31651 h 31651"/>
                      <a:gd name="connsiteX3" fmla="*/ 0 w 48792"/>
                      <a:gd name="connsiteY3" fmla="*/ 27664 h 31651"/>
                      <a:gd name="connsiteX4" fmla="*/ 18941 w 48792"/>
                      <a:gd name="connsiteY4" fmla="*/ 27664 h 31651"/>
                      <a:gd name="connsiteX5" fmla="*/ 14123 w 48792"/>
                      <a:gd name="connsiteY5" fmla="*/ 22375 h 31651"/>
                      <a:gd name="connsiteX6" fmla="*/ 12489 w 48792"/>
                      <a:gd name="connsiteY6" fmla="*/ 15369 h 31651"/>
                      <a:gd name="connsiteX7" fmla="*/ 13984 w 48792"/>
                      <a:gd name="connsiteY7" fmla="*/ 8557 h 31651"/>
                      <a:gd name="connsiteX8" fmla="*/ 17972 w 48792"/>
                      <a:gd name="connsiteY8" fmla="*/ 3766 h 31651"/>
                      <a:gd name="connsiteX9" fmla="*/ 23787 w 48792"/>
                      <a:gd name="connsiteY9" fmla="*/ 941 h 31651"/>
                      <a:gd name="connsiteX10" fmla="*/ 30710 w 48792"/>
                      <a:gd name="connsiteY10" fmla="*/ 0 h 31651"/>
                      <a:gd name="connsiteX11" fmla="*/ 37826 w 48792"/>
                      <a:gd name="connsiteY11" fmla="*/ 858 h 31651"/>
                      <a:gd name="connsiteX12" fmla="*/ 43586 w 48792"/>
                      <a:gd name="connsiteY12" fmla="*/ 3628 h 31651"/>
                      <a:gd name="connsiteX13" fmla="*/ 47408 w 48792"/>
                      <a:gd name="connsiteY13" fmla="*/ 8446 h 31651"/>
                      <a:gd name="connsiteX14" fmla="*/ 48792 w 48792"/>
                      <a:gd name="connsiteY14" fmla="*/ 15563 h 31651"/>
                      <a:gd name="connsiteX15" fmla="*/ 48321 w 48792"/>
                      <a:gd name="connsiteY15" fmla="*/ 18941 h 31651"/>
                      <a:gd name="connsiteX16" fmla="*/ 46992 w 48792"/>
                      <a:gd name="connsiteY16" fmla="*/ 22292 h 31651"/>
                      <a:gd name="connsiteX17" fmla="*/ 44832 w 48792"/>
                      <a:gd name="connsiteY17" fmla="*/ 25282 h 31651"/>
                      <a:gd name="connsiteX18" fmla="*/ 41814 w 48792"/>
                      <a:gd name="connsiteY18" fmla="*/ 27497 h 31651"/>
                      <a:gd name="connsiteX19" fmla="*/ 41814 w 48792"/>
                      <a:gd name="connsiteY19" fmla="*/ 27636 h 31651"/>
                      <a:gd name="connsiteX20" fmla="*/ 47850 w 48792"/>
                      <a:gd name="connsiteY20" fmla="*/ 27636 h 31651"/>
                      <a:gd name="connsiteX21" fmla="*/ 30516 w 48792"/>
                      <a:gd name="connsiteY21" fmla="*/ 27664 h 31651"/>
                      <a:gd name="connsiteX22" fmla="*/ 36331 w 48792"/>
                      <a:gd name="connsiteY22" fmla="*/ 26888 h 31651"/>
                      <a:gd name="connsiteX23" fmla="*/ 40983 w 48792"/>
                      <a:gd name="connsiteY23" fmla="*/ 24673 h 31651"/>
                      <a:gd name="connsiteX24" fmla="*/ 44084 w 48792"/>
                      <a:gd name="connsiteY24" fmla="*/ 21018 h 31651"/>
                      <a:gd name="connsiteX25" fmla="*/ 45220 w 48792"/>
                      <a:gd name="connsiteY25" fmla="*/ 16033 h 31651"/>
                      <a:gd name="connsiteX26" fmla="*/ 44334 w 48792"/>
                      <a:gd name="connsiteY26" fmla="*/ 11381 h 31651"/>
                      <a:gd name="connsiteX27" fmla="*/ 41703 w 48792"/>
                      <a:gd name="connsiteY27" fmla="*/ 7670 h 31651"/>
                      <a:gd name="connsiteX28" fmla="*/ 37494 w 48792"/>
                      <a:gd name="connsiteY28" fmla="*/ 5178 h 31651"/>
                      <a:gd name="connsiteX29" fmla="*/ 31734 w 48792"/>
                      <a:gd name="connsiteY29" fmla="*/ 4292 h 31651"/>
                      <a:gd name="connsiteX30" fmla="*/ 25642 w 48792"/>
                      <a:gd name="connsiteY30" fmla="*/ 4818 h 31651"/>
                      <a:gd name="connsiteX31" fmla="*/ 20685 w 48792"/>
                      <a:gd name="connsiteY31" fmla="*/ 6951 h 31651"/>
                      <a:gd name="connsiteX32" fmla="*/ 17335 w 48792"/>
                      <a:gd name="connsiteY32" fmla="*/ 10717 h 31651"/>
                      <a:gd name="connsiteX33" fmla="*/ 16116 w 48792"/>
                      <a:gd name="connsiteY33" fmla="*/ 16061 h 31651"/>
                      <a:gd name="connsiteX34" fmla="*/ 17279 w 48792"/>
                      <a:gd name="connsiteY34" fmla="*/ 20935 h 31651"/>
                      <a:gd name="connsiteX35" fmla="*/ 20409 w 48792"/>
                      <a:gd name="connsiteY35" fmla="*/ 24590 h 31651"/>
                      <a:gd name="connsiteX36" fmla="*/ 25005 w 48792"/>
                      <a:gd name="connsiteY36" fmla="*/ 26888 h 31651"/>
                      <a:gd name="connsiteX37" fmla="*/ 30543 w 48792"/>
                      <a:gd name="connsiteY37" fmla="*/ 27691 h 316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48792" h="31651">
                        <a:moveTo>
                          <a:pt x="47850" y="27664"/>
                        </a:moveTo>
                        <a:lnTo>
                          <a:pt x="47850" y="31651"/>
                        </a:lnTo>
                        <a:lnTo>
                          <a:pt x="0" y="31651"/>
                        </a:lnTo>
                        <a:lnTo>
                          <a:pt x="0" y="27664"/>
                        </a:lnTo>
                        <a:lnTo>
                          <a:pt x="18941" y="27664"/>
                        </a:lnTo>
                        <a:cubicBezTo>
                          <a:pt x="16808" y="26390"/>
                          <a:pt x="15203" y="24618"/>
                          <a:pt x="14123" y="22375"/>
                        </a:cubicBezTo>
                        <a:cubicBezTo>
                          <a:pt x="13043" y="20132"/>
                          <a:pt x="12489" y="17806"/>
                          <a:pt x="12489" y="15369"/>
                        </a:cubicBezTo>
                        <a:cubicBezTo>
                          <a:pt x="12489" y="12766"/>
                          <a:pt x="12987" y="10495"/>
                          <a:pt x="13984" y="8557"/>
                        </a:cubicBezTo>
                        <a:cubicBezTo>
                          <a:pt x="14981" y="6618"/>
                          <a:pt x="16310" y="5040"/>
                          <a:pt x="17972" y="3766"/>
                        </a:cubicBezTo>
                        <a:cubicBezTo>
                          <a:pt x="19633" y="2492"/>
                          <a:pt x="21571" y="1551"/>
                          <a:pt x="23787" y="941"/>
                        </a:cubicBezTo>
                        <a:cubicBezTo>
                          <a:pt x="26002" y="332"/>
                          <a:pt x="28300" y="0"/>
                          <a:pt x="30710" y="0"/>
                        </a:cubicBezTo>
                        <a:cubicBezTo>
                          <a:pt x="33230" y="0"/>
                          <a:pt x="35611" y="277"/>
                          <a:pt x="37826" y="858"/>
                        </a:cubicBezTo>
                        <a:cubicBezTo>
                          <a:pt x="40042" y="1440"/>
                          <a:pt x="41952" y="2354"/>
                          <a:pt x="43586" y="3628"/>
                        </a:cubicBezTo>
                        <a:cubicBezTo>
                          <a:pt x="45192" y="4901"/>
                          <a:pt x="46466" y="6507"/>
                          <a:pt x="47408" y="8446"/>
                        </a:cubicBezTo>
                        <a:cubicBezTo>
                          <a:pt x="48349" y="10384"/>
                          <a:pt x="48792" y="12766"/>
                          <a:pt x="48792" y="15563"/>
                        </a:cubicBezTo>
                        <a:cubicBezTo>
                          <a:pt x="48792" y="16670"/>
                          <a:pt x="48626" y="17806"/>
                          <a:pt x="48321" y="18941"/>
                        </a:cubicBezTo>
                        <a:cubicBezTo>
                          <a:pt x="48017" y="20104"/>
                          <a:pt x="47574" y="21212"/>
                          <a:pt x="46992" y="22292"/>
                        </a:cubicBezTo>
                        <a:cubicBezTo>
                          <a:pt x="46411" y="23371"/>
                          <a:pt x="45691" y="24368"/>
                          <a:pt x="44832" y="25282"/>
                        </a:cubicBezTo>
                        <a:cubicBezTo>
                          <a:pt x="43974" y="26196"/>
                          <a:pt x="42949" y="26944"/>
                          <a:pt x="41814" y="27497"/>
                        </a:cubicBezTo>
                        <a:lnTo>
                          <a:pt x="41814" y="27636"/>
                        </a:lnTo>
                        <a:lnTo>
                          <a:pt x="47850" y="27636"/>
                        </a:lnTo>
                        <a:close/>
                        <a:moveTo>
                          <a:pt x="30516" y="27664"/>
                        </a:moveTo>
                        <a:cubicBezTo>
                          <a:pt x="32592" y="27664"/>
                          <a:pt x="34531" y="27414"/>
                          <a:pt x="36331" y="26888"/>
                        </a:cubicBezTo>
                        <a:cubicBezTo>
                          <a:pt x="38131" y="26362"/>
                          <a:pt x="39682" y="25642"/>
                          <a:pt x="40983" y="24673"/>
                        </a:cubicBezTo>
                        <a:cubicBezTo>
                          <a:pt x="42284" y="23704"/>
                          <a:pt x="43309" y="22485"/>
                          <a:pt x="44084" y="21018"/>
                        </a:cubicBezTo>
                        <a:cubicBezTo>
                          <a:pt x="44832" y="19550"/>
                          <a:pt x="45220" y="17889"/>
                          <a:pt x="45220" y="16033"/>
                        </a:cubicBezTo>
                        <a:cubicBezTo>
                          <a:pt x="45220" y="14344"/>
                          <a:pt x="44915" y="12793"/>
                          <a:pt x="44334" y="11381"/>
                        </a:cubicBezTo>
                        <a:cubicBezTo>
                          <a:pt x="43724" y="9969"/>
                          <a:pt x="42866" y="8723"/>
                          <a:pt x="41703" y="7670"/>
                        </a:cubicBezTo>
                        <a:cubicBezTo>
                          <a:pt x="40540" y="6618"/>
                          <a:pt x="39156" y="5787"/>
                          <a:pt x="37494" y="5178"/>
                        </a:cubicBezTo>
                        <a:cubicBezTo>
                          <a:pt x="35832" y="4569"/>
                          <a:pt x="33922" y="4292"/>
                          <a:pt x="31734" y="4292"/>
                        </a:cubicBezTo>
                        <a:cubicBezTo>
                          <a:pt x="29574" y="4209"/>
                          <a:pt x="27525" y="4375"/>
                          <a:pt x="25642" y="4818"/>
                        </a:cubicBezTo>
                        <a:cubicBezTo>
                          <a:pt x="23759" y="5261"/>
                          <a:pt x="22098" y="5981"/>
                          <a:pt x="20685" y="6951"/>
                        </a:cubicBezTo>
                        <a:cubicBezTo>
                          <a:pt x="19273" y="7920"/>
                          <a:pt x="18138" y="9166"/>
                          <a:pt x="17335" y="10717"/>
                        </a:cubicBezTo>
                        <a:cubicBezTo>
                          <a:pt x="16504" y="12240"/>
                          <a:pt x="16116" y="14039"/>
                          <a:pt x="16116" y="16061"/>
                        </a:cubicBezTo>
                        <a:cubicBezTo>
                          <a:pt x="16116" y="17889"/>
                          <a:pt x="16504" y="19495"/>
                          <a:pt x="17279" y="20935"/>
                        </a:cubicBezTo>
                        <a:cubicBezTo>
                          <a:pt x="18054" y="22375"/>
                          <a:pt x="19107" y="23593"/>
                          <a:pt x="20409" y="24590"/>
                        </a:cubicBezTo>
                        <a:cubicBezTo>
                          <a:pt x="21710" y="25587"/>
                          <a:pt x="23233" y="26362"/>
                          <a:pt x="25005" y="26888"/>
                        </a:cubicBezTo>
                        <a:cubicBezTo>
                          <a:pt x="26750" y="27414"/>
                          <a:pt x="28605" y="27691"/>
                          <a:pt x="30543" y="27691"/>
                        </a:cubicBezTo>
                        <a:close/>
                      </a:path>
                    </a:pathLst>
                  </a:custGeom>
                  <a:solidFill>
                    <a:srgbClr val="231F20"/>
                  </a:solidFill>
                  <a:ln w="2767" cap="flat">
                    <a:noFill/>
                    <a:prstDash val="solid"/>
                    <a:miter/>
                  </a:ln>
                </p:spPr>
                <p:txBody>
                  <a:bodyPr rtlCol="0" anchor="ctr"/>
                  <a:lstStyle/>
                  <a:p>
                    <a:endParaRPr lang="en-US"/>
                  </a:p>
                </p:txBody>
              </p:sp>
              <p:sp>
                <p:nvSpPr>
                  <p:cNvPr id="1466" name="Freeform 1465">
                    <a:extLst>
                      <a:ext uri="{FF2B5EF4-FFF2-40B4-BE49-F238E27FC236}">
                        <a16:creationId xmlns:a16="http://schemas.microsoft.com/office/drawing/2014/main" id="{C4F60CE3-0184-F87C-D43C-B9532E3EB534}"/>
                      </a:ext>
                    </a:extLst>
                  </p:cNvPr>
                  <p:cNvSpPr/>
                  <p:nvPr/>
                </p:nvSpPr>
                <p:spPr>
                  <a:xfrm>
                    <a:off x="4514485" y="1712510"/>
                    <a:ext cx="36303" cy="30988"/>
                  </a:xfrm>
                  <a:custGeom>
                    <a:avLst/>
                    <a:gdLst>
                      <a:gd name="connsiteX0" fmla="*/ 19052 w 36303"/>
                      <a:gd name="connsiteY0" fmla="*/ 26668 h 30988"/>
                      <a:gd name="connsiteX1" fmla="*/ 24341 w 36303"/>
                      <a:gd name="connsiteY1" fmla="*/ 25948 h 30988"/>
                      <a:gd name="connsiteX2" fmla="*/ 28661 w 36303"/>
                      <a:gd name="connsiteY2" fmla="*/ 23789 h 30988"/>
                      <a:gd name="connsiteX3" fmla="*/ 31596 w 36303"/>
                      <a:gd name="connsiteY3" fmla="*/ 20161 h 30988"/>
                      <a:gd name="connsiteX4" fmla="*/ 32704 w 36303"/>
                      <a:gd name="connsiteY4" fmla="*/ 15121 h 30988"/>
                      <a:gd name="connsiteX5" fmla="*/ 30655 w 36303"/>
                      <a:gd name="connsiteY5" fmla="*/ 8420 h 30988"/>
                      <a:gd name="connsiteX6" fmla="*/ 24812 w 36303"/>
                      <a:gd name="connsiteY6" fmla="*/ 4709 h 30988"/>
                      <a:gd name="connsiteX7" fmla="*/ 24812 w 36303"/>
                      <a:gd name="connsiteY7" fmla="*/ 251 h 30988"/>
                      <a:gd name="connsiteX8" fmla="*/ 29353 w 36303"/>
                      <a:gd name="connsiteY8" fmla="*/ 2189 h 30988"/>
                      <a:gd name="connsiteX9" fmla="*/ 33008 w 36303"/>
                      <a:gd name="connsiteY9" fmla="*/ 5180 h 30988"/>
                      <a:gd name="connsiteX10" fmla="*/ 35445 w 36303"/>
                      <a:gd name="connsiteY10" fmla="*/ 9444 h 30988"/>
                      <a:gd name="connsiteX11" fmla="*/ 36304 w 36303"/>
                      <a:gd name="connsiteY11" fmla="*/ 15149 h 30988"/>
                      <a:gd name="connsiteX12" fmla="*/ 34919 w 36303"/>
                      <a:gd name="connsiteY12" fmla="*/ 22265 h 30988"/>
                      <a:gd name="connsiteX13" fmla="*/ 31098 w 36303"/>
                      <a:gd name="connsiteY13" fmla="*/ 27195 h 30988"/>
                      <a:gd name="connsiteX14" fmla="*/ 25393 w 36303"/>
                      <a:gd name="connsiteY14" fmla="*/ 30047 h 30988"/>
                      <a:gd name="connsiteX15" fmla="*/ 18304 w 36303"/>
                      <a:gd name="connsiteY15" fmla="*/ 30988 h 30988"/>
                      <a:gd name="connsiteX16" fmla="*/ 11187 w 36303"/>
                      <a:gd name="connsiteY16" fmla="*/ 29881 h 30988"/>
                      <a:gd name="connsiteX17" fmla="*/ 5372 w 36303"/>
                      <a:gd name="connsiteY17" fmla="*/ 26752 h 30988"/>
                      <a:gd name="connsiteX18" fmla="*/ 1440 w 36303"/>
                      <a:gd name="connsiteY18" fmla="*/ 21795 h 30988"/>
                      <a:gd name="connsiteX19" fmla="*/ 0 w 36303"/>
                      <a:gd name="connsiteY19" fmla="*/ 15149 h 30988"/>
                      <a:gd name="connsiteX20" fmla="*/ 4874 w 36303"/>
                      <a:gd name="connsiteY20" fmla="*/ 3989 h 30988"/>
                      <a:gd name="connsiteX21" fmla="*/ 19052 w 36303"/>
                      <a:gd name="connsiteY21" fmla="*/ 2 h 30988"/>
                      <a:gd name="connsiteX22" fmla="*/ 19052 w 36303"/>
                      <a:gd name="connsiteY22" fmla="*/ 26724 h 30988"/>
                      <a:gd name="connsiteX23" fmla="*/ 15729 w 36303"/>
                      <a:gd name="connsiteY23" fmla="*/ 4211 h 30988"/>
                      <a:gd name="connsiteX24" fmla="*/ 10966 w 36303"/>
                      <a:gd name="connsiteY24" fmla="*/ 4903 h 30988"/>
                      <a:gd name="connsiteX25" fmla="*/ 7117 w 36303"/>
                      <a:gd name="connsiteY25" fmla="*/ 6952 h 30988"/>
                      <a:gd name="connsiteX26" fmla="*/ 4514 w 36303"/>
                      <a:gd name="connsiteY26" fmla="*/ 10386 h 30988"/>
                      <a:gd name="connsiteX27" fmla="*/ 3545 w 36303"/>
                      <a:gd name="connsiteY27" fmla="*/ 15093 h 30988"/>
                      <a:gd name="connsiteX28" fmla="*/ 4541 w 36303"/>
                      <a:gd name="connsiteY28" fmla="*/ 19773 h 30988"/>
                      <a:gd name="connsiteX29" fmla="*/ 7200 w 36303"/>
                      <a:gd name="connsiteY29" fmla="*/ 23235 h 30988"/>
                      <a:gd name="connsiteX30" fmla="*/ 11049 w 36303"/>
                      <a:gd name="connsiteY30" fmla="*/ 25533 h 30988"/>
                      <a:gd name="connsiteX31" fmla="*/ 15701 w 36303"/>
                      <a:gd name="connsiteY31" fmla="*/ 26668 h 30988"/>
                      <a:gd name="connsiteX32" fmla="*/ 15701 w 36303"/>
                      <a:gd name="connsiteY32" fmla="*/ 4211 h 30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6303" h="30988">
                        <a:moveTo>
                          <a:pt x="19052" y="26668"/>
                        </a:moveTo>
                        <a:cubicBezTo>
                          <a:pt x="20907" y="26668"/>
                          <a:pt x="22679" y="26419"/>
                          <a:pt x="24341" y="25948"/>
                        </a:cubicBezTo>
                        <a:cubicBezTo>
                          <a:pt x="26002" y="25450"/>
                          <a:pt x="27442" y="24730"/>
                          <a:pt x="28661" y="23789"/>
                        </a:cubicBezTo>
                        <a:cubicBezTo>
                          <a:pt x="29879" y="22847"/>
                          <a:pt x="30848" y="21629"/>
                          <a:pt x="31596" y="20161"/>
                        </a:cubicBezTo>
                        <a:cubicBezTo>
                          <a:pt x="32316" y="18693"/>
                          <a:pt x="32704" y="17004"/>
                          <a:pt x="32704" y="15121"/>
                        </a:cubicBezTo>
                        <a:cubicBezTo>
                          <a:pt x="32704" y="12518"/>
                          <a:pt x="32011" y="10275"/>
                          <a:pt x="30655" y="8420"/>
                        </a:cubicBezTo>
                        <a:cubicBezTo>
                          <a:pt x="29270" y="6564"/>
                          <a:pt x="27332" y="5318"/>
                          <a:pt x="24812" y="4709"/>
                        </a:cubicBezTo>
                        <a:lnTo>
                          <a:pt x="24812" y="251"/>
                        </a:lnTo>
                        <a:cubicBezTo>
                          <a:pt x="26445" y="749"/>
                          <a:pt x="27969" y="1386"/>
                          <a:pt x="29353" y="2189"/>
                        </a:cubicBezTo>
                        <a:cubicBezTo>
                          <a:pt x="30738" y="2992"/>
                          <a:pt x="31956" y="3989"/>
                          <a:pt x="33008" y="5180"/>
                        </a:cubicBezTo>
                        <a:cubicBezTo>
                          <a:pt x="34060" y="6371"/>
                          <a:pt x="34864" y="7783"/>
                          <a:pt x="35445" y="9444"/>
                        </a:cubicBezTo>
                        <a:cubicBezTo>
                          <a:pt x="36026" y="11078"/>
                          <a:pt x="36304" y="12989"/>
                          <a:pt x="36304" y="15149"/>
                        </a:cubicBezTo>
                        <a:cubicBezTo>
                          <a:pt x="36304" y="17890"/>
                          <a:pt x="35833" y="20272"/>
                          <a:pt x="34919" y="22265"/>
                        </a:cubicBezTo>
                        <a:cubicBezTo>
                          <a:pt x="33977" y="24259"/>
                          <a:pt x="32704" y="25893"/>
                          <a:pt x="31098" y="27195"/>
                        </a:cubicBezTo>
                        <a:cubicBezTo>
                          <a:pt x="29491" y="28468"/>
                          <a:pt x="27581" y="29438"/>
                          <a:pt x="25393" y="30047"/>
                        </a:cubicBezTo>
                        <a:cubicBezTo>
                          <a:pt x="23205" y="30656"/>
                          <a:pt x="20852" y="30988"/>
                          <a:pt x="18304" y="30988"/>
                        </a:cubicBezTo>
                        <a:cubicBezTo>
                          <a:pt x="15757" y="30988"/>
                          <a:pt x="13403" y="30628"/>
                          <a:pt x="11187" y="29881"/>
                        </a:cubicBezTo>
                        <a:cubicBezTo>
                          <a:pt x="8972" y="29161"/>
                          <a:pt x="7034" y="28108"/>
                          <a:pt x="5372" y="26752"/>
                        </a:cubicBezTo>
                        <a:cubicBezTo>
                          <a:pt x="3711" y="25395"/>
                          <a:pt x="2409" y="23761"/>
                          <a:pt x="1440" y="21795"/>
                        </a:cubicBezTo>
                        <a:cubicBezTo>
                          <a:pt x="499" y="19856"/>
                          <a:pt x="0" y="17641"/>
                          <a:pt x="0" y="15149"/>
                        </a:cubicBezTo>
                        <a:cubicBezTo>
                          <a:pt x="0" y="10414"/>
                          <a:pt x="1634" y="6675"/>
                          <a:pt x="4874" y="3989"/>
                        </a:cubicBezTo>
                        <a:cubicBezTo>
                          <a:pt x="8141" y="1275"/>
                          <a:pt x="12849" y="-54"/>
                          <a:pt x="19052" y="2"/>
                        </a:cubicBezTo>
                        <a:lnTo>
                          <a:pt x="19052" y="26724"/>
                        </a:lnTo>
                        <a:close/>
                        <a:moveTo>
                          <a:pt x="15729" y="4211"/>
                        </a:moveTo>
                        <a:cubicBezTo>
                          <a:pt x="14040" y="4211"/>
                          <a:pt x="12461" y="4432"/>
                          <a:pt x="10966" y="4903"/>
                        </a:cubicBezTo>
                        <a:cubicBezTo>
                          <a:pt x="9471" y="5374"/>
                          <a:pt x="8197" y="6066"/>
                          <a:pt x="7117" y="6952"/>
                        </a:cubicBezTo>
                        <a:cubicBezTo>
                          <a:pt x="6037" y="7866"/>
                          <a:pt x="5179" y="9001"/>
                          <a:pt x="4514" y="10386"/>
                        </a:cubicBezTo>
                        <a:cubicBezTo>
                          <a:pt x="3877" y="11770"/>
                          <a:pt x="3545" y="13321"/>
                          <a:pt x="3545" y="15093"/>
                        </a:cubicBezTo>
                        <a:cubicBezTo>
                          <a:pt x="3545" y="16866"/>
                          <a:pt x="3877" y="18416"/>
                          <a:pt x="4541" y="19773"/>
                        </a:cubicBezTo>
                        <a:cubicBezTo>
                          <a:pt x="5206" y="21130"/>
                          <a:pt x="6092" y="22265"/>
                          <a:pt x="7200" y="23235"/>
                        </a:cubicBezTo>
                        <a:cubicBezTo>
                          <a:pt x="8307" y="24176"/>
                          <a:pt x="9581" y="24952"/>
                          <a:pt x="11049" y="25533"/>
                        </a:cubicBezTo>
                        <a:cubicBezTo>
                          <a:pt x="12517" y="26115"/>
                          <a:pt x="14067" y="26475"/>
                          <a:pt x="15701" y="26668"/>
                        </a:cubicBezTo>
                        <a:lnTo>
                          <a:pt x="15701" y="4211"/>
                        </a:lnTo>
                        <a:close/>
                      </a:path>
                    </a:pathLst>
                  </a:custGeom>
                  <a:solidFill>
                    <a:srgbClr val="231F20"/>
                  </a:solidFill>
                  <a:ln w="2767" cap="flat">
                    <a:noFill/>
                    <a:prstDash val="solid"/>
                    <a:miter/>
                  </a:ln>
                </p:spPr>
                <p:txBody>
                  <a:bodyPr rtlCol="0" anchor="ctr"/>
                  <a:lstStyle/>
                  <a:p>
                    <a:endParaRPr lang="en-US"/>
                  </a:p>
                </p:txBody>
              </p:sp>
              <p:sp>
                <p:nvSpPr>
                  <p:cNvPr id="1467" name="Freeform 1466">
                    <a:extLst>
                      <a:ext uri="{FF2B5EF4-FFF2-40B4-BE49-F238E27FC236}">
                        <a16:creationId xmlns:a16="http://schemas.microsoft.com/office/drawing/2014/main" id="{670FFF61-4A90-813F-37D7-377C23673B5B}"/>
                      </a:ext>
                    </a:extLst>
                  </p:cNvPr>
                  <p:cNvSpPr/>
                  <p:nvPr/>
                </p:nvSpPr>
                <p:spPr>
                  <a:xfrm>
                    <a:off x="4505817" y="1692574"/>
                    <a:ext cx="44942" cy="15534"/>
                  </a:xfrm>
                  <a:custGeom>
                    <a:avLst/>
                    <a:gdLst>
                      <a:gd name="connsiteX0" fmla="*/ 44140 w 44942"/>
                      <a:gd name="connsiteY0" fmla="*/ 0 h 15534"/>
                      <a:gd name="connsiteX1" fmla="*/ 44611 w 44942"/>
                      <a:gd name="connsiteY1" fmla="*/ 1938 h 15534"/>
                      <a:gd name="connsiteX2" fmla="*/ 44943 w 44942"/>
                      <a:gd name="connsiteY2" fmla="*/ 4597 h 15534"/>
                      <a:gd name="connsiteX3" fmla="*/ 43448 w 44942"/>
                      <a:gd name="connsiteY3" fmla="*/ 9138 h 15534"/>
                      <a:gd name="connsiteX4" fmla="*/ 38103 w 44942"/>
                      <a:gd name="connsiteY4" fmla="*/ 10689 h 15534"/>
                      <a:gd name="connsiteX5" fmla="*/ 12904 w 44942"/>
                      <a:gd name="connsiteY5" fmla="*/ 10689 h 15534"/>
                      <a:gd name="connsiteX6" fmla="*/ 12904 w 44942"/>
                      <a:gd name="connsiteY6" fmla="*/ 15535 h 15534"/>
                      <a:gd name="connsiteX7" fmla="*/ 9581 w 44942"/>
                      <a:gd name="connsiteY7" fmla="*/ 15535 h 15534"/>
                      <a:gd name="connsiteX8" fmla="*/ 9581 w 44942"/>
                      <a:gd name="connsiteY8" fmla="*/ 10689 h 15534"/>
                      <a:gd name="connsiteX9" fmla="*/ 0 w 44942"/>
                      <a:gd name="connsiteY9" fmla="*/ 10689 h 15534"/>
                      <a:gd name="connsiteX10" fmla="*/ 0 w 44942"/>
                      <a:gd name="connsiteY10" fmla="*/ 6701 h 15534"/>
                      <a:gd name="connsiteX11" fmla="*/ 9581 w 44942"/>
                      <a:gd name="connsiteY11" fmla="*/ 6701 h 15534"/>
                      <a:gd name="connsiteX12" fmla="*/ 9581 w 44942"/>
                      <a:gd name="connsiteY12" fmla="*/ 249 h 15534"/>
                      <a:gd name="connsiteX13" fmla="*/ 12904 w 44942"/>
                      <a:gd name="connsiteY13" fmla="*/ 249 h 15534"/>
                      <a:gd name="connsiteX14" fmla="*/ 12904 w 44942"/>
                      <a:gd name="connsiteY14" fmla="*/ 6701 h 15534"/>
                      <a:gd name="connsiteX15" fmla="*/ 36497 w 44942"/>
                      <a:gd name="connsiteY15" fmla="*/ 6701 h 15534"/>
                      <a:gd name="connsiteX16" fmla="*/ 38685 w 44942"/>
                      <a:gd name="connsiteY16" fmla="*/ 6646 h 15534"/>
                      <a:gd name="connsiteX17" fmla="*/ 40208 w 44942"/>
                      <a:gd name="connsiteY17" fmla="*/ 6258 h 15534"/>
                      <a:gd name="connsiteX18" fmla="*/ 41066 w 44942"/>
                      <a:gd name="connsiteY18" fmla="*/ 5234 h 15534"/>
                      <a:gd name="connsiteX19" fmla="*/ 41343 w 44942"/>
                      <a:gd name="connsiteY19" fmla="*/ 3268 h 15534"/>
                      <a:gd name="connsiteX20" fmla="*/ 41204 w 44942"/>
                      <a:gd name="connsiteY20" fmla="*/ 1634 h 15534"/>
                      <a:gd name="connsiteX21" fmla="*/ 40872 w 44942"/>
                      <a:gd name="connsiteY21" fmla="*/ 0 h 15534"/>
                      <a:gd name="connsiteX22" fmla="*/ 44140 w 44942"/>
                      <a:gd name="connsiteY22" fmla="*/ 0 h 15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4942" h="15534">
                        <a:moveTo>
                          <a:pt x="44140" y="0"/>
                        </a:moveTo>
                        <a:cubicBezTo>
                          <a:pt x="44223" y="498"/>
                          <a:pt x="44389" y="1135"/>
                          <a:pt x="44611" y="1938"/>
                        </a:cubicBezTo>
                        <a:cubicBezTo>
                          <a:pt x="44832" y="2741"/>
                          <a:pt x="44943" y="3628"/>
                          <a:pt x="44943" y="4597"/>
                        </a:cubicBezTo>
                        <a:cubicBezTo>
                          <a:pt x="44943" y="6591"/>
                          <a:pt x="44444" y="8114"/>
                          <a:pt x="43448" y="9138"/>
                        </a:cubicBezTo>
                        <a:cubicBezTo>
                          <a:pt x="42451" y="10163"/>
                          <a:pt x="40678" y="10689"/>
                          <a:pt x="38103" y="10689"/>
                        </a:cubicBezTo>
                        <a:lnTo>
                          <a:pt x="12904" y="10689"/>
                        </a:lnTo>
                        <a:lnTo>
                          <a:pt x="12904" y="15535"/>
                        </a:lnTo>
                        <a:lnTo>
                          <a:pt x="9581" y="15535"/>
                        </a:lnTo>
                        <a:lnTo>
                          <a:pt x="9581" y="10689"/>
                        </a:lnTo>
                        <a:lnTo>
                          <a:pt x="0" y="10689"/>
                        </a:lnTo>
                        <a:lnTo>
                          <a:pt x="0" y="6701"/>
                        </a:lnTo>
                        <a:lnTo>
                          <a:pt x="9581" y="6701"/>
                        </a:lnTo>
                        <a:lnTo>
                          <a:pt x="9581" y="249"/>
                        </a:lnTo>
                        <a:lnTo>
                          <a:pt x="12904" y="249"/>
                        </a:lnTo>
                        <a:lnTo>
                          <a:pt x="12904" y="6701"/>
                        </a:lnTo>
                        <a:lnTo>
                          <a:pt x="36497" y="6701"/>
                        </a:lnTo>
                        <a:cubicBezTo>
                          <a:pt x="37328" y="6701"/>
                          <a:pt x="38076" y="6701"/>
                          <a:pt x="38685" y="6646"/>
                        </a:cubicBezTo>
                        <a:cubicBezTo>
                          <a:pt x="39294" y="6591"/>
                          <a:pt x="39820" y="6480"/>
                          <a:pt x="40208" y="6258"/>
                        </a:cubicBezTo>
                        <a:cubicBezTo>
                          <a:pt x="40595" y="6037"/>
                          <a:pt x="40900" y="5704"/>
                          <a:pt x="41066" y="5234"/>
                        </a:cubicBezTo>
                        <a:cubicBezTo>
                          <a:pt x="41232" y="4763"/>
                          <a:pt x="41343" y="4126"/>
                          <a:pt x="41343" y="3268"/>
                        </a:cubicBezTo>
                        <a:cubicBezTo>
                          <a:pt x="41343" y="2741"/>
                          <a:pt x="41288" y="2188"/>
                          <a:pt x="41204" y="1634"/>
                        </a:cubicBezTo>
                        <a:cubicBezTo>
                          <a:pt x="41122" y="1080"/>
                          <a:pt x="41011" y="526"/>
                          <a:pt x="40872" y="0"/>
                        </a:cubicBezTo>
                        <a:lnTo>
                          <a:pt x="44140" y="0"/>
                        </a:lnTo>
                        <a:close/>
                      </a:path>
                    </a:pathLst>
                  </a:custGeom>
                  <a:solidFill>
                    <a:srgbClr val="231F20"/>
                  </a:solidFill>
                  <a:ln w="2767" cap="flat">
                    <a:noFill/>
                    <a:prstDash val="solid"/>
                    <a:miter/>
                  </a:ln>
                </p:spPr>
                <p:txBody>
                  <a:bodyPr rtlCol="0" anchor="ctr"/>
                  <a:lstStyle/>
                  <a:p>
                    <a:endParaRPr lang="en-US"/>
                  </a:p>
                </p:txBody>
              </p:sp>
              <p:sp>
                <p:nvSpPr>
                  <p:cNvPr id="1468" name="Freeform 1467">
                    <a:extLst>
                      <a:ext uri="{FF2B5EF4-FFF2-40B4-BE49-F238E27FC236}">
                        <a16:creationId xmlns:a16="http://schemas.microsoft.com/office/drawing/2014/main" id="{1D0E545B-83CD-BCF9-A6E9-748D37EA970F}"/>
                      </a:ext>
                    </a:extLst>
                  </p:cNvPr>
                  <p:cNvSpPr/>
                  <p:nvPr/>
                </p:nvSpPr>
                <p:spPr>
                  <a:xfrm>
                    <a:off x="4505817" y="1674104"/>
                    <a:ext cx="44942" cy="15534"/>
                  </a:xfrm>
                  <a:custGeom>
                    <a:avLst/>
                    <a:gdLst>
                      <a:gd name="connsiteX0" fmla="*/ 44140 w 44942"/>
                      <a:gd name="connsiteY0" fmla="*/ 0 h 15534"/>
                      <a:gd name="connsiteX1" fmla="*/ 44611 w 44942"/>
                      <a:gd name="connsiteY1" fmla="*/ 1938 h 15534"/>
                      <a:gd name="connsiteX2" fmla="*/ 44943 w 44942"/>
                      <a:gd name="connsiteY2" fmla="*/ 4597 h 15534"/>
                      <a:gd name="connsiteX3" fmla="*/ 43448 w 44942"/>
                      <a:gd name="connsiteY3" fmla="*/ 9138 h 15534"/>
                      <a:gd name="connsiteX4" fmla="*/ 38103 w 44942"/>
                      <a:gd name="connsiteY4" fmla="*/ 10689 h 15534"/>
                      <a:gd name="connsiteX5" fmla="*/ 12904 w 44942"/>
                      <a:gd name="connsiteY5" fmla="*/ 10689 h 15534"/>
                      <a:gd name="connsiteX6" fmla="*/ 12904 w 44942"/>
                      <a:gd name="connsiteY6" fmla="*/ 15535 h 15534"/>
                      <a:gd name="connsiteX7" fmla="*/ 9581 w 44942"/>
                      <a:gd name="connsiteY7" fmla="*/ 15535 h 15534"/>
                      <a:gd name="connsiteX8" fmla="*/ 9581 w 44942"/>
                      <a:gd name="connsiteY8" fmla="*/ 10689 h 15534"/>
                      <a:gd name="connsiteX9" fmla="*/ 0 w 44942"/>
                      <a:gd name="connsiteY9" fmla="*/ 10689 h 15534"/>
                      <a:gd name="connsiteX10" fmla="*/ 0 w 44942"/>
                      <a:gd name="connsiteY10" fmla="*/ 6701 h 15534"/>
                      <a:gd name="connsiteX11" fmla="*/ 9581 w 44942"/>
                      <a:gd name="connsiteY11" fmla="*/ 6701 h 15534"/>
                      <a:gd name="connsiteX12" fmla="*/ 9581 w 44942"/>
                      <a:gd name="connsiteY12" fmla="*/ 249 h 15534"/>
                      <a:gd name="connsiteX13" fmla="*/ 12904 w 44942"/>
                      <a:gd name="connsiteY13" fmla="*/ 249 h 15534"/>
                      <a:gd name="connsiteX14" fmla="*/ 12904 w 44942"/>
                      <a:gd name="connsiteY14" fmla="*/ 6701 h 15534"/>
                      <a:gd name="connsiteX15" fmla="*/ 36497 w 44942"/>
                      <a:gd name="connsiteY15" fmla="*/ 6701 h 15534"/>
                      <a:gd name="connsiteX16" fmla="*/ 38685 w 44942"/>
                      <a:gd name="connsiteY16" fmla="*/ 6646 h 15534"/>
                      <a:gd name="connsiteX17" fmla="*/ 40208 w 44942"/>
                      <a:gd name="connsiteY17" fmla="*/ 6258 h 15534"/>
                      <a:gd name="connsiteX18" fmla="*/ 41066 w 44942"/>
                      <a:gd name="connsiteY18" fmla="*/ 5234 h 15534"/>
                      <a:gd name="connsiteX19" fmla="*/ 41343 w 44942"/>
                      <a:gd name="connsiteY19" fmla="*/ 3268 h 15534"/>
                      <a:gd name="connsiteX20" fmla="*/ 41204 w 44942"/>
                      <a:gd name="connsiteY20" fmla="*/ 1634 h 15534"/>
                      <a:gd name="connsiteX21" fmla="*/ 40872 w 44942"/>
                      <a:gd name="connsiteY21" fmla="*/ 0 h 15534"/>
                      <a:gd name="connsiteX22" fmla="*/ 44140 w 44942"/>
                      <a:gd name="connsiteY22" fmla="*/ 0 h 15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4942" h="15534">
                        <a:moveTo>
                          <a:pt x="44140" y="0"/>
                        </a:moveTo>
                        <a:cubicBezTo>
                          <a:pt x="44223" y="498"/>
                          <a:pt x="44389" y="1135"/>
                          <a:pt x="44611" y="1938"/>
                        </a:cubicBezTo>
                        <a:cubicBezTo>
                          <a:pt x="44832" y="2741"/>
                          <a:pt x="44943" y="3628"/>
                          <a:pt x="44943" y="4597"/>
                        </a:cubicBezTo>
                        <a:cubicBezTo>
                          <a:pt x="44943" y="6591"/>
                          <a:pt x="44444" y="8114"/>
                          <a:pt x="43448" y="9138"/>
                        </a:cubicBezTo>
                        <a:cubicBezTo>
                          <a:pt x="42451" y="10163"/>
                          <a:pt x="40678" y="10689"/>
                          <a:pt x="38103" y="10689"/>
                        </a:cubicBezTo>
                        <a:lnTo>
                          <a:pt x="12904" y="10689"/>
                        </a:lnTo>
                        <a:lnTo>
                          <a:pt x="12904" y="15535"/>
                        </a:lnTo>
                        <a:lnTo>
                          <a:pt x="9581" y="15535"/>
                        </a:lnTo>
                        <a:lnTo>
                          <a:pt x="9581" y="10689"/>
                        </a:lnTo>
                        <a:lnTo>
                          <a:pt x="0" y="10689"/>
                        </a:lnTo>
                        <a:lnTo>
                          <a:pt x="0" y="6701"/>
                        </a:lnTo>
                        <a:lnTo>
                          <a:pt x="9581" y="6701"/>
                        </a:lnTo>
                        <a:lnTo>
                          <a:pt x="9581" y="249"/>
                        </a:lnTo>
                        <a:lnTo>
                          <a:pt x="12904" y="249"/>
                        </a:lnTo>
                        <a:lnTo>
                          <a:pt x="12904" y="6701"/>
                        </a:lnTo>
                        <a:lnTo>
                          <a:pt x="36497" y="6701"/>
                        </a:lnTo>
                        <a:cubicBezTo>
                          <a:pt x="37328" y="6701"/>
                          <a:pt x="38076" y="6701"/>
                          <a:pt x="38685" y="6646"/>
                        </a:cubicBezTo>
                        <a:cubicBezTo>
                          <a:pt x="39294" y="6591"/>
                          <a:pt x="39820" y="6480"/>
                          <a:pt x="40208" y="6258"/>
                        </a:cubicBezTo>
                        <a:cubicBezTo>
                          <a:pt x="40595" y="6037"/>
                          <a:pt x="40900" y="5704"/>
                          <a:pt x="41066" y="5234"/>
                        </a:cubicBezTo>
                        <a:cubicBezTo>
                          <a:pt x="41232" y="4763"/>
                          <a:pt x="41343" y="4126"/>
                          <a:pt x="41343" y="3268"/>
                        </a:cubicBezTo>
                        <a:cubicBezTo>
                          <a:pt x="41343" y="2741"/>
                          <a:pt x="41288" y="2188"/>
                          <a:pt x="41204" y="1634"/>
                        </a:cubicBezTo>
                        <a:cubicBezTo>
                          <a:pt x="41122" y="1080"/>
                          <a:pt x="41011" y="526"/>
                          <a:pt x="40872" y="0"/>
                        </a:cubicBezTo>
                        <a:lnTo>
                          <a:pt x="44140" y="0"/>
                        </a:lnTo>
                        <a:close/>
                      </a:path>
                    </a:pathLst>
                  </a:custGeom>
                  <a:solidFill>
                    <a:srgbClr val="231F20"/>
                  </a:solidFill>
                  <a:ln w="2767" cap="flat">
                    <a:noFill/>
                    <a:prstDash val="solid"/>
                    <a:miter/>
                  </a:ln>
                </p:spPr>
                <p:txBody>
                  <a:bodyPr rtlCol="0" anchor="ctr"/>
                  <a:lstStyle/>
                  <a:p>
                    <a:endParaRPr lang="en-US"/>
                  </a:p>
                </p:txBody>
              </p:sp>
              <p:sp>
                <p:nvSpPr>
                  <p:cNvPr id="1469" name="Freeform 1468">
                    <a:extLst>
                      <a:ext uri="{FF2B5EF4-FFF2-40B4-BE49-F238E27FC236}">
                        <a16:creationId xmlns:a16="http://schemas.microsoft.com/office/drawing/2014/main" id="{FA8428FE-53A1-C500-0022-62F7110D4200}"/>
                      </a:ext>
                    </a:extLst>
                  </p:cNvPr>
                  <p:cNvSpPr/>
                  <p:nvPr/>
                </p:nvSpPr>
                <p:spPr>
                  <a:xfrm>
                    <a:off x="4514485" y="1638602"/>
                    <a:ext cx="36303" cy="30988"/>
                  </a:xfrm>
                  <a:custGeom>
                    <a:avLst/>
                    <a:gdLst>
                      <a:gd name="connsiteX0" fmla="*/ 19052 w 36303"/>
                      <a:gd name="connsiteY0" fmla="*/ 26668 h 30988"/>
                      <a:gd name="connsiteX1" fmla="*/ 24341 w 36303"/>
                      <a:gd name="connsiteY1" fmla="*/ 25948 h 30988"/>
                      <a:gd name="connsiteX2" fmla="*/ 28661 w 36303"/>
                      <a:gd name="connsiteY2" fmla="*/ 23789 h 30988"/>
                      <a:gd name="connsiteX3" fmla="*/ 31596 w 36303"/>
                      <a:gd name="connsiteY3" fmla="*/ 20161 h 30988"/>
                      <a:gd name="connsiteX4" fmla="*/ 32704 w 36303"/>
                      <a:gd name="connsiteY4" fmla="*/ 15121 h 30988"/>
                      <a:gd name="connsiteX5" fmla="*/ 30655 w 36303"/>
                      <a:gd name="connsiteY5" fmla="*/ 8420 h 30988"/>
                      <a:gd name="connsiteX6" fmla="*/ 24812 w 36303"/>
                      <a:gd name="connsiteY6" fmla="*/ 4709 h 30988"/>
                      <a:gd name="connsiteX7" fmla="*/ 24812 w 36303"/>
                      <a:gd name="connsiteY7" fmla="*/ 251 h 30988"/>
                      <a:gd name="connsiteX8" fmla="*/ 29353 w 36303"/>
                      <a:gd name="connsiteY8" fmla="*/ 2189 h 30988"/>
                      <a:gd name="connsiteX9" fmla="*/ 33008 w 36303"/>
                      <a:gd name="connsiteY9" fmla="*/ 5180 h 30988"/>
                      <a:gd name="connsiteX10" fmla="*/ 35445 w 36303"/>
                      <a:gd name="connsiteY10" fmla="*/ 9444 h 30988"/>
                      <a:gd name="connsiteX11" fmla="*/ 36304 w 36303"/>
                      <a:gd name="connsiteY11" fmla="*/ 15149 h 30988"/>
                      <a:gd name="connsiteX12" fmla="*/ 34919 w 36303"/>
                      <a:gd name="connsiteY12" fmla="*/ 22265 h 30988"/>
                      <a:gd name="connsiteX13" fmla="*/ 31098 w 36303"/>
                      <a:gd name="connsiteY13" fmla="*/ 27195 h 30988"/>
                      <a:gd name="connsiteX14" fmla="*/ 25393 w 36303"/>
                      <a:gd name="connsiteY14" fmla="*/ 30047 h 30988"/>
                      <a:gd name="connsiteX15" fmla="*/ 18304 w 36303"/>
                      <a:gd name="connsiteY15" fmla="*/ 30988 h 30988"/>
                      <a:gd name="connsiteX16" fmla="*/ 11187 w 36303"/>
                      <a:gd name="connsiteY16" fmla="*/ 29881 h 30988"/>
                      <a:gd name="connsiteX17" fmla="*/ 5372 w 36303"/>
                      <a:gd name="connsiteY17" fmla="*/ 26752 h 30988"/>
                      <a:gd name="connsiteX18" fmla="*/ 1440 w 36303"/>
                      <a:gd name="connsiteY18" fmla="*/ 21795 h 30988"/>
                      <a:gd name="connsiteX19" fmla="*/ 0 w 36303"/>
                      <a:gd name="connsiteY19" fmla="*/ 15149 h 30988"/>
                      <a:gd name="connsiteX20" fmla="*/ 4874 w 36303"/>
                      <a:gd name="connsiteY20" fmla="*/ 3989 h 30988"/>
                      <a:gd name="connsiteX21" fmla="*/ 19052 w 36303"/>
                      <a:gd name="connsiteY21" fmla="*/ 2 h 30988"/>
                      <a:gd name="connsiteX22" fmla="*/ 19052 w 36303"/>
                      <a:gd name="connsiteY22" fmla="*/ 26724 h 30988"/>
                      <a:gd name="connsiteX23" fmla="*/ 15729 w 36303"/>
                      <a:gd name="connsiteY23" fmla="*/ 4211 h 30988"/>
                      <a:gd name="connsiteX24" fmla="*/ 10966 w 36303"/>
                      <a:gd name="connsiteY24" fmla="*/ 4903 h 30988"/>
                      <a:gd name="connsiteX25" fmla="*/ 7117 w 36303"/>
                      <a:gd name="connsiteY25" fmla="*/ 6952 h 30988"/>
                      <a:gd name="connsiteX26" fmla="*/ 4514 w 36303"/>
                      <a:gd name="connsiteY26" fmla="*/ 10386 h 30988"/>
                      <a:gd name="connsiteX27" fmla="*/ 3545 w 36303"/>
                      <a:gd name="connsiteY27" fmla="*/ 15093 h 30988"/>
                      <a:gd name="connsiteX28" fmla="*/ 4541 w 36303"/>
                      <a:gd name="connsiteY28" fmla="*/ 19773 h 30988"/>
                      <a:gd name="connsiteX29" fmla="*/ 7200 w 36303"/>
                      <a:gd name="connsiteY29" fmla="*/ 23235 h 30988"/>
                      <a:gd name="connsiteX30" fmla="*/ 11049 w 36303"/>
                      <a:gd name="connsiteY30" fmla="*/ 25533 h 30988"/>
                      <a:gd name="connsiteX31" fmla="*/ 15701 w 36303"/>
                      <a:gd name="connsiteY31" fmla="*/ 26668 h 30988"/>
                      <a:gd name="connsiteX32" fmla="*/ 15701 w 36303"/>
                      <a:gd name="connsiteY32" fmla="*/ 4211 h 30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6303" h="30988">
                        <a:moveTo>
                          <a:pt x="19052" y="26668"/>
                        </a:moveTo>
                        <a:cubicBezTo>
                          <a:pt x="20907" y="26668"/>
                          <a:pt x="22679" y="26419"/>
                          <a:pt x="24341" y="25948"/>
                        </a:cubicBezTo>
                        <a:cubicBezTo>
                          <a:pt x="26002" y="25450"/>
                          <a:pt x="27442" y="24730"/>
                          <a:pt x="28661" y="23789"/>
                        </a:cubicBezTo>
                        <a:cubicBezTo>
                          <a:pt x="29879" y="22847"/>
                          <a:pt x="30848" y="21629"/>
                          <a:pt x="31596" y="20161"/>
                        </a:cubicBezTo>
                        <a:cubicBezTo>
                          <a:pt x="32316" y="18693"/>
                          <a:pt x="32704" y="17004"/>
                          <a:pt x="32704" y="15121"/>
                        </a:cubicBezTo>
                        <a:cubicBezTo>
                          <a:pt x="32704" y="12518"/>
                          <a:pt x="32011" y="10275"/>
                          <a:pt x="30655" y="8420"/>
                        </a:cubicBezTo>
                        <a:cubicBezTo>
                          <a:pt x="29270" y="6564"/>
                          <a:pt x="27332" y="5318"/>
                          <a:pt x="24812" y="4709"/>
                        </a:cubicBezTo>
                        <a:lnTo>
                          <a:pt x="24812" y="251"/>
                        </a:lnTo>
                        <a:cubicBezTo>
                          <a:pt x="26445" y="749"/>
                          <a:pt x="27969" y="1386"/>
                          <a:pt x="29353" y="2189"/>
                        </a:cubicBezTo>
                        <a:cubicBezTo>
                          <a:pt x="30738" y="2992"/>
                          <a:pt x="31956" y="3989"/>
                          <a:pt x="33008" y="5180"/>
                        </a:cubicBezTo>
                        <a:cubicBezTo>
                          <a:pt x="34060" y="6371"/>
                          <a:pt x="34864" y="7783"/>
                          <a:pt x="35445" y="9444"/>
                        </a:cubicBezTo>
                        <a:cubicBezTo>
                          <a:pt x="36026" y="11078"/>
                          <a:pt x="36304" y="12989"/>
                          <a:pt x="36304" y="15149"/>
                        </a:cubicBezTo>
                        <a:cubicBezTo>
                          <a:pt x="36304" y="17890"/>
                          <a:pt x="35833" y="20272"/>
                          <a:pt x="34919" y="22265"/>
                        </a:cubicBezTo>
                        <a:cubicBezTo>
                          <a:pt x="33977" y="24259"/>
                          <a:pt x="32704" y="25893"/>
                          <a:pt x="31098" y="27195"/>
                        </a:cubicBezTo>
                        <a:cubicBezTo>
                          <a:pt x="29491" y="28468"/>
                          <a:pt x="27581" y="29438"/>
                          <a:pt x="25393" y="30047"/>
                        </a:cubicBezTo>
                        <a:cubicBezTo>
                          <a:pt x="23205" y="30656"/>
                          <a:pt x="20852" y="30988"/>
                          <a:pt x="18304" y="30988"/>
                        </a:cubicBezTo>
                        <a:cubicBezTo>
                          <a:pt x="15757" y="30988"/>
                          <a:pt x="13403" y="30628"/>
                          <a:pt x="11187" y="29881"/>
                        </a:cubicBezTo>
                        <a:cubicBezTo>
                          <a:pt x="8972" y="29161"/>
                          <a:pt x="7034" y="28108"/>
                          <a:pt x="5372" y="26752"/>
                        </a:cubicBezTo>
                        <a:cubicBezTo>
                          <a:pt x="3711" y="25395"/>
                          <a:pt x="2409" y="23761"/>
                          <a:pt x="1440" y="21795"/>
                        </a:cubicBezTo>
                        <a:cubicBezTo>
                          <a:pt x="499" y="19856"/>
                          <a:pt x="0" y="17641"/>
                          <a:pt x="0" y="15149"/>
                        </a:cubicBezTo>
                        <a:cubicBezTo>
                          <a:pt x="0" y="10414"/>
                          <a:pt x="1634" y="6675"/>
                          <a:pt x="4874" y="3989"/>
                        </a:cubicBezTo>
                        <a:cubicBezTo>
                          <a:pt x="8141" y="1275"/>
                          <a:pt x="12849" y="-54"/>
                          <a:pt x="19052" y="2"/>
                        </a:cubicBezTo>
                        <a:lnTo>
                          <a:pt x="19052" y="26724"/>
                        </a:lnTo>
                        <a:close/>
                        <a:moveTo>
                          <a:pt x="15729" y="4211"/>
                        </a:moveTo>
                        <a:cubicBezTo>
                          <a:pt x="14040" y="4211"/>
                          <a:pt x="12461" y="4432"/>
                          <a:pt x="10966" y="4903"/>
                        </a:cubicBezTo>
                        <a:cubicBezTo>
                          <a:pt x="9471" y="5374"/>
                          <a:pt x="8197" y="6066"/>
                          <a:pt x="7117" y="6952"/>
                        </a:cubicBezTo>
                        <a:cubicBezTo>
                          <a:pt x="6037" y="7866"/>
                          <a:pt x="5179" y="9001"/>
                          <a:pt x="4514" y="10386"/>
                        </a:cubicBezTo>
                        <a:cubicBezTo>
                          <a:pt x="3877" y="11770"/>
                          <a:pt x="3545" y="13321"/>
                          <a:pt x="3545" y="15093"/>
                        </a:cubicBezTo>
                        <a:cubicBezTo>
                          <a:pt x="3545" y="16866"/>
                          <a:pt x="3877" y="18416"/>
                          <a:pt x="4541" y="19773"/>
                        </a:cubicBezTo>
                        <a:cubicBezTo>
                          <a:pt x="5206" y="21130"/>
                          <a:pt x="6092" y="22265"/>
                          <a:pt x="7200" y="23235"/>
                        </a:cubicBezTo>
                        <a:cubicBezTo>
                          <a:pt x="8307" y="24176"/>
                          <a:pt x="9581" y="24952"/>
                          <a:pt x="11049" y="25533"/>
                        </a:cubicBezTo>
                        <a:cubicBezTo>
                          <a:pt x="12517" y="26115"/>
                          <a:pt x="14067" y="26475"/>
                          <a:pt x="15701" y="26668"/>
                        </a:cubicBezTo>
                        <a:lnTo>
                          <a:pt x="15701" y="4211"/>
                        </a:lnTo>
                        <a:close/>
                      </a:path>
                    </a:pathLst>
                  </a:custGeom>
                  <a:solidFill>
                    <a:srgbClr val="231F20"/>
                  </a:solidFill>
                  <a:ln w="2767" cap="flat">
                    <a:noFill/>
                    <a:prstDash val="solid"/>
                    <a:miter/>
                  </a:ln>
                </p:spPr>
                <p:txBody>
                  <a:bodyPr rtlCol="0" anchor="ctr"/>
                  <a:lstStyle/>
                  <a:p>
                    <a:endParaRPr lang="en-US"/>
                  </a:p>
                </p:txBody>
              </p:sp>
              <p:sp>
                <p:nvSpPr>
                  <p:cNvPr id="1470" name="Freeform 1469">
                    <a:extLst>
                      <a:ext uri="{FF2B5EF4-FFF2-40B4-BE49-F238E27FC236}">
                        <a16:creationId xmlns:a16="http://schemas.microsoft.com/office/drawing/2014/main" id="{D74F1EFC-5344-01C7-0BCF-756D472D50AA}"/>
                      </a:ext>
                    </a:extLst>
                  </p:cNvPr>
                  <p:cNvSpPr/>
                  <p:nvPr/>
                </p:nvSpPr>
                <p:spPr>
                  <a:xfrm>
                    <a:off x="4514457" y="1615205"/>
                    <a:ext cx="35361" cy="15368"/>
                  </a:xfrm>
                  <a:custGeom>
                    <a:avLst/>
                    <a:gdLst>
                      <a:gd name="connsiteX0" fmla="*/ 35362 w 35361"/>
                      <a:gd name="connsiteY0" fmla="*/ 11381 h 15368"/>
                      <a:gd name="connsiteX1" fmla="*/ 35362 w 35361"/>
                      <a:gd name="connsiteY1" fmla="*/ 15369 h 15368"/>
                      <a:gd name="connsiteX2" fmla="*/ 941 w 35361"/>
                      <a:gd name="connsiteY2" fmla="*/ 15369 h 15368"/>
                      <a:gd name="connsiteX3" fmla="*/ 941 w 35361"/>
                      <a:gd name="connsiteY3" fmla="*/ 11381 h 15368"/>
                      <a:gd name="connsiteX4" fmla="*/ 7393 w 35361"/>
                      <a:gd name="connsiteY4" fmla="*/ 11381 h 15368"/>
                      <a:gd name="connsiteX5" fmla="*/ 7393 w 35361"/>
                      <a:gd name="connsiteY5" fmla="*/ 11243 h 15368"/>
                      <a:gd name="connsiteX6" fmla="*/ 1634 w 35361"/>
                      <a:gd name="connsiteY6" fmla="*/ 6951 h 15368"/>
                      <a:gd name="connsiteX7" fmla="*/ 0 w 35361"/>
                      <a:gd name="connsiteY7" fmla="*/ 0 h 15368"/>
                      <a:gd name="connsiteX8" fmla="*/ 4320 w 35361"/>
                      <a:gd name="connsiteY8" fmla="*/ 0 h 15368"/>
                      <a:gd name="connsiteX9" fmla="*/ 5372 w 35361"/>
                      <a:gd name="connsiteY9" fmla="*/ 5594 h 15368"/>
                      <a:gd name="connsiteX10" fmla="*/ 8418 w 35361"/>
                      <a:gd name="connsiteY10" fmla="*/ 9083 h 15368"/>
                      <a:gd name="connsiteX11" fmla="*/ 12959 w 35361"/>
                      <a:gd name="connsiteY11" fmla="*/ 10883 h 15368"/>
                      <a:gd name="connsiteX12" fmla="*/ 18442 w 35361"/>
                      <a:gd name="connsiteY12" fmla="*/ 11381 h 15368"/>
                      <a:gd name="connsiteX13" fmla="*/ 35334 w 35361"/>
                      <a:gd name="connsiteY13" fmla="*/ 11381 h 153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5361" h="15368">
                        <a:moveTo>
                          <a:pt x="35362" y="11381"/>
                        </a:moveTo>
                        <a:lnTo>
                          <a:pt x="35362" y="15369"/>
                        </a:lnTo>
                        <a:lnTo>
                          <a:pt x="941" y="15369"/>
                        </a:lnTo>
                        <a:lnTo>
                          <a:pt x="941" y="11381"/>
                        </a:lnTo>
                        <a:lnTo>
                          <a:pt x="7393" y="11381"/>
                        </a:lnTo>
                        <a:lnTo>
                          <a:pt x="7393" y="11243"/>
                        </a:lnTo>
                        <a:cubicBezTo>
                          <a:pt x="4652" y="10135"/>
                          <a:pt x="2741" y="8695"/>
                          <a:pt x="1634" y="6951"/>
                        </a:cubicBezTo>
                        <a:cubicBezTo>
                          <a:pt x="554" y="5206"/>
                          <a:pt x="0" y="2880"/>
                          <a:pt x="0" y="0"/>
                        </a:cubicBezTo>
                        <a:lnTo>
                          <a:pt x="4320" y="0"/>
                        </a:lnTo>
                        <a:cubicBezTo>
                          <a:pt x="4264" y="2271"/>
                          <a:pt x="4624" y="4126"/>
                          <a:pt x="5372" y="5594"/>
                        </a:cubicBezTo>
                        <a:cubicBezTo>
                          <a:pt x="6120" y="7061"/>
                          <a:pt x="7144" y="8224"/>
                          <a:pt x="8418" y="9083"/>
                        </a:cubicBezTo>
                        <a:cubicBezTo>
                          <a:pt x="9692" y="9941"/>
                          <a:pt x="11215" y="10550"/>
                          <a:pt x="12959" y="10883"/>
                        </a:cubicBezTo>
                        <a:cubicBezTo>
                          <a:pt x="14704" y="11215"/>
                          <a:pt x="16532" y="11381"/>
                          <a:pt x="18442" y="11381"/>
                        </a:cubicBezTo>
                        <a:lnTo>
                          <a:pt x="35334" y="11381"/>
                        </a:lnTo>
                        <a:close/>
                      </a:path>
                    </a:pathLst>
                  </a:custGeom>
                  <a:solidFill>
                    <a:srgbClr val="231F20"/>
                  </a:solidFill>
                  <a:ln w="2767" cap="flat">
                    <a:noFill/>
                    <a:prstDash val="solid"/>
                    <a:miter/>
                  </a:ln>
                </p:spPr>
                <p:txBody>
                  <a:bodyPr rtlCol="0" anchor="ctr"/>
                  <a:lstStyle/>
                  <a:p>
                    <a:endParaRPr lang="en-US"/>
                  </a:p>
                </p:txBody>
              </p:sp>
            </p:grpSp>
            <p:grpSp>
              <p:nvGrpSpPr>
                <p:cNvPr id="1455" name="Graphic 14">
                  <a:extLst>
                    <a:ext uri="{FF2B5EF4-FFF2-40B4-BE49-F238E27FC236}">
                      <a16:creationId xmlns:a16="http://schemas.microsoft.com/office/drawing/2014/main" id="{8DB6F6E1-A4DF-835B-FBC7-BC53C68BC1EA}"/>
                    </a:ext>
                  </a:extLst>
                </p:cNvPr>
                <p:cNvGrpSpPr/>
                <p:nvPr/>
              </p:nvGrpSpPr>
              <p:grpSpPr>
                <a:xfrm rot="5400000">
                  <a:off x="7950391" y="5299839"/>
                  <a:ext cx="112851" cy="538111"/>
                  <a:chOff x="4522543" y="2108081"/>
                  <a:chExt cx="36331" cy="173238"/>
                </a:xfrm>
                <a:solidFill>
                  <a:srgbClr val="231F20"/>
                </a:solidFill>
              </p:grpSpPr>
              <p:sp>
                <p:nvSpPr>
                  <p:cNvPr id="1460" name="Freeform 1459">
                    <a:extLst>
                      <a:ext uri="{FF2B5EF4-FFF2-40B4-BE49-F238E27FC236}">
                        <a16:creationId xmlns:a16="http://schemas.microsoft.com/office/drawing/2014/main" id="{9DF36854-C618-65F2-16F8-1D917251C511}"/>
                      </a:ext>
                    </a:extLst>
                  </p:cNvPr>
                  <p:cNvSpPr/>
                  <p:nvPr/>
                </p:nvSpPr>
                <p:spPr>
                  <a:xfrm>
                    <a:off x="4523484" y="2235324"/>
                    <a:ext cx="34420" cy="45995"/>
                  </a:xfrm>
                  <a:custGeom>
                    <a:avLst/>
                    <a:gdLst>
                      <a:gd name="connsiteX0" fmla="*/ 29104 w 34420"/>
                      <a:gd name="connsiteY0" fmla="*/ 13070 h 45995"/>
                      <a:gd name="connsiteX1" fmla="*/ 0 w 34420"/>
                      <a:gd name="connsiteY1" fmla="*/ 4043 h 45995"/>
                      <a:gd name="connsiteX2" fmla="*/ 0 w 34420"/>
                      <a:gd name="connsiteY2" fmla="*/ 0 h 45995"/>
                      <a:gd name="connsiteX3" fmla="*/ 34420 w 34420"/>
                      <a:gd name="connsiteY3" fmla="*/ 11160 h 45995"/>
                      <a:gd name="connsiteX4" fmla="*/ 34420 w 34420"/>
                      <a:gd name="connsiteY4" fmla="*/ 15424 h 45995"/>
                      <a:gd name="connsiteX5" fmla="*/ 5511 w 34420"/>
                      <a:gd name="connsiteY5" fmla="*/ 22928 h 45995"/>
                      <a:gd name="connsiteX6" fmla="*/ 5511 w 34420"/>
                      <a:gd name="connsiteY6" fmla="*/ 23067 h 45995"/>
                      <a:gd name="connsiteX7" fmla="*/ 34420 w 34420"/>
                      <a:gd name="connsiteY7" fmla="*/ 30710 h 45995"/>
                      <a:gd name="connsiteX8" fmla="*/ 34420 w 34420"/>
                      <a:gd name="connsiteY8" fmla="*/ 35500 h 45995"/>
                      <a:gd name="connsiteX9" fmla="*/ 0 w 34420"/>
                      <a:gd name="connsiteY9" fmla="*/ 45995 h 45995"/>
                      <a:gd name="connsiteX10" fmla="*/ 0 w 34420"/>
                      <a:gd name="connsiteY10" fmla="*/ 42008 h 45995"/>
                      <a:gd name="connsiteX11" fmla="*/ 29381 w 34420"/>
                      <a:gd name="connsiteY11" fmla="*/ 33091 h 45995"/>
                      <a:gd name="connsiteX12" fmla="*/ 0 w 34420"/>
                      <a:gd name="connsiteY12" fmla="*/ 25116 h 45995"/>
                      <a:gd name="connsiteX13" fmla="*/ 0 w 34420"/>
                      <a:gd name="connsiteY13" fmla="*/ 20658 h 45995"/>
                      <a:gd name="connsiteX14" fmla="*/ 29104 w 34420"/>
                      <a:gd name="connsiteY14" fmla="*/ 13070 h 45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420" h="45995">
                        <a:moveTo>
                          <a:pt x="29104" y="13070"/>
                        </a:moveTo>
                        <a:lnTo>
                          <a:pt x="0" y="4043"/>
                        </a:lnTo>
                        <a:lnTo>
                          <a:pt x="0" y="0"/>
                        </a:lnTo>
                        <a:lnTo>
                          <a:pt x="34420" y="11160"/>
                        </a:lnTo>
                        <a:lnTo>
                          <a:pt x="34420" y="15424"/>
                        </a:lnTo>
                        <a:lnTo>
                          <a:pt x="5511" y="22928"/>
                        </a:lnTo>
                        <a:lnTo>
                          <a:pt x="5511" y="23067"/>
                        </a:lnTo>
                        <a:lnTo>
                          <a:pt x="34420" y="30710"/>
                        </a:lnTo>
                        <a:lnTo>
                          <a:pt x="34420" y="35500"/>
                        </a:lnTo>
                        <a:lnTo>
                          <a:pt x="0" y="45995"/>
                        </a:lnTo>
                        <a:lnTo>
                          <a:pt x="0" y="42008"/>
                        </a:lnTo>
                        <a:lnTo>
                          <a:pt x="29381" y="33091"/>
                        </a:lnTo>
                        <a:lnTo>
                          <a:pt x="0" y="25116"/>
                        </a:lnTo>
                        <a:lnTo>
                          <a:pt x="0" y="20658"/>
                        </a:lnTo>
                        <a:lnTo>
                          <a:pt x="29104" y="13070"/>
                        </a:lnTo>
                        <a:close/>
                      </a:path>
                    </a:pathLst>
                  </a:custGeom>
                  <a:solidFill>
                    <a:srgbClr val="231F20"/>
                  </a:solidFill>
                  <a:ln w="2767" cap="flat">
                    <a:noFill/>
                    <a:prstDash val="solid"/>
                    <a:miter/>
                  </a:ln>
                </p:spPr>
                <p:txBody>
                  <a:bodyPr rtlCol="0" anchor="ctr"/>
                  <a:lstStyle/>
                  <a:p>
                    <a:endParaRPr lang="en-US"/>
                  </a:p>
                </p:txBody>
              </p:sp>
              <p:sp>
                <p:nvSpPr>
                  <p:cNvPr id="1461" name="Freeform 1460">
                    <a:extLst>
                      <a:ext uri="{FF2B5EF4-FFF2-40B4-BE49-F238E27FC236}">
                        <a16:creationId xmlns:a16="http://schemas.microsoft.com/office/drawing/2014/main" id="{DF626A76-B5F6-6C9C-7A59-5E93500682A1}"/>
                      </a:ext>
                    </a:extLst>
                  </p:cNvPr>
                  <p:cNvSpPr/>
                  <p:nvPr/>
                </p:nvSpPr>
                <p:spPr>
                  <a:xfrm>
                    <a:off x="4522543" y="2199879"/>
                    <a:ext cx="36303" cy="31900"/>
                  </a:xfrm>
                  <a:custGeom>
                    <a:avLst/>
                    <a:gdLst>
                      <a:gd name="connsiteX0" fmla="*/ 36303 w 36303"/>
                      <a:gd name="connsiteY0" fmla="*/ 15950 h 31900"/>
                      <a:gd name="connsiteX1" fmla="*/ 35113 w 36303"/>
                      <a:gd name="connsiteY1" fmla="*/ 22153 h 31900"/>
                      <a:gd name="connsiteX2" fmla="*/ 31735 w 36303"/>
                      <a:gd name="connsiteY2" fmla="*/ 27193 h 31900"/>
                      <a:gd name="connsiteX3" fmla="*/ 26085 w 36303"/>
                      <a:gd name="connsiteY3" fmla="*/ 30627 h 31900"/>
                      <a:gd name="connsiteX4" fmla="*/ 18166 w 36303"/>
                      <a:gd name="connsiteY4" fmla="*/ 31900 h 31900"/>
                      <a:gd name="connsiteX5" fmla="*/ 11077 w 36303"/>
                      <a:gd name="connsiteY5" fmla="*/ 30904 h 31900"/>
                      <a:gd name="connsiteX6" fmla="*/ 5317 w 36303"/>
                      <a:gd name="connsiteY6" fmla="*/ 27913 h 31900"/>
                      <a:gd name="connsiteX7" fmla="*/ 1440 w 36303"/>
                      <a:gd name="connsiteY7" fmla="*/ 22928 h 31900"/>
                      <a:gd name="connsiteX8" fmla="*/ 0 w 36303"/>
                      <a:gd name="connsiteY8" fmla="*/ 15950 h 31900"/>
                      <a:gd name="connsiteX9" fmla="*/ 1440 w 36303"/>
                      <a:gd name="connsiteY9" fmla="*/ 8917 h 31900"/>
                      <a:gd name="connsiteX10" fmla="*/ 5289 w 36303"/>
                      <a:gd name="connsiteY10" fmla="*/ 3932 h 31900"/>
                      <a:gd name="connsiteX11" fmla="*/ 11049 w 36303"/>
                      <a:gd name="connsiteY11" fmla="*/ 969 h 31900"/>
                      <a:gd name="connsiteX12" fmla="*/ 18166 w 36303"/>
                      <a:gd name="connsiteY12" fmla="*/ 0 h 31900"/>
                      <a:gd name="connsiteX13" fmla="*/ 25614 w 36303"/>
                      <a:gd name="connsiteY13" fmla="*/ 1135 h 31900"/>
                      <a:gd name="connsiteX14" fmla="*/ 31319 w 36303"/>
                      <a:gd name="connsiteY14" fmla="*/ 4348 h 31900"/>
                      <a:gd name="connsiteX15" fmla="*/ 35002 w 36303"/>
                      <a:gd name="connsiteY15" fmla="*/ 9387 h 31900"/>
                      <a:gd name="connsiteX16" fmla="*/ 36303 w 36303"/>
                      <a:gd name="connsiteY16" fmla="*/ 15923 h 31900"/>
                      <a:gd name="connsiteX17" fmla="*/ 18166 w 36303"/>
                      <a:gd name="connsiteY17" fmla="*/ 4237 h 31900"/>
                      <a:gd name="connsiteX18" fmla="*/ 12461 w 36303"/>
                      <a:gd name="connsiteY18" fmla="*/ 4901 h 31900"/>
                      <a:gd name="connsiteX19" fmla="*/ 7837 w 36303"/>
                      <a:gd name="connsiteY19" fmla="*/ 6951 h 31900"/>
                      <a:gd name="connsiteX20" fmla="*/ 4735 w 36303"/>
                      <a:gd name="connsiteY20" fmla="*/ 10550 h 31900"/>
                      <a:gd name="connsiteX21" fmla="*/ 3600 w 36303"/>
                      <a:gd name="connsiteY21" fmla="*/ 15923 h 31900"/>
                      <a:gd name="connsiteX22" fmla="*/ 4818 w 36303"/>
                      <a:gd name="connsiteY22" fmla="*/ 21267 h 31900"/>
                      <a:gd name="connsiteX23" fmla="*/ 8086 w 36303"/>
                      <a:gd name="connsiteY23" fmla="*/ 24894 h 31900"/>
                      <a:gd name="connsiteX24" fmla="*/ 12738 w 36303"/>
                      <a:gd name="connsiteY24" fmla="*/ 26944 h 31900"/>
                      <a:gd name="connsiteX25" fmla="*/ 18166 w 36303"/>
                      <a:gd name="connsiteY25" fmla="*/ 27608 h 31900"/>
                      <a:gd name="connsiteX26" fmla="*/ 24036 w 36303"/>
                      <a:gd name="connsiteY26" fmla="*/ 26833 h 31900"/>
                      <a:gd name="connsiteX27" fmla="*/ 28660 w 36303"/>
                      <a:gd name="connsiteY27" fmla="*/ 24618 h 31900"/>
                      <a:gd name="connsiteX28" fmla="*/ 31651 w 36303"/>
                      <a:gd name="connsiteY28" fmla="*/ 20962 h 31900"/>
                      <a:gd name="connsiteX29" fmla="*/ 32704 w 36303"/>
                      <a:gd name="connsiteY29" fmla="*/ 15923 h 31900"/>
                      <a:gd name="connsiteX30" fmla="*/ 31485 w 36303"/>
                      <a:gd name="connsiteY30" fmla="*/ 10578 h 31900"/>
                      <a:gd name="connsiteX31" fmla="*/ 28190 w 36303"/>
                      <a:gd name="connsiteY31" fmla="*/ 6951 h 31900"/>
                      <a:gd name="connsiteX32" fmla="*/ 23538 w 36303"/>
                      <a:gd name="connsiteY32" fmla="*/ 4901 h 31900"/>
                      <a:gd name="connsiteX33" fmla="*/ 18166 w 36303"/>
                      <a:gd name="connsiteY33" fmla="*/ 4237 h 31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6303" h="31900">
                        <a:moveTo>
                          <a:pt x="36303" y="15950"/>
                        </a:moveTo>
                        <a:cubicBezTo>
                          <a:pt x="36248" y="18166"/>
                          <a:pt x="35860" y="20242"/>
                          <a:pt x="35113" y="22153"/>
                        </a:cubicBezTo>
                        <a:cubicBezTo>
                          <a:pt x="34365" y="24091"/>
                          <a:pt x="33230" y="25753"/>
                          <a:pt x="31735" y="27193"/>
                        </a:cubicBezTo>
                        <a:cubicBezTo>
                          <a:pt x="30239" y="28633"/>
                          <a:pt x="28356" y="29768"/>
                          <a:pt x="26085" y="30627"/>
                        </a:cubicBezTo>
                        <a:cubicBezTo>
                          <a:pt x="23814" y="31457"/>
                          <a:pt x="21184" y="31900"/>
                          <a:pt x="18166" y="31900"/>
                        </a:cubicBezTo>
                        <a:cubicBezTo>
                          <a:pt x="15646" y="31900"/>
                          <a:pt x="13292" y="31568"/>
                          <a:pt x="11077" y="30904"/>
                        </a:cubicBezTo>
                        <a:cubicBezTo>
                          <a:pt x="8889" y="30239"/>
                          <a:pt x="6978" y="29242"/>
                          <a:pt x="5317" y="27913"/>
                        </a:cubicBezTo>
                        <a:cubicBezTo>
                          <a:pt x="3683" y="26584"/>
                          <a:pt x="2381" y="24922"/>
                          <a:pt x="1440" y="22928"/>
                        </a:cubicBezTo>
                        <a:cubicBezTo>
                          <a:pt x="499" y="20935"/>
                          <a:pt x="0" y="18609"/>
                          <a:pt x="0" y="15950"/>
                        </a:cubicBezTo>
                        <a:cubicBezTo>
                          <a:pt x="0" y="13292"/>
                          <a:pt x="471" y="10910"/>
                          <a:pt x="1440" y="8917"/>
                        </a:cubicBezTo>
                        <a:cubicBezTo>
                          <a:pt x="2381" y="6923"/>
                          <a:pt x="3683" y="5261"/>
                          <a:pt x="5289" y="3932"/>
                        </a:cubicBezTo>
                        <a:cubicBezTo>
                          <a:pt x="6895" y="2603"/>
                          <a:pt x="8834" y="1606"/>
                          <a:pt x="11049" y="969"/>
                        </a:cubicBezTo>
                        <a:cubicBezTo>
                          <a:pt x="13264" y="332"/>
                          <a:pt x="15646" y="0"/>
                          <a:pt x="18166" y="0"/>
                        </a:cubicBezTo>
                        <a:cubicBezTo>
                          <a:pt x="20907" y="0"/>
                          <a:pt x="23399" y="388"/>
                          <a:pt x="25614" y="1135"/>
                        </a:cubicBezTo>
                        <a:cubicBezTo>
                          <a:pt x="27830" y="1883"/>
                          <a:pt x="29740" y="2963"/>
                          <a:pt x="31319" y="4348"/>
                        </a:cubicBezTo>
                        <a:cubicBezTo>
                          <a:pt x="32925" y="5732"/>
                          <a:pt x="34144" y="7421"/>
                          <a:pt x="35002" y="9387"/>
                        </a:cubicBezTo>
                        <a:cubicBezTo>
                          <a:pt x="35860" y="11353"/>
                          <a:pt x="36303" y="13541"/>
                          <a:pt x="36303" y="15923"/>
                        </a:cubicBezTo>
                        <a:close/>
                        <a:moveTo>
                          <a:pt x="18166" y="4237"/>
                        </a:moveTo>
                        <a:cubicBezTo>
                          <a:pt x="16117" y="4237"/>
                          <a:pt x="14233" y="4458"/>
                          <a:pt x="12461" y="4901"/>
                        </a:cubicBezTo>
                        <a:cubicBezTo>
                          <a:pt x="10689" y="5344"/>
                          <a:pt x="9138" y="6037"/>
                          <a:pt x="7837" y="6951"/>
                        </a:cubicBezTo>
                        <a:cubicBezTo>
                          <a:pt x="6535" y="7892"/>
                          <a:pt x="5511" y="9083"/>
                          <a:pt x="4735" y="10550"/>
                        </a:cubicBezTo>
                        <a:cubicBezTo>
                          <a:pt x="3988" y="12018"/>
                          <a:pt x="3600" y="13818"/>
                          <a:pt x="3600" y="15923"/>
                        </a:cubicBezTo>
                        <a:cubicBezTo>
                          <a:pt x="3600" y="18027"/>
                          <a:pt x="4015" y="19799"/>
                          <a:pt x="4818" y="21267"/>
                        </a:cubicBezTo>
                        <a:cubicBezTo>
                          <a:pt x="5649" y="22762"/>
                          <a:pt x="6729" y="23953"/>
                          <a:pt x="8086" y="24894"/>
                        </a:cubicBezTo>
                        <a:cubicBezTo>
                          <a:pt x="9443" y="25836"/>
                          <a:pt x="10993" y="26501"/>
                          <a:pt x="12738" y="26944"/>
                        </a:cubicBezTo>
                        <a:cubicBezTo>
                          <a:pt x="14483" y="27387"/>
                          <a:pt x="16283" y="27608"/>
                          <a:pt x="18166" y="27608"/>
                        </a:cubicBezTo>
                        <a:cubicBezTo>
                          <a:pt x="20298" y="27608"/>
                          <a:pt x="22264" y="27359"/>
                          <a:pt x="24036" y="26833"/>
                        </a:cubicBezTo>
                        <a:cubicBezTo>
                          <a:pt x="25836" y="26334"/>
                          <a:pt x="27359" y="25587"/>
                          <a:pt x="28660" y="24618"/>
                        </a:cubicBezTo>
                        <a:cubicBezTo>
                          <a:pt x="29962" y="23648"/>
                          <a:pt x="30931" y="22430"/>
                          <a:pt x="31651" y="20962"/>
                        </a:cubicBezTo>
                        <a:cubicBezTo>
                          <a:pt x="32371" y="19495"/>
                          <a:pt x="32704" y="17806"/>
                          <a:pt x="32704" y="15923"/>
                        </a:cubicBezTo>
                        <a:cubicBezTo>
                          <a:pt x="32704" y="13846"/>
                          <a:pt x="32288" y="12046"/>
                          <a:pt x="31485" y="10578"/>
                        </a:cubicBezTo>
                        <a:cubicBezTo>
                          <a:pt x="30655" y="9083"/>
                          <a:pt x="29575" y="7892"/>
                          <a:pt x="28190" y="6951"/>
                        </a:cubicBezTo>
                        <a:cubicBezTo>
                          <a:pt x="26805" y="6009"/>
                          <a:pt x="25254" y="5344"/>
                          <a:pt x="23538" y="4901"/>
                        </a:cubicBezTo>
                        <a:cubicBezTo>
                          <a:pt x="21821" y="4458"/>
                          <a:pt x="20021" y="4237"/>
                          <a:pt x="18166" y="4237"/>
                        </a:cubicBezTo>
                        <a:close/>
                      </a:path>
                    </a:pathLst>
                  </a:custGeom>
                  <a:solidFill>
                    <a:srgbClr val="231F20"/>
                  </a:solidFill>
                  <a:ln w="2767" cap="flat">
                    <a:noFill/>
                    <a:prstDash val="solid"/>
                    <a:miter/>
                  </a:ln>
                </p:spPr>
                <p:txBody>
                  <a:bodyPr rtlCol="0" anchor="ctr"/>
                  <a:lstStyle/>
                  <a:p>
                    <a:endParaRPr lang="en-US"/>
                  </a:p>
                </p:txBody>
              </p:sp>
              <p:sp>
                <p:nvSpPr>
                  <p:cNvPr id="1462" name="Freeform 1461">
                    <a:extLst>
                      <a:ext uri="{FF2B5EF4-FFF2-40B4-BE49-F238E27FC236}">
                        <a16:creationId xmlns:a16="http://schemas.microsoft.com/office/drawing/2014/main" id="{0CE0C5E0-C47A-117B-B88A-863D72556B9E}"/>
                      </a:ext>
                    </a:extLst>
                  </p:cNvPr>
                  <p:cNvSpPr/>
                  <p:nvPr/>
                </p:nvSpPr>
                <p:spPr>
                  <a:xfrm>
                    <a:off x="4522543" y="2177006"/>
                    <a:ext cx="35361" cy="15368"/>
                  </a:xfrm>
                  <a:custGeom>
                    <a:avLst/>
                    <a:gdLst>
                      <a:gd name="connsiteX0" fmla="*/ 35362 w 35361"/>
                      <a:gd name="connsiteY0" fmla="*/ 11381 h 15368"/>
                      <a:gd name="connsiteX1" fmla="*/ 35362 w 35361"/>
                      <a:gd name="connsiteY1" fmla="*/ 15369 h 15368"/>
                      <a:gd name="connsiteX2" fmla="*/ 941 w 35361"/>
                      <a:gd name="connsiteY2" fmla="*/ 15369 h 15368"/>
                      <a:gd name="connsiteX3" fmla="*/ 941 w 35361"/>
                      <a:gd name="connsiteY3" fmla="*/ 11381 h 15368"/>
                      <a:gd name="connsiteX4" fmla="*/ 7394 w 35361"/>
                      <a:gd name="connsiteY4" fmla="*/ 11381 h 15368"/>
                      <a:gd name="connsiteX5" fmla="*/ 7394 w 35361"/>
                      <a:gd name="connsiteY5" fmla="*/ 11243 h 15368"/>
                      <a:gd name="connsiteX6" fmla="*/ 1634 w 35361"/>
                      <a:gd name="connsiteY6" fmla="*/ 6951 h 15368"/>
                      <a:gd name="connsiteX7" fmla="*/ 0 w 35361"/>
                      <a:gd name="connsiteY7" fmla="*/ 0 h 15368"/>
                      <a:gd name="connsiteX8" fmla="*/ 4320 w 35361"/>
                      <a:gd name="connsiteY8" fmla="*/ 0 h 15368"/>
                      <a:gd name="connsiteX9" fmla="*/ 5372 w 35361"/>
                      <a:gd name="connsiteY9" fmla="*/ 5594 h 15368"/>
                      <a:gd name="connsiteX10" fmla="*/ 8418 w 35361"/>
                      <a:gd name="connsiteY10" fmla="*/ 9083 h 15368"/>
                      <a:gd name="connsiteX11" fmla="*/ 12960 w 35361"/>
                      <a:gd name="connsiteY11" fmla="*/ 10883 h 15368"/>
                      <a:gd name="connsiteX12" fmla="*/ 18443 w 35361"/>
                      <a:gd name="connsiteY12" fmla="*/ 11381 h 15368"/>
                      <a:gd name="connsiteX13" fmla="*/ 35334 w 35361"/>
                      <a:gd name="connsiteY13" fmla="*/ 11381 h 153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5361" h="15368">
                        <a:moveTo>
                          <a:pt x="35362" y="11381"/>
                        </a:moveTo>
                        <a:lnTo>
                          <a:pt x="35362" y="15369"/>
                        </a:lnTo>
                        <a:lnTo>
                          <a:pt x="941" y="15369"/>
                        </a:lnTo>
                        <a:lnTo>
                          <a:pt x="941" y="11381"/>
                        </a:lnTo>
                        <a:lnTo>
                          <a:pt x="7394" y="11381"/>
                        </a:lnTo>
                        <a:lnTo>
                          <a:pt x="7394" y="11243"/>
                        </a:lnTo>
                        <a:cubicBezTo>
                          <a:pt x="4652" y="10135"/>
                          <a:pt x="2741" y="8695"/>
                          <a:pt x="1634" y="6951"/>
                        </a:cubicBezTo>
                        <a:cubicBezTo>
                          <a:pt x="554" y="5206"/>
                          <a:pt x="0" y="2880"/>
                          <a:pt x="0" y="0"/>
                        </a:cubicBezTo>
                        <a:lnTo>
                          <a:pt x="4320" y="0"/>
                        </a:lnTo>
                        <a:cubicBezTo>
                          <a:pt x="4265" y="2271"/>
                          <a:pt x="4625" y="4126"/>
                          <a:pt x="5372" y="5594"/>
                        </a:cubicBezTo>
                        <a:cubicBezTo>
                          <a:pt x="6120" y="7061"/>
                          <a:pt x="7145" y="8224"/>
                          <a:pt x="8418" y="9083"/>
                        </a:cubicBezTo>
                        <a:cubicBezTo>
                          <a:pt x="9692" y="9941"/>
                          <a:pt x="11215" y="10550"/>
                          <a:pt x="12960" y="10883"/>
                        </a:cubicBezTo>
                        <a:cubicBezTo>
                          <a:pt x="14704" y="11215"/>
                          <a:pt x="16532" y="11381"/>
                          <a:pt x="18443" y="11381"/>
                        </a:cubicBezTo>
                        <a:lnTo>
                          <a:pt x="35334" y="11381"/>
                        </a:lnTo>
                        <a:close/>
                      </a:path>
                    </a:pathLst>
                  </a:custGeom>
                  <a:solidFill>
                    <a:srgbClr val="231F20"/>
                  </a:solidFill>
                  <a:ln w="2767" cap="flat">
                    <a:noFill/>
                    <a:prstDash val="solid"/>
                    <a:miter/>
                  </a:ln>
                </p:spPr>
                <p:txBody>
                  <a:bodyPr rtlCol="0" anchor="ctr"/>
                  <a:lstStyle/>
                  <a:p>
                    <a:endParaRPr lang="en-US"/>
                  </a:p>
                </p:txBody>
              </p:sp>
              <p:sp>
                <p:nvSpPr>
                  <p:cNvPr id="1463" name="Freeform 1462">
                    <a:extLst>
                      <a:ext uri="{FF2B5EF4-FFF2-40B4-BE49-F238E27FC236}">
                        <a16:creationId xmlns:a16="http://schemas.microsoft.com/office/drawing/2014/main" id="{363CCB1A-1969-357B-3ED7-C2C213E79DB2}"/>
                      </a:ext>
                    </a:extLst>
                  </p:cNvPr>
                  <p:cNvSpPr/>
                  <p:nvPr/>
                </p:nvSpPr>
                <p:spPr>
                  <a:xfrm>
                    <a:off x="4522543" y="2145051"/>
                    <a:ext cx="36247" cy="27137"/>
                  </a:xfrm>
                  <a:custGeom>
                    <a:avLst/>
                    <a:gdLst>
                      <a:gd name="connsiteX0" fmla="*/ 24618 w 36247"/>
                      <a:gd name="connsiteY0" fmla="*/ 23067 h 27137"/>
                      <a:gd name="connsiteX1" fmla="*/ 30904 w 36247"/>
                      <a:gd name="connsiteY1" fmla="*/ 19716 h 27137"/>
                      <a:gd name="connsiteX2" fmla="*/ 32731 w 36247"/>
                      <a:gd name="connsiteY2" fmla="*/ 12766 h 27137"/>
                      <a:gd name="connsiteX3" fmla="*/ 32205 w 36247"/>
                      <a:gd name="connsiteY3" fmla="*/ 8972 h 27137"/>
                      <a:gd name="connsiteX4" fmla="*/ 30765 w 36247"/>
                      <a:gd name="connsiteY4" fmla="*/ 6341 h 27137"/>
                      <a:gd name="connsiteX5" fmla="*/ 28744 w 36247"/>
                      <a:gd name="connsiteY5" fmla="*/ 4791 h 27137"/>
                      <a:gd name="connsiteX6" fmla="*/ 26362 w 36247"/>
                      <a:gd name="connsiteY6" fmla="*/ 4264 h 27137"/>
                      <a:gd name="connsiteX7" fmla="*/ 22596 w 36247"/>
                      <a:gd name="connsiteY7" fmla="*/ 5898 h 27137"/>
                      <a:gd name="connsiteX8" fmla="*/ 20658 w 36247"/>
                      <a:gd name="connsiteY8" fmla="*/ 9997 h 27137"/>
                      <a:gd name="connsiteX9" fmla="*/ 19467 w 36247"/>
                      <a:gd name="connsiteY9" fmla="*/ 15313 h 27137"/>
                      <a:gd name="connsiteX10" fmla="*/ 17972 w 36247"/>
                      <a:gd name="connsiteY10" fmla="*/ 20630 h 27137"/>
                      <a:gd name="connsiteX11" fmla="*/ 15120 w 36247"/>
                      <a:gd name="connsiteY11" fmla="*/ 24728 h 27137"/>
                      <a:gd name="connsiteX12" fmla="*/ 9858 w 36247"/>
                      <a:gd name="connsiteY12" fmla="*/ 26362 h 27137"/>
                      <a:gd name="connsiteX13" fmla="*/ 2769 w 36247"/>
                      <a:gd name="connsiteY13" fmla="*/ 23205 h 27137"/>
                      <a:gd name="connsiteX14" fmla="*/ 0 w 36247"/>
                      <a:gd name="connsiteY14" fmla="*/ 14261 h 27137"/>
                      <a:gd name="connsiteX15" fmla="*/ 2492 w 36247"/>
                      <a:gd name="connsiteY15" fmla="*/ 5178 h 27137"/>
                      <a:gd name="connsiteX16" fmla="*/ 10827 w 36247"/>
                      <a:gd name="connsiteY16" fmla="*/ 969 h 27137"/>
                      <a:gd name="connsiteX17" fmla="*/ 10827 w 36247"/>
                      <a:gd name="connsiteY17" fmla="*/ 5012 h 27137"/>
                      <a:gd name="connsiteX18" fmla="*/ 5206 w 36247"/>
                      <a:gd name="connsiteY18" fmla="*/ 8030 h 27137"/>
                      <a:gd name="connsiteX19" fmla="*/ 3572 w 36247"/>
                      <a:gd name="connsiteY19" fmla="*/ 14316 h 27137"/>
                      <a:gd name="connsiteX20" fmla="*/ 5206 w 36247"/>
                      <a:gd name="connsiteY20" fmla="*/ 20104 h 27137"/>
                      <a:gd name="connsiteX21" fmla="*/ 9498 w 36247"/>
                      <a:gd name="connsiteY21" fmla="*/ 22098 h 27137"/>
                      <a:gd name="connsiteX22" fmla="*/ 13043 w 36247"/>
                      <a:gd name="connsiteY22" fmla="*/ 20464 h 27137"/>
                      <a:gd name="connsiteX23" fmla="*/ 15037 w 36247"/>
                      <a:gd name="connsiteY23" fmla="*/ 16366 h 27137"/>
                      <a:gd name="connsiteX24" fmla="*/ 16393 w 36247"/>
                      <a:gd name="connsiteY24" fmla="*/ 11049 h 27137"/>
                      <a:gd name="connsiteX25" fmla="*/ 18083 w 36247"/>
                      <a:gd name="connsiteY25" fmla="*/ 5732 h 27137"/>
                      <a:gd name="connsiteX26" fmla="*/ 21045 w 36247"/>
                      <a:gd name="connsiteY26" fmla="*/ 1634 h 27137"/>
                      <a:gd name="connsiteX27" fmla="*/ 26224 w 36247"/>
                      <a:gd name="connsiteY27" fmla="*/ 0 h 27137"/>
                      <a:gd name="connsiteX28" fmla="*/ 30571 w 36247"/>
                      <a:gd name="connsiteY28" fmla="*/ 1052 h 27137"/>
                      <a:gd name="connsiteX29" fmla="*/ 33728 w 36247"/>
                      <a:gd name="connsiteY29" fmla="*/ 3987 h 27137"/>
                      <a:gd name="connsiteX30" fmla="*/ 35611 w 36247"/>
                      <a:gd name="connsiteY30" fmla="*/ 8418 h 27137"/>
                      <a:gd name="connsiteX31" fmla="*/ 36248 w 36247"/>
                      <a:gd name="connsiteY31" fmla="*/ 14039 h 27137"/>
                      <a:gd name="connsiteX32" fmla="*/ 35362 w 36247"/>
                      <a:gd name="connsiteY32" fmla="*/ 19467 h 27137"/>
                      <a:gd name="connsiteX33" fmla="*/ 32870 w 36247"/>
                      <a:gd name="connsiteY33" fmla="*/ 23482 h 27137"/>
                      <a:gd name="connsiteX34" fmla="*/ 29159 w 36247"/>
                      <a:gd name="connsiteY34" fmla="*/ 26085 h 27137"/>
                      <a:gd name="connsiteX35" fmla="*/ 24562 w 36247"/>
                      <a:gd name="connsiteY35" fmla="*/ 27137 h 27137"/>
                      <a:gd name="connsiteX36" fmla="*/ 24562 w 36247"/>
                      <a:gd name="connsiteY36" fmla="*/ 23095 h 27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6247" h="27137">
                        <a:moveTo>
                          <a:pt x="24618" y="23067"/>
                        </a:moveTo>
                        <a:cubicBezTo>
                          <a:pt x="27581" y="22458"/>
                          <a:pt x="29685" y="21322"/>
                          <a:pt x="30904" y="19716"/>
                        </a:cubicBezTo>
                        <a:cubicBezTo>
                          <a:pt x="32122" y="18110"/>
                          <a:pt x="32731" y="15784"/>
                          <a:pt x="32731" y="12766"/>
                        </a:cubicBezTo>
                        <a:cubicBezTo>
                          <a:pt x="32731" y="11298"/>
                          <a:pt x="32565" y="10052"/>
                          <a:pt x="32205" y="8972"/>
                        </a:cubicBezTo>
                        <a:cubicBezTo>
                          <a:pt x="31845" y="7920"/>
                          <a:pt x="31375" y="7034"/>
                          <a:pt x="30765" y="6341"/>
                        </a:cubicBezTo>
                        <a:cubicBezTo>
                          <a:pt x="30156" y="5649"/>
                          <a:pt x="29491" y="5123"/>
                          <a:pt x="28744" y="4791"/>
                        </a:cubicBezTo>
                        <a:cubicBezTo>
                          <a:pt x="27996" y="4431"/>
                          <a:pt x="27193" y="4264"/>
                          <a:pt x="26362" y="4264"/>
                        </a:cubicBezTo>
                        <a:cubicBezTo>
                          <a:pt x="24673" y="4264"/>
                          <a:pt x="23427" y="4818"/>
                          <a:pt x="22596" y="5898"/>
                        </a:cubicBezTo>
                        <a:cubicBezTo>
                          <a:pt x="21765" y="6978"/>
                          <a:pt x="21129" y="8335"/>
                          <a:pt x="20658" y="9997"/>
                        </a:cubicBezTo>
                        <a:cubicBezTo>
                          <a:pt x="20187" y="11658"/>
                          <a:pt x="19799" y="13403"/>
                          <a:pt x="19467" y="15313"/>
                        </a:cubicBezTo>
                        <a:cubicBezTo>
                          <a:pt x="19135" y="17224"/>
                          <a:pt x="18636" y="18996"/>
                          <a:pt x="17972" y="20630"/>
                        </a:cubicBezTo>
                        <a:cubicBezTo>
                          <a:pt x="17307" y="22264"/>
                          <a:pt x="16366" y="23621"/>
                          <a:pt x="15120" y="24728"/>
                        </a:cubicBezTo>
                        <a:cubicBezTo>
                          <a:pt x="13873" y="25836"/>
                          <a:pt x="12129" y="26362"/>
                          <a:pt x="9858" y="26362"/>
                        </a:cubicBezTo>
                        <a:cubicBezTo>
                          <a:pt x="6978" y="26362"/>
                          <a:pt x="4625" y="25310"/>
                          <a:pt x="2769" y="23205"/>
                        </a:cubicBezTo>
                        <a:cubicBezTo>
                          <a:pt x="941" y="21101"/>
                          <a:pt x="0" y="18110"/>
                          <a:pt x="0" y="14261"/>
                        </a:cubicBezTo>
                        <a:cubicBezTo>
                          <a:pt x="0" y="10412"/>
                          <a:pt x="831" y="7504"/>
                          <a:pt x="2492" y="5178"/>
                        </a:cubicBezTo>
                        <a:cubicBezTo>
                          <a:pt x="4154" y="2852"/>
                          <a:pt x="6923" y="1440"/>
                          <a:pt x="10827" y="969"/>
                        </a:cubicBezTo>
                        <a:lnTo>
                          <a:pt x="10827" y="5012"/>
                        </a:lnTo>
                        <a:cubicBezTo>
                          <a:pt x="8169" y="5372"/>
                          <a:pt x="6286" y="6369"/>
                          <a:pt x="5206" y="8030"/>
                        </a:cubicBezTo>
                        <a:cubicBezTo>
                          <a:pt x="4126" y="9692"/>
                          <a:pt x="3572" y="11796"/>
                          <a:pt x="3572" y="14316"/>
                        </a:cubicBezTo>
                        <a:cubicBezTo>
                          <a:pt x="3572" y="16836"/>
                          <a:pt x="4126" y="18775"/>
                          <a:pt x="5206" y="20104"/>
                        </a:cubicBezTo>
                        <a:cubicBezTo>
                          <a:pt x="6286" y="21433"/>
                          <a:pt x="7726" y="22098"/>
                          <a:pt x="9498" y="22098"/>
                        </a:cubicBezTo>
                        <a:cubicBezTo>
                          <a:pt x="11049" y="22098"/>
                          <a:pt x="12240" y="21544"/>
                          <a:pt x="13043" y="20464"/>
                        </a:cubicBezTo>
                        <a:cubicBezTo>
                          <a:pt x="13873" y="19384"/>
                          <a:pt x="14538" y="18027"/>
                          <a:pt x="15037" y="16366"/>
                        </a:cubicBezTo>
                        <a:cubicBezTo>
                          <a:pt x="15535" y="14732"/>
                          <a:pt x="16006" y="12960"/>
                          <a:pt x="16393" y="11049"/>
                        </a:cubicBezTo>
                        <a:cubicBezTo>
                          <a:pt x="16781" y="9138"/>
                          <a:pt x="17363" y="7366"/>
                          <a:pt x="18083" y="5732"/>
                        </a:cubicBezTo>
                        <a:cubicBezTo>
                          <a:pt x="18803" y="4098"/>
                          <a:pt x="19799" y="2741"/>
                          <a:pt x="21045" y="1634"/>
                        </a:cubicBezTo>
                        <a:cubicBezTo>
                          <a:pt x="22292" y="554"/>
                          <a:pt x="24009" y="0"/>
                          <a:pt x="26224" y="0"/>
                        </a:cubicBezTo>
                        <a:cubicBezTo>
                          <a:pt x="27858" y="0"/>
                          <a:pt x="29325" y="360"/>
                          <a:pt x="30571" y="1052"/>
                        </a:cubicBezTo>
                        <a:cubicBezTo>
                          <a:pt x="31845" y="1772"/>
                          <a:pt x="32897" y="2741"/>
                          <a:pt x="33728" y="3987"/>
                        </a:cubicBezTo>
                        <a:cubicBezTo>
                          <a:pt x="34559" y="5234"/>
                          <a:pt x="35196" y="6701"/>
                          <a:pt x="35611" y="8418"/>
                        </a:cubicBezTo>
                        <a:cubicBezTo>
                          <a:pt x="36026" y="10135"/>
                          <a:pt x="36248" y="11990"/>
                          <a:pt x="36248" y="14039"/>
                        </a:cubicBezTo>
                        <a:cubicBezTo>
                          <a:pt x="36248" y="16089"/>
                          <a:pt x="35943" y="17889"/>
                          <a:pt x="35362" y="19467"/>
                        </a:cubicBezTo>
                        <a:cubicBezTo>
                          <a:pt x="34753" y="21045"/>
                          <a:pt x="33922" y="22375"/>
                          <a:pt x="32870" y="23482"/>
                        </a:cubicBezTo>
                        <a:cubicBezTo>
                          <a:pt x="31817" y="24590"/>
                          <a:pt x="30571" y="25448"/>
                          <a:pt x="29159" y="26085"/>
                        </a:cubicBezTo>
                        <a:cubicBezTo>
                          <a:pt x="27747" y="26694"/>
                          <a:pt x="26224" y="27054"/>
                          <a:pt x="24562" y="27137"/>
                        </a:cubicBezTo>
                        <a:lnTo>
                          <a:pt x="24562" y="23095"/>
                        </a:lnTo>
                        <a:close/>
                      </a:path>
                    </a:pathLst>
                  </a:custGeom>
                  <a:solidFill>
                    <a:srgbClr val="231F20"/>
                  </a:solidFill>
                  <a:ln w="2767" cap="flat">
                    <a:noFill/>
                    <a:prstDash val="solid"/>
                    <a:miter/>
                  </a:ln>
                </p:spPr>
                <p:txBody>
                  <a:bodyPr rtlCol="0" anchor="ctr"/>
                  <a:lstStyle/>
                  <a:p>
                    <a:endParaRPr lang="en-US"/>
                  </a:p>
                </p:txBody>
              </p:sp>
              <p:sp>
                <p:nvSpPr>
                  <p:cNvPr id="1464" name="Freeform 1463">
                    <a:extLst>
                      <a:ext uri="{FF2B5EF4-FFF2-40B4-BE49-F238E27FC236}">
                        <a16:creationId xmlns:a16="http://schemas.microsoft.com/office/drawing/2014/main" id="{E798CAFA-57A2-5EBF-0DF7-80C95D1E8430}"/>
                      </a:ext>
                    </a:extLst>
                  </p:cNvPr>
                  <p:cNvSpPr/>
                  <p:nvPr/>
                </p:nvSpPr>
                <p:spPr>
                  <a:xfrm>
                    <a:off x="4522571" y="2108081"/>
                    <a:ext cx="36303" cy="30988"/>
                  </a:xfrm>
                  <a:custGeom>
                    <a:avLst/>
                    <a:gdLst>
                      <a:gd name="connsiteX0" fmla="*/ 19052 w 36303"/>
                      <a:gd name="connsiteY0" fmla="*/ 26668 h 30988"/>
                      <a:gd name="connsiteX1" fmla="*/ 24341 w 36303"/>
                      <a:gd name="connsiteY1" fmla="*/ 25948 h 30988"/>
                      <a:gd name="connsiteX2" fmla="*/ 28660 w 36303"/>
                      <a:gd name="connsiteY2" fmla="*/ 23789 h 30988"/>
                      <a:gd name="connsiteX3" fmla="*/ 31596 w 36303"/>
                      <a:gd name="connsiteY3" fmla="*/ 20161 h 30988"/>
                      <a:gd name="connsiteX4" fmla="*/ 32704 w 36303"/>
                      <a:gd name="connsiteY4" fmla="*/ 15121 h 30988"/>
                      <a:gd name="connsiteX5" fmla="*/ 30655 w 36303"/>
                      <a:gd name="connsiteY5" fmla="*/ 8420 h 30988"/>
                      <a:gd name="connsiteX6" fmla="*/ 24811 w 36303"/>
                      <a:gd name="connsiteY6" fmla="*/ 4709 h 30988"/>
                      <a:gd name="connsiteX7" fmla="*/ 24811 w 36303"/>
                      <a:gd name="connsiteY7" fmla="*/ 251 h 30988"/>
                      <a:gd name="connsiteX8" fmla="*/ 29353 w 36303"/>
                      <a:gd name="connsiteY8" fmla="*/ 2189 h 30988"/>
                      <a:gd name="connsiteX9" fmla="*/ 33008 w 36303"/>
                      <a:gd name="connsiteY9" fmla="*/ 5180 h 30988"/>
                      <a:gd name="connsiteX10" fmla="*/ 35445 w 36303"/>
                      <a:gd name="connsiteY10" fmla="*/ 9444 h 30988"/>
                      <a:gd name="connsiteX11" fmla="*/ 36303 w 36303"/>
                      <a:gd name="connsiteY11" fmla="*/ 15149 h 30988"/>
                      <a:gd name="connsiteX12" fmla="*/ 34919 w 36303"/>
                      <a:gd name="connsiteY12" fmla="*/ 22265 h 30988"/>
                      <a:gd name="connsiteX13" fmla="*/ 31097 w 36303"/>
                      <a:gd name="connsiteY13" fmla="*/ 27194 h 30988"/>
                      <a:gd name="connsiteX14" fmla="*/ 25393 w 36303"/>
                      <a:gd name="connsiteY14" fmla="*/ 30047 h 30988"/>
                      <a:gd name="connsiteX15" fmla="*/ 18304 w 36303"/>
                      <a:gd name="connsiteY15" fmla="*/ 30988 h 30988"/>
                      <a:gd name="connsiteX16" fmla="*/ 11187 w 36303"/>
                      <a:gd name="connsiteY16" fmla="*/ 29881 h 30988"/>
                      <a:gd name="connsiteX17" fmla="*/ 5372 w 36303"/>
                      <a:gd name="connsiteY17" fmla="*/ 26752 h 30988"/>
                      <a:gd name="connsiteX18" fmla="*/ 1440 w 36303"/>
                      <a:gd name="connsiteY18" fmla="*/ 21795 h 30988"/>
                      <a:gd name="connsiteX19" fmla="*/ 0 w 36303"/>
                      <a:gd name="connsiteY19" fmla="*/ 15149 h 30988"/>
                      <a:gd name="connsiteX20" fmla="*/ 4874 w 36303"/>
                      <a:gd name="connsiteY20" fmla="*/ 3989 h 30988"/>
                      <a:gd name="connsiteX21" fmla="*/ 19052 w 36303"/>
                      <a:gd name="connsiteY21" fmla="*/ 2 h 30988"/>
                      <a:gd name="connsiteX22" fmla="*/ 19052 w 36303"/>
                      <a:gd name="connsiteY22" fmla="*/ 26724 h 30988"/>
                      <a:gd name="connsiteX23" fmla="*/ 15729 w 36303"/>
                      <a:gd name="connsiteY23" fmla="*/ 4211 h 30988"/>
                      <a:gd name="connsiteX24" fmla="*/ 10966 w 36303"/>
                      <a:gd name="connsiteY24" fmla="*/ 4903 h 30988"/>
                      <a:gd name="connsiteX25" fmla="*/ 7117 w 36303"/>
                      <a:gd name="connsiteY25" fmla="*/ 6952 h 30988"/>
                      <a:gd name="connsiteX26" fmla="*/ 4514 w 36303"/>
                      <a:gd name="connsiteY26" fmla="*/ 10386 h 30988"/>
                      <a:gd name="connsiteX27" fmla="*/ 3545 w 36303"/>
                      <a:gd name="connsiteY27" fmla="*/ 15093 h 30988"/>
                      <a:gd name="connsiteX28" fmla="*/ 4541 w 36303"/>
                      <a:gd name="connsiteY28" fmla="*/ 19773 h 30988"/>
                      <a:gd name="connsiteX29" fmla="*/ 7200 w 36303"/>
                      <a:gd name="connsiteY29" fmla="*/ 23235 h 30988"/>
                      <a:gd name="connsiteX30" fmla="*/ 11049 w 36303"/>
                      <a:gd name="connsiteY30" fmla="*/ 25533 h 30988"/>
                      <a:gd name="connsiteX31" fmla="*/ 15701 w 36303"/>
                      <a:gd name="connsiteY31" fmla="*/ 26668 h 30988"/>
                      <a:gd name="connsiteX32" fmla="*/ 15701 w 36303"/>
                      <a:gd name="connsiteY32" fmla="*/ 4211 h 30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6303" h="30988">
                        <a:moveTo>
                          <a:pt x="19052" y="26668"/>
                        </a:moveTo>
                        <a:cubicBezTo>
                          <a:pt x="20907" y="26668"/>
                          <a:pt x="22679" y="26419"/>
                          <a:pt x="24341" y="25948"/>
                        </a:cubicBezTo>
                        <a:cubicBezTo>
                          <a:pt x="26002" y="25450"/>
                          <a:pt x="27442" y="24730"/>
                          <a:pt x="28660" y="23789"/>
                        </a:cubicBezTo>
                        <a:cubicBezTo>
                          <a:pt x="29879" y="22847"/>
                          <a:pt x="30848" y="21629"/>
                          <a:pt x="31596" y="20161"/>
                        </a:cubicBezTo>
                        <a:cubicBezTo>
                          <a:pt x="32316" y="18693"/>
                          <a:pt x="32704" y="17004"/>
                          <a:pt x="32704" y="15121"/>
                        </a:cubicBezTo>
                        <a:cubicBezTo>
                          <a:pt x="32704" y="12518"/>
                          <a:pt x="32011" y="10275"/>
                          <a:pt x="30655" y="8420"/>
                        </a:cubicBezTo>
                        <a:cubicBezTo>
                          <a:pt x="29270" y="6564"/>
                          <a:pt x="27331" y="5318"/>
                          <a:pt x="24811" y="4709"/>
                        </a:cubicBezTo>
                        <a:lnTo>
                          <a:pt x="24811" y="251"/>
                        </a:lnTo>
                        <a:cubicBezTo>
                          <a:pt x="26445" y="749"/>
                          <a:pt x="27968" y="1386"/>
                          <a:pt x="29353" y="2189"/>
                        </a:cubicBezTo>
                        <a:cubicBezTo>
                          <a:pt x="30737" y="2992"/>
                          <a:pt x="31956" y="3989"/>
                          <a:pt x="33008" y="5180"/>
                        </a:cubicBezTo>
                        <a:cubicBezTo>
                          <a:pt x="34060" y="6371"/>
                          <a:pt x="34863" y="7783"/>
                          <a:pt x="35445" y="9444"/>
                        </a:cubicBezTo>
                        <a:cubicBezTo>
                          <a:pt x="36026" y="11078"/>
                          <a:pt x="36303" y="12989"/>
                          <a:pt x="36303" y="15149"/>
                        </a:cubicBezTo>
                        <a:cubicBezTo>
                          <a:pt x="36303" y="17890"/>
                          <a:pt x="35833" y="20272"/>
                          <a:pt x="34919" y="22265"/>
                        </a:cubicBezTo>
                        <a:cubicBezTo>
                          <a:pt x="33977" y="24259"/>
                          <a:pt x="32704" y="25893"/>
                          <a:pt x="31097" y="27194"/>
                        </a:cubicBezTo>
                        <a:cubicBezTo>
                          <a:pt x="29491" y="28468"/>
                          <a:pt x="27580" y="29438"/>
                          <a:pt x="25393" y="30047"/>
                        </a:cubicBezTo>
                        <a:cubicBezTo>
                          <a:pt x="23205" y="30656"/>
                          <a:pt x="20852" y="30988"/>
                          <a:pt x="18304" y="30988"/>
                        </a:cubicBezTo>
                        <a:cubicBezTo>
                          <a:pt x="15757" y="30988"/>
                          <a:pt x="13403" y="30628"/>
                          <a:pt x="11187" y="29881"/>
                        </a:cubicBezTo>
                        <a:cubicBezTo>
                          <a:pt x="8972" y="29161"/>
                          <a:pt x="7034" y="28108"/>
                          <a:pt x="5372" y="26752"/>
                        </a:cubicBezTo>
                        <a:cubicBezTo>
                          <a:pt x="3711" y="25395"/>
                          <a:pt x="2409" y="23761"/>
                          <a:pt x="1440" y="21795"/>
                        </a:cubicBezTo>
                        <a:cubicBezTo>
                          <a:pt x="499" y="19856"/>
                          <a:pt x="0" y="17641"/>
                          <a:pt x="0" y="15149"/>
                        </a:cubicBezTo>
                        <a:cubicBezTo>
                          <a:pt x="0" y="10414"/>
                          <a:pt x="1634" y="6675"/>
                          <a:pt x="4874" y="3989"/>
                        </a:cubicBezTo>
                        <a:cubicBezTo>
                          <a:pt x="8141" y="1275"/>
                          <a:pt x="12849" y="-54"/>
                          <a:pt x="19052" y="2"/>
                        </a:cubicBezTo>
                        <a:lnTo>
                          <a:pt x="19052" y="26724"/>
                        </a:lnTo>
                        <a:close/>
                        <a:moveTo>
                          <a:pt x="15729" y="4211"/>
                        </a:moveTo>
                        <a:cubicBezTo>
                          <a:pt x="14040" y="4211"/>
                          <a:pt x="12461" y="4432"/>
                          <a:pt x="10966" y="4903"/>
                        </a:cubicBezTo>
                        <a:cubicBezTo>
                          <a:pt x="9471" y="5374"/>
                          <a:pt x="8197" y="6066"/>
                          <a:pt x="7117" y="6952"/>
                        </a:cubicBezTo>
                        <a:cubicBezTo>
                          <a:pt x="6037" y="7866"/>
                          <a:pt x="5178" y="9001"/>
                          <a:pt x="4514" y="10386"/>
                        </a:cubicBezTo>
                        <a:cubicBezTo>
                          <a:pt x="3877" y="11770"/>
                          <a:pt x="3545" y="13321"/>
                          <a:pt x="3545" y="15093"/>
                        </a:cubicBezTo>
                        <a:cubicBezTo>
                          <a:pt x="3545" y="16866"/>
                          <a:pt x="3877" y="18416"/>
                          <a:pt x="4541" y="19773"/>
                        </a:cubicBezTo>
                        <a:cubicBezTo>
                          <a:pt x="5206" y="21130"/>
                          <a:pt x="6092" y="22265"/>
                          <a:pt x="7200" y="23235"/>
                        </a:cubicBezTo>
                        <a:cubicBezTo>
                          <a:pt x="8307" y="24176"/>
                          <a:pt x="9581" y="24952"/>
                          <a:pt x="11049" y="25533"/>
                        </a:cubicBezTo>
                        <a:cubicBezTo>
                          <a:pt x="12517" y="26115"/>
                          <a:pt x="14067" y="26475"/>
                          <a:pt x="15701" y="26668"/>
                        </a:cubicBezTo>
                        <a:lnTo>
                          <a:pt x="15701" y="4211"/>
                        </a:lnTo>
                        <a:close/>
                      </a:path>
                    </a:pathLst>
                  </a:custGeom>
                  <a:solidFill>
                    <a:srgbClr val="231F20"/>
                  </a:solidFill>
                  <a:ln w="2767" cap="flat">
                    <a:noFill/>
                    <a:prstDash val="solid"/>
                    <a:miter/>
                  </a:ln>
                </p:spPr>
                <p:txBody>
                  <a:bodyPr rtlCol="0" anchor="ctr"/>
                  <a:lstStyle/>
                  <a:p>
                    <a:endParaRPr lang="en-US"/>
                  </a:p>
                </p:txBody>
              </p:sp>
            </p:grpSp>
            <p:grpSp>
              <p:nvGrpSpPr>
                <p:cNvPr id="1456" name="Graphic 14">
                  <a:extLst>
                    <a:ext uri="{FF2B5EF4-FFF2-40B4-BE49-F238E27FC236}">
                      <a16:creationId xmlns:a16="http://schemas.microsoft.com/office/drawing/2014/main" id="{BCA19507-5EF6-EAA8-E124-745CC602841B}"/>
                    </a:ext>
                  </a:extLst>
                </p:cNvPr>
                <p:cNvGrpSpPr/>
                <p:nvPr/>
              </p:nvGrpSpPr>
              <p:grpSpPr>
                <a:xfrm rot="5400000">
                  <a:off x="8720226" y="4140204"/>
                  <a:ext cx="139860" cy="2204558"/>
                  <a:chOff x="4578036" y="1608974"/>
                  <a:chExt cx="45026" cy="709729"/>
                </a:xfrm>
                <a:solidFill>
                  <a:srgbClr val="231F20"/>
                </a:solidFill>
              </p:grpSpPr>
              <p:sp>
                <p:nvSpPr>
                  <p:cNvPr id="1457" name="Freeform 1456">
                    <a:extLst>
                      <a:ext uri="{FF2B5EF4-FFF2-40B4-BE49-F238E27FC236}">
                        <a16:creationId xmlns:a16="http://schemas.microsoft.com/office/drawing/2014/main" id="{6BBD8CFD-8957-3289-B022-D1EFD515B24C}"/>
                      </a:ext>
                    </a:extLst>
                  </p:cNvPr>
                  <p:cNvSpPr/>
                  <p:nvPr/>
                </p:nvSpPr>
                <p:spPr>
                  <a:xfrm>
                    <a:off x="4600549" y="1648102"/>
                    <a:ext cx="2769" cy="631500"/>
                  </a:xfrm>
                  <a:custGeom>
                    <a:avLst/>
                    <a:gdLst>
                      <a:gd name="connsiteX0" fmla="*/ 0 w 2769"/>
                      <a:gd name="connsiteY0" fmla="*/ 0 h 631500"/>
                      <a:gd name="connsiteX1" fmla="*/ 0 w 2769"/>
                      <a:gd name="connsiteY1" fmla="*/ 631501 h 631500"/>
                    </a:gdLst>
                    <a:ahLst/>
                    <a:cxnLst>
                      <a:cxn ang="0">
                        <a:pos x="connsiteX0" y="connsiteY0"/>
                      </a:cxn>
                      <a:cxn ang="0">
                        <a:pos x="connsiteX1" y="connsiteY1"/>
                      </a:cxn>
                    </a:cxnLst>
                    <a:rect l="l" t="t" r="r" b="b"/>
                    <a:pathLst>
                      <a:path w="2769" h="631500">
                        <a:moveTo>
                          <a:pt x="0" y="0"/>
                        </a:moveTo>
                        <a:lnTo>
                          <a:pt x="0" y="631501"/>
                        </a:lnTo>
                      </a:path>
                    </a:pathLst>
                  </a:custGeom>
                  <a:ln w="5534" cap="flat">
                    <a:solidFill>
                      <a:srgbClr val="231F20"/>
                    </a:solidFill>
                    <a:prstDash val="solid"/>
                    <a:miter/>
                  </a:ln>
                </p:spPr>
                <p:txBody>
                  <a:bodyPr rtlCol="0" anchor="ctr"/>
                  <a:lstStyle/>
                  <a:p>
                    <a:endParaRPr lang="en-US"/>
                  </a:p>
                </p:txBody>
              </p:sp>
              <p:sp>
                <p:nvSpPr>
                  <p:cNvPr id="1458" name="Freeform 1457">
                    <a:extLst>
                      <a:ext uri="{FF2B5EF4-FFF2-40B4-BE49-F238E27FC236}">
                        <a16:creationId xmlns:a16="http://schemas.microsoft.com/office/drawing/2014/main" id="{A159F47E-35F7-8BDF-6261-FF06585F8D74}"/>
                      </a:ext>
                    </a:extLst>
                  </p:cNvPr>
                  <p:cNvSpPr/>
                  <p:nvPr/>
                </p:nvSpPr>
                <p:spPr>
                  <a:xfrm>
                    <a:off x="4578036" y="1608974"/>
                    <a:ext cx="45026" cy="55105"/>
                  </a:xfrm>
                  <a:custGeom>
                    <a:avLst/>
                    <a:gdLst>
                      <a:gd name="connsiteX0" fmla="*/ 22513 w 45026"/>
                      <a:gd name="connsiteY0" fmla="*/ 0 h 55105"/>
                      <a:gd name="connsiteX1" fmla="*/ 0 w 45026"/>
                      <a:gd name="connsiteY1" fmla="*/ 55106 h 55105"/>
                      <a:gd name="connsiteX2" fmla="*/ 22513 w 45026"/>
                      <a:gd name="connsiteY2" fmla="*/ 42035 h 55105"/>
                      <a:gd name="connsiteX3" fmla="*/ 45026 w 45026"/>
                      <a:gd name="connsiteY3" fmla="*/ 55106 h 55105"/>
                      <a:gd name="connsiteX4" fmla="*/ 22513 w 45026"/>
                      <a:gd name="connsiteY4" fmla="*/ 0 h 551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26" h="55105">
                        <a:moveTo>
                          <a:pt x="22513" y="0"/>
                        </a:moveTo>
                        <a:lnTo>
                          <a:pt x="0" y="55106"/>
                        </a:lnTo>
                        <a:lnTo>
                          <a:pt x="22513" y="42035"/>
                        </a:lnTo>
                        <a:lnTo>
                          <a:pt x="45026" y="55106"/>
                        </a:lnTo>
                        <a:lnTo>
                          <a:pt x="22513" y="0"/>
                        </a:lnTo>
                        <a:close/>
                      </a:path>
                    </a:pathLst>
                  </a:custGeom>
                  <a:solidFill>
                    <a:srgbClr val="231F20"/>
                  </a:solidFill>
                  <a:ln w="2767" cap="flat">
                    <a:noFill/>
                    <a:prstDash val="solid"/>
                    <a:miter/>
                  </a:ln>
                </p:spPr>
                <p:txBody>
                  <a:bodyPr rtlCol="0" anchor="ctr"/>
                  <a:lstStyle/>
                  <a:p>
                    <a:endParaRPr lang="en-US"/>
                  </a:p>
                </p:txBody>
              </p:sp>
              <p:sp>
                <p:nvSpPr>
                  <p:cNvPr id="1459" name="Freeform 1458">
                    <a:extLst>
                      <a:ext uri="{FF2B5EF4-FFF2-40B4-BE49-F238E27FC236}">
                        <a16:creationId xmlns:a16="http://schemas.microsoft.com/office/drawing/2014/main" id="{886EDF50-580F-B436-0DC3-0C5C3DCCE6BE}"/>
                      </a:ext>
                    </a:extLst>
                  </p:cNvPr>
                  <p:cNvSpPr/>
                  <p:nvPr/>
                </p:nvSpPr>
                <p:spPr>
                  <a:xfrm>
                    <a:off x="4578036" y="2263597"/>
                    <a:ext cx="45026" cy="55105"/>
                  </a:xfrm>
                  <a:custGeom>
                    <a:avLst/>
                    <a:gdLst>
                      <a:gd name="connsiteX0" fmla="*/ 22513 w 45026"/>
                      <a:gd name="connsiteY0" fmla="*/ 55106 h 55105"/>
                      <a:gd name="connsiteX1" fmla="*/ 0 w 45026"/>
                      <a:gd name="connsiteY1" fmla="*/ 0 h 55105"/>
                      <a:gd name="connsiteX2" fmla="*/ 22513 w 45026"/>
                      <a:gd name="connsiteY2" fmla="*/ 13098 h 55105"/>
                      <a:gd name="connsiteX3" fmla="*/ 45026 w 45026"/>
                      <a:gd name="connsiteY3" fmla="*/ 0 h 55105"/>
                      <a:gd name="connsiteX4" fmla="*/ 22513 w 45026"/>
                      <a:gd name="connsiteY4" fmla="*/ 55106 h 551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26" h="55105">
                        <a:moveTo>
                          <a:pt x="22513" y="55106"/>
                        </a:moveTo>
                        <a:lnTo>
                          <a:pt x="0" y="0"/>
                        </a:lnTo>
                        <a:lnTo>
                          <a:pt x="22513" y="13098"/>
                        </a:lnTo>
                        <a:lnTo>
                          <a:pt x="45026" y="0"/>
                        </a:lnTo>
                        <a:lnTo>
                          <a:pt x="22513" y="55106"/>
                        </a:lnTo>
                        <a:close/>
                      </a:path>
                    </a:pathLst>
                  </a:custGeom>
                  <a:solidFill>
                    <a:srgbClr val="231F20"/>
                  </a:solidFill>
                  <a:ln w="2767" cap="flat">
                    <a:noFill/>
                    <a:prstDash val="solid"/>
                    <a:miter/>
                  </a:ln>
                </p:spPr>
                <p:txBody>
                  <a:bodyPr rtlCol="0" anchor="ctr"/>
                  <a:lstStyle/>
                  <a:p>
                    <a:endParaRPr lang="en-US"/>
                  </a:p>
                </p:txBody>
              </p:sp>
            </p:grpSp>
          </p:grpSp>
          <p:grpSp>
            <p:nvGrpSpPr>
              <p:cNvPr id="1502" name="Group 1501">
                <a:extLst>
                  <a:ext uri="{FF2B5EF4-FFF2-40B4-BE49-F238E27FC236}">
                    <a16:creationId xmlns:a16="http://schemas.microsoft.com/office/drawing/2014/main" id="{EA2FB504-8E50-C967-53AA-6C0BEF044378}"/>
                  </a:ext>
                </a:extLst>
              </p:cNvPr>
              <p:cNvGrpSpPr/>
              <p:nvPr/>
            </p:nvGrpSpPr>
            <p:grpSpPr>
              <a:xfrm>
                <a:off x="12782484" y="1483454"/>
                <a:ext cx="2898199" cy="2608999"/>
                <a:chOff x="2405855" y="1524471"/>
                <a:chExt cx="2898199" cy="2608999"/>
              </a:xfrm>
            </p:grpSpPr>
            <p:grpSp>
              <p:nvGrpSpPr>
                <p:cNvPr id="1504" name="Graphic 5">
                  <a:extLst>
                    <a:ext uri="{FF2B5EF4-FFF2-40B4-BE49-F238E27FC236}">
                      <a16:creationId xmlns:a16="http://schemas.microsoft.com/office/drawing/2014/main" id="{11EC0903-CEDD-3ADF-D00D-84F4E025C2F0}"/>
                    </a:ext>
                  </a:extLst>
                </p:cNvPr>
                <p:cNvGrpSpPr/>
                <p:nvPr/>
              </p:nvGrpSpPr>
              <p:grpSpPr>
                <a:xfrm>
                  <a:off x="2766922" y="1524471"/>
                  <a:ext cx="1925813" cy="219701"/>
                  <a:chOff x="7468470" y="2048109"/>
                  <a:chExt cx="769850" cy="87826"/>
                </a:xfrm>
                <a:solidFill>
                  <a:srgbClr val="000000"/>
                </a:solidFill>
              </p:grpSpPr>
              <p:sp>
                <p:nvSpPr>
                  <p:cNvPr id="1538" name="Freeform 1537">
                    <a:extLst>
                      <a:ext uri="{FF2B5EF4-FFF2-40B4-BE49-F238E27FC236}">
                        <a16:creationId xmlns:a16="http://schemas.microsoft.com/office/drawing/2014/main" id="{38AB9505-54E2-4ECA-E518-B4FC1DC29BB1}"/>
                      </a:ext>
                    </a:extLst>
                  </p:cNvPr>
                  <p:cNvSpPr/>
                  <p:nvPr/>
                </p:nvSpPr>
                <p:spPr>
                  <a:xfrm>
                    <a:off x="7468470" y="2065978"/>
                    <a:ext cx="21878" cy="50566"/>
                  </a:xfrm>
                  <a:custGeom>
                    <a:avLst/>
                    <a:gdLst>
                      <a:gd name="connsiteX0" fmla="*/ 5708 w 21878"/>
                      <a:gd name="connsiteY0" fmla="*/ 50567 h 50566"/>
                      <a:gd name="connsiteX1" fmla="*/ 0 w 21878"/>
                      <a:gd name="connsiteY1" fmla="*/ 50567 h 50566"/>
                      <a:gd name="connsiteX2" fmla="*/ 0 w 21878"/>
                      <a:gd name="connsiteY2" fmla="*/ 1331 h 50566"/>
                      <a:gd name="connsiteX3" fmla="*/ 5708 w 21878"/>
                      <a:gd name="connsiteY3" fmla="*/ 1331 h 50566"/>
                      <a:gd name="connsiteX4" fmla="*/ 5708 w 21878"/>
                      <a:gd name="connsiteY4" fmla="*/ 10551 h 50566"/>
                      <a:gd name="connsiteX5" fmla="*/ 5898 w 21878"/>
                      <a:gd name="connsiteY5" fmla="*/ 10551 h 50566"/>
                      <a:gd name="connsiteX6" fmla="*/ 11986 w 21878"/>
                      <a:gd name="connsiteY6" fmla="*/ 2281 h 50566"/>
                      <a:gd name="connsiteX7" fmla="*/ 21879 w 21878"/>
                      <a:gd name="connsiteY7" fmla="*/ 0 h 50566"/>
                      <a:gd name="connsiteX8" fmla="*/ 21879 w 21878"/>
                      <a:gd name="connsiteY8" fmla="*/ 6178 h 50566"/>
                      <a:gd name="connsiteX9" fmla="*/ 13888 w 21878"/>
                      <a:gd name="connsiteY9" fmla="*/ 7699 h 50566"/>
                      <a:gd name="connsiteX10" fmla="*/ 8942 w 21878"/>
                      <a:gd name="connsiteY10" fmla="*/ 12071 h 50566"/>
                      <a:gd name="connsiteX11" fmla="*/ 6374 w 21878"/>
                      <a:gd name="connsiteY11" fmla="*/ 18535 h 50566"/>
                      <a:gd name="connsiteX12" fmla="*/ 5612 w 21878"/>
                      <a:gd name="connsiteY12" fmla="*/ 26424 h 50566"/>
                      <a:gd name="connsiteX13" fmla="*/ 5612 w 21878"/>
                      <a:gd name="connsiteY13" fmla="*/ 50567 h 505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878" h="50566">
                        <a:moveTo>
                          <a:pt x="5708" y="50567"/>
                        </a:moveTo>
                        <a:lnTo>
                          <a:pt x="0" y="50567"/>
                        </a:lnTo>
                        <a:lnTo>
                          <a:pt x="0" y="1331"/>
                        </a:lnTo>
                        <a:lnTo>
                          <a:pt x="5708" y="1331"/>
                        </a:lnTo>
                        <a:lnTo>
                          <a:pt x="5708" y="10551"/>
                        </a:lnTo>
                        <a:lnTo>
                          <a:pt x="5898" y="10551"/>
                        </a:lnTo>
                        <a:cubicBezTo>
                          <a:pt x="7515" y="6654"/>
                          <a:pt x="9513" y="3897"/>
                          <a:pt x="11986" y="2281"/>
                        </a:cubicBezTo>
                        <a:cubicBezTo>
                          <a:pt x="14459" y="760"/>
                          <a:pt x="17788" y="0"/>
                          <a:pt x="21879" y="0"/>
                        </a:cubicBezTo>
                        <a:lnTo>
                          <a:pt x="21879" y="6178"/>
                        </a:lnTo>
                        <a:cubicBezTo>
                          <a:pt x="18645" y="6178"/>
                          <a:pt x="15981" y="6654"/>
                          <a:pt x="13888" y="7699"/>
                        </a:cubicBezTo>
                        <a:cubicBezTo>
                          <a:pt x="11795" y="8745"/>
                          <a:pt x="10178" y="10265"/>
                          <a:pt x="8942" y="12071"/>
                        </a:cubicBezTo>
                        <a:cubicBezTo>
                          <a:pt x="7705" y="13877"/>
                          <a:pt x="6849" y="16064"/>
                          <a:pt x="6374" y="18535"/>
                        </a:cubicBezTo>
                        <a:cubicBezTo>
                          <a:pt x="5898" y="21006"/>
                          <a:pt x="5612" y="23668"/>
                          <a:pt x="5612" y="26424"/>
                        </a:cubicBezTo>
                        <a:lnTo>
                          <a:pt x="5612" y="50567"/>
                        </a:lnTo>
                        <a:close/>
                      </a:path>
                    </a:pathLst>
                  </a:custGeom>
                  <a:solidFill>
                    <a:srgbClr val="000000"/>
                  </a:solidFill>
                  <a:ln w="9506" cap="flat">
                    <a:noFill/>
                    <a:prstDash val="solid"/>
                    <a:miter/>
                  </a:ln>
                </p:spPr>
                <p:txBody>
                  <a:bodyPr rtlCol="0" anchor="ctr"/>
                  <a:lstStyle/>
                  <a:p>
                    <a:endParaRPr lang="en-US"/>
                  </a:p>
                </p:txBody>
              </p:sp>
              <p:sp>
                <p:nvSpPr>
                  <p:cNvPr id="1539" name="Freeform 1538">
                    <a:extLst>
                      <a:ext uri="{FF2B5EF4-FFF2-40B4-BE49-F238E27FC236}">
                        <a16:creationId xmlns:a16="http://schemas.microsoft.com/office/drawing/2014/main" id="{C64FF7B7-D951-4964-3311-D3C8E82E2DB3}"/>
                      </a:ext>
                    </a:extLst>
                  </p:cNvPr>
                  <p:cNvSpPr/>
                  <p:nvPr/>
                </p:nvSpPr>
                <p:spPr>
                  <a:xfrm>
                    <a:off x="7527067" y="2080616"/>
                    <a:ext cx="47562" cy="24142"/>
                  </a:xfrm>
                  <a:custGeom>
                    <a:avLst/>
                    <a:gdLst>
                      <a:gd name="connsiteX0" fmla="*/ 47563 w 47562"/>
                      <a:gd name="connsiteY0" fmla="*/ 5703 h 24142"/>
                      <a:gd name="connsiteX1" fmla="*/ 0 w 47562"/>
                      <a:gd name="connsiteY1" fmla="*/ 5703 h 24142"/>
                      <a:gd name="connsiteX2" fmla="*/ 0 w 47562"/>
                      <a:gd name="connsiteY2" fmla="*/ 0 h 24142"/>
                      <a:gd name="connsiteX3" fmla="*/ 47563 w 47562"/>
                      <a:gd name="connsiteY3" fmla="*/ 0 h 24142"/>
                      <a:gd name="connsiteX4" fmla="*/ 47563 w 47562"/>
                      <a:gd name="connsiteY4" fmla="*/ 5703 h 24142"/>
                      <a:gd name="connsiteX5" fmla="*/ 47563 w 47562"/>
                      <a:gd name="connsiteY5" fmla="*/ 24143 h 24142"/>
                      <a:gd name="connsiteX6" fmla="*/ 0 w 47562"/>
                      <a:gd name="connsiteY6" fmla="*/ 24143 h 24142"/>
                      <a:gd name="connsiteX7" fmla="*/ 0 w 47562"/>
                      <a:gd name="connsiteY7" fmla="*/ 18440 h 24142"/>
                      <a:gd name="connsiteX8" fmla="*/ 47563 w 47562"/>
                      <a:gd name="connsiteY8" fmla="*/ 18440 h 24142"/>
                      <a:gd name="connsiteX9" fmla="*/ 47563 w 47562"/>
                      <a:gd name="connsiteY9" fmla="*/ 24143 h 24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7562" h="24142">
                        <a:moveTo>
                          <a:pt x="47563" y="5703"/>
                        </a:moveTo>
                        <a:lnTo>
                          <a:pt x="0" y="5703"/>
                        </a:lnTo>
                        <a:lnTo>
                          <a:pt x="0" y="0"/>
                        </a:lnTo>
                        <a:lnTo>
                          <a:pt x="47563" y="0"/>
                        </a:lnTo>
                        <a:lnTo>
                          <a:pt x="47563" y="5703"/>
                        </a:lnTo>
                        <a:close/>
                        <a:moveTo>
                          <a:pt x="47563" y="24143"/>
                        </a:moveTo>
                        <a:lnTo>
                          <a:pt x="0" y="24143"/>
                        </a:lnTo>
                        <a:lnTo>
                          <a:pt x="0" y="18440"/>
                        </a:lnTo>
                        <a:lnTo>
                          <a:pt x="47563" y="18440"/>
                        </a:lnTo>
                        <a:lnTo>
                          <a:pt x="47563" y="24143"/>
                        </a:lnTo>
                        <a:close/>
                      </a:path>
                    </a:pathLst>
                  </a:custGeom>
                  <a:solidFill>
                    <a:srgbClr val="000000"/>
                  </a:solidFill>
                  <a:ln w="9506" cap="flat">
                    <a:noFill/>
                    <a:prstDash val="solid"/>
                    <a:miter/>
                  </a:ln>
                </p:spPr>
                <p:txBody>
                  <a:bodyPr rtlCol="0" anchor="ctr"/>
                  <a:lstStyle/>
                  <a:p>
                    <a:endParaRPr lang="en-US"/>
                  </a:p>
                </p:txBody>
              </p:sp>
              <p:sp>
                <p:nvSpPr>
                  <p:cNvPr id="1540" name="Freeform 1539">
                    <a:extLst>
                      <a:ext uri="{FF2B5EF4-FFF2-40B4-BE49-F238E27FC236}">
                        <a16:creationId xmlns:a16="http://schemas.microsoft.com/office/drawing/2014/main" id="{435972EA-5824-2814-DFE9-6772B05FBDD2}"/>
                      </a:ext>
                    </a:extLst>
                  </p:cNvPr>
                  <p:cNvSpPr/>
                  <p:nvPr/>
                </p:nvSpPr>
                <p:spPr>
                  <a:xfrm>
                    <a:off x="7612300" y="2049154"/>
                    <a:ext cx="45469" cy="68531"/>
                  </a:xfrm>
                  <a:custGeom>
                    <a:avLst/>
                    <a:gdLst>
                      <a:gd name="connsiteX0" fmla="*/ 22830 w 45469"/>
                      <a:gd name="connsiteY0" fmla="*/ 380 h 68531"/>
                      <a:gd name="connsiteX1" fmla="*/ 31392 w 45469"/>
                      <a:gd name="connsiteY1" fmla="*/ 1806 h 68531"/>
                      <a:gd name="connsiteX2" fmla="*/ 37575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1094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090 w 45469"/>
                      <a:gd name="connsiteY16" fmla="*/ 10741 h 68531"/>
                      <a:gd name="connsiteX17" fmla="*/ 10939 w 45469"/>
                      <a:gd name="connsiteY17" fmla="*/ 2947 h 68531"/>
                      <a:gd name="connsiteX18" fmla="*/ 22640 w 45469"/>
                      <a:gd name="connsiteY18" fmla="*/ 0 h 68531"/>
                      <a:gd name="connsiteX19" fmla="*/ 39382 w 45469"/>
                      <a:gd name="connsiteY19" fmla="*/ 34408 h 68531"/>
                      <a:gd name="connsiteX20" fmla="*/ 38811 w 45469"/>
                      <a:gd name="connsiteY20" fmla="*/ 23858 h 68531"/>
                      <a:gd name="connsiteX21" fmla="*/ 36433 w 45469"/>
                      <a:gd name="connsiteY21" fmla="*/ 14543 h 68531"/>
                      <a:gd name="connsiteX22" fmla="*/ 31296 w 45469"/>
                      <a:gd name="connsiteY22" fmla="*/ 7984 h 68531"/>
                      <a:gd name="connsiteX23" fmla="*/ 22640 w 45469"/>
                      <a:gd name="connsiteY23" fmla="*/ 5513 h 68531"/>
                      <a:gd name="connsiteX24" fmla="*/ 14364 w 45469"/>
                      <a:gd name="connsiteY24" fmla="*/ 7984 h 68531"/>
                      <a:gd name="connsiteX25" fmla="*/ 9418 w 45469"/>
                      <a:gd name="connsiteY25" fmla="*/ 14733 h 68531"/>
                      <a:gd name="connsiteX26" fmla="*/ 6944 w 45469"/>
                      <a:gd name="connsiteY26" fmla="*/ 24238 h 68531"/>
                      <a:gd name="connsiteX27" fmla="*/ 6183 w 45469"/>
                      <a:gd name="connsiteY27" fmla="*/ 35074 h 68531"/>
                      <a:gd name="connsiteX28" fmla="*/ 6944 w 45469"/>
                      <a:gd name="connsiteY28" fmla="*/ 46765 h 68531"/>
                      <a:gd name="connsiteX29" fmla="*/ 9703 w 45469"/>
                      <a:gd name="connsiteY29" fmla="*/ 55699 h 68531"/>
                      <a:gd name="connsiteX30" fmla="*/ 14745 w 45469"/>
                      <a:gd name="connsiteY30" fmla="*/ 61403 h 68531"/>
                      <a:gd name="connsiteX31" fmla="*/ 22830 w 45469"/>
                      <a:gd name="connsiteY31" fmla="*/ 63494 h 68531"/>
                      <a:gd name="connsiteX32" fmla="*/ 31582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2" y="1806"/>
                        </a:cubicBezTo>
                        <a:cubicBezTo>
                          <a:pt x="33770" y="2756"/>
                          <a:pt x="35862" y="4182"/>
                          <a:pt x="37575" y="5798"/>
                        </a:cubicBezTo>
                        <a:cubicBezTo>
                          <a:pt x="39287" y="7509"/>
                          <a:pt x="40619" y="9505"/>
                          <a:pt x="41665" y="11786"/>
                        </a:cubicBezTo>
                        <a:cubicBezTo>
                          <a:pt x="42712" y="14067"/>
                          <a:pt x="43568"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2" y="55224"/>
                          <a:pt x="41094" y="58361"/>
                        </a:cubicBezTo>
                        <a:cubicBezTo>
                          <a:pt x="39382" y="61498"/>
                          <a:pt x="37099" y="63969"/>
                          <a:pt x="34150" y="65775"/>
                        </a:cubicBezTo>
                        <a:cubicBezTo>
                          <a:pt x="31201" y="67581"/>
                          <a:pt x="27491" y="68531"/>
                          <a:pt x="22830" y="68531"/>
                        </a:cubicBezTo>
                        <a:cubicBezTo>
                          <a:pt x="18169" y="68531"/>
                          <a:pt x="14364" y="67581"/>
                          <a:pt x="11415" y="65775"/>
                        </a:cubicBezTo>
                        <a:cubicBezTo>
                          <a:pt x="8466" y="63969"/>
                          <a:pt x="6183" y="61403"/>
                          <a:pt x="4471" y="58266"/>
                        </a:cubicBezTo>
                        <a:cubicBezTo>
                          <a:pt x="2759" y="55129"/>
                          <a:pt x="1617" y="51517"/>
                          <a:pt x="951" y="47335"/>
                        </a:cubicBezTo>
                        <a:cubicBezTo>
                          <a:pt x="285" y="43153"/>
                          <a:pt x="0" y="38781"/>
                          <a:pt x="0" y="34123"/>
                        </a:cubicBezTo>
                        <a:cubicBezTo>
                          <a:pt x="0" y="29846"/>
                          <a:pt x="285" y="25759"/>
                          <a:pt x="856" y="21671"/>
                        </a:cubicBezTo>
                        <a:cubicBezTo>
                          <a:pt x="1427" y="17584"/>
                          <a:pt x="2473" y="13972"/>
                          <a:pt x="4090" y="10741"/>
                        </a:cubicBezTo>
                        <a:cubicBezTo>
                          <a:pt x="5708" y="7509"/>
                          <a:pt x="7991" y="4943"/>
                          <a:pt x="10939" y="2947"/>
                        </a:cubicBezTo>
                        <a:cubicBezTo>
                          <a:pt x="13888" y="951"/>
                          <a:pt x="17788" y="0"/>
                          <a:pt x="22640" y="0"/>
                        </a:cubicBezTo>
                        <a:close/>
                        <a:moveTo>
                          <a:pt x="39382" y="34408"/>
                        </a:moveTo>
                        <a:cubicBezTo>
                          <a:pt x="39382" y="30796"/>
                          <a:pt x="39192" y="27279"/>
                          <a:pt x="38811" y="23858"/>
                        </a:cubicBezTo>
                        <a:cubicBezTo>
                          <a:pt x="38431" y="20436"/>
                          <a:pt x="37575" y="17299"/>
                          <a:pt x="36433" y="14543"/>
                        </a:cubicBezTo>
                        <a:cubicBezTo>
                          <a:pt x="35197" y="11786"/>
                          <a:pt x="33484" y="9600"/>
                          <a:pt x="31296" y="7984"/>
                        </a:cubicBezTo>
                        <a:cubicBezTo>
                          <a:pt x="29108" y="6368"/>
                          <a:pt x="26255" y="5513"/>
                          <a:pt x="22640" y="5513"/>
                        </a:cubicBezTo>
                        <a:cubicBezTo>
                          <a:pt x="19310" y="5513"/>
                          <a:pt x="16552" y="6368"/>
                          <a:pt x="14364" y="7984"/>
                        </a:cubicBezTo>
                        <a:cubicBezTo>
                          <a:pt x="12271" y="9695"/>
                          <a:pt x="10559" y="11881"/>
                          <a:pt x="9418" y="14733"/>
                        </a:cubicBezTo>
                        <a:cubicBezTo>
                          <a:pt x="8181" y="17489"/>
                          <a:pt x="7420" y="20721"/>
                          <a:pt x="6944" y="24238"/>
                        </a:cubicBezTo>
                        <a:cubicBezTo>
                          <a:pt x="6468" y="27755"/>
                          <a:pt x="6183" y="31367"/>
                          <a:pt x="6183" y="35074"/>
                        </a:cubicBezTo>
                        <a:cubicBezTo>
                          <a:pt x="6183" y="39351"/>
                          <a:pt x="6468" y="43248"/>
                          <a:pt x="6944" y="46765"/>
                        </a:cubicBezTo>
                        <a:cubicBezTo>
                          <a:pt x="7420" y="50282"/>
                          <a:pt x="8371" y="53323"/>
                          <a:pt x="9703" y="55699"/>
                        </a:cubicBezTo>
                        <a:cubicBezTo>
                          <a:pt x="10939" y="58171"/>
                          <a:pt x="12652" y="60072"/>
                          <a:pt x="14745" y="61403"/>
                        </a:cubicBezTo>
                        <a:cubicBezTo>
                          <a:pt x="16837" y="62733"/>
                          <a:pt x="19596" y="63494"/>
                          <a:pt x="22830" y="63494"/>
                        </a:cubicBezTo>
                        <a:cubicBezTo>
                          <a:pt x="26445" y="63494"/>
                          <a:pt x="29299" y="62638"/>
                          <a:pt x="31582" y="60832"/>
                        </a:cubicBezTo>
                        <a:cubicBezTo>
                          <a:pt x="33770" y="59026"/>
                          <a:pt x="35387" y="56745"/>
                          <a:pt x="36528" y="53989"/>
                        </a:cubicBezTo>
                        <a:cubicBezTo>
                          <a:pt x="37670" y="51232"/>
                          <a:pt x="38431" y="48095"/>
                          <a:pt x="38811" y="44579"/>
                        </a:cubicBezTo>
                        <a:cubicBezTo>
                          <a:pt x="39192" y="41062"/>
                          <a:pt x="39382" y="37640"/>
                          <a:pt x="39382" y="34313"/>
                        </a:cubicBezTo>
                        <a:close/>
                      </a:path>
                    </a:pathLst>
                  </a:custGeom>
                  <a:solidFill>
                    <a:srgbClr val="000000"/>
                  </a:solidFill>
                  <a:ln w="9506" cap="flat">
                    <a:noFill/>
                    <a:prstDash val="solid"/>
                    <a:miter/>
                  </a:ln>
                </p:spPr>
                <p:txBody>
                  <a:bodyPr rtlCol="0" anchor="ctr"/>
                  <a:lstStyle/>
                  <a:p>
                    <a:endParaRPr lang="en-US"/>
                  </a:p>
                </p:txBody>
              </p:sp>
              <p:sp>
                <p:nvSpPr>
                  <p:cNvPr id="1541" name="Freeform 1540">
                    <a:extLst>
                      <a:ext uri="{FF2B5EF4-FFF2-40B4-BE49-F238E27FC236}">
                        <a16:creationId xmlns:a16="http://schemas.microsoft.com/office/drawing/2014/main" id="{2E252CEC-5306-B736-F00E-284EB4D20724}"/>
                      </a:ext>
                    </a:extLst>
                  </p:cNvPr>
                  <p:cNvSpPr/>
                  <p:nvPr/>
                </p:nvSpPr>
                <p:spPr>
                  <a:xfrm>
                    <a:off x="7671278" y="2108180"/>
                    <a:ext cx="6943" cy="8364"/>
                  </a:xfrm>
                  <a:custGeom>
                    <a:avLst/>
                    <a:gdLst>
                      <a:gd name="connsiteX0" fmla="*/ 0 w 6943"/>
                      <a:gd name="connsiteY0" fmla="*/ 8364 h 8364"/>
                      <a:gd name="connsiteX1" fmla="*/ 0 w 6943"/>
                      <a:gd name="connsiteY1" fmla="*/ 0 h 8364"/>
                      <a:gd name="connsiteX2" fmla="*/ 6944 w 6943"/>
                      <a:gd name="connsiteY2" fmla="*/ 0 h 8364"/>
                      <a:gd name="connsiteX3" fmla="*/ 6944 w 6943"/>
                      <a:gd name="connsiteY3" fmla="*/ 8364 h 8364"/>
                      <a:gd name="connsiteX4" fmla="*/ 0 w 6943"/>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3" h="8364">
                        <a:moveTo>
                          <a:pt x="0" y="8364"/>
                        </a:moveTo>
                        <a:lnTo>
                          <a:pt x="0" y="0"/>
                        </a:lnTo>
                        <a:lnTo>
                          <a:pt x="6944" y="0"/>
                        </a:lnTo>
                        <a:lnTo>
                          <a:pt x="6944" y="8364"/>
                        </a:lnTo>
                        <a:lnTo>
                          <a:pt x="0" y="8364"/>
                        </a:lnTo>
                        <a:close/>
                      </a:path>
                    </a:pathLst>
                  </a:custGeom>
                  <a:solidFill>
                    <a:srgbClr val="000000"/>
                  </a:solidFill>
                  <a:ln w="9506" cap="flat">
                    <a:noFill/>
                    <a:prstDash val="solid"/>
                    <a:miter/>
                  </a:ln>
                </p:spPr>
                <p:txBody>
                  <a:bodyPr rtlCol="0" anchor="ctr"/>
                  <a:lstStyle/>
                  <a:p>
                    <a:endParaRPr lang="en-US"/>
                  </a:p>
                </p:txBody>
              </p:sp>
              <p:sp>
                <p:nvSpPr>
                  <p:cNvPr id="1542" name="Freeform 1541">
                    <a:extLst>
                      <a:ext uri="{FF2B5EF4-FFF2-40B4-BE49-F238E27FC236}">
                        <a16:creationId xmlns:a16="http://schemas.microsoft.com/office/drawing/2014/main" id="{8E0E041B-15BD-671C-016E-FEA6F5A43393}"/>
                      </a:ext>
                    </a:extLst>
                  </p:cNvPr>
                  <p:cNvSpPr/>
                  <p:nvPr/>
                </p:nvSpPr>
                <p:spPr>
                  <a:xfrm>
                    <a:off x="7691159" y="2049439"/>
                    <a:ext cx="45469" cy="68341"/>
                  </a:xfrm>
                  <a:custGeom>
                    <a:avLst/>
                    <a:gdLst>
                      <a:gd name="connsiteX0" fmla="*/ 17884 w 45469"/>
                      <a:gd name="connsiteY0" fmla="*/ 29846 h 68341"/>
                      <a:gd name="connsiteX1" fmla="*/ 25684 w 45469"/>
                      <a:gd name="connsiteY1" fmla="*/ 29276 h 68341"/>
                      <a:gd name="connsiteX2" fmla="*/ 31677 w 45469"/>
                      <a:gd name="connsiteY2" fmla="*/ 27279 h 68341"/>
                      <a:gd name="connsiteX3" fmla="*/ 35672 w 45469"/>
                      <a:gd name="connsiteY3" fmla="*/ 23287 h 68341"/>
                      <a:gd name="connsiteX4" fmla="*/ 37099 w 45469"/>
                      <a:gd name="connsiteY4" fmla="*/ 16919 h 68341"/>
                      <a:gd name="connsiteX5" fmla="*/ 35957 w 45469"/>
                      <a:gd name="connsiteY5" fmla="*/ 11596 h 68341"/>
                      <a:gd name="connsiteX6" fmla="*/ 32818 w 45469"/>
                      <a:gd name="connsiteY6" fmla="*/ 7889 h 68341"/>
                      <a:gd name="connsiteX7" fmla="*/ 28252 w 45469"/>
                      <a:gd name="connsiteY7" fmla="*/ 5798 h 68341"/>
                      <a:gd name="connsiteX8" fmla="*/ 22830 w 45469"/>
                      <a:gd name="connsiteY8" fmla="*/ 5133 h 68341"/>
                      <a:gd name="connsiteX9" fmla="*/ 16932 w 45469"/>
                      <a:gd name="connsiteY9" fmla="*/ 6178 h 68341"/>
                      <a:gd name="connsiteX10" fmla="*/ 12366 w 45469"/>
                      <a:gd name="connsiteY10" fmla="*/ 9125 h 68341"/>
                      <a:gd name="connsiteX11" fmla="*/ 9417 w 45469"/>
                      <a:gd name="connsiteY11" fmla="*/ 13687 h 68341"/>
                      <a:gd name="connsiteX12" fmla="*/ 8371 w 45469"/>
                      <a:gd name="connsiteY12" fmla="*/ 19390 h 68341"/>
                      <a:gd name="connsiteX13" fmla="*/ 2283 w 45469"/>
                      <a:gd name="connsiteY13" fmla="*/ 19390 h 68341"/>
                      <a:gd name="connsiteX14" fmla="*/ 3900 w 45469"/>
                      <a:gd name="connsiteY14" fmla="*/ 11121 h 68341"/>
                      <a:gd name="connsiteX15" fmla="*/ 8751 w 45469"/>
                      <a:gd name="connsiteY15" fmla="*/ 4372 h 68341"/>
                      <a:gd name="connsiteX16" fmla="*/ 15886 w 45469"/>
                      <a:gd name="connsiteY16" fmla="*/ 760 h 68341"/>
                      <a:gd name="connsiteX17" fmla="*/ 24067 w 45469"/>
                      <a:gd name="connsiteY17" fmla="*/ 0 h 68341"/>
                      <a:gd name="connsiteX18" fmla="*/ 31487 w 45469"/>
                      <a:gd name="connsiteY18" fmla="*/ 951 h 68341"/>
                      <a:gd name="connsiteX19" fmla="*/ 37575 w 45469"/>
                      <a:gd name="connsiteY19" fmla="*/ 3992 h 68341"/>
                      <a:gd name="connsiteX20" fmla="*/ 41665 w 45469"/>
                      <a:gd name="connsiteY20" fmla="*/ 9125 h 68341"/>
                      <a:gd name="connsiteX21" fmla="*/ 43187 w 45469"/>
                      <a:gd name="connsiteY21" fmla="*/ 16444 h 68341"/>
                      <a:gd name="connsiteX22" fmla="*/ 40809 w 45469"/>
                      <a:gd name="connsiteY22" fmla="*/ 25473 h 68341"/>
                      <a:gd name="connsiteX23" fmla="*/ 33675 w 45469"/>
                      <a:gd name="connsiteY23" fmla="*/ 31367 h 68341"/>
                      <a:gd name="connsiteX24" fmla="*/ 39572 w 45469"/>
                      <a:gd name="connsiteY24" fmla="*/ 34408 h 68341"/>
                      <a:gd name="connsiteX25" fmla="*/ 43187 w 45469"/>
                      <a:gd name="connsiteY25" fmla="*/ 38495 h 68341"/>
                      <a:gd name="connsiteX26" fmla="*/ 44994 w 45469"/>
                      <a:gd name="connsiteY26" fmla="*/ 43248 h 68341"/>
                      <a:gd name="connsiteX27" fmla="*/ 45470 w 45469"/>
                      <a:gd name="connsiteY27" fmla="*/ 48000 h 68341"/>
                      <a:gd name="connsiteX28" fmla="*/ 44043 w 45469"/>
                      <a:gd name="connsiteY28" fmla="*/ 55795 h 68341"/>
                      <a:gd name="connsiteX29" fmla="*/ 39858 w 45469"/>
                      <a:gd name="connsiteY29" fmla="*/ 62163 h 68341"/>
                      <a:gd name="connsiteX30" fmla="*/ 33104 w 45469"/>
                      <a:gd name="connsiteY30" fmla="*/ 66535 h 68341"/>
                      <a:gd name="connsiteX31" fmla="*/ 23877 w 45469"/>
                      <a:gd name="connsiteY31" fmla="*/ 68341 h 68341"/>
                      <a:gd name="connsiteX32" fmla="*/ 13793 w 45469"/>
                      <a:gd name="connsiteY32" fmla="*/ 67296 h 68341"/>
                      <a:gd name="connsiteX33" fmla="*/ 6659 w 45469"/>
                      <a:gd name="connsiteY33" fmla="*/ 63874 h 68341"/>
                      <a:gd name="connsiteX34" fmla="*/ 2188 w 45469"/>
                      <a:gd name="connsiteY34" fmla="*/ 57505 h 68341"/>
                      <a:gd name="connsiteX35" fmla="*/ 0 w 45469"/>
                      <a:gd name="connsiteY35" fmla="*/ 47620 h 68341"/>
                      <a:gd name="connsiteX36" fmla="*/ 6088 w 45469"/>
                      <a:gd name="connsiteY36" fmla="*/ 47620 h 68341"/>
                      <a:gd name="connsiteX37" fmla="*/ 10654 w 45469"/>
                      <a:gd name="connsiteY37" fmla="*/ 59311 h 68341"/>
                      <a:gd name="connsiteX38" fmla="*/ 22735 w 45469"/>
                      <a:gd name="connsiteY38" fmla="*/ 63304 h 68341"/>
                      <a:gd name="connsiteX39" fmla="*/ 29489 w 45469"/>
                      <a:gd name="connsiteY39" fmla="*/ 62068 h 68341"/>
                      <a:gd name="connsiteX40" fmla="*/ 34816 w 45469"/>
                      <a:gd name="connsiteY40" fmla="*/ 58741 h 68341"/>
                      <a:gd name="connsiteX41" fmla="*/ 38240 w 45469"/>
                      <a:gd name="connsiteY41" fmla="*/ 53894 h 68341"/>
                      <a:gd name="connsiteX42" fmla="*/ 39382 w 45469"/>
                      <a:gd name="connsiteY42" fmla="*/ 48191 h 68341"/>
                      <a:gd name="connsiteX43" fmla="*/ 37479 w 45469"/>
                      <a:gd name="connsiteY43" fmla="*/ 41442 h 68341"/>
                      <a:gd name="connsiteX44" fmla="*/ 32818 w 45469"/>
                      <a:gd name="connsiteY44" fmla="*/ 37165 h 68341"/>
                      <a:gd name="connsiteX45" fmla="*/ 26064 w 45469"/>
                      <a:gd name="connsiteY45" fmla="*/ 35074 h 68341"/>
                      <a:gd name="connsiteX46" fmla="*/ 17788 w 45469"/>
                      <a:gd name="connsiteY46" fmla="*/ 34883 h 68341"/>
                      <a:gd name="connsiteX47" fmla="*/ 17788 w 45469"/>
                      <a:gd name="connsiteY47" fmla="*/ 29941 h 683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45469" h="68341">
                        <a:moveTo>
                          <a:pt x="17884" y="29846"/>
                        </a:moveTo>
                        <a:cubicBezTo>
                          <a:pt x="20737" y="29846"/>
                          <a:pt x="23306" y="29656"/>
                          <a:pt x="25684" y="29276"/>
                        </a:cubicBezTo>
                        <a:cubicBezTo>
                          <a:pt x="28062" y="28895"/>
                          <a:pt x="30060" y="28230"/>
                          <a:pt x="31677" y="27279"/>
                        </a:cubicBezTo>
                        <a:cubicBezTo>
                          <a:pt x="33389" y="26329"/>
                          <a:pt x="34721" y="24998"/>
                          <a:pt x="35672" y="23287"/>
                        </a:cubicBezTo>
                        <a:cubicBezTo>
                          <a:pt x="36623" y="21576"/>
                          <a:pt x="37099" y="19485"/>
                          <a:pt x="37099" y="16919"/>
                        </a:cubicBezTo>
                        <a:cubicBezTo>
                          <a:pt x="37099" y="14828"/>
                          <a:pt x="36718" y="13022"/>
                          <a:pt x="35957" y="11596"/>
                        </a:cubicBezTo>
                        <a:cubicBezTo>
                          <a:pt x="35197" y="10170"/>
                          <a:pt x="34150" y="8840"/>
                          <a:pt x="32818" y="7889"/>
                        </a:cubicBezTo>
                        <a:cubicBezTo>
                          <a:pt x="31487" y="6939"/>
                          <a:pt x="29964" y="6273"/>
                          <a:pt x="28252" y="5798"/>
                        </a:cubicBezTo>
                        <a:cubicBezTo>
                          <a:pt x="26540" y="5323"/>
                          <a:pt x="24637" y="5133"/>
                          <a:pt x="22830" y="5133"/>
                        </a:cubicBezTo>
                        <a:cubicBezTo>
                          <a:pt x="20642" y="5133"/>
                          <a:pt x="18740" y="5513"/>
                          <a:pt x="16932" y="6178"/>
                        </a:cubicBezTo>
                        <a:cubicBezTo>
                          <a:pt x="15220" y="6844"/>
                          <a:pt x="13698" y="7889"/>
                          <a:pt x="12366" y="9125"/>
                        </a:cubicBezTo>
                        <a:cubicBezTo>
                          <a:pt x="11130" y="10456"/>
                          <a:pt x="10083" y="11976"/>
                          <a:pt x="9417" y="13687"/>
                        </a:cubicBezTo>
                        <a:cubicBezTo>
                          <a:pt x="8751" y="15398"/>
                          <a:pt x="8371" y="17299"/>
                          <a:pt x="8371" y="19390"/>
                        </a:cubicBezTo>
                        <a:lnTo>
                          <a:pt x="2283" y="19390"/>
                        </a:lnTo>
                        <a:cubicBezTo>
                          <a:pt x="2283" y="16349"/>
                          <a:pt x="2759" y="13592"/>
                          <a:pt x="3900" y="11121"/>
                        </a:cubicBezTo>
                        <a:cubicBezTo>
                          <a:pt x="4946" y="8650"/>
                          <a:pt x="6564" y="6463"/>
                          <a:pt x="8751" y="4372"/>
                        </a:cubicBezTo>
                        <a:cubicBezTo>
                          <a:pt x="10844" y="2471"/>
                          <a:pt x="13222" y="1236"/>
                          <a:pt x="15886" y="760"/>
                        </a:cubicBezTo>
                        <a:cubicBezTo>
                          <a:pt x="18550" y="285"/>
                          <a:pt x="21213" y="0"/>
                          <a:pt x="24067" y="0"/>
                        </a:cubicBezTo>
                        <a:cubicBezTo>
                          <a:pt x="26920" y="0"/>
                          <a:pt x="29204" y="285"/>
                          <a:pt x="31487" y="951"/>
                        </a:cubicBezTo>
                        <a:cubicBezTo>
                          <a:pt x="33769" y="1616"/>
                          <a:pt x="35862" y="2661"/>
                          <a:pt x="37575" y="3992"/>
                        </a:cubicBezTo>
                        <a:cubicBezTo>
                          <a:pt x="39287" y="5323"/>
                          <a:pt x="40618" y="7129"/>
                          <a:pt x="41665" y="9125"/>
                        </a:cubicBezTo>
                        <a:cubicBezTo>
                          <a:pt x="42711" y="11216"/>
                          <a:pt x="43187" y="13687"/>
                          <a:pt x="43187" y="16444"/>
                        </a:cubicBezTo>
                        <a:cubicBezTo>
                          <a:pt x="43187" y="19961"/>
                          <a:pt x="42426" y="22907"/>
                          <a:pt x="40809" y="25473"/>
                        </a:cubicBezTo>
                        <a:cubicBezTo>
                          <a:pt x="39192" y="28040"/>
                          <a:pt x="36814" y="29941"/>
                          <a:pt x="33675" y="31367"/>
                        </a:cubicBezTo>
                        <a:cubicBezTo>
                          <a:pt x="36053" y="32127"/>
                          <a:pt x="38050" y="33173"/>
                          <a:pt x="39572" y="34408"/>
                        </a:cubicBezTo>
                        <a:cubicBezTo>
                          <a:pt x="41094" y="35644"/>
                          <a:pt x="42331" y="36975"/>
                          <a:pt x="43187" y="38495"/>
                        </a:cubicBezTo>
                        <a:cubicBezTo>
                          <a:pt x="44043" y="40016"/>
                          <a:pt x="44709" y="41537"/>
                          <a:pt x="44994" y="43248"/>
                        </a:cubicBezTo>
                        <a:cubicBezTo>
                          <a:pt x="45280" y="44864"/>
                          <a:pt x="45470" y="46480"/>
                          <a:pt x="45470" y="48000"/>
                        </a:cubicBezTo>
                        <a:cubicBezTo>
                          <a:pt x="45470" y="50757"/>
                          <a:pt x="44994" y="53418"/>
                          <a:pt x="44043" y="55795"/>
                        </a:cubicBezTo>
                        <a:cubicBezTo>
                          <a:pt x="43092" y="58171"/>
                          <a:pt x="41665" y="60357"/>
                          <a:pt x="39858" y="62163"/>
                        </a:cubicBezTo>
                        <a:cubicBezTo>
                          <a:pt x="38050" y="63969"/>
                          <a:pt x="35767" y="65490"/>
                          <a:pt x="33104" y="66535"/>
                        </a:cubicBezTo>
                        <a:cubicBezTo>
                          <a:pt x="30440" y="67676"/>
                          <a:pt x="27301" y="68246"/>
                          <a:pt x="23877" y="68341"/>
                        </a:cubicBezTo>
                        <a:cubicBezTo>
                          <a:pt x="19976" y="68341"/>
                          <a:pt x="16647" y="67961"/>
                          <a:pt x="13793" y="67296"/>
                        </a:cubicBezTo>
                        <a:cubicBezTo>
                          <a:pt x="10939" y="66630"/>
                          <a:pt x="8561" y="65490"/>
                          <a:pt x="6659" y="63874"/>
                        </a:cubicBezTo>
                        <a:cubicBezTo>
                          <a:pt x="4756" y="62258"/>
                          <a:pt x="3234" y="60167"/>
                          <a:pt x="2188" y="57505"/>
                        </a:cubicBezTo>
                        <a:cubicBezTo>
                          <a:pt x="1141" y="54844"/>
                          <a:pt x="381" y="51612"/>
                          <a:pt x="0" y="47620"/>
                        </a:cubicBezTo>
                        <a:lnTo>
                          <a:pt x="6088" y="47620"/>
                        </a:lnTo>
                        <a:cubicBezTo>
                          <a:pt x="6088" y="52753"/>
                          <a:pt x="7610" y="56650"/>
                          <a:pt x="10654" y="59311"/>
                        </a:cubicBezTo>
                        <a:cubicBezTo>
                          <a:pt x="13698" y="61973"/>
                          <a:pt x="17788" y="63304"/>
                          <a:pt x="22735" y="63304"/>
                        </a:cubicBezTo>
                        <a:cubicBezTo>
                          <a:pt x="25113" y="63304"/>
                          <a:pt x="27396" y="62923"/>
                          <a:pt x="29489" y="62068"/>
                        </a:cubicBezTo>
                        <a:cubicBezTo>
                          <a:pt x="31582" y="61212"/>
                          <a:pt x="33389" y="60167"/>
                          <a:pt x="34816" y="58741"/>
                        </a:cubicBezTo>
                        <a:cubicBezTo>
                          <a:pt x="36243" y="57315"/>
                          <a:pt x="37479" y="55699"/>
                          <a:pt x="38240" y="53894"/>
                        </a:cubicBezTo>
                        <a:cubicBezTo>
                          <a:pt x="39002" y="52088"/>
                          <a:pt x="39382" y="50187"/>
                          <a:pt x="39382" y="48191"/>
                        </a:cubicBezTo>
                        <a:cubicBezTo>
                          <a:pt x="39287" y="45434"/>
                          <a:pt x="38621" y="43248"/>
                          <a:pt x="37479" y="41442"/>
                        </a:cubicBezTo>
                        <a:cubicBezTo>
                          <a:pt x="36338" y="39636"/>
                          <a:pt x="34816" y="38210"/>
                          <a:pt x="32818" y="37165"/>
                        </a:cubicBezTo>
                        <a:cubicBezTo>
                          <a:pt x="30916" y="36119"/>
                          <a:pt x="28633" y="35454"/>
                          <a:pt x="26064" y="35074"/>
                        </a:cubicBezTo>
                        <a:cubicBezTo>
                          <a:pt x="23496" y="34693"/>
                          <a:pt x="20737" y="34693"/>
                          <a:pt x="17788" y="34883"/>
                        </a:cubicBezTo>
                        <a:lnTo>
                          <a:pt x="17788" y="29941"/>
                        </a:lnTo>
                        <a:close/>
                      </a:path>
                    </a:pathLst>
                  </a:custGeom>
                  <a:solidFill>
                    <a:srgbClr val="000000"/>
                  </a:solidFill>
                  <a:ln w="9506" cap="flat">
                    <a:noFill/>
                    <a:prstDash val="solid"/>
                    <a:miter/>
                  </a:ln>
                </p:spPr>
                <p:txBody>
                  <a:bodyPr rtlCol="0" anchor="ctr"/>
                  <a:lstStyle/>
                  <a:p>
                    <a:endParaRPr lang="en-US"/>
                  </a:p>
                </p:txBody>
              </p:sp>
              <p:sp>
                <p:nvSpPr>
                  <p:cNvPr id="1543" name="Freeform 1542">
                    <a:extLst>
                      <a:ext uri="{FF2B5EF4-FFF2-40B4-BE49-F238E27FC236}">
                        <a16:creationId xmlns:a16="http://schemas.microsoft.com/office/drawing/2014/main" id="{C788F9B5-83F8-0F68-6BDD-0471C9EBD4F8}"/>
                      </a:ext>
                    </a:extLst>
                  </p:cNvPr>
                  <p:cNvSpPr/>
                  <p:nvPr/>
                </p:nvSpPr>
                <p:spPr>
                  <a:xfrm>
                    <a:off x="7744619" y="2049724"/>
                    <a:ext cx="45184" cy="68436"/>
                  </a:xfrm>
                  <a:custGeom>
                    <a:avLst/>
                    <a:gdLst>
                      <a:gd name="connsiteX0" fmla="*/ 7515 w 45184"/>
                      <a:gd name="connsiteY0" fmla="*/ 52088 h 68436"/>
                      <a:gd name="connsiteX1" fmla="*/ 11795 w 45184"/>
                      <a:gd name="connsiteY1" fmla="*/ 60262 h 68436"/>
                      <a:gd name="connsiteX2" fmla="*/ 20547 w 45184"/>
                      <a:gd name="connsiteY2" fmla="*/ 63018 h 68436"/>
                      <a:gd name="connsiteX3" fmla="*/ 30060 w 45184"/>
                      <a:gd name="connsiteY3" fmla="*/ 60072 h 68436"/>
                      <a:gd name="connsiteX4" fmla="*/ 35577 w 45184"/>
                      <a:gd name="connsiteY4" fmla="*/ 52658 h 68436"/>
                      <a:gd name="connsiteX5" fmla="*/ 38240 w 45184"/>
                      <a:gd name="connsiteY5" fmla="*/ 43058 h 68436"/>
                      <a:gd name="connsiteX6" fmla="*/ 39097 w 45184"/>
                      <a:gd name="connsiteY6" fmla="*/ 33363 h 68436"/>
                      <a:gd name="connsiteX7" fmla="*/ 38906 w 45184"/>
                      <a:gd name="connsiteY7" fmla="*/ 33173 h 68436"/>
                      <a:gd name="connsiteX8" fmla="*/ 31391 w 45184"/>
                      <a:gd name="connsiteY8" fmla="*/ 40967 h 68436"/>
                      <a:gd name="connsiteX9" fmla="*/ 20833 w 45184"/>
                      <a:gd name="connsiteY9" fmla="*/ 43628 h 68436"/>
                      <a:gd name="connsiteX10" fmla="*/ 12271 w 45184"/>
                      <a:gd name="connsiteY10" fmla="*/ 42107 h 68436"/>
                      <a:gd name="connsiteX11" fmla="*/ 5708 w 45184"/>
                      <a:gd name="connsiteY11" fmla="*/ 37735 h 68436"/>
                      <a:gd name="connsiteX12" fmla="*/ 1522 w 45184"/>
                      <a:gd name="connsiteY12" fmla="*/ 30891 h 68436"/>
                      <a:gd name="connsiteX13" fmla="*/ 0 w 45184"/>
                      <a:gd name="connsiteY13" fmla="*/ 22052 h 68436"/>
                      <a:gd name="connsiteX14" fmla="*/ 1332 w 45184"/>
                      <a:gd name="connsiteY14" fmla="*/ 13307 h 68436"/>
                      <a:gd name="connsiteX15" fmla="*/ 5327 w 45184"/>
                      <a:gd name="connsiteY15" fmla="*/ 6273 h 68436"/>
                      <a:gd name="connsiteX16" fmla="*/ 12081 w 45184"/>
                      <a:gd name="connsiteY16" fmla="*/ 1616 h 68436"/>
                      <a:gd name="connsiteX17" fmla="*/ 21593 w 45184"/>
                      <a:gd name="connsiteY17" fmla="*/ 0 h 68436"/>
                      <a:gd name="connsiteX18" fmla="*/ 32913 w 45184"/>
                      <a:gd name="connsiteY18" fmla="*/ 2661 h 68436"/>
                      <a:gd name="connsiteX19" fmla="*/ 40143 w 45184"/>
                      <a:gd name="connsiteY19" fmla="*/ 9885 h 68436"/>
                      <a:gd name="connsiteX20" fmla="*/ 44043 w 45184"/>
                      <a:gd name="connsiteY20" fmla="*/ 20626 h 68436"/>
                      <a:gd name="connsiteX21" fmla="*/ 45185 w 45184"/>
                      <a:gd name="connsiteY21" fmla="*/ 33838 h 68436"/>
                      <a:gd name="connsiteX22" fmla="*/ 43377 w 45184"/>
                      <a:gd name="connsiteY22" fmla="*/ 48856 h 68436"/>
                      <a:gd name="connsiteX23" fmla="*/ 38240 w 45184"/>
                      <a:gd name="connsiteY23" fmla="*/ 59692 h 68436"/>
                      <a:gd name="connsiteX24" fmla="*/ 30535 w 45184"/>
                      <a:gd name="connsiteY24" fmla="*/ 66250 h 68436"/>
                      <a:gd name="connsiteX25" fmla="*/ 20737 w 45184"/>
                      <a:gd name="connsiteY25" fmla="*/ 68436 h 68436"/>
                      <a:gd name="connsiteX26" fmla="*/ 13413 w 45184"/>
                      <a:gd name="connsiteY26" fmla="*/ 67486 h 68436"/>
                      <a:gd name="connsiteX27" fmla="*/ 7420 w 45184"/>
                      <a:gd name="connsiteY27" fmla="*/ 64539 h 68436"/>
                      <a:gd name="connsiteX28" fmla="*/ 3234 w 45184"/>
                      <a:gd name="connsiteY28" fmla="*/ 59501 h 68436"/>
                      <a:gd name="connsiteX29" fmla="*/ 1237 w 45184"/>
                      <a:gd name="connsiteY29" fmla="*/ 52373 h 68436"/>
                      <a:gd name="connsiteX30" fmla="*/ 7420 w 45184"/>
                      <a:gd name="connsiteY30" fmla="*/ 52373 h 68436"/>
                      <a:gd name="connsiteX31" fmla="*/ 21784 w 45184"/>
                      <a:gd name="connsiteY31" fmla="*/ 4943 h 68436"/>
                      <a:gd name="connsiteX32" fmla="*/ 10178 w 45184"/>
                      <a:gd name="connsiteY32" fmla="*/ 9695 h 68436"/>
                      <a:gd name="connsiteX33" fmla="*/ 6278 w 45184"/>
                      <a:gd name="connsiteY33" fmla="*/ 22147 h 68436"/>
                      <a:gd name="connsiteX34" fmla="*/ 10274 w 45184"/>
                      <a:gd name="connsiteY34" fmla="*/ 34123 h 68436"/>
                      <a:gd name="connsiteX35" fmla="*/ 21784 w 45184"/>
                      <a:gd name="connsiteY35" fmla="*/ 38400 h 68436"/>
                      <a:gd name="connsiteX36" fmla="*/ 28157 w 45184"/>
                      <a:gd name="connsiteY36" fmla="*/ 37070 h 68436"/>
                      <a:gd name="connsiteX37" fmla="*/ 32913 w 45184"/>
                      <a:gd name="connsiteY37" fmla="*/ 33458 h 68436"/>
                      <a:gd name="connsiteX38" fmla="*/ 35862 w 45184"/>
                      <a:gd name="connsiteY38" fmla="*/ 28135 h 68436"/>
                      <a:gd name="connsiteX39" fmla="*/ 36814 w 45184"/>
                      <a:gd name="connsiteY39" fmla="*/ 21671 h 68436"/>
                      <a:gd name="connsiteX40" fmla="*/ 32818 w 45184"/>
                      <a:gd name="connsiteY40" fmla="*/ 9695 h 68436"/>
                      <a:gd name="connsiteX41" fmla="*/ 21784 w 45184"/>
                      <a:gd name="connsiteY41" fmla="*/ 4943 h 68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45184" h="68436">
                        <a:moveTo>
                          <a:pt x="7515" y="52088"/>
                        </a:moveTo>
                        <a:cubicBezTo>
                          <a:pt x="8181" y="55699"/>
                          <a:pt x="9608" y="58456"/>
                          <a:pt x="11795" y="60262"/>
                        </a:cubicBezTo>
                        <a:cubicBezTo>
                          <a:pt x="13983" y="62068"/>
                          <a:pt x="16837" y="63018"/>
                          <a:pt x="20547" y="63018"/>
                        </a:cubicBezTo>
                        <a:cubicBezTo>
                          <a:pt x="24543" y="63018"/>
                          <a:pt x="27682" y="62068"/>
                          <a:pt x="30060" y="60072"/>
                        </a:cubicBezTo>
                        <a:cubicBezTo>
                          <a:pt x="32438" y="58076"/>
                          <a:pt x="34245" y="55604"/>
                          <a:pt x="35577" y="52658"/>
                        </a:cubicBezTo>
                        <a:cubicBezTo>
                          <a:pt x="36909" y="49711"/>
                          <a:pt x="37765" y="46480"/>
                          <a:pt x="38240" y="43058"/>
                        </a:cubicBezTo>
                        <a:cubicBezTo>
                          <a:pt x="38716" y="39636"/>
                          <a:pt x="39002" y="36309"/>
                          <a:pt x="39097" y="33363"/>
                        </a:cubicBezTo>
                        <a:lnTo>
                          <a:pt x="38906" y="33173"/>
                        </a:lnTo>
                        <a:cubicBezTo>
                          <a:pt x="36909" y="36594"/>
                          <a:pt x="34340" y="39161"/>
                          <a:pt x="31391" y="40967"/>
                        </a:cubicBezTo>
                        <a:cubicBezTo>
                          <a:pt x="28348" y="42773"/>
                          <a:pt x="24828" y="43628"/>
                          <a:pt x="20833" y="43628"/>
                        </a:cubicBezTo>
                        <a:cubicBezTo>
                          <a:pt x="17693" y="43628"/>
                          <a:pt x="14840" y="43153"/>
                          <a:pt x="12271" y="42107"/>
                        </a:cubicBezTo>
                        <a:cubicBezTo>
                          <a:pt x="9703" y="41062"/>
                          <a:pt x="7515" y="39636"/>
                          <a:pt x="5708" y="37735"/>
                        </a:cubicBezTo>
                        <a:cubicBezTo>
                          <a:pt x="3900" y="35834"/>
                          <a:pt x="2473" y="33553"/>
                          <a:pt x="1522" y="30891"/>
                        </a:cubicBezTo>
                        <a:cubicBezTo>
                          <a:pt x="571" y="28230"/>
                          <a:pt x="0" y="25283"/>
                          <a:pt x="0" y="22052"/>
                        </a:cubicBezTo>
                        <a:cubicBezTo>
                          <a:pt x="0" y="18820"/>
                          <a:pt x="476" y="15968"/>
                          <a:pt x="1332" y="13307"/>
                        </a:cubicBezTo>
                        <a:cubicBezTo>
                          <a:pt x="2188" y="10646"/>
                          <a:pt x="3520" y="8269"/>
                          <a:pt x="5327" y="6273"/>
                        </a:cubicBezTo>
                        <a:cubicBezTo>
                          <a:pt x="7134" y="4277"/>
                          <a:pt x="9322" y="2756"/>
                          <a:pt x="12081" y="1616"/>
                        </a:cubicBezTo>
                        <a:cubicBezTo>
                          <a:pt x="14840" y="475"/>
                          <a:pt x="17979" y="0"/>
                          <a:pt x="21593" y="0"/>
                        </a:cubicBezTo>
                        <a:cubicBezTo>
                          <a:pt x="26064" y="0"/>
                          <a:pt x="29870" y="855"/>
                          <a:pt x="32913" y="2661"/>
                        </a:cubicBezTo>
                        <a:cubicBezTo>
                          <a:pt x="35957" y="4467"/>
                          <a:pt x="38336" y="6844"/>
                          <a:pt x="40143" y="9885"/>
                        </a:cubicBezTo>
                        <a:cubicBezTo>
                          <a:pt x="41950" y="12927"/>
                          <a:pt x="43282" y="16539"/>
                          <a:pt x="44043" y="20626"/>
                        </a:cubicBezTo>
                        <a:cubicBezTo>
                          <a:pt x="44804" y="24713"/>
                          <a:pt x="45185" y="29180"/>
                          <a:pt x="45185" y="33838"/>
                        </a:cubicBezTo>
                        <a:cubicBezTo>
                          <a:pt x="45185" y="39541"/>
                          <a:pt x="44614" y="44484"/>
                          <a:pt x="43377" y="48856"/>
                        </a:cubicBezTo>
                        <a:cubicBezTo>
                          <a:pt x="42141" y="53228"/>
                          <a:pt x="40524" y="56745"/>
                          <a:pt x="38240" y="59692"/>
                        </a:cubicBezTo>
                        <a:cubicBezTo>
                          <a:pt x="36053" y="62638"/>
                          <a:pt x="33484" y="64824"/>
                          <a:pt x="30535" y="66250"/>
                        </a:cubicBezTo>
                        <a:cubicBezTo>
                          <a:pt x="27586" y="67676"/>
                          <a:pt x="24257" y="68436"/>
                          <a:pt x="20737" y="68436"/>
                        </a:cubicBezTo>
                        <a:cubicBezTo>
                          <a:pt x="18169" y="68436"/>
                          <a:pt x="15696" y="68151"/>
                          <a:pt x="13413" y="67486"/>
                        </a:cubicBezTo>
                        <a:cubicBezTo>
                          <a:pt x="11130" y="66820"/>
                          <a:pt x="9132" y="65870"/>
                          <a:pt x="7420" y="64539"/>
                        </a:cubicBezTo>
                        <a:cubicBezTo>
                          <a:pt x="5708" y="63208"/>
                          <a:pt x="4281" y="61498"/>
                          <a:pt x="3234" y="59501"/>
                        </a:cubicBezTo>
                        <a:cubicBezTo>
                          <a:pt x="2188" y="57505"/>
                          <a:pt x="1522" y="55129"/>
                          <a:pt x="1237" y="52373"/>
                        </a:cubicBezTo>
                        <a:lnTo>
                          <a:pt x="7420" y="52373"/>
                        </a:lnTo>
                        <a:close/>
                        <a:moveTo>
                          <a:pt x="21784" y="4943"/>
                        </a:moveTo>
                        <a:cubicBezTo>
                          <a:pt x="16647" y="5038"/>
                          <a:pt x="12747" y="6654"/>
                          <a:pt x="10178" y="9695"/>
                        </a:cubicBezTo>
                        <a:cubicBezTo>
                          <a:pt x="7610" y="12737"/>
                          <a:pt x="6278" y="16919"/>
                          <a:pt x="6278" y="22147"/>
                        </a:cubicBezTo>
                        <a:cubicBezTo>
                          <a:pt x="6278" y="27374"/>
                          <a:pt x="7610" y="31272"/>
                          <a:pt x="10274" y="34123"/>
                        </a:cubicBezTo>
                        <a:cubicBezTo>
                          <a:pt x="12937" y="36975"/>
                          <a:pt x="16837" y="38400"/>
                          <a:pt x="21784" y="38400"/>
                        </a:cubicBezTo>
                        <a:cubicBezTo>
                          <a:pt x="24162" y="38400"/>
                          <a:pt x="26255" y="37925"/>
                          <a:pt x="28157" y="37070"/>
                        </a:cubicBezTo>
                        <a:cubicBezTo>
                          <a:pt x="30060" y="36214"/>
                          <a:pt x="31582" y="34979"/>
                          <a:pt x="32913" y="33458"/>
                        </a:cubicBezTo>
                        <a:cubicBezTo>
                          <a:pt x="34245" y="31937"/>
                          <a:pt x="35197" y="30131"/>
                          <a:pt x="35862" y="28135"/>
                        </a:cubicBezTo>
                        <a:cubicBezTo>
                          <a:pt x="36528" y="26139"/>
                          <a:pt x="36814" y="23953"/>
                          <a:pt x="36814" y="21671"/>
                        </a:cubicBezTo>
                        <a:cubicBezTo>
                          <a:pt x="36814" y="16729"/>
                          <a:pt x="35482" y="12737"/>
                          <a:pt x="32818" y="9695"/>
                        </a:cubicBezTo>
                        <a:cubicBezTo>
                          <a:pt x="30155" y="6654"/>
                          <a:pt x="26445" y="5038"/>
                          <a:pt x="21784" y="4943"/>
                        </a:cubicBezTo>
                        <a:close/>
                      </a:path>
                    </a:pathLst>
                  </a:custGeom>
                  <a:solidFill>
                    <a:srgbClr val="000000"/>
                  </a:solidFill>
                  <a:ln w="9506" cap="flat">
                    <a:noFill/>
                    <a:prstDash val="solid"/>
                    <a:miter/>
                  </a:ln>
                </p:spPr>
                <p:txBody>
                  <a:bodyPr rtlCol="0" anchor="ctr"/>
                  <a:lstStyle/>
                  <a:p>
                    <a:endParaRPr lang="en-US"/>
                  </a:p>
                </p:txBody>
              </p:sp>
              <p:sp>
                <p:nvSpPr>
                  <p:cNvPr id="1544" name="Freeform 1543">
                    <a:extLst>
                      <a:ext uri="{FF2B5EF4-FFF2-40B4-BE49-F238E27FC236}">
                        <a16:creationId xmlns:a16="http://schemas.microsoft.com/office/drawing/2014/main" id="{ADE600C6-6A76-C927-F889-680C3C76A4E6}"/>
                      </a:ext>
                    </a:extLst>
                  </p:cNvPr>
                  <p:cNvSpPr/>
                  <p:nvPr/>
                </p:nvSpPr>
                <p:spPr>
                  <a:xfrm>
                    <a:off x="7803407" y="2108275"/>
                    <a:ext cx="7039" cy="21386"/>
                  </a:xfrm>
                  <a:custGeom>
                    <a:avLst/>
                    <a:gdLst>
                      <a:gd name="connsiteX0" fmla="*/ 7039 w 7039"/>
                      <a:gd name="connsiteY0" fmla="*/ 11121 h 21386"/>
                      <a:gd name="connsiteX1" fmla="*/ 5042 w 7039"/>
                      <a:gd name="connsiteY1" fmla="*/ 17869 h 21386"/>
                      <a:gd name="connsiteX2" fmla="*/ 0 w 7039"/>
                      <a:gd name="connsiteY2" fmla="*/ 21386 h 21386"/>
                      <a:gd name="connsiteX3" fmla="*/ 0 w 7039"/>
                      <a:gd name="connsiteY3" fmla="*/ 17869 h 21386"/>
                      <a:gd name="connsiteX4" fmla="*/ 2188 w 7039"/>
                      <a:gd name="connsiteY4" fmla="*/ 15778 h 21386"/>
                      <a:gd name="connsiteX5" fmla="*/ 3234 w 7039"/>
                      <a:gd name="connsiteY5" fmla="*/ 11596 h 21386"/>
                      <a:gd name="connsiteX6" fmla="*/ 3234 w 7039"/>
                      <a:gd name="connsiteY6" fmla="*/ 8364 h 21386"/>
                      <a:gd name="connsiteX7" fmla="*/ 0 w 7039"/>
                      <a:gd name="connsiteY7" fmla="*/ 8364 h 21386"/>
                      <a:gd name="connsiteX8" fmla="*/ 0 w 7039"/>
                      <a:gd name="connsiteY8" fmla="*/ 0 h 21386"/>
                      <a:gd name="connsiteX9" fmla="*/ 6944 w 7039"/>
                      <a:gd name="connsiteY9" fmla="*/ 0 h 21386"/>
                      <a:gd name="connsiteX10" fmla="*/ 6944 w 7039"/>
                      <a:gd name="connsiteY10" fmla="*/ 11216 h 21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039" h="21386">
                        <a:moveTo>
                          <a:pt x="7039" y="11121"/>
                        </a:moveTo>
                        <a:cubicBezTo>
                          <a:pt x="7039" y="13877"/>
                          <a:pt x="6374" y="16159"/>
                          <a:pt x="5042" y="17869"/>
                        </a:cubicBezTo>
                        <a:cubicBezTo>
                          <a:pt x="3710" y="19580"/>
                          <a:pt x="2093" y="20721"/>
                          <a:pt x="0" y="21386"/>
                        </a:cubicBezTo>
                        <a:lnTo>
                          <a:pt x="0" y="17869"/>
                        </a:lnTo>
                        <a:cubicBezTo>
                          <a:pt x="761" y="17394"/>
                          <a:pt x="1522" y="16634"/>
                          <a:pt x="2188" y="15778"/>
                        </a:cubicBezTo>
                        <a:cubicBezTo>
                          <a:pt x="2854" y="14923"/>
                          <a:pt x="3234" y="13497"/>
                          <a:pt x="3234" y="11596"/>
                        </a:cubicBezTo>
                        <a:lnTo>
                          <a:pt x="3234" y="8364"/>
                        </a:lnTo>
                        <a:lnTo>
                          <a:pt x="0" y="8364"/>
                        </a:lnTo>
                        <a:lnTo>
                          <a:pt x="0" y="0"/>
                        </a:lnTo>
                        <a:lnTo>
                          <a:pt x="6944" y="0"/>
                        </a:lnTo>
                        <a:lnTo>
                          <a:pt x="6944" y="11216"/>
                        </a:lnTo>
                        <a:close/>
                      </a:path>
                    </a:pathLst>
                  </a:custGeom>
                  <a:solidFill>
                    <a:srgbClr val="000000"/>
                  </a:solidFill>
                  <a:ln w="9506" cap="flat">
                    <a:noFill/>
                    <a:prstDash val="solid"/>
                    <a:miter/>
                  </a:ln>
                </p:spPr>
                <p:txBody>
                  <a:bodyPr rtlCol="0" anchor="ctr"/>
                  <a:lstStyle/>
                  <a:p>
                    <a:endParaRPr lang="en-US"/>
                  </a:p>
                </p:txBody>
              </p:sp>
              <p:sp>
                <p:nvSpPr>
                  <p:cNvPr id="1545" name="Freeform 1544">
                    <a:extLst>
                      <a:ext uri="{FF2B5EF4-FFF2-40B4-BE49-F238E27FC236}">
                        <a16:creationId xmlns:a16="http://schemas.microsoft.com/office/drawing/2014/main" id="{78372520-9D85-8F63-2085-EB4E1E33111A}"/>
                      </a:ext>
                    </a:extLst>
                  </p:cNvPr>
                  <p:cNvSpPr/>
                  <p:nvPr/>
                </p:nvSpPr>
                <p:spPr>
                  <a:xfrm>
                    <a:off x="7854204" y="2065978"/>
                    <a:ext cx="45184" cy="69957"/>
                  </a:xfrm>
                  <a:custGeom>
                    <a:avLst/>
                    <a:gdLst>
                      <a:gd name="connsiteX0" fmla="*/ 5708 w 45184"/>
                      <a:gd name="connsiteY0" fmla="*/ 69957 h 69957"/>
                      <a:gd name="connsiteX1" fmla="*/ 0 w 45184"/>
                      <a:gd name="connsiteY1" fmla="*/ 69957 h 69957"/>
                      <a:gd name="connsiteX2" fmla="*/ 0 w 45184"/>
                      <a:gd name="connsiteY2" fmla="*/ 1331 h 69957"/>
                      <a:gd name="connsiteX3" fmla="*/ 5708 w 45184"/>
                      <a:gd name="connsiteY3" fmla="*/ 1331 h 69957"/>
                      <a:gd name="connsiteX4" fmla="*/ 5708 w 45184"/>
                      <a:gd name="connsiteY4" fmla="*/ 9980 h 69957"/>
                      <a:gd name="connsiteX5" fmla="*/ 5898 w 45184"/>
                      <a:gd name="connsiteY5" fmla="*/ 9980 h 69957"/>
                      <a:gd name="connsiteX6" fmla="*/ 9037 w 45184"/>
                      <a:gd name="connsiteY6" fmla="*/ 5703 h 69957"/>
                      <a:gd name="connsiteX7" fmla="*/ 13318 w 45184"/>
                      <a:gd name="connsiteY7" fmla="*/ 2566 h 69957"/>
                      <a:gd name="connsiteX8" fmla="*/ 18074 w 45184"/>
                      <a:gd name="connsiteY8" fmla="*/ 665 h 69957"/>
                      <a:gd name="connsiteX9" fmla="*/ 22925 w 45184"/>
                      <a:gd name="connsiteY9" fmla="*/ 0 h 69957"/>
                      <a:gd name="connsiteX10" fmla="*/ 33104 w 45184"/>
                      <a:gd name="connsiteY10" fmla="*/ 1996 h 69957"/>
                      <a:gd name="connsiteX11" fmla="*/ 39953 w 45184"/>
                      <a:gd name="connsiteY11" fmla="*/ 7414 h 69957"/>
                      <a:gd name="connsiteX12" fmla="*/ 43948 w 45184"/>
                      <a:gd name="connsiteY12" fmla="*/ 15683 h 69957"/>
                      <a:gd name="connsiteX13" fmla="*/ 45185 w 45184"/>
                      <a:gd name="connsiteY13" fmla="*/ 25854 h 69957"/>
                      <a:gd name="connsiteX14" fmla="*/ 43853 w 45184"/>
                      <a:gd name="connsiteY14" fmla="*/ 35739 h 69957"/>
                      <a:gd name="connsiteX15" fmla="*/ 39858 w 45184"/>
                      <a:gd name="connsiteY15" fmla="*/ 44103 h 69957"/>
                      <a:gd name="connsiteX16" fmla="*/ 33009 w 45184"/>
                      <a:gd name="connsiteY16" fmla="*/ 49806 h 69957"/>
                      <a:gd name="connsiteX17" fmla="*/ 23306 w 45184"/>
                      <a:gd name="connsiteY17" fmla="*/ 51993 h 69957"/>
                      <a:gd name="connsiteX18" fmla="*/ 13223 w 45184"/>
                      <a:gd name="connsiteY18" fmla="*/ 49616 h 69957"/>
                      <a:gd name="connsiteX19" fmla="*/ 5708 w 45184"/>
                      <a:gd name="connsiteY19" fmla="*/ 42678 h 69957"/>
                      <a:gd name="connsiteX20" fmla="*/ 5708 w 45184"/>
                      <a:gd name="connsiteY20" fmla="*/ 69957 h 69957"/>
                      <a:gd name="connsiteX21" fmla="*/ 5708 w 45184"/>
                      <a:gd name="connsiteY21" fmla="*/ 26139 h 69957"/>
                      <a:gd name="connsiteX22" fmla="*/ 6849 w 45184"/>
                      <a:gd name="connsiteY22" fmla="*/ 34028 h 69957"/>
                      <a:gd name="connsiteX23" fmla="*/ 10178 w 45184"/>
                      <a:gd name="connsiteY23" fmla="*/ 40586 h 69957"/>
                      <a:gd name="connsiteX24" fmla="*/ 15411 w 45184"/>
                      <a:gd name="connsiteY24" fmla="*/ 45054 h 69957"/>
                      <a:gd name="connsiteX25" fmla="*/ 22355 w 45184"/>
                      <a:gd name="connsiteY25" fmla="*/ 46765 h 69957"/>
                      <a:gd name="connsiteX26" fmla="*/ 30060 w 45184"/>
                      <a:gd name="connsiteY26" fmla="*/ 44959 h 69957"/>
                      <a:gd name="connsiteX27" fmla="*/ 35387 w 45184"/>
                      <a:gd name="connsiteY27" fmla="*/ 40206 h 69957"/>
                      <a:gd name="connsiteX28" fmla="*/ 38431 w 45184"/>
                      <a:gd name="connsiteY28" fmla="*/ 33078 h 69957"/>
                      <a:gd name="connsiteX29" fmla="*/ 39192 w 45184"/>
                      <a:gd name="connsiteY29" fmla="*/ 24333 h 69957"/>
                      <a:gd name="connsiteX30" fmla="*/ 37955 w 45184"/>
                      <a:gd name="connsiteY30" fmla="*/ 16064 h 69957"/>
                      <a:gd name="connsiteX31" fmla="*/ 34340 w 45184"/>
                      <a:gd name="connsiteY31" fmla="*/ 10075 h 69957"/>
                      <a:gd name="connsiteX32" fmla="*/ 29013 w 45184"/>
                      <a:gd name="connsiteY32" fmla="*/ 6273 h 69957"/>
                      <a:gd name="connsiteX33" fmla="*/ 22355 w 45184"/>
                      <a:gd name="connsiteY33" fmla="*/ 5038 h 69957"/>
                      <a:gd name="connsiteX34" fmla="*/ 15220 w 45184"/>
                      <a:gd name="connsiteY34" fmla="*/ 6654 h 69957"/>
                      <a:gd name="connsiteX35" fmla="*/ 9988 w 45184"/>
                      <a:gd name="connsiteY35" fmla="*/ 11026 h 69957"/>
                      <a:gd name="connsiteX36" fmla="*/ 6849 w 45184"/>
                      <a:gd name="connsiteY36" fmla="*/ 17679 h 69957"/>
                      <a:gd name="connsiteX37" fmla="*/ 5708 w 45184"/>
                      <a:gd name="connsiteY37" fmla="*/ 26044 h 69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45184" h="69957">
                        <a:moveTo>
                          <a:pt x="5708" y="69957"/>
                        </a:moveTo>
                        <a:lnTo>
                          <a:pt x="0" y="69957"/>
                        </a:lnTo>
                        <a:lnTo>
                          <a:pt x="0" y="1331"/>
                        </a:lnTo>
                        <a:lnTo>
                          <a:pt x="5708" y="1331"/>
                        </a:lnTo>
                        <a:lnTo>
                          <a:pt x="5708" y="9980"/>
                        </a:lnTo>
                        <a:lnTo>
                          <a:pt x="5898" y="9980"/>
                        </a:lnTo>
                        <a:cubicBezTo>
                          <a:pt x="6754" y="8364"/>
                          <a:pt x="7800" y="6939"/>
                          <a:pt x="9037" y="5703"/>
                        </a:cubicBezTo>
                        <a:cubicBezTo>
                          <a:pt x="10369" y="4467"/>
                          <a:pt x="11796" y="3422"/>
                          <a:pt x="13318" y="2566"/>
                        </a:cubicBezTo>
                        <a:cubicBezTo>
                          <a:pt x="14840" y="1711"/>
                          <a:pt x="16457" y="1141"/>
                          <a:pt x="18074" y="665"/>
                        </a:cubicBezTo>
                        <a:cubicBezTo>
                          <a:pt x="19691" y="190"/>
                          <a:pt x="21308" y="0"/>
                          <a:pt x="22925" y="0"/>
                        </a:cubicBezTo>
                        <a:cubicBezTo>
                          <a:pt x="26921" y="0"/>
                          <a:pt x="30345" y="665"/>
                          <a:pt x="33104" y="1996"/>
                        </a:cubicBezTo>
                        <a:cubicBezTo>
                          <a:pt x="35862" y="3327"/>
                          <a:pt x="38241" y="5133"/>
                          <a:pt x="39953" y="7414"/>
                        </a:cubicBezTo>
                        <a:cubicBezTo>
                          <a:pt x="41760" y="9695"/>
                          <a:pt x="43092" y="12452"/>
                          <a:pt x="43948" y="15683"/>
                        </a:cubicBezTo>
                        <a:cubicBezTo>
                          <a:pt x="44804" y="18915"/>
                          <a:pt x="45185" y="22242"/>
                          <a:pt x="45185" y="25854"/>
                        </a:cubicBezTo>
                        <a:cubicBezTo>
                          <a:pt x="45185" y="29275"/>
                          <a:pt x="44709" y="32602"/>
                          <a:pt x="43853" y="35739"/>
                        </a:cubicBezTo>
                        <a:cubicBezTo>
                          <a:pt x="42997" y="38876"/>
                          <a:pt x="41570" y="41632"/>
                          <a:pt x="39858" y="44103"/>
                        </a:cubicBezTo>
                        <a:cubicBezTo>
                          <a:pt x="38050" y="46480"/>
                          <a:pt x="35767" y="48381"/>
                          <a:pt x="33009" y="49806"/>
                        </a:cubicBezTo>
                        <a:cubicBezTo>
                          <a:pt x="30250" y="51232"/>
                          <a:pt x="27016" y="51993"/>
                          <a:pt x="23306" y="51993"/>
                        </a:cubicBezTo>
                        <a:cubicBezTo>
                          <a:pt x="19786" y="51993"/>
                          <a:pt x="16457" y="51232"/>
                          <a:pt x="13223" y="49616"/>
                        </a:cubicBezTo>
                        <a:cubicBezTo>
                          <a:pt x="9988" y="48095"/>
                          <a:pt x="7515" y="45814"/>
                          <a:pt x="5708" y="42678"/>
                        </a:cubicBezTo>
                        <a:lnTo>
                          <a:pt x="5708" y="69957"/>
                        </a:lnTo>
                        <a:close/>
                        <a:moveTo>
                          <a:pt x="5708" y="26139"/>
                        </a:moveTo>
                        <a:cubicBezTo>
                          <a:pt x="5708" y="28895"/>
                          <a:pt x="6088" y="31557"/>
                          <a:pt x="6849" y="34028"/>
                        </a:cubicBezTo>
                        <a:cubicBezTo>
                          <a:pt x="7610" y="36499"/>
                          <a:pt x="8752" y="38685"/>
                          <a:pt x="10178" y="40586"/>
                        </a:cubicBezTo>
                        <a:cubicBezTo>
                          <a:pt x="11605" y="42487"/>
                          <a:pt x="13318" y="43913"/>
                          <a:pt x="15411" y="45054"/>
                        </a:cubicBezTo>
                        <a:cubicBezTo>
                          <a:pt x="17503" y="46194"/>
                          <a:pt x="19786" y="46765"/>
                          <a:pt x="22355" y="46765"/>
                        </a:cubicBezTo>
                        <a:cubicBezTo>
                          <a:pt x="25303" y="46765"/>
                          <a:pt x="27872" y="46194"/>
                          <a:pt x="30060" y="44959"/>
                        </a:cubicBezTo>
                        <a:cubicBezTo>
                          <a:pt x="32248" y="43818"/>
                          <a:pt x="34055" y="42202"/>
                          <a:pt x="35387" y="40206"/>
                        </a:cubicBezTo>
                        <a:cubicBezTo>
                          <a:pt x="36719" y="38210"/>
                          <a:pt x="37765" y="35834"/>
                          <a:pt x="38431" y="33078"/>
                        </a:cubicBezTo>
                        <a:cubicBezTo>
                          <a:pt x="39097" y="30321"/>
                          <a:pt x="39287" y="27470"/>
                          <a:pt x="39192" y="24333"/>
                        </a:cubicBezTo>
                        <a:cubicBezTo>
                          <a:pt x="39192" y="21196"/>
                          <a:pt x="38811" y="18440"/>
                          <a:pt x="37955" y="16064"/>
                        </a:cubicBezTo>
                        <a:cubicBezTo>
                          <a:pt x="37099" y="13687"/>
                          <a:pt x="35862" y="11691"/>
                          <a:pt x="34340" y="10075"/>
                        </a:cubicBezTo>
                        <a:cubicBezTo>
                          <a:pt x="32818" y="8459"/>
                          <a:pt x="31011" y="7129"/>
                          <a:pt x="29013" y="6273"/>
                        </a:cubicBezTo>
                        <a:cubicBezTo>
                          <a:pt x="27016" y="5418"/>
                          <a:pt x="24733" y="5038"/>
                          <a:pt x="22355" y="5038"/>
                        </a:cubicBezTo>
                        <a:cubicBezTo>
                          <a:pt x="19691" y="5038"/>
                          <a:pt x="17313" y="5608"/>
                          <a:pt x="15220" y="6654"/>
                        </a:cubicBezTo>
                        <a:cubicBezTo>
                          <a:pt x="13127" y="7699"/>
                          <a:pt x="11415" y="9220"/>
                          <a:pt x="9988" y="11026"/>
                        </a:cubicBezTo>
                        <a:cubicBezTo>
                          <a:pt x="8562" y="12832"/>
                          <a:pt x="7515" y="15113"/>
                          <a:pt x="6849" y="17679"/>
                        </a:cubicBezTo>
                        <a:cubicBezTo>
                          <a:pt x="6088" y="20246"/>
                          <a:pt x="5708" y="23002"/>
                          <a:pt x="5708" y="26044"/>
                        </a:cubicBezTo>
                        <a:close/>
                      </a:path>
                    </a:pathLst>
                  </a:custGeom>
                  <a:solidFill>
                    <a:srgbClr val="000000"/>
                  </a:solidFill>
                  <a:ln w="9506" cap="flat">
                    <a:noFill/>
                    <a:prstDash val="solid"/>
                    <a:miter/>
                  </a:ln>
                </p:spPr>
                <p:txBody>
                  <a:bodyPr rtlCol="0" anchor="ctr"/>
                  <a:lstStyle/>
                  <a:p>
                    <a:endParaRPr lang="en-US"/>
                  </a:p>
                </p:txBody>
              </p:sp>
              <p:sp>
                <p:nvSpPr>
                  <p:cNvPr id="1546" name="Freeform 1545">
                    <a:extLst>
                      <a:ext uri="{FF2B5EF4-FFF2-40B4-BE49-F238E27FC236}">
                        <a16:creationId xmlns:a16="http://schemas.microsoft.com/office/drawing/2014/main" id="{62B14CA3-AB5A-71C4-E242-F694C62618A0}"/>
                      </a:ext>
                    </a:extLst>
                  </p:cNvPr>
                  <p:cNvSpPr/>
                  <p:nvPr/>
                </p:nvSpPr>
                <p:spPr>
                  <a:xfrm>
                    <a:off x="7938866" y="2080616"/>
                    <a:ext cx="47562" cy="24142"/>
                  </a:xfrm>
                  <a:custGeom>
                    <a:avLst/>
                    <a:gdLst>
                      <a:gd name="connsiteX0" fmla="*/ 47563 w 47562"/>
                      <a:gd name="connsiteY0" fmla="*/ 5703 h 24142"/>
                      <a:gd name="connsiteX1" fmla="*/ 0 w 47562"/>
                      <a:gd name="connsiteY1" fmla="*/ 5703 h 24142"/>
                      <a:gd name="connsiteX2" fmla="*/ 0 w 47562"/>
                      <a:gd name="connsiteY2" fmla="*/ 0 h 24142"/>
                      <a:gd name="connsiteX3" fmla="*/ 47563 w 47562"/>
                      <a:gd name="connsiteY3" fmla="*/ 0 h 24142"/>
                      <a:gd name="connsiteX4" fmla="*/ 47563 w 47562"/>
                      <a:gd name="connsiteY4" fmla="*/ 5703 h 24142"/>
                      <a:gd name="connsiteX5" fmla="*/ 47563 w 47562"/>
                      <a:gd name="connsiteY5" fmla="*/ 24143 h 24142"/>
                      <a:gd name="connsiteX6" fmla="*/ 0 w 47562"/>
                      <a:gd name="connsiteY6" fmla="*/ 24143 h 24142"/>
                      <a:gd name="connsiteX7" fmla="*/ 0 w 47562"/>
                      <a:gd name="connsiteY7" fmla="*/ 18440 h 24142"/>
                      <a:gd name="connsiteX8" fmla="*/ 47563 w 47562"/>
                      <a:gd name="connsiteY8" fmla="*/ 18440 h 24142"/>
                      <a:gd name="connsiteX9" fmla="*/ 47563 w 47562"/>
                      <a:gd name="connsiteY9" fmla="*/ 24143 h 24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7562" h="24142">
                        <a:moveTo>
                          <a:pt x="47563" y="5703"/>
                        </a:moveTo>
                        <a:lnTo>
                          <a:pt x="0" y="5703"/>
                        </a:lnTo>
                        <a:lnTo>
                          <a:pt x="0" y="0"/>
                        </a:lnTo>
                        <a:lnTo>
                          <a:pt x="47563" y="0"/>
                        </a:lnTo>
                        <a:lnTo>
                          <a:pt x="47563" y="5703"/>
                        </a:lnTo>
                        <a:close/>
                        <a:moveTo>
                          <a:pt x="47563" y="24143"/>
                        </a:moveTo>
                        <a:lnTo>
                          <a:pt x="0" y="24143"/>
                        </a:lnTo>
                        <a:lnTo>
                          <a:pt x="0" y="18440"/>
                        </a:lnTo>
                        <a:lnTo>
                          <a:pt x="47563" y="18440"/>
                        </a:lnTo>
                        <a:lnTo>
                          <a:pt x="47563" y="24143"/>
                        </a:lnTo>
                        <a:close/>
                      </a:path>
                    </a:pathLst>
                  </a:custGeom>
                  <a:solidFill>
                    <a:srgbClr val="000000"/>
                  </a:solidFill>
                  <a:ln w="9506" cap="flat">
                    <a:noFill/>
                    <a:prstDash val="solid"/>
                    <a:miter/>
                  </a:ln>
                </p:spPr>
                <p:txBody>
                  <a:bodyPr rtlCol="0" anchor="ctr"/>
                  <a:lstStyle/>
                  <a:p>
                    <a:endParaRPr lang="en-US"/>
                  </a:p>
                </p:txBody>
              </p:sp>
              <p:sp>
                <p:nvSpPr>
                  <p:cNvPr id="1547" name="Freeform 1546">
                    <a:extLst>
                      <a:ext uri="{FF2B5EF4-FFF2-40B4-BE49-F238E27FC236}">
                        <a16:creationId xmlns:a16="http://schemas.microsoft.com/office/drawing/2014/main" id="{FD115CD2-6DCC-8613-B683-08D15461AB71}"/>
                      </a:ext>
                    </a:extLst>
                  </p:cNvPr>
                  <p:cNvSpPr/>
                  <p:nvPr/>
                </p:nvSpPr>
                <p:spPr>
                  <a:xfrm>
                    <a:off x="8024098" y="2049154"/>
                    <a:ext cx="45469" cy="68531"/>
                  </a:xfrm>
                  <a:custGeom>
                    <a:avLst/>
                    <a:gdLst>
                      <a:gd name="connsiteX0" fmla="*/ 22830 w 45469"/>
                      <a:gd name="connsiteY0" fmla="*/ 380 h 68531"/>
                      <a:gd name="connsiteX1" fmla="*/ 31391 w 45469"/>
                      <a:gd name="connsiteY1" fmla="*/ 1806 h 68531"/>
                      <a:gd name="connsiteX2" fmla="*/ 37575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1094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090 w 45469"/>
                      <a:gd name="connsiteY16" fmla="*/ 10741 h 68531"/>
                      <a:gd name="connsiteX17" fmla="*/ 10939 w 45469"/>
                      <a:gd name="connsiteY17" fmla="*/ 2947 h 68531"/>
                      <a:gd name="connsiteX18" fmla="*/ 22640 w 45469"/>
                      <a:gd name="connsiteY18" fmla="*/ 0 h 68531"/>
                      <a:gd name="connsiteX19" fmla="*/ 39382 w 45469"/>
                      <a:gd name="connsiteY19" fmla="*/ 34408 h 68531"/>
                      <a:gd name="connsiteX20" fmla="*/ 38811 w 45469"/>
                      <a:gd name="connsiteY20" fmla="*/ 23858 h 68531"/>
                      <a:gd name="connsiteX21" fmla="*/ 36433 w 45469"/>
                      <a:gd name="connsiteY21" fmla="*/ 14543 h 68531"/>
                      <a:gd name="connsiteX22" fmla="*/ 31296 w 45469"/>
                      <a:gd name="connsiteY22" fmla="*/ 7984 h 68531"/>
                      <a:gd name="connsiteX23" fmla="*/ 22640 w 45469"/>
                      <a:gd name="connsiteY23" fmla="*/ 5513 h 68531"/>
                      <a:gd name="connsiteX24" fmla="*/ 14364 w 45469"/>
                      <a:gd name="connsiteY24" fmla="*/ 7984 h 68531"/>
                      <a:gd name="connsiteX25" fmla="*/ 9417 w 45469"/>
                      <a:gd name="connsiteY25" fmla="*/ 14733 h 68531"/>
                      <a:gd name="connsiteX26" fmla="*/ 6944 w 45469"/>
                      <a:gd name="connsiteY26" fmla="*/ 24238 h 68531"/>
                      <a:gd name="connsiteX27" fmla="*/ 6183 w 45469"/>
                      <a:gd name="connsiteY27" fmla="*/ 35074 h 68531"/>
                      <a:gd name="connsiteX28" fmla="*/ 6944 w 45469"/>
                      <a:gd name="connsiteY28" fmla="*/ 46765 h 68531"/>
                      <a:gd name="connsiteX29" fmla="*/ 9703 w 45469"/>
                      <a:gd name="connsiteY29" fmla="*/ 55699 h 68531"/>
                      <a:gd name="connsiteX30" fmla="*/ 14744 w 45469"/>
                      <a:gd name="connsiteY30" fmla="*/ 61403 h 68531"/>
                      <a:gd name="connsiteX31" fmla="*/ 22830 w 45469"/>
                      <a:gd name="connsiteY31" fmla="*/ 63494 h 68531"/>
                      <a:gd name="connsiteX32" fmla="*/ 31582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1" y="1806"/>
                        </a:cubicBezTo>
                        <a:cubicBezTo>
                          <a:pt x="33769" y="2756"/>
                          <a:pt x="35862" y="4182"/>
                          <a:pt x="37575" y="5798"/>
                        </a:cubicBezTo>
                        <a:cubicBezTo>
                          <a:pt x="39287" y="7509"/>
                          <a:pt x="40618" y="9505"/>
                          <a:pt x="41665" y="11786"/>
                        </a:cubicBezTo>
                        <a:cubicBezTo>
                          <a:pt x="42711" y="14067"/>
                          <a:pt x="43567"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1" y="55224"/>
                          <a:pt x="41094" y="58361"/>
                        </a:cubicBezTo>
                        <a:cubicBezTo>
                          <a:pt x="39382" y="61498"/>
                          <a:pt x="37099" y="63969"/>
                          <a:pt x="34150" y="65775"/>
                        </a:cubicBezTo>
                        <a:cubicBezTo>
                          <a:pt x="31201" y="67581"/>
                          <a:pt x="27491" y="68531"/>
                          <a:pt x="22830" y="68531"/>
                        </a:cubicBezTo>
                        <a:cubicBezTo>
                          <a:pt x="18169" y="68531"/>
                          <a:pt x="14364" y="67581"/>
                          <a:pt x="11415" y="65775"/>
                        </a:cubicBezTo>
                        <a:cubicBezTo>
                          <a:pt x="8466" y="63969"/>
                          <a:pt x="6183" y="61403"/>
                          <a:pt x="4471" y="58266"/>
                        </a:cubicBezTo>
                        <a:cubicBezTo>
                          <a:pt x="2759" y="55129"/>
                          <a:pt x="1617" y="51517"/>
                          <a:pt x="951" y="47335"/>
                        </a:cubicBezTo>
                        <a:cubicBezTo>
                          <a:pt x="285" y="43153"/>
                          <a:pt x="0" y="38781"/>
                          <a:pt x="0" y="34123"/>
                        </a:cubicBezTo>
                        <a:cubicBezTo>
                          <a:pt x="0" y="29846"/>
                          <a:pt x="285" y="25759"/>
                          <a:pt x="856" y="21671"/>
                        </a:cubicBezTo>
                        <a:cubicBezTo>
                          <a:pt x="1427" y="17584"/>
                          <a:pt x="2473" y="13972"/>
                          <a:pt x="4090" y="10741"/>
                        </a:cubicBezTo>
                        <a:cubicBezTo>
                          <a:pt x="5708" y="7509"/>
                          <a:pt x="7991" y="4943"/>
                          <a:pt x="10939" y="2947"/>
                        </a:cubicBezTo>
                        <a:cubicBezTo>
                          <a:pt x="13888" y="951"/>
                          <a:pt x="17788" y="0"/>
                          <a:pt x="22640" y="0"/>
                        </a:cubicBezTo>
                        <a:close/>
                        <a:moveTo>
                          <a:pt x="39382" y="34408"/>
                        </a:moveTo>
                        <a:cubicBezTo>
                          <a:pt x="39382" y="30796"/>
                          <a:pt x="39192" y="27279"/>
                          <a:pt x="38811" y="23858"/>
                        </a:cubicBezTo>
                        <a:cubicBezTo>
                          <a:pt x="38431" y="20436"/>
                          <a:pt x="37575" y="17299"/>
                          <a:pt x="36433" y="14543"/>
                        </a:cubicBezTo>
                        <a:cubicBezTo>
                          <a:pt x="35197" y="11786"/>
                          <a:pt x="33484" y="9600"/>
                          <a:pt x="31296" y="7984"/>
                        </a:cubicBezTo>
                        <a:cubicBezTo>
                          <a:pt x="29108" y="6368"/>
                          <a:pt x="26255" y="5513"/>
                          <a:pt x="22640" y="5513"/>
                        </a:cubicBezTo>
                        <a:cubicBezTo>
                          <a:pt x="19310" y="5513"/>
                          <a:pt x="16552" y="6368"/>
                          <a:pt x="14364" y="7984"/>
                        </a:cubicBezTo>
                        <a:cubicBezTo>
                          <a:pt x="12271" y="9695"/>
                          <a:pt x="10559" y="11881"/>
                          <a:pt x="9417" y="14733"/>
                        </a:cubicBezTo>
                        <a:cubicBezTo>
                          <a:pt x="8181" y="17489"/>
                          <a:pt x="7420" y="20721"/>
                          <a:pt x="6944" y="24238"/>
                        </a:cubicBezTo>
                        <a:cubicBezTo>
                          <a:pt x="6468" y="27755"/>
                          <a:pt x="6183" y="31367"/>
                          <a:pt x="6183" y="35074"/>
                        </a:cubicBezTo>
                        <a:cubicBezTo>
                          <a:pt x="6183" y="39351"/>
                          <a:pt x="6468" y="43248"/>
                          <a:pt x="6944" y="46765"/>
                        </a:cubicBezTo>
                        <a:cubicBezTo>
                          <a:pt x="7420" y="50282"/>
                          <a:pt x="8371" y="53323"/>
                          <a:pt x="9703" y="55699"/>
                        </a:cubicBezTo>
                        <a:cubicBezTo>
                          <a:pt x="10939" y="58171"/>
                          <a:pt x="12652" y="60072"/>
                          <a:pt x="14744" y="61403"/>
                        </a:cubicBezTo>
                        <a:cubicBezTo>
                          <a:pt x="16837" y="62733"/>
                          <a:pt x="19596" y="63494"/>
                          <a:pt x="22830" y="63494"/>
                        </a:cubicBezTo>
                        <a:cubicBezTo>
                          <a:pt x="26445" y="63494"/>
                          <a:pt x="29299" y="62638"/>
                          <a:pt x="31582" y="60832"/>
                        </a:cubicBezTo>
                        <a:cubicBezTo>
                          <a:pt x="33769" y="59026"/>
                          <a:pt x="35387" y="56745"/>
                          <a:pt x="36528" y="53989"/>
                        </a:cubicBezTo>
                        <a:cubicBezTo>
                          <a:pt x="37670" y="51232"/>
                          <a:pt x="38431" y="48095"/>
                          <a:pt x="38811" y="44579"/>
                        </a:cubicBezTo>
                        <a:cubicBezTo>
                          <a:pt x="39192" y="41062"/>
                          <a:pt x="39382" y="37640"/>
                          <a:pt x="39382" y="34313"/>
                        </a:cubicBezTo>
                        <a:close/>
                      </a:path>
                    </a:pathLst>
                  </a:custGeom>
                  <a:solidFill>
                    <a:srgbClr val="000000"/>
                  </a:solidFill>
                  <a:ln w="9506" cap="flat">
                    <a:noFill/>
                    <a:prstDash val="solid"/>
                    <a:miter/>
                  </a:ln>
                </p:spPr>
                <p:txBody>
                  <a:bodyPr rtlCol="0" anchor="ctr"/>
                  <a:lstStyle/>
                  <a:p>
                    <a:endParaRPr lang="en-US"/>
                  </a:p>
                </p:txBody>
              </p:sp>
              <p:sp>
                <p:nvSpPr>
                  <p:cNvPr id="1548" name="Freeform 1547">
                    <a:extLst>
                      <a:ext uri="{FF2B5EF4-FFF2-40B4-BE49-F238E27FC236}">
                        <a16:creationId xmlns:a16="http://schemas.microsoft.com/office/drawing/2014/main" id="{50A904A4-AF9B-F2BA-6233-AF55A3EEDF9B}"/>
                      </a:ext>
                    </a:extLst>
                  </p:cNvPr>
                  <p:cNvSpPr/>
                  <p:nvPr/>
                </p:nvSpPr>
                <p:spPr>
                  <a:xfrm>
                    <a:off x="8083076" y="2108180"/>
                    <a:ext cx="6943" cy="8364"/>
                  </a:xfrm>
                  <a:custGeom>
                    <a:avLst/>
                    <a:gdLst>
                      <a:gd name="connsiteX0" fmla="*/ 0 w 6943"/>
                      <a:gd name="connsiteY0" fmla="*/ 8364 h 8364"/>
                      <a:gd name="connsiteX1" fmla="*/ 0 w 6943"/>
                      <a:gd name="connsiteY1" fmla="*/ 0 h 8364"/>
                      <a:gd name="connsiteX2" fmla="*/ 6944 w 6943"/>
                      <a:gd name="connsiteY2" fmla="*/ 0 h 8364"/>
                      <a:gd name="connsiteX3" fmla="*/ 6944 w 6943"/>
                      <a:gd name="connsiteY3" fmla="*/ 8364 h 8364"/>
                      <a:gd name="connsiteX4" fmla="*/ 0 w 6943"/>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3" h="8364">
                        <a:moveTo>
                          <a:pt x="0" y="8364"/>
                        </a:moveTo>
                        <a:lnTo>
                          <a:pt x="0" y="0"/>
                        </a:lnTo>
                        <a:lnTo>
                          <a:pt x="6944" y="0"/>
                        </a:lnTo>
                        <a:lnTo>
                          <a:pt x="6944" y="8364"/>
                        </a:lnTo>
                        <a:lnTo>
                          <a:pt x="0" y="8364"/>
                        </a:lnTo>
                        <a:close/>
                      </a:path>
                    </a:pathLst>
                  </a:custGeom>
                  <a:solidFill>
                    <a:srgbClr val="000000"/>
                  </a:solidFill>
                  <a:ln w="9506" cap="flat">
                    <a:noFill/>
                    <a:prstDash val="solid"/>
                    <a:miter/>
                  </a:ln>
                </p:spPr>
                <p:txBody>
                  <a:bodyPr rtlCol="0" anchor="ctr"/>
                  <a:lstStyle/>
                  <a:p>
                    <a:endParaRPr lang="en-US"/>
                  </a:p>
                </p:txBody>
              </p:sp>
              <p:sp>
                <p:nvSpPr>
                  <p:cNvPr id="1549" name="Freeform 1548">
                    <a:extLst>
                      <a:ext uri="{FF2B5EF4-FFF2-40B4-BE49-F238E27FC236}">
                        <a16:creationId xmlns:a16="http://schemas.microsoft.com/office/drawing/2014/main" id="{E77BFC8B-4763-944B-2C8F-4A51AEE38F7C}"/>
                      </a:ext>
                    </a:extLst>
                  </p:cNvPr>
                  <p:cNvSpPr/>
                  <p:nvPr/>
                </p:nvSpPr>
                <p:spPr>
                  <a:xfrm>
                    <a:off x="8103433" y="2049154"/>
                    <a:ext cx="45469" cy="68531"/>
                  </a:xfrm>
                  <a:custGeom>
                    <a:avLst/>
                    <a:gdLst>
                      <a:gd name="connsiteX0" fmla="*/ 22830 w 45469"/>
                      <a:gd name="connsiteY0" fmla="*/ 380 h 68531"/>
                      <a:gd name="connsiteX1" fmla="*/ 31391 w 45469"/>
                      <a:gd name="connsiteY1" fmla="*/ 1806 h 68531"/>
                      <a:gd name="connsiteX2" fmla="*/ 37575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1094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090 w 45469"/>
                      <a:gd name="connsiteY16" fmla="*/ 10741 h 68531"/>
                      <a:gd name="connsiteX17" fmla="*/ 10939 w 45469"/>
                      <a:gd name="connsiteY17" fmla="*/ 2947 h 68531"/>
                      <a:gd name="connsiteX18" fmla="*/ 22640 w 45469"/>
                      <a:gd name="connsiteY18" fmla="*/ 0 h 68531"/>
                      <a:gd name="connsiteX19" fmla="*/ 39382 w 45469"/>
                      <a:gd name="connsiteY19" fmla="*/ 34408 h 68531"/>
                      <a:gd name="connsiteX20" fmla="*/ 38811 w 45469"/>
                      <a:gd name="connsiteY20" fmla="*/ 23858 h 68531"/>
                      <a:gd name="connsiteX21" fmla="*/ 36433 w 45469"/>
                      <a:gd name="connsiteY21" fmla="*/ 14543 h 68531"/>
                      <a:gd name="connsiteX22" fmla="*/ 31296 w 45469"/>
                      <a:gd name="connsiteY22" fmla="*/ 7984 h 68531"/>
                      <a:gd name="connsiteX23" fmla="*/ 22640 w 45469"/>
                      <a:gd name="connsiteY23" fmla="*/ 5513 h 68531"/>
                      <a:gd name="connsiteX24" fmla="*/ 14364 w 45469"/>
                      <a:gd name="connsiteY24" fmla="*/ 7984 h 68531"/>
                      <a:gd name="connsiteX25" fmla="*/ 9417 w 45469"/>
                      <a:gd name="connsiteY25" fmla="*/ 14733 h 68531"/>
                      <a:gd name="connsiteX26" fmla="*/ 6944 w 45469"/>
                      <a:gd name="connsiteY26" fmla="*/ 24238 h 68531"/>
                      <a:gd name="connsiteX27" fmla="*/ 6183 w 45469"/>
                      <a:gd name="connsiteY27" fmla="*/ 35074 h 68531"/>
                      <a:gd name="connsiteX28" fmla="*/ 6944 w 45469"/>
                      <a:gd name="connsiteY28" fmla="*/ 46765 h 68531"/>
                      <a:gd name="connsiteX29" fmla="*/ 9703 w 45469"/>
                      <a:gd name="connsiteY29" fmla="*/ 55699 h 68531"/>
                      <a:gd name="connsiteX30" fmla="*/ 14744 w 45469"/>
                      <a:gd name="connsiteY30" fmla="*/ 61403 h 68531"/>
                      <a:gd name="connsiteX31" fmla="*/ 22830 w 45469"/>
                      <a:gd name="connsiteY31" fmla="*/ 63494 h 68531"/>
                      <a:gd name="connsiteX32" fmla="*/ 31582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1" y="1806"/>
                        </a:cubicBezTo>
                        <a:cubicBezTo>
                          <a:pt x="33769" y="2756"/>
                          <a:pt x="35862" y="4182"/>
                          <a:pt x="37575" y="5798"/>
                        </a:cubicBezTo>
                        <a:cubicBezTo>
                          <a:pt x="39287" y="7509"/>
                          <a:pt x="40618" y="9505"/>
                          <a:pt x="41665" y="11786"/>
                        </a:cubicBezTo>
                        <a:cubicBezTo>
                          <a:pt x="42711" y="14067"/>
                          <a:pt x="43567"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1" y="55224"/>
                          <a:pt x="41094" y="58361"/>
                        </a:cubicBezTo>
                        <a:cubicBezTo>
                          <a:pt x="39382" y="61498"/>
                          <a:pt x="37099" y="63969"/>
                          <a:pt x="34150" y="65775"/>
                        </a:cubicBezTo>
                        <a:cubicBezTo>
                          <a:pt x="31201" y="67581"/>
                          <a:pt x="27491" y="68531"/>
                          <a:pt x="22830" y="68531"/>
                        </a:cubicBezTo>
                        <a:cubicBezTo>
                          <a:pt x="18169" y="68531"/>
                          <a:pt x="14364" y="67581"/>
                          <a:pt x="11415" y="65775"/>
                        </a:cubicBezTo>
                        <a:cubicBezTo>
                          <a:pt x="8466" y="63969"/>
                          <a:pt x="6183" y="61403"/>
                          <a:pt x="4471" y="58266"/>
                        </a:cubicBezTo>
                        <a:cubicBezTo>
                          <a:pt x="2759" y="55129"/>
                          <a:pt x="1617" y="51517"/>
                          <a:pt x="951" y="47335"/>
                        </a:cubicBezTo>
                        <a:cubicBezTo>
                          <a:pt x="285" y="43153"/>
                          <a:pt x="0" y="38781"/>
                          <a:pt x="0" y="34123"/>
                        </a:cubicBezTo>
                        <a:cubicBezTo>
                          <a:pt x="0" y="29846"/>
                          <a:pt x="285" y="25759"/>
                          <a:pt x="856" y="21671"/>
                        </a:cubicBezTo>
                        <a:cubicBezTo>
                          <a:pt x="1427" y="17584"/>
                          <a:pt x="2473" y="13972"/>
                          <a:pt x="4090" y="10741"/>
                        </a:cubicBezTo>
                        <a:cubicBezTo>
                          <a:pt x="5708" y="7509"/>
                          <a:pt x="7991" y="4943"/>
                          <a:pt x="10939" y="2947"/>
                        </a:cubicBezTo>
                        <a:cubicBezTo>
                          <a:pt x="13888" y="951"/>
                          <a:pt x="17788" y="0"/>
                          <a:pt x="22640" y="0"/>
                        </a:cubicBezTo>
                        <a:close/>
                        <a:moveTo>
                          <a:pt x="39382" y="34408"/>
                        </a:moveTo>
                        <a:cubicBezTo>
                          <a:pt x="39382" y="30796"/>
                          <a:pt x="39192" y="27279"/>
                          <a:pt x="38811" y="23858"/>
                        </a:cubicBezTo>
                        <a:cubicBezTo>
                          <a:pt x="38431" y="20436"/>
                          <a:pt x="37575" y="17299"/>
                          <a:pt x="36433" y="14543"/>
                        </a:cubicBezTo>
                        <a:cubicBezTo>
                          <a:pt x="35197" y="11786"/>
                          <a:pt x="33484" y="9600"/>
                          <a:pt x="31296" y="7984"/>
                        </a:cubicBezTo>
                        <a:cubicBezTo>
                          <a:pt x="29108" y="6368"/>
                          <a:pt x="26255" y="5513"/>
                          <a:pt x="22640" y="5513"/>
                        </a:cubicBezTo>
                        <a:cubicBezTo>
                          <a:pt x="19310" y="5513"/>
                          <a:pt x="16552" y="6368"/>
                          <a:pt x="14364" y="7984"/>
                        </a:cubicBezTo>
                        <a:cubicBezTo>
                          <a:pt x="12271" y="9695"/>
                          <a:pt x="10559" y="11881"/>
                          <a:pt x="9417" y="14733"/>
                        </a:cubicBezTo>
                        <a:cubicBezTo>
                          <a:pt x="8181" y="17489"/>
                          <a:pt x="7420" y="20721"/>
                          <a:pt x="6944" y="24238"/>
                        </a:cubicBezTo>
                        <a:cubicBezTo>
                          <a:pt x="6468" y="27755"/>
                          <a:pt x="6183" y="31367"/>
                          <a:pt x="6183" y="35074"/>
                        </a:cubicBezTo>
                        <a:cubicBezTo>
                          <a:pt x="6183" y="39351"/>
                          <a:pt x="6468" y="43248"/>
                          <a:pt x="6944" y="46765"/>
                        </a:cubicBezTo>
                        <a:cubicBezTo>
                          <a:pt x="7420" y="50282"/>
                          <a:pt x="8371" y="53323"/>
                          <a:pt x="9703" y="55699"/>
                        </a:cubicBezTo>
                        <a:cubicBezTo>
                          <a:pt x="10939" y="58171"/>
                          <a:pt x="12652" y="60072"/>
                          <a:pt x="14744" y="61403"/>
                        </a:cubicBezTo>
                        <a:cubicBezTo>
                          <a:pt x="16837" y="62733"/>
                          <a:pt x="19596" y="63494"/>
                          <a:pt x="22830" y="63494"/>
                        </a:cubicBezTo>
                        <a:cubicBezTo>
                          <a:pt x="26445" y="63494"/>
                          <a:pt x="29299" y="62638"/>
                          <a:pt x="31582" y="60832"/>
                        </a:cubicBezTo>
                        <a:cubicBezTo>
                          <a:pt x="33769" y="59026"/>
                          <a:pt x="35387" y="56745"/>
                          <a:pt x="36528" y="53989"/>
                        </a:cubicBezTo>
                        <a:cubicBezTo>
                          <a:pt x="37670" y="51232"/>
                          <a:pt x="38431" y="48095"/>
                          <a:pt x="38811" y="44579"/>
                        </a:cubicBezTo>
                        <a:cubicBezTo>
                          <a:pt x="39192" y="41062"/>
                          <a:pt x="39382" y="37640"/>
                          <a:pt x="39382" y="34313"/>
                        </a:cubicBezTo>
                        <a:close/>
                      </a:path>
                    </a:pathLst>
                  </a:custGeom>
                  <a:solidFill>
                    <a:srgbClr val="000000"/>
                  </a:solidFill>
                  <a:ln w="9506" cap="flat">
                    <a:noFill/>
                    <a:prstDash val="solid"/>
                    <a:miter/>
                  </a:ln>
                </p:spPr>
                <p:txBody>
                  <a:bodyPr rtlCol="0" anchor="ctr"/>
                  <a:lstStyle/>
                  <a:p>
                    <a:endParaRPr lang="en-US"/>
                  </a:p>
                </p:txBody>
              </p:sp>
              <p:sp>
                <p:nvSpPr>
                  <p:cNvPr id="1550" name="Freeform 1549">
                    <a:extLst>
                      <a:ext uri="{FF2B5EF4-FFF2-40B4-BE49-F238E27FC236}">
                        <a16:creationId xmlns:a16="http://schemas.microsoft.com/office/drawing/2014/main" id="{2A5C7076-7568-C6F1-E547-54235319A2AE}"/>
                      </a:ext>
                    </a:extLst>
                  </p:cNvPr>
                  <p:cNvSpPr/>
                  <p:nvPr/>
                </p:nvSpPr>
                <p:spPr>
                  <a:xfrm>
                    <a:off x="8157274" y="2049534"/>
                    <a:ext cx="44518" cy="67105"/>
                  </a:xfrm>
                  <a:custGeom>
                    <a:avLst/>
                    <a:gdLst>
                      <a:gd name="connsiteX0" fmla="*/ 1998 w 44518"/>
                      <a:gd name="connsiteY0" fmla="*/ 21957 h 67105"/>
                      <a:gd name="connsiteX1" fmla="*/ 3520 w 44518"/>
                      <a:gd name="connsiteY1" fmla="*/ 13022 h 67105"/>
                      <a:gd name="connsiteX2" fmla="*/ 7895 w 44518"/>
                      <a:gd name="connsiteY2" fmla="*/ 6083 h 67105"/>
                      <a:gd name="connsiteX3" fmla="*/ 14840 w 44518"/>
                      <a:gd name="connsiteY3" fmla="*/ 1616 h 67105"/>
                      <a:gd name="connsiteX4" fmla="*/ 23877 w 44518"/>
                      <a:gd name="connsiteY4" fmla="*/ 0 h 67105"/>
                      <a:gd name="connsiteX5" fmla="*/ 32723 w 44518"/>
                      <a:gd name="connsiteY5" fmla="*/ 1426 h 67105"/>
                      <a:gd name="connsiteX6" fmla="*/ 39192 w 44518"/>
                      <a:gd name="connsiteY6" fmla="*/ 5418 h 67105"/>
                      <a:gd name="connsiteX7" fmla="*/ 43187 w 44518"/>
                      <a:gd name="connsiteY7" fmla="*/ 11311 h 67105"/>
                      <a:gd name="connsiteX8" fmla="*/ 44519 w 44518"/>
                      <a:gd name="connsiteY8" fmla="*/ 18535 h 67105"/>
                      <a:gd name="connsiteX9" fmla="*/ 42997 w 44518"/>
                      <a:gd name="connsiteY9" fmla="*/ 26424 h 67105"/>
                      <a:gd name="connsiteX10" fmla="*/ 39096 w 44518"/>
                      <a:gd name="connsiteY10" fmla="*/ 32507 h 67105"/>
                      <a:gd name="connsiteX11" fmla="*/ 33579 w 44518"/>
                      <a:gd name="connsiteY11" fmla="*/ 37260 h 67105"/>
                      <a:gd name="connsiteX12" fmla="*/ 27206 w 44518"/>
                      <a:gd name="connsiteY12" fmla="*/ 41252 h 67105"/>
                      <a:gd name="connsiteX13" fmla="*/ 20833 w 44518"/>
                      <a:gd name="connsiteY13" fmla="*/ 44864 h 67105"/>
                      <a:gd name="connsiteX14" fmla="*/ 15220 w 44518"/>
                      <a:gd name="connsiteY14" fmla="*/ 48476 h 67105"/>
                      <a:gd name="connsiteX15" fmla="*/ 12081 w 44518"/>
                      <a:gd name="connsiteY15" fmla="*/ 51042 h 67105"/>
                      <a:gd name="connsiteX16" fmla="*/ 9322 w 44518"/>
                      <a:gd name="connsiteY16" fmla="*/ 53989 h 67105"/>
                      <a:gd name="connsiteX17" fmla="*/ 7325 w 44518"/>
                      <a:gd name="connsiteY17" fmla="*/ 57600 h 67105"/>
                      <a:gd name="connsiteX18" fmla="*/ 6468 w 44518"/>
                      <a:gd name="connsiteY18" fmla="*/ 61973 h 67105"/>
                      <a:gd name="connsiteX19" fmla="*/ 43853 w 44518"/>
                      <a:gd name="connsiteY19" fmla="*/ 61973 h 67105"/>
                      <a:gd name="connsiteX20" fmla="*/ 43853 w 44518"/>
                      <a:gd name="connsiteY20" fmla="*/ 67106 h 67105"/>
                      <a:gd name="connsiteX21" fmla="*/ 0 w 44518"/>
                      <a:gd name="connsiteY21" fmla="*/ 67106 h 67105"/>
                      <a:gd name="connsiteX22" fmla="*/ 1046 w 44518"/>
                      <a:gd name="connsiteY22" fmla="*/ 58361 h 67105"/>
                      <a:gd name="connsiteX23" fmla="*/ 5232 w 44518"/>
                      <a:gd name="connsiteY23" fmla="*/ 50757 h 67105"/>
                      <a:gd name="connsiteX24" fmla="*/ 12461 w 44518"/>
                      <a:gd name="connsiteY24" fmla="*/ 43913 h 67105"/>
                      <a:gd name="connsiteX25" fmla="*/ 19881 w 44518"/>
                      <a:gd name="connsiteY25" fmla="*/ 38781 h 67105"/>
                      <a:gd name="connsiteX26" fmla="*/ 26730 w 44518"/>
                      <a:gd name="connsiteY26" fmla="*/ 34693 h 67105"/>
                      <a:gd name="connsiteX27" fmla="*/ 32438 w 44518"/>
                      <a:gd name="connsiteY27" fmla="*/ 30606 h 67105"/>
                      <a:gd name="connsiteX28" fmla="*/ 36338 w 44518"/>
                      <a:gd name="connsiteY28" fmla="*/ 25664 h 67105"/>
                      <a:gd name="connsiteX29" fmla="*/ 37765 w 44518"/>
                      <a:gd name="connsiteY29" fmla="*/ 18915 h 67105"/>
                      <a:gd name="connsiteX30" fmla="*/ 36623 w 44518"/>
                      <a:gd name="connsiteY30" fmla="*/ 13117 h 67105"/>
                      <a:gd name="connsiteX31" fmla="*/ 33484 w 44518"/>
                      <a:gd name="connsiteY31" fmla="*/ 8745 h 67105"/>
                      <a:gd name="connsiteX32" fmla="*/ 28823 w 44518"/>
                      <a:gd name="connsiteY32" fmla="*/ 5988 h 67105"/>
                      <a:gd name="connsiteX33" fmla="*/ 23020 w 44518"/>
                      <a:gd name="connsiteY33" fmla="*/ 5133 h 67105"/>
                      <a:gd name="connsiteX34" fmla="*/ 16932 w 44518"/>
                      <a:gd name="connsiteY34" fmla="*/ 6463 h 67105"/>
                      <a:gd name="connsiteX35" fmla="*/ 12271 w 44518"/>
                      <a:gd name="connsiteY35" fmla="*/ 10170 h 67105"/>
                      <a:gd name="connsiteX36" fmla="*/ 9227 w 44518"/>
                      <a:gd name="connsiteY36" fmla="*/ 15493 h 67105"/>
                      <a:gd name="connsiteX37" fmla="*/ 8371 w 44518"/>
                      <a:gd name="connsiteY37" fmla="*/ 21957 h 67105"/>
                      <a:gd name="connsiteX38" fmla="*/ 1903 w 44518"/>
                      <a:gd name="connsiteY38" fmla="*/ 21957 h 67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44518" h="67105">
                        <a:moveTo>
                          <a:pt x="1998" y="21957"/>
                        </a:moveTo>
                        <a:cubicBezTo>
                          <a:pt x="1998" y="18630"/>
                          <a:pt x="2473" y="15683"/>
                          <a:pt x="3520" y="13022"/>
                        </a:cubicBezTo>
                        <a:cubicBezTo>
                          <a:pt x="4566" y="10360"/>
                          <a:pt x="5993" y="7984"/>
                          <a:pt x="7895" y="6083"/>
                        </a:cubicBezTo>
                        <a:cubicBezTo>
                          <a:pt x="9798" y="4182"/>
                          <a:pt x="12081" y="2661"/>
                          <a:pt x="14840" y="1616"/>
                        </a:cubicBezTo>
                        <a:cubicBezTo>
                          <a:pt x="17503" y="570"/>
                          <a:pt x="20547" y="0"/>
                          <a:pt x="23877" y="0"/>
                        </a:cubicBezTo>
                        <a:cubicBezTo>
                          <a:pt x="27206" y="0"/>
                          <a:pt x="30155" y="475"/>
                          <a:pt x="32723" y="1426"/>
                        </a:cubicBezTo>
                        <a:cubicBezTo>
                          <a:pt x="35291" y="2376"/>
                          <a:pt x="37479" y="3707"/>
                          <a:pt x="39192" y="5418"/>
                        </a:cubicBezTo>
                        <a:cubicBezTo>
                          <a:pt x="40904" y="7129"/>
                          <a:pt x="42236" y="9030"/>
                          <a:pt x="43187" y="11311"/>
                        </a:cubicBezTo>
                        <a:cubicBezTo>
                          <a:pt x="44043" y="13592"/>
                          <a:pt x="44519" y="15968"/>
                          <a:pt x="44519" y="18535"/>
                        </a:cubicBezTo>
                        <a:cubicBezTo>
                          <a:pt x="44519" y="21481"/>
                          <a:pt x="44043" y="24143"/>
                          <a:pt x="42997" y="26424"/>
                        </a:cubicBezTo>
                        <a:cubicBezTo>
                          <a:pt x="42045" y="28705"/>
                          <a:pt x="40714" y="30701"/>
                          <a:pt x="39096" y="32507"/>
                        </a:cubicBezTo>
                        <a:cubicBezTo>
                          <a:pt x="37479" y="34313"/>
                          <a:pt x="35672" y="35834"/>
                          <a:pt x="33579" y="37260"/>
                        </a:cubicBezTo>
                        <a:cubicBezTo>
                          <a:pt x="31487" y="38685"/>
                          <a:pt x="29394" y="39921"/>
                          <a:pt x="27206" y="41252"/>
                        </a:cubicBezTo>
                        <a:cubicBezTo>
                          <a:pt x="25018" y="42487"/>
                          <a:pt x="22925" y="43628"/>
                          <a:pt x="20833" y="44864"/>
                        </a:cubicBezTo>
                        <a:cubicBezTo>
                          <a:pt x="18740" y="46004"/>
                          <a:pt x="16837" y="47240"/>
                          <a:pt x="15220" y="48476"/>
                        </a:cubicBezTo>
                        <a:cubicBezTo>
                          <a:pt x="14174" y="49331"/>
                          <a:pt x="13127" y="50187"/>
                          <a:pt x="12081" y="51042"/>
                        </a:cubicBezTo>
                        <a:cubicBezTo>
                          <a:pt x="11035" y="51897"/>
                          <a:pt x="10178" y="52943"/>
                          <a:pt x="9322" y="53989"/>
                        </a:cubicBezTo>
                        <a:cubicBezTo>
                          <a:pt x="8466" y="55034"/>
                          <a:pt x="7800" y="56270"/>
                          <a:pt x="7325" y="57600"/>
                        </a:cubicBezTo>
                        <a:cubicBezTo>
                          <a:pt x="6849" y="58931"/>
                          <a:pt x="6564" y="60357"/>
                          <a:pt x="6468" y="61973"/>
                        </a:cubicBezTo>
                        <a:lnTo>
                          <a:pt x="43853" y="61973"/>
                        </a:lnTo>
                        <a:lnTo>
                          <a:pt x="43853" y="67106"/>
                        </a:lnTo>
                        <a:lnTo>
                          <a:pt x="0" y="67106"/>
                        </a:lnTo>
                        <a:cubicBezTo>
                          <a:pt x="0" y="63874"/>
                          <a:pt x="381" y="60927"/>
                          <a:pt x="1046" y="58361"/>
                        </a:cubicBezTo>
                        <a:cubicBezTo>
                          <a:pt x="1712" y="55795"/>
                          <a:pt x="3044" y="53228"/>
                          <a:pt x="5232" y="50757"/>
                        </a:cubicBezTo>
                        <a:cubicBezTo>
                          <a:pt x="7610" y="48095"/>
                          <a:pt x="9988" y="45814"/>
                          <a:pt x="12461" y="43913"/>
                        </a:cubicBezTo>
                        <a:cubicBezTo>
                          <a:pt x="14935" y="42012"/>
                          <a:pt x="17408" y="40301"/>
                          <a:pt x="19881" y="38781"/>
                        </a:cubicBezTo>
                        <a:cubicBezTo>
                          <a:pt x="22259" y="37260"/>
                          <a:pt x="24542" y="35929"/>
                          <a:pt x="26730" y="34693"/>
                        </a:cubicBezTo>
                        <a:cubicBezTo>
                          <a:pt x="28918" y="33458"/>
                          <a:pt x="30821" y="32127"/>
                          <a:pt x="32438" y="30606"/>
                        </a:cubicBezTo>
                        <a:cubicBezTo>
                          <a:pt x="34055" y="29180"/>
                          <a:pt x="35387" y="27470"/>
                          <a:pt x="36338" y="25664"/>
                        </a:cubicBezTo>
                        <a:cubicBezTo>
                          <a:pt x="37289" y="23858"/>
                          <a:pt x="37765" y="21576"/>
                          <a:pt x="37765" y="18915"/>
                        </a:cubicBezTo>
                        <a:cubicBezTo>
                          <a:pt x="37765" y="16729"/>
                          <a:pt x="37384" y="14828"/>
                          <a:pt x="36623" y="13117"/>
                        </a:cubicBezTo>
                        <a:cubicBezTo>
                          <a:pt x="35862" y="11406"/>
                          <a:pt x="34816" y="9980"/>
                          <a:pt x="33484" y="8745"/>
                        </a:cubicBezTo>
                        <a:cubicBezTo>
                          <a:pt x="32152" y="7509"/>
                          <a:pt x="30630" y="6654"/>
                          <a:pt x="28823" y="5988"/>
                        </a:cubicBezTo>
                        <a:cubicBezTo>
                          <a:pt x="27016" y="5323"/>
                          <a:pt x="25113" y="5133"/>
                          <a:pt x="23020" y="5133"/>
                        </a:cubicBezTo>
                        <a:cubicBezTo>
                          <a:pt x="20833" y="5133"/>
                          <a:pt x="18740" y="5608"/>
                          <a:pt x="16932" y="6463"/>
                        </a:cubicBezTo>
                        <a:cubicBezTo>
                          <a:pt x="15125" y="7414"/>
                          <a:pt x="13603" y="8650"/>
                          <a:pt x="12271" y="10170"/>
                        </a:cubicBezTo>
                        <a:cubicBezTo>
                          <a:pt x="10939" y="11691"/>
                          <a:pt x="9988" y="13497"/>
                          <a:pt x="9227" y="15493"/>
                        </a:cubicBezTo>
                        <a:cubicBezTo>
                          <a:pt x="8466" y="17489"/>
                          <a:pt x="8276" y="19675"/>
                          <a:pt x="8371" y="21957"/>
                        </a:cubicBezTo>
                        <a:lnTo>
                          <a:pt x="1903" y="21957"/>
                        </a:lnTo>
                        <a:close/>
                      </a:path>
                    </a:pathLst>
                  </a:custGeom>
                  <a:solidFill>
                    <a:srgbClr val="000000"/>
                  </a:solidFill>
                  <a:ln w="9506" cap="flat">
                    <a:noFill/>
                    <a:prstDash val="solid"/>
                    <a:miter/>
                  </a:ln>
                </p:spPr>
                <p:txBody>
                  <a:bodyPr rtlCol="0" anchor="ctr"/>
                  <a:lstStyle/>
                  <a:p>
                    <a:endParaRPr lang="en-US"/>
                  </a:p>
                </p:txBody>
              </p:sp>
              <p:sp>
                <p:nvSpPr>
                  <p:cNvPr id="1551" name="Freeform 1550">
                    <a:extLst>
                      <a:ext uri="{FF2B5EF4-FFF2-40B4-BE49-F238E27FC236}">
                        <a16:creationId xmlns:a16="http://schemas.microsoft.com/office/drawing/2014/main" id="{AF656F15-BBA3-2C94-A584-A7172204A1E6}"/>
                      </a:ext>
                    </a:extLst>
                  </p:cNvPr>
                  <p:cNvSpPr/>
                  <p:nvPr/>
                </p:nvSpPr>
                <p:spPr>
                  <a:xfrm>
                    <a:off x="8209783" y="2048109"/>
                    <a:ext cx="28537" cy="27184"/>
                  </a:xfrm>
                  <a:custGeom>
                    <a:avLst/>
                    <a:gdLst>
                      <a:gd name="connsiteX0" fmla="*/ 12271 w 28537"/>
                      <a:gd name="connsiteY0" fmla="*/ 11121 h 27184"/>
                      <a:gd name="connsiteX1" fmla="*/ 12271 w 28537"/>
                      <a:gd name="connsiteY1" fmla="*/ 0 h 27184"/>
                      <a:gd name="connsiteX2" fmla="*/ 16267 w 28537"/>
                      <a:gd name="connsiteY2" fmla="*/ 0 h 27184"/>
                      <a:gd name="connsiteX3" fmla="*/ 16267 w 28537"/>
                      <a:gd name="connsiteY3" fmla="*/ 11121 h 27184"/>
                      <a:gd name="connsiteX4" fmla="*/ 27111 w 28537"/>
                      <a:gd name="connsiteY4" fmla="*/ 7129 h 27184"/>
                      <a:gd name="connsiteX5" fmla="*/ 28538 w 28537"/>
                      <a:gd name="connsiteY5" fmla="*/ 11311 h 27184"/>
                      <a:gd name="connsiteX6" fmla="*/ 17693 w 28537"/>
                      <a:gd name="connsiteY6" fmla="*/ 14828 h 27184"/>
                      <a:gd name="connsiteX7" fmla="*/ 24828 w 28537"/>
                      <a:gd name="connsiteY7" fmla="*/ 24903 h 27184"/>
                      <a:gd name="connsiteX8" fmla="*/ 21118 w 28537"/>
                      <a:gd name="connsiteY8" fmla="*/ 27184 h 27184"/>
                      <a:gd name="connsiteX9" fmla="*/ 14079 w 28537"/>
                      <a:gd name="connsiteY9" fmla="*/ 16919 h 27184"/>
                      <a:gd name="connsiteX10" fmla="*/ 6659 w 28537"/>
                      <a:gd name="connsiteY10" fmla="*/ 26994 h 27184"/>
                      <a:gd name="connsiteX11" fmla="*/ 3329 w 28537"/>
                      <a:gd name="connsiteY11" fmla="*/ 24428 h 27184"/>
                      <a:gd name="connsiteX12" fmla="*/ 10654 w 28537"/>
                      <a:gd name="connsiteY12" fmla="*/ 14828 h 27184"/>
                      <a:gd name="connsiteX13" fmla="*/ 0 w 28537"/>
                      <a:gd name="connsiteY13" fmla="*/ 11026 h 27184"/>
                      <a:gd name="connsiteX14" fmla="*/ 1712 w 28537"/>
                      <a:gd name="connsiteY14" fmla="*/ 7034 h 27184"/>
                      <a:gd name="connsiteX15" fmla="*/ 12271 w 28537"/>
                      <a:gd name="connsiteY15" fmla="*/ 11121 h 2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8537" h="27184">
                        <a:moveTo>
                          <a:pt x="12271" y="11121"/>
                        </a:moveTo>
                        <a:lnTo>
                          <a:pt x="12271" y="0"/>
                        </a:lnTo>
                        <a:lnTo>
                          <a:pt x="16267" y="0"/>
                        </a:lnTo>
                        <a:lnTo>
                          <a:pt x="16267" y="11121"/>
                        </a:lnTo>
                        <a:lnTo>
                          <a:pt x="27111" y="7129"/>
                        </a:lnTo>
                        <a:lnTo>
                          <a:pt x="28538" y="11311"/>
                        </a:lnTo>
                        <a:lnTo>
                          <a:pt x="17693" y="14828"/>
                        </a:lnTo>
                        <a:lnTo>
                          <a:pt x="24828" y="24903"/>
                        </a:lnTo>
                        <a:lnTo>
                          <a:pt x="21118" y="27184"/>
                        </a:lnTo>
                        <a:lnTo>
                          <a:pt x="14079" y="16919"/>
                        </a:lnTo>
                        <a:lnTo>
                          <a:pt x="6659" y="26994"/>
                        </a:lnTo>
                        <a:lnTo>
                          <a:pt x="3329" y="24428"/>
                        </a:lnTo>
                        <a:lnTo>
                          <a:pt x="10654" y="14828"/>
                        </a:lnTo>
                        <a:lnTo>
                          <a:pt x="0" y="11026"/>
                        </a:lnTo>
                        <a:lnTo>
                          <a:pt x="1712" y="7034"/>
                        </a:lnTo>
                        <a:lnTo>
                          <a:pt x="12271" y="11121"/>
                        </a:lnTo>
                        <a:close/>
                      </a:path>
                    </a:pathLst>
                  </a:custGeom>
                  <a:solidFill>
                    <a:srgbClr val="000000"/>
                  </a:solidFill>
                  <a:ln w="9506" cap="flat">
                    <a:noFill/>
                    <a:prstDash val="solid"/>
                    <a:miter/>
                  </a:ln>
                </p:spPr>
                <p:txBody>
                  <a:bodyPr rtlCol="0" anchor="ctr"/>
                  <a:lstStyle/>
                  <a:p>
                    <a:endParaRPr lang="en-US"/>
                  </a:p>
                </p:txBody>
              </p:sp>
            </p:grpSp>
            <p:sp>
              <p:nvSpPr>
                <p:cNvPr id="1505" name="Freeform 1504">
                  <a:extLst>
                    <a:ext uri="{FF2B5EF4-FFF2-40B4-BE49-F238E27FC236}">
                      <a16:creationId xmlns:a16="http://schemas.microsoft.com/office/drawing/2014/main" id="{ABBB3FC8-CC40-0E67-0C58-5DB2EF5742CF}"/>
                    </a:ext>
                  </a:extLst>
                </p:cNvPr>
                <p:cNvSpPr/>
                <p:nvPr/>
              </p:nvSpPr>
              <p:spPr>
                <a:xfrm rot="20946000">
                  <a:off x="2840208" y="2855267"/>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06" name="Freeform 1505">
                  <a:extLst>
                    <a:ext uri="{FF2B5EF4-FFF2-40B4-BE49-F238E27FC236}">
                      <a16:creationId xmlns:a16="http://schemas.microsoft.com/office/drawing/2014/main" id="{3AC12CB1-F443-6D5F-3102-140EBFE906A8}"/>
                    </a:ext>
                  </a:extLst>
                </p:cNvPr>
                <p:cNvSpPr/>
                <p:nvPr/>
              </p:nvSpPr>
              <p:spPr>
                <a:xfrm rot="20803200">
                  <a:off x="3120268" y="2086055"/>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07" name="Freeform 1506">
                  <a:extLst>
                    <a:ext uri="{FF2B5EF4-FFF2-40B4-BE49-F238E27FC236}">
                      <a16:creationId xmlns:a16="http://schemas.microsoft.com/office/drawing/2014/main" id="{3F1987C9-84E8-A789-88D7-CBFF4E1B6432}"/>
                    </a:ext>
                  </a:extLst>
                </p:cNvPr>
                <p:cNvSpPr/>
                <p:nvPr/>
              </p:nvSpPr>
              <p:spPr>
                <a:xfrm rot="20803200">
                  <a:off x="5015712" y="2020372"/>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08" name="Freeform 1507">
                  <a:extLst>
                    <a:ext uri="{FF2B5EF4-FFF2-40B4-BE49-F238E27FC236}">
                      <a16:creationId xmlns:a16="http://schemas.microsoft.com/office/drawing/2014/main" id="{AD51E815-6FF9-5C78-CB42-BE542ADEFB6D}"/>
                    </a:ext>
                  </a:extLst>
                </p:cNvPr>
                <p:cNvSpPr/>
                <p:nvPr/>
              </p:nvSpPr>
              <p:spPr>
                <a:xfrm rot="20803200">
                  <a:off x="3559096" y="2731330"/>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09" name="Freeform 1508">
                  <a:extLst>
                    <a:ext uri="{FF2B5EF4-FFF2-40B4-BE49-F238E27FC236}">
                      <a16:creationId xmlns:a16="http://schemas.microsoft.com/office/drawing/2014/main" id="{F74661B8-4AEF-5E39-FDDE-FE24224D856A}"/>
                    </a:ext>
                  </a:extLst>
                </p:cNvPr>
                <p:cNvSpPr/>
                <p:nvPr/>
              </p:nvSpPr>
              <p:spPr>
                <a:xfrm rot="20803200">
                  <a:off x="4532609" y="3144995"/>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10" name="Freeform 1509">
                  <a:extLst>
                    <a:ext uri="{FF2B5EF4-FFF2-40B4-BE49-F238E27FC236}">
                      <a16:creationId xmlns:a16="http://schemas.microsoft.com/office/drawing/2014/main" id="{8A051A79-EA22-8A67-45F9-87201CB0C7EE}"/>
                    </a:ext>
                  </a:extLst>
                </p:cNvPr>
                <p:cNvSpPr/>
                <p:nvPr/>
              </p:nvSpPr>
              <p:spPr>
                <a:xfrm rot="20946000">
                  <a:off x="2434525" y="3269460"/>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11" name="Freeform 1510">
                  <a:extLst>
                    <a:ext uri="{FF2B5EF4-FFF2-40B4-BE49-F238E27FC236}">
                      <a16:creationId xmlns:a16="http://schemas.microsoft.com/office/drawing/2014/main" id="{8099196A-F8E9-EAF8-6D71-3C5755C3F77B}"/>
                    </a:ext>
                  </a:extLst>
                </p:cNvPr>
                <p:cNvSpPr/>
                <p:nvPr/>
              </p:nvSpPr>
              <p:spPr>
                <a:xfrm rot="20803200">
                  <a:off x="3908554" y="3146219"/>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12" name="Freeform 1511">
                  <a:extLst>
                    <a:ext uri="{FF2B5EF4-FFF2-40B4-BE49-F238E27FC236}">
                      <a16:creationId xmlns:a16="http://schemas.microsoft.com/office/drawing/2014/main" id="{8596F2EB-9A1B-1696-485A-7C5C0C997EF1}"/>
                    </a:ext>
                  </a:extLst>
                </p:cNvPr>
                <p:cNvSpPr/>
                <p:nvPr/>
              </p:nvSpPr>
              <p:spPr>
                <a:xfrm rot="20803200">
                  <a:off x="4205747" y="3547159"/>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13" name="Freeform 1512">
                  <a:extLst>
                    <a:ext uri="{FF2B5EF4-FFF2-40B4-BE49-F238E27FC236}">
                      <a16:creationId xmlns:a16="http://schemas.microsoft.com/office/drawing/2014/main" id="{333ED1CA-1DB0-AF78-6945-FFAB49876ADC}"/>
                    </a:ext>
                  </a:extLst>
                </p:cNvPr>
                <p:cNvSpPr/>
                <p:nvPr/>
              </p:nvSpPr>
              <p:spPr>
                <a:xfrm rot="20803200">
                  <a:off x="3423099" y="2790472"/>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14" name="Freeform 1513">
                  <a:extLst>
                    <a:ext uri="{FF2B5EF4-FFF2-40B4-BE49-F238E27FC236}">
                      <a16:creationId xmlns:a16="http://schemas.microsoft.com/office/drawing/2014/main" id="{F96FBB29-C547-4D63-A387-E5884D0A7295}"/>
                    </a:ext>
                  </a:extLst>
                </p:cNvPr>
                <p:cNvSpPr/>
                <p:nvPr/>
              </p:nvSpPr>
              <p:spPr>
                <a:xfrm rot="20946000">
                  <a:off x="2405855" y="3388035"/>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15" name="Freeform 1514">
                  <a:extLst>
                    <a:ext uri="{FF2B5EF4-FFF2-40B4-BE49-F238E27FC236}">
                      <a16:creationId xmlns:a16="http://schemas.microsoft.com/office/drawing/2014/main" id="{DC9B871D-37B3-60BB-2298-045F265DC417}"/>
                    </a:ext>
                  </a:extLst>
                </p:cNvPr>
                <p:cNvSpPr/>
                <p:nvPr/>
              </p:nvSpPr>
              <p:spPr>
                <a:xfrm rot="20803200">
                  <a:off x="4698251" y="2553566"/>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16" name="Freeform 1515">
                  <a:extLst>
                    <a:ext uri="{FF2B5EF4-FFF2-40B4-BE49-F238E27FC236}">
                      <a16:creationId xmlns:a16="http://schemas.microsoft.com/office/drawing/2014/main" id="{19124FF2-BF09-E163-48DD-9980D7A3DCFD}"/>
                    </a:ext>
                  </a:extLst>
                </p:cNvPr>
                <p:cNvSpPr/>
                <p:nvPr/>
              </p:nvSpPr>
              <p:spPr>
                <a:xfrm rot="20803200">
                  <a:off x="3830643" y="2876050"/>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17" name="Freeform 1516">
                  <a:extLst>
                    <a:ext uri="{FF2B5EF4-FFF2-40B4-BE49-F238E27FC236}">
                      <a16:creationId xmlns:a16="http://schemas.microsoft.com/office/drawing/2014/main" id="{5662E37A-D5B3-AAA6-BBB2-DCCC7A3D699D}"/>
                    </a:ext>
                  </a:extLst>
                </p:cNvPr>
                <p:cNvSpPr/>
                <p:nvPr/>
              </p:nvSpPr>
              <p:spPr>
                <a:xfrm rot="20803200">
                  <a:off x="3726221" y="2244030"/>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18" name="Freeform 1517">
                  <a:extLst>
                    <a:ext uri="{FF2B5EF4-FFF2-40B4-BE49-F238E27FC236}">
                      <a16:creationId xmlns:a16="http://schemas.microsoft.com/office/drawing/2014/main" id="{DAFB963B-CC3A-CA57-8B75-C1195177FA6E}"/>
                    </a:ext>
                  </a:extLst>
                </p:cNvPr>
                <p:cNvSpPr/>
                <p:nvPr/>
              </p:nvSpPr>
              <p:spPr>
                <a:xfrm rot="20803200">
                  <a:off x="4612075" y="2375751"/>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19" name="Freeform 1518">
                  <a:extLst>
                    <a:ext uri="{FF2B5EF4-FFF2-40B4-BE49-F238E27FC236}">
                      <a16:creationId xmlns:a16="http://schemas.microsoft.com/office/drawing/2014/main" id="{9F4B5FD1-D546-BDFF-AE4B-531ED282186D}"/>
                    </a:ext>
                  </a:extLst>
                </p:cNvPr>
                <p:cNvSpPr/>
                <p:nvPr/>
              </p:nvSpPr>
              <p:spPr>
                <a:xfrm rot="20803200">
                  <a:off x="4829279" y="3214363"/>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20" name="Freeform 1519">
                  <a:extLst>
                    <a:ext uri="{FF2B5EF4-FFF2-40B4-BE49-F238E27FC236}">
                      <a16:creationId xmlns:a16="http://schemas.microsoft.com/office/drawing/2014/main" id="{836D22FD-2825-9354-6C65-BBE738D2A60C}"/>
                    </a:ext>
                  </a:extLst>
                </p:cNvPr>
                <p:cNvSpPr/>
                <p:nvPr/>
              </p:nvSpPr>
              <p:spPr>
                <a:xfrm rot="20803200">
                  <a:off x="3463424" y="4032655"/>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21" name="Freeform 1520">
                  <a:extLst>
                    <a:ext uri="{FF2B5EF4-FFF2-40B4-BE49-F238E27FC236}">
                      <a16:creationId xmlns:a16="http://schemas.microsoft.com/office/drawing/2014/main" id="{82EF6B18-1DD3-643E-5534-0750A75E25A7}"/>
                    </a:ext>
                  </a:extLst>
                </p:cNvPr>
                <p:cNvSpPr/>
                <p:nvPr/>
              </p:nvSpPr>
              <p:spPr>
                <a:xfrm rot="20803200">
                  <a:off x="4612220" y="2257416"/>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22" name="Freeform 1521">
                  <a:extLst>
                    <a:ext uri="{FF2B5EF4-FFF2-40B4-BE49-F238E27FC236}">
                      <a16:creationId xmlns:a16="http://schemas.microsoft.com/office/drawing/2014/main" id="{D20462C9-DAC5-6558-00A1-52FCB781494C}"/>
                    </a:ext>
                  </a:extLst>
                </p:cNvPr>
                <p:cNvSpPr/>
                <p:nvPr/>
              </p:nvSpPr>
              <p:spPr>
                <a:xfrm rot="20803200">
                  <a:off x="4653018" y="2731335"/>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23" name="Freeform 1522">
                  <a:extLst>
                    <a:ext uri="{FF2B5EF4-FFF2-40B4-BE49-F238E27FC236}">
                      <a16:creationId xmlns:a16="http://schemas.microsoft.com/office/drawing/2014/main" id="{9A61AE93-885A-D8E6-E0BD-A63F4545697E}"/>
                    </a:ext>
                  </a:extLst>
                </p:cNvPr>
                <p:cNvSpPr/>
                <p:nvPr/>
              </p:nvSpPr>
              <p:spPr>
                <a:xfrm rot="20803200">
                  <a:off x="4931667" y="1901589"/>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24" name="Freeform 1523">
                  <a:extLst>
                    <a:ext uri="{FF2B5EF4-FFF2-40B4-BE49-F238E27FC236}">
                      <a16:creationId xmlns:a16="http://schemas.microsoft.com/office/drawing/2014/main" id="{5FBD3337-3E89-0409-EE80-EEE25043D822}"/>
                    </a:ext>
                  </a:extLst>
                </p:cNvPr>
                <p:cNvSpPr/>
                <p:nvPr/>
              </p:nvSpPr>
              <p:spPr>
                <a:xfrm rot="20803200">
                  <a:off x="4818363" y="3031085"/>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25" name="Freeform 1524">
                  <a:extLst>
                    <a:ext uri="{FF2B5EF4-FFF2-40B4-BE49-F238E27FC236}">
                      <a16:creationId xmlns:a16="http://schemas.microsoft.com/office/drawing/2014/main" id="{AD8071C2-0F05-9FBF-0D01-0D00BD0C969A}"/>
                    </a:ext>
                  </a:extLst>
                </p:cNvPr>
                <p:cNvSpPr/>
                <p:nvPr/>
              </p:nvSpPr>
              <p:spPr>
                <a:xfrm rot="20803200">
                  <a:off x="4303282" y="2494357"/>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26" name="Freeform 1525">
                  <a:extLst>
                    <a:ext uri="{FF2B5EF4-FFF2-40B4-BE49-F238E27FC236}">
                      <a16:creationId xmlns:a16="http://schemas.microsoft.com/office/drawing/2014/main" id="{E4D86126-9112-65B2-18A1-C4CA5733BFE6}"/>
                    </a:ext>
                  </a:extLst>
                </p:cNvPr>
                <p:cNvSpPr/>
                <p:nvPr/>
              </p:nvSpPr>
              <p:spPr>
                <a:xfrm rot="20803200">
                  <a:off x="4885391" y="2797294"/>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27" name="Freeform 1526">
                  <a:extLst>
                    <a:ext uri="{FF2B5EF4-FFF2-40B4-BE49-F238E27FC236}">
                      <a16:creationId xmlns:a16="http://schemas.microsoft.com/office/drawing/2014/main" id="{0D667467-5F9A-B908-0E04-D5C6F827D708}"/>
                    </a:ext>
                  </a:extLst>
                </p:cNvPr>
                <p:cNvSpPr/>
                <p:nvPr/>
              </p:nvSpPr>
              <p:spPr>
                <a:xfrm rot="20803200">
                  <a:off x="4637911" y="3102957"/>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28" name="Freeform 1527">
                  <a:extLst>
                    <a:ext uri="{FF2B5EF4-FFF2-40B4-BE49-F238E27FC236}">
                      <a16:creationId xmlns:a16="http://schemas.microsoft.com/office/drawing/2014/main" id="{F7775E97-21FC-1878-7A0E-4A82222EDBC1}"/>
                    </a:ext>
                  </a:extLst>
                </p:cNvPr>
                <p:cNvSpPr/>
                <p:nvPr/>
              </p:nvSpPr>
              <p:spPr>
                <a:xfrm rot="20803200">
                  <a:off x="4042086" y="2491345"/>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29" name="Freeform 1528">
                  <a:extLst>
                    <a:ext uri="{FF2B5EF4-FFF2-40B4-BE49-F238E27FC236}">
                      <a16:creationId xmlns:a16="http://schemas.microsoft.com/office/drawing/2014/main" id="{400AFB05-9BEC-D6C6-6994-624181C3FB2B}"/>
                    </a:ext>
                  </a:extLst>
                </p:cNvPr>
                <p:cNvSpPr/>
                <p:nvPr/>
              </p:nvSpPr>
              <p:spPr>
                <a:xfrm rot="20803200">
                  <a:off x="4004233" y="3324226"/>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30" name="Freeform 1529">
                  <a:extLst>
                    <a:ext uri="{FF2B5EF4-FFF2-40B4-BE49-F238E27FC236}">
                      <a16:creationId xmlns:a16="http://schemas.microsoft.com/office/drawing/2014/main" id="{6FAF05E1-47D0-CE89-FC5F-55EDBA062BF9}"/>
                    </a:ext>
                  </a:extLst>
                </p:cNvPr>
                <p:cNvSpPr/>
                <p:nvPr/>
              </p:nvSpPr>
              <p:spPr>
                <a:xfrm rot="20803200">
                  <a:off x="4845061" y="2850051"/>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31" name="Freeform 1530">
                  <a:extLst>
                    <a:ext uri="{FF2B5EF4-FFF2-40B4-BE49-F238E27FC236}">
                      <a16:creationId xmlns:a16="http://schemas.microsoft.com/office/drawing/2014/main" id="{9981F537-E357-B851-D937-5DF367DEC84E}"/>
                    </a:ext>
                  </a:extLst>
                </p:cNvPr>
                <p:cNvSpPr/>
                <p:nvPr/>
              </p:nvSpPr>
              <p:spPr>
                <a:xfrm rot="20803200">
                  <a:off x="4177780" y="3265070"/>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32" name="Freeform 1531">
                  <a:extLst>
                    <a:ext uri="{FF2B5EF4-FFF2-40B4-BE49-F238E27FC236}">
                      <a16:creationId xmlns:a16="http://schemas.microsoft.com/office/drawing/2014/main" id="{AB8303BD-44EC-0A80-7EF7-FBF29BA34EE6}"/>
                    </a:ext>
                  </a:extLst>
                </p:cNvPr>
                <p:cNvSpPr/>
                <p:nvPr/>
              </p:nvSpPr>
              <p:spPr>
                <a:xfrm rot="20803200">
                  <a:off x="3846055" y="3403370"/>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33" name="Freeform 1532">
                  <a:extLst>
                    <a:ext uri="{FF2B5EF4-FFF2-40B4-BE49-F238E27FC236}">
                      <a16:creationId xmlns:a16="http://schemas.microsoft.com/office/drawing/2014/main" id="{8C406960-E608-4B34-E72F-478A516C73E8}"/>
                    </a:ext>
                  </a:extLst>
                </p:cNvPr>
                <p:cNvSpPr/>
                <p:nvPr/>
              </p:nvSpPr>
              <p:spPr>
                <a:xfrm rot="20803200">
                  <a:off x="4358939" y="2841321"/>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34" name="Freeform 1533">
                  <a:extLst>
                    <a:ext uri="{FF2B5EF4-FFF2-40B4-BE49-F238E27FC236}">
                      <a16:creationId xmlns:a16="http://schemas.microsoft.com/office/drawing/2014/main" id="{6895249A-B6C2-8AC3-D037-1E0A688C9626}"/>
                    </a:ext>
                  </a:extLst>
                </p:cNvPr>
                <p:cNvSpPr/>
                <p:nvPr/>
              </p:nvSpPr>
              <p:spPr>
                <a:xfrm rot="20803200">
                  <a:off x="5049708" y="2850159"/>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35" name="Freeform 1534">
                  <a:extLst>
                    <a:ext uri="{FF2B5EF4-FFF2-40B4-BE49-F238E27FC236}">
                      <a16:creationId xmlns:a16="http://schemas.microsoft.com/office/drawing/2014/main" id="{6CEAF0CE-D120-26F8-20D0-2FFD923BA7E2}"/>
                    </a:ext>
                  </a:extLst>
                </p:cNvPr>
                <p:cNvSpPr/>
                <p:nvPr/>
              </p:nvSpPr>
              <p:spPr>
                <a:xfrm rot="20803200">
                  <a:off x="4059344" y="3028023"/>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36" name="Freeform 1535">
                  <a:extLst>
                    <a:ext uri="{FF2B5EF4-FFF2-40B4-BE49-F238E27FC236}">
                      <a16:creationId xmlns:a16="http://schemas.microsoft.com/office/drawing/2014/main" id="{508A9201-9BB0-6D85-2597-BB9CE828A376}"/>
                    </a:ext>
                  </a:extLst>
                </p:cNvPr>
                <p:cNvSpPr/>
                <p:nvPr/>
              </p:nvSpPr>
              <p:spPr>
                <a:xfrm>
                  <a:off x="2456383" y="2344309"/>
                  <a:ext cx="2847671" cy="1434480"/>
                </a:xfrm>
                <a:custGeom>
                  <a:avLst/>
                  <a:gdLst>
                    <a:gd name="connsiteX0" fmla="*/ 11510 w 1138366"/>
                    <a:gd name="connsiteY0" fmla="*/ 568211 h 573438"/>
                    <a:gd name="connsiteX1" fmla="*/ 23020 w 1138366"/>
                    <a:gd name="connsiteY1" fmla="*/ 562983 h 573438"/>
                    <a:gd name="connsiteX2" fmla="*/ 34530 w 1138366"/>
                    <a:gd name="connsiteY2" fmla="*/ 557755 h 573438"/>
                    <a:gd name="connsiteX3" fmla="*/ 46041 w 1138366"/>
                    <a:gd name="connsiteY3" fmla="*/ 552528 h 573438"/>
                    <a:gd name="connsiteX4" fmla="*/ 57551 w 1138366"/>
                    <a:gd name="connsiteY4" fmla="*/ 547300 h 573438"/>
                    <a:gd name="connsiteX5" fmla="*/ 69061 w 1138366"/>
                    <a:gd name="connsiteY5" fmla="*/ 542072 h 573438"/>
                    <a:gd name="connsiteX6" fmla="*/ 80476 w 1138366"/>
                    <a:gd name="connsiteY6" fmla="*/ 536844 h 573438"/>
                    <a:gd name="connsiteX7" fmla="*/ 91986 w 1138366"/>
                    <a:gd name="connsiteY7" fmla="*/ 531616 h 573438"/>
                    <a:gd name="connsiteX8" fmla="*/ 103496 w 1138366"/>
                    <a:gd name="connsiteY8" fmla="*/ 526484 h 573438"/>
                    <a:gd name="connsiteX9" fmla="*/ 115007 w 1138366"/>
                    <a:gd name="connsiteY9" fmla="*/ 521256 h 573438"/>
                    <a:gd name="connsiteX10" fmla="*/ 126517 w 1138366"/>
                    <a:gd name="connsiteY10" fmla="*/ 516123 h 573438"/>
                    <a:gd name="connsiteX11" fmla="*/ 138027 w 1138366"/>
                    <a:gd name="connsiteY11" fmla="*/ 510990 h 573438"/>
                    <a:gd name="connsiteX12" fmla="*/ 149537 w 1138366"/>
                    <a:gd name="connsiteY12" fmla="*/ 505763 h 573438"/>
                    <a:gd name="connsiteX13" fmla="*/ 161047 w 1138366"/>
                    <a:gd name="connsiteY13" fmla="*/ 500630 h 573438"/>
                    <a:gd name="connsiteX14" fmla="*/ 172462 w 1138366"/>
                    <a:gd name="connsiteY14" fmla="*/ 495497 h 573438"/>
                    <a:gd name="connsiteX15" fmla="*/ 183973 w 1138366"/>
                    <a:gd name="connsiteY15" fmla="*/ 490365 h 573438"/>
                    <a:gd name="connsiteX16" fmla="*/ 195483 w 1138366"/>
                    <a:gd name="connsiteY16" fmla="*/ 485327 h 573438"/>
                    <a:gd name="connsiteX17" fmla="*/ 206993 w 1138366"/>
                    <a:gd name="connsiteY17" fmla="*/ 480194 h 573438"/>
                    <a:gd name="connsiteX18" fmla="*/ 218503 w 1138366"/>
                    <a:gd name="connsiteY18" fmla="*/ 475157 h 573438"/>
                    <a:gd name="connsiteX19" fmla="*/ 230013 w 1138366"/>
                    <a:gd name="connsiteY19" fmla="*/ 470024 h 573438"/>
                    <a:gd name="connsiteX20" fmla="*/ 241523 w 1138366"/>
                    <a:gd name="connsiteY20" fmla="*/ 464986 h 573438"/>
                    <a:gd name="connsiteX21" fmla="*/ 253034 w 1138366"/>
                    <a:gd name="connsiteY21" fmla="*/ 459948 h 573438"/>
                    <a:gd name="connsiteX22" fmla="*/ 264449 w 1138366"/>
                    <a:gd name="connsiteY22" fmla="*/ 454911 h 573438"/>
                    <a:gd name="connsiteX23" fmla="*/ 275959 w 1138366"/>
                    <a:gd name="connsiteY23" fmla="*/ 449968 h 573438"/>
                    <a:gd name="connsiteX24" fmla="*/ 287469 w 1138366"/>
                    <a:gd name="connsiteY24" fmla="*/ 444931 h 573438"/>
                    <a:gd name="connsiteX25" fmla="*/ 298979 w 1138366"/>
                    <a:gd name="connsiteY25" fmla="*/ 439988 h 573438"/>
                    <a:gd name="connsiteX26" fmla="*/ 310489 w 1138366"/>
                    <a:gd name="connsiteY26" fmla="*/ 435045 h 573438"/>
                    <a:gd name="connsiteX27" fmla="*/ 322000 w 1138366"/>
                    <a:gd name="connsiteY27" fmla="*/ 430103 h 573438"/>
                    <a:gd name="connsiteX28" fmla="*/ 333510 w 1138366"/>
                    <a:gd name="connsiteY28" fmla="*/ 425255 h 573438"/>
                    <a:gd name="connsiteX29" fmla="*/ 345020 w 1138366"/>
                    <a:gd name="connsiteY29" fmla="*/ 420312 h 573438"/>
                    <a:gd name="connsiteX30" fmla="*/ 356435 w 1138366"/>
                    <a:gd name="connsiteY30" fmla="*/ 415465 h 573438"/>
                    <a:gd name="connsiteX31" fmla="*/ 367945 w 1138366"/>
                    <a:gd name="connsiteY31" fmla="*/ 410712 h 573438"/>
                    <a:gd name="connsiteX32" fmla="*/ 379455 w 1138366"/>
                    <a:gd name="connsiteY32" fmla="*/ 405865 h 573438"/>
                    <a:gd name="connsiteX33" fmla="*/ 390966 w 1138366"/>
                    <a:gd name="connsiteY33" fmla="*/ 401112 h 573438"/>
                    <a:gd name="connsiteX34" fmla="*/ 402476 w 1138366"/>
                    <a:gd name="connsiteY34" fmla="*/ 396360 h 573438"/>
                    <a:gd name="connsiteX35" fmla="*/ 413986 w 1138366"/>
                    <a:gd name="connsiteY35" fmla="*/ 391702 h 573438"/>
                    <a:gd name="connsiteX36" fmla="*/ 425496 w 1138366"/>
                    <a:gd name="connsiteY36" fmla="*/ 387045 h 573438"/>
                    <a:gd name="connsiteX37" fmla="*/ 437007 w 1138366"/>
                    <a:gd name="connsiteY37" fmla="*/ 382387 h 573438"/>
                    <a:gd name="connsiteX38" fmla="*/ 448421 w 1138366"/>
                    <a:gd name="connsiteY38" fmla="*/ 377825 h 573438"/>
                    <a:gd name="connsiteX39" fmla="*/ 459932 w 1138366"/>
                    <a:gd name="connsiteY39" fmla="*/ 373263 h 573438"/>
                    <a:gd name="connsiteX40" fmla="*/ 471442 w 1138366"/>
                    <a:gd name="connsiteY40" fmla="*/ 368795 h 573438"/>
                    <a:gd name="connsiteX41" fmla="*/ 482952 w 1138366"/>
                    <a:gd name="connsiteY41" fmla="*/ 364328 h 573438"/>
                    <a:gd name="connsiteX42" fmla="*/ 494462 w 1138366"/>
                    <a:gd name="connsiteY42" fmla="*/ 359956 h 573438"/>
                    <a:gd name="connsiteX43" fmla="*/ 505973 w 1138366"/>
                    <a:gd name="connsiteY43" fmla="*/ 355583 h 573438"/>
                    <a:gd name="connsiteX44" fmla="*/ 517483 w 1138366"/>
                    <a:gd name="connsiteY44" fmla="*/ 351306 h 573438"/>
                    <a:gd name="connsiteX45" fmla="*/ 528993 w 1138366"/>
                    <a:gd name="connsiteY45" fmla="*/ 347124 h 573438"/>
                    <a:gd name="connsiteX46" fmla="*/ 540408 w 1138366"/>
                    <a:gd name="connsiteY46" fmla="*/ 342942 h 573438"/>
                    <a:gd name="connsiteX47" fmla="*/ 551918 w 1138366"/>
                    <a:gd name="connsiteY47" fmla="*/ 338854 h 573438"/>
                    <a:gd name="connsiteX48" fmla="*/ 563428 w 1138366"/>
                    <a:gd name="connsiteY48" fmla="*/ 334862 h 573438"/>
                    <a:gd name="connsiteX49" fmla="*/ 574939 w 1138366"/>
                    <a:gd name="connsiteY49" fmla="*/ 330870 h 573438"/>
                    <a:gd name="connsiteX50" fmla="*/ 586449 w 1138366"/>
                    <a:gd name="connsiteY50" fmla="*/ 326973 h 573438"/>
                    <a:gd name="connsiteX51" fmla="*/ 597959 w 1138366"/>
                    <a:gd name="connsiteY51" fmla="*/ 323266 h 573438"/>
                    <a:gd name="connsiteX52" fmla="*/ 609469 w 1138366"/>
                    <a:gd name="connsiteY52" fmla="*/ 319559 h 573438"/>
                    <a:gd name="connsiteX53" fmla="*/ 620979 w 1138366"/>
                    <a:gd name="connsiteY53" fmla="*/ 315947 h 573438"/>
                    <a:gd name="connsiteX54" fmla="*/ 632394 w 1138366"/>
                    <a:gd name="connsiteY54" fmla="*/ 312335 h 573438"/>
                    <a:gd name="connsiteX55" fmla="*/ 643904 w 1138366"/>
                    <a:gd name="connsiteY55" fmla="*/ 308914 h 573438"/>
                    <a:gd name="connsiteX56" fmla="*/ 655415 w 1138366"/>
                    <a:gd name="connsiteY56" fmla="*/ 305587 h 573438"/>
                    <a:gd name="connsiteX57" fmla="*/ 666925 w 1138366"/>
                    <a:gd name="connsiteY57" fmla="*/ 302355 h 573438"/>
                    <a:gd name="connsiteX58" fmla="*/ 678435 w 1138366"/>
                    <a:gd name="connsiteY58" fmla="*/ 299218 h 573438"/>
                    <a:gd name="connsiteX59" fmla="*/ 689945 w 1138366"/>
                    <a:gd name="connsiteY59" fmla="*/ 296177 h 573438"/>
                    <a:gd name="connsiteX60" fmla="*/ 701455 w 1138366"/>
                    <a:gd name="connsiteY60" fmla="*/ 293135 h 573438"/>
                    <a:gd name="connsiteX61" fmla="*/ 712965 w 1138366"/>
                    <a:gd name="connsiteY61" fmla="*/ 290284 h 573438"/>
                    <a:gd name="connsiteX62" fmla="*/ 724381 w 1138366"/>
                    <a:gd name="connsiteY62" fmla="*/ 287527 h 573438"/>
                    <a:gd name="connsiteX63" fmla="*/ 735891 w 1138366"/>
                    <a:gd name="connsiteY63" fmla="*/ 284961 h 573438"/>
                    <a:gd name="connsiteX64" fmla="*/ 747401 w 1138366"/>
                    <a:gd name="connsiteY64" fmla="*/ 282395 h 573438"/>
                    <a:gd name="connsiteX65" fmla="*/ 758911 w 1138366"/>
                    <a:gd name="connsiteY65" fmla="*/ 279923 h 573438"/>
                    <a:gd name="connsiteX66" fmla="*/ 770421 w 1138366"/>
                    <a:gd name="connsiteY66" fmla="*/ 277547 h 573438"/>
                    <a:gd name="connsiteX67" fmla="*/ 781931 w 1138366"/>
                    <a:gd name="connsiteY67" fmla="*/ 275266 h 573438"/>
                    <a:gd name="connsiteX68" fmla="*/ 793442 w 1138366"/>
                    <a:gd name="connsiteY68" fmla="*/ 273080 h 573438"/>
                    <a:gd name="connsiteX69" fmla="*/ 804952 w 1138366"/>
                    <a:gd name="connsiteY69" fmla="*/ 270988 h 573438"/>
                    <a:gd name="connsiteX70" fmla="*/ 816367 w 1138366"/>
                    <a:gd name="connsiteY70" fmla="*/ 268992 h 573438"/>
                    <a:gd name="connsiteX71" fmla="*/ 827877 w 1138366"/>
                    <a:gd name="connsiteY71" fmla="*/ 267091 h 573438"/>
                    <a:gd name="connsiteX72" fmla="*/ 839387 w 1138366"/>
                    <a:gd name="connsiteY72" fmla="*/ 265285 h 573438"/>
                    <a:gd name="connsiteX73" fmla="*/ 850897 w 1138366"/>
                    <a:gd name="connsiteY73" fmla="*/ 263479 h 573438"/>
                    <a:gd name="connsiteX74" fmla="*/ 862408 w 1138366"/>
                    <a:gd name="connsiteY74" fmla="*/ 261769 h 573438"/>
                    <a:gd name="connsiteX75" fmla="*/ 873918 w 1138366"/>
                    <a:gd name="connsiteY75" fmla="*/ 260153 h 573438"/>
                    <a:gd name="connsiteX76" fmla="*/ 885428 w 1138366"/>
                    <a:gd name="connsiteY76" fmla="*/ 258632 h 573438"/>
                    <a:gd name="connsiteX77" fmla="*/ 896843 w 1138366"/>
                    <a:gd name="connsiteY77" fmla="*/ 257111 h 573438"/>
                    <a:gd name="connsiteX78" fmla="*/ 908353 w 1138366"/>
                    <a:gd name="connsiteY78" fmla="*/ 255685 h 573438"/>
                    <a:gd name="connsiteX79" fmla="*/ 919863 w 1138366"/>
                    <a:gd name="connsiteY79" fmla="*/ 254260 h 573438"/>
                    <a:gd name="connsiteX80" fmla="*/ 931374 w 1138366"/>
                    <a:gd name="connsiteY80" fmla="*/ 252929 h 573438"/>
                    <a:gd name="connsiteX81" fmla="*/ 942884 w 1138366"/>
                    <a:gd name="connsiteY81" fmla="*/ 251693 h 573438"/>
                    <a:gd name="connsiteX82" fmla="*/ 954394 w 1138366"/>
                    <a:gd name="connsiteY82" fmla="*/ 250458 h 573438"/>
                    <a:gd name="connsiteX83" fmla="*/ 965904 w 1138366"/>
                    <a:gd name="connsiteY83" fmla="*/ 249222 h 573438"/>
                    <a:gd name="connsiteX84" fmla="*/ 977414 w 1138366"/>
                    <a:gd name="connsiteY84" fmla="*/ 248081 h 573438"/>
                    <a:gd name="connsiteX85" fmla="*/ 988829 w 1138366"/>
                    <a:gd name="connsiteY85" fmla="*/ 247036 h 573438"/>
                    <a:gd name="connsiteX86" fmla="*/ 1000340 w 1138366"/>
                    <a:gd name="connsiteY86" fmla="*/ 245895 h 573438"/>
                    <a:gd name="connsiteX87" fmla="*/ 1011850 w 1138366"/>
                    <a:gd name="connsiteY87" fmla="*/ 244945 h 573438"/>
                    <a:gd name="connsiteX88" fmla="*/ 1023360 w 1138366"/>
                    <a:gd name="connsiteY88" fmla="*/ 243899 h 573438"/>
                    <a:gd name="connsiteX89" fmla="*/ 1034870 w 1138366"/>
                    <a:gd name="connsiteY89" fmla="*/ 242949 h 573438"/>
                    <a:gd name="connsiteX90" fmla="*/ 1046380 w 1138366"/>
                    <a:gd name="connsiteY90" fmla="*/ 241998 h 573438"/>
                    <a:gd name="connsiteX91" fmla="*/ 1057891 w 1138366"/>
                    <a:gd name="connsiteY91" fmla="*/ 241048 h 573438"/>
                    <a:gd name="connsiteX92" fmla="*/ 1069401 w 1138366"/>
                    <a:gd name="connsiteY92" fmla="*/ 240192 h 573438"/>
                    <a:gd name="connsiteX93" fmla="*/ 1080816 w 1138366"/>
                    <a:gd name="connsiteY93" fmla="*/ 239337 h 573438"/>
                    <a:gd name="connsiteX94" fmla="*/ 1092326 w 1138366"/>
                    <a:gd name="connsiteY94" fmla="*/ 238481 h 573438"/>
                    <a:gd name="connsiteX95" fmla="*/ 1103836 w 1138366"/>
                    <a:gd name="connsiteY95" fmla="*/ 237721 h 573438"/>
                    <a:gd name="connsiteX96" fmla="*/ 1115346 w 1138366"/>
                    <a:gd name="connsiteY96" fmla="*/ 236960 h 573438"/>
                    <a:gd name="connsiteX97" fmla="*/ 1126857 w 1138366"/>
                    <a:gd name="connsiteY97" fmla="*/ 236105 h 573438"/>
                    <a:gd name="connsiteX98" fmla="*/ 1138367 w 1138366"/>
                    <a:gd name="connsiteY98" fmla="*/ 235440 h 573438"/>
                    <a:gd name="connsiteX99" fmla="*/ 1138367 w 1138366"/>
                    <a:gd name="connsiteY99" fmla="*/ 0 h 573438"/>
                    <a:gd name="connsiteX100" fmla="*/ 1126857 w 1138366"/>
                    <a:gd name="connsiteY100" fmla="*/ 5038 h 573438"/>
                    <a:gd name="connsiteX101" fmla="*/ 1115346 w 1138366"/>
                    <a:gd name="connsiteY101" fmla="*/ 9980 h 573438"/>
                    <a:gd name="connsiteX102" fmla="*/ 1103836 w 1138366"/>
                    <a:gd name="connsiteY102" fmla="*/ 14923 h 573438"/>
                    <a:gd name="connsiteX103" fmla="*/ 1092326 w 1138366"/>
                    <a:gd name="connsiteY103" fmla="*/ 19866 h 573438"/>
                    <a:gd name="connsiteX104" fmla="*/ 1080816 w 1138366"/>
                    <a:gd name="connsiteY104" fmla="*/ 24808 h 573438"/>
                    <a:gd name="connsiteX105" fmla="*/ 1069401 w 1138366"/>
                    <a:gd name="connsiteY105" fmla="*/ 29656 h 573438"/>
                    <a:gd name="connsiteX106" fmla="*/ 1057891 w 1138366"/>
                    <a:gd name="connsiteY106" fmla="*/ 34503 h 573438"/>
                    <a:gd name="connsiteX107" fmla="*/ 1046380 w 1138366"/>
                    <a:gd name="connsiteY107" fmla="*/ 39351 h 573438"/>
                    <a:gd name="connsiteX108" fmla="*/ 1034870 w 1138366"/>
                    <a:gd name="connsiteY108" fmla="*/ 44198 h 573438"/>
                    <a:gd name="connsiteX109" fmla="*/ 1023360 w 1138366"/>
                    <a:gd name="connsiteY109" fmla="*/ 48951 h 573438"/>
                    <a:gd name="connsiteX110" fmla="*/ 1011850 w 1138366"/>
                    <a:gd name="connsiteY110" fmla="*/ 53703 h 573438"/>
                    <a:gd name="connsiteX111" fmla="*/ 1000340 w 1138366"/>
                    <a:gd name="connsiteY111" fmla="*/ 58361 h 573438"/>
                    <a:gd name="connsiteX112" fmla="*/ 988829 w 1138366"/>
                    <a:gd name="connsiteY112" fmla="*/ 63113 h 573438"/>
                    <a:gd name="connsiteX113" fmla="*/ 977414 w 1138366"/>
                    <a:gd name="connsiteY113" fmla="*/ 67676 h 573438"/>
                    <a:gd name="connsiteX114" fmla="*/ 965904 w 1138366"/>
                    <a:gd name="connsiteY114" fmla="*/ 72333 h 573438"/>
                    <a:gd name="connsiteX115" fmla="*/ 954394 w 1138366"/>
                    <a:gd name="connsiteY115" fmla="*/ 76896 h 573438"/>
                    <a:gd name="connsiteX116" fmla="*/ 942884 w 1138366"/>
                    <a:gd name="connsiteY116" fmla="*/ 81363 h 573438"/>
                    <a:gd name="connsiteX117" fmla="*/ 931374 w 1138366"/>
                    <a:gd name="connsiteY117" fmla="*/ 85830 h 573438"/>
                    <a:gd name="connsiteX118" fmla="*/ 919863 w 1138366"/>
                    <a:gd name="connsiteY118" fmla="*/ 90298 h 573438"/>
                    <a:gd name="connsiteX119" fmla="*/ 908353 w 1138366"/>
                    <a:gd name="connsiteY119" fmla="*/ 94575 h 573438"/>
                    <a:gd name="connsiteX120" fmla="*/ 896843 w 1138366"/>
                    <a:gd name="connsiteY120" fmla="*/ 98947 h 573438"/>
                    <a:gd name="connsiteX121" fmla="*/ 885428 w 1138366"/>
                    <a:gd name="connsiteY121" fmla="*/ 103130 h 573438"/>
                    <a:gd name="connsiteX122" fmla="*/ 873918 w 1138366"/>
                    <a:gd name="connsiteY122" fmla="*/ 107312 h 573438"/>
                    <a:gd name="connsiteX123" fmla="*/ 862408 w 1138366"/>
                    <a:gd name="connsiteY123" fmla="*/ 111494 h 573438"/>
                    <a:gd name="connsiteX124" fmla="*/ 850897 w 1138366"/>
                    <a:gd name="connsiteY124" fmla="*/ 115486 h 573438"/>
                    <a:gd name="connsiteX125" fmla="*/ 839387 w 1138366"/>
                    <a:gd name="connsiteY125" fmla="*/ 119478 h 573438"/>
                    <a:gd name="connsiteX126" fmla="*/ 827877 w 1138366"/>
                    <a:gd name="connsiteY126" fmla="*/ 123375 h 573438"/>
                    <a:gd name="connsiteX127" fmla="*/ 816367 w 1138366"/>
                    <a:gd name="connsiteY127" fmla="*/ 127177 h 573438"/>
                    <a:gd name="connsiteX128" fmla="*/ 804952 w 1138366"/>
                    <a:gd name="connsiteY128" fmla="*/ 130979 h 573438"/>
                    <a:gd name="connsiteX129" fmla="*/ 793442 w 1138366"/>
                    <a:gd name="connsiteY129" fmla="*/ 134591 h 573438"/>
                    <a:gd name="connsiteX130" fmla="*/ 781931 w 1138366"/>
                    <a:gd name="connsiteY130" fmla="*/ 138203 h 573438"/>
                    <a:gd name="connsiteX131" fmla="*/ 770421 w 1138366"/>
                    <a:gd name="connsiteY131" fmla="*/ 141625 h 573438"/>
                    <a:gd name="connsiteX132" fmla="*/ 758911 w 1138366"/>
                    <a:gd name="connsiteY132" fmla="*/ 145047 h 573438"/>
                    <a:gd name="connsiteX133" fmla="*/ 747401 w 1138366"/>
                    <a:gd name="connsiteY133" fmla="*/ 148278 h 573438"/>
                    <a:gd name="connsiteX134" fmla="*/ 735891 w 1138366"/>
                    <a:gd name="connsiteY134" fmla="*/ 151510 h 573438"/>
                    <a:gd name="connsiteX135" fmla="*/ 724381 w 1138366"/>
                    <a:gd name="connsiteY135" fmla="*/ 154552 h 573438"/>
                    <a:gd name="connsiteX136" fmla="*/ 712965 w 1138366"/>
                    <a:gd name="connsiteY136" fmla="*/ 157593 h 573438"/>
                    <a:gd name="connsiteX137" fmla="*/ 701455 w 1138366"/>
                    <a:gd name="connsiteY137" fmla="*/ 160445 h 573438"/>
                    <a:gd name="connsiteX138" fmla="*/ 689945 w 1138366"/>
                    <a:gd name="connsiteY138" fmla="*/ 163201 h 573438"/>
                    <a:gd name="connsiteX139" fmla="*/ 678435 w 1138366"/>
                    <a:gd name="connsiteY139" fmla="*/ 165958 h 573438"/>
                    <a:gd name="connsiteX140" fmla="*/ 666925 w 1138366"/>
                    <a:gd name="connsiteY140" fmla="*/ 168524 h 573438"/>
                    <a:gd name="connsiteX141" fmla="*/ 655415 w 1138366"/>
                    <a:gd name="connsiteY141" fmla="*/ 170996 h 573438"/>
                    <a:gd name="connsiteX142" fmla="*/ 643904 w 1138366"/>
                    <a:gd name="connsiteY142" fmla="*/ 173372 h 573438"/>
                    <a:gd name="connsiteX143" fmla="*/ 632394 w 1138366"/>
                    <a:gd name="connsiteY143" fmla="*/ 175748 h 573438"/>
                    <a:gd name="connsiteX144" fmla="*/ 620979 w 1138366"/>
                    <a:gd name="connsiteY144" fmla="*/ 177934 h 573438"/>
                    <a:gd name="connsiteX145" fmla="*/ 609469 w 1138366"/>
                    <a:gd name="connsiteY145" fmla="*/ 180025 h 573438"/>
                    <a:gd name="connsiteX146" fmla="*/ 597959 w 1138366"/>
                    <a:gd name="connsiteY146" fmla="*/ 182116 h 573438"/>
                    <a:gd name="connsiteX147" fmla="*/ 586449 w 1138366"/>
                    <a:gd name="connsiteY147" fmla="*/ 184017 h 573438"/>
                    <a:gd name="connsiteX148" fmla="*/ 574939 w 1138366"/>
                    <a:gd name="connsiteY148" fmla="*/ 185918 h 573438"/>
                    <a:gd name="connsiteX149" fmla="*/ 563428 w 1138366"/>
                    <a:gd name="connsiteY149" fmla="*/ 187724 h 573438"/>
                    <a:gd name="connsiteX150" fmla="*/ 551918 w 1138366"/>
                    <a:gd name="connsiteY150" fmla="*/ 189435 h 573438"/>
                    <a:gd name="connsiteX151" fmla="*/ 540408 w 1138366"/>
                    <a:gd name="connsiteY151" fmla="*/ 191051 h 573438"/>
                    <a:gd name="connsiteX152" fmla="*/ 528993 w 1138366"/>
                    <a:gd name="connsiteY152" fmla="*/ 192667 h 573438"/>
                    <a:gd name="connsiteX153" fmla="*/ 517483 w 1138366"/>
                    <a:gd name="connsiteY153" fmla="*/ 194188 h 573438"/>
                    <a:gd name="connsiteX154" fmla="*/ 505973 w 1138366"/>
                    <a:gd name="connsiteY154" fmla="*/ 195614 h 573438"/>
                    <a:gd name="connsiteX155" fmla="*/ 494462 w 1138366"/>
                    <a:gd name="connsiteY155" fmla="*/ 197039 h 573438"/>
                    <a:gd name="connsiteX156" fmla="*/ 482952 w 1138366"/>
                    <a:gd name="connsiteY156" fmla="*/ 198370 h 573438"/>
                    <a:gd name="connsiteX157" fmla="*/ 471442 w 1138366"/>
                    <a:gd name="connsiteY157" fmla="*/ 199701 h 573438"/>
                    <a:gd name="connsiteX158" fmla="*/ 459932 w 1138366"/>
                    <a:gd name="connsiteY158" fmla="*/ 200936 h 573438"/>
                    <a:gd name="connsiteX159" fmla="*/ 448421 w 1138366"/>
                    <a:gd name="connsiteY159" fmla="*/ 202172 h 573438"/>
                    <a:gd name="connsiteX160" fmla="*/ 437007 w 1138366"/>
                    <a:gd name="connsiteY160" fmla="*/ 203313 h 573438"/>
                    <a:gd name="connsiteX161" fmla="*/ 425496 w 1138366"/>
                    <a:gd name="connsiteY161" fmla="*/ 204453 h 573438"/>
                    <a:gd name="connsiteX162" fmla="*/ 413986 w 1138366"/>
                    <a:gd name="connsiteY162" fmla="*/ 205499 h 573438"/>
                    <a:gd name="connsiteX163" fmla="*/ 402476 w 1138366"/>
                    <a:gd name="connsiteY163" fmla="*/ 206544 h 573438"/>
                    <a:gd name="connsiteX164" fmla="*/ 390966 w 1138366"/>
                    <a:gd name="connsiteY164" fmla="*/ 207590 h 573438"/>
                    <a:gd name="connsiteX165" fmla="*/ 379455 w 1138366"/>
                    <a:gd name="connsiteY165" fmla="*/ 208540 h 573438"/>
                    <a:gd name="connsiteX166" fmla="*/ 367945 w 1138366"/>
                    <a:gd name="connsiteY166" fmla="*/ 209491 h 573438"/>
                    <a:gd name="connsiteX167" fmla="*/ 356435 w 1138366"/>
                    <a:gd name="connsiteY167" fmla="*/ 210441 h 573438"/>
                    <a:gd name="connsiteX168" fmla="*/ 345020 w 1138366"/>
                    <a:gd name="connsiteY168" fmla="*/ 211297 h 573438"/>
                    <a:gd name="connsiteX169" fmla="*/ 333510 w 1138366"/>
                    <a:gd name="connsiteY169" fmla="*/ 212152 h 573438"/>
                    <a:gd name="connsiteX170" fmla="*/ 322000 w 1138366"/>
                    <a:gd name="connsiteY170" fmla="*/ 213008 h 573438"/>
                    <a:gd name="connsiteX171" fmla="*/ 310489 w 1138366"/>
                    <a:gd name="connsiteY171" fmla="*/ 213863 h 573438"/>
                    <a:gd name="connsiteX172" fmla="*/ 298979 w 1138366"/>
                    <a:gd name="connsiteY172" fmla="*/ 214624 h 573438"/>
                    <a:gd name="connsiteX173" fmla="*/ 287469 w 1138366"/>
                    <a:gd name="connsiteY173" fmla="*/ 215384 h 573438"/>
                    <a:gd name="connsiteX174" fmla="*/ 275959 w 1138366"/>
                    <a:gd name="connsiteY174" fmla="*/ 216144 h 573438"/>
                    <a:gd name="connsiteX175" fmla="*/ 264449 w 1138366"/>
                    <a:gd name="connsiteY175" fmla="*/ 216905 h 573438"/>
                    <a:gd name="connsiteX176" fmla="*/ 253034 w 1138366"/>
                    <a:gd name="connsiteY176" fmla="*/ 217665 h 573438"/>
                    <a:gd name="connsiteX177" fmla="*/ 241523 w 1138366"/>
                    <a:gd name="connsiteY177" fmla="*/ 218331 h 573438"/>
                    <a:gd name="connsiteX178" fmla="*/ 230013 w 1138366"/>
                    <a:gd name="connsiteY178" fmla="*/ 218996 h 573438"/>
                    <a:gd name="connsiteX179" fmla="*/ 218503 w 1138366"/>
                    <a:gd name="connsiteY179" fmla="*/ 219661 h 573438"/>
                    <a:gd name="connsiteX180" fmla="*/ 206993 w 1138366"/>
                    <a:gd name="connsiteY180" fmla="*/ 220327 h 573438"/>
                    <a:gd name="connsiteX181" fmla="*/ 195483 w 1138366"/>
                    <a:gd name="connsiteY181" fmla="*/ 220992 h 573438"/>
                    <a:gd name="connsiteX182" fmla="*/ 183973 w 1138366"/>
                    <a:gd name="connsiteY182" fmla="*/ 221657 h 573438"/>
                    <a:gd name="connsiteX183" fmla="*/ 172462 w 1138366"/>
                    <a:gd name="connsiteY183" fmla="*/ 222228 h 573438"/>
                    <a:gd name="connsiteX184" fmla="*/ 161047 w 1138366"/>
                    <a:gd name="connsiteY184" fmla="*/ 222893 h 573438"/>
                    <a:gd name="connsiteX185" fmla="*/ 149537 w 1138366"/>
                    <a:gd name="connsiteY185" fmla="*/ 223463 h 573438"/>
                    <a:gd name="connsiteX186" fmla="*/ 138027 w 1138366"/>
                    <a:gd name="connsiteY186" fmla="*/ 224034 h 573438"/>
                    <a:gd name="connsiteX187" fmla="*/ 126517 w 1138366"/>
                    <a:gd name="connsiteY187" fmla="*/ 224604 h 573438"/>
                    <a:gd name="connsiteX188" fmla="*/ 115007 w 1138366"/>
                    <a:gd name="connsiteY188" fmla="*/ 225174 h 573438"/>
                    <a:gd name="connsiteX189" fmla="*/ 103496 w 1138366"/>
                    <a:gd name="connsiteY189" fmla="*/ 225744 h 573438"/>
                    <a:gd name="connsiteX190" fmla="*/ 91986 w 1138366"/>
                    <a:gd name="connsiteY190" fmla="*/ 226315 h 573438"/>
                    <a:gd name="connsiteX191" fmla="*/ 80476 w 1138366"/>
                    <a:gd name="connsiteY191" fmla="*/ 226885 h 573438"/>
                    <a:gd name="connsiteX192" fmla="*/ 69061 w 1138366"/>
                    <a:gd name="connsiteY192" fmla="*/ 227360 h 573438"/>
                    <a:gd name="connsiteX193" fmla="*/ 57551 w 1138366"/>
                    <a:gd name="connsiteY193" fmla="*/ 227931 h 573438"/>
                    <a:gd name="connsiteX194" fmla="*/ 46041 w 1138366"/>
                    <a:gd name="connsiteY194" fmla="*/ 228406 h 573438"/>
                    <a:gd name="connsiteX195" fmla="*/ 34530 w 1138366"/>
                    <a:gd name="connsiteY195" fmla="*/ 228976 h 573438"/>
                    <a:gd name="connsiteX196" fmla="*/ 23020 w 1138366"/>
                    <a:gd name="connsiteY196" fmla="*/ 229451 h 573438"/>
                    <a:gd name="connsiteX197" fmla="*/ 11510 w 1138366"/>
                    <a:gd name="connsiteY197" fmla="*/ 230022 h 573438"/>
                    <a:gd name="connsiteX198" fmla="*/ 0 w 1138366"/>
                    <a:gd name="connsiteY198" fmla="*/ 230497 h 573438"/>
                    <a:gd name="connsiteX199" fmla="*/ 0 w 1138366"/>
                    <a:gd name="connsiteY199" fmla="*/ 573439 h 573438"/>
                    <a:gd name="connsiteX200" fmla="*/ 11510 w 1138366"/>
                    <a:gd name="connsiteY200" fmla="*/ 568211 h 573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1138366" h="573438">
                      <a:moveTo>
                        <a:pt x="11510" y="568211"/>
                      </a:moveTo>
                      <a:lnTo>
                        <a:pt x="23020" y="562983"/>
                      </a:lnTo>
                      <a:lnTo>
                        <a:pt x="34530" y="557755"/>
                      </a:lnTo>
                      <a:lnTo>
                        <a:pt x="46041" y="552528"/>
                      </a:lnTo>
                      <a:lnTo>
                        <a:pt x="57551" y="547300"/>
                      </a:lnTo>
                      <a:lnTo>
                        <a:pt x="69061" y="542072"/>
                      </a:lnTo>
                      <a:lnTo>
                        <a:pt x="80476" y="536844"/>
                      </a:lnTo>
                      <a:lnTo>
                        <a:pt x="91986" y="531616"/>
                      </a:lnTo>
                      <a:lnTo>
                        <a:pt x="103496" y="526484"/>
                      </a:lnTo>
                      <a:lnTo>
                        <a:pt x="115007" y="521256"/>
                      </a:lnTo>
                      <a:lnTo>
                        <a:pt x="126517" y="516123"/>
                      </a:lnTo>
                      <a:lnTo>
                        <a:pt x="138027" y="510990"/>
                      </a:lnTo>
                      <a:lnTo>
                        <a:pt x="149537" y="505763"/>
                      </a:lnTo>
                      <a:lnTo>
                        <a:pt x="161047" y="500630"/>
                      </a:lnTo>
                      <a:lnTo>
                        <a:pt x="172462" y="495497"/>
                      </a:lnTo>
                      <a:lnTo>
                        <a:pt x="183973" y="490365"/>
                      </a:lnTo>
                      <a:lnTo>
                        <a:pt x="195483" y="485327"/>
                      </a:lnTo>
                      <a:lnTo>
                        <a:pt x="206993" y="480194"/>
                      </a:lnTo>
                      <a:lnTo>
                        <a:pt x="218503" y="475157"/>
                      </a:lnTo>
                      <a:lnTo>
                        <a:pt x="230013" y="470024"/>
                      </a:lnTo>
                      <a:lnTo>
                        <a:pt x="241523" y="464986"/>
                      </a:lnTo>
                      <a:lnTo>
                        <a:pt x="253034" y="459948"/>
                      </a:lnTo>
                      <a:lnTo>
                        <a:pt x="264449" y="454911"/>
                      </a:lnTo>
                      <a:lnTo>
                        <a:pt x="275959" y="449968"/>
                      </a:lnTo>
                      <a:lnTo>
                        <a:pt x="287469" y="444931"/>
                      </a:lnTo>
                      <a:lnTo>
                        <a:pt x="298979" y="439988"/>
                      </a:lnTo>
                      <a:lnTo>
                        <a:pt x="310489" y="435045"/>
                      </a:lnTo>
                      <a:lnTo>
                        <a:pt x="322000" y="430103"/>
                      </a:lnTo>
                      <a:lnTo>
                        <a:pt x="333510" y="425255"/>
                      </a:lnTo>
                      <a:lnTo>
                        <a:pt x="345020" y="420312"/>
                      </a:lnTo>
                      <a:lnTo>
                        <a:pt x="356435" y="415465"/>
                      </a:lnTo>
                      <a:lnTo>
                        <a:pt x="367945" y="410712"/>
                      </a:lnTo>
                      <a:lnTo>
                        <a:pt x="379455" y="405865"/>
                      </a:lnTo>
                      <a:lnTo>
                        <a:pt x="390966" y="401112"/>
                      </a:lnTo>
                      <a:lnTo>
                        <a:pt x="402476" y="396360"/>
                      </a:lnTo>
                      <a:lnTo>
                        <a:pt x="413986" y="391702"/>
                      </a:lnTo>
                      <a:lnTo>
                        <a:pt x="425496" y="387045"/>
                      </a:lnTo>
                      <a:lnTo>
                        <a:pt x="437007" y="382387"/>
                      </a:lnTo>
                      <a:lnTo>
                        <a:pt x="448421" y="377825"/>
                      </a:lnTo>
                      <a:lnTo>
                        <a:pt x="459932" y="373263"/>
                      </a:lnTo>
                      <a:lnTo>
                        <a:pt x="471442" y="368795"/>
                      </a:lnTo>
                      <a:lnTo>
                        <a:pt x="482952" y="364328"/>
                      </a:lnTo>
                      <a:lnTo>
                        <a:pt x="494462" y="359956"/>
                      </a:lnTo>
                      <a:lnTo>
                        <a:pt x="505973" y="355583"/>
                      </a:lnTo>
                      <a:lnTo>
                        <a:pt x="517483" y="351306"/>
                      </a:lnTo>
                      <a:lnTo>
                        <a:pt x="528993" y="347124"/>
                      </a:lnTo>
                      <a:lnTo>
                        <a:pt x="540408" y="342942"/>
                      </a:lnTo>
                      <a:lnTo>
                        <a:pt x="551918" y="338854"/>
                      </a:lnTo>
                      <a:lnTo>
                        <a:pt x="563428" y="334862"/>
                      </a:lnTo>
                      <a:lnTo>
                        <a:pt x="574939" y="330870"/>
                      </a:lnTo>
                      <a:lnTo>
                        <a:pt x="586449" y="326973"/>
                      </a:lnTo>
                      <a:lnTo>
                        <a:pt x="597959" y="323266"/>
                      </a:lnTo>
                      <a:lnTo>
                        <a:pt x="609469" y="319559"/>
                      </a:lnTo>
                      <a:lnTo>
                        <a:pt x="620979" y="315947"/>
                      </a:lnTo>
                      <a:lnTo>
                        <a:pt x="632394" y="312335"/>
                      </a:lnTo>
                      <a:lnTo>
                        <a:pt x="643904" y="308914"/>
                      </a:lnTo>
                      <a:lnTo>
                        <a:pt x="655415" y="305587"/>
                      </a:lnTo>
                      <a:lnTo>
                        <a:pt x="666925" y="302355"/>
                      </a:lnTo>
                      <a:lnTo>
                        <a:pt x="678435" y="299218"/>
                      </a:lnTo>
                      <a:lnTo>
                        <a:pt x="689945" y="296177"/>
                      </a:lnTo>
                      <a:lnTo>
                        <a:pt x="701455" y="293135"/>
                      </a:lnTo>
                      <a:lnTo>
                        <a:pt x="712965" y="290284"/>
                      </a:lnTo>
                      <a:lnTo>
                        <a:pt x="724381" y="287527"/>
                      </a:lnTo>
                      <a:lnTo>
                        <a:pt x="735891" y="284961"/>
                      </a:lnTo>
                      <a:lnTo>
                        <a:pt x="747401" y="282395"/>
                      </a:lnTo>
                      <a:lnTo>
                        <a:pt x="758911" y="279923"/>
                      </a:lnTo>
                      <a:lnTo>
                        <a:pt x="770421" y="277547"/>
                      </a:lnTo>
                      <a:lnTo>
                        <a:pt x="781931" y="275266"/>
                      </a:lnTo>
                      <a:lnTo>
                        <a:pt x="793442" y="273080"/>
                      </a:lnTo>
                      <a:lnTo>
                        <a:pt x="804952" y="270988"/>
                      </a:lnTo>
                      <a:lnTo>
                        <a:pt x="816367" y="268992"/>
                      </a:lnTo>
                      <a:lnTo>
                        <a:pt x="827877" y="267091"/>
                      </a:lnTo>
                      <a:lnTo>
                        <a:pt x="839387" y="265285"/>
                      </a:lnTo>
                      <a:lnTo>
                        <a:pt x="850897" y="263479"/>
                      </a:lnTo>
                      <a:lnTo>
                        <a:pt x="862408" y="261769"/>
                      </a:lnTo>
                      <a:lnTo>
                        <a:pt x="873918" y="260153"/>
                      </a:lnTo>
                      <a:lnTo>
                        <a:pt x="885428" y="258632"/>
                      </a:lnTo>
                      <a:lnTo>
                        <a:pt x="896843" y="257111"/>
                      </a:lnTo>
                      <a:lnTo>
                        <a:pt x="908353" y="255685"/>
                      </a:lnTo>
                      <a:lnTo>
                        <a:pt x="919863" y="254260"/>
                      </a:lnTo>
                      <a:lnTo>
                        <a:pt x="931374" y="252929"/>
                      </a:lnTo>
                      <a:lnTo>
                        <a:pt x="942884" y="251693"/>
                      </a:lnTo>
                      <a:lnTo>
                        <a:pt x="954394" y="250458"/>
                      </a:lnTo>
                      <a:lnTo>
                        <a:pt x="965904" y="249222"/>
                      </a:lnTo>
                      <a:lnTo>
                        <a:pt x="977414" y="248081"/>
                      </a:lnTo>
                      <a:lnTo>
                        <a:pt x="988829" y="247036"/>
                      </a:lnTo>
                      <a:lnTo>
                        <a:pt x="1000340" y="245895"/>
                      </a:lnTo>
                      <a:lnTo>
                        <a:pt x="1011850" y="244945"/>
                      </a:lnTo>
                      <a:lnTo>
                        <a:pt x="1023360" y="243899"/>
                      </a:lnTo>
                      <a:lnTo>
                        <a:pt x="1034870" y="242949"/>
                      </a:lnTo>
                      <a:lnTo>
                        <a:pt x="1046380" y="241998"/>
                      </a:lnTo>
                      <a:lnTo>
                        <a:pt x="1057891" y="241048"/>
                      </a:lnTo>
                      <a:lnTo>
                        <a:pt x="1069401" y="240192"/>
                      </a:lnTo>
                      <a:lnTo>
                        <a:pt x="1080816" y="239337"/>
                      </a:lnTo>
                      <a:lnTo>
                        <a:pt x="1092326" y="238481"/>
                      </a:lnTo>
                      <a:lnTo>
                        <a:pt x="1103836" y="237721"/>
                      </a:lnTo>
                      <a:lnTo>
                        <a:pt x="1115346" y="236960"/>
                      </a:lnTo>
                      <a:lnTo>
                        <a:pt x="1126857" y="236105"/>
                      </a:lnTo>
                      <a:lnTo>
                        <a:pt x="1138367" y="235440"/>
                      </a:lnTo>
                      <a:lnTo>
                        <a:pt x="1138367" y="0"/>
                      </a:lnTo>
                      <a:lnTo>
                        <a:pt x="1126857" y="5038"/>
                      </a:lnTo>
                      <a:lnTo>
                        <a:pt x="1115346" y="9980"/>
                      </a:lnTo>
                      <a:lnTo>
                        <a:pt x="1103836" y="14923"/>
                      </a:lnTo>
                      <a:lnTo>
                        <a:pt x="1092326" y="19866"/>
                      </a:lnTo>
                      <a:lnTo>
                        <a:pt x="1080816" y="24808"/>
                      </a:lnTo>
                      <a:lnTo>
                        <a:pt x="1069401" y="29656"/>
                      </a:lnTo>
                      <a:lnTo>
                        <a:pt x="1057891" y="34503"/>
                      </a:lnTo>
                      <a:lnTo>
                        <a:pt x="1046380" y="39351"/>
                      </a:lnTo>
                      <a:lnTo>
                        <a:pt x="1034870" y="44198"/>
                      </a:lnTo>
                      <a:lnTo>
                        <a:pt x="1023360" y="48951"/>
                      </a:lnTo>
                      <a:lnTo>
                        <a:pt x="1011850" y="53703"/>
                      </a:lnTo>
                      <a:lnTo>
                        <a:pt x="1000340" y="58361"/>
                      </a:lnTo>
                      <a:lnTo>
                        <a:pt x="988829" y="63113"/>
                      </a:lnTo>
                      <a:lnTo>
                        <a:pt x="977414" y="67676"/>
                      </a:lnTo>
                      <a:lnTo>
                        <a:pt x="965904" y="72333"/>
                      </a:lnTo>
                      <a:lnTo>
                        <a:pt x="954394" y="76896"/>
                      </a:lnTo>
                      <a:lnTo>
                        <a:pt x="942884" y="81363"/>
                      </a:lnTo>
                      <a:lnTo>
                        <a:pt x="931374" y="85830"/>
                      </a:lnTo>
                      <a:lnTo>
                        <a:pt x="919863" y="90298"/>
                      </a:lnTo>
                      <a:lnTo>
                        <a:pt x="908353" y="94575"/>
                      </a:lnTo>
                      <a:lnTo>
                        <a:pt x="896843" y="98947"/>
                      </a:lnTo>
                      <a:lnTo>
                        <a:pt x="885428" y="103130"/>
                      </a:lnTo>
                      <a:lnTo>
                        <a:pt x="873918" y="107312"/>
                      </a:lnTo>
                      <a:lnTo>
                        <a:pt x="862408" y="111494"/>
                      </a:lnTo>
                      <a:lnTo>
                        <a:pt x="850897" y="115486"/>
                      </a:lnTo>
                      <a:lnTo>
                        <a:pt x="839387" y="119478"/>
                      </a:lnTo>
                      <a:lnTo>
                        <a:pt x="827877" y="123375"/>
                      </a:lnTo>
                      <a:lnTo>
                        <a:pt x="816367" y="127177"/>
                      </a:lnTo>
                      <a:lnTo>
                        <a:pt x="804952" y="130979"/>
                      </a:lnTo>
                      <a:lnTo>
                        <a:pt x="793442" y="134591"/>
                      </a:lnTo>
                      <a:lnTo>
                        <a:pt x="781931" y="138203"/>
                      </a:lnTo>
                      <a:lnTo>
                        <a:pt x="770421" y="141625"/>
                      </a:lnTo>
                      <a:lnTo>
                        <a:pt x="758911" y="145047"/>
                      </a:lnTo>
                      <a:lnTo>
                        <a:pt x="747401" y="148278"/>
                      </a:lnTo>
                      <a:lnTo>
                        <a:pt x="735891" y="151510"/>
                      </a:lnTo>
                      <a:lnTo>
                        <a:pt x="724381" y="154552"/>
                      </a:lnTo>
                      <a:lnTo>
                        <a:pt x="712965" y="157593"/>
                      </a:lnTo>
                      <a:lnTo>
                        <a:pt x="701455" y="160445"/>
                      </a:lnTo>
                      <a:lnTo>
                        <a:pt x="689945" y="163201"/>
                      </a:lnTo>
                      <a:lnTo>
                        <a:pt x="678435" y="165958"/>
                      </a:lnTo>
                      <a:lnTo>
                        <a:pt x="666925" y="168524"/>
                      </a:lnTo>
                      <a:lnTo>
                        <a:pt x="655415" y="170996"/>
                      </a:lnTo>
                      <a:lnTo>
                        <a:pt x="643904" y="173372"/>
                      </a:lnTo>
                      <a:lnTo>
                        <a:pt x="632394" y="175748"/>
                      </a:lnTo>
                      <a:lnTo>
                        <a:pt x="620979" y="177934"/>
                      </a:lnTo>
                      <a:lnTo>
                        <a:pt x="609469" y="180025"/>
                      </a:lnTo>
                      <a:lnTo>
                        <a:pt x="597959" y="182116"/>
                      </a:lnTo>
                      <a:lnTo>
                        <a:pt x="586449" y="184017"/>
                      </a:lnTo>
                      <a:lnTo>
                        <a:pt x="574939" y="185918"/>
                      </a:lnTo>
                      <a:lnTo>
                        <a:pt x="563428" y="187724"/>
                      </a:lnTo>
                      <a:lnTo>
                        <a:pt x="551918" y="189435"/>
                      </a:lnTo>
                      <a:lnTo>
                        <a:pt x="540408" y="191051"/>
                      </a:lnTo>
                      <a:lnTo>
                        <a:pt x="528993" y="192667"/>
                      </a:lnTo>
                      <a:lnTo>
                        <a:pt x="517483" y="194188"/>
                      </a:lnTo>
                      <a:lnTo>
                        <a:pt x="505973" y="195614"/>
                      </a:lnTo>
                      <a:lnTo>
                        <a:pt x="494462" y="197039"/>
                      </a:lnTo>
                      <a:lnTo>
                        <a:pt x="482952" y="198370"/>
                      </a:lnTo>
                      <a:lnTo>
                        <a:pt x="471442" y="199701"/>
                      </a:lnTo>
                      <a:lnTo>
                        <a:pt x="459932" y="200936"/>
                      </a:lnTo>
                      <a:lnTo>
                        <a:pt x="448421" y="202172"/>
                      </a:lnTo>
                      <a:lnTo>
                        <a:pt x="437007" y="203313"/>
                      </a:lnTo>
                      <a:lnTo>
                        <a:pt x="425496" y="204453"/>
                      </a:lnTo>
                      <a:lnTo>
                        <a:pt x="413986" y="205499"/>
                      </a:lnTo>
                      <a:lnTo>
                        <a:pt x="402476" y="206544"/>
                      </a:lnTo>
                      <a:lnTo>
                        <a:pt x="390966" y="207590"/>
                      </a:lnTo>
                      <a:lnTo>
                        <a:pt x="379455" y="208540"/>
                      </a:lnTo>
                      <a:lnTo>
                        <a:pt x="367945" y="209491"/>
                      </a:lnTo>
                      <a:lnTo>
                        <a:pt x="356435" y="210441"/>
                      </a:lnTo>
                      <a:lnTo>
                        <a:pt x="345020" y="211297"/>
                      </a:lnTo>
                      <a:lnTo>
                        <a:pt x="333510" y="212152"/>
                      </a:lnTo>
                      <a:lnTo>
                        <a:pt x="322000" y="213008"/>
                      </a:lnTo>
                      <a:lnTo>
                        <a:pt x="310489" y="213863"/>
                      </a:lnTo>
                      <a:lnTo>
                        <a:pt x="298979" y="214624"/>
                      </a:lnTo>
                      <a:lnTo>
                        <a:pt x="287469" y="215384"/>
                      </a:lnTo>
                      <a:lnTo>
                        <a:pt x="275959" y="216144"/>
                      </a:lnTo>
                      <a:lnTo>
                        <a:pt x="264449" y="216905"/>
                      </a:lnTo>
                      <a:lnTo>
                        <a:pt x="253034" y="217665"/>
                      </a:lnTo>
                      <a:lnTo>
                        <a:pt x="241523" y="218331"/>
                      </a:lnTo>
                      <a:lnTo>
                        <a:pt x="230013" y="218996"/>
                      </a:lnTo>
                      <a:lnTo>
                        <a:pt x="218503" y="219661"/>
                      </a:lnTo>
                      <a:lnTo>
                        <a:pt x="206993" y="220327"/>
                      </a:lnTo>
                      <a:lnTo>
                        <a:pt x="195483" y="220992"/>
                      </a:lnTo>
                      <a:lnTo>
                        <a:pt x="183973" y="221657"/>
                      </a:lnTo>
                      <a:lnTo>
                        <a:pt x="172462" y="222228"/>
                      </a:lnTo>
                      <a:lnTo>
                        <a:pt x="161047" y="222893"/>
                      </a:lnTo>
                      <a:lnTo>
                        <a:pt x="149537" y="223463"/>
                      </a:lnTo>
                      <a:lnTo>
                        <a:pt x="138027" y="224034"/>
                      </a:lnTo>
                      <a:lnTo>
                        <a:pt x="126517" y="224604"/>
                      </a:lnTo>
                      <a:lnTo>
                        <a:pt x="115007" y="225174"/>
                      </a:lnTo>
                      <a:lnTo>
                        <a:pt x="103496" y="225744"/>
                      </a:lnTo>
                      <a:lnTo>
                        <a:pt x="91986" y="226315"/>
                      </a:lnTo>
                      <a:lnTo>
                        <a:pt x="80476" y="226885"/>
                      </a:lnTo>
                      <a:lnTo>
                        <a:pt x="69061" y="227360"/>
                      </a:lnTo>
                      <a:lnTo>
                        <a:pt x="57551" y="227931"/>
                      </a:lnTo>
                      <a:lnTo>
                        <a:pt x="46041" y="228406"/>
                      </a:lnTo>
                      <a:lnTo>
                        <a:pt x="34530" y="228976"/>
                      </a:lnTo>
                      <a:lnTo>
                        <a:pt x="23020" y="229451"/>
                      </a:lnTo>
                      <a:lnTo>
                        <a:pt x="11510" y="230022"/>
                      </a:lnTo>
                      <a:lnTo>
                        <a:pt x="0" y="230497"/>
                      </a:lnTo>
                      <a:lnTo>
                        <a:pt x="0" y="573439"/>
                      </a:lnTo>
                      <a:lnTo>
                        <a:pt x="11510" y="568211"/>
                      </a:lnTo>
                      <a:close/>
                    </a:path>
                  </a:pathLst>
                </a:custGeom>
                <a:solidFill>
                  <a:srgbClr val="1EAED3">
                    <a:alpha val="20000"/>
                  </a:srgbClr>
                </a:solidFill>
                <a:ln w="9506" cap="flat">
                  <a:noFill/>
                  <a:prstDash val="solid"/>
                  <a:miter/>
                </a:ln>
              </p:spPr>
              <p:txBody>
                <a:bodyPr rtlCol="0" anchor="ctr"/>
                <a:lstStyle/>
                <a:p>
                  <a:endParaRPr lang="en-US"/>
                </a:p>
              </p:txBody>
            </p:sp>
            <p:sp>
              <p:nvSpPr>
                <p:cNvPr id="1537" name="Freeform 1536">
                  <a:extLst>
                    <a:ext uri="{FF2B5EF4-FFF2-40B4-BE49-F238E27FC236}">
                      <a16:creationId xmlns:a16="http://schemas.microsoft.com/office/drawing/2014/main" id="{C97042EC-8851-ACA2-0850-F3B4A4EB2CEB}"/>
                    </a:ext>
                  </a:extLst>
                </p:cNvPr>
                <p:cNvSpPr/>
                <p:nvPr/>
              </p:nvSpPr>
              <p:spPr>
                <a:xfrm>
                  <a:off x="2456383" y="2638671"/>
                  <a:ext cx="2847671" cy="711176"/>
                </a:xfrm>
                <a:custGeom>
                  <a:avLst/>
                  <a:gdLst>
                    <a:gd name="connsiteX0" fmla="*/ 0 w 1138366"/>
                    <a:gd name="connsiteY0" fmla="*/ 284295 h 284295"/>
                    <a:gd name="connsiteX1" fmla="*/ 11510 w 1138366"/>
                    <a:gd name="connsiteY1" fmla="*/ 281444 h 284295"/>
                    <a:gd name="connsiteX2" fmla="*/ 23020 w 1138366"/>
                    <a:gd name="connsiteY2" fmla="*/ 278497 h 284295"/>
                    <a:gd name="connsiteX3" fmla="*/ 34530 w 1138366"/>
                    <a:gd name="connsiteY3" fmla="*/ 275646 h 284295"/>
                    <a:gd name="connsiteX4" fmla="*/ 46041 w 1138366"/>
                    <a:gd name="connsiteY4" fmla="*/ 272794 h 284295"/>
                    <a:gd name="connsiteX5" fmla="*/ 57551 w 1138366"/>
                    <a:gd name="connsiteY5" fmla="*/ 269943 h 284295"/>
                    <a:gd name="connsiteX6" fmla="*/ 69061 w 1138366"/>
                    <a:gd name="connsiteY6" fmla="*/ 267091 h 284295"/>
                    <a:gd name="connsiteX7" fmla="*/ 80476 w 1138366"/>
                    <a:gd name="connsiteY7" fmla="*/ 264145 h 284295"/>
                    <a:gd name="connsiteX8" fmla="*/ 91986 w 1138366"/>
                    <a:gd name="connsiteY8" fmla="*/ 261293 h 284295"/>
                    <a:gd name="connsiteX9" fmla="*/ 103496 w 1138366"/>
                    <a:gd name="connsiteY9" fmla="*/ 258442 h 284295"/>
                    <a:gd name="connsiteX10" fmla="*/ 115007 w 1138366"/>
                    <a:gd name="connsiteY10" fmla="*/ 255590 h 284295"/>
                    <a:gd name="connsiteX11" fmla="*/ 126517 w 1138366"/>
                    <a:gd name="connsiteY11" fmla="*/ 252739 h 284295"/>
                    <a:gd name="connsiteX12" fmla="*/ 138027 w 1138366"/>
                    <a:gd name="connsiteY12" fmla="*/ 249792 h 284295"/>
                    <a:gd name="connsiteX13" fmla="*/ 149537 w 1138366"/>
                    <a:gd name="connsiteY13" fmla="*/ 246941 h 284295"/>
                    <a:gd name="connsiteX14" fmla="*/ 161047 w 1138366"/>
                    <a:gd name="connsiteY14" fmla="*/ 244089 h 284295"/>
                    <a:gd name="connsiteX15" fmla="*/ 172462 w 1138366"/>
                    <a:gd name="connsiteY15" fmla="*/ 241238 h 284295"/>
                    <a:gd name="connsiteX16" fmla="*/ 183973 w 1138366"/>
                    <a:gd name="connsiteY16" fmla="*/ 238386 h 284295"/>
                    <a:gd name="connsiteX17" fmla="*/ 195483 w 1138366"/>
                    <a:gd name="connsiteY17" fmla="*/ 235440 h 284295"/>
                    <a:gd name="connsiteX18" fmla="*/ 206993 w 1138366"/>
                    <a:gd name="connsiteY18" fmla="*/ 232588 h 284295"/>
                    <a:gd name="connsiteX19" fmla="*/ 218503 w 1138366"/>
                    <a:gd name="connsiteY19" fmla="*/ 229737 h 284295"/>
                    <a:gd name="connsiteX20" fmla="*/ 230013 w 1138366"/>
                    <a:gd name="connsiteY20" fmla="*/ 226885 h 284295"/>
                    <a:gd name="connsiteX21" fmla="*/ 241523 w 1138366"/>
                    <a:gd name="connsiteY21" fmla="*/ 224034 h 284295"/>
                    <a:gd name="connsiteX22" fmla="*/ 253034 w 1138366"/>
                    <a:gd name="connsiteY22" fmla="*/ 221087 h 284295"/>
                    <a:gd name="connsiteX23" fmla="*/ 264449 w 1138366"/>
                    <a:gd name="connsiteY23" fmla="*/ 218236 h 284295"/>
                    <a:gd name="connsiteX24" fmla="*/ 275959 w 1138366"/>
                    <a:gd name="connsiteY24" fmla="*/ 215384 h 284295"/>
                    <a:gd name="connsiteX25" fmla="*/ 287469 w 1138366"/>
                    <a:gd name="connsiteY25" fmla="*/ 212533 h 284295"/>
                    <a:gd name="connsiteX26" fmla="*/ 298979 w 1138366"/>
                    <a:gd name="connsiteY26" fmla="*/ 209681 h 284295"/>
                    <a:gd name="connsiteX27" fmla="*/ 310489 w 1138366"/>
                    <a:gd name="connsiteY27" fmla="*/ 206734 h 284295"/>
                    <a:gd name="connsiteX28" fmla="*/ 322000 w 1138366"/>
                    <a:gd name="connsiteY28" fmla="*/ 203883 h 284295"/>
                    <a:gd name="connsiteX29" fmla="*/ 333510 w 1138366"/>
                    <a:gd name="connsiteY29" fmla="*/ 201031 h 284295"/>
                    <a:gd name="connsiteX30" fmla="*/ 345020 w 1138366"/>
                    <a:gd name="connsiteY30" fmla="*/ 198180 h 284295"/>
                    <a:gd name="connsiteX31" fmla="*/ 356435 w 1138366"/>
                    <a:gd name="connsiteY31" fmla="*/ 195233 h 284295"/>
                    <a:gd name="connsiteX32" fmla="*/ 367945 w 1138366"/>
                    <a:gd name="connsiteY32" fmla="*/ 192382 h 284295"/>
                    <a:gd name="connsiteX33" fmla="*/ 379455 w 1138366"/>
                    <a:gd name="connsiteY33" fmla="*/ 189530 h 284295"/>
                    <a:gd name="connsiteX34" fmla="*/ 390966 w 1138366"/>
                    <a:gd name="connsiteY34" fmla="*/ 186679 h 284295"/>
                    <a:gd name="connsiteX35" fmla="*/ 402476 w 1138366"/>
                    <a:gd name="connsiteY35" fmla="*/ 183827 h 284295"/>
                    <a:gd name="connsiteX36" fmla="*/ 413986 w 1138366"/>
                    <a:gd name="connsiteY36" fmla="*/ 180881 h 284295"/>
                    <a:gd name="connsiteX37" fmla="*/ 425496 w 1138366"/>
                    <a:gd name="connsiteY37" fmla="*/ 178029 h 284295"/>
                    <a:gd name="connsiteX38" fmla="*/ 437007 w 1138366"/>
                    <a:gd name="connsiteY38" fmla="*/ 175178 h 284295"/>
                    <a:gd name="connsiteX39" fmla="*/ 448421 w 1138366"/>
                    <a:gd name="connsiteY39" fmla="*/ 172326 h 284295"/>
                    <a:gd name="connsiteX40" fmla="*/ 459932 w 1138366"/>
                    <a:gd name="connsiteY40" fmla="*/ 169475 h 284295"/>
                    <a:gd name="connsiteX41" fmla="*/ 471442 w 1138366"/>
                    <a:gd name="connsiteY41" fmla="*/ 166528 h 284295"/>
                    <a:gd name="connsiteX42" fmla="*/ 482952 w 1138366"/>
                    <a:gd name="connsiteY42" fmla="*/ 163677 h 284295"/>
                    <a:gd name="connsiteX43" fmla="*/ 494462 w 1138366"/>
                    <a:gd name="connsiteY43" fmla="*/ 160825 h 284295"/>
                    <a:gd name="connsiteX44" fmla="*/ 505973 w 1138366"/>
                    <a:gd name="connsiteY44" fmla="*/ 157974 h 284295"/>
                    <a:gd name="connsiteX45" fmla="*/ 517483 w 1138366"/>
                    <a:gd name="connsiteY45" fmla="*/ 155122 h 284295"/>
                    <a:gd name="connsiteX46" fmla="*/ 528993 w 1138366"/>
                    <a:gd name="connsiteY46" fmla="*/ 152176 h 284295"/>
                    <a:gd name="connsiteX47" fmla="*/ 540408 w 1138366"/>
                    <a:gd name="connsiteY47" fmla="*/ 149324 h 284295"/>
                    <a:gd name="connsiteX48" fmla="*/ 551918 w 1138366"/>
                    <a:gd name="connsiteY48" fmla="*/ 146473 h 284295"/>
                    <a:gd name="connsiteX49" fmla="*/ 563428 w 1138366"/>
                    <a:gd name="connsiteY49" fmla="*/ 143621 h 284295"/>
                    <a:gd name="connsiteX50" fmla="*/ 574939 w 1138366"/>
                    <a:gd name="connsiteY50" fmla="*/ 140770 h 284295"/>
                    <a:gd name="connsiteX51" fmla="*/ 586449 w 1138366"/>
                    <a:gd name="connsiteY51" fmla="*/ 137823 h 284295"/>
                    <a:gd name="connsiteX52" fmla="*/ 597959 w 1138366"/>
                    <a:gd name="connsiteY52" fmla="*/ 134971 h 284295"/>
                    <a:gd name="connsiteX53" fmla="*/ 609469 w 1138366"/>
                    <a:gd name="connsiteY53" fmla="*/ 132120 h 284295"/>
                    <a:gd name="connsiteX54" fmla="*/ 620979 w 1138366"/>
                    <a:gd name="connsiteY54" fmla="*/ 129268 h 284295"/>
                    <a:gd name="connsiteX55" fmla="*/ 632394 w 1138366"/>
                    <a:gd name="connsiteY55" fmla="*/ 126417 h 284295"/>
                    <a:gd name="connsiteX56" fmla="*/ 643904 w 1138366"/>
                    <a:gd name="connsiteY56" fmla="*/ 123470 h 284295"/>
                    <a:gd name="connsiteX57" fmla="*/ 655415 w 1138366"/>
                    <a:gd name="connsiteY57" fmla="*/ 120619 h 284295"/>
                    <a:gd name="connsiteX58" fmla="*/ 666925 w 1138366"/>
                    <a:gd name="connsiteY58" fmla="*/ 117767 h 284295"/>
                    <a:gd name="connsiteX59" fmla="*/ 678435 w 1138366"/>
                    <a:gd name="connsiteY59" fmla="*/ 114916 h 284295"/>
                    <a:gd name="connsiteX60" fmla="*/ 689945 w 1138366"/>
                    <a:gd name="connsiteY60" fmla="*/ 111969 h 284295"/>
                    <a:gd name="connsiteX61" fmla="*/ 701455 w 1138366"/>
                    <a:gd name="connsiteY61" fmla="*/ 109118 h 284295"/>
                    <a:gd name="connsiteX62" fmla="*/ 712965 w 1138366"/>
                    <a:gd name="connsiteY62" fmla="*/ 106266 h 284295"/>
                    <a:gd name="connsiteX63" fmla="*/ 724381 w 1138366"/>
                    <a:gd name="connsiteY63" fmla="*/ 103415 h 284295"/>
                    <a:gd name="connsiteX64" fmla="*/ 735891 w 1138366"/>
                    <a:gd name="connsiteY64" fmla="*/ 100563 h 284295"/>
                    <a:gd name="connsiteX65" fmla="*/ 747401 w 1138366"/>
                    <a:gd name="connsiteY65" fmla="*/ 97617 h 284295"/>
                    <a:gd name="connsiteX66" fmla="*/ 758911 w 1138366"/>
                    <a:gd name="connsiteY66" fmla="*/ 94765 h 284295"/>
                    <a:gd name="connsiteX67" fmla="*/ 770421 w 1138366"/>
                    <a:gd name="connsiteY67" fmla="*/ 91914 h 284295"/>
                    <a:gd name="connsiteX68" fmla="*/ 781931 w 1138366"/>
                    <a:gd name="connsiteY68" fmla="*/ 89062 h 284295"/>
                    <a:gd name="connsiteX69" fmla="*/ 793442 w 1138366"/>
                    <a:gd name="connsiteY69" fmla="*/ 86211 h 284295"/>
                    <a:gd name="connsiteX70" fmla="*/ 804952 w 1138366"/>
                    <a:gd name="connsiteY70" fmla="*/ 83264 h 284295"/>
                    <a:gd name="connsiteX71" fmla="*/ 816367 w 1138366"/>
                    <a:gd name="connsiteY71" fmla="*/ 80413 h 284295"/>
                    <a:gd name="connsiteX72" fmla="*/ 827877 w 1138366"/>
                    <a:gd name="connsiteY72" fmla="*/ 77561 h 284295"/>
                    <a:gd name="connsiteX73" fmla="*/ 839387 w 1138366"/>
                    <a:gd name="connsiteY73" fmla="*/ 74710 h 284295"/>
                    <a:gd name="connsiteX74" fmla="*/ 850897 w 1138366"/>
                    <a:gd name="connsiteY74" fmla="*/ 71858 h 284295"/>
                    <a:gd name="connsiteX75" fmla="*/ 862408 w 1138366"/>
                    <a:gd name="connsiteY75" fmla="*/ 68911 h 284295"/>
                    <a:gd name="connsiteX76" fmla="*/ 873918 w 1138366"/>
                    <a:gd name="connsiteY76" fmla="*/ 66060 h 284295"/>
                    <a:gd name="connsiteX77" fmla="*/ 885428 w 1138366"/>
                    <a:gd name="connsiteY77" fmla="*/ 63208 h 284295"/>
                    <a:gd name="connsiteX78" fmla="*/ 896843 w 1138366"/>
                    <a:gd name="connsiteY78" fmla="*/ 60357 h 284295"/>
                    <a:gd name="connsiteX79" fmla="*/ 908353 w 1138366"/>
                    <a:gd name="connsiteY79" fmla="*/ 57505 h 284295"/>
                    <a:gd name="connsiteX80" fmla="*/ 919863 w 1138366"/>
                    <a:gd name="connsiteY80" fmla="*/ 54559 h 284295"/>
                    <a:gd name="connsiteX81" fmla="*/ 931374 w 1138366"/>
                    <a:gd name="connsiteY81" fmla="*/ 51707 h 284295"/>
                    <a:gd name="connsiteX82" fmla="*/ 942884 w 1138366"/>
                    <a:gd name="connsiteY82" fmla="*/ 48856 h 284295"/>
                    <a:gd name="connsiteX83" fmla="*/ 954394 w 1138366"/>
                    <a:gd name="connsiteY83" fmla="*/ 46004 h 284295"/>
                    <a:gd name="connsiteX84" fmla="*/ 965904 w 1138366"/>
                    <a:gd name="connsiteY84" fmla="*/ 43153 h 284295"/>
                    <a:gd name="connsiteX85" fmla="*/ 977414 w 1138366"/>
                    <a:gd name="connsiteY85" fmla="*/ 40206 h 284295"/>
                    <a:gd name="connsiteX86" fmla="*/ 988829 w 1138366"/>
                    <a:gd name="connsiteY86" fmla="*/ 37355 h 284295"/>
                    <a:gd name="connsiteX87" fmla="*/ 1000340 w 1138366"/>
                    <a:gd name="connsiteY87" fmla="*/ 34503 h 284295"/>
                    <a:gd name="connsiteX88" fmla="*/ 1011850 w 1138366"/>
                    <a:gd name="connsiteY88" fmla="*/ 31652 h 284295"/>
                    <a:gd name="connsiteX89" fmla="*/ 1023360 w 1138366"/>
                    <a:gd name="connsiteY89" fmla="*/ 28800 h 284295"/>
                    <a:gd name="connsiteX90" fmla="*/ 1034870 w 1138366"/>
                    <a:gd name="connsiteY90" fmla="*/ 25854 h 284295"/>
                    <a:gd name="connsiteX91" fmla="*/ 1046380 w 1138366"/>
                    <a:gd name="connsiteY91" fmla="*/ 23002 h 284295"/>
                    <a:gd name="connsiteX92" fmla="*/ 1057891 w 1138366"/>
                    <a:gd name="connsiteY92" fmla="*/ 20151 h 284295"/>
                    <a:gd name="connsiteX93" fmla="*/ 1069401 w 1138366"/>
                    <a:gd name="connsiteY93" fmla="*/ 17299 h 284295"/>
                    <a:gd name="connsiteX94" fmla="*/ 1080816 w 1138366"/>
                    <a:gd name="connsiteY94" fmla="*/ 14353 h 284295"/>
                    <a:gd name="connsiteX95" fmla="*/ 1092326 w 1138366"/>
                    <a:gd name="connsiteY95" fmla="*/ 11501 h 284295"/>
                    <a:gd name="connsiteX96" fmla="*/ 1103836 w 1138366"/>
                    <a:gd name="connsiteY96" fmla="*/ 8650 h 284295"/>
                    <a:gd name="connsiteX97" fmla="*/ 1115346 w 1138366"/>
                    <a:gd name="connsiteY97" fmla="*/ 5798 h 284295"/>
                    <a:gd name="connsiteX98" fmla="*/ 1126857 w 1138366"/>
                    <a:gd name="connsiteY98" fmla="*/ 2947 h 284295"/>
                    <a:gd name="connsiteX99" fmla="*/ 1138367 w 1138366"/>
                    <a:gd name="connsiteY99" fmla="*/ 0 h 284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138366" h="284295">
                      <a:moveTo>
                        <a:pt x="0" y="284295"/>
                      </a:moveTo>
                      <a:lnTo>
                        <a:pt x="11510" y="281444"/>
                      </a:lnTo>
                      <a:lnTo>
                        <a:pt x="23020" y="278497"/>
                      </a:lnTo>
                      <a:lnTo>
                        <a:pt x="34530" y="275646"/>
                      </a:lnTo>
                      <a:lnTo>
                        <a:pt x="46041" y="272794"/>
                      </a:lnTo>
                      <a:lnTo>
                        <a:pt x="57551" y="269943"/>
                      </a:lnTo>
                      <a:lnTo>
                        <a:pt x="69061" y="267091"/>
                      </a:lnTo>
                      <a:lnTo>
                        <a:pt x="80476" y="264145"/>
                      </a:lnTo>
                      <a:lnTo>
                        <a:pt x="91986" y="261293"/>
                      </a:lnTo>
                      <a:lnTo>
                        <a:pt x="103496" y="258442"/>
                      </a:lnTo>
                      <a:lnTo>
                        <a:pt x="115007" y="255590"/>
                      </a:lnTo>
                      <a:lnTo>
                        <a:pt x="126517" y="252739"/>
                      </a:lnTo>
                      <a:lnTo>
                        <a:pt x="138027" y="249792"/>
                      </a:lnTo>
                      <a:lnTo>
                        <a:pt x="149537" y="246941"/>
                      </a:lnTo>
                      <a:lnTo>
                        <a:pt x="161047" y="244089"/>
                      </a:lnTo>
                      <a:lnTo>
                        <a:pt x="172462" y="241238"/>
                      </a:lnTo>
                      <a:lnTo>
                        <a:pt x="183973" y="238386"/>
                      </a:lnTo>
                      <a:lnTo>
                        <a:pt x="195483" y="235440"/>
                      </a:lnTo>
                      <a:lnTo>
                        <a:pt x="206993" y="232588"/>
                      </a:lnTo>
                      <a:lnTo>
                        <a:pt x="218503" y="229737"/>
                      </a:lnTo>
                      <a:lnTo>
                        <a:pt x="230013" y="226885"/>
                      </a:lnTo>
                      <a:lnTo>
                        <a:pt x="241523" y="224034"/>
                      </a:lnTo>
                      <a:lnTo>
                        <a:pt x="253034" y="221087"/>
                      </a:lnTo>
                      <a:lnTo>
                        <a:pt x="264449" y="218236"/>
                      </a:lnTo>
                      <a:lnTo>
                        <a:pt x="275959" y="215384"/>
                      </a:lnTo>
                      <a:lnTo>
                        <a:pt x="287469" y="212533"/>
                      </a:lnTo>
                      <a:lnTo>
                        <a:pt x="298979" y="209681"/>
                      </a:lnTo>
                      <a:lnTo>
                        <a:pt x="310489" y="206734"/>
                      </a:lnTo>
                      <a:lnTo>
                        <a:pt x="322000" y="203883"/>
                      </a:lnTo>
                      <a:lnTo>
                        <a:pt x="333510" y="201031"/>
                      </a:lnTo>
                      <a:lnTo>
                        <a:pt x="345020" y="198180"/>
                      </a:lnTo>
                      <a:lnTo>
                        <a:pt x="356435" y="195233"/>
                      </a:lnTo>
                      <a:lnTo>
                        <a:pt x="367945" y="192382"/>
                      </a:lnTo>
                      <a:lnTo>
                        <a:pt x="379455" y="189530"/>
                      </a:lnTo>
                      <a:lnTo>
                        <a:pt x="390966" y="186679"/>
                      </a:lnTo>
                      <a:lnTo>
                        <a:pt x="402476" y="183827"/>
                      </a:lnTo>
                      <a:lnTo>
                        <a:pt x="413986" y="180881"/>
                      </a:lnTo>
                      <a:lnTo>
                        <a:pt x="425496" y="178029"/>
                      </a:lnTo>
                      <a:lnTo>
                        <a:pt x="437007" y="175178"/>
                      </a:lnTo>
                      <a:lnTo>
                        <a:pt x="448421" y="172326"/>
                      </a:lnTo>
                      <a:lnTo>
                        <a:pt x="459932" y="169475"/>
                      </a:lnTo>
                      <a:lnTo>
                        <a:pt x="471442" y="166528"/>
                      </a:lnTo>
                      <a:lnTo>
                        <a:pt x="482952" y="163677"/>
                      </a:lnTo>
                      <a:lnTo>
                        <a:pt x="494462" y="160825"/>
                      </a:lnTo>
                      <a:lnTo>
                        <a:pt x="505973" y="157974"/>
                      </a:lnTo>
                      <a:lnTo>
                        <a:pt x="517483" y="155122"/>
                      </a:lnTo>
                      <a:lnTo>
                        <a:pt x="528993" y="152176"/>
                      </a:lnTo>
                      <a:lnTo>
                        <a:pt x="540408" y="149324"/>
                      </a:lnTo>
                      <a:lnTo>
                        <a:pt x="551918" y="146473"/>
                      </a:lnTo>
                      <a:lnTo>
                        <a:pt x="563428" y="143621"/>
                      </a:lnTo>
                      <a:lnTo>
                        <a:pt x="574939" y="140770"/>
                      </a:lnTo>
                      <a:lnTo>
                        <a:pt x="586449" y="137823"/>
                      </a:lnTo>
                      <a:lnTo>
                        <a:pt x="597959" y="134971"/>
                      </a:lnTo>
                      <a:lnTo>
                        <a:pt x="609469" y="132120"/>
                      </a:lnTo>
                      <a:lnTo>
                        <a:pt x="620979" y="129268"/>
                      </a:lnTo>
                      <a:lnTo>
                        <a:pt x="632394" y="126417"/>
                      </a:lnTo>
                      <a:lnTo>
                        <a:pt x="643904" y="123470"/>
                      </a:lnTo>
                      <a:lnTo>
                        <a:pt x="655415" y="120619"/>
                      </a:lnTo>
                      <a:lnTo>
                        <a:pt x="666925" y="117767"/>
                      </a:lnTo>
                      <a:lnTo>
                        <a:pt x="678435" y="114916"/>
                      </a:lnTo>
                      <a:lnTo>
                        <a:pt x="689945" y="111969"/>
                      </a:lnTo>
                      <a:lnTo>
                        <a:pt x="701455" y="109118"/>
                      </a:lnTo>
                      <a:lnTo>
                        <a:pt x="712965" y="106266"/>
                      </a:lnTo>
                      <a:lnTo>
                        <a:pt x="724381" y="103415"/>
                      </a:lnTo>
                      <a:lnTo>
                        <a:pt x="735891" y="100563"/>
                      </a:lnTo>
                      <a:lnTo>
                        <a:pt x="747401" y="97617"/>
                      </a:lnTo>
                      <a:lnTo>
                        <a:pt x="758911" y="94765"/>
                      </a:lnTo>
                      <a:lnTo>
                        <a:pt x="770421" y="91914"/>
                      </a:lnTo>
                      <a:lnTo>
                        <a:pt x="781931" y="89062"/>
                      </a:lnTo>
                      <a:lnTo>
                        <a:pt x="793442" y="86211"/>
                      </a:lnTo>
                      <a:lnTo>
                        <a:pt x="804952" y="83264"/>
                      </a:lnTo>
                      <a:lnTo>
                        <a:pt x="816367" y="80413"/>
                      </a:lnTo>
                      <a:lnTo>
                        <a:pt x="827877" y="77561"/>
                      </a:lnTo>
                      <a:lnTo>
                        <a:pt x="839387" y="74710"/>
                      </a:lnTo>
                      <a:lnTo>
                        <a:pt x="850897" y="71858"/>
                      </a:lnTo>
                      <a:lnTo>
                        <a:pt x="862408" y="68911"/>
                      </a:lnTo>
                      <a:lnTo>
                        <a:pt x="873918" y="66060"/>
                      </a:lnTo>
                      <a:lnTo>
                        <a:pt x="885428" y="63208"/>
                      </a:lnTo>
                      <a:lnTo>
                        <a:pt x="896843" y="60357"/>
                      </a:lnTo>
                      <a:lnTo>
                        <a:pt x="908353" y="57505"/>
                      </a:lnTo>
                      <a:lnTo>
                        <a:pt x="919863" y="54559"/>
                      </a:lnTo>
                      <a:lnTo>
                        <a:pt x="931374" y="51707"/>
                      </a:lnTo>
                      <a:lnTo>
                        <a:pt x="942884" y="48856"/>
                      </a:lnTo>
                      <a:lnTo>
                        <a:pt x="954394" y="46004"/>
                      </a:lnTo>
                      <a:lnTo>
                        <a:pt x="965904" y="43153"/>
                      </a:lnTo>
                      <a:lnTo>
                        <a:pt x="977414" y="40206"/>
                      </a:lnTo>
                      <a:lnTo>
                        <a:pt x="988829" y="37355"/>
                      </a:lnTo>
                      <a:lnTo>
                        <a:pt x="1000340" y="34503"/>
                      </a:lnTo>
                      <a:lnTo>
                        <a:pt x="1011850" y="31652"/>
                      </a:lnTo>
                      <a:lnTo>
                        <a:pt x="1023360" y="28800"/>
                      </a:lnTo>
                      <a:lnTo>
                        <a:pt x="1034870" y="25854"/>
                      </a:lnTo>
                      <a:lnTo>
                        <a:pt x="1046380" y="23002"/>
                      </a:lnTo>
                      <a:lnTo>
                        <a:pt x="1057891" y="20151"/>
                      </a:lnTo>
                      <a:lnTo>
                        <a:pt x="1069401" y="17299"/>
                      </a:lnTo>
                      <a:lnTo>
                        <a:pt x="1080816" y="14353"/>
                      </a:lnTo>
                      <a:lnTo>
                        <a:pt x="1092326" y="11501"/>
                      </a:lnTo>
                      <a:lnTo>
                        <a:pt x="1103836" y="8650"/>
                      </a:lnTo>
                      <a:lnTo>
                        <a:pt x="1115346" y="5798"/>
                      </a:lnTo>
                      <a:lnTo>
                        <a:pt x="1126857" y="2947"/>
                      </a:lnTo>
                      <a:lnTo>
                        <a:pt x="1138367" y="0"/>
                      </a:lnTo>
                    </a:path>
                  </a:pathLst>
                </a:custGeom>
                <a:noFill/>
                <a:ln w="38100" cap="flat">
                  <a:solidFill>
                    <a:srgbClr val="1EAED3"/>
                  </a:solidFill>
                  <a:prstDash val="solid"/>
                  <a:miter/>
                </a:ln>
              </p:spPr>
              <p:txBody>
                <a:bodyPr rtlCol="0" anchor="ctr"/>
                <a:lstStyle/>
                <a:p>
                  <a:endParaRPr lang="en-US"/>
                </a:p>
              </p:txBody>
            </p:sp>
          </p:grpSp>
          <p:grpSp>
            <p:nvGrpSpPr>
              <p:cNvPr id="1553" name="Group 1552">
                <a:extLst>
                  <a:ext uri="{FF2B5EF4-FFF2-40B4-BE49-F238E27FC236}">
                    <a16:creationId xmlns:a16="http://schemas.microsoft.com/office/drawing/2014/main" id="{199F4BFE-6739-40C9-3C68-5BF67166A1F0}"/>
                  </a:ext>
                </a:extLst>
              </p:cNvPr>
              <p:cNvGrpSpPr/>
              <p:nvPr/>
            </p:nvGrpSpPr>
            <p:grpSpPr>
              <a:xfrm>
                <a:off x="16696868" y="1490944"/>
                <a:ext cx="2994946" cy="2756408"/>
                <a:chOff x="7293887" y="1531961"/>
                <a:chExt cx="2994946" cy="2756408"/>
              </a:xfrm>
            </p:grpSpPr>
            <p:sp>
              <p:nvSpPr>
                <p:cNvPr id="1555" name="Freeform 1554">
                  <a:extLst>
                    <a:ext uri="{FF2B5EF4-FFF2-40B4-BE49-F238E27FC236}">
                      <a16:creationId xmlns:a16="http://schemas.microsoft.com/office/drawing/2014/main" id="{A30CF605-60B8-3134-D536-EEA0D1669DA3}"/>
                    </a:ext>
                  </a:extLst>
                </p:cNvPr>
                <p:cNvSpPr/>
                <p:nvPr/>
              </p:nvSpPr>
              <p:spPr>
                <a:xfrm rot="21260400">
                  <a:off x="10187938" y="2908315"/>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grpSp>
              <p:nvGrpSpPr>
                <p:cNvPr id="1556" name="Graphic 5">
                  <a:extLst>
                    <a:ext uri="{FF2B5EF4-FFF2-40B4-BE49-F238E27FC236}">
                      <a16:creationId xmlns:a16="http://schemas.microsoft.com/office/drawing/2014/main" id="{875FE1F1-5E5B-50BB-2877-4666C8583F16}"/>
                    </a:ext>
                  </a:extLst>
                </p:cNvPr>
                <p:cNvGrpSpPr/>
                <p:nvPr/>
              </p:nvGrpSpPr>
              <p:grpSpPr>
                <a:xfrm>
                  <a:off x="7958840" y="1531961"/>
                  <a:ext cx="1926050" cy="219701"/>
                  <a:chOff x="7472180" y="3574522"/>
                  <a:chExt cx="769945" cy="87826"/>
                </a:xfrm>
                <a:solidFill>
                  <a:srgbClr val="000000"/>
                </a:solidFill>
              </p:grpSpPr>
              <p:sp>
                <p:nvSpPr>
                  <p:cNvPr id="1588" name="Freeform 1587">
                    <a:extLst>
                      <a:ext uri="{FF2B5EF4-FFF2-40B4-BE49-F238E27FC236}">
                        <a16:creationId xmlns:a16="http://schemas.microsoft.com/office/drawing/2014/main" id="{58E49BB1-929F-D919-EC61-2C765A2E64EB}"/>
                      </a:ext>
                    </a:extLst>
                  </p:cNvPr>
                  <p:cNvSpPr/>
                  <p:nvPr/>
                </p:nvSpPr>
                <p:spPr>
                  <a:xfrm>
                    <a:off x="7472180" y="3592391"/>
                    <a:ext cx="21878" cy="50566"/>
                  </a:xfrm>
                  <a:custGeom>
                    <a:avLst/>
                    <a:gdLst>
                      <a:gd name="connsiteX0" fmla="*/ 5707 w 21878"/>
                      <a:gd name="connsiteY0" fmla="*/ 50567 h 50566"/>
                      <a:gd name="connsiteX1" fmla="*/ 0 w 21878"/>
                      <a:gd name="connsiteY1" fmla="*/ 50567 h 50566"/>
                      <a:gd name="connsiteX2" fmla="*/ 0 w 21878"/>
                      <a:gd name="connsiteY2" fmla="*/ 1331 h 50566"/>
                      <a:gd name="connsiteX3" fmla="*/ 5707 w 21878"/>
                      <a:gd name="connsiteY3" fmla="*/ 1331 h 50566"/>
                      <a:gd name="connsiteX4" fmla="*/ 5707 w 21878"/>
                      <a:gd name="connsiteY4" fmla="*/ 10551 h 50566"/>
                      <a:gd name="connsiteX5" fmla="*/ 5898 w 21878"/>
                      <a:gd name="connsiteY5" fmla="*/ 10551 h 50566"/>
                      <a:gd name="connsiteX6" fmla="*/ 11986 w 21878"/>
                      <a:gd name="connsiteY6" fmla="*/ 2281 h 50566"/>
                      <a:gd name="connsiteX7" fmla="*/ 21879 w 21878"/>
                      <a:gd name="connsiteY7" fmla="*/ 0 h 50566"/>
                      <a:gd name="connsiteX8" fmla="*/ 21879 w 21878"/>
                      <a:gd name="connsiteY8" fmla="*/ 6178 h 50566"/>
                      <a:gd name="connsiteX9" fmla="*/ 13888 w 21878"/>
                      <a:gd name="connsiteY9" fmla="*/ 7699 h 50566"/>
                      <a:gd name="connsiteX10" fmla="*/ 8847 w 21878"/>
                      <a:gd name="connsiteY10" fmla="*/ 12071 h 50566"/>
                      <a:gd name="connsiteX11" fmla="*/ 6278 w 21878"/>
                      <a:gd name="connsiteY11" fmla="*/ 18535 h 50566"/>
                      <a:gd name="connsiteX12" fmla="*/ 5517 w 21878"/>
                      <a:gd name="connsiteY12" fmla="*/ 26424 h 50566"/>
                      <a:gd name="connsiteX13" fmla="*/ 5517 w 21878"/>
                      <a:gd name="connsiteY13" fmla="*/ 50567 h 505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878" h="50566">
                        <a:moveTo>
                          <a:pt x="5707" y="50567"/>
                        </a:moveTo>
                        <a:lnTo>
                          <a:pt x="0" y="50567"/>
                        </a:lnTo>
                        <a:lnTo>
                          <a:pt x="0" y="1331"/>
                        </a:lnTo>
                        <a:lnTo>
                          <a:pt x="5707" y="1331"/>
                        </a:lnTo>
                        <a:lnTo>
                          <a:pt x="5707" y="10551"/>
                        </a:lnTo>
                        <a:lnTo>
                          <a:pt x="5898" y="10551"/>
                        </a:lnTo>
                        <a:cubicBezTo>
                          <a:pt x="7515" y="6653"/>
                          <a:pt x="9513" y="3897"/>
                          <a:pt x="11986" y="2281"/>
                        </a:cubicBezTo>
                        <a:cubicBezTo>
                          <a:pt x="14459" y="760"/>
                          <a:pt x="17788" y="0"/>
                          <a:pt x="21879" y="0"/>
                        </a:cubicBezTo>
                        <a:lnTo>
                          <a:pt x="21879" y="6178"/>
                        </a:lnTo>
                        <a:cubicBezTo>
                          <a:pt x="18645" y="6178"/>
                          <a:pt x="15981" y="6653"/>
                          <a:pt x="13888" y="7699"/>
                        </a:cubicBezTo>
                        <a:cubicBezTo>
                          <a:pt x="11795" y="8745"/>
                          <a:pt x="10178" y="10265"/>
                          <a:pt x="8847" y="12071"/>
                        </a:cubicBezTo>
                        <a:cubicBezTo>
                          <a:pt x="7610" y="13877"/>
                          <a:pt x="6754" y="16064"/>
                          <a:pt x="6278" y="18535"/>
                        </a:cubicBezTo>
                        <a:cubicBezTo>
                          <a:pt x="5803" y="21006"/>
                          <a:pt x="5517" y="23667"/>
                          <a:pt x="5517" y="26424"/>
                        </a:cubicBezTo>
                        <a:lnTo>
                          <a:pt x="5517" y="50567"/>
                        </a:lnTo>
                        <a:close/>
                      </a:path>
                    </a:pathLst>
                  </a:custGeom>
                  <a:solidFill>
                    <a:srgbClr val="000000"/>
                  </a:solidFill>
                  <a:ln w="9506" cap="flat">
                    <a:noFill/>
                    <a:prstDash val="solid"/>
                    <a:miter/>
                  </a:ln>
                </p:spPr>
                <p:txBody>
                  <a:bodyPr rtlCol="0" anchor="ctr"/>
                  <a:lstStyle/>
                  <a:p>
                    <a:endParaRPr lang="en-US"/>
                  </a:p>
                </p:txBody>
              </p:sp>
              <p:sp>
                <p:nvSpPr>
                  <p:cNvPr id="1589" name="Freeform 1588">
                    <a:extLst>
                      <a:ext uri="{FF2B5EF4-FFF2-40B4-BE49-F238E27FC236}">
                        <a16:creationId xmlns:a16="http://schemas.microsoft.com/office/drawing/2014/main" id="{809F696F-A3BF-3D4D-41EA-9867B573D1C4}"/>
                      </a:ext>
                    </a:extLst>
                  </p:cNvPr>
                  <p:cNvSpPr/>
                  <p:nvPr/>
                </p:nvSpPr>
                <p:spPr>
                  <a:xfrm>
                    <a:off x="7530777" y="3607029"/>
                    <a:ext cx="47562" cy="24142"/>
                  </a:xfrm>
                  <a:custGeom>
                    <a:avLst/>
                    <a:gdLst>
                      <a:gd name="connsiteX0" fmla="*/ 47563 w 47562"/>
                      <a:gd name="connsiteY0" fmla="*/ 5703 h 24142"/>
                      <a:gd name="connsiteX1" fmla="*/ 0 w 47562"/>
                      <a:gd name="connsiteY1" fmla="*/ 5703 h 24142"/>
                      <a:gd name="connsiteX2" fmla="*/ 0 w 47562"/>
                      <a:gd name="connsiteY2" fmla="*/ 0 h 24142"/>
                      <a:gd name="connsiteX3" fmla="*/ 47563 w 47562"/>
                      <a:gd name="connsiteY3" fmla="*/ 0 h 24142"/>
                      <a:gd name="connsiteX4" fmla="*/ 47563 w 47562"/>
                      <a:gd name="connsiteY4" fmla="*/ 5703 h 24142"/>
                      <a:gd name="connsiteX5" fmla="*/ 47563 w 47562"/>
                      <a:gd name="connsiteY5" fmla="*/ 24143 h 24142"/>
                      <a:gd name="connsiteX6" fmla="*/ 0 w 47562"/>
                      <a:gd name="connsiteY6" fmla="*/ 24143 h 24142"/>
                      <a:gd name="connsiteX7" fmla="*/ 0 w 47562"/>
                      <a:gd name="connsiteY7" fmla="*/ 18440 h 24142"/>
                      <a:gd name="connsiteX8" fmla="*/ 47563 w 47562"/>
                      <a:gd name="connsiteY8" fmla="*/ 18440 h 24142"/>
                      <a:gd name="connsiteX9" fmla="*/ 47563 w 47562"/>
                      <a:gd name="connsiteY9" fmla="*/ 24143 h 24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7562" h="24142">
                        <a:moveTo>
                          <a:pt x="47563" y="5703"/>
                        </a:moveTo>
                        <a:lnTo>
                          <a:pt x="0" y="5703"/>
                        </a:lnTo>
                        <a:lnTo>
                          <a:pt x="0" y="0"/>
                        </a:lnTo>
                        <a:lnTo>
                          <a:pt x="47563" y="0"/>
                        </a:lnTo>
                        <a:lnTo>
                          <a:pt x="47563" y="5703"/>
                        </a:lnTo>
                        <a:close/>
                        <a:moveTo>
                          <a:pt x="47563" y="24143"/>
                        </a:moveTo>
                        <a:lnTo>
                          <a:pt x="0" y="24143"/>
                        </a:lnTo>
                        <a:lnTo>
                          <a:pt x="0" y="18440"/>
                        </a:lnTo>
                        <a:lnTo>
                          <a:pt x="47563" y="18440"/>
                        </a:lnTo>
                        <a:lnTo>
                          <a:pt x="47563" y="24143"/>
                        </a:lnTo>
                        <a:close/>
                      </a:path>
                    </a:pathLst>
                  </a:custGeom>
                  <a:solidFill>
                    <a:srgbClr val="000000"/>
                  </a:solidFill>
                  <a:ln w="9506" cap="flat">
                    <a:noFill/>
                    <a:prstDash val="solid"/>
                    <a:miter/>
                  </a:ln>
                </p:spPr>
                <p:txBody>
                  <a:bodyPr rtlCol="0" anchor="ctr"/>
                  <a:lstStyle/>
                  <a:p>
                    <a:endParaRPr lang="en-US"/>
                  </a:p>
                </p:txBody>
              </p:sp>
              <p:sp>
                <p:nvSpPr>
                  <p:cNvPr id="1590" name="Freeform 1589">
                    <a:extLst>
                      <a:ext uri="{FF2B5EF4-FFF2-40B4-BE49-F238E27FC236}">
                        <a16:creationId xmlns:a16="http://schemas.microsoft.com/office/drawing/2014/main" id="{D58A26AE-68B8-4177-9E12-4AF7FCDB790F}"/>
                      </a:ext>
                    </a:extLst>
                  </p:cNvPr>
                  <p:cNvSpPr/>
                  <p:nvPr/>
                </p:nvSpPr>
                <p:spPr>
                  <a:xfrm>
                    <a:off x="7616105" y="3575567"/>
                    <a:ext cx="45469" cy="68531"/>
                  </a:xfrm>
                  <a:custGeom>
                    <a:avLst/>
                    <a:gdLst>
                      <a:gd name="connsiteX0" fmla="*/ 22830 w 45469"/>
                      <a:gd name="connsiteY0" fmla="*/ 380 h 68531"/>
                      <a:gd name="connsiteX1" fmla="*/ 31392 w 45469"/>
                      <a:gd name="connsiteY1" fmla="*/ 1806 h 68531"/>
                      <a:gd name="connsiteX2" fmla="*/ 37575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0999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186 w 45469"/>
                      <a:gd name="connsiteY16" fmla="*/ 10741 h 68531"/>
                      <a:gd name="connsiteX17" fmla="*/ 11035 w 45469"/>
                      <a:gd name="connsiteY17" fmla="*/ 2947 h 68531"/>
                      <a:gd name="connsiteX18" fmla="*/ 22735 w 45469"/>
                      <a:gd name="connsiteY18" fmla="*/ 0 h 68531"/>
                      <a:gd name="connsiteX19" fmla="*/ 39287 w 45469"/>
                      <a:gd name="connsiteY19" fmla="*/ 34408 h 68531"/>
                      <a:gd name="connsiteX20" fmla="*/ 38716 w 45469"/>
                      <a:gd name="connsiteY20" fmla="*/ 23858 h 68531"/>
                      <a:gd name="connsiteX21" fmla="*/ 36338 w 45469"/>
                      <a:gd name="connsiteY21" fmla="*/ 14543 h 68531"/>
                      <a:gd name="connsiteX22" fmla="*/ 31201 w 45469"/>
                      <a:gd name="connsiteY22" fmla="*/ 7984 h 68531"/>
                      <a:gd name="connsiteX23" fmla="*/ 22545 w 45469"/>
                      <a:gd name="connsiteY23" fmla="*/ 5513 h 68531"/>
                      <a:gd name="connsiteX24" fmla="*/ 14269 w 45469"/>
                      <a:gd name="connsiteY24" fmla="*/ 7984 h 68531"/>
                      <a:gd name="connsiteX25" fmla="*/ 9322 w 45469"/>
                      <a:gd name="connsiteY25" fmla="*/ 14733 h 68531"/>
                      <a:gd name="connsiteX26" fmla="*/ 6754 w 45469"/>
                      <a:gd name="connsiteY26" fmla="*/ 24238 h 68531"/>
                      <a:gd name="connsiteX27" fmla="*/ 6088 w 45469"/>
                      <a:gd name="connsiteY27" fmla="*/ 35074 h 68531"/>
                      <a:gd name="connsiteX28" fmla="*/ 6849 w 45469"/>
                      <a:gd name="connsiteY28" fmla="*/ 46765 h 68531"/>
                      <a:gd name="connsiteX29" fmla="*/ 9608 w 45469"/>
                      <a:gd name="connsiteY29" fmla="*/ 55699 h 68531"/>
                      <a:gd name="connsiteX30" fmla="*/ 14745 w 45469"/>
                      <a:gd name="connsiteY30" fmla="*/ 61403 h 68531"/>
                      <a:gd name="connsiteX31" fmla="*/ 22830 w 45469"/>
                      <a:gd name="connsiteY31" fmla="*/ 63494 h 68531"/>
                      <a:gd name="connsiteX32" fmla="*/ 31487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2" y="1806"/>
                        </a:cubicBezTo>
                        <a:cubicBezTo>
                          <a:pt x="33770" y="2757"/>
                          <a:pt x="35862" y="4182"/>
                          <a:pt x="37575" y="5798"/>
                        </a:cubicBezTo>
                        <a:cubicBezTo>
                          <a:pt x="39287" y="7509"/>
                          <a:pt x="40619" y="9505"/>
                          <a:pt x="41665" y="11786"/>
                        </a:cubicBezTo>
                        <a:cubicBezTo>
                          <a:pt x="42712" y="14067"/>
                          <a:pt x="43568"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2" y="55224"/>
                          <a:pt x="40999" y="58361"/>
                        </a:cubicBezTo>
                        <a:cubicBezTo>
                          <a:pt x="39287" y="61498"/>
                          <a:pt x="37004" y="63969"/>
                          <a:pt x="34150" y="65775"/>
                        </a:cubicBezTo>
                        <a:cubicBezTo>
                          <a:pt x="31296" y="67581"/>
                          <a:pt x="27491" y="68531"/>
                          <a:pt x="22830" y="68531"/>
                        </a:cubicBezTo>
                        <a:cubicBezTo>
                          <a:pt x="18169" y="68531"/>
                          <a:pt x="14364" y="67581"/>
                          <a:pt x="11415" y="65775"/>
                        </a:cubicBezTo>
                        <a:cubicBezTo>
                          <a:pt x="8466" y="63969"/>
                          <a:pt x="6183" y="61403"/>
                          <a:pt x="4471" y="58266"/>
                        </a:cubicBezTo>
                        <a:cubicBezTo>
                          <a:pt x="2759" y="55129"/>
                          <a:pt x="1617" y="51517"/>
                          <a:pt x="951" y="47335"/>
                        </a:cubicBezTo>
                        <a:cubicBezTo>
                          <a:pt x="285" y="43153"/>
                          <a:pt x="0" y="38781"/>
                          <a:pt x="0" y="34123"/>
                        </a:cubicBezTo>
                        <a:cubicBezTo>
                          <a:pt x="0" y="29846"/>
                          <a:pt x="285" y="25759"/>
                          <a:pt x="856" y="21671"/>
                        </a:cubicBezTo>
                        <a:cubicBezTo>
                          <a:pt x="1427" y="17584"/>
                          <a:pt x="2569" y="13972"/>
                          <a:pt x="4186" y="10741"/>
                        </a:cubicBezTo>
                        <a:cubicBezTo>
                          <a:pt x="5803" y="7509"/>
                          <a:pt x="8086" y="4943"/>
                          <a:pt x="11035" y="2947"/>
                        </a:cubicBezTo>
                        <a:cubicBezTo>
                          <a:pt x="13983" y="951"/>
                          <a:pt x="17884" y="0"/>
                          <a:pt x="22735" y="0"/>
                        </a:cubicBezTo>
                        <a:close/>
                        <a:moveTo>
                          <a:pt x="39287" y="34408"/>
                        </a:moveTo>
                        <a:cubicBezTo>
                          <a:pt x="39287" y="30796"/>
                          <a:pt x="39097" y="27279"/>
                          <a:pt x="38716" y="23858"/>
                        </a:cubicBezTo>
                        <a:cubicBezTo>
                          <a:pt x="38336" y="20436"/>
                          <a:pt x="37479" y="17299"/>
                          <a:pt x="36338" y="14543"/>
                        </a:cubicBezTo>
                        <a:cubicBezTo>
                          <a:pt x="35101" y="11786"/>
                          <a:pt x="33389" y="9600"/>
                          <a:pt x="31201" y="7984"/>
                        </a:cubicBezTo>
                        <a:cubicBezTo>
                          <a:pt x="29013" y="6368"/>
                          <a:pt x="26160" y="5513"/>
                          <a:pt x="22545" y="5513"/>
                        </a:cubicBezTo>
                        <a:cubicBezTo>
                          <a:pt x="19216" y="5513"/>
                          <a:pt x="16457" y="6368"/>
                          <a:pt x="14269" y="7984"/>
                        </a:cubicBezTo>
                        <a:cubicBezTo>
                          <a:pt x="12176" y="9695"/>
                          <a:pt x="10464" y="11881"/>
                          <a:pt x="9322" y="14733"/>
                        </a:cubicBezTo>
                        <a:cubicBezTo>
                          <a:pt x="8086" y="17489"/>
                          <a:pt x="7325" y="20721"/>
                          <a:pt x="6754" y="24238"/>
                        </a:cubicBezTo>
                        <a:cubicBezTo>
                          <a:pt x="6278" y="27755"/>
                          <a:pt x="6088" y="31367"/>
                          <a:pt x="6088" y="35074"/>
                        </a:cubicBezTo>
                        <a:cubicBezTo>
                          <a:pt x="6088" y="39351"/>
                          <a:pt x="6374" y="43248"/>
                          <a:pt x="6849" y="46765"/>
                        </a:cubicBezTo>
                        <a:cubicBezTo>
                          <a:pt x="7325" y="50282"/>
                          <a:pt x="8276" y="53323"/>
                          <a:pt x="9608" y="55699"/>
                        </a:cubicBezTo>
                        <a:cubicBezTo>
                          <a:pt x="10844" y="58171"/>
                          <a:pt x="12557" y="60072"/>
                          <a:pt x="14745" y="61403"/>
                        </a:cubicBezTo>
                        <a:cubicBezTo>
                          <a:pt x="16837" y="62733"/>
                          <a:pt x="19596" y="63494"/>
                          <a:pt x="22830" y="63494"/>
                        </a:cubicBezTo>
                        <a:cubicBezTo>
                          <a:pt x="26445" y="63494"/>
                          <a:pt x="29299" y="62638"/>
                          <a:pt x="31487" y="60832"/>
                        </a:cubicBezTo>
                        <a:cubicBezTo>
                          <a:pt x="33675" y="59026"/>
                          <a:pt x="35292" y="56745"/>
                          <a:pt x="36528" y="53989"/>
                        </a:cubicBezTo>
                        <a:cubicBezTo>
                          <a:pt x="37670" y="51232"/>
                          <a:pt x="38431" y="48095"/>
                          <a:pt x="38811" y="44579"/>
                        </a:cubicBezTo>
                        <a:cubicBezTo>
                          <a:pt x="39192" y="41062"/>
                          <a:pt x="39382" y="37640"/>
                          <a:pt x="39382" y="34313"/>
                        </a:cubicBezTo>
                        <a:close/>
                      </a:path>
                    </a:pathLst>
                  </a:custGeom>
                  <a:solidFill>
                    <a:srgbClr val="000000"/>
                  </a:solidFill>
                  <a:ln w="9506" cap="flat">
                    <a:noFill/>
                    <a:prstDash val="solid"/>
                    <a:miter/>
                  </a:ln>
                </p:spPr>
                <p:txBody>
                  <a:bodyPr rtlCol="0" anchor="ctr"/>
                  <a:lstStyle/>
                  <a:p>
                    <a:endParaRPr lang="en-US"/>
                  </a:p>
                </p:txBody>
              </p:sp>
              <p:sp>
                <p:nvSpPr>
                  <p:cNvPr id="1591" name="Freeform 1590">
                    <a:extLst>
                      <a:ext uri="{FF2B5EF4-FFF2-40B4-BE49-F238E27FC236}">
                        <a16:creationId xmlns:a16="http://schemas.microsoft.com/office/drawing/2014/main" id="{0A6A56D4-E487-FE8B-3D96-3FC19C1F7E4E}"/>
                      </a:ext>
                    </a:extLst>
                  </p:cNvPr>
                  <p:cNvSpPr/>
                  <p:nvPr/>
                </p:nvSpPr>
                <p:spPr>
                  <a:xfrm>
                    <a:off x="7675083" y="3634593"/>
                    <a:ext cx="6944" cy="8364"/>
                  </a:xfrm>
                  <a:custGeom>
                    <a:avLst/>
                    <a:gdLst>
                      <a:gd name="connsiteX0" fmla="*/ 0 w 6944"/>
                      <a:gd name="connsiteY0" fmla="*/ 8364 h 8364"/>
                      <a:gd name="connsiteX1" fmla="*/ 0 w 6944"/>
                      <a:gd name="connsiteY1" fmla="*/ 0 h 8364"/>
                      <a:gd name="connsiteX2" fmla="*/ 6944 w 6944"/>
                      <a:gd name="connsiteY2" fmla="*/ 0 h 8364"/>
                      <a:gd name="connsiteX3" fmla="*/ 6944 w 6944"/>
                      <a:gd name="connsiteY3" fmla="*/ 8364 h 8364"/>
                      <a:gd name="connsiteX4" fmla="*/ 0 w 6944"/>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4" h="8364">
                        <a:moveTo>
                          <a:pt x="0" y="8364"/>
                        </a:moveTo>
                        <a:lnTo>
                          <a:pt x="0" y="0"/>
                        </a:lnTo>
                        <a:lnTo>
                          <a:pt x="6944" y="0"/>
                        </a:lnTo>
                        <a:lnTo>
                          <a:pt x="6944" y="8364"/>
                        </a:lnTo>
                        <a:lnTo>
                          <a:pt x="0" y="8364"/>
                        </a:lnTo>
                        <a:close/>
                      </a:path>
                    </a:pathLst>
                  </a:custGeom>
                  <a:solidFill>
                    <a:srgbClr val="000000"/>
                  </a:solidFill>
                  <a:ln w="9506" cap="flat">
                    <a:noFill/>
                    <a:prstDash val="solid"/>
                    <a:miter/>
                  </a:ln>
                </p:spPr>
                <p:txBody>
                  <a:bodyPr rtlCol="0" anchor="ctr"/>
                  <a:lstStyle/>
                  <a:p>
                    <a:endParaRPr lang="en-US"/>
                  </a:p>
                </p:txBody>
              </p:sp>
              <p:sp>
                <p:nvSpPr>
                  <p:cNvPr id="1592" name="Freeform 1591">
                    <a:extLst>
                      <a:ext uri="{FF2B5EF4-FFF2-40B4-BE49-F238E27FC236}">
                        <a16:creationId xmlns:a16="http://schemas.microsoft.com/office/drawing/2014/main" id="{F38ACBCA-2801-865E-2F49-4299BF69FCBF}"/>
                      </a:ext>
                    </a:extLst>
                  </p:cNvPr>
                  <p:cNvSpPr/>
                  <p:nvPr/>
                </p:nvSpPr>
                <p:spPr>
                  <a:xfrm>
                    <a:off x="7694964" y="3575852"/>
                    <a:ext cx="45469" cy="68341"/>
                  </a:xfrm>
                  <a:custGeom>
                    <a:avLst/>
                    <a:gdLst>
                      <a:gd name="connsiteX0" fmla="*/ 17884 w 45469"/>
                      <a:gd name="connsiteY0" fmla="*/ 29846 h 68341"/>
                      <a:gd name="connsiteX1" fmla="*/ 25684 w 45469"/>
                      <a:gd name="connsiteY1" fmla="*/ 29276 h 68341"/>
                      <a:gd name="connsiteX2" fmla="*/ 31677 w 45469"/>
                      <a:gd name="connsiteY2" fmla="*/ 27280 h 68341"/>
                      <a:gd name="connsiteX3" fmla="*/ 35577 w 45469"/>
                      <a:gd name="connsiteY3" fmla="*/ 23287 h 68341"/>
                      <a:gd name="connsiteX4" fmla="*/ 37004 w 45469"/>
                      <a:gd name="connsiteY4" fmla="*/ 16919 h 68341"/>
                      <a:gd name="connsiteX5" fmla="*/ 35862 w 45469"/>
                      <a:gd name="connsiteY5" fmla="*/ 11596 h 68341"/>
                      <a:gd name="connsiteX6" fmla="*/ 32723 w 45469"/>
                      <a:gd name="connsiteY6" fmla="*/ 7889 h 68341"/>
                      <a:gd name="connsiteX7" fmla="*/ 28157 w 45469"/>
                      <a:gd name="connsiteY7" fmla="*/ 5798 h 68341"/>
                      <a:gd name="connsiteX8" fmla="*/ 22735 w 45469"/>
                      <a:gd name="connsiteY8" fmla="*/ 5133 h 68341"/>
                      <a:gd name="connsiteX9" fmla="*/ 16837 w 45469"/>
                      <a:gd name="connsiteY9" fmla="*/ 6178 h 68341"/>
                      <a:gd name="connsiteX10" fmla="*/ 12366 w 45469"/>
                      <a:gd name="connsiteY10" fmla="*/ 9125 h 68341"/>
                      <a:gd name="connsiteX11" fmla="*/ 9417 w 45469"/>
                      <a:gd name="connsiteY11" fmla="*/ 13687 h 68341"/>
                      <a:gd name="connsiteX12" fmla="*/ 8371 w 45469"/>
                      <a:gd name="connsiteY12" fmla="*/ 19390 h 68341"/>
                      <a:gd name="connsiteX13" fmla="*/ 2283 w 45469"/>
                      <a:gd name="connsiteY13" fmla="*/ 19390 h 68341"/>
                      <a:gd name="connsiteX14" fmla="*/ 3900 w 45469"/>
                      <a:gd name="connsiteY14" fmla="*/ 11121 h 68341"/>
                      <a:gd name="connsiteX15" fmla="*/ 8752 w 45469"/>
                      <a:gd name="connsiteY15" fmla="*/ 4372 h 68341"/>
                      <a:gd name="connsiteX16" fmla="*/ 15886 w 45469"/>
                      <a:gd name="connsiteY16" fmla="*/ 760 h 68341"/>
                      <a:gd name="connsiteX17" fmla="*/ 24067 w 45469"/>
                      <a:gd name="connsiteY17" fmla="*/ 0 h 68341"/>
                      <a:gd name="connsiteX18" fmla="*/ 31487 w 45469"/>
                      <a:gd name="connsiteY18" fmla="*/ 951 h 68341"/>
                      <a:gd name="connsiteX19" fmla="*/ 37575 w 45469"/>
                      <a:gd name="connsiteY19" fmla="*/ 3992 h 68341"/>
                      <a:gd name="connsiteX20" fmla="*/ 41665 w 45469"/>
                      <a:gd name="connsiteY20" fmla="*/ 9125 h 68341"/>
                      <a:gd name="connsiteX21" fmla="*/ 43187 w 45469"/>
                      <a:gd name="connsiteY21" fmla="*/ 16444 h 68341"/>
                      <a:gd name="connsiteX22" fmla="*/ 40809 w 45469"/>
                      <a:gd name="connsiteY22" fmla="*/ 25474 h 68341"/>
                      <a:gd name="connsiteX23" fmla="*/ 33675 w 45469"/>
                      <a:gd name="connsiteY23" fmla="*/ 31367 h 68341"/>
                      <a:gd name="connsiteX24" fmla="*/ 39572 w 45469"/>
                      <a:gd name="connsiteY24" fmla="*/ 34408 h 68341"/>
                      <a:gd name="connsiteX25" fmla="*/ 43187 w 45469"/>
                      <a:gd name="connsiteY25" fmla="*/ 38495 h 68341"/>
                      <a:gd name="connsiteX26" fmla="*/ 44994 w 45469"/>
                      <a:gd name="connsiteY26" fmla="*/ 43248 h 68341"/>
                      <a:gd name="connsiteX27" fmla="*/ 45470 w 45469"/>
                      <a:gd name="connsiteY27" fmla="*/ 48000 h 68341"/>
                      <a:gd name="connsiteX28" fmla="*/ 44043 w 45469"/>
                      <a:gd name="connsiteY28" fmla="*/ 55795 h 68341"/>
                      <a:gd name="connsiteX29" fmla="*/ 39858 w 45469"/>
                      <a:gd name="connsiteY29" fmla="*/ 62163 h 68341"/>
                      <a:gd name="connsiteX30" fmla="*/ 33104 w 45469"/>
                      <a:gd name="connsiteY30" fmla="*/ 66535 h 68341"/>
                      <a:gd name="connsiteX31" fmla="*/ 23877 w 45469"/>
                      <a:gd name="connsiteY31" fmla="*/ 68341 h 68341"/>
                      <a:gd name="connsiteX32" fmla="*/ 13793 w 45469"/>
                      <a:gd name="connsiteY32" fmla="*/ 67296 h 68341"/>
                      <a:gd name="connsiteX33" fmla="*/ 6659 w 45469"/>
                      <a:gd name="connsiteY33" fmla="*/ 63874 h 68341"/>
                      <a:gd name="connsiteX34" fmla="*/ 2188 w 45469"/>
                      <a:gd name="connsiteY34" fmla="*/ 57505 h 68341"/>
                      <a:gd name="connsiteX35" fmla="*/ 0 w 45469"/>
                      <a:gd name="connsiteY35" fmla="*/ 47620 h 68341"/>
                      <a:gd name="connsiteX36" fmla="*/ 6088 w 45469"/>
                      <a:gd name="connsiteY36" fmla="*/ 47620 h 68341"/>
                      <a:gd name="connsiteX37" fmla="*/ 10654 w 45469"/>
                      <a:gd name="connsiteY37" fmla="*/ 59311 h 68341"/>
                      <a:gd name="connsiteX38" fmla="*/ 22735 w 45469"/>
                      <a:gd name="connsiteY38" fmla="*/ 63304 h 68341"/>
                      <a:gd name="connsiteX39" fmla="*/ 29489 w 45469"/>
                      <a:gd name="connsiteY39" fmla="*/ 62068 h 68341"/>
                      <a:gd name="connsiteX40" fmla="*/ 34816 w 45469"/>
                      <a:gd name="connsiteY40" fmla="*/ 58741 h 68341"/>
                      <a:gd name="connsiteX41" fmla="*/ 38240 w 45469"/>
                      <a:gd name="connsiteY41" fmla="*/ 53894 h 68341"/>
                      <a:gd name="connsiteX42" fmla="*/ 39382 w 45469"/>
                      <a:gd name="connsiteY42" fmla="*/ 48191 h 68341"/>
                      <a:gd name="connsiteX43" fmla="*/ 37479 w 45469"/>
                      <a:gd name="connsiteY43" fmla="*/ 41442 h 68341"/>
                      <a:gd name="connsiteX44" fmla="*/ 32818 w 45469"/>
                      <a:gd name="connsiteY44" fmla="*/ 37165 h 68341"/>
                      <a:gd name="connsiteX45" fmla="*/ 26064 w 45469"/>
                      <a:gd name="connsiteY45" fmla="*/ 35074 h 68341"/>
                      <a:gd name="connsiteX46" fmla="*/ 17788 w 45469"/>
                      <a:gd name="connsiteY46" fmla="*/ 34883 h 68341"/>
                      <a:gd name="connsiteX47" fmla="*/ 17788 w 45469"/>
                      <a:gd name="connsiteY47" fmla="*/ 29941 h 683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45469" h="68341">
                        <a:moveTo>
                          <a:pt x="17884" y="29846"/>
                        </a:moveTo>
                        <a:cubicBezTo>
                          <a:pt x="20737" y="29846"/>
                          <a:pt x="23306" y="29656"/>
                          <a:pt x="25684" y="29276"/>
                        </a:cubicBezTo>
                        <a:cubicBezTo>
                          <a:pt x="28062" y="28895"/>
                          <a:pt x="30060" y="28230"/>
                          <a:pt x="31677" y="27280"/>
                        </a:cubicBezTo>
                        <a:cubicBezTo>
                          <a:pt x="33389" y="26329"/>
                          <a:pt x="34626" y="24998"/>
                          <a:pt x="35577" y="23287"/>
                        </a:cubicBezTo>
                        <a:cubicBezTo>
                          <a:pt x="36528" y="21576"/>
                          <a:pt x="37004" y="19485"/>
                          <a:pt x="37004" y="16919"/>
                        </a:cubicBezTo>
                        <a:cubicBezTo>
                          <a:pt x="37004" y="14828"/>
                          <a:pt x="36623" y="13022"/>
                          <a:pt x="35862" y="11596"/>
                        </a:cubicBezTo>
                        <a:cubicBezTo>
                          <a:pt x="35101" y="10170"/>
                          <a:pt x="34055" y="8840"/>
                          <a:pt x="32723" y="7889"/>
                        </a:cubicBezTo>
                        <a:cubicBezTo>
                          <a:pt x="31392" y="6939"/>
                          <a:pt x="29870" y="6273"/>
                          <a:pt x="28157" y="5798"/>
                        </a:cubicBezTo>
                        <a:cubicBezTo>
                          <a:pt x="26445" y="5323"/>
                          <a:pt x="24543" y="5133"/>
                          <a:pt x="22735" y="5133"/>
                        </a:cubicBezTo>
                        <a:cubicBezTo>
                          <a:pt x="20547" y="5133"/>
                          <a:pt x="18645" y="5513"/>
                          <a:pt x="16837" y="6178"/>
                        </a:cubicBezTo>
                        <a:cubicBezTo>
                          <a:pt x="15030" y="6844"/>
                          <a:pt x="13603" y="7889"/>
                          <a:pt x="12366" y="9125"/>
                        </a:cubicBezTo>
                        <a:cubicBezTo>
                          <a:pt x="11130" y="10360"/>
                          <a:pt x="10083" y="11976"/>
                          <a:pt x="9417" y="13687"/>
                        </a:cubicBezTo>
                        <a:cubicBezTo>
                          <a:pt x="8752" y="15398"/>
                          <a:pt x="8371" y="17299"/>
                          <a:pt x="8371" y="19390"/>
                        </a:cubicBezTo>
                        <a:lnTo>
                          <a:pt x="2283" y="19390"/>
                        </a:lnTo>
                        <a:cubicBezTo>
                          <a:pt x="2283" y="16349"/>
                          <a:pt x="2759" y="13592"/>
                          <a:pt x="3900" y="11121"/>
                        </a:cubicBezTo>
                        <a:cubicBezTo>
                          <a:pt x="4946" y="8650"/>
                          <a:pt x="6564" y="6463"/>
                          <a:pt x="8752" y="4372"/>
                        </a:cubicBezTo>
                        <a:cubicBezTo>
                          <a:pt x="10844" y="2471"/>
                          <a:pt x="13223" y="1236"/>
                          <a:pt x="15886" y="760"/>
                        </a:cubicBezTo>
                        <a:cubicBezTo>
                          <a:pt x="18550" y="190"/>
                          <a:pt x="21213" y="0"/>
                          <a:pt x="24067" y="0"/>
                        </a:cubicBezTo>
                        <a:cubicBezTo>
                          <a:pt x="26730" y="0"/>
                          <a:pt x="29204" y="285"/>
                          <a:pt x="31487" y="951"/>
                        </a:cubicBezTo>
                        <a:cubicBezTo>
                          <a:pt x="33770" y="1616"/>
                          <a:pt x="35862" y="2661"/>
                          <a:pt x="37575" y="3992"/>
                        </a:cubicBezTo>
                        <a:cubicBezTo>
                          <a:pt x="39287" y="5323"/>
                          <a:pt x="40618" y="7129"/>
                          <a:pt x="41665" y="9125"/>
                        </a:cubicBezTo>
                        <a:cubicBezTo>
                          <a:pt x="42711" y="11216"/>
                          <a:pt x="43187" y="13687"/>
                          <a:pt x="43187" y="16444"/>
                        </a:cubicBezTo>
                        <a:cubicBezTo>
                          <a:pt x="43187" y="19961"/>
                          <a:pt x="42426" y="22907"/>
                          <a:pt x="40809" y="25474"/>
                        </a:cubicBezTo>
                        <a:cubicBezTo>
                          <a:pt x="39287" y="28040"/>
                          <a:pt x="36909" y="29941"/>
                          <a:pt x="33675" y="31367"/>
                        </a:cubicBezTo>
                        <a:cubicBezTo>
                          <a:pt x="36053" y="32127"/>
                          <a:pt x="38050" y="33173"/>
                          <a:pt x="39572" y="34408"/>
                        </a:cubicBezTo>
                        <a:cubicBezTo>
                          <a:pt x="41094" y="35644"/>
                          <a:pt x="42331" y="36975"/>
                          <a:pt x="43187" y="38495"/>
                        </a:cubicBezTo>
                        <a:cubicBezTo>
                          <a:pt x="44043" y="40016"/>
                          <a:pt x="44709" y="41537"/>
                          <a:pt x="44994" y="43248"/>
                        </a:cubicBezTo>
                        <a:cubicBezTo>
                          <a:pt x="45280" y="44959"/>
                          <a:pt x="45470" y="46480"/>
                          <a:pt x="45470" y="48000"/>
                        </a:cubicBezTo>
                        <a:cubicBezTo>
                          <a:pt x="45470" y="50757"/>
                          <a:pt x="44994" y="53418"/>
                          <a:pt x="44043" y="55795"/>
                        </a:cubicBezTo>
                        <a:cubicBezTo>
                          <a:pt x="43092" y="58171"/>
                          <a:pt x="41665" y="60357"/>
                          <a:pt x="39858" y="62163"/>
                        </a:cubicBezTo>
                        <a:cubicBezTo>
                          <a:pt x="38050" y="63969"/>
                          <a:pt x="35767" y="65490"/>
                          <a:pt x="33104" y="66535"/>
                        </a:cubicBezTo>
                        <a:cubicBezTo>
                          <a:pt x="30345" y="67676"/>
                          <a:pt x="27301" y="68246"/>
                          <a:pt x="23877" y="68341"/>
                        </a:cubicBezTo>
                        <a:cubicBezTo>
                          <a:pt x="19976" y="68341"/>
                          <a:pt x="16647" y="67961"/>
                          <a:pt x="13793" y="67296"/>
                        </a:cubicBezTo>
                        <a:cubicBezTo>
                          <a:pt x="10939" y="66630"/>
                          <a:pt x="8561" y="65490"/>
                          <a:pt x="6659" y="63874"/>
                        </a:cubicBezTo>
                        <a:cubicBezTo>
                          <a:pt x="4756" y="62258"/>
                          <a:pt x="3234" y="60167"/>
                          <a:pt x="2188" y="57505"/>
                        </a:cubicBezTo>
                        <a:cubicBezTo>
                          <a:pt x="1141" y="54844"/>
                          <a:pt x="381" y="51612"/>
                          <a:pt x="0" y="47620"/>
                        </a:cubicBezTo>
                        <a:lnTo>
                          <a:pt x="6088" y="47620"/>
                        </a:lnTo>
                        <a:cubicBezTo>
                          <a:pt x="6088" y="52753"/>
                          <a:pt x="7610" y="56650"/>
                          <a:pt x="10654" y="59311"/>
                        </a:cubicBezTo>
                        <a:cubicBezTo>
                          <a:pt x="13698" y="61973"/>
                          <a:pt x="17788" y="63304"/>
                          <a:pt x="22735" y="63304"/>
                        </a:cubicBezTo>
                        <a:cubicBezTo>
                          <a:pt x="25113" y="63304"/>
                          <a:pt x="27396" y="62923"/>
                          <a:pt x="29489" y="62068"/>
                        </a:cubicBezTo>
                        <a:cubicBezTo>
                          <a:pt x="31582" y="61212"/>
                          <a:pt x="33389" y="60167"/>
                          <a:pt x="34816" y="58741"/>
                        </a:cubicBezTo>
                        <a:cubicBezTo>
                          <a:pt x="36243" y="57315"/>
                          <a:pt x="37479" y="55699"/>
                          <a:pt x="38240" y="53894"/>
                        </a:cubicBezTo>
                        <a:cubicBezTo>
                          <a:pt x="39002" y="52088"/>
                          <a:pt x="39382" y="50187"/>
                          <a:pt x="39382" y="48191"/>
                        </a:cubicBezTo>
                        <a:cubicBezTo>
                          <a:pt x="39287" y="45434"/>
                          <a:pt x="38621" y="43248"/>
                          <a:pt x="37479" y="41442"/>
                        </a:cubicBezTo>
                        <a:cubicBezTo>
                          <a:pt x="36338" y="39636"/>
                          <a:pt x="34816" y="38210"/>
                          <a:pt x="32818" y="37165"/>
                        </a:cubicBezTo>
                        <a:cubicBezTo>
                          <a:pt x="30916" y="36119"/>
                          <a:pt x="28633" y="35454"/>
                          <a:pt x="26064" y="35074"/>
                        </a:cubicBezTo>
                        <a:cubicBezTo>
                          <a:pt x="23496" y="34693"/>
                          <a:pt x="20737" y="34693"/>
                          <a:pt x="17788" y="34883"/>
                        </a:cubicBezTo>
                        <a:lnTo>
                          <a:pt x="17788" y="29941"/>
                        </a:lnTo>
                        <a:close/>
                      </a:path>
                    </a:pathLst>
                  </a:custGeom>
                  <a:solidFill>
                    <a:srgbClr val="000000"/>
                  </a:solidFill>
                  <a:ln w="9506" cap="flat">
                    <a:noFill/>
                    <a:prstDash val="solid"/>
                    <a:miter/>
                  </a:ln>
                </p:spPr>
                <p:txBody>
                  <a:bodyPr rtlCol="0" anchor="ctr"/>
                  <a:lstStyle/>
                  <a:p>
                    <a:endParaRPr lang="en-US"/>
                  </a:p>
                </p:txBody>
              </p:sp>
              <p:sp>
                <p:nvSpPr>
                  <p:cNvPr id="1593" name="Freeform 1592">
                    <a:extLst>
                      <a:ext uri="{FF2B5EF4-FFF2-40B4-BE49-F238E27FC236}">
                        <a16:creationId xmlns:a16="http://schemas.microsoft.com/office/drawing/2014/main" id="{28A8AD59-65BD-6CC2-055C-4A82250A2F1A}"/>
                      </a:ext>
                    </a:extLst>
                  </p:cNvPr>
                  <p:cNvSpPr/>
                  <p:nvPr/>
                </p:nvSpPr>
                <p:spPr>
                  <a:xfrm>
                    <a:off x="7749280" y="3575947"/>
                    <a:ext cx="44423" cy="67105"/>
                  </a:xfrm>
                  <a:custGeom>
                    <a:avLst/>
                    <a:gdLst>
                      <a:gd name="connsiteX0" fmla="*/ 1903 w 44423"/>
                      <a:gd name="connsiteY0" fmla="*/ 21957 h 67105"/>
                      <a:gd name="connsiteX1" fmla="*/ 3425 w 44423"/>
                      <a:gd name="connsiteY1" fmla="*/ 13022 h 67105"/>
                      <a:gd name="connsiteX2" fmla="*/ 7800 w 44423"/>
                      <a:gd name="connsiteY2" fmla="*/ 6083 h 67105"/>
                      <a:gd name="connsiteX3" fmla="*/ 14745 w 44423"/>
                      <a:gd name="connsiteY3" fmla="*/ 1616 h 67105"/>
                      <a:gd name="connsiteX4" fmla="*/ 23781 w 44423"/>
                      <a:gd name="connsiteY4" fmla="*/ 0 h 67105"/>
                      <a:gd name="connsiteX5" fmla="*/ 32628 w 44423"/>
                      <a:gd name="connsiteY5" fmla="*/ 1426 h 67105"/>
                      <a:gd name="connsiteX6" fmla="*/ 39097 w 44423"/>
                      <a:gd name="connsiteY6" fmla="*/ 5418 h 67105"/>
                      <a:gd name="connsiteX7" fmla="*/ 43092 w 44423"/>
                      <a:gd name="connsiteY7" fmla="*/ 11311 h 67105"/>
                      <a:gd name="connsiteX8" fmla="*/ 44424 w 44423"/>
                      <a:gd name="connsiteY8" fmla="*/ 18535 h 67105"/>
                      <a:gd name="connsiteX9" fmla="*/ 42902 w 44423"/>
                      <a:gd name="connsiteY9" fmla="*/ 26424 h 67105"/>
                      <a:gd name="connsiteX10" fmla="*/ 39002 w 44423"/>
                      <a:gd name="connsiteY10" fmla="*/ 32507 h 67105"/>
                      <a:gd name="connsiteX11" fmla="*/ 33484 w 44423"/>
                      <a:gd name="connsiteY11" fmla="*/ 37260 h 67105"/>
                      <a:gd name="connsiteX12" fmla="*/ 27206 w 44423"/>
                      <a:gd name="connsiteY12" fmla="*/ 41252 h 67105"/>
                      <a:gd name="connsiteX13" fmla="*/ 20833 w 44423"/>
                      <a:gd name="connsiteY13" fmla="*/ 44864 h 67105"/>
                      <a:gd name="connsiteX14" fmla="*/ 15220 w 44423"/>
                      <a:gd name="connsiteY14" fmla="*/ 48476 h 67105"/>
                      <a:gd name="connsiteX15" fmla="*/ 12081 w 44423"/>
                      <a:gd name="connsiteY15" fmla="*/ 51042 h 67105"/>
                      <a:gd name="connsiteX16" fmla="*/ 9322 w 44423"/>
                      <a:gd name="connsiteY16" fmla="*/ 53989 h 67105"/>
                      <a:gd name="connsiteX17" fmla="*/ 7325 w 44423"/>
                      <a:gd name="connsiteY17" fmla="*/ 57600 h 67105"/>
                      <a:gd name="connsiteX18" fmla="*/ 6469 w 44423"/>
                      <a:gd name="connsiteY18" fmla="*/ 61973 h 67105"/>
                      <a:gd name="connsiteX19" fmla="*/ 43853 w 44423"/>
                      <a:gd name="connsiteY19" fmla="*/ 61973 h 67105"/>
                      <a:gd name="connsiteX20" fmla="*/ 43853 w 44423"/>
                      <a:gd name="connsiteY20" fmla="*/ 67106 h 67105"/>
                      <a:gd name="connsiteX21" fmla="*/ 0 w 44423"/>
                      <a:gd name="connsiteY21" fmla="*/ 67106 h 67105"/>
                      <a:gd name="connsiteX22" fmla="*/ 1047 w 44423"/>
                      <a:gd name="connsiteY22" fmla="*/ 58361 h 67105"/>
                      <a:gd name="connsiteX23" fmla="*/ 5232 w 44423"/>
                      <a:gd name="connsiteY23" fmla="*/ 50757 h 67105"/>
                      <a:gd name="connsiteX24" fmla="*/ 12557 w 44423"/>
                      <a:gd name="connsiteY24" fmla="*/ 43913 h 67105"/>
                      <a:gd name="connsiteX25" fmla="*/ 19976 w 44423"/>
                      <a:gd name="connsiteY25" fmla="*/ 38780 h 67105"/>
                      <a:gd name="connsiteX26" fmla="*/ 26825 w 44423"/>
                      <a:gd name="connsiteY26" fmla="*/ 34693 h 67105"/>
                      <a:gd name="connsiteX27" fmla="*/ 32533 w 44423"/>
                      <a:gd name="connsiteY27" fmla="*/ 30606 h 67105"/>
                      <a:gd name="connsiteX28" fmla="*/ 36433 w 44423"/>
                      <a:gd name="connsiteY28" fmla="*/ 25664 h 67105"/>
                      <a:gd name="connsiteX29" fmla="*/ 37860 w 44423"/>
                      <a:gd name="connsiteY29" fmla="*/ 18915 h 67105"/>
                      <a:gd name="connsiteX30" fmla="*/ 36719 w 44423"/>
                      <a:gd name="connsiteY30" fmla="*/ 13117 h 67105"/>
                      <a:gd name="connsiteX31" fmla="*/ 33579 w 44423"/>
                      <a:gd name="connsiteY31" fmla="*/ 8745 h 67105"/>
                      <a:gd name="connsiteX32" fmla="*/ 28918 w 44423"/>
                      <a:gd name="connsiteY32" fmla="*/ 5988 h 67105"/>
                      <a:gd name="connsiteX33" fmla="*/ 23116 w 44423"/>
                      <a:gd name="connsiteY33" fmla="*/ 5133 h 67105"/>
                      <a:gd name="connsiteX34" fmla="*/ 17028 w 44423"/>
                      <a:gd name="connsiteY34" fmla="*/ 6463 h 67105"/>
                      <a:gd name="connsiteX35" fmla="*/ 12366 w 44423"/>
                      <a:gd name="connsiteY35" fmla="*/ 10170 h 67105"/>
                      <a:gd name="connsiteX36" fmla="*/ 9322 w 44423"/>
                      <a:gd name="connsiteY36" fmla="*/ 15493 h 67105"/>
                      <a:gd name="connsiteX37" fmla="*/ 8466 w 44423"/>
                      <a:gd name="connsiteY37" fmla="*/ 21957 h 67105"/>
                      <a:gd name="connsiteX38" fmla="*/ 1998 w 44423"/>
                      <a:gd name="connsiteY38" fmla="*/ 21957 h 67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44423" h="67105">
                        <a:moveTo>
                          <a:pt x="1903" y="21957"/>
                        </a:moveTo>
                        <a:cubicBezTo>
                          <a:pt x="1903" y="18630"/>
                          <a:pt x="2378" y="15683"/>
                          <a:pt x="3425" y="13022"/>
                        </a:cubicBezTo>
                        <a:cubicBezTo>
                          <a:pt x="4471" y="10360"/>
                          <a:pt x="5898" y="7984"/>
                          <a:pt x="7800" y="6083"/>
                        </a:cubicBezTo>
                        <a:cubicBezTo>
                          <a:pt x="9703" y="4182"/>
                          <a:pt x="11986" y="2661"/>
                          <a:pt x="14745" y="1616"/>
                        </a:cubicBezTo>
                        <a:cubicBezTo>
                          <a:pt x="17408" y="570"/>
                          <a:pt x="20452" y="0"/>
                          <a:pt x="23781" y="0"/>
                        </a:cubicBezTo>
                        <a:cubicBezTo>
                          <a:pt x="27111" y="0"/>
                          <a:pt x="30060" y="475"/>
                          <a:pt x="32628" y="1426"/>
                        </a:cubicBezTo>
                        <a:cubicBezTo>
                          <a:pt x="35197" y="2376"/>
                          <a:pt x="37385" y="3707"/>
                          <a:pt x="39097" y="5418"/>
                        </a:cubicBezTo>
                        <a:cubicBezTo>
                          <a:pt x="40809" y="7129"/>
                          <a:pt x="42141" y="9030"/>
                          <a:pt x="43092" y="11311"/>
                        </a:cubicBezTo>
                        <a:cubicBezTo>
                          <a:pt x="43948" y="13592"/>
                          <a:pt x="44424" y="15968"/>
                          <a:pt x="44424" y="18535"/>
                        </a:cubicBezTo>
                        <a:cubicBezTo>
                          <a:pt x="44424" y="21481"/>
                          <a:pt x="43948" y="24143"/>
                          <a:pt x="42902" y="26424"/>
                        </a:cubicBezTo>
                        <a:cubicBezTo>
                          <a:pt x="41950" y="28705"/>
                          <a:pt x="40619" y="30701"/>
                          <a:pt x="39002" y="32507"/>
                        </a:cubicBezTo>
                        <a:cubicBezTo>
                          <a:pt x="37385" y="34313"/>
                          <a:pt x="35577" y="35834"/>
                          <a:pt x="33484" y="37260"/>
                        </a:cubicBezTo>
                        <a:cubicBezTo>
                          <a:pt x="31392" y="38685"/>
                          <a:pt x="29299" y="39921"/>
                          <a:pt x="27206" y="41252"/>
                        </a:cubicBezTo>
                        <a:cubicBezTo>
                          <a:pt x="25018" y="42487"/>
                          <a:pt x="22925" y="43628"/>
                          <a:pt x="20833" y="44864"/>
                        </a:cubicBezTo>
                        <a:cubicBezTo>
                          <a:pt x="18740" y="46004"/>
                          <a:pt x="16837" y="47240"/>
                          <a:pt x="15220" y="48476"/>
                        </a:cubicBezTo>
                        <a:cubicBezTo>
                          <a:pt x="14174" y="49331"/>
                          <a:pt x="13127" y="50187"/>
                          <a:pt x="12081" y="51042"/>
                        </a:cubicBezTo>
                        <a:cubicBezTo>
                          <a:pt x="11035" y="51992"/>
                          <a:pt x="10178" y="52943"/>
                          <a:pt x="9322" y="53989"/>
                        </a:cubicBezTo>
                        <a:cubicBezTo>
                          <a:pt x="8466" y="55034"/>
                          <a:pt x="7800" y="56270"/>
                          <a:pt x="7325" y="57600"/>
                        </a:cubicBezTo>
                        <a:cubicBezTo>
                          <a:pt x="6849" y="58931"/>
                          <a:pt x="6564" y="60357"/>
                          <a:pt x="6469" y="61973"/>
                        </a:cubicBezTo>
                        <a:lnTo>
                          <a:pt x="43853" y="61973"/>
                        </a:lnTo>
                        <a:lnTo>
                          <a:pt x="43853" y="67106"/>
                        </a:lnTo>
                        <a:lnTo>
                          <a:pt x="0" y="67106"/>
                        </a:lnTo>
                        <a:cubicBezTo>
                          <a:pt x="0" y="63874"/>
                          <a:pt x="381" y="60927"/>
                          <a:pt x="1047" y="58361"/>
                        </a:cubicBezTo>
                        <a:cubicBezTo>
                          <a:pt x="1712" y="55794"/>
                          <a:pt x="3044" y="53228"/>
                          <a:pt x="5232" y="50757"/>
                        </a:cubicBezTo>
                        <a:cubicBezTo>
                          <a:pt x="7610" y="48095"/>
                          <a:pt x="9988" y="45814"/>
                          <a:pt x="12557" y="43913"/>
                        </a:cubicBezTo>
                        <a:cubicBezTo>
                          <a:pt x="15030" y="42012"/>
                          <a:pt x="17503" y="40301"/>
                          <a:pt x="19976" y="38780"/>
                        </a:cubicBezTo>
                        <a:cubicBezTo>
                          <a:pt x="22355" y="37260"/>
                          <a:pt x="24638" y="35929"/>
                          <a:pt x="26825" y="34693"/>
                        </a:cubicBezTo>
                        <a:cubicBezTo>
                          <a:pt x="29013" y="33458"/>
                          <a:pt x="30916" y="32127"/>
                          <a:pt x="32533" y="30606"/>
                        </a:cubicBezTo>
                        <a:cubicBezTo>
                          <a:pt x="34150" y="29180"/>
                          <a:pt x="35482" y="27470"/>
                          <a:pt x="36433" y="25664"/>
                        </a:cubicBezTo>
                        <a:cubicBezTo>
                          <a:pt x="37385" y="23858"/>
                          <a:pt x="37860" y="21576"/>
                          <a:pt x="37860" y="18915"/>
                        </a:cubicBezTo>
                        <a:cubicBezTo>
                          <a:pt x="37860" y="16729"/>
                          <a:pt x="37479" y="14828"/>
                          <a:pt x="36719" y="13117"/>
                        </a:cubicBezTo>
                        <a:cubicBezTo>
                          <a:pt x="35957" y="11406"/>
                          <a:pt x="34911" y="9980"/>
                          <a:pt x="33579" y="8745"/>
                        </a:cubicBezTo>
                        <a:cubicBezTo>
                          <a:pt x="32248" y="7509"/>
                          <a:pt x="30726" y="6653"/>
                          <a:pt x="28918" y="5988"/>
                        </a:cubicBezTo>
                        <a:cubicBezTo>
                          <a:pt x="27111" y="5418"/>
                          <a:pt x="25208" y="5133"/>
                          <a:pt x="23116" y="5133"/>
                        </a:cubicBezTo>
                        <a:cubicBezTo>
                          <a:pt x="20928" y="5133"/>
                          <a:pt x="18835" y="5608"/>
                          <a:pt x="17028" y="6463"/>
                        </a:cubicBezTo>
                        <a:cubicBezTo>
                          <a:pt x="15220" y="7414"/>
                          <a:pt x="13698" y="8649"/>
                          <a:pt x="12366" y="10170"/>
                        </a:cubicBezTo>
                        <a:cubicBezTo>
                          <a:pt x="11035" y="11691"/>
                          <a:pt x="10083" y="13497"/>
                          <a:pt x="9322" y="15493"/>
                        </a:cubicBezTo>
                        <a:cubicBezTo>
                          <a:pt x="8656" y="17489"/>
                          <a:pt x="8371" y="19675"/>
                          <a:pt x="8466" y="21957"/>
                        </a:cubicBezTo>
                        <a:lnTo>
                          <a:pt x="1998" y="21957"/>
                        </a:lnTo>
                        <a:close/>
                      </a:path>
                    </a:pathLst>
                  </a:custGeom>
                  <a:solidFill>
                    <a:srgbClr val="000000"/>
                  </a:solidFill>
                  <a:ln w="9506" cap="flat">
                    <a:noFill/>
                    <a:prstDash val="solid"/>
                    <a:miter/>
                  </a:ln>
                </p:spPr>
                <p:txBody>
                  <a:bodyPr rtlCol="0" anchor="ctr"/>
                  <a:lstStyle/>
                  <a:p>
                    <a:endParaRPr lang="en-US"/>
                  </a:p>
                </p:txBody>
              </p:sp>
              <p:sp>
                <p:nvSpPr>
                  <p:cNvPr id="1594" name="Freeform 1593">
                    <a:extLst>
                      <a:ext uri="{FF2B5EF4-FFF2-40B4-BE49-F238E27FC236}">
                        <a16:creationId xmlns:a16="http://schemas.microsoft.com/office/drawing/2014/main" id="{5B601E77-97EF-21BE-F0AE-3E60BFC4566B}"/>
                      </a:ext>
                    </a:extLst>
                  </p:cNvPr>
                  <p:cNvSpPr/>
                  <p:nvPr/>
                </p:nvSpPr>
                <p:spPr>
                  <a:xfrm>
                    <a:off x="7807212" y="3634688"/>
                    <a:ext cx="7039" cy="21386"/>
                  </a:xfrm>
                  <a:custGeom>
                    <a:avLst/>
                    <a:gdLst>
                      <a:gd name="connsiteX0" fmla="*/ 7039 w 7039"/>
                      <a:gd name="connsiteY0" fmla="*/ 11121 h 21386"/>
                      <a:gd name="connsiteX1" fmla="*/ 5042 w 7039"/>
                      <a:gd name="connsiteY1" fmla="*/ 17870 h 21386"/>
                      <a:gd name="connsiteX2" fmla="*/ 0 w 7039"/>
                      <a:gd name="connsiteY2" fmla="*/ 21386 h 21386"/>
                      <a:gd name="connsiteX3" fmla="*/ 0 w 7039"/>
                      <a:gd name="connsiteY3" fmla="*/ 17870 h 21386"/>
                      <a:gd name="connsiteX4" fmla="*/ 2188 w 7039"/>
                      <a:gd name="connsiteY4" fmla="*/ 15778 h 21386"/>
                      <a:gd name="connsiteX5" fmla="*/ 3234 w 7039"/>
                      <a:gd name="connsiteY5" fmla="*/ 11596 h 21386"/>
                      <a:gd name="connsiteX6" fmla="*/ 3234 w 7039"/>
                      <a:gd name="connsiteY6" fmla="*/ 8364 h 21386"/>
                      <a:gd name="connsiteX7" fmla="*/ 0 w 7039"/>
                      <a:gd name="connsiteY7" fmla="*/ 8364 h 21386"/>
                      <a:gd name="connsiteX8" fmla="*/ 0 w 7039"/>
                      <a:gd name="connsiteY8" fmla="*/ 0 h 21386"/>
                      <a:gd name="connsiteX9" fmla="*/ 6944 w 7039"/>
                      <a:gd name="connsiteY9" fmla="*/ 0 h 21386"/>
                      <a:gd name="connsiteX10" fmla="*/ 6944 w 7039"/>
                      <a:gd name="connsiteY10" fmla="*/ 11216 h 21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039" h="21386">
                        <a:moveTo>
                          <a:pt x="7039" y="11121"/>
                        </a:moveTo>
                        <a:cubicBezTo>
                          <a:pt x="7039" y="13877"/>
                          <a:pt x="6373" y="16159"/>
                          <a:pt x="5042" y="17870"/>
                        </a:cubicBezTo>
                        <a:cubicBezTo>
                          <a:pt x="3710" y="19580"/>
                          <a:pt x="2092" y="20721"/>
                          <a:pt x="0" y="21386"/>
                        </a:cubicBezTo>
                        <a:lnTo>
                          <a:pt x="0" y="17870"/>
                        </a:lnTo>
                        <a:cubicBezTo>
                          <a:pt x="761" y="17394"/>
                          <a:pt x="1522" y="16634"/>
                          <a:pt x="2188" y="15778"/>
                        </a:cubicBezTo>
                        <a:cubicBezTo>
                          <a:pt x="2854" y="14923"/>
                          <a:pt x="3234" y="13497"/>
                          <a:pt x="3234" y="11596"/>
                        </a:cubicBezTo>
                        <a:lnTo>
                          <a:pt x="3234" y="8364"/>
                        </a:lnTo>
                        <a:lnTo>
                          <a:pt x="0" y="8364"/>
                        </a:lnTo>
                        <a:lnTo>
                          <a:pt x="0" y="0"/>
                        </a:lnTo>
                        <a:lnTo>
                          <a:pt x="6944" y="0"/>
                        </a:lnTo>
                        <a:lnTo>
                          <a:pt x="6944" y="11216"/>
                        </a:lnTo>
                        <a:close/>
                      </a:path>
                    </a:pathLst>
                  </a:custGeom>
                  <a:solidFill>
                    <a:srgbClr val="000000"/>
                  </a:solidFill>
                  <a:ln w="9506" cap="flat">
                    <a:noFill/>
                    <a:prstDash val="solid"/>
                    <a:miter/>
                  </a:ln>
                </p:spPr>
                <p:txBody>
                  <a:bodyPr rtlCol="0" anchor="ctr"/>
                  <a:lstStyle/>
                  <a:p>
                    <a:endParaRPr lang="en-US"/>
                  </a:p>
                </p:txBody>
              </p:sp>
              <p:sp>
                <p:nvSpPr>
                  <p:cNvPr id="1595" name="Freeform 1594">
                    <a:extLst>
                      <a:ext uri="{FF2B5EF4-FFF2-40B4-BE49-F238E27FC236}">
                        <a16:creationId xmlns:a16="http://schemas.microsoft.com/office/drawing/2014/main" id="{FC8147BC-40EA-3456-3FD7-C2CB3A33869E}"/>
                      </a:ext>
                    </a:extLst>
                  </p:cNvPr>
                  <p:cNvSpPr/>
                  <p:nvPr/>
                </p:nvSpPr>
                <p:spPr>
                  <a:xfrm>
                    <a:off x="7858009" y="3592391"/>
                    <a:ext cx="45279" cy="69957"/>
                  </a:xfrm>
                  <a:custGeom>
                    <a:avLst/>
                    <a:gdLst>
                      <a:gd name="connsiteX0" fmla="*/ 5707 w 45279"/>
                      <a:gd name="connsiteY0" fmla="*/ 69957 h 69957"/>
                      <a:gd name="connsiteX1" fmla="*/ 0 w 45279"/>
                      <a:gd name="connsiteY1" fmla="*/ 69957 h 69957"/>
                      <a:gd name="connsiteX2" fmla="*/ 0 w 45279"/>
                      <a:gd name="connsiteY2" fmla="*/ 1331 h 69957"/>
                      <a:gd name="connsiteX3" fmla="*/ 5707 w 45279"/>
                      <a:gd name="connsiteY3" fmla="*/ 1331 h 69957"/>
                      <a:gd name="connsiteX4" fmla="*/ 5707 w 45279"/>
                      <a:gd name="connsiteY4" fmla="*/ 9980 h 69957"/>
                      <a:gd name="connsiteX5" fmla="*/ 5898 w 45279"/>
                      <a:gd name="connsiteY5" fmla="*/ 9980 h 69957"/>
                      <a:gd name="connsiteX6" fmla="*/ 9132 w 45279"/>
                      <a:gd name="connsiteY6" fmla="*/ 5703 h 69957"/>
                      <a:gd name="connsiteX7" fmla="*/ 13413 w 45279"/>
                      <a:gd name="connsiteY7" fmla="*/ 2566 h 69957"/>
                      <a:gd name="connsiteX8" fmla="*/ 18264 w 45279"/>
                      <a:gd name="connsiteY8" fmla="*/ 665 h 69957"/>
                      <a:gd name="connsiteX9" fmla="*/ 23115 w 45279"/>
                      <a:gd name="connsiteY9" fmla="*/ 0 h 69957"/>
                      <a:gd name="connsiteX10" fmla="*/ 33294 w 45279"/>
                      <a:gd name="connsiteY10" fmla="*/ 1996 h 69957"/>
                      <a:gd name="connsiteX11" fmla="*/ 40143 w 45279"/>
                      <a:gd name="connsiteY11" fmla="*/ 7414 h 69957"/>
                      <a:gd name="connsiteX12" fmla="*/ 44043 w 45279"/>
                      <a:gd name="connsiteY12" fmla="*/ 15683 h 69957"/>
                      <a:gd name="connsiteX13" fmla="*/ 45280 w 45279"/>
                      <a:gd name="connsiteY13" fmla="*/ 25854 h 69957"/>
                      <a:gd name="connsiteX14" fmla="*/ 43948 w 45279"/>
                      <a:gd name="connsiteY14" fmla="*/ 35739 h 69957"/>
                      <a:gd name="connsiteX15" fmla="*/ 39953 w 45279"/>
                      <a:gd name="connsiteY15" fmla="*/ 44103 h 69957"/>
                      <a:gd name="connsiteX16" fmla="*/ 33103 w 45279"/>
                      <a:gd name="connsiteY16" fmla="*/ 49806 h 69957"/>
                      <a:gd name="connsiteX17" fmla="*/ 23306 w 45279"/>
                      <a:gd name="connsiteY17" fmla="*/ 51993 h 69957"/>
                      <a:gd name="connsiteX18" fmla="*/ 13318 w 45279"/>
                      <a:gd name="connsiteY18" fmla="*/ 49616 h 69957"/>
                      <a:gd name="connsiteX19" fmla="*/ 5803 w 45279"/>
                      <a:gd name="connsiteY19" fmla="*/ 42678 h 69957"/>
                      <a:gd name="connsiteX20" fmla="*/ 5803 w 45279"/>
                      <a:gd name="connsiteY20" fmla="*/ 69957 h 69957"/>
                      <a:gd name="connsiteX21" fmla="*/ 5707 w 45279"/>
                      <a:gd name="connsiteY21" fmla="*/ 26139 h 69957"/>
                      <a:gd name="connsiteX22" fmla="*/ 6849 w 45279"/>
                      <a:gd name="connsiteY22" fmla="*/ 34028 h 69957"/>
                      <a:gd name="connsiteX23" fmla="*/ 10178 w 45279"/>
                      <a:gd name="connsiteY23" fmla="*/ 40587 h 69957"/>
                      <a:gd name="connsiteX24" fmla="*/ 15410 w 45279"/>
                      <a:gd name="connsiteY24" fmla="*/ 45054 h 69957"/>
                      <a:gd name="connsiteX25" fmla="*/ 22354 w 45279"/>
                      <a:gd name="connsiteY25" fmla="*/ 46765 h 69957"/>
                      <a:gd name="connsiteX26" fmla="*/ 29964 w 45279"/>
                      <a:gd name="connsiteY26" fmla="*/ 44959 h 69957"/>
                      <a:gd name="connsiteX27" fmla="*/ 35291 w 45279"/>
                      <a:gd name="connsiteY27" fmla="*/ 40206 h 69957"/>
                      <a:gd name="connsiteX28" fmla="*/ 38336 w 45279"/>
                      <a:gd name="connsiteY28" fmla="*/ 33077 h 69957"/>
                      <a:gd name="connsiteX29" fmla="*/ 39096 w 45279"/>
                      <a:gd name="connsiteY29" fmla="*/ 24333 h 69957"/>
                      <a:gd name="connsiteX30" fmla="*/ 37860 w 45279"/>
                      <a:gd name="connsiteY30" fmla="*/ 16064 h 69957"/>
                      <a:gd name="connsiteX31" fmla="*/ 34245 w 45279"/>
                      <a:gd name="connsiteY31" fmla="*/ 10075 h 69957"/>
                      <a:gd name="connsiteX32" fmla="*/ 28918 w 45279"/>
                      <a:gd name="connsiteY32" fmla="*/ 6273 h 69957"/>
                      <a:gd name="connsiteX33" fmla="*/ 22259 w 45279"/>
                      <a:gd name="connsiteY33" fmla="*/ 5038 h 69957"/>
                      <a:gd name="connsiteX34" fmla="*/ 15125 w 45279"/>
                      <a:gd name="connsiteY34" fmla="*/ 6653 h 69957"/>
                      <a:gd name="connsiteX35" fmla="*/ 9893 w 45279"/>
                      <a:gd name="connsiteY35" fmla="*/ 11026 h 69957"/>
                      <a:gd name="connsiteX36" fmla="*/ 6754 w 45279"/>
                      <a:gd name="connsiteY36" fmla="*/ 17679 h 69957"/>
                      <a:gd name="connsiteX37" fmla="*/ 5612 w 45279"/>
                      <a:gd name="connsiteY37" fmla="*/ 26044 h 69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45279" h="69957">
                        <a:moveTo>
                          <a:pt x="5707" y="69957"/>
                        </a:moveTo>
                        <a:lnTo>
                          <a:pt x="0" y="69957"/>
                        </a:lnTo>
                        <a:lnTo>
                          <a:pt x="0" y="1331"/>
                        </a:lnTo>
                        <a:lnTo>
                          <a:pt x="5707" y="1331"/>
                        </a:lnTo>
                        <a:lnTo>
                          <a:pt x="5707" y="9980"/>
                        </a:lnTo>
                        <a:lnTo>
                          <a:pt x="5898" y="9980"/>
                        </a:lnTo>
                        <a:cubicBezTo>
                          <a:pt x="6754" y="8364"/>
                          <a:pt x="7800" y="6939"/>
                          <a:pt x="9132" y="5703"/>
                        </a:cubicBezTo>
                        <a:cubicBezTo>
                          <a:pt x="10464" y="4467"/>
                          <a:pt x="11891" y="3422"/>
                          <a:pt x="13413" y="2566"/>
                        </a:cubicBezTo>
                        <a:cubicBezTo>
                          <a:pt x="14934" y="1711"/>
                          <a:pt x="16552" y="1141"/>
                          <a:pt x="18264" y="665"/>
                        </a:cubicBezTo>
                        <a:cubicBezTo>
                          <a:pt x="19881" y="190"/>
                          <a:pt x="21498" y="0"/>
                          <a:pt x="23115" y="0"/>
                        </a:cubicBezTo>
                        <a:cubicBezTo>
                          <a:pt x="27111" y="0"/>
                          <a:pt x="30535" y="665"/>
                          <a:pt x="33294" y="1996"/>
                        </a:cubicBezTo>
                        <a:cubicBezTo>
                          <a:pt x="36052" y="3327"/>
                          <a:pt x="38430" y="5133"/>
                          <a:pt x="40143" y="7414"/>
                        </a:cubicBezTo>
                        <a:cubicBezTo>
                          <a:pt x="41950" y="9695"/>
                          <a:pt x="43282" y="12452"/>
                          <a:pt x="44043" y="15683"/>
                        </a:cubicBezTo>
                        <a:cubicBezTo>
                          <a:pt x="44899" y="18820"/>
                          <a:pt x="45280" y="22242"/>
                          <a:pt x="45280" y="25854"/>
                        </a:cubicBezTo>
                        <a:cubicBezTo>
                          <a:pt x="45280" y="29276"/>
                          <a:pt x="44804" y="32602"/>
                          <a:pt x="43948" y="35739"/>
                        </a:cubicBezTo>
                        <a:cubicBezTo>
                          <a:pt x="43092" y="38876"/>
                          <a:pt x="41760" y="41632"/>
                          <a:pt x="39953" y="44103"/>
                        </a:cubicBezTo>
                        <a:cubicBezTo>
                          <a:pt x="38145" y="46480"/>
                          <a:pt x="35862" y="48381"/>
                          <a:pt x="33103" y="49806"/>
                        </a:cubicBezTo>
                        <a:cubicBezTo>
                          <a:pt x="30345" y="51232"/>
                          <a:pt x="27111" y="51993"/>
                          <a:pt x="23306" y="51993"/>
                        </a:cubicBezTo>
                        <a:cubicBezTo>
                          <a:pt x="19786" y="51993"/>
                          <a:pt x="16457" y="51232"/>
                          <a:pt x="13318" y="49616"/>
                        </a:cubicBezTo>
                        <a:cubicBezTo>
                          <a:pt x="10178" y="48000"/>
                          <a:pt x="7610" y="45814"/>
                          <a:pt x="5803" y="42678"/>
                        </a:cubicBezTo>
                        <a:lnTo>
                          <a:pt x="5803" y="69957"/>
                        </a:lnTo>
                        <a:close/>
                        <a:moveTo>
                          <a:pt x="5707" y="26139"/>
                        </a:moveTo>
                        <a:cubicBezTo>
                          <a:pt x="5707" y="28895"/>
                          <a:pt x="6088" y="31557"/>
                          <a:pt x="6849" y="34028"/>
                        </a:cubicBezTo>
                        <a:cubicBezTo>
                          <a:pt x="7610" y="36499"/>
                          <a:pt x="8751" y="38685"/>
                          <a:pt x="10178" y="40587"/>
                        </a:cubicBezTo>
                        <a:cubicBezTo>
                          <a:pt x="11605" y="42488"/>
                          <a:pt x="13318" y="43913"/>
                          <a:pt x="15410" y="45054"/>
                        </a:cubicBezTo>
                        <a:cubicBezTo>
                          <a:pt x="17408" y="46194"/>
                          <a:pt x="19786" y="46765"/>
                          <a:pt x="22354" y="46765"/>
                        </a:cubicBezTo>
                        <a:cubicBezTo>
                          <a:pt x="25303" y="46765"/>
                          <a:pt x="27776" y="46194"/>
                          <a:pt x="29964" y="44959"/>
                        </a:cubicBezTo>
                        <a:cubicBezTo>
                          <a:pt x="32152" y="43723"/>
                          <a:pt x="33960" y="42202"/>
                          <a:pt x="35291" y="40206"/>
                        </a:cubicBezTo>
                        <a:cubicBezTo>
                          <a:pt x="36623" y="38210"/>
                          <a:pt x="37670" y="35834"/>
                          <a:pt x="38336" y="33077"/>
                        </a:cubicBezTo>
                        <a:cubicBezTo>
                          <a:pt x="39001" y="30321"/>
                          <a:pt x="39192" y="27470"/>
                          <a:pt x="39096" y="24333"/>
                        </a:cubicBezTo>
                        <a:cubicBezTo>
                          <a:pt x="39096" y="21196"/>
                          <a:pt x="38716" y="18440"/>
                          <a:pt x="37860" y="16064"/>
                        </a:cubicBezTo>
                        <a:cubicBezTo>
                          <a:pt x="37004" y="13687"/>
                          <a:pt x="35862" y="11691"/>
                          <a:pt x="34245" y="10075"/>
                        </a:cubicBezTo>
                        <a:cubicBezTo>
                          <a:pt x="32628" y="8459"/>
                          <a:pt x="30916" y="7129"/>
                          <a:pt x="28918" y="6273"/>
                        </a:cubicBezTo>
                        <a:cubicBezTo>
                          <a:pt x="26920" y="5418"/>
                          <a:pt x="24637" y="5038"/>
                          <a:pt x="22259" y="5038"/>
                        </a:cubicBezTo>
                        <a:cubicBezTo>
                          <a:pt x="19596" y="5038"/>
                          <a:pt x="17218" y="5608"/>
                          <a:pt x="15125" y="6653"/>
                        </a:cubicBezTo>
                        <a:cubicBezTo>
                          <a:pt x="13032" y="7699"/>
                          <a:pt x="11320" y="9220"/>
                          <a:pt x="9893" y="11026"/>
                        </a:cubicBezTo>
                        <a:cubicBezTo>
                          <a:pt x="8466" y="12832"/>
                          <a:pt x="7420" y="15113"/>
                          <a:pt x="6754" y="17679"/>
                        </a:cubicBezTo>
                        <a:cubicBezTo>
                          <a:pt x="6088" y="20246"/>
                          <a:pt x="5612" y="23002"/>
                          <a:pt x="5612" y="26044"/>
                        </a:cubicBezTo>
                        <a:close/>
                      </a:path>
                    </a:pathLst>
                  </a:custGeom>
                  <a:solidFill>
                    <a:srgbClr val="000000"/>
                  </a:solidFill>
                  <a:ln w="9506" cap="flat">
                    <a:noFill/>
                    <a:prstDash val="solid"/>
                    <a:miter/>
                  </a:ln>
                </p:spPr>
                <p:txBody>
                  <a:bodyPr rtlCol="0" anchor="ctr"/>
                  <a:lstStyle/>
                  <a:p>
                    <a:endParaRPr lang="en-US"/>
                  </a:p>
                </p:txBody>
              </p:sp>
              <p:sp>
                <p:nvSpPr>
                  <p:cNvPr id="1596" name="Freeform 1595">
                    <a:extLst>
                      <a:ext uri="{FF2B5EF4-FFF2-40B4-BE49-F238E27FC236}">
                        <a16:creationId xmlns:a16="http://schemas.microsoft.com/office/drawing/2014/main" id="{AAD6FE14-CBDB-69D0-9CA6-AF607503D60D}"/>
                      </a:ext>
                    </a:extLst>
                  </p:cNvPr>
                  <p:cNvSpPr/>
                  <p:nvPr/>
                </p:nvSpPr>
                <p:spPr>
                  <a:xfrm>
                    <a:off x="7942575" y="3607029"/>
                    <a:ext cx="47562" cy="24142"/>
                  </a:xfrm>
                  <a:custGeom>
                    <a:avLst/>
                    <a:gdLst>
                      <a:gd name="connsiteX0" fmla="*/ 47563 w 47562"/>
                      <a:gd name="connsiteY0" fmla="*/ 5703 h 24142"/>
                      <a:gd name="connsiteX1" fmla="*/ 0 w 47562"/>
                      <a:gd name="connsiteY1" fmla="*/ 5703 h 24142"/>
                      <a:gd name="connsiteX2" fmla="*/ 0 w 47562"/>
                      <a:gd name="connsiteY2" fmla="*/ 0 h 24142"/>
                      <a:gd name="connsiteX3" fmla="*/ 47563 w 47562"/>
                      <a:gd name="connsiteY3" fmla="*/ 0 h 24142"/>
                      <a:gd name="connsiteX4" fmla="*/ 47563 w 47562"/>
                      <a:gd name="connsiteY4" fmla="*/ 5703 h 24142"/>
                      <a:gd name="connsiteX5" fmla="*/ 47563 w 47562"/>
                      <a:gd name="connsiteY5" fmla="*/ 24143 h 24142"/>
                      <a:gd name="connsiteX6" fmla="*/ 0 w 47562"/>
                      <a:gd name="connsiteY6" fmla="*/ 24143 h 24142"/>
                      <a:gd name="connsiteX7" fmla="*/ 0 w 47562"/>
                      <a:gd name="connsiteY7" fmla="*/ 18440 h 24142"/>
                      <a:gd name="connsiteX8" fmla="*/ 47563 w 47562"/>
                      <a:gd name="connsiteY8" fmla="*/ 18440 h 24142"/>
                      <a:gd name="connsiteX9" fmla="*/ 47563 w 47562"/>
                      <a:gd name="connsiteY9" fmla="*/ 24143 h 24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7562" h="24142">
                        <a:moveTo>
                          <a:pt x="47563" y="5703"/>
                        </a:moveTo>
                        <a:lnTo>
                          <a:pt x="0" y="5703"/>
                        </a:lnTo>
                        <a:lnTo>
                          <a:pt x="0" y="0"/>
                        </a:lnTo>
                        <a:lnTo>
                          <a:pt x="47563" y="0"/>
                        </a:lnTo>
                        <a:lnTo>
                          <a:pt x="47563" y="5703"/>
                        </a:lnTo>
                        <a:close/>
                        <a:moveTo>
                          <a:pt x="47563" y="24143"/>
                        </a:moveTo>
                        <a:lnTo>
                          <a:pt x="0" y="24143"/>
                        </a:lnTo>
                        <a:lnTo>
                          <a:pt x="0" y="18440"/>
                        </a:lnTo>
                        <a:lnTo>
                          <a:pt x="47563" y="18440"/>
                        </a:lnTo>
                        <a:lnTo>
                          <a:pt x="47563" y="24143"/>
                        </a:lnTo>
                        <a:close/>
                      </a:path>
                    </a:pathLst>
                  </a:custGeom>
                  <a:solidFill>
                    <a:srgbClr val="000000"/>
                  </a:solidFill>
                  <a:ln w="9506" cap="flat">
                    <a:noFill/>
                    <a:prstDash val="solid"/>
                    <a:miter/>
                  </a:ln>
                </p:spPr>
                <p:txBody>
                  <a:bodyPr rtlCol="0" anchor="ctr"/>
                  <a:lstStyle/>
                  <a:p>
                    <a:endParaRPr lang="en-US"/>
                  </a:p>
                </p:txBody>
              </p:sp>
              <p:sp>
                <p:nvSpPr>
                  <p:cNvPr id="1597" name="Freeform 1596">
                    <a:extLst>
                      <a:ext uri="{FF2B5EF4-FFF2-40B4-BE49-F238E27FC236}">
                        <a16:creationId xmlns:a16="http://schemas.microsoft.com/office/drawing/2014/main" id="{CA708956-DF54-7996-EA44-840A94E50B8B}"/>
                      </a:ext>
                    </a:extLst>
                  </p:cNvPr>
                  <p:cNvSpPr/>
                  <p:nvPr/>
                </p:nvSpPr>
                <p:spPr>
                  <a:xfrm>
                    <a:off x="8027903" y="3575567"/>
                    <a:ext cx="45469" cy="68531"/>
                  </a:xfrm>
                  <a:custGeom>
                    <a:avLst/>
                    <a:gdLst>
                      <a:gd name="connsiteX0" fmla="*/ 22830 w 45469"/>
                      <a:gd name="connsiteY0" fmla="*/ 380 h 68531"/>
                      <a:gd name="connsiteX1" fmla="*/ 31392 w 45469"/>
                      <a:gd name="connsiteY1" fmla="*/ 1806 h 68531"/>
                      <a:gd name="connsiteX2" fmla="*/ 37575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0999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186 w 45469"/>
                      <a:gd name="connsiteY16" fmla="*/ 10741 h 68531"/>
                      <a:gd name="connsiteX17" fmla="*/ 11035 w 45469"/>
                      <a:gd name="connsiteY17" fmla="*/ 2947 h 68531"/>
                      <a:gd name="connsiteX18" fmla="*/ 22735 w 45469"/>
                      <a:gd name="connsiteY18" fmla="*/ 0 h 68531"/>
                      <a:gd name="connsiteX19" fmla="*/ 39287 w 45469"/>
                      <a:gd name="connsiteY19" fmla="*/ 34408 h 68531"/>
                      <a:gd name="connsiteX20" fmla="*/ 38716 w 45469"/>
                      <a:gd name="connsiteY20" fmla="*/ 23858 h 68531"/>
                      <a:gd name="connsiteX21" fmla="*/ 36338 w 45469"/>
                      <a:gd name="connsiteY21" fmla="*/ 14543 h 68531"/>
                      <a:gd name="connsiteX22" fmla="*/ 31201 w 45469"/>
                      <a:gd name="connsiteY22" fmla="*/ 7984 h 68531"/>
                      <a:gd name="connsiteX23" fmla="*/ 22545 w 45469"/>
                      <a:gd name="connsiteY23" fmla="*/ 5513 h 68531"/>
                      <a:gd name="connsiteX24" fmla="*/ 14269 w 45469"/>
                      <a:gd name="connsiteY24" fmla="*/ 7984 h 68531"/>
                      <a:gd name="connsiteX25" fmla="*/ 9322 w 45469"/>
                      <a:gd name="connsiteY25" fmla="*/ 14733 h 68531"/>
                      <a:gd name="connsiteX26" fmla="*/ 6754 w 45469"/>
                      <a:gd name="connsiteY26" fmla="*/ 24238 h 68531"/>
                      <a:gd name="connsiteX27" fmla="*/ 6088 w 45469"/>
                      <a:gd name="connsiteY27" fmla="*/ 35074 h 68531"/>
                      <a:gd name="connsiteX28" fmla="*/ 6849 w 45469"/>
                      <a:gd name="connsiteY28" fmla="*/ 46765 h 68531"/>
                      <a:gd name="connsiteX29" fmla="*/ 9608 w 45469"/>
                      <a:gd name="connsiteY29" fmla="*/ 55699 h 68531"/>
                      <a:gd name="connsiteX30" fmla="*/ 14745 w 45469"/>
                      <a:gd name="connsiteY30" fmla="*/ 61403 h 68531"/>
                      <a:gd name="connsiteX31" fmla="*/ 22830 w 45469"/>
                      <a:gd name="connsiteY31" fmla="*/ 63494 h 68531"/>
                      <a:gd name="connsiteX32" fmla="*/ 31487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2" y="1806"/>
                        </a:cubicBezTo>
                        <a:cubicBezTo>
                          <a:pt x="33770" y="2757"/>
                          <a:pt x="35862" y="4182"/>
                          <a:pt x="37575" y="5798"/>
                        </a:cubicBezTo>
                        <a:cubicBezTo>
                          <a:pt x="39287" y="7509"/>
                          <a:pt x="40618" y="9505"/>
                          <a:pt x="41665" y="11786"/>
                        </a:cubicBezTo>
                        <a:cubicBezTo>
                          <a:pt x="42711" y="14067"/>
                          <a:pt x="43568"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1" y="55224"/>
                          <a:pt x="40999" y="58361"/>
                        </a:cubicBezTo>
                        <a:cubicBezTo>
                          <a:pt x="39287" y="61498"/>
                          <a:pt x="37004" y="63969"/>
                          <a:pt x="34150" y="65775"/>
                        </a:cubicBezTo>
                        <a:cubicBezTo>
                          <a:pt x="31296" y="67581"/>
                          <a:pt x="27491" y="68531"/>
                          <a:pt x="22830" y="68531"/>
                        </a:cubicBezTo>
                        <a:cubicBezTo>
                          <a:pt x="18169" y="68531"/>
                          <a:pt x="14364" y="67581"/>
                          <a:pt x="11415" y="65775"/>
                        </a:cubicBezTo>
                        <a:cubicBezTo>
                          <a:pt x="8466" y="63969"/>
                          <a:pt x="6183" y="61403"/>
                          <a:pt x="4471" y="58266"/>
                        </a:cubicBezTo>
                        <a:cubicBezTo>
                          <a:pt x="2759" y="55129"/>
                          <a:pt x="1617" y="51517"/>
                          <a:pt x="951" y="47335"/>
                        </a:cubicBezTo>
                        <a:cubicBezTo>
                          <a:pt x="285" y="43153"/>
                          <a:pt x="0" y="38781"/>
                          <a:pt x="0" y="34123"/>
                        </a:cubicBezTo>
                        <a:cubicBezTo>
                          <a:pt x="0" y="29846"/>
                          <a:pt x="285" y="25759"/>
                          <a:pt x="856" y="21671"/>
                        </a:cubicBezTo>
                        <a:cubicBezTo>
                          <a:pt x="1427" y="17584"/>
                          <a:pt x="2568" y="13972"/>
                          <a:pt x="4186" y="10741"/>
                        </a:cubicBezTo>
                        <a:cubicBezTo>
                          <a:pt x="5803" y="7509"/>
                          <a:pt x="8086" y="4943"/>
                          <a:pt x="11035" y="2947"/>
                        </a:cubicBezTo>
                        <a:cubicBezTo>
                          <a:pt x="13983" y="951"/>
                          <a:pt x="17884" y="0"/>
                          <a:pt x="22735" y="0"/>
                        </a:cubicBezTo>
                        <a:close/>
                        <a:moveTo>
                          <a:pt x="39287" y="34408"/>
                        </a:moveTo>
                        <a:cubicBezTo>
                          <a:pt x="39287" y="30796"/>
                          <a:pt x="39097" y="27279"/>
                          <a:pt x="38716" y="23858"/>
                        </a:cubicBezTo>
                        <a:cubicBezTo>
                          <a:pt x="38336" y="20436"/>
                          <a:pt x="37479" y="17299"/>
                          <a:pt x="36338" y="14543"/>
                        </a:cubicBezTo>
                        <a:cubicBezTo>
                          <a:pt x="35101" y="11786"/>
                          <a:pt x="33389" y="9600"/>
                          <a:pt x="31201" y="7984"/>
                        </a:cubicBezTo>
                        <a:cubicBezTo>
                          <a:pt x="29013" y="6368"/>
                          <a:pt x="26160" y="5513"/>
                          <a:pt x="22545" y="5513"/>
                        </a:cubicBezTo>
                        <a:cubicBezTo>
                          <a:pt x="19215" y="5513"/>
                          <a:pt x="16457" y="6368"/>
                          <a:pt x="14269" y="7984"/>
                        </a:cubicBezTo>
                        <a:cubicBezTo>
                          <a:pt x="12176" y="9695"/>
                          <a:pt x="10464" y="11881"/>
                          <a:pt x="9322" y="14733"/>
                        </a:cubicBezTo>
                        <a:cubicBezTo>
                          <a:pt x="8086" y="17489"/>
                          <a:pt x="7325" y="20721"/>
                          <a:pt x="6754" y="24238"/>
                        </a:cubicBezTo>
                        <a:cubicBezTo>
                          <a:pt x="6278" y="27755"/>
                          <a:pt x="6088" y="31367"/>
                          <a:pt x="6088" y="35074"/>
                        </a:cubicBezTo>
                        <a:cubicBezTo>
                          <a:pt x="6088" y="39351"/>
                          <a:pt x="6374" y="43248"/>
                          <a:pt x="6849" y="46765"/>
                        </a:cubicBezTo>
                        <a:cubicBezTo>
                          <a:pt x="7325" y="50282"/>
                          <a:pt x="8276" y="53323"/>
                          <a:pt x="9608" y="55699"/>
                        </a:cubicBezTo>
                        <a:cubicBezTo>
                          <a:pt x="10844" y="58171"/>
                          <a:pt x="12557" y="60072"/>
                          <a:pt x="14745" y="61403"/>
                        </a:cubicBezTo>
                        <a:cubicBezTo>
                          <a:pt x="16837" y="62733"/>
                          <a:pt x="19596" y="63494"/>
                          <a:pt x="22830" y="63494"/>
                        </a:cubicBezTo>
                        <a:cubicBezTo>
                          <a:pt x="26445" y="63494"/>
                          <a:pt x="29299" y="62638"/>
                          <a:pt x="31487" y="60832"/>
                        </a:cubicBezTo>
                        <a:cubicBezTo>
                          <a:pt x="33675" y="59026"/>
                          <a:pt x="35291" y="56745"/>
                          <a:pt x="36528" y="53989"/>
                        </a:cubicBezTo>
                        <a:cubicBezTo>
                          <a:pt x="37670" y="51232"/>
                          <a:pt x="38431" y="48095"/>
                          <a:pt x="38811" y="44579"/>
                        </a:cubicBezTo>
                        <a:cubicBezTo>
                          <a:pt x="39192" y="41062"/>
                          <a:pt x="39382" y="37640"/>
                          <a:pt x="39382" y="34313"/>
                        </a:cubicBezTo>
                        <a:close/>
                      </a:path>
                    </a:pathLst>
                  </a:custGeom>
                  <a:solidFill>
                    <a:srgbClr val="000000"/>
                  </a:solidFill>
                  <a:ln w="9506" cap="flat">
                    <a:noFill/>
                    <a:prstDash val="solid"/>
                    <a:miter/>
                  </a:ln>
                </p:spPr>
                <p:txBody>
                  <a:bodyPr rtlCol="0" anchor="ctr"/>
                  <a:lstStyle/>
                  <a:p>
                    <a:endParaRPr lang="en-US"/>
                  </a:p>
                </p:txBody>
              </p:sp>
              <p:sp>
                <p:nvSpPr>
                  <p:cNvPr id="1598" name="Freeform 1597">
                    <a:extLst>
                      <a:ext uri="{FF2B5EF4-FFF2-40B4-BE49-F238E27FC236}">
                        <a16:creationId xmlns:a16="http://schemas.microsoft.com/office/drawing/2014/main" id="{CC9357AD-248D-B563-F1CC-A7D6151F503A}"/>
                      </a:ext>
                    </a:extLst>
                  </p:cNvPr>
                  <p:cNvSpPr/>
                  <p:nvPr/>
                </p:nvSpPr>
                <p:spPr>
                  <a:xfrm>
                    <a:off x="8086786" y="3634593"/>
                    <a:ext cx="6944" cy="8364"/>
                  </a:xfrm>
                  <a:custGeom>
                    <a:avLst/>
                    <a:gdLst>
                      <a:gd name="connsiteX0" fmla="*/ 0 w 6944"/>
                      <a:gd name="connsiteY0" fmla="*/ 8364 h 8364"/>
                      <a:gd name="connsiteX1" fmla="*/ 0 w 6944"/>
                      <a:gd name="connsiteY1" fmla="*/ 0 h 8364"/>
                      <a:gd name="connsiteX2" fmla="*/ 6944 w 6944"/>
                      <a:gd name="connsiteY2" fmla="*/ 0 h 8364"/>
                      <a:gd name="connsiteX3" fmla="*/ 6944 w 6944"/>
                      <a:gd name="connsiteY3" fmla="*/ 8364 h 8364"/>
                      <a:gd name="connsiteX4" fmla="*/ 0 w 6944"/>
                      <a:gd name="connsiteY4" fmla="*/ 8364 h 8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4" h="8364">
                        <a:moveTo>
                          <a:pt x="0" y="8364"/>
                        </a:moveTo>
                        <a:lnTo>
                          <a:pt x="0" y="0"/>
                        </a:lnTo>
                        <a:lnTo>
                          <a:pt x="6944" y="0"/>
                        </a:lnTo>
                        <a:lnTo>
                          <a:pt x="6944" y="8364"/>
                        </a:lnTo>
                        <a:lnTo>
                          <a:pt x="0" y="8364"/>
                        </a:lnTo>
                        <a:close/>
                      </a:path>
                    </a:pathLst>
                  </a:custGeom>
                  <a:solidFill>
                    <a:srgbClr val="000000"/>
                  </a:solidFill>
                  <a:ln w="9506" cap="flat">
                    <a:noFill/>
                    <a:prstDash val="solid"/>
                    <a:miter/>
                  </a:ln>
                </p:spPr>
                <p:txBody>
                  <a:bodyPr rtlCol="0" anchor="ctr"/>
                  <a:lstStyle/>
                  <a:p>
                    <a:endParaRPr lang="en-US"/>
                  </a:p>
                </p:txBody>
              </p:sp>
              <p:sp>
                <p:nvSpPr>
                  <p:cNvPr id="1599" name="Freeform 1598">
                    <a:extLst>
                      <a:ext uri="{FF2B5EF4-FFF2-40B4-BE49-F238E27FC236}">
                        <a16:creationId xmlns:a16="http://schemas.microsoft.com/office/drawing/2014/main" id="{9FE558D2-1C1A-C633-5DED-E85D394BDF9C}"/>
                      </a:ext>
                    </a:extLst>
                  </p:cNvPr>
                  <p:cNvSpPr/>
                  <p:nvPr/>
                </p:nvSpPr>
                <p:spPr>
                  <a:xfrm>
                    <a:off x="8107238" y="3575567"/>
                    <a:ext cx="45469" cy="68531"/>
                  </a:xfrm>
                  <a:custGeom>
                    <a:avLst/>
                    <a:gdLst>
                      <a:gd name="connsiteX0" fmla="*/ 22830 w 45469"/>
                      <a:gd name="connsiteY0" fmla="*/ 380 h 68531"/>
                      <a:gd name="connsiteX1" fmla="*/ 31392 w 45469"/>
                      <a:gd name="connsiteY1" fmla="*/ 1806 h 68531"/>
                      <a:gd name="connsiteX2" fmla="*/ 37575 w 45469"/>
                      <a:gd name="connsiteY2" fmla="*/ 5798 h 68531"/>
                      <a:gd name="connsiteX3" fmla="*/ 41665 w 45469"/>
                      <a:gd name="connsiteY3" fmla="*/ 11786 h 68531"/>
                      <a:gd name="connsiteX4" fmla="*/ 44043 w 45469"/>
                      <a:gd name="connsiteY4" fmla="*/ 19010 h 68531"/>
                      <a:gd name="connsiteX5" fmla="*/ 45185 w 45469"/>
                      <a:gd name="connsiteY5" fmla="*/ 26899 h 68531"/>
                      <a:gd name="connsiteX6" fmla="*/ 45470 w 45469"/>
                      <a:gd name="connsiteY6" fmla="*/ 34883 h 68531"/>
                      <a:gd name="connsiteX7" fmla="*/ 44519 w 45469"/>
                      <a:gd name="connsiteY7" fmla="*/ 47620 h 68531"/>
                      <a:gd name="connsiteX8" fmla="*/ 40999 w 45469"/>
                      <a:gd name="connsiteY8" fmla="*/ 58361 h 68531"/>
                      <a:gd name="connsiteX9" fmla="*/ 34150 w 45469"/>
                      <a:gd name="connsiteY9" fmla="*/ 65775 h 68531"/>
                      <a:gd name="connsiteX10" fmla="*/ 22830 w 45469"/>
                      <a:gd name="connsiteY10" fmla="*/ 68531 h 68531"/>
                      <a:gd name="connsiteX11" fmla="*/ 11415 w 45469"/>
                      <a:gd name="connsiteY11" fmla="*/ 65775 h 68531"/>
                      <a:gd name="connsiteX12" fmla="*/ 4471 w 45469"/>
                      <a:gd name="connsiteY12" fmla="*/ 58266 h 68531"/>
                      <a:gd name="connsiteX13" fmla="*/ 951 w 45469"/>
                      <a:gd name="connsiteY13" fmla="*/ 47335 h 68531"/>
                      <a:gd name="connsiteX14" fmla="*/ 0 w 45469"/>
                      <a:gd name="connsiteY14" fmla="*/ 34123 h 68531"/>
                      <a:gd name="connsiteX15" fmla="*/ 856 w 45469"/>
                      <a:gd name="connsiteY15" fmla="*/ 21671 h 68531"/>
                      <a:gd name="connsiteX16" fmla="*/ 4186 w 45469"/>
                      <a:gd name="connsiteY16" fmla="*/ 10741 h 68531"/>
                      <a:gd name="connsiteX17" fmla="*/ 11035 w 45469"/>
                      <a:gd name="connsiteY17" fmla="*/ 2947 h 68531"/>
                      <a:gd name="connsiteX18" fmla="*/ 22735 w 45469"/>
                      <a:gd name="connsiteY18" fmla="*/ 0 h 68531"/>
                      <a:gd name="connsiteX19" fmla="*/ 39287 w 45469"/>
                      <a:gd name="connsiteY19" fmla="*/ 34408 h 68531"/>
                      <a:gd name="connsiteX20" fmla="*/ 38716 w 45469"/>
                      <a:gd name="connsiteY20" fmla="*/ 23858 h 68531"/>
                      <a:gd name="connsiteX21" fmla="*/ 36338 w 45469"/>
                      <a:gd name="connsiteY21" fmla="*/ 14543 h 68531"/>
                      <a:gd name="connsiteX22" fmla="*/ 31201 w 45469"/>
                      <a:gd name="connsiteY22" fmla="*/ 7984 h 68531"/>
                      <a:gd name="connsiteX23" fmla="*/ 22545 w 45469"/>
                      <a:gd name="connsiteY23" fmla="*/ 5513 h 68531"/>
                      <a:gd name="connsiteX24" fmla="*/ 14269 w 45469"/>
                      <a:gd name="connsiteY24" fmla="*/ 7984 h 68531"/>
                      <a:gd name="connsiteX25" fmla="*/ 9322 w 45469"/>
                      <a:gd name="connsiteY25" fmla="*/ 14733 h 68531"/>
                      <a:gd name="connsiteX26" fmla="*/ 6754 w 45469"/>
                      <a:gd name="connsiteY26" fmla="*/ 24238 h 68531"/>
                      <a:gd name="connsiteX27" fmla="*/ 6088 w 45469"/>
                      <a:gd name="connsiteY27" fmla="*/ 35074 h 68531"/>
                      <a:gd name="connsiteX28" fmla="*/ 6849 w 45469"/>
                      <a:gd name="connsiteY28" fmla="*/ 46765 h 68531"/>
                      <a:gd name="connsiteX29" fmla="*/ 9608 w 45469"/>
                      <a:gd name="connsiteY29" fmla="*/ 55699 h 68531"/>
                      <a:gd name="connsiteX30" fmla="*/ 14745 w 45469"/>
                      <a:gd name="connsiteY30" fmla="*/ 61403 h 68531"/>
                      <a:gd name="connsiteX31" fmla="*/ 22830 w 45469"/>
                      <a:gd name="connsiteY31" fmla="*/ 63494 h 68531"/>
                      <a:gd name="connsiteX32" fmla="*/ 31487 w 45469"/>
                      <a:gd name="connsiteY32" fmla="*/ 60832 h 68531"/>
                      <a:gd name="connsiteX33" fmla="*/ 36528 w 45469"/>
                      <a:gd name="connsiteY33" fmla="*/ 53989 h 68531"/>
                      <a:gd name="connsiteX34" fmla="*/ 38811 w 45469"/>
                      <a:gd name="connsiteY34" fmla="*/ 44579 h 68531"/>
                      <a:gd name="connsiteX35" fmla="*/ 39382 w 45469"/>
                      <a:gd name="connsiteY35" fmla="*/ 34313 h 6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5469" h="68531">
                        <a:moveTo>
                          <a:pt x="22830" y="380"/>
                        </a:moveTo>
                        <a:cubicBezTo>
                          <a:pt x="26160" y="380"/>
                          <a:pt x="29013" y="855"/>
                          <a:pt x="31392" y="1806"/>
                        </a:cubicBezTo>
                        <a:cubicBezTo>
                          <a:pt x="33770" y="2757"/>
                          <a:pt x="35862" y="4182"/>
                          <a:pt x="37575" y="5798"/>
                        </a:cubicBezTo>
                        <a:cubicBezTo>
                          <a:pt x="39287" y="7509"/>
                          <a:pt x="40619" y="9505"/>
                          <a:pt x="41665" y="11786"/>
                        </a:cubicBezTo>
                        <a:cubicBezTo>
                          <a:pt x="42712" y="14067"/>
                          <a:pt x="43568" y="16444"/>
                          <a:pt x="44043" y="19010"/>
                        </a:cubicBezTo>
                        <a:cubicBezTo>
                          <a:pt x="44614" y="21576"/>
                          <a:pt x="44994" y="24238"/>
                          <a:pt x="45185" y="26899"/>
                        </a:cubicBezTo>
                        <a:cubicBezTo>
                          <a:pt x="45375" y="29656"/>
                          <a:pt x="45470" y="32317"/>
                          <a:pt x="45470" y="34883"/>
                        </a:cubicBezTo>
                        <a:cubicBezTo>
                          <a:pt x="45470" y="39351"/>
                          <a:pt x="45185" y="43533"/>
                          <a:pt x="44519" y="47620"/>
                        </a:cubicBezTo>
                        <a:cubicBezTo>
                          <a:pt x="43853" y="51707"/>
                          <a:pt x="42712" y="55224"/>
                          <a:pt x="40999" y="58361"/>
                        </a:cubicBezTo>
                        <a:cubicBezTo>
                          <a:pt x="39287" y="61498"/>
                          <a:pt x="37004" y="63969"/>
                          <a:pt x="34150" y="65775"/>
                        </a:cubicBezTo>
                        <a:cubicBezTo>
                          <a:pt x="31296" y="67581"/>
                          <a:pt x="27491" y="68531"/>
                          <a:pt x="22830" y="68531"/>
                        </a:cubicBezTo>
                        <a:cubicBezTo>
                          <a:pt x="18169" y="68531"/>
                          <a:pt x="14364" y="67581"/>
                          <a:pt x="11415" y="65775"/>
                        </a:cubicBezTo>
                        <a:cubicBezTo>
                          <a:pt x="8466" y="63969"/>
                          <a:pt x="6183" y="61403"/>
                          <a:pt x="4471" y="58266"/>
                        </a:cubicBezTo>
                        <a:cubicBezTo>
                          <a:pt x="2759" y="55129"/>
                          <a:pt x="1617" y="51517"/>
                          <a:pt x="951" y="47335"/>
                        </a:cubicBezTo>
                        <a:cubicBezTo>
                          <a:pt x="285" y="43153"/>
                          <a:pt x="0" y="38781"/>
                          <a:pt x="0" y="34123"/>
                        </a:cubicBezTo>
                        <a:cubicBezTo>
                          <a:pt x="0" y="29846"/>
                          <a:pt x="285" y="25759"/>
                          <a:pt x="856" y="21671"/>
                        </a:cubicBezTo>
                        <a:cubicBezTo>
                          <a:pt x="1427" y="17584"/>
                          <a:pt x="2569" y="13972"/>
                          <a:pt x="4186" y="10741"/>
                        </a:cubicBezTo>
                        <a:cubicBezTo>
                          <a:pt x="5803" y="7509"/>
                          <a:pt x="8086" y="4943"/>
                          <a:pt x="11035" y="2947"/>
                        </a:cubicBezTo>
                        <a:cubicBezTo>
                          <a:pt x="13983" y="951"/>
                          <a:pt x="17884" y="0"/>
                          <a:pt x="22735" y="0"/>
                        </a:cubicBezTo>
                        <a:close/>
                        <a:moveTo>
                          <a:pt x="39287" y="34408"/>
                        </a:moveTo>
                        <a:cubicBezTo>
                          <a:pt x="39287" y="30796"/>
                          <a:pt x="39097" y="27279"/>
                          <a:pt x="38716" y="23858"/>
                        </a:cubicBezTo>
                        <a:cubicBezTo>
                          <a:pt x="38336" y="20436"/>
                          <a:pt x="37479" y="17299"/>
                          <a:pt x="36338" y="14543"/>
                        </a:cubicBezTo>
                        <a:cubicBezTo>
                          <a:pt x="35101" y="11786"/>
                          <a:pt x="33389" y="9600"/>
                          <a:pt x="31201" y="7984"/>
                        </a:cubicBezTo>
                        <a:cubicBezTo>
                          <a:pt x="29013" y="6368"/>
                          <a:pt x="26160" y="5513"/>
                          <a:pt x="22545" y="5513"/>
                        </a:cubicBezTo>
                        <a:cubicBezTo>
                          <a:pt x="19216" y="5513"/>
                          <a:pt x="16457" y="6368"/>
                          <a:pt x="14269" y="7984"/>
                        </a:cubicBezTo>
                        <a:cubicBezTo>
                          <a:pt x="12176" y="9695"/>
                          <a:pt x="10464" y="11881"/>
                          <a:pt x="9322" y="14733"/>
                        </a:cubicBezTo>
                        <a:cubicBezTo>
                          <a:pt x="8086" y="17489"/>
                          <a:pt x="7325" y="20721"/>
                          <a:pt x="6754" y="24238"/>
                        </a:cubicBezTo>
                        <a:cubicBezTo>
                          <a:pt x="6278" y="27755"/>
                          <a:pt x="6088" y="31367"/>
                          <a:pt x="6088" y="35074"/>
                        </a:cubicBezTo>
                        <a:cubicBezTo>
                          <a:pt x="6088" y="39351"/>
                          <a:pt x="6374" y="43248"/>
                          <a:pt x="6849" y="46765"/>
                        </a:cubicBezTo>
                        <a:cubicBezTo>
                          <a:pt x="7325" y="50282"/>
                          <a:pt x="8276" y="53323"/>
                          <a:pt x="9608" y="55699"/>
                        </a:cubicBezTo>
                        <a:cubicBezTo>
                          <a:pt x="10844" y="58171"/>
                          <a:pt x="12557" y="60072"/>
                          <a:pt x="14745" y="61403"/>
                        </a:cubicBezTo>
                        <a:cubicBezTo>
                          <a:pt x="16837" y="62733"/>
                          <a:pt x="19596" y="63494"/>
                          <a:pt x="22830" y="63494"/>
                        </a:cubicBezTo>
                        <a:cubicBezTo>
                          <a:pt x="26445" y="63494"/>
                          <a:pt x="29299" y="62638"/>
                          <a:pt x="31487" y="60832"/>
                        </a:cubicBezTo>
                        <a:cubicBezTo>
                          <a:pt x="33675" y="59026"/>
                          <a:pt x="35292" y="56745"/>
                          <a:pt x="36528" y="53989"/>
                        </a:cubicBezTo>
                        <a:cubicBezTo>
                          <a:pt x="37670" y="51232"/>
                          <a:pt x="38431" y="48095"/>
                          <a:pt x="38811" y="44579"/>
                        </a:cubicBezTo>
                        <a:cubicBezTo>
                          <a:pt x="39192" y="41062"/>
                          <a:pt x="39382" y="37640"/>
                          <a:pt x="39382" y="34313"/>
                        </a:cubicBezTo>
                        <a:close/>
                      </a:path>
                    </a:pathLst>
                  </a:custGeom>
                  <a:solidFill>
                    <a:srgbClr val="000000"/>
                  </a:solidFill>
                  <a:ln w="9506" cap="flat">
                    <a:noFill/>
                    <a:prstDash val="solid"/>
                    <a:miter/>
                  </a:ln>
                </p:spPr>
                <p:txBody>
                  <a:bodyPr rtlCol="0" anchor="ctr"/>
                  <a:lstStyle/>
                  <a:p>
                    <a:endParaRPr lang="en-US"/>
                  </a:p>
                </p:txBody>
              </p:sp>
              <p:sp>
                <p:nvSpPr>
                  <p:cNvPr id="1600" name="Freeform 1599">
                    <a:extLst>
                      <a:ext uri="{FF2B5EF4-FFF2-40B4-BE49-F238E27FC236}">
                        <a16:creationId xmlns:a16="http://schemas.microsoft.com/office/drawing/2014/main" id="{D5E79CF2-20CD-A81D-B02B-684CFD366FC7}"/>
                      </a:ext>
                    </a:extLst>
                  </p:cNvPr>
                  <p:cNvSpPr/>
                  <p:nvPr/>
                </p:nvSpPr>
                <p:spPr>
                  <a:xfrm>
                    <a:off x="8159842" y="3576613"/>
                    <a:ext cx="46040" cy="66345"/>
                  </a:xfrm>
                  <a:custGeom>
                    <a:avLst/>
                    <a:gdLst>
                      <a:gd name="connsiteX0" fmla="*/ 30630 w 46040"/>
                      <a:gd name="connsiteY0" fmla="*/ 49806 h 66345"/>
                      <a:gd name="connsiteX1" fmla="*/ 0 w 46040"/>
                      <a:gd name="connsiteY1" fmla="*/ 49806 h 66345"/>
                      <a:gd name="connsiteX2" fmla="*/ 0 w 46040"/>
                      <a:gd name="connsiteY2" fmla="*/ 44579 h 66345"/>
                      <a:gd name="connsiteX3" fmla="*/ 31201 w 46040"/>
                      <a:gd name="connsiteY3" fmla="*/ 0 h 66345"/>
                      <a:gd name="connsiteX4" fmla="*/ 36719 w 46040"/>
                      <a:gd name="connsiteY4" fmla="*/ 0 h 66345"/>
                      <a:gd name="connsiteX5" fmla="*/ 36719 w 46040"/>
                      <a:gd name="connsiteY5" fmla="*/ 44674 h 66345"/>
                      <a:gd name="connsiteX6" fmla="*/ 46041 w 46040"/>
                      <a:gd name="connsiteY6" fmla="*/ 44674 h 66345"/>
                      <a:gd name="connsiteX7" fmla="*/ 46041 w 46040"/>
                      <a:gd name="connsiteY7" fmla="*/ 49806 h 66345"/>
                      <a:gd name="connsiteX8" fmla="*/ 36719 w 46040"/>
                      <a:gd name="connsiteY8" fmla="*/ 49806 h 66345"/>
                      <a:gd name="connsiteX9" fmla="*/ 36719 w 46040"/>
                      <a:gd name="connsiteY9" fmla="*/ 66345 h 66345"/>
                      <a:gd name="connsiteX10" fmla="*/ 30630 w 46040"/>
                      <a:gd name="connsiteY10" fmla="*/ 66345 h 66345"/>
                      <a:gd name="connsiteX11" fmla="*/ 30630 w 46040"/>
                      <a:gd name="connsiteY11" fmla="*/ 49806 h 66345"/>
                      <a:gd name="connsiteX12" fmla="*/ 5993 w 46040"/>
                      <a:gd name="connsiteY12" fmla="*/ 44674 h 66345"/>
                      <a:gd name="connsiteX13" fmla="*/ 30630 w 46040"/>
                      <a:gd name="connsiteY13" fmla="*/ 44674 h 66345"/>
                      <a:gd name="connsiteX14" fmla="*/ 30630 w 46040"/>
                      <a:gd name="connsiteY14" fmla="*/ 9125 h 66345"/>
                      <a:gd name="connsiteX15" fmla="*/ 5993 w 46040"/>
                      <a:gd name="connsiteY15" fmla="*/ 44674 h 66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040" h="66345">
                        <a:moveTo>
                          <a:pt x="30630" y="49806"/>
                        </a:moveTo>
                        <a:lnTo>
                          <a:pt x="0" y="49806"/>
                        </a:lnTo>
                        <a:lnTo>
                          <a:pt x="0" y="44579"/>
                        </a:lnTo>
                        <a:lnTo>
                          <a:pt x="31201" y="0"/>
                        </a:lnTo>
                        <a:lnTo>
                          <a:pt x="36719" y="0"/>
                        </a:lnTo>
                        <a:lnTo>
                          <a:pt x="36719" y="44674"/>
                        </a:lnTo>
                        <a:lnTo>
                          <a:pt x="46041" y="44674"/>
                        </a:lnTo>
                        <a:lnTo>
                          <a:pt x="46041" y="49806"/>
                        </a:lnTo>
                        <a:lnTo>
                          <a:pt x="36719" y="49806"/>
                        </a:lnTo>
                        <a:lnTo>
                          <a:pt x="36719" y="66345"/>
                        </a:lnTo>
                        <a:lnTo>
                          <a:pt x="30630" y="66345"/>
                        </a:lnTo>
                        <a:lnTo>
                          <a:pt x="30630" y="49806"/>
                        </a:lnTo>
                        <a:close/>
                        <a:moveTo>
                          <a:pt x="5993" y="44674"/>
                        </a:moveTo>
                        <a:lnTo>
                          <a:pt x="30630" y="44674"/>
                        </a:lnTo>
                        <a:lnTo>
                          <a:pt x="30630" y="9125"/>
                        </a:lnTo>
                        <a:lnTo>
                          <a:pt x="5993" y="44674"/>
                        </a:lnTo>
                        <a:close/>
                      </a:path>
                    </a:pathLst>
                  </a:custGeom>
                  <a:solidFill>
                    <a:srgbClr val="000000"/>
                  </a:solidFill>
                  <a:ln w="9506" cap="flat">
                    <a:noFill/>
                    <a:prstDash val="solid"/>
                    <a:miter/>
                  </a:ln>
                </p:spPr>
                <p:txBody>
                  <a:bodyPr rtlCol="0" anchor="ctr"/>
                  <a:lstStyle/>
                  <a:p>
                    <a:endParaRPr lang="en-US"/>
                  </a:p>
                </p:txBody>
              </p:sp>
              <p:sp>
                <p:nvSpPr>
                  <p:cNvPr id="1601" name="Freeform 1600">
                    <a:extLst>
                      <a:ext uri="{FF2B5EF4-FFF2-40B4-BE49-F238E27FC236}">
                        <a16:creationId xmlns:a16="http://schemas.microsoft.com/office/drawing/2014/main" id="{5FB39BE7-0B8E-D09A-22E1-D57A6C437A15}"/>
                      </a:ext>
                    </a:extLst>
                  </p:cNvPr>
                  <p:cNvSpPr/>
                  <p:nvPr/>
                </p:nvSpPr>
                <p:spPr>
                  <a:xfrm>
                    <a:off x="8213588" y="3574522"/>
                    <a:ext cx="28537" cy="27184"/>
                  </a:xfrm>
                  <a:custGeom>
                    <a:avLst/>
                    <a:gdLst>
                      <a:gd name="connsiteX0" fmla="*/ 12271 w 28537"/>
                      <a:gd name="connsiteY0" fmla="*/ 11121 h 27184"/>
                      <a:gd name="connsiteX1" fmla="*/ 12271 w 28537"/>
                      <a:gd name="connsiteY1" fmla="*/ 0 h 27184"/>
                      <a:gd name="connsiteX2" fmla="*/ 16267 w 28537"/>
                      <a:gd name="connsiteY2" fmla="*/ 0 h 27184"/>
                      <a:gd name="connsiteX3" fmla="*/ 16267 w 28537"/>
                      <a:gd name="connsiteY3" fmla="*/ 11121 h 27184"/>
                      <a:gd name="connsiteX4" fmla="*/ 27111 w 28537"/>
                      <a:gd name="connsiteY4" fmla="*/ 7129 h 27184"/>
                      <a:gd name="connsiteX5" fmla="*/ 28538 w 28537"/>
                      <a:gd name="connsiteY5" fmla="*/ 11311 h 27184"/>
                      <a:gd name="connsiteX6" fmla="*/ 17693 w 28537"/>
                      <a:gd name="connsiteY6" fmla="*/ 14828 h 27184"/>
                      <a:gd name="connsiteX7" fmla="*/ 24828 w 28537"/>
                      <a:gd name="connsiteY7" fmla="*/ 24903 h 27184"/>
                      <a:gd name="connsiteX8" fmla="*/ 21118 w 28537"/>
                      <a:gd name="connsiteY8" fmla="*/ 27184 h 27184"/>
                      <a:gd name="connsiteX9" fmla="*/ 14079 w 28537"/>
                      <a:gd name="connsiteY9" fmla="*/ 16919 h 27184"/>
                      <a:gd name="connsiteX10" fmla="*/ 6659 w 28537"/>
                      <a:gd name="connsiteY10" fmla="*/ 26994 h 27184"/>
                      <a:gd name="connsiteX11" fmla="*/ 3329 w 28537"/>
                      <a:gd name="connsiteY11" fmla="*/ 24428 h 27184"/>
                      <a:gd name="connsiteX12" fmla="*/ 10654 w 28537"/>
                      <a:gd name="connsiteY12" fmla="*/ 14828 h 27184"/>
                      <a:gd name="connsiteX13" fmla="*/ 0 w 28537"/>
                      <a:gd name="connsiteY13" fmla="*/ 11026 h 27184"/>
                      <a:gd name="connsiteX14" fmla="*/ 1712 w 28537"/>
                      <a:gd name="connsiteY14" fmla="*/ 7034 h 27184"/>
                      <a:gd name="connsiteX15" fmla="*/ 12271 w 28537"/>
                      <a:gd name="connsiteY15" fmla="*/ 11121 h 2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8537" h="27184">
                        <a:moveTo>
                          <a:pt x="12271" y="11121"/>
                        </a:moveTo>
                        <a:lnTo>
                          <a:pt x="12271" y="0"/>
                        </a:lnTo>
                        <a:lnTo>
                          <a:pt x="16267" y="0"/>
                        </a:lnTo>
                        <a:lnTo>
                          <a:pt x="16267" y="11121"/>
                        </a:lnTo>
                        <a:lnTo>
                          <a:pt x="27111" y="7129"/>
                        </a:lnTo>
                        <a:lnTo>
                          <a:pt x="28538" y="11311"/>
                        </a:lnTo>
                        <a:lnTo>
                          <a:pt x="17693" y="14828"/>
                        </a:lnTo>
                        <a:lnTo>
                          <a:pt x="24828" y="24903"/>
                        </a:lnTo>
                        <a:lnTo>
                          <a:pt x="21118" y="27184"/>
                        </a:lnTo>
                        <a:lnTo>
                          <a:pt x="14079" y="16919"/>
                        </a:lnTo>
                        <a:lnTo>
                          <a:pt x="6659" y="26994"/>
                        </a:lnTo>
                        <a:lnTo>
                          <a:pt x="3329" y="24428"/>
                        </a:lnTo>
                        <a:lnTo>
                          <a:pt x="10654" y="14828"/>
                        </a:lnTo>
                        <a:lnTo>
                          <a:pt x="0" y="11026"/>
                        </a:lnTo>
                        <a:lnTo>
                          <a:pt x="1712" y="7034"/>
                        </a:lnTo>
                        <a:lnTo>
                          <a:pt x="12271" y="11121"/>
                        </a:lnTo>
                        <a:close/>
                      </a:path>
                    </a:pathLst>
                  </a:custGeom>
                  <a:solidFill>
                    <a:srgbClr val="000000"/>
                  </a:solidFill>
                  <a:ln w="9506" cap="flat">
                    <a:noFill/>
                    <a:prstDash val="solid"/>
                    <a:miter/>
                  </a:ln>
                </p:spPr>
                <p:txBody>
                  <a:bodyPr rtlCol="0" anchor="ctr"/>
                  <a:lstStyle/>
                  <a:p>
                    <a:endParaRPr lang="en-US"/>
                  </a:p>
                </p:txBody>
              </p:sp>
            </p:grpSp>
            <p:sp>
              <p:nvSpPr>
                <p:cNvPr id="1557" name="Freeform 1556">
                  <a:extLst>
                    <a:ext uri="{FF2B5EF4-FFF2-40B4-BE49-F238E27FC236}">
                      <a16:creationId xmlns:a16="http://schemas.microsoft.com/office/drawing/2014/main" id="{98D702B8-7055-89BC-2341-7DBF88218076}"/>
                    </a:ext>
                  </a:extLst>
                </p:cNvPr>
                <p:cNvSpPr/>
                <p:nvPr/>
              </p:nvSpPr>
              <p:spPr>
                <a:xfrm rot="21260400">
                  <a:off x="7293887" y="3010327"/>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58" name="Freeform 1557">
                  <a:extLst>
                    <a:ext uri="{FF2B5EF4-FFF2-40B4-BE49-F238E27FC236}">
                      <a16:creationId xmlns:a16="http://schemas.microsoft.com/office/drawing/2014/main" id="{B4F16794-5660-3E10-1E77-3AFE03E3FF6B}"/>
                    </a:ext>
                  </a:extLst>
                </p:cNvPr>
                <p:cNvSpPr/>
                <p:nvPr/>
              </p:nvSpPr>
              <p:spPr>
                <a:xfrm rot="21260400">
                  <a:off x="8702586" y="2240615"/>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59" name="Freeform 1558">
                  <a:extLst>
                    <a:ext uri="{FF2B5EF4-FFF2-40B4-BE49-F238E27FC236}">
                      <a16:creationId xmlns:a16="http://schemas.microsoft.com/office/drawing/2014/main" id="{78BDD7D3-04F4-15CF-8A4E-242202021116}"/>
                    </a:ext>
                  </a:extLst>
                </p:cNvPr>
                <p:cNvSpPr/>
                <p:nvPr/>
              </p:nvSpPr>
              <p:spPr>
                <a:xfrm rot="21260400">
                  <a:off x="9289080" y="2174832"/>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60" name="Freeform 1559">
                  <a:extLst>
                    <a:ext uri="{FF2B5EF4-FFF2-40B4-BE49-F238E27FC236}">
                      <a16:creationId xmlns:a16="http://schemas.microsoft.com/office/drawing/2014/main" id="{6D12338A-41AE-7607-278F-16D53DE3E08C}"/>
                    </a:ext>
                  </a:extLst>
                </p:cNvPr>
                <p:cNvSpPr/>
                <p:nvPr/>
              </p:nvSpPr>
              <p:spPr>
                <a:xfrm rot="21260400">
                  <a:off x="8328377" y="2886143"/>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61" name="Freeform 1560">
                  <a:extLst>
                    <a:ext uri="{FF2B5EF4-FFF2-40B4-BE49-F238E27FC236}">
                      <a16:creationId xmlns:a16="http://schemas.microsoft.com/office/drawing/2014/main" id="{59ACB0FF-D2BC-B58B-C63F-04614D454B7A}"/>
                    </a:ext>
                  </a:extLst>
                </p:cNvPr>
                <p:cNvSpPr/>
                <p:nvPr/>
              </p:nvSpPr>
              <p:spPr>
                <a:xfrm rot="21260400">
                  <a:off x="9193316" y="3299658"/>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62" name="Freeform 1561">
                  <a:extLst>
                    <a:ext uri="{FF2B5EF4-FFF2-40B4-BE49-F238E27FC236}">
                      <a16:creationId xmlns:a16="http://schemas.microsoft.com/office/drawing/2014/main" id="{5D84D0E4-FA08-3934-B3A6-28B1B8C5E841}"/>
                    </a:ext>
                  </a:extLst>
                </p:cNvPr>
                <p:cNvSpPr/>
                <p:nvPr/>
              </p:nvSpPr>
              <p:spPr>
                <a:xfrm rot="21260400">
                  <a:off x="7648340" y="3424658"/>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63" name="Freeform 1562">
                  <a:extLst>
                    <a:ext uri="{FF2B5EF4-FFF2-40B4-BE49-F238E27FC236}">
                      <a16:creationId xmlns:a16="http://schemas.microsoft.com/office/drawing/2014/main" id="{ED783C5E-8167-E187-1F89-C85C16E04AD9}"/>
                    </a:ext>
                  </a:extLst>
                </p:cNvPr>
                <p:cNvSpPr/>
                <p:nvPr/>
              </p:nvSpPr>
              <p:spPr>
                <a:xfrm rot="21260400">
                  <a:off x="9759658" y="3300904"/>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64" name="Freeform 1563">
                  <a:extLst>
                    <a:ext uri="{FF2B5EF4-FFF2-40B4-BE49-F238E27FC236}">
                      <a16:creationId xmlns:a16="http://schemas.microsoft.com/office/drawing/2014/main" id="{2EB24E7C-6F27-61B6-309D-5151C1A0ED48}"/>
                    </a:ext>
                  </a:extLst>
                </p:cNvPr>
                <p:cNvSpPr/>
                <p:nvPr/>
              </p:nvSpPr>
              <p:spPr>
                <a:xfrm rot="21260400">
                  <a:off x="8638921" y="3702099"/>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65" name="Freeform 1564">
                  <a:extLst>
                    <a:ext uri="{FF2B5EF4-FFF2-40B4-BE49-F238E27FC236}">
                      <a16:creationId xmlns:a16="http://schemas.microsoft.com/office/drawing/2014/main" id="{1D91E38A-EC2C-2F80-2B4C-2A2EB89018D0}"/>
                    </a:ext>
                  </a:extLst>
                </p:cNvPr>
                <p:cNvSpPr/>
                <p:nvPr/>
              </p:nvSpPr>
              <p:spPr>
                <a:xfrm rot="21260400">
                  <a:off x="8170322" y="2945415"/>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66" name="Freeform 1565">
                  <a:extLst>
                    <a:ext uri="{FF2B5EF4-FFF2-40B4-BE49-F238E27FC236}">
                      <a16:creationId xmlns:a16="http://schemas.microsoft.com/office/drawing/2014/main" id="{90611E93-2E72-C17B-A812-431F8D4D9257}"/>
                    </a:ext>
                  </a:extLst>
                </p:cNvPr>
                <p:cNvSpPr/>
                <p:nvPr/>
              </p:nvSpPr>
              <p:spPr>
                <a:xfrm rot="21260400">
                  <a:off x="7648368" y="3542968"/>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67" name="Freeform 1566">
                  <a:extLst>
                    <a:ext uri="{FF2B5EF4-FFF2-40B4-BE49-F238E27FC236}">
                      <a16:creationId xmlns:a16="http://schemas.microsoft.com/office/drawing/2014/main" id="{8A5E9343-56A8-3959-B870-44905D98A751}"/>
                    </a:ext>
                  </a:extLst>
                </p:cNvPr>
                <p:cNvSpPr/>
                <p:nvPr/>
              </p:nvSpPr>
              <p:spPr>
                <a:xfrm rot="21260400">
                  <a:off x="9588950" y="2708346"/>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68" name="Freeform 1567">
                  <a:extLst>
                    <a:ext uri="{FF2B5EF4-FFF2-40B4-BE49-F238E27FC236}">
                      <a16:creationId xmlns:a16="http://schemas.microsoft.com/office/drawing/2014/main" id="{E2D33599-D1F5-B33B-E43D-D0971C8A778C}"/>
                    </a:ext>
                  </a:extLst>
                </p:cNvPr>
                <p:cNvSpPr/>
                <p:nvPr/>
              </p:nvSpPr>
              <p:spPr>
                <a:xfrm rot="21260400">
                  <a:off x="9491064" y="3030510"/>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69" name="Freeform 1568">
                  <a:extLst>
                    <a:ext uri="{FF2B5EF4-FFF2-40B4-BE49-F238E27FC236}">
                      <a16:creationId xmlns:a16="http://schemas.microsoft.com/office/drawing/2014/main" id="{D9CC1AE6-D9B9-AC58-0836-AB70274E8214}"/>
                    </a:ext>
                  </a:extLst>
                </p:cNvPr>
                <p:cNvSpPr/>
                <p:nvPr/>
              </p:nvSpPr>
              <p:spPr>
                <a:xfrm rot="21260400">
                  <a:off x="9653737" y="2398628"/>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70" name="Freeform 1569">
                  <a:extLst>
                    <a:ext uri="{FF2B5EF4-FFF2-40B4-BE49-F238E27FC236}">
                      <a16:creationId xmlns:a16="http://schemas.microsoft.com/office/drawing/2014/main" id="{033F2F46-D097-97C3-840B-4EE69F31868D}"/>
                    </a:ext>
                  </a:extLst>
                </p:cNvPr>
                <p:cNvSpPr/>
                <p:nvPr/>
              </p:nvSpPr>
              <p:spPr>
                <a:xfrm rot="21260400">
                  <a:off x="9521988" y="2530339"/>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71" name="Freeform 1570">
                  <a:extLst>
                    <a:ext uri="{FF2B5EF4-FFF2-40B4-BE49-F238E27FC236}">
                      <a16:creationId xmlns:a16="http://schemas.microsoft.com/office/drawing/2014/main" id="{A569DEE5-ADDB-EF31-1FDE-364CB5E83C32}"/>
                    </a:ext>
                  </a:extLst>
                </p:cNvPr>
                <p:cNvSpPr/>
                <p:nvPr/>
              </p:nvSpPr>
              <p:spPr>
                <a:xfrm rot="21260400">
                  <a:off x="8608468" y="4187554"/>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72" name="Freeform 1571">
                  <a:extLst>
                    <a:ext uri="{FF2B5EF4-FFF2-40B4-BE49-F238E27FC236}">
                      <a16:creationId xmlns:a16="http://schemas.microsoft.com/office/drawing/2014/main" id="{5B12CA47-9DED-A46C-F834-CED43E3AEB85}"/>
                    </a:ext>
                  </a:extLst>
                </p:cNvPr>
                <p:cNvSpPr/>
                <p:nvPr/>
              </p:nvSpPr>
              <p:spPr>
                <a:xfrm rot="21260400">
                  <a:off x="9521938" y="2411793"/>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73" name="Freeform 1572">
                  <a:extLst>
                    <a:ext uri="{FF2B5EF4-FFF2-40B4-BE49-F238E27FC236}">
                      <a16:creationId xmlns:a16="http://schemas.microsoft.com/office/drawing/2014/main" id="{DFC6477A-8417-F33B-C247-0D58551AFC37}"/>
                    </a:ext>
                  </a:extLst>
                </p:cNvPr>
                <p:cNvSpPr/>
                <p:nvPr/>
              </p:nvSpPr>
              <p:spPr>
                <a:xfrm rot="21260400">
                  <a:off x="9613475" y="2056399"/>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74" name="Freeform 1573">
                  <a:extLst>
                    <a:ext uri="{FF2B5EF4-FFF2-40B4-BE49-F238E27FC236}">
                      <a16:creationId xmlns:a16="http://schemas.microsoft.com/office/drawing/2014/main" id="{7A55C546-9E0E-E771-12B0-9BCF2EE6FADD}"/>
                    </a:ext>
                  </a:extLst>
                </p:cNvPr>
                <p:cNvSpPr/>
                <p:nvPr/>
              </p:nvSpPr>
              <p:spPr>
                <a:xfrm rot="21260400">
                  <a:off x="8844656" y="3185485"/>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75" name="Freeform 1574">
                  <a:extLst>
                    <a:ext uri="{FF2B5EF4-FFF2-40B4-BE49-F238E27FC236}">
                      <a16:creationId xmlns:a16="http://schemas.microsoft.com/office/drawing/2014/main" id="{BD2DDD53-5CAD-AD5E-C059-C8047FBF4E3C}"/>
                    </a:ext>
                  </a:extLst>
                </p:cNvPr>
                <p:cNvSpPr/>
                <p:nvPr/>
              </p:nvSpPr>
              <p:spPr>
                <a:xfrm rot="21260400">
                  <a:off x="9284287" y="2649010"/>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76" name="Freeform 1575">
                  <a:extLst>
                    <a:ext uri="{FF2B5EF4-FFF2-40B4-BE49-F238E27FC236}">
                      <a16:creationId xmlns:a16="http://schemas.microsoft.com/office/drawing/2014/main" id="{20EC16F1-1848-DCA9-2DDF-267F124A89A7}"/>
                    </a:ext>
                  </a:extLst>
                </p:cNvPr>
                <p:cNvSpPr/>
                <p:nvPr/>
              </p:nvSpPr>
              <p:spPr>
                <a:xfrm rot="21260400">
                  <a:off x="9846616" y="2951869"/>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77" name="Freeform 1576">
                  <a:extLst>
                    <a:ext uri="{FF2B5EF4-FFF2-40B4-BE49-F238E27FC236}">
                      <a16:creationId xmlns:a16="http://schemas.microsoft.com/office/drawing/2014/main" id="{1793757D-90DC-9A2A-AC8A-2F8B84C75F26}"/>
                    </a:ext>
                  </a:extLst>
                </p:cNvPr>
                <p:cNvSpPr/>
                <p:nvPr/>
              </p:nvSpPr>
              <p:spPr>
                <a:xfrm rot="21260400">
                  <a:off x="8795135" y="3257540"/>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78" name="Freeform 1577">
                  <a:extLst>
                    <a:ext uri="{FF2B5EF4-FFF2-40B4-BE49-F238E27FC236}">
                      <a16:creationId xmlns:a16="http://schemas.microsoft.com/office/drawing/2014/main" id="{2A24A7F9-D3B1-14F9-2629-D4D51866E7BE}"/>
                    </a:ext>
                  </a:extLst>
                </p:cNvPr>
                <p:cNvSpPr/>
                <p:nvPr/>
              </p:nvSpPr>
              <p:spPr>
                <a:xfrm rot="21260400">
                  <a:off x="9208205" y="2646068"/>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79" name="Freeform 1578">
                  <a:extLst>
                    <a:ext uri="{FF2B5EF4-FFF2-40B4-BE49-F238E27FC236}">
                      <a16:creationId xmlns:a16="http://schemas.microsoft.com/office/drawing/2014/main" id="{8B0A232B-BA40-EA31-9E38-CCB86037877A}"/>
                    </a:ext>
                  </a:extLst>
                </p:cNvPr>
                <p:cNvSpPr/>
                <p:nvPr/>
              </p:nvSpPr>
              <p:spPr>
                <a:xfrm rot="21260400">
                  <a:off x="8430885" y="3479014"/>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80" name="Freeform 1579">
                  <a:extLst>
                    <a:ext uri="{FF2B5EF4-FFF2-40B4-BE49-F238E27FC236}">
                      <a16:creationId xmlns:a16="http://schemas.microsoft.com/office/drawing/2014/main" id="{7FAC0C54-96D2-04A6-B1C0-45E128760F63}"/>
                    </a:ext>
                  </a:extLst>
                </p:cNvPr>
                <p:cNvSpPr/>
                <p:nvPr/>
              </p:nvSpPr>
              <p:spPr>
                <a:xfrm rot="21260400">
                  <a:off x="9795420" y="3004449"/>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81" name="Freeform 1580">
                  <a:extLst>
                    <a:ext uri="{FF2B5EF4-FFF2-40B4-BE49-F238E27FC236}">
                      <a16:creationId xmlns:a16="http://schemas.microsoft.com/office/drawing/2014/main" id="{7F48772D-356B-7F5F-3B87-9F8AFEAE587F}"/>
                    </a:ext>
                  </a:extLst>
                </p:cNvPr>
                <p:cNvSpPr/>
                <p:nvPr/>
              </p:nvSpPr>
              <p:spPr>
                <a:xfrm rot="21260400">
                  <a:off x="9878326" y="3419402"/>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82" name="Freeform 1581">
                  <a:extLst>
                    <a:ext uri="{FF2B5EF4-FFF2-40B4-BE49-F238E27FC236}">
                      <a16:creationId xmlns:a16="http://schemas.microsoft.com/office/drawing/2014/main" id="{CBAAAD2C-A51B-2238-9ACE-35EE75F7096C}"/>
                    </a:ext>
                  </a:extLst>
                </p:cNvPr>
                <p:cNvSpPr/>
                <p:nvPr/>
              </p:nvSpPr>
              <p:spPr>
                <a:xfrm rot="21260400">
                  <a:off x="9681872" y="3557695"/>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83" name="Freeform 1582">
                  <a:extLst>
                    <a:ext uri="{FF2B5EF4-FFF2-40B4-BE49-F238E27FC236}">
                      <a16:creationId xmlns:a16="http://schemas.microsoft.com/office/drawing/2014/main" id="{AA20AA41-156A-6A00-7358-05BED6EA07F6}"/>
                    </a:ext>
                  </a:extLst>
                </p:cNvPr>
                <p:cNvSpPr/>
                <p:nvPr/>
              </p:nvSpPr>
              <p:spPr>
                <a:xfrm rot="21260400">
                  <a:off x="9116578" y="2995783"/>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84" name="Freeform 1583">
                  <a:extLst>
                    <a:ext uri="{FF2B5EF4-FFF2-40B4-BE49-F238E27FC236}">
                      <a16:creationId xmlns:a16="http://schemas.microsoft.com/office/drawing/2014/main" id="{004A392C-A407-BBE6-1F10-BBFA3DC92A37}"/>
                    </a:ext>
                  </a:extLst>
                </p:cNvPr>
                <p:cNvSpPr/>
                <p:nvPr/>
              </p:nvSpPr>
              <p:spPr>
                <a:xfrm rot="21260400">
                  <a:off x="9236793" y="3004584"/>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79"/>
                        <a:pt x="31304" y="40301"/>
                        <a:pt x="20167" y="40301"/>
                      </a:cubicBezTo>
                      <a:cubicBezTo>
                        <a:pt x="9029" y="40301"/>
                        <a:pt x="0" y="31279"/>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85" name="Freeform 1584">
                  <a:extLst>
                    <a:ext uri="{FF2B5EF4-FFF2-40B4-BE49-F238E27FC236}">
                      <a16:creationId xmlns:a16="http://schemas.microsoft.com/office/drawing/2014/main" id="{BA517A7A-F268-5601-46C0-AB5EDD144395}"/>
                    </a:ext>
                  </a:extLst>
                </p:cNvPr>
                <p:cNvSpPr/>
                <p:nvPr/>
              </p:nvSpPr>
              <p:spPr>
                <a:xfrm rot="21260400">
                  <a:off x="8999224" y="3182386"/>
                  <a:ext cx="100895" cy="100815"/>
                </a:xfrm>
                <a:custGeom>
                  <a:avLst/>
                  <a:gdLst>
                    <a:gd name="connsiteX0" fmla="*/ 40333 w 40333"/>
                    <a:gd name="connsiteY0" fmla="*/ 20151 h 40301"/>
                    <a:gd name="connsiteX1" fmla="*/ 20167 w 40333"/>
                    <a:gd name="connsiteY1" fmla="*/ 40301 h 40301"/>
                    <a:gd name="connsiteX2" fmla="*/ 0 w 40333"/>
                    <a:gd name="connsiteY2" fmla="*/ 20151 h 40301"/>
                    <a:gd name="connsiteX3" fmla="*/ 20167 w 40333"/>
                    <a:gd name="connsiteY3" fmla="*/ 0 h 40301"/>
                    <a:gd name="connsiteX4" fmla="*/ 40333 w 40333"/>
                    <a:gd name="connsiteY4" fmla="*/ 20151 h 40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33" h="40301">
                      <a:moveTo>
                        <a:pt x="40333" y="20151"/>
                      </a:moveTo>
                      <a:cubicBezTo>
                        <a:pt x="40333" y="31280"/>
                        <a:pt x="31304" y="40301"/>
                        <a:pt x="20167" y="40301"/>
                      </a:cubicBezTo>
                      <a:cubicBezTo>
                        <a:pt x="9029" y="40301"/>
                        <a:pt x="0" y="31280"/>
                        <a:pt x="0" y="20151"/>
                      </a:cubicBezTo>
                      <a:cubicBezTo>
                        <a:pt x="0" y="9022"/>
                        <a:pt x="9029" y="0"/>
                        <a:pt x="20167" y="0"/>
                      </a:cubicBezTo>
                      <a:cubicBezTo>
                        <a:pt x="31304" y="0"/>
                        <a:pt x="40333" y="9022"/>
                        <a:pt x="40333" y="20151"/>
                      </a:cubicBezTo>
                      <a:close/>
                    </a:path>
                  </a:pathLst>
                </a:custGeom>
                <a:solidFill>
                  <a:srgbClr val="1EAED3">
                    <a:alpha val="60000"/>
                  </a:srgbClr>
                </a:solidFill>
                <a:ln w="9506" cap="flat">
                  <a:noFill/>
                  <a:prstDash val="solid"/>
                  <a:miter/>
                </a:ln>
              </p:spPr>
              <p:txBody>
                <a:bodyPr rtlCol="0" anchor="ctr"/>
                <a:lstStyle/>
                <a:p>
                  <a:endParaRPr lang="en-US"/>
                </a:p>
              </p:txBody>
            </p:sp>
            <p:sp>
              <p:nvSpPr>
                <p:cNvPr id="1586" name="Freeform 1585">
                  <a:extLst>
                    <a:ext uri="{FF2B5EF4-FFF2-40B4-BE49-F238E27FC236}">
                      <a16:creationId xmlns:a16="http://schemas.microsoft.com/office/drawing/2014/main" id="{0D10DB51-6380-F696-3F8D-6ABFB3DDA1F4}"/>
                    </a:ext>
                  </a:extLst>
                </p:cNvPr>
                <p:cNvSpPr/>
                <p:nvPr/>
              </p:nvSpPr>
              <p:spPr>
                <a:xfrm>
                  <a:off x="7343855" y="2500761"/>
                  <a:ext cx="2847671" cy="1409752"/>
                </a:xfrm>
                <a:custGeom>
                  <a:avLst/>
                  <a:gdLst>
                    <a:gd name="connsiteX0" fmla="*/ 46041 w 1138366"/>
                    <a:gd name="connsiteY0" fmla="*/ 543022 h 563553"/>
                    <a:gd name="connsiteX1" fmla="*/ 57551 w 1138366"/>
                    <a:gd name="connsiteY1" fmla="*/ 537985 h 563553"/>
                    <a:gd name="connsiteX2" fmla="*/ 68966 w 1138366"/>
                    <a:gd name="connsiteY2" fmla="*/ 532852 h 563553"/>
                    <a:gd name="connsiteX3" fmla="*/ 80476 w 1138366"/>
                    <a:gd name="connsiteY3" fmla="*/ 527719 h 563553"/>
                    <a:gd name="connsiteX4" fmla="*/ 91986 w 1138366"/>
                    <a:gd name="connsiteY4" fmla="*/ 522682 h 563553"/>
                    <a:gd name="connsiteX5" fmla="*/ 103497 w 1138366"/>
                    <a:gd name="connsiteY5" fmla="*/ 517549 h 563553"/>
                    <a:gd name="connsiteX6" fmla="*/ 115007 w 1138366"/>
                    <a:gd name="connsiteY6" fmla="*/ 512511 h 563553"/>
                    <a:gd name="connsiteX7" fmla="*/ 126517 w 1138366"/>
                    <a:gd name="connsiteY7" fmla="*/ 507474 h 563553"/>
                    <a:gd name="connsiteX8" fmla="*/ 138027 w 1138366"/>
                    <a:gd name="connsiteY8" fmla="*/ 502341 h 563553"/>
                    <a:gd name="connsiteX9" fmla="*/ 149442 w 1138366"/>
                    <a:gd name="connsiteY9" fmla="*/ 497303 h 563553"/>
                    <a:gd name="connsiteX10" fmla="*/ 160952 w 1138366"/>
                    <a:gd name="connsiteY10" fmla="*/ 492266 h 563553"/>
                    <a:gd name="connsiteX11" fmla="*/ 172463 w 1138366"/>
                    <a:gd name="connsiteY11" fmla="*/ 487323 h 563553"/>
                    <a:gd name="connsiteX12" fmla="*/ 183973 w 1138366"/>
                    <a:gd name="connsiteY12" fmla="*/ 482285 h 563553"/>
                    <a:gd name="connsiteX13" fmla="*/ 195483 w 1138366"/>
                    <a:gd name="connsiteY13" fmla="*/ 477248 h 563553"/>
                    <a:gd name="connsiteX14" fmla="*/ 206993 w 1138366"/>
                    <a:gd name="connsiteY14" fmla="*/ 472305 h 563553"/>
                    <a:gd name="connsiteX15" fmla="*/ 218503 w 1138366"/>
                    <a:gd name="connsiteY15" fmla="*/ 467362 h 563553"/>
                    <a:gd name="connsiteX16" fmla="*/ 230013 w 1138366"/>
                    <a:gd name="connsiteY16" fmla="*/ 462325 h 563553"/>
                    <a:gd name="connsiteX17" fmla="*/ 241429 w 1138366"/>
                    <a:gd name="connsiteY17" fmla="*/ 457382 h 563553"/>
                    <a:gd name="connsiteX18" fmla="*/ 252939 w 1138366"/>
                    <a:gd name="connsiteY18" fmla="*/ 452535 h 563553"/>
                    <a:gd name="connsiteX19" fmla="*/ 264449 w 1138366"/>
                    <a:gd name="connsiteY19" fmla="*/ 447592 h 563553"/>
                    <a:gd name="connsiteX20" fmla="*/ 275959 w 1138366"/>
                    <a:gd name="connsiteY20" fmla="*/ 442744 h 563553"/>
                    <a:gd name="connsiteX21" fmla="*/ 287469 w 1138366"/>
                    <a:gd name="connsiteY21" fmla="*/ 437802 h 563553"/>
                    <a:gd name="connsiteX22" fmla="*/ 298979 w 1138366"/>
                    <a:gd name="connsiteY22" fmla="*/ 432954 h 563553"/>
                    <a:gd name="connsiteX23" fmla="*/ 310489 w 1138366"/>
                    <a:gd name="connsiteY23" fmla="*/ 428202 h 563553"/>
                    <a:gd name="connsiteX24" fmla="*/ 322000 w 1138366"/>
                    <a:gd name="connsiteY24" fmla="*/ 423354 h 563553"/>
                    <a:gd name="connsiteX25" fmla="*/ 333415 w 1138366"/>
                    <a:gd name="connsiteY25" fmla="*/ 418602 h 563553"/>
                    <a:gd name="connsiteX26" fmla="*/ 344925 w 1138366"/>
                    <a:gd name="connsiteY26" fmla="*/ 413849 h 563553"/>
                    <a:gd name="connsiteX27" fmla="*/ 356435 w 1138366"/>
                    <a:gd name="connsiteY27" fmla="*/ 409097 h 563553"/>
                    <a:gd name="connsiteX28" fmla="*/ 367945 w 1138366"/>
                    <a:gd name="connsiteY28" fmla="*/ 404344 h 563553"/>
                    <a:gd name="connsiteX29" fmla="*/ 379455 w 1138366"/>
                    <a:gd name="connsiteY29" fmla="*/ 399687 h 563553"/>
                    <a:gd name="connsiteX30" fmla="*/ 390966 w 1138366"/>
                    <a:gd name="connsiteY30" fmla="*/ 395029 h 563553"/>
                    <a:gd name="connsiteX31" fmla="*/ 402476 w 1138366"/>
                    <a:gd name="connsiteY31" fmla="*/ 390467 h 563553"/>
                    <a:gd name="connsiteX32" fmla="*/ 413986 w 1138366"/>
                    <a:gd name="connsiteY32" fmla="*/ 385904 h 563553"/>
                    <a:gd name="connsiteX33" fmla="*/ 425401 w 1138366"/>
                    <a:gd name="connsiteY33" fmla="*/ 381342 h 563553"/>
                    <a:gd name="connsiteX34" fmla="*/ 436911 w 1138366"/>
                    <a:gd name="connsiteY34" fmla="*/ 376874 h 563553"/>
                    <a:gd name="connsiteX35" fmla="*/ 448421 w 1138366"/>
                    <a:gd name="connsiteY35" fmla="*/ 372407 h 563553"/>
                    <a:gd name="connsiteX36" fmla="*/ 459932 w 1138366"/>
                    <a:gd name="connsiteY36" fmla="*/ 368035 h 563553"/>
                    <a:gd name="connsiteX37" fmla="*/ 471442 w 1138366"/>
                    <a:gd name="connsiteY37" fmla="*/ 363662 h 563553"/>
                    <a:gd name="connsiteX38" fmla="*/ 482952 w 1138366"/>
                    <a:gd name="connsiteY38" fmla="*/ 359385 h 563553"/>
                    <a:gd name="connsiteX39" fmla="*/ 494462 w 1138366"/>
                    <a:gd name="connsiteY39" fmla="*/ 355108 h 563553"/>
                    <a:gd name="connsiteX40" fmla="*/ 505973 w 1138366"/>
                    <a:gd name="connsiteY40" fmla="*/ 350926 h 563553"/>
                    <a:gd name="connsiteX41" fmla="*/ 517387 w 1138366"/>
                    <a:gd name="connsiteY41" fmla="*/ 346839 h 563553"/>
                    <a:gd name="connsiteX42" fmla="*/ 528898 w 1138366"/>
                    <a:gd name="connsiteY42" fmla="*/ 342751 h 563553"/>
                    <a:gd name="connsiteX43" fmla="*/ 540408 w 1138366"/>
                    <a:gd name="connsiteY43" fmla="*/ 338759 h 563553"/>
                    <a:gd name="connsiteX44" fmla="*/ 551918 w 1138366"/>
                    <a:gd name="connsiteY44" fmla="*/ 334862 h 563553"/>
                    <a:gd name="connsiteX45" fmla="*/ 563428 w 1138366"/>
                    <a:gd name="connsiteY45" fmla="*/ 331060 h 563553"/>
                    <a:gd name="connsiteX46" fmla="*/ 574939 w 1138366"/>
                    <a:gd name="connsiteY46" fmla="*/ 327258 h 563553"/>
                    <a:gd name="connsiteX47" fmla="*/ 586449 w 1138366"/>
                    <a:gd name="connsiteY47" fmla="*/ 323646 h 563553"/>
                    <a:gd name="connsiteX48" fmla="*/ 597959 w 1138366"/>
                    <a:gd name="connsiteY48" fmla="*/ 320034 h 563553"/>
                    <a:gd name="connsiteX49" fmla="*/ 609374 w 1138366"/>
                    <a:gd name="connsiteY49" fmla="*/ 316613 h 563553"/>
                    <a:gd name="connsiteX50" fmla="*/ 620884 w 1138366"/>
                    <a:gd name="connsiteY50" fmla="*/ 313191 h 563553"/>
                    <a:gd name="connsiteX51" fmla="*/ 632394 w 1138366"/>
                    <a:gd name="connsiteY51" fmla="*/ 309864 h 563553"/>
                    <a:gd name="connsiteX52" fmla="*/ 643904 w 1138366"/>
                    <a:gd name="connsiteY52" fmla="*/ 306727 h 563553"/>
                    <a:gd name="connsiteX53" fmla="*/ 655415 w 1138366"/>
                    <a:gd name="connsiteY53" fmla="*/ 303686 h 563553"/>
                    <a:gd name="connsiteX54" fmla="*/ 666925 w 1138366"/>
                    <a:gd name="connsiteY54" fmla="*/ 300644 h 563553"/>
                    <a:gd name="connsiteX55" fmla="*/ 678435 w 1138366"/>
                    <a:gd name="connsiteY55" fmla="*/ 297793 h 563553"/>
                    <a:gd name="connsiteX56" fmla="*/ 689945 w 1138366"/>
                    <a:gd name="connsiteY56" fmla="*/ 295131 h 563553"/>
                    <a:gd name="connsiteX57" fmla="*/ 701360 w 1138366"/>
                    <a:gd name="connsiteY57" fmla="*/ 292470 h 563553"/>
                    <a:gd name="connsiteX58" fmla="*/ 712870 w 1138366"/>
                    <a:gd name="connsiteY58" fmla="*/ 289903 h 563553"/>
                    <a:gd name="connsiteX59" fmla="*/ 724381 w 1138366"/>
                    <a:gd name="connsiteY59" fmla="*/ 287527 h 563553"/>
                    <a:gd name="connsiteX60" fmla="*/ 735891 w 1138366"/>
                    <a:gd name="connsiteY60" fmla="*/ 285246 h 563553"/>
                    <a:gd name="connsiteX61" fmla="*/ 747401 w 1138366"/>
                    <a:gd name="connsiteY61" fmla="*/ 283060 h 563553"/>
                    <a:gd name="connsiteX62" fmla="*/ 758911 w 1138366"/>
                    <a:gd name="connsiteY62" fmla="*/ 281064 h 563553"/>
                    <a:gd name="connsiteX63" fmla="*/ 770421 w 1138366"/>
                    <a:gd name="connsiteY63" fmla="*/ 279068 h 563553"/>
                    <a:gd name="connsiteX64" fmla="*/ 781932 w 1138366"/>
                    <a:gd name="connsiteY64" fmla="*/ 277262 h 563553"/>
                    <a:gd name="connsiteX65" fmla="*/ 793347 w 1138366"/>
                    <a:gd name="connsiteY65" fmla="*/ 275551 h 563553"/>
                    <a:gd name="connsiteX66" fmla="*/ 804857 w 1138366"/>
                    <a:gd name="connsiteY66" fmla="*/ 273935 h 563553"/>
                    <a:gd name="connsiteX67" fmla="*/ 816367 w 1138366"/>
                    <a:gd name="connsiteY67" fmla="*/ 272414 h 563553"/>
                    <a:gd name="connsiteX68" fmla="*/ 827877 w 1138366"/>
                    <a:gd name="connsiteY68" fmla="*/ 270893 h 563553"/>
                    <a:gd name="connsiteX69" fmla="*/ 839387 w 1138366"/>
                    <a:gd name="connsiteY69" fmla="*/ 269563 h 563553"/>
                    <a:gd name="connsiteX70" fmla="*/ 850898 w 1138366"/>
                    <a:gd name="connsiteY70" fmla="*/ 268327 h 563553"/>
                    <a:gd name="connsiteX71" fmla="*/ 862408 w 1138366"/>
                    <a:gd name="connsiteY71" fmla="*/ 267091 h 563553"/>
                    <a:gd name="connsiteX72" fmla="*/ 873918 w 1138366"/>
                    <a:gd name="connsiteY72" fmla="*/ 266046 h 563553"/>
                    <a:gd name="connsiteX73" fmla="*/ 885333 w 1138366"/>
                    <a:gd name="connsiteY73" fmla="*/ 265000 h 563553"/>
                    <a:gd name="connsiteX74" fmla="*/ 896843 w 1138366"/>
                    <a:gd name="connsiteY74" fmla="*/ 264050 h 563553"/>
                    <a:gd name="connsiteX75" fmla="*/ 908353 w 1138366"/>
                    <a:gd name="connsiteY75" fmla="*/ 263099 h 563553"/>
                    <a:gd name="connsiteX76" fmla="*/ 919864 w 1138366"/>
                    <a:gd name="connsiteY76" fmla="*/ 262339 h 563553"/>
                    <a:gd name="connsiteX77" fmla="*/ 931374 w 1138366"/>
                    <a:gd name="connsiteY77" fmla="*/ 261579 h 563553"/>
                    <a:gd name="connsiteX78" fmla="*/ 942884 w 1138366"/>
                    <a:gd name="connsiteY78" fmla="*/ 260818 h 563553"/>
                    <a:gd name="connsiteX79" fmla="*/ 954394 w 1138366"/>
                    <a:gd name="connsiteY79" fmla="*/ 260153 h 563553"/>
                    <a:gd name="connsiteX80" fmla="*/ 965904 w 1138366"/>
                    <a:gd name="connsiteY80" fmla="*/ 259582 h 563553"/>
                    <a:gd name="connsiteX81" fmla="*/ 977319 w 1138366"/>
                    <a:gd name="connsiteY81" fmla="*/ 259012 h 563553"/>
                    <a:gd name="connsiteX82" fmla="*/ 988830 w 1138366"/>
                    <a:gd name="connsiteY82" fmla="*/ 258442 h 563553"/>
                    <a:gd name="connsiteX83" fmla="*/ 1000340 w 1138366"/>
                    <a:gd name="connsiteY83" fmla="*/ 257967 h 563553"/>
                    <a:gd name="connsiteX84" fmla="*/ 1011850 w 1138366"/>
                    <a:gd name="connsiteY84" fmla="*/ 257491 h 563553"/>
                    <a:gd name="connsiteX85" fmla="*/ 1023360 w 1138366"/>
                    <a:gd name="connsiteY85" fmla="*/ 257111 h 563553"/>
                    <a:gd name="connsiteX86" fmla="*/ 1034870 w 1138366"/>
                    <a:gd name="connsiteY86" fmla="*/ 256731 h 563553"/>
                    <a:gd name="connsiteX87" fmla="*/ 1046380 w 1138366"/>
                    <a:gd name="connsiteY87" fmla="*/ 256446 h 563553"/>
                    <a:gd name="connsiteX88" fmla="*/ 1057796 w 1138366"/>
                    <a:gd name="connsiteY88" fmla="*/ 256066 h 563553"/>
                    <a:gd name="connsiteX89" fmla="*/ 1069306 w 1138366"/>
                    <a:gd name="connsiteY89" fmla="*/ 255780 h 563553"/>
                    <a:gd name="connsiteX90" fmla="*/ 1080816 w 1138366"/>
                    <a:gd name="connsiteY90" fmla="*/ 255590 h 563553"/>
                    <a:gd name="connsiteX91" fmla="*/ 1092326 w 1138366"/>
                    <a:gd name="connsiteY91" fmla="*/ 255305 h 563553"/>
                    <a:gd name="connsiteX92" fmla="*/ 1103836 w 1138366"/>
                    <a:gd name="connsiteY92" fmla="*/ 255115 h 563553"/>
                    <a:gd name="connsiteX93" fmla="*/ 1115346 w 1138366"/>
                    <a:gd name="connsiteY93" fmla="*/ 254925 h 563553"/>
                    <a:gd name="connsiteX94" fmla="*/ 1126857 w 1138366"/>
                    <a:gd name="connsiteY94" fmla="*/ 254830 h 563553"/>
                    <a:gd name="connsiteX95" fmla="*/ 1138367 w 1138366"/>
                    <a:gd name="connsiteY95" fmla="*/ 254640 h 563553"/>
                    <a:gd name="connsiteX96" fmla="*/ 1138367 w 1138366"/>
                    <a:gd name="connsiteY96" fmla="*/ 0 h 563553"/>
                    <a:gd name="connsiteX97" fmla="*/ 1126857 w 1138366"/>
                    <a:gd name="connsiteY97" fmla="*/ 4848 h 563553"/>
                    <a:gd name="connsiteX98" fmla="*/ 1115346 w 1138366"/>
                    <a:gd name="connsiteY98" fmla="*/ 9695 h 563553"/>
                    <a:gd name="connsiteX99" fmla="*/ 1103836 w 1138366"/>
                    <a:gd name="connsiteY99" fmla="*/ 14543 h 563553"/>
                    <a:gd name="connsiteX100" fmla="*/ 1092326 w 1138366"/>
                    <a:gd name="connsiteY100" fmla="*/ 19295 h 563553"/>
                    <a:gd name="connsiteX101" fmla="*/ 1080816 w 1138366"/>
                    <a:gd name="connsiteY101" fmla="*/ 24048 h 563553"/>
                    <a:gd name="connsiteX102" fmla="*/ 1069306 w 1138366"/>
                    <a:gd name="connsiteY102" fmla="*/ 28800 h 563553"/>
                    <a:gd name="connsiteX103" fmla="*/ 1057796 w 1138366"/>
                    <a:gd name="connsiteY103" fmla="*/ 33553 h 563553"/>
                    <a:gd name="connsiteX104" fmla="*/ 1046380 w 1138366"/>
                    <a:gd name="connsiteY104" fmla="*/ 38305 h 563553"/>
                    <a:gd name="connsiteX105" fmla="*/ 1034870 w 1138366"/>
                    <a:gd name="connsiteY105" fmla="*/ 42963 h 563553"/>
                    <a:gd name="connsiteX106" fmla="*/ 1023360 w 1138366"/>
                    <a:gd name="connsiteY106" fmla="*/ 47525 h 563553"/>
                    <a:gd name="connsiteX107" fmla="*/ 1011850 w 1138366"/>
                    <a:gd name="connsiteY107" fmla="*/ 52183 h 563553"/>
                    <a:gd name="connsiteX108" fmla="*/ 1000340 w 1138366"/>
                    <a:gd name="connsiteY108" fmla="*/ 56745 h 563553"/>
                    <a:gd name="connsiteX109" fmla="*/ 988830 w 1138366"/>
                    <a:gd name="connsiteY109" fmla="*/ 61212 h 563553"/>
                    <a:gd name="connsiteX110" fmla="*/ 977319 w 1138366"/>
                    <a:gd name="connsiteY110" fmla="*/ 65775 h 563553"/>
                    <a:gd name="connsiteX111" fmla="*/ 965904 w 1138366"/>
                    <a:gd name="connsiteY111" fmla="*/ 70147 h 563553"/>
                    <a:gd name="connsiteX112" fmla="*/ 954394 w 1138366"/>
                    <a:gd name="connsiteY112" fmla="*/ 74614 h 563553"/>
                    <a:gd name="connsiteX113" fmla="*/ 942884 w 1138366"/>
                    <a:gd name="connsiteY113" fmla="*/ 78892 h 563553"/>
                    <a:gd name="connsiteX114" fmla="*/ 931374 w 1138366"/>
                    <a:gd name="connsiteY114" fmla="*/ 83169 h 563553"/>
                    <a:gd name="connsiteX115" fmla="*/ 919864 w 1138366"/>
                    <a:gd name="connsiteY115" fmla="*/ 87446 h 563553"/>
                    <a:gd name="connsiteX116" fmla="*/ 908353 w 1138366"/>
                    <a:gd name="connsiteY116" fmla="*/ 91629 h 563553"/>
                    <a:gd name="connsiteX117" fmla="*/ 896843 w 1138366"/>
                    <a:gd name="connsiteY117" fmla="*/ 95716 h 563553"/>
                    <a:gd name="connsiteX118" fmla="*/ 885333 w 1138366"/>
                    <a:gd name="connsiteY118" fmla="*/ 99803 h 563553"/>
                    <a:gd name="connsiteX119" fmla="*/ 873918 w 1138366"/>
                    <a:gd name="connsiteY119" fmla="*/ 103795 h 563553"/>
                    <a:gd name="connsiteX120" fmla="*/ 862408 w 1138366"/>
                    <a:gd name="connsiteY120" fmla="*/ 107692 h 563553"/>
                    <a:gd name="connsiteX121" fmla="*/ 850898 w 1138366"/>
                    <a:gd name="connsiteY121" fmla="*/ 111494 h 563553"/>
                    <a:gd name="connsiteX122" fmla="*/ 839387 w 1138366"/>
                    <a:gd name="connsiteY122" fmla="*/ 115201 h 563553"/>
                    <a:gd name="connsiteX123" fmla="*/ 827877 w 1138366"/>
                    <a:gd name="connsiteY123" fmla="*/ 118908 h 563553"/>
                    <a:gd name="connsiteX124" fmla="*/ 816367 w 1138366"/>
                    <a:gd name="connsiteY124" fmla="*/ 122425 h 563553"/>
                    <a:gd name="connsiteX125" fmla="*/ 804857 w 1138366"/>
                    <a:gd name="connsiteY125" fmla="*/ 125942 h 563553"/>
                    <a:gd name="connsiteX126" fmla="*/ 793347 w 1138366"/>
                    <a:gd name="connsiteY126" fmla="*/ 129268 h 563553"/>
                    <a:gd name="connsiteX127" fmla="*/ 781932 w 1138366"/>
                    <a:gd name="connsiteY127" fmla="*/ 132595 h 563553"/>
                    <a:gd name="connsiteX128" fmla="*/ 770421 w 1138366"/>
                    <a:gd name="connsiteY128" fmla="*/ 135732 h 563553"/>
                    <a:gd name="connsiteX129" fmla="*/ 758911 w 1138366"/>
                    <a:gd name="connsiteY129" fmla="*/ 138773 h 563553"/>
                    <a:gd name="connsiteX130" fmla="*/ 747401 w 1138366"/>
                    <a:gd name="connsiteY130" fmla="*/ 141720 h 563553"/>
                    <a:gd name="connsiteX131" fmla="*/ 735891 w 1138366"/>
                    <a:gd name="connsiteY131" fmla="*/ 144571 h 563553"/>
                    <a:gd name="connsiteX132" fmla="*/ 724381 w 1138366"/>
                    <a:gd name="connsiteY132" fmla="*/ 147328 h 563553"/>
                    <a:gd name="connsiteX133" fmla="*/ 712870 w 1138366"/>
                    <a:gd name="connsiteY133" fmla="*/ 149989 h 563553"/>
                    <a:gd name="connsiteX134" fmla="*/ 701360 w 1138366"/>
                    <a:gd name="connsiteY134" fmla="*/ 152461 h 563553"/>
                    <a:gd name="connsiteX135" fmla="*/ 689945 w 1138366"/>
                    <a:gd name="connsiteY135" fmla="*/ 154837 h 563553"/>
                    <a:gd name="connsiteX136" fmla="*/ 678435 w 1138366"/>
                    <a:gd name="connsiteY136" fmla="*/ 157118 h 563553"/>
                    <a:gd name="connsiteX137" fmla="*/ 666925 w 1138366"/>
                    <a:gd name="connsiteY137" fmla="*/ 159209 h 563553"/>
                    <a:gd name="connsiteX138" fmla="*/ 655415 w 1138366"/>
                    <a:gd name="connsiteY138" fmla="*/ 161300 h 563553"/>
                    <a:gd name="connsiteX139" fmla="*/ 643904 w 1138366"/>
                    <a:gd name="connsiteY139" fmla="*/ 163201 h 563553"/>
                    <a:gd name="connsiteX140" fmla="*/ 632394 w 1138366"/>
                    <a:gd name="connsiteY140" fmla="*/ 165007 h 563553"/>
                    <a:gd name="connsiteX141" fmla="*/ 620884 w 1138366"/>
                    <a:gd name="connsiteY141" fmla="*/ 166813 h 563553"/>
                    <a:gd name="connsiteX142" fmla="*/ 609374 w 1138366"/>
                    <a:gd name="connsiteY142" fmla="*/ 168429 h 563553"/>
                    <a:gd name="connsiteX143" fmla="*/ 597959 w 1138366"/>
                    <a:gd name="connsiteY143" fmla="*/ 169950 h 563553"/>
                    <a:gd name="connsiteX144" fmla="*/ 586449 w 1138366"/>
                    <a:gd name="connsiteY144" fmla="*/ 171376 h 563553"/>
                    <a:gd name="connsiteX145" fmla="*/ 574939 w 1138366"/>
                    <a:gd name="connsiteY145" fmla="*/ 172706 h 563553"/>
                    <a:gd name="connsiteX146" fmla="*/ 563428 w 1138366"/>
                    <a:gd name="connsiteY146" fmla="*/ 173942 h 563553"/>
                    <a:gd name="connsiteX147" fmla="*/ 551918 w 1138366"/>
                    <a:gd name="connsiteY147" fmla="*/ 175083 h 563553"/>
                    <a:gd name="connsiteX148" fmla="*/ 540408 w 1138366"/>
                    <a:gd name="connsiteY148" fmla="*/ 176223 h 563553"/>
                    <a:gd name="connsiteX149" fmla="*/ 528898 w 1138366"/>
                    <a:gd name="connsiteY149" fmla="*/ 177269 h 563553"/>
                    <a:gd name="connsiteX150" fmla="*/ 517387 w 1138366"/>
                    <a:gd name="connsiteY150" fmla="*/ 178219 h 563553"/>
                    <a:gd name="connsiteX151" fmla="*/ 505973 w 1138366"/>
                    <a:gd name="connsiteY151" fmla="*/ 179075 h 563553"/>
                    <a:gd name="connsiteX152" fmla="*/ 494462 w 1138366"/>
                    <a:gd name="connsiteY152" fmla="*/ 179930 h 563553"/>
                    <a:gd name="connsiteX153" fmla="*/ 482952 w 1138366"/>
                    <a:gd name="connsiteY153" fmla="*/ 180691 h 563553"/>
                    <a:gd name="connsiteX154" fmla="*/ 471442 w 1138366"/>
                    <a:gd name="connsiteY154" fmla="*/ 181356 h 563553"/>
                    <a:gd name="connsiteX155" fmla="*/ 459932 w 1138366"/>
                    <a:gd name="connsiteY155" fmla="*/ 182021 h 563553"/>
                    <a:gd name="connsiteX156" fmla="*/ 448421 w 1138366"/>
                    <a:gd name="connsiteY156" fmla="*/ 182592 h 563553"/>
                    <a:gd name="connsiteX157" fmla="*/ 436911 w 1138366"/>
                    <a:gd name="connsiteY157" fmla="*/ 183162 h 563553"/>
                    <a:gd name="connsiteX158" fmla="*/ 425401 w 1138366"/>
                    <a:gd name="connsiteY158" fmla="*/ 183732 h 563553"/>
                    <a:gd name="connsiteX159" fmla="*/ 413986 w 1138366"/>
                    <a:gd name="connsiteY159" fmla="*/ 184207 h 563553"/>
                    <a:gd name="connsiteX160" fmla="*/ 402476 w 1138366"/>
                    <a:gd name="connsiteY160" fmla="*/ 184588 h 563553"/>
                    <a:gd name="connsiteX161" fmla="*/ 390966 w 1138366"/>
                    <a:gd name="connsiteY161" fmla="*/ 185063 h 563553"/>
                    <a:gd name="connsiteX162" fmla="*/ 379455 w 1138366"/>
                    <a:gd name="connsiteY162" fmla="*/ 185443 h 563553"/>
                    <a:gd name="connsiteX163" fmla="*/ 367945 w 1138366"/>
                    <a:gd name="connsiteY163" fmla="*/ 185728 h 563553"/>
                    <a:gd name="connsiteX164" fmla="*/ 356435 w 1138366"/>
                    <a:gd name="connsiteY164" fmla="*/ 186013 h 563553"/>
                    <a:gd name="connsiteX165" fmla="*/ 344925 w 1138366"/>
                    <a:gd name="connsiteY165" fmla="*/ 186299 h 563553"/>
                    <a:gd name="connsiteX166" fmla="*/ 333415 w 1138366"/>
                    <a:gd name="connsiteY166" fmla="*/ 186584 h 563553"/>
                    <a:gd name="connsiteX167" fmla="*/ 322000 w 1138366"/>
                    <a:gd name="connsiteY167" fmla="*/ 186774 h 563553"/>
                    <a:gd name="connsiteX168" fmla="*/ 310489 w 1138366"/>
                    <a:gd name="connsiteY168" fmla="*/ 186964 h 563553"/>
                    <a:gd name="connsiteX169" fmla="*/ 298979 w 1138366"/>
                    <a:gd name="connsiteY169" fmla="*/ 187154 h 563553"/>
                    <a:gd name="connsiteX170" fmla="*/ 287469 w 1138366"/>
                    <a:gd name="connsiteY170" fmla="*/ 187344 h 563553"/>
                    <a:gd name="connsiteX171" fmla="*/ 275959 w 1138366"/>
                    <a:gd name="connsiteY171" fmla="*/ 187439 h 563553"/>
                    <a:gd name="connsiteX172" fmla="*/ 264449 w 1138366"/>
                    <a:gd name="connsiteY172" fmla="*/ 187629 h 563553"/>
                    <a:gd name="connsiteX173" fmla="*/ 252939 w 1138366"/>
                    <a:gd name="connsiteY173" fmla="*/ 187724 h 563553"/>
                    <a:gd name="connsiteX174" fmla="*/ 241429 w 1138366"/>
                    <a:gd name="connsiteY174" fmla="*/ 187819 h 563553"/>
                    <a:gd name="connsiteX175" fmla="*/ 230013 w 1138366"/>
                    <a:gd name="connsiteY175" fmla="*/ 187819 h 563553"/>
                    <a:gd name="connsiteX176" fmla="*/ 218503 w 1138366"/>
                    <a:gd name="connsiteY176" fmla="*/ 187915 h 563553"/>
                    <a:gd name="connsiteX177" fmla="*/ 206993 w 1138366"/>
                    <a:gd name="connsiteY177" fmla="*/ 187915 h 563553"/>
                    <a:gd name="connsiteX178" fmla="*/ 195483 w 1138366"/>
                    <a:gd name="connsiteY178" fmla="*/ 187915 h 563553"/>
                    <a:gd name="connsiteX179" fmla="*/ 183973 w 1138366"/>
                    <a:gd name="connsiteY179" fmla="*/ 188010 h 563553"/>
                    <a:gd name="connsiteX180" fmla="*/ 172463 w 1138366"/>
                    <a:gd name="connsiteY180" fmla="*/ 188010 h 563553"/>
                    <a:gd name="connsiteX181" fmla="*/ 160952 w 1138366"/>
                    <a:gd name="connsiteY181" fmla="*/ 187915 h 563553"/>
                    <a:gd name="connsiteX182" fmla="*/ 149442 w 1138366"/>
                    <a:gd name="connsiteY182" fmla="*/ 187915 h 563553"/>
                    <a:gd name="connsiteX183" fmla="*/ 138027 w 1138366"/>
                    <a:gd name="connsiteY183" fmla="*/ 187915 h 563553"/>
                    <a:gd name="connsiteX184" fmla="*/ 126517 w 1138366"/>
                    <a:gd name="connsiteY184" fmla="*/ 187819 h 563553"/>
                    <a:gd name="connsiteX185" fmla="*/ 115007 w 1138366"/>
                    <a:gd name="connsiteY185" fmla="*/ 187819 h 563553"/>
                    <a:gd name="connsiteX186" fmla="*/ 103497 w 1138366"/>
                    <a:gd name="connsiteY186" fmla="*/ 187724 h 563553"/>
                    <a:gd name="connsiteX187" fmla="*/ 91986 w 1138366"/>
                    <a:gd name="connsiteY187" fmla="*/ 187629 h 563553"/>
                    <a:gd name="connsiteX188" fmla="*/ 80476 w 1138366"/>
                    <a:gd name="connsiteY188" fmla="*/ 187534 h 563553"/>
                    <a:gd name="connsiteX189" fmla="*/ 68966 w 1138366"/>
                    <a:gd name="connsiteY189" fmla="*/ 187439 h 563553"/>
                    <a:gd name="connsiteX190" fmla="*/ 57551 w 1138366"/>
                    <a:gd name="connsiteY190" fmla="*/ 187344 h 563553"/>
                    <a:gd name="connsiteX191" fmla="*/ 46041 w 1138366"/>
                    <a:gd name="connsiteY191" fmla="*/ 187249 h 563553"/>
                    <a:gd name="connsiteX192" fmla="*/ 34531 w 1138366"/>
                    <a:gd name="connsiteY192" fmla="*/ 187154 h 563553"/>
                    <a:gd name="connsiteX193" fmla="*/ 23020 w 1138366"/>
                    <a:gd name="connsiteY193" fmla="*/ 187059 h 563553"/>
                    <a:gd name="connsiteX194" fmla="*/ 11510 w 1138366"/>
                    <a:gd name="connsiteY194" fmla="*/ 186964 h 563553"/>
                    <a:gd name="connsiteX195" fmla="*/ 0 w 1138366"/>
                    <a:gd name="connsiteY195" fmla="*/ 186774 h 563553"/>
                    <a:gd name="connsiteX196" fmla="*/ 0 w 1138366"/>
                    <a:gd name="connsiteY196" fmla="*/ 563553 h 563553"/>
                    <a:gd name="connsiteX197" fmla="*/ 11510 w 1138366"/>
                    <a:gd name="connsiteY197" fmla="*/ 558420 h 563553"/>
                    <a:gd name="connsiteX198" fmla="*/ 23020 w 1138366"/>
                    <a:gd name="connsiteY198" fmla="*/ 553288 h 563553"/>
                    <a:gd name="connsiteX199" fmla="*/ 34531 w 1138366"/>
                    <a:gd name="connsiteY199" fmla="*/ 548155 h 563553"/>
                    <a:gd name="connsiteX200" fmla="*/ 46041 w 1138366"/>
                    <a:gd name="connsiteY200" fmla="*/ 543022 h 56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Lst>
                  <a:rect l="l" t="t" r="r" b="b"/>
                  <a:pathLst>
                    <a:path w="1138366" h="563553">
                      <a:moveTo>
                        <a:pt x="46041" y="543022"/>
                      </a:moveTo>
                      <a:lnTo>
                        <a:pt x="57551" y="537985"/>
                      </a:lnTo>
                      <a:lnTo>
                        <a:pt x="68966" y="532852"/>
                      </a:lnTo>
                      <a:lnTo>
                        <a:pt x="80476" y="527719"/>
                      </a:lnTo>
                      <a:lnTo>
                        <a:pt x="91986" y="522682"/>
                      </a:lnTo>
                      <a:lnTo>
                        <a:pt x="103497" y="517549"/>
                      </a:lnTo>
                      <a:lnTo>
                        <a:pt x="115007" y="512511"/>
                      </a:lnTo>
                      <a:lnTo>
                        <a:pt x="126517" y="507474"/>
                      </a:lnTo>
                      <a:lnTo>
                        <a:pt x="138027" y="502341"/>
                      </a:lnTo>
                      <a:lnTo>
                        <a:pt x="149442" y="497303"/>
                      </a:lnTo>
                      <a:lnTo>
                        <a:pt x="160952" y="492266"/>
                      </a:lnTo>
                      <a:lnTo>
                        <a:pt x="172463" y="487323"/>
                      </a:lnTo>
                      <a:lnTo>
                        <a:pt x="183973" y="482285"/>
                      </a:lnTo>
                      <a:lnTo>
                        <a:pt x="195483" y="477248"/>
                      </a:lnTo>
                      <a:lnTo>
                        <a:pt x="206993" y="472305"/>
                      </a:lnTo>
                      <a:lnTo>
                        <a:pt x="218503" y="467362"/>
                      </a:lnTo>
                      <a:lnTo>
                        <a:pt x="230013" y="462325"/>
                      </a:lnTo>
                      <a:lnTo>
                        <a:pt x="241429" y="457382"/>
                      </a:lnTo>
                      <a:lnTo>
                        <a:pt x="252939" y="452535"/>
                      </a:lnTo>
                      <a:lnTo>
                        <a:pt x="264449" y="447592"/>
                      </a:lnTo>
                      <a:lnTo>
                        <a:pt x="275959" y="442744"/>
                      </a:lnTo>
                      <a:lnTo>
                        <a:pt x="287469" y="437802"/>
                      </a:lnTo>
                      <a:lnTo>
                        <a:pt x="298979" y="432954"/>
                      </a:lnTo>
                      <a:lnTo>
                        <a:pt x="310489" y="428202"/>
                      </a:lnTo>
                      <a:lnTo>
                        <a:pt x="322000" y="423354"/>
                      </a:lnTo>
                      <a:lnTo>
                        <a:pt x="333415" y="418602"/>
                      </a:lnTo>
                      <a:lnTo>
                        <a:pt x="344925" y="413849"/>
                      </a:lnTo>
                      <a:lnTo>
                        <a:pt x="356435" y="409097"/>
                      </a:lnTo>
                      <a:lnTo>
                        <a:pt x="367945" y="404344"/>
                      </a:lnTo>
                      <a:lnTo>
                        <a:pt x="379455" y="399687"/>
                      </a:lnTo>
                      <a:lnTo>
                        <a:pt x="390966" y="395029"/>
                      </a:lnTo>
                      <a:lnTo>
                        <a:pt x="402476" y="390467"/>
                      </a:lnTo>
                      <a:lnTo>
                        <a:pt x="413986" y="385904"/>
                      </a:lnTo>
                      <a:lnTo>
                        <a:pt x="425401" y="381342"/>
                      </a:lnTo>
                      <a:lnTo>
                        <a:pt x="436911" y="376874"/>
                      </a:lnTo>
                      <a:lnTo>
                        <a:pt x="448421" y="372407"/>
                      </a:lnTo>
                      <a:lnTo>
                        <a:pt x="459932" y="368035"/>
                      </a:lnTo>
                      <a:lnTo>
                        <a:pt x="471442" y="363662"/>
                      </a:lnTo>
                      <a:lnTo>
                        <a:pt x="482952" y="359385"/>
                      </a:lnTo>
                      <a:lnTo>
                        <a:pt x="494462" y="355108"/>
                      </a:lnTo>
                      <a:lnTo>
                        <a:pt x="505973" y="350926"/>
                      </a:lnTo>
                      <a:lnTo>
                        <a:pt x="517387" y="346839"/>
                      </a:lnTo>
                      <a:lnTo>
                        <a:pt x="528898" y="342751"/>
                      </a:lnTo>
                      <a:lnTo>
                        <a:pt x="540408" y="338759"/>
                      </a:lnTo>
                      <a:lnTo>
                        <a:pt x="551918" y="334862"/>
                      </a:lnTo>
                      <a:lnTo>
                        <a:pt x="563428" y="331060"/>
                      </a:lnTo>
                      <a:lnTo>
                        <a:pt x="574939" y="327258"/>
                      </a:lnTo>
                      <a:lnTo>
                        <a:pt x="586449" y="323646"/>
                      </a:lnTo>
                      <a:lnTo>
                        <a:pt x="597959" y="320034"/>
                      </a:lnTo>
                      <a:lnTo>
                        <a:pt x="609374" y="316613"/>
                      </a:lnTo>
                      <a:lnTo>
                        <a:pt x="620884" y="313191"/>
                      </a:lnTo>
                      <a:lnTo>
                        <a:pt x="632394" y="309864"/>
                      </a:lnTo>
                      <a:lnTo>
                        <a:pt x="643904" y="306727"/>
                      </a:lnTo>
                      <a:lnTo>
                        <a:pt x="655415" y="303686"/>
                      </a:lnTo>
                      <a:lnTo>
                        <a:pt x="666925" y="300644"/>
                      </a:lnTo>
                      <a:lnTo>
                        <a:pt x="678435" y="297793"/>
                      </a:lnTo>
                      <a:lnTo>
                        <a:pt x="689945" y="295131"/>
                      </a:lnTo>
                      <a:lnTo>
                        <a:pt x="701360" y="292470"/>
                      </a:lnTo>
                      <a:lnTo>
                        <a:pt x="712870" y="289903"/>
                      </a:lnTo>
                      <a:lnTo>
                        <a:pt x="724381" y="287527"/>
                      </a:lnTo>
                      <a:lnTo>
                        <a:pt x="735891" y="285246"/>
                      </a:lnTo>
                      <a:lnTo>
                        <a:pt x="747401" y="283060"/>
                      </a:lnTo>
                      <a:lnTo>
                        <a:pt x="758911" y="281064"/>
                      </a:lnTo>
                      <a:lnTo>
                        <a:pt x="770421" y="279068"/>
                      </a:lnTo>
                      <a:lnTo>
                        <a:pt x="781932" y="277262"/>
                      </a:lnTo>
                      <a:lnTo>
                        <a:pt x="793347" y="275551"/>
                      </a:lnTo>
                      <a:lnTo>
                        <a:pt x="804857" y="273935"/>
                      </a:lnTo>
                      <a:lnTo>
                        <a:pt x="816367" y="272414"/>
                      </a:lnTo>
                      <a:lnTo>
                        <a:pt x="827877" y="270893"/>
                      </a:lnTo>
                      <a:lnTo>
                        <a:pt x="839387" y="269563"/>
                      </a:lnTo>
                      <a:lnTo>
                        <a:pt x="850898" y="268327"/>
                      </a:lnTo>
                      <a:lnTo>
                        <a:pt x="862408" y="267091"/>
                      </a:lnTo>
                      <a:lnTo>
                        <a:pt x="873918" y="266046"/>
                      </a:lnTo>
                      <a:lnTo>
                        <a:pt x="885333" y="265000"/>
                      </a:lnTo>
                      <a:lnTo>
                        <a:pt x="896843" y="264050"/>
                      </a:lnTo>
                      <a:lnTo>
                        <a:pt x="908353" y="263099"/>
                      </a:lnTo>
                      <a:lnTo>
                        <a:pt x="919864" y="262339"/>
                      </a:lnTo>
                      <a:lnTo>
                        <a:pt x="931374" y="261579"/>
                      </a:lnTo>
                      <a:lnTo>
                        <a:pt x="942884" y="260818"/>
                      </a:lnTo>
                      <a:lnTo>
                        <a:pt x="954394" y="260153"/>
                      </a:lnTo>
                      <a:lnTo>
                        <a:pt x="965904" y="259582"/>
                      </a:lnTo>
                      <a:lnTo>
                        <a:pt x="977319" y="259012"/>
                      </a:lnTo>
                      <a:lnTo>
                        <a:pt x="988830" y="258442"/>
                      </a:lnTo>
                      <a:lnTo>
                        <a:pt x="1000340" y="257967"/>
                      </a:lnTo>
                      <a:lnTo>
                        <a:pt x="1011850" y="257491"/>
                      </a:lnTo>
                      <a:lnTo>
                        <a:pt x="1023360" y="257111"/>
                      </a:lnTo>
                      <a:lnTo>
                        <a:pt x="1034870" y="256731"/>
                      </a:lnTo>
                      <a:lnTo>
                        <a:pt x="1046380" y="256446"/>
                      </a:lnTo>
                      <a:lnTo>
                        <a:pt x="1057796" y="256066"/>
                      </a:lnTo>
                      <a:lnTo>
                        <a:pt x="1069306" y="255780"/>
                      </a:lnTo>
                      <a:lnTo>
                        <a:pt x="1080816" y="255590"/>
                      </a:lnTo>
                      <a:lnTo>
                        <a:pt x="1092326" y="255305"/>
                      </a:lnTo>
                      <a:lnTo>
                        <a:pt x="1103836" y="255115"/>
                      </a:lnTo>
                      <a:lnTo>
                        <a:pt x="1115346" y="254925"/>
                      </a:lnTo>
                      <a:lnTo>
                        <a:pt x="1126857" y="254830"/>
                      </a:lnTo>
                      <a:lnTo>
                        <a:pt x="1138367" y="254640"/>
                      </a:lnTo>
                      <a:lnTo>
                        <a:pt x="1138367" y="0"/>
                      </a:lnTo>
                      <a:lnTo>
                        <a:pt x="1126857" y="4848"/>
                      </a:lnTo>
                      <a:lnTo>
                        <a:pt x="1115346" y="9695"/>
                      </a:lnTo>
                      <a:lnTo>
                        <a:pt x="1103836" y="14543"/>
                      </a:lnTo>
                      <a:lnTo>
                        <a:pt x="1092326" y="19295"/>
                      </a:lnTo>
                      <a:lnTo>
                        <a:pt x="1080816" y="24048"/>
                      </a:lnTo>
                      <a:lnTo>
                        <a:pt x="1069306" y="28800"/>
                      </a:lnTo>
                      <a:lnTo>
                        <a:pt x="1057796" y="33553"/>
                      </a:lnTo>
                      <a:lnTo>
                        <a:pt x="1046380" y="38305"/>
                      </a:lnTo>
                      <a:lnTo>
                        <a:pt x="1034870" y="42963"/>
                      </a:lnTo>
                      <a:lnTo>
                        <a:pt x="1023360" y="47525"/>
                      </a:lnTo>
                      <a:lnTo>
                        <a:pt x="1011850" y="52183"/>
                      </a:lnTo>
                      <a:lnTo>
                        <a:pt x="1000340" y="56745"/>
                      </a:lnTo>
                      <a:lnTo>
                        <a:pt x="988830" y="61212"/>
                      </a:lnTo>
                      <a:lnTo>
                        <a:pt x="977319" y="65775"/>
                      </a:lnTo>
                      <a:lnTo>
                        <a:pt x="965904" y="70147"/>
                      </a:lnTo>
                      <a:lnTo>
                        <a:pt x="954394" y="74614"/>
                      </a:lnTo>
                      <a:lnTo>
                        <a:pt x="942884" y="78892"/>
                      </a:lnTo>
                      <a:lnTo>
                        <a:pt x="931374" y="83169"/>
                      </a:lnTo>
                      <a:lnTo>
                        <a:pt x="919864" y="87446"/>
                      </a:lnTo>
                      <a:lnTo>
                        <a:pt x="908353" y="91629"/>
                      </a:lnTo>
                      <a:lnTo>
                        <a:pt x="896843" y="95716"/>
                      </a:lnTo>
                      <a:lnTo>
                        <a:pt x="885333" y="99803"/>
                      </a:lnTo>
                      <a:lnTo>
                        <a:pt x="873918" y="103795"/>
                      </a:lnTo>
                      <a:lnTo>
                        <a:pt x="862408" y="107692"/>
                      </a:lnTo>
                      <a:lnTo>
                        <a:pt x="850898" y="111494"/>
                      </a:lnTo>
                      <a:lnTo>
                        <a:pt x="839387" y="115201"/>
                      </a:lnTo>
                      <a:lnTo>
                        <a:pt x="827877" y="118908"/>
                      </a:lnTo>
                      <a:lnTo>
                        <a:pt x="816367" y="122425"/>
                      </a:lnTo>
                      <a:lnTo>
                        <a:pt x="804857" y="125942"/>
                      </a:lnTo>
                      <a:lnTo>
                        <a:pt x="793347" y="129268"/>
                      </a:lnTo>
                      <a:lnTo>
                        <a:pt x="781932" y="132595"/>
                      </a:lnTo>
                      <a:lnTo>
                        <a:pt x="770421" y="135732"/>
                      </a:lnTo>
                      <a:lnTo>
                        <a:pt x="758911" y="138773"/>
                      </a:lnTo>
                      <a:lnTo>
                        <a:pt x="747401" y="141720"/>
                      </a:lnTo>
                      <a:lnTo>
                        <a:pt x="735891" y="144571"/>
                      </a:lnTo>
                      <a:lnTo>
                        <a:pt x="724381" y="147328"/>
                      </a:lnTo>
                      <a:lnTo>
                        <a:pt x="712870" y="149989"/>
                      </a:lnTo>
                      <a:lnTo>
                        <a:pt x="701360" y="152461"/>
                      </a:lnTo>
                      <a:lnTo>
                        <a:pt x="689945" y="154837"/>
                      </a:lnTo>
                      <a:lnTo>
                        <a:pt x="678435" y="157118"/>
                      </a:lnTo>
                      <a:lnTo>
                        <a:pt x="666925" y="159209"/>
                      </a:lnTo>
                      <a:lnTo>
                        <a:pt x="655415" y="161300"/>
                      </a:lnTo>
                      <a:lnTo>
                        <a:pt x="643904" y="163201"/>
                      </a:lnTo>
                      <a:lnTo>
                        <a:pt x="632394" y="165007"/>
                      </a:lnTo>
                      <a:lnTo>
                        <a:pt x="620884" y="166813"/>
                      </a:lnTo>
                      <a:lnTo>
                        <a:pt x="609374" y="168429"/>
                      </a:lnTo>
                      <a:lnTo>
                        <a:pt x="597959" y="169950"/>
                      </a:lnTo>
                      <a:lnTo>
                        <a:pt x="586449" y="171376"/>
                      </a:lnTo>
                      <a:lnTo>
                        <a:pt x="574939" y="172706"/>
                      </a:lnTo>
                      <a:lnTo>
                        <a:pt x="563428" y="173942"/>
                      </a:lnTo>
                      <a:lnTo>
                        <a:pt x="551918" y="175083"/>
                      </a:lnTo>
                      <a:lnTo>
                        <a:pt x="540408" y="176223"/>
                      </a:lnTo>
                      <a:lnTo>
                        <a:pt x="528898" y="177269"/>
                      </a:lnTo>
                      <a:lnTo>
                        <a:pt x="517387" y="178219"/>
                      </a:lnTo>
                      <a:lnTo>
                        <a:pt x="505973" y="179075"/>
                      </a:lnTo>
                      <a:lnTo>
                        <a:pt x="494462" y="179930"/>
                      </a:lnTo>
                      <a:lnTo>
                        <a:pt x="482952" y="180691"/>
                      </a:lnTo>
                      <a:lnTo>
                        <a:pt x="471442" y="181356"/>
                      </a:lnTo>
                      <a:lnTo>
                        <a:pt x="459932" y="182021"/>
                      </a:lnTo>
                      <a:lnTo>
                        <a:pt x="448421" y="182592"/>
                      </a:lnTo>
                      <a:lnTo>
                        <a:pt x="436911" y="183162"/>
                      </a:lnTo>
                      <a:lnTo>
                        <a:pt x="425401" y="183732"/>
                      </a:lnTo>
                      <a:lnTo>
                        <a:pt x="413986" y="184207"/>
                      </a:lnTo>
                      <a:lnTo>
                        <a:pt x="402476" y="184588"/>
                      </a:lnTo>
                      <a:lnTo>
                        <a:pt x="390966" y="185063"/>
                      </a:lnTo>
                      <a:lnTo>
                        <a:pt x="379455" y="185443"/>
                      </a:lnTo>
                      <a:lnTo>
                        <a:pt x="367945" y="185728"/>
                      </a:lnTo>
                      <a:lnTo>
                        <a:pt x="356435" y="186013"/>
                      </a:lnTo>
                      <a:lnTo>
                        <a:pt x="344925" y="186299"/>
                      </a:lnTo>
                      <a:lnTo>
                        <a:pt x="333415" y="186584"/>
                      </a:lnTo>
                      <a:lnTo>
                        <a:pt x="322000" y="186774"/>
                      </a:lnTo>
                      <a:lnTo>
                        <a:pt x="310489" y="186964"/>
                      </a:lnTo>
                      <a:lnTo>
                        <a:pt x="298979" y="187154"/>
                      </a:lnTo>
                      <a:lnTo>
                        <a:pt x="287469" y="187344"/>
                      </a:lnTo>
                      <a:lnTo>
                        <a:pt x="275959" y="187439"/>
                      </a:lnTo>
                      <a:lnTo>
                        <a:pt x="264449" y="187629"/>
                      </a:lnTo>
                      <a:lnTo>
                        <a:pt x="252939" y="187724"/>
                      </a:lnTo>
                      <a:lnTo>
                        <a:pt x="241429" y="187819"/>
                      </a:lnTo>
                      <a:lnTo>
                        <a:pt x="230013" y="187819"/>
                      </a:lnTo>
                      <a:lnTo>
                        <a:pt x="218503" y="187915"/>
                      </a:lnTo>
                      <a:lnTo>
                        <a:pt x="206993" y="187915"/>
                      </a:lnTo>
                      <a:lnTo>
                        <a:pt x="195483" y="187915"/>
                      </a:lnTo>
                      <a:lnTo>
                        <a:pt x="183973" y="188010"/>
                      </a:lnTo>
                      <a:lnTo>
                        <a:pt x="172463" y="188010"/>
                      </a:lnTo>
                      <a:lnTo>
                        <a:pt x="160952" y="187915"/>
                      </a:lnTo>
                      <a:lnTo>
                        <a:pt x="149442" y="187915"/>
                      </a:lnTo>
                      <a:lnTo>
                        <a:pt x="138027" y="187915"/>
                      </a:lnTo>
                      <a:lnTo>
                        <a:pt x="126517" y="187819"/>
                      </a:lnTo>
                      <a:lnTo>
                        <a:pt x="115007" y="187819"/>
                      </a:lnTo>
                      <a:lnTo>
                        <a:pt x="103497" y="187724"/>
                      </a:lnTo>
                      <a:lnTo>
                        <a:pt x="91986" y="187629"/>
                      </a:lnTo>
                      <a:lnTo>
                        <a:pt x="80476" y="187534"/>
                      </a:lnTo>
                      <a:lnTo>
                        <a:pt x="68966" y="187439"/>
                      </a:lnTo>
                      <a:lnTo>
                        <a:pt x="57551" y="187344"/>
                      </a:lnTo>
                      <a:lnTo>
                        <a:pt x="46041" y="187249"/>
                      </a:lnTo>
                      <a:lnTo>
                        <a:pt x="34531" y="187154"/>
                      </a:lnTo>
                      <a:lnTo>
                        <a:pt x="23020" y="187059"/>
                      </a:lnTo>
                      <a:lnTo>
                        <a:pt x="11510" y="186964"/>
                      </a:lnTo>
                      <a:lnTo>
                        <a:pt x="0" y="186774"/>
                      </a:lnTo>
                      <a:lnTo>
                        <a:pt x="0" y="563553"/>
                      </a:lnTo>
                      <a:lnTo>
                        <a:pt x="11510" y="558420"/>
                      </a:lnTo>
                      <a:lnTo>
                        <a:pt x="23020" y="553288"/>
                      </a:lnTo>
                      <a:lnTo>
                        <a:pt x="34531" y="548155"/>
                      </a:lnTo>
                      <a:lnTo>
                        <a:pt x="46041" y="543022"/>
                      </a:lnTo>
                      <a:close/>
                    </a:path>
                  </a:pathLst>
                </a:custGeom>
                <a:solidFill>
                  <a:srgbClr val="1EAED3">
                    <a:alpha val="20000"/>
                  </a:srgbClr>
                </a:solidFill>
                <a:ln w="9506" cap="flat">
                  <a:noFill/>
                  <a:prstDash val="solid"/>
                  <a:miter/>
                </a:ln>
              </p:spPr>
              <p:txBody>
                <a:bodyPr rtlCol="0" anchor="ctr"/>
                <a:lstStyle/>
                <a:p>
                  <a:endParaRPr lang="en-US"/>
                </a:p>
              </p:txBody>
            </p:sp>
            <p:sp>
              <p:nvSpPr>
                <p:cNvPr id="1587" name="Freeform 1586">
                  <a:extLst>
                    <a:ext uri="{FF2B5EF4-FFF2-40B4-BE49-F238E27FC236}">
                      <a16:creationId xmlns:a16="http://schemas.microsoft.com/office/drawing/2014/main" id="{3EA0E1A5-41B8-0FB6-F100-A47FADBBBE74}"/>
                    </a:ext>
                  </a:extLst>
                </p:cNvPr>
                <p:cNvSpPr/>
                <p:nvPr/>
              </p:nvSpPr>
              <p:spPr>
                <a:xfrm>
                  <a:off x="7343855" y="2819140"/>
                  <a:ext cx="2847671" cy="620110"/>
                </a:xfrm>
                <a:custGeom>
                  <a:avLst/>
                  <a:gdLst>
                    <a:gd name="connsiteX0" fmla="*/ 0 w 1138366"/>
                    <a:gd name="connsiteY0" fmla="*/ 247891 h 247891"/>
                    <a:gd name="connsiteX1" fmla="*/ 11510 w 1138366"/>
                    <a:gd name="connsiteY1" fmla="*/ 245420 h 247891"/>
                    <a:gd name="connsiteX2" fmla="*/ 23020 w 1138366"/>
                    <a:gd name="connsiteY2" fmla="*/ 242949 h 247891"/>
                    <a:gd name="connsiteX3" fmla="*/ 34531 w 1138366"/>
                    <a:gd name="connsiteY3" fmla="*/ 240382 h 247891"/>
                    <a:gd name="connsiteX4" fmla="*/ 46041 w 1138366"/>
                    <a:gd name="connsiteY4" fmla="*/ 237911 h 247891"/>
                    <a:gd name="connsiteX5" fmla="*/ 57551 w 1138366"/>
                    <a:gd name="connsiteY5" fmla="*/ 235345 h 247891"/>
                    <a:gd name="connsiteX6" fmla="*/ 68966 w 1138366"/>
                    <a:gd name="connsiteY6" fmla="*/ 232873 h 247891"/>
                    <a:gd name="connsiteX7" fmla="*/ 80476 w 1138366"/>
                    <a:gd name="connsiteY7" fmla="*/ 230402 h 247891"/>
                    <a:gd name="connsiteX8" fmla="*/ 91986 w 1138366"/>
                    <a:gd name="connsiteY8" fmla="*/ 227836 h 247891"/>
                    <a:gd name="connsiteX9" fmla="*/ 103497 w 1138366"/>
                    <a:gd name="connsiteY9" fmla="*/ 225364 h 247891"/>
                    <a:gd name="connsiteX10" fmla="*/ 115007 w 1138366"/>
                    <a:gd name="connsiteY10" fmla="*/ 222893 h 247891"/>
                    <a:gd name="connsiteX11" fmla="*/ 126517 w 1138366"/>
                    <a:gd name="connsiteY11" fmla="*/ 220327 h 247891"/>
                    <a:gd name="connsiteX12" fmla="*/ 138027 w 1138366"/>
                    <a:gd name="connsiteY12" fmla="*/ 217855 h 247891"/>
                    <a:gd name="connsiteX13" fmla="*/ 149442 w 1138366"/>
                    <a:gd name="connsiteY13" fmla="*/ 215384 h 247891"/>
                    <a:gd name="connsiteX14" fmla="*/ 160952 w 1138366"/>
                    <a:gd name="connsiteY14" fmla="*/ 212818 h 247891"/>
                    <a:gd name="connsiteX15" fmla="*/ 172463 w 1138366"/>
                    <a:gd name="connsiteY15" fmla="*/ 210346 h 247891"/>
                    <a:gd name="connsiteX16" fmla="*/ 183973 w 1138366"/>
                    <a:gd name="connsiteY16" fmla="*/ 207875 h 247891"/>
                    <a:gd name="connsiteX17" fmla="*/ 195483 w 1138366"/>
                    <a:gd name="connsiteY17" fmla="*/ 205309 h 247891"/>
                    <a:gd name="connsiteX18" fmla="*/ 206993 w 1138366"/>
                    <a:gd name="connsiteY18" fmla="*/ 202837 h 247891"/>
                    <a:gd name="connsiteX19" fmla="*/ 218503 w 1138366"/>
                    <a:gd name="connsiteY19" fmla="*/ 200366 h 247891"/>
                    <a:gd name="connsiteX20" fmla="*/ 230013 w 1138366"/>
                    <a:gd name="connsiteY20" fmla="*/ 197800 h 247891"/>
                    <a:gd name="connsiteX21" fmla="*/ 241429 w 1138366"/>
                    <a:gd name="connsiteY21" fmla="*/ 195328 h 247891"/>
                    <a:gd name="connsiteX22" fmla="*/ 252939 w 1138366"/>
                    <a:gd name="connsiteY22" fmla="*/ 192857 h 247891"/>
                    <a:gd name="connsiteX23" fmla="*/ 264449 w 1138366"/>
                    <a:gd name="connsiteY23" fmla="*/ 190291 h 247891"/>
                    <a:gd name="connsiteX24" fmla="*/ 275959 w 1138366"/>
                    <a:gd name="connsiteY24" fmla="*/ 187819 h 247891"/>
                    <a:gd name="connsiteX25" fmla="*/ 287469 w 1138366"/>
                    <a:gd name="connsiteY25" fmla="*/ 185348 h 247891"/>
                    <a:gd name="connsiteX26" fmla="*/ 298979 w 1138366"/>
                    <a:gd name="connsiteY26" fmla="*/ 182782 h 247891"/>
                    <a:gd name="connsiteX27" fmla="*/ 310489 w 1138366"/>
                    <a:gd name="connsiteY27" fmla="*/ 180310 h 247891"/>
                    <a:gd name="connsiteX28" fmla="*/ 322000 w 1138366"/>
                    <a:gd name="connsiteY28" fmla="*/ 177839 h 247891"/>
                    <a:gd name="connsiteX29" fmla="*/ 333415 w 1138366"/>
                    <a:gd name="connsiteY29" fmla="*/ 175273 h 247891"/>
                    <a:gd name="connsiteX30" fmla="*/ 344925 w 1138366"/>
                    <a:gd name="connsiteY30" fmla="*/ 172801 h 247891"/>
                    <a:gd name="connsiteX31" fmla="*/ 356435 w 1138366"/>
                    <a:gd name="connsiteY31" fmla="*/ 170330 h 247891"/>
                    <a:gd name="connsiteX32" fmla="*/ 367945 w 1138366"/>
                    <a:gd name="connsiteY32" fmla="*/ 167764 h 247891"/>
                    <a:gd name="connsiteX33" fmla="*/ 379455 w 1138366"/>
                    <a:gd name="connsiteY33" fmla="*/ 165292 h 247891"/>
                    <a:gd name="connsiteX34" fmla="*/ 390966 w 1138366"/>
                    <a:gd name="connsiteY34" fmla="*/ 162821 h 247891"/>
                    <a:gd name="connsiteX35" fmla="*/ 402476 w 1138366"/>
                    <a:gd name="connsiteY35" fmla="*/ 160255 h 247891"/>
                    <a:gd name="connsiteX36" fmla="*/ 413986 w 1138366"/>
                    <a:gd name="connsiteY36" fmla="*/ 157783 h 247891"/>
                    <a:gd name="connsiteX37" fmla="*/ 425401 w 1138366"/>
                    <a:gd name="connsiteY37" fmla="*/ 155312 h 247891"/>
                    <a:gd name="connsiteX38" fmla="*/ 436911 w 1138366"/>
                    <a:gd name="connsiteY38" fmla="*/ 152746 h 247891"/>
                    <a:gd name="connsiteX39" fmla="*/ 448421 w 1138366"/>
                    <a:gd name="connsiteY39" fmla="*/ 150275 h 247891"/>
                    <a:gd name="connsiteX40" fmla="*/ 459932 w 1138366"/>
                    <a:gd name="connsiteY40" fmla="*/ 147803 h 247891"/>
                    <a:gd name="connsiteX41" fmla="*/ 471442 w 1138366"/>
                    <a:gd name="connsiteY41" fmla="*/ 145237 h 247891"/>
                    <a:gd name="connsiteX42" fmla="*/ 482952 w 1138366"/>
                    <a:gd name="connsiteY42" fmla="*/ 142766 h 247891"/>
                    <a:gd name="connsiteX43" fmla="*/ 494462 w 1138366"/>
                    <a:gd name="connsiteY43" fmla="*/ 140294 h 247891"/>
                    <a:gd name="connsiteX44" fmla="*/ 505973 w 1138366"/>
                    <a:gd name="connsiteY44" fmla="*/ 137728 h 247891"/>
                    <a:gd name="connsiteX45" fmla="*/ 517387 w 1138366"/>
                    <a:gd name="connsiteY45" fmla="*/ 135257 h 247891"/>
                    <a:gd name="connsiteX46" fmla="*/ 528898 w 1138366"/>
                    <a:gd name="connsiteY46" fmla="*/ 132690 h 247891"/>
                    <a:gd name="connsiteX47" fmla="*/ 540408 w 1138366"/>
                    <a:gd name="connsiteY47" fmla="*/ 130219 h 247891"/>
                    <a:gd name="connsiteX48" fmla="*/ 551918 w 1138366"/>
                    <a:gd name="connsiteY48" fmla="*/ 127748 h 247891"/>
                    <a:gd name="connsiteX49" fmla="*/ 563428 w 1138366"/>
                    <a:gd name="connsiteY49" fmla="*/ 125181 h 247891"/>
                    <a:gd name="connsiteX50" fmla="*/ 574939 w 1138366"/>
                    <a:gd name="connsiteY50" fmla="*/ 122710 h 247891"/>
                    <a:gd name="connsiteX51" fmla="*/ 586449 w 1138366"/>
                    <a:gd name="connsiteY51" fmla="*/ 120239 h 247891"/>
                    <a:gd name="connsiteX52" fmla="*/ 597959 w 1138366"/>
                    <a:gd name="connsiteY52" fmla="*/ 117672 h 247891"/>
                    <a:gd name="connsiteX53" fmla="*/ 609374 w 1138366"/>
                    <a:gd name="connsiteY53" fmla="*/ 115201 h 247891"/>
                    <a:gd name="connsiteX54" fmla="*/ 620884 w 1138366"/>
                    <a:gd name="connsiteY54" fmla="*/ 112730 h 247891"/>
                    <a:gd name="connsiteX55" fmla="*/ 632394 w 1138366"/>
                    <a:gd name="connsiteY55" fmla="*/ 110163 h 247891"/>
                    <a:gd name="connsiteX56" fmla="*/ 643904 w 1138366"/>
                    <a:gd name="connsiteY56" fmla="*/ 107692 h 247891"/>
                    <a:gd name="connsiteX57" fmla="*/ 655415 w 1138366"/>
                    <a:gd name="connsiteY57" fmla="*/ 105221 h 247891"/>
                    <a:gd name="connsiteX58" fmla="*/ 666925 w 1138366"/>
                    <a:gd name="connsiteY58" fmla="*/ 102654 h 247891"/>
                    <a:gd name="connsiteX59" fmla="*/ 678435 w 1138366"/>
                    <a:gd name="connsiteY59" fmla="*/ 100183 h 247891"/>
                    <a:gd name="connsiteX60" fmla="*/ 689945 w 1138366"/>
                    <a:gd name="connsiteY60" fmla="*/ 97712 h 247891"/>
                    <a:gd name="connsiteX61" fmla="*/ 701360 w 1138366"/>
                    <a:gd name="connsiteY61" fmla="*/ 95145 h 247891"/>
                    <a:gd name="connsiteX62" fmla="*/ 712870 w 1138366"/>
                    <a:gd name="connsiteY62" fmla="*/ 92674 h 247891"/>
                    <a:gd name="connsiteX63" fmla="*/ 724381 w 1138366"/>
                    <a:gd name="connsiteY63" fmla="*/ 90203 h 247891"/>
                    <a:gd name="connsiteX64" fmla="*/ 735891 w 1138366"/>
                    <a:gd name="connsiteY64" fmla="*/ 87636 h 247891"/>
                    <a:gd name="connsiteX65" fmla="*/ 747401 w 1138366"/>
                    <a:gd name="connsiteY65" fmla="*/ 85165 h 247891"/>
                    <a:gd name="connsiteX66" fmla="*/ 758911 w 1138366"/>
                    <a:gd name="connsiteY66" fmla="*/ 82694 h 247891"/>
                    <a:gd name="connsiteX67" fmla="*/ 770421 w 1138366"/>
                    <a:gd name="connsiteY67" fmla="*/ 80127 h 247891"/>
                    <a:gd name="connsiteX68" fmla="*/ 781932 w 1138366"/>
                    <a:gd name="connsiteY68" fmla="*/ 77656 h 247891"/>
                    <a:gd name="connsiteX69" fmla="*/ 793347 w 1138366"/>
                    <a:gd name="connsiteY69" fmla="*/ 75185 h 247891"/>
                    <a:gd name="connsiteX70" fmla="*/ 804857 w 1138366"/>
                    <a:gd name="connsiteY70" fmla="*/ 72618 h 247891"/>
                    <a:gd name="connsiteX71" fmla="*/ 816367 w 1138366"/>
                    <a:gd name="connsiteY71" fmla="*/ 70147 h 247891"/>
                    <a:gd name="connsiteX72" fmla="*/ 827877 w 1138366"/>
                    <a:gd name="connsiteY72" fmla="*/ 67676 h 247891"/>
                    <a:gd name="connsiteX73" fmla="*/ 839387 w 1138366"/>
                    <a:gd name="connsiteY73" fmla="*/ 65109 h 247891"/>
                    <a:gd name="connsiteX74" fmla="*/ 850898 w 1138366"/>
                    <a:gd name="connsiteY74" fmla="*/ 62638 h 247891"/>
                    <a:gd name="connsiteX75" fmla="*/ 862408 w 1138366"/>
                    <a:gd name="connsiteY75" fmla="*/ 60167 h 247891"/>
                    <a:gd name="connsiteX76" fmla="*/ 873918 w 1138366"/>
                    <a:gd name="connsiteY76" fmla="*/ 57600 h 247891"/>
                    <a:gd name="connsiteX77" fmla="*/ 885333 w 1138366"/>
                    <a:gd name="connsiteY77" fmla="*/ 55129 h 247891"/>
                    <a:gd name="connsiteX78" fmla="*/ 896843 w 1138366"/>
                    <a:gd name="connsiteY78" fmla="*/ 52658 h 247891"/>
                    <a:gd name="connsiteX79" fmla="*/ 908353 w 1138366"/>
                    <a:gd name="connsiteY79" fmla="*/ 50092 h 247891"/>
                    <a:gd name="connsiteX80" fmla="*/ 919864 w 1138366"/>
                    <a:gd name="connsiteY80" fmla="*/ 47620 h 247891"/>
                    <a:gd name="connsiteX81" fmla="*/ 931374 w 1138366"/>
                    <a:gd name="connsiteY81" fmla="*/ 45149 h 247891"/>
                    <a:gd name="connsiteX82" fmla="*/ 942884 w 1138366"/>
                    <a:gd name="connsiteY82" fmla="*/ 42583 h 247891"/>
                    <a:gd name="connsiteX83" fmla="*/ 954394 w 1138366"/>
                    <a:gd name="connsiteY83" fmla="*/ 40111 h 247891"/>
                    <a:gd name="connsiteX84" fmla="*/ 965904 w 1138366"/>
                    <a:gd name="connsiteY84" fmla="*/ 37640 h 247891"/>
                    <a:gd name="connsiteX85" fmla="*/ 977319 w 1138366"/>
                    <a:gd name="connsiteY85" fmla="*/ 35074 h 247891"/>
                    <a:gd name="connsiteX86" fmla="*/ 988830 w 1138366"/>
                    <a:gd name="connsiteY86" fmla="*/ 32602 h 247891"/>
                    <a:gd name="connsiteX87" fmla="*/ 1000340 w 1138366"/>
                    <a:gd name="connsiteY87" fmla="*/ 30036 h 247891"/>
                    <a:gd name="connsiteX88" fmla="*/ 1011850 w 1138366"/>
                    <a:gd name="connsiteY88" fmla="*/ 27565 h 247891"/>
                    <a:gd name="connsiteX89" fmla="*/ 1023360 w 1138366"/>
                    <a:gd name="connsiteY89" fmla="*/ 25093 h 247891"/>
                    <a:gd name="connsiteX90" fmla="*/ 1034870 w 1138366"/>
                    <a:gd name="connsiteY90" fmla="*/ 22527 h 247891"/>
                    <a:gd name="connsiteX91" fmla="*/ 1046380 w 1138366"/>
                    <a:gd name="connsiteY91" fmla="*/ 20056 h 247891"/>
                    <a:gd name="connsiteX92" fmla="*/ 1057796 w 1138366"/>
                    <a:gd name="connsiteY92" fmla="*/ 17584 h 247891"/>
                    <a:gd name="connsiteX93" fmla="*/ 1069306 w 1138366"/>
                    <a:gd name="connsiteY93" fmla="*/ 15018 h 247891"/>
                    <a:gd name="connsiteX94" fmla="*/ 1080816 w 1138366"/>
                    <a:gd name="connsiteY94" fmla="*/ 12547 h 247891"/>
                    <a:gd name="connsiteX95" fmla="*/ 1092326 w 1138366"/>
                    <a:gd name="connsiteY95" fmla="*/ 10075 h 247891"/>
                    <a:gd name="connsiteX96" fmla="*/ 1103836 w 1138366"/>
                    <a:gd name="connsiteY96" fmla="*/ 7509 h 247891"/>
                    <a:gd name="connsiteX97" fmla="*/ 1115346 w 1138366"/>
                    <a:gd name="connsiteY97" fmla="*/ 5038 h 247891"/>
                    <a:gd name="connsiteX98" fmla="*/ 1126857 w 1138366"/>
                    <a:gd name="connsiteY98" fmla="*/ 2566 h 247891"/>
                    <a:gd name="connsiteX99" fmla="*/ 1138367 w 1138366"/>
                    <a:gd name="connsiteY99" fmla="*/ 0 h 247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138366" h="247891">
                      <a:moveTo>
                        <a:pt x="0" y="247891"/>
                      </a:moveTo>
                      <a:lnTo>
                        <a:pt x="11510" y="245420"/>
                      </a:lnTo>
                      <a:lnTo>
                        <a:pt x="23020" y="242949"/>
                      </a:lnTo>
                      <a:lnTo>
                        <a:pt x="34531" y="240382"/>
                      </a:lnTo>
                      <a:lnTo>
                        <a:pt x="46041" y="237911"/>
                      </a:lnTo>
                      <a:lnTo>
                        <a:pt x="57551" y="235345"/>
                      </a:lnTo>
                      <a:lnTo>
                        <a:pt x="68966" y="232873"/>
                      </a:lnTo>
                      <a:lnTo>
                        <a:pt x="80476" y="230402"/>
                      </a:lnTo>
                      <a:lnTo>
                        <a:pt x="91986" y="227836"/>
                      </a:lnTo>
                      <a:lnTo>
                        <a:pt x="103497" y="225364"/>
                      </a:lnTo>
                      <a:lnTo>
                        <a:pt x="115007" y="222893"/>
                      </a:lnTo>
                      <a:lnTo>
                        <a:pt x="126517" y="220327"/>
                      </a:lnTo>
                      <a:lnTo>
                        <a:pt x="138027" y="217855"/>
                      </a:lnTo>
                      <a:lnTo>
                        <a:pt x="149442" y="215384"/>
                      </a:lnTo>
                      <a:lnTo>
                        <a:pt x="160952" y="212818"/>
                      </a:lnTo>
                      <a:lnTo>
                        <a:pt x="172463" y="210346"/>
                      </a:lnTo>
                      <a:lnTo>
                        <a:pt x="183973" y="207875"/>
                      </a:lnTo>
                      <a:lnTo>
                        <a:pt x="195483" y="205309"/>
                      </a:lnTo>
                      <a:lnTo>
                        <a:pt x="206993" y="202837"/>
                      </a:lnTo>
                      <a:lnTo>
                        <a:pt x="218503" y="200366"/>
                      </a:lnTo>
                      <a:lnTo>
                        <a:pt x="230013" y="197800"/>
                      </a:lnTo>
                      <a:lnTo>
                        <a:pt x="241429" y="195328"/>
                      </a:lnTo>
                      <a:lnTo>
                        <a:pt x="252939" y="192857"/>
                      </a:lnTo>
                      <a:lnTo>
                        <a:pt x="264449" y="190291"/>
                      </a:lnTo>
                      <a:lnTo>
                        <a:pt x="275959" y="187819"/>
                      </a:lnTo>
                      <a:lnTo>
                        <a:pt x="287469" y="185348"/>
                      </a:lnTo>
                      <a:lnTo>
                        <a:pt x="298979" y="182782"/>
                      </a:lnTo>
                      <a:lnTo>
                        <a:pt x="310489" y="180310"/>
                      </a:lnTo>
                      <a:lnTo>
                        <a:pt x="322000" y="177839"/>
                      </a:lnTo>
                      <a:lnTo>
                        <a:pt x="333415" y="175273"/>
                      </a:lnTo>
                      <a:lnTo>
                        <a:pt x="344925" y="172801"/>
                      </a:lnTo>
                      <a:lnTo>
                        <a:pt x="356435" y="170330"/>
                      </a:lnTo>
                      <a:lnTo>
                        <a:pt x="367945" y="167764"/>
                      </a:lnTo>
                      <a:lnTo>
                        <a:pt x="379455" y="165292"/>
                      </a:lnTo>
                      <a:lnTo>
                        <a:pt x="390966" y="162821"/>
                      </a:lnTo>
                      <a:lnTo>
                        <a:pt x="402476" y="160255"/>
                      </a:lnTo>
                      <a:lnTo>
                        <a:pt x="413986" y="157783"/>
                      </a:lnTo>
                      <a:lnTo>
                        <a:pt x="425401" y="155312"/>
                      </a:lnTo>
                      <a:lnTo>
                        <a:pt x="436911" y="152746"/>
                      </a:lnTo>
                      <a:lnTo>
                        <a:pt x="448421" y="150275"/>
                      </a:lnTo>
                      <a:lnTo>
                        <a:pt x="459932" y="147803"/>
                      </a:lnTo>
                      <a:lnTo>
                        <a:pt x="471442" y="145237"/>
                      </a:lnTo>
                      <a:lnTo>
                        <a:pt x="482952" y="142766"/>
                      </a:lnTo>
                      <a:lnTo>
                        <a:pt x="494462" y="140294"/>
                      </a:lnTo>
                      <a:lnTo>
                        <a:pt x="505973" y="137728"/>
                      </a:lnTo>
                      <a:lnTo>
                        <a:pt x="517387" y="135257"/>
                      </a:lnTo>
                      <a:lnTo>
                        <a:pt x="528898" y="132690"/>
                      </a:lnTo>
                      <a:lnTo>
                        <a:pt x="540408" y="130219"/>
                      </a:lnTo>
                      <a:lnTo>
                        <a:pt x="551918" y="127748"/>
                      </a:lnTo>
                      <a:lnTo>
                        <a:pt x="563428" y="125181"/>
                      </a:lnTo>
                      <a:lnTo>
                        <a:pt x="574939" y="122710"/>
                      </a:lnTo>
                      <a:lnTo>
                        <a:pt x="586449" y="120239"/>
                      </a:lnTo>
                      <a:lnTo>
                        <a:pt x="597959" y="117672"/>
                      </a:lnTo>
                      <a:lnTo>
                        <a:pt x="609374" y="115201"/>
                      </a:lnTo>
                      <a:lnTo>
                        <a:pt x="620884" y="112730"/>
                      </a:lnTo>
                      <a:lnTo>
                        <a:pt x="632394" y="110163"/>
                      </a:lnTo>
                      <a:lnTo>
                        <a:pt x="643904" y="107692"/>
                      </a:lnTo>
                      <a:lnTo>
                        <a:pt x="655415" y="105221"/>
                      </a:lnTo>
                      <a:lnTo>
                        <a:pt x="666925" y="102654"/>
                      </a:lnTo>
                      <a:lnTo>
                        <a:pt x="678435" y="100183"/>
                      </a:lnTo>
                      <a:lnTo>
                        <a:pt x="689945" y="97712"/>
                      </a:lnTo>
                      <a:lnTo>
                        <a:pt x="701360" y="95145"/>
                      </a:lnTo>
                      <a:lnTo>
                        <a:pt x="712870" y="92674"/>
                      </a:lnTo>
                      <a:lnTo>
                        <a:pt x="724381" y="90203"/>
                      </a:lnTo>
                      <a:lnTo>
                        <a:pt x="735891" y="87636"/>
                      </a:lnTo>
                      <a:lnTo>
                        <a:pt x="747401" y="85165"/>
                      </a:lnTo>
                      <a:lnTo>
                        <a:pt x="758911" y="82694"/>
                      </a:lnTo>
                      <a:lnTo>
                        <a:pt x="770421" y="80127"/>
                      </a:lnTo>
                      <a:lnTo>
                        <a:pt x="781932" y="77656"/>
                      </a:lnTo>
                      <a:lnTo>
                        <a:pt x="793347" y="75185"/>
                      </a:lnTo>
                      <a:lnTo>
                        <a:pt x="804857" y="72618"/>
                      </a:lnTo>
                      <a:lnTo>
                        <a:pt x="816367" y="70147"/>
                      </a:lnTo>
                      <a:lnTo>
                        <a:pt x="827877" y="67676"/>
                      </a:lnTo>
                      <a:lnTo>
                        <a:pt x="839387" y="65109"/>
                      </a:lnTo>
                      <a:lnTo>
                        <a:pt x="850898" y="62638"/>
                      </a:lnTo>
                      <a:lnTo>
                        <a:pt x="862408" y="60167"/>
                      </a:lnTo>
                      <a:lnTo>
                        <a:pt x="873918" y="57600"/>
                      </a:lnTo>
                      <a:lnTo>
                        <a:pt x="885333" y="55129"/>
                      </a:lnTo>
                      <a:lnTo>
                        <a:pt x="896843" y="52658"/>
                      </a:lnTo>
                      <a:lnTo>
                        <a:pt x="908353" y="50092"/>
                      </a:lnTo>
                      <a:lnTo>
                        <a:pt x="919864" y="47620"/>
                      </a:lnTo>
                      <a:lnTo>
                        <a:pt x="931374" y="45149"/>
                      </a:lnTo>
                      <a:lnTo>
                        <a:pt x="942884" y="42583"/>
                      </a:lnTo>
                      <a:lnTo>
                        <a:pt x="954394" y="40111"/>
                      </a:lnTo>
                      <a:lnTo>
                        <a:pt x="965904" y="37640"/>
                      </a:lnTo>
                      <a:lnTo>
                        <a:pt x="977319" y="35074"/>
                      </a:lnTo>
                      <a:lnTo>
                        <a:pt x="988830" y="32602"/>
                      </a:lnTo>
                      <a:lnTo>
                        <a:pt x="1000340" y="30036"/>
                      </a:lnTo>
                      <a:lnTo>
                        <a:pt x="1011850" y="27565"/>
                      </a:lnTo>
                      <a:lnTo>
                        <a:pt x="1023360" y="25093"/>
                      </a:lnTo>
                      <a:lnTo>
                        <a:pt x="1034870" y="22527"/>
                      </a:lnTo>
                      <a:lnTo>
                        <a:pt x="1046380" y="20056"/>
                      </a:lnTo>
                      <a:lnTo>
                        <a:pt x="1057796" y="17584"/>
                      </a:lnTo>
                      <a:lnTo>
                        <a:pt x="1069306" y="15018"/>
                      </a:lnTo>
                      <a:lnTo>
                        <a:pt x="1080816" y="12547"/>
                      </a:lnTo>
                      <a:lnTo>
                        <a:pt x="1092326" y="10075"/>
                      </a:lnTo>
                      <a:lnTo>
                        <a:pt x="1103836" y="7509"/>
                      </a:lnTo>
                      <a:lnTo>
                        <a:pt x="1115346" y="5038"/>
                      </a:lnTo>
                      <a:lnTo>
                        <a:pt x="1126857" y="2566"/>
                      </a:lnTo>
                      <a:lnTo>
                        <a:pt x="1138367" y="0"/>
                      </a:lnTo>
                    </a:path>
                  </a:pathLst>
                </a:custGeom>
                <a:noFill/>
                <a:ln w="38100" cap="flat">
                  <a:solidFill>
                    <a:srgbClr val="1EAED3"/>
                  </a:solidFill>
                  <a:prstDash val="solid"/>
                  <a:round/>
                </a:ln>
              </p:spPr>
              <p:txBody>
                <a:bodyPr rtlCol="0" anchor="ctr"/>
                <a:lstStyle/>
                <a:p>
                  <a:endParaRPr lang="en-US"/>
                </a:p>
              </p:txBody>
            </p:sp>
          </p:grpSp>
        </p:grpSp>
      </p:grpSp>
      <p:grpSp>
        <p:nvGrpSpPr>
          <p:cNvPr id="3884" name="Group 3883">
            <a:extLst>
              <a:ext uri="{FF2B5EF4-FFF2-40B4-BE49-F238E27FC236}">
                <a16:creationId xmlns:a16="http://schemas.microsoft.com/office/drawing/2014/main" id="{87763386-D97A-CA47-0C48-77910A1C97AF}"/>
              </a:ext>
            </a:extLst>
          </p:cNvPr>
          <p:cNvGrpSpPr/>
          <p:nvPr/>
        </p:nvGrpSpPr>
        <p:grpSpPr>
          <a:xfrm>
            <a:off x="8728621" y="726660"/>
            <a:ext cx="3219705" cy="1690168"/>
            <a:chOff x="8803738" y="835475"/>
            <a:chExt cx="3219705" cy="1690168"/>
          </a:xfrm>
        </p:grpSpPr>
        <p:sp>
          <p:nvSpPr>
            <p:cNvPr id="1605" name="TextBox 1604">
              <a:extLst>
                <a:ext uri="{FF2B5EF4-FFF2-40B4-BE49-F238E27FC236}">
                  <a16:creationId xmlns:a16="http://schemas.microsoft.com/office/drawing/2014/main" id="{1360870F-138D-41BB-EAF2-5AF329944005}"/>
                </a:ext>
              </a:extLst>
            </p:cNvPr>
            <p:cNvSpPr txBox="1"/>
            <p:nvPr/>
          </p:nvSpPr>
          <p:spPr>
            <a:xfrm>
              <a:off x="8803738" y="835475"/>
              <a:ext cx="3219705" cy="338554"/>
            </a:xfrm>
            <a:prstGeom prst="rect">
              <a:avLst/>
            </a:prstGeom>
            <a:noFill/>
          </p:spPr>
          <p:txBody>
            <a:bodyPr wrap="square">
              <a:spAutoFit/>
            </a:bodyPr>
            <a:lstStyle/>
            <a:p>
              <a:pPr marL="0" indent="0" algn="ctr">
                <a:spcAft>
                  <a:spcPts val="2400"/>
                </a:spcAft>
                <a:buNone/>
              </a:pPr>
              <a:r>
                <a:rPr lang="en-US" sz="1600" dirty="0">
                  <a:latin typeface="Helvetica" pitchFamily="2" charset="0"/>
                </a:rPr>
                <a:t>Pupil dilation tracks EM benefits </a:t>
              </a:r>
            </a:p>
          </p:txBody>
        </p:sp>
        <p:grpSp>
          <p:nvGrpSpPr>
            <p:cNvPr id="2365" name="Group 2364">
              <a:extLst>
                <a:ext uri="{FF2B5EF4-FFF2-40B4-BE49-F238E27FC236}">
                  <a16:creationId xmlns:a16="http://schemas.microsoft.com/office/drawing/2014/main" id="{9F9B4AC7-8143-10F0-9425-0435E9439016}"/>
                </a:ext>
              </a:extLst>
            </p:cNvPr>
            <p:cNvGrpSpPr>
              <a:grpSpLocks noChangeAspect="1"/>
            </p:cNvGrpSpPr>
            <p:nvPr/>
          </p:nvGrpSpPr>
          <p:grpSpPr>
            <a:xfrm>
              <a:off x="8988603" y="1284029"/>
              <a:ext cx="2563602" cy="1241614"/>
              <a:chOff x="9555516" y="1736396"/>
              <a:chExt cx="7050783" cy="3414864"/>
            </a:xfrm>
          </p:grpSpPr>
          <p:grpSp>
            <p:nvGrpSpPr>
              <p:cNvPr id="1860" name="Group 1859">
                <a:extLst>
                  <a:ext uri="{FF2B5EF4-FFF2-40B4-BE49-F238E27FC236}">
                    <a16:creationId xmlns:a16="http://schemas.microsoft.com/office/drawing/2014/main" id="{29EA9D6A-1218-A0D1-AAFD-65D9A6140D87}"/>
                  </a:ext>
                </a:extLst>
              </p:cNvPr>
              <p:cNvGrpSpPr/>
              <p:nvPr/>
            </p:nvGrpSpPr>
            <p:grpSpPr>
              <a:xfrm>
                <a:off x="13387762" y="1950698"/>
                <a:ext cx="3218537" cy="3174934"/>
                <a:chOff x="5128059" y="1360474"/>
                <a:chExt cx="3662189" cy="3612575"/>
              </a:xfrm>
            </p:grpSpPr>
            <p:sp>
              <p:nvSpPr>
                <p:cNvPr id="1936" name="Freeform 1935">
                  <a:extLst>
                    <a:ext uri="{FF2B5EF4-FFF2-40B4-BE49-F238E27FC236}">
                      <a16:creationId xmlns:a16="http://schemas.microsoft.com/office/drawing/2014/main" id="{1606691F-BE64-0042-0060-54BCC9494367}"/>
                    </a:ext>
                  </a:extLst>
                </p:cNvPr>
                <p:cNvSpPr/>
                <p:nvPr/>
              </p:nvSpPr>
              <p:spPr>
                <a:xfrm>
                  <a:off x="6012616" y="4626882"/>
                  <a:ext cx="2777632" cy="9764"/>
                </a:xfrm>
                <a:custGeom>
                  <a:avLst/>
                  <a:gdLst>
                    <a:gd name="connsiteX0" fmla="*/ 0 w 639536"/>
                    <a:gd name="connsiteY0" fmla="*/ 0 h 2248"/>
                    <a:gd name="connsiteX1" fmla="*/ 639536 w 639536"/>
                    <a:gd name="connsiteY1" fmla="*/ 0 h 2248"/>
                  </a:gdLst>
                  <a:ahLst/>
                  <a:cxnLst>
                    <a:cxn ang="0">
                      <a:pos x="connsiteX0" y="connsiteY0"/>
                    </a:cxn>
                    <a:cxn ang="0">
                      <a:pos x="connsiteX1" y="connsiteY1"/>
                    </a:cxn>
                  </a:cxnLst>
                  <a:rect l="l" t="t" r="r" b="b"/>
                  <a:pathLst>
                    <a:path w="639536" h="2248">
                      <a:moveTo>
                        <a:pt x="0" y="0"/>
                      </a:moveTo>
                      <a:lnTo>
                        <a:pt x="639536" y="0"/>
                      </a:lnTo>
                    </a:path>
                  </a:pathLst>
                </a:custGeom>
                <a:ln w="4498" cap="sq">
                  <a:solidFill>
                    <a:srgbClr val="262626"/>
                  </a:solidFill>
                  <a:prstDash val="solid"/>
                  <a:round/>
                </a:ln>
              </p:spPr>
              <p:txBody>
                <a:bodyPr rtlCol="0" anchor="ctr"/>
                <a:lstStyle/>
                <a:p>
                  <a:endParaRPr lang="en-US"/>
                </a:p>
              </p:txBody>
            </p:sp>
            <p:grpSp>
              <p:nvGrpSpPr>
                <p:cNvPr id="1937" name="Graphic 3">
                  <a:extLst>
                    <a:ext uri="{FF2B5EF4-FFF2-40B4-BE49-F238E27FC236}">
                      <a16:creationId xmlns:a16="http://schemas.microsoft.com/office/drawing/2014/main" id="{C8D474F2-8017-76D1-BD06-FB7F24211C91}"/>
                    </a:ext>
                  </a:extLst>
                </p:cNvPr>
                <p:cNvGrpSpPr/>
                <p:nvPr/>
              </p:nvGrpSpPr>
              <p:grpSpPr>
                <a:xfrm>
                  <a:off x="6320693" y="4814422"/>
                  <a:ext cx="725931" cy="158627"/>
                  <a:chOff x="8346421" y="3116332"/>
                  <a:chExt cx="167142" cy="36523"/>
                </a:xfrm>
                <a:solidFill>
                  <a:srgbClr val="231F20"/>
                </a:solidFill>
              </p:grpSpPr>
              <p:sp>
                <p:nvSpPr>
                  <p:cNvPr id="2105" name="Freeform 2104">
                    <a:extLst>
                      <a:ext uri="{FF2B5EF4-FFF2-40B4-BE49-F238E27FC236}">
                        <a16:creationId xmlns:a16="http://schemas.microsoft.com/office/drawing/2014/main" id="{5BF1DFC7-EF30-443D-7568-5318070168E1}"/>
                      </a:ext>
                    </a:extLst>
                  </p:cNvPr>
                  <p:cNvSpPr/>
                  <p:nvPr/>
                </p:nvSpPr>
                <p:spPr>
                  <a:xfrm>
                    <a:off x="8346421" y="3123349"/>
                    <a:ext cx="24895" cy="29461"/>
                  </a:xfrm>
                  <a:custGeom>
                    <a:avLst/>
                    <a:gdLst>
                      <a:gd name="connsiteX0" fmla="*/ 21163 w 24895"/>
                      <a:gd name="connsiteY0" fmla="*/ 9558 h 29461"/>
                      <a:gd name="connsiteX1" fmla="*/ 18194 w 24895"/>
                      <a:gd name="connsiteY1" fmla="*/ 4678 h 29461"/>
                      <a:gd name="connsiteX2" fmla="*/ 12841 w 24895"/>
                      <a:gd name="connsiteY2" fmla="*/ 2924 h 29461"/>
                      <a:gd name="connsiteX3" fmla="*/ 8568 w 24895"/>
                      <a:gd name="connsiteY3" fmla="*/ 3958 h 29461"/>
                      <a:gd name="connsiteX4" fmla="*/ 5645 w 24895"/>
                      <a:gd name="connsiteY4" fmla="*/ 6679 h 29461"/>
                      <a:gd name="connsiteX5" fmla="*/ 3981 w 24895"/>
                      <a:gd name="connsiteY5" fmla="*/ 10503 h 29461"/>
                      <a:gd name="connsiteX6" fmla="*/ 3440 w 24895"/>
                      <a:gd name="connsiteY6" fmla="*/ 14798 h 29461"/>
                      <a:gd name="connsiteX7" fmla="*/ 3958 w 24895"/>
                      <a:gd name="connsiteY7" fmla="*/ 19116 h 29461"/>
                      <a:gd name="connsiteX8" fmla="*/ 5600 w 24895"/>
                      <a:gd name="connsiteY8" fmla="*/ 22894 h 29461"/>
                      <a:gd name="connsiteX9" fmla="*/ 8523 w 24895"/>
                      <a:gd name="connsiteY9" fmla="*/ 25571 h 29461"/>
                      <a:gd name="connsiteX10" fmla="*/ 12841 w 24895"/>
                      <a:gd name="connsiteY10" fmla="*/ 26560 h 29461"/>
                      <a:gd name="connsiteX11" fmla="*/ 18643 w 24895"/>
                      <a:gd name="connsiteY11" fmla="*/ 24559 h 29461"/>
                      <a:gd name="connsiteX12" fmla="*/ 21432 w 24895"/>
                      <a:gd name="connsiteY12" fmla="*/ 19049 h 29461"/>
                      <a:gd name="connsiteX13" fmla="*/ 24896 w 24895"/>
                      <a:gd name="connsiteY13" fmla="*/ 19049 h 29461"/>
                      <a:gd name="connsiteX14" fmla="*/ 23524 w 24895"/>
                      <a:gd name="connsiteY14" fmla="*/ 23277 h 29461"/>
                      <a:gd name="connsiteX15" fmla="*/ 21095 w 24895"/>
                      <a:gd name="connsiteY15" fmla="*/ 26560 h 29461"/>
                      <a:gd name="connsiteX16" fmla="*/ 17564 w 24895"/>
                      <a:gd name="connsiteY16" fmla="*/ 28697 h 29461"/>
                      <a:gd name="connsiteX17" fmla="*/ 12864 w 24895"/>
                      <a:gd name="connsiteY17" fmla="*/ 29461 h 29461"/>
                      <a:gd name="connsiteX18" fmla="*/ 7084 w 24895"/>
                      <a:gd name="connsiteY18" fmla="*/ 28337 h 29461"/>
                      <a:gd name="connsiteX19" fmla="*/ 3081 w 24895"/>
                      <a:gd name="connsiteY19" fmla="*/ 25233 h 29461"/>
                      <a:gd name="connsiteX20" fmla="*/ 764 w 24895"/>
                      <a:gd name="connsiteY20" fmla="*/ 20556 h 29461"/>
                      <a:gd name="connsiteX21" fmla="*/ 0 w 24895"/>
                      <a:gd name="connsiteY21" fmla="*/ 14776 h 29461"/>
                      <a:gd name="connsiteX22" fmla="*/ 832 w 24895"/>
                      <a:gd name="connsiteY22" fmla="*/ 9198 h 29461"/>
                      <a:gd name="connsiteX23" fmla="*/ 3283 w 24895"/>
                      <a:gd name="connsiteY23" fmla="*/ 4475 h 29461"/>
                      <a:gd name="connsiteX24" fmla="*/ 7309 w 24895"/>
                      <a:gd name="connsiteY24" fmla="*/ 1214 h 29461"/>
                      <a:gd name="connsiteX25" fmla="*/ 12841 w 24895"/>
                      <a:gd name="connsiteY25" fmla="*/ 0 h 29461"/>
                      <a:gd name="connsiteX26" fmla="*/ 20690 w 24895"/>
                      <a:gd name="connsiteY26" fmla="*/ 2316 h 29461"/>
                      <a:gd name="connsiteX27" fmla="*/ 24446 w 24895"/>
                      <a:gd name="connsiteY27" fmla="*/ 9558 h 29461"/>
                      <a:gd name="connsiteX28" fmla="*/ 21163 w 24895"/>
                      <a:gd name="connsiteY28" fmla="*/ 9558 h 29461"/>
                      <a:gd name="connsiteX29" fmla="*/ 21163 w 24895"/>
                      <a:gd name="connsiteY29"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4895" h="29461">
                        <a:moveTo>
                          <a:pt x="21163" y="9558"/>
                        </a:moveTo>
                        <a:cubicBezTo>
                          <a:pt x="20578" y="7467"/>
                          <a:pt x="19588" y="5847"/>
                          <a:pt x="18194" y="4678"/>
                        </a:cubicBezTo>
                        <a:cubicBezTo>
                          <a:pt x="16800" y="3508"/>
                          <a:pt x="15000" y="2924"/>
                          <a:pt x="12841" y="2924"/>
                        </a:cubicBezTo>
                        <a:cubicBezTo>
                          <a:pt x="11177" y="2924"/>
                          <a:pt x="9760" y="3261"/>
                          <a:pt x="8568" y="3958"/>
                        </a:cubicBezTo>
                        <a:cubicBezTo>
                          <a:pt x="7376" y="4633"/>
                          <a:pt x="6409" y="5555"/>
                          <a:pt x="5645" y="6679"/>
                        </a:cubicBezTo>
                        <a:cubicBezTo>
                          <a:pt x="4880" y="7804"/>
                          <a:pt x="4340" y="9086"/>
                          <a:pt x="3981" y="10503"/>
                        </a:cubicBezTo>
                        <a:cubicBezTo>
                          <a:pt x="3621" y="11920"/>
                          <a:pt x="3440" y="13359"/>
                          <a:pt x="3440" y="14798"/>
                        </a:cubicBezTo>
                        <a:cubicBezTo>
                          <a:pt x="3440" y="16237"/>
                          <a:pt x="3621" y="17722"/>
                          <a:pt x="3958" y="19116"/>
                        </a:cubicBezTo>
                        <a:cubicBezTo>
                          <a:pt x="4295" y="20511"/>
                          <a:pt x="4858" y="21770"/>
                          <a:pt x="5600" y="22894"/>
                        </a:cubicBezTo>
                        <a:cubicBezTo>
                          <a:pt x="6342" y="24019"/>
                          <a:pt x="7332" y="24896"/>
                          <a:pt x="8523" y="25571"/>
                        </a:cubicBezTo>
                        <a:cubicBezTo>
                          <a:pt x="9715" y="26245"/>
                          <a:pt x="11155" y="26560"/>
                          <a:pt x="12841" y="26560"/>
                        </a:cubicBezTo>
                        <a:cubicBezTo>
                          <a:pt x="15247" y="26560"/>
                          <a:pt x="17182" y="25886"/>
                          <a:pt x="18643" y="24559"/>
                        </a:cubicBezTo>
                        <a:cubicBezTo>
                          <a:pt x="20106" y="23232"/>
                          <a:pt x="21027" y="21388"/>
                          <a:pt x="21432" y="19049"/>
                        </a:cubicBezTo>
                        <a:lnTo>
                          <a:pt x="24896" y="19049"/>
                        </a:lnTo>
                        <a:cubicBezTo>
                          <a:pt x="24603" y="20600"/>
                          <a:pt x="24154" y="22017"/>
                          <a:pt x="23524" y="23277"/>
                        </a:cubicBezTo>
                        <a:cubicBezTo>
                          <a:pt x="22894" y="24559"/>
                          <a:pt x="22084" y="25661"/>
                          <a:pt x="21095" y="26560"/>
                        </a:cubicBezTo>
                        <a:cubicBezTo>
                          <a:pt x="20106" y="27482"/>
                          <a:pt x="18936" y="28180"/>
                          <a:pt x="17564" y="28697"/>
                        </a:cubicBezTo>
                        <a:cubicBezTo>
                          <a:pt x="16192" y="29214"/>
                          <a:pt x="14641" y="29461"/>
                          <a:pt x="12864" y="29461"/>
                        </a:cubicBezTo>
                        <a:cubicBezTo>
                          <a:pt x="10638" y="29461"/>
                          <a:pt x="8703" y="29079"/>
                          <a:pt x="7084" y="28337"/>
                        </a:cubicBezTo>
                        <a:cubicBezTo>
                          <a:pt x="5465" y="27572"/>
                          <a:pt x="4138" y="26538"/>
                          <a:pt x="3081" y="25233"/>
                        </a:cubicBezTo>
                        <a:cubicBezTo>
                          <a:pt x="2024" y="23929"/>
                          <a:pt x="1259" y="22355"/>
                          <a:pt x="764" y="20556"/>
                        </a:cubicBezTo>
                        <a:cubicBezTo>
                          <a:pt x="270" y="18756"/>
                          <a:pt x="0" y="16822"/>
                          <a:pt x="0" y="14776"/>
                        </a:cubicBezTo>
                        <a:cubicBezTo>
                          <a:pt x="0" y="12842"/>
                          <a:pt x="270" y="10975"/>
                          <a:pt x="832" y="9198"/>
                        </a:cubicBezTo>
                        <a:cubicBezTo>
                          <a:pt x="1394" y="7422"/>
                          <a:pt x="2204" y="5847"/>
                          <a:pt x="3283" y="4475"/>
                        </a:cubicBezTo>
                        <a:cubicBezTo>
                          <a:pt x="4363" y="3104"/>
                          <a:pt x="5712" y="2024"/>
                          <a:pt x="7309" y="1214"/>
                        </a:cubicBezTo>
                        <a:cubicBezTo>
                          <a:pt x="8906" y="405"/>
                          <a:pt x="10750" y="0"/>
                          <a:pt x="12841" y="0"/>
                        </a:cubicBezTo>
                        <a:cubicBezTo>
                          <a:pt x="16080" y="0"/>
                          <a:pt x="18688" y="765"/>
                          <a:pt x="20690" y="2316"/>
                        </a:cubicBezTo>
                        <a:cubicBezTo>
                          <a:pt x="22692" y="3868"/>
                          <a:pt x="23929" y="6275"/>
                          <a:pt x="24446" y="9558"/>
                        </a:cubicBezTo>
                        <a:lnTo>
                          <a:pt x="21163" y="9558"/>
                        </a:lnTo>
                        <a:lnTo>
                          <a:pt x="21163" y="9558"/>
                        </a:lnTo>
                        <a:close/>
                      </a:path>
                    </a:pathLst>
                  </a:custGeom>
                  <a:solidFill>
                    <a:srgbClr val="231F20"/>
                  </a:solidFill>
                  <a:ln w="2249" cap="flat">
                    <a:noFill/>
                    <a:prstDash val="solid"/>
                    <a:miter/>
                  </a:ln>
                </p:spPr>
                <p:txBody>
                  <a:bodyPr rtlCol="0" anchor="ctr"/>
                  <a:lstStyle/>
                  <a:p>
                    <a:endParaRPr lang="en-US"/>
                  </a:p>
                </p:txBody>
              </p:sp>
              <p:sp>
                <p:nvSpPr>
                  <p:cNvPr id="2106" name="Freeform 2105">
                    <a:extLst>
                      <a:ext uri="{FF2B5EF4-FFF2-40B4-BE49-F238E27FC236}">
                        <a16:creationId xmlns:a16="http://schemas.microsoft.com/office/drawing/2014/main" id="{714B9805-4106-1E5A-9004-4074F28B3B70}"/>
                      </a:ext>
                    </a:extLst>
                  </p:cNvPr>
                  <p:cNvSpPr/>
                  <p:nvPr/>
                </p:nvSpPr>
                <p:spPr>
                  <a:xfrm>
                    <a:off x="8375949" y="3123349"/>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4 w 25908"/>
                      <a:gd name="connsiteY3" fmla="*/ 21185 h 29483"/>
                      <a:gd name="connsiteX4" fmla="*/ 0 w 25908"/>
                      <a:gd name="connsiteY4" fmla="*/ 14753 h 29483"/>
                      <a:gd name="connsiteX5" fmla="*/ 810 w 25908"/>
                      <a:gd name="connsiteY5" fmla="*/ 8996 h 29483"/>
                      <a:gd name="connsiteX6" fmla="*/ 3238 w 25908"/>
                      <a:gd name="connsiteY6" fmla="*/ 4318 h 29483"/>
                      <a:gd name="connsiteX7" fmla="*/ 7287 w 25908"/>
                      <a:gd name="connsiteY7" fmla="*/ 1170 h 29483"/>
                      <a:gd name="connsiteX8" fmla="*/ 12954 w 25908"/>
                      <a:gd name="connsiteY8" fmla="*/ 0 h 29483"/>
                      <a:gd name="connsiteX9" fmla="*/ 18666 w 25908"/>
                      <a:gd name="connsiteY9" fmla="*/ 1170 h 29483"/>
                      <a:gd name="connsiteX10" fmla="*/ 22715 w 25908"/>
                      <a:gd name="connsiteY10" fmla="*/ 4296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12954 w 25908"/>
                      <a:gd name="connsiteY17" fmla="*/ 29484 h 29483"/>
                      <a:gd name="connsiteX18" fmla="*/ 22445 w 25908"/>
                      <a:gd name="connsiteY18" fmla="*/ 14753 h 29483"/>
                      <a:gd name="connsiteX19" fmla="*/ 21905 w 25908"/>
                      <a:gd name="connsiteY19" fmla="*/ 10120 h 29483"/>
                      <a:gd name="connsiteX20" fmla="*/ 20241 w 25908"/>
                      <a:gd name="connsiteY20" fmla="*/ 6365 h 29483"/>
                      <a:gd name="connsiteX21" fmla="*/ 17317 w 25908"/>
                      <a:gd name="connsiteY21" fmla="*/ 3846 h 29483"/>
                      <a:gd name="connsiteX22" fmla="*/ 12954 w 25908"/>
                      <a:gd name="connsiteY22" fmla="*/ 2924 h 29483"/>
                      <a:gd name="connsiteX23" fmla="*/ 8614 w 25908"/>
                      <a:gd name="connsiteY23" fmla="*/ 3913 h 29483"/>
                      <a:gd name="connsiteX24" fmla="*/ 5667 w 25908"/>
                      <a:gd name="connsiteY24" fmla="*/ 6567 h 29483"/>
                      <a:gd name="connsiteX25" fmla="*/ 4003 w 25908"/>
                      <a:gd name="connsiteY25" fmla="*/ 10345 h 29483"/>
                      <a:gd name="connsiteX26" fmla="*/ 3463 w 25908"/>
                      <a:gd name="connsiteY26" fmla="*/ 14753 h 29483"/>
                      <a:gd name="connsiteX27" fmla="*/ 4093 w 25908"/>
                      <a:gd name="connsiteY27" fmla="*/ 19521 h 29483"/>
                      <a:gd name="connsiteX28" fmla="*/ 5893 w 25908"/>
                      <a:gd name="connsiteY28" fmla="*/ 23277 h 29483"/>
                      <a:gd name="connsiteX29" fmla="*/ 8861 w 25908"/>
                      <a:gd name="connsiteY29" fmla="*/ 25706 h 29483"/>
                      <a:gd name="connsiteX30" fmla="*/ 12954 w 25908"/>
                      <a:gd name="connsiteY30" fmla="*/ 26560 h 29483"/>
                      <a:gd name="connsiteX31" fmla="*/ 17294 w 25908"/>
                      <a:gd name="connsiteY31" fmla="*/ 25571 h 29483"/>
                      <a:gd name="connsiteX32" fmla="*/ 20241 w 25908"/>
                      <a:gd name="connsiteY32" fmla="*/ 22894 h 29483"/>
                      <a:gd name="connsiteX33" fmla="*/ 21905 w 25908"/>
                      <a:gd name="connsiteY33" fmla="*/ 19116 h 29483"/>
                      <a:gd name="connsiteX34" fmla="*/ 22445 w 25908"/>
                      <a:gd name="connsiteY34" fmla="*/ 14753 h 29483"/>
                      <a:gd name="connsiteX35" fmla="*/ 22445 w 25908"/>
                      <a:gd name="connsiteY35"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4" y="21185"/>
                        </a:cubicBezTo>
                        <a:cubicBezTo>
                          <a:pt x="360" y="19341"/>
                          <a:pt x="0" y="17205"/>
                          <a:pt x="0" y="14753"/>
                        </a:cubicBezTo>
                        <a:cubicBezTo>
                          <a:pt x="0" y="12707"/>
                          <a:pt x="270" y="10795"/>
                          <a:pt x="810" y="8996"/>
                        </a:cubicBezTo>
                        <a:cubicBezTo>
                          <a:pt x="1350" y="7219"/>
                          <a:pt x="2159" y="5667"/>
                          <a:pt x="3238" y="4318"/>
                        </a:cubicBezTo>
                        <a:cubicBezTo>
                          <a:pt x="4318" y="2991"/>
                          <a:pt x="5667" y="1934"/>
                          <a:pt x="7287" y="1170"/>
                        </a:cubicBezTo>
                        <a:cubicBezTo>
                          <a:pt x="8906" y="405"/>
                          <a:pt x="10795" y="0"/>
                          <a:pt x="12954" y="0"/>
                        </a:cubicBezTo>
                        <a:cubicBezTo>
                          <a:pt x="15113" y="0"/>
                          <a:pt x="17047" y="382"/>
                          <a:pt x="18666" y="1170"/>
                        </a:cubicBezTo>
                        <a:cubicBezTo>
                          <a:pt x="20286" y="1934"/>
                          <a:pt x="21635" y="2991"/>
                          <a:pt x="22715" y="4296"/>
                        </a:cubicBezTo>
                        <a:cubicBezTo>
                          <a:pt x="23794" y="5600"/>
                          <a:pt x="24603" y="7174"/>
                          <a:pt x="25121" y="8973"/>
                        </a:cubicBezTo>
                        <a:cubicBezTo>
                          <a:pt x="25638" y="10773"/>
                          <a:pt x="25908" y="12707"/>
                          <a:pt x="25908" y="14753"/>
                        </a:cubicBezTo>
                        <a:cubicBezTo>
                          <a:pt x="25908" y="16980"/>
                          <a:pt x="25593" y="19004"/>
                          <a:pt x="24986" y="20803"/>
                        </a:cubicBezTo>
                        <a:cubicBezTo>
                          <a:pt x="24379" y="22602"/>
                          <a:pt x="23502" y="24154"/>
                          <a:pt x="22377" y="25436"/>
                        </a:cubicBezTo>
                        <a:cubicBezTo>
                          <a:pt x="21253" y="26740"/>
                          <a:pt x="19881" y="27730"/>
                          <a:pt x="18284" y="28427"/>
                        </a:cubicBezTo>
                        <a:cubicBezTo>
                          <a:pt x="16687" y="29124"/>
                          <a:pt x="14911" y="29484"/>
                          <a:pt x="12977" y="29484"/>
                        </a:cubicBezTo>
                        <a:lnTo>
                          <a:pt x="12954" y="29484"/>
                        </a:lnTo>
                        <a:close/>
                        <a:moveTo>
                          <a:pt x="22445" y="14753"/>
                        </a:moveTo>
                        <a:cubicBezTo>
                          <a:pt x="22445" y="13089"/>
                          <a:pt x="22264" y="11560"/>
                          <a:pt x="21905" y="10120"/>
                        </a:cubicBezTo>
                        <a:cubicBezTo>
                          <a:pt x="21545" y="8681"/>
                          <a:pt x="20983" y="7422"/>
                          <a:pt x="20241" y="6365"/>
                        </a:cubicBezTo>
                        <a:cubicBezTo>
                          <a:pt x="19476" y="5308"/>
                          <a:pt x="18509" y="4475"/>
                          <a:pt x="17317" y="3846"/>
                        </a:cubicBezTo>
                        <a:cubicBezTo>
                          <a:pt x="16125" y="3239"/>
                          <a:pt x="14663" y="2924"/>
                          <a:pt x="12954" y="2924"/>
                        </a:cubicBezTo>
                        <a:cubicBezTo>
                          <a:pt x="11245" y="2924"/>
                          <a:pt x="9806" y="3261"/>
                          <a:pt x="8614" y="3913"/>
                        </a:cubicBezTo>
                        <a:cubicBezTo>
                          <a:pt x="7399" y="4588"/>
                          <a:pt x="6432" y="5465"/>
                          <a:pt x="5667" y="6567"/>
                        </a:cubicBezTo>
                        <a:cubicBezTo>
                          <a:pt x="4903" y="7669"/>
                          <a:pt x="4363" y="8928"/>
                          <a:pt x="4003" y="10345"/>
                        </a:cubicBezTo>
                        <a:cubicBezTo>
                          <a:pt x="3644" y="11762"/>
                          <a:pt x="3463" y="13224"/>
                          <a:pt x="3463" y="14753"/>
                        </a:cubicBezTo>
                        <a:cubicBezTo>
                          <a:pt x="3463" y="16485"/>
                          <a:pt x="3666" y="18082"/>
                          <a:pt x="4093" y="19521"/>
                        </a:cubicBezTo>
                        <a:cubicBezTo>
                          <a:pt x="4498" y="20983"/>
                          <a:pt x="5105" y="22220"/>
                          <a:pt x="5893" y="23277"/>
                        </a:cubicBezTo>
                        <a:cubicBezTo>
                          <a:pt x="6679" y="24311"/>
                          <a:pt x="7669" y="25121"/>
                          <a:pt x="8861" y="25706"/>
                        </a:cubicBezTo>
                        <a:cubicBezTo>
                          <a:pt x="10053" y="26290"/>
                          <a:pt x="11425" y="26560"/>
                          <a:pt x="12954" y="26560"/>
                        </a:cubicBezTo>
                        <a:cubicBezTo>
                          <a:pt x="14641" y="26560"/>
                          <a:pt x="16102" y="26223"/>
                          <a:pt x="17294" y="25571"/>
                        </a:cubicBezTo>
                        <a:cubicBezTo>
                          <a:pt x="18486" y="24918"/>
                          <a:pt x="19476" y="24019"/>
                          <a:pt x="20241" y="22894"/>
                        </a:cubicBezTo>
                        <a:cubicBezTo>
                          <a:pt x="21005" y="21770"/>
                          <a:pt x="21545" y="20511"/>
                          <a:pt x="21905" y="19116"/>
                        </a:cubicBezTo>
                        <a:cubicBezTo>
                          <a:pt x="22264" y="17722"/>
                          <a:pt x="22445" y="16260"/>
                          <a:pt x="22445" y="14753"/>
                        </a:cubicBezTo>
                        <a:lnTo>
                          <a:pt x="22445" y="14753"/>
                        </a:lnTo>
                        <a:close/>
                      </a:path>
                    </a:pathLst>
                  </a:custGeom>
                  <a:solidFill>
                    <a:srgbClr val="231F20"/>
                  </a:solidFill>
                  <a:ln w="2249" cap="flat">
                    <a:noFill/>
                    <a:prstDash val="solid"/>
                    <a:miter/>
                  </a:ln>
                </p:spPr>
                <p:txBody>
                  <a:bodyPr rtlCol="0" anchor="ctr"/>
                  <a:lstStyle/>
                  <a:p>
                    <a:endParaRPr lang="en-US"/>
                  </a:p>
                </p:txBody>
              </p:sp>
              <p:sp>
                <p:nvSpPr>
                  <p:cNvPr id="2107" name="Freeform 2106">
                    <a:extLst>
                      <a:ext uri="{FF2B5EF4-FFF2-40B4-BE49-F238E27FC236}">
                        <a16:creationId xmlns:a16="http://schemas.microsoft.com/office/drawing/2014/main" id="{DD8962D4-ADAA-81EB-FBA9-A24CE281712D}"/>
                      </a:ext>
                    </a:extLst>
                  </p:cNvPr>
                  <p:cNvSpPr/>
                  <p:nvPr/>
                </p:nvSpPr>
                <p:spPr>
                  <a:xfrm>
                    <a:off x="8407929" y="3123349"/>
                    <a:ext cx="12481" cy="28719"/>
                  </a:xfrm>
                  <a:custGeom>
                    <a:avLst/>
                    <a:gdLst>
                      <a:gd name="connsiteX0" fmla="*/ 3238 w 12481"/>
                      <a:gd name="connsiteY0" fmla="*/ 28719 h 28719"/>
                      <a:gd name="connsiteX1" fmla="*/ 0 w 12481"/>
                      <a:gd name="connsiteY1" fmla="*/ 28719 h 28719"/>
                      <a:gd name="connsiteX2" fmla="*/ 0 w 12481"/>
                      <a:gd name="connsiteY2" fmla="*/ 765 h 28719"/>
                      <a:gd name="connsiteX3" fmla="*/ 3238 w 12481"/>
                      <a:gd name="connsiteY3" fmla="*/ 765 h 28719"/>
                      <a:gd name="connsiteX4" fmla="*/ 3238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8 h 28719"/>
                      <a:gd name="connsiteX9" fmla="*/ 7939 w 12481"/>
                      <a:gd name="connsiteY9" fmla="*/ 4363 h 28719"/>
                      <a:gd name="connsiteX10" fmla="*/ 5105 w 12481"/>
                      <a:gd name="connsiteY10" fmla="*/ 6837 h 28719"/>
                      <a:gd name="connsiteX11" fmla="*/ 3644 w 12481"/>
                      <a:gd name="connsiteY11" fmla="*/ 10525 h 28719"/>
                      <a:gd name="connsiteX12" fmla="*/ 3238 w 12481"/>
                      <a:gd name="connsiteY12" fmla="*/ 14978 h 28719"/>
                      <a:gd name="connsiteX13" fmla="*/ 3238 w 12481"/>
                      <a:gd name="connsiteY13" fmla="*/ 28697 h 28719"/>
                      <a:gd name="connsiteX14" fmla="*/ 3238 w 12481"/>
                      <a:gd name="connsiteY14"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481" h="28719">
                        <a:moveTo>
                          <a:pt x="3238" y="28719"/>
                        </a:moveTo>
                        <a:lnTo>
                          <a:pt x="0" y="28719"/>
                        </a:lnTo>
                        <a:lnTo>
                          <a:pt x="0" y="765"/>
                        </a:lnTo>
                        <a:lnTo>
                          <a:pt x="3238" y="765"/>
                        </a:lnTo>
                        <a:lnTo>
                          <a:pt x="3238" y="6005"/>
                        </a:lnTo>
                        <a:lnTo>
                          <a:pt x="3351" y="6005"/>
                        </a:lnTo>
                        <a:cubicBezTo>
                          <a:pt x="4251" y="3778"/>
                          <a:pt x="5420" y="2227"/>
                          <a:pt x="6837" y="1327"/>
                        </a:cubicBezTo>
                        <a:cubicBezTo>
                          <a:pt x="8254" y="450"/>
                          <a:pt x="10143" y="0"/>
                          <a:pt x="12482" y="0"/>
                        </a:cubicBezTo>
                        <a:lnTo>
                          <a:pt x="12482" y="3508"/>
                        </a:lnTo>
                        <a:cubicBezTo>
                          <a:pt x="10638" y="3463"/>
                          <a:pt x="9131" y="3756"/>
                          <a:pt x="7939" y="4363"/>
                        </a:cubicBezTo>
                        <a:cubicBezTo>
                          <a:pt x="6747" y="4970"/>
                          <a:pt x="5802" y="5802"/>
                          <a:pt x="5105" y="6837"/>
                        </a:cubicBezTo>
                        <a:cubicBezTo>
                          <a:pt x="4408" y="7871"/>
                          <a:pt x="3913" y="9108"/>
                          <a:pt x="3644" y="10525"/>
                        </a:cubicBezTo>
                        <a:cubicBezTo>
                          <a:pt x="3373" y="11942"/>
                          <a:pt x="3238" y="13426"/>
                          <a:pt x="3238" y="14978"/>
                        </a:cubicBezTo>
                        <a:lnTo>
                          <a:pt x="3238" y="28697"/>
                        </a:lnTo>
                        <a:lnTo>
                          <a:pt x="3238" y="28697"/>
                        </a:lnTo>
                        <a:close/>
                      </a:path>
                    </a:pathLst>
                  </a:custGeom>
                  <a:solidFill>
                    <a:srgbClr val="231F20"/>
                  </a:solidFill>
                  <a:ln w="2249" cap="flat">
                    <a:noFill/>
                    <a:prstDash val="solid"/>
                    <a:miter/>
                  </a:ln>
                </p:spPr>
                <p:txBody>
                  <a:bodyPr rtlCol="0" anchor="ctr"/>
                  <a:lstStyle/>
                  <a:p>
                    <a:endParaRPr lang="en-US"/>
                  </a:p>
                </p:txBody>
              </p:sp>
              <p:sp>
                <p:nvSpPr>
                  <p:cNvPr id="2108" name="Freeform 2107">
                    <a:extLst>
                      <a:ext uri="{FF2B5EF4-FFF2-40B4-BE49-F238E27FC236}">
                        <a16:creationId xmlns:a16="http://schemas.microsoft.com/office/drawing/2014/main" id="{42A13916-A626-4403-A718-8ABF6F0E7067}"/>
                      </a:ext>
                    </a:extLst>
                  </p:cNvPr>
                  <p:cNvSpPr/>
                  <p:nvPr/>
                </p:nvSpPr>
                <p:spPr>
                  <a:xfrm>
                    <a:off x="8425898" y="3123349"/>
                    <a:ext cx="12481" cy="28719"/>
                  </a:xfrm>
                  <a:custGeom>
                    <a:avLst/>
                    <a:gdLst>
                      <a:gd name="connsiteX0" fmla="*/ 3238 w 12481"/>
                      <a:gd name="connsiteY0" fmla="*/ 28719 h 28719"/>
                      <a:gd name="connsiteX1" fmla="*/ 0 w 12481"/>
                      <a:gd name="connsiteY1" fmla="*/ 28719 h 28719"/>
                      <a:gd name="connsiteX2" fmla="*/ 0 w 12481"/>
                      <a:gd name="connsiteY2" fmla="*/ 765 h 28719"/>
                      <a:gd name="connsiteX3" fmla="*/ 3238 w 12481"/>
                      <a:gd name="connsiteY3" fmla="*/ 765 h 28719"/>
                      <a:gd name="connsiteX4" fmla="*/ 3238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8 h 28719"/>
                      <a:gd name="connsiteX9" fmla="*/ 7939 w 12481"/>
                      <a:gd name="connsiteY9" fmla="*/ 4363 h 28719"/>
                      <a:gd name="connsiteX10" fmla="*/ 5105 w 12481"/>
                      <a:gd name="connsiteY10" fmla="*/ 6837 h 28719"/>
                      <a:gd name="connsiteX11" fmla="*/ 3644 w 12481"/>
                      <a:gd name="connsiteY11" fmla="*/ 10525 h 28719"/>
                      <a:gd name="connsiteX12" fmla="*/ 3238 w 12481"/>
                      <a:gd name="connsiteY12" fmla="*/ 14978 h 28719"/>
                      <a:gd name="connsiteX13" fmla="*/ 3238 w 12481"/>
                      <a:gd name="connsiteY13" fmla="*/ 28697 h 28719"/>
                      <a:gd name="connsiteX14" fmla="*/ 3238 w 12481"/>
                      <a:gd name="connsiteY14"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481" h="28719">
                        <a:moveTo>
                          <a:pt x="3238" y="28719"/>
                        </a:moveTo>
                        <a:lnTo>
                          <a:pt x="0" y="28719"/>
                        </a:lnTo>
                        <a:lnTo>
                          <a:pt x="0" y="765"/>
                        </a:lnTo>
                        <a:lnTo>
                          <a:pt x="3238" y="765"/>
                        </a:lnTo>
                        <a:lnTo>
                          <a:pt x="3238" y="6005"/>
                        </a:lnTo>
                        <a:lnTo>
                          <a:pt x="3351" y="6005"/>
                        </a:lnTo>
                        <a:cubicBezTo>
                          <a:pt x="4251" y="3778"/>
                          <a:pt x="5420" y="2227"/>
                          <a:pt x="6837" y="1327"/>
                        </a:cubicBezTo>
                        <a:cubicBezTo>
                          <a:pt x="8254" y="450"/>
                          <a:pt x="10143" y="0"/>
                          <a:pt x="12482" y="0"/>
                        </a:cubicBezTo>
                        <a:lnTo>
                          <a:pt x="12482" y="3508"/>
                        </a:lnTo>
                        <a:cubicBezTo>
                          <a:pt x="10638" y="3463"/>
                          <a:pt x="9131" y="3756"/>
                          <a:pt x="7939" y="4363"/>
                        </a:cubicBezTo>
                        <a:cubicBezTo>
                          <a:pt x="6747" y="4970"/>
                          <a:pt x="5802" y="5802"/>
                          <a:pt x="5105" y="6837"/>
                        </a:cubicBezTo>
                        <a:cubicBezTo>
                          <a:pt x="4408" y="7871"/>
                          <a:pt x="3913" y="9108"/>
                          <a:pt x="3644" y="10525"/>
                        </a:cubicBezTo>
                        <a:cubicBezTo>
                          <a:pt x="3373" y="11942"/>
                          <a:pt x="3238" y="13426"/>
                          <a:pt x="3238" y="14978"/>
                        </a:cubicBezTo>
                        <a:lnTo>
                          <a:pt x="3238" y="28697"/>
                        </a:lnTo>
                        <a:lnTo>
                          <a:pt x="3238" y="28697"/>
                        </a:lnTo>
                        <a:close/>
                      </a:path>
                    </a:pathLst>
                  </a:custGeom>
                  <a:solidFill>
                    <a:srgbClr val="231F20"/>
                  </a:solidFill>
                  <a:ln w="2249" cap="flat">
                    <a:noFill/>
                    <a:prstDash val="solid"/>
                    <a:miter/>
                  </a:ln>
                </p:spPr>
                <p:txBody>
                  <a:bodyPr rtlCol="0" anchor="ctr"/>
                  <a:lstStyle/>
                  <a:p>
                    <a:endParaRPr lang="en-US"/>
                  </a:p>
                </p:txBody>
              </p:sp>
              <p:sp>
                <p:nvSpPr>
                  <p:cNvPr id="2109" name="Freeform 2108">
                    <a:extLst>
                      <a:ext uri="{FF2B5EF4-FFF2-40B4-BE49-F238E27FC236}">
                        <a16:creationId xmlns:a16="http://schemas.microsoft.com/office/drawing/2014/main" id="{69F7F98D-F61B-E6F5-834C-D8F74B27603C}"/>
                      </a:ext>
                    </a:extLst>
                  </p:cNvPr>
                  <p:cNvSpPr/>
                  <p:nvPr/>
                </p:nvSpPr>
                <p:spPr>
                  <a:xfrm>
                    <a:off x="8442203" y="3123372"/>
                    <a:ext cx="25167" cy="29483"/>
                  </a:xfrm>
                  <a:custGeom>
                    <a:avLst/>
                    <a:gdLst>
                      <a:gd name="connsiteX0" fmla="*/ 3509 w 25167"/>
                      <a:gd name="connsiteY0" fmla="*/ 15473 h 29483"/>
                      <a:gd name="connsiteX1" fmla="*/ 4093 w 25167"/>
                      <a:gd name="connsiteY1" fmla="*/ 19768 h 29483"/>
                      <a:gd name="connsiteX2" fmla="*/ 5848 w 25167"/>
                      <a:gd name="connsiteY2" fmla="*/ 23277 h 29483"/>
                      <a:gd name="connsiteX3" fmla="*/ 8794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4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5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7 w 25167"/>
                      <a:gd name="connsiteY18" fmla="*/ 1170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3509 w 25167"/>
                      <a:gd name="connsiteY23" fmla="*/ 15473 h 29483"/>
                      <a:gd name="connsiteX24" fmla="*/ 21748 w 25167"/>
                      <a:gd name="connsiteY24" fmla="*/ 12774 h 29483"/>
                      <a:gd name="connsiteX25" fmla="*/ 21186 w 25167"/>
                      <a:gd name="connsiteY25" fmla="*/ 8906 h 29483"/>
                      <a:gd name="connsiteX26" fmla="*/ 19521 w 25167"/>
                      <a:gd name="connsiteY26" fmla="*/ 5780 h 29483"/>
                      <a:gd name="connsiteX27" fmla="*/ 16732 w 25167"/>
                      <a:gd name="connsiteY27" fmla="*/ 3666 h 29483"/>
                      <a:gd name="connsiteX28" fmla="*/ 12909 w 25167"/>
                      <a:gd name="connsiteY28" fmla="*/ 2879 h 29483"/>
                      <a:gd name="connsiteX29" fmla="*/ 9108 w 25167"/>
                      <a:gd name="connsiteY29" fmla="*/ 3688 h 29483"/>
                      <a:gd name="connsiteX30" fmla="*/ 6297 w 25167"/>
                      <a:gd name="connsiteY30" fmla="*/ 5847 h 29483"/>
                      <a:gd name="connsiteX31" fmla="*/ 4430 w 25167"/>
                      <a:gd name="connsiteY31" fmla="*/ 8973 h 29483"/>
                      <a:gd name="connsiteX32" fmla="*/ 3509 w 25167"/>
                      <a:gd name="connsiteY32" fmla="*/ 12752 h 29483"/>
                      <a:gd name="connsiteX33" fmla="*/ 21748 w 25167"/>
                      <a:gd name="connsiteY33" fmla="*/ 12752 h 29483"/>
                      <a:gd name="connsiteX34" fmla="*/ 21748 w 25167"/>
                      <a:gd name="connsiteY34"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5167" h="29483">
                        <a:moveTo>
                          <a:pt x="3509" y="15473"/>
                        </a:moveTo>
                        <a:cubicBezTo>
                          <a:pt x="3509" y="16980"/>
                          <a:pt x="3711" y="18419"/>
                          <a:pt x="4093" y="19768"/>
                        </a:cubicBezTo>
                        <a:cubicBezTo>
                          <a:pt x="4498" y="21118"/>
                          <a:pt x="5083" y="22287"/>
                          <a:pt x="5848" y="23277"/>
                        </a:cubicBezTo>
                        <a:cubicBezTo>
                          <a:pt x="6612" y="24266"/>
                          <a:pt x="7602" y="25053"/>
                          <a:pt x="8794" y="25661"/>
                        </a:cubicBezTo>
                        <a:cubicBezTo>
                          <a:pt x="9985" y="26245"/>
                          <a:pt x="11357" y="26560"/>
                          <a:pt x="12886" y="26560"/>
                        </a:cubicBezTo>
                        <a:cubicBezTo>
                          <a:pt x="15001" y="26560"/>
                          <a:pt x="16822" y="25998"/>
                          <a:pt x="18329" y="24896"/>
                        </a:cubicBezTo>
                        <a:cubicBezTo>
                          <a:pt x="19836" y="23772"/>
                          <a:pt x="20848" y="22197"/>
                          <a:pt x="21343" y="20151"/>
                        </a:cubicBezTo>
                        <a:lnTo>
                          <a:pt x="24964" y="20151"/>
                        </a:lnTo>
                        <a:cubicBezTo>
                          <a:pt x="24559" y="21478"/>
                          <a:pt x="24041" y="22714"/>
                          <a:pt x="23389" y="23839"/>
                        </a:cubicBezTo>
                        <a:cubicBezTo>
                          <a:pt x="22737" y="24963"/>
                          <a:pt x="21927" y="25953"/>
                          <a:pt x="20960" y="26808"/>
                        </a:cubicBezTo>
                        <a:cubicBezTo>
                          <a:pt x="19994" y="27662"/>
                          <a:pt x="18847" y="28314"/>
                          <a:pt x="17497" y="28787"/>
                        </a:cubicBezTo>
                        <a:cubicBezTo>
                          <a:pt x="16170" y="29259"/>
                          <a:pt x="14618" y="29484"/>
                          <a:pt x="12864" y="29484"/>
                        </a:cubicBezTo>
                        <a:cubicBezTo>
                          <a:pt x="10638" y="29484"/>
                          <a:pt x="8704" y="29102"/>
                          <a:pt x="7085" y="28359"/>
                        </a:cubicBezTo>
                        <a:cubicBezTo>
                          <a:pt x="5465" y="27595"/>
                          <a:pt x="4138" y="26560"/>
                          <a:pt x="3081" y="25256"/>
                        </a:cubicBezTo>
                        <a:cubicBezTo>
                          <a:pt x="2047" y="23951"/>
                          <a:pt x="1260" y="22400"/>
                          <a:pt x="765" y="20623"/>
                        </a:cubicBezTo>
                        <a:cubicBezTo>
                          <a:pt x="270" y="18846"/>
                          <a:pt x="0" y="16935"/>
                          <a:pt x="0" y="14866"/>
                        </a:cubicBezTo>
                        <a:cubicBezTo>
                          <a:pt x="0" y="12797"/>
                          <a:pt x="293" y="10885"/>
                          <a:pt x="900" y="9086"/>
                        </a:cubicBezTo>
                        <a:cubicBezTo>
                          <a:pt x="1485" y="7287"/>
                          <a:pt x="2339" y="5712"/>
                          <a:pt x="3441" y="4363"/>
                        </a:cubicBezTo>
                        <a:cubicBezTo>
                          <a:pt x="4543" y="3014"/>
                          <a:pt x="5870" y="1957"/>
                          <a:pt x="7467" y="1170"/>
                        </a:cubicBezTo>
                        <a:cubicBezTo>
                          <a:pt x="9041" y="405"/>
                          <a:pt x="10840" y="0"/>
                          <a:pt x="12864" y="0"/>
                        </a:cubicBezTo>
                        <a:cubicBezTo>
                          <a:pt x="16710" y="0"/>
                          <a:pt x="19746" y="1327"/>
                          <a:pt x="21927" y="3958"/>
                        </a:cubicBezTo>
                        <a:cubicBezTo>
                          <a:pt x="24131" y="6612"/>
                          <a:pt x="25211" y="10435"/>
                          <a:pt x="25166" y="15473"/>
                        </a:cubicBezTo>
                        <a:lnTo>
                          <a:pt x="3463" y="15473"/>
                        </a:lnTo>
                        <a:lnTo>
                          <a:pt x="3509" y="15473"/>
                        </a:lnTo>
                        <a:close/>
                        <a:moveTo>
                          <a:pt x="21748" y="12774"/>
                        </a:moveTo>
                        <a:cubicBezTo>
                          <a:pt x="21748" y="11402"/>
                          <a:pt x="21568" y="10120"/>
                          <a:pt x="21186" y="8906"/>
                        </a:cubicBezTo>
                        <a:cubicBezTo>
                          <a:pt x="20803" y="7691"/>
                          <a:pt x="20241" y="6657"/>
                          <a:pt x="19521" y="5780"/>
                        </a:cubicBezTo>
                        <a:cubicBezTo>
                          <a:pt x="18779" y="4903"/>
                          <a:pt x="17857" y="4206"/>
                          <a:pt x="16732" y="3666"/>
                        </a:cubicBezTo>
                        <a:cubicBezTo>
                          <a:pt x="15608" y="3126"/>
                          <a:pt x="14349" y="2879"/>
                          <a:pt x="12909" y="2879"/>
                        </a:cubicBezTo>
                        <a:cubicBezTo>
                          <a:pt x="11470" y="2879"/>
                          <a:pt x="10210" y="3149"/>
                          <a:pt x="9108" y="3688"/>
                        </a:cubicBezTo>
                        <a:cubicBezTo>
                          <a:pt x="8006" y="4228"/>
                          <a:pt x="7085" y="4948"/>
                          <a:pt x="6297" y="5847"/>
                        </a:cubicBezTo>
                        <a:cubicBezTo>
                          <a:pt x="5532" y="6747"/>
                          <a:pt x="4903" y="7781"/>
                          <a:pt x="4430" y="8973"/>
                        </a:cubicBezTo>
                        <a:cubicBezTo>
                          <a:pt x="3958" y="10165"/>
                          <a:pt x="3666" y="11425"/>
                          <a:pt x="3509" y="12752"/>
                        </a:cubicBezTo>
                        <a:lnTo>
                          <a:pt x="21748" y="12752"/>
                        </a:lnTo>
                        <a:lnTo>
                          <a:pt x="21748" y="12752"/>
                        </a:lnTo>
                        <a:close/>
                      </a:path>
                    </a:pathLst>
                  </a:custGeom>
                  <a:solidFill>
                    <a:srgbClr val="231F20"/>
                  </a:solidFill>
                  <a:ln w="2249" cap="flat">
                    <a:noFill/>
                    <a:prstDash val="solid"/>
                    <a:miter/>
                  </a:ln>
                </p:spPr>
                <p:txBody>
                  <a:bodyPr rtlCol="0" anchor="ctr"/>
                  <a:lstStyle/>
                  <a:p>
                    <a:endParaRPr lang="en-US"/>
                  </a:p>
                </p:txBody>
              </p:sp>
              <p:sp>
                <p:nvSpPr>
                  <p:cNvPr id="2110" name="Freeform 2109">
                    <a:extLst>
                      <a:ext uri="{FF2B5EF4-FFF2-40B4-BE49-F238E27FC236}">
                        <a16:creationId xmlns:a16="http://schemas.microsoft.com/office/drawing/2014/main" id="{664FC5D8-756B-CCC0-D793-F59B0F94489E}"/>
                      </a:ext>
                    </a:extLst>
                  </p:cNvPr>
                  <p:cNvSpPr/>
                  <p:nvPr/>
                </p:nvSpPr>
                <p:spPr>
                  <a:xfrm>
                    <a:off x="8472385" y="3123349"/>
                    <a:ext cx="24895" cy="29461"/>
                  </a:xfrm>
                  <a:custGeom>
                    <a:avLst/>
                    <a:gdLst>
                      <a:gd name="connsiteX0" fmla="*/ 21163 w 24895"/>
                      <a:gd name="connsiteY0" fmla="*/ 9558 h 29461"/>
                      <a:gd name="connsiteX1" fmla="*/ 18194 w 24895"/>
                      <a:gd name="connsiteY1" fmla="*/ 4678 h 29461"/>
                      <a:gd name="connsiteX2" fmla="*/ 12841 w 24895"/>
                      <a:gd name="connsiteY2" fmla="*/ 2924 h 29461"/>
                      <a:gd name="connsiteX3" fmla="*/ 8568 w 24895"/>
                      <a:gd name="connsiteY3" fmla="*/ 3958 h 29461"/>
                      <a:gd name="connsiteX4" fmla="*/ 5645 w 24895"/>
                      <a:gd name="connsiteY4" fmla="*/ 6679 h 29461"/>
                      <a:gd name="connsiteX5" fmla="*/ 3980 w 24895"/>
                      <a:gd name="connsiteY5" fmla="*/ 10503 h 29461"/>
                      <a:gd name="connsiteX6" fmla="*/ 3440 w 24895"/>
                      <a:gd name="connsiteY6" fmla="*/ 14798 h 29461"/>
                      <a:gd name="connsiteX7" fmla="*/ 3958 w 24895"/>
                      <a:gd name="connsiteY7" fmla="*/ 19116 h 29461"/>
                      <a:gd name="connsiteX8" fmla="*/ 5600 w 24895"/>
                      <a:gd name="connsiteY8" fmla="*/ 22894 h 29461"/>
                      <a:gd name="connsiteX9" fmla="*/ 8523 w 24895"/>
                      <a:gd name="connsiteY9" fmla="*/ 25571 h 29461"/>
                      <a:gd name="connsiteX10" fmla="*/ 12841 w 24895"/>
                      <a:gd name="connsiteY10" fmla="*/ 26560 h 29461"/>
                      <a:gd name="connsiteX11" fmla="*/ 18643 w 24895"/>
                      <a:gd name="connsiteY11" fmla="*/ 24559 h 29461"/>
                      <a:gd name="connsiteX12" fmla="*/ 21432 w 24895"/>
                      <a:gd name="connsiteY12" fmla="*/ 19049 h 29461"/>
                      <a:gd name="connsiteX13" fmla="*/ 24896 w 24895"/>
                      <a:gd name="connsiteY13" fmla="*/ 19049 h 29461"/>
                      <a:gd name="connsiteX14" fmla="*/ 23524 w 24895"/>
                      <a:gd name="connsiteY14" fmla="*/ 23277 h 29461"/>
                      <a:gd name="connsiteX15" fmla="*/ 21095 w 24895"/>
                      <a:gd name="connsiteY15" fmla="*/ 26560 h 29461"/>
                      <a:gd name="connsiteX16" fmla="*/ 17564 w 24895"/>
                      <a:gd name="connsiteY16" fmla="*/ 28697 h 29461"/>
                      <a:gd name="connsiteX17" fmla="*/ 12864 w 24895"/>
                      <a:gd name="connsiteY17" fmla="*/ 29461 h 29461"/>
                      <a:gd name="connsiteX18" fmla="*/ 7084 w 24895"/>
                      <a:gd name="connsiteY18" fmla="*/ 28337 h 29461"/>
                      <a:gd name="connsiteX19" fmla="*/ 3081 w 24895"/>
                      <a:gd name="connsiteY19" fmla="*/ 25233 h 29461"/>
                      <a:gd name="connsiteX20" fmla="*/ 764 w 24895"/>
                      <a:gd name="connsiteY20" fmla="*/ 20556 h 29461"/>
                      <a:gd name="connsiteX21" fmla="*/ 0 w 24895"/>
                      <a:gd name="connsiteY21" fmla="*/ 14776 h 29461"/>
                      <a:gd name="connsiteX22" fmla="*/ 832 w 24895"/>
                      <a:gd name="connsiteY22" fmla="*/ 9198 h 29461"/>
                      <a:gd name="connsiteX23" fmla="*/ 3283 w 24895"/>
                      <a:gd name="connsiteY23" fmla="*/ 4475 h 29461"/>
                      <a:gd name="connsiteX24" fmla="*/ 7309 w 24895"/>
                      <a:gd name="connsiteY24" fmla="*/ 1214 h 29461"/>
                      <a:gd name="connsiteX25" fmla="*/ 12841 w 24895"/>
                      <a:gd name="connsiteY25" fmla="*/ 0 h 29461"/>
                      <a:gd name="connsiteX26" fmla="*/ 20690 w 24895"/>
                      <a:gd name="connsiteY26" fmla="*/ 2316 h 29461"/>
                      <a:gd name="connsiteX27" fmla="*/ 24446 w 24895"/>
                      <a:gd name="connsiteY27" fmla="*/ 9558 h 29461"/>
                      <a:gd name="connsiteX28" fmla="*/ 21163 w 24895"/>
                      <a:gd name="connsiteY28" fmla="*/ 9558 h 29461"/>
                      <a:gd name="connsiteX29" fmla="*/ 21163 w 24895"/>
                      <a:gd name="connsiteY29"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4895" h="29461">
                        <a:moveTo>
                          <a:pt x="21163" y="9558"/>
                        </a:moveTo>
                        <a:cubicBezTo>
                          <a:pt x="20578" y="7467"/>
                          <a:pt x="19588" y="5847"/>
                          <a:pt x="18194" y="4678"/>
                        </a:cubicBezTo>
                        <a:cubicBezTo>
                          <a:pt x="16800" y="3508"/>
                          <a:pt x="15000" y="2924"/>
                          <a:pt x="12841" y="2924"/>
                        </a:cubicBezTo>
                        <a:cubicBezTo>
                          <a:pt x="11177" y="2924"/>
                          <a:pt x="9760" y="3261"/>
                          <a:pt x="8568" y="3958"/>
                        </a:cubicBezTo>
                        <a:cubicBezTo>
                          <a:pt x="7376" y="4633"/>
                          <a:pt x="6409" y="5555"/>
                          <a:pt x="5645" y="6679"/>
                        </a:cubicBezTo>
                        <a:cubicBezTo>
                          <a:pt x="4880" y="7804"/>
                          <a:pt x="4340" y="9086"/>
                          <a:pt x="3980" y="10503"/>
                        </a:cubicBezTo>
                        <a:cubicBezTo>
                          <a:pt x="3621" y="11920"/>
                          <a:pt x="3440" y="13359"/>
                          <a:pt x="3440" y="14798"/>
                        </a:cubicBezTo>
                        <a:cubicBezTo>
                          <a:pt x="3440" y="16237"/>
                          <a:pt x="3621" y="17722"/>
                          <a:pt x="3958" y="19116"/>
                        </a:cubicBezTo>
                        <a:cubicBezTo>
                          <a:pt x="4295" y="20511"/>
                          <a:pt x="4858" y="21770"/>
                          <a:pt x="5600" y="22894"/>
                        </a:cubicBezTo>
                        <a:cubicBezTo>
                          <a:pt x="6342" y="24019"/>
                          <a:pt x="7332" y="24896"/>
                          <a:pt x="8523" y="25571"/>
                        </a:cubicBezTo>
                        <a:cubicBezTo>
                          <a:pt x="9715" y="26245"/>
                          <a:pt x="11155" y="26560"/>
                          <a:pt x="12841" y="26560"/>
                        </a:cubicBezTo>
                        <a:cubicBezTo>
                          <a:pt x="15247" y="26560"/>
                          <a:pt x="17182" y="25886"/>
                          <a:pt x="18643" y="24559"/>
                        </a:cubicBezTo>
                        <a:cubicBezTo>
                          <a:pt x="20106" y="23232"/>
                          <a:pt x="21027" y="21388"/>
                          <a:pt x="21432" y="19049"/>
                        </a:cubicBezTo>
                        <a:lnTo>
                          <a:pt x="24896" y="19049"/>
                        </a:lnTo>
                        <a:cubicBezTo>
                          <a:pt x="24603" y="20600"/>
                          <a:pt x="24154" y="22017"/>
                          <a:pt x="23524" y="23277"/>
                        </a:cubicBezTo>
                        <a:cubicBezTo>
                          <a:pt x="22894" y="24559"/>
                          <a:pt x="22084" y="25661"/>
                          <a:pt x="21095" y="26560"/>
                        </a:cubicBezTo>
                        <a:cubicBezTo>
                          <a:pt x="20106" y="27482"/>
                          <a:pt x="18936" y="28180"/>
                          <a:pt x="17564" y="28697"/>
                        </a:cubicBezTo>
                        <a:cubicBezTo>
                          <a:pt x="16192" y="29214"/>
                          <a:pt x="14641" y="29461"/>
                          <a:pt x="12864" y="29461"/>
                        </a:cubicBezTo>
                        <a:cubicBezTo>
                          <a:pt x="10638" y="29461"/>
                          <a:pt x="8703" y="29079"/>
                          <a:pt x="7084" y="28337"/>
                        </a:cubicBezTo>
                        <a:cubicBezTo>
                          <a:pt x="5465" y="27572"/>
                          <a:pt x="4138" y="26538"/>
                          <a:pt x="3081" y="25233"/>
                        </a:cubicBezTo>
                        <a:cubicBezTo>
                          <a:pt x="2024" y="23929"/>
                          <a:pt x="1259" y="22355"/>
                          <a:pt x="764" y="20556"/>
                        </a:cubicBezTo>
                        <a:cubicBezTo>
                          <a:pt x="270" y="18756"/>
                          <a:pt x="0" y="16822"/>
                          <a:pt x="0" y="14776"/>
                        </a:cubicBezTo>
                        <a:cubicBezTo>
                          <a:pt x="0" y="12842"/>
                          <a:pt x="270" y="10975"/>
                          <a:pt x="832" y="9198"/>
                        </a:cubicBezTo>
                        <a:cubicBezTo>
                          <a:pt x="1394" y="7422"/>
                          <a:pt x="2204" y="5847"/>
                          <a:pt x="3283" y="4475"/>
                        </a:cubicBezTo>
                        <a:cubicBezTo>
                          <a:pt x="4363" y="3104"/>
                          <a:pt x="5712" y="2024"/>
                          <a:pt x="7309" y="1214"/>
                        </a:cubicBezTo>
                        <a:cubicBezTo>
                          <a:pt x="8906" y="405"/>
                          <a:pt x="10750" y="0"/>
                          <a:pt x="12841" y="0"/>
                        </a:cubicBezTo>
                        <a:cubicBezTo>
                          <a:pt x="16080" y="0"/>
                          <a:pt x="18688" y="765"/>
                          <a:pt x="20690" y="2316"/>
                        </a:cubicBezTo>
                        <a:cubicBezTo>
                          <a:pt x="22692" y="3868"/>
                          <a:pt x="23929" y="6275"/>
                          <a:pt x="24446" y="9558"/>
                        </a:cubicBezTo>
                        <a:lnTo>
                          <a:pt x="21163" y="9558"/>
                        </a:lnTo>
                        <a:lnTo>
                          <a:pt x="21163" y="9558"/>
                        </a:lnTo>
                        <a:close/>
                      </a:path>
                    </a:pathLst>
                  </a:custGeom>
                  <a:solidFill>
                    <a:srgbClr val="231F20"/>
                  </a:solidFill>
                  <a:ln w="2249" cap="flat">
                    <a:noFill/>
                    <a:prstDash val="solid"/>
                    <a:miter/>
                  </a:ln>
                </p:spPr>
                <p:txBody>
                  <a:bodyPr rtlCol="0" anchor="ctr"/>
                  <a:lstStyle/>
                  <a:p>
                    <a:endParaRPr lang="en-US"/>
                  </a:p>
                </p:txBody>
              </p:sp>
              <p:sp>
                <p:nvSpPr>
                  <p:cNvPr id="2111" name="Freeform 2110">
                    <a:extLst>
                      <a:ext uri="{FF2B5EF4-FFF2-40B4-BE49-F238E27FC236}">
                        <a16:creationId xmlns:a16="http://schemas.microsoft.com/office/drawing/2014/main" id="{05A64456-E084-75E1-7743-BBBEFB86BD96}"/>
                      </a:ext>
                    </a:extLst>
                  </p:cNvPr>
                  <p:cNvSpPr/>
                  <p:nvPr/>
                </p:nvSpPr>
                <p:spPr>
                  <a:xfrm>
                    <a:off x="8500946" y="3116332"/>
                    <a:ext cx="12616" cy="36500"/>
                  </a:xfrm>
                  <a:custGeom>
                    <a:avLst/>
                    <a:gdLst>
                      <a:gd name="connsiteX0" fmla="*/ 12616 w 12616"/>
                      <a:gd name="connsiteY0" fmla="*/ 35848 h 36500"/>
                      <a:gd name="connsiteX1" fmla="*/ 11042 w 12616"/>
                      <a:gd name="connsiteY1" fmla="*/ 36231 h 36500"/>
                      <a:gd name="connsiteX2" fmla="*/ 8883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1 h 36500"/>
                      <a:gd name="connsiteX8" fmla="*/ 3936 w 12616"/>
                      <a:gd name="connsiteY8" fmla="*/ 7781 h 36500"/>
                      <a:gd name="connsiteX9" fmla="*/ 3936 w 12616"/>
                      <a:gd name="connsiteY9" fmla="*/ 0 h 36500"/>
                      <a:gd name="connsiteX10" fmla="*/ 7174 w 12616"/>
                      <a:gd name="connsiteY10" fmla="*/ 0 h 36500"/>
                      <a:gd name="connsiteX11" fmla="*/ 7174 w 12616"/>
                      <a:gd name="connsiteY11" fmla="*/ 7781 h 36500"/>
                      <a:gd name="connsiteX12" fmla="*/ 12414 w 12616"/>
                      <a:gd name="connsiteY12" fmla="*/ 7781 h 36500"/>
                      <a:gd name="connsiteX13" fmla="*/ 12414 w 12616"/>
                      <a:gd name="connsiteY13" fmla="*/ 10480 h 36500"/>
                      <a:gd name="connsiteX14" fmla="*/ 7174 w 12616"/>
                      <a:gd name="connsiteY14" fmla="*/ 10480 h 36500"/>
                      <a:gd name="connsiteX15" fmla="*/ 7174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5 h 36500"/>
                      <a:gd name="connsiteX21" fmla="*/ 12616 w 12616"/>
                      <a:gd name="connsiteY21" fmla="*/ 33195 h 36500"/>
                      <a:gd name="connsiteX22" fmla="*/ 12616 w 12616"/>
                      <a:gd name="connsiteY22" fmla="*/ 35848 h 36500"/>
                      <a:gd name="connsiteX23" fmla="*/ 12616 w 12616"/>
                      <a:gd name="connsiteY23" fmla="*/ 35848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616" h="36500">
                        <a:moveTo>
                          <a:pt x="12616" y="35848"/>
                        </a:moveTo>
                        <a:cubicBezTo>
                          <a:pt x="12212" y="35916"/>
                          <a:pt x="11694" y="36051"/>
                          <a:pt x="11042" y="36231"/>
                        </a:cubicBezTo>
                        <a:cubicBezTo>
                          <a:pt x="10390" y="36411"/>
                          <a:pt x="9671" y="36501"/>
                          <a:pt x="8883" y="36501"/>
                        </a:cubicBezTo>
                        <a:cubicBezTo>
                          <a:pt x="7264" y="36501"/>
                          <a:pt x="6027" y="36096"/>
                          <a:pt x="5195" y="35286"/>
                        </a:cubicBezTo>
                        <a:cubicBezTo>
                          <a:pt x="4363" y="34477"/>
                          <a:pt x="3936" y="33037"/>
                          <a:pt x="3936" y="30946"/>
                        </a:cubicBezTo>
                        <a:lnTo>
                          <a:pt x="3936" y="10480"/>
                        </a:lnTo>
                        <a:lnTo>
                          <a:pt x="0" y="10480"/>
                        </a:lnTo>
                        <a:lnTo>
                          <a:pt x="0" y="7781"/>
                        </a:lnTo>
                        <a:lnTo>
                          <a:pt x="3936" y="7781"/>
                        </a:lnTo>
                        <a:lnTo>
                          <a:pt x="3936" y="0"/>
                        </a:lnTo>
                        <a:lnTo>
                          <a:pt x="7174" y="0"/>
                        </a:lnTo>
                        <a:lnTo>
                          <a:pt x="7174" y="7781"/>
                        </a:lnTo>
                        <a:lnTo>
                          <a:pt x="12414" y="7781"/>
                        </a:lnTo>
                        <a:lnTo>
                          <a:pt x="12414" y="10480"/>
                        </a:lnTo>
                        <a:lnTo>
                          <a:pt x="7174" y="10480"/>
                        </a:lnTo>
                        <a:lnTo>
                          <a:pt x="7174" y="29641"/>
                        </a:lnTo>
                        <a:cubicBezTo>
                          <a:pt x="7174" y="30316"/>
                          <a:pt x="7174" y="30923"/>
                          <a:pt x="7219" y="31418"/>
                        </a:cubicBezTo>
                        <a:cubicBezTo>
                          <a:pt x="7264" y="31913"/>
                          <a:pt x="7354" y="32340"/>
                          <a:pt x="7534" y="32655"/>
                        </a:cubicBezTo>
                        <a:cubicBezTo>
                          <a:pt x="7714" y="32970"/>
                          <a:pt x="7984" y="33217"/>
                          <a:pt x="8366" y="33352"/>
                        </a:cubicBezTo>
                        <a:cubicBezTo>
                          <a:pt x="8748" y="33487"/>
                          <a:pt x="9265" y="33577"/>
                          <a:pt x="9963" y="33577"/>
                        </a:cubicBezTo>
                        <a:cubicBezTo>
                          <a:pt x="10390" y="33577"/>
                          <a:pt x="10840" y="33532"/>
                          <a:pt x="11290" y="33465"/>
                        </a:cubicBezTo>
                        <a:cubicBezTo>
                          <a:pt x="11739" y="33397"/>
                          <a:pt x="12189" y="33307"/>
                          <a:pt x="12616" y="33195"/>
                        </a:cubicBezTo>
                        <a:lnTo>
                          <a:pt x="12616" y="35848"/>
                        </a:lnTo>
                        <a:lnTo>
                          <a:pt x="12616" y="35848"/>
                        </a:lnTo>
                        <a:close/>
                      </a:path>
                    </a:pathLst>
                  </a:custGeom>
                  <a:solidFill>
                    <a:srgbClr val="231F20"/>
                  </a:solidFill>
                  <a:ln w="2249" cap="flat">
                    <a:noFill/>
                    <a:prstDash val="solid"/>
                    <a:miter/>
                  </a:ln>
                </p:spPr>
                <p:txBody>
                  <a:bodyPr rtlCol="0" anchor="ctr"/>
                  <a:lstStyle/>
                  <a:p>
                    <a:endParaRPr lang="en-US"/>
                  </a:p>
                </p:txBody>
              </p:sp>
            </p:grpSp>
            <p:grpSp>
              <p:nvGrpSpPr>
                <p:cNvPr id="1938" name="Graphic 3">
                  <a:extLst>
                    <a:ext uri="{FF2B5EF4-FFF2-40B4-BE49-F238E27FC236}">
                      <a16:creationId xmlns:a16="http://schemas.microsoft.com/office/drawing/2014/main" id="{6D3E4386-F42D-A4CA-5606-6367932CF059}"/>
                    </a:ext>
                  </a:extLst>
                </p:cNvPr>
                <p:cNvGrpSpPr/>
                <p:nvPr/>
              </p:nvGrpSpPr>
              <p:grpSpPr>
                <a:xfrm>
                  <a:off x="7441238" y="4800845"/>
                  <a:ext cx="900966" cy="172204"/>
                  <a:chOff x="8604421" y="3113206"/>
                  <a:chExt cx="207443" cy="39649"/>
                </a:xfrm>
                <a:solidFill>
                  <a:srgbClr val="231F20"/>
                </a:solidFill>
              </p:grpSpPr>
              <p:sp>
                <p:nvSpPr>
                  <p:cNvPr id="2096" name="Freeform 2095">
                    <a:extLst>
                      <a:ext uri="{FF2B5EF4-FFF2-40B4-BE49-F238E27FC236}">
                        <a16:creationId xmlns:a16="http://schemas.microsoft.com/office/drawing/2014/main" id="{BF5E5E25-5492-5263-371B-B09022D231DB}"/>
                      </a:ext>
                    </a:extLst>
                  </p:cNvPr>
                  <p:cNvSpPr/>
                  <p:nvPr/>
                </p:nvSpPr>
                <p:spPr>
                  <a:xfrm>
                    <a:off x="8604421" y="3113206"/>
                    <a:ext cx="3552" cy="38861"/>
                  </a:xfrm>
                  <a:custGeom>
                    <a:avLst/>
                    <a:gdLst>
                      <a:gd name="connsiteX0" fmla="*/ 0 w 3552"/>
                      <a:gd name="connsiteY0" fmla="*/ 4813 h 38861"/>
                      <a:gd name="connsiteX1" fmla="*/ 0 w 3552"/>
                      <a:gd name="connsiteY1" fmla="*/ 0 h 38861"/>
                      <a:gd name="connsiteX2" fmla="*/ 3553 w 3552"/>
                      <a:gd name="connsiteY2" fmla="*/ 0 h 38861"/>
                      <a:gd name="connsiteX3" fmla="*/ 3553 w 3552"/>
                      <a:gd name="connsiteY3" fmla="*/ 4813 h 38861"/>
                      <a:gd name="connsiteX4" fmla="*/ 0 w 3552"/>
                      <a:gd name="connsiteY4" fmla="*/ 4813 h 38861"/>
                      <a:gd name="connsiteX5" fmla="*/ 180 w 3552"/>
                      <a:gd name="connsiteY5" fmla="*/ 38862 h 38861"/>
                      <a:gd name="connsiteX6" fmla="*/ 180 w 3552"/>
                      <a:gd name="connsiteY6" fmla="*/ 10907 h 38861"/>
                      <a:gd name="connsiteX7" fmla="*/ 3418 w 3552"/>
                      <a:gd name="connsiteY7" fmla="*/ 10907 h 38861"/>
                      <a:gd name="connsiteX8" fmla="*/ 3418 w 3552"/>
                      <a:gd name="connsiteY8" fmla="*/ 38862 h 38861"/>
                      <a:gd name="connsiteX9" fmla="*/ 180 w 3552"/>
                      <a:gd name="connsiteY9" fmla="*/ 38862 h 38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52" h="38861">
                        <a:moveTo>
                          <a:pt x="0" y="4813"/>
                        </a:moveTo>
                        <a:lnTo>
                          <a:pt x="0" y="0"/>
                        </a:lnTo>
                        <a:lnTo>
                          <a:pt x="3553" y="0"/>
                        </a:lnTo>
                        <a:lnTo>
                          <a:pt x="3553" y="4813"/>
                        </a:lnTo>
                        <a:lnTo>
                          <a:pt x="0" y="4813"/>
                        </a:lnTo>
                        <a:close/>
                        <a:moveTo>
                          <a:pt x="180" y="38862"/>
                        </a:moveTo>
                        <a:lnTo>
                          <a:pt x="180" y="10907"/>
                        </a:lnTo>
                        <a:lnTo>
                          <a:pt x="3418" y="10907"/>
                        </a:lnTo>
                        <a:lnTo>
                          <a:pt x="3418" y="38862"/>
                        </a:lnTo>
                        <a:lnTo>
                          <a:pt x="180" y="38862"/>
                        </a:lnTo>
                        <a:close/>
                      </a:path>
                    </a:pathLst>
                  </a:custGeom>
                  <a:solidFill>
                    <a:srgbClr val="231F20"/>
                  </a:solidFill>
                  <a:ln w="2249" cap="flat">
                    <a:noFill/>
                    <a:prstDash val="solid"/>
                    <a:miter/>
                  </a:ln>
                </p:spPr>
                <p:txBody>
                  <a:bodyPr rtlCol="0" anchor="ctr"/>
                  <a:lstStyle/>
                  <a:p>
                    <a:endParaRPr lang="en-US"/>
                  </a:p>
                </p:txBody>
              </p:sp>
              <p:sp>
                <p:nvSpPr>
                  <p:cNvPr id="2097" name="Freeform 2096">
                    <a:extLst>
                      <a:ext uri="{FF2B5EF4-FFF2-40B4-BE49-F238E27FC236}">
                        <a16:creationId xmlns:a16="http://schemas.microsoft.com/office/drawing/2014/main" id="{ECE13510-9D93-75C3-9BCD-88270DBD1258}"/>
                      </a:ext>
                    </a:extLst>
                  </p:cNvPr>
                  <p:cNvSpPr/>
                  <p:nvPr/>
                </p:nvSpPr>
                <p:spPr>
                  <a:xfrm>
                    <a:off x="8616093" y="3123349"/>
                    <a:ext cx="22196" cy="28741"/>
                  </a:xfrm>
                  <a:custGeom>
                    <a:avLst/>
                    <a:gdLst>
                      <a:gd name="connsiteX0" fmla="*/ 3238 w 22196"/>
                      <a:gd name="connsiteY0" fmla="*/ 28719 h 28741"/>
                      <a:gd name="connsiteX1" fmla="*/ 0 w 22196"/>
                      <a:gd name="connsiteY1" fmla="*/ 28719 h 28741"/>
                      <a:gd name="connsiteX2" fmla="*/ 0 w 22196"/>
                      <a:gd name="connsiteY2" fmla="*/ 765 h 28741"/>
                      <a:gd name="connsiteX3" fmla="*/ 3238 w 22196"/>
                      <a:gd name="connsiteY3" fmla="*/ 765 h 28741"/>
                      <a:gd name="connsiteX4" fmla="*/ 3238 w 22196"/>
                      <a:gd name="connsiteY4" fmla="*/ 4655 h 28741"/>
                      <a:gd name="connsiteX5" fmla="*/ 7264 w 22196"/>
                      <a:gd name="connsiteY5" fmla="*/ 1304 h 28741"/>
                      <a:gd name="connsiteX6" fmla="*/ 12257 w 22196"/>
                      <a:gd name="connsiteY6" fmla="*/ 0 h 28741"/>
                      <a:gd name="connsiteX7" fmla="*/ 17070 w 22196"/>
                      <a:gd name="connsiteY7" fmla="*/ 900 h 28741"/>
                      <a:gd name="connsiteX8" fmla="*/ 20803 w 22196"/>
                      <a:gd name="connsiteY8" fmla="*/ 4003 h 28741"/>
                      <a:gd name="connsiteX9" fmla="*/ 22017 w 22196"/>
                      <a:gd name="connsiteY9" fmla="*/ 7107 h 28741"/>
                      <a:gd name="connsiteX10" fmla="*/ 22197 w 22196"/>
                      <a:gd name="connsiteY10" fmla="*/ 10435 h 28741"/>
                      <a:gd name="connsiteX11" fmla="*/ 22197 w 22196"/>
                      <a:gd name="connsiteY11" fmla="*/ 28742 h 28741"/>
                      <a:gd name="connsiteX12" fmla="*/ 18959 w 22196"/>
                      <a:gd name="connsiteY12" fmla="*/ 28742 h 28741"/>
                      <a:gd name="connsiteX13" fmla="*/ 18959 w 22196"/>
                      <a:gd name="connsiteY13" fmla="*/ 10503 h 28741"/>
                      <a:gd name="connsiteX14" fmla="*/ 17294 w 22196"/>
                      <a:gd name="connsiteY14" fmla="*/ 4835 h 28741"/>
                      <a:gd name="connsiteX15" fmla="*/ 11739 w 22196"/>
                      <a:gd name="connsiteY15" fmla="*/ 2946 h 28741"/>
                      <a:gd name="connsiteX16" fmla="*/ 8996 w 22196"/>
                      <a:gd name="connsiteY16" fmla="*/ 3396 h 28741"/>
                      <a:gd name="connsiteX17" fmla="*/ 6747 w 22196"/>
                      <a:gd name="connsiteY17" fmla="*/ 4610 h 28741"/>
                      <a:gd name="connsiteX18" fmla="*/ 5038 w 22196"/>
                      <a:gd name="connsiteY18" fmla="*/ 6342 h 28741"/>
                      <a:gd name="connsiteX19" fmla="*/ 3958 w 22196"/>
                      <a:gd name="connsiteY19" fmla="*/ 8389 h 28741"/>
                      <a:gd name="connsiteX20" fmla="*/ 3373 w 22196"/>
                      <a:gd name="connsiteY20" fmla="*/ 10975 h 28741"/>
                      <a:gd name="connsiteX21" fmla="*/ 3261 w 22196"/>
                      <a:gd name="connsiteY21" fmla="*/ 13674 h 28741"/>
                      <a:gd name="connsiteX22" fmla="*/ 3261 w 22196"/>
                      <a:gd name="connsiteY22" fmla="*/ 28742 h 28741"/>
                      <a:gd name="connsiteX23" fmla="*/ 3238 w 22196"/>
                      <a:gd name="connsiteY23" fmla="*/ 28742 h 28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2196" h="28741">
                        <a:moveTo>
                          <a:pt x="3238" y="28719"/>
                        </a:moveTo>
                        <a:lnTo>
                          <a:pt x="0" y="28719"/>
                        </a:lnTo>
                        <a:lnTo>
                          <a:pt x="0" y="765"/>
                        </a:lnTo>
                        <a:lnTo>
                          <a:pt x="3238" y="765"/>
                        </a:lnTo>
                        <a:lnTo>
                          <a:pt x="3238" y="4655"/>
                        </a:lnTo>
                        <a:cubicBezTo>
                          <a:pt x="4543" y="3284"/>
                          <a:pt x="5870" y="2181"/>
                          <a:pt x="7264" y="1304"/>
                        </a:cubicBezTo>
                        <a:cubicBezTo>
                          <a:pt x="8659" y="450"/>
                          <a:pt x="10323" y="0"/>
                          <a:pt x="12257" y="0"/>
                        </a:cubicBezTo>
                        <a:cubicBezTo>
                          <a:pt x="13988" y="0"/>
                          <a:pt x="15585" y="292"/>
                          <a:pt x="17070" y="900"/>
                        </a:cubicBezTo>
                        <a:cubicBezTo>
                          <a:pt x="18554" y="1507"/>
                          <a:pt x="19791" y="2519"/>
                          <a:pt x="20803" y="4003"/>
                        </a:cubicBezTo>
                        <a:cubicBezTo>
                          <a:pt x="21478" y="5015"/>
                          <a:pt x="21882" y="6050"/>
                          <a:pt x="22017" y="7107"/>
                        </a:cubicBezTo>
                        <a:cubicBezTo>
                          <a:pt x="22152" y="8164"/>
                          <a:pt x="22197" y="9266"/>
                          <a:pt x="22197" y="10435"/>
                        </a:cubicBezTo>
                        <a:lnTo>
                          <a:pt x="22197" y="28742"/>
                        </a:lnTo>
                        <a:lnTo>
                          <a:pt x="18959" y="28742"/>
                        </a:lnTo>
                        <a:lnTo>
                          <a:pt x="18959" y="10503"/>
                        </a:lnTo>
                        <a:cubicBezTo>
                          <a:pt x="18959" y="7984"/>
                          <a:pt x="18396" y="6095"/>
                          <a:pt x="17294" y="4835"/>
                        </a:cubicBezTo>
                        <a:cubicBezTo>
                          <a:pt x="16170" y="3576"/>
                          <a:pt x="14326" y="2946"/>
                          <a:pt x="11739" y="2946"/>
                        </a:cubicBezTo>
                        <a:cubicBezTo>
                          <a:pt x="10728" y="2946"/>
                          <a:pt x="9806" y="3104"/>
                          <a:pt x="8996" y="3396"/>
                        </a:cubicBezTo>
                        <a:cubicBezTo>
                          <a:pt x="8163" y="3711"/>
                          <a:pt x="7422" y="4116"/>
                          <a:pt x="6747" y="4610"/>
                        </a:cubicBezTo>
                        <a:cubicBezTo>
                          <a:pt x="6072" y="5105"/>
                          <a:pt x="5510" y="5690"/>
                          <a:pt x="5038" y="6342"/>
                        </a:cubicBezTo>
                        <a:cubicBezTo>
                          <a:pt x="4565" y="6994"/>
                          <a:pt x="4205" y="7669"/>
                          <a:pt x="3958" y="8389"/>
                        </a:cubicBezTo>
                        <a:cubicBezTo>
                          <a:pt x="3643" y="9288"/>
                          <a:pt x="3441" y="10143"/>
                          <a:pt x="3373" y="10975"/>
                        </a:cubicBezTo>
                        <a:cubicBezTo>
                          <a:pt x="3306" y="11807"/>
                          <a:pt x="3261" y="12707"/>
                          <a:pt x="3261" y="13674"/>
                        </a:cubicBezTo>
                        <a:lnTo>
                          <a:pt x="3261" y="28742"/>
                        </a:lnTo>
                        <a:lnTo>
                          <a:pt x="3238" y="28742"/>
                        </a:lnTo>
                        <a:close/>
                      </a:path>
                    </a:pathLst>
                  </a:custGeom>
                  <a:solidFill>
                    <a:srgbClr val="231F20"/>
                  </a:solidFill>
                  <a:ln w="2249" cap="flat">
                    <a:noFill/>
                    <a:prstDash val="solid"/>
                    <a:miter/>
                  </a:ln>
                </p:spPr>
                <p:txBody>
                  <a:bodyPr rtlCol="0" anchor="ctr"/>
                  <a:lstStyle/>
                  <a:p>
                    <a:endParaRPr lang="en-US"/>
                  </a:p>
                </p:txBody>
              </p:sp>
              <p:sp>
                <p:nvSpPr>
                  <p:cNvPr id="2098" name="Freeform 2097">
                    <a:extLst>
                      <a:ext uri="{FF2B5EF4-FFF2-40B4-BE49-F238E27FC236}">
                        <a16:creationId xmlns:a16="http://schemas.microsoft.com/office/drawing/2014/main" id="{97E85900-CE74-E8C4-708F-009D5ACA9A91}"/>
                      </a:ext>
                    </a:extLst>
                  </p:cNvPr>
                  <p:cNvSpPr/>
                  <p:nvPr/>
                </p:nvSpPr>
                <p:spPr>
                  <a:xfrm>
                    <a:off x="8644722" y="3123349"/>
                    <a:ext cx="24896" cy="29461"/>
                  </a:xfrm>
                  <a:custGeom>
                    <a:avLst/>
                    <a:gdLst>
                      <a:gd name="connsiteX0" fmla="*/ 21163 w 24896"/>
                      <a:gd name="connsiteY0" fmla="*/ 9558 h 29461"/>
                      <a:gd name="connsiteX1" fmla="*/ 18194 w 24896"/>
                      <a:gd name="connsiteY1" fmla="*/ 4678 h 29461"/>
                      <a:gd name="connsiteX2" fmla="*/ 12841 w 24896"/>
                      <a:gd name="connsiteY2" fmla="*/ 2924 h 29461"/>
                      <a:gd name="connsiteX3" fmla="*/ 8569 w 24896"/>
                      <a:gd name="connsiteY3" fmla="*/ 3958 h 29461"/>
                      <a:gd name="connsiteX4" fmla="*/ 5645 w 24896"/>
                      <a:gd name="connsiteY4" fmla="*/ 6679 h 29461"/>
                      <a:gd name="connsiteX5" fmla="*/ 3981 w 24896"/>
                      <a:gd name="connsiteY5" fmla="*/ 10503 h 29461"/>
                      <a:gd name="connsiteX6" fmla="*/ 3441 w 24896"/>
                      <a:gd name="connsiteY6" fmla="*/ 14798 h 29461"/>
                      <a:gd name="connsiteX7" fmla="*/ 3958 w 24896"/>
                      <a:gd name="connsiteY7" fmla="*/ 19116 h 29461"/>
                      <a:gd name="connsiteX8" fmla="*/ 5600 w 24896"/>
                      <a:gd name="connsiteY8" fmla="*/ 22894 h 29461"/>
                      <a:gd name="connsiteX9" fmla="*/ 8524 w 24896"/>
                      <a:gd name="connsiteY9" fmla="*/ 25571 h 29461"/>
                      <a:gd name="connsiteX10" fmla="*/ 12841 w 24896"/>
                      <a:gd name="connsiteY10" fmla="*/ 26560 h 29461"/>
                      <a:gd name="connsiteX11" fmla="*/ 18644 w 24896"/>
                      <a:gd name="connsiteY11" fmla="*/ 24559 h 29461"/>
                      <a:gd name="connsiteX12" fmla="*/ 21433 w 24896"/>
                      <a:gd name="connsiteY12" fmla="*/ 19049 h 29461"/>
                      <a:gd name="connsiteX13" fmla="*/ 24896 w 24896"/>
                      <a:gd name="connsiteY13" fmla="*/ 19049 h 29461"/>
                      <a:gd name="connsiteX14" fmla="*/ 23524 w 24896"/>
                      <a:gd name="connsiteY14" fmla="*/ 23277 h 29461"/>
                      <a:gd name="connsiteX15" fmla="*/ 21096 w 24896"/>
                      <a:gd name="connsiteY15" fmla="*/ 26560 h 29461"/>
                      <a:gd name="connsiteX16" fmla="*/ 17564 w 24896"/>
                      <a:gd name="connsiteY16" fmla="*/ 28697 h 29461"/>
                      <a:gd name="connsiteX17" fmla="*/ 12864 w 24896"/>
                      <a:gd name="connsiteY17" fmla="*/ 29461 h 29461"/>
                      <a:gd name="connsiteX18" fmla="*/ 7084 w 24896"/>
                      <a:gd name="connsiteY18" fmla="*/ 28337 h 29461"/>
                      <a:gd name="connsiteX19" fmla="*/ 3081 w 24896"/>
                      <a:gd name="connsiteY19" fmla="*/ 25233 h 29461"/>
                      <a:gd name="connsiteX20" fmla="*/ 765 w 24896"/>
                      <a:gd name="connsiteY20" fmla="*/ 20556 h 29461"/>
                      <a:gd name="connsiteX21" fmla="*/ 0 w 24896"/>
                      <a:gd name="connsiteY21" fmla="*/ 14776 h 29461"/>
                      <a:gd name="connsiteX22" fmla="*/ 832 w 24896"/>
                      <a:gd name="connsiteY22" fmla="*/ 9198 h 29461"/>
                      <a:gd name="connsiteX23" fmla="*/ 3283 w 24896"/>
                      <a:gd name="connsiteY23" fmla="*/ 4475 h 29461"/>
                      <a:gd name="connsiteX24" fmla="*/ 7309 w 24896"/>
                      <a:gd name="connsiteY24" fmla="*/ 1214 h 29461"/>
                      <a:gd name="connsiteX25" fmla="*/ 12841 w 24896"/>
                      <a:gd name="connsiteY25" fmla="*/ 0 h 29461"/>
                      <a:gd name="connsiteX26" fmla="*/ 20690 w 24896"/>
                      <a:gd name="connsiteY26" fmla="*/ 2316 h 29461"/>
                      <a:gd name="connsiteX27" fmla="*/ 24446 w 24896"/>
                      <a:gd name="connsiteY27" fmla="*/ 9558 h 29461"/>
                      <a:gd name="connsiteX28" fmla="*/ 21163 w 24896"/>
                      <a:gd name="connsiteY28" fmla="*/ 9558 h 29461"/>
                      <a:gd name="connsiteX29" fmla="*/ 21163 w 24896"/>
                      <a:gd name="connsiteY29"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4896" h="29461">
                        <a:moveTo>
                          <a:pt x="21163" y="9558"/>
                        </a:moveTo>
                        <a:cubicBezTo>
                          <a:pt x="20578" y="7467"/>
                          <a:pt x="19588" y="5847"/>
                          <a:pt x="18194" y="4678"/>
                        </a:cubicBezTo>
                        <a:cubicBezTo>
                          <a:pt x="16800" y="3508"/>
                          <a:pt x="15000" y="2924"/>
                          <a:pt x="12841" y="2924"/>
                        </a:cubicBezTo>
                        <a:cubicBezTo>
                          <a:pt x="11177" y="2924"/>
                          <a:pt x="9761" y="3261"/>
                          <a:pt x="8569" y="3958"/>
                        </a:cubicBezTo>
                        <a:cubicBezTo>
                          <a:pt x="7377" y="4633"/>
                          <a:pt x="6410" y="5555"/>
                          <a:pt x="5645" y="6679"/>
                        </a:cubicBezTo>
                        <a:cubicBezTo>
                          <a:pt x="4880" y="7804"/>
                          <a:pt x="4340" y="9086"/>
                          <a:pt x="3981" y="10503"/>
                        </a:cubicBezTo>
                        <a:cubicBezTo>
                          <a:pt x="3621" y="11920"/>
                          <a:pt x="3441" y="13359"/>
                          <a:pt x="3441" y="14798"/>
                        </a:cubicBezTo>
                        <a:cubicBezTo>
                          <a:pt x="3441" y="16237"/>
                          <a:pt x="3621" y="17722"/>
                          <a:pt x="3958" y="19116"/>
                        </a:cubicBezTo>
                        <a:cubicBezTo>
                          <a:pt x="4295" y="20511"/>
                          <a:pt x="4858" y="21770"/>
                          <a:pt x="5600" y="22894"/>
                        </a:cubicBezTo>
                        <a:cubicBezTo>
                          <a:pt x="6342" y="24019"/>
                          <a:pt x="7332" y="24896"/>
                          <a:pt x="8524" y="25571"/>
                        </a:cubicBezTo>
                        <a:cubicBezTo>
                          <a:pt x="9716" y="26245"/>
                          <a:pt x="11155" y="26560"/>
                          <a:pt x="12841" y="26560"/>
                        </a:cubicBezTo>
                        <a:cubicBezTo>
                          <a:pt x="15248" y="26560"/>
                          <a:pt x="17182" y="25886"/>
                          <a:pt x="18644" y="24559"/>
                        </a:cubicBezTo>
                        <a:cubicBezTo>
                          <a:pt x="20106" y="23232"/>
                          <a:pt x="21028" y="21388"/>
                          <a:pt x="21433" y="19049"/>
                        </a:cubicBezTo>
                        <a:lnTo>
                          <a:pt x="24896" y="19049"/>
                        </a:lnTo>
                        <a:cubicBezTo>
                          <a:pt x="24603" y="20600"/>
                          <a:pt x="24154" y="22017"/>
                          <a:pt x="23524" y="23277"/>
                        </a:cubicBezTo>
                        <a:cubicBezTo>
                          <a:pt x="22894" y="24559"/>
                          <a:pt x="22085" y="25661"/>
                          <a:pt x="21096" y="26560"/>
                        </a:cubicBezTo>
                        <a:cubicBezTo>
                          <a:pt x="20106" y="27482"/>
                          <a:pt x="18936" y="28180"/>
                          <a:pt x="17564" y="28697"/>
                        </a:cubicBezTo>
                        <a:cubicBezTo>
                          <a:pt x="16192" y="29214"/>
                          <a:pt x="14641" y="29461"/>
                          <a:pt x="12864" y="29461"/>
                        </a:cubicBezTo>
                        <a:cubicBezTo>
                          <a:pt x="10638" y="29461"/>
                          <a:pt x="8704" y="29079"/>
                          <a:pt x="7084" y="28337"/>
                        </a:cubicBezTo>
                        <a:cubicBezTo>
                          <a:pt x="5465" y="27572"/>
                          <a:pt x="4138" y="26538"/>
                          <a:pt x="3081" y="25233"/>
                        </a:cubicBezTo>
                        <a:cubicBezTo>
                          <a:pt x="2024" y="23929"/>
                          <a:pt x="1260" y="22355"/>
                          <a:pt x="765" y="20556"/>
                        </a:cubicBezTo>
                        <a:cubicBezTo>
                          <a:pt x="270" y="18756"/>
                          <a:pt x="0" y="16822"/>
                          <a:pt x="0" y="14776"/>
                        </a:cubicBezTo>
                        <a:cubicBezTo>
                          <a:pt x="0" y="12842"/>
                          <a:pt x="270" y="10975"/>
                          <a:pt x="832" y="9198"/>
                        </a:cubicBezTo>
                        <a:cubicBezTo>
                          <a:pt x="1395" y="7422"/>
                          <a:pt x="2204" y="5847"/>
                          <a:pt x="3283" y="4475"/>
                        </a:cubicBezTo>
                        <a:cubicBezTo>
                          <a:pt x="4363" y="3104"/>
                          <a:pt x="5712" y="2024"/>
                          <a:pt x="7309" y="1214"/>
                        </a:cubicBezTo>
                        <a:cubicBezTo>
                          <a:pt x="8906" y="405"/>
                          <a:pt x="10750" y="0"/>
                          <a:pt x="12841" y="0"/>
                        </a:cubicBezTo>
                        <a:cubicBezTo>
                          <a:pt x="16080" y="0"/>
                          <a:pt x="18689" y="765"/>
                          <a:pt x="20690" y="2316"/>
                        </a:cubicBezTo>
                        <a:cubicBezTo>
                          <a:pt x="22692" y="3868"/>
                          <a:pt x="23929" y="6275"/>
                          <a:pt x="24446" y="9558"/>
                        </a:cubicBezTo>
                        <a:lnTo>
                          <a:pt x="21163" y="9558"/>
                        </a:lnTo>
                        <a:lnTo>
                          <a:pt x="21163" y="9558"/>
                        </a:lnTo>
                        <a:close/>
                      </a:path>
                    </a:pathLst>
                  </a:custGeom>
                  <a:solidFill>
                    <a:srgbClr val="231F20"/>
                  </a:solidFill>
                  <a:ln w="2249" cap="flat">
                    <a:noFill/>
                    <a:prstDash val="solid"/>
                    <a:miter/>
                  </a:ln>
                </p:spPr>
                <p:txBody>
                  <a:bodyPr rtlCol="0" anchor="ctr"/>
                  <a:lstStyle/>
                  <a:p>
                    <a:endParaRPr lang="en-US"/>
                  </a:p>
                </p:txBody>
              </p:sp>
              <p:sp>
                <p:nvSpPr>
                  <p:cNvPr id="2099" name="Freeform 2098">
                    <a:extLst>
                      <a:ext uri="{FF2B5EF4-FFF2-40B4-BE49-F238E27FC236}">
                        <a16:creationId xmlns:a16="http://schemas.microsoft.com/office/drawing/2014/main" id="{C6075F4D-DCB8-3F8D-2A38-372E934FDBEE}"/>
                      </a:ext>
                    </a:extLst>
                  </p:cNvPr>
                  <p:cNvSpPr/>
                  <p:nvPr/>
                </p:nvSpPr>
                <p:spPr>
                  <a:xfrm>
                    <a:off x="8674251" y="3123349"/>
                    <a:ext cx="25907" cy="29483"/>
                  </a:xfrm>
                  <a:custGeom>
                    <a:avLst/>
                    <a:gdLst>
                      <a:gd name="connsiteX0" fmla="*/ 12953 w 25907"/>
                      <a:gd name="connsiteY0" fmla="*/ 29484 h 29483"/>
                      <a:gd name="connsiteX1" fmla="*/ 7916 w 25907"/>
                      <a:gd name="connsiteY1" fmla="*/ 28517 h 29483"/>
                      <a:gd name="connsiteX2" fmla="*/ 3823 w 25907"/>
                      <a:gd name="connsiteY2" fmla="*/ 25773 h 29483"/>
                      <a:gd name="connsiteX3" fmla="*/ 1034 w 25907"/>
                      <a:gd name="connsiteY3" fmla="*/ 21185 h 29483"/>
                      <a:gd name="connsiteX4" fmla="*/ 0 w 25907"/>
                      <a:gd name="connsiteY4" fmla="*/ 14753 h 29483"/>
                      <a:gd name="connsiteX5" fmla="*/ 809 w 25907"/>
                      <a:gd name="connsiteY5" fmla="*/ 8996 h 29483"/>
                      <a:gd name="connsiteX6" fmla="*/ 3238 w 25907"/>
                      <a:gd name="connsiteY6" fmla="*/ 4318 h 29483"/>
                      <a:gd name="connsiteX7" fmla="*/ 7287 w 25907"/>
                      <a:gd name="connsiteY7" fmla="*/ 1170 h 29483"/>
                      <a:gd name="connsiteX8" fmla="*/ 12953 w 25907"/>
                      <a:gd name="connsiteY8" fmla="*/ 0 h 29483"/>
                      <a:gd name="connsiteX9" fmla="*/ 18666 w 25907"/>
                      <a:gd name="connsiteY9" fmla="*/ 1170 h 29483"/>
                      <a:gd name="connsiteX10" fmla="*/ 22714 w 25907"/>
                      <a:gd name="connsiteY10" fmla="*/ 4296 h 29483"/>
                      <a:gd name="connsiteX11" fmla="*/ 25121 w 25907"/>
                      <a:gd name="connsiteY11" fmla="*/ 8973 h 29483"/>
                      <a:gd name="connsiteX12" fmla="*/ 25907 w 25907"/>
                      <a:gd name="connsiteY12" fmla="*/ 14753 h 29483"/>
                      <a:gd name="connsiteX13" fmla="*/ 24986 w 25907"/>
                      <a:gd name="connsiteY13" fmla="*/ 20803 h 29483"/>
                      <a:gd name="connsiteX14" fmla="*/ 22377 w 25907"/>
                      <a:gd name="connsiteY14" fmla="*/ 25436 h 29483"/>
                      <a:gd name="connsiteX15" fmla="*/ 18284 w 25907"/>
                      <a:gd name="connsiteY15" fmla="*/ 28427 h 29483"/>
                      <a:gd name="connsiteX16" fmla="*/ 12976 w 25907"/>
                      <a:gd name="connsiteY16" fmla="*/ 29484 h 29483"/>
                      <a:gd name="connsiteX17" fmla="*/ 12953 w 25907"/>
                      <a:gd name="connsiteY17" fmla="*/ 29484 h 29483"/>
                      <a:gd name="connsiteX18" fmla="*/ 22445 w 25907"/>
                      <a:gd name="connsiteY18" fmla="*/ 14753 h 29483"/>
                      <a:gd name="connsiteX19" fmla="*/ 21905 w 25907"/>
                      <a:gd name="connsiteY19" fmla="*/ 10120 h 29483"/>
                      <a:gd name="connsiteX20" fmla="*/ 20241 w 25907"/>
                      <a:gd name="connsiteY20" fmla="*/ 6365 h 29483"/>
                      <a:gd name="connsiteX21" fmla="*/ 17317 w 25907"/>
                      <a:gd name="connsiteY21" fmla="*/ 3846 h 29483"/>
                      <a:gd name="connsiteX22" fmla="*/ 12953 w 25907"/>
                      <a:gd name="connsiteY22" fmla="*/ 2924 h 29483"/>
                      <a:gd name="connsiteX23" fmla="*/ 8613 w 25907"/>
                      <a:gd name="connsiteY23" fmla="*/ 3913 h 29483"/>
                      <a:gd name="connsiteX24" fmla="*/ 5667 w 25907"/>
                      <a:gd name="connsiteY24" fmla="*/ 6567 h 29483"/>
                      <a:gd name="connsiteX25" fmla="*/ 4003 w 25907"/>
                      <a:gd name="connsiteY25" fmla="*/ 10345 h 29483"/>
                      <a:gd name="connsiteX26" fmla="*/ 3463 w 25907"/>
                      <a:gd name="connsiteY26" fmla="*/ 14753 h 29483"/>
                      <a:gd name="connsiteX27" fmla="*/ 4093 w 25907"/>
                      <a:gd name="connsiteY27" fmla="*/ 19521 h 29483"/>
                      <a:gd name="connsiteX28" fmla="*/ 5892 w 25907"/>
                      <a:gd name="connsiteY28" fmla="*/ 23277 h 29483"/>
                      <a:gd name="connsiteX29" fmla="*/ 8861 w 25907"/>
                      <a:gd name="connsiteY29" fmla="*/ 25706 h 29483"/>
                      <a:gd name="connsiteX30" fmla="*/ 12953 w 25907"/>
                      <a:gd name="connsiteY30" fmla="*/ 26560 h 29483"/>
                      <a:gd name="connsiteX31" fmla="*/ 17294 w 25907"/>
                      <a:gd name="connsiteY31" fmla="*/ 25571 h 29483"/>
                      <a:gd name="connsiteX32" fmla="*/ 20241 w 25907"/>
                      <a:gd name="connsiteY32" fmla="*/ 22894 h 29483"/>
                      <a:gd name="connsiteX33" fmla="*/ 21905 w 25907"/>
                      <a:gd name="connsiteY33" fmla="*/ 19116 h 29483"/>
                      <a:gd name="connsiteX34" fmla="*/ 22445 w 25907"/>
                      <a:gd name="connsiteY34" fmla="*/ 14753 h 29483"/>
                      <a:gd name="connsiteX35" fmla="*/ 22445 w 25907"/>
                      <a:gd name="connsiteY35"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907" h="29483">
                        <a:moveTo>
                          <a:pt x="12953" y="29484"/>
                        </a:moveTo>
                        <a:cubicBezTo>
                          <a:pt x="11155" y="29439"/>
                          <a:pt x="9468" y="29124"/>
                          <a:pt x="7916" y="28517"/>
                        </a:cubicBezTo>
                        <a:cubicBezTo>
                          <a:pt x="6342" y="27910"/>
                          <a:pt x="4993" y="26987"/>
                          <a:pt x="3823" y="25773"/>
                        </a:cubicBezTo>
                        <a:cubicBezTo>
                          <a:pt x="2654" y="24559"/>
                          <a:pt x="1731" y="23029"/>
                          <a:pt x="1034" y="21185"/>
                        </a:cubicBezTo>
                        <a:cubicBezTo>
                          <a:pt x="360" y="19341"/>
                          <a:pt x="0" y="17205"/>
                          <a:pt x="0" y="14753"/>
                        </a:cubicBezTo>
                        <a:cubicBezTo>
                          <a:pt x="0" y="12707"/>
                          <a:pt x="270" y="10795"/>
                          <a:pt x="809" y="8996"/>
                        </a:cubicBezTo>
                        <a:cubicBezTo>
                          <a:pt x="1349" y="7219"/>
                          <a:pt x="2159" y="5667"/>
                          <a:pt x="3238" y="4318"/>
                        </a:cubicBezTo>
                        <a:cubicBezTo>
                          <a:pt x="4318" y="2991"/>
                          <a:pt x="5667" y="1934"/>
                          <a:pt x="7287" y="1170"/>
                        </a:cubicBezTo>
                        <a:cubicBezTo>
                          <a:pt x="8906" y="405"/>
                          <a:pt x="10795" y="0"/>
                          <a:pt x="12953" y="0"/>
                        </a:cubicBezTo>
                        <a:cubicBezTo>
                          <a:pt x="15113" y="0"/>
                          <a:pt x="17047" y="382"/>
                          <a:pt x="18666" y="1170"/>
                        </a:cubicBezTo>
                        <a:cubicBezTo>
                          <a:pt x="20285" y="1934"/>
                          <a:pt x="21635" y="2991"/>
                          <a:pt x="22714" y="4296"/>
                        </a:cubicBezTo>
                        <a:cubicBezTo>
                          <a:pt x="23794" y="5600"/>
                          <a:pt x="24603" y="7174"/>
                          <a:pt x="25121" y="8973"/>
                        </a:cubicBezTo>
                        <a:cubicBezTo>
                          <a:pt x="25638" y="10773"/>
                          <a:pt x="25907" y="12707"/>
                          <a:pt x="25907" y="14753"/>
                        </a:cubicBezTo>
                        <a:cubicBezTo>
                          <a:pt x="25907" y="16980"/>
                          <a:pt x="25593" y="19004"/>
                          <a:pt x="24986" y="20803"/>
                        </a:cubicBezTo>
                        <a:cubicBezTo>
                          <a:pt x="24378" y="22602"/>
                          <a:pt x="23502" y="24154"/>
                          <a:pt x="22377" y="25436"/>
                        </a:cubicBezTo>
                        <a:cubicBezTo>
                          <a:pt x="21253" y="26740"/>
                          <a:pt x="19880" y="27730"/>
                          <a:pt x="18284" y="28427"/>
                        </a:cubicBezTo>
                        <a:cubicBezTo>
                          <a:pt x="16687" y="29124"/>
                          <a:pt x="14910" y="29484"/>
                          <a:pt x="12976" y="29484"/>
                        </a:cubicBezTo>
                        <a:lnTo>
                          <a:pt x="12953" y="29484"/>
                        </a:lnTo>
                        <a:close/>
                        <a:moveTo>
                          <a:pt x="22445" y="14753"/>
                        </a:moveTo>
                        <a:cubicBezTo>
                          <a:pt x="22445" y="13089"/>
                          <a:pt x="22264" y="11560"/>
                          <a:pt x="21905" y="10120"/>
                        </a:cubicBezTo>
                        <a:cubicBezTo>
                          <a:pt x="21545" y="8681"/>
                          <a:pt x="20982" y="7422"/>
                          <a:pt x="20241" y="6365"/>
                        </a:cubicBezTo>
                        <a:cubicBezTo>
                          <a:pt x="19476" y="5308"/>
                          <a:pt x="18509" y="4475"/>
                          <a:pt x="17317" y="3846"/>
                        </a:cubicBezTo>
                        <a:cubicBezTo>
                          <a:pt x="16125" y="3239"/>
                          <a:pt x="14663" y="2924"/>
                          <a:pt x="12953" y="2924"/>
                        </a:cubicBezTo>
                        <a:cubicBezTo>
                          <a:pt x="11245" y="2924"/>
                          <a:pt x="9805" y="3261"/>
                          <a:pt x="8613" y="3913"/>
                        </a:cubicBezTo>
                        <a:cubicBezTo>
                          <a:pt x="7399" y="4588"/>
                          <a:pt x="6432" y="5465"/>
                          <a:pt x="5667" y="6567"/>
                        </a:cubicBezTo>
                        <a:cubicBezTo>
                          <a:pt x="4903" y="7669"/>
                          <a:pt x="4363" y="8928"/>
                          <a:pt x="4003" y="10345"/>
                        </a:cubicBezTo>
                        <a:cubicBezTo>
                          <a:pt x="3643" y="11762"/>
                          <a:pt x="3463" y="13224"/>
                          <a:pt x="3463" y="14753"/>
                        </a:cubicBezTo>
                        <a:cubicBezTo>
                          <a:pt x="3463" y="16485"/>
                          <a:pt x="3666" y="18082"/>
                          <a:pt x="4093" y="19521"/>
                        </a:cubicBezTo>
                        <a:cubicBezTo>
                          <a:pt x="4498" y="20983"/>
                          <a:pt x="5105" y="22220"/>
                          <a:pt x="5892" y="23277"/>
                        </a:cubicBezTo>
                        <a:cubicBezTo>
                          <a:pt x="6679" y="24311"/>
                          <a:pt x="7669" y="25121"/>
                          <a:pt x="8861" y="25706"/>
                        </a:cubicBezTo>
                        <a:cubicBezTo>
                          <a:pt x="10053" y="26290"/>
                          <a:pt x="11424" y="26560"/>
                          <a:pt x="12953" y="26560"/>
                        </a:cubicBezTo>
                        <a:cubicBezTo>
                          <a:pt x="14640" y="26560"/>
                          <a:pt x="16102" y="26223"/>
                          <a:pt x="17294" y="25571"/>
                        </a:cubicBezTo>
                        <a:cubicBezTo>
                          <a:pt x="18486" y="24918"/>
                          <a:pt x="19476" y="24019"/>
                          <a:pt x="20241" y="22894"/>
                        </a:cubicBezTo>
                        <a:cubicBezTo>
                          <a:pt x="21005" y="21770"/>
                          <a:pt x="21545" y="20511"/>
                          <a:pt x="21905" y="19116"/>
                        </a:cubicBezTo>
                        <a:cubicBezTo>
                          <a:pt x="22264" y="17722"/>
                          <a:pt x="22445" y="16260"/>
                          <a:pt x="22445" y="14753"/>
                        </a:cubicBezTo>
                        <a:lnTo>
                          <a:pt x="22445" y="14753"/>
                        </a:lnTo>
                        <a:close/>
                      </a:path>
                    </a:pathLst>
                  </a:custGeom>
                  <a:solidFill>
                    <a:srgbClr val="231F20"/>
                  </a:solidFill>
                  <a:ln w="2249" cap="flat">
                    <a:noFill/>
                    <a:prstDash val="solid"/>
                    <a:miter/>
                  </a:ln>
                </p:spPr>
                <p:txBody>
                  <a:bodyPr rtlCol="0" anchor="ctr"/>
                  <a:lstStyle/>
                  <a:p>
                    <a:endParaRPr lang="en-US"/>
                  </a:p>
                </p:txBody>
              </p:sp>
              <p:sp>
                <p:nvSpPr>
                  <p:cNvPr id="2100" name="Freeform 2099">
                    <a:extLst>
                      <a:ext uri="{FF2B5EF4-FFF2-40B4-BE49-F238E27FC236}">
                        <a16:creationId xmlns:a16="http://schemas.microsoft.com/office/drawing/2014/main" id="{DAF4FE84-BC41-D53A-F0C0-F400723F19AA}"/>
                      </a:ext>
                    </a:extLst>
                  </p:cNvPr>
                  <p:cNvSpPr/>
                  <p:nvPr/>
                </p:nvSpPr>
                <p:spPr>
                  <a:xfrm>
                    <a:off x="8706254" y="3123349"/>
                    <a:ext cx="12481" cy="28719"/>
                  </a:xfrm>
                  <a:custGeom>
                    <a:avLst/>
                    <a:gdLst>
                      <a:gd name="connsiteX0" fmla="*/ 3238 w 12481"/>
                      <a:gd name="connsiteY0" fmla="*/ 28719 h 28719"/>
                      <a:gd name="connsiteX1" fmla="*/ 0 w 12481"/>
                      <a:gd name="connsiteY1" fmla="*/ 28719 h 28719"/>
                      <a:gd name="connsiteX2" fmla="*/ 0 w 12481"/>
                      <a:gd name="connsiteY2" fmla="*/ 765 h 28719"/>
                      <a:gd name="connsiteX3" fmla="*/ 3238 w 12481"/>
                      <a:gd name="connsiteY3" fmla="*/ 765 h 28719"/>
                      <a:gd name="connsiteX4" fmla="*/ 3238 w 12481"/>
                      <a:gd name="connsiteY4" fmla="*/ 6005 h 28719"/>
                      <a:gd name="connsiteX5" fmla="*/ 3351 w 12481"/>
                      <a:gd name="connsiteY5" fmla="*/ 6005 h 28719"/>
                      <a:gd name="connsiteX6" fmla="*/ 6836 w 12481"/>
                      <a:gd name="connsiteY6" fmla="*/ 1327 h 28719"/>
                      <a:gd name="connsiteX7" fmla="*/ 12481 w 12481"/>
                      <a:gd name="connsiteY7" fmla="*/ 0 h 28719"/>
                      <a:gd name="connsiteX8" fmla="*/ 12481 w 12481"/>
                      <a:gd name="connsiteY8" fmla="*/ 3508 h 28719"/>
                      <a:gd name="connsiteX9" fmla="*/ 7938 w 12481"/>
                      <a:gd name="connsiteY9" fmla="*/ 4363 h 28719"/>
                      <a:gd name="connsiteX10" fmla="*/ 5105 w 12481"/>
                      <a:gd name="connsiteY10" fmla="*/ 6837 h 28719"/>
                      <a:gd name="connsiteX11" fmla="*/ 3643 w 12481"/>
                      <a:gd name="connsiteY11" fmla="*/ 10525 h 28719"/>
                      <a:gd name="connsiteX12" fmla="*/ 3238 w 12481"/>
                      <a:gd name="connsiteY12" fmla="*/ 14978 h 28719"/>
                      <a:gd name="connsiteX13" fmla="*/ 3238 w 12481"/>
                      <a:gd name="connsiteY13" fmla="*/ 28697 h 28719"/>
                      <a:gd name="connsiteX14" fmla="*/ 3238 w 12481"/>
                      <a:gd name="connsiteY14"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481" h="28719">
                        <a:moveTo>
                          <a:pt x="3238" y="28719"/>
                        </a:moveTo>
                        <a:lnTo>
                          <a:pt x="0" y="28719"/>
                        </a:lnTo>
                        <a:lnTo>
                          <a:pt x="0" y="765"/>
                        </a:lnTo>
                        <a:lnTo>
                          <a:pt x="3238" y="765"/>
                        </a:lnTo>
                        <a:lnTo>
                          <a:pt x="3238" y="6005"/>
                        </a:lnTo>
                        <a:lnTo>
                          <a:pt x="3351" y="6005"/>
                        </a:lnTo>
                        <a:cubicBezTo>
                          <a:pt x="4250" y="3778"/>
                          <a:pt x="5420" y="2227"/>
                          <a:pt x="6836" y="1327"/>
                        </a:cubicBezTo>
                        <a:cubicBezTo>
                          <a:pt x="8254" y="450"/>
                          <a:pt x="10143" y="0"/>
                          <a:pt x="12481" y="0"/>
                        </a:cubicBezTo>
                        <a:lnTo>
                          <a:pt x="12481" y="3508"/>
                        </a:lnTo>
                        <a:cubicBezTo>
                          <a:pt x="10638" y="3463"/>
                          <a:pt x="9130" y="3756"/>
                          <a:pt x="7938" y="4363"/>
                        </a:cubicBezTo>
                        <a:cubicBezTo>
                          <a:pt x="6747" y="4970"/>
                          <a:pt x="5802" y="5802"/>
                          <a:pt x="5105" y="6837"/>
                        </a:cubicBezTo>
                        <a:cubicBezTo>
                          <a:pt x="4408" y="7871"/>
                          <a:pt x="3913" y="9108"/>
                          <a:pt x="3643" y="10525"/>
                        </a:cubicBezTo>
                        <a:cubicBezTo>
                          <a:pt x="3373" y="11942"/>
                          <a:pt x="3238" y="13426"/>
                          <a:pt x="3238" y="14978"/>
                        </a:cubicBezTo>
                        <a:lnTo>
                          <a:pt x="3238" y="28697"/>
                        </a:lnTo>
                        <a:lnTo>
                          <a:pt x="3238" y="28697"/>
                        </a:lnTo>
                        <a:close/>
                      </a:path>
                    </a:pathLst>
                  </a:custGeom>
                  <a:solidFill>
                    <a:srgbClr val="231F20"/>
                  </a:solidFill>
                  <a:ln w="2249" cap="flat">
                    <a:noFill/>
                    <a:prstDash val="solid"/>
                    <a:miter/>
                  </a:ln>
                </p:spPr>
                <p:txBody>
                  <a:bodyPr rtlCol="0" anchor="ctr"/>
                  <a:lstStyle/>
                  <a:p>
                    <a:endParaRPr lang="en-US"/>
                  </a:p>
                </p:txBody>
              </p:sp>
              <p:sp>
                <p:nvSpPr>
                  <p:cNvPr id="2101" name="Freeform 2100">
                    <a:extLst>
                      <a:ext uri="{FF2B5EF4-FFF2-40B4-BE49-F238E27FC236}">
                        <a16:creationId xmlns:a16="http://schemas.microsoft.com/office/drawing/2014/main" id="{B0063F19-AAEE-C216-1CDC-4E078634B31A}"/>
                      </a:ext>
                    </a:extLst>
                  </p:cNvPr>
                  <p:cNvSpPr/>
                  <p:nvPr/>
                </p:nvSpPr>
                <p:spPr>
                  <a:xfrm>
                    <a:off x="8724223" y="3123349"/>
                    <a:ext cx="12481" cy="28719"/>
                  </a:xfrm>
                  <a:custGeom>
                    <a:avLst/>
                    <a:gdLst>
                      <a:gd name="connsiteX0" fmla="*/ 3238 w 12481"/>
                      <a:gd name="connsiteY0" fmla="*/ 28719 h 28719"/>
                      <a:gd name="connsiteX1" fmla="*/ 0 w 12481"/>
                      <a:gd name="connsiteY1" fmla="*/ 28719 h 28719"/>
                      <a:gd name="connsiteX2" fmla="*/ 0 w 12481"/>
                      <a:gd name="connsiteY2" fmla="*/ 765 h 28719"/>
                      <a:gd name="connsiteX3" fmla="*/ 3238 w 12481"/>
                      <a:gd name="connsiteY3" fmla="*/ 765 h 28719"/>
                      <a:gd name="connsiteX4" fmla="*/ 3238 w 12481"/>
                      <a:gd name="connsiteY4" fmla="*/ 6005 h 28719"/>
                      <a:gd name="connsiteX5" fmla="*/ 3351 w 12481"/>
                      <a:gd name="connsiteY5" fmla="*/ 6005 h 28719"/>
                      <a:gd name="connsiteX6" fmla="*/ 6836 w 12481"/>
                      <a:gd name="connsiteY6" fmla="*/ 1327 h 28719"/>
                      <a:gd name="connsiteX7" fmla="*/ 12481 w 12481"/>
                      <a:gd name="connsiteY7" fmla="*/ 0 h 28719"/>
                      <a:gd name="connsiteX8" fmla="*/ 12481 w 12481"/>
                      <a:gd name="connsiteY8" fmla="*/ 3508 h 28719"/>
                      <a:gd name="connsiteX9" fmla="*/ 7939 w 12481"/>
                      <a:gd name="connsiteY9" fmla="*/ 4363 h 28719"/>
                      <a:gd name="connsiteX10" fmla="*/ 5105 w 12481"/>
                      <a:gd name="connsiteY10" fmla="*/ 6837 h 28719"/>
                      <a:gd name="connsiteX11" fmla="*/ 3643 w 12481"/>
                      <a:gd name="connsiteY11" fmla="*/ 10525 h 28719"/>
                      <a:gd name="connsiteX12" fmla="*/ 3238 w 12481"/>
                      <a:gd name="connsiteY12" fmla="*/ 14978 h 28719"/>
                      <a:gd name="connsiteX13" fmla="*/ 3238 w 12481"/>
                      <a:gd name="connsiteY13" fmla="*/ 28697 h 28719"/>
                      <a:gd name="connsiteX14" fmla="*/ 3238 w 12481"/>
                      <a:gd name="connsiteY14"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481" h="28719">
                        <a:moveTo>
                          <a:pt x="3238" y="28719"/>
                        </a:moveTo>
                        <a:lnTo>
                          <a:pt x="0" y="28719"/>
                        </a:lnTo>
                        <a:lnTo>
                          <a:pt x="0" y="765"/>
                        </a:lnTo>
                        <a:lnTo>
                          <a:pt x="3238" y="765"/>
                        </a:lnTo>
                        <a:lnTo>
                          <a:pt x="3238" y="6005"/>
                        </a:lnTo>
                        <a:lnTo>
                          <a:pt x="3351" y="6005"/>
                        </a:lnTo>
                        <a:cubicBezTo>
                          <a:pt x="4250" y="3778"/>
                          <a:pt x="5420" y="2227"/>
                          <a:pt x="6836" y="1327"/>
                        </a:cubicBezTo>
                        <a:cubicBezTo>
                          <a:pt x="8254" y="450"/>
                          <a:pt x="10143" y="0"/>
                          <a:pt x="12481" y="0"/>
                        </a:cubicBezTo>
                        <a:lnTo>
                          <a:pt x="12481" y="3508"/>
                        </a:lnTo>
                        <a:cubicBezTo>
                          <a:pt x="10638" y="3463"/>
                          <a:pt x="9130" y="3756"/>
                          <a:pt x="7939" y="4363"/>
                        </a:cubicBezTo>
                        <a:cubicBezTo>
                          <a:pt x="6747" y="4970"/>
                          <a:pt x="5802" y="5802"/>
                          <a:pt x="5105" y="6837"/>
                        </a:cubicBezTo>
                        <a:cubicBezTo>
                          <a:pt x="4408" y="7871"/>
                          <a:pt x="3913" y="9108"/>
                          <a:pt x="3643" y="10525"/>
                        </a:cubicBezTo>
                        <a:cubicBezTo>
                          <a:pt x="3373" y="11942"/>
                          <a:pt x="3238" y="13426"/>
                          <a:pt x="3238" y="14978"/>
                        </a:cubicBezTo>
                        <a:lnTo>
                          <a:pt x="3238" y="28697"/>
                        </a:lnTo>
                        <a:lnTo>
                          <a:pt x="3238" y="28697"/>
                        </a:lnTo>
                        <a:close/>
                      </a:path>
                    </a:pathLst>
                  </a:custGeom>
                  <a:solidFill>
                    <a:srgbClr val="231F20"/>
                  </a:solidFill>
                  <a:ln w="2249" cap="flat">
                    <a:noFill/>
                    <a:prstDash val="solid"/>
                    <a:miter/>
                  </a:ln>
                </p:spPr>
                <p:txBody>
                  <a:bodyPr rtlCol="0" anchor="ctr"/>
                  <a:lstStyle/>
                  <a:p>
                    <a:endParaRPr lang="en-US"/>
                  </a:p>
                </p:txBody>
              </p:sp>
              <p:sp>
                <p:nvSpPr>
                  <p:cNvPr id="2102" name="Freeform 2101">
                    <a:extLst>
                      <a:ext uri="{FF2B5EF4-FFF2-40B4-BE49-F238E27FC236}">
                        <a16:creationId xmlns:a16="http://schemas.microsoft.com/office/drawing/2014/main" id="{B9618D5A-227D-D9FE-417F-B7A9B5D8272F}"/>
                      </a:ext>
                    </a:extLst>
                  </p:cNvPr>
                  <p:cNvSpPr/>
                  <p:nvPr/>
                </p:nvSpPr>
                <p:spPr>
                  <a:xfrm>
                    <a:off x="8740528" y="3123372"/>
                    <a:ext cx="25167" cy="29483"/>
                  </a:xfrm>
                  <a:custGeom>
                    <a:avLst/>
                    <a:gdLst>
                      <a:gd name="connsiteX0" fmla="*/ 3508 w 25167"/>
                      <a:gd name="connsiteY0" fmla="*/ 15473 h 29483"/>
                      <a:gd name="connsiteX1" fmla="*/ 4093 w 25167"/>
                      <a:gd name="connsiteY1" fmla="*/ 19768 h 29483"/>
                      <a:gd name="connsiteX2" fmla="*/ 5847 w 25167"/>
                      <a:gd name="connsiteY2" fmla="*/ 23277 h 29483"/>
                      <a:gd name="connsiteX3" fmla="*/ 8793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3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4 w 25167"/>
                      <a:gd name="connsiteY12" fmla="*/ 28359 h 29483"/>
                      <a:gd name="connsiteX13" fmla="*/ 3081 w 25167"/>
                      <a:gd name="connsiteY13" fmla="*/ 25256 h 29483"/>
                      <a:gd name="connsiteX14" fmla="*/ 764 w 25167"/>
                      <a:gd name="connsiteY14" fmla="*/ 20623 h 29483"/>
                      <a:gd name="connsiteX15" fmla="*/ 0 w 25167"/>
                      <a:gd name="connsiteY15" fmla="*/ 14866 h 29483"/>
                      <a:gd name="connsiteX16" fmla="*/ 899 w 25167"/>
                      <a:gd name="connsiteY16" fmla="*/ 9086 h 29483"/>
                      <a:gd name="connsiteX17" fmla="*/ 3441 w 25167"/>
                      <a:gd name="connsiteY17" fmla="*/ 4363 h 29483"/>
                      <a:gd name="connsiteX18" fmla="*/ 7466 w 25167"/>
                      <a:gd name="connsiteY18" fmla="*/ 1170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3508 w 25167"/>
                      <a:gd name="connsiteY23" fmla="*/ 15473 h 29483"/>
                      <a:gd name="connsiteX24" fmla="*/ 21725 w 25167"/>
                      <a:gd name="connsiteY24" fmla="*/ 12774 h 29483"/>
                      <a:gd name="connsiteX25" fmla="*/ 21163 w 25167"/>
                      <a:gd name="connsiteY25" fmla="*/ 8906 h 29483"/>
                      <a:gd name="connsiteX26" fmla="*/ 19498 w 25167"/>
                      <a:gd name="connsiteY26" fmla="*/ 5780 h 29483"/>
                      <a:gd name="connsiteX27" fmla="*/ 16710 w 25167"/>
                      <a:gd name="connsiteY27" fmla="*/ 3666 h 29483"/>
                      <a:gd name="connsiteX28" fmla="*/ 12886 w 25167"/>
                      <a:gd name="connsiteY28" fmla="*/ 2879 h 29483"/>
                      <a:gd name="connsiteX29" fmla="*/ 9085 w 25167"/>
                      <a:gd name="connsiteY29" fmla="*/ 3688 h 29483"/>
                      <a:gd name="connsiteX30" fmla="*/ 6274 w 25167"/>
                      <a:gd name="connsiteY30" fmla="*/ 5847 h 29483"/>
                      <a:gd name="connsiteX31" fmla="*/ 4408 w 25167"/>
                      <a:gd name="connsiteY31" fmla="*/ 8973 h 29483"/>
                      <a:gd name="connsiteX32" fmla="*/ 3485 w 25167"/>
                      <a:gd name="connsiteY32" fmla="*/ 12752 h 29483"/>
                      <a:gd name="connsiteX33" fmla="*/ 21725 w 25167"/>
                      <a:gd name="connsiteY33" fmla="*/ 12752 h 29483"/>
                      <a:gd name="connsiteX34" fmla="*/ 21725 w 25167"/>
                      <a:gd name="connsiteY34"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5167" h="29483">
                        <a:moveTo>
                          <a:pt x="3508" y="15473"/>
                        </a:moveTo>
                        <a:cubicBezTo>
                          <a:pt x="3508" y="16980"/>
                          <a:pt x="3711" y="18419"/>
                          <a:pt x="4093" y="19768"/>
                        </a:cubicBezTo>
                        <a:cubicBezTo>
                          <a:pt x="4498" y="21118"/>
                          <a:pt x="5083" y="22287"/>
                          <a:pt x="5847" y="23277"/>
                        </a:cubicBezTo>
                        <a:cubicBezTo>
                          <a:pt x="6612" y="24266"/>
                          <a:pt x="7601" y="25053"/>
                          <a:pt x="8793" y="25661"/>
                        </a:cubicBezTo>
                        <a:cubicBezTo>
                          <a:pt x="9985" y="26245"/>
                          <a:pt x="11357" y="26560"/>
                          <a:pt x="12886" y="26560"/>
                        </a:cubicBezTo>
                        <a:cubicBezTo>
                          <a:pt x="15000" y="26560"/>
                          <a:pt x="16822" y="25998"/>
                          <a:pt x="18329" y="24896"/>
                        </a:cubicBezTo>
                        <a:cubicBezTo>
                          <a:pt x="19835" y="23772"/>
                          <a:pt x="20848" y="22197"/>
                          <a:pt x="21343" y="20151"/>
                        </a:cubicBezTo>
                        <a:lnTo>
                          <a:pt x="24963" y="20151"/>
                        </a:lnTo>
                        <a:cubicBezTo>
                          <a:pt x="24558" y="21478"/>
                          <a:pt x="24041" y="22714"/>
                          <a:pt x="23389" y="23839"/>
                        </a:cubicBezTo>
                        <a:cubicBezTo>
                          <a:pt x="22737" y="24963"/>
                          <a:pt x="21927" y="25953"/>
                          <a:pt x="20960" y="26808"/>
                        </a:cubicBezTo>
                        <a:cubicBezTo>
                          <a:pt x="19993" y="27662"/>
                          <a:pt x="18846" y="28314"/>
                          <a:pt x="17497" y="28787"/>
                        </a:cubicBezTo>
                        <a:cubicBezTo>
                          <a:pt x="16170" y="29259"/>
                          <a:pt x="14618" y="29484"/>
                          <a:pt x="12864" y="29484"/>
                        </a:cubicBezTo>
                        <a:cubicBezTo>
                          <a:pt x="10638" y="29484"/>
                          <a:pt x="8703" y="29102"/>
                          <a:pt x="7084" y="28359"/>
                        </a:cubicBezTo>
                        <a:cubicBezTo>
                          <a:pt x="5465" y="27595"/>
                          <a:pt x="4138" y="26560"/>
                          <a:pt x="3081" y="25256"/>
                        </a:cubicBezTo>
                        <a:cubicBezTo>
                          <a:pt x="2046" y="23951"/>
                          <a:pt x="1259" y="22400"/>
                          <a:pt x="764" y="20623"/>
                        </a:cubicBezTo>
                        <a:cubicBezTo>
                          <a:pt x="270" y="18846"/>
                          <a:pt x="0" y="16935"/>
                          <a:pt x="0" y="14866"/>
                        </a:cubicBezTo>
                        <a:cubicBezTo>
                          <a:pt x="0" y="12797"/>
                          <a:pt x="292" y="10885"/>
                          <a:pt x="899" y="9086"/>
                        </a:cubicBezTo>
                        <a:cubicBezTo>
                          <a:pt x="1484" y="7287"/>
                          <a:pt x="2338" y="5712"/>
                          <a:pt x="3441" y="4363"/>
                        </a:cubicBezTo>
                        <a:cubicBezTo>
                          <a:pt x="4543" y="3014"/>
                          <a:pt x="5869" y="1957"/>
                          <a:pt x="7466" y="1170"/>
                        </a:cubicBezTo>
                        <a:cubicBezTo>
                          <a:pt x="9041" y="405"/>
                          <a:pt x="10840" y="0"/>
                          <a:pt x="12864" y="0"/>
                        </a:cubicBezTo>
                        <a:cubicBezTo>
                          <a:pt x="16710" y="0"/>
                          <a:pt x="19746" y="1327"/>
                          <a:pt x="21927" y="3958"/>
                        </a:cubicBezTo>
                        <a:cubicBezTo>
                          <a:pt x="24131" y="6612"/>
                          <a:pt x="25211" y="10435"/>
                          <a:pt x="25166" y="15473"/>
                        </a:cubicBezTo>
                        <a:lnTo>
                          <a:pt x="3463" y="15473"/>
                        </a:lnTo>
                        <a:lnTo>
                          <a:pt x="3508" y="15473"/>
                        </a:lnTo>
                        <a:close/>
                        <a:moveTo>
                          <a:pt x="21725" y="12774"/>
                        </a:moveTo>
                        <a:cubicBezTo>
                          <a:pt x="21725" y="11402"/>
                          <a:pt x="21545" y="10120"/>
                          <a:pt x="21163" y="8906"/>
                        </a:cubicBezTo>
                        <a:cubicBezTo>
                          <a:pt x="20780" y="7691"/>
                          <a:pt x="20218" y="6657"/>
                          <a:pt x="19498" y="5780"/>
                        </a:cubicBezTo>
                        <a:cubicBezTo>
                          <a:pt x="18756" y="4903"/>
                          <a:pt x="17834" y="4206"/>
                          <a:pt x="16710" y="3666"/>
                        </a:cubicBezTo>
                        <a:cubicBezTo>
                          <a:pt x="15585" y="3126"/>
                          <a:pt x="14326" y="2879"/>
                          <a:pt x="12886" y="2879"/>
                        </a:cubicBezTo>
                        <a:cubicBezTo>
                          <a:pt x="11447" y="2879"/>
                          <a:pt x="10188" y="3149"/>
                          <a:pt x="9085" y="3688"/>
                        </a:cubicBezTo>
                        <a:cubicBezTo>
                          <a:pt x="7983" y="4228"/>
                          <a:pt x="7061" y="4948"/>
                          <a:pt x="6274" y="5847"/>
                        </a:cubicBezTo>
                        <a:cubicBezTo>
                          <a:pt x="5510" y="6747"/>
                          <a:pt x="4880" y="7781"/>
                          <a:pt x="4408" y="8973"/>
                        </a:cubicBezTo>
                        <a:cubicBezTo>
                          <a:pt x="3936" y="10165"/>
                          <a:pt x="3643" y="11425"/>
                          <a:pt x="3485" y="12752"/>
                        </a:cubicBezTo>
                        <a:lnTo>
                          <a:pt x="21725" y="12752"/>
                        </a:lnTo>
                        <a:lnTo>
                          <a:pt x="21725" y="12752"/>
                        </a:lnTo>
                        <a:close/>
                      </a:path>
                    </a:pathLst>
                  </a:custGeom>
                  <a:solidFill>
                    <a:srgbClr val="231F20"/>
                  </a:solidFill>
                  <a:ln w="2249" cap="flat">
                    <a:noFill/>
                    <a:prstDash val="solid"/>
                    <a:miter/>
                  </a:ln>
                </p:spPr>
                <p:txBody>
                  <a:bodyPr rtlCol="0" anchor="ctr"/>
                  <a:lstStyle/>
                  <a:p>
                    <a:endParaRPr lang="en-US"/>
                  </a:p>
                </p:txBody>
              </p:sp>
              <p:sp>
                <p:nvSpPr>
                  <p:cNvPr id="2103" name="Freeform 2102">
                    <a:extLst>
                      <a:ext uri="{FF2B5EF4-FFF2-40B4-BE49-F238E27FC236}">
                        <a16:creationId xmlns:a16="http://schemas.microsoft.com/office/drawing/2014/main" id="{7832E9C5-F2BC-8C1A-E3C5-748F519924F0}"/>
                      </a:ext>
                    </a:extLst>
                  </p:cNvPr>
                  <p:cNvSpPr/>
                  <p:nvPr/>
                </p:nvSpPr>
                <p:spPr>
                  <a:xfrm>
                    <a:off x="8770686" y="3123349"/>
                    <a:ext cx="24896" cy="29461"/>
                  </a:xfrm>
                  <a:custGeom>
                    <a:avLst/>
                    <a:gdLst>
                      <a:gd name="connsiteX0" fmla="*/ 21163 w 24896"/>
                      <a:gd name="connsiteY0" fmla="*/ 9558 h 29461"/>
                      <a:gd name="connsiteX1" fmla="*/ 18194 w 24896"/>
                      <a:gd name="connsiteY1" fmla="*/ 4678 h 29461"/>
                      <a:gd name="connsiteX2" fmla="*/ 12841 w 24896"/>
                      <a:gd name="connsiteY2" fmla="*/ 2924 h 29461"/>
                      <a:gd name="connsiteX3" fmla="*/ 8569 w 24896"/>
                      <a:gd name="connsiteY3" fmla="*/ 3958 h 29461"/>
                      <a:gd name="connsiteX4" fmla="*/ 5645 w 24896"/>
                      <a:gd name="connsiteY4" fmla="*/ 6679 h 29461"/>
                      <a:gd name="connsiteX5" fmla="*/ 3981 w 24896"/>
                      <a:gd name="connsiteY5" fmla="*/ 10503 h 29461"/>
                      <a:gd name="connsiteX6" fmla="*/ 3441 w 24896"/>
                      <a:gd name="connsiteY6" fmla="*/ 14798 h 29461"/>
                      <a:gd name="connsiteX7" fmla="*/ 3958 w 24896"/>
                      <a:gd name="connsiteY7" fmla="*/ 19116 h 29461"/>
                      <a:gd name="connsiteX8" fmla="*/ 5600 w 24896"/>
                      <a:gd name="connsiteY8" fmla="*/ 22894 h 29461"/>
                      <a:gd name="connsiteX9" fmla="*/ 8524 w 24896"/>
                      <a:gd name="connsiteY9" fmla="*/ 25571 h 29461"/>
                      <a:gd name="connsiteX10" fmla="*/ 12841 w 24896"/>
                      <a:gd name="connsiteY10" fmla="*/ 26560 h 29461"/>
                      <a:gd name="connsiteX11" fmla="*/ 18644 w 24896"/>
                      <a:gd name="connsiteY11" fmla="*/ 24559 h 29461"/>
                      <a:gd name="connsiteX12" fmla="*/ 21433 w 24896"/>
                      <a:gd name="connsiteY12" fmla="*/ 19049 h 29461"/>
                      <a:gd name="connsiteX13" fmla="*/ 24896 w 24896"/>
                      <a:gd name="connsiteY13" fmla="*/ 19049 h 29461"/>
                      <a:gd name="connsiteX14" fmla="*/ 23524 w 24896"/>
                      <a:gd name="connsiteY14" fmla="*/ 23277 h 29461"/>
                      <a:gd name="connsiteX15" fmla="*/ 21095 w 24896"/>
                      <a:gd name="connsiteY15" fmla="*/ 26560 h 29461"/>
                      <a:gd name="connsiteX16" fmla="*/ 17564 w 24896"/>
                      <a:gd name="connsiteY16" fmla="*/ 28697 h 29461"/>
                      <a:gd name="connsiteX17" fmla="*/ 12864 w 24896"/>
                      <a:gd name="connsiteY17" fmla="*/ 29461 h 29461"/>
                      <a:gd name="connsiteX18" fmla="*/ 7084 w 24896"/>
                      <a:gd name="connsiteY18" fmla="*/ 28337 h 29461"/>
                      <a:gd name="connsiteX19" fmla="*/ 3081 w 24896"/>
                      <a:gd name="connsiteY19" fmla="*/ 25233 h 29461"/>
                      <a:gd name="connsiteX20" fmla="*/ 765 w 24896"/>
                      <a:gd name="connsiteY20" fmla="*/ 20556 h 29461"/>
                      <a:gd name="connsiteX21" fmla="*/ 0 w 24896"/>
                      <a:gd name="connsiteY21" fmla="*/ 14776 h 29461"/>
                      <a:gd name="connsiteX22" fmla="*/ 832 w 24896"/>
                      <a:gd name="connsiteY22" fmla="*/ 9198 h 29461"/>
                      <a:gd name="connsiteX23" fmla="*/ 3283 w 24896"/>
                      <a:gd name="connsiteY23" fmla="*/ 4475 h 29461"/>
                      <a:gd name="connsiteX24" fmla="*/ 7309 w 24896"/>
                      <a:gd name="connsiteY24" fmla="*/ 1214 h 29461"/>
                      <a:gd name="connsiteX25" fmla="*/ 12841 w 24896"/>
                      <a:gd name="connsiteY25" fmla="*/ 0 h 29461"/>
                      <a:gd name="connsiteX26" fmla="*/ 20690 w 24896"/>
                      <a:gd name="connsiteY26" fmla="*/ 2316 h 29461"/>
                      <a:gd name="connsiteX27" fmla="*/ 24446 w 24896"/>
                      <a:gd name="connsiteY27" fmla="*/ 9558 h 29461"/>
                      <a:gd name="connsiteX28" fmla="*/ 21163 w 24896"/>
                      <a:gd name="connsiteY28" fmla="*/ 9558 h 29461"/>
                      <a:gd name="connsiteX29" fmla="*/ 21163 w 24896"/>
                      <a:gd name="connsiteY29"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4896" h="29461">
                        <a:moveTo>
                          <a:pt x="21163" y="9558"/>
                        </a:moveTo>
                        <a:cubicBezTo>
                          <a:pt x="20578" y="7467"/>
                          <a:pt x="19588" y="5847"/>
                          <a:pt x="18194" y="4678"/>
                        </a:cubicBezTo>
                        <a:cubicBezTo>
                          <a:pt x="16800" y="3508"/>
                          <a:pt x="15000" y="2924"/>
                          <a:pt x="12841" y="2924"/>
                        </a:cubicBezTo>
                        <a:cubicBezTo>
                          <a:pt x="11177" y="2924"/>
                          <a:pt x="9761" y="3261"/>
                          <a:pt x="8569" y="3958"/>
                        </a:cubicBezTo>
                        <a:cubicBezTo>
                          <a:pt x="7377" y="4633"/>
                          <a:pt x="6410" y="5555"/>
                          <a:pt x="5645" y="6679"/>
                        </a:cubicBezTo>
                        <a:cubicBezTo>
                          <a:pt x="4880" y="7804"/>
                          <a:pt x="4340" y="9086"/>
                          <a:pt x="3981" y="10503"/>
                        </a:cubicBezTo>
                        <a:cubicBezTo>
                          <a:pt x="3621" y="11920"/>
                          <a:pt x="3441" y="13359"/>
                          <a:pt x="3441" y="14798"/>
                        </a:cubicBezTo>
                        <a:cubicBezTo>
                          <a:pt x="3441" y="16237"/>
                          <a:pt x="3621" y="17722"/>
                          <a:pt x="3958" y="19116"/>
                        </a:cubicBezTo>
                        <a:cubicBezTo>
                          <a:pt x="4295" y="20511"/>
                          <a:pt x="4858" y="21770"/>
                          <a:pt x="5600" y="22894"/>
                        </a:cubicBezTo>
                        <a:cubicBezTo>
                          <a:pt x="6342" y="24019"/>
                          <a:pt x="7332" y="24896"/>
                          <a:pt x="8524" y="25571"/>
                        </a:cubicBezTo>
                        <a:cubicBezTo>
                          <a:pt x="9716" y="26245"/>
                          <a:pt x="11155" y="26560"/>
                          <a:pt x="12841" y="26560"/>
                        </a:cubicBezTo>
                        <a:cubicBezTo>
                          <a:pt x="15248" y="26560"/>
                          <a:pt x="17182" y="25886"/>
                          <a:pt x="18644" y="24559"/>
                        </a:cubicBezTo>
                        <a:cubicBezTo>
                          <a:pt x="20106" y="23232"/>
                          <a:pt x="21028" y="21388"/>
                          <a:pt x="21433" y="19049"/>
                        </a:cubicBezTo>
                        <a:lnTo>
                          <a:pt x="24896" y="19049"/>
                        </a:lnTo>
                        <a:cubicBezTo>
                          <a:pt x="24603" y="20600"/>
                          <a:pt x="24154" y="22017"/>
                          <a:pt x="23524" y="23277"/>
                        </a:cubicBezTo>
                        <a:cubicBezTo>
                          <a:pt x="22894" y="24559"/>
                          <a:pt x="22085" y="25661"/>
                          <a:pt x="21095" y="26560"/>
                        </a:cubicBezTo>
                        <a:cubicBezTo>
                          <a:pt x="20106" y="27482"/>
                          <a:pt x="18936" y="28180"/>
                          <a:pt x="17564" y="28697"/>
                        </a:cubicBezTo>
                        <a:cubicBezTo>
                          <a:pt x="16192" y="29214"/>
                          <a:pt x="14641" y="29461"/>
                          <a:pt x="12864" y="29461"/>
                        </a:cubicBezTo>
                        <a:cubicBezTo>
                          <a:pt x="10638" y="29461"/>
                          <a:pt x="8704" y="29079"/>
                          <a:pt x="7084" y="28337"/>
                        </a:cubicBezTo>
                        <a:cubicBezTo>
                          <a:pt x="5465" y="27572"/>
                          <a:pt x="4138" y="26538"/>
                          <a:pt x="3081" y="25233"/>
                        </a:cubicBezTo>
                        <a:cubicBezTo>
                          <a:pt x="2024" y="23929"/>
                          <a:pt x="1260" y="22355"/>
                          <a:pt x="765" y="20556"/>
                        </a:cubicBezTo>
                        <a:cubicBezTo>
                          <a:pt x="270" y="18756"/>
                          <a:pt x="0" y="16822"/>
                          <a:pt x="0" y="14776"/>
                        </a:cubicBezTo>
                        <a:cubicBezTo>
                          <a:pt x="0" y="12842"/>
                          <a:pt x="270" y="10975"/>
                          <a:pt x="832" y="9198"/>
                        </a:cubicBezTo>
                        <a:cubicBezTo>
                          <a:pt x="1395" y="7422"/>
                          <a:pt x="2204" y="5847"/>
                          <a:pt x="3283" y="4475"/>
                        </a:cubicBezTo>
                        <a:cubicBezTo>
                          <a:pt x="4363" y="3104"/>
                          <a:pt x="5712" y="2024"/>
                          <a:pt x="7309" y="1214"/>
                        </a:cubicBezTo>
                        <a:cubicBezTo>
                          <a:pt x="8906" y="405"/>
                          <a:pt x="10750" y="0"/>
                          <a:pt x="12841" y="0"/>
                        </a:cubicBezTo>
                        <a:cubicBezTo>
                          <a:pt x="16080" y="0"/>
                          <a:pt x="18689" y="765"/>
                          <a:pt x="20690" y="2316"/>
                        </a:cubicBezTo>
                        <a:cubicBezTo>
                          <a:pt x="22692" y="3868"/>
                          <a:pt x="23929" y="6275"/>
                          <a:pt x="24446" y="9558"/>
                        </a:cubicBezTo>
                        <a:lnTo>
                          <a:pt x="21163" y="9558"/>
                        </a:lnTo>
                        <a:lnTo>
                          <a:pt x="21163" y="9558"/>
                        </a:lnTo>
                        <a:close/>
                      </a:path>
                    </a:pathLst>
                  </a:custGeom>
                  <a:solidFill>
                    <a:srgbClr val="231F20"/>
                  </a:solidFill>
                  <a:ln w="2249" cap="flat">
                    <a:noFill/>
                    <a:prstDash val="solid"/>
                    <a:miter/>
                  </a:ln>
                </p:spPr>
                <p:txBody>
                  <a:bodyPr rtlCol="0" anchor="ctr"/>
                  <a:lstStyle/>
                  <a:p>
                    <a:endParaRPr lang="en-US"/>
                  </a:p>
                </p:txBody>
              </p:sp>
              <p:sp>
                <p:nvSpPr>
                  <p:cNvPr id="2104" name="Freeform 2103">
                    <a:extLst>
                      <a:ext uri="{FF2B5EF4-FFF2-40B4-BE49-F238E27FC236}">
                        <a16:creationId xmlns:a16="http://schemas.microsoft.com/office/drawing/2014/main" id="{C60937AA-F9DD-C490-FD7E-3212FEF3563E}"/>
                      </a:ext>
                    </a:extLst>
                  </p:cNvPr>
                  <p:cNvSpPr/>
                  <p:nvPr/>
                </p:nvSpPr>
                <p:spPr>
                  <a:xfrm>
                    <a:off x="8799248" y="3116332"/>
                    <a:ext cx="12616" cy="36500"/>
                  </a:xfrm>
                  <a:custGeom>
                    <a:avLst/>
                    <a:gdLst>
                      <a:gd name="connsiteX0" fmla="*/ 12617 w 12616"/>
                      <a:gd name="connsiteY0" fmla="*/ 35848 h 36500"/>
                      <a:gd name="connsiteX1" fmla="*/ 11043 w 12616"/>
                      <a:gd name="connsiteY1" fmla="*/ 36231 h 36500"/>
                      <a:gd name="connsiteX2" fmla="*/ 8883 w 12616"/>
                      <a:gd name="connsiteY2" fmla="*/ 36501 h 36500"/>
                      <a:gd name="connsiteX3" fmla="*/ 5195 w 12616"/>
                      <a:gd name="connsiteY3" fmla="*/ 35286 h 36500"/>
                      <a:gd name="connsiteX4" fmla="*/ 3936 w 12616"/>
                      <a:gd name="connsiteY4" fmla="*/ 30946 h 36500"/>
                      <a:gd name="connsiteX5" fmla="*/ 3936 w 12616"/>
                      <a:gd name="connsiteY5" fmla="*/ 10480 h 36500"/>
                      <a:gd name="connsiteX6" fmla="*/ 0 w 12616"/>
                      <a:gd name="connsiteY6" fmla="*/ 10480 h 36500"/>
                      <a:gd name="connsiteX7" fmla="*/ 0 w 12616"/>
                      <a:gd name="connsiteY7" fmla="*/ 7781 h 36500"/>
                      <a:gd name="connsiteX8" fmla="*/ 3936 w 12616"/>
                      <a:gd name="connsiteY8" fmla="*/ 7781 h 36500"/>
                      <a:gd name="connsiteX9" fmla="*/ 3936 w 12616"/>
                      <a:gd name="connsiteY9" fmla="*/ 0 h 36500"/>
                      <a:gd name="connsiteX10" fmla="*/ 7174 w 12616"/>
                      <a:gd name="connsiteY10" fmla="*/ 0 h 36500"/>
                      <a:gd name="connsiteX11" fmla="*/ 7174 w 12616"/>
                      <a:gd name="connsiteY11" fmla="*/ 7781 h 36500"/>
                      <a:gd name="connsiteX12" fmla="*/ 12414 w 12616"/>
                      <a:gd name="connsiteY12" fmla="*/ 7781 h 36500"/>
                      <a:gd name="connsiteX13" fmla="*/ 12414 w 12616"/>
                      <a:gd name="connsiteY13" fmla="*/ 10480 h 36500"/>
                      <a:gd name="connsiteX14" fmla="*/ 7174 w 12616"/>
                      <a:gd name="connsiteY14" fmla="*/ 10480 h 36500"/>
                      <a:gd name="connsiteX15" fmla="*/ 7174 w 12616"/>
                      <a:gd name="connsiteY15" fmla="*/ 29641 h 36500"/>
                      <a:gd name="connsiteX16" fmla="*/ 7219 w 12616"/>
                      <a:gd name="connsiteY16" fmla="*/ 31418 h 36500"/>
                      <a:gd name="connsiteX17" fmla="*/ 7534 w 12616"/>
                      <a:gd name="connsiteY17" fmla="*/ 32655 h 36500"/>
                      <a:gd name="connsiteX18" fmla="*/ 8366 w 12616"/>
                      <a:gd name="connsiteY18" fmla="*/ 33352 h 36500"/>
                      <a:gd name="connsiteX19" fmla="*/ 9963 w 12616"/>
                      <a:gd name="connsiteY19" fmla="*/ 33577 h 36500"/>
                      <a:gd name="connsiteX20" fmla="*/ 11290 w 12616"/>
                      <a:gd name="connsiteY20" fmla="*/ 33465 h 36500"/>
                      <a:gd name="connsiteX21" fmla="*/ 12617 w 12616"/>
                      <a:gd name="connsiteY21" fmla="*/ 33195 h 36500"/>
                      <a:gd name="connsiteX22" fmla="*/ 12617 w 12616"/>
                      <a:gd name="connsiteY22" fmla="*/ 35848 h 36500"/>
                      <a:gd name="connsiteX23" fmla="*/ 12617 w 12616"/>
                      <a:gd name="connsiteY23" fmla="*/ 35848 h 3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616" h="36500">
                        <a:moveTo>
                          <a:pt x="12617" y="35848"/>
                        </a:moveTo>
                        <a:cubicBezTo>
                          <a:pt x="12212" y="35916"/>
                          <a:pt x="11694" y="36051"/>
                          <a:pt x="11043" y="36231"/>
                        </a:cubicBezTo>
                        <a:cubicBezTo>
                          <a:pt x="10390" y="36411"/>
                          <a:pt x="9671" y="36501"/>
                          <a:pt x="8883" y="36501"/>
                        </a:cubicBezTo>
                        <a:cubicBezTo>
                          <a:pt x="7264" y="36501"/>
                          <a:pt x="6027" y="36096"/>
                          <a:pt x="5195" y="35286"/>
                        </a:cubicBezTo>
                        <a:cubicBezTo>
                          <a:pt x="4363" y="34477"/>
                          <a:pt x="3936" y="33037"/>
                          <a:pt x="3936" y="30946"/>
                        </a:cubicBezTo>
                        <a:lnTo>
                          <a:pt x="3936" y="10480"/>
                        </a:lnTo>
                        <a:lnTo>
                          <a:pt x="0" y="10480"/>
                        </a:lnTo>
                        <a:lnTo>
                          <a:pt x="0" y="7781"/>
                        </a:lnTo>
                        <a:lnTo>
                          <a:pt x="3936" y="7781"/>
                        </a:lnTo>
                        <a:lnTo>
                          <a:pt x="3936" y="0"/>
                        </a:lnTo>
                        <a:lnTo>
                          <a:pt x="7174" y="0"/>
                        </a:lnTo>
                        <a:lnTo>
                          <a:pt x="7174" y="7781"/>
                        </a:lnTo>
                        <a:lnTo>
                          <a:pt x="12414" y="7781"/>
                        </a:lnTo>
                        <a:lnTo>
                          <a:pt x="12414" y="10480"/>
                        </a:lnTo>
                        <a:lnTo>
                          <a:pt x="7174" y="10480"/>
                        </a:lnTo>
                        <a:lnTo>
                          <a:pt x="7174" y="29641"/>
                        </a:lnTo>
                        <a:cubicBezTo>
                          <a:pt x="7174" y="30316"/>
                          <a:pt x="7174" y="30923"/>
                          <a:pt x="7219" y="31418"/>
                        </a:cubicBezTo>
                        <a:cubicBezTo>
                          <a:pt x="7264" y="31913"/>
                          <a:pt x="7354" y="32340"/>
                          <a:pt x="7534" y="32655"/>
                        </a:cubicBezTo>
                        <a:cubicBezTo>
                          <a:pt x="7714" y="32970"/>
                          <a:pt x="7984" y="33217"/>
                          <a:pt x="8366" y="33352"/>
                        </a:cubicBezTo>
                        <a:cubicBezTo>
                          <a:pt x="8749" y="33487"/>
                          <a:pt x="9266" y="33577"/>
                          <a:pt x="9963" y="33577"/>
                        </a:cubicBezTo>
                        <a:cubicBezTo>
                          <a:pt x="10390" y="33577"/>
                          <a:pt x="10840" y="33532"/>
                          <a:pt x="11290" y="33465"/>
                        </a:cubicBezTo>
                        <a:cubicBezTo>
                          <a:pt x="11739" y="33397"/>
                          <a:pt x="12190" y="33307"/>
                          <a:pt x="12617" y="33195"/>
                        </a:cubicBezTo>
                        <a:lnTo>
                          <a:pt x="12617" y="35848"/>
                        </a:lnTo>
                        <a:lnTo>
                          <a:pt x="12617" y="35848"/>
                        </a:lnTo>
                        <a:close/>
                      </a:path>
                    </a:pathLst>
                  </a:custGeom>
                  <a:solidFill>
                    <a:srgbClr val="231F20"/>
                  </a:solidFill>
                  <a:ln w="2249" cap="flat">
                    <a:noFill/>
                    <a:prstDash val="solid"/>
                    <a:miter/>
                  </a:ln>
                </p:spPr>
                <p:txBody>
                  <a:bodyPr rtlCol="0" anchor="ctr"/>
                  <a:lstStyle/>
                  <a:p>
                    <a:endParaRPr lang="en-US"/>
                  </a:p>
                </p:txBody>
              </p:sp>
            </p:grpSp>
            <p:sp>
              <p:nvSpPr>
                <p:cNvPr id="1939" name="Freeform 1938">
                  <a:extLst>
                    <a:ext uri="{FF2B5EF4-FFF2-40B4-BE49-F238E27FC236}">
                      <a16:creationId xmlns:a16="http://schemas.microsoft.com/office/drawing/2014/main" id="{0752753A-A3F7-8E1F-D757-864875B20A31}"/>
                    </a:ext>
                  </a:extLst>
                </p:cNvPr>
                <p:cNvSpPr/>
                <p:nvPr/>
              </p:nvSpPr>
              <p:spPr>
                <a:xfrm>
                  <a:off x="6010858" y="1385188"/>
                  <a:ext cx="9764" cy="3251854"/>
                </a:xfrm>
                <a:custGeom>
                  <a:avLst/>
                  <a:gdLst>
                    <a:gd name="connsiteX0" fmla="*/ 0 w 2248"/>
                    <a:gd name="connsiteY0" fmla="*/ 748723 h 748723"/>
                    <a:gd name="connsiteX1" fmla="*/ 0 w 2248"/>
                    <a:gd name="connsiteY1" fmla="*/ 0 h 748723"/>
                  </a:gdLst>
                  <a:ahLst/>
                  <a:cxnLst>
                    <a:cxn ang="0">
                      <a:pos x="connsiteX0" y="connsiteY0"/>
                    </a:cxn>
                    <a:cxn ang="0">
                      <a:pos x="connsiteX1" y="connsiteY1"/>
                    </a:cxn>
                  </a:cxnLst>
                  <a:rect l="l" t="t" r="r" b="b"/>
                  <a:pathLst>
                    <a:path w="2248" h="748723">
                      <a:moveTo>
                        <a:pt x="0" y="748723"/>
                      </a:moveTo>
                      <a:lnTo>
                        <a:pt x="0" y="0"/>
                      </a:lnTo>
                    </a:path>
                  </a:pathLst>
                </a:custGeom>
                <a:ln w="4498" cap="sq">
                  <a:solidFill>
                    <a:srgbClr val="262626"/>
                  </a:solidFill>
                  <a:prstDash val="solid"/>
                  <a:round/>
                </a:ln>
              </p:spPr>
              <p:txBody>
                <a:bodyPr rtlCol="0" anchor="ctr"/>
                <a:lstStyle/>
                <a:p>
                  <a:endParaRPr lang="en-US"/>
                </a:p>
              </p:txBody>
            </p:sp>
            <p:sp>
              <p:nvSpPr>
                <p:cNvPr id="1940" name="Freeform 1939">
                  <a:extLst>
                    <a:ext uri="{FF2B5EF4-FFF2-40B4-BE49-F238E27FC236}">
                      <a16:creationId xmlns:a16="http://schemas.microsoft.com/office/drawing/2014/main" id="{3E1BB543-CD22-3244-2CD6-C0988A489D47}"/>
                    </a:ext>
                  </a:extLst>
                </p:cNvPr>
                <p:cNvSpPr/>
                <p:nvPr/>
              </p:nvSpPr>
              <p:spPr>
                <a:xfrm>
                  <a:off x="6010858" y="4626882"/>
                  <a:ext cx="31059" cy="9764"/>
                </a:xfrm>
                <a:custGeom>
                  <a:avLst/>
                  <a:gdLst>
                    <a:gd name="connsiteX0" fmla="*/ 0 w 7151"/>
                    <a:gd name="connsiteY0" fmla="*/ 0 h 2248"/>
                    <a:gd name="connsiteX1" fmla="*/ 7152 w 7151"/>
                    <a:gd name="connsiteY1" fmla="*/ 0 h 2248"/>
                  </a:gdLst>
                  <a:ahLst/>
                  <a:cxnLst>
                    <a:cxn ang="0">
                      <a:pos x="connsiteX0" y="connsiteY0"/>
                    </a:cxn>
                    <a:cxn ang="0">
                      <a:pos x="connsiteX1" y="connsiteY1"/>
                    </a:cxn>
                  </a:cxnLst>
                  <a:rect l="l" t="t" r="r" b="b"/>
                  <a:pathLst>
                    <a:path w="7151" h="2248">
                      <a:moveTo>
                        <a:pt x="0" y="0"/>
                      </a:moveTo>
                      <a:lnTo>
                        <a:pt x="7152" y="0"/>
                      </a:lnTo>
                    </a:path>
                  </a:pathLst>
                </a:custGeom>
                <a:ln w="4498" cap="sq">
                  <a:solidFill>
                    <a:srgbClr val="262626"/>
                  </a:solidFill>
                  <a:prstDash val="solid"/>
                  <a:round/>
                </a:ln>
              </p:spPr>
              <p:txBody>
                <a:bodyPr rtlCol="0" anchor="ctr"/>
                <a:lstStyle/>
                <a:p>
                  <a:endParaRPr lang="en-US"/>
                </a:p>
              </p:txBody>
            </p:sp>
            <p:sp>
              <p:nvSpPr>
                <p:cNvPr id="1941" name="Freeform 1940">
                  <a:extLst>
                    <a:ext uri="{FF2B5EF4-FFF2-40B4-BE49-F238E27FC236}">
                      <a16:creationId xmlns:a16="http://schemas.microsoft.com/office/drawing/2014/main" id="{B65F408B-C5E8-0EA8-42EE-0EE4665089E0}"/>
                    </a:ext>
                  </a:extLst>
                </p:cNvPr>
                <p:cNvSpPr/>
                <p:nvPr/>
              </p:nvSpPr>
              <p:spPr>
                <a:xfrm>
                  <a:off x="6010858" y="4047564"/>
                  <a:ext cx="31059" cy="9764"/>
                </a:xfrm>
                <a:custGeom>
                  <a:avLst/>
                  <a:gdLst>
                    <a:gd name="connsiteX0" fmla="*/ 0 w 7151"/>
                    <a:gd name="connsiteY0" fmla="*/ 0 h 2248"/>
                    <a:gd name="connsiteX1" fmla="*/ 7152 w 7151"/>
                    <a:gd name="connsiteY1" fmla="*/ 0 h 2248"/>
                  </a:gdLst>
                  <a:ahLst/>
                  <a:cxnLst>
                    <a:cxn ang="0">
                      <a:pos x="connsiteX0" y="connsiteY0"/>
                    </a:cxn>
                    <a:cxn ang="0">
                      <a:pos x="connsiteX1" y="connsiteY1"/>
                    </a:cxn>
                  </a:cxnLst>
                  <a:rect l="l" t="t" r="r" b="b"/>
                  <a:pathLst>
                    <a:path w="7151" h="2248">
                      <a:moveTo>
                        <a:pt x="0" y="0"/>
                      </a:moveTo>
                      <a:lnTo>
                        <a:pt x="7152" y="0"/>
                      </a:lnTo>
                    </a:path>
                  </a:pathLst>
                </a:custGeom>
                <a:ln w="4498" cap="sq">
                  <a:solidFill>
                    <a:srgbClr val="262626"/>
                  </a:solidFill>
                  <a:prstDash val="solid"/>
                  <a:round/>
                </a:ln>
              </p:spPr>
              <p:txBody>
                <a:bodyPr rtlCol="0" anchor="ctr"/>
                <a:lstStyle/>
                <a:p>
                  <a:endParaRPr lang="en-US"/>
                </a:p>
              </p:txBody>
            </p:sp>
            <p:sp>
              <p:nvSpPr>
                <p:cNvPr id="1942" name="Freeform 1941">
                  <a:extLst>
                    <a:ext uri="{FF2B5EF4-FFF2-40B4-BE49-F238E27FC236}">
                      <a16:creationId xmlns:a16="http://schemas.microsoft.com/office/drawing/2014/main" id="{60AD0C33-532B-0C5D-FA18-3FC4029197FD}"/>
                    </a:ext>
                  </a:extLst>
                </p:cNvPr>
                <p:cNvSpPr/>
                <p:nvPr/>
              </p:nvSpPr>
              <p:spPr>
                <a:xfrm>
                  <a:off x="6010858" y="3468147"/>
                  <a:ext cx="31059" cy="9764"/>
                </a:xfrm>
                <a:custGeom>
                  <a:avLst/>
                  <a:gdLst>
                    <a:gd name="connsiteX0" fmla="*/ 0 w 7151"/>
                    <a:gd name="connsiteY0" fmla="*/ 0 h 2248"/>
                    <a:gd name="connsiteX1" fmla="*/ 7152 w 7151"/>
                    <a:gd name="connsiteY1" fmla="*/ 0 h 2248"/>
                  </a:gdLst>
                  <a:ahLst/>
                  <a:cxnLst>
                    <a:cxn ang="0">
                      <a:pos x="connsiteX0" y="connsiteY0"/>
                    </a:cxn>
                    <a:cxn ang="0">
                      <a:pos x="connsiteX1" y="connsiteY1"/>
                    </a:cxn>
                  </a:cxnLst>
                  <a:rect l="l" t="t" r="r" b="b"/>
                  <a:pathLst>
                    <a:path w="7151" h="2248">
                      <a:moveTo>
                        <a:pt x="0" y="0"/>
                      </a:moveTo>
                      <a:lnTo>
                        <a:pt x="7152" y="0"/>
                      </a:lnTo>
                    </a:path>
                  </a:pathLst>
                </a:custGeom>
                <a:ln w="4498" cap="sq">
                  <a:solidFill>
                    <a:srgbClr val="262626"/>
                  </a:solidFill>
                  <a:prstDash val="solid"/>
                  <a:round/>
                </a:ln>
              </p:spPr>
              <p:txBody>
                <a:bodyPr rtlCol="0" anchor="ctr"/>
                <a:lstStyle/>
                <a:p>
                  <a:endParaRPr lang="en-US"/>
                </a:p>
              </p:txBody>
            </p:sp>
            <p:sp>
              <p:nvSpPr>
                <p:cNvPr id="1943" name="Freeform 1942">
                  <a:extLst>
                    <a:ext uri="{FF2B5EF4-FFF2-40B4-BE49-F238E27FC236}">
                      <a16:creationId xmlns:a16="http://schemas.microsoft.com/office/drawing/2014/main" id="{4F101504-6154-9924-1FEC-8708D98F69BB}"/>
                    </a:ext>
                  </a:extLst>
                </p:cNvPr>
                <p:cNvSpPr/>
                <p:nvPr/>
              </p:nvSpPr>
              <p:spPr>
                <a:xfrm>
                  <a:off x="6010858" y="2888725"/>
                  <a:ext cx="31059" cy="9764"/>
                </a:xfrm>
                <a:custGeom>
                  <a:avLst/>
                  <a:gdLst>
                    <a:gd name="connsiteX0" fmla="*/ 0 w 7151"/>
                    <a:gd name="connsiteY0" fmla="*/ 0 h 2248"/>
                    <a:gd name="connsiteX1" fmla="*/ 7152 w 7151"/>
                    <a:gd name="connsiteY1" fmla="*/ 0 h 2248"/>
                  </a:gdLst>
                  <a:ahLst/>
                  <a:cxnLst>
                    <a:cxn ang="0">
                      <a:pos x="connsiteX0" y="connsiteY0"/>
                    </a:cxn>
                    <a:cxn ang="0">
                      <a:pos x="connsiteX1" y="connsiteY1"/>
                    </a:cxn>
                  </a:cxnLst>
                  <a:rect l="l" t="t" r="r" b="b"/>
                  <a:pathLst>
                    <a:path w="7151" h="2248">
                      <a:moveTo>
                        <a:pt x="0" y="0"/>
                      </a:moveTo>
                      <a:lnTo>
                        <a:pt x="7152" y="0"/>
                      </a:lnTo>
                    </a:path>
                  </a:pathLst>
                </a:custGeom>
                <a:ln w="4498" cap="sq">
                  <a:solidFill>
                    <a:srgbClr val="262626"/>
                  </a:solidFill>
                  <a:prstDash val="solid"/>
                  <a:round/>
                </a:ln>
              </p:spPr>
              <p:txBody>
                <a:bodyPr rtlCol="0" anchor="ctr"/>
                <a:lstStyle/>
                <a:p>
                  <a:endParaRPr lang="en-US"/>
                </a:p>
              </p:txBody>
            </p:sp>
            <p:sp>
              <p:nvSpPr>
                <p:cNvPr id="1944" name="Freeform 1943">
                  <a:extLst>
                    <a:ext uri="{FF2B5EF4-FFF2-40B4-BE49-F238E27FC236}">
                      <a16:creationId xmlns:a16="http://schemas.microsoft.com/office/drawing/2014/main" id="{A7500ED6-FAFC-6483-86F3-F79776CEE20C}"/>
                    </a:ext>
                  </a:extLst>
                </p:cNvPr>
                <p:cNvSpPr/>
                <p:nvPr/>
              </p:nvSpPr>
              <p:spPr>
                <a:xfrm>
                  <a:off x="6010858" y="2309308"/>
                  <a:ext cx="31059" cy="9764"/>
                </a:xfrm>
                <a:custGeom>
                  <a:avLst/>
                  <a:gdLst>
                    <a:gd name="connsiteX0" fmla="*/ 0 w 7151"/>
                    <a:gd name="connsiteY0" fmla="*/ 0 h 2248"/>
                    <a:gd name="connsiteX1" fmla="*/ 7152 w 7151"/>
                    <a:gd name="connsiteY1" fmla="*/ 0 h 2248"/>
                  </a:gdLst>
                  <a:ahLst/>
                  <a:cxnLst>
                    <a:cxn ang="0">
                      <a:pos x="connsiteX0" y="connsiteY0"/>
                    </a:cxn>
                    <a:cxn ang="0">
                      <a:pos x="connsiteX1" y="connsiteY1"/>
                    </a:cxn>
                  </a:cxnLst>
                  <a:rect l="l" t="t" r="r" b="b"/>
                  <a:pathLst>
                    <a:path w="7151" h="2248">
                      <a:moveTo>
                        <a:pt x="0" y="0"/>
                      </a:moveTo>
                      <a:lnTo>
                        <a:pt x="7152" y="0"/>
                      </a:lnTo>
                    </a:path>
                  </a:pathLst>
                </a:custGeom>
                <a:ln w="4498" cap="sq">
                  <a:solidFill>
                    <a:srgbClr val="262626"/>
                  </a:solidFill>
                  <a:prstDash val="solid"/>
                  <a:round/>
                </a:ln>
              </p:spPr>
              <p:txBody>
                <a:bodyPr rtlCol="0" anchor="ctr"/>
                <a:lstStyle/>
                <a:p>
                  <a:endParaRPr lang="en-US"/>
                </a:p>
              </p:txBody>
            </p:sp>
            <p:grpSp>
              <p:nvGrpSpPr>
                <p:cNvPr id="1945" name="Graphic 3">
                  <a:extLst>
                    <a:ext uri="{FF2B5EF4-FFF2-40B4-BE49-F238E27FC236}">
                      <a16:creationId xmlns:a16="http://schemas.microsoft.com/office/drawing/2014/main" id="{C331AE2A-0C45-468F-F958-0549FB8C009F}"/>
                    </a:ext>
                  </a:extLst>
                </p:cNvPr>
                <p:cNvGrpSpPr/>
                <p:nvPr/>
              </p:nvGrpSpPr>
              <p:grpSpPr>
                <a:xfrm>
                  <a:off x="5431635" y="4489650"/>
                  <a:ext cx="450191" cy="168781"/>
                  <a:chOff x="8141720" y="3041555"/>
                  <a:chExt cx="103654" cy="38861"/>
                </a:xfrm>
                <a:solidFill>
                  <a:srgbClr val="231F20"/>
                </a:solidFill>
              </p:grpSpPr>
              <p:sp>
                <p:nvSpPr>
                  <p:cNvPr id="2092" name="Freeform 2091">
                    <a:extLst>
                      <a:ext uri="{FF2B5EF4-FFF2-40B4-BE49-F238E27FC236}">
                        <a16:creationId xmlns:a16="http://schemas.microsoft.com/office/drawing/2014/main" id="{7F077DB4-28A9-AFF6-392E-8C444DF96ADD}"/>
                      </a:ext>
                    </a:extLst>
                  </p:cNvPr>
                  <p:cNvSpPr/>
                  <p:nvPr/>
                </p:nvSpPr>
                <p:spPr>
                  <a:xfrm>
                    <a:off x="8141720" y="3063909"/>
                    <a:ext cx="13650" cy="3350"/>
                  </a:xfrm>
                  <a:custGeom>
                    <a:avLst/>
                    <a:gdLst>
                      <a:gd name="connsiteX0" fmla="*/ 13651 w 13650"/>
                      <a:gd name="connsiteY0" fmla="*/ 0 h 3350"/>
                      <a:gd name="connsiteX1" fmla="*/ 13651 w 13650"/>
                      <a:gd name="connsiteY1" fmla="*/ 3351 h 3350"/>
                      <a:gd name="connsiteX2" fmla="*/ 0 w 13650"/>
                      <a:gd name="connsiteY2" fmla="*/ 3351 h 3350"/>
                      <a:gd name="connsiteX3" fmla="*/ 0 w 13650"/>
                      <a:gd name="connsiteY3" fmla="*/ 0 h 3350"/>
                      <a:gd name="connsiteX4" fmla="*/ 13651 w 13650"/>
                      <a:gd name="connsiteY4" fmla="*/ 0 h 3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50" h="3350">
                        <a:moveTo>
                          <a:pt x="13651" y="0"/>
                        </a:moveTo>
                        <a:lnTo>
                          <a:pt x="13651" y="3351"/>
                        </a:lnTo>
                        <a:lnTo>
                          <a:pt x="0" y="3351"/>
                        </a:lnTo>
                        <a:lnTo>
                          <a:pt x="0" y="0"/>
                        </a:lnTo>
                        <a:lnTo>
                          <a:pt x="13651" y="0"/>
                        </a:lnTo>
                        <a:close/>
                      </a:path>
                    </a:pathLst>
                  </a:custGeom>
                  <a:solidFill>
                    <a:srgbClr val="231F20"/>
                  </a:solidFill>
                  <a:ln w="2249" cap="flat">
                    <a:noFill/>
                    <a:prstDash val="solid"/>
                    <a:miter/>
                  </a:ln>
                </p:spPr>
                <p:txBody>
                  <a:bodyPr rtlCol="0" anchor="ctr"/>
                  <a:lstStyle/>
                  <a:p>
                    <a:endParaRPr lang="en-US"/>
                  </a:p>
                </p:txBody>
              </p:sp>
              <p:sp>
                <p:nvSpPr>
                  <p:cNvPr id="2093" name="Freeform 2092">
                    <a:extLst>
                      <a:ext uri="{FF2B5EF4-FFF2-40B4-BE49-F238E27FC236}">
                        <a16:creationId xmlns:a16="http://schemas.microsoft.com/office/drawing/2014/main" id="{CC2B8335-6EE4-1B61-78F8-4CABE872EE36}"/>
                      </a:ext>
                    </a:extLst>
                  </p:cNvPr>
                  <p:cNvSpPr/>
                  <p:nvPr/>
                </p:nvSpPr>
                <p:spPr>
                  <a:xfrm>
                    <a:off x="8159712" y="3041555"/>
                    <a:ext cx="25547" cy="38794"/>
                  </a:xfrm>
                  <a:custGeom>
                    <a:avLst/>
                    <a:gdLst>
                      <a:gd name="connsiteX0" fmla="*/ 21388 w 25547"/>
                      <a:gd name="connsiteY0" fmla="*/ 9378 h 38794"/>
                      <a:gd name="connsiteX1" fmla="*/ 19004 w 25547"/>
                      <a:gd name="connsiteY1" fmla="*/ 4700 h 38794"/>
                      <a:gd name="connsiteX2" fmla="*/ 14146 w 25547"/>
                      <a:gd name="connsiteY2" fmla="*/ 2946 h 38794"/>
                      <a:gd name="connsiteX3" fmla="*/ 8613 w 25547"/>
                      <a:gd name="connsiteY3" fmla="*/ 4610 h 38794"/>
                      <a:gd name="connsiteX4" fmla="*/ 5510 w 25547"/>
                      <a:gd name="connsiteY4" fmla="*/ 8838 h 38794"/>
                      <a:gd name="connsiteX5" fmla="*/ 4048 w 25547"/>
                      <a:gd name="connsiteY5" fmla="*/ 14416 h 38794"/>
                      <a:gd name="connsiteX6" fmla="*/ 3463 w 25547"/>
                      <a:gd name="connsiteY6" fmla="*/ 20128 h 38794"/>
                      <a:gd name="connsiteX7" fmla="*/ 5172 w 25547"/>
                      <a:gd name="connsiteY7" fmla="*/ 17969 h 38794"/>
                      <a:gd name="connsiteX8" fmla="*/ 7197 w 25547"/>
                      <a:gd name="connsiteY8" fmla="*/ 16058 h 38794"/>
                      <a:gd name="connsiteX9" fmla="*/ 9850 w 25547"/>
                      <a:gd name="connsiteY9" fmla="*/ 14708 h 38794"/>
                      <a:gd name="connsiteX10" fmla="*/ 13471 w 25547"/>
                      <a:gd name="connsiteY10" fmla="*/ 14191 h 38794"/>
                      <a:gd name="connsiteX11" fmla="*/ 22400 w 25547"/>
                      <a:gd name="connsiteY11" fmla="*/ 17452 h 38794"/>
                      <a:gd name="connsiteX12" fmla="*/ 25548 w 25547"/>
                      <a:gd name="connsiteY12" fmla="*/ 26448 h 38794"/>
                      <a:gd name="connsiteX13" fmla="*/ 22355 w 25547"/>
                      <a:gd name="connsiteY13" fmla="*/ 35511 h 38794"/>
                      <a:gd name="connsiteX14" fmla="*/ 13336 w 25547"/>
                      <a:gd name="connsiteY14" fmla="*/ 38795 h 38794"/>
                      <a:gd name="connsiteX15" fmla="*/ 8051 w 25547"/>
                      <a:gd name="connsiteY15" fmla="*/ 37850 h 38794"/>
                      <a:gd name="connsiteX16" fmla="*/ 3846 w 25547"/>
                      <a:gd name="connsiteY16" fmla="*/ 34746 h 38794"/>
                      <a:gd name="connsiteX17" fmla="*/ 1034 w 25547"/>
                      <a:gd name="connsiteY17" fmla="*/ 29102 h 38794"/>
                      <a:gd name="connsiteX18" fmla="*/ 0 w 25547"/>
                      <a:gd name="connsiteY18" fmla="*/ 20600 h 38794"/>
                      <a:gd name="connsiteX19" fmla="*/ 585 w 25547"/>
                      <a:gd name="connsiteY19" fmla="*/ 13561 h 38794"/>
                      <a:gd name="connsiteX20" fmla="*/ 2721 w 25547"/>
                      <a:gd name="connsiteY20" fmla="*/ 6904 h 38794"/>
                      <a:gd name="connsiteX21" fmla="*/ 6926 w 25547"/>
                      <a:gd name="connsiteY21" fmla="*/ 1934 h 38794"/>
                      <a:gd name="connsiteX22" fmla="*/ 13808 w 25547"/>
                      <a:gd name="connsiteY22" fmla="*/ 0 h 38794"/>
                      <a:gd name="connsiteX23" fmla="*/ 21365 w 25547"/>
                      <a:gd name="connsiteY23" fmla="*/ 2384 h 38794"/>
                      <a:gd name="connsiteX24" fmla="*/ 24918 w 25547"/>
                      <a:gd name="connsiteY24" fmla="*/ 9356 h 38794"/>
                      <a:gd name="connsiteX25" fmla="*/ 21365 w 25547"/>
                      <a:gd name="connsiteY25" fmla="*/ 9356 h 38794"/>
                      <a:gd name="connsiteX26" fmla="*/ 21365 w 25547"/>
                      <a:gd name="connsiteY26" fmla="*/ 9356 h 38794"/>
                      <a:gd name="connsiteX27" fmla="*/ 13359 w 25547"/>
                      <a:gd name="connsiteY27" fmla="*/ 17137 h 38794"/>
                      <a:gd name="connsiteX28" fmla="*/ 9760 w 25547"/>
                      <a:gd name="connsiteY28" fmla="*/ 17902 h 38794"/>
                      <a:gd name="connsiteX29" fmla="*/ 7061 w 25547"/>
                      <a:gd name="connsiteY29" fmla="*/ 19948 h 38794"/>
                      <a:gd name="connsiteX30" fmla="*/ 5352 w 25547"/>
                      <a:gd name="connsiteY30" fmla="*/ 22939 h 38794"/>
                      <a:gd name="connsiteX31" fmla="*/ 4768 w 25547"/>
                      <a:gd name="connsiteY31" fmla="*/ 26583 h 38794"/>
                      <a:gd name="connsiteX32" fmla="*/ 5217 w 25547"/>
                      <a:gd name="connsiteY32" fmla="*/ 29844 h 38794"/>
                      <a:gd name="connsiteX33" fmla="*/ 6724 w 25547"/>
                      <a:gd name="connsiteY33" fmla="*/ 32835 h 38794"/>
                      <a:gd name="connsiteX34" fmla="*/ 9400 w 25547"/>
                      <a:gd name="connsiteY34" fmla="*/ 35039 h 38794"/>
                      <a:gd name="connsiteX35" fmla="*/ 13404 w 25547"/>
                      <a:gd name="connsiteY35" fmla="*/ 35893 h 38794"/>
                      <a:gd name="connsiteX36" fmla="*/ 17474 w 25547"/>
                      <a:gd name="connsiteY36" fmla="*/ 35061 h 38794"/>
                      <a:gd name="connsiteX37" fmla="*/ 20151 w 25547"/>
                      <a:gd name="connsiteY37" fmla="*/ 32857 h 38794"/>
                      <a:gd name="connsiteX38" fmla="*/ 21635 w 25547"/>
                      <a:gd name="connsiteY38" fmla="*/ 29776 h 38794"/>
                      <a:gd name="connsiteX39" fmla="*/ 22084 w 25547"/>
                      <a:gd name="connsiteY39" fmla="*/ 26358 h 38794"/>
                      <a:gd name="connsiteX40" fmla="*/ 19948 w 25547"/>
                      <a:gd name="connsiteY40" fmla="*/ 19521 h 38794"/>
                      <a:gd name="connsiteX41" fmla="*/ 13336 w 25547"/>
                      <a:gd name="connsiteY41" fmla="*/ 17115 h 38794"/>
                      <a:gd name="connsiteX42" fmla="*/ 13359 w 25547"/>
                      <a:gd name="connsiteY42" fmla="*/ 17115 h 387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5547" h="38794">
                        <a:moveTo>
                          <a:pt x="21388" y="9378"/>
                        </a:moveTo>
                        <a:cubicBezTo>
                          <a:pt x="20982" y="7444"/>
                          <a:pt x="20196" y="5870"/>
                          <a:pt x="19004" y="4700"/>
                        </a:cubicBezTo>
                        <a:cubicBezTo>
                          <a:pt x="17812" y="3531"/>
                          <a:pt x="16192" y="2946"/>
                          <a:pt x="14146" y="2946"/>
                        </a:cubicBezTo>
                        <a:cubicBezTo>
                          <a:pt x="11807" y="2946"/>
                          <a:pt x="9963" y="3508"/>
                          <a:pt x="8613" y="4610"/>
                        </a:cubicBezTo>
                        <a:cubicBezTo>
                          <a:pt x="7264" y="5735"/>
                          <a:pt x="6230" y="7129"/>
                          <a:pt x="5510" y="8838"/>
                        </a:cubicBezTo>
                        <a:cubicBezTo>
                          <a:pt x="4790" y="10548"/>
                          <a:pt x="4295" y="12414"/>
                          <a:pt x="4048" y="14416"/>
                        </a:cubicBezTo>
                        <a:cubicBezTo>
                          <a:pt x="3801" y="16440"/>
                          <a:pt x="3598" y="18329"/>
                          <a:pt x="3463" y="20128"/>
                        </a:cubicBezTo>
                        <a:cubicBezTo>
                          <a:pt x="4003" y="19409"/>
                          <a:pt x="4565" y="18689"/>
                          <a:pt x="5172" y="17969"/>
                        </a:cubicBezTo>
                        <a:cubicBezTo>
                          <a:pt x="5757" y="17250"/>
                          <a:pt x="6432" y="16620"/>
                          <a:pt x="7197" y="16058"/>
                        </a:cubicBezTo>
                        <a:cubicBezTo>
                          <a:pt x="7961" y="15495"/>
                          <a:pt x="8838" y="15046"/>
                          <a:pt x="9850" y="14708"/>
                        </a:cubicBezTo>
                        <a:cubicBezTo>
                          <a:pt x="10862" y="14371"/>
                          <a:pt x="12054" y="14191"/>
                          <a:pt x="13471" y="14191"/>
                        </a:cubicBezTo>
                        <a:cubicBezTo>
                          <a:pt x="17317" y="14191"/>
                          <a:pt x="20308" y="15270"/>
                          <a:pt x="22400" y="17452"/>
                        </a:cubicBezTo>
                        <a:cubicBezTo>
                          <a:pt x="24513" y="19633"/>
                          <a:pt x="25548" y="22625"/>
                          <a:pt x="25548" y="26448"/>
                        </a:cubicBezTo>
                        <a:cubicBezTo>
                          <a:pt x="25548" y="30271"/>
                          <a:pt x="24491" y="33330"/>
                          <a:pt x="22355" y="35511"/>
                        </a:cubicBezTo>
                        <a:cubicBezTo>
                          <a:pt x="20241" y="37715"/>
                          <a:pt x="17227" y="38795"/>
                          <a:pt x="13336" y="38795"/>
                        </a:cubicBezTo>
                        <a:cubicBezTo>
                          <a:pt x="11424" y="38795"/>
                          <a:pt x="9670" y="38480"/>
                          <a:pt x="8051" y="37850"/>
                        </a:cubicBezTo>
                        <a:cubicBezTo>
                          <a:pt x="6432" y="37220"/>
                          <a:pt x="5038" y="36186"/>
                          <a:pt x="3846" y="34746"/>
                        </a:cubicBezTo>
                        <a:cubicBezTo>
                          <a:pt x="2654" y="33307"/>
                          <a:pt x="1732" y="31418"/>
                          <a:pt x="1034" y="29102"/>
                        </a:cubicBezTo>
                        <a:cubicBezTo>
                          <a:pt x="360" y="26785"/>
                          <a:pt x="0" y="23951"/>
                          <a:pt x="0" y="20600"/>
                        </a:cubicBezTo>
                        <a:cubicBezTo>
                          <a:pt x="0" y="18329"/>
                          <a:pt x="202" y="15990"/>
                          <a:pt x="585" y="13561"/>
                        </a:cubicBezTo>
                        <a:cubicBezTo>
                          <a:pt x="989" y="11132"/>
                          <a:pt x="1687" y="8906"/>
                          <a:pt x="2721" y="6904"/>
                        </a:cubicBezTo>
                        <a:cubicBezTo>
                          <a:pt x="3756" y="4880"/>
                          <a:pt x="5150" y="3239"/>
                          <a:pt x="6926" y="1934"/>
                        </a:cubicBezTo>
                        <a:cubicBezTo>
                          <a:pt x="8703" y="630"/>
                          <a:pt x="10997" y="0"/>
                          <a:pt x="13808" y="0"/>
                        </a:cubicBezTo>
                        <a:cubicBezTo>
                          <a:pt x="16822" y="0"/>
                          <a:pt x="19341" y="787"/>
                          <a:pt x="21365" y="2384"/>
                        </a:cubicBezTo>
                        <a:cubicBezTo>
                          <a:pt x="23389" y="3958"/>
                          <a:pt x="24558" y="6297"/>
                          <a:pt x="24918" y="9356"/>
                        </a:cubicBezTo>
                        <a:lnTo>
                          <a:pt x="21365" y="9356"/>
                        </a:lnTo>
                        <a:lnTo>
                          <a:pt x="21365" y="9356"/>
                        </a:lnTo>
                        <a:close/>
                        <a:moveTo>
                          <a:pt x="13359" y="17137"/>
                        </a:moveTo>
                        <a:cubicBezTo>
                          <a:pt x="12032" y="17137"/>
                          <a:pt x="10840" y="17384"/>
                          <a:pt x="9760" y="17902"/>
                        </a:cubicBezTo>
                        <a:cubicBezTo>
                          <a:pt x="8703" y="18397"/>
                          <a:pt x="7804" y="19094"/>
                          <a:pt x="7061" y="19948"/>
                        </a:cubicBezTo>
                        <a:cubicBezTo>
                          <a:pt x="6319" y="20803"/>
                          <a:pt x="5757" y="21815"/>
                          <a:pt x="5352" y="22939"/>
                        </a:cubicBezTo>
                        <a:cubicBezTo>
                          <a:pt x="4948" y="24064"/>
                          <a:pt x="4768" y="25278"/>
                          <a:pt x="4768" y="26583"/>
                        </a:cubicBezTo>
                        <a:cubicBezTo>
                          <a:pt x="4768" y="27662"/>
                          <a:pt x="4925" y="28742"/>
                          <a:pt x="5217" y="29844"/>
                        </a:cubicBezTo>
                        <a:cubicBezTo>
                          <a:pt x="5532" y="30946"/>
                          <a:pt x="6027" y="31935"/>
                          <a:pt x="6724" y="32835"/>
                        </a:cubicBezTo>
                        <a:cubicBezTo>
                          <a:pt x="7421" y="33734"/>
                          <a:pt x="8321" y="34477"/>
                          <a:pt x="9400" y="35039"/>
                        </a:cubicBezTo>
                        <a:cubicBezTo>
                          <a:pt x="10480" y="35623"/>
                          <a:pt x="11807" y="35893"/>
                          <a:pt x="13404" y="35893"/>
                        </a:cubicBezTo>
                        <a:cubicBezTo>
                          <a:pt x="15000" y="35893"/>
                          <a:pt x="16372" y="35623"/>
                          <a:pt x="17474" y="35061"/>
                        </a:cubicBezTo>
                        <a:cubicBezTo>
                          <a:pt x="18576" y="34499"/>
                          <a:pt x="19453" y="33757"/>
                          <a:pt x="20151" y="32857"/>
                        </a:cubicBezTo>
                        <a:cubicBezTo>
                          <a:pt x="20825" y="31935"/>
                          <a:pt x="21320" y="30923"/>
                          <a:pt x="21635" y="29776"/>
                        </a:cubicBezTo>
                        <a:cubicBezTo>
                          <a:pt x="21950" y="28629"/>
                          <a:pt x="22084" y="27505"/>
                          <a:pt x="22084" y="26358"/>
                        </a:cubicBezTo>
                        <a:cubicBezTo>
                          <a:pt x="22084" y="23412"/>
                          <a:pt x="21365" y="21140"/>
                          <a:pt x="19948" y="19521"/>
                        </a:cubicBezTo>
                        <a:cubicBezTo>
                          <a:pt x="18531" y="17924"/>
                          <a:pt x="16327" y="17115"/>
                          <a:pt x="13336" y="17115"/>
                        </a:cubicBezTo>
                        <a:lnTo>
                          <a:pt x="13359" y="17115"/>
                        </a:lnTo>
                        <a:close/>
                      </a:path>
                    </a:pathLst>
                  </a:custGeom>
                  <a:solidFill>
                    <a:srgbClr val="231F20"/>
                  </a:solidFill>
                  <a:ln w="2249" cap="flat">
                    <a:noFill/>
                    <a:prstDash val="solid"/>
                    <a:miter/>
                  </a:ln>
                </p:spPr>
                <p:txBody>
                  <a:bodyPr rtlCol="0" anchor="ctr"/>
                  <a:lstStyle/>
                  <a:p>
                    <a:endParaRPr lang="en-US"/>
                  </a:p>
                </p:txBody>
              </p:sp>
              <p:sp>
                <p:nvSpPr>
                  <p:cNvPr id="2094" name="Freeform 2093">
                    <a:extLst>
                      <a:ext uri="{FF2B5EF4-FFF2-40B4-BE49-F238E27FC236}">
                        <a16:creationId xmlns:a16="http://schemas.microsoft.com/office/drawing/2014/main" id="{EB09D83A-7BD1-C183-D9F9-A04BAA3FC117}"/>
                      </a:ext>
                    </a:extLst>
                  </p:cNvPr>
                  <p:cNvSpPr/>
                  <p:nvPr/>
                </p:nvSpPr>
                <p:spPr>
                  <a:xfrm>
                    <a:off x="8189601" y="3041600"/>
                    <a:ext cx="25772" cy="38816"/>
                  </a:xfrm>
                  <a:custGeom>
                    <a:avLst/>
                    <a:gdLst>
                      <a:gd name="connsiteX0" fmla="*/ 12932 w 25772"/>
                      <a:gd name="connsiteY0" fmla="*/ 0 h 38816"/>
                      <a:gd name="connsiteX1" fmla="*/ 17789 w 25772"/>
                      <a:gd name="connsiteY1" fmla="*/ 832 h 38816"/>
                      <a:gd name="connsiteX2" fmla="*/ 21275 w 25772"/>
                      <a:gd name="connsiteY2" fmla="*/ 3126 h 38816"/>
                      <a:gd name="connsiteX3" fmla="*/ 23592 w 25772"/>
                      <a:gd name="connsiteY3" fmla="*/ 6522 h 38816"/>
                      <a:gd name="connsiteX4" fmla="*/ 24963 w 25772"/>
                      <a:gd name="connsiteY4" fmla="*/ 10660 h 38816"/>
                      <a:gd name="connsiteX5" fmla="*/ 25615 w 25772"/>
                      <a:gd name="connsiteY5" fmla="*/ 15158 h 38816"/>
                      <a:gd name="connsiteX6" fmla="*/ 25773 w 25772"/>
                      <a:gd name="connsiteY6" fmla="*/ 19701 h 38816"/>
                      <a:gd name="connsiteX7" fmla="*/ 25233 w 25772"/>
                      <a:gd name="connsiteY7" fmla="*/ 26942 h 38816"/>
                      <a:gd name="connsiteX8" fmla="*/ 23254 w 25772"/>
                      <a:gd name="connsiteY8" fmla="*/ 33037 h 38816"/>
                      <a:gd name="connsiteX9" fmla="*/ 19341 w 25772"/>
                      <a:gd name="connsiteY9" fmla="*/ 37243 h 38816"/>
                      <a:gd name="connsiteX10" fmla="*/ 12909 w 25772"/>
                      <a:gd name="connsiteY10" fmla="*/ 38817 h 38816"/>
                      <a:gd name="connsiteX11" fmla="*/ 6454 w 25772"/>
                      <a:gd name="connsiteY11" fmla="*/ 37243 h 38816"/>
                      <a:gd name="connsiteX12" fmla="*/ 2519 w 25772"/>
                      <a:gd name="connsiteY12" fmla="*/ 33015 h 38816"/>
                      <a:gd name="connsiteX13" fmla="*/ 540 w 25772"/>
                      <a:gd name="connsiteY13" fmla="*/ 26808 h 38816"/>
                      <a:gd name="connsiteX14" fmla="*/ 0 w 25772"/>
                      <a:gd name="connsiteY14" fmla="*/ 19341 h 38816"/>
                      <a:gd name="connsiteX15" fmla="*/ 495 w 25772"/>
                      <a:gd name="connsiteY15" fmla="*/ 12279 h 38816"/>
                      <a:gd name="connsiteX16" fmla="*/ 2361 w 25772"/>
                      <a:gd name="connsiteY16" fmla="*/ 6095 h 38816"/>
                      <a:gd name="connsiteX17" fmla="*/ 6274 w 25772"/>
                      <a:gd name="connsiteY17" fmla="*/ 1687 h 38816"/>
                      <a:gd name="connsiteX18" fmla="*/ 12909 w 25772"/>
                      <a:gd name="connsiteY18" fmla="*/ 22 h 38816"/>
                      <a:gd name="connsiteX19" fmla="*/ 12909 w 25772"/>
                      <a:gd name="connsiteY19" fmla="*/ 22 h 38816"/>
                      <a:gd name="connsiteX20" fmla="*/ 22332 w 25772"/>
                      <a:gd name="connsiteY20" fmla="*/ 19319 h 38816"/>
                      <a:gd name="connsiteX21" fmla="*/ 21972 w 25772"/>
                      <a:gd name="connsiteY21" fmla="*/ 13291 h 38816"/>
                      <a:gd name="connsiteX22" fmla="*/ 20600 w 25772"/>
                      <a:gd name="connsiteY22" fmla="*/ 8029 h 38816"/>
                      <a:gd name="connsiteX23" fmla="*/ 17722 w 25772"/>
                      <a:gd name="connsiteY23" fmla="*/ 4296 h 38816"/>
                      <a:gd name="connsiteX24" fmla="*/ 12841 w 25772"/>
                      <a:gd name="connsiteY24" fmla="*/ 2901 h 38816"/>
                      <a:gd name="connsiteX25" fmla="*/ 8163 w 25772"/>
                      <a:gd name="connsiteY25" fmla="*/ 4340 h 38816"/>
                      <a:gd name="connsiteX26" fmla="*/ 5330 w 25772"/>
                      <a:gd name="connsiteY26" fmla="*/ 8141 h 38816"/>
                      <a:gd name="connsiteX27" fmla="*/ 3891 w 25772"/>
                      <a:gd name="connsiteY27" fmla="*/ 13539 h 38816"/>
                      <a:gd name="connsiteX28" fmla="*/ 3485 w 25772"/>
                      <a:gd name="connsiteY28" fmla="*/ 19701 h 38816"/>
                      <a:gd name="connsiteX29" fmla="*/ 3936 w 25772"/>
                      <a:gd name="connsiteY29" fmla="*/ 26358 h 38816"/>
                      <a:gd name="connsiteX30" fmla="*/ 5465 w 25772"/>
                      <a:gd name="connsiteY30" fmla="*/ 31463 h 38816"/>
                      <a:gd name="connsiteX31" fmla="*/ 8344 w 25772"/>
                      <a:gd name="connsiteY31" fmla="*/ 34724 h 38816"/>
                      <a:gd name="connsiteX32" fmla="*/ 12909 w 25772"/>
                      <a:gd name="connsiteY32" fmla="*/ 35893 h 38816"/>
                      <a:gd name="connsiteX33" fmla="*/ 17857 w 25772"/>
                      <a:gd name="connsiteY33" fmla="*/ 34387 h 38816"/>
                      <a:gd name="connsiteX34" fmla="*/ 20690 w 25772"/>
                      <a:gd name="connsiteY34" fmla="*/ 30496 h 38816"/>
                      <a:gd name="connsiteX35" fmla="*/ 21994 w 25772"/>
                      <a:gd name="connsiteY35" fmla="*/ 25143 h 38816"/>
                      <a:gd name="connsiteX36" fmla="*/ 22309 w 25772"/>
                      <a:gd name="connsiteY36" fmla="*/ 19319 h 38816"/>
                      <a:gd name="connsiteX37" fmla="*/ 22332 w 25772"/>
                      <a:gd name="connsiteY37" fmla="*/ 19319 h 38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6">
                        <a:moveTo>
                          <a:pt x="12932" y="0"/>
                        </a:moveTo>
                        <a:cubicBezTo>
                          <a:pt x="14798" y="0"/>
                          <a:pt x="16417"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710"/>
                          <a:pt x="25773" y="18217"/>
                          <a:pt x="25773" y="19701"/>
                        </a:cubicBezTo>
                        <a:cubicBezTo>
                          <a:pt x="25773" y="22220"/>
                          <a:pt x="25593" y="24626"/>
                          <a:pt x="25233" y="26942"/>
                        </a:cubicBezTo>
                        <a:cubicBezTo>
                          <a:pt x="24873" y="29259"/>
                          <a:pt x="24221" y="31283"/>
                          <a:pt x="23254" y="33037"/>
                        </a:cubicBezTo>
                        <a:cubicBezTo>
                          <a:pt x="22309" y="34791"/>
                          <a:pt x="21005" y="36208"/>
                          <a:pt x="19341" y="37243"/>
                        </a:cubicBezTo>
                        <a:cubicBezTo>
                          <a:pt x="17677" y="38277"/>
                          <a:pt x="15540" y="38817"/>
                          <a:pt x="12909" y="38817"/>
                        </a:cubicBezTo>
                        <a:cubicBezTo>
                          <a:pt x="10277" y="38817"/>
                          <a:pt x="8141" y="38300"/>
                          <a:pt x="6454" y="37243"/>
                        </a:cubicBezTo>
                        <a:cubicBezTo>
                          <a:pt x="4768" y="36186"/>
                          <a:pt x="3463" y="34791"/>
                          <a:pt x="2519" y="33015"/>
                        </a:cubicBezTo>
                        <a:cubicBezTo>
                          <a:pt x="1574" y="31238"/>
                          <a:pt x="899" y="29169"/>
                          <a:pt x="540" y="26808"/>
                        </a:cubicBezTo>
                        <a:cubicBezTo>
                          <a:pt x="180" y="24446"/>
                          <a:pt x="0" y="21950"/>
                          <a:pt x="0" y="19341"/>
                        </a:cubicBezTo>
                        <a:cubicBezTo>
                          <a:pt x="0" y="16935"/>
                          <a:pt x="157" y="14573"/>
                          <a:pt x="495" y="12279"/>
                        </a:cubicBezTo>
                        <a:cubicBezTo>
                          <a:pt x="809" y="9985"/>
                          <a:pt x="1439" y="7916"/>
                          <a:pt x="2361" y="6095"/>
                        </a:cubicBezTo>
                        <a:cubicBezTo>
                          <a:pt x="3283" y="4273"/>
                          <a:pt x="4587" y="2811"/>
                          <a:pt x="6274" y="1687"/>
                        </a:cubicBezTo>
                        <a:cubicBezTo>
                          <a:pt x="7961" y="562"/>
                          <a:pt x="10187" y="22"/>
                          <a:pt x="12909" y="22"/>
                        </a:cubicBezTo>
                        <a:lnTo>
                          <a:pt x="12909" y="22"/>
                        </a:lnTo>
                        <a:close/>
                        <a:moveTo>
                          <a:pt x="22332" y="19319"/>
                        </a:moveTo>
                        <a:cubicBezTo>
                          <a:pt x="22332" y="17272"/>
                          <a:pt x="22219" y="15270"/>
                          <a:pt x="21972" y="13291"/>
                        </a:cubicBezTo>
                        <a:cubicBezTo>
                          <a:pt x="21747" y="11335"/>
                          <a:pt x="21275" y="9581"/>
                          <a:pt x="20600" y="8029"/>
                        </a:cubicBezTo>
                        <a:cubicBezTo>
                          <a:pt x="19925" y="6477"/>
                          <a:pt x="18959" y="5240"/>
                          <a:pt x="17722" y="4296"/>
                        </a:cubicBezTo>
                        <a:cubicBezTo>
                          <a:pt x="16484" y="3351"/>
                          <a:pt x="14843" y="2901"/>
                          <a:pt x="12841" y="2901"/>
                        </a:cubicBezTo>
                        <a:cubicBezTo>
                          <a:pt x="10840" y="2901"/>
                          <a:pt x="9378" y="3373"/>
                          <a:pt x="8163" y="4340"/>
                        </a:cubicBezTo>
                        <a:cubicBezTo>
                          <a:pt x="6949" y="5308"/>
                          <a:pt x="6005" y="6567"/>
                          <a:pt x="5330" y="8141"/>
                        </a:cubicBezTo>
                        <a:cubicBezTo>
                          <a:pt x="4655" y="9715"/>
                          <a:pt x="4160" y="11515"/>
                          <a:pt x="3891" y="13539"/>
                        </a:cubicBezTo>
                        <a:cubicBezTo>
                          <a:pt x="3621" y="15563"/>
                          <a:pt x="3485" y="17609"/>
                          <a:pt x="3485" y="19701"/>
                        </a:cubicBezTo>
                        <a:cubicBezTo>
                          <a:pt x="3485" y="22152"/>
                          <a:pt x="3643" y="24379"/>
                          <a:pt x="3936" y="26358"/>
                        </a:cubicBezTo>
                        <a:cubicBezTo>
                          <a:pt x="4250" y="28359"/>
                          <a:pt x="4745" y="30046"/>
                          <a:pt x="5465" y="31463"/>
                        </a:cubicBezTo>
                        <a:cubicBezTo>
                          <a:pt x="6185" y="32857"/>
                          <a:pt x="7152" y="33959"/>
                          <a:pt x="8344" y="34724"/>
                        </a:cubicBezTo>
                        <a:cubicBezTo>
                          <a:pt x="9558" y="35489"/>
                          <a:pt x="11065" y="35893"/>
                          <a:pt x="12909" y="35893"/>
                        </a:cubicBezTo>
                        <a:cubicBezTo>
                          <a:pt x="14955" y="35893"/>
                          <a:pt x="16597" y="35399"/>
                          <a:pt x="17857" y="34387"/>
                        </a:cubicBezTo>
                        <a:cubicBezTo>
                          <a:pt x="19116" y="33375"/>
                          <a:pt x="20038" y="32093"/>
                          <a:pt x="20690" y="30496"/>
                        </a:cubicBezTo>
                        <a:cubicBezTo>
                          <a:pt x="21343" y="28899"/>
                          <a:pt x="21770" y="27122"/>
                          <a:pt x="21994" y="25143"/>
                        </a:cubicBezTo>
                        <a:cubicBezTo>
                          <a:pt x="22219" y="23164"/>
                          <a:pt x="22309" y="21230"/>
                          <a:pt x="22309" y="19319"/>
                        </a:cubicBezTo>
                        <a:lnTo>
                          <a:pt x="22332" y="19319"/>
                        </a:lnTo>
                        <a:close/>
                      </a:path>
                    </a:pathLst>
                  </a:custGeom>
                  <a:solidFill>
                    <a:srgbClr val="231F20"/>
                  </a:solidFill>
                  <a:ln w="2249" cap="flat">
                    <a:noFill/>
                    <a:prstDash val="solid"/>
                    <a:miter/>
                  </a:ln>
                </p:spPr>
                <p:txBody>
                  <a:bodyPr rtlCol="0" anchor="ctr"/>
                  <a:lstStyle/>
                  <a:p>
                    <a:endParaRPr lang="en-US"/>
                  </a:p>
                </p:txBody>
              </p:sp>
              <p:sp>
                <p:nvSpPr>
                  <p:cNvPr id="2095" name="Freeform 2094">
                    <a:extLst>
                      <a:ext uri="{FF2B5EF4-FFF2-40B4-BE49-F238E27FC236}">
                        <a16:creationId xmlns:a16="http://schemas.microsoft.com/office/drawing/2014/main" id="{879702B1-E9F9-62FB-177D-03CD8B8A96D3}"/>
                      </a:ext>
                    </a:extLst>
                  </p:cNvPr>
                  <p:cNvSpPr/>
                  <p:nvPr/>
                </p:nvSpPr>
                <p:spPr>
                  <a:xfrm>
                    <a:off x="8219602" y="3041600"/>
                    <a:ext cx="25772" cy="38816"/>
                  </a:xfrm>
                  <a:custGeom>
                    <a:avLst/>
                    <a:gdLst>
                      <a:gd name="connsiteX0" fmla="*/ 12932 w 25772"/>
                      <a:gd name="connsiteY0" fmla="*/ 0 h 38816"/>
                      <a:gd name="connsiteX1" fmla="*/ 17790 w 25772"/>
                      <a:gd name="connsiteY1" fmla="*/ 832 h 38816"/>
                      <a:gd name="connsiteX2" fmla="*/ 21275 w 25772"/>
                      <a:gd name="connsiteY2" fmla="*/ 3126 h 38816"/>
                      <a:gd name="connsiteX3" fmla="*/ 23592 w 25772"/>
                      <a:gd name="connsiteY3" fmla="*/ 6522 h 38816"/>
                      <a:gd name="connsiteX4" fmla="*/ 24964 w 25772"/>
                      <a:gd name="connsiteY4" fmla="*/ 10660 h 38816"/>
                      <a:gd name="connsiteX5" fmla="*/ 25616 w 25772"/>
                      <a:gd name="connsiteY5" fmla="*/ 15158 h 38816"/>
                      <a:gd name="connsiteX6" fmla="*/ 25773 w 25772"/>
                      <a:gd name="connsiteY6" fmla="*/ 19701 h 38816"/>
                      <a:gd name="connsiteX7" fmla="*/ 25233 w 25772"/>
                      <a:gd name="connsiteY7" fmla="*/ 26942 h 38816"/>
                      <a:gd name="connsiteX8" fmla="*/ 23254 w 25772"/>
                      <a:gd name="connsiteY8" fmla="*/ 33037 h 38816"/>
                      <a:gd name="connsiteX9" fmla="*/ 19341 w 25772"/>
                      <a:gd name="connsiteY9" fmla="*/ 37243 h 38816"/>
                      <a:gd name="connsiteX10" fmla="*/ 12909 w 25772"/>
                      <a:gd name="connsiteY10" fmla="*/ 38817 h 38816"/>
                      <a:gd name="connsiteX11" fmla="*/ 6455 w 25772"/>
                      <a:gd name="connsiteY11" fmla="*/ 37243 h 38816"/>
                      <a:gd name="connsiteX12" fmla="*/ 2519 w 25772"/>
                      <a:gd name="connsiteY12" fmla="*/ 33015 h 38816"/>
                      <a:gd name="connsiteX13" fmla="*/ 540 w 25772"/>
                      <a:gd name="connsiteY13" fmla="*/ 26808 h 38816"/>
                      <a:gd name="connsiteX14" fmla="*/ 0 w 25772"/>
                      <a:gd name="connsiteY14" fmla="*/ 19341 h 38816"/>
                      <a:gd name="connsiteX15" fmla="*/ 495 w 25772"/>
                      <a:gd name="connsiteY15" fmla="*/ 12279 h 38816"/>
                      <a:gd name="connsiteX16" fmla="*/ 2362 w 25772"/>
                      <a:gd name="connsiteY16" fmla="*/ 6095 h 38816"/>
                      <a:gd name="connsiteX17" fmla="*/ 6275 w 25772"/>
                      <a:gd name="connsiteY17" fmla="*/ 1687 h 38816"/>
                      <a:gd name="connsiteX18" fmla="*/ 12909 w 25772"/>
                      <a:gd name="connsiteY18" fmla="*/ 22 h 38816"/>
                      <a:gd name="connsiteX19" fmla="*/ 12909 w 25772"/>
                      <a:gd name="connsiteY19" fmla="*/ 22 h 38816"/>
                      <a:gd name="connsiteX20" fmla="*/ 22332 w 25772"/>
                      <a:gd name="connsiteY20" fmla="*/ 19319 h 38816"/>
                      <a:gd name="connsiteX21" fmla="*/ 21972 w 25772"/>
                      <a:gd name="connsiteY21" fmla="*/ 13291 h 38816"/>
                      <a:gd name="connsiteX22" fmla="*/ 20601 w 25772"/>
                      <a:gd name="connsiteY22" fmla="*/ 8029 h 38816"/>
                      <a:gd name="connsiteX23" fmla="*/ 17722 w 25772"/>
                      <a:gd name="connsiteY23" fmla="*/ 4296 h 38816"/>
                      <a:gd name="connsiteX24" fmla="*/ 12841 w 25772"/>
                      <a:gd name="connsiteY24" fmla="*/ 2901 h 38816"/>
                      <a:gd name="connsiteX25" fmla="*/ 8164 w 25772"/>
                      <a:gd name="connsiteY25" fmla="*/ 4340 h 38816"/>
                      <a:gd name="connsiteX26" fmla="*/ 5330 w 25772"/>
                      <a:gd name="connsiteY26" fmla="*/ 8141 h 38816"/>
                      <a:gd name="connsiteX27" fmla="*/ 3891 w 25772"/>
                      <a:gd name="connsiteY27" fmla="*/ 13539 h 38816"/>
                      <a:gd name="connsiteX28" fmla="*/ 3486 w 25772"/>
                      <a:gd name="connsiteY28" fmla="*/ 19701 h 38816"/>
                      <a:gd name="connsiteX29" fmla="*/ 3936 w 25772"/>
                      <a:gd name="connsiteY29" fmla="*/ 26358 h 38816"/>
                      <a:gd name="connsiteX30" fmla="*/ 5465 w 25772"/>
                      <a:gd name="connsiteY30" fmla="*/ 31463 h 38816"/>
                      <a:gd name="connsiteX31" fmla="*/ 8344 w 25772"/>
                      <a:gd name="connsiteY31" fmla="*/ 34724 h 38816"/>
                      <a:gd name="connsiteX32" fmla="*/ 12909 w 25772"/>
                      <a:gd name="connsiteY32" fmla="*/ 35893 h 38816"/>
                      <a:gd name="connsiteX33" fmla="*/ 17857 w 25772"/>
                      <a:gd name="connsiteY33" fmla="*/ 34387 h 38816"/>
                      <a:gd name="connsiteX34" fmla="*/ 20690 w 25772"/>
                      <a:gd name="connsiteY34" fmla="*/ 30496 h 38816"/>
                      <a:gd name="connsiteX35" fmla="*/ 21995 w 25772"/>
                      <a:gd name="connsiteY35" fmla="*/ 25143 h 38816"/>
                      <a:gd name="connsiteX36" fmla="*/ 22309 w 25772"/>
                      <a:gd name="connsiteY36" fmla="*/ 19319 h 38816"/>
                      <a:gd name="connsiteX37" fmla="*/ 22332 w 25772"/>
                      <a:gd name="connsiteY37" fmla="*/ 19319 h 38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6">
                        <a:moveTo>
                          <a:pt x="12932" y="0"/>
                        </a:moveTo>
                        <a:cubicBezTo>
                          <a:pt x="14798" y="0"/>
                          <a:pt x="16418" y="270"/>
                          <a:pt x="17790" y="832"/>
                        </a:cubicBezTo>
                        <a:cubicBezTo>
                          <a:pt x="19161" y="1394"/>
                          <a:pt x="20308" y="2159"/>
                          <a:pt x="21275" y="3126"/>
                        </a:cubicBezTo>
                        <a:cubicBezTo>
                          <a:pt x="22220" y="4093"/>
                          <a:pt x="23007" y="5240"/>
                          <a:pt x="23592" y="6522"/>
                        </a:cubicBezTo>
                        <a:cubicBezTo>
                          <a:pt x="24176" y="7826"/>
                          <a:pt x="24648" y="9198"/>
                          <a:pt x="24964" y="10660"/>
                        </a:cubicBezTo>
                        <a:cubicBezTo>
                          <a:pt x="25278" y="12122"/>
                          <a:pt x="25503" y="13629"/>
                          <a:pt x="25616" y="15158"/>
                        </a:cubicBezTo>
                        <a:cubicBezTo>
                          <a:pt x="25728" y="16710"/>
                          <a:pt x="25773" y="18217"/>
                          <a:pt x="25773" y="19701"/>
                        </a:cubicBezTo>
                        <a:cubicBezTo>
                          <a:pt x="25773" y="22220"/>
                          <a:pt x="25593" y="24626"/>
                          <a:pt x="25233" y="26942"/>
                        </a:cubicBezTo>
                        <a:cubicBezTo>
                          <a:pt x="24874" y="29259"/>
                          <a:pt x="24221" y="31283"/>
                          <a:pt x="23254" y="33037"/>
                        </a:cubicBezTo>
                        <a:cubicBezTo>
                          <a:pt x="22309" y="34791"/>
                          <a:pt x="21005" y="36208"/>
                          <a:pt x="19341" y="37243"/>
                        </a:cubicBezTo>
                        <a:cubicBezTo>
                          <a:pt x="17677" y="38277"/>
                          <a:pt x="15541" y="38817"/>
                          <a:pt x="12909" y="38817"/>
                        </a:cubicBezTo>
                        <a:cubicBezTo>
                          <a:pt x="10278" y="38817"/>
                          <a:pt x="8141" y="38300"/>
                          <a:pt x="6455" y="37243"/>
                        </a:cubicBezTo>
                        <a:cubicBezTo>
                          <a:pt x="4768" y="36186"/>
                          <a:pt x="3463" y="34791"/>
                          <a:pt x="2519" y="33015"/>
                        </a:cubicBezTo>
                        <a:cubicBezTo>
                          <a:pt x="1574" y="31238"/>
                          <a:pt x="900" y="29169"/>
                          <a:pt x="540" y="26808"/>
                        </a:cubicBezTo>
                        <a:cubicBezTo>
                          <a:pt x="180" y="24446"/>
                          <a:pt x="0" y="21950"/>
                          <a:pt x="0" y="19341"/>
                        </a:cubicBezTo>
                        <a:cubicBezTo>
                          <a:pt x="0" y="16935"/>
                          <a:pt x="158" y="14573"/>
                          <a:pt x="495" y="12279"/>
                        </a:cubicBezTo>
                        <a:cubicBezTo>
                          <a:pt x="810" y="9985"/>
                          <a:pt x="1440" y="7916"/>
                          <a:pt x="2362" y="6095"/>
                        </a:cubicBezTo>
                        <a:cubicBezTo>
                          <a:pt x="3283" y="4273"/>
                          <a:pt x="4588" y="2811"/>
                          <a:pt x="6275" y="1687"/>
                        </a:cubicBezTo>
                        <a:cubicBezTo>
                          <a:pt x="7961" y="562"/>
                          <a:pt x="10188" y="22"/>
                          <a:pt x="12909" y="22"/>
                        </a:cubicBezTo>
                        <a:lnTo>
                          <a:pt x="12909" y="22"/>
                        </a:lnTo>
                        <a:close/>
                        <a:moveTo>
                          <a:pt x="22332" y="19319"/>
                        </a:moveTo>
                        <a:cubicBezTo>
                          <a:pt x="22332" y="17272"/>
                          <a:pt x="22220" y="15270"/>
                          <a:pt x="21972" y="13291"/>
                        </a:cubicBezTo>
                        <a:cubicBezTo>
                          <a:pt x="21747" y="11335"/>
                          <a:pt x="21275" y="9581"/>
                          <a:pt x="20601" y="8029"/>
                        </a:cubicBezTo>
                        <a:cubicBezTo>
                          <a:pt x="19926" y="6477"/>
                          <a:pt x="18959" y="5240"/>
                          <a:pt x="17722" y="4296"/>
                        </a:cubicBezTo>
                        <a:cubicBezTo>
                          <a:pt x="16485" y="3351"/>
                          <a:pt x="14843" y="2901"/>
                          <a:pt x="12841" y="2901"/>
                        </a:cubicBezTo>
                        <a:cubicBezTo>
                          <a:pt x="10840" y="2901"/>
                          <a:pt x="9378" y="3373"/>
                          <a:pt x="8164" y="4340"/>
                        </a:cubicBezTo>
                        <a:cubicBezTo>
                          <a:pt x="6949" y="5308"/>
                          <a:pt x="6005" y="6567"/>
                          <a:pt x="5330" y="8141"/>
                        </a:cubicBezTo>
                        <a:cubicBezTo>
                          <a:pt x="4655" y="9715"/>
                          <a:pt x="4161" y="11515"/>
                          <a:pt x="3891" y="13539"/>
                        </a:cubicBezTo>
                        <a:cubicBezTo>
                          <a:pt x="3621" y="15563"/>
                          <a:pt x="3486" y="17609"/>
                          <a:pt x="3486" y="19701"/>
                        </a:cubicBezTo>
                        <a:cubicBezTo>
                          <a:pt x="3486" y="22152"/>
                          <a:pt x="3644" y="24379"/>
                          <a:pt x="3936" y="26358"/>
                        </a:cubicBezTo>
                        <a:cubicBezTo>
                          <a:pt x="4251" y="28359"/>
                          <a:pt x="4746" y="30046"/>
                          <a:pt x="5465" y="31463"/>
                        </a:cubicBezTo>
                        <a:cubicBezTo>
                          <a:pt x="6185" y="32857"/>
                          <a:pt x="7152" y="33959"/>
                          <a:pt x="8344" y="34724"/>
                        </a:cubicBezTo>
                        <a:cubicBezTo>
                          <a:pt x="9558" y="35489"/>
                          <a:pt x="11065" y="35893"/>
                          <a:pt x="12909" y="35893"/>
                        </a:cubicBezTo>
                        <a:cubicBezTo>
                          <a:pt x="14956" y="35893"/>
                          <a:pt x="16598" y="35399"/>
                          <a:pt x="17857" y="34387"/>
                        </a:cubicBezTo>
                        <a:cubicBezTo>
                          <a:pt x="19116" y="33375"/>
                          <a:pt x="20039" y="32093"/>
                          <a:pt x="20690" y="30496"/>
                        </a:cubicBezTo>
                        <a:cubicBezTo>
                          <a:pt x="21343" y="28899"/>
                          <a:pt x="21770" y="27122"/>
                          <a:pt x="21995" y="25143"/>
                        </a:cubicBezTo>
                        <a:cubicBezTo>
                          <a:pt x="22220" y="23164"/>
                          <a:pt x="22309" y="21230"/>
                          <a:pt x="22309" y="19319"/>
                        </a:cubicBezTo>
                        <a:lnTo>
                          <a:pt x="22332" y="19319"/>
                        </a:lnTo>
                        <a:close/>
                      </a:path>
                    </a:pathLst>
                  </a:custGeom>
                  <a:solidFill>
                    <a:srgbClr val="231F20"/>
                  </a:solidFill>
                  <a:ln w="2249" cap="flat">
                    <a:noFill/>
                    <a:prstDash val="solid"/>
                    <a:miter/>
                  </a:ln>
                </p:spPr>
                <p:txBody>
                  <a:bodyPr rtlCol="0" anchor="ctr"/>
                  <a:lstStyle/>
                  <a:p>
                    <a:endParaRPr lang="en-US"/>
                  </a:p>
                </p:txBody>
              </p:sp>
            </p:grpSp>
            <p:grpSp>
              <p:nvGrpSpPr>
                <p:cNvPr id="1946" name="Graphic 3">
                  <a:extLst>
                    <a:ext uri="{FF2B5EF4-FFF2-40B4-BE49-F238E27FC236}">
                      <a16:creationId xmlns:a16="http://schemas.microsoft.com/office/drawing/2014/main" id="{3D46A48B-3197-4762-AFC6-2751EA4D70F6}"/>
                    </a:ext>
                  </a:extLst>
                </p:cNvPr>
                <p:cNvGrpSpPr/>
                <p:nvPr/>
              </p:nvGrpSpPr>
              <p:grpSpPr>
                <a:xfrm>
                  <a:off x="5431635" y="3910423"/>
                  <a:ext cx="450191" cy="168590"/>
                  <a:chOff x="8141720" y="2908191"/>
                  <a:chExt cx="103654" cy="38817"/>
                </a:xfrm>
                <a:solidFill>
                  <a:srgbClr val="231F20"/>
                </a:solidFill>
              </p:grpSpPr>
              <p:sp>
                <p:nvSpPr>
                  <p:cNvPr id="2088" name="Freeform 2087">
                    <a:extLst>
                      <a:ext uri="{FF2B5EF4-FFF2-40B4-BE49-F238E27FC236}">
                        <a16:creationId xmlns:a16="http://schemas.microsoft.com/office/drawing/2014/main" id="{58650910-097A-298B-B40B-A34A1246792F}"/>
                      </a:ext>
                    </a:extLst>
                  </p:cNvPr>
                  <p:cNvSpPr/>
                  <p:nvPr/>
                </p:nvSpPr>
                <p:spPr>
                  <a:xfrm>
                    <a:off x="8141720" y="2930524"/>
                    <a:ext cx="13650" cy="3350"/>
                  </a:xfrm>
                  <a:custGeom>
                    <a:avLst/>
                    <a:gdLst>
                      <a:gd name="connsiteX0" fmla="*/ 13651 w 13650"/>
                      <a:gd name="connsiteY0" fmla="*/ 0 h 3350"/>
                      <a:gd name="connsiteX1" fmla="*/ 13651 w 13650"/>
                      <a:gd name="connsiteY1" fmla="*/ 3351 h 3350"/>
                      <a:gd name="connsiteX2" fmla="*/ 0 w 13650"/>
                      <a:gd name="connsiteY2" fmla="*/ 3351 h 3350"/>
                      <a:gd name="connsiteX3" fmla="*/ 0 w 13650"/>
                      <a:gd name="connsiteY3" fmla="*/ 0 h 3350"/>
                      <a:gd name="connsiteX4" fmla="*/ 13651 w 13650"/>
                      <a:gd name="connsiteY4" fmla="*/ 0 h 3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50" h="3350">
                        <a:moveTo>
                          <a:pt x="13651" y="0"/>
                        </a:moveTo>
                        <a:lnTo>
                          <a:pt x="13651" y="3351"/>
                        </a:lnTo>
                        <a:lnTo>
                          <a:pt x="0" y="3351"/>
                        </a:lnTo>
                        <a:lnTo>
                          <a:pt x="0" y="0"/>
                        </a:lnTo>
                        <a:lnTo>
                          <a:pt x="13651" y="0"/>
                        </a:lnTo>
                        <a:close/>
                      </a:path>
                    </a:pathLst>
                  </a:custGeom>
                  <a:solidFill>
                    <a:srgbClr val="231F20"/>
                  </a:solidFill>
                  <a:ln w="2249" cap="flat">
                    <a:noFill/>
                    <a:prstDash val="solid"/>
                    <a:miter/>
                  </a:ln>
                </p:spPr>
                <p:txBody>
                  <a:bodyPr rtlCol="0" anchor="ctr"/>
                  <a:lstStyle/>
                  <a:p>
                    <a:endParaRPr lang="en-US"/>
                  </a:p>
                </p:txBody>
              </p:sp>
              <p:sp>
                <p:nvSpPr>
                  <p:cNvPr id="2089" name="Freeform 2088">
                    <a:extLst>
                      <a:ext uri="{FF2B5EF4-FFF2-40B4-BE49-F238E27FC236}">
                        <a16:creationId xmlns:a16="http://schemas.microsoft.com/office/drawing/2014/main" id="{5E4981E1-B744-56D2-F465-9D07C309ED28}"/>
                      </a:ext>
                    </a:extLst>
                  </p:cNvPr>
                  <p:cNvSpPr/>
                  <p:nvPr/>
                </p:nvSpPr>
                <p:spPr>
                  <a:xfrm>
                    <a:off x="8159464" y="2908551"/>
                    <a:ext cx="26110" cy="37692"/>
                  </a:xfrm>
                  <a:custGeom>
                    <a:avLst/>
                    <a:gdLst>
                      <a:gd name="connsiteX0" fmla="*/ 17384 w 26110"/>
                      <a:gd name="connsiteY0" fmla="*/ 28292 h 37692"/>
                      <a:gd name="connsiteX1" fmla="*/ 0 w 26110"/>
                      <a:gd name="connsiteY1" fmla="*/ 28292 h 37692"/>
                      <a:gd name="connsiteX2" fmla="*/ 0 w 26110"/>
                      <a:gd name="connsiteY2" fmla="*/ 25323 h 37692"/>
                      <a:gd name="connsiteX3" fmla="*/ 17700 w 26110"/>
                      <a:gd name="connsiteY3" fmla="*/ 0 h 37692"/>
                      <a:gd name="connsiteX4" fmla="*/ 20825 w 26110"/>
                      <a:gd name="connsiteY4" fmla="*/ 0 h 37692"/>
                      <a:gd name="connsiteX5" fmla="*/ 20825 w 26110"/>
                      <a:gd name="connsiteY5" fmla="*/ 25368 h 37692"/>
                      <a:gd name="connsiteX6" fmla="*/ 26111 w 26110"/>
                      <a:gd name="connsiteY6" fmla="*/ 25368 h 37692"/>
                      <a:gd name="connsiteX7" fmla="*/ 26111 w 26110"/>
                      <a:gd name="connsiteY7" fmla="*/ 28292 h 37692"/>
                      <a:gd name="connsiteX8" fmla="*/ 20825 w 26110"/>
                      <a:gd name="connsiteY8" fmla="*/ 28292 h 37692"/>
                      <a:gd name="connsiteX9" fmla="*/ 20825 w 26110"/>
                      <a:gd name="connsiteY9" fmla="*/ 37692 h 37692"/>
                      <a:gd name="connsiteX10" fmla="*/ 17362 w 26110"/>
                      <a:gd name="connsiteY10" fmla="*/ 37692 h 37692"/>
                      <a:gd name="connsiteX11" fmla="*/ 17362 w 26110"/>
                      <a:gd name="connsiteY11" fmla="*/ 28292 h 37692"/>
                      <a:gd name="connsiteX12" fmla="*/ 17384 w 26110"/>
                      <a:gd name="connsiteY12" fmla="*/ 28292 h 37692"/>
                      <a:gd name="connsiteX13" fmla="*/ 3396 w 26110"/>
                      <a:gd name="connsiteY13" fmla="*/ 25391 h 37692"/>
                      <a:gd name="connsiteX14" fmla="*/ 17384 w 26110"/>
                      <a:gd name="connsiteY14" fmla="*/ 25391 h 37692"/>
                      <a:gd name="connsiteX15" fmla="*/ 17384 w 26110"/>
                      <a:gd name="connsiteY15" fmla="*/ 5195 h 37692"/>
                      <a:gd name="connsiteX16" fmla="*/ 3396 w 26110"/>
                      <a:gd name="connsiteY16" fmla="*/ 25391 h 37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6110" h="37692">
                        <a:moveTo>
                          <a:pt x="17384" y="28292"/>
                        </a:moveTo>
                        <a:lnTo>
                          <a:pt x="0" y="28292"/>
                        </a:lnTo>
                        <a:lnTo>
                          <a:pt x="0" y="25323"/>
                        </a:lnTo>
                        <a:lnTo>
                          <a:pt x="17700" y="0"/>
                        </a:lnTo>
                        <a:lnTo>
                          <a:pt x="20825" y="0"/>
                        </a:lnTo>
                        <a:lnTo>
                          <a:pt x="20825" y="25368"/>
                        </a:lnTo>
                        <a:lnTo>
                          <a:pt x="26111" y="25368"/>
                        </a:lnTo>
                        <a:lnTo>
                          <a:pt x="26111" y="28292"/>
                        </a:lnTo>
                        <a:lnTo>
                          <a:pt x="20825" y="28292"/>
                        </a:lnTo>
                        <a:lnTo>
                          <a:pt x="20825" y="37692"/>
                        </a:lnTo>
                        <a:lnTo>
                          <a:pt x="17362" y="37692"/>
                        </a:lnTo>
                        <a:lnTo>
                          <a:pt x="17362" y="28292"/>
                        </a:lnTo>
                        <a:lnTo>
                          <a:pt x="17384" y="28292"/>
                        </a:lnTo>
                        <a:close/>
                        <a:moveTo>
                          <a:pt x="3396" y="25391"/>
                        </a:moveTo>
                        <a:lnTo>
                          <a:pt x="17384" y="25391"/>
                        </a:lnTo>
                        <a:lnTo>
                          <a:pt x="17384" y="5195"/>
                        </a:lnTo>
                        <a:lnTo>
                          <a:pt x="3396" y="25391"/>
                        </a:lnTo>
                        <a:close/>
                      </a:path>
                    </a:pathLst>
                  </a:custGeom>
                  <a:solidFill>
                    <a:srgbClr val="231F20"/>
                  </a:solidFill>
                  <a:ln w="2249" cap="flat">
                    <a:noFill/>
                    <a:prstDash val="solid"/>
                    <a:miter/>
                  </a:ln>
                </p:spPr>
                <p:txBody>
                  <a:bodyPr rtlCol="0" anchor="ctr"/>
                  <a:lstStyle/>
                  <a:p>
                    <a:endParaRPr lang="en-US"/>
                  </a:p>
                </p:txBody>
              </p:sp>
              <p:sp>
                <p:nvSpPr>
                  <p:cNvPr id="2090" name="Freeform 2089">
                    <a:extLst>
                      <a:ext uri="{FF2B5EF4-FFF2-40B4-BE49-F238E27FC236}">
                        <a16:creationId xmlns:a16="http://schemas.microsoft.com/office/drawing/2014/main" id="{7878C4B7-7F8E-5403-ADEE-24FB64A6FCBB}"/>
                      </a:ext>
                    </a:extLst>
                  </p:cNvPr>
                  <p:cNvSpPr/>
                  <p:nvPr/>
                </p:nvSpPr>
                <p:spPr>
                  <a:xfrm>
                    <a:off x="8189601" y="2908191"/>
                    <a:ext cx="25772" cy="3881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5 w 25772"/>
                      <a:gd name="connsiteY5" fmla="*/ 15158 h 38817"/>
                      <a:gd name="connsiteX6" fmla="*/ 25773 w 25772"/>
                      <a:gd name="connsiteY6" fmla="*/ 19701 h 38817"/>
                      <a:gd name="connsiteX7" fmla="*/ 25233 w 25772"/>
                      <a:gd name="connsiteY7" fmla="*/ 26943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1 w 25772"/>
                      <a:gd name="connsiteY16" fmla="*/ 6095 h 38817"/>
                      <a:gd name="connsiteX17" fmla="*/ 6274 w 25772"/>
                      <a:gd name="connsiteY17" fmla="*/ 1687 h 38817"/>
                      <a:gd name="connsiteX18" fmla="*/ 12909 w 25772"/>
                      <a:gd name="connsiteY18" fmla="*/ 23 h 38817"/>
                      <a:gd name="connsiteX19" fmla="*/ 12909 w 25772"/>
                      <a:gd name="connsiteY19" fmla="*/ 23 h 38817"/>
                      <a:gd name="connsiteX20" fmla="*/ 22332 w 25772"/>
                      <a:gd name="connsiteY20" fmla="*/ 19319 h 38817"/>
                      <a:gd name="connsiteX21" fmla="*/ 21972 w 25772"/>
                      <a:gd name="connsiteY21" fmla="*/ 13291 h 38817"/>
                      <a:gd name="connsiteX22" fmla="*/ 20600 w 25772"/>
                      <a:gd name="connsiteY22" fmla="*/ 8029 h 38817"/>
                      <a:gd name="connsiteX23" fmla="*/ 17722 w 25772"/>
                      <a:gd name="connsiteY23" fmla="*/ 4296 h 38817"/>
                      <a:gd name="connsiteX24" fmla="*/ 12841 w 25772"/>
                      <a:gd name="connsiteY24" fmla="*/ 2901 h 38817"/>
                      <a:gd name="connsiteX25" fmla="*/ 8163 w 25772"/>
                      <a:gd name="connsiteY25" fmla="*/ 4340 h 38817"/>
                      <a:gd name="connsiteX26" fmla="*/ 5330 w 25772"/>
                      <a:gd name="connsiteY26" fmla="*/ 8141 h 38817"/>
                      <a:gd name="connsiteX27" fmla="*/ 3891 w 25772"/>
                      <a:gd name="connsiteY27" fmla="*/ 13539 h 38817"/>
                      <a:gd name="connsiteX28" fmla="*/ 3485 w 25772"/>
                      <a:gd name="connsiteY28" fmla="*/ 19701 h 38817"/>
                      <a:gd name="connsiteX29" fmla="*/ 3936 w 25772"/>
                      <a:gd name="connsiteY29" fmla="*/ 26358 h 38817"/>
                      <a:gd name="connsiteX30" fmla="*/ 5465 w 25772"/>
                      <a:gd name="connsiteY30" fmla="*/ 31463 h 38817"/>
                      <a:gd name="connsiteX31" fmla="*/ 8344 w 25772"/>
                      <a:gd name="connsiteY31" fmla="*/ 34724 h 38817"/>
                      <a:gd name="connsiteX32" fmla="*/ 12909 w 25772"/>
                      <a:gd name="connsiteY32" fmla="*/ 35893 h 38817"/>
                      <a:gd name="connsiteX33" fmla="*/ 17857 w 25772"/>
                      <a:gd name="connsiteY33" fmla="*/ 34387 h 38817"/>
                      <a:gd name="connsiteX34" fmla="*/ 20690 w 25772"/>
                      <a:gd name="connsiteY34" fmla="*/ 30496 h 38817"/>
                      <a:gd name="connsiteX35" fmla="*/ 21994 w 25772"/>
                      <a:gd name="connsiteY35" fmla="*/ 25143 h 38817"/>
                      <a:gd name="connsiteX36" fmla="*/ 22309 w 25772"/>
                      <a:gd name="connsiteY36" fmla="*/ 19319 h 38817"/>
                      <a:gd name="connsiteX37" fmla="*/ 22332 w 25772"/>
                      <a:gd name="connsiteY37"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7">
                        <a:moveTo>
                          <a:pt x="12932" y="0"/>
                        </a:moveTo>
                        <a:cubicBezTo>
                          <a:pt x="14798" y="0"/>
                          <a:pt x="16417"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710"/>
                          <a:pt x="25773" y="18217"/>
                          <a:pt x="25773" y="19701"/>
                        </a:cubicBezTo>
                        <a:cubicBezTo>
                          <a:pt x="25773" y="22220"/>
                          <a:pt x="25593" y="24626"/>
                          <a:pt x="25233" y="26943"/>
                        </a:cubicBezTo>
                        <a:cubicBezTo>
                          <a:pt x="24873" y="29259"/>
                          <a:pt x="24221" y="31283"/>
                          <a:pt x="23254" y="33037"/>
                        </a:cubicBezTo>
                        <a:cubicBezTo>
                          <a:pt x="22309" y="34791"/>
                          <a:pt x="21005" y="36208"/>
                          <a:pt x="19341" y="37243"/>
                        </a:cubicBezTo>
                        <a:cubicBezTo>
                          <a:pt x="17677" y="38277"/>
                          <a:pt x="15540" y="38817"/>
                          <a:pt x="12909" y="38817"/>
                        </a:cubicBezTo>
                        <a:cubicBezTo>
                          <a:pt x="10277" y="38817"/>
                          <a:pt x="8141" y="38300"/>
                          <a:pt x="6454" y="37243"/>
                        </a:cubicBezTo>
                        <a:cubicBezTo>
                          <a:pt x="4768" y="36186"/>
                          <a:pt x="3463" y="34791"/>
                          <a:pt x="2519" y="33015"/>
                        </a:cubicBezTo>
                        <a:cubicBezTo>
                          <a:pt x="1574" y="31238"/>
                          <a:pt x="899" y="29169"/>
                          <a:pt x="540" y="26808"/>
                        </a:cubicBezTo>
                        <a:cubicBezTo>
                          <a:pt x="180" y="24446"/>
                          <a:pt x="0" y="21950"/>
                          <a:pt x="0" y="19341"/>
                        </a:cubicBezTo>
                        <a:cubicBezTo>
                          <a:pt x="0" y="16935"/>
                          <a:pt x="157" y="14573"/>
                          <a:pt x="495" y="12279"/>
                        </a:cubicBezTo>
                        <a:cubicBezTo>
                          <a:pt x="809" y="9985"/>
                          <a:pt x="1439" y="7916"/>
                          <a:pt x="2361" y="6095"/>
                        </a:cubicBezTo>
                        <a:cubicBezTo>
                          <a:pt x="3283" y="4273"/>
                          <a:pt x="4587" y="2811"/>
                          <a:pt x="6274" y="1687"/>
                        </a:cubicBezTo>
                        <a:cubicBezTo>
                          <a:pt x="7961" y="562"/>
                          <a:pt x="10187" y="23"/>
                          <a:pt x="12909" y="23"/>
                        </a:cubicBezTo>
                        <a:lnTo>
                          <a:pt x="12909" y="23"/>
                        </a:lnTo>
                        <a:close/>
                        <a:moveTo>
                          <a:pt x="22332" y="19319"/>
                        </a:moveTo>
                        <a:cubicBezTo>
                          <a:pt x="22332" y="17272"/>
                          <a:pt x="22219" y="15270"/>
                          <a:pt x="21972" y="13291"/>
                        </a:cubicBezTo>
                        <a:cubicBezTo>
                          <a:pt x="21747" y="11335"/>
                          <a:pt x="21275" y="9581"/>
                          <a:pt x="20600" y="8029"/>
                        </a:cubicBezTo>
                        <a:cubicBezTo>
                          <a:pt x="19925" y="6477"/>
                          <a:pt x="18959" y="5240"/>
                          <a:pt x="17722" y="4296"/>
                        </a:cubicBezTo>
                        <a:cubicBezTo>
                          <a:pt x="16484" y="3351"/>
                          <a:pt x="14843" y="2901"/>
                          <a:pt x="12841" y="2901"/>
                        </a:cubicBezTo>
                        <a:cubicBezTo>
                          <a:pt x="10840" y="2901"/>
                          <a:pt x="9378" y="3373"/>
                          <a:pt x="8163" y="4340"/>
                        </a:cubicBezTo>
                        <a:cubicBezTo>
                          <a:pt x="6949" y="5308"/>
                          <a:pt x="6005" y="6567"/>
                          <a:pt x="5330" y="8141"/>
                        </a:cubicBezTo>
                        <a:cubicBezTo>
                          <a:pt x="4655" y="9716"/>
                          <a:pt x="4160" y="11515"/>
                          <a:pt x="3891" y="13539"/>
                        </a:cubicBezTo>
                        <a:cubicBezTo>
                          <a:pt x="3621" y="15563"/>
                          <a:pt x="3485" y="17609"/>
                          <a:pt x="3485" y="19701"/>
                        </a:cubicBezTo>
                        <a:cubicBezTo>
                          <a:pt x="3485" y="22152"/>
                          <a:pt x="3643" y="24379"/>
                          <a:pt x="3936" y="26358"/>
                        </a:cubicBezTo>
                        <a:cubicBezTo>
                          <a:pt x="4250" y="28359"/>
                          <a:pt x="4745" y="30046"/>
                          <a:pt x="5465" y="31463"/>
                        </a:cubicBezTo>
                        <a:cubicBezTo>
                          <a:pt x="6185" y="32857"/>
                          <a:pt x="7152" y="33959"/>
                          <a:pt x="8344" y="34724"/>
                        </a:cubicBezTo>
                        <a:cubicBezTo>
                          <a:pt x="9558" y="35489"/>
                          <a:pt x="11065" y="35893"/>
                          <a:pt x="12909" y="35893"/>
                        </a:cubicBezTo>
                        <a:cubicBezTo>
                          <a:pt x="14955" y="35893"/>
                          <a:pt x="16597" y="35399"/>
                          <a:pt x="17857" y="34387"/>
                        </a:cubicBezTo>
                        <a:cubicBezTo>
                          <a:pt x="19116" y="33375"/>
                          <a:pt x="20038" y="32093"/>
                          <a:pt x="20690" y="30496"/>
                        </a:cubicBezTo>
                        <a:cubicBezTo>
                          <a:pt x="21343" y="28899"/>
                          <a:pt x="21770" y="27122"/>
                          <a:pt x="21994" y="25143"/>
                        </a:cubicBezTo>
                        <a:cubicBezTo>
                          <a:pt x="22219" y="23164"/>
                          <a:pt x="22309" y="21230"/>
                          <a:pt x="22309" y="19319"/>
                        </a:cubicBezTo>
                        <a:lnTo>
                          <a:pt x="22332" y="19319"/>
                        </a:lnTo>
                        <a:close/>
                      </a:path>
                    </a:pathLst>
                  </a:custGeom>
                  <a:solidFill>
                    <a:srgbClr val="231F20"/>
                  </a:solidFill>
                  <a:ln w="2249" cap="flat">
                    <a:noFill/>
                    <a:prstDash val="solid"/>
                    <a:miter/>
                  </a:ln>
                </p:spPr>
                <p:txBody>
                  <a:bodyPr rtlCol="0" anchor="ctr"/>
                  <a:lstStyle/>
                  <a:p>
                    <a:endParaRPr lang="en-US"/>
                  </a:p>
                </p:txBody>
              </p:sp>
              <p:sp>
                <p:nvSpPr>
                  <p:cNvPr id="2091" name="Freeform 2090">
                    <a:extLst>
                      <a:ext uri="{FF2B5EF4-FFF2-40B4-BE49-F238E27FC236}">
                        <a16:creationId xmlns:a16="http://schemas.microsoft.com/office/drawing/2014/main" id="{C6DBD718-DDDD-9A77-6776-57E4DF086DAE}"/>
                      </a:ext>
                    </a:extLst>
                  </p:cNvPr>
                  <p:cNvSpPr/>
                  <p:nvPr/>
                </p:nvSpPr>
                <p:spPr>
                  <a:xfrm>
                    <a:off x="8219602" y="2908191"/>
                    <a:ext cx="25772" cy="38817"/>
                  </a:xfrm>
                  <a:custGeom>
                    <a:avLst/>
                    <a:gdLst>
                      <a:gd name="connsiteX0" fmla="*/ 12932 w 25772"/>
                      <a:gd name="connsiteY0" fmla="*/ 0 h 38817"/>
                      <a:gd name="connsiteX1" fmla="*/ 17790 w 25772"/>
                      <a:gd name="connsiteY1" fmla="*/ 832 h 38817"/>
                      <a:gd name="connsiteX2" fmla="*/ 21275 w 25772"/>
                      <a:gd name="connsiteY2" fmla="*/ 3126 h 38817"/>
                      <a:gd name="connsiteX3" fmla="*/ 23592 w 25772"/>
                      <a:gd name="connsiteY3" fmla="*/ 6522 h 38817"/>
                      <a:gd name="connsiteX4" fmla="*/ 24964 w 25772"/>
                      <a:gd name="connsiteY4" fmla="*/ 10660 h 38817"/>
                      <a:gd name="connsiteX5" fmla="*/ 25616 w 25772"/>
                      <a:gd name="connsiteY5" fmla="*/ 15158 h 38817"/>
                      <a:gd name="connsiteX6" fmla="*/ 25773 w 25772"/>
                      <a:gd name="connsiteY6" fmla="*/ 19701 h 38817"/>
                      <a:gd name="connsiteX7" fmla="*/ 25233 w 25772"/>
                      <a:gd name="connsiteY7" fmla="*/ 26943 h 38817"/>
                      <a:gd name="connsiteX8" fmla="*/ 23254 w 25772"/>
                      <a:gd name="connsiteY8" fmla="*/ 33037 h 38817"/>
                      <a:gd name="connsiteX9" fmla="*/ 19341 w 25772"/>
                      <a:gd name="connsiteY9" fmla="*/ 37243 h 38817"/>
                      <a:gd name="connsiteX10" fmla="*/ 12909 w 25772"/>
                      <a:gd name="connsiteY10" fmla="*/ 38817 h 38817"/>
                      <a:gd name="connsiteX11" fmla="*/ 6455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2 w 25772"/>
                      <a:gd name="connsiteY16" fmla="*/ 6095 h 38817"/>
                      <a:gd name="connsiteX17" fmla="*/ 6275 w 25772"/>
                      <a:gd name="connsiteY17" fmla="*/ 1687 h 38817"/>
                      <a:gd name="connsiteX18" fmla="*/ 12909 w 25772"/>
                      <a:gd name="connsiteY18" fmla="*/ 23 h 38817"/>
                      <a:gd name="connsiteX19" fmla="*/ 12909 w 25772"/>
                      <a:gd name="connsiteY19" fmla="*/ 23 h 38817"/>
                      <a:gd name="connsiteX20" fmla="*/ 22332 w 25772"/>
                      <a:gd name="connsiteY20" fmla="*/ 19319 h 38817"/>
                      <a:gd name="connsiteX21" fmla="*/ 21972 w 25772"/>
                      <a:gd name="connsiteY21" fmla="*/ 13291 h 38817"/>
                      <a:gd name="connsiteX22" fmla="*/ 20601 w 25772"/>
                      <a:gd name="connsiteY22" fmla="*/ 8029 h 38817"/>
                      <a:gd name="connsiteX23" fmla="*/ 17722 w 25772"/>
                      <a:gd name="connsiteY23" fmla="*/ 4296 h 38817"/>
                      <a:gd name="connsiteX24" fmla="*/ 12841 w 25772"/>
                      <a:gd name="connsiteY24" fmla="*/ 2901 h 38817"/>
                      <a:gd name="connsiteX25" fmla="*/ 8164 w 25772"/>
                      <a:gd name="connsiteY25" fmla="*/ 4340 h 38817"/>
                      <a:gd name="connsiteX26" fmla="*/ 5330 w 25772"/>
                      <a:gd name="connsiteY26" fmla="*/ 8141 h 38817"/>
                      <a:gd name="connsiteX27" fmla="*/ 3891 w 25772"/>
                      <a:gd name="connsiteY27" fmla="*/ 13539 h 38817"/>
                      <a:gd name="connsiteX28" fmla="*/ 3486 w 25772"/>
                      <a:gd name="connsiteY28" fmla="*/ 19701 h 38817"/>
                      <a:gd name="connsiteX29" fmla="*/ 3936 w 25772"/>
                      <a:gd name="connsiteY29" fmla="*/ 26358 h 38817"/>
                      <a:gd name="connsiteX30" fmla="*/ 5465 w 25772"/>
                      <a:gd name="connsiteY30" fmla="*/ 31463 h 38817"/>
                      <a:gd name="connsiteX31" fmla="*/ 8344 w 25772"/>
                      <a:gd name="connsiteY31" fmla="*/ 34724 h 38817"/>
                      <a:gd name="connsiteX32" fmla="*/ 12909 w 25772"/>
                      <a:gd name="connsiteY32" fmla="*/ 35893 h 38817"/>
                      <a:gd name="connsiteX33" fmla="*/ 17857 w 25772"/>
                      <a:gd name="connsiteY33" fmla="*/ 34387 h 38817"/>
                      <a:gd name="connsiteX34" fmla="*/ 20690 w 25772"/>
                      <a:gd name="connsiteY34" fmla="*/ 30496 h 38817"/>
                      <a:gd name="connsiteX35" fmla="*/ 21995 w 25772"/>
                      <a:gd name="connsiteY35" fmla="*/ 25143 h 38817"/>
                      <a:gd name="connsiteX36" fmla="*/ 22309 w 25772"/>
                      <a:gd name="connsiteY36" fmla="*/ 19319 h 38817"/>
                      <a:gd name="connsiteX37" fmla="*/ 22332 w 25772"/>
                      <a:gd name="connsiteY37"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7">
                        <a:moveTo>
                          <a:pt x="12932" y="0"/>
                        </a:moveTo>
                        <a:cubicBezTo>
                          <a:pt x="14798" y="0"/>
                          <a:pt x="16418" y="270"/>
                          <a:pt x="17790" y="832"/>
                        </a:cubicBezTo>
                        <a:cubicBezTo>
                          <a:pt x="19161" y="1394"/>
                          <a:pt x="20308" y="2159"/>
                          <a:pt x="21275" y="3126"/>
                        </a:cubicBezTo>
                        <a:cubicBezTo>
                          <a:pt x="22220" y="4093"/>
                          <a:pt x="23007" y="5240"/>
                          <a:pt x="23592" y="6522"/>
                        </a:cubicBezTo>
                        <a:cubicBezTo>
                          <a:pt x="24176" y="7826"/>
                          <a:pt x="24648" y="9198"/>
                          <a:pt x="24964" y="10660"/>
                        </a:cubicBezTo>
                        <a:cubicBezTo>
                          <a:pt x="25278" y="12122"/>
                          <a:pt x="25503" y="13629"/>
                          <a:pt x="25616" y="15158"/>
                        </a:cubicBezTo>
                        <a:cubicBezTo>
                          <a:pt x="25728" y="16710"/>
                          <a:pt x="25773" y="18217"/>
                          <a:pt x="25773" y="19701"/>
                        </a:cubicBezTo>
                        <a:cubicBezTo>
                          <a:pt x="25773" y="22220"/>
                          <a:pt x="25593" y="24626"/>
                          <a:pt x="25233" y="26943"/>
                        </a:cubicBezTo>
                        <a:cubicBezTo>
                          <a:pt x="24874" y="29259"/>
                          <a:pt x="24221" y="31283"/>
                          <a:pt x="23254" y="33037"/>
                        </a:cubicBezTo>
                        <a:cubicBezTo>
                          <a:pt x="22309" y="34791"/>
                          <a:pt x="21005" y="36208"/>
                          <a:pt x="19341" y="37243"/>
                        </a:cubicBezTo>
                        <a:cubicBezTo>
                          <a:pt x="17677" y="38277"/>
                          <a:pt x="15541" y="38817"/>
                          <a:pt x="12909" y="38817"/>
                        </a:cubicBezTo>
                        <a:cubicBezTo>
                          <a:pt x="10278" y="38817"/>
                          <a:pt x="8141" y="38300"/>
                          <a:pt x="6455" y="37243"/>
                        </a:cubicBezTo>
                        <a:cubicBezTo>
                          <a:pt x="4768" y="36186"/>
                          <a:pt x="3463" y="34791"/>
                          <a:pt x="2519" y="33015"/>
                        </a:cubicBezTo>
                        <a:cubicBezTo>
                          <a:pt x="1574" y="31238"/>
                          <a:pt x="900" y="29169"/>
                          <a:pt x="540" y="26808"/>
                        </a:cubicBezTo>
                        <a:cubicBezTo>
                          <a:pt x="180" y="24446"/>
                          <a:pt x="0" y="21950"/>
                          <a:pt x="0" y="19341"/>
                        </a:cubicBezTo>
                        <a:cubicBezTo>
                          <a:pt x="0" y="16935"/>
                          <a:pt x="158" y="14573"/>
                          <a:pt x="495" y="12279"/>
                        </a:cubicBezTo>
                        <a:cubicBezTo>
                          <a:pt x="810" y="9985"/>
                          <a:pt x="1440" y="7916"/>
                          <a:pt x="2362" y="6095"/>
                        </a:cubicBezTo>
                        <a:cubicBezTo>
                          <a:pt x="3283" y="4273"/>
                          <a:pt x="4588" y="2811"/>
                          <a:pt x="6275" y="1687"/>
                        </a:cubicBezTo>
                        <a:cubicBezTo>
                          <a:pt x="7961" y="562"/>
                          <a:pt x="10188" y="23"/>
                          <a:pt x="12909" y="23"/>
                        </a:cubicBezTo>
                        <a:lnTo>
                          <a:pt x="12909" y="23"/>
                        </a:lnTo>
                        <a:close/>
                        <a:moveTo>
                          <a:pt x="22332" y="19319"/>
                        </a:moveTo>
                        <a:cubicBezTo>
                          <a:pt x="22332" y="17272"/>
                          <a:pt x="22220" y="15270"/>
                          <a:pt x="21972" y="13291"/>
                        </a:cubicBezTo>
                        <a:cubicBezTo>
                          <a:pt x="21747" y="11335"/>
                          <a:pt x="21275" y="9581"/>
                          <a:pt x="20601" y="8029"/>
                        </a:cubicBezTo>
                        <a:cubicBezTo>
                          <a:pt x="19926" y="6477"/>
                          <a:pt x="18959" y="5240"/>
                          <a:pt x="17722" y="4296"/>
                        </a:cubicBezTo>
                        <a:cubicBezTo>
                          <a:pt x="16485" y="3351"/>
                          <a:pt x="14843" y="2901"/>
                          <a:pt x="12841" y="2901"/>
                        </a:cubicBezTo>
                        <a:cubicBezTo>
                          <a:pt x="10840" y="2901"/>
                          <a:pt x="9378" y="3373"/>
                          <a:pt x="8164" y="4340"/>
                        </a:cubicBezTo>
                        <a:cubicBezTo>
                          <a:pt x="6949" y="5308"/>
                          <a:pt x="6005" y="6567"/>
                          <a:pt x="5330" y="8141"/>
                        </a:cubicBezTo>
                        <a:cubicBezTo>
                          <a:pt x="4655" y="9716"/>
                          <a:pt x="4161" y="11515"/>
                          <a:pt x="3891" y="13539"/>
                        </a:cubicBezTo>
                        <a:cubicBezTo>
                          <a:pt x="3621" y="15563"/>
                          <a:pt x="3486" y="17609"/>
                          <a:pt x="3486" y="19701"/>
                        </a:cubicBezTo>
                        <a:cubicBezTo>
                          <a:pt x="3486" y="22152"/>
                          <a:pt x="3644" y="24379"/>
                          <a:pt x="3936" y="26358"/>
                        </a:cubicBezTo>
                        <a:cubicBezTo>
                          <a:pt x="4251" y="28359"/>
                          <a:pt x="4746" y="30046"/>
                          <a:pt x="5465" y="31463"/>
                        </a:cubicBezTo>
                        <a:cubicBezTo>
                          <a:pt x="6185" y="32857"/>
                          <a:pt x="7152" y="33959"/>
                          <a:pt x="8344" y="34724"/>
                        </a:cubicBezTo>
                        <a:cubicBezTo>
                          <a:pt x="9558" y="35489"/>
                          <a:pt x="11065" y="35893"/>
                          <a:pt x="12909" y="35893"/>
                        </a:cubicBezTo>
                        <a:cubicBezTo>
                          <a:pt x="14956" y="35893"/>
                          <a:pt x="16598" y="35399"/>
                          <a:pt x="17857" y="34387"/>
                        </a:cubicBezTo>
                        <a:cubicBezTo>
                          <a:pt x="19116" y="33375"/>
                          <a:pt x="20039" y="32093"/>
                          <a:pt x="20690" y="30496"/>
                        </a:cubicBezTo>
                        <a:cubicBezTo>
                          <a:pt x="21343" y="28899"/>
                          <a:pt x="21770" y="27122"/>
                          <a:pt x="21995" y="25143"/>
                        </a:cubicBezTo>
                        <a:cubicBezTo>
                          <a:pt x="22220" y="23164"/>
                          <a:pt x="22309" y="21230"/>
                          <a:pt x="22309" y="19319"/>
                        </a:cubicBezTo>
                        <a:lnTo>
                          <a:pt x="22332" y="19319"/>
                        </a:lnTo>
                        <a:close/>
                      </a:path>
                    </a:pathLst>
                  </a:custGeom>
                  <a:solidFill>
                    <a:srgbClr val="231F20"/>
                  </a:solidFill>
                  <a:ln w="2249" cap="flat">
                    <a:noFill/>
                    <a:prstDash val="solid"/>
                    <a:miter/>
                  </a:ln>
                </p:spPr>
                <p:txBody>
                  <a:bodyPr rtlCol="0" anchor="ctr"/>
                  <a:lstStyle/>
                  <a:p>
                    <a:endParaRPr lang="en-US"/>
                  </a:p>
                </p:txBody>
              </p:sp>
            </p:grpSp>
            <p:grpSp>
              <p:nvGrpSpPr>
                <p:cNvPr id="1947" name="Graphic 3">
                  <a:extLst>
                    <a:ext uri="{FF2B5EF4-FFF2-40B4-BE49-F238E27FC236}">
                      <a16:creationId xmlns:a16="http://schemas.microsoft.com/office/drawing/2014/main" id="{407820EA-FD4A-AD24-F89E-68AC96B4E01C}"/>
                    </a:ext>
                  </a:extLst>
                </p:cNvPr>
                <p:cNvGrpSpPr/>
                <p:nvPr/>
              </p:nvGrpSpPr>
              <p:grpSpPr>
                <a:xfrm>
                  <a:off x="5431635" y="3330911"/>
                  <a:ext cx="450191" cy="168686"/>
                  <a:chOff x="8141720" y="2774761"/>
                  <a:chExt cx="103654" cy="38839"/>
                </a:xfrm>
                <a:solidFill>
                  <a:srgbClr val="231F20"/>
                </a:solidFill>
              </p:grpSpPr>
              <p:sp>
                <p:nvSpPr>
                  <p:cNvPr id="2084" name="Freeform 2083">
                    <a:extLst>
                      <a:ext uri="{FF2B5EF4-FFF2-40B4-BE49-F238E27FC236}">
                        <a16:creationId xmlns:a16="http://schemas.microsoft.com/office/drawing/2014/main" id="{997DD1A2-AE70-51B8-A3DC-16C3DF334BCA}"/>
                      </a:ext>
                    </a:extLst>
                  </p:cNvPr>
                  <p:cNvSpPr/>
                  <p:nvPr/>
                </p:nvSpPr>
                <p:spPr>
                  <a:xfrm>
                    <a:off x="8141720" y="2797138"/>
                    <a:ext cx="13650" cy="3350"/>
                  </a:xfrm>
                  <a:custGeom>
                    <a:avLst/>
                    <a:gdLst>
                      <a:gd name="connsiteX0" fmla="*/ 13651 w 13650"/>
                      <a:gd name="connsiteY0" fmla="*/ 0 h 3350"/>
                      <a:gd name="connsiteX1" fmla="*/ 13651 w 13650"/>
                      <a:gd name="connsiteY1" fmla="*/ 3351 h 3350"/>
                      <a:gd name="connsiteX2" fmla="*/ 0 w 13650"/>
                      <a:gd name="connsiteY2" fmla="*/ 3351 h 3350"/>
                      <a:gd name="connsiteX3" fmla="*/ 0 w 13650"/>
                      <a:gd name="connsiteY3" fmla="*/ 0 h 3350"/>
                      <a:gd name="connsiteX4" fmla="*/ 13651 w 13650"/>
                      <a:gd name="connsiteY4" fmla="*/ 0 h 3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50" h="3350">
                        <a:moveTo>
                          <a:pt x="13651" y="0"/>
                        </a:moveTo>
                        <a:lnTo>
                          <a:pt x="13651" y="3351"/>
                        </a:lnTo>
                        <a:lnTo>
                          <a:pt x="0" y="3351"/>
                        </a:lnTo>
                        <a:lnTo>
                          <a:pt x="0" y="0"/>
                        </a:lnTo>
                        <a:lnTo>
                          <a:pt x="13651" y="0"/>
                        </a:lnTo>
                        <a:close/>
                      </a:path>
                    </a:pathLst>
                  </a:custGeom>
                  <a:solidFill>
                    <a:srgbClr val="231F20"/>
                  </a:solidFill>
                  <a:ln w="2249" cap="flat">
                    <a:noFill/>
                    <a:prstDash val="solid"/>
                    <a:miter/>
                  </a:ln>
                </p:spPr>
                <p:txBody>
                  <a:bodyPr rtlCol="0" anchor="ctr"/>
                  <a:lstStyle/>
                  <a:p>
                    <a:endParaRPr lang="en-US"/>
                  </a:p>
                </p:txBody>
              </p:sp>
              <p:sp>
                <p:nvSpPr>
                  <p:cNvPr id="2085" name="Freeform 2084">
                    <a:extLst>
                      <a:ext uri="{FF2B5EF4-FFF2-40B4-BE49-F238E27FC236}">
                        <a16:creationId xmlns:a16="http://schemas.microsoft.com/office/drawing/2014/main" id="{4A9C90FD-BF22-D519-49F5-7FBAA8B09F8D}"/>
                      </a:ext>
                    </a:extLst>
                  </p:cNvPr>
                  <p:cNvSpPr/>
                  <p:nvPr/>
                </p:nvSpPr>
                <p:spPr>
                  <a:xfrm>
                    <a:off x="8160094" y="2774761"/>
                    <a:ext cx="25210" cy="38074"/>
                  </a:xfrm>
                  <a:custGeom>
                    <a:avLst/>
                    <a:gdLst>
                      <a:gd name="connsiteX0" fmla="*/ 1147 w 25210"/>
                      <a:gd name="connsiteY0" fmla="*/ 12482 h 38074"/>
                      <a:gd name="connsiteX1" fmla="*/ 2001 w 25210"/>
                      <a:gd name="connsiteY1" fmla="*/ 7377 h 38074"/>
                      <a:gd name="connsiteX2" fmla="*/ 4475 w 25210"/>
                      <a:gd name="connsiteY2" fmla="*/ 3441 h 38074"/>
                      <a:gd name="connsiteX3" fmla="*/ 8389 w 25210"/>
                      <a:gd name="connsiteY3" fmla="*/ 900 h 38074"/>
                      <a:gd name="connsiteX4" fmla="*/ 13494 w 25210"/>
                      <a:gd name="connsiteY4" fmla="*/ 0 h 38074"/>
                      <a:gd name="connsiteX5" fmla="*/ 18531 w 25210"/>
                      <a:gd name="connsiteY5" fmla="*/ 832 h 38074"/>
                      <a:gd name="connsiteX6" fmla="*/ 22197 w 25210"/>
                      <a:gd name="connsiteY6" fmla="*/ 3081 h 38074"/>
                      <a:gd name="connsiteX7" fmla="*/ 24446 w 25210"/>
                      <a:gd name="connsiteY7" fmla="*/ 6432 h 38074"/>
                      <a:gd name="connsiteX8" fmla="*/ 25211 w 25210"/>
                      <a:gd name="connsiteY8" fmla="*/ 10525 h 38074"/>
                      <a:gd name="connsiteX9" fmla="*/ 24379 w 25210"/>
                      <a:gd name="connsiteY9" fmla="*/ 15001 h 38074"/>
                      <a:gd name="connsiteX10" fmla="*/ 22175 w 25210"/>
                      <a:gd name="connsiteY10" fmla="*/ 18464 h 38074"/>
                      <a:gd name="connsiteX11" fmla="*/ 19049 w 25210"/>
                      <a:gd name="connsiteY11" fmla="*/ 21163 h 38074"/>
                      <a:gd name="connsiteX12" fmla="*/ 15451 w 25210"/>
                      <a:gd name="connsiteY12" fmla="*/ 23412 h 38074"/>
                      <a:gd name="connsiteX13" fmla="*/ 11830 w 25210"/>
                      <a:gd name="connsiteY13" fmla="*/ 25436 h 38074"/>
                      <a:gd name="connsiteX14" fmla="*/ 8636 w 25210"/>
                      <a:gd name="connsiteY14" fmla="*/ 27482 h 38074"/>
                      <a:gd name="connsiteX15" fmla="*/ 6859 w 25210"/>
                      <a:gd name="connsiteY15" fmla="*/ 28967 h 38074"/>
                      <a:gd name="connsiteX16" fmla="*/ 5285 w 25210"/>
                      <a:gd name="connsiteY16" fmla="*/ 30676 h 38074"/>
                      <a:gd name="connsiteX17" fmla="*/ 4161 w 25210"/>
                      <a:gd name="connsiteY17" fmla="*/ 32700 h 38074"/>
                      <a:gd name="connsiteX18" fmla="*/ 3666 w 25210"/>
                      <a:gd name="connsiteY18" fmla="*/ 35151 h 38074"/>
                      <a:gd name="connsiteX19" fmla="*/ 24874 w 25210"/>
                      <a:gd name="connsiteY19" fmla="*/ 35151 h 38074"/>
                      <a:gd name="connsiteX20" fmla="*/ 24874 w 25210"/>
                      <a:gd name="connsiteY20" fmla="*/ 38075 h 38074"/>
                      <a:gd name="connsiteX21" fmla="*/ 0 w 25210"/>
                      <a:gd name="connsiteY21" fmla="*/ 38075 h 38074"/>
                      <a:gd name="connsiteX22" fmla="*/ 585 w 25210"/>
                      <a:gd name="connsiteY22" fmla="*/ 33105 h 38074"/>
                      <a:gd name="connsiteX23" fmla="*/ 2969 w 25210"/>
                      <a:gd name="connsiteY23" fmla="*/ 28787 h 38074"/>
                      <a:gd name="connsiteX24" fmla="*/ 7107 w 25210"/>
                      <a:gd name="connsiteY24" fmla="*/ 24896 h 38074"/>
                      <a:gd name="connsiteX25" fmla="*/ 11290 w 25210"/>
                      <a:gd name="connsiteY25" fmla="*/ 22017 h 38074"/>
                      <a:gd name="connsiteX26" fmla="*/ 15180 w 25210"/>
                      <a:gd name="connsiteY26" fmla="*/ 19701 h 38074"/>
                      <a:gd name="connsiteX27" fmla="*/ 18419 w 25210"/>
                      <a:gd name="connsiteY27" fmla="*/ 17407 h 38074"/>
                      <a:gd name="connsiteX28" fmla="*/ 20623 w 25210"/>
                      <a:gd name="connsiteY28" fmla="*/ 14596 h 38074"/>
                      <a:gd name="connsiteX29" fmla="*/ 21433 w 25210"/>
                      <a:gd name="connsiteY29" fmla="*/ 10773 h 38074"/>
                      <a:gd name="connsiteX30" fmla="*/ 20780 w 25210"/>
                      <a:gd name="connsiteY30" fmla="*/ 7489 h 38074"/>
                      <a:gd name="connsiteX31" fmla="*/ 19004 w 25210"/>
                      <a:gd name="connsiteY31" fmla="*/ 5015 h 38074"/>
                      <a:gd name="connsiteX32" fmla="*/ 16350 w 25210"/>
                      <a:gd name="connsiteY32" fmla="*/ 3486 h 38074"/>
                      <a:gd name="connsiteX33" fmla="*/ 13067 w 25210"/>
                      <a:gd name="connsiteY33" fmla="*/ 2969 h 38074"/>
                      <a:gd name="connsiteX34" fmla="*/ 9648 w 25210"/>
                      <a:gd name="connsiteY34" fmla="*/ 3756 h 38074"/>
                      <a:gd name="connsiteX35" fmla="*/ 6995 w 25210"/>
                      <a:gd name="connsiteY35" fmla="*/ 5825 h 38074"/>
                      <a:gd name="connsiteX36" fmla="*/ 5285 w 25210"/>
                      <a:gd name="connsiteY36" fmla="*/ 8838 h 38074"/>
                      <a:gd name="connsiteX37" fmla="*/ 4790 w 25210"/>
                      <a:gd name="connsiteY37" fmla="*/ 12504 h 38074"/>
                      <a:gd name="connsiteX38" fmla="*/ 1124 w 25210"/>
                      <a:gd name="connsiteY38" fmla="*/ 12504 h 38074"/>
                      <a:gd name="connsiteX39" fmla="*/ 1124 w 25210"/>
                      <a:gd name="connsiteY39" fmla="*/ 12504 h 38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25210" h="38074">
                        <a:moveTo>
                          <a:pt x="1147" y="12482"/>
                        </a:moveTo>
                        <a:cubicBezTo>
                          <a:pt x="1147" y="10615"/>
                          <a:pt x="1439" y="8906"/>
                          <a:pt x="2001" y="7377"/>
                        </a:cubicBezTo>
                        <a:cubicBezTo>
                          <a:pt x="2586" y="5847"/>
                          <a:pt x="3396" y="4543"/>
                          <a:pt x="4475" y="3441"/>
                        </a:cubicBezTo>
                        <a:cubicBezTo>
                          <a:pt x="5555" y="2339"/>
                          <a:pt x="6859" y="1507"/>
                          <a:pt x="8389" y="900"/>
                        </a:cubicBezTo>
                        <a:cubicBezTo>
                          <a:pt x="9918" y="292"/>
                          <a:pt x="11627" y="0"/>
                          <a:pt x="13494" y="0"/>
                        </a:cubicBezTo>
                        <a:cubicBezTo>
                          <a:pt x="15361" y="0"/>
                          <a:pt x="17092" y="270"/>
                          <a:pt x="18531" y="832"/>
                        </a:cubicBezTo>
                        <a:cubicBezTo>
                          <a:pt x="19993" y="1394"/>
                          <a:pt x="21208" y="2137"/>
                          <a:pt x="22197" y="3081"/>
                        </a:cubicBezTo>
                        <a:cubicBezTo>
                          <a:pt x="23187" y="4026"/>
                          <a:pt x="23929" y="5128"/>
                          <a:pt x="24446" y="6432"/>
                        </a:cubicBezTo>
                        <a:cubicBezTo>
                          <a:pt x="24941" y="7736"/>
                          <a:pt x="25211" y="9086"/>
                          <a:pt x="25211" y="10525"/>
                        </a:cubicBezTo>
                        <a:cubicBezTo>
                          <a:pt x="25211" y="12212"/>
                          <a:pt x="24941" y="13719"/>
                          <a:pt x="24379" y="15001"/>
                        </a:cubicBezTo>
                        <a:cubicBezTo>
                          <a:pt x="23817" y="16283"/>
                          <a:pt x="23074" y="17452"/>
                          <a:pt x="22175" y="18464"/>
                        </a:cubicBezTo>
                        <a:cubicBezTo>
                          <a:pt x="21253" y="19476"/>
                          <a:pt x="20218" y="20376"/>
                          <a:pt x="19049" y="21163"/>
                        </a:cubicBezTo>
                        <a:cubicBezTo>
                          <a:pt x="17879" y="21950"/>
                          <a:pt x="16687" y="22692"/>
                          <a:pt x="15451" y="23412"/>
                        </a:cubicBezTo>
                        <a:cubicBezTo>
                          <a:pt x="14214" y="24131"/>
                          <a:pt x="13022" y="24784"/>
                          <a:pt x="11830" y="25436"/>
                        </a:cubicBezTo>
                        <a:cubicBezTo>
                          <a:pt x="10638" y="26088"/>
                          <a:pt x="9581" y="26763"/>
                          <a:pt x="8636" y="27482"/>
                        </a:cubicBezTo>
                        <a:cubicBezTo>
                          <a:pt x="8029" y="27955"/>
                          <a:pt x="7422" y="28449"/>
                          <a:pt x="6859" y="28967"/>
                        </a:cubicBezTo>
                        <a:cubicBezTo>
                          <a:pt x="6297" y="29484"/>
                          <a:pt x="5757" y="30046"/>
                          <a:pt x="5285" y="30676"/>
                        </a:cubicBezTo>
                        <a:cubicBezTo>
                          <a:pt x="4813" y="31283"/>
                          <a:pt x="4430" y="31958"/>
                          <a:pt x="4161" y="32700"/>
                        </a:cubicBezTo>
                        <a:cubicBezTo>
                          <a:pt x="3868" y="33442"/>
                          <a:pt x="3711" y="34252"/>
                          <a:pt x="3666" y="35151"/>
                        </a:cubicBezTo>
                        <a:lnTo>
                          <a:pt x="24874" y="35151"/>
                        </a:lnTo>
                        <a:lnTo>
                          <a:pt x="24874" y="38075"/>
                        </a:lnTo>
                        <a:lnTo>
                          <a:pt x="0" y="38075"/>
                        </a:lnTo>
                        <a:cubicBezTo>
                          <a:pt x="45" y="36231"/>
                          <a:pt x="225" y="34589"/>
                          <a:pt x="585" y="33105"/>
                        </a:cubicBezTo>
                        <a:cubicBezTo>
                          <a:pt x="944" y="31620"/>
                          <a:pt x="1732" y="30181"/>
                          <a:pt x="2969" y="28787"/>
                        </a:cubicBezTo>
                        <a:cubicBezTo>
                          <a:pt x="4295" y="27280"/>
                          <a:pt x="5667" y="25976"/>
                          <a:pt x="7107" y="24896"/>
                        </a:cubicBezTo>
                        <a:cubicBezTo>
                          <a:pt x="8546" y="23817"/>
                          <a:pt x="9918" y="22849"/>
                          <a:pt x="11290" y="22017"/>
                        </a:cubicBezTo>
                        <a:cubicBezTo>
                          <a:pt x="12661" y="21163"/>
                          <a:pt x="13943" y="20398"/>
                          <a:pt x="15180" y="19701"/>
                        </a:cubicBezTo>
                        <a:cubicBezTo>
                          <a:pt x="16395" y="19004"/>
                          <a:pt x="17474" y="18239"/>
                          <a:pt x="18419" y="17407"/>
                        </a:cubicBezTo>
                        <a:cubicBezTo>
                          <a:pt x="19364" y="16575"/>
                          <a:pt x="20083" y="15653"/>
                          <a:pt x="20623" y="14596"/>
                        </a:cubicBezTo>
                        <a:cubicBezTo>
                          <a:pt x="21163" y="13561"/>
                          <a:pt x="21433" y="12279"/>
                          <a:pt x="21433" y="10773"/>
                        </a:cubicBezTo>
                        <a:cubicBezTo>
                          <a:pt x="21433" y="9558"/>
                          <a:pt x="21208" y="8456"/>
                          <a:pt x="20780" y="7489"/>
                        </a:cubicBezTo>
                        <a:cubicBezTo>
                          <a:pt x="20353" y="6522"/>
                          <a:pt x="19746" y="5690"/>
                          <a:pt x="19004" y="5015"/>
                        </a:cubicBezTo>
                        <a:cubicBezTo>
                          <a:pt x="18239" y="4341"/>
                          <a:pt x="17362" y="3823"/>
                          <a:pt x="16350" y="3486"/>
                        </a:cubicBezTo>
                        <a:cubicBezTo>
                          <a:pt x="15338" y="3149"/>
                          <a:pt x="14236" y="2969"/>
                          <a:pt x="13067" y="2969"/>
                        </a:cubicBezTo>
                        <a:cubicBezTo>
                          <a:pt x="11807" y="2969"/>
                          <a:pt x="10660" y="3239"/>
                          <a:pt x="9648" y="3756"/>
                        </a:cubicBezTo>
                        <a:cubicBezTo>
                          <a:pt x="8614" y="4273"/>
                          <a:pt x="7736" y="4970"/>
                          <a:pt x="6995" y="5825"/>
                        </a:cubicBezTo>
                        <a:cubicBezTo>
                          <a:pt x="6252" y="6679"/>
                          <a:pt x="5690" y="7691"/>
                          <a:pt x="5285" y="8838"/>
                        </a:cubicBezTo>
                        <a:cubicBezTo>
                          <a:pt x="4880" y="9985"/>
                          <a:pt x="4723" y="11222"/>
                          <a:pt x="4790" y="12504"/>
                        </a:cubicBezTo>
                        <a:lnTo>
                          <a:pt x="1124" y="12504"/>
                        </a:lnTo>
                        <a:lnTo>
                          <a:pt x="1124" y="12504"/>
                        </a:lnTo>
                        <a:close/>
                      </a:path>
                    </a:pathLst>
                  </a:custGeom>
                  <a:solidFill>
                    <a:srgbClr val="231F20"/>
                  </a:solidFill>
                  <a:ln w="2249" cap="flat">
                    <a:noFill/>
                    <a:prstDash val="solid"/>
                    <a:miter/>
                  </a:ln>
                </p:spPr>
                <p:txBody>
                  <a:bodyPr rtlCol="0" anchor="ctr"/>
                  <a:lstStyle/>
                  <a:p>
                    <a:endParaRPr lang="en-US"/>
                  </a:p>
                </p:txBody>
              </p:sp>
              <p:sp>
                <p:nvSpPr>
                  <p:cNvPr id="2086" name="Freeform 2085">
                    <a:extLst>
                      <a:ext uri="{FF2B5EF4-FFF2-40B4-BE49-F238E27FC236}">
                        <a16:creationId xmlns:a16="http://schemas.microsoft.com/office/drawing/2014/main" id="{FC1EB461-69AC-CE3D-DAC4-4E586A825818}"/>
                      </a:ext>
                    </a:extLst>
                  </p:cNvPr>
                  <p:cNvSpPr/>
                  <p:nvPr/>
                </p:nvSpPr>
                <p:spPr>
                  <a:xfrm>
                    <a:off x="8189601" y="2774783"/>
                    <a:ext cx="25772" cy="3881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5 w 25772"/>
                      <a:gd name="connsiteY5" fmla="*/ 15158 h 38817"/>
                      <a:gd name="connsiteX6" fmla="*/ 25773 w 25772"/>
                      <a:gd name="connsiteY6" fmla="*/ 19701 h 38817"/>
                      <a:gd name="connsiteX7" fmla="*/ 25233 w 25772"/>
                      <a:gd name="connsiteY7" fmla="*/ 26943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1 w 25772"/>
                      <a:gd name="connsiteY16" fmla="*/ 6095 h 38817"/>
                      <a:gd name="connsiteX17" fmla="*/ 6274 w 25772"/>
                      <a:gd name="connsiteY17" fmla="*/ 1687 h 38817"/>
                      <a:gd name="connsiteX18" fmla="*/ 12909 w 25772"/>
                      <a:gd name="connsiteY18" fmla="*/ 23 h 38817"/>
                      <a:gd name="connsiteX19" fmla="*/ 12909 w 25772"/>
                      <a:gd name="connsiteY19" fmla="*/ 23 h 38817"/>
                      <a:gd name="connsiteX20" fmla="*/ 22332 w 25772"/>
                      <a:gd name="connsiteY20" fmla="*/ 19319 h 38817"/>
                      <a:gd name="connsiteX21" fmla="*/ 21972 w 25772"/>
                      <a:gd name="connsiteY21" fmla="*/ 13291 h 38817"/>
                      <a:gd name="connsiteX22" fmla="*/ 20600 w 25772"/>
                      <a:gd name="connsiteY22" fmla="*/ 8029 h 38817"/>
                      <a:gd name="connsiteX23" fmla="*/ 17722 w 25772"/>
                      <a:gd name="connsiteY23" fmla="*/ 4296 h 38817"/>
                      <a:gd name="connsiteX24" fmla="*/ 12841 w 25772"/>
                      <a:gd name="connsiteY24" fmla="*/ 2901 h 38817"/>
                      <a:gd name="connsiteX25" fmla="*/ 8163 w 25772"/>
                      <a:gd name="connsiteY25" fmla="*/ 4340 h 38817"/>
                      <a:gd name="connsiteX26" fmla="*/ 5330 w 25772"/>
                      <a:gd name="connsiteY26" fmla="*/ 8141 h 38817"/>
                      <a:gd name="connsiteX27" fmla="*/ 3891 w 25772"/>
                      <a:gd name="connsiteY27" fmla="*/ 13539 h 38817"/>
                      <a:gd name="connsiteX28" fmla="*/ 3485 w 25772"/>
                      <a:gd name="connsiteY28" fmla="*/ 19701 h 38817"/>
                      <a:gd name="connsiteX29" fmla="*/ 3936 w 25772"/>
                      <a:gd name="connsiteY29" fmla="*/ 26358 h 38817"/>
                      <a:gd name="connsiteX30" fmla="*/ 5465 w 25772"/>
                      <a:gd name="connsiteY30" fmla="*/ 31463 h 38817"/>
                      <a:gd name="connsiteX31" fmla="*/ 8344 w 25772"/>
                      <a:gd name="connsiteY31" fmla="*/ 34724 h 38817"/>
                      <a:gd name="connsiteX32" fmla="*/ 12909 w 25772"/>
                      <a:gd name="connsiteY32" fmla="*/ 35893 h 38817"/>
                      <a:gd name="connsiteX33" fmla="*/ 17857 w 25772"/>
                      <a:gd name="connsiteY33" fmla="*/ 34387 h 38817"/>
                      <a:gd name="connsiteX34" fmla="*/ 20690 w 25772"/>
                      <a:gd name="connsiteY34" fmla="*/ 30496 h 38817"/>
                      <a:gd name="connsiteX35" fmla="*/ 21994 w 25772"/>
                      <a:gd name="connsiteY35" fmla="*/ 25143 h 38817"/>
                      <a:gd name="connsiteX36" fmla="*/ 22309 w 25772"/>
                      <a:gd name="connsiteY36" fmla="*/ 19319 h 38817"/>
                      <a:gd name="connsiteX37" fmla="*/ 22332 w 25772"/>
                      <a:gd name="connsiteY37"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7">
                        <a:moveTo>
                          <a:pt x="12932" y="0"/>
                        </a:moveTo>
                        <a:cubicBezTo>
                          <a:pt x="14798" y="0"/>
                          <a:pt x="16417"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710"/>
                          <a:pt x="25773" y="18217"/>
                          <a:pt x="25773" y="19701"/>
                        </a:cubicBezTo>
                        <a:cubicBezTo>
                          <a:pt x="25773" y="22220"/>
                          <a:pt x="25593" y="24626"/>
                          <a:pt x="25233" y="26943"/>
                        </a:cubicBezTo>
                        <a:cubicBezTo>
                          <a:pt x="24873" y="29259"/>
                          <a:pt x="24221" y="31283"/>
                          <a:pt x="23254" y="33037"/>
                        </a:cubicBezTo>
                        <a:cubicBezTo>
                          <a:pt x="22309" y="34791"/>
                          <a:pt x="21005" y="36208"/>
                          <a:pt x="19341" y="37243"/>
                        </a:cubicBezTo>
                        <a:cubicBezTo>
                          <a:pt x="17677" y="38277"/>
                          <a:pt x="15540" y="38817"/>
                          <a:pt x="12909" y="38817"/>
                        </a:cubicBezTo>
                        <a:cubicBezTo>
                          <a:pt x="10277" y="38817"/>
                          <a:pt x="8141" y="38300"/>
                          <a:pt x="6454" y="37243"/>
                        </a:cubicBezTo>
                        <a:cubicBezTo>
                          <a:pt x="4768" y="36186"/>
                          <a:pt x="3463" y="34791"/>
                          <a:pt x="2519" y="33015"/>
                        </a:cubicBezTo>
                        <a:cubicBezTo>
                          <a:pt x="1574" y="31238"/>
                          <a:pt x="899" y="29169"/>
                          <a:pt x="540" y="26808"/>
                        </a:cubicBezTo>
                        <a:cubicBezTo>
                          <a:pt x="180" y="24446"/>
                          <a:pt x="0" y="21950"/>
                          <a:pt x="0" y="19341"/>
                        </a:cubicBezTo>
                        <a:cubicBezTo>
                          <a:pt x="0" y="16935"/>
                          <a:pt x="157" y="14573"/>
                          <a:pt x="495" y="12279"/>
                        </a:cubicBezTo>
                        <a:cubicBezTo>
                          <a:pt x="809" y="9985"/>
                          <a:pt x="1439" y="7916"/>
                          <a:pt x="2361" y="6095"/>
                        </a:cubicBezTo>
                        <a:cubicBezTo>
                          <a:pt x="3283" y="4273"/>
                          <a:pt x="4587" y="2811"/>
                          <a:pt x="6274" y="1687"/>
                        </a:cubicBezTo>
                        <a:cubicBezTo>
                          <a:pt x="7961" y="562"/>
                          <a:pt x="10187" y="23"/>
                          <a:pt x="12909" y="23"/>
                        </a:cubicBezTo>
                        <a:lnTo>
                          <a:pt x="12909" y="23"/>
                        </a:lnTo>
                        <a:close/>
                        <a:moveTo>
                          <a:pt x="22332" y="19319"/>
                        </a:moveTo>
                        <a:cubicBezTo>
                          <a:pt x="22332" y="17272"/>
                          <a:pt x="22219" y="15270"/>
                          <a:pt x="21972" y="13291"/>
                        </a:cubicBezTo>
                        <a:cubicBezTo>
                          <a:pt x="21747" y="11335"/>
                          <a:pt x="21275" y="9581"/>
                          <a:pt x="20600" y="8029"/>
                        </a:cubicBezTo>
                        <a:cubicBezTo>
                          <a:pt x="19925" y="6477"/>
                          <a:pt x="18959" y="5240"/>
                          <a:pt x="17722" y="4296"/>
                        </a:cubicBezTo>
                        <a:cubicBezTo>
                          <a:pt x="16484" y="3351"/>
                          <a:pt x="14843" y="2901"/>
                          <a:pt x="12841" y="2901"/>
                        </a:cubicBezTo>
                        <a:cubicBezTo>
                          <a:pt x="10840" y="2901"/>
                          <a:pt x="9378" y="3373"/>
                          <a:pt x="8163" y="4340"/>
                        </a:cubicBezTo>
                        <a:cubicBezTo>
                          <a:pt x="6949" y="5308"/>
                          <a:pt x="6005" y="6567"/>
                          <a:pt x="5330" y="8141"/>
                        </a:cubicBezTo>
                        <a:cubicBezTo>
                          <a:pt x="4655" y="9716"/>
                          <a:pt x="4160" y="11515"/>
                          <a:pt x="3891" y="13539"/>
                        </a:cubicBezTo>
                        <a:cubicBezTo>
                          <a:pt x="3621" y="15563"/>
                          <a:pt x="3485" y="17609"/>
                          <a:pt x="3485" y="19701"/>
                        </a:cubicBezTo>
                        <a:cubicBezTo>
                          <a:pt x="3485" y="22152"/>
                          <a:pt x="3643" y="24379"/>
                          <a:pt x="3936" y="26358"/>
                        </a:cubicBezTo>
                        <a:cubicBezTo>
                          <a:pt x="4250" y="28359"/>
                          <a:pt x="4745" y="30046"/>
                          <a:pt x="5465" y="31463"/>
                        </a:cubicBezTo>
                        <a:cubicBezTo>
                          <a:pt x="6185" y="32857"/>
                          <a:pt x="7152" y="33959"/>
                          <a:pt x="8344" y="34724"/>
                        </a:cubicBezTo>
                        <a:cubicBezTo>
                          <a:pt x="9558" y="35489"/>
                          <a:pt x="11065" y="35893"/>
                          <a:pt x="12909" y="35893"/>
                        </a:cubicBezTo>
                        <a:cubicBezTo>
                          <a:pt x="14955" y="35893"/>
                          <a:pt x="16597" y="35399"/>
                          <a:pt x="17857" y="34387"/>
                        </a:cubicBezTo>
                        <a:cubicBezTo>
                          <a:pt x="19116" y="33375"/>
                          <a:pt x="20038" y="32093"/>
                          <a:pt x="20690" y="30496"/>
                        </a:cubicBezTo>
                        <a:cubicBezTo>
                          <a:pt x="21343" y="28899"/>
                          <a:pt x="21770" y="27122"/>
                          <a:pt x="21994" y="25143"/>
                        </a:cubicBezTo>
                        <a:cubicBezTo>
                          <a:pt x="22219" y="23164"/>
                          <a:pt x="22309" y="21230"/>
                          <a:pt x="22309" y="19319"/>
                        </a:cubicBezTo>
                        <a:lnTo>
                          <a:pt x="22332" y="19319"/>
                        </a:lnTo>
                        <a:close/>
                      </a:path>
                    </a:pathLst>
                  </a:custGeom>
                  <a:solidFill>
                    <a:srgbClr val="231F20"/>
                  </a:solidFill>
                  <a:ln w="2249" cap="flat">
                    <a:noFill/>
                    <a:prstDash val="solid"/>
                    <a:miter/>
                  </a:ln>
                </p:spPr>
                <p:txBody>
                  <a:bodyPr rtlCol="0" anchor="ctr"/>
                  <a:lstStyle/>
                  <a:p>
                    <a:endParaRPr lang="en-US"/>
                  </a:p>
                </p:txBody>
              </p:sp>
              <p:sp>
                <p:nvSpPr>
                  <p:cNvPr id="2087" name="Freeform 2086">
                    <a:extLst>
                      <a:ext uri="{FF2B5EF4-FFF2-40B4-BE49-F238E27FC236}">
                        <a16:creationId xmlns:a16="http://schemas.microsoft.com/office/drawing/2014/main" id="{42F28F36-E8EE-B189-7335-86F93EB49A4B}"/>
                      </a:ext>
                    </a:extLst>
                  </p:cNvPr>
                  <p:cNvSpPr/>
                  <p:nvPr/>
                </p:nvSpPr>
                <p:spPr>
                  <a:xfrm>
                    <a:off x="8219602" y="2774783"/>
                    <a:ext cx="25772" cy="38817"/>
                  </a:xfrm>
                  <a:custGeom>
                    <a:avLst/>
                    <a:gdLst>
                      <a:gd name="connsiteX0" fmla="*/ 12932 w 25772"/>
                      <a:gd name="connsiteY0" fmla="*/ 0 h 38817"/>
                      <a:gd name="connsiteX1" fmla="*/ 17790 w 25772"/>
                      <a:gd name="connsiteY1" fmla="*/ 832 h 38817"/>
                      <a:gd name="connsiteX2" fmla="*/ 21275 w 25772"/>
                      <a:gd name="connsiteY2" fmla="*/ 3126 h 38817"/>
                      <a:gd name="connsiteX3" fmla="*/ 23592 w 25772"/>
                      <a:gd name="connsiteY3" fmla="*/ 6522 h 38817"/>
                      <a:gd name="connsiteX4" fmla="*/ 24964 w 25772"/>
                      <a:gd name="connsiteY4" fmla="*/ 10660 h 38817"/>
                      <a:gd name="connsiteX5" fmla="*/ 25616 w 25772"/>
                      <a:gd name="connsiteY5" fmla="*/ 15158 h 38817"/>
                      <a:gd name="connsiteX6" fmla="*/ 25773 w 25772"/>
                      <a:gd name="connsiteY6" fmla="*/ 19701 h 38817"/>
                      <a:gd name="connsiteX7" fmla="*/ 25233 w 25772"/>
                      <a:gd name="connsiteY7" fmla="*/ 26943 h 38817"/>
                      <a:gd name="connsiteX8" fmla="*/ 23254 w 25772"/>
                      <a:gd name="connsiteY8" fmla="*/ 33037 h 38817"/>
                      <a:gd name="connsiteX9" fmla="*/ 19341 w 25772"/>
                      <a:gd name="connsiteY9" fmla="*/ 37243 h 38817"/>
                      <a:gd name="connsiteX10" fmla="*/ 12909 w 25772"/>
                      <a:gd name="connsiteY10" fmla="*/ 38817 h 38817"/>
                      <a:gd name="connsiteX11" fmla="*/ 6455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2 w 25772"/>
                      <a:gd name="connsiteY16" fmla="*/ 6095 h 38817"/>
                      <a:gd name="connsiteX17" fmla="*/ 6275 w 25772"/>
                      <a:gd name="connsiteY17" fmla="*/ 1687 h 38817"/>
                      <a:gd name="connsiteX18" fmla="*/ 12909 w 25772"/>
                      <a:gd name="connsiteY18" fmla="*/ 23 h 38817"/>
                      <a:gd name="connsiteX19" fmla="*/ 12909 w 25772"/>
                      <a:gd name="connsiteY19" fmla="*/ 23 h 38817"/>
                      <a:gd name="connsiteX20" fmla="*/ 22332 w 25772"/>
                      <a:gd name="connsiteY20" fmla="*/ 19319 h 38817"/>
                      <a:gd name="connsiteX21" fmla="*/ 21972 w 25772"/>
                      <a:gd name="connsiteY21" fmla="*/ 13291 h 38817"/>
                      <a:gd name="connsiteX22" fmla="*/ 20601 w 25772"/>
                      <a:gd name="connsiteY22" fmla="*/ 8029 h 38817"/>
                      <a:gd name="connsiteX23" fmla="*/ 17722 w 25772"/>
                      <a:gd name="connsiteY23" fmla="*/ 4296 h 38817"/>
                      <a:gd name="connsiteX24" fmla="*/ 12841 w 25772"/>
                      <a:gd name="connsiteY24" fmla="*/ 2901 h 38817"/>
                      <a:gd name="connsiteX25" fmla="*/ 8164 w 25772"/>
                      <a:gd name="connsiteY25" fmla="*/ 4340 h 38817"/>
                      <a:gd name="connsiteX26" fmla="*/ 5330 w 25772"/>
                      <a:gd name="connsiteY26" fmla="*/ 8141 h 38817"/>
                      <a:gd name="connsiteX27" fmla="*/ 3891 w 25772"/>
                      <a:gd name="connsiteY27" fmla="*/ 13539 h 38817"/>
                      <a:gd name="connsiteX28" fmla="*/ 3486 w 25772"/>
                      <a:gd name="connsiteY28" fmla="*/ 19701 h 38817"/>
                      <a:gd name="connsiteX29" fmla="*/ 3936 w 25772"/>
                      <a:gd name="connsiteY29" fmla="*/ 26358 h 38817"/>
                      <a:gd name="connsiteX30" fmla="*/ 5465 w 25772"/>
                      <a:gd name="connsiteY30" fmla="*/ 31463 h 38817"/>
                      <a:gd name="connsiteX31" fmla="*/ 8344 w 25772"/>
                      <a:gd name="connsiteY31" fmla="*/ 34724 h 38817"/>
                      <a:gd name="connsiteX32" fmla="*/ 12909 w 25772"/>
                      <a:gd name="connsiteY32" fmla="*/ 35893 h 38817"/>
                      <a:gd name="connsiteX33" fmla="*/ 17857 w 25772"/>
                      <a:gd name="connsiteY33" fmla="*/ 34387 h 38817"/>
                      <a:gd name="connsiteX34" fmla="*/ 20690 w 25772"/>
                      <a:gd name="connsiteY34" fmla="*/ 30496 h 38817"/>
                      <a:gd name="connsiteX35" fmla="*/ 21995 w 25772"/>
                      <a:gd name="connsiteY35" fmla="*/ 25143 h 38817"/>
                      <a:gd name="connsiteX36" fmla="*/ 22309 w 25772"/>
                      <a:gd name="connsiteY36" fmla="*/ 19319 h 38817"/>
                      <a:gd name="connsiteX37" fmla="*/ 22332 w 25772"/>
                      <a:gd name="connsiteY37"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7">
                        <a:moveTo>
                          <a:pt x="12932" y="0"/>
                        </a:moveTo>
                        <a:cubicBezTo>
                          <a:pt x="14798" y="0"/>
                          <a:pt x="16418" y="270"/>
                          <a:pt x="17790" y="832"/>
                        </a:cubicBezTo>
                        <a:cubicBezTo>
                          <a:pt x="19161" y="1394"/>
                          <a:pt x="20308" y="2159"/>
                          <a:pt x="21275" y="3126"/>
                        </a:cubicBezTo>
                        <a:cubicBezTo>
                          <a:pt x="22220" y="4093"/>
                          <a:pt x="23007" y="5240"/>
                          <a:pt x="23592" y="6522"/>
                        </a:cubicBezTo>
                        <a:cubicBezTo>
                          <a:pt x="24176" y="7826"/>
                          <a:pt x="24648" y="9198"/>
                          <a:pt x="24964" y="10660"/>
                        </a:cubicBezTo>
                        <a:cubicBezTo>
                          <a:pt x="25278" y="12122"/>
                          <a:pt x="25503" y="13629"/>
                          <a:pt x="25616" y="15158"/>
                        </a:cubicBezTo>
                        <a:cubicBezTo>
                          <a:pt x="25728" y="16710"/>
                          <a:pt x="25773" y="18217"/>
                          <a:pt x="25773" y="19701"/>
                        </a:cubicBezTo>
                        <a:cubicBezTo>
                          <a:pt x="25773" y="22220"/>
                          <a:pt x="25593" y="24626"/>
                          <a:pt x="25233" y="26943"/>
                        </a:cubicBezTo>
                        <a:cubicBezTo>
                          <a:pt x="24874" y="29259"/>
                          <a:pt x="24221" y="31283"/>
                          <a:pt x="23254" y="33037"/>
                        </a:cubicBezTo>
                        <a:cubicBezTo>
                          <a:pt x="22309" y="34791"/>
                          <a:pt x="21005" y="36208"/>
                          <a:pt x="19341" y="37243"/>
                        </a:cubicBezTo>
                        <a:cubicBezTo>
                          <a:pt x="17677" y="38277"/>
                          <a:pt x="15541" y="38817"/>
                          <a:pt x="12909" y="38817"/>
                        </a:cubicBezTo>
                        <a:cubicBezTo>
                          <a:pt x="10278" y="38817"/>
                          <a:pt x="8141" y="38300"/>
                          <a:pt x="6455" y="37243"/>
                        </a:cubicBezTo>
                        <a:cubicBezTo>
                          <a:pt x="4768" y="36186"/>
                          <a:pt x="3463" y="34791"/>
                          <a:pt x="2519" y="33015"/>
                        </a:cubicBezTo>
                        <a:cubicBezTo>
                          <a:pt x="1574" y="31238"/>
                          <a:pt x="900" y="29169"/>
                          <a:pt x="540" y="26808"/>
                        </a:cubicBezTo>
                        <a:cubicBezTo>
                          <a:pt x="180" y="24446"/>
                          <a:pt x="0" y="21950"/>
                          <a:pt x="0" y="19341"/>
                        </a:cubicBezTo>
                        <a:cubicBezTo>
                          <a:pt x="0" y="16935"/>
                          <a:pt x="158" y="14573"/>
                          <a:pt x="495" y="12279"/>
                        </a:cubicBezTo>
                        <a:cubicBezTo>
                          <a:pt x="810" y="9985"/>
                          <a:pt x="1440" y="7916"/>
                          <a:pt x="2362" y="6095"/>
                        </a:cubicBezTo>
                        <a:cubicBezTo>
                          <a:pt x="3283" y="4273"/>
                          <a:pt x="4588" y="2811"/>
                          <a:pt x="6275" y="1687"/>
                        </a:cubicBezTo>
                        <a:cubicBezTo>
                          <a:pt x="7961" y="562"/>
                          <a:pt x="10188" y="23"/>
                          <a:pt x="12909" y="23"/>
                        </a:cubicBezTo>
                        <a:lnTo>
                          <a:pt x="12909" y="23"/>
                        </a:lnTo>
                        <a:close/>
                        <a:moveTo>
                          <a:pt x="22332" y="19319"/>
                        </a:moveTo>
                        <a:cubicBezTo>
                          <a:pt x="22332" y="17272"/>
                          <a:pt x="22220" y="15270"/>
                          <a:pt x="21972" y="13291"/>
                        </a:cubicBezTo>
                        <a:cubicBezTo>
                          <a:pt x="21747" y="11335"/>
                          <a:pt x="21275" y="9581"/>
                          <a:pt x="20601" y="8029"/>
                        </a:cubicBezTo>
                        <a:cubicBezTo>
                          <a:pt x="19926" y="6477"/>
                          <a:pt x="18959" y="5240"/>
                          <a:pt x="17722" y="4296"/>
                        </a:cubicBezTo>
                        <a:cubicBezTo>
                          <a:pt x="16485" y="3351"/>
                          <a:pt x="14843" y="2901"/>
                          <a:pt x="12841" y="2901"/>
                        </a:cubicBezTo>
                        <a:cubicBezTo>
                          <a:pt x="10840" y="2901"/>
                          <a:pt x="9378" y="3373"/>
                          <a:pt x="8164" y="4340"/>
                        </a:cubicBezTo>
                        <a:cubicBezTo>
                          <a:pt x="6949" y="5308"/>
                          <a:pt x="6005" y="6567"/>
                          <a:pt x="5330" y="8141"/>
                        </a:cubicBezTo>
                        <a:cubicBezTo>
                          <a:pt x="4655" y="9716"/>
                          <a:pt x="4161" y="11515"/>
                          <a:pt x="3891" y="13539"/>
                        </a:cubicBezTo>
                        <a:cubicBezTo>
                          <a:pt x="3621" y="15563"/>
                          <a:pt x="3486" y="17609"/>
                          <a:pt x="3486" y="19701"/>
                        </a:cubicBezTo>
                        <a:cubicBezTo>
                          <a:pt x="3486" y="22152"/>
                          <a:pt x="3644" y="24379"/>
                          <a:pt x="3936" y="26358"/>
                        </a:cubicBezTo>
                        <a:cubicBezTo>
                          <a:pt x="4251" y="28359"/>
                          <a:pt x="4746" y="30046"/>
                          <a:pt x="5465" y="31463"/>
                        </a:cubicBezTo>
                        <a:cubicBezTo>
                          <a:pt x="6185" y="32857"/>
                          <a:pt x="7152" y="33959"/>
                          <a:pt x="8344" y="34724"/>
                        </a:cubicBezTo>
                        <a:cubicBezTo>
                          <a:pt x="9558" y="35489"/>
                          <a:pt x="11065" y="35893"/>
                          <a:pt x="12909" y="35893"/>
                        </a:cubicBezTo>
                        <a:cubicBezTo>
                          <a:pt x="14956" y="35893"/>
                          <a:pt x="16598" y="35399"/>
                          <a:pt x="17857" y="34387"/>
                        </a:cubicBezTo>
                        <a:cubicBezTo>
                          <a:pt x="19116" y="33375"/>
                          <a:pt x="20039" y="32093"/>
                          <a:pt x="20690" y="30496"/>
                        </a:cubicBezTo>
                        <a:cubicBezTo>
                          <a:pt x="21343" y="28899"/>
                          <a:pt x="21770" y="27122"/>
                          <a:pt x="21995" y="25143"/>
                        </a:cubicBezTo>
                        <a:cubicBezTo>
                          <a:pt x="22220" y="23164"/>
                          <a:pt x="22309" y="21230"/>
                          <a:pt x="22309" y="19319"/>
                        </a:cubicBezTo>
                        <a:lnTo>
                          <a:pt x="22332" y="19319"/>
                        </a:lnTo>
                        <a:close/>
                      </a:path>
                    </a:pathLst>
                  </a:custGeom>
                  <a:solidFill>
                    <a:srgbClr val="231F20"/>
                  </a:solidFill>
                  <a:ln w="2249" cap="flat">
                    <a:noFill/>
                    <a:prstDash val="solid"/>
                    <a:miter/>
                  </a:ln>
                </p:spPr>
                <p:txBody>
                  <a:bodyPr rtlCol="0" anchor="ctr"/>
                  <a:lstStyle/>
                  <a:p>
                    <a:endParaRPr lang="en-US"/>
                  </a:p>
                </p:txBody>
              </p:sp>
            </p:grpSp>
            <p:sp>
              <p:nvSpPr>
                <p:cNvPr id="1948" name="Freeform 1947">
                  <a:extLst>
                    <a:ext uri="{FF2B5EF4-FFF2-40B4-BE49-F238E27FC236}">
                      <a16:creationId xmlns:a16="http://schemas.microsoft.com/office/drawing/2014/main" id="{312CA1E5-D8BF-45AA-CFE0-FE79F7D1668C}"/>
                    </a:ext>
                  </a:extLst>
                </p:cNvPr>
                <p:cNvSpPr/>
                <p:nvPr/>
              </p:nvSpPr>
              <p:spPr>
                <a:xfrm>
                  <a:off x="5558518" y="2779133"/>
                  <a:ext cx="111933" cy="168590"/>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5 w 25772"/>
                    <a:gd name="connsiteY5" fmla="*/ 15158 h 38817"/>
                    <a:gd name="connsiteX6" fmla="*/ 25773 w 25772"/>
                    <a:gd name="connsiteY6" fmla="*/ 19701 h 38817"/>
                    <a:gd name="connsiteX7" fmla="*/ 25233 w 25772"/>
                    <a:gd name="connsiteY7" fmla="*/ 26943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2 w 25772"/>
                    <a:gd name="connsiteY16" fmla="*/ 6095 h 38817"/>
                    <a:gd name="connsiteX17" fmla="*/ 6275 w 25772"/>
                    <a:gd name="connsiteY17" fmla="*/ 1687 h 38817"/>
                    <a:gd name="connsiteX18" fmla="*/ 12909 w 25772"/>
                    <a:gd name="connsiteY18" fmla="*/ 23 h 38817"/>
                    <a:gd name="connsiteX19" fmla="*/ 12909 w 25772"/>
                    <a:gd name="connsiteY19" fmla="*/ 23 h 38817"/>
                    <a:gd name="connsiteX20" fmla="*/ 22309 w 25772"/>
                    <a:gd name="connsiteY20" fmla="*/ 19341 h 38817"/>
                    <a:gd name="connsiteX21" fmla="*/ 21950 w 25772"/>
                    <a:gd name="connsiteY21" fmla="*/ 13314 h 38817"/>
                    <a:gd name="connsiteX22" fmla="*/ 20578 w 25772"/>
                    <a:gd name="connsiteY22" fmla="*/ 8051 h 38817"/>
                    <a:gd name="connsiteX23" fmla="*/ 17699 w 25772"/>
                    <a:gd name="connsiteY23" fmla="*/ 4318 h 38817"/>
                    <a:gd name="connsiteX24" fmla="*/ 12819 w 25772"/>
                    <a:gd name="connsiteY24" fmla="*/ 2924 h 38817"/>
                    <a:gd name="connsiteX25" fmla="*/ 8141 w 25772"/>
                    <a:gd name="connsiteY25" fmla="*/ 4363 h 38817"/>
                    <a:gd name="connsiteX26" fmla="*/ 5307 w 25772"/>
                    <a:gd name="connsiteY26" fmla="*/ 8164 h 38817"/>
                    <a:gd name="connsiteX27" fmla="*/ 3868 w 25772"/>
                    <a:gd name="connsiteY27" fmla="*/ 13561 h 38817"/>
                    <a:gd name="connsiteX28" fmla="*/ 3463 w 25772"/>
                    <a:gd name="connsiteY28" fmla="*/ 19723 h 38817"/>
                    <a:gd name="connsiteX29" fmla="*/ 3913 w 25772"/>
                    <a:gd name="connsiteY29" fmla="*/ 26380 h 38817"/>
                    <a:gd name="connsiteX30" fmla="*/ 5442 w 25772"/>
                    <a:gd name="connsiteY30" fmla="*/ 31485 h 38817"/>
                    <a:gd name="connsiteX31" fmla="*/ 8321 w 25772"/>
                    <a:gd name="connsiteY31" fmla="*/ 34746 h 38817"/>
                    <a:gd name="connsiteX32" fmla="*/ 12886 w 25772"/>
                    <a:gd name="connsiteY32" fmla="*/ 35916 h 38817"/>
                    <a:gd name="connsiteX33" fmla="*/ 17834 w 25772"/>
                    <a:gd name="connsiteY33" fmla="*/ 34409 h 38817"/>
                    <a:gd name="connsiteX34" fmla="*/ 20668 w 25772"/>
                    <a:gd name="connsiteY34" fmla="*/ 30518 h 38817"/>
                    <a:gd name="connsiteX35" fmla="*/ 21972 w 25772"/>
                    <a:gd name="connsiteY35" fmla="*/ 25166 h 38817"/>
                    <a:gd name="connsiteX36" fmla="*/ 22287 w 25772"/>
                    <a:gd name="connsiteY36" fmla="*/ 19341 h 38817"/>
                    <a:gd name="connsiteX37" fmla="*/ 22309 w 25772"/>
                    <a:gd name="connsiteY37" fmla="*/ 19341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7">
                      <a:moveTo>
                        <a:pt x="12932" y="0"/>
                      </a:moveTo>
                      <a:cubicBezTo>
                        <a:pt x="14798" y="0"/>
                        <a:pt x="16418"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710"/>
                        <a:pt x="25773" y="18217"/>
                        <a:pt x="25773" y="19701"/>
                      </a:cubicBezTo>
                      <a:cubicBezTo>
                        <a:pt x="25773" y="22220"/>
                        <a:pt x="25593" y="24626"/>
                        <a:pt x="25233" y="26943"/>
                      </a:cubicBezTo>
                      <a:cubicBezTo>
                        <a:pt x="24873" y="29259"/>
                        <a:pt x="24221" y="31283"/>
                        <a:pt x="23254" y="33037"/>
                      </a:cubicBezTo>
                      <a:cubicBezTo>
                        <a:pt x="22309" y="34791"/>
                        <a:pt x="21005" y="36208"/>
                        <a:pt x="19341" y="37243"/>
                      </a:cubicBezTo>
                      <a:cubicBezTo>
                        <a:pt x="17677" y="38277"/>
                        <a:pt x="15540" y="38817"/>
                        <a:pt x="12909" y="38817"/>
                      </a:cubicBezTo>
                      <a:cubicBezTo>
                        <a:pt x="10277" y="38817"/>
                        <a:pt x="8141" y="38300"/>
                        <a:pt x="6454" y="37243"/>
                      </a:cubicBezTo>
                      <a:cubicBezTo>
                        <a:pt x="4768" y="36186"/>
                        <a:pt x="3463" y="34791"/>
                        <a:pt x="2519" y="33015"/>
                      </a:cubicBezTo>
                      <a:cubicBezTo>
                        <a:pt x="1574" y="31238"/>
                        <a:pt x="899" y="29169"/>
                        <a:pt x="540" y="26808"/>
                      </a:cubicBezTo>
                      <a:cubicBezTo>
                        <a:pt x="180" y="24446"/>
                        <a:pt x="0" y="21950"/>
                        <a:pt x="0" y="19341"/>
                      </a:cubicBezTo>
                      <a:cubicBezTo>
                        <a:pt x="0" y="16935"/>
                        <a:pt x="157" y="14573"/>
                        <a:pt x="495" y="12279"/>
                      </a:cubicBezTo>
                      <a:cubicBezTo>
                        <a:pt x="809" y="9985"/>
                        <a:pt x="1439" y="7916"/>
                        <a:pt x="2362" y="6095"/>
                      </a:cubicBezTo>
                      <a:cubicBezTo>
                        <a:pt x="3283" y="4273"/>
                        <a:pt x="4588" y="2811"/>
                        <a:pt x="6275" y="1687"/>
                      </a:cubicBezTo>
                      <a:cubicBezTo>
                        <a:pt x="7961" y="562"/>
                        <a:pt x="10188" y="23"/>
                        <a:pt x="12909" y="23"/>
                      </a:cubicBezTo>
                      <a:lnTo>
                        <a:pt x="12909" y="23"/>
                      </a:lnTo>
                      <a:close/>
                      <a:moveTo>
                        <a:pt x="22309" y="19341"/>
                      </a:moveTo>
                      <a:cubicBezTo>
                        <a:pt x="22309" y="17294"/>
                        <a:pt x="22197" y="15293"/>
                        <a:pt x="21950" y="13314"/>
                      </a:cubicBezTo>
                      <a:cubicBezTo>
                        <a:pt x="21725" y="11357"/>
                        <a:pt x="21253" y="9603"/>
                        <a:pt x="20578" y="8051"/>
                      </a:cubicBezTo>
                      <a:cubicBezTo>
                        <a:pt x="19903" y="6499"/>
                        <a:pt x="18936" y="5263"/>
                        <a:pt x="17699" y="4318"/>
                      </a:cubicBezTo>
                      <a:cubicBezTo>
                        <a:pt x="16462" y="3373"/>
                        <a:pt x="14820" y="2924"/>
                        <a:pt x="12819" y="2924"/>
                      </a:cubicBezTo>
                      <a:cubicBezTo>
                        <a:pt x="10817" y="2924"/>
                        <a:pt x="9355" y="3396"/>
                        <a:pt x="8141" y="4363"/>
                      </a:cubicBezTo>
                      <a:cubicBezTo>
                        <a:pt x="6926" y="5330"/>
                        <a:pt x="5982" y="6589"/>
                        <a:pt x="5307" y="8164"/>
                      </a:cubicBezTo>
                      <a:cubicBezTo>
                        <a:pt x="4632" y="9738"/>
                        <a:pt x="4138" y="11537"/>
                        <a:pt x="3868" y="13561"/>
                      </a:cubicBezTo>
                      <a:cubicBezTo>
                        <a:pt x="3598" y="15585"/>
                        <a:pt x="3463" y="17632"/>
                        <a:pt x="3463" y="19723"/>
                      </a:cubicBezTo>
                      <a:cubicBezTo>
                        <a:pt x="3463" y="22175"/>
                        <a:pt x="3621" y="24401"/>
                        <a:pt x="3913" y="26380"/>
                      </a:cubicBezTo>
                      <a:cubicBezTo>
                        <a:pt x="4228" y="28382"/>
                        <a:pt x="4722" y="30069"/>
                        <a:pt x="5442" y="31485"/>
                      </a:cubicBezTo>
                      <a:cubicBezTo>
                        <a:pt x="6162" y="32880"/>
                        <a:pt x="7129" y="33982"/>
                        <a:pt x="8321" y="34746"/>
                      </a:cubicBezTo>
                      <a:cubicBezTo>
                        <a:pt x="9536" y="35511"/>
                        <a:pt x="11042" y="35916"/>
                        <a:pt x="12886" y="35916"/>
                      </a:cubicBezTo>
                      <a:cubicBezTo>
                        <a:pt x="14933" y="35916"/>
                        <a:pt x="16575" y="35421"/>
                        <a:pt x="17834" y="34409"/>
                      </a:cubicBezTo>
                      <a:cubicBezTo>
                        <a:pt x="19094" y="33397"/>
                        <a:pt x="20016" y="32115"/>
                        <a:pt x="20668" y="30518"/>
                      </a:cubicBezTo>
                      <a:cubicBezTo>
                        <a:pt x="21320" y="28922"/>
                        <a:pt x="21747" y="27145"/>
                        <a:pt x="21972" y="25166"/>
                      </a:cubicBezTo>
                      <a:cubicBezTo>
                        <a:pt x="22197" y="23187"/>
                        <a:pt x="22287" y="21253"/>
                        <a:pt x="22287" y="19341"/>
                      </a:cubicBezTo>
                      <a:lnTo>
                        <a:pt x="22309" y="19341"/>
                      </a:lnTo>
                      <a:close/>
                    </a:path>
                  </a:pathLst>
                </a:custGeom>
                <a:solidFill>
                  <a:srgbClr val="231F20"/>
                </a:solidFill>
                <a:ln w="2249" cap="flat">
                  <a:noFill/>
                  <a:prstDash val="solid"/>
                  <a:miter/>
                </a:ln>
              </p:spPr>
              <p:txBody>
                <a:bodyPr rtlCol="0" anchor="ctr"/>
                <a:lstStyle/>
                <a:p>
                  <a:endParaRPr lang="en-US"/>
                </a:p>
              </p:txBody>
            </p:sp>
            <p:grpSp>
              <p:nvGrpSpPr>
                <p:cNvPr id="1949" name="Graphic 3">
                  <a:extLst>
                    <a:ext uri="{FF2B5EF4-FFF2-40B4-BE49-F238E27FC236}">
                      <a16:creationId xmlns:a16="http://schemas.microsoft.com/office/drawing/2014/main" id="{F38403A2-F112-CA45-4469-E78AB4770D55}"/>
                    </a:ext>
                  </a:extLst>
                </p:cNvPr>
                <p:cNvGrpSpPr/>
                <p:nvPr/>
              </p:nvGrpSpPr>
              <p:grpSpPr>
                <a:xfrm>
                  <a:off x="5519055" y="2172171"/>
                  <a:ext cx="370387" cy="168686"/>
                  <a:chOff x="8161848" y="2507967"/>
                  <a:chExt cx="85280" cy="38839"/>
                </a:xfrm>
                <a:solidFill>
                  <a:srgbClr val="231F20"/>
                </a:solidFill>
              </p:grpSpPr>
              <p:sp>
                <p:nvSpPr>
                  <p:cNvPr id="2081" name="Freeform 2080">
                    <a:extLst>
                      <a:ext uri="{FF2B5EF4-FFF2-40B4-BE49-F238E27FC236}">
                        <a16:creationId xmlns:a16="http://schemas.microsoft.com/office/drawing/2014/main" id="{B5C3D7C2-60D0-C64A-01AF-7BD5FD89864E}"/>
                      </a:ext>
                    </a:extLst>
                  </p:cNvPr>
                  <p:cNvSpPr/>
                  <p:nvPr/>
                </p:nvSpPr>
                <p:spPr>
                  <a:xfrm>
                    <a:off x="8161848" y="2507967"/>
                    <a:ext cx="25210" cy="38074"/>
                  </a:xfrm>
                  <a:custGeom>
                    <a:avLst/>
                    <a:gdLst>
                      <a:gd name="connsiteX0" fmla="*/ 1147 w 25210"/>
                      <a:gd name="connsiteY0" fmla="*/ 12482 h 38074"/>
                      <a:gd name="connsiteX1" fmla="*/ 2001 w 25210"/>
                      <a:gd name="connsiteY1" fmla="*/ 7377 h 38074"/>
                      <a:gd name="connsiteX2" fmla="*/ 4475 w 25210"/>
                      <a:gd name="connsiteY2" fmla="*/ 3441 h 38074"/>
                      <a:gd name="connsiteX3" fmla="*/ 8389 w 25210"/>
                      <a:gd name="connsiteY3" fmla="*/ 900 h 38074"/>
                      <a:gd name="connsiteX4" fmla="*/ 13494 w 25210"/>
                      <a:gd name="connsiteY4" fmla="*/ 0 h 38074"/>
                      <a:gd name="connsiteX5" fmla="*/ 18531 w 25210"/>
                      <a:gd name="connsiteY5" fmla="*/ 832 h 38074"/>
                      <a:gd name="connsiteX6" fmla="*/ 22197 w 25210"/>
                      <a:gd name="connsiteY6" fmla="*/ 3081 h 38074"/>
                      <a:gd name="connsiteX7" fmla="*/ 24446 w 25210"/>
                      <a:gd name="connsiteY7" fmla="*/ 6432 h 38074"/>
                      <a:gd name="connsiteX8" fmla="*/ 25211 w 25210"/>
                      <a:gd name="connsiteY8" fmla="*/ 10525 h 38074"/>
                      <a:gd name="connsiteX9" fmla="*/ 24379 w 25210"/>
                      <a:gd name="connsiteY9" fmla="*/ 15001 h 38074"/>
                      <a:gd name="connsiteX10" fmla="*/ 22174 w 25210"/>
                      <a:gd name="connsiteY10" fmla="*/ 18464 h 38074"/>
                      <a:gd name="connsiteX11" fmla="*/ 19049 w 25210"/>
                      <a:gd name="connsiteY11" fmla="*/ 21163 h 38074"/>
                      <a:gd name="connsiteX12" fmla="*/ 15450 w 25210"/>
                      <a:gd name="connsiteY12" fmla="*/ 23412 h 38074"/>
                      <a:gd name="connsiteX13" fmla="*/ 11830 w 25210"/>
                      <a:gd name="connsiteY13" fmla="*/ 25436 h 38074"/>
                      <a:gd name="connsiteX14" fmla="*/ 8636 w 25210"/>
                      <a:gd name="connsiteY14" fmla="*/ 27482 h 38074"/>
                      <a:gd name="connsiteX15" fmla="*/ 6859 w 25210"/>
                      <a:gd name="connsiteY15" fmla="*/ 28967 h 38074"/>
                      <a:gd name="connsiteX16" fmla="*/ 5285 w 25210"/>
                      <a:gd name="connsiteY16" fmla="*/ 30676 h 38074"/>
                      <a:gd name="connsiteX17" fmla="*/ 4160 w 25210"/>
                      <a:gd name="connsiteY17" fmla="*/ 32700 h 38074"/>
                      <a:gd name="connsiteX18" fmla="*/ 3666 w 25210"/>
                      <a:gd name="connsiteY18" fmla="*/ 35151 h 38074"/>
                      <a:gd name="connsiteX19" fmla="*/ 24874 w 25210"/>
                      <a:gd name="connsiteY19" fmla="*/ 35151 h 38074"/>
                      <a:gd name="connsiteX20" fmla="*/ 24874 w 25210"/>
                      <a:gd name="connsiteY20" fmla="*/ 38075 h 38074"/>
                      <a:gd name="connsiteX21" fmla="*/ 0 w 25210"/>
                      <a:gd name="connsiteY21" fmla="*/ 38075 h 38074"/>
                      <a:gd name="connsiteX22" fmla="*/ 585 w 25210"/>
                      <a:gd name="connsiteY22" fmla="*/ 33105 h 38074"/>
                      <a:gd name="connsiteX23" fmla="*/ 2969 w 25210"/>
                      <a:gd name="connsiteY23" fmla="*/ 28787 h 38074"/>
                      <a:gd name="connsiteX24" fmla="*/ 7107 w 25210"/>
                      <a:gd name="connsiteY24" fmla="*/ 24896 h 38074"/>
                      <a:gd name="connsiteX25" fmla="*/ 11290 w 25210"/>
                      <a:gd name="connsiteY25" fmla="*/ 22017 h 38074"/>
                      <a:gd name="connsiteX26" fmla="*/ 15180 w 25210"/>
                      <a:gd name="connsiteY26" fmla="*/ 19701 h 38074"/>
                      <a:gd name="connsiteX27" fmla="*/ 18419 w 25210"/>
                      <a:gd name="connsiteY27" fmla="*/ 17407 h 38074"/>
                      <a:gd name="connsiteX28" fmla="*/ 20623 w 25210"/>
                      <a:gd name="connsiteY28" fmla="*/ 14596 h 38074"/>
                      <a:gd name="connsiteX29" fmla="*/ 21433 w 25210"/>
                      <a:gd name="connsiteY29" fmla="*/ 10773 h 38074"/>
                      <a:gd name="connsiteX30" fmla="*/ 20780 w 25210"/>
                      <a:gd name="connsiteY30" fmla="*/ 7489 h 38074"/>
                      <a:gd name="connsiteX31" fmla="*/ 19004 w 25210"/>
                      <a:gd name="connsiteY31" fmla="*/ 5015 h 38074"/>
                      <a:gd name="connsiteX32" fmla="*/ 16350 w 25210"/>
                      <a:gd name="connsiteY32" fmla="*/ 3486 h 38074"/>
                      <a:gd name="connsiteX33" fmla="*/ 13067 w 25210"/>
                      <a:gd name="connsiteY33" fmla="*/ 2969 h 38074"/>
                      <a:gd name="connsiteX34" fmla="*/ 9648 w 25210"/>
                      <a:gd name="connsiteY34" fmla="*/ 3756 h 38074"/>
                      <a:gd name="connsiteX35" fmla="*/ 6994 w 25210"/>
                      <a:gd name="connsiteY35" fmla="*/ 5825 h 38074"/>
                      <a:gd name="connsiteX36" fmla="*/ 5285 w 25210"/>
                      <a:gd name="connsiteY36" fmla="*/ 8838 h 38074"/>
                      <a:gd name="connsiteX37" fmla="*/ 4790 w 25210"/>
                      <a:gd name="connsiteY37" fmla="*/ 12504 h 38074"/>
                      <a:gd name="connsiteX38" fmla="*/ 1124 w 25210"/>
                      <a:gd name="connsiteY38" fmla="*/ 12504 h 38074"/>
                      <a:gd name="connsiteX39" fmla="*/ 1124 w 25210"/>
                      <a:gd name="connsiteY39" fmla="*/ 12504 h 38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25210" h="38074">
                        <a:moveTo>
                          <a:pt x="1147" y="12482"/>
                        </a:moveTo>
                        <a:cubicBezTo>
                          <a:pt x="1147" y="10615"/>
                          <a:pt x="1439" y="8906"/>
                          <a:pt x="2001" y="7377"/>
                        </a:cubicBezTo>
                        <a:cubicBezTo>
                          <a:pt x="2586" y="5847"/>
                          <a:pt x="3396" y="4543"/>
                          <a:pt x="4475" y="3441"/>
                        </a:cubicBezTo>
                        <a:cubicBezTo>
                          <a:pt x="5555" y="2339"/>
                          <a:pt x="6859" y="1507"/>
                          <a:pt x="8389" y="900"/>
                        </a:cubicBezTo>
                        <a:cubicBezTo>
                          <a:pt x="9918" y="292"/>
                          <a:pt x="11627" y="0"/>
                          <a:pt x="13494" y="0"/>
                        </a:cubicBezTo>
                        <a:cubicBezTo>
                          <a:pt x="15361" y="0"/>
                          <a:pt x="17092" y="270"/>
                          <a:pt x="18531" y="832"/>
                        </a:cubicBezTo>
                        <a:cubicBezTo>
                          <a:pt x="19993" y="1394"/>
                          <a:pt x="21208" y="2137"/>
                          <a:pt x="22197" y="3081"/>
                        </a:cubicBezTo>
                        <a:cubicBezTo>
                          <a:pt x="23187" y="4026"/>
                          <a:pt x="23929" y="5128"/>
                          <a:pt x="24446" y="6432"/>
                        </a:cubicBezTo>
                        <a:cubicBezTo>
                          <a:pt x="24941" y="7736"/>
                          <a:pt x="25211" y="9086"/>
                          <a:pt x="25211" y="10525"/>
                        </a:cubicBezTo>
                        <a:cubicBezTo>
                          <a:pt x="25211" y="12212"/>
                          <a:pt x="24941" y="13719"/>
                          <a:pt x="24379" y="15001"/>
                        </a:cubicBezTo>
                        <a:cubicBezTo>
                          <a:pt x="23817" y="16282"/>
                          <a:pt x="23074" y="17452"/>
                          <a:pt x="22174" y="18464"/>
                        </a:cubicBezTo>
                        <a:cubicBezTo>
                          <a:pt x="21253" y="19476"/>
                          <a:pt x="20218" y="20376"/>
                          <a:pt x="19049" y="21163"/>
                        </a:cubicBezTo>
                        <a:cubicBezTo>
                          <a:pt x="17879" y="21950"/>
                          <a:pt x="16687" y="22692"/>
                          <a:pt x="15450" y="23412"/>
                        </a:cubicBezTo>
                        <a:cubicBezTo>
                          <a:pt x="14214" y="24131"/>
                          <a:pt x="13022" y="24784"/>
                          <a:pt x="11830" y="25436"/>
                        </a:cubicBezTo>
                        <a:cubicBezTo>
                          <a:pt x="10638" y="26088"/>
                          <a:pt x="9581" y="26763"/>
                          <a:pt x="8636" y="27482"/>
                        </a:cubicBezTo>
                        <a:cubicBezTo>
                          <a:pt x="8029" y="27955"/>
                          <a:pt x="7422" y="28449"/>
                          <a:pt x="6859" y="28967"/>
                        </a:cubicBezTo>
                        <a:cubicBezTo>
                          <a:pt x="6297" y="29484"/>
                          <a:pt x="5757" y="30046"/>
                          <a:pt x="5285" y="30676"/>
                        </a:cubicBezTo>
                        <a:cubicBezTo>
                          <a:pt x="4813" y="31283"/>
                          <a:pt x="4430" y="31958"/>
                          <a:pt x="4160" y="32700"/>
                        </a:cubicBezTo>
                        <a:cubicBezTo>
                          <a:pt x="3868" y="33442"/>
                          <a:pt x="3711" y="34252"/>
                          <a:pt x="3666" y="35151"/>
                        </a:cubicBezTo>
                        <a:lnTo>
                          <a:pt x="24874" y="35151"/>
                        </a:lnTo>
                        <a:lnTo>
                          <a:pt x="24874" y="38075"/>
                        </a:lnTo>
                        <a:lnTo>
                          <a:pt x="0" y="38075"/>
                        </a:lnTo>
                        <a:cubicBezTo>
                          <a:pt x="45" y="36231"/>
                          <a:pt x="225" y="34589"/>
                          <a:pt x="585" y="33105"/>
                        </a:cubicBezTo>
                        <a:cubicBezTo>
                          <a:pt x="944" y="31620"/>
                          <a:pt x="1732" y="30181"/>
                          <a:pt x="2969" y="28787"/>
                        </a:cubicBezTo>
                        <a:cubicBezTo>
                          <a:pt x="4295" y="27280"/>
                          <a:pt x="5667" y="25975"/>
                          <a:pt x="7107" y="24896"/>
                        </a:cubicBezTo>
                        <a:cubicBezTo>
                          <a:pt x="8546" y="23816"/>
                          <a:pt x="9918" y="22849"/>
                          <a:pt x="11290" y="22017"/>
                        </a:cubicBezTo>
                        <a:cubicBezTo>
                          <a:pt x="12661" y="21163"/>
                          <a:pt x="13943" y="20398"/>
                          <a:pt x="15180" y="19701"/>
                        </a:cubicBezTo>
                        <a:cubicBezTo>
                          <a:pt x="16395" y="19004"/>
                          <a:pt x="17474" y="18239"/>
                          <a:pt x="18419" y="17407"/>
                        </a:cubicBezTo>
                        <a:cubicBezTo>
                          <a:pt x="19363" y="16575"/>
                          <a:pt x="20083" y="15653"/>
                          <a:pt x="20623" y="14596"/>
                        </a:cubicBezTo>
                        <a:cubicBezTo>
                          <a:pt x="21163" y="13561"/>
                          <a:pt x="21433" y="12279"/>
                          <a:pt x="21433" y="10773"/>
                        </a:cubicBezTo>
                        <a:cubicBezTo>
                          <a:pt x="21433" y="9558"/>
                          <a:pt x="21208" y="8456"/>
                          <a:pt x="20780" y="7489"/>
                        </a:cubicBezTo>
                        <a:cubicBezTo>
                          <a:pt x="20353" y="6522"/>
                          <a:pt x="19746" y="5690"/>
                          <a:pt x="19004" y="5015"/>
                        </a:cubicBezTo>
                        <a:cubicBezTo>
                          <a:pt x="18239" y="4341"/>
                          <a:pt x="17362" y="3823"/>
                          <a:pt x="16350" y="3486"/>
                        </a:cubicBezTo>
                        <a:cubicBezTo>
                          <a:pt x="15338" y="3149"/>
                          <a:pt x="14236" y="2969"/>
                          <a:pt x="13067" y="2969"/>
                        </a:cubicBezTo>
                        <a:cubicBezTo>
                          <a:pt x="11807" y="2969"/>
                          <a:pt x="10660" y="3239"/>
                          <a:pt x="9648" y="3756"/>
                        </a:cubicBezTo>
                        <a:cubicBezTo>
                          <a:pt x="8614" y="4273"/>
                          <a:pt x="7736" y="4970"/>
                          <a:pt x="6994" y="5825"/>
                        </a:cubicBezTo>
                        <a:cubicBezTo>
                          <a:pt x="6252" y="6679"/>
                          <a:pt x="5690" y="7691"/>
                          <a:pt x="5285" y="8838"/>
                        </a:cubicBezTo>
                        <a:cubicBezTo>
                          <a:pt x="4880" y="9985"/>
                          <a:pt x="4722" y="11222"/>
                          <a:pt x="4790" y="12504"/>
                        </a:cubicBezTo>
                        <a:lnTo>
                          <a:pt x="1124" y="12504"/>
                        </a:lnTo>
                        <a:lnTo>
                          <a:pt x="1124" y="12504"/>
                        </a:lnTo>
                        <a:close/>
                      </a:path>
                    </a:pathLst>
                  </a:custGeom>
                  <a:solidFill>
                    <a:srgbClr val="231F20"/>
                  </a:solidFill>
                  <a:ln w="2249" cap="flat">
                    <a:noFill/>
                    <a:prstDash val="solid"/>
                    <a:miter/>
                  </a:ln>
                </p:spPr>
                <p:txBody>
                  <a:bodyPr rtlCol="0" anchor="ctr"/>
                  <a:lstStyle/>
                  <a:p>
                    <a:endParaRPr lang="en-US"/>
                  </a:p>
                </p:txBody>
              </p:sp>
              <p:sp>
                <p:nvSpPr>
                  <p:cNvPr id="2082" name="Freeform 2081">
                    <a:extLst>
                      <a:ext uri="{FF2B5EF4-FFF2-40B4-BE49-F238E27FC236}">
                        <a16:creationId xmlns:a16="http://schemas.microsoft.com/office/drawing/2014/main" id="{C496FC79-2DA9-5B74-A8FD-0FF3E61CDD55}"/>
                      </a:ext>
                    </a:extLst>
                  </p:cNvPr>
                  <p:cNvSpPr/>
                  <p:nvPr/>
                </p:nvSpPr>
                <p:spPr>
                  <a:xfrm>
                    <a:off x="8191355" y="2507989"/>
                    <a:ext cx="25773" cy="38817"/>
                  </a:xfrm>
                  <a:custGeom>
                    <a:avLst/>
                    <a:gdLst>
                      <a:gd name="connsiteX0" fmla="*/ 12932 w 25773"/>
                      <a:gd name="connsiteY0" fmla="*/ 0 h 38817"/>
                      <a:gd name="connsiteX1" fmla="*/ 17790 w 25773"/>
                      <a:gd name="connsiteY1" fmla="*/ 832 h 38817"/>
                      <a:gd name="connsiteX2" fmla="*/ 21276 w 25773"/>
                      <a:gd name="connsiteY2" fmla="*/ 3126 h 38817"/>
                      <a:gd name="connsiteX3" fmla="*/ 23592 w 25773"/>
                      <a:gd name="connsiteY3" fmla="*/ 6522 h 38817"/>
                      <a:gd name="connsiteX4" fmla="*/ 24964 w 25773"/>
                      <a:gd name="connsiteY4" fmla="*/ 10660 h 38817"/>
                      <a:gd name="connsiteX5" fmla="*/ 25616 w 25773"/>
                      <a:gd name="connsiteY5" fmla="*/ 15158 h 38817"/>
                      <a:gd name="connsiteX6" fmla="*/ 25774 w 25773"/>
                      <a:gd name="connsiteY6" fmla="*/ 19701 h 38817"/>
                      <a:gd name="connsiteX7" fmla="*/ 25234 w 25773"/>
                      <a:gd name="connsiteY7" fmla="*/ 26943 h 38817"/>
                      <a:gd name="connsiteX8" fmla="*/ 23254 w 25773"/>
                      <a:gd name="connsiteY8" fmla="*/ 33037 h 38817"/>
                      <a:gd name="connsiteX9" fmla="*/ 19341 w 25773"/>
                      <a:gd name="connsiteY9" fmla="*/ 37243 h 38817"/>
                      <a:gd name="connsiteX10" fmla="*/ 12909 w 25773"/>
                      <a:gd name="connsiteY10" fmla="*/ 38817 h 38817"/>
                      <a:gd name="connsiteX11" fmla="*/ 6455 w 25773"/>
                      <a:gd name="connsiteY11" fmla="*/ 37243 h 38817"/>
                      <a:gd name="connsiteX12" fmla="*/ 2519 w 25773"/>
                      <a:gd name="connsiteY12" fmla="*/ 33015 h 38817"/>
                      <a:gd name="connsiteX13" fmla="*/ 540 w 25773"/>
                      <a:gd name="connsiteY13" fmla="*/ 26808 h 38817"/>
                      <a:gd name="connsiteX14" fmla="*/ 0 w 25773"/>
                      <a:gd name="connsiteY14" fmla="*/ 19341 h 38817"/>
                      <a:gd name="connsiteX15" fmla="*/ 495 w 25773"/>
                      <a:gd name="connsiteY15" fmla="*/ 12279 h 38817"/>
                      <a:gd name="connsiteX16" fmla="*/ 2362 w 25773"/>
                      <a:gd name="connsiteY16" fmla="*/ 6095 h 38817"/>
                      <a:gd name="connsiteX17" fmla="*/ 6275 w 25773"/>
                      <a:gd name="connsiteY17" fmla="*/ 1687 h 38817"/>
                      <a:gd name="connsiteX18" fmla="*/ 12909 w 25773"/>
                      <a:gd name="connsiteY18" fmla="*/ 22 h 38817"/>
                      <a:gd name="connsiteX19" fmla="*/ 12909 w 25773"/>
                      <a:gd name="connsiteY19" fmla="*/ 22 h 38817"/>
                      <a:gd name="connsiteX20" fmla="*/ 22310 w 25773"/>
                      <a:gd name="connsiteY20" fmla="*/ 19319 h 38817"/>
                      <a:gd name="connsiteX21" fmla="*/ 21950 w 25773"/>
                      <a:gd name="connsiteY21" fmla="*/ 13291 h 38817"/>
                      <a:gd name="connsiteX22" fmla="*/ 20578 w 25773"/>
                      <a:gd name="connsiteY22" fmla="*/ 8029 h 38817"/>
                      <a:gd name="connsiteX23" fmla="*/ 17700 w 25773"/>
                      <a:gd name="connsiteY23" fmla="*/ 4295 h 38817"/>
                      <a:gd name="connsiteX24" fmla="*/ 12820 w 25773"/>
                      <a:gd name="connsiteY24" fmla="*/ 2901 h 38817"/>
                      <a:gd name="connsiteX25" fmla="*/ 8141 w 25773"/>
                      <a:gd name="connsiteY25" fmla="*/ 4340 h 38817"/>
                      <a:gd name="connsiteX26" fmla="*/ 5308 w 25773"/>
                      <a:gd name="connsiteY26" fmla="*/ 8141 h 38817"/>
                      <a:gd name="connsiteX27" fmla="*/ 3869 w 25773"/>
                      <a:gd name="connsiteY27" fmla="*/ 13539 h 38817"/>
                      <a:gd name="connsiteX28" fmla="*/ 3463 w 25773"/>
                      <a:gd name="connsiteY28" fmla="*/ 19701 h 38817"/>
                      <a:gd name="connsiteX29" fmla="*/ 3913 w 25773"/>
                      <a:gd name="connsiteY29" fmla="*/ 26358 h 38817"/>
                      <a:gd name="connsiteX30" fmla="*/ 5443 w 25773"/>
                      <a:gd name="connsiteY30" fmla="*/ 31463 h 38817"/>
                      <a:gd name="connsiteX31" fmla="*/ 8322 w 25773"/>
                      <a:gd name="connsiteY31" fmla="*/ 34724 h 38817"/>
                      <a:gd name="connsiteX32" fmla="*/ 12886 w 25773"/>
                      <a:gd name="connsiteY32" fmla="*/ 35893 h 38817"/>
                      <a:gd name="connsiteX33" fmla="*/ 17835 w 25773"/>
                      <a:gd name="connsiteY33" fmla="*/ 34387 h 38817"/>
                      <a:gd name="connsiteX34" fmla="*/ 20668 w 25773"/>
                      <a:gd name="connsiteY34" fmla="*/ 30496 h 38817"/>
                      <a:gd name="connsiteX35" fmla="*/ 21972 w 25773"/>
                      <a:gd name="connsiteY35" fmla="*/ 25143 h 38817"/>
                      <a:gd name="connsiteX36" fmla="*/ 22288 w 25773"/>
                      <a:gd name="connsiteY36" fmla="*/ 19319 h 38817"/>
                      <a:gd name="connsiteX37" fmla="*/ 22310 w 25773"/>
                      <a:gd name="connsiteY37"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3" h="38817">
                        <a:moveTo>
                          <a:pt x="12932" y="0"/>
                        </a:moveTo>
                        <a:cubicBezTo>
                          <a:pt x="14798" y="0"/>
                          <a:pt x="16418" y="270"/>
                          <a:pt x="17790" y="832"/>
                        </a:cubicBezTo>
                        <a:cubicBezTo>
                          <a:pt x="19161" y="1394"/>
                          <a:pt x="20308" y="2159"/>
                          <a:pt x="21276" y="3126"/>
                        </a:cubicBezTo>
                        <a:cubicBezTo>
                          <a:pt x="22220" y="4093"/>
                          <a:pt x="23007" y="5240"/>
                          <a:pt x="23592" y="6522"/>
                        </a:cubicBezTo>
                        <a:cubicBezTo>
                          <a:pt x="24176" y="7826"/>
                          <a:pt x="24649" y="9198"/>
                          <a:pt x="24964" y="10660"/>
                        </a:cubicBezTo>
                        <a:cubicBezTo>
                          <a:pt x="25278" y="12122"/>
                          <a:pt x="25503" y="13629"/>
                          <a:pt x="25616" y="15158"/>
                        </a:cubicBezTo>
                        <a:cubicBezTo>
                          <a:pt x="25729" y="16710"/>
                          <a:pt x="25774" y="18217"/>
                          <a:pt x="25774" y="19701"/>
                        </a:cubicBezTo>
                        <a:cubicBezTo>
                          <a:pt x="25774" y="22220"/>
                          <a:pt x="25593" y="24626"/>
                          <a:pt x="25234" y="26943"/>
                        </a:cubicBezTo>
                        <a:cubicBezTo>
                          <a:pt x="24874" y="29259"/>
                          <a:pt x="24221" y="31283"/>
                          <a:pt x="23254" y="33037"/>
                        </a:cubicBezTo>
                        <a:cubicBezTo>
                          <a:pt x="22310" y="34791"/>
                          <a:pt x="21005" y="36208"/>
                          <a:pt x="19341" y="37243"/>
                        </a:cubicBezTo>
                        <a:cubicBezTo>
                          <a:pt x="17677" y="38277"/>
                          <a:pt x="15541" y="38817"/>
                          <a:pt x="12909" y="38817"/>
                        </a:cubicBezTo>
                        <a:cubicBezTo>
                          <a:pt x="10278" y="38817"/>
                          <a:pt x="8141" y="38300"/>
                          <a:pt x="6455" y="37243"/>
                        </a:cubicBezTo>
                        <a:cubicBezTo>
                          <a:pt x="4768" y="36186"/>
                          <a:pt x="3463" y="34791"/>
                          <a:pt x="2519" y="33015"/>
                        </a:cubicBezTo>
                        <a:cubicBezTo>
                          <a:pt x="1575" y="31238"/>
                          <a:pt x="900" y="29169"/>
                          <a:pt x="540" y="26808"/>
                        </a:cubicBezTo>
                        <a:cubicBezTo>
                          <a:pt x="180" y="24446"/>
                          <a:pt x="0" y="21950"/>
                          <a:pt x="0" y="19341"/>
                        </a:cubicBezTo>
                        <a:cubicBezTo>
                          <a:pt x="0" y="16935"/>
                          <a:pt x="158" y="14573"/>
                          <a:pt x="495" y="12279"/>
                        </a:cubicBezTo>
                        <a:cubicBezTo>
                          <a:pt x="810" y="9985"/>
                          <a:pt x="1440" y="7916"/>
                          <a:pt x="2362" y="6095"/>
                        </a:cubicBezTo>
                        <a:cubicBezTo>
                          <a:pt x="3284" y="4273"/>
                          <a:pt x="4588" y="2811"/>
                          <a:pt x="6275" y="1687"/>
                        </a:cubicBezTo>
                        <a:cubicBezTo>
                          <a:pt x="7961" y="562"/>
                          <a:pt x="10188" y="22"/>
                          <a:pt x="12909" y="22"/>
                        </a:cubicBezTo>
                        <a:lnTo>
                          <a:pt x="12909" y="22"/>
                        </a:lnTo>
                        <a:close/>
                        <a:moveTo>
                          <a:pt x="22310" y="19319"/>
                        </a:moveTo>
                        <a:cubicBezTo>
                          <a:pt x="22310" y="17272"/>
                          <a:pt x="22197" y="15270"/>
                          <a:pt x="21950" y="13291"/>
                        </a:cubicBezTo>
                        <a:cubicBezTo>
                          <a:pt x="21725" y="11335"/>
                          <a:pt x="21253" y="9581"/>
                          <a:pt x="20578" y="8029"/>
                        </a:cubicBezTo>
                        <a:cubicBezTo>
                          <a:pt x="19904" y="6477"/>
                          <a:pt x="18937" y="5240"/>
                          <a:pt x="17700" y="4295"/>
                        </a:cubicBezTo>
                        <a:cubicBezTo>
                          <a:pt x="16463" y="3351"/>
                          <a:pt x="14821" y="2901"/>
                          <a:pt x="12820" y="2901"/>
                        </a:cubicBezTo>
                        <a:cubicBezTo>
                          <a:pt x="10818" y="2901"/>
                          <a:pt x="9356" y="3373"/>
                          <a:pt x="8141" y="4340"/>
                        </a:cubicBezTo>
                        <a:cubicBezTo>
                          <a:pt x="6927" y="5308"/>
                          <a:pt x="5983" y="6567"/>
                          <a:pt x="5308" y="8141"/>
                        </a:cubicBezTo>
                        <a:cubicBezTo>
                          <a:pt x="4633" y="9715"/>
                          <a:pt x="4138" y="11515"/>
                          <a:pt x="3869" y="13539"/>
                        </a:cubicBezTo>
                        <a:cubicBezTo>
                          <a:pt x="3599" y="15563"/>
                          <a:pt x="3463" y="17609"/>
                          <a:pt x="3463" y="19701"/>
                        </a:cubicBezTo>
                        <a:cubicBezTo>
                          <a:pt x="3463" y="22152"/>
                          <a:pt x="3621" y="24379"/>
                          <a:pt x="3913" y="26358"/>
                        </a:cubicBezTo>
                        <a:cubicBezTo>
                          <a:pt x="4228" y="28359"/>
                          <a:pt x="4723" y="30046"/>
                          <a:pt x="5443" y="31463"/>
                        </a:cubicBezTo>
                        <a:cubicBezTo>
                          <a:pt x="6162" y="32857"/>
                          <a:pt x="7130" y="33959"/>
                          <a:pt x="8322" y="34724"/>
                        </a:cubicBezTo>
                        <a:cubicBezTo>
                          <a:pt x="9536" y="35489"/>
                          <a:pt x="11043" y="35893"/>
                          <a:pt x="12886" y="35893"/>
                        </a:cubicBezTo>
                        <a:cubicBezTo>
                          <a:pt x="14933" y="35893"/>
                          <a:pt x="16575" y="35399"/>
                          <a:pt x="17835" y="34387"/>
                        </a:cubicBezTo>
                        <a:cubicBezTo>
                          <a:pt x="19094" y="33375"/>
                          <a:pt x="20016" y="32093"/>
                          <a:pt x="20668" y="30496"/>
                        </a:cubicBezTo>
                        <a:cubicBezTo>
                          <a:pt x="21320" y="28899"/>
                          <a:pt x="21748" y="27122"/>
                          <a:pt x="21972" y="25143"/>
                        </a:cubicBezTo>
                        <a:cubicBezTo>
                          <a:pt x="22197" y="23164"/>
                          <a:pt x="22288" y="21230"/>
                          <a:pt x="22288" y="19319"/>
                        </a:cubicBezTo>
                        <a:lnTo>
                          <a:pt x="22310" y="19319"/>
                        </a:lnTo>
                        <a:close/>
                      </a:path>
                    </a:pathLst>
                  </a:custGeom>
                  <a:solidFill>
                    <a:srgbClr val="231F20"/>
                  </a:solidFill>
                  <a:ln w="2249" cap="flat">
                    <a:noFill/>
                    <a:prstDash val="solid"/>
                    <a:miter/>
                  </a:ln>
                </p:spPr>
                <p:txBody>
                  <a:bodyPr rtlCol="0" anchor="ctr"/>
                  <a:lstStyle/>
                  <a:p>
                    <a:endParaRPr lang="en-US"/>
                  </a:p>
                </p:txBody>
              </p:sp>
              <p:sp>
                <p:nvSpPr>
                  <p:cNvPr id="2083" name="Freeform 2082">
                    <a:extLst>
                      <a:ext uri="{FF2B5EF4-FFF2-40B4-BE49-F238E27FC236}">
                        <a16:creationId xmlns:a16="http://schemas.microsoft.com/office/drawing/2014/main" id="{51396C0F-677C-98B5-84C5-2A5948C7AEDF}"/>
                      </a:ext>
                    </a:extLst>
                  </p:cNvPr>
                  <p:cNvSpPr/>
                  <p:nvPr/>
                </p:nvSpPr>
                <p:spPr>
                  <a:xfrm>
                    <a:off x="8221356" y="2507989"/>
                    <a:ext cx="25772" cy="3881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4 w 25772"/>
                      <a:gd name="connsiteY4" fmla="*/ 10660 h 38817"/>
                      <a:gd name="connsiteX5" fmla="*/ 25615 w 25772"/>
                      <a:gd name="connsiteY5" fmla="*/ 15158 h 38817"/>
                      <a:gd name="connsiteX6" fmla="*/ 25773 w 25772"/>
                      <a:gd name="connsiteY6" fmla="*/ 19701 h 38817"/>
                      <a:gd name="connsiteX7" fmla="*/ 25233 w 25772"/>
                      <a:gd name="connsiteY7" fmla="*/ 26943 h 38817"/>
                      <a:gd name="connsiteX8" fmla="*/ 23254 w 25772"/>
                      <a:gd name="connsiteY8" fmla="*/ 33037 h 38817"/>
                      <a:gd name="connsiteX9" fmla="*/ 19341 w 25772"/>
                      <a:gd name="connsiteY9" fmla="*/ 37243 h 38817"/>
                      <a:gd name="connsiteX10" fmla="*/ 12909 w 25772"/>
                      <a:gd name="connsiteY10" fmla="*/ 38817 h 38817"/>
                      <a:gd name="connsiteX11" fmla="*/ 6455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2 w 25772"/>
                      <a:gd name="connsiteY16" fmla="*/ 6095 h 38817"/>
                      <a:gd name="connsiteX17" fmla="*/ 6275 w 25772"/>
                      <a:gd name="connsiteY17" fmla="*/ 1687 h 38817"/>
                      <a:gd name="connsiteX18" fmla="*/ 12909 w 25772"/>
                      <a:gd name="connsiteY18" fmla="*/ 22 h 38817"/>
                      <a:gd name="connsiteX19" fmla="*/ 12909 w 25772"/>
                      <a:gd name="connsiteY19" fmla="*/ 22 h 38817"/>
                      <a:gd name="connsiteX20" fmla="*/ 22309 w 25772"/>
                      <a:gd name="connsiteY20" fmla="*/ 19319 h 38817"/>
                      <a:gd name="connsiteX21" fmla="*/ 21950 w 25772"/>
                      <a:gd name="connsiteY21" fmla="*/ 13291 h 38817"/>
                      <a:gd name="connsiteX22" fmla="*/ 20578 w 25772"/>
                      <a:gd name="connsiteY22" fmla="*/ 8029 h 38817"/>
                      <a:gd name="connsiteX23" fmla="*/ 17700 w 25772"/>
                      <a:gd name="connsiteY23" fmla="*/ 4295 h 38817"/>
                      <a:gd name="connsiteX24" fmla="*/ 12819 w 25772"/>
                      <a:gd name="connsiteY24" fmla="*/ 2901 h 38817"/>
                      <a:gd name="connsiteX25" fmla="*/ 8141 w 25772"/>
                      <a:gd name="connsiteY25" fmla="*/ 4340 h 38817"/>
                      <a:gd name="connsiteX26" fmla="*/ 5308 w 25772"/>
                      <a:gd name="connsiteY26" fmla="*/ 8141 h 38817"/>
                      <a:gd name="connsiteX27" fmla="*/ 3868 w 25772"/>
                      <a:gd name="connsiteY27" fmla="*/ 13539 h 38817"/>
                      <a:gd name="connsiteX28" fmla="*/ 3463 w 25772"/>
                      <a:gd name="connsiteY28" fmla="*/ 19701 h 38817"/>
                      <a:gd name="connsiteX29" fmla="*/ 3913 w 25772"/>
                      <a:gd name="connsiteY29" fmla="*/ 26358 h 38817"/>
                      <a:gd name="connsiteX30" fmla="*/ 5442 w 25772"/>
                      <a:gd name="connsiteY30" fmla="*/ 31463 h 38817"/>
                      <a:gd name="connsiteX31" fmla="*/ 8321 w 25772"/>
                      <a:gd name="connsiteY31" fmla="*/ 34724 h 38817"/>
                      <a:gd name="connsiteX32" fmla="*/ 12886 w 25772"/>
                      <a:gd name="connsiteY32" fmla="*/ 35893 h 38817"/>
                      <a:gd name="connsiteX33" fmla="*/ 17834 w 25772"/>
                      <a:gd name="connsiteY33" fmla="*/ 34387 h 38817"/>
                      <a:gd name="connsiteX34" fmla="*/ 20668 w 25772"/>
                      <a:gd name="connsiteY34" fmla="*/ 30496 h 38817"/>
                      <a:gd name="connsiteX35" fmla="*/ 21972 w 25772"/>
                      <a:gd name="connsiteY35" fmla="*/ 25143 h 38817"/>
                      <a:gd name="connsiteX36" fmla="*/ 22287 w 25772"/>
                      <a:gd name="connsiteY36" fmla="*/ 19319 h 38817"/>
                      <a:gd name="connsiteX37" fmla="*/ 22309 w 25772"/>
                      <a:gd name="connsiteY37"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7">
                        <a:moveTo>
                          <a:pt x="12932" y="0"/>
                        </a:moveTo>
                        <a:cubicBezTo>
                          <a:pt x="14798" y="0"/>
                          <a:pt x="16418" y="270"/>
                          <a:pt x="17789" y="832"/>
                        </a:cubicBezTo>
                        <a:cubicBezTo>
                          <a:pt x="19161" y="1394"/>
                          <a:pt x="20308" y="2159"/>
                          <a:pt x="21275" y="3126"/>
                        </a:cubicBezTo>
                        <a:cubicBezTo>
                          <a:pt x="22220" y="4093"/>
                          <a:pt x="23007" y="5240"/>
                          <a:pt x="23592" y="6522"/>
                        </a:cubicBezTo>
                        <a:cubicBezTo>
                          <a:pt x="24176" y="7826"/>
                          <a:pt x="24648" y="9198"/>
                          <a:pt x="24964" y="10660"/>
                        </a:cubicBezTo>
                        <a:cubicBezTo>
                          <a:pt x="25278" y="12122"/>
                          <a:pt x="25503" y="13629"/>
                          <a:pt x="25615" y="15158"/>
                        </a:cubicBezTo>
                        <a:cubicBezTo>
                          <a:pt x="25728" y="16710"/>
                          <a:pt x="25773" y="18217"/>
                          <a:pt x="25773" y="19701"/>
                        </a:cubicBezTo>
                        <a:cubicBezTo>
                          <a:pt x="25773" y="22220"/>
                          <a:pt x="25593" y="24626"/>
                          <a:pt x="25233" y="26943"/>
                        </a:cubicBezTo>
                        <a:cubicBezTo>
                          <a:pt x="24874" y="29259"/>
                          <a:pt x="24221" y="31283"/>
                          <a:pt x="23254" y="33037"/>
                        </a:cubicBezTo>
                        <a:cubicBezTo>
                          <a:pt x="22309" y="34791"/>
                          <a:pt x="21005" y="36208"/>
                          <a:pt x="19341" y="37243"/>
                        </a:cubicBezTo>
                        <a:cubicBezTo>
                          <a:pt x="17677" y="38277"/>
                          <a:pt x="15540" y="38817"/>
                          <a:pt x="12909" y="38817"/>
                        </a:cubicBezTo>
                        <a:cubicBezTo>
                          <a:pt x="10278" y="38817"/>
                          <a:pt x="8141" y="38300"/>
                          <a:pt x="6455" y="37243"/>
                        </a:cubicBezTo>
                        <a:cubicBezTo>
                          <a:pt x="4768" y="36186"/>
                          <a:pt x="3463" y="34791"/>
                          <a:pt x="2519" y="33015"/>
                        </a:cubicBezTo>
                        <a:cubicBezTo>
                          <a:pt x="1574" y="31238"/>
                          <a:pt x="899" y="29169"/>
                          <a:pt x="540" y="26808"/>
                        </a:cubicBezTo>
                        <a:cubicBezTo>
                          <a:pt x="180" y="24446"/>
                          <a:pt x="0" y="21950"/>
                          <a:pt x="0" y="19341"/>
                        </a:cubicBezTo>
                        <a:cubicBezTo>
                          <a:pt x="0" y="16935"/>
                          <a:pt x="158" y="14573"/>
                          <a:pt x="495" y="12279"/>
                        </a:cubicBezTo>
                        <a:cubicBezTo>
                          <a:pt x="810" y="9985"/>
                          <a:pt x="1439" y="7916"/>
                          <a:pt x="2362" y="6095"/>
                        </a:cubicBezTo>
                        <a:cubicBezTo>
                          <a:pt x="3283" y="4273"/>
                          <a:pt x="4588" y="2811"/>
                          <a:pt x="6275" y="1687"/>
                        </a:cubicBezTo>
                        <a:cubicBezTo>
                          <a:pt x="7961" y="562"/>
                          <a:pt x="10188" y="22"/>
                          <a:pt x="12909" y="22"/>
                        </a:cubicBezTo>
                        <a:lnTo>
                          <a:pt x="12909" y="22"/>
                        </a:lnTo>
                        <a:close/>
                        <a:moveTo>
                          <a:pt x="22309" y="19319"/>
                        </a:moveTo>
                        <a:cubicBezTo>
                          <a:pt x="22309" y="17272"/>
                          <a:pt x="22197" y="15270"/>
                          <a:pt x="21950" y="13291"/>
                        </a:cubicBezTo>
                        <a:cubicBezTo>
                          <a:pt x="21725" y="11335"/>
                          <a:pt x="21253" y="9581"/>
                          <a:pt x="20578" y="8029"/>
                        </a:cubicBezTo>
                        <a:cubicBezTo>
                          <a:pt x="19904" y="6477"/>
                          <a:pt x="18936" y="5240"/>
                          <a:pt x="17700" y="4295"/>
                        </a:cubicBezTo>
                        <a:cubicBezTo>
                          <a:pt x="16463" y="3351"/>
                          <a:pt x="14821" y="2901"/>
                          <a:pt x="12819" y="2901"/>
                        </a:cubicBezTo>
                        <a:cubicBezTo>
                          <a:pt x="10818" y="2901"/>
                          <a:pt x="9355" y="3373"/>
                          <a:pt x="8141" y="4340"/>
                        </a:cubicBezTo>
                        <a:cubicBezTo>
                          <a:pt x="6927" y="5308"/>
                          <a:pt x="5982" y="6567"/>
                          <a:pt x="5308" y="8141"/>
                        </a:cubicBezTo>
                        <a:cubicBezTo>
                          <a:pt x="4633" y="9715"/>
                          <a:pt x="4138" y="11515"/>
                          <a:pt x="3868" y="13539"/>
                        </a:cubicBezTo>
                        <a:cubicBezTo>
                          <a:pt x="3599" y="15563"/>
                          <a:pt x="3463" y="17609"/>
                          <a:pt x="3463" y="19701"/>
                        </a:cubicBezTo>
                        <a:cubicBezTo>
                          <a:pt x="3463" y="22152"/>
                          <a:pt x="3621" y="24379"/>
                          <a:pt x="3913" y="26358"/>
                        </a:cubicBezTo>
                        <a:cubicBezTo>
                          <a:pt x="4228" y="28359"/>
                          <a:pt x="4723" y="30046"/>
                          <a:pt x="5442" y="31463"/>
                        </a:cubicBezTo>
                        <a:cubicBezTo>
                          <a:pt x="6162" y="32857"/>
                          <a:pt x="7129" y="33959"/>
                          <a:pt x="8321" y="34724"/>
                        </a:cubicBezTo>
                        <a:cubicBezTo>
                          <a:pt x="9536" y="35489"/>
                          <a:pt x="11042" y="35893"/>
                          <a:pt x="12886" y="35893"/>
                        </a:cubicBezTo>
                        <a:cubicBezTo>
                          <a:pt x="14933" y="35893"/>
                          <a:pt x="16575" y="35399"/>
                          <a:pt x="17834" y="34387"/>
                        </a:cubicBezTo>
                        <a:cubicBezTo>
                          <a:pt x="19094" y="33375"/>
                          <a:pt x="20016" y="32093"/>
                          <a:pt x="20668" y="30496"/>
                        </a:cubicBezTo>
                        <a:cubicBezTo>
                          <a:pt x="21320" y="28899"/>
                          <a:pt x="21747" y="27122"/>
                          <a:pt x="21972" y="25143"/>
                        </a:cubicBezTo>
                        <a:cubicBezTo>
                          <a:pt x="22197" y="23164"/>
                          <a:pt x="22287" y="21230"/>
                          <a:pt x="22287" y="19319"/>
                        </a:cubicBezTo>
                        <a:lnTo>
                          <a:pt x="22309" y="19319"/>
                        </a:lnTo>
                        <a:close/>
                      </a:path>
                    </a:pathLst>
                  </a:custGeom>
                  <a:solidFill>
                    <a:srgbClr val="231F20"/>
                  </a:solidFill>
                  <a:ln w="2249" cap="flat">
                    <a:noFill/>
                    <a:prstDash val="solid"/>
                    <a:miter/>
                  </a:ln>
                </p:spPr>
                <p:txBody>
                  <a:bodyPr rtlCol="0" anchor="ctr"/>
                  <a:lstStyle/>
                  <a:p>
                    <a:endParaRPr lang="en-US"/>
                  </a:p>
                </p:txBody>
              </p:sp>
            </p:grpSp>
            <p:grpSp>
              <p:nvGrpSpPr>
                <p:cNvPr id="1950" name="Graphic 3">
                  <a:extLst>
                    <a:ext uri="{FF2B5EF4-FFF2-40B4-BE49-F238E27FC236}">
                      <a16:creationId xmlns:a16="http://schemas.microsoft.com/office/drawing/2014/main" id="{92707133-9D60-42AC-1AF4-8951C92F81CE}"/>
                    </a:ext>
                  </a:extLst>
                </p:cNvPr>
                <p:cNvGrpSpPr/>
                <p:nvPr/>
              </p:nvGrpSpPr>
              <p:grpSpPr>
                <a:xfrm>
                  <a:off x="6767560" y="1360474"/>
                  <a:ext cx="1051489" cy="216548"/>
                  <a:chOff x="8449310" y="2321078"/>
                  <a:chExt cx="242100" cy="49859"/>
                </a:xfrm>
                <a:solidFill>
                  <a:srgbClr val="010101"/>
                </a:solidFill>
              </p:grpSpPr>
              <p:sp>
                <p:nvSpPr>
                  <p:cNvPr id="2073" name="Freeform 2072">
                    <a:extLst>
                      <a:ext uri="{FF2B5EF4-FFF2-40B4-BE49-F238E27FC236}">
                        <a16:creationId xmlns:a16="http://schemas.microsoft.com/office/drawing/2014/main" id="{EAE927CD-7080-E12C-5DB0-496D986D258A}"/>
                      </a:ext>
                    </a:extLst>
                  </p:cNvPr>
                  <p:cNvSpPr/>
                  <p:nvPr/>
                </p:nvSpPr>
                <p:spPr>
                  <a:xfrm>
                    <a:off x="8449310" y="2331221"/>
                    <a:ext cx="24895" cy="29461"/>
                  </a:xfrm>
                  <a:custGeom>
                    <a:avLst/>
                    <a:gdLst>
                      <a:gd name="connsiteX0" fmla="*/ 21163 w 24895"/>
                      <a:gd name="connsiteY0" fmla="*/ 9558 h 29461"/>
                      <a:gd name="connsiteX1" fmla="*/ 18194 w 24895"/>
                      <a:gd name="connsiteY1" fmla="*/ 4678 h 29461"/>
                      <a:gd name="connsiteX2" fmla="*/ 12841 w 24895"/>
                      <a:gd name="connsiteY2" fmla="*/ 2924 h 29461"/>
                      <a:gd name="connsiteX3" fmla="*/ 8568 w 24895"/>
                      <a:gd name="connsiteY3" fmla="*/ 3958 h 29461"/>
                      <a:gd name="connsiteX4" fmla="*/ 5645 w 24895"/>
                      <a:gd name="connsiteY4" fmla="*/ 6679 h 29461"/>
                      <a:gd name="connsiteX5" fmla="*/ 3981 w 24895"/>
                      <a:gd name="connsiteY5" fmla="*/ 10503 h 29461"/>
                      <a:gd name="connsiteX6" fmla="*/ 3440 w 24895"/>
                      <a:gd name="connsiteY6" fmla="*/ 14798 h 29461"/>
                      <a:gd name="connsiteX7" fmla="*/ 3958 w 24895"/>
                      <a:gd name="connsiteY7" fmla="*/ 19116 h 29461"/>
                      <a:gd name="connsiteX8" fmla="*/ 5600 w 24895"/>
                      <a:gd name="connsiteY8" fmla="*/ 22894 h 29461"/>
                      <a:gd name="connsiteX9" fmla="*/ 8523 w 24895"/>
                      <a:gd name="connsiteY9" fmla="*/ 25571 h 29461"/>
                      <a:gd name="connsiteX10" fmla="*/ 12841 w 24895"/>
                      <a:gd name="connsiteY10" fmla="*/ 26560 h 29461"/>
                      <a:gd name="connsiteX11" fmla="*/ 18643 w 24895"/>
                      <a:gd name="connsiteY11" fmla="*/ 24559 h 29461"/>
                      <a:gd name="connsiteX12" fmla="*/ 21432 w 24895"/>
                      <a:gd name="connsiteY12" fmla="*/ 19049 h 29461"/>
                      <a:gd name="connsiteX13" fmla="*/ 24896 w 24895"/>
                      <a:gd name="connsiteY13" fmla="*/ 19049 h 29461"/>
                      <a:gd name="connsiteX14" fmla="*/ 23524 w 24895"/>
                      <a:gd name="connsiteY14" fmla="*/ 23277 h 29461"/>
                      <a:gd name="connsiteX15" fmla="*/ 21095 w 24895"/>
                      <a:gd name="connsiteY15" fmla="*/ 26560 h 29461"/>
                      <a:gd name="connsiteX16" fmla="*/ 17564 w 24895"/>
                      <a:gd name="connsiteY16" fmla="*/ 28697 h 29461"/>
                      <a:gd name="connsiteX17" fmla="*/ 12864 w 24895"/>
                      <a:gd name="connsiteY17" fmla="*/ 29461 h 29461"/>
                      <a:gd name="connsiteX18" fmla="*/ 7084 w 24895"/>
                      <a:gd name="connsiteY18" fmla="*/ 28337 h 29461"/>
                      <a:gd name="connsiteX19" fmla="*/ 3081 w 24895"/>
                      <a:gd name="connsiteY19" fmla="*/ 25233 h 29461"/>
                      <a:gd name="connsiteX20" fmla="*/ 764 w 24895"/>
                      <a:gd name="connsiteY20" fmla="*/ 20555 h 29461"/>
                      <a:gd name="connsiteX21" fmla="*/ 0 w 24895"/>
                      <a:gd name="connsiteY21" fmla="*/ 14776 h 29461"/>
                      <a:gd name="connsiteX22" fmla="*/ 832 w 24895"/>
                      <a:gd name="connsiteY22" fmla="*/ 9198 h 29461"/>
                      <a:gd name="connsiteX23" fmla="*/ 3283 w 24895"/>
                      <a:gd name="connsiteY23" fmla="*/ 4475 h 29461"/>
                      <a:gd name="connsiteX24" fmla="*/ 7309 w 24895"/>
                      <a:gd name="connsiteY24" fmla="*/ 1214 h 29461"/>
                      <a:gd name="connsiteX25" fmla="*/ 12841 w 24895"/>
                      <a:gd name="connsiteY25" fmla="*/ 0 h 29461"/>
                      <a:gd name="connsiteX26" fmla="*/ 20690 w 24895"/>
                      <a:gd name="connsiteY26" fmla="*/ 2316 h 29461"/>
                      <a:gd name="connsiteX27" fmla="*/ 24446 w 24895"/>
                      <a:gd name="connsiteY27" fmla="*/ 9558 h 29461"/>
                      <a:gd name="connsiteX28" fmla="*/ 21163 w 24895"/>
                      <a:gd name="connsiteY28" fmla="*/ 9558 h 29461"/>
                      <a:gd name="connsiteX29" fmla="*/ 21163 w 24895"/>
                      <a:gd name="connsiteY29" fmla="*/ 9558 h 2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4895" h="29461">
                        <a:moveTo>
                          <a:pt x="21163" y="9558"/>
                        </a:moveTo>
                        <a:cubicBezTo>
                          <a:pt x="20578" y="7467"/>
                          <a:pt x="19588" y="5847"/>
                          <a:pt x="18194" y="4678"/>
                        </a:cubicBezTo>
                        <a:cubicBezTo>
                          <a:pt x="16800" y="3508"/>
                          <a:pt x="15000" y="2924"/>
                          <a:pt x="12841" y="2924"/>
                        </a:cubicBezTo>
                        <a:cubicBezTo>
                          <a:pt x="11177" y="2924"/>
                          <a:pt x="9760" y="3261"/>
                          <a:pt x="8568" y="3958"/>
                        </a:cubicBezTo>
                        <a:cubicBezTo>
                          <a:pt x="7376" y="4633"/>
                          <a:pt x="6409" y="5555"/>
                          <a:pt x="5645" y="6679"/>
                        </a:cubicBezTo>
                        <a:cubicBezTo>
                          <a:pt x="4880" y="7804"/>
                          <a:pt x="4340" y="9086"/>
                          <a:pt x="3981" y="10503"/>
                        </a:cubicBezTo>
                        <a:cubicBezTo>
                          <a:pt x="3621" y="11919"/>
                          <a:pt x="3440" y="13359"/>
                          <a:pt x="3440" y="14798"/>
                        </a:cubicBezTo>
                        <a:cubicBezTo>
                          <a:pt x="3440" y="16237"/>
                          <a:pt x="3621" y="17722"/>
                          <a:pt x="3958" y="19116"/>
                        </a:cubicBezTo>
                        <a:cubicBezTo>
                          <a:pt x="4295" y="20511"/>
                          <a:pt x="4858" y="21770"/>
                          <a:pt x="5600" y="22894"/>
                        </a:cubicBezTo>
                        <a:cubicBezTo>
                          <a:pt x="6342" y="24019"/>
                          <a:pt x="7332" y="24896"/>
                          <a:pt x="8523" y="25571"/>
                        </a:cubicBezTo>
                        <a:cubicBezTo>
                          <a:pt x="9715" y="26245"/>
                          <a:pt x="11155" y="26560"/>
                          <a:pt x="12841" y="26560"/>
                        </a:cubicBezTo>
                        <a:cubicBezTo>
                          <a:pt x="15247" y="26560"/>
                          <a:pt x="17182" y="25886"/>
                          <a:pt x="18643" y="24559"/>
                        </a:cubicBezTo>
                        <a:cubicBezTo>
                          <a:pt x="20106" y="23232"/>
                          <a:pt x="21027" y="21388"/>
                          <a:pt x="21432" y="19049"/>
                        </a:cubicBezTo>
                        <a:lnTo>
                          <a:pt x="24896" y="19049"/>
                        </a:lnTo>
                        <a:cubicBezTo>
                          <a:pt x="24603" y="20600"/>
                          <a:pt x="24154" y="22017"/>
                          <a:pt x="23524" y="23277"/>
                        </a:cubicBezTo>
                        <a:cubicBezTo>
                          <a:pt x="22894" y="24559"/>
                          <a:pt x="22084" y="25661"/>
                          <a:pt x="21095" y="26560"/>
                        </a:cubicBezTo>
                        <a:cubicBezTo>
                          <a:pt x="20106" y="27482"/>
                          <a:pt x="18936" y="28179"/>
                          <a:pt x="17564" y="28697"/>
                        </a:cubicBezTo>
                        <a:cubicBezTo>
                          <a:pt x="16192" y="29214"/>
                          <a:pt x="14641" y="29461"/>
                          <a:pt x="12864" y="29461"/>
                        </a:cubicBezTo>
                        <a:cubicBezTo>
                          <a:pt x="10638" y="29461"/>
                          <a:pt x="8703" y="29079"/>
                          <a:pt x="7084" y="28337"/>
                        </a:cubicBezTo>
                        <a:cubicBezTo>
                          <a:pt x="5465" y="27572"/>
                          <a:pt x="4138" y="26538"/>
                          <a:pt x="3081" y="25233"/>
                        </a:cubicBezTo>
                        <a:cubicBezTo>
                          <a:pt x="2024" y="23929"/>
                          <a:pt x="1259" y="22355"/>
                          <a:pt x="764" y="20555"/>
                        </a:cubicBezTo>
                        <a:cubicBezTo>
                          <a:pt x="270" y="18756"/>
                          <a:pt x="0" y="16822"/>
                          <a:pt x="0" y="14776"/>
                        </a:cubicBezTo>
                        <a:cubicBezTo>
                          <a:pt x="0" y="12842"/>
                          <a:pt x="270" y="10975"/>
                          <a:pt x="832" y="9198"/>
                        </a:cubicBezTo>
                        <a:cubicBezTo>
                          <a:pt x="1394" y="7422"/>
                          <a:pt x="2204" y="5847"/>
                          <a:pt x="3283" y="4475"/>
                        </a:cubicBezTo>
                        <a:cubicBezTo>
                          <a:pt x="4363" y="3104"/>
                          <a:pt x="5712" y="2024"/>
                          <a:pt x="7309" y="1214"/>
                        </a:cubicBezTo>
                        <a:cubicBezTo>
                          <a:pt x="8906" y="405"/>
                          <a:pt x="10750" y="0"/>
                          <a:pt x="12841" y="0"/>
                        </a:cubicBezTo>
                        <a:cubicBezTo>
                          <a:pt x="16080" y="0"/>
                          <a:pt x="18688" y="765"/>
                          <a:pt x="20690" y="2316"/>
                        </a:cubicBezTo>
                        <a:cubicBezTo>
                          <a:pt x="22692" y="3868"/>
                          <a:pt x="23929" y="6275"/>
                          <a:pt x="24446" y="9558"/>
                        </a:cubicBezTo>
                        <a:lnTo>
                          <a:pt x="21163" y="9558"/>
                        </a:lnTo>
                        <a:lnTo>
                          <a:pt x="21163" y="9558"/>
                        </a:lnTo>
                        <a:close/>
                      </a:path>
                    </a:pathLst>
                  </a:custGeom>
                  <a:solidFill>
                    <a:srgbClr val="010101"/>
                  </a:solidFill>
                  <a:ln w="2249" cap="flat">
                    <a:noFill/>
                    <a:prstDash val="solid"/>
                    <a:miter/>
                  </a:ln>
                </p:spPr>
                <p:txBody>
                  <a:bodyPr rtlCol="0" anchor="ctr"/>
                  <a:lstStyle/>
                  <a:p>
                    <a:endParaRPr lang="en-US"/>
                  </a:p>
                </p:txBody>
              </p:sp>
              <p:sp>
                <p:nvSpPr>
                  <p:cNvPr id="2074" name="Freeform 2073">
                    <a:extLst>
                      <a:ext uri="{FF2B5EF4-FFF2-40B4-BE49-F238E27FC236}">
                        <a16:creationId xmlns:a16="http://schemas.microsoft.com/office/drawing/2014/main" id="{F1C9C1FE-788E-42B9-7785-46A18580CFAD}"/>
                      </a:ext>
                    </a:extLst>
                  </p:cNvPr>
                  <p:cNvSpPr/>
                  <p:nvPr/>
                </p:nvSpPr>
                <p:spPr>
                  <a:xfrm>
                    <a:off x="8478839" y="2331199"/>
                    <a:ext cx="25908" cy="29483"/>
                  </a:xfrm>
                  <a:custGeom>
                    <a:avLst/>
                    <a:gdLst>
                      <a:gd name="connsiteX0" fmla="*/ 12954 w 25908"/>
                      <a:gd name="connsiteY0" fmla="*/ 29484 h 29483"/>
                      <a:gd name="connsiteX1" fmla="*/ 7916 w 25908"/>
                      <a:gd name="connsiteY1" fmla="*/ 28517 h 29483"/>
                      <a:gd name="connsiteX2" fmla="*/ 3823 w 25908"/>
                      <a:gd name="connsiteY2" fmla="*/ 25773 h 29483"/>
                      <a:gd name="connsiteX3" fmla="*/ 1034 w 25908"/>
                      <a:gd name="connsiteY3" fmla="*/ 21185 h 29483"/>
                      <a:gd name="connsiteX4" fmla="*/ 0 w 25908"/>
                      <a:gd name="connsiteY4" fmla="*/ 14753 h 29483"/>
                      <a:gd name="connsiteX5" fmla="*/ 810 w 25908"/>
                      <a:gd name="connsiteY5" fmla="*/ 8996 h 29483"/>
                      <a:gd name="connsiteX6" fmla="*/ 3238 w 25908"/>
                      <a:gd name="connsiteY6" fmla="*/ 4318 h 29483"/>
                      <a:gd name="connsiteX7" fmla="*/ 7287 w 25908"/>
                      <a:gd name="connsiteY7" fmla="*/ 1169 h 29483"/>
                      <a:gd name="connsiteX8" fmla="*/ 12954 w 25908"/>
                      <a:gd name="connsiteY8" fmla="*/ 0 h 29483"/>
                      <a:gd name="connsiteX9" fmla="*/ 18666 w 25908"/>
                      <a:gd name="connsiteY9" fmla="*/ 1169 h 29483"/>
                      <a:gd name="connsiteX10" fmla="*/ 22715 w 25908"/>
                      <a:gd name="connsiteY10" fmla="*/ 4296 h 29483"/>
                      <a:gd name="connsiteX11" fmla="*/ 25121 w 25908"/>
                      <a:gd name="connsiteY11" fmla="*/ 8973 h 29483"/>
                      <a:gd name="connsiteX12" fmla="*/ 25908 w 25908"/>
                      <a:gd name="connsiteY12" fmla="*/ 14753 h 29483"/>
                      <a:gd name="connsiteX13" fmla="*/ 24986 w 25908"/>
                      <a:gd name="connsiteY13" fmla="*/ 20803 h 29483"/>
                      <a:gd name="connsiteX14" fmla="*/ 22377 w 25908"/>
                      <a:gd name="connsiteY14" fmla="*/ 25436 h 29483"/>
                      <a:gd name="connsiteX15" fmla="*/ 18284 w 25908"/>
                      <a:gd name="connsiteY15" fmla="*/ 28427 h 29483"/>
                      <a:gd name="connsiteX16" fmla="*/ 12977 w 25908"/>
                      <a:gd name="connsiteY16" fmla="*/ 29484 h 29483"/>
                      <a:gd name="connsiteX17" fmla="*/ 12954 w 25908"/>
                      <a:gd name="connsiteY17" fmla="*/ 29484 h 29483"/>
                      <a:gd name="connsiteX18" fmla="*/ 22467 w 25908"/>
                      <a:gd name="connsiteY18" fmla="*/ 14753 h 29483"/>
                      <a:gd name="connsiteX19" fmla="*/ 21927 w 25908"/>
                      <a:gd name="connsiteY19" fmla="*/ 10120 h 29483"/>
                      <a:gd name="connsiteX20" fmla="*/ 20263 w 25908"/>
                      <a:gd name="connsiteY20" fmla="*/ 6365 h 29483"/>
                      <a:gd name="connsiteX21" fmla="*/ 17339 w 25908"/>
                      <a:gd name="connsiteY21" fmla="*/ 3846 h 29483"/>
                      <a:gd name="connsiteX22" fmla="*/ 12977 w 25908"/>
                      <a:gd name="connsiteY22" fmla="*/ 2924 h 29483"/>
                      <a:gd name="connsiteX23" fmla="*/ 8636 w 25908"/>
                      <a:gd name="connsiteY23" fmla="*/ 3913 h 29483"/>
                      <a:gd name="connsiteX24" fmla="*/ 5690 w 25908"/>
                      <a:gd name="connsiteY24" fmla="*/ 6567 h 29483"/>
                      <a:gd name="connsiteX25" fmla="*/ 4026 w 25908"/>
                      <a:gd name="connsiteY25" fmla="*/ 10345 h 29483"/>
                      <a:gd name="connsiteX26" fmla="*/ 3486 w 25908"/>
                      <a:gd name="connsiteY26" fmla="*/ 14753 h 29483"/>
                      <a:gd name="connsiteX27" fmla="*/ 4116 w 25908"/>
                      <a:gd name="connsiteY27" fmla="*/ 19521 h 29483"/>
                      <a:gd name="connsiteX28" fmla="*/ 5915 w 25908"/>
                      <a:gd name="connsiteY28" fmla="*/ 23277 h 29483"/>
                      <a:gd name="connsiteX29" fmla="*/ 8883 w 25908"/>
                      <a:gd name="connsiteY29" fmla="*/ 25706 h 29483"/>
                      <a:gd name="connsiteX30" fmla="*/ 12977 w 25908"/>
                      <a:gd name="connsiteY30" fmla="*/ 26560 h 29483"/>
                      <a:gd name="connsiteX31" fmla="*/ 17317 w 25908"/>
                      <a:gd name="connsiteY31" fmla="*/ 25571 h 29483"/>
                      <a:gd name="connsiteX32" fmla="*/ 20263 w 25908"/>
                      <a:gd name="connsiteY32" fmla="*/ 22894 h 29483"/>
                      <a:gd name="connsiteX33" fmla="*/ 21927 w 25908"/>
                      <a:gd name="connsiteY33" fmla="*/ 19116 h 29483"/>
                      <a:gd name="connsiteX34" fmla="*/ 22467 w 25908"/>
                      <a:gd name="connsiteY34" fmla="*/ 14753 h 29483"/>
                      <a:gd name="connsiteX35" fmla="*/ 22467 w 25908"/>
                      <a:gd name="connsiteY35" fmla="*/ 14753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5908" h="29483">
                        <a:moveTo>
                          <a:pt x="12954" y="29484"/>
                        </a:moveTo>
                        <a:cubicBezTo>
                          <a:pt x="11155" y="29439"/>
                          <a:pt x="9468" y="29124"/>
                          <a:pt x="7916" y="28517"/>
                        </a:cubicBezTo>
                        <a:cubicBezTo>
                          <a:pt x="6342" y="27910"/>
                          <a:pt x="4993" y="26987"/>
                          <a:pt x="3823" y="25773"/>
                        </a:cubicBezTo>
                        <a:cubicBezTo>
                          <a:pt x="2654" y="24559"/>
                          <a:pt x="1732" y="23029"/>
                          <a:pt x="1034" y="21185"/>
                        </a:cubicBezTo>
                        <a:cubicBezTo>
                          <a:pt x="360" y="19341"/>
                          <a:pt x="0" y="17205"/>
                          <a:pt x="0" y="14753"/>
                        </a:cubicBezTo>
                        <a:cubicBezTo>
                          <a:pt x="0" y="12707"/>
                          <a:pt x="270" y="10795"/>
                          <a:pt x="810" y="8996"/>
                        </a:cubicBezTo>
                        <a:cubicBezTo>
                          <a:pt x="1350" y="7219"/>
                          <a:pt x="2159" y="5667"/>
                          <a:pt x="3238" y="4318"/>
                        </a:cubicBezTo>
                        <a:cubicBezTo>
                          <a:pt x="4318" y="2991"/>
                          <a:pt x="5667" y="1934"/>
                          <a:pt x="7287" y="1169"/>
                        </a:cubicBezTo>
                        <a:cubicBezTo>
                          <a:pt x="8906" y="405"/>
                          <a:pt x="10795" y="0"/>
                          <a:pt x="12954" y="0"/>
                        </a:cubicBezTo>
                        <a:cubicBezTo>
                          <a:pt x="15113" y="0"/>
                          <a:pt x="17047" y="382"/>
                          <a:pt x="18666" y="1169"/>
                        </a:cubicBezTo>
                        <a:cubicBezTo>
                          <a:pt x="20286" y="1934"/>
                          <a:pt x="21635" y="2991"/>
                          <a:pt x="22715" y="4296"/>
                        </a:cubicBezTo>
                        <a:cubicBezTo>
                          <a:pt x="23794" y="5600"/>
                          <a:pt x="24603" y="7174"/>
                          <a:pt x="25121" y="8973"/>
                        </a:cubicBezTo>
                        <a:cubicBezTo>
                          <a:pt x="25638" y="10773"/>
                          <a:pt x="25908" y="12707"/>
                          <a:pt x="25908" y="14753"/>
                        </a:cubicBezTo>
                        <a:cubicBezTo>
                          <a:pt x="25908" y="16980"/>
                          <a:pt x="25593" y="19004"/>
                          <a:pt x="24986" y="20803"/>
                        </a:cubicBezTo>
                        <a:cubicBezTo>
                          <a:pt x="24379" y="22602"/>
                          <a:pt x="23502" y="24154"/>
                          <a:pt x="22377" y="25436"/>
                        </a:cubicBezTo>
                        <a:cubicBezTo>
                          <a:pt x="21253" y="26740"/>
                          <a:pt x="19881" y="27730"/>
                          <a:pt x="18284" y="28427"/>
                        </a:cubicBezTo>
                        <a:cubicBezTo>
                          <a:pt x="16687" y="29124"/>
                          <a:pt x="14911" y="29484"/>
                          <a:pt x="12977" y="29484"/>
                        </a:cubicBezTo>
                        <a:lnTo>
                          <a:pt x="12954" y="29484"/>
                        </a:lnTo>
                        <a:close/>
                        <a:moveTo>
                          <a:pt x="22467" y="14753"/>
                        </a:moveTo>
                        <a:cubicBezTo>
                          <a:pt x="22467" y="13089"/>
                          <a:pt x="22287" y="11560"/>
                          <a:pt x="21927" y="10120"/>
                        </a:cubicBezTo>
                        <a:cubicBezTo>
                          <a:pt x="21568" y="8681"/>
                          <a:pt x="21005" y="7422"/>
                          <a:pt x="20263" y="6365"/>
                        </a:cubicBezTo>
                        <a:cubicBezTo>
                          <a:pt x="19498" y="5308"/>
                          <a:pt x="18531" y="4475"/>
                          <a:pt x="17339" y="3846"/>
                        </a:cubicBezTo>
                        <a:cubicBezTo>
                          <a:pt x="16147" y="3239"/>
                          <a:pt x="14686" y="2924"/>
                          <a:pt x="12977" y="2924"/>
                        </a:cubicBezTo>
                        <a:cubicBezTo>
                          <a:pt x="11267" y="2924"/>
                          <a:pt x="9828" y="3261"/>
                          <a:pt x="8636" y="3913"/>
                        </a:cubicBezTo>
                        <a:cubicBezTo>
                          <a:pt x="7422" y="4588"/>
                          <a:pt x="6455" y="5465"/>
                          <a:pt x="5690" y="6567"/>
                        </a:cubicBezTo>
                        <a:cubicBezTo>
                          <a:pt x="4925" y="7669"/>
                          <a:pt x="4385" y="8928"/>
                          <a:pt x="4026" y="10345"/>
                        </a:cubicBezTo>
                        <a:cubicBezTo>
                          <a:pt x="3666" y="11762"/>
                          <a:pt x="3486" y="13224"/>
                          <a:pt x="3486" y="14753"/>
                        </a:cubicBezTo>
                        <a:cubicBezTo>
                          <a:pt x="3486" y="16485"/>
                          <a:pt x="3689" y="18082"/>
                          <a:pt x="4116" y="19521"/>
                        </a:cubicBezTo>
                        <a:cubicBezTo>
                          <a:pt x="4520" y="20983"/>
                          <a:pt x="5128" y="22220"/>
                          <a:pt x="5915" y="23277"/>
                        </a:cubicBezTo>
                        <a:cubicBezTo>
                          <a:pt x="6702" y="24311"/>
                          <a:pt x="7691" y="25121"/>
                          <a:pt x="8883" y="25706"/>
                        </a:cubicBezTo>
                        <a:cubicBezTo>
                          <a:pt x="10075" y="26290"/>
                          <a:pt x="11447" y="26560"/>
                          <a:pt x="12977" y="26560"/>
                        </a:cubicBezTo>
                        <a:cubicBezTo>
                          <a:pt x="14663" y="26560"/>
                          <a:pt x="16125" y="26223"/>
                          <a:pt x="17317" y="25571"/>
                        </a:cubicBezTo>
                        <a:cubicBezTo>
                          <a:pt x="18509" y="24918"/>
                          <a:pt x="19498" y="24019"/>
                          <a:pt x="20263" y="22894"/>
                        </a:cubicBezTo>
                        <a:cubicBezTo>
                          <a:pt x="21028" y="21770"/>
                          <a:pt x="21568" y="20511"/>
                          <a:pt x="21927" y="19116"/>
                        </a:cubicBezTo>
                        <a:cubicBezTo>
                          <a:pt x="22287" y="17722"/>
                          <a:pt x="22467" y="16260"/>
                          <a:pt x="22467" y="14753"/>
                        </a:cubicBezTo>
                        <a:lnTo>
                          <a:pt x="22467" y="14753"/>
                        </a:lnTo>
                        <a:close/>
                      </a:path>
                    </a:pathLst>
                  </a:custGeom>
                  <a:solidFill>
                    <a:srgbClr val="010101"/>
                  </a:solidFill>
                  <a:ln w="2249" cap="flat">
                    <a:noFill/>
                    <a:prstDash val="solid"/>
                    <a:miter/>
                  </a:ln>
                </p:spPr>
                <p:txBody>
                  <a:bodyPr rtlCol="0" anchor="ctr"/>
                  <a:lstStyle/>
                  <a:p>
                    <a:endParaRPr lang="en-US"/>
                  </a:p>
                </p:txBody>
              </p:sp>
              <p:sp>
                <p:nvSpPr>
                  <p:cNvPr id="2075" name="Freeform 2074">
                    <a:extLst>
                      <a:ext uri="{FF2B5EF4-FFF2-40B4-BE49-F238E27FC236}">
                        <a16:creationId xmlns:a16="http://schemas.microsoft.com/office/drawing/2014/main" id="{1B9C77E9-E671-4455-B759-4E8E6A0541C2}"/>
                      </a:ext>
                    </a:extLst>
                  </p:cNvPr>
                  <p:cNvSpPr/>
                  <p:nvPr/>
                </p:nvSpPr>
                <p:spPr>
                  <a:xfrm>
                    <a:off x="8510257" y="2331221"/>
                    <a:ext cx="38007" cy="28764"/>
                  </a:xfrm>
                  <a:custGeom>
                    <a:avLst/>
                    <a:gdLst>
                      <a:gd name="connsiteX0" fmla="*/ 3238 w 38007"/>
                      <a:gd name="connsiteY0" fmla="*/ 28697 h 28764"/>
                      <a:gd name="connsiteX1" fmla="*/ 0 w 38007"/>
                      <a:gd name="connsiteY1" fmla="*/ 28697 h 28764"/>
                      <a:gd name="connsiteX2" fmla="*/ 0 w 38007"/>
                      <a:gd name="connsiteY2" fmla="*/ 742 h 28764"/>
                      <a:gd name="connsiteX3" fmla="*/ 3238 w 38007"/>
                      <a:gd name="connsiteY3" fmla="*/ 742 h 28764"/>
                      <a:gd name="connsiteX4" fmla="*/ 3238 w 38007"/>
                      <a:gd name="connsiteY4" fmla="*/ 4948 h 28764"/>
                      <a:gd name="connsiteX5" fmla="*/ 3351 w 38007"/>
                      <a:gd name="connsiteY5" fmla="*/ 4948 h 28764"/>
                      <a:gd name="connsiteX6" fmla="*/ 6904 w 38007"/>
                      <a:gd name="connsiteY6" fmla="*/ 1259 h 28764"/>
                      <a:gd name="connsiteX7" fmla="*/ 11987 w 38007"/>
                      <a:gd name="connsiteY7" fmla="*/ 0 h 28764"/>
                      <a:gd name="connsiteX8" fmla="*/ 15271 w 38007"/>
                      <a:gd name="connsiteY8" fmla="*/ 427 h 28764"/>
                      <a:gd name="connsiteX9" fmla="*/ 17564 w 38007"/>
                      <a:gd name="connsiteY9" fmla="*/ 1597 h 28764"/>
                      <a:gd name="connsiteX10" fmla="*/ 19139 w 38007"/>
                      <a:gd name="connsiteY10" fmla="*/ 3306 h 28764"/>
                      <a:gd name="connsiteX11" fmla="*/ 20196 w 38007"/>
                      <a:gd name="connsiteY11" fmla="*/ 5420 h 28764"/>
                      <a:gd name="connsiteX12" fmla="*/ 23952 w 38007"/>
                      <a:gd name="connsiteY12" fmla="*/ 1349 h 28764"/>
                      <a:gd name="connsiteX13" fmla="*/ 29327 w 38007"/>
                      <a:gd name="connsiteY13" fmla="*/ 22 h 28764"/>
                      <a:gd name="connsiteX14" fmla="*/ 33892 w 38007"/>
                      <a:gd name="connsiteY14" fmla="*/ 967 h 28764"/>
                      <a:gd name="connsiteX15" fmla="*/ 36501 w 38007"/>
                      <a:gd name="connsiteY15" fmla="*/ 3441 h 28764"/>
                      <a:gd name="connsiteX16" fmla="*/ 37715 w 38007"/>
                      <a:gd name="connsiteY16" fmla="*/ 6972 h 28764"/>
                      <a:gd name="connsiteX17" fmla="*/ 38008 w 38007"/>
                      <a:gd name="connsiteY17" fmla="*/ 11065 h 28764"/>
                      <a:gd name="connsiteX18" fmla="*/ 38008 w 38007"/>
                      <a:gd name="connsiteY18" fmla="*/ 28719 h 28764"/>
                      <a:gd name="connsiteX19" fmla="*/ 34769 w 38007"/>
                      <a:gd name="connsiteY19" fmla="*/ 28719 h 28764"/>
                      <a:gd name="connsiteX20" fmla="*/ 34769 w 38007"/>
                      <a:gd name="connsiteY20" fmla="*/ 9401 h 28764"/>
                      <a:gd name="connsiteX21" fmla="*/ 33510 w 38007"/>
                      <a:gd name="connsiteY21" fmla="*/ 4655 h 28764"/>
                      <a:gd name="connsiteX22" fmla="*/ 28787 w 38007"/>
                      <a:gd name="connsiteY22" fmla="*/ 2924 h 28764"/>
                      <a:gd name="connsiteX23" fmla="*/ 25368 w 38007"/>
                      <a:gd name="connsiteY23" fmla="*/ 3711 h 28764"/>
                      <a:gd name="connsiteX24" fmla="*/ 22490 w 38007"/>
                      <a:gd name="connsiteY24" fmla="*/ 6117 h 28764"/>
                      <a:gd name="connsiteX25" fmla="*/ 21590 w 38007"/>
                      <a:gd name="connsiteY25" fmla="*/ 7759 h 28764"/>
                      <a:gd name="connsiteX26" fmla="*/ 21028 w 38007"/>
                      <a:gd name="connsiteY26" fmla="*/ 9738 h 28764"/>
                      <a:gd name="connsiteX27" fmla="*/ 20735 w 38007"/>
                      <a:gd name="connsiteY27" fmla="*/ 11785 h 28764"/>
                      <a:gd name="connsiteX28" fmla="*/ 20645 w 38007"/>
                      <a:gd name="connsiteY28" fmla="*/ 13674 h 28764"/>
                      <a:gd name="connsiteX29" fmla="*/ 20645 w 38007"/>
                      <a:gd name="connsiteY29" fmla="*/ 28742 h 28764"/>
                      <a:gd name="connsiteX30" fmla="*/ 17407 w 38007"/>
                      <a:gd name="connsiteY30" fmla="*/ 28742 h 28764"/>
                      <a:gd name="connsiteX31" fmla="*/ 17407 w 38007"/>
                      <a:gd name="connsiteY31" fmla="*/ 9423 h 28764"/>
                      <a:gd name="connsiteX32" fmla="*/ 16147 w 38007"/>
                      <a:gd name="connsiteY32" fmla="*/ 4678 h 28764"/>
                      <a:gd name="connsiteX33" fmla="*/ 11425 w 38007"/>
                      <a:gd name="connsiteY33" fmla="*/ 2946 h 28764"/>
                      <a:gd name="connsiteX34" fmla="*/ 8006 w 38007"/>
                      <a:gd name="connsiteY34" fmla="*/ 3733 h 28764"/>
                      <a:gd name="connsiteX35" fmla="*/ 5128 w 38007"/>
                      <a:gd name="connsiteY35" fmla="*/ 6140 h 28764"/>
                      <a:gd name="connsiteX36" fmla="*/ 4228 w 38007"/>
                      <a:gd name="connsiteY36" fmla="*/ 7781 h 28764"/>
                      <a:gd name="connsiteX37" fmla="*/ 3666 w 38007"/>
                      <a:gd name="connsiteY37" fmla="*/ 9760 h 28764"/>
                      <a:gd name="connsiteX38" fmla="*/ 3373 w 38007"/>
                      <a:gd name="connsiteY38" fmla="*/ 11807 h 28764"/>
                      <a:gd name="connsiteX39" fmla="*/ 3283 w 38007"/>
                      <a:gd name="connsiteY39" fmla="*/ 13696 h 28764"/>
                      <a:gd name="connsiteX40" fmla="*/ 3283 w 38007"/>
                      <a:gd name="connsiteY40" fmla="*/ 28764 h 28764"/>
                      <a:gd name="connsiteX41" fmla="*/ 3238 w 38007"/>
                      <a:gd name="connsiteY41" fmla="*/ 28697 h 28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38007" h="28764">
                        <a:moveTo>
                          <a:pt x="3238" y="28697"/>
                        </a:moveTo>
                        <a:lnTo>
                          <a:pt x="0" y="28697"/>
                        </a:lnTo>
                        <a:lnTo>
                          <a:pt x="0" y="742"/>
                        </a:lnTo>
                        <a:lnTo>
                          <a:pt x="3238" y="742"/>
                        </a:lnTo>
                        <a:lnTo>
                          <a:pt x="3238" y="4948"/>
                        </a:lnTo>
                        <a:lnTo>
                          <a:pt x="3351" y="4948"/>
                        </a:lnTo>
                        <a:cubicBezTo>
                          <a:pt x="4183" y="3328"/>
                          <a:pt x="5375" y="2092"/>
                          <a:pt x="6904" y="1259"/>
                        </a:cubicBezTo>
                        <a:cubicBezTo>
                          <a:pt x="8456" y="405"/>
                          <a:pt x="10143" y="0"/>
                          <a:pt x="11987" y="0"/>
                        </a:cubicBezTo>
                        <a:cubicBezTo>
                          <a:pt x="13292" y="0"/>
                          <a:pt x="14371" y="135"/>
                          <a:pt x="15271" y="427"/>
                        </a:cubicBezTo>
                        <a:cubicBezTo>
                          <a:pt x="16170" y="720"/>
                          <a:pt x="16935" y="1102"/>
                          <a:pt x="17564" y="1597"/>
                        </a:cubicBezTo>
                        <a:cubicBezTo>
                          <a:pt x="18194" y="2092"/>
                          <a:pt x="18711" y="2654"/>
                          <a:pt x="19139" y="3306"/>
                        </a:cubicBezTo>
                        <a:cubicBezTo>
                          <a:pt x="19543" y="3958"/>
                          <a:pt x="19904" y="4655"/>
                          <a:pt x="20196" y="5420"/>
                        </a:cubicBezTo>
                        <a:cubicBezTo>
                          <a:pt x="21141" y="3576"/>
                          <a:pt x="22377" y="2226"/>
                          <a:pt x="23952" y="1349"/>
                        </a:cubicBezTo>
                        <a:cubicBezTo>
                          <a:pt x="25526" y="472"/>
                          <a:pt x="27303" y="22"/>
                          <a:pt x="29327" y="22"/>
                        </a:cubicBezTo>
                        <a:cubicBezTo>
                          <a:pt x="31238" y="22"/>
                          <a:pt x="32745" y="337"/>
                          <a:pt x="33892" y="967"/>
                        </a:cubicBezTo>
                        <a:cubicBezTo>
                          <a:pt x="35016" y="1597"/>
                          <a:pt x="35893" y="2429"/>
                          <a:pt x="36501" y="3441"/>
                        </a:cubicBezTo>
                        <a:cubicBezTo>
                          <a:pt x="37108" y="4453"/>
                          <a:pt x="37512" y="5645"/>
                          <a:pt x="37715" y="6972"/>
                        </a:cubicBezTo>
                        <a:cubicBezTo>
                          <a:pt x="37918" y="8299"/>
                          <a:pt x="38008" y="9671"/>
                          <a:pt x="38008" y="11065"/>
                        </a:cubicBezTo>
                        <a:lnTo>
                          <a:pt x="38008" y="28719"/>
                        </a:lnTo>
                        <a:lnTo>
                          <a:pt x="34769" y="28719"/>
                        </a:lnTo>
                        <a:lnTo>
                          <a:pt x="34769" y="9401"/>
                        </a:lnTo>
                        <a:cubicBezTo>
                          <a:pt x="34769" y="7377"/>
                          <a:pt x="34342" y="5802"/>
                          <a:pt x="33510" y="4655"/>
                        </a:cubicBezTo>
                        <a:cubicBezTo>
                          <a:pt x="32655" y="3508"/>
                          <a:pt x="31081" y="2924"/>
                          <a:pt x="28787" y="2924"/>
                        </a:cubicBezTo>
                        <a:cubicBezTo>
                          <a:pt x="27595" y="2924"/>
                          <a:pt x="26448" y="3194"/>
                          <a:pt x="25368" y="3711"/>
                        </a:cubicBezTo>
                        <a:cubicBezTo>
                          <a:pt x="24289" y="4228"/>
                          <a:pt x="23299" y="5038"/>
                          <a:pt x="22490" y="6117"/>
                        </a:cubicBezTo>
                        <a:cubicBezTo>
                          <a:pt x="22130" y="6589"/>
                          <a:pt x="21837" y="7129"/>
                          <a:pt x="21590" y="7759"/>
                        </a:cubicBezTo>
                        <a:cubicBezTo>
                          <a:pt x="21365" y="8389"/>
                          <a:pt x="21163" y="9041"/>
                          <a:pt x="21028" y="9738"/>
                        </a:cubicBezTo>
                        <a:cubicBezTo>
                          <a:pt x="20893" y="10413"/>
                          <a:pt x="20780" y="11110"/>
                          <a:pt x="20735" y="11785"/>
                        </a:cubicBezTo>
                        <a:cubicBezTo>
                          <a:pt x="20690" y="12459"/>
                          <a:pt x="20645" y="13089"/>
                          <a:pt x="20645" y="13674"/>
                        </a:cubicBezTo>
                        <a:lnTo>
                          <a:pt x="20645" y="28742"/>
                        </a:lnTo>
                        <a:lnTo>
                          <a:pt x="17407" y="28742"/>
                        </a:lnTo>
                        <a:lnTo>
                          <a:pt x="17407" y="9423"/>
                        </a:lnTo>
                        <a:cubicBezTo>
                          <a:pt x="17407" y="7399"/>
                          <a:pt x="16980" y="5825"/>
                          <a:pt x="16147" y="4678"/>
                        </a:cubicBezTo>
                        <a:cubicBezTo>
                          <a:pt x="15293" y="3531"/>
                          <a:pt x="13719" y="2946"/>
                          <a:pt x="11425" y="2946"/>
                        </a:cubicBezTo>
                        <a:cubicBezTo>
                          <a:pt x="10233" y="2946"/>
                          <a:pt x="9086" y="3216"/>
                          <a:pt x="8006" y="3733"/>
                        </a:cubicBezTo>
                        <a:cubicBezTo>
                          <a:pt x="6904" y="4251"/>
                          <a:pt x="5938" y="5060"/>
                          <a:pt x="5128" y="6140"/>
                        </a:cubicBezTo>
                        <a:cubicBezTo>
                          <a:pt x="4768" y="6612"/>
                          <a:pt x="4475" y="7152"/>
                          <a:pt x="4228" y="7781"/>
                        </a:cubicBezTo>
                        <a:cubicBezTo>
                          <a:pt x="4003" y="8411"/>
                          <a:pt x="3801" y="9063"/>
                          <a:pt x="3666" y="9760"/>
                        </a:cubicBezTo>
                        <a:cubicBezTo>
                          <a:pt x="3531" y="10435"/>
                          <a:pt x="3418" y="11132"/>
                          <a:pt x="3373" y="11807"/>
                        </a:cubicBezTo>
                        <a:cubicBezTo>
                          <a:pt x="3328" y="12482"/>
                          <a:pt x="3283" y="13111"/>
                          <a:pt x="3283" y="13696"/>
                        </a:cubicBezTo>
                        <a:lnTo>
                          <a:pt x="3283" y="28764"/>
                        </a:lnTo>
                        <a:lnTo>
                          <a:pt x="3238" y="28697"/>
                        </a:lnTo>
                        <a:close/>
                      </a:path>
                    </a:pathLst>
                  </a:custGeom>
                  <a:solidFill>
                    <a:srgbClr val="010101"/>
                  </a:solidFill>
                  <a:ln w="2249" cap="flat">
                    <a:noFill/>
                    <a:prstDash val="solid"/>
                    <a:miter/>
                  </a:ln>
                </p:spPr>
                <p:txBody>
                  <a:bodyPr rtlCol="0" anchor="ctr"/>
                  <a:lstStyle/>
                  <a:p>
                    <a:endParaRPr lang="en-US"/>
                  </a:p>
                </p:txBody>
              </p:sp>
              <p:sp>
                <p:nvSpPr>
                  <p:cNvPr id="2076" name="Freeform 2075">
                    <a:extLst>
                      <a:ext uri="{FF2B5EF4-FFF2-40B4-BE49-F238E27FC236}">
                        <a16:creationId xmlns:a16="http://schemas.microsoft.com/office/drawing/2014/main" id="{FF9C6C6B-F41F-4497-B466-C558EA5E04D6}"/>
                      </a:ext>
                    </a:extLst>
                  </p:cNvPr>
                  <p:cNvSpPr/>
                  <p:nvPr/>
                </p:nvSpPr>
                <p:spPr>
                  <a:xfrm>
                    <a:off x="8556001" y="2331199"/>
                    <a:ext cx="25682" cy="39739"/>
                  </a:xfrm>
                  <a:custGeom>
                    <a:avLst/>
                    <a:gdLst>
                      <a:gd name="connsiteX0" fmla="*/ 3238 w 25682"/>
                      <a:gd name="connsiteY0" fmla="*/ 39739 h 39739"/>
                      <a:gd name="connsiteX1" fmla="*/ 0 w 25682"/>
                      <a:gd name="connsiteY1" fmla="*/ 39739 h 39739"/>
                      <a:gd name="connsiteX2" fmla="*/ 0 w 25682"/>
                      <a:gd name="connsiteY2" fmla="*/ 765 h 39739"/>
                      <a:gd name="connsiteX3" fmla="*/ 3238 w 25682"/>
                      <a:gd name="connsiteY3" fmla="*/ 765 h 39739"/>
                      <a:gd name="connsiteX4" fmla="*/ 3238 w 25682"/>
                      <a:gd name="connsiteY4" fmla="*/ 5667 h 39739"/>
                      <a:gd name="connsiteX5" fmla="*/ 3351 w 25682"/>
                      <a:gd name="connsiteY5" fmla="*/ 5667 h 39739"/>
                      <a:gd name="connsiteX6" fmla="*/ 5150 w 25682"/>
                      <a:gd name="connsiteY6" fmla="*/ 3239 h 39739"/>
                      <a:gd name="connsiteX7" fmla="*/ 7579 w 25682"/>
                      <a:gd name="connsiteY7" fmla="*/ 1462 h 39739"/>
                      <a:gd name="connsiteX8" fmla="*/ 10300 w 25682"/>
                      <a:gd name="connsiteY8" fmla="*/ 382 h 39739"/>
                      <a:gd name="connsiteX9" fmla="*/ 13044 w 25682"/>
                      <a:gd name="connsiteY9" fmla="*/ 0 h 39739"/>
                      <a:gd name="connsiteX10" fmla="*/ 18823 w 25682"/>
                      <a:gd name="connsiteY10" fmla="*/ 1124 h 39739"/>
                      <a:gd name="connsiteX11" fmla="*/ 22737 w 25682"/>
                      <a:gd name="connsiteY11" fmla="*/ 4228 h 39739"/>
                      <a:gd name="connsiteX12" fmla="*/ 24986 w 25682"/>
                      <a:gd name="connsiteY12" fmla="*/ 8906 h 39739"/>
                      <a:gd name="connsiteX13" fmla="*/ 25683 w 25682"/>
                      <a:gd name="connsiteY13" fmla="*/ 14686 h 39739"/>
                      <a:gd name="connsiteX14" fmla="*/ 24919 w 25682"/>
                      <a:gd name="connsiteY14" fmla="*/ 20308 h 39739"/>
                      <a:gd name="connsiteX15" fmla="*/ 22625 w 25682"/>
                      <a:gd name="connsiteY15" fmla="*/ 25031 h 39739"/>
                      <a:gd name="connsiteX16" fmla="*/ 18734 w 25682"/>
                      <a:gd name="connsiteY16" fmla="*/ 28269 h 39739"/>
                      <a:gd name="connsiteX17" fmla="*/ 13201 w 25682"/>
                      <a:gd name="connsiteY17" fmla="*/ 29484 h 39739"/>
                      <a:gd name="connsiteX18" fmla="*/ 7511 w 25682"/>
                      <a:gd name="connsiteY18" fmla="*/ 28157 h 39739"/>
                      <a:gd name="connsiteX19" fmla="*/ 3216 w 25682"/>
                      <a:gd name="connsiteY19" fmla="*/ 24244 h 39739"/>
                      <a:gd name="connsiteX20" fmla="*/ 3216 w 25682"/>
                      <a:gd name="connsiteY20" fmla="*/ 39739 h 39739"/>
                      <a:gd name="connsiteX21" fmla="*/ 3216 w 25682"/>
                      <a:gd name="connsiteY21" fmla="*/ 39739 h 39739"/>
                      <a:gd name="connsiteX22" fmla="*/ 3238 w 25682"/>
                      <a:gd name="connsiteY22" fmla="*/ 14866 h 39739"/>
                      <a:gd name="connsiteX23" fmla="*/ 3891 w 25682"/>
                      <a:gd name="connsiteY23" fmla="*/ 19364 h 39739"/>
                      <a:gd name="connsiteX24" fmla="*/ 5757 w 25682"/>
                      <a:gd name="connsiteY24" fmla="*/ 23097 h 39739"/>
                      <a:gd name="connsiteX25" fmla="*/ 8726 w 25682"/>
                      <a:gd name="connsiteY25" fmla="*/ 25638 h 39739"/>
                      <a:gd name="connsiteX26" fmla="*/ 12684 w 25682"/>
                      <a:gd name="connsiteY26" fmla="*/ 26583 h 39739"/>
                      <a:gd name="connsiteX27" fmla="*/ 17025 w 25682"/>
                      <a:gd name="connsiteY27" fmla="*/ 25593 h 39739"/>
                      <a:gd name="connsiteX28" fmla="*/ 20083 w 25682"/>
                      <a:gd name="connsiteY28" fmla="*/ 22872 h 39739"/>
                      <a:gd name="connsiteX29" fmla="*/ 21815 w 25682"/>
                      <a:gd name="connsiteY29" fmla="*/ 18846 h 39739"/>
                      <a:gd name="connsiteX30" fmla="*/ 22242 w 25682"/>
                      <a:gd name="connsiteY30" fmla="*/ 13899 h 39739"/>
                      <a:gd name="connsiteX31" fmla="*/ 21523 w 25682"/>
                      <a:gd name="connsiteY31" fmla="*/ 9221 h 39739"/>
                      <a:gd name="connsiteX32" fmla="*/ 19498 w 25682"/>
                      <a:gd name="connsiteY32" fmla="*/ 5802 h 39739"/>
                      <a:gd name="connsiteX33" fmla="*/ 16485 w 25682"/>
                      <a:gd name="connsiteY33" fmla="*/ 3666 h 39739"/>
                      <a:gd name="connsiteX34" fmla="*/ 12706 w 25682"/>
                      <a:gd name="connsiteY34" fmla="*/ 2946 h 39739"/>
                      <a:gd name="connsiteX35" fmla="*/ 8658 w 25682"/>
                      <a:gd name="connsiteY35" fmla="*/ 3868 h 39739"/>
                      <a:gd name="connsiteX36" fmla="*/ 5690 w 25682"/>
                      <a:gd name="connsiteY36" fmla="*/ 6387 h 39739"/>
                      <a:gd name="connsiteX37" fmla="*/ 3891 w 25682"/>
                      <a:gd name="connsiteY37" fmla="*/ 10165 h 39739"/>
                      <a:gd name="connsiteX38" fmla="*/ 3261 w 25682"/>
                      <a:gd name="connsiteY38" fmla="*/ 14888 h 39739"/>
                      <a:gd name="connsiteX39" fmla="*/ 3238 w 25682"/>
                      <a:gd name="connsiteY39" fmla="*/ 14888 h 39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25682" h="39739">
                        <a:moveTo>
                          <a:pt x="3238" y="39739"/>
                        </a:moveTo>
                        <a:lnTo>
                          <a:pt x="0" y="39739"/>
                        </a:lnTo>
                        <a:lnTo>
                          <a:pt x="0" y="765"/>
                        </a:lnTo>
                        <a:lnTo>
                          <a:pt x="3238" y="765"/>
                        </a:lnTo>
                        <a:lnTo>
                          <a:pt x="3238" y="5667"/>
                        </a:lnTo>
                        <a:lnTo>
                          <a:pt x="3351" y="5667"/>
                        </a:lnTo>
                        <a:cubicBezTo>
                          <a:pt x="3823" y="4768"/>
                          <a:pt x="4430" y="3958"/>
                          <a:pt x="5150" y="3239"/>
                        </a:cubicBezTo>
                        <a:cubicBezTo>
                          <a:pt x="5892" y="2519"/>
                          <a:pt x="6702" y="1934"/>
                          <a:pt x="7579" y="1462"/>
                        </a:cubicBezTo>
                        <a:cubicBezTo>
                          <a:pt x="8456" y="990"/>
                          <a:pt x="9378" y="630"/>
                          <a:pt x="10300" y="382"/>
                        </a:cubicBezTo>
                        <a:cubicBezTo>
                          <a:pt x="11245" y="135"/>
                          <a:pt x="12144" y="0"/>
                          <a:pt x="13044" y="0"/>
                        </a:cubicBezTo>
                        <a:cubicBezTo>
                          <a:pt x="15316" y="0"/>
                          <a:pt x="17227" y="382"/>
                          <a:pt x="18823" y="1124"/>
                        </a:cubicBezTo>
                        <a:cubicBezTo>
                          <a:pt x="20398" y="1889"/>
                          <a:pt x="21702" y="2924"/>
                          <a:pt x="22737" y="4228"/>
                        </a:cubicBezTo>
                        <a:cubicBezTo>
                          <a:pt x="23772" y="5532"/>
                          <a:pt x="24513" y="7107"/>
                          <a:pt x="24986" y="8906"/>
                        </a:cubicBezTo>
                        <a:cubicBezTo>
                          <a:pt x="25458" y="10705"/>
                          <a:pt x="25683" y="12639"/>
                          <a:pt x="25683" y="14686"/>
                        </a:cubicBezTo>
                        <a:cubicBezTo>
                          <a:pt x="25683" y="16620"/>
                          <a:pt x="25436" y="18509"/>
                          <a:pt x="24919" y="20308"/>
                        </a:cubicBezTo>
                        <a:cubicBezTo>
                          <a:pt x="24423" y="22107"/>
                          <a:pt x="23659" y="23682"/>
                          <a:pt x="22625" y="25031"/>
                        </a:cubicBezTo>
                        <a:cubicBezTo>
                          <a:pt x="21590" y="26380"/>
                          <a:pt x="20308" y="27460"/>
                          <a:pt x="18734" y="28269"/>
                        </a:cubicBezTo>
                        <a:cubicBezTo>
                          <a:pt x="17159" y="29079"/>
                          <a:pt x="15316" y="29484"/>
                          <a:pt x="13201" y="29484"/>
                        </a:cubicBezTo>
                        <a:cubicBezTo>
                          <a:pt x="11222" y="29484"/>
                          <a:pt x="9333" y="29034"/>
                          <a:pt x="7511" y="28157"/>
                        </a:cubicBezTo>
                        <a:cubicBezTo>
                          <a:pt x="5690" y="27280"/>
                          <a:pt x="4273" y="25975"/>
                          <a:pt x="3216" y="24244"/>
                        </a:cubicBezTo>
                        <a:lnTo>
                          <a:pt x="3216" y="39739"/>
                        </a:lnTo>
                        <a:lnTo>
                          <a:pt x="3216" y="39739"/>
                        </a:lnTo>
                        <a:close/>
                        <a:moveTo>
                          <a:pt x="3238" y="14866"/>
                        </a:moveTo>
                        <a:cubicBezTo>
                          <a:pt x="3238" y="16440"/>
                          <a:pt x="3463" y="17947"/>
                          <a:pt x="3891" y="19364"/>
                        </a:cubicBezTo>
                        <a:cubicBezTo>
                          <a:pt x="4318" y="20780"/>
                          <a:pt x="4948" y="22017"/>
                          <a:pt x="5757" y="23097"/>
                        </a:cubicBezTo>
                        <a:cubicBezTo>
                          <a:pt x="6567" y="24154"/>
                          <a:pt x="7556" y="25008"/>
                          <a:pt x="8726" y="25638"/>
                        </a:cubicBezTo>
                        <a:cubicBezTo>
                          <a:pt x="9895" y="26268"/>
                          <a:pt x="11222" y="26583"/>
                          <a:pt x="12684" y="26583"/>
                        </a:cubicBezTo>
                        <a:cubicBezTo>
                          <a:pt x="14348" y="26583"/>
                          <a:pt x="15788" y="26245"/>
                          <a:pt x="17025" y="25593"/>
                        </a:cubicBezTo>
                        <a:cubicBezTo>
                          <a:pt x="18261" y="24941"/>
                          <a:pt x="19274" y="24019"/>
                          <a:pt x="20083" y="22872"/>
                        </a:cubicBezTo>
                        <a:cubicBezTo>
                          <a:pt x="20870" y="21725"/>
                          <a:pt x="21455" y="20376"/>
                          <a:pt x="21815" y="18846"/>
                        </a:cubicBezTo>
                        <a:cubicBezTo>
                          <a:pt x="22174" y="17317"/>
                          <a:pt x="22309" y="15675"/>
                          <a:pt x="22242" y="13899"/>
                        </a:cubicBezTo>
                        <a:cubicBezTo>
                          <a:pt x="22242" y="12144"/>
                          <a:pt x="21995" y="10570"/>
                          <a:pt x="21523" y="9221"/>
                        </a:cubicBezTo>
                        <a:cubicBezTo>
                          <a:pt x="21027" y="7871"/>
                          <a:pt x="20353" y="6724"/>
                          <a:pt x="19498" y="5802"/>
                        </a:cubicBezTo>
                        <a:cubicBezTo>
                          <a:pt x="18644" y="4858"/>
                          <a:pt x="17631" y="4161"/>
                          <a:pt x="16485" y="3666"/>
                        </a:cubicBezTo>
                        <a:cubicBezTo>
                          <a:pt x="15338" y="3171"/>
                          <a:pt x="14079" y="2946"/>
                          <a:pt x="12706" y="2946"/>
                        </a:cubicBezTo>
                        <a:cubicBezTo>
                          <a:pt x="11200" y="2946"/>
                          <a:pt x="9850" y="3261"/>
                          <a:pt x="8658" y="3868"/>
                        </a:cubicBezTo>
                        <a:cubicBezTo>
                          <a:pt x="7467" y="4475"/>
                          <a:pt x="6477" y="5308"/>
                          <a:pt x="5690" y="6387"/>
                        </a:cubicBezTo>
                        <a:cubicBezTo>
                          <a:pt x="4903" y="7444"/>
                          <a:pt x="4295" y="8703"/>
                          <a:pt x="3891" y="10165"/>
                        </a:cubicBezTo>
                        <a:cubicBezTo>
                          <a:pt x="3486" y="11627"/>
                          <a:pt x="3261" y="13201"/>
                          <a:pt x="3261" y="14888"/>
                        </a:cubicBezTo>
                        <a:lnTo>
                          <a:pt x="3238" y="14888"/>
                        </a:lnTo>
                        <a:close/>
                      </a:path>
                    </a:pathLst>
                  </a:custGeom>
                  <a:solidFill>
                    <a:srgbClr val="010101"/>
                  </a:solidFill>
                  <a:ln w="2249" cap="flat">
                    <a:noFill/>
                    <a:prstDash val="solid"/>
                    <a:miter/>
                  </a:ln>
                </p:spPr>
                <p:txBody>
                  <a:bodyPr rtlCol="0" anchor="ctr"/>
                  <a:lstStyle/>
                  <a:p>
                    <a:endParaRPr lang="en-US"/>
                  </a:p>
                </p:txBody>
              </p:sp>
              <p:sp>
                <p:nvSpPr>
                  <p:cNvPr id="2077" name="Freeform 2076">
                    <a:extLst>
                      <a:ext uri="{FF2B5EF4-FFF2-40B4-BE49-F238E27FC236}">
                        <a16:creationId xmlns:a16="http://schemas.microsoft.com/office/drawing/2014/main" id="{B9F43028-8396-0F78-9CE8-830EB8604CD6}"/>
                      </a:ext>
                    </a:extLst>
                  </p:cNvPr>
                  <p:cNvSpPr/>
                  <p:nvPr/>
                </p:nvSpPr>
                <p:spPr>
                  <a:xfrm>
                    <a:off x="8587126" y="2331266"/>
                    <a:ext cx="26358" cy="29483"/>
                  </a:xfrm>
                  <a:custGeom>
                    <a:avLst/>
                    <a:gdLst>
                      <a:gd name="connsiteX0" fmla="*/ 14326 w 26358"/>
                      <a:gd name="connsiteY0" fmla="*/ 12369 h 29483"/>
                      <a:gd name="connsiteX1" fmla="*/ 16508 w 26358"/>
                      <a:gd name="connsiteY1" fmla="*/ 12054 h 29483"/>
                      <a:gd name="connsiteX2" fmla="*/ 18576 w 26358"/>
                      <a:gd name="connsiteY2" fmla="*/ 11470 h 29483"/>
                      <a:gd name="connsiteX3" fmla="*/ 19566 w 26358"/>
                      <a:gd name="connsiteY3" fmla="*/ 10210 h 29483"/>
                      <a:gd name="connsiteX4" fmla="*/ 19746 w 26358"/>
                      <a:gd name="connsiteY4" fmla="*/ 8569 h 29483"/>
                      <a:gd name="connsiteX5" fmla="*/ 18149 w 26358"/>
                      <a:gd name="connsiteY5" fmla="*/ 4498 h 29483"/>
                      <a:gd name="connsiteX6" fmla="*/ 12774 w 26358"/>
                      <a:gd name="connsiteY6" fmla="*/ 2901 h 29483"/>
                      <a:gd name="connsiteX7" fmla="*/ 9693 w 26358"/>
                      <a:gd name="connsiteY7" fmla="*/ 3194 h 29483"/>
                      <a:gd name="connsiteX8" fmla="*/ 7242 w 26358"/>
                      <a:gd name="connsiteY8" fmla="*/ 4228 h 29483"/>
                      <a:gd name="connsiteX9" fmla="*/ 5510 w 26358"/>
                      <a:gd name="connsiteY9" fmla="*/ 6162 h 29483"/>
                      <a:gd name="connsiteX10" fmla="*/ 4610 w 26358"/>
                      <a:gd name="connsiteY10" fmla="*/ 9221 h 29483"/>
                      <a:gd name="connsiteX11" fmla="*/ 1327 w 26358"/>
                      <a:gd name="connsiteY11" fmla="*/ 9221 h 29483"/>
                      <a:gd name="connsiteX12" fmla="*/ 2452 w 26358"/>
                      <a:gd name="connsiteY12" fmla="*/ 4993 h 29483"/>
                      <a:gd name="connsiteX13" fmla="*/ 4971 w 26358"/>
                      <a:gd name="connsiteY13" fmla="*/ 2137 h 29483"/>
                      <a:gd name="connsiteX14" fmla="*/ 8524 w 26358"/>
                      <a:gd name="connsiteY14" fmla="*/ 517 h 29483"/>
                      <a:gd name="connsiteX15" fmla="*/ 12820 w 26358"/>
                      <a:gd name="connsiteY15" fmla="*/ 0 h 29483"/>
                      <a:gd name="connsiteX16" fmla="*/ 16778 w 26358"/>
                      <a:gd name="connsiteY16" fmla="*/ 450 h 29483"/>
                      <a:gd name="connsiteX17" fmla="*/ 20016 w 26358"/>
                      <a:gd name="connsiteY17" fmla="*/ 1912 h 29483"/>
                      <a:gd name="connsiteX18" fmla="*/ 22175 w 26358"/>
                      <a:gd name="connsiteY18" fmla="*/ 4588 h 29483"/>
                      <a:gd name="connsiteX19" fmla="*/ 22962 w 26358"/>
                      <a:gd name="connsiteY19" fmla="*/ 8681 h 29483"/>
                      <a:gd name="connsiteX20" fmla="*/ 22962 w 26358"/>
                      <a:gd name="connsiteY20" fmla="*/ 23906 h 29483"/>
                      <a:gd name="connsiteX21" fmla="*/ 23637 w 26358"/>
                      <a:gd name="connsiteY21" fmla="*/ 26313 h 29483"/>
                      <a:gd name="connsiteX22" fmla="*/ 26358 w 26358"/>
                      <a:gd name="connsiteY22" fmla="*/ 26065 h 29483"/>
                      <a:gd name="connsiteX23" fmla="*/ 26358 w 26358"/>
                      <a:gd name="connsiteY23" fmla="*/ 28607 h 29483"/>
                      <a:gd name="connsiteX24" fmla="*/ 25256 w 26358"/>
                      <a:gd name="connsiteY24" fmla="*/ 28922 h 29483"/>
                      <a:gd name="connsiteX25" fmla="*/ 23817 w 26358"/>
                      <a:gd name="connsiteY25" fmla="*/ 29146 h 29483"/>
                      <a:gd name="connsiteX26" fmla="*/ 22355 w 26358"/>
                      <a:gd name="connsiteY26" fmla="*/ 28989 h 29483"/>
                      <a:gd name="connsiteX27" fmla="*/ 21050 w 26358"/>
                      <a:gd name="connsiteY27" fmla="*/ 28472 h 29483"/>
                      <a:gd name="connsiteX28" fmla="*/ 20263 w 26358"/>
                      <a:gd name="connsiteY28" fmla="*/ 27505 h 29483"/>
                      <a:gd name="connsiteX29" fmla="*/ 19858 w 26358"/>
                      <a:gd name="connsiteY29" fmla="*/ 26268 h 29483"/>
                      <a:gd name="connsiteX30" fmla="*/ 19746 w 26358"/>
                      <a:gd name="connsiteY30" fmla="*/ 24828 h 29483"/>
                      <a:gd name="connsiteX31" fmla="*/ 15046 w 26358"/>
                      <a:gd name="connsiteY31" fmla="*/ 28292 h 29483"/>
                      <a:gd name="connsiteX32" fmla="*/ 9334 w 26358"/>
                      <a:gd name="connsiteY32" fmla="*/ 29484 h 29483"/>
                      <a:gd name="connsiteX33" fmla="*/ 5802 w 26358"/>
                      <a:gd name="connsiteY33" fmla="*/ 28989 h 29483"/>
                      <a:gd name="connsiteX34" fmla="*/ 2811 w 26358"/>
                      <a:gd name="connsiteY34" fmla="*/ 27482 h 29483"/>
                      <a:gd name="connsiteX35" fmla="*/ 765 w 26358"/>
                      <a:gd name="connsiteY35" fmla="*/ 24963 h 29483"/>
                      <a:gd name="connsiteX36" fmla="*/ 0 w 26358"/>
                      <a:gd name="connsiteY36" fmla="*/ 21433 h 29483"/>
                      <a:gd name="connsiteX37" fmla="*/ 9761 w 26358"/>
                      <a:gd name="connsiteY37" fmla="*/ 13021 h 29483"/>
                      <a:gd name="connsiteX38" fmla="*/ 14236 w 26358"/>
                      <a:gd name="connsiteY38" fmla="*/ 12437 h 29483"/>
                      <a:gd name="connsiteX39" fmla="*/ 14326 w 26358"/>
                      <a:gd name="connsiteY39" fmla="*/ 12369 h 29483"/>
                      <a:gd name="connsiteX40" fmla="*/ 19768 w 26358"/>
                      <a:gd name="connsiteY40" fmla="*/ 13989 h 29483"/>
                      <a:gd name="connsiteX41" fmla="*/ 15608 w 26358"/>
                      <a:gd name="connsiteY41" fmla="*/ 15113 h 29483"/>
                      <a:gd name="connsiteX42" fmla="*/ 11402 w 26358"/>
                      <a:gd name="connsiteY42" fmla="*/ 15540 h 29483"/>
                      <a:gd name="connsiteX43" fmla="*/ 5600 w 26358"/>
                      <a:gd name="connsiteY43" fmla="*/ 17205 h 29483"/>
                      <a:gd name="connsiteX44" fmla="*/ 3531 w 26358"/>
                      <a:gd name="connsiteY44" fmla="*/ 21478 h 29483"/>
                      <a:gd name="connsiteX45" fmla="*/ 4048 w 26358"/>
                      <a:gd name="connsiteY45" fmla="*/ 23726 h 29483"/>
                      <a:gd name="connsiteX46" fmla="*/ 5398 w 26358"/>
                      <a:gd name="connsiteY46" fmla="*/ 25301 h 29483"/>
                      <a:gd name="connsiteX47" fmla="*/ 7332 w 26358"/>
                      <a:gd name="connsiteY47" fmla="*/ 26223 h 29483"/>
                      <a:gd name="connsiteX48" fmla="*/ 9581 w 26358"/>
                      <a:gd name="connsiteY48" fmla="*/ 26515 h 29483"/>
                      <a:gd name="connsiteX49" fmla="*/ 13359 w 26358"/>
                      <a:gd name="connsiteY49" fmla="*/ 26020 h 29483"/>
                      <a:gd name="connsiteX50" fmla="*/ 16620 w 26358"/>
                      <a:gd name="connsiteY50" fmla="*/ 24536 h 29483"/>
                      <a:gd name="connsiteX51" fmla="*/ 18914 w 26358"/>
                      <a:gd name="connsiteY51" fmla="*/ 21995 h 29483"/>
                      <a:gd name="connsiteX52" fmla="*/ 19768 w 26358"/>
                      <a:gd name="connsiteY52" fmla="*/ 18351 h 29483"/>
                      <a:gd name="connsiteX53" fmla="*/ 19768 w 26358"/>
                      <a:gd name="connsiteY53" fmla="*/ 13989 h 29483"/>
                      <a:gd name="connsiteX54" fmla="*/ 19768 w 26358"/>
                      <a:gd name="connsiteY54" fmla="*/ 13989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26358" h="29483">
                        <a:moveTo>
                          <a:pt x="14326" y="12369"/>
                        </a:moveTo>
                        <a:cubicBezTo>
                          <a:pt x="14933" y="12302"/>
                          <a:pt x="15676" y="12189"/>
                          <a:pt x="16508" y="12054"/>
                        </a:cubicBezTo>
                        <a:cubicBezTo>
                          <a:pt x="17362" y="11919"/>
                          <a:pt x="18037" y="11717"/>
                          <a:pt x="18576" y="11470"/>
                        </a:cubicBezTo>
                        <a:cubicBezTo>
                          <a:pt x="19116" y="11222"/>
                          <a:pt x="19454" y="10795"/>
                          <a:pt x="19566" y="10210"/>
                        </a:cubicBezTo>
                        <a:cubicBezTo>
                          <a:pt x="19701" y="9626"/>
                          <a:pt x="19746" y="9063"/>
                          <a:pt x="19746" y="8569"/>
                        </a:cubicBezTo>
                        <a:cubicBezTo>
                          <a:pt x="19746" y="6904"/>
                          <a:pt x="19206" y="5555"/>
                          <a:pt x="18149" y="4498"/>
                        </a:cubicBezTo>
                        <a:cubicBezTo>
                          <a:pt x="17092" y="3441"/>
                          <a:pt x="15293" y="2901"/>
                          <a:pt x="12774" y="2901"/>
                        </a:cubicBezTo>
                        <a:cubicBezTo>
                          <a:pt x="11650" y="2901"/>
                          <a:pt x="10638" y="2991"/>
                          <a:pt x="9693" y="3194"/>
                        </a:cubicBezTo>
                        <a:cubicBezTo>
                          <a:pt x="8749" y="3396"/>
                          <a:pt x="7939" y="3733"/>
                          <a:pt x="7242" y="4228"/>
                        </a:cubicBezTo>
                        <a:cubicBezTo>
                          <a:pt x="6545" y="4723"/>
                          <a:pt x="5960" y="5353"/>
                          <a:pt x="5510" y="6162"/>
                        </a:cubicBezTo>
                        <a:cubicBezTo>
                          <a:pt x="5060" y="6972"/>
                          <a:pt x="4768" y="7984"/>
                          <a:pt x="4610" y="9221"/>
                        </a:cubicBezTo>
                        <a:lnTo>
                          <a:pt x="1327" y="9221"/>
                        </a:lnTo>
                        <a:cubicBezTo>
                          <a:pt x="1440" y="7556"/>
                          <a:pt x="1822" y="6162"/>
                          <a:pt x="2452" y="4993"/>
                        </a:cubicBezTo>
                        <a:cubicBezTo>
                          <a:pt x="3104" y="3823"/>
                          <a:pt x="3936" y="2879"/>
                          <a:pt x="4971" y="2137"/>
                        </a:cubicBezTo>
                        <a:cubicBezTo>
                          <a:pt x="6005" y="1394"/>
                          <a:pt x="7175" y="855"/>
                          <a:pt x="8524" y="517"/>
                        </a:cubicBezTo>
                        <a:cubicBezTo>
                          <a:pt x="9873" y="180"/>
                          <a:pt x="11312" y="0"/>
                          <a:pt x="12820" y="0"/>
                        </a:cubicBezTo>
                        <a:cubicBezTo>
                          <a:pt x="14214" y="0"/>
                          <a:pt x="15541" y="157"/>
                          <a:pt x="16778" y="450"/>
                        </a:cubicBezTo>
                        <a:cubicBezTo>
                          <a:pt x="18014" y="765"/>
                          <a:pt x="19094" y="1237"/>
                          <a:pt x="20016" y="1912"/>
                        </a:cubicBezTo>
                        <a:cubicBezTo>
                          <a:pt x="20938" y="2586"/>
                          <a:pt x="21658" y="3463"/>
                          <a:pt x="22175" y="4588"/>
                        </a:cubicBezTo>
                        <a:cubicBezTo>
                          <a:pt x="22692" y="5712"/>
                          <a:pt x="22962" y="7062"/>
                          <a:pt x="22962" y="8681"/>
                        </a:cubicBezTo>
                        <a:lnTo>
                          <a:pt x="22962" y="23906"/>
                        </a:lnTo>
                        <a:cubicBezTo>
                          <a:pt x="22962" y="25166"/>
                          <a:pt x="23187" y="25975"/>
                          <a:pt x="23637" y="26313"/>
                        </a:cubicBezTo>
                        <a:cubicBezTo>
                          <a:pt x="24087" y="26650"/>
                          <a:pt x="24986" y="26583"/>
                          <a:pt x="26358" y="26065"/>
                        </a:cubicBezTo>
                        <a:lnTo>
                          <a:pt x="26358" y="28607"/>
                        </a:lnTo>
                        <a:cubicBezTo>
                          <a:pt x="26111" y="28674"/>
                          <a:pt x="25729" y="28787"/>
                          <a:pt x="25256" y="28922"/>
                        </a:cubicBezTo>
                        <a:cubicBezTo>
                          <a:pt x="24761" y="29057"/>
                          <a:pt x="24289" y="29146"/>
                          <a:pt x="23817" y="29146"/>
                        </a:cubicBezTo>
                        <a:cubicBezTo>
                          <a:pt x="23344" y="29146"/>
                          <a:pt x="22827" y="29102"/>
                          <a:pt x="22355" y="28989"/>
                        </a:cubicBezTo>
                        <a:cubicBezTo>
                          <a:pt x="21815" y="28922"/>
                          <a:pt x="21388" y="28742"/>
                          <a:pt x="21050" y="28472"/>
                        </a:cubicBezTo>
                        <a:cubicBezTo>
                          <a:pt x="20736" y="28202"/>
                          <a:pt x="20466" y="27887"/>
                          <a:pt x="20263" y="27505"/>
                        </a:cubicBezTo>
                        <a:cubicBezTo>
                          <a:pt x="20061" y="27122"/>
                          <a:pt x="19926" y="26718"/>
                          <a:pt x="19858" y="26268"/>
                        </a:cubicBezTo>
                        <a:cubicBezTo>
                          <a:pt x="19791" y="25818"/>
                          <a:pt x="19746" y="25346"/>
                          <a:pt x="19746" y="24828"/>
                        </a:cubicBezTo>
                        <a:cubicBezTo>
                          <a:pt x="18374" y="26335"/>
                          <a:pt x="16823" y="27482"/>
                          <a:pt x="15046" y="28292"/>
                        </a:cubicBezTo>
                        <a:cubicBezTo>
                          <a:pt x="13292" y="29079"/>
                          <a:pt x="11380" y="29484"/>
                          <a:pt x="9334" y="29484"/>
                        </a:cubicBezTo>
                        <a:cubicBezTo>
                          <a:pt x="8119" y="29484"/>
                          <a:pt x="6927" y="29326"/>
                          <a:pt x="5802" y="28989"/>
                        </a:cubicBezTo>
                        <a:cubicBezTo>
                          <a:pt x="4678" y="28674"/>
                          <a:pt x="3666" y="28157"/>
                          <a:pt x="2811" y="27482"/>
                        </a:cubicBezTo>
                        <a:cubicBezTo>
                          <a:pt x="1957" y="26808"/>
                          <a:pt x="1260" y="25953"/>
                          <a:pt x="765" y="24963"/>
                        </a:cubicBezTo>
                        <a:cubicBezTo>
                          <a:pt x="270" y="23974"/>
                          <a:pt x="0" y="22804"/>
                          <a:pt x="0" y="21433"/>
                        </a:cubicBezTo>
                        <a:cubicBezTo>
                          <a:pt x="0" y="16687"/>
                          <a:pt x="3261" y="13876"/>
                          <a:pt x="9761" y="13021"/>
                        </a:cubicBezTo>
                        <a:lnTo>
                          <a:pt x="14236" y="12437"/>
                        </a:lnTo>
                        <a:lnTo>
                          <a:pt x="14326" y="12369"/>
                        </a:lnTo>
                        <a:close/>
                        <a:moveTo>
                          <a:pt x="19768" y="13989"/>
                        </a:moveTo>
                        <a:cubicBezTo>
                          <a:pt x="18397" y="14573"/>
                          <a:pt x="17025" y="14933"/>
                          <a:pt x="15608" y="15113"/>
                        </a:cubicBezTo>
                        <a:cubicBezTo>
                          <a:pt x="14191" y="15293"/>
                          <a:pt x="12797" y="15428"/>
                          <a:pt x="11402" y="15540"/>
                        </a:cubicBezTo>
                        <a:cubicBezTo>
                          <a:pt x="8929" y="15720"/>
                          <a:pt x="6995" y="16282"/>
                          <a:pt x="5600" y="17205"/>
                        </a:cubicBezTo>
                        <a:cubicBezTo>
                          <a:pt x="4206" y="18149"/>
                          <a:pt x="3531" y="19566"/>
                          <a:pt x="3531" y="21478"/>
                        </a:cubicBezTo>
                        <a:cubicBezTo>
                          <a:pt x="3531" y="22332"/>
                          <a:pt x="3711" y="23097"/>
                          <a:pt x="4048" y="23726"/>
                        </a:cubicBezTo>
                        <a:cubicBezTo>
                          <a:pt x="4386" y="24356"/>
                          <a:pt x="4836" y="24873"/>
                          <a:pt x="5398" y="25301"/>
                        </a:cubicBezTo>
                        <a:cubicBezTo>
                          <a:pt x="5960" y="25706"/>
                          <a:pt x="6612" y="26020"/>
                          <a:pt x="7332" y="26223"/>
                        </a:cubicBezTo>
                        <a:cubicBezTo>
                          <a:pt x="8051" y="26425"/>
                          <a:pt x="8816" y="26515"/>
                          <a:pt x="9581" y="26515"/>
                        </a:cubicBezTo>
                        <a:cubicBezTo>
                          <a:pt x="10885" y="26515"/>
                          <a:pt x="12145" y="26358"/>
                          <a:pt x="13359" y="26020"/>
                        </a:cubicBezTo>
                        <a:cubicBezTo>
                          <a:pt x="14574" y="25706"/>
                          <a:pt x="15676" y="25211"/>
                          <a:pt x="16620" y="24536"/>
                        </a:cubicBezTo>
                        <a:cubicBezTo>
                          <a:pt x="17564" y="23861"/>
                          <a:pt x="18329" y="23029"/>
                          <a:pt x="18914" y="21995"/>
                        </a:cubicBezTo>
                        <a:cubicBezTo>
                          <a:pt x="19476" y="20960"/>
                          <a:pt x="19768" y="19746"/>
                          <a:pt x="19768" y="18351"/>
                        </a:cubicBezTo>
                        <a:lnTo>
                          <a:pt x="19768" y="13989"/>
                        </a:lnTo>
                        <a:lnTo>
                          <a:pt x="19768" y="13989"/>
                        </a:lnTo>
                        <a:close/>
                      </a:path>
                    </a:pathLst>
                  </a:custGeom>
                  <a:solidFill>
                    <a:srgbClr val="010101"/>
                  </a:solidFill>
                  <a:ln w="2249" cap="flat">
                    <a:noFill/>
                    <a:prstDash val="solid"/>
                    <a:miter/>
                  </a:ln>
                </p:spPr>
                <p:txBody>
                  <a:bodyPr rtlCol="0" anchor="ctr"/>
                  <a:lstStyle/>
                  <a:p>
                    <a:endParaRPr lang="en-US"/>
                  </a:p>
                </p:txBody>
              </p:sp>
              <p:sp>
                <p:nvSpPr>
                  <p:cNvPr id="2078" name="Freeform 2077">
                    <a:extLst>
                      <a:ext uri="{FF2B5EF4-FFF2-40B4-BE49-F238E27FC236}">
                        <a16:creationId xmlns:a16="http://schemas.microsoft.com/office/drawing/2014/main" id="{485B2ABC-72BC-0797-73CC-9AC8704DAE29}"/>
                      </a:ext>
                    </a:extLst>
                  </p:cNvPr>
                  <p:cNvSpPr/>
                  <p:nvPr/>
                </p:nvSpPr>
                <p:spPr>
                  <a:xfrm>
                    <a:off x="8618769" y="2331199"/>
                    <a:ext cx="12481" cy="28719"/>
                  </a:xfrm>
                  <a:custGeom>
                    <a:avLst/>
                    <a:gdLst>
                      <a:gd name="connsiteX0" fmla="*/ 3238 w 12481"/>
                      <a:gd name="connsiteY0" fmla="*/ 28719 h 28719"/>
                      <a:gd name="connsiteX1" fmla="*/ 0 w 12481"/>
                      <a:gd name="connsiteY1" fmla="*/ 28719 h 28719"/>
                      <a:gd name="connsiteX2" fmla="*/ 0 w 12481"/>
                      <a:gd name="connsiteY2" fmla="*/ 765 h 28719"/>
                      <a:gd name="connsiteX3" fmla="*/ 3238 w 12481"/>
                      <a:gd name="connsiteY3" fmla="*/ 765 h 28719"/>
                      <a:gd name="connsiteX4" fmla="*/ 3238 w 12481"/>
                      <a:gd name="connsiteY4" fmla="*/ 6005 h 28719"/>
                      <a:gd name="connsiteX5" fmla="*/ 3351 w 12481"/>
                      <a:gd name="connsiteY5" fmla="*/ 6005 h 28719"/>
                      <a:gd name="connsiteX6" fmla="*/ 6837 w 12481"/>
                      <a:gd name="connsiteY6" fmla="*/ 1327 h 28719"/>
                      <a:gd name="connsiteX7" fmla="*/ 12482 w 12481"/>
                      <a:gd name="connsiteY7" fmla="*/ 0 h 28719"/>
                      <a:gd name="connsiteX8" fmla="*/ 12482 w 12481"/>
                      <a:gd name="connsiteY8" fmla="*/ 3508 h 28719"/>
                      <a:gd name="connsiteX9" fmla="*/ 7939 w 12481"/>
                      <a:gd name="connsiteY9" fmla="*/ 4363 h 28719"/>
                      <a:gd name="connsiteX10" fmla="*/ 5105 w 12481"/>
                      <a:gd name="connsiteY10" fmla="*/ 6837 h 28719"/>
                      <a:gd name="connsiteX11" fmla="*/ 3644 w 12481"/>
                      <a:gd name="connsiteY11" fmla="*/ 10525 h 28719"/>
                      <a:gd name="connsiteX12" fmla="*/ 3238 w 12481"/>
                      <a:gd name="connsiteY12" fmla="*/ 14978 h 28719"/>
                      <a:gd name="connsiteX13" fmla="*/ 3238 w 12481"/>
                      <a:gd name="connsiteY13" fmla="*/ 28697 h 28719"/>
                      <a:gd name="connsiteX14" fmla="*/ 3238 w 12481"/>
                      <a:gd name="connsiteY14" fmla="*/ 28697 h 2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481" h="28719">
                        <a:moveTo>
                          <a:pt x="3238" y="28719"/>
                        </a:moveTo>
                        <a:lnTo>
                          <a:pt x="0" y="28719"/>
                        </a:lnTo>
                        <a:lnTo>
                          <a:pt x="0" y="765"/>
                        </a:lnTo>
                        <a:lnTo>
                          <a:pt x="3238" y="765"/>
                        </a:lnTo>
                        <a:lnTo>
                          <a:pt x="3238" y="6005"/>
                        </a:lnTo>
                        <a:lnTo>
                          <a:pt x="3351" y="6005"/>
                        </a:lnTo>
                        <a:cubicBezTo>
                          <a:pt x="4251" y="3778"/>
                          <a:pt x="5420" y="2226"/>
                          <a:pt x="6837" y="1327"/>
                        </a:cubicBezTo>
                        <a:cubicBezTo>
                          <a:pt x="8254" y="450"/>
                          <a:pt x="10143" y="0"/>
                          <a:pt x="12482" y="0"/>
                        </a:cubicBezTo>
                        <a:lnTo>
                          <a:pt x="12482" y="3508"/>
                        </a:lnTo>
                        <a:cubicBezTo>
                          <a:pt x="10638" y="3463"/>
                          <a:pt x="9131" y="3756"/>
                          <a:pt x="7939" y="4363"/>
                        </a:cubicBezTo>
                        <a:cubicBezTo>
                          <a:pt x="6747" y="4970"/>
                          <a:pt x="5802" y="5802"/>
                          <a:pt x="5105" y="6837"/>
                        </a:cubicBezTo>
                        <a:cubicBezTo>
                          <a:pt x="4408" y="7871"/>
                          <a:pt x="3913" y="9108"/>
                          <a:pt x="3644" y="10525"/>
                        </a:cubicBezTo>
                        <a:cubicBezTo>
                          <a:pt x="3373" y="11942"/>
                          <a:pt x="3238" y="13426"/>
                          <a:pt x="3238" y="14978"/>
                        </a:cubicBezTo>
                        <a:lnTo>
                          <a:pt x="3238" y="28697"/>
                        </a:lnTo>
                        <a:lnTo>
                          <a:pt x="3238" y="28697"/>
                        </a:lnTo>
                        <a:close/>
                      </a:path>
                    </a:pathLst>
                  </a:custGeom>
                  <a:solidFill>
                    <a:srgbClr val="010101"/>
                  </a:solidFill>
                  <a:ln w="2249" cap="flat">
                    <a:noFill/>
                    <a:prstDash val="solid"/>
                    <a:miter/>
                  </a:ln>
                </p:spPr>
                <p:txBody>
                  <a:bodyPr rtlCol="0" anchor="ctr"/>
                  <a:lstStyle/>
                  <a:p>
                    <a:endParaRPr lang="en-US"/>
                  </a:p>
                </p:txBody>
              </p:sp>
              <p:sp>
                <p:nvSpPr>
                  <p:cNvPr id="2079" name="Freeform 2078">
                    <a:extLst>
                      <a:ext uri="{FF2B5EF4-FFF2-40B4-BE49-F238E27FC236}">
                        <a16:creationId xmlns:a16="http://schemas.microsoft.com/office/drawing/2014/main" id="{96AE9E65-413C-B75E-3532-DD841634CAF5}"/>
                      </a:ext>
                    </a:extLst>
                  </p:cNvPr>
                  <p:cNvSpPr/>
                  <p:nvPr/>
                </p:nvSpPr>
                <p:spPr>
                  <a:xfrm>
                    <a:off x="8635052" y="2331221"/>
                    <a:ext cx="25167" cy="29483"/>
                  </a:xfrm>
                  <a:custGeom>
                    <a:avLst/>
                    <a:gdLst>
                      <a:gd name="connsiteX0" fmla="*/ 3509 w 25167"/>
                      <a:gd name="connsiteY0" fmla="*/ 15473 h 29483"/>
                      <a:gd name="connsiteX1" fmla="*/ 4093 w 25167"/>
                      <a:gd name="connsiteY1" fmla="*/ 19768 h 29483"/>
                      <a:gd name="connsiteX2" fmla="*/ 5848 w 25167"/>
                      <a:gd name="connsiteY2" fmla="*/ 23277 h 29483"/>
                      <a:gd name="connsiteX3" fmla="*/ 8794 w 25167"/>
                      <a:gd name="connsiteY3" fmla="*/ 25661 h 29483"/>
                      <a:gd name="connsiteX4" fmla="*/ 12886 w 25167"/>
                      <a:gd name="connsiteY4" fmla="*/ 26560 h 29483"/>
                      <a:gd name="connsiteX5" fmla="*/ 18329 w 25167"/>
                      <a:gd name="connsiteY5" fmla="*/ 24896 h 29483"/>
                      <a:gd name="connsiteX6" fmla="*/ 21343 w 25167"/>
                      <a:gd name="connsiteY6" fmla="*/ 20151 h 29483"/>
                      <a:gd name="connsiteX7" fmla="*/ 24964 w 25167"/>
                      <a:gd name="connsiteY7" fmla="*/ 20151 h 29483"/>
                      <a:gd name="connsiteX8" fmla="*/ 23389 w 25167"/>
                      <a:gd name="connsiteY8" fmla="*/ 23839 h 29483"/>
                      <a:gd name="connsiteX9" fmla="*/ 20960 w 25167"/>
                      <a:gd name="connsiteY9" fmla="*/ 26808 h 29483"/>
                      <a:gd name="connsiteX10" fmla="*/ 17497 w 25167"/>
                      <a:gd name="connsiteY10" fmla="*/ 28787 h 29483"/>
                      <a:gd name="connsiteX11" fmla="*/ 12864 w 25167"/>
                      <a:gd name="connsiteY11" fmla="*/ 29484 h 29483"/>
                      <a:gd name="connsiteX12" fmla="*/ 7085 w 25167"/>
                      <a:gd name="connsiteY12" fmla="*/ 28359 h 29483"/>
                      <a:gd name="connsiteX13" fmla="*/ 3081 w 25167"/>
                      <a:gd name="connsiteY13" fmla="*/ 25256 h 29483"/>
                      <a:gd name="connsiteX14" fmla="*/ 765 w 25167"/>
                      <a:gd name="connsiteY14" fmla="*/ 20623 h 29483"/>
                      <a:gd name="connsiteX15" fmla="*/ 0 w 25167"/>
                      <a:gd name="connsiteY15" fmla="*/ 14866 h 29483"/>
                      <a:gd name="connsiteX16" fmla="*/ 900 w 25167"/>
                      <a:gd name="connsiteY16" fmla="*/ 9086 h 29483"/>
                      <a:gd name="connsiteX17" fmla="*/ 3441 w 25167"/>
                      <a:gd name="connsiteY17" fmla="*/ 4363 h 29483"/>
                      <a:gd name="connsiteX18" fmla="*/ 7467 w 25167"/>
                      <a:gd name="connsiteY18" fmla="*/ 1169 h 29483"/>
                      <a:gd name="connsiteX19" fmla="*/ 12864 w 25167"/>
                      <a:gd name="connsiteY19" fmla="*/ 0 h 29483"/>
                      <a:gd name="connsiteX20" fmla="*/ 21927 w 25167"/>
                      <a:gd name="connsiteY20" fmla="*/ 3958 h 29483"/>
                      <a:gd name="connsiteX21" fmla="*/ 25166 w 25167"/>
                      <a:gd name="connsiteY21" fmla="*/ 15473 h 29483"/>
                      <a:gd name="connsiteX22" fmla="*/ 3463 w 25167"/>
                      <a:gd name="connsiteY22" fmla="*/ 15473 h 29483"/>
                      <a:gd name="connsiteX23" fmla="*/ 3509 w 25167"/>
                      <a:gd name="connsiteY23" fmla="*/ 15473 h 29483"/>
                      <a:gd name="connsiteX24" fmla="*/ 21748 w 25167"/>
                      <a:gd name="connsiteY24" fmla="*/ 12774 h 29483"/>
                      <a:gd name="connsiteX25" fmla="*/ 21186 w 25167"/>
                      <a:gd name="connsiteY25" fmla="*/ 8906 h 29483"/>
                      <a:gd name="connsiteX26" fmla="*/ 19521 w 25167"/>
                      <a:gd name="connsiteY26" fmla="*/ 5780 h 29483"/>
                      <a:gd name="connsiteX27" fmla="*/ 16732 w 25167"/>
                      <a:gd name="connsiteY27" fmla="*/ 3666 h 29483"/>
                      <a:gd name="connsiteX28" fmla="*/ 12909 w 25167"/>
                      <a:gd name="connsiteY28" fmla="*/ 2879 h 29483"/>
                      <a:gd name="connsiteX29" fmla="*/ 9108 w 25167"/>
                      <a:gd name="connsiteY29" fmla="*/ 3688 h 29483"/>
                      <a:gd name="connsiteX30" fmla="*/ 6297 w 25167"/>
                      <a:gd name="connsiteY30" fmla="*/ 5847 h 29483"/>
                      <a:gd name="connsiteX31" fmla="*/ 4430 w 25167"/>
                      <a:gd name="connsiteY31" fmla="*/ 8973 h 29483"/>
                      <a:gd name="connsiteX32" fmla="*/ 3509 w 25167"/>
                      <a:gd name="connsiteY32" fmla="*/ 12752 h 29483"/>
                      <a:gd name="connsiteX33" fmla="*/ 21748 w 25167"/>
                      <a:gd name="connsiteY33" fmla="*/ 12752 h 29483"/>
                      <a:gd name="connsiteX34" fmla="*/ 21748 w 25167"/>
                      <a:gd name="connsiteY34" fmla="*/ 12752 h 29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5167" h="29483">
                        <a:moveTo>
                          <a:pt x="3509" y="15473"/>
                        </a:moveTo>
                        <a:cubicBezTo>
                          <a:pt x="3509" y="16980"/>
                          <a:pt x="3711" y="18419"/>
                          <a:pt x="4093" y="19768"/>
                        </a:cubicBezTo>
                        <a:cubicBezTo>
                          <a:pt x="4498" y="21118"/>
                          <a:pt x="5083" y="22287"/>
                          <a:pt x="5848" y="23277"/>
                        </a:cubicBezTo>
                        <a:cubicBezTo>
                          <a:pt x="6612" y="24266"/>
                          <a:pt x="7602" y="25053"/>
                          <a:pt x="8794" y="25661"/>
                        </a:cubicBezTo>
                        <a:cubicBezTo>
                          <a:pt x="9985" y="26245"/>
                          <a:pt x="11357" y="26560"/>
                          <a:pt x="12886" y="26560"/>
                        </a:cubicBezTo>
                        <a:cubicBezTo>
                          <a:pt x="15001" y="26560"/>
                          <a:pt x="16822" y="25998"/>
                          <a:pt x="18329" y="24896"/>
                        </a:cubicBezTo>
                        <a:cubicBezTo>
                          <a:pt x="19836" y="23771"/>
                          <a:pt x="20848" y="22197"/>
                          <a:pt x="21343" y="20151"/>
                        </a:cubicBezTo>
                        <a:lnTo>
                          <a:pt x="24964" y="20151"/>
                        </a:lnTo>
                        <a:cubicBezTo>
                          <a:pt x="24559" y="21478"/>
                          <a:pt x="24041" y="22714"/>
                          <a:pt x="23389" y="23839"/>
                        </a:cubicBezTo>
                        <a:cubicBezTo>
                          <a:pt x="22737" y="24963"/>
                          <a:pt x="21927" y="25953"/>
                          <a:pt x="20960" y="26808"/>
                        </a:cubicBezTo>
                        <a:cubicBezTo>
                          <a:pt x="19994" y="27662"/>
                          <a:pt x="18847" y="28314"/>
                          <a:pt x="17497" y="28787"/>
                        </a:cubicBezTo>
                        <a:cubicBezTo>
                          <a:pt x="16170" y="29259"/>
                          <a:pt x="14618" y="29484"/>
                          <a:pt x="12864" y="29484"/>
                        </a:cubicBezTo>
                        <a:cubicBezTo>
                          <a:pt x="10638" y="29484"/>
                          <a:pt x="8704" y="29102"/>
                          <a:pt x="7085" y="28359"/>
                        </a:cubicBezTo>
                        <a:cubicBezTo>
                          <a:pt x="5465" y="27595"/>
                          <a:pt x="4138" y="26560"/>
                          <a:pt x="3081" y="25256"/>
                        </a:cubicBezTo>
                        <a:cubicBezTo>
                          <a:pt x="2047" y="23951"/>
                          <a:pt x="1260" y="22400"/>
                          <a:pt x="765" y="20623"/>
                        </a:cubicBezTo>
                        <a:cubicBezTo>
                          <a:pt x="270" y="18846"/>
                          <a:pt x="0" y="16935"/>
                          <a:pt x="0" y="14866"/>
                        </a:cubicBezTo>
                        <a:cubicBezTo>
                          <a:pt x="0" y="12797"/>
                          <a:pt x="293" y="10885"/>
                          <a:pt x="900" y="9086"/>
                        </a:cubicBezTo>
                        <a:cubicBezTo>
                          <a:pt x="1485" y="7287"/>
                          <a:pt x="2339" y="5712"/>
                          <a:pt x="3441" y="4363"/>
                        </a:cubicBezTo>
                        <a:cubicBezTo>
                          <a:pt x="4543" y="3014"/>
                          <a:pt x="5870" y="1957"/>
                          <a:pt x="7467" y="1169"/>
                        </a:cubicBezTo>
                        <a:cubicBezTo>
                          <a:pt x="9041" y="405"/>
                          <a:pt x="10840" y="0"/>
                          <a:pt x="12864" y="0"/>
                        </a:cubicBezTo>
                        <a:cubicBezTo>
                          <a:pt x="16710" y="0"/>
                          <a:pt x="19746" y="1327"/>
                          <a:pt x="21927" y="3958"/>
                        </a:cubicBezTo>
                        <a:cubicBezTo>
                          <a:pt x="24131" y="6612"/>
                          <a:pt x="25211" y="10435"/>
                          <a:pt x="25166" y="15473"/>
                        </a:cubicBezTo>
                        <a:lnTo>
                          <a:pt x="3463" y="15473"/>
                        </a:lnTo>
                        <a:lnTo>
                          <a:pt x="3509" y="15473"/>
                        </a:lnTo>
                        <a:close/>
                        <a:moveTo>
                          <a:pt x="21748" y="12774"/>
                        </a:moveTo>
                        <a:cubicBezTo>
                          <a:pt x="21748" y="11402"/>
                          <a:pt x="21568" y="10120"/>
                          <a:pt x="21186" y="8906"/>
                        </a:cubicBezTo>
                        <a:cubicBezTo>
                          <a:pt x="20803" y="7691"/>
                          <a:pt x="20241" y="6657"/>
                          <a:pt x="19521" y="5780"/>
                        </a:cubicBezTo>
                        <a:cubicBezTo>
                          <a:pt x="18779" y="4903"/>
                          <a:pt x="17857" y="4206"/>
                          <a:pt x="16732" y="3666"/>
                        </a:cubicBezTo>
                        <a:cubicBezTo>
                          <a:pt x="15608" y="3126"/>
                          <a:pt x="14349" y="2879"/>
                          <a:pt x="12909" y="2879"/>
                        </a:cubicBezTo>
                        <a:cubicBezTo>
                          <a:pt x="11470" y="2879"/>
                          <a:pt x="10210" y="3149"/>
                          <a:pt x="9108" y="3688"/>
                        </a:cubicBezTo>
                        <a:cubicBezTo>
                          <a:pt x="8006" y="4228"/>
                          <a:pt x="7085" y="4948"/>
                          <a:pt x="6297" y="5847"/>
                        </a:cubicBezTo>
                        <a:cubicBezTo>
                          <a:pt x="5532" y="6747"/>
                          <a:pt x="4903" y="7781"/>
                          <a:pt x="4430" y="8973"/>
                        </a:cubicBezTo>
                        <a:cubicBezTo>
                          <a:pt x="3958" y="10165"/>
                          <a:pt x="3666" y="11425"/>
                          <a:pt x="3509" y="12752"/>
                        </a:cubicBezTo>
                        <a:lnTo>
                          <a:pt x="21748" y="12752"/>
                        </a:lnTo>
                        <a:lnTo>
                          <a:pt x="21748" y="12752"/>
                        </a:lnTo>
                        <a:close/>
                      </a:path>
                    </a:pathLst>
                  </a:custGeom>
                  <a:solidFill>
                    <a:srgbClr val="010101"/>
                  </a:solidFill>
                  <a:ln w="2249" cap="flat">
                    <a:noFill/>
                    <a:prstDash val="solid"/>
                    <a:miter/>
                  </a:ln>
                </p:spPr>
                <p:txBody>
                  <a:bodyPr rtlCol="0" anchor="ctr"/>
                  <a:lstStyle/>
                  <a:p>
                    <a:endParaRPr lang="en-US"/>
                  </a:p>
                </p:txBody>
              </p:sp>
              <p:sp>
                <p:nvSpPr>
                  <p:cNvPr id="2080" name="Freeform 2079">
                    <a:extLst>
                      <a:ext uri="{FF2B5EF4-FFF2-40B4-BE49-F238E27FC236}">
                        <a16:creationId xmlns:a16="http://schemas.microsoft.com/office/drawing/2014/main" id="{105DD341-0F83-248E-179A-945F1AE5AF7A}"/>
                      </a:ext>
                    </a:extLst>
                  </p:cNvPr>
                  <p:cNvSpPr/>
                  <p:nvPr/>
                </p:nvSpPr>
                <p:spPr>
                  <a:xfrm>
                    <a:off x="8665728" y="2321078"/>
                    <a:ext cx="25682" cy="39626"/>
                  </a:xfrm>
                  <a:custGeom>
                    <a:avLst/>
                    <a:gdLst>
                      <a:gd name="connsiteX0" fmla="*/ 22445 w 25682"/>
                      <a:gd name="connsiteY0" fmla="*/ 0 h 39626"/>
                      <a:gd name="connsiteX1" fmla="*/ 25683 w 25682"/>
                      <a:gd name="connsiteY1" fmla="*/ 0 h 39626"/>
                      <a:gd name="connsiteX2" fmla="*/ 25683 w 25682"/>
                      <a:gd name="connsiteY2" fmla="*/ 38862 h 39626"/>
                      <a:gd name="connsiteX3" fmla="*/ 22445 w 25682"/>
                      <a:gd name="connsiteY3" fmla="*/ 38862 h 39626"/>
                      <a:gd name="connsiteX4" fmla="*/ 22445 w 25682"/>
                      <a:gd name="connsiteY4" fmla="*/ 33959 h 39626"/>
                      <a:gd name="connsiteX5" fmla="*/ 22332 w 25682"/>
                      <a:gd name="connsiteY5" fmla="*/ 33959 h 39626"/>
                      <a:gd name="connsiteX6" fmla="*/ 20533 w 25682"/>
                      <a:gd name="connsiteY6" fmla="*/ 36411 h 39626"/>
                      <a:gd name="connsiteX7" fmla="*/ 18104 w 25682"/>
                      <a:gd name="connsiteY7" fmla="*/ 38165 h 39626"/>
                      <a:gd name="connsiteX8" fmla="*/ 15383 w 25682"/>
                      <a:gd name="connsiteY8" fmla="*/ 39244 h 39626"/>
                      <a:gd name="connsiteX9" fmla="*/ 12639 w 25682"/>
                      <a:gd name="connsiteY9" fmla="*/ 39627 h 39626"/>
                      <a:gd name="connsiteX10" fmla="*/ 6859 w 25682"/>
                      <a:gd name="connsiteY10" fmla="*/ 38502 h 39626"/>
                      <a:gd name="connsiteX11" fmla="*/ 2946 w 25682"/>
                      <a:gd name="connsiteY11" fmla="*/ 35399 h 39626"/>
                      <a:gd name="connsiteX12" fmla="*/ 697 w 25682"/>
                      <a:gd name="connsiteY12" fmla="*/ 30721 h 39626"/>
                      <a:gd name="connsiteX13" fmla="*/ 0 w 25682"/>
                      <a:gd name="connsiteY13" fmla="*/ 24941 h 39626"/>
                      <a:gd name="connsiteX14" fmla="*/ 764 w 25682"/>
                      <a:gd name="connsiteY14" fmla="*/ 19319 h 39626"/>
                      <a:gd name="connsiteX15" fmla="*/ 3058 w 25682"/>
                      <a:gd name="connsiteY15" fmla="*/ 14596 h 39626"/>
                      <a:gd name="connsiteX16" fmla="*/ 6949 w 25682"/>
                      <a:gd name="connsiteY16" fmla="*/ 11357 h 39626"/>
                      <a:gd name="connsiteX17" fmla="*/ 12481 w 25682"/>
                      <a:gd name="connsiteY17" fmla="*/ 10143 h 39626"/>
                      <a:gd name="connsiteX18" fmla="*/ 18171 w 25682"/>
                      <a:gd name="connsiteY18" fmla="*/ 11470 h 39626"/>
                      <a:gd name="connsiteX19" fmla="*/ 22467 w 25682"/>
                      <a:gd name="connsiteY19" fmla="*/ 15383 h 39626"/>
                      <a:gd name="connsiteX20" fmla="*/ 22467 w 25682"/>
                      <a:gd name="connsiteY20" fmla="*/ 0 h 39626"/>
                      <a:gd name="connsiteX21" fmla="*/ 22467 w 25682"/>
                      <a:gd name="connsiteY21" fmla="*/ 0 h 39626"/>
                      <a:gd name="connsiteX22" fmla="*/ 22445 w 25682"/>
                      <a:gd name="connsiteY22" fmla="*/ 24761 h 39626"/>
                      <a:gd name="connsiteX23" fmla="*/ 21792 w 25682"/>
                      <a:gd name="connsiteY23" fmla="*/ 20263 h 39626"/>
                      <a:gd name="connsiteX24" fmla="*/ 19925 w 25682"/>
                      <a:gd name="connsiteY24" fmla="*/ 16530 h 39626"/>
                      <a:gd name="connsiteX25" fmla="*/ 16957 w 25682"/>
                      <a:gd name="connsiteY25" fmla="*/ 13989 h 39626"/>
                      <a:gd name="connsiteX26" fmla="*/ 12999 w 25682"/>
                      <a:gd name="connsiteY26" fmla="*/ 13044 h 39626"/>
                      <a:gd name="connsiteX27" fmla="*/ 8636 w 25682"/>
                      <a:gd name="connsiteY27" fmla="*/ 14034 h 39626"/>
                      <a:gd name="connsiteX28" fmla="*/ 5622 w 25682"/>
                      <a:gd name="connsiteY28" fmla="*/ 16755 h 39626"/>
                      <a:gd name="connsiteX29" fmla="*/ 3891 w 25682"/>
                      <a:gd name="connsiteY29" fmla="*/ 20780 h 39626"/>
                      <a:gd name="connsiteX30" fmla="*/ 3463 w 25682"/>
                      <a:gd name="connsiteY30" fmla="*/ 25728 h 39626"/>
                      <a:gd name="connsiteX31" fmla="*/ 4183 w 25682"/>
                      <a:gd name="connsiteY31" fmla="*/ 30406 h 39626"/>
                      <a:gd name="connsiteX32" fmla="*/ 6207 w 25682"/>
                      <a:gd name="connsiteY32" fmla="*/ 33824 h 39626"/>
                      <a:gd name="connsiteX33" fmla="*/ 9220 w 25682"/>
                      <a:gd name="connsiteY33" fmla="*/ 35961 h 39626"/>
                      <a:gd name="connsiteX34" fmla="*/ 12999 w 25682"/>
                      <a:gd name="connsiteY34" fmla="*/ 36681 h 39626"/>
                      <a:gd name="connsiteX35" fmla="*/ 17047 w 25682"/>
                      <a:gd name="connsiteY35" fmla="*/ 35758 h 39626"/>
                      <a:gd name="connsiteX36" fmla="*/ 20016 w 25682"/>
                      <a:gd name="connsiteY36" fmla="*/ 33240 h 39626"/>
                      <a:gd name="connsiteX37" fmla="*/ 21815 w 25682"/>
                      <a:gd name="connsiteY37" fmla="*/ 29461 h 39626"/>
                      <a:gd name="connsiteX38" fmla="*/ 22445 w 25682"/>
                      <a:gd name="connsiteY38" fmla="*/ 24739 h 39626"/>
                      <a:gd name="connsiteX39" fmla="*/ 22445 w 25682"/>
                      <a:gd name="connsiteY39" fmla="*/ 24739 h 3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25682" h="39626">
                        <a:moveTo>
                          <a:pt x="22445" y="0"/>
                        </a:moveTo>
                        <a:lnTo>
                          <a:pt x="25683" y="0"/>
                        </a:lnTo>
                        <a:lnTo>
                          <a:pt x="25683" y="38862"/>
                        </a:lnTo>
                        <a:lnTo>
                          <a:pt x="22445" y="38862"/>
                        </a:lnTo>
                        <a:lnTo>
                          <a:pt x="22445" y="33959"/>
                        </a:lnTo>
                        <a:lnTo>
                          <a:pt x="22332" y="33959"/>
                        </a:lnTo>
                        <a:cubicBezTo>
                          <a:pt x="21860" y="34904"/>
                          <a:pt x="21253" y="35713"/>
                          <a:pt x="20533" y="36411"/>
                        </a:cubicBezTo>
                        <a:cubicBezTo>
                          <a:pt x="19813" y="37108"/>
                          <a:pt x="18981" y="37693"/>
                          <a:pt x="18104" y="38165"/>
                        </a:cubicBezTo>
                        <a:cubicBezTo>
                          <a:pt x="17227" y="38637"/>
                          <a:pt x="16305" y="38997"/>
                          <a:pt x="15383" y="39244"/>
                        </a:cubicBezTo>
                        <a:cubicBezTo>
                          <a:pt x="14438" y="39492"/>
                          <a:pt x="13539" y="39627"/>
                          <a:pt x="12639" y="39627"/>
                        </a:cubicBezTo>
                        <a:cubicBezTo>
                          <a:pt x="10367" y="39627"/>
                          <a:pt x="8456" y="39244"/>
                          <a:pt x="6859" y="38502"/>
                        </a:cubicBezTo>
                        <a:cubicBezTo>
                          <a:pt x="5262" y="37760"/>
                          <a:pt x="3981" y="36703"/>
                          <a:pt x="2946" y="35399"/>
                        </a:cubicBezTo>
                        <a:cubicBezTo>
                          <a:pt x="1911" y="34094"/>
                          <a:pt x="1170" y="32520"/>
                          <a:pt x="697" y="30721"/>
                        </a:cubicBezTo>
                        <a:cubicBezTo>
                          <a:pt x="225" y="28922"/>
                          <a:pt x="0" y="26987"/>
                          <a:pt x="0" y="24941"/>
                        </a:cubicBezTo>
                        <a:cubicBezTo>
                          <a:pt x="0" y="23007"/>
                          <a:pt x="247" y="21118"/>
                          <a:pt x="764" y="19319"/>
                        </a:cubicBezTo>
                        <a:cubicBezTo>
                          <a:pt x="1259" y="17519"/>
                          <a:pt x="2024" y="15945"/>
                          <a:pt x="3058" y="14596"/>
                        </a:cubicBezTo>
                        <a:cubicBezTo>
                          <a:pt x="4093" y="13246"/>
                          <a:pt x="5375" y="12167"/>
                          <a:pt x="6949" y="11357"/>
                        </a:cubicBezTo>
                        <a:cubicBezTo>
                          <a:pt x="8524" y="10548"/>
                          <a:pt x="10367" y="10143"/>
                          <a:pt x="12481" y="10143"/>
                        </a:cubicBezTo>
                        <a:cubicBezTo>
                          <a:pt x="14461" y="10143"/>
                          <a:pt x="16350" y="10593"/>
                          <a:pt x="18171" y="11470"/>
                        </a:cubicBezTo>
                        <a:cubicBezTo>
                          <a:pt x="19993" y="12347"/>
                          <a:pt x="21410" y="13651"/>
                          <a:pt x="22467" y="15383"/>
                        </a:cubicBezTo>
                        <a:lnTo>
                          <a:pt x="22467" y="0"/>
                        </a:lnTo>
                        <a:lnTo>
                          <a:pt x="22467" y="0"/>
                        </a:lnTo>
                        <a:close/>
                        <a:moveTo>
                          <a:pt x="22445" y="24761"/>
                        </a:moveTo>
                        <a:cubicBezTo>
                          <a:pt x="22445" y="23187"/>
                          <a:pt x="22219" y="21680"/>
                          <a:pt x="21792" y="20263"/>
                        </a:cubicBezTo>
                        <a:cubicBezTo>
                          <a:pt x="21365" y="18846"/>
                          <a:pt x="20735" y="17609"/>
                          <a:pt x="19925" y="16530"/>
                        </a:cubicBezTo>
                        <a:cubicBezTo>
                          <a:pt x="19116" y="15473"/>
                          <a:pt x="18126" y="14618"/>
                          <a:pt x="16957" y="13989"/>
                        </a:cubicBezTo>
                        <a:cubicBezTo>
                          <a:pt x="15788" y="13359"/>
                          <a:pt x="14461" y="13044"/>
                          <a:pt x="12999" y="13044"/>
                        </a:cubicBezTo>
                        <a:cubicBezTo>
                          <a:pt x="11312" y="13044"/>
                          <a:pt x="9850" y="13381"/>
                          <a:pt x="8636" y="14034"/>
                        </a:cubicBezTo>
                        <a:cubicBezTo>
                          <a:pt x="7421" y="14686"/>
                          <a:pt x="6409" y="15608"/>
                          <a:pt x="5622" y="16755"/>
                        </a:cubicBezTo>
                        <a:cubicBezTo>
                          <a:pt x="4835" y="17902"/>
                          <a:pt x="4250" y="19251"/>
                          <a:pt x="3891" y="20780"/>
                        </a:cubicBezTo>
                        <a:cubicBezTo>
                          <a:pt x="3530" y="22310"/>
                          <a:pt x="3396" y="23951"/>
                          <a:pt x="3463" y="25728"/>
                        </a:cubicBezTo>
                        <a:cubicBezTo>
                          <a:pt x="3463" y="27482"/>
                          <a:pt x="3711" y="29057"/>
                          <a:pt x="4183" y="30406"/>
                        </a:cubicBezTo>
                        <a:cubicBezTo>
                          <a:pt x="4655" y="31755"/>
                          <a:pt x="5352" y="32902"/>
                          <a:pt x="6207" y="33824"/>
                        </a:cubicBezTo>
                        <a:cubicBezTo>
                          <a:pt x="7061" y="34769"/>
                          <a:pt x="8073" y="35466"/>
                          <a:pt x="9220" y="35961"/>
                        </a:cubicBezTo>
                        <a:cubicBezTo>
                          <a:pt x="10367" y="36456"/>
                          <a:pt x="11627" y="36681"/>
                          <a:pt x="12999" y="36681"/>
                        </a:cubicBezTo>
                        <a:cubicBezTo>
                          <a:pt x="14506" y="36681"/>
                          <a:pt x="15855" y="36366"/>
                          <a:pt x="17047" y="35758"/>
                        </a:cubicBezTo>
                        <a:cubicBezTo>
                          <a:pt x="18239" y="35151"/>
                          <a:pt x="19228" y="34319"/>
                          <a:pt x="20016" y="33240"/>
                        </a:cubicBezTo>
                        <a:cubicBezTo>
                          <a:pt x="20803" y="32183"/>
                          <a:pt x="21410" y="30923"/>
                          <a:pt x="21815" y="29461"/>
                        </a:cubicBezTo>
                        <a:cubicBezTo>
                          <a:pt x="22219" y="28000"/>
                          <a:pt x="22445" y="26425"/>
                          <a:pt x="22445" y="24739"/>
                        </a:cubicBezTo>
                        <a:lnTo>
                          <a:pt x="22445" y="24739"/>
                        </a:lnTo>
                        <a:close/>
                      </a:path>
                    </a:pathLst>
                  </a:custGeom>
                  <a:solidFill>
                    <a:srgbClr val="010101"/>
                  </a:solidFill>
                  <a:ln w="2249" cap="flat">
                    <a:noFill/>
                    <a:prstDash val="solid"/>
                    <a:miter/>
                  </a:ln>
                </p:spPr>
                <p:txBody>
                  <a:bodyPr rtlCol="0" anchor="ctr"/>
                  <a:lstStyle/>
                  <a:p>
                    <a:endParaRPr lang="en-US"/>
                  </a:p>
                </p:txBody>
              </p:sp>
            </p:grpSp>
            <p:sp>
              <p:nvSpPr>
                <p:cNvPr id="1951" name="Freeform 1950">
                  <a:extLst>
                    <a:ext uri="{FF2B5EF4-FFF2-40B4-BE49-F238E27FC236}">
                      <a16:creationId xmlns:a16="http://schemas.microsoft.com/office/drawing/2014/main" id="{BA021394-80CA-82B9-87F4-A610D9DFC721}"/>
                    </a:ext>
                  </a:extLst>
                </p:cNvPr>
                <p:cNvSpPr/>
                <p:nvPr/>
              </p:nvSpPr>
              <p:spPr>
                <a:xfrm>
                  <a:off x="6355660" y="2440585"/>
                  <a:ext cx="1353115" cy="1039767"/>
                </a:xfrm>
                <a:custGeom>
                  <a:avLst/>
                  <a:gdLst>
                    <a:gd name="connsiteX0" fmla="*/ 0 w 311548"/>
                    <a:gd name="connsiteY0" fmla="*/ 0 h 239401"/>
                    <a:gd name="connsiteX1" fmla="*/ 311548 w 311548"/>
                    <a:gd name="connsiteY1" fmla="*/ 239402 h 239401"/>
                  </a:gdLst>
                  <a:ahLst/>
                  <a:cxnLst>
                    <a:cxn ang="0">
                      <a:pos x="connsiteX0" y="connsiteY0"/>
                    </a:cxn>
                    <a:cxn ang="0">
                      <a:pos x="connsiteX1" y="connsiteY1"/>
                    </a:cxn>
                  </a:cxnLst>
                  <a:rect l="l" t="t" r="r" b="b"/>
                  <a:pathLst>
                    <a:path w="311548" h="239401">
                      <a:moveTo>
                        <a:pt x="0" y="0"/>
                      </a:moveTo>
                      <a:lnTo>
                        <a:pt x="311548" y="239402"/>
                      </a:lnTo>
                    </a:path>
                  </a:pathLst>
                </a:custGeom>
                <a:ln w="4498" cap="flat">
                  <a:solidFill>
                    <a:srgbClr val="B3B3B3">
                      <a:alpha val="40000"/>
                    </a:srgbClr>
                  </a:solidFill>
                  <a:prstDash val="solid"/>
                  <a:round/>
                </a:ln>
              </p:spPr>
              <p:txBody>
                <a:bodyPr rtlCol="0" anchor="ctr"/>
                <a:lstStyle/>
                <a:p>
                  <a:endParaRPr lang="en-US"/>
                </a:p>
              </p:txBody>
            </p:sp>
            <p:sp>
              <p:nvSpPr>
                <p:cNvPr id="1952" name="Freeform 1951">
                  <a:extLst>
                    <a:ext uri="{FF2B5EF4-FFF2-40B4-BE49-F238E27FC236}">
                      <a16:creationId xmlns:a16="http://schemas.microsoft.com/office/drawing/2014/main" id="{7E2F49B9-92EF-F6A4-E497-5610AE104AB6}"/>
                    </a:ext>
                  </a:extLst>
                </p:cNvPr>
                <p:cNvSpPr/>
                <p:nvPr/>
              </p:nvSpPr>
              <p:spPr>
                <a:xfrm>
                  <a:off x="6333879" y="3095313"/>
                  <a:ext cx="1246746" cy="235593"/>
                </a:xfrm>
                <a:custGeom>
                  <a:avLst/>
                  <a:gdLst>
                    <a:gd name="connsiteX0" fmla="*/ 0 w 287057"/>
                    <a:gd name="connsiteY0" fmla="*/ 0 h 54244"/>
                    <a:gd name="connsiteX1" fmla="*/ 287057 w 287057"/>
                    <a:gd name="connsiteY1" fmla="*/ 54245 h 54244"/>
                  </a:gdLst>
                  <a:ahLst/>
                  <a:cxnLst>
                    <a:cxn ang="0">
                      <a:pos x="connsiteX0" y="connsiteY0"/>
                    </a:cxn>
                    <a:cxn ang="0">
                      <a:pos x="connsiteX1" y="connsiteY1"/>
                    </a:cxn>
                  </a:cxnLst>
                  <a:rect l="l" t="t" r="r" b="b"/>
                  <a:pathLst>
                    <a:path w="287057" h="54244">
                      <a:moveTo>
                        <a:pt x="0" y="0"/>
                      </a:moveTo>
                      <a:lnTo>
                        <a:pt x="287057" y="54245"/>
                      </a:lnTo>
                    </a:path>
                  </a:pathLst>
                </a:custGeom>
                <a:ln w="4498" cap="flat">
                  <a:solidFill>
                    <a:srgbClr val="B3B3B3">
                      <a:alpha val="40000"/>
                    </a:srgbClr>
                  </a:solidFill>
                  <a:prstDash val="solid"/>
                  <a:round/>
                </a:ln>
              </p:spPr>
              <p:txBody>
                <a:bodyPr rtlCol="0" anchor="ctr"/>
                <a:lstStyle/>
                <a:p>
                  <a:endParaRPr lang="en-US"/>
                </a:p>
              </p:txBody>
            </p:sp>
            <p:sp>
              <p:nvSpPr>
                <p:cNvPr id="1953" name="Freeform 1952">
                  <a:extLst>
                    <a:ext uri="{FF2B5EF4-FFF2-40B4-BE49-F238E27FC236}">
                      <a16:creationId xmlns:a16="http://schemas.microsoft.com/office/drawing/2014/main" id="{B711E252-812D-ED1E-AEC7-403FCAC14FCB}"/>
                    </a:ext>
                  </a:extLst>
                </p:cNvPr>
                <p:cNvSpPr/>
                <p:nvPr/>
              </p:nvSpPr>
              <p:spPr>
                <a:xfrm>
                  <a:off x="6520636" y="2676673"/>
                  <a:ext cx="1221542" cy="365698"/>
                </a:xfrm>
                <a:custGeom>
                  <a:avLst/>
                  <a:gdLst>
                    <a:gd name="connsiteX0" fmla="*/ 0 w 281254"/>
                    <a:gd name="connsiteY0" fmla="*/ 84201 h 84200"/>
                    <a:gd name="connsiteX1" fmla="*/ 281254 w 281254"/>
                    <a:gd name="connsiteY1" fmla="*/ 0 h 84200"/>
                  </a:gdLst>
                  <a:ahLst/>
                  <a:cxnLst>
                    <a:cxn ang="0">
                      <a:pos x="connsiteX0" y="connsiteY0"/>
                    </a:cxn>
                    <a:cxn ang="0">
                      <a:pos x="connsiteX1" y="connsiteY1"/>
                    </a:cxn>
                  </a:cxnLst>
                  <a:rect l="l" t="t" r="r" b="b"/>
                  <a:pathLst>
                    <a:path w="281254" h="84200">
                      <a:moveTo>
                        <a:pt x="0" y="84201"/>
                      </a:moveTo>
                      <a:lnTo>
                        <a:pt x="281254" y="0"/>
                      </a:lnTo>
                    </a:path>
                  </a:pathLst>
                </a:custGeom>
                <a:ln w="4498" cap="flat">
                  <a:solidFill>
                    <a:srgbClr val="B3B3B3">
                      <a:alpha val="40000"/>
                    </a:srgbClr>
                  </a:solidFill>
                  <a:prstDash val="solid"/>
                  <a:round/>
                </a:ln>
              </p:spPr>
              <p:txBody>
                <a:bodyPr rtlCol="0" anchor="ctr"/>
                <a:lstStyle/>
                <a:p>
                  <a:endParaRPr lang="en-US"/>
                </a:p>
              </p:txBody>
            </p:sp>
            <p:sp>
              <p:nvSpPr>
                <p:cNvPr id="1954" name="Freeform 1953">
                  <a:extLst>
                    <a:ext uri="{FF2B5EF4-FFF2-40B4-BE49-F238E27FC236}">
                      <a16:creationId xmlns:a16="http://schemas.microsoft.com/office/drawing/2014/main" id="{748FD925-1978-B8B7-3907-E149565941EC}"/>
                    </a:ext>
                  </a:extLst>
                </p:cNvPr>
                <p:cNvSpPr/>
                <p:nvPr/>
              </p:nvSpPr>
              <p:spPr>
                <a:xfrm>
                  <a:off x="6332020" y="2594621"/>
                  <a:ext cx="1351451" cy="771448"/>
                </a:xfrm>
                <a:custGeom>
                  <a:avLst/>
                  <a:gdLst>
                    <a:gd name="connsiteX0" fmla="*/ 0 w 311165"/>
                    <a:gd name="connsiteY0" fmla="*/ 0 h 177622"/>
                    <a:gd name="connsiteX1" fmla="*/ 311166 w 311165"/>
                    <a:gd name="connsiteY1" fmla="*/ 177623 h 177622"/>
                  </a:gdLst>
                  <a:ahLst/>
                  <a:cxnLst>
                    <a:cxn ang="0">
                      <a:pos x="connsiteX0" y="connsiteY0"/>
                    </a:cxn>
                    <a:cxn ang="0">
                      <a:pos x="connsiteX1" y="connsiteY1"/>
                    </a:cxn>
                  </a:cxnLst>
                  <a:rect l="l" t="t" r="r" b="b"/>
                  <a:pathLst>
                    <a:path w="311165" h="177622">
                      <a:moveTo>
                        <a:pt x="0" y="0"/>
                      </a:moveTo>
                      <a:lnTo>
                        <a:pt x="311166" y="177623"/>
                      </a:lnTo>
                    </a:path>
                  </a:pathLst>
                </a:custGeom>
                <a:ln w="4498" cap="flat">
                  <a:solidFill>
                    <a:srgbClr val="B3B3B3">
                      <a:alpha val="40000"/>
                    </a:srgbClr>
                  </a:solidFill>
                  <a:prstDash val="solid"/>
                  <a:round/>
                </a:ln>
              </p:spPr>
              <p:txBody>
                <a:bodyPr rtlCol="0" anchor="ctr"/>
                <a:lstStyle/>
                <a:p>
                  <a:endParaRPr lang="en-US"/>
                </a:p>
              </p:txBody>
            </p:sp>
            <p:sp>
              <p:nvSpPr>
                <p:cNvPr id="1955" name="Freeform 1954">
                  <a:extLst>
                    <a:ext uri="{FF2B5EF4-FFF2-40B4-BE49-F238E27FC236}">
                      <a16:creationId xmlns:a16="http://schemas.microsoft.com/office/drawing/2014/main" id="{B9267AA1-513F-51FB-E2BB-C44FA290C7BE}"/>
                    </a:ext>
                  </a:extLst>
                </p:cNvPr>
                <p:cNvSpPr/>
                <p:nvPr/>
              </p:nvSpPr>
              <p:spPr>
                <a:xfrm>
                  <a:off x="6399417" y="3122563"/>
                  <a:ext cx="1339342" cy="506256"/>
                </a:xfrm>
                <a:custGeom>
                  <a:avLst/>
                  <a:gdLst>
                    <a:gd name="connsiteX0" fmla="*/ 0 w 308377"/>
                    <a:gd name="connsiteY0" fmla="*/ 0 h 116563"/>
                    <a:gd name="connsiteX1" fmla="*/ 308377 w 308377"/>
                    <a:gd name="connsiteY1" fmla="*/ 116563 h 116563"/>
                  </a:gdLst>
                  <a:ahLst/>
                  <a:cxnLst>
                    <a:cxn ang="0">
                      <a:pos x="connsiteX0" y="connsiteY0"/>
                    </a:cxn>
                    <a:cxn ang="0">
                      <a:pos x="connsiteX1" y="connsiteY1"/>
                    </a:cxn>
                  </a:cxnLst>
                  <a:rect l="l" t="t" r="r" b="b"/>
                  <a:pathLst>
                    <a:path w="308377" h="116563">
                      <a:moveTo>
                        <a:pt x="0" y="0"/>
                      </a:moveTo>
                      <a:lnTo>
                        <a:pt x="308377" y="116563"/>
                      </a:lnTo>
                    </a:path>
                  </a:pathLst>
                </a:custGeom>
                <a:ln w="4498" cap="flat">
                  <a:solidFill>
                    <a:srgbClr val="B3B3B3">
                      <a:alpha val="40000"/>
                    </a:srgbClr>
                  </a:solidFill>
                  <a:prstDash val="solid"/>
                  <a:round/>
                </a:ln>
              </p:spPr>
              <p:txBody>
                <a:bodyPr rtlCol="0" anchor="ctr"/>
                <a:lstStyle/>
                <a:p>
                  <a:endParaRPr lang="en-US"/>
                </a:p>
              </p:txBody>
            </p:sp>
            <p:sp>
              <p:nvSpPr>
                <p:cNvPr id="1956" name="Freeform 1955">
                  <a:extLst>
                    <a:ext uri="{FF2B5EF4-FFF2-40B4-BE49-F238E27FC236}">
                      <a16:creationId xmlns:a16="http://schemas.microsoft.com/office/drawing/2014/main" id="{72ECFFBA-FD32-FCBF-7896-B3819761BFAC}"/>
                    </a:ext>
                  </a:extLst>
                </p:cNvPr>
                <p:cNvSpPr/>
                <p:nvPr/>
              </p:nvSpPr>
              <p:spPr>
                <a:xfrm>
                  <a:off x="6527668" y="2782455"/>
                  <a:ext cx="1198884" cy="569259"/>
                </a:xfrm>
                <a:custGeom>
                  <a:avLst/>
                  <a:gdLst>
                    <a:gd name="connsiteX0" fmla="*/ 0 w 276037"/>
                    <a:gd name="connsiteY0" fmla="*/ 0 h 131069"/>
                    <a:gd name="connsiteX1" fmla="*/ 276037 w 276037"/>
                    <a:gd name="connsiteY1" fmla="*/ 131069 h 131069"/>
                  </a:gdLst>
                  <a:ahLst/>
                  <a:cxnLst>
                    <a:cxn ang="0">
                      <a:pos x="connsiteX0" y="connsiteY0"/>
                    </a:cxn>
                    <a:cxn ang="0">
                      <a:pos x="connsiteX1" y="connsiteY1"/>
                    </a:cxn>
                  </a:cxnLst>
                  <a:rect l="l" t="t" r="r" b="b"/>
                  <a:pathLst>
                    <a:path w="276037" h="131069">
                      <a:moveTo>
                        <a:pt x="0" y="0"/>
                      </a:moveTo>
                      <a:lnTo>
                        <a:pt x="276037" y="131069"/>
                      </a:lnTo>
                    </a:path>
                  </a:pathLst>
                </a:custGeom>
                <a:ln w="4498" cap="flat">
                  <a:solidFill>
                    <a:srgbClr val="B3B3B3">
                      <a:alpha val="40000"/>
                    </a:srgbClr>
                  </a:solidFill>
                  <a:prstDash val="solid"/>
                  <a:round/>
                </a:ln>
              </p:spPr>
              <p:txBody>
                <a:bodyPr rtlCol="0" anchor="ctr"/>
                <a:lstStyle/>
                <a:p>
                  <a:endParaRPr lang="en-US"/>
                </a:p>
              </p:txBody>
            </p:sp>
            <p:sp>
              <p:nvSpPr>
                <p:cNvPr id="1957" name="Freeform 1956">
                  <a:extLst>
                    <a:ext uri="{FF2B5EF4-FFF2-40B4-BE49-F238E27FC236}">
                      <a16:creationId xmlns:a16="http://schemas.microsoft.com/office/drawing/2014/main" id="{54033738-9188-E2EC-8ED9-52E796824758}"/>
                    </a:ext>
                  </a:extLst>
                </p:cNvPr>
                <p:cNvSpPr/>
                <p:nvPr/>
              </p:nvSpPr>
              <p:spPr>
                <a:xfrm>
                  <a:off x="6484297" y="2932191"/>
                  <a:ext cx="1068193" cy="360816"/>
                </a:xfrm>
                <a:custGeom>
                  <a:avLst/>
                  <a:gdLst>
                    <a:gd name="connsiteX0" fmla="*/ 0 w 245946"/>
                    <a:gd name="connsiteY0" fmla="*/ 0 h 83076"/>
                    <a:gd name="connsiteX1" fmla="*/ 245946 w 245946"/>
                    <a:gd name="connsiteY1" fmla="*/ 83077 h 83076"/>
                  </a:gdLst>
                  <a:ahLst/>
                  <a:cxnLst>
                    <a:cxn ang="0">
                      <a:pos x="connsiteX0" y="connsiteY0"/>
                    </a:cxn>
                    <a:cxn ang="0">
                      <a:pos x="connsiteX1" y="connsiteY1"/>
                    </a:cxn>
                  </a:cxnLst>
                  <a:rect l="l" t="t" r="r" b="b"/>
                  <a:pathLst>
                    <a:path w="245946" h="83076">
                      <a:moveTo>
                        <a:pt x="0" y="0"/>
                      </a:moveTo>
                      <a:lnTo>
                        <a:pt x="245946" y="83077"/>
                      </a:lnTo>
                    </a:path>
                  </a:pathLst>
                </a:custGeom>
                <a:ln w="4498" cap="flat">
                  <a:solidFill>
                    <a:srgbClr val="B3B3B3">
                      <a:alpha val="40000"/>
                    </a:srgbClr>
                  </a:solidFill>
                  <a:prstDash val="solid"/>
                  <a:round/>
                </a:ln>
              </p:spPr>
              <p:txBody>
                <a:bodyPr rtlCol="0" anchor="ctr"/>
                <a:lstStyle/>
                <a:p>
                  <a:endParaRPr lang="en-US"/>
                </a:p>
              </p:txBody>
            </p:sp>
            <p:sp>
              <p:nvSpPr>
                <p:cNvPr id="1958" name="Freeform 1957">
                  <a:extLst>
                    <a:ext uri="{FF2B5EF4-FFF2-40B4-BE49-F238E27FC236}">
                      <a16:creationId xmlns:a16="http://schemas.microsoft.com/office/drawing/2014/main" id="{2F4FA94F-5C23-C958-4892-D198E3483064}"/>
                    </a:ext>
                  </a:extLst>
                </p:cNvPr>
                <p:cNvSpPr/>
                <p:nvPr/>
              </p:nvSpPr>
              <p:spPr>
                <a:xfrm>
                  <a:off x="6419931" y="3285003"/>
                  <a:ext cx="1163426" cy="490139"/>
                </a:xfrm>
                <a:custGeom>
                  <a:avLst/>
                  <a:gdLst>
                    <a:gd name="connsiteX0" fmla="*/ 0 w 267873"/>
                    <a:gd name="connsiteY0" fmla="*/ 112853 h 112852"/>
                    <a:gd name="connsiteX1" fmla="*/ 267874 w 267873"/>
                    <a:gd name="connsiteY1" fmla="*/ 0 h 112852"/>
                  </a:gdLst>
                  <a:ahLst/>
                  <a:cxnLst>
                    <a:cxn ang="0">
                      <a:pos x="connsiteX0" y="connsiteY0"/>
                    </a:cxn>
                    <a:cxn ang="0">
                      <a:pos x="connsiteX1" y="connsiteY1"/>
                    </a:cxn>
                  </a:cxnLst>
                  <a:rect l="l" t="t" r="r" b="b"/>
                  <a:pathLst>
                    <a:path w="267873" h="112852">
                      <a:moveTo>
                        <a:pt x="0" y="112853"/>
                      </a:moveTo>
                      <a:lnTo>
                        <a:pt x="267874" y="0"/>
                      </a:lnTo>
                    </a:path>
                  </a:pathLst>
                </a:custGeom>
                <a:ln w="4498" cap="flat">
                  <a:solidFill>
                    <a:srgbClr val="B3B3B3">
                      <a:alpha val="40000"/>
                    </a:srgbClr>
                  </a:solidFill>
                  <a:prstDash val="solid"/>
                  <a:round/>
                </a:ln>
              </p:spPr>
              <p:txBody>
                <a:bodyPr rtlCol="0" anchor="ctr"/>
                <a:lstStyle/>
                <a:p>
                  <a:endParaRPr lang="en-US"/>
                </a:p>
              </p:txBody>
            </p:sp>
            <p:sp>
              <p:nvSpPr>
                <p:cNvPr id="1959" name="Freeform 1958">
                  <a:extLst>
                    <a:ext uri="{FF2B5EF4-FFF2-40B4-BE49-F238E27FC236}">
                      <a16:creationId xmlns:a16="http://schemas.microsoft.com/office/drawing/2014/main" id="{91EF00B8-7BB8-8C74-9622-BA7C881732EE}"/>
                    </a:ext>
                  </a:extLst>
                </p:cNvPr>
                <p:cNvSpPr/>
                <p:nvPr/>
              </p:nvSpPr>
              <p:spPr>
                <a:xfrm>
                  <a:off x="6321470" y="3414226"/>
                  <a:ext cx="1352333" cy="570723"/>
                </a:xfrm>
                <a:custGeom>
                  <a:avLst/>
                  <a:gdLst>
                    <a:gd name="connsiteX0" fmla="*/ 0 w 311368"/>
                    <a:gd name="connsiteY0" fmla="*/ 131407 h 131406"/>
                    <a:gd name="connsiteX1" fmla="*/ 311368 w 311368"/>
                    <a:gd name="connsiteY1" fmla="*/ 0 h 131406"/>
                  </a:gdLst>
                  <a:ahLst/>
                  <a:cxnLst>
                    <a:cxn ang="0">
                      <a:pos x="connsiteX0" y="connsiteY0"/>
                    </a:cxn>
                    <a:cxn ang="0">
                      <a:pos x="connsiteX1" y="connsiteY1"/>
                    </a:cxn>
                  </a:cxnLst>
                  <a:rect l="l" t="t" r="r" b="b"/>
                  <a:pathLst>
                    <a:path w="311368" h="131406">
                      <a:moveTo>
                        <a:pt x="0" y="131407"/>
                      </a:moveTo>
                      <a:lnTo>
                        <a:pt x="311368" y="0"/>
                      </a:lnTo>
                    </a:path>
                  </a:pathLst>
                </a:custGeom>
                <a:ln w="4498" cap="flat">
                  <a:solidFill>
                    <a:srgbClr val="B3B3B3">
                      <a:alpha val="40000"/>
                    </a:srgbClr>
                  </a:solidFill>
                  <a:prstDash val="solid"/>
                  <a:round/>
                </a:ln>
              </p:spPr>
              <p:txBody>
                <a:bodyPr rtlCol="0" anchor="ctr"/>
                <a:lstStyle/>
                <a:p>
                  <a:endParaRPr lang="en-US"/>
                </a:p>
              </p:txBody>
            </p:sp>
            <p:sp>
              <p:nvSpPr>
                <p:cNvPr id="1960" name="Freeform 1959">
                  <a:extLst>
                    <a:ext uri="{FF2B5EF4-FFF2-40B4-BE49-F238E27FC236}">
                      <a16:creationId xmlns:a16="http://schemas.microsoft.com/office/drawing/2014/main" id="{99BEB658-84F5-BF24-A3DC-0FB85488898D}"/>
                    </a:ext>
                  </a:extLst>
                </p:cNvPr>
                <p:cNvSpPr/>
                <p:nvPr/>
              </p:nvSpPr>
              <p:spPr>
                <a:xfrm>
                  <a:off x="6319715" y="3689772"/>
                  <a:ext cx="1144767" cy="937401"/>
                </a:xfrm>
                <a:custGeom>
                  <a:avLst/>
                  <a:gdLst>
                    <a:gd name="connsiteX0" fmla="*/ 0 w 263577"/>
                    <a:gd name="connsiteY0" fmla="*/ 0 h 215832"/>
                    <a:gd name="connsiteX1" fmla="*/ 263578 w 263577"/>
                    <a:gd name="connsiteY1" fmla="*/ 215833 h 215832"/>
                  </a:gdLst>
                  <a:ahLst/>
                  <a:cxnLst>
                    <a:cxn ang="0">
                      <a:pos x="connsiteX0" y="connsiteY0"/>
                    </a:cxn>
                    <a:cxn ang="0">
                      <a:pos x="connsiteX1" y="connsiteY1"/>
                    </a:cxn>
                  </a:cxnLst>
                  <a:rect l="l" t="t" r="r" b="b"/>
                  <a:pathLst>
                    <a:path w="263577" h="215832">
                      <a:moveTo>
                        <a:pt x="0" y="0"/>
                      </a:moveTo>
                      <a:lnTo>
                        <a:pt x="263578" y="215833"/>
                      </a:lnTo>
                    </a:path>
                  </a:pathLst>
                </a:custGeom>
                <a:ln w="4498" cap="flat">
                  <a:solidFill>
                    <a:srgbClr val="B3B3B3">
                      <a:alpha val="40000"/>
                    </a:srgbClr>
                  </a:solidFill>
                  <a:prstDash val="solid"/>
                  <a:round/>
                </a:ln>
              </p:spPr>
              <p:txBody>
                <a:bodyPr rtlCol="0" anchor="ctr"/>
                <a:lstStyle/>
                <a:p>
                  <a:endParaRPr lang="en-US"/>
                </a:p>
              </p:txBody>
            </p:sp>
            <p:sp>
              <p:nvSpPr>
                <p:cNvPr id="1961" name="Freeform 1960">
                  <a:extLst>
                    <a:ext uri="{FF2B5EF4-FFF2-40B4-BE49-F238E27FC236}">
                      <a16:creationId xmlns:a16="http://schemas.microsoft.com/office/drawing/2014/main" id="{E75059F9-9066-5096-0E5F-7E43D0BAC5D2}"/>
                    </a:ext>
                  </a:extLst>
                </p:cNvPr>
                <p:cNvSpPr/>
                <p:nvPr/>
              </p:nvSpPr>
              <p:spPr>
                <a:xfrm>
                  <a:off x="6513309" y="3020784"/>
                  <a:ext cx="1228282" cy="696822"/>
                </a:xfrm>
                <a:custGeom>
                  <a:avLst/>
                  <a:gdLst>
                    <a:gd name="connsiteX0" fmla="*/ 0 w 282806"/>
                    <a:gd name="connsiteY0" fmla="*/ 0 h 160440"/>
                    <a:gd name="connsiteX1" fmla="*/ 282807 w 282806"/>
                    <a:gd name="connsiteY1" fmla="*/ 160441 h 160440"/>
                  </a:gdLst>
                  <a:ahLst/>
                  <a:cxnLst>
                    <a:cxn ang="0">
                      <a:pos x="connsiteX0" y="connsiteY0"/>
                    </a:cxn>
                    <a:cxn ang="0">
                      <a:pos x="connsiteX1" y="connsiteY1"/>
                    </a:cxn>
                  </a:cxnLst>
                  <a:rect l="l" t="t" r="r" b="b"/>
                  <a:pathLst>
                    <a:path w="282806" h="160440">
                      <a:moveTo>
                        <a:pt x="0" y="0"/>
                      </a:moveTo>
                      <a:lnTo>
                        <a:pt x="282807" y="160441"/>
                      </a:lnTo>
                    </a:path>
                  </a:pathLst>
                </a:custGeom>
                <a:ln w="4498" cap="flat">
                  <a:solidFill>
                    <a:srgbClr val="B3B3B3">
                      <a:alpha val="40000"/>
                    </a:srgbClr>
                  </a:solidFill>
                  <a:prstDash val="solid"/>
                  <a:round/>
                </a:ln>
              </p:spPr>
              <p:txBody>
                <a:bodyPr rtlCol="0" anchor="ctr"/>
                <a:lstStyle/>
                <a:p>
                  <a:endParaRPr lang="en-US"/>
                </a:p>
              </p:txBody>
            </p:sp>
            <p:sp>
              <p:nvSpPr>
                <p:cNvPr id="1962" name="Freeform 1961">
                  <a:extLst>
                    <a:ext uri="{FF2B5EF4-FFF2-40B4-BE49-F238E27FC236}">
                      <a16:creationId xmlns:a16="http://schemas.microsoft.com/office/drawing/2014/main" id="{BE8BC1D7-E005-4DA3-B9F3-6BC2D2F780CA}"/>
                    </a:ext>
                  </a:extLst>
                </p:cNvPr>
                <p:cNvSpPr/>
                <p:nvPr/>
              </p:nvSpPr>
              <p:spPr>
                <a:xfrm>
                  <a:off x="6318347" y="3334228"/>
                  <a:ext cx="733062" cy="1292945"/>
                </a:xfrm>
                <a:custGeom>
                  <a:avLst/>
                  <a:gdLst>
                    <a:gd name="connsiteX0" fmla="*/ 0 w 168784"/>
                    <a:gd name="connsiteY0" fmla="*/ 0 h 297694"/>
                    <a:gd name="connsiteX1" fmla="*/ 168784 w 168784"/>
                    <a:gd name="connsiteY1" fmla="*/ 297695 h 297694"/>
                  </a:gdLst>
                  <a:ahLst/>
                  <a:cxnLst>
                    <a:cxn ang="0">
                      <a:pos x="connsiteX0" y="connsiteY0"/>
                    </a:cxn>
                    <a:cxn ang="0">
                      <a:pos x="connsiteX1" y="connsiteY1"/>
                    </a:cxn>
                  </a:cxnLst>
                  <a:rect l="l" t="t" r="r" b="b"/>
                  <a:pathLst>
                    <a:path w="168784" h="297694">
                      <a:moveTo>
                        <a:pt x="0" y="0"/>
                      </a:moveTo>
                      <a:lnTo>
                        <a:pt x="168784" y="297695"/>
                      </a:lnTo>
                    </a:path>
                  </a:pathLst>
                </a:custGeom>
                <a:ln w="4498" cap="flat">
                  <a:solidFill>
                    <a:srgbClr val="B3B3B3">
                      <a:alpha val="40000"/>
                    </a:srgbClr>
                  </a:solidFill>
                  <a:prstDash val="solid"/>
                  <a:round/>
                </a:ln>
              </p:spPr>
              <p:txBody>
                <a:bodyPr rtlCol="0" anchor="ctr"/>
                <a:lstStyle/>
                <a:p>
                  <a:endParaRPr lang="en-US"/>
                </a:p>
              </p:txBody>
            </p:sp>
            <p:sp>
              <p:nvSpPr>
                <p:cNvPr id="1963" name="Freeform 1962">
                  <a:extLst>
                    <a:ext uri="{FF2B5EF4-FFF2-40B4-BE49-F238E27FC236}">
                      <a16:creationId xmlns:a16="http://schemas.microsoft.com/office/drawing/2014/main" id="{36F6CD69-02D6-7194-D73F-B50C401703C4}"/>
                    </a:ext>
                  </a:extLst>
                </p:cNvPr>
                <p:cNvSpPr/>
                <p:nvPr/>
              </p:nvSpPr>
              <p:spPr>
                <a:xfrm>
                  <a:off x="6321570" y="3909937"/>
                  <a:ext cx="1336802" cy="29886"/>
                </a:xfrm>
                <a:custGeom>
                  <a:avLst/>
                  <a:gdLst>
                    <a:gd name="connsiteX0" fmla="*/ 0 w 307792"/>
                    <a:gd name="connsiteY0" fmla="*/ 6882 h 6881"/>
                    <a:gd name="connsiteX1" fmla="*/ 307793 w 307792"/>
                    <a:gd name="connsiteY1" fmla="*/ 0 h 6881"/>
                  </a:gdLst>
                  <a:ahLst/>
                  <a:cxnLst>
                    <a:cxn ang="0">
                      <a:pos x="connsiteX0" y="connsiteY0"/>
                    </a:cxn>
                    <a:cxn ang="0">
                      <a:pos x="connsiteX1" y="connsiteY1"/>
                    </a:cxn>
                  </a:cxnLst>
                  <a:rect l="l" t="t" r="r" b="b"/>
                  <a:pathLst>
                    <a:path w="307792" h="6881">
                      <a:moveTo>
                        <a:pt x="0" y="6882"/>
                      </a:moveTo>
                      <a:lnTo>
                        <a:pt x="307793" y="0"/>
                      </a:lnTo>
                    </a:path>
                  </a:pathLst>
                </a:custGeom>
                <a:ln w="4498" cap="flat">
                  <a:solidFill>
                    <a:srgbClr val="B3B3B3">
                      <a:alpha val="40000"/>
                    </a:srgbClr>
                  </a:solidFill>
                  <a:prstDash val="solid"/>
                  <a:round/>
                </a:ln>
              </p:spPr>
              <p:txBody>
                <a:bodyPr rtlCol="0" anchor="ctr"/>
                <a:lstStyle/>
                <a:p>
                  <a:endParaRPr lang="en-US"/>
                </a:p>
              </p:txBody>
            </p:sp>
            <p:sp>
              <p:nvSpPr>
                <p:cNvPr id="1964" name="Freeform 1963">
                  <a:extLst>
                    <a:ext uri="{FF2B5EF4-FFF2-40B4-BE49-F238E27FC236}">
                      <a16:creationId xmlns:a16="http://schemas.microsoft.com/office/drawing/2014/main" id="{6E93315F-4569-5EC6-9986-1022F8B009C8}"/>
                    </a:ext>
                  </a:extLst>
                </p:cNvPr>
                <p:cNvSpPr/>
                <p:nvPr/>
              </p:nvSpPr>
              <p:spPr>
                <a:xfrm>
                  <a:off x="6434679" y="2917151"/>
                  <a:ext cx="1131682" cy="530969"/>
                </a:xfrm>
                <a:custGeom>
                  <a:avLst/>
                  <a:gdLst>
                    <a:gd name="connsiteX0" fmla="*/ 0 w 260564"/>
                    <a:gd name="connsiteY0" fmla="*/ 0 h 122253"/>
                    <a:gd name="connsiteX1" fmla="*/ 260564 w 260564"/>
                    <a:gd name="connsiteY1" fmla="*/ 122253 h 122253"/>
                  </a:gdLst>
                  <a:ahLst/>
                  <a:cxnLst>
                    <a:cxn ang="0">
                      <a:pos x="connsiteX0" y="connsiteY0"/>
                    </a:cxn>
                    <a:cxn ang="0">
                      <a:pos x="connsiteX1" y="connsiteY1"/>
                    </a:cxn>
                  </a:cxnLst>
                  <a:rect l="l" t="t" r="r" b="b"/>
                  <a:pathLst>
                    <a:path w="260564" h="122253">
                      <a:moveTo>
                        <a:pt x="0" y="0"/>
                      </a:moveTo>
                      <a:lnTo>
                        <a:pt x="260564" y="122253"/>
                      </a:lnTo>
                    </a:path>
                  </a:pathLst>
                </a:custGeom>
                <a:ln w="4498" cap="flat">
                  <a:solidFill>
                    <a:srgbClr val="B3B3B3">
                      <a:alpha val="40000"/>
                    </a:srgbClr>
                  </a:solidFill>
                  <a:prstDash val="solid"/>
                  <a:round/>
                </a:ln>
              </p:spPr>
              <p:txBody>
                <a:bodyPr rtlCol="0" anchor="ctr"/>
                <a:lstStyle/>
                <a:p>
                  <a:endParaRPr lang="en-US"/>
                </a:p>
              </p:txBody>
            </p:sp>
            <p:sp>
              <p:nvSpPr>
                <p:cNvPr id="1965" name="Freeform 1964">
                  <a:extLst>
                    <a:ext uri="{FF2B5EF4-FFF2-40B4-BE49-F238E27FC236}">
                      <a16:creationId xmlns:a16="http://schemas.microsoft.com/office/drawing/2014/main" id="{9183DACC-AC3A-01EA-07E4-B79A236F8471}"/>
                    </a:ext>
                  </a:extLst>
                </p:cNvPr>
                <p:cNvSpPr/>
                <p:nvPr/>
              </p:nvSpPr>
              <p:spPr>
                <a:xfrm>
                  <a:off x="6359174" y="2599702"/>
                  <a:ext cx="1200056" cy="1677108"/>
                </a:xfrm>
                <a:custGeom>
                  <a:avLst/>
                  <a:gdLst>
                    <a:gd name="connsiteX0" fmla="*/ 0 w 276307"/>
                    <a:gd name="connsiteY0" fmla="*/ 0 h 386146"/>
                    <a:gd name="connsiteX1" fmla="*/ 276307 w 276307"/>
                    <a:gd name="connsiteY1" fmla="*/ 386146 h 386146"/>
                  </a:gdLst>
                  <a:ahLst/>
                  <a:cxnLst>
                    <a:cxn ang="0">
                      <a:pos x="connsiteX0" y="connsiteY0"/>
                    </a:cxn>
                    <a:cxn ang="0">
                      <a:pos x="connsiteX1" y="connsiteY1"/>
                    </a:cxn>
                  </a:cxnLst>
                  <a:rect l="l" t="t" r="r" b="b"/>
                  <a:pathLst>
                    <a:path w="276307" h="386146">
                      <a:moveTo>
                        <a:pt x="0" y="0"/>
                      </a:moveTo>
                      <a:lnTo>
                        <a:pt x="276307" y="386146"/>
                      </a:lnTo>
                    </a:path>
                  </a:pathLst>
                </a:custGeom>
                <a:ln w="4498" cap="flat">
                  <a:solidFill>
                    <a:srgbClr val="B3B3B3">
                      <a:alpha val="40000"/>
                    </a:srgbClr>
                  </a:solidFill>
                  <a:prstDash val="solid"/>
                  <a:round/>
                </a:ln>
              </p:spPr>
              <p:txBody>
                <a:bodyPr rtlCol="0" anchor="ctr"/>
                <a:lstStyle/>
                <a:p>
                  <a:endParaRPr lang="en-US"/>
                </a:p>
              </p:txBody>
            </p:sp>
            <p:sp>
              <p:nvSpPr>
                <p:cNvPr id="1966" name="Freeform 1965">
                  <a:extLst>
                    <a:ext uri="{FF2B5EF4-FFF2-40B4-BE49-F238E27FC236}">
                      <a16:creationId xmlns:a16="http://schemas.microsoft.com/office/drawing/2014/main" id="{3465B6F8-DF76-953B-71EA-72785D9B92B9}"/>
                    </a:ext>
                  </a:extLst>
                </p:cNvPr>
                <p:cNvSpPr/>
                <p:nvPr/>
              </p:nvSpPr>
              <p:spPr>
                <a:xfrm>
                  <a:off x="6517017" y="3052824"/>
                  <a:ext cx="1188039" cy="557828"/>
                </a:xfrm>
                <a:custGeom>
                  <a:avLst/>
                  <a:gdLst>
                    <a:gd name="connsiteX0" fmla="*/ 0 w 273540"/>
                    <a:gd name="connsiteY0" fmla="*/ 0 h 128437"/>
                    <a:gd name="connsiteX1" fmla="*/ 273541 w 273540"/>
                    <a:gd name="connsiteY1" fmla="*/ 128438 h 128437"/>
                  </a:gdLst>
                  <a:ahLst/>
                  <a:cxnLst>
                    <a:cxn ang="0">
                      <a:pos x="connsiteX0" y="connsiteY0"/>
                    </a:cxn>
                    <a:cxn ang="0">
                      <a:pos x="connsiteX1" y="connsiteY1"/>
                    </a:cxn>
                  </a:cxnLst>
                  <a:rect l="l" t="t" r="r" b="b"/>
                  <a:pathLst>
                    <a:path w="273540" h="128437">
                      <a:moveTo>
                        <a:pt x="0" y="0"/>
                      </a:moveTo>
                      <a:lnTo>
                        <a:pt x="273541" y="128438"/>
                      </a:lnTo>
                    </a:path>
                  </a:pathLst>
                </a:custGeom>
                <a:ln w="4498" cap="flat">
                  <a:solidFill>
                    <a:srgbClr val="B3B3B3">
                      <a:alpha val="40000"/>
                    </a:srgbClr>
                  </a:solidFill>
                  <a:prstDash val="solid"/>
                  <a:round/>
                </a:ln>
              </p:spPr>
              <p:txBody>
                <a:bodyPr rtlCol="0" anchor="ctr"/>
                <a:lstStyle/>
                <a:p>
                  <a:endParaRPr lang="en-US"/>
                </a:p>
              </p:txBody>
            </p:sp>
            <p:sp>
              <p:nvSpPr>
                <p:cNvPr id="1967" name="Freeform 1966">
                  <a:extLst>
                    <a:ext uri="{FF2B5EF4-FFF2-40B4-BE49-F238E27FC236}">
                      <a16:creationId xmlns:a16="http://schemas.microsoft.com/office/drawing/2014/main" id="{B7D5FC7B-6D98-316B-089D-A3D3C31AC88B}"/>
                    </a:ext>
                  </a:extLst>
                </p:cNvPr>
                <p:cNvSpPr/>
                <p:nvPr/>
              </p:nvSpPr>
              <p:spPr>
                <a:xfrm>
                  <a:off x="6449915" y="3294280"/>
                  <a:ext cx="1182471" cy="777898"/>
                </a:xfrm>
                <a:custGeom>
                  <a:avLst/>
                  <a:gdLst>
                    <a:gd name="connsiteX0" fmla="*/ 0 w 272258"/>
                    <a:gd name="connsiteY0" fmla="*/ 0 h 179107"/>
                    <a:gd name="connsiteX1" fmla="*/ 272259 w 272258"/>
                    <a:gd name="connsiteY1" fmla="*/ 179107 h 179107"/>
                  </a:gdLst>
                  <a:ahLst/>
                  <a:cxnLst>
                    <a:cxn ang="0">
                      <a:pos x="connsiteX0" y="connsiteY0"/>
                    </a:cxn>
                    <a:cxn ang="0">
                      <a:pos x="connsiteX1" y="connsiteY1"/>
                    </a:cxn>
                  </a:cxnLst>
                  <a:rect l="l" t="t" r="r" b="b"/>
                  <a:pathLst>
                    <a:path w="272258" h="179107">
                      <a:moveTo>
                        <a:pt x="0" y="0"/>
                      </a:moveTo>
                      <a:lnTo>
                        <a:pt x="272259" y="179107"/>
                      </a:lnTo>
                    </a:path>
                  </a:pathLst>
                </a:custGeom>
                <a:ln w="4498" cap="flat">
                  <a:solidFill>
                    <a:srgbClr val="B3B3B3">
                      <a:alpha val="40000"/>
                    </a:srgbClr>
                  </a:solidFill>
                  <a:prstDash val="solid"/>
                  <a:round/>
                </a:ln>
              </p:spPr>
              <p:txBody>
                <a:bodyPr rtlCol="0" anchor="ctr"/>
                <a:lstStyle/>
                <a:p>
                  <a:endParaRPr lang="en-US"/>
                </a:p>
              </p:txBody>
            </p:sp>
            <p:sp>
              <p:nvSpPr>
                <p:cNvPr id="1968" name="Freeform 1967">
                  <a:extLst>
                    <a:ext uri="{FF2B5EF4-FFF2-40B4-BE49-F238E27FC236}">
                      <a16:creationId xmlns:a16="http://schemas.microsoft.com/office/drawing/2014/main" id="{4D6648E3-C736-478E-D1C6-A1E249937479}"/>
                    </a:ext>
                  </a:extLst>
                </p:cNvPr>
                <p:cNvSpPr/>
                <p:nvPr/>
              </p:nvSpPr>
              <p:spPr>
                <a:xfrm>
                  <a:off x="6331433" y="2310675"/>
                  <a:ext cx="1311602" cy="914739"/>
                </a:xfrm>
                <a:custGeom>
                  <a:avLst/>
                  <a:gdLst>
                    <a:gd name="connsiteX0" fmla="*/ 0 w 301990"/>
                    <a:gd name="connsiteY0" fmla="*/ 0 h 210614"/>
                    <a:gd name="connsiteX1" fmla="*/ 301990 w 301990"/>
                    <a:gd name="connsiteY1" fmla="*/ 210615 h 210614"/>
                  </a:gdLst>
                  <a:ahLst/>
                  <a:cxnLst>
                    <a:cxn ang="0">
                      <a:pos x="connsiteX0" y="connsiteY0"/>
                    </a:cxn>
                    <a:cxn ang="0">
                      <a:pos x="connsiteX1" y="connsiteY1"/>
                    </a:cxn>
                  </a:cxnLst>
                  <a:rect l="l" t="t" r="r" b="b"/>
                  <a:pathLst>
                    <a:path w="301990" h="210614">
                      <a:moveTo>
                        <a:pt x="0" y="0"/>
                      </a:moveTo>
                      <a:lnTo>
                        <a:pt x="301990" y="210615"/>
                      </a:lnTo>
                    </a:path>
                  </a:pathLst>
                </a:custGeom>
                <a:ln w="4498" cap="flat">
                  <a:solidFill>
                    <a:srgbClr val="B3B3B3">
                      <a:alpha val="40000"/>
                    </a:srgbClr>
                  </a:solidFill>
                  <a:prstDash val="solid"/>
                  <a:round/>
                </a:ln>
              </p:spPr>
              <p:txBody>
                <a:bodyPr rtlCol="0" anchor="ctr"/>
                <a:lstStyle/>
                <a:p>
                  <a:endParaRPr lang="en-US"/>
                </a:p>
              </p:txBody>
            </p:sp>
            <p:sp>
              <p:nvSpPr>
                <p:cNvPr id="1969" name="Freeform 1968">
                  <a:extLst>
                    <a:ext uri="{FF2B5EF4-FFF2-40B4-BE49-F238E27FC236}">
                      <a16:creationId xmlns:a16="http://schemas.microsoft.com/office/drawing/2014/main" id="{4A66411A-FE08-83BC-89B2-2DD88478A3EB}"/>
                    </a:ext>
                  </a:extLst>
                </p:cNvPr>
                <p:cNvSpPr/>
                <p:nvPr/>
              </p:nvSpPr>
              <p:spPr>
                <a:xfrm>
                  <a:off x="6361128" y="2936000"/>
                  <a:ext cx="1233750" cy="744881"/>
                </a:xfrm>
                <a:custGeom>
                  <a:avLst/>
                  <a:gdLst>
                    <a:gd name="connsiteX0" fmla="*/ 0 w 284065"/>
                    <a:gd name="connsiteY0" fmla="*/ 0 h 171505"/>
                    <a:gd name="connsiteX1" fmla="*/ 284066 w 284065"/>
                    <a:gd name="connsiteY1" fmla="*/ 171506 h 171505"/>
                  </a:gdLst>
                  <a:ahLst/>
                  <a:cxnLst>
                    <a:cxn ang="0">
                      <a:pos x="connsiteX0" y="connsiteY0"/>
                    </a:cxn>
                    <a:cxn ang="0">
                      <a:pos x="connsiteX1" y="connsiteY1"/>
                    </a:cxn>
                  </a:cxnLst>
                  <a:rect l="l" t="t" r="r" b="b"/>
                  <a:pathLst>
                    <a:path w="284065" h="171505">
                      <a:moveTo>
                        <a:pt x="0" y="0"/>
                      </a:moveTo>
                      <a:lnTo>
                        <a:pt x="284066" y="171506"/>
                      </a:lnTo>
                    </a:path>
                  </a:pathLst>
                </a:custGeom>
                <a:ln w="4498" cap="flat">
                  <a:solidFill>
                    <a:srgbClr val="B3B3B3">
                      <a:alpha val="40000"/>
                    </a:srgbClr>
                  </a:solidFill>
                  <a:prstDash val="solid"/>
                  <a:round/>
                </a:ln>
              </p:spPr>
              <p:txBody>
                <a:bodyPr rtlCol="0" anchor="ctr"/>
                <a:lstStyle/>
                <a:p>
                  <a:endParaRPr lang="en-US"/>
                </a:p>
              </p:txBody>
            </p:sp>
            <p:sp>
              <p:nvSpPr>
                <p:cNvPr id="1970" name="Freeform 1969">
                  <a:extLst>
                    <a:ext uri="{FF2B5EF4-FFF2-40B4-BE49-F238E27FC236}">
                      <a16:creationId xmlns:a16="http://schemas.microsoft.com/office/drawing/2014/main" id="{2E254734-9D7C-180B-BCAB-1E330E4B4A41}"/>
                    </a:ext>
                  </a:extLst>
                </p:cNvPr>
                <p:cNvSpPr/>
                <p:nvPr/>
              </p:nvSpPr>
              <p:spPr>
                <a:xfrm>
                  <a:off x="6320984" y="2817522"/>
                  <a:ext cx="1258759" cy="1219687"/>
                </a:xfrm>
                <a:custGeom>
                  <a:avLst/>
                  <a:gdLst>
                    <a:gd name="connsiteX0" fmla="*/ 0 w 289823"/>
                    <a:gd name="connsiteY0" fmla="*/ 0 h 280827"/>
                    <a:gd name="connsiteX1" fmla="*/ 289823 w 289823"/>
                    <a:gd name="connsiteY1" fmla="*/ 280827 h 280827"/>
                  </a:gdLst>
                  <a:ahLst/>
                  <a:cxnLst>
                    <a:cxn ang="0">
                      <a:pos x="connsiteX0" y="connsiteY0"/>
                    </a:cxn>
                    <a:cxn ang="0">
                      <a:pos x="connsiteX1" y="connsiteY1"/>
                    </a:cxn>
                  </a:cxnLst>
                  <a:rect l="l" t="t" r="r" b="b"/>
                  <a:pathLst>
                    <a:path w="289823" h="280827">
                      <a:moveTo>
                        <a:pt x="0" y="0"/>
                      </a:moveTo>
                      <a:lnTo>
                        <a:pt x="289823" y="280827"/>
                      </a:lnTo>
                    </a:path>
                  </a:pathLst>
                </a:custGeom>
                <a:ln w="4498" cap="flat">
                  <a:solidFill>
                    <a:srgbClr val="B3B3B3">
                      <a:alpha val="40000"/>
                    </a:srgbClr>
                  </a:solidFill>
                  <a:prstDash val="solid"/>
                  <a:round/>
                </a:ln>
              </p:spPr>
              <p:txBody>
                <a:bodyPr rtlCol="0" anchor="ctr"/>
                <a:lstStyle/>
                <a:p>
                  <a:endParaRPr lang="en-US"/>
                </a:p>
              </p:txBody>
            </p:sp>
            <p:sp>
              <p:nvSpPr>
                <p:cNvPr id="1971" name="Freeform 1970">
                  <a:extLst>
                    <a:ext uri="{FF2B5EF4-FFF2-40B4-BE49-F238E27FC236}">
                      <a16:creationId xmlns:a16="http://schemas.microsoft.com/office/drawing/2014/main" id="{FD362ED5-8029-61E4-14BF-971A270D9552}"/>
                    </a:ext>
                  </a:extLst>
                </p:cNvPr>
                <p:cNvSpPr/>
                <p:nvPr/>
              </p:nvSpPr>
              <p:spPr>
                <a:xfrm>
                  <a:off x="6393850" y="2620993"/>
                  <a:ext cx="1175148" cy="1007827"/>
                </a:xfrm>
                <a:custGeom>
                  <a:avLst/>
                  <a:gdLst>
                    <a:gd name="connsiteX0" fmla="*/ 0 w 270572"/>
                    <a:gd name="connsiteY0" fmla="*/ 0 h 232047"/>
                    <a:gd name="connsiteX1" fmla="*/ 270572 w 270572"/>
                    <a:gd name="connsiteY1" fmla="*/ 232047 h 232047"/>
                  </a:gdLst>
                  <a:ahLst/>
                  <a:cxnLst>
                    <a:cxn ang="0">
                      <a:pos x="connsiteX0" y="connsiteY0"/>
                    </a:cxn>
                    <a:cxn ang="0">
                      <a:pos x="connsiteX1" y="connsiteY1"/>
                    </a:cxn>
                  </a:cxnLst>
                  <a:rect l="l" t="t" r="r" b="b"/>
                  <a:pathLst>
                    <a:path w="270572" h="232047">
                      <a:moveTo>
                        <a:pt x="0" y="0"/>
                      </a:moveTo>
                      <a:lnTo>
                        <a:pt x="270572" y="232047"/>
                      </a:lnTo>
                    </a:path>
                  </a:pathLst>
                </a:custGeom>
                <a:ln w="4498" cap="flat">
                  <a:solidFill>
                    <a:srgbClr val="B3B3B3">
                      <a:alpha val="40000"/>
                    </a:srgbClr>
                  </a:solidFill>
                  <a:prstDash val="solid"/>
                  <a:round/>
                </a:ln>
              </p:spPr>
              <p:txBody>
                <a:bodyPr rtlCol="0" anchor="ctr"/>
                <a:lstStyle/>
                <a:p>
                  <a:endParaRPr lang="en-US"/>
                </a:p>
              </p:txBody>
            </p:sp>
            <p:sp>
              <p:nvSpPr>
                <p:cNvPr id="1972" name="Freeform 1971">
                  <a:extLst>
                    <a:ext uri="{FF2B5EF4-FFF2-40B4-BE49-F238E27FC236}">
                      <a16:creationId xmlns:a16="http://schemas.microsoft.com/office/drawing/2014/main" id="{E5021E6C-5151-CE2A-0BED-85B9BD878575}"/>
                    </a:ext>
                  </a:extLst>
                </p:cNvPr>
                <p:cNvSpPr/>
                <p:nvPr/>
              </p:nvSpPr>
              <p:spPr>
                <a:xfrm>
                  <a:off x="6542417" y="1944683"/>
                  <a:ext cx="1141254" cy="977742"/>
                </a:xfrm>
                <a:custGeom>
                  <a:avLst/>
                  <a:gdLst>
                    <a:gd name="connsiteX0" fmla="*/ 0 w 262768"/>
                    <a:gd name="connsiteY0" fmla="*/ 225121 h 225120"/>
                    <a:gd name="connsiteX1" fmla="*/ 262768 w 262768"/>
                    <a:gd name="connsiteY1" fmla="*/ 0 h 225120"/>
                  </a:gdLst>
                  <a:ahLst/>
                  <a:cxnLst>
                    <a:cxn ang="0">
                      <a:pos x="connsiteX0" y="connsiteY0"/>
                    </a:cxn>
                    <a:cxn ang="0">
                      <a:pos x="connsiteX1" y="connsiteY1"/>
                    </a:cxn>
                  </a:cxnLst>
                  <a:rect l="l" t="t" r="r" b="b"/>
                  <a:pathLst>
                    <a:path w="262768" h="225120">
                      <a:moveTo>
                        <a:pt x="0" y="225121"/>
                      </a:moveTo>
                      <a:lnTo>
                        <a:pt x="262768" y="0"/>
                      </a:lnTo>
                    </a:path>
                  </a:pathLst>
                </a:custGeom>
                <a:ln w="4498" cap="flat">
                  <a:solidFill>
                    <a:srgbClr val="B3B3B3">
                      <a:alpha val="40000"/>
                    </a:srgbClr>
                  </a:solidFill>
                  <a:prstDash val="solid"/>
                  <a:round/>
                </a:ln>
              </p:spPr>
              <p:txBody>
                <a:bodyPr rtlCol="0" anchor="ctr"/>
                <a:lstStyle/>
                <a:p>
                  <a:endParaRPr lang="en-US"/>
                </a:p>
              </p:txBody>
            </p:sp>
            <p:sp>
              <p:nvSpPr>
                <p:cNvPr id="1973" name="Freeform 1972">
                  <a:extLst>
                    <a:ext uri="{FF2B5EF4-FFF2-40B4-BE49-F238E27FC236}">
                      <a16:creationId xmlns:a16="http://schemas.microsoft.com/office/drawing/2014/main" id="{D4D81815-BEB0-BDD0-3F88-F85562FD7F24}"/>
                    </a:ext>
                  </a:extLst>
                </p:cNvPr>
                <p:cNvSpPr/>
                <p:nvPr/>
              </p:nvSpPr>
              <p:spPr>
                <a:xfrm>
                  <a:off x="6347456" y="2839204"/>
                  <a:ext cx="1239419" cy="1511742"/>
                </a:xfrm>
                <a:custGeom>
                  <a:avLst/>
                  <a:gdLst>
                    <a:gd name="connsiteX0" fmla="*/ 0 w 285370"/>
                    <a:gd name="connsiteY0" fmla="*/ 0 h 348071"/>
                    <a:gd name="connsiteX1" fmla="*/ 285370 w 285370"/>
                    <a:gd name="connsiteY1" fmla="*/ 348071 h 348071"/>
                  </a:gdLst>
                  <a:ahLst/>
                  <a:cxnLst>
                    <a:cxn ang="0">
                      <a:pos x="connsiteX0" y="connsiteY0"/>
                    </a:cxn>
                    <a:cxn ang="0">
                      <a:pos x="connsiteX1" y="connsiteY1"/>
                    </a:cxn>
                  </a:cxnLst>
                  <a:rect l="l" t="t" r="r" b="b"/>
                  <a:pathLst>
                    <a:path w="285370" h="348071">
                      <a:moveTo>
                        <a:pt x="0" y="0"/>
                      </a:moveTo>
                      <a:lnTo>
                        <a:pt x="285370" y="348071"/>
                      </a:lnTo>
                    </a:path>
                  </a:pathLst>
                </a:custGeom>
                <a:ln w="4498" cap="flat">
                  <a:solidFill>
                    <a:srgbClr val="B3B3B3">
                      <a:alpha val="40000"/>
                    </a:srgbClr>
                  </a:solidFill>
                  <a:prstDash val="solid"/>
                  <a:round/>
                </a:ln>
              </p:spPr>
              <p:txBody>
                <a:bodyPr rtlCol="0" anchor="ctr"/>
                <a:lstStyle/>
                <a:p>
                  <a:endParaRPr lang="en-US"/>
                </a:p>
              </p:txBody>
            </p:sp>
            <p:sp>
              <p:nvSpPr>
                <p:cNvPr id="1974" name="Freeform 1973">
                  <a:extLst>
                    <a:ext uri="{FF2B5EF4-FFF2-40B4-BE49-F238E27FC236}">
                      <a16:creationId xmlns:a16="http://schemas.microsoft.com/office/drawing/2014/main" id="{887CE15D-8230-6DA8-8BBF-EAA31F494C76}"/>
                    </a:ext>
                  </a:extLst>
                </p:cNvPr>
                <p:cNvSpPr/>
                <p:nvPr/>
              </p:nvSpPr>
              <p:spPr>
                <a:xfrm>
                  <a:off x="6327137" y="2839890"/>
                  <a:ext cx="1265595" cy="890126"/>
                </a:xfrm>
                <a:custGeom>
                  <a:avLst/>
                  <a:gdLst>
                    <a:gd name="connsiteX0" fmla="*/ 0 w 291397"/>
                    <a:gd name="connsiteY0" fmla="*/ 0 h 204947"/>
                    <a:gd name="connsiteX1" fmla="*/ 291398 w 291397"/>
                    <a:gd name="connsiteY1" fmla="*/ 204948 h 204947"/>
                  </a:gdLst>
                  <a:ahLst/>
                  <a:cxnLst>
                    <a:cxn ang="0">
                      <a:pos x="connsiteX0" y="connsiteY0"/>
                    </a:cxn>
                    <a:cxn ang="0">
                      <a:pos x="connsiteX1" y="connsiteY1"/>
                    </a:cxn>
                  </a:cxnLst>
                  <a:rect l="l" t="t" r="r" b="b"/>
                  <a:pathLst>
                    <a:path w="291397" h="204947">
                      <a:moveTo>
                        <a:pt x="0" y="0"/>
                      </a:moveTo>
                      <a:lnTo>
                        <a:pt x="291398" y="204948"/>
                      </a:lnTo>
                    </a:path>
                  </a:pathLst>
                </a:custGeom>
                <a:ln w="4498" cap="flat">
                  <a:solidFill>
                    <a:srgbClr val="B3B3B3">
                      <a:alpha val="40000"/>
                    </a:srgbClr>
                  </a:solidFill>
                  <a:prstDash val="solid"/>
                  <a:round/>
                </a:ln>
              </p:spPr>
              <p:txBody>
                <a:bodyPr rtlCol="0" anchor="ctr"/>
                <a:lstStyle/>
                <a:p>
                  <a:endParaRPr lang="en-US"/>
                </a:p>
              </p:txBody>
            </p:sp>
            <p:sp>
              <p:nvSpPr>
                <p:cNvPr id="1975" name="Freeform 1974">
                  <a:extLst>
                    <a:ext uri="{FF2B5EF4-FFF2-40B4-BE49-F238E27FC236}">
                      <a16:creationId xmlns:a16="http://schemas.microsoft.com/office/drawing/2014/main" id="{767BE972-CF20-E9C7-91DC-FCFF4CA50D89}"/>
                    </a:ext>
                  </a:extLst>
                </p:cNvPr>
                <p:cNvSpPr/>
                <p:nvPr/>
              </p:nvSpPr>
              <p:spPr>
                <a:xfrm>
                  <a:off x="6388281" y="2616698"/>
                  <a:ext cx="1322539" cy="592113"/>
                </a:xfrm>
                <a:custGeom>
                  <a:avLst/>
                  <a:gdLst>
                    <a:gd name="connsiteX0" fmla="*/ 0 w 304508"/>
                    <a:gd name="connsiteY0" fmla="*/ 0 h 136331"/>
                    <a:gd name="connsiteX1" fmla="*/ 304509 w 304508"/>
                    <a:gd name="connsiteY1" fmla="*/ 136332 h 136331"/>
                  </a:gdLst>
                  <a:ahLst/>
                  <a:cxnLst>
                    <a:cxn ang="0">
                      <a:pos x="connsiteX0" y="connsiteY0"/>
                    </a:cxn>
                    <a:cxn ang="0">
                      <a:pos x="connsiteX1" y="connsiteY1"/>
                    </a:cxn>
                  </a:cxnLst>
                  <a:rect l="l" t="t" r="r" b="b"/>
                  <a:pathLst>
                    <a:path w="304508" h="136331">
                      <a:moveTo>
                        <a:pt x="0" y="0"/>
                      </a:moveTo>
                      <a:lnTo>
                        <a:pt x="304509" y="136332"/>
                      </a:lnTo>
                    </a:path>
                  </a:pathLst>
                </a:custGeom>
                <a:ln w="4498" cap="flat">
                  <a:solidFill>
                    <a:srgbClr val="B3B3B3">
                      <a:alpha val="40000"/>
                    </a:srgbClr>
                  </a:solidFill>
                  <a:prstDash val="solid"/>
                  <a:round/>
                </a:ln>
              </p:spPr>
              <p:txBody>
                <a:bodyPr rtlCol="0" anchor="ctr"/>
                <a:lstStyle/>
                <a:p>
                  <a:endParaRPr lang="en-US"/>
                </a:p>
              </p:txBody>
            </p:sp>
            <p:sp>
              <p:nvSpPr>
                <p:cNvPr id="1976" name="Freeform 1975">
                  <a:extLst>
                    <a:ext uri="{FF2B5EF4-FFF2-40B4-BE49-F238E27FC236}">
                      <a16:creationId xmlns:a16="http://schemas.microsoft.com/office/drawing/2014/main" id="{4AE731A6-F873-5734-78AD-355ECC3BB065}"/>
                    </a:ext>
                  </a:extLst>
                </p:cNvPr>
                <p:cNvSpPr/>
                <p:nvPr/>
              </p:nvSpPr>
              <p:spPr>
                <a:xfrm>
                  <a:off x="6369332" y="3502918"/>
                  <a:ext cx="1351942" cy="360720"/>
                </a:xfrm>
                <a:custGeom>
                  <a:avLst/>
                  <a:gdLst>
                    <a:gd name="connsiteX0" fmla="*/ 0 w 311278"/>
                    <a:gd name="connsiteY0" fmla="*/ 0 h 83054"/>
                    <a:gd name="connsiteX1" fmla="*/ 311278 w 311278"/>
                    <a:gd name="connsiteY1" fmla="*/ 83054 h 83054"/>
                  </a:gdLst>
                  <a:ahLst/>
                  <a:cxnLst>
                    <a:cxn ang="0">
                      <a:pos x="connsiteX0" y="connsiteY0"/>
                    </a:cxn>
                    <a:cxn ang="0">
                      <a:pos x="connsiteX1" y="connsiteY1"/>
                    </a:cxn>
                  </a:cxnLst>
                  <a:rect l="l" t="t" r="r" b="b"/>
                  <a:pathLst>
                    <a:path w="311278" h="83054">
                      <a:moveTo>
                        <a:pt x="0" y="0"/>
                      </a:moveTo>
                      <a:lnTo>
                        <a:pt x="311278" y="83054"/>
                      </a:lnTo>
                    </a:path>
                  </a:pathLst>
                </a:custGeom>
                <a:ln w="4498" cap="flat">
                  <a:solidFill>
                    <a:srgbClr val="B3B3B3">
                      <a:alpha val="40000"/>
                    </a:srgbClr>
                  </a:solidFill>
                  <a:prstDash val="solid"/>
                  <a:round/>
                </a:ln>
              </p:spPr>
              <p:txBody>
                <a:bodyPr rtlCol="0" anchor="ctr"/>
                <a:lstStyle/>
                <a:p>
                  <a:endParaRPr lang="en-US"/>
                </a:p>
              </p:txBody>
            </p:sp>
            <p:sp>
              <p:nvSpPr>
                <p:cNvPr id="1977" name="Freeform 1976">
                  <a:extLst>
                    <a:ext uri="{FF2B5EF4-FFF2-40B4-BE49-F238E27FC236}">
                      <a16:creationId xmlns:a16="http://schemas.microsoft.com/office/drawing/2014/main" id="{7807D128-9F08-C134-6F35-EFA74C3D01F3}"/>
                    </a:ext>
                  </a:extLst>
                </p:cNvPr>
                <p:cNvSpPr/>
                <p:nvPr/>
              </p:nvSpPr>
              <p:spPr>
                <a:xfrm>
                  <a:off x="6372850" y="2562976"/>
                  <a:ext cx="1257486" cy="1297535"/>
                </a:xfrm>
                <a:custGeom>
                  <a:avLst/>
                  <a:gdLst>
                    <a:gd name="connsiteX0" fmla="*/ 0 w 289530"/>
                    <a:gd name="connsiteY0" fmla="*/ 0 h 298751"/>
                    <a:gd name="connsiteX1" fmla="*/ 289531 w 289530"/>
                    <a:gd name="connsiteY1" fmla="*/ 298752 h 298751"/>
                  </a:gdLst>
                  <a:ahLst/>
                  <a:cxnLst>
                    <a:cxn ang="0">
                      <a:pos x="connsiteX0" y="connsiteY0"/>
                    </a:cxn>
                    <a:cxn ang="0">
                      <a:pos x="connsiteX1" y="connsiteY1"/>
                    </a:cxn>
                  </a:cxnLst>
                  <a:rect l="l" t="t" r="r" b="b"/>
                  <a:pathLst>
                    <a:path w="289530" h="298751">
                      <a:moveTo>
                        <a:pt x="0" y="0"/>
                      </a:moveTo>
                      <a:lnTo>
                        <a:pt x="289531" y="298752"/>
                      </a:lnTo>
                    </a:path>
                  </a:pathLst>
                </a:custGeom>
                <a:ln w="4498" cap="flat">
                  <a:solidFill>
                    <a:srgbClr val="B3B3B3">
                      <a:alpha val="40000"/>
                    </a:srgbClr>
                  </a:solidFill>
                  <a:prstDash val="solid"/>
                  <a:round/>
                </a:ln>
              </p:spPr>
              <p:txBody>
                <a:bodyPr rtlCol="0" anchor="ctr"/>
                <a:lstStyle/>
                <a:p>
                  <a:endParaRPr lang="en-US"/>
                </a:p>
              </p:txBody>
            </p:sp>
            <p:sp>
              <p:nvSpPr>
                <p:cNvPr id="1978" name="Freeform 1977">
                  <a:extLst>
                    <a:ext uri="{FF2B5EF4-FFF2-40B4-BE49-F238E27FC236}">
                      <a16:creationId xmlns:a16="http://schemas.microsoft.com/office/drawing/2014/main" id="{02A5B994-60D6-1D5A-C97D-20C6BE236B8A}"/>
                    </a:ext>
                  </a:extLst>
                </p:cNvPr>
                <p:cNvSpPr/>
                <p:nvPr/>
              </p:nvSpPr>
              <p:spPr>
                <a:xfrm>
                  <a:off x="6457047" y="2610252"/>
                  <a:ext cx="1062721" cy="657166"/>
                </a:xfrm>
                <a:custGeom>
                  <a:avLst/>
                  <a:gdLst>
                    <a:gd name="connsiteX0" fmla="*/ 0 w 244686"/>
                    <a:gd name="connsiteY0" fmla="*/ 0 h 151309"/>
                    <a:gd name="connsiteX1" fmla="*/ 244687 w 244686"/>
                    <a:gd name="connsiteY1" fmla="*/ 151310 h 151309"/>
                  </a:gdLst>
                  <a:ahLst/>
                  <a:cxnLst>
                    <a:cxn ang="0">
                      <a:pos x="connsiteX0" y="connsiteY0"/>
                    </a:cxn>
                    <a:cxn ang="0">
                      <a:pos x="connsiteX1" y="connsiteY1"/>
                    </a:cxn>
                  </a:cxnLst>
                  <a:rect l="l" t="t" r="r" b="b"/>
                  <a:pathLst>
                    <a:path w="244686" h="151309">
                      <a:moveTo>
                        <a:pt x="0" y="0"/>
                      </a:moveTo>
                      <a:lnTo>
                        <a:pt x="244687" y="151310"/>
                      </a:lnTo>
                    </a:path>
                  </a:pathLst>
                </a:custGeom>
                <a:ln w="4498" cap="flat">
                  <a:solidFill>
                    <a:srgbClr val="B3B3B3">
                      <a:alpha val="40000"/>
                    </a:srgbClr>
                  </a:solidFill>
                  <a:prstDash val="solid"/>
                  <a:round/>
                </a:ln>
              </p:spPr>
              <p:txBody>
                <a:bodyPr rtlCol="0" anchor="ctr"/>
                <a:lstStyle/>
                <a:p>
                  <a:endParaRPr lang="en-US"/>
                </a:p>
              </p:txBody>
            </p:sp>
            <p:sp>
              <p:nvSpPr>
                <p:cNvPr id="1979" name="Freeform 1978">
                  <a:extLst>
                    <a:ext uri="{FF2B5EF4-FFF2-40B4-BE49-F238E27FC236}">
                      <a16:creationId xmlns:a16="http://schemas.microsoft.com/office/drawing/2014/main" id="{D6323C92-86BD-093C-5C8F-5657FECE83D2}"/>
                    </a:ext>
                  </a:extLst>
                </p:cNvPr>
                <p:cNvSpPr/>
                <p:nvPr/>
              </p:nvSpPr>
              <p:spPr>
                <a:xfrm>
                  <a:off x="6393850" y="2377682"/>
                  <a:ext cx="1274386" cy="1505097"/>
                </a:xfrm>
                <a:custGeom>
                  <a:avLst/>
                  <a:gdLst>
                    <a:gd name="connsiteX0" fmla="*/ 0 w 293421"/>
                    <a:gd name="connsiteY0" fmla="*/ 0 h 346541"/>
                    <a:gd name="connsiteX1" fmla="*/ 293422 w 293421"/>
                    <a:gd name="connsiteY1" fmla="*/ 346542 h 346541"/>
                  </a:gdLst>
                  <a:ahLst/>
                  <a:cxnLst>
                    <a:cxn ang="0">
                      <a:pos x="connsiteX0" y="connsiteY0"/>
                    </a:cxn>
                    <a:cxn ang="0">
                      <a:pos x="connsiteX1" y="connsiteY1"/>
                    </a:cxn>
                  </a:cxnLst>
                  <a:rect l="l" t="t" r="r" b="b"/>
                  <a:pathLst>
                    <a:path w="293421" h="346541">
                      <a:moveTo>
                        <a:pt x="0" y="0"/>
                      </a:moveTo>
                      <a:lnTo>
                        <a:pt x="293422" y="346542"/>
                      </a:lnTo>
                    </a:path>
                  </a:pathLst>
                </a:custGeom>
                <a:ln w="4498" cap="flat">
                  <a:solidFill>
                    <a:srgbClr val="B3B3B3">
                      <a:alpha val="40000"/>
                    </a:srgbClr>
                  </a:solidFill>
                  <a:prstDash val="solid"/>
                  <a:round/>
                </a:ln>
              </p:spPr>
              <p:txBody>
                <a:bodyPr rtlCol="0" anchor="ctr"/>
                <a:lstStyle/>
                <a:p>
                  <a:endParaRPr lang="en-US"/>
                </a:p>
              </p:txBody>
            </p:sp>
            <p:sp>
              <p:nvSpPr>
                <p:cNvPr id="1980" name="Freeform 1979">
                  <a:extLst>
                    <a:ext uri="{FF2B5EF4-FFF2-40B4-BE49-F238E27FC236}">
                      <a16:creationId xmlns:a16="http://schemas.microsoft.com/office/drawing/2014/main" id="{1B59711A-AC5F-11A9-CDDE-5D31A0DEF202}"/>
                    </a:ext>
                  </a:extLst>
                </p:cNvPr>
                <p:cNvSpPr/>
                <p:nvPr/>
              </p:nvSpPr>
              <p:spPr>
                <a:xfrm>
                  <a:off x="6730833" y="1729599"/>
                  <a:ext cx="479494" cy="2897578"/>
                </a:xfrm>
                <a:custGeom>
                  <a:avLst/>
                  <a:gdLst>
                    <a:gd name="connsiteX0" fmla="*/ 0 w 110401"/>
                    <a:gd name="connsiteY0" fmla="*/ 666434 h 667153"/>
                    <a:gd name="connsiteX1" fmla="*/ 0 w 110401"/>
                    <a:gd name="connsiteY1" fmla="*/ 667153 h 667153"/>
                    <a:gd name="connsiteX2" fmla="*/ 23 w 110401"/>
                    <a:gd name="connsiteY2" fmla="*/ 667153 h 667153"/>
                    <a:gd name="connsiteX3" fmla="*/ 382 w 110401"/>
                    <a:gd name="connsiteY3" fmla="*/ 667153 h 667153"/>
                    <a:gd name="connsiteX4" fmla="*/ 405 w 110401"/>
                    <a:gd name="connsiteY4" fmla="*/ 666434 h 667153"/>
                    <a:gd name="connsiteX5" fmla="*/ 562 w 110401"/>
                    <a:gd name="connsiteY5" fmla="*/ 659125 h 667153"/>
                    <a:gd name="connsiteX6" fmla="*/ 787 w 110401"/>
                    <a:gd name="connsiteY6" fmla="*/ 651838 h 667153"/>
                    <a:gd name="connsiteX7" fmla="*/ 1079 w 110401"/>
                    <a:gd name="connsiteY7" fmla="*/ 644529 h 667153"/>
                    <a:gd name="connsiteX8" fmla="*/ 1462 w 110401"/>
                    <a:gd name="connsiteY8" fmla="*/ 637220 h 667153"/>
                    <a:gd name="connsiteX9" fmla="*/ 1934 w 110401"/>
                    <a:gd name="connsiteY9" fmla="*/ 629888 h 667153"/>
                    <a:gd name="connsiteX10" fmla="*/ 2519 w 110401"/>
                    <a:gd name="connsiteY10" fmla="*/ 622579 h 667153"/>
                    <a:gd name="connsiteX11" fmla="*/ 3238 w 110401"/>
                    <a:gd name="connsiteY11" fmla="*/ 615270 h 667153"/>
                    <a:gd name="connsiteX12" fmla="*/ 4115 w 110401"/>
                    <a:gd name="connsiteY12" fmla="*/ 607961 h 667153"/>
                    <a:gd name="connsiteX13" fmla="*/ 5128 w 110401"/>
                    <a:gd name="connsiteY13" fmla="*/ 600652 h 667153"/>
                    <a:gd name="connsiteX14" fmla="*/ 6297 w 110401"/>
                    <a:gd name="connsiteY14" fmla="*/ 593343 h 667153"/>
                    <a:gd name="connsiteX15" fmla="*/ 7646 w 110401"/>
                    <a:gd name="connsiteY15" fmla="*/ 586034 h 667153"/>
                    <a:gd name="connsiteX16" fmla="*/ 9130 w 110401"/>
                    <a:gd name="connsiteY16" fmla="*/ 578724 h 667153"/>
                    <a:gd name="connsiteX17" fmla="*/ 10772 w 110401"/>
                    <a:gd name="connsiteY17" fmla="*/ 571415 h 667153"/>
                    <a:gd name="connsiteX18" fmla="*/ 12526 w 110401"/>
                    <a:gd name="connsiteY18" fmla="*/ 564106 h 667153"/>
                    <a:gd name="connsiteX19" fmla="*/ 14348 w 110401"/>
                    <a:gd name="connsiteY19" fmla="*/ 556775 h 667153"/>
                    <a:gd name="connsiteX20" fmla="*/ 16260 w 110401"/>
                    <a:gd name="connsiteY20" fmla="*/ 549465 h 667153"/>
                    <a:gd name="connsiteX21" fmla="*/ 18149 w 110401"/>
                    <a:gd name="connsiteY21" fmla="*/ 542156 h 667153"/>
                    <a:gd name="connsiteX22" fmla="*/ 20038 w 110401"/>
                    <a:gd name="connsiteY22" fmla="*/ 534870 h 667153"/>
                    <a:gd name="connsiteX23" fmla="*/ 21882 w 110401"/>
                    <a:gd name="connsiteY23" fmla="*/ 527561 h 667153"/>
                    <a:gd name="connsiteX24" fmla="*/ 23592 w 110401"/>
                    <a:gd name="connsiteY24" fmla="*/ 520251 h 667153"/>
                    <a:gd name="connsiteX25" fmla="*/ 25188 w 110401"/>
                    <a:gd name="connsiteY25" fmla="*/ 512942 h 667153"/>
                    <a:gd name="connsiteX26" fmla="*/ 26650 w 110401"/>
                    <a:gd name="connsiteY26" fmla="*/ 505633 h 667153"/>
                    <a:gd name="connsiteX27" fmla="*/ 27909 w 110401"/>
                    <a:gd name="connsiteY27" fmla="*/ 498324 h 667153"/>
                    <a:gd name="connsiteX28" fmla="*/ 29011 w 110401"/>
                    <a:gd name="connsiteY28" fmla="*/ 491015 h 667153"/>
                    <a:gd name="connsiteX29" fmla="*/ 29956 w 110401"/>
                    <a:gd name="connsiteY29" fmla="*/ 483683 h 667153"/>
                    <a:gd name="connsiteX30" fmla="*/ 30766 w 110401"/>
                    <a:gd name="connsiteY30" fmla="*/ 476374 h 667153"/>
                    <a:gd name="connsiteX31" fmla="*/ 31440 w 110401"/>
                    <a:gd name="connsiteY31" fmla="*/ 469065 h 667153"/>
                    <a:gd name="connsiteX32" fmla="*/ 32048 w 110401"/>
                    <a:gd name="connsiteY32" fmla="*/ 461756 h 667153"/>
                    <a:gd name="connsiteX33" fmla="*/ 32632 w 110401"/>
                    <a:gd name="connsiteY33" fmla="*/ 454447 h 667153"/>
                    <a:gd name="connsiteX34" fmla="*/ 33217 w 110401"/>
                    <a:gd name="connsiteY34" fmla="*/ 447138 h 667153"/>
                    <a:gd name="connsiteX35" fmla="*/ 33891 w 110401"/>
                    <a:gd name="connsiteY35" fmla="*/ 439829 h 667153"/>
                    <a:gd name="connsiteX36" fmla="*/ 34701 w 110401"/>
                    <a:gd name="connsiteY36" fmla="*/ 432520 h 667153"/>
                    <a:gd name="connsiteX37" fmla="*/ 35713 w 110401"/>
                    <a:gd name="connsiteY37" fmla="*/ 425210 h 667153"/>
                    <a:gd name="connsiteX38" fmla="*/ 36973 w 110401"/>
                    <a:gd name="connsiteY38" fmla="*/ 417901 h 667153"/>
                    <a:gd name="connsiteX39" fmla="*/ 38524 w 110401"/>
                    <a:gd name="connsiteY39" fmla="*/ 410615 h 667153"/>
                    <a:gd name="connsiteX40" fmla="*/ 40436 w 110401"/>
                    <a:gd name="connsiteY40" fmla="*/ 403283 h 667153"/>
                    <a:gd name="connsiteX41" fmla="*/ 42708 w 110401"/>
                    <a:gd name="connsiteY41" fmla="*/ 395974 h 667153"/>
                    <a:gd name="connsiteX42" fmla="*/ 45406 w 110401"/>
                    <a:gd name="connsiteY42" fmla="*/ 388665 h 667153"/>
                    <a:gd name="connsiteX43" fmla="*/ 48510 w 110401"/>
                    <a:gd name="connsiteY43" fmla="*/ 381356 h 667153"/>
                    <a:gd name="connsiteX44" fmla="*/ 52041 w 110401"/>
                    <a:gd name="connsiteY44" fmla="*/ 374047 h 667153"/>
                    <a:gd name="connsiteX45" fmla="*/ 55976 w 110401"/>
                    <a:gd name="connsiteY45" fmla="*/ 366738 h 667153"/>
                    <a:gd name="connsiteX46" fmla="*/ 60249 w 110401"/>
                    <a:gd name="connsiteY46" fmla="*/ 359428 h 667153"/>
                    <a:gd name="connsiteX47" fmla="*/ 64837 w 110401"/>
                    <a:gd name="connsiteY47" fmla="*/ 352119 h 667153"/>
                    <a:gd name="connsiteX48" fmla="*/ 69673 w 110401"/>
                    <a:gd name="connsiteY48" fmla="*/ 344810 h 667153"/>
                    <a:gd name="connsiteX49" fmla="*/ 74620 w 110401"/>
                    <a:gd name="connsiteY49" fmla="*/ 337501 h 667153"/>
                    <a:gd name="connsiteX50" fmla="*/ 79613 w 110401"/>
                    <a:gd name="connsiteY50" fmla="*/ 330170 h 667153"/>
                    <a:gd name="connsiteX51" fmla="*/ 84583 w 110401"/>
                    <a:gd name="connsiteY51" fmla="*/ 322860 h 667153"/>
                    <a:gd name="connsiteX52" fmla="*/ 89351 w 110401"/>
                    <a:gd name="connsiteY52" fmla="*/ 315551 h 667153"/>
                    <a:gd name="connsiteX53" fmla="*/ 93849 w 110401"/>
                    <a:gd name="connsiteY53" fmla="*/ 308242 h 667153"/>
                    <a:gd name="connsiteX54" fmla="*/ 97964 w 110401"/>
                    <a:gd name="connsiteY54" fmla="*/ 300933 h 667153"/>
                    <a:gd name="connsiteX55" fmla="*/ 101585 w 110401"/>
                    <a:gd name="connsiteY55" fmla="*/ 293646 h 667153"/>
                    <a:gd name="connsiteX56" fmla="*/ 104644 w 110401"/>
                    <a:gd name="connsiteY56" fmla="*/ 286337 h 667153"/>
                    <a:gd name="connsiteX57" fmla="*/ 107095 w 110401"/>
                    <a:gd name="connsiteY57" fmla="*/ 279028 h 667153"/>
                    <a:gd name="connsiteX58" fmla="*/ 108872 w 110401"/>
                    <a:gd name="connsiteY58" fmla="*/ 271719 h 667153"/>
                    <a:gd name="connsiteX59" fmla="*/ 109996 w 110401"/>
                    <a:gd name="connsiteY59" fmla="*/ 264410 h 667153"/>
                    <a:gd name="connsiteX60" fmla="*/ 110401 w 110401"/>
                    <a:gd name="connsiteY60" fmla="*/ 257078 h 667153"/>
                    <a:gd name="connsiteX61" fmla="*/ 110154 w 110401"/>
                    <a:gd name="connsiteY61" fmla="*/ 249769 h 667153"/>
                    <a:gd name="connsiteX62" fmla="*/ 109254 w 110401"/>
                    <a:gd name="connsiteY62" fmla="*/ 242460 h 667153"/>
                    <a:gd name="connsiteX63" fmla="*/ 107725 w 110401"/>
                    <a:gd name="connsiteY63" fmla="*/ 235151 h 667153"/>
                    <a:gd name="connsiteX64" fmla="*/ 105611 w 110401"/>
                    <a:gd name="connsiteY64" fmla="*/ 227842 h 667153"/>
                    <a:gd name="connsiteX65" fmla="*/ 102935 w 110401"/>
                    <a:gd name="connsiteY65" fmla="*/ 220533 h 667153"/>
                    <a:gd name="connsiteX66" fmla="*/ 99763 w 110401"/>
                    <a:gd name="connsiteY66" fmla="*/ 213224 h 667153"/>
                    <a:gd name="connsiteX67" fmla="*/ 96143 w 110401"/>
                    <a:gd name="connsiteY67" fmla="*/ 205915 h 667153"/>
                    <a:gd name="connsiteX68" fmla="*/ 92072 w 110401"/>
                    <a:gd name="connsiteY68" fmla="*/ 198605 h 667153"/>
                    <a:gd name="connsiteX69" fmla="*/ 87642 w 110401"/>
                    <a:gd name="connsiteY69" fmla="*/ 191296 h 667153"/>
                    <a:gd name="connsiteX70" fmla="*/ 82874 w 110401"/>
                    <a:gd name="connsiteY70" fmla="*/ 183965 h 667153"/>
                    <a:gd name="connsiteX71" fmla="*/ 77836 w 110401"/>
                    <a:gd name="connsiteY71" fmla="*/ 176656 h 667153"/>
                    <a:gd name="connsiteX72" fmla="*/ 72618 w 110401"/>
                    <a:gd name="connsiteY72" fmla="*/ 169369 h 667153"/>
                    <a:gd name="connsiteX73" fmla="*/ 67199 w 110401"/>
                    <a:gd name="connsiteY73" fmla="*/ 162060 h 667153"/>
                    <a:gd name="connsiteX74" fmla="*/ 61689 w 110401"/>
                    <a:gd name="connsiteY74" fmla="*/ 154751 h 667153"/>
                    <a:gd name="connsiteX75" fmla="*/ 56179 w 110401"/>
                    <a:gd name="connsiteY75" fmla="*/ 147442 h 667153"/>
                    <a:gd name="connsiteX76" fmla="*/ 50691 w 110401"/>
                    <a:gd name="connsiteY76" fmla="*/ 140133 h 667153"/>
                    <a:gd name="connsiteX77" fmla="*/ 45339 w 110401"/>
                    <a:gd name="connsiteY77" fmla="*/ 132823 h 667153"/>
                    <a:gd name="connsiteX78" fmla="*/ 40166 w 110401"/>
                    <a:gd name="connsiteY78" fmla="*/ 125514 h 667153"/>
                    <a:gd name="connsiteX79" fmla="*/ 35241 w 110401"/>
                    <a:gd name="connsiteY79" fmla="*/ 118205 h 667153"/>
                    <a:gd name="connsiteX80" fmla="*/ 30586 w 110401"/>
                    <a:gd name="connsiteY80" fmla="*/ 110874 h 667153"/>
                    <a:gd name="connsiteX81" fmla="*/ 26290 w 110401"/>
                    <a:gd name="connsiteY81" fmla="*/ 103565 h 667153"/>
                    <a:gd name="connsiteX82" fmla="*/ 22332 w 110401"/>
                    <a:gd name="connsiteY82" fmla="*/ 96255 h 667153"/>
                    <a:gd name="connsiteX83" fmla="*/ 18778 w 110401"/>
                    <a:gd name="connsiteY83" fmla="*/ 88946 h 667153"/>
                    <a:gd name="connsiteX84" fmla="*/ 15608 w 110401"/>
                    <a:gd name="connsiteY84" fmla="*/ 81637 h 667153"/>
                    <a:gd name="connsiteX85" fmla="*/ 12796 w 110401"/>
                    <a:gd name="connsiteY85" fmla="*/ 74328 h 667153"/>
                    <a:gd name="connsiteX86" fmla="*/ 10390 w 110401"/>
                    <a:gd name="connsiteY86" fmla="*/ 67019 h 667153"/>
                    <a:gd name="connsiteX87" fmla="*/ 8321 w 110401"/>
                    <a:gd name="connsiteY87" fmla="*/ 59710 h 667153"/>
                    <a:gd name="connsiteX88" fmla="*/ 6567 w 110401"/>
                    <a:gd name="connsiteY88" fmla="*/ 52423 h 667153"/>
                    <a:gd name="connsiteX89" fmla="*/ 5128 w 110401"/>
                    <a:gd name="connsiteY89" fmla="*/ 45114 h 667153"/>
                    <a:gd name="connsiteX90" fmla="*/ 3958 w 110401"/>
                    <a:gd name="connsiteY90" fmla="*/ 37783 h 667153"/>
                    <a:gd name="connsiteX91" fmla="*/ 3013 w 110401"/>
                    <a:gd name="connsiteY91" fmla="*/ 30473 h 667153"/>
                    <a:gd name="connsiteX92" fmla="*/ 2249 w 110401"/>
                    <a:gd name="connsiteY92" fmla="*/ 23164 h 667153"/>
                    <a:gd name="connsiteX93" fmla="*/ 1664 w 110401"/>
                    <a:gd name="connsiteY93" fmla="*/ 15855 h 667153"/>
                    <a:gd name="connsiteX94" fmla="*/ 1214 w 110401"/>
                    <a:gd name="connsiteY94" fmla="*/ 8546 h 667153"/>
                    <a:gd name="connsiteX95" fmla="*/ 877 w 110401"/>
                    <a:gd name="connsiteY95" fmla="*/ 1237 h 667153"/>
                    <a:gd name="connsiteX96" fmla="*/ 832 w 110401"/>
                    <a:gd name="connsiteY96" fmla="*/ 0 h 667153"/>
                    <a:gd name="connsiteX97" fmla="*/ 112 w 110401"/>
                    <a:gd name="connsiteY97" fmla="*/ 0 h 667153"/>
                    <a:gd name="connsiteX98" fmla="*/ 0 w 110401"/>
                    <a:gd name="connsiteY98" fmla="*/ 0 h 667153"/>
                    <a:gd name="connsiteX99" fmla="*/ 0 w 110401"/>
                    <a:gd name="connsiteY99" fmla="*/ 1237 h 667153"/>
                    <a:gd name="connsiteX100" fmla="*/ 0 w 110401"/>
                    <a:gd name="connsiteY100" fmla="*/ 8546 h 667153"/>
                    <a:gd name="connsiteX101" fmla="*/ 0 w 110401"/>
                    <a:gd name="connsiteY101" fmla="*/ 15855 h 667153"/>
                    <a:gd name="connsiteX102" fmla="*/ 0 w 110401"/>
                    <a:gd name="connsiteY102" fmla="*/ 23164 h 667153"/>
                    <a:gd name="connsiteX103" fmla="*/ 0 w 110401"/>
                    <a:gd name="connsiteY103" fmla="*/ 30473 h 667153"/>
                    <a:gd name="connsiteX104" fmla="*/ 0 w 110401"/>
                    <a:gd name="connsiteY104" fmla="*/ 37783 h 667153"/>
                    <a:gd name="connsiteX105" fmla="*/ 0 w 110401"/>
                    <a:gd name="connsiteY105" fmla="*/ 45114 h 667153"/>
                    <a:gd name="connsiteX106" fmla="*/ 0 w 110401"/>
                    <a:gd name="connsiteY106" fmla="*/ 52423 h 667153"/>
                    <a:gd name="connsiteX107" fmla="*/ 0 w 110401"/>
                    <a:gd name="connsiteY107" fmla="*/ 59710 h 667153"/>
                    <a:gd name="connsiteX108" fmla="*/ 0 w 110401"/>
                    <a:gd name="connsiteY108" fmla="*/ 67019 h 667153"/>
                    <a:gd name="connsiteX109" fmla="*/ 0 w 110401"/>
                    <a:gd name="connsiteY109" fmla="*/ 74328 h 667153"/>
                    <a:gd name="connsiteX110" fmla="*/ 0 w 110401"/>
                    <a:gd name="connsiteY110" fmla="*/ 81637 h 667153"/>
                    <a:gd name="connsiteX111" fmla="*/ 0 w 110401"/>
                    <a:gd name="connsiteY111" fmla="*/ 88946 h 667153"/>
                    <a:gd name="connsiteX112" fmla="*/ 0 w 110401"/>
                    <a:gd name="connsiteY112" fmla="*/ 96255 h 667153"/>
                    <a:gd name="connsiteX113" fmla="*/ 0 w 110401"/>
                    <a:gd name="connsiteY113" fmla="*/ 103565 h 667153"/>
                    <a:gd name="connsiteX114" fmla="*/ 0 w 110401"/>
                    <a:gd name="connsiteY114" fmla="*/ 110874 h 667153"/>
                    <a:gd name="connsiteX115" fmla="*/ 0 w 110401"/>
                    <a:gd name="connsiteY115" fmla="*/ 118205 h 667153"/>
                    <a:gd name="connsiteX116" fmla="*/ 0 w 110401"/>
                    <a:gd name="connsiteY116" fmla="*/ 125514 h 667153"/>
                    <a:gd name="connsiteX117" fmla="*/ 0 w 110401"/>
                    <a:gd name="connsiteY117" fmla="*/ 132823 h 667153"/>
                    <a:gd name="connsiteX118" fmla="*/ 0 w 110401"/>
                    <a:gd name="connsiteY118" fmla="*/ 140133 h 667153"/>
                    <a:gd name="connsiteX119" fmla="*/ 0 w 110401"/>
                    <a:gd name="connsiteY119" fmla="*/ 147442 h 667153"/>
                    <a:gd name="connsiteX120" fmla="*/ 0 w 110401"/>
                    <a:gd name="connsiteY120" fmla="*/ 154751 h 667153"/>
                    <a:gd name="connsiteX121" fmla="*/ 0 w 110401"/>
                    <a:gd name="connsiteY121" fmla="*/ 162060 h 667153"/>
                    <a:gd name="connsiteX122" fmla="*/ 0 w 110401"/>
                    <a:gd name="connsiteY122" fmla="*/ 169369 h 667153"/>
                    <a:gd name="connsiteX123" fmla="*/ 0 w 110401"/>
                    <a:gd name="connsiteY123" fmla="*/ 176656 h 667153"/>
                    <a:gd name="connsiteX124" fmla="*/ 0 w 110401"/>
                    <a:gd name="connsiteY124" fmla="*/ 183965 h 667153"/>
                    <a:gd name="connsiteX125" fmla="*/ 0 w 110401"/>
                    <a:gd name="connsiteY125" fmla="*/ 191296 h 667153"/>
                    <a:gd name="connsiteX126" fmla="*/ 0 w 110401"/>
                    <a:gd name="connsiteY126" fmla="*/ 198605 h 667153"/>
                    <a:gd name="connsiteX127" fmla="*/ 0 w 110401"/>
                    <a:gd name="connsiteY127" fmla="*/ 205915 h 667153"/>
                    <a:gd name="connsiteX128" fmla="*/ 0 w 110401"/>
                    <a:gd name="connsiteY128" fmla="*/ 213224 h 667153"/>
                    <a:gd name="connsiteX129" fmla="*/ 0 w 110401"/>
                    <a:gd name="connsiteY129" fmla="*/ 220533 h 667153"/>
                    <a:gd name="connsiteX130" fmla="*/ 0 w 110401"/>
                    <a:gd name="connsiteY130" fmla="*/ 227842 h 667153"/>
                    <a:gd name="connsiteX131" fmla="*/ 0 w 110401"/>
                    <a:gd name="connsiteY131" fmla="*/ 235151 h 667153"/>
                    <a:gd name="connsiteX132" fmla="*/ 0 w 110401"/>
                    <a:gd name="connsiteY132" fmla="*/ 242460 h 667153"/>
                    <a:gd name="connsiteX133" fmla="*/ 0 w 110401"/>
                    <a:gd name="connsiteY133" fmla="*/ 249769 h 667153"/>
                    <a:gd name="connsiteX134" fmla="*/ 0 w 110401"/>
                    <a:gd name="connsiteY134" fmla="*/ 257078 h 667153"/>
                    <a:gd name="connsiteX135" fmla="*/ 0 w 110401"/>
                    <a:gd name="connsiteY135" fmla="*/ 264410 h 667153"/>
                    <a:gd name="connsiteX136" fmla="*/ 0 w 110401"/>
                    <a:gd name="connsiteY136" fmla="*/ 271719 h 667153"/>
                    <a:gd name="connsiteX137" fmla="*/ 0 w 110401"/>
                    <a:gd name="connsiteY137" fmla="*/ 279028 h 667153"/>
                    <a:gd name="connsiteX138" fmla="*/ 0 w 110401"/>
                    <a:gd name="connsiteY138" fmla="*/ 286337 h 667153"/>
                    <a:gd name="connsiteX139" fmla="*/ 0 w 110401"/>
                    <a:gd name="connsiteY139" fmla="*/ 293646 h 667153"/>
                    <a:gd name="connsiteX140" fmla="*/ 0 w 110401"/>
                    <a:gd name="connsiteY140" fmla="*/ 300933 h 667153"/>
                    <a:gd name="connsiteX141" fmla="*/ 0 w 110401"/>
                    <a:gd name="connsiteY141" fmla="*/ 308242 h 667153"/>
                    <a:gd name="connsiteX142" fmla="*/ 0 w 110401"/>
                    <a:gd name="connsiteY142" fmla="*/ 315551 h 667153"/>
                    <a:gd name="connsiteX143" fmla="*/ 0 w 110401"/>
                    <a:gd name="connsiteY143" fmla="*/ 322860 h 667153"/>
                    <a:gd name="connsiteX144" fmla="*/ 0 w 110401"/>
                    <a:gd name="connsiteY144" fmla="*/ 330170 h 667153"/>
                    <a:gd name="connsiteX145" fmla="*/ 0 w 110401"/>
                    <a:gd name="connsiteY145" fmla="*/ 337501 h 667153"/>
                    <a:gd name="connsiteX146" fmla="*/ 0 w 110401"/>
                    <a:gd name="connsiteY146" fmla="*/ 344810 h 667153"/>
                    <a:gd name="connsiteX147" fmla="*/ 0 w 110401"/>
                    <a:gd name="connsiteY147" fmla="*/ 352119 h 667153"/>
                    <a:gd name="connsiteX148" fmla="*/ 0 w 110401"/>
                    <a:gd name="connsiteY148" fmla="*/ 359428 h 667153"/>
                    <a:gd name="connsiteX149" fmla="*/ 0 w 110401"/>
                    <a:gd name="connsiteY149" fmla="*/ 366738 h 667153"/>
                    <a:gd name="connsiteX150" fmla="*/ 0 w 110401"/>
                    <a:gd name="connsiteY150" fmla="*/ 374047 h 667153"/>
                    <a:gd name="connsiteX151" fmla="*/ 0 w 110401"/>
                    <a:gd name="connsiteY151" fmla="*/ 381356 h 667153"/>
                    <a:gd name="connsiteX152" fmla="*/ 0 w 110401"/>
                    <a:gd name="connsiteY152" fmla="*/ 388665 h 667153"/>
                    <a:gd name="connsiteX153" fmla="*/ 0 w 110401"/>
                    <a:gd name="connsiteY153" fmla="*/ 395974 h 667153"/>
                    <a:gd name="connsiteX154" fmla="*/ 0 w 110401"/>
                    <a:gd name="connsiteY154" fmla="*/ 403283 h 667153"/>
                    <a:gd name="connsiteX155" fmla="*/ 0 w 110401"/>
                    <a:gd name="connsiteY155" fmla="*/ 410615 h 667153"/>
                    <a:gd name="connsiteX156" fmla="*/ 0 w 110401"/>
                    <a:gd name="connsiteY156" fmla="*/ 417901 h 667153"/>
                    <a:gd name="connsiteX157" fmla="*/ 0 w 110401"/>
                    <a:gd name="connsiteY157" fmla="*/ 425210 h 667153"/>
                    <a:gd name="connsiteX158" fmla="*/ 0 w 110401"/>
                    <a:gd name="connsiteY158" fmla="*/ 432520 h 667153"/>
                    <a:gd name="connsiteX159" fmla="*/ 0 w 110401"/>
                    <a:gd name="connsiteY159" fmla="*/ 439829 h 667153"/>
                    <a:gd name="connsiteX160" fmla="*/ 0 w 110401"/>
                    <a:gd name="connsiteY160" fmla="*/ 447138 h 667153"/>
                    <a:gd name="connsiteX161" fmla="*/ 0 w 110401"/>
                    <a:gd name="connsiteY161" fmla="*/ 454447 h 667153"/>
                    <a:gd name="connsiteX162" fmla="*/ 0 w 110401"/>
                    <a:gd name="connsiteY162" fmla="*/ 461756 h 667153"/>
                    <a:gd name="connsiteX163" fmla="*/ 0 w 110401"/>
                    <a:gd name="connsiteY163" fmla="*/ 469065 h 667153"/>
                    <a:gd name="connsiteX164" fmla="*/ 0 w 110401"/>
                    <a:gd name="connsiteY164" fmla="*/ 476374 h 667153"/>
                    <a:gd name="connsiteX165" fmla="*/ 0 w 110401"/>
                    <a:gd name="connsiteY165" fmla="*/ 483683 h 667153"/>
                    <a:gd name="connsiteX166" fmla="*/ 0 w 110401"/>
                    <a:gd name="connsiteY166" fmla="*/ 491015 h 667153"/>
                    <a:gd name="connsiteX167" fmla="*/ 0 w 110401"/>
                    <a:gd name="connsiteY167" fmla="*/ 498324 h 667153"/>
                    <a:gd name="connsiteX168" fmla="*/ 0 w 110401"/>
                    <a:gd name="connsiteY168" fmla="*/ 505633 h 667153"/>
                    <a:gd name="connsiteX169" fmla="*/ 0 w 110401"/>
                    <a:gd name="connsiteY169" fmla="*/ 512942 h 667153"/>
                    <a:gd name="connsiteX170" fmla="*/ 0 w 110401"/>
                    <a:gd name="connsiteY170" fmla="*/ 520251 h 667153"/>
                    <a:gd name="connsiteX171" fmla="*/ 0 w 110401"/>
                    <a:gd name="connsiteY171" fmla="*/ 527561 h 667153"/>
                    <a:gd name="connsiteX172" fmla="*/ 0 w 110401"/>
                    <a:gd name="connsiteY172" fmla="*/ 534870 h 667153"/>
                    <a:gd name="connsiteX173" fmla="*/ 0 w 110401"/>
                    <a:gd name="connsiteY173" fmla="*/ 542156 h 667153"/>
                    <a:gd name="connsiteX174" fmla="*/ 0 w 110401"/>
                    <a:gd name="connsiteY174" fmla="*/ 549465 h 667153"/>
                    <a:gd name="connsiteX175" fmla="*/ 0 w 110401"/>
                    <a:gd name="connsiteY175" fmla="*/ 556775 h 667153"/>
                    <a:gd name="connsiteX176" fmla="*/ 0 w 110401"/>
                    <a:gd name="connsiteY176" fmla="*/ 564106 h 667153"/>
                    <a:gd name="connsiteX177" fmla="*/ 0 w 110401"/>
                    <a:gd name="connsiteY177" fmla="*/ 571415 h 667153"/>
                    <a:gd name="connsiteX178" fmla="*/ 0 w 110401"/>
                    <a:gd name="connsiteY178" fmla="*/ 578724 h 667153"/>
                    <a:gd name="connsiteX179" fmla="*/ 0 w 110401"/>
                    <a:gd name="connsiteY179" fmla="*/ 586034 h 667153"/>
                    <a:gd name="connsiteX180" fmla="*/ 0 w 110401"/>
                    <a:gd name="connsiteY180" fmla="*/ 593343 h 667153"/>
                    <a:gd name="connsiteX181" fmla="*/ 0 w 110401"/>
                    <a:gd name="connsiteY181" fmla="*/ 600652 h 667153"/>
                    <a:gd name="connsiteX182" fmla="*/ 0 w 110401"/>
                    <a:gd name="connsiteY182" fmla="*/ 607961 h 667153"/>
                    <a:gd name="connsiteX183" fmla="*/ 0 w 110401"/>
                    <a:gd name="connsiteY183" fmla="*/ 615270 h 667153"/>
                    <a:gd name="connsiteX184" fmla="*/ 0 w 110401"/>
                    <a:gd name="connsiteY184" fmla="*/ 622579 h 667153"/>
                    <a:gd name="connsiteX185" fmla="*/ 0 w 110401"/>
                    <a:gd name="connsiteY185" fmla="*/ 629888 h 667153"/>
                    <a:gd name="connsiteX186" fmla="*/ 0 w 110401"/>
                    <a:gd name="connsiteY186" fmla="*/ 637220 h 667153"/>
                    <a:gd name="connsiteX187" fmla="*/ 0 w 110401"/>
                    <a:gd name="connsiteY187" fmla="*/ 644529 h 667153"/>
                    <a:gd name="connsiteX188" fmla="*/ 0 w 110401"/>
                    <a:gd name="connsiteY188" fmla="*/ 651838 h 667153"/>
                    <a:gd name="connsiteX189" fmla="*/ 0 w 110401"/>
                    <a:gd name="connsiteY189" fmla="*/ 659125 h 667153"/>
                    <a:gd name="connsiteX190" fmla="*/ 0 w 110401"/>
                    <a:gd name="connsiteY190" fmla="*/ 666434 h 6671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Lst>
                  <a:rect l="l" t="t" r="r" b="b"/>
                  <a:pathLst>
                    <a:path w="110401" h="667153">
                      <a:moveTo>
                        <a:pt x="0" y="666434"/>
                      </a:moveTo>
                      <a:lnTo>
                        <a:pt x="0" y="667153"/>
                      </a:lnTo>
                      <a:lnTo>
                        <a:pt x="23" y="667153"/>
                      </a:lnTo>
                      <a:lnTo>
                        <a:pt x="382" y="667153"/>
                      </a:lnTo>
                      <a:lnTo>
                        <a:pt x="405" y="666434"/>
                      </a:lnTo>
                      <a:lnTo>
                        <a:pt x="562" y="659125"/>
                      </a:lnTo>
                      <a:lnTo>
                        <a:pt x="787" y="651838"/>
                      </a:lnTo>
                      <a:lnTo>
                        <a:pt x="1079" y="644529"/>
                      </a:lnTo>
                      <a:lnTo>
                        <a:pt x="1462" y="637220"/>
                      </a:lnTo>
                      <a:lnTo>
                        <a:pt x="1934" y="629888"/>
                      </a:lnTo>
                      <a:lnTo>
                        <a:pt x="2519" y="622579"/>
                      </a:lnTo>
                      <a:lnTo>
                        <a:pt x="3238" y="615270"/>
                      </a:lnTo>
                      <a:lnTo>
                        <a:pt x="4115" y="607961"/>
                      </a:lnTo>
                      <a:lnTo>
                        <a:pt x="5128" y="600652"/>
                      </a:lnTo>
                      <a:lnTo>
                        <a:pt x="6297" y="593343"/>
                      </a:lnTo>
                      <a:lnTo>
                        <a:pt x="7646" y="586034"/>
                      </a:lnTo>
                      <a:lnTo>
                        <a:pt x="9130" y="578724"/>
                      </a:lnTo>
                      <a:lnTo>
                        <a:pt x="10772" y="571415"/>
                      </a:lnTo>
                      <a:lnTo>
                        <a:pt x="12526" y="564106"/>
                      </a:lnTo>
                      <a:lnTo>
                        <a:pt x="14348" y="556775"/>
                      </a:lnTo>
                      <a:lnTo>
                        <a:pt x="16260" y="549465"/>
                      </a:lnTo>
                      <a:lnTo>
                        <a:pt x="18149" y="542156"/>
                      </a:lnTo>
                      <a:lnTo>
                        <a:pt x="20038" y="534870"/>
                      </a:lnTo>
                      <a:lnTo>
                        <a:pt x="21882" y="527561"/>
                      </a:lnTo>
                      <a:lnTo>
                        <a:pt x="23592" y="520251"/>
                      </a:lnTo>
                      <a:lnTo>
                        <a:pt x="25188" y="512942"/>
                      </a:lnTo>
                      <a:lnTo>
                        <a:pt x="26650" y="505633"/>
                      </a:lnTo>
                      <a:lnTo>
                        <a:pt x="27909" y="498324"/>
                      </a:lnTo>
                      <a:lnTo>
                        <a:pt x="29011" y="491015"/>
                      </a:lnTo>
                      <a:lnTo>
                        <a:pt x="29956" y="483683"/>
                      </a:lnTo>
                      <a:lnTo>
                        <a:pt x="30766" y="476374"/>
                      </a:lnTo>
                      <a:lnTo>
                        <a:pt x="31440" y="469065"/>
                      </a:lnTo>
                      <a:lnTo>
                        <a:pt x="32048" y="461756"/>
                      </a:lnTo>
                      <a:lnTo>
                        <a:pt x="32632" y="454447"/>
                      </a:lnTo>
                      <a:lnTo>
                        <a:pt x="33217" y="447138"/>
                      </a:lnTo>
                      <a:lnTo>
                        <a:pt x="33891" y="439829"/>
                      </a:lnTo>
                      <a:lnTo>
                        <a:pt x="34701" y="432520"/>
                      </a:lnTo>
                      <a:lnTo>
                        <a:pt x="35713" y="425210"/>
                      </a:lnTo>
                      <a:lnTo>
                        <a:pt x="36973" y="417901"/>
                      </a:lnTo>
                      <a:lnTo>
                        <a:pt x="38524" y="410615"/>
                      </a:lnTo>
                      <a:lnTo>
                        <a:pt x="40436" y="403283"/>
                      </a:lnTo>
                      <a:lnTo>
                        <a:pt x="42708" y="395974"/>
                      </a:lnTo>
                      <a:lnTo>
                        <a:pt x="45406" y="388665"/>
                      </a:lnTo>
                      <a:lnTo>
                        <a:pt x="48510" y="381356"/>
                      </a:lnTo>
                      <a:lnTo>
                        <a:pt x="52041" y="374047"/>
                      </a:lnTo>
                      <a:lnTo>
                        <a:pt x="55976" y="366738"/>
                      </a:lnTo>
                      <a:lnTo>
                        <a:pt x="60249" y="359428"/>
                      </a:lnTo>
                      <a:lnTo>
                        <a:pt x="64837" y="352119"/>
                      </a:lnTo>
                      <a:lnTo>
                        <a:pt x="69673" y="344810"/>
                      </a:lnTo>
                      <a:lnTo>
                        <a:pt x="74620" y="337501"/>
                      </a:lnTo>
                      <a:lnTo>
                        <a:pt x="79613" y="330170"/>
                      </a:lnTo>
                      <a:lnTo>
                        <a:pt x="84583" y="322860"/>
                      </a:lnTo>
                      <a:lnTo>
                        <a:pt x="89351" y="315551"/>
                      </a:lnTo>
                      <a:lnTo>
                        <a:pt x="93849" y="308242"/>
                      </a:lnTo>
                      <a:lnTo>
                        <a:pt x="97964" y="300933"/>
                      </a:lnTo>
                      <a:lnTo>
                        <a:pt x="101585" y="293646"/>
                      </a:lnTo>
                      <a:lnTo>
                        <a:pt x="104644" y="286337"/>
                      </a:lnTo>
                      <a:lnTo>
                        <a:pt x="107095" y="279028"/>
                      </a:lnTo>
                      <a:lnTo>
                        <a:pt x="108872" y="271719"/>
                      </a:lnTo>
                      <a:lnTo>
                        <a:pt x="109996" y="264410"/>
                      </a:lnTo>
                      <a:lnTo>
                        <a:pt x="110401" y="257078"/>
                      </a:lnTo>
                      <a:lnTo>
                        <a:pt x="110154" y="249769"/>
                      </a:lnTo>
                      <a:lnTo>
                        <a:pt x="109254" y="242460"/>
                      </a:lnTo>
                      <a:lnTo>
                        <a:pt x="107725" y="235151"/>
                      </a:lnTo>
                      <a:lnTo>
                        <a:pt x="105611" y="227842"/>
                      </a:lnTo>
                      <a:lnTo>
                        <a:pt x="102935" y="220533"/>
                      </a:lnTo>
                      <a:lnTo>
                        <a:pt x="99763" y="213224"/>
                      </a:lnTo>
                      <a:lnTo>
                        <a:pt x="96143" y="205915"/>
                      </a:lnTo>
                      <a:lnTo>
                        <a:pt x="92072" y="198605"/>
                      </a:lnTo>
                      <a:lnTo>
                        <a:pt x="87642" y="191296"/>
                      </a:lnTo>
                      <a:lnTo>
                        <a:pt x="82874" y="183965"/>
                      </a:lnTo>
                      <a:lnTo>
                        <a:pt x="77836" y="176656"/>
                      </a:lnTo>
                      <a:lnTo>
                        <a:pt x="72618" y="169369"/>
                      </a:lnTo>
                      <a:lnTo>
                        <a:pt x="67199" y="162060"/>
                      </a:lnTo>
                      <a:lnTo>
                        <a:pt x="61689" y="154751"/>
                      </a:lnTo>
                      <a:lnTo>
                        <a:pt x="56179" y="147442"/>
                      </a:lnTo>
                      <a:lnTo>
                        <a:pt x="50691" y="140133"/>
                      </a:lnTo>
                      <a:lnTo>
                        <a:pt x="45339" y="132823"/>
                      </a:lnTo>
                      <a:lnTo>
                        <a:pt x="40166" y="125514"/>
                      </a:lnTo>
                      <a:lnTo>
                        <a:pt x="35241" y="118205"/>
                      </a:lnTo>
                      <a:lnTo>
                        <a:pt x="30586" y="110874"/>
                      </a:lnTo>
                      <a:lnTo>
                        <a:pt x="26290" y="103565"/>
                      </a:lnTo>
                      <a:lnTo>
                        <a:pt x="22332" y="96255"/>
                      </a:lnTo>
                      <a:lnTo>
                        <a:pt x="18778" y="88946"/>
                      </a:lnTo>
                      <a:lnTo>
                        <a:pt x="15608" y="81637"/>
                      </a:lnTo>
                      <a:lnTo>
                        <a:pt x="12796" y="74328"/>
                      </a:lnTo>
                      <a:lnTo>
                        <a:pt x="10390" y="67019"/>
                      </a:lnTo>
                      <a:lnTo>
                        <a:pt x="8321" y="59710"/>
                      </a:lnTo>
                      <a:lnTo>
                        <a:pt x="6567" y="52423"/>
                      </a:lnTo>
                      <a:lnTo>
                        <a:pt x="5128" y="45114"/>
                      </a:lnTo>
                      <a:lnTo>
                        <a:pt x="3958" y="37783"/>
                      </a:lnTo>
                      <a:lnTo>
                        <a:pt x="3013" y="30473"/>
                      </a:lnTo>
                      <a:lnTo>
                        <a:pt x="2249" y="23164"/>
                      </a:lnTo>
                      <a:lnTo>
                        <a:pt x="1664" y="15855"/>
                      </a:lnTo>
                      <a:lnTo>
                        <a:pt x="1214" y="8546"/>
                      </a:lnTo>
                      <a:lnTo>
                        <a:pt x="877" y="1237"/>
                      </a:lnTo>
                      <a:lnTo>
                        <a:pt x="832" y="0"/>
                      </a:lnTo>
                      <a:lnTo>
                        <a:pt x="112" y="0"/>
                      </a:lnTo>
                      <a:lnTo>
                        <a:pt x="0" y="0"/>
                      </a:lnTo>
                      <a:lnTo>
                        <a:pt x="0" y="1237"/>
                      </a:lnTo>
                      <a:lnTo>
                        <a:pt x="0" y="8546"/>
                      </a:lnTo>
                      <a:lnTo>
                        <a:pt x="0" y="15855"/>
                      </a:lnTo>
                      <a:lnTo>
                        <a:pt x="0" y="23164"/>
                      </a:lnTo>
                      <a:lnTo>
                        <a:pt x="0" y="30473"/>
                      </a:lnTo>
                      <a:lnTo>
                        <a:pt x="0" y="37783"/>
                      </a:lnTo>
                      <a:lnTo>
                        <a:pt x="0" y="45114"/>
                      </a:lnTo>
                      <a:lnTo>
                        <a:pt x="0" y="52423"/>
                      </a:lnTo>
                      <a:lnTo>
                        <a:pt x="0" y="59710"/>
                      </a:lnTo>
                      <a:lnTo>
                        <a:pt x="0" y="67019"/>
                      </a:lnTo>
                      <a:lnTo>
                        <a:pt x="0" y="74328"/>
                      </a:lnTo>
                      <a:lnTo>
                        <a:pt x="0" y="81637"/>
                      </a:lnTo>
                      <a:lnTo>
                        <a:pt x="0" y="88946"/>
                      </a:lnTo>
                      <a:lnTo>
                        <a:pt x="0" y="96255"/>
                      </a:lnTo>
                      <a:lnTo>
                        <a:pt x="0" y="103565"/>
                      </a:lnTo>
                      <a:lnTo>
                        <a:pt x="0" y="110874"/>
                      </a:lnTo>
                      <a:lnTo>
                        <a:pt x="0" y="118205"/>
                      </a:lnTo>
                      <a:lnTo>
                        <a:pt x="0" y="125514"/>
                      </a:lnTo>
                      <a:lnTo>
                        <a:pt x="0" y="132823"/>
                      </a:lnTo>
                      <a:lnTo>
                        <a:pt x="0" y="140133"/>
                      </a:lnTo>
                      <a:lnTo>
                        <a:pt x="0" y="147442"/>
                      </a:lnTo>
                      <a:lnTo>
                        <a:pt x="0" y="154751"/>
                      </a:lnTo>
                      <a:lnTo>
                        <a:pt x="0" y="162060"/>
                      </a:lnTo>
                      <a:lnTo>
                        <a:pt x="0" y="169369"/>
                      </a:lnTo>
                      <a:lnTo>
                        <a:pt x="0" y="176656"/>
                      </a:lnTo>
                      <a:lnTo>
                        <a:pt x="0" y="183965"/>
                      </a:lnTo>
                      <a:lnTo>
                        <a:pt x="0" y="191296"/>
                      </a:lnTo>
                      <a:lnTo>
                        <a:pt x="0" y="198605"/>
                      </a:lnTo>
                      <a:lnTo>
                        <a:pt x="0" y="205915"/>
                      </a:lnTo>
                      <a:lnTo>
                        <a:pt x="0" y="213224"/>
                      </a:lnTo>
                      <a:lnTo>
                        <a:pt x="0" y="220533"/>
                      </a:lnTo>
                      <a:lnTo>
                        <a:pt x="0" y="227842"/>
                      </a:lnTo>
                      <a:lnTo>
                        <a:pt x="0" y="235151"/>
                      </a:lnTo>
                      <a:lnTo>
                        <a:pt x="0" y="242460"/>
                      </a:lnTo>
                      <a:lnTo>
                        <a:pt x="0" y="249769"/>
                      </a:lnTo>
                      <a:lnTo>
                        <a:pt x="0" y="257078"/>
                      </a:lnTo>
                      <a:lnTo>
                        <a:pt x="0" y="264410"/>
                      </a:lnTo>
                      <a:lnTo>
                        <a:pt x="0" y="271719"/>
                      </a:lnTo>
                      <a:lnTo>
                        <a:pt x="0" y="279028"/>
                      </a:lnTo>
                      <a:lnTo>
                        <a:pt x="0" y="286337"/>
                      </a:lnTo>
                      <a:lnTo>
                        <a:pt x="0" y="293646"/>
                      </a:lnTo>
                      <a:lnTo>
                        <a:pt x="0" y="300933"/>
                      </a:lnTo>
                      <a:lnTo>
                        <a:pt x="0" y="308242"/>
                      </a:lnTo>
                      <a:lnTo>
                        <a:pt x="0" y="315551"/>
                      </a:lnTo>
                      <a:lnTo>
                        <a:pt x="0" y="322860"/>
                      </a:lnTo>
                      <a:lnTo>
                        <a:pt x="0" y="330170"/>
                      </a:lnTo>
                      <a:lnTo>
                        <a:pt x="0" y="337501"/>
                      </a:lnTo>
                      <a:lnTo>
                        <a:pt x="0" y="344810"/>
                      </a:lnTo>
                      <a:lnTo>
                        <a:pt x="0" y="352119"/>
                      </a:lnTo>
                      <a:lnTo>
                        <a:pt x="0" y="359428"/>
                      </a:lnTo>
                      <a:lnTo>
                        <a:pt x="0" y="366738"/>
                      </a:lnTo>
                      <a:lnTo>
                        <a:pt x="0" y="374047"/>
                      </a:lnTo>
                      <a:lnTo>
                        <a:pt x="0" y="381356"/>
                      </a:lnTo>
                      <a:lnTo>
                        <a:pt x="0" y="388665"/>
                      </a:lnTo>
                      <a:lnTo>
                        <a:pt x="0" y="395974"/>
                      </a:lnTo>
                      <a:lnTo>
                        <a:pt x="0" y="403283"/>
                      </a:lnTo>
                      <a:lnTo>
                        <a:pt x="0" y="410615"/>
                      </a:lnTo>
                      <a:lnTo>
                        <a:pt x="0" y="417901"/>
                      </a:lnTo>
                      <a:lnTo>
                        <a:pt x="0" y="425210"/>
                      </a:lnTo>
                      <a:lnTo>
                        <a:pt x="0" y="432520"/>
                      </a:lnTo>
                      <a:lnTo>
                        <a:pt x="0" y="439829"/>
                      </a:lnTo>
                      <a:lnTo>
                        <a:pt x="0" y="447138"/>
                      </a:lnTo>
                      <a:lnTo>
                        <a:pt x="0" y="454447"/>
                      </a:lnTo>
                      <a:lnTo>
                        <a:pt x="0" y="461756"/>
                      </a:lnTo>
                      <a:lnTo>
                        <a:pt x="0" y="469065"/>
                      </a:lnTo>
                      <a:lnTo>
                        <a:pt x="0" y="476374"/>
                      </a:lnTo>
                      <a:lnTo>
                        <a:pt x="0" y="483683"/>
                      </a:lnTo>
                      <a:lnTo>
                        <a:pt x="0" y="491015"/>
                      </a:lnTo>
                      <a:lnTo>
                        <a:pt x="0" y="498324"/>
                      </a:lnTo>
                      <a:lnTo>
                        <a:pt x="0" y="505633"/>
                      </a:lnTo>
                      <a:lnTo>
                        <a:pt x="0" y="512942"/>
                      </a:lnTo>
                      <a:lnTo>
                        <a:pt x="0" y="520251"/>
                      </a:lnTo>
                      <a:lnTo>
                        <a:pt x="0" y="527561"/>
                      </a:lnTo>
                      <a:lnTo>
                        <a:pt x="0" y="534870"/>
                      </a:lnTo>
                      <a:lnTo>
                        <a:pt x="0" y="542156"/>
                      </a:lnTo>
                      <a:lnTo>
                        <a:pt x="0" y="549465"/>
                      </a:lnTo>
                      <a:lnTo>
                        <a:pt x="0" y="556775"/>
                      </a:lnTo>
                      <a:lnTo>
                        <a:pt x="0" y="564106"/>
                      </a:lnTo>
                      <a:lnTo>
                        <a:pt x="0" y="571415"/>
                      </a:lnTo>
                      <a:lnTo>
                        <a:pt x="0" y="578724"/>
                      </a:lnTo>
                      <a:lnTo>
                        <a:pt x="0" y="586034"/>
                      </a:lnTo>
                      <a:lnTo>
                        <a:pt x="0" y="593343"/>
                      </a:lnTo>
                      <a:lnTo>
                        <a:pt x="0" y="600652"/>
                      </a:lnTo>
                      <a:lnTo>
                        <a:pt x="0" y="607961"/>
                      </a:lnTo>
                      <a:lnTo>
                        <a:pt x="0" y="615270"/>
                      </a:lnTo>
                      <a:lnTo>
                        <a:pt x="0" y="622579"/>
                      </a:lnTo>
                      <a:lnTo>
                        <a:pt x="0" y="629888"/>
                      </a:lnTo>
                      <a:lnTo>
                        <a:pt x="0" y="637220"/>
                      </a:lnTo>
                      <a:lnTo>
                        <a:pt x="0" y="644529"/>
                      </a:lnTo>
                      <a:lnTo>
                        <a:pt x="0" y="651838"/>
                      </a:lnTo>
                      <a:lnTo>
                        <a:pt x="0" y="659125"/>
                      </a:lnTo>
                      <a:lnTo>
                        <a:pt x="0" y="666434"/>
                      </a:lnTo>
                      <a:close/>
                    </a:path>
                  </a:pathLst>
                </a:custGeom>
                <a:solidFill>
                  <a:srgbClr val="B4AED3">
                    <a:alpha val="50000"/>
                  </a:srgbClr>
                </a:solidFill>
                <a:ln w="2249" cap="flat">
                  <a:noFill/>
                  <a:prstDash val="solid"/>
                  <a:miter/>
                </a:ln>
              </p:spPr>
              <p:txBody>
                <a:bodyPr rtlCol="0" anchor="ctr"/>
                <a:lstStyle/>
                <a:p>
                  <a:endParaRPr lang="en-US"/>
                </a:p>
              </p:txBody>
            </p:sp>
            <p:sp>
              <p:nvSpPr>
                <p:cNvPr id="1981" name="Freeform 1980">
                  <a:extLst>
                    <a:ext uri="{FF2B5EF4-FFF2-40B4-BE49-F238E27FC236}">
                      <a16:creationId xmlns:a16="http://schemas.microsoft.com/office/drawing/2014/main" id="{122E916A-24E8-F73E-2D83-E5099B05AE09}"/>
                    </a:ext>
                  </a:extLst>
                </p:cNvPr>
                <p:cNvSpPr/>
                <p:nvPr/>
              </p:nvSpPr>
              <p:spPr>
                <a:xfrm rot="20006400">
                  <a:off x="6329188" y="2415365"/>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1982" name="Freeform 1981">
                  <a:extLst>
                    <a:ext uri="{FF2B5EF4-FFF2-40B4-BE49-F238E27FC236}">
                      <a16:creationId xmlns:a16="http://schemas.microsoft.com/office/drawing/2014/main" id="{8D3EC9DF-1E27-8F85-099F-4CC54BCC7858}"/>
                    </a:ext>
                  </a:extLst>
                </p:cNvPr>
                <p:cNvSpPr/>
                <p:nvPr/>
              </p:nvSpPr>
              <p:spPr>
                <a:xfrm rot="20006400">
                  <a:off x="6307419" y="3070210"/>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1983" name="Freeform 1982">
                  <a:extLst>
                    <a:ext uri="{FF2B5EF4-FFF2-40B4-BE49-F238E27FC236}">
                      <a16:creationId xmlns:a16="http://schemas.microsoft.com/office/drawing/2014/main" id="{405011C9-E871-DBDD-33B6-863FA9AA7B66}"/>
                    </a:ext>
                  </a:extLst>
                </p:cNvPr>
                <p:cNvSpPr/>
                <p:nvPr/>
              </p:nvSpPr>
              <p:spPr>
                <a:xfrm rot="20006400">
                  <a:off x="6494121" y="3017427"/>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1984" name="Freeform 1983">
                  <a:extLst>
                    <a:ext uri="{FF2B5EF4-FFF2-40B4-BE49-F238E27FC236}">
                      <a16:creationId xmlns:a16="http://schemas.microsoft.com/office/drawing/2014/main" id="{1C3234D6-FBE9-D88C-A757-8A586E1AC147}"/>
                    </a:ext>
                  </a:extLst>
                </p:cNvPr>
                <p:cNvSpPr/>
                <p:nvPr/>
              </p:nvSpPr>
              <p:spPr>
                <a:xfrm rot="20006400">
                  <a:off x="6305560" y="2569565"/>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1985" name="Freeform 1984">
                  <a:extLst>
                    <a:ext uri="{FF2B5EF4-FFF2-40B4-BE49-F238E27FC236}">
                      <a16:creationId xmlns:a16="http://schemas.microsoft.com/office/drawing/2014/main" id="{B9617711-5869-86BB-C9AE-19C620659DD1}"/>
                    </a:ext>
                  </a:extLst>
                </p:cNvPr>
                <p:cNvSpPr/>
                <p:nvPr/>
              </p:nvSpPr>
              <p:spPr>
                <a:xfrm rot="20006400">
                  <a:off x="6372954" y="3097416"/>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1986" name="Freeform 1985">
                  <a:extLst>
                    <a:ext uri="{FF2B5EF4-FFF2-40B4-BE49-F238E27FC236}">
                      <a16:creationId xmlns:a16="http://schemas.microsoft.com/office/drawing/2014/main" id="{9C671AF6-13DB-11F1-ACEB-F22C20ACCE3F}"/>
                    </a:ext>
                  </a:extLst>
                </p:cNvPr>
                <p:cNvSpPr/>
                <p:nvPr/>
              </p:nvSpPr>
              <p:spPr>
                <a:xfrm rot="20006400">
                  <a:off x="6501070" y="2757387"/>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1987" name="Freeform 1986">
                  <a:extLst>
                    <a:ext uri="{FF2B5EF4-FFF2-40B4-BE49-F238E27FC236}">
                      <a16:creationId xmlns:a16="http://schemas.microsoft.com/office/drawing/2014/main" id="{C8298AB4-A05C-0374-8988-29D12F528EBA}"/>
                    </a:ext>
                  </a:extLst>
                </p:cNvPr>
                <p:cNvSpPr/>
                <p:nvPr/>
              </p:nvSpPr>
              <p:spPr>
                <a:xfrm rot="20006400">
                  <a:off x="6457773" y="2906966"/>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1988" name="Freeform 1987">
                  <a:extLst>
                    <a:ext uri="{FF2B5EF4-FFF2-40B4-BE49-F238E27FC236}">
                      <a16:creationId xmlns:a16="http://schemas.microsoft.com/office/drawing/2014/main" id="{59ACF266-ED57-DD73-874F-1E4DA078B209}"/>
                    </a:ext>
                  </a:extLst>
                </p:cNvPr>
                <p:cNvSpPr/>
                <p:nvPr/>
              </p:nvSpPr>
              <p:spPr>
                <a:xfrm rot="20006400">
                  <a:off x="6393293" y="3750038"/>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4" y="12594"/>
                        <a:pt x="6297" y="12594"/>
                      </a:cubicBezTo>
                      <a:cubicBezTo>
                        <a:pt x="2819" y="12594"/>
                        <a:pt x="0" y="9775"/>
                        <a:pt x="0" y="6297"/>
                      </a:cubicBezTo>
                      <a:cubicBezTo>
                        <a:pt x="0" y="2819"/>
                        <a:pt x="2819" y="0"/>
                        <a:pt x="6297" y="0"/>
                      </a:cubicBezTo>
                      <a:cubicBezTo>
                        <a:pt x="9774"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1989" name="Freeform 1988">
                  <a:extLst>
                    <a:ext uri="{FF2B5EF4-FFF2-40B4-BE49-F238E27FC236}">
                      <a16:creationId xmlns:a16="http://schemas.microsoft.com/office/drawing/2014/main" id="{46BB7F15-2448-B111-F581-477B83DEC495}"/>
                    </a:ext>
                  </a:extLst>
                </p:cNvPr>
                <p:cNvSpPr/>
                <p:nvPr/>
              </p:nvSpPr>
              <p:spPr>
                <a:xfrm rot="20006400">
                  <a:off x="6294916" y="3959853"/>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1990" name="Freeform 1989">
                  <a:extLst>
                    <a:ext uri="{FF2B5EF4-FFF2-40B4-BE49-F238E27FC236}">
                      <a16:creationId xmlns:a16="http://schemas.microsoft.com/office/drawing/2014/main" id="{2D7A15AC-3740-127E-7A51-4200CFB63621}"/>
                    </a:ext>
                  </a:extLst>
                </p:cNvPr>
                <p:cNvSpPr/>
                <p:nvPr/>
              </p:nvSpPr>
              <p:spPr>
                <a:xfrm rot="20006400">
                  <a:off x="6293127" y="3664673"/>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4" y="12594"/>
                        <a:pt x="6297" y="12594"/>
                      </a:cubicBezTo>
                      <a:cubicBezTo>
                        <a:pt x="2819" y="12594"/>
                        <a:pt x="0" y="9775"/>
                        <a:pt x="0" y="6297"/>
                      </a:cubicBezTo>
                      <a:cubicBezTo>
                        <a:pt x="0" y="2819"/>
                        <a:pt x="2819" y="0"/>
                        <a:pt x="6297" y="0"/>
                      </a:cubicBezTo>
                      <a:cubicBezTo>
                        <a:pt x="9774"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1991" name="Freeform 1990">
                  <a:extLst>
                    <a:ext uri="{FF2B5EF4-FFF2-40B4-BE49-F238E27FC236}">
                      <a16:creationId xmlns:a16="http://schemas.microsoft.com/office/drawing/2014/main" id="{9B0EF8A5-B60C-799F-FB93-23CBD8BDA133}"/>
                    </a:ext>
                  </a:extLst>
                </p:cNvPr>
                <p:cNvSpPr/>
                <p:nvPr/>
              </p:nvSpPr>
              <p:spPr>
                <a:xfrm rot="20006400">
                  <a:off x="6486802" y="2995824"/>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1992" name="Freeform 1991">
                  <a:extLst>
                    <a:ext uri="{FF2B5EF4-FFF2-40B4-BE49-F238E27FC236}">
                      <a16:creationId xmlns:a16="http://schemas.microsoft.com/office/drawing/2014/main" id="{C842FEF5-3C4D-DF21-3203-A99365CCBC7D}"/>
                    </a:ext>
                  </a:extLst>
                </p:cNvPr>
                <p:cNvSpPr/>
                <p:nvPr/>
              </p:nvSpPr>
              <p:spPr>
                <a:xfrm rot="20006400">
                  <a:off x="6291750" y="3309164"/>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1993" name="Freeform 1992">
                  <a:extLst>
                    <a:ext uri="{FF2B5EF4-FFF2-40B4-BE49-F238E27FC236}">
                      <a16:creationId xmlns:a16="http://schemas.microsoft.com/office/drawing/2014/main" id="{24CBD8BA-82F6-3DA1-87DC-0B6DDEB71E07}"/>
                    </a:ext>
                  </a:extLst>
                </p:cNvPr>
                <p:cNvSpPr/>
                <p:nvPr/>
              </p:nvSpPr>
              <p:spPr>
                <a:xfrm rot="20006400">
                  <a:off x="6295089" y="3914623"/>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1994" name="Freeform 1993">
                  <a:extLst>
                    <a:ext uri="{FF2B5EF4-FFF2-40B4-BE49-F238E27FC236}">
                      <a16:creationId xmlns:a16="http://schemas.microsoft.com/office/drawing/2014/main" id="{7BBA578D-2F06-3714-297C-3B2966F3B08D}"/>
                    </a:ext>
                  </a:extLst>
                </p:cNvPr>
                <p:cNvSpPr/>
                <p:nvPr/>
              </p:nvSpPr>
              <p:spPr>
                <a:xfrm rot="20006400">
                  <a:off x="6408173" y="2892052"/>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1995" name="Freeform 1994">
                  <a:extLst>
                    <a:ext uri="{FF2B5EF4-FFF2-40B4-BE49-F238E27FC236}">
                      <a16:creationId xmlns:a16="http://schemas.microsoft.com/office/drawing/2014/main" id="{156B6853-D878-547A-E1CE-211B1FC9D4BA}"/>
                    </a:ext>
                  </a:extLst>
                </p:cNvPr>
                <p:cNvSpPr/>
                <p:nvPr/>
              </p:nvSpPr>
              <p:spPr>
                <a:xfrm rot="20006400">
                  <a:off x="6332706" y="2574563"/>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1996" name="Freeform 1995">
                  <a:extLst>
                    <a:ext uri="{FF2B5EF4-FFF2-40B4-BE49-F238E27FC236}">
                      <a16:creationId xmlns:a16="http://schemas.microsoft.com/office/drawing/2014/main" id="{01228429-6952-5F43-F36B-B79B6276A639}"/>
                    </a:ext>
                  </a:extLst>
                </p:cNvPr>
                <p:cNvSpPr/>
                <p:nvPr/>
              </p:nvSpPr>
              <p:spPr>
                <a:xfrm rot="20006400">
                  <a:off x="6490525" y="3027772"/>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1997" name="Freeform 1996">
                  <a:extLst>
                    <a:ext uri="{FF2B5EF4-FFF2-40B4-BE49-F238E27FC236}">
                      <a16:creationId xmlns:a16="http://schemas.microsoft.com/office/drawing/2014/main" id="{2036A7F1-B805-F066-F4C8-65E61BDD084C}"/>
                    </a:ext>
                  </a:extLst>
                </p:cNvPr>
                <p:cNvSpPr/>
                <p:nvPr/>
              </p:nvSpPr>
              <p:spPr>
                <a:xfrm rot="20006400">
                  <a:off x="6423500" y="3269159"/>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1998" name="Freeform 1997">
                  <a:extLst>
                    <a:ext uri="{FF2B5EF4-FFF2-40B4-BE49-F238E27FC236}">
                      <a16:creationId xmlns:a16="http://schemas.microsoft.com/office/drawing/2014/main" id="{F3E92D5D-D666-8A28-A1F6-00DDD83E66E3}"/>
                    </a:ext>
                  </a:extLst>
                </p:cNvPr>
                <p:cNvSpPr/>
                <p:nvPr/>
              </p:nvSpPr>
              <p:spPr>
                <a:xfrm rot="20006400">
                  <a:off x="6305100" y="2285433"/>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1999" name="Freeform 1998">
                  <a:extLst>
                    <a:ext uri="{FF2B5EF4-FFF2-40B4-BE49-F238E27FC236}">
                      <a16:creationId xmlns:a16="http://schemas.microsoft.com/office/drawing/2014/main" id="{8673C2B3-F49A-4C41-379C-FE7998F672CD}"/>
                    </a:ext>
                  </a:extLst>
                </p:cNvPr>
                <p:cNvSpPr/>
                <p:nvPr/>
              </p:nvSpPr>
              <p:spPr>
                <a:xfrm rot="20006400">
                  <a:off x="6334656" y="2910750"/>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4" y="12594"/>
                        <a:pt x="6297" y="12594"/>
                      </a:cubicBezTo>
                      <a:cubicBezTo>
                        <a:pt x="2819" y="12594"/>
                        <a:pt x="0" y="9775"/>
                        <a:pt x="0" y="6297"/>
                      </a:cubicBezTo>
                      <a:cubicBezTo>
                        <a:pt x="0" y="2819"/>
                        <a:pt x="2819" y="0"/>
                        <a:pt x="6297" y="0"/>
                      </a:cubicBezTo>
                      <a:cubicBezTo>
                        <a:pt x="9774"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2000" name="Freeform 1999">
                  <a:extLst>
                    <a:ext uri="{FF2B5EF4-FFF2-40B4-BE49-F238E27FC236}">
                      <a16:creationId xmlns:a16="http://schemas.microsoft.com/office/drawing/2014/main" id="{7FADB8DF-2AE1-8973-0E82-CB4C4BDF9B6B}"/>
                    </a:ext>
                  </a:extLst>
                </p:cNvPr>
                <p:cNvSpPr/>
                <p:nvPr/>
              </p:nvSpPr>
              <p:spPr>
                <a:xfrm rot="20006400">
                  <a:off x="6294508" y="2792346"/>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2001" name="Freeform 2000">
                  <a:extLst>
                    <a:ext uri="{FF2B5EF4-FFF2-40B4-BE49-F238E27FC236}">
                      <a16:creationId xmlns:a16="http://schemas.microsoft.com/office/drawing/2014/main" id="{63B063C0-6493-94D4-92B1-A6ECBAA9F91E}"/>
                    </a:ext>
                  </a:extLst>
                </p:cNvPr>
                <p:cNvSpPr/>
                <p:nvPr/>
              </p:nvSpPr>
              <p:spPr>
                <a:xfrm rot="20006400">
                  <a:off x="6367338" y="2595798"/>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2002" name="Freeform 2001">
                  <a:extLst>
                    <a:ext uri="{FF2B5EF4-FFF2-40B4-BE49-F238E27FC236}">
                      <a16:creationId xmlns:a16="http://schemas.microsoft.com/office/drawing/2014/main" id="{7336DBD5-E74C-08F1-0160-635710C64B0D}"/>
                    </a:ext>
                  </a:extLst>
                </p:cNvPr>
                <p:cNvSpPr/>
                <p:nvPr/>
              </p:nvSpPr>
              <p:spPr>
                <a:xfrm rot="20006400">
                  <a:off x="6515941" y="2897251"/>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2003" name="Freeform 2002">
                  <a:extLst>
                    <a:ext uri="{FF2B5EF4-FFF2-40B4-BE49-F238E27FC236}">
                      <a16:creationId xmlns:a16="http://schemas.microsoft.com/office/drawing/2014/main" id="{193024D1-8FDF-DCE9-26EB-83178200EB8E}"/>
                    </a:ext>
                  </a:extLst>
                </p:cNvPr>
                <p:cNvSpPr/>
                <p:nvPr/>
              </p:nvSpPr>
              <p:spPr>
                <a:xfrm rot="20006400">
                  <a:off x="6320948" y="2814069"/>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2004" name="Freeform 2003">
                  <a:extLst>
                    <a:ext uri="{FF2B5EF4-FFF2-40B4-BE49-F238E27FC236}">
                      <a16:creationId xmlns:a16="http://schemas.microsoft.com/office/drawing/2014/main" id="{2C428170-0CB2-041D-3B8C-0986028FF244}"/>
                    </a:ext>
                  </a:extLst>
                </p:cNvPr>
                <p:cNvSpPr/>
                <p:nvPr/>
              </p:nvSpPr>
              <p:spPr>
                <a:xfrm rot="20006400">
                  <a:off x="6300639" y="2814678"/>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2005" name="Freeform 2004">
                  <a:extLst>
                    <a:ext uri="{FF2B5EF4-FFF2-40B4-BE49-F238E27FC236}">
                      <a16:creationId xmlns:a16="http://schemas.microsoft.com/office/drawing/2014/main" id="{75F48B27-5D60-2FEC-ADE6-24CBA9DF3EED}"/>
                    </a:ext>
                  </a:extLst>
                </p:cNvPr>
                <p:cNvSpPr/>
                <p:nvPr/>
              </p:nvSpPr>
              <p:spPr>
                <a:xfrm rot="20006400">
                  <a:off x="6361840" y="2591555"/>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2006" name="Freeform 2005">
                  <a:extLst>
                    <a:ext uri="{FF2B5EF4-FFF2-40B4-BE49-F238E27FC236}">
                      <a16:creationId xmlns:a16="http://schemas.microsoft.com/office/drawing/2014/main" id="{671183F1-0549-17B7-6662-34C1102B2E09}"/>
                    </a:ext>
                  </a:extLst>
                </p:cNvPr>
                <p:cNvSpPr/>
                <p:nvPr/>
              </p:nvSpPr>
              <p:spPr>
                <a:xfrm rot="20006400">
                  <a:off x="6342747" y="3477789"/>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2007" name="Freeform 2006">
                  <a:extLst>
                    <a:ext uri="{FF2B5EF4-FFF2-40B4-BE49-F238E27FC236}">
                      <a16:creationId xmlns:a16="http://schemas.microsoft.com/office/drawing/2014/main" id="{D5DAD0F7-9405-46C4-68EE-48350610BE25}"/>
                    </a:ext>
                  </a:extLst>
                </p:cNvPr>
                <p:cNvSpPr/>
                <p:nvPr/>
              </p:nvSpPr>
              <p:spPr>
                <a:xfrm rot="20006400">
                  <a:off x="6346391" y="2537847"/>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2008" name="Freeform 2007">
                  <a:extLst>
                    <a:ext uri="{FF2B5EF4-FFF2-40B4-BE49-F238E27FC236}">
                      <a16:creationId xmlns:a16="http://schemas.microsoft.com/office/drawing/2014/main" id="{70EB0C54-01BE-496A-238D-3964A8A19CFB}"/>
                    </a:ext>
                  </a:extLst>
                </p:cNvPr>
                <p:cNvSpPr/>
                <p:nvPr/>
              </p:nvSpPr>
              <p:spPr>
                <a:xfrm rot="20006400">
                  <a:off x="6430632" y="2585171"/>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2009" name="Freeform 2008">
                  <a:extLst>
                    <a:ext uri="{FF2B5EF4-FFF2-40B4-BE49-F238E27FC236}">
                      <a16:creationId xmlns:a16="http://schemas.microsoft.com/office/drawing/2014/main" id="{D131AEA4-83D2-DAE9-B6BA-B36F619F2C72}"/>
                    </a:ext>
                  </a:extLst>
                </p:cNvPr>
                <p:cNvSpPr/>
                <p:nvPr/>
              </p:nvSpPr>
              <p:spPr>
                <a:xfrm rot="20006400">
                  <a:off x="6367403" y="2352561"/>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B4AED3">
                    <a:alpha val="60000"/>
                  </a:srgbClr>
                </a:solidFill>
                <a:ln w="2249" cap="flat">
                  <a:noFill/>
                  <a:prstDash val="solid"/>
                  <a:miter/>
                </a:ln>
              </p:spPr>
              <p:txBody>
                <a:bodyPr rtlCol="0" anchor="ctr"/>
                <a:lstStyle/>
                <a:p>
                  <a:endParaRPr lang="en-US"/>
                </a:p>
              </p:txBody>
            </p:sp>
            <p:sp>
              <p:nvSpPr>
                <p:cNvPr id="2010" name="Freeform 2009">
                  <a:extLst>
                    <a:ext uri="{FF2B5EF4-FFF2-40B4-BE49-F238E27FC236}">
                      <a16:creationId xmlns:a16="http://schemas.microsoft.com/office/drawing/2014/main" id="{01D734BB-DDBD-1C62-CEA7-89CF650D2E5F}"/>
                    </a:ext>
                  </a:extLst>
                </p:cNvPr>
                <p:cNvSpPr/>
                <p:nvPr/>
              </p:nvSpPr>
              <p:spPr>
                <a:xfrm>
                  <a:off x="6658846" y="2615134"/>
                  <a:ext cx="143877" cy="550404"/>
                </a:xfrm>
                <a:custGeom>
                  <a:avLst/>
                  <a:gdLst>
                    <a:gd name="connsiteX0" fmla="*/ 0 w 33127"/>
                    <a:gd name="connsiteY0" fmla="*/ 0 h 126728"/>
                    <a:gd name="connsiteX1" fmla="*/ 33127 w 33127"/>
                    <a:gd name="connsiteY1" fmla="*/ 0 h 126728"/>
                    <a:gd name="connsiteX2" fmla="*/ 33127 w 33127"/>
                    <a:gd name="connsiteY2" fmla="*/ 126729 h 126728"/>
                    <a:gd name="connsiteX3" fmla="*/ 0 w 33127"/>
                    <a:gd name="connsiteY3" fmla="*/ 126729 h 126728"/>
                  </a:gdLst>
                  <a:ahLst/>
                  <a:cxnLst>
                    <a:cxn ang="0">
                      <a:pos x="connsiteX0" y="connsiteY0"/>
                    </a:cxn>
                    <a:cxn ang="0">
                      <a:pos x="connsiteX1" y="connsiteY1"/>
                    </a:cxn>
                    <a:cxn ang="0">
                      <a:pos x="connsiteX2" y="connsiteY2"/>
                    </a:cxn>
                    <a:cxn ang="0">
                      <a:pos x="connsiteX3" y="connsiteY3"/>
                    </a:cxn>
                  </a:cxnLst>
                  <a:rect l="l" t="t" r="r" b="b"/>
                  <a:pathLst>
                    <a:path w="33127" h="126728">
                      <a:moveTo>
                        <a:pt x="0" y="0"/>
                      </a:moveTo>
                      <a:lnTo>
                        <a:pt x="33127" y="0"/>
                      </a:lnTo>
                      <a:lnTo>
                        <a:pt x="33127" y="126729"/>
                      </a:lnTo>
                      <a:lnTo>
                        <a:pt x="0" y="126729"/>
                      </a:lnTo>
                      <a:close/>
                    </a:path>
                  </a:pathLst>
                </a:custGeom>
                <a:solidFill>
                  <a:srgbClr val="B4AED3"/>
                </a:solidFill>
                <a:ln w="2249" cap="flat">
                  <a:noFill/>
                  <a:prstDash val="solid"/>
                  <a:miter/>
                </a:ln>
              </p:spPr>
              <p:txBody>
                <a:bodyPr rtlCol="0" anchor="ctr"/>
                <a:lstStyle/>
                <a:p>
                  <a:endParaRPr lang="en-US"/>
                </a:p>
              </p:txBody>
            </p:sp>
            <p:sp>
              <p:nvSpPr>
                <p:cNvPr id="2011" name="Freeform 2010">
                  <a:extLst>
                    <a:ext uri="{FF2B5EF4-FFF2-40B4-BE49-F238E27FC236}">
                      <a16:creationId xmlns:a16="http://schemas.microsoft.com/office/drawing/2014/main" id="{10DB84FB-1CE0-DDFA-E5A4-C1D98D4F090D}"/>
                    </a:ext>
                  </a:extLst>
                </p:cNvPr>
                <p:cNvSpPr/>
                <p:nvPr/>
              </p:nvSpPr>
              <p:spPr>
                <a:xfrm>
                  <a:off x="6658846" y="2615134"/>
                  <a:ext cx="143877" cy="550404"/>
                </a:xfrm>
                <a:custGeom>
                  <a:avLst/>
                  <a:gdLst>
                    <a:gd name="connsiteX0" fmla="*/ 0 w 33127"/>
                    <a:gd name="connsiteY0" fmla="*/ 0 h 126728"/>
                    <a:gd name="connsiteX1" fmla="*/ 33127 w 33127"/>
                    <a:gd name="connsiteY1" fmla="*/ 0 h 126728"/>
                    <a:gd name="connsiteX2" fmla="*/ 33127 w 33127"/>
                    <a:gd name="connsiteY2" fmla="*/ 126729 h 126728"/>
                    <a:gd name="connsiteX3" fmla="*/ 0 w 33127"/>
                    <a:gd name="connsiteY3" fmla="*/ 126729 h 126728"/>
                  </a:gdLst>
                  <a:ahLst/>
                  <a:cxnLst>
                    <a:cxn ang="0">
                      <a:pos x="connsiteX0" y="connsiteY0"/>
                    </a:cxn>
                    <a:cxn ang="0">
                      <a:pos x="connsiteX1" y="connsiteY1"/>
                    </a:cxn>
                    <a:cxn ang="0">
                      <a:pos x="connsiteX2" y="connsiteY2"/>
                    </a:cxn>
                    <a:cxn ang="0">
                      <a:pos x="connsiteX3" y="connsiteY3"/>
                    </a:cxn>
                  </a:cxnLst>
                  <a:rect l="l" t="t" r="r" b="b"/>
                  <a:pathLst>
                    <a:path w="33127" h="126728">
                      <a:moveTo>
                        <a:pt x="0" y="0"/>
                      </a:moveTo>
                      <a:lnTo>
                        <a:pt x="33127" y="0"/>
                      </a:lnTo>
                      <a:lnTo>
                        <a:pt x="33127" y="126729"/>
                      </a:lnTo>
                      <a:lnTo>
                        <a:pt x="0" y="126729"/>
                      </a:lnTo>
                      <a:close/>
                    </a:path>
                  </a:pathLst>
                </a:custGeom>
                <a:noFill/>
                <a:ln w="4498" cap="flat">
                  <a:solidFill>
                    <a:srgbClr val="000000"/>
                  </a:solidFill>
                  <a:prstDash val="solid"/>
                  <a:miter/>
                </a:ln>
              </p:spPr>
              <p:txBody>
                <a:bodyPr rtlCol="0" anchor="ctr"/>
                <a:lstStyle/>
                <a:p>
                  <a:endParaRPr lang="en-US"/>
                </a:p>
              </p:txBody>
            </p:sp>
            <p:sp>
              <p:nvSpPr>
                <p:cNvPr id="2012" name="Freeform 2011">
                  <a:extLst>
                    <a:ext uri="{FF2B5EF4-FFF2-40B4-BE49-F238E27FC236}">
                      <a16:creationId xmlns:a16="http://schemas.microsoft.com/office/drawing/2014/main" id="{70BEFA9E-525B-7D81-6A27-F7F812129711}"/>
                    </a:ext>
                  </a:extLst>
                </p:cNvPr>
                <p:cNvSpPr/>
                <p:nvPr/>
              </p:nvSpPr>
              <p:spPr>
                <a:xfrm>
                  <a:off x="6658846" y="2922423"/>
                  <a:ext cx="143972" cy="9764"/>
                </a:xfrm>
                <a:custGeom>
                  <a:avLst/>
                  <a:gdLst>
                    <a:gd name="connsiteX0" fmla="*/ 0 w 33149"/>
                    <a:gd name="connsiteY0" fmla="*/ 0 h 2248"/>
                    <a:gd name="connsiteX1" fmla="*/ 33150 w 33149"/>
                    <a:gd name="connsiteY1" fmla="*/ 0 h 2248"/>
                  </a:gdLst>
                  <a:ahLst/>
                  <a:cxnLst>
                    <a:cxn ang="0">
                      <a:pos x="connsiteX0" y="connsiteY0"/>
                    </a:cxn>
                    <a:cxn ang="0">
                      <a:pos x="connsiteX1" y="connsiteY1"/>
                    </a:cxn>
                  </a:cxnLst>
                  <a:rect l="l" t="t" r="r" b="b"/>
                  <a:pathLst>
                    <a:path w="33149" h="2248">
                      <a:moveTo>
                        <a:pt x="0" y="0"/>
                      </a:moveTo>
                      <a:lnTo>
                        <a:pt x="33150" y="0"/>
                      </a:lnTo>
                    </a:path>
                  </a:pathLst>
                </a:custGeom>
                <a:ln w="4498" cap="flat">
                  <a:solidFill>
                    <a:srgbClr val="000000"/>
                  </a:solidFill>
                  <a:prstDash val="solid"/>
                  <a:round/>
                </a:ln>
              </p:spPr>
              <p:txBody>
                <a:bodyPr rtlCol="0" anchor="ctr"/>
                <a:lstStyle/>
                <a:p>
                  <a:endParaRPr lang="en-US"/>
                </a:p>
              </p:txBody>
            </p:sp>
            <p:sp>
              <p:nvSpPr>
                <p:cNvPr id="2013" name="Freeform 2012">
                  <a:extLst>
                    <a:ext uri="{FF2B5EF4-FFF2-40B4-BE49-F238E27FC236}">
                      <a16:creationId xmlns:a16="http://schemas.microsoft.com/office/drawing/2014/main" id="{AAE0E152-2F4D-AE33-5887-F234C856377F}"/>
                    </a:ext>
                  </a:extLst>
                </p:cNvPr>
                <p:cNvSpPr/>
                <p:nvPr/>
              </p:nvSpPr>
              <p:spPr>
                <a:xfrm>
                  <a:off x="7929717" y="1729599"/>
                  <a:ext cx="479494" cy="2897578"/>
                </a:xfrm>
                <a:custGeom>
                  <a:avLst/>
                  <a:gdLst>
                    <a:gd name="connsiteX0" fmla="*/ 15788 w 110401"/>
                    <a:gd name="connsiteY0" fmla="*/ 661936 h 667153"/>
                    <a:gd name="connsiteX1" fmla="*/ 17969 w 110401"/>
                    <a:gd name="connsiteY1" fmla="*/ 650129 h 667153"/>
                    <a:gd name="connsiteX2" fmla="*/ 20398 w 110401"/>
                    <a:gd name="connsiteY2" fmla="*/ 638322 h 667153"/>
                    <a:gd name="connsiteX3" fmla="*/ 23142 w 110401"/>
                    <a:gd name="connsiteY3" fmla="*/ 626515 h 667153"/>
                    <a:gd name="connsiteX4" fmla="*/ 26268 w 110401"/>
                    <a:gd name="connsiteY4" fmla="*/ 614685 h 667153"/>
                    <a:gd name="connsiteX5" fmla="*/ 29821 w 110401"/>
                    <a:gd name="connsiteY5" fmla="*/ 602878 h 667153"/>
                    <a:gd name="connsiteX6" fmla="*/ 33891 w 110401"/>
                    <a:gd name="connsiteY6" fmla="*/ 591049 h 667153"/>
                    <a:gd name="connsiteX7" fmla="*/ 38479 w 110401"/>
                    <a:gd name="connsiteY7" fmla="*/ 579242 h 667153"/>
                    <a:gd name="connsiteX8" fmla="*/ 43697 w 110401"/>
                    <a:gd name="connsiteY8" fmla="*/ 567435 h 667153"/>
                    <a:gd name="connsiteX9" fmla="*/ 49522 w 110401"/>
                    <a:gd name="connsiteY9" fmla="*/ 555605 h 667153"/>
                    <a:gd name="connsiteX10" fmla="*/ 55886 w 110401"/>
                    <a:gd name="connsiteY10" fmla="*/ 543798 h 667153"/>
                    <a:gd name="connsiteX11" fmla="*/ 62656 w 110401"/>
                    <a:gd name="connsiteY11" fmla="*/ 531991 h 667153"/>
                    <a:gd name="connsiteX12" fmla="*/ 69605 w 110401"/>
                    <a:gd name="connsiteY12" fmla="*/ 520184 h 667153"/>
                    <a:gd name="connsiteX13" fmla="*/ 76487 w 110401"/>
                    <a:gd name="connsiteY13" fmla="*/ 508377 h 667153"/>
                    <a:gd name="connsiteX14" fmla="*/ 83054 w 110401"/>
                    <a:gd name="connsiteY14" fmla="*/ 496547 h 667153"/>
                    <a:gd name="connsiteX15" fmla="*/ 89081 w 110401"/>
                    <a:gd name="connsiteY15" fmla="*/ 484740 h 667153"/>
                    <a:gd name="connsiteX16" fmla="*/ 94434 w 110401"/>
                    <a:gd name="connsiteY16" fmla="*/ 472911 h 667153"/>
                    <a:gd name="connsiteX17" fmla="*/ 99066 w 110401"/>
                    <a:gd name="connsiteY17" fmla="*/ 461104 h 667153"/>
                    <a:gd name="connsiteX18" fmla="*/ 102980 w 110401"/>
                    <a:gd name="connsiteY18" fmla="*/ 449274 h 667153"/>
                    <a:gd name="connsiteX19" fmla="*/ 106173 w 110401"/>
                    <a:gd name="connsiteY19" fmla="*/ 437467 h 667153"/>
                    <a:gd name="connsiteX20" fmla="*/ 108624 w 110401"/>
                    <a:gd name="connsiteY20" fmla="*/ 425660 h 667153"/>
                    <a:gd name="connsiteX21" fmla="*/ 110131 w 110401"/>
                    <a:gd name="connsiteY21" fmla="*/ 413853 h 667153"/>
                    <a:gd name="connsiteX22" fmla="*/ 110401 w 110401"/>
                    <a:gd name="connsiteY22" fmla="*/ 402046 h 667153"/>
                    <a:gd name="connsiteX23" fmla="*/ 109052 w 110401"/>
                    <a:gd name="connsiteY23" fmla="*/ 390217 h 667153"/>
                    <a:gd name="connsiteX24" fmla="*/ 105701 w 110401"/>
                    <a:gd name="connsiteY24" fmla="*/ 378410 h 667153"/>
                    <a:gd name="connsiteX25" fmla="*/ 100079 w 110401"/>
                    <a:gd name="connsiteY25" fmla="*/ 366603 h 667153"/>
                    <a:gd name="connsiteX26" fmla="*/ 92207 w 110401"/>
                    <a:gd name="connsiteY26" fmla="*/ 354773 h 667153"/>
                    <a:gd name="connsiteX27" fmla="*/ 82379 w 110401"/>
                    <a:gd name="connsiteY27" fmla="*/ 342966 h 667153"/>
                    <a:gd name="connsiteX28" fmla="*/ 71224 w 110401"/>
                    <a:gd name="connsiteY28" fmla="*/ 331137 h 667153"/>
                    <a:gd name="connsiteX29" fmla="*/ 59530 w 110401"/>
                    <a:gd name="connsiteY29" fmla="*/ 319330 h 667153"/>
                    <a:gd name="connsiteX30" fmla="*/ 48218 w 110401"/>
                    <a:gd name="connsiteY30" fmla="*/ 307523 h 667153"/>
                    <a:gd name="connsiteX31" fmla="*/ 38007 w 110401"/>
                    <a:gd name="connsiteY31" fmla="*/ 295716 h 667153"/>
                    <a:gd name="connsiteX32" fmla="*/ 29416 w 110401"/>
                    <a:gd name="connsiteY32" fmla="*/ 283908 h 667153"/>
                    <a:gd name="connsiteX33" fmla="*/ 22714 w 110401"/>
                    <a:gd name="connsiteY33" fmla="*/ 272079 h 667153"/>
                    <a:gd name="connsiteX34" fmla="*/ 17812 w 110401"/>
                    <a:gd name="connsiteY34" fmla="*/ 260272 h 667153"/>
                    <a:gd name="connsiteX35" fmla="*/ 14438 w 110401"/>
                    <a:gd name="connsiteY35" fmla="*/ 248442 h 667153"/>
                    <a:gd name="connsiteX36" fmla="*/ 12234 w 110401"/>
                    <a:gd name="connsiteY36" fmla="*/ 236635 h 667153"/>
                    <a:gd name="connsiteX37" fmla="*/ 10728 w 110401"/>
                    <a:gd name="connsiteY37" fmla="*/ 224828 h 667153"/>
                    <a:gd name="connsiteX38" fmla="*/ 9581 w 110401"/>
                    <a:gd name="connsiteY38" fmla="*/ 212999 h 667153"/>
                    <a:gd name="connsiteX39" fmla="*/ 8546 w 110401"/>
                    <a:gd name="connsiteY39" fmla="*/ 201192 h 667153"/>
                    <a:gd name="connsiteX40" fmla="*/ 7534 w 110401"/>
                    <a:gd name="connsiteY40" fmla="*/ 189362 h 667153"/>
                    <a:gd name="connsiteX41" fmla="*/ 6522 w 110401"/>
                    <a:gd name="connsiteY41" fmla="*/ 177555 h 667153"/>
                    <a:gd name="connsiteX42" fmla="*/ 5577 w 110401"/>
                    <a:gd name="connsiteY42" fmla="*/ 165771 h 667153"/>
                    <a:gd name="connsiteX43" fmla="*/ 4858 w 110401"/>
                    <a:gd name="connsiteY43" fmla="*/ 153941 h 667153"/>
                    <a:gd name="connsiteX44" fmla="*/ 4408 w 110401"/>
                    <a:gd name="connsiteY44" fmla="*/ 142134 h 667153"/>
                    <a:gd name="connsiteX45" fmla="*/ 4318 w 110401"/>
                    <a:gd name="connsiteY45" fmla="*/ 130305 h 667153"/>
                    <a:gd name="connsiteX46" fmla="*/ 4610 w 110401"/>
                    <a:gd name="connsiteY46" fmla="*/ 118498 h 667153"/>
                    <a:gd name="connsiteX47" fmla="*/ 5195 w 110401"/>
                    <a:gd name="connsiteY47" fmla="*/ 106691 h 667153"/>
                    <a:gd name="connsiteX48" fmla="*/ 5982 w 110401"/>
                    <a:gd name="connsiteY48" fmla="*/ 94861 h 667153"/>
                    <a:gd name="connsiteX49" fmla="*/ 6814 w 110401"/>
                    <a:gd name="connsiteY49" fmla="*/ 83054 h 667153"/>
                    <a:gd name="connsiteX50" fmla="*/ 7534 w 110401"/>
                    <a:gd name="connsiteY50" fmla="*/ 71224 h 667153"/>
                    <a:gd name="connsiteX51" fmla="*/ 8006 w 110401"/>
                    <a:gd name="connsiteY51" fmla="*/ 59417 h 667153"/>
                    <a:gd name="connsiteX52" fmla="*/ 8096 w 110401"/>
                    <a:gd name="connsiteY52" fmla="*/ 47610 h 667153"/>
                    <a:gd name="connsiteX53" fmla="*/ 7804 w 110401"/>
                    <a:gd name="connsiteY53" fmla="*/ 35803 h 667153"/>
                    <a:gd name="connsiteX54" fmla="*/ 7152 w 110401"/>
                    <a:gd name="connsiteY54" fmla="*/ 23996 h 667153"/>
                    <a:gd name="connsiteX55" fmla="*/ 6230 w 110401"/>
                    <a:gd name="connsiteY55" fmla="*/ 12167 h 667153"/>
                    <a:gd name="connsiteX56" fmla="*/ 5150 w 110401"/>
                    <a:gd name="connsiteY56" fmla="*/ 360 h 667153"/>
                    <a:gd name="connsiteX57" fmla="*/ 5105 w 110401"/>
                    <a:gd name="connsiteY57" fmla="*/ 0 h 667153"/>
                    <a:gd name="connsiteX58" fmla="*/ 112 w 110401"/>
                    <a:gd name="connsiteY58" fmla="*/ 0 h 667153"/>
                    <a:gd name="connsiteX59" fmla="*/ 0 w 110401"/>
                    <a:gd name="connsiteY59" fmla="*/ 0 h 667153"/>
                    <a:gd name="connsiteX60" fmla="*/ 0 w 110401"/>
                    <a:gd name="connsiteY60" fmla="*/ 360 h 667153"/>
                    <a:gd name="connsiteX61" fmla="*/ 0 w 110401"/>
                    <a:gd name="connsiteY61" fmla="*/ 12167 h 667153"/>
                    <a:gd name="connsiteX62" fmla="*/ 0 w 110401"/>
                    <a:gd name="connsiteY62" fmla="*/ 23996 h 667153"/>
                    <a:gd name="connsiteX63" fmla="*/ 0 w 110401"/>
                    <a:gd name="connsiteY63" fmla="*/ 35803 h 667153"/>
                    <a:gd name="connsiteX64" fmla="*/ 0 w 110401"/>
                    <a:gd name="connsiteY64" fmla="*/ 47610 h 667153"/>
                    <a:gd name="connsiteX65" fmla="*/ 0 w 110401"/>
                    <a:gd name="connsiteY65" fmla="*/ 59417 h 667153"/>
                    <a:gd name="connsiteX66" fmla="*/ 0 w 110401"/>
                    <a:gd name="connsiteY66" fmla="*/ 71224 h 667153"/>
                    <a:gd name="connsiteX67" fmla="*/ 0 w 110401"/>
                    <a:gd name="connsiteY67" fmla="*/ 83054 h 667153"/>
                    <a:gd name="connsiteX68" fmla="*/ 0 w 110401"/>
                    <a:gd name="connsiteY68" fmla="*/ 94861 h 667153"/>
                    <a:gd name="connsiteX69" fmla="*/ 0 w 110401"/>
                    <a:gd name="connsiteY69" fmla="*/ 106691 h 667153"/>
                    <a:gd name="connsiteX70" fmla="*/ 0 w 110401"/>
                    <a:gd name="connsiteY70" fmla="*/ 118498 h 667153"/>
                    <a:gd name="connsiteX71" fmla="*/ 0 w 110401"/>
                    <a:gd name="connsiteY71" fmla="*/ 130305 h 667153"/>
                    <a:gd name="connsiteX72" fmla="*/ 0 w 110401"/>
                    <a:gd name="connsiteY72" fmla="*/ 142134 h 667153"/>
                    <a:gd name="connsiteX73" fmla="*/ 0 w 110401"/>
                    <a:gd name="connsiteY73" fmla="*/ 153941 h 667153"/>
                    <a:gd name="connsiteX74" fmla="*/ 0 w 110401"/>
                    <a:gd name="connsiteY74" fmla="*/ 165771 h 667153"/>
                    <a:gd name="connsiteX75" fmla="*/ 0 w 110401"/>
                    <a:gd name="connsiteY75" fmla="*/ 177555 h 667153"/>
                    <a:gd name="connsiteX76" fmla="*/ 0 w 110401"/>
                    <a:gd name="connsiteY76" fmla="*/ 189362 h 667153"/>
                    <a:gd name="connsiteX77" fmla="*/ 0 w 110401"/>
                    <a:gd name="connsiteY77" fmla="*/ 201192 h 667153"/>
                    <a:gd name="connsiteX78" fmla="*/ 0 w 110401"/>
                    <a:gd name="connsiteY78" fmla="*/ 212999 h 667153"/>
                    <a:gd name="connsiteX79" fmla="*/ 0 w 110401"/>
                    <a:gd name="connsiteY79" fmla="*/ 224828 h 667153"/>
                    <a:gd name="connsiteX80" fmla="*/ 0 w 110401"/>
                    <a:gd name="connsiteY80" fmla="*/ 236635 h 667153"/>
                    <a:gd name="connsiteX81" fmla="*/ 0 w 110401"/>
                    <a:gd name="connsiteY81" fmla="*/ 248442 h 667153"/>
                    <a:gd name="connsiteX82" fmla="*/ 0 w 110401"/>
                    <a:gd name="connsiteY82" fmla="*/ 260272 h 667153"/>
                    <a:gd name="connsiteX83" fmla="*/ 0 w 110401"/>
                    <a:gd name="connsiteY83" fmla="*/ 272079 h 667153"/>
                    <a:gd name="connsiteX84" fmla="*/ 0 w 110401"/>
                    <a:gd name="connsiteY84" fmla="*/ 283908 h 667153"/>
                    <a:gd name="connsiteX85" fmla="*/ 0 w 110401"/>
                    <a:gd name="connsiteY85" fmla="*/ 295716 h 667153"/>
                    <a:gd name="connsiteX86" fmla="*/ 0 w 110401"/>
                    <a:gd name="connsiteY86" fmla="*/ 307523 h 667153"/>
                    <a:gd name="connsiteX87" fmla="*/ 0 w 110401"/>
                    <a:gd name="connsiteY87" fmla="*/ 319330 h 667153"/>
                    <a:gd name="connsiteX88" fmla="*/ 0 w 110401"/>
                    <a:gd name="connsiteY88" fmla="*/ 331137 h 667153"/>
                    <a:gd name="connsiteX89" fmla="*/ 0 w 110401"/>
                    <a:gd name="connsiteY89" fmla="*/ 342966 h 667153"/>
                    <a:gd name="connsiteX90" fmla="*/ 0 w 110401"/>
                    <a:gd name="connsiteY90" fmla="*/ 354773 h 667153"/>
                    <a:gd name="connsiteX91" fmla="*/ 0 w 110401"/>
                    <a:gd name="connsiteY91" fmla="*/ 366603 h 667153"/>
                    <a:gd name="connsiteX92" fmla="*/ 0 w 110401"/>
                    <a:gd name="connsiteY92" fmla="*/ 378410 h 667153"/>
                    <a:gd name="connsiteX93" fmla="*/ 0 w 110401"/>
                    <a:gd name="connsiteY93" fmla="*/ 390217 h 667153"/>
                    <a:gd name="connsiteX94" fmla="*/ 0 w 110401"/>
                    <a:gd name="connsiteY94" fmla="*/ 402046 h 667153"/>
                    <a:gd name="connsiteX95" fmla="*/ 0 w 110401"/>
                    <a:gd name="connsiteY95" fmla="*/ 413853 h 667153"/>
                    <a:gd name="connsiteX96" fmla="*/ 0 w 110401"/>
                    <a:gd name="connsiteY96" fmla="*/ 425660 h 667153"/>
                    <a:gd name="connsiteX97" fmla="*/ 0 w 110401"/>
                    <a:gd name="connsiteY97" fmla="*/ 437467 h 667153"/>
                    <a:gd name="connsiteX98" fmla="*/ 0 w 110401"/>
                    <a:gd name="connsiteY98" fmla="*/ 449274 h 667153"/>
                    <a:gd name="connsiteX99" fmla="*/ 0 w 110401"/>
                    <a:gd name="connsiteY99" fmla="*/ 461104 h 667153"/>
                    <a:gd name="connsiteX100" fmla="*/ 0 w 110401"/>
                    <a:gd name="connsiteY100" fmla="*/ 472911 h 667153"/>
                    <a:gd name="connsiteX101" fmla="*/ 0 w 110401"/>
                    <a:gd name="connsiteY101" fmla="*/ 484740 h 667153"/>
                    <a:gd name="connsiteX102" fmla="*/ 0 w 110401"/>
                    <a:gd name="connsiteY102" fmla="*/ 496547 h 667153"/>
                    <a:gd name="connsiteX103" fmla="*/ 0 w 110401"/>
                    <a:gd name="connsiteY103" fmla="*/ 508377 h 667153"/>
                    <a:gd name="connsiteX104" fmla="*/ 0 w 110401"/>
                    <a:gd name="connsiteY104" fmla="*/ 520184 h 667153"/>
                    <a:gd name="connsiteX105" fmla="*/ 0 w 110401"/>
                    <a:gd name="connsiteY105" fmla="*/ 531991 h 667153"/>
                    <a:gd name="connsiteX106" fmla="*/ 0 w 110401"/>
                    <a:gd name="connsiteY106" fmla="*/ 543798 h 667153"/>
                    <a:gd name="connsiteX107" fmla="*/ 0 w 110401"/>
                    <a:gd name="connsiteY107" fmla="*/ 555605 h 667153"/>
                    <a:gd name="connsiteX108" fmla="*/ 0 w 110401"/>
                    <a:gd name="connsiteY108" fmla="*/ 567435 h 667153"/>
                    <a:gd name="connsiteX109" fmla="*/ 0 w 110401"/>
                    <a:gd name="connsiteY109" fmla="*/ 579242 h 667153"/>
                    <a:gd name="connsiteX110" fmla="*/ 0 w 110401"/>
                    <a:gd name="connsiteY110" fmla="*/ 591049 h 667153"/>
                    <a:gd name="connsiteX111" fmla="*/ 0 w 110401"/>
                    <a:gd name="connsiteY111" fmla="*/ 602878 h 667153"/>
                    <a:gd name="connsiteX112" fmla="*/ 0 w 110401"/>
                    <a:gd name="connsiteY112" fmla="*/ 614685 h 667153"/>
                    <a:gd name="connsiteX113" fmla="*/ 0 w 110401"/>
                    <a:gd name="connsiteY113" fmla="*/ 626515 h 667153"/>
                    <a:gd name="connsiteX114" fmla="*/ 0 w 110401"/>
                    <a:gd name="connsiteY114" fmla="*/ 638322 h 667153"/>
                    <a:gd name="connsiteX115" fmla="*/ 0 w 110401"/>
                    <a:gd name="connsiteY115" fmla="*/ 650129 h 667153"/>
                    <a:gd name="connsiteX116" fmla="*/ 0 w 110401"/>
                    <a:gd name="connsiteY116" fmla="*/ 661936 h 667153"/>
                    <a:gd name="connsiteX117" fmla="*/ 0 w 110401"/>
                    <a:gd name="connsiteY117" fmla="*/ 667153 h 667153"/>
                    <a:gd name="connsiteX118" fmla="*/ 6095 w 110401"/>
                    <a:gd name="connsiteY118" fmla="*/ 667153 h 667153"/>
                    <a:gd name="connsiteX119" fmla="*/ 14910 w 110401"/>
                    <a:gd name="connsiteY119" fmla="*/ 667153 h 667153"/>
                    <a:gd name="connsiteX120" fmla="*/ 15788 w 110401"/>
                    <a:gd name="connsiteY120" fmla="*/ 661936 h 6671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Lst>
                  <a:rect l="l" t="t" r="r" b="b"/>
                  <a:pathLst>
                    <a:path w="110401" h="667153">
                      <a:moveTo>
                        <a:pt x="15788" y="661936"/>
                      </a:moveTo>
                      <a:lnTo>
                        <a:pt x="17969" y="650129"/>
                      </a:lnTo>
                      <a:lnTo>
                        <a:pt x="20398" y="638322"/>
                      </a:lnTo>
                      <a:lnTo>
                        <a:pt x="23142" y="626515"/>
                      </a:lnTo>
                      <a:lnTo>
                        <a:pt x="26268" y="614685"/>
                      </a:lnTo>
                      <a:lnTo>
                        <a:pt x="29821" y="602878"/>
                      </a:lnTo>
                      <a:lnTo>
                        <a:pt x="33891" y="591049"/>
                      </a:lnTo>
                      <a:lnTo>
                        <a:pt x="38479" y="579242"/>
                      </a:lnTo>
                      <a:lnTo>
                        <a:pt x="43697" y="567435"/>
                      </a:lnTo>
                      <a:lnTo>
                        <a:pt x="49522" y="555605"/>
                      </a:lnTo>
                      <a:lnTo>
                        <a:pt x="55886" y="543798"/>
                      </a:lnTo>
                      <a:lnTo>
                        <a:pt x="62656" y="531991"/>
                      </a:lnTo>
                      <a:lnTo>
                        <a:pt x="69605" y="520184"/>
                      </a:lnTo>
                      <a:lnTo>
                        <a:pt x="76487" y="508377"/>
                      </a:lnTo>
                      <a:lnTo>
                        <a:pt x="83054" y="496547"/>
                      </a:lnTo>
                      <a:lnTo>
                        <a:pt x="89081" y="484740"/>
                      </a:lnTo>
                      <a:lnTo>
                        <a:pt x="94434" y="472911"/>
                      </a:lnTo>
                      <a:lnTo>
                        <a:pt x="99066" y="461104"/>
                      </a:lnTo>
                      <a:lnTo>
                        <a:pt x="102980" y="449274"/>
                      </a:lnTo>
                      <a:lnTo>
                        <a:pt x="106173" y="437467"/>
                      </a:lnTo>
                      <a:lnTo>
                        <a:pt x="108624" y="425660"/>
                      </a:lnTo>
                      <a:lnTo>
                        <a:pt x="110131" y="413853"/>
                      </a:lnTo>
                      <a:lnTo>
                        <a:pt x="110401" y="402046"/>
                      </a:lnTo>
                      <a:lnTo>
                        <a:pt x="109052" y="390217"/>
                      </a:lnTo>
                      <a:lnTo>
                        <a:pt x="105701" y="378410"/>
                      </a:lnTo>
                      <a:lnTo>
                        <a:pt x="100079" y="366603"/>
                      </a:lnTo>
                      <a:lnTo>
                        <a:pt x="92207" y="354773"/>
                      </a:lnTo>
                      <a:lnTo>
                        <a:pt x="82379" y="342966"/>
                      </a:lnTo>
                      <a:lnTo>
                        <a:pt x="71224" y="331137"/>
                      </a:lnTo>
                      <a:lnTo>
                        <a:pt x="59530" y="319330"/>
                      </a:lnTo>
                      <a:lnTo>
                        <a:pt x="48218" y="307523"/>
                      </a:lnTo>
                      <a:lnTo>
                        <a:pt x="38007" y="295716"/>
                      </a:lnTo>
                      <a:lnTo>
                        <a:pt x="29416" y="283908"/>
                      </a:lnTo>
                      <a:lnTo>
                        <a:pt x="22714" y="272079"/>
                      </a:lnTo>
                      <a:lnTo>
                        <a:pt x="17812" y="260272"/>
                      </a:lnTo>
                      <a:lnTo>
                        <a:pt x="14438" y="248442"/>
                      </a:lnTo>
                      <a:lnTo>
                        <a:pt x="12234" y="236635"/>
                      </a:lnTo>
                      <a:lnTo>
                        <a:pt x="10728" y="224828"/>
                      </a:lnTo>
                      <a:lnTo>
                        <a:pt x="9581" y="212999"/>
                      </a:lnTo>
                      <a:lnTo>
                        <a:pt x="8546" y="201192"/>
                      </a:lnTo>
                      <a:lnTo>
                        <a:pt x="7534" y="189362"/>
                      </a:lnTo>
                      <a:lnTo>
                        <a:pt x="6522" y="177555"/>
                      </a:lnTo>
                      <a:lnTo>
                        <a:pt x="5577" y="165771"/>
                      </a:lnTo>
                      <a:lnTo>
                        <a:pt x="4858" y="153941"/>
                      </a:lnTo>
                      <a:lnTo>
                        <a:pt x="4408" y="142134"/>
                      </a:lnTo>
                      <a:lnTo>
                        <a:pt x="4318" y="130305"/>
                      </a:lnTo>
                      <a:lnTo>
                        <a:pt x="4610" y="118498"/>
                      </a:lnTo>
                      <a:lnTo>
                        <a:pt x="5195" y="106691"/>
                      </a:lnTo>
                      <a:lnTo>
                        <a:pt x="5982" y="94861"/>
                      </a:lnTo>
                      <a:lnTo>
                        <a:pt x="6814" y="83054"/>
                      </a:lnTo>
                      <a:lnTo>
                        <a:pt x="7534" y="71224"/>
                      </a:lnTo>
                      <a:lnTo>
                        <a:pt x="8006" y="59417"/>
                      </a:lnTo>
                      <a:lnTo>
                        <a:pt x="8096" y="47610"/>
                      </a:lnTo>
                      <a:lnTo>
                        <a:pt x="7804" y="35803"/>
                      </a:lnTo>
                      <a:lnTo>
                        <a:pt x="7152" y="23996"/>
                      </a:lnTo>
                      <a:lnTo>
                        <a:pt x="6230" y="12167"/>
                      </a:lnTo>
                      <a:lnTo>
                        <a:pt x="5150" y="360"/>
                      </a:lnTo>
                      <a:lnTo>
                        <a:pt x="5105" y="0"/>
                      </a:lnTo>
                      <a:lnTo>
                        <a:pt x="112" y="0"/>
                      </a:lnTo>
                      <a:lnTo>
                        <a:pt x="0" y="0"/>
                      </a:lnTo>
                      <a:lnTo>
                        <a:pt x="0" y="360"/>
                      </a:lnTo>
                      <a:lnTo>
                        <a:pt x="0" y="12167"/>
                      </a:lnTo>
                      <a:lnTo>
                        <a:pt x="0" y="23996"/>
                      </a:lnTo>
                      <a:lnTo>
                        <a:pt x="0" y="35803"/>
                      </a:lnTo>
                      <a:lnTo>
                        <a:pt x="0" y="47610"/>
                      </a:lnTo>
                      <a:lnTo>
                        <a:pt x="0" y="59417"/>
                      </a:lnTo>
                      <a:lnTo>
                        <a:pt x="0" y="71224"/>
                      </a:lnTo>
                      <a:lnTo>
                        <a:pt x="0" y="83054"/>
                      </a:lnTo>
                      <a:lnTo>
                        <a:pt x="0" y="94861"/>
                      </a:lnTo>
                      <a:lnTo>
                        <a:pt x="0" y="106691"/>
                      </a:lnTo>
                      <a:lnTo>
                        <a:pt x="0" y="118498"/>
                      </a:lnTo>
                      <a:lnTo>
                        <a:pt x="0" y="130305"/>
                      </a:lnTo>
                      <a:lnTo>
                        <a:pt x="0" y="142134"/>
                      </a:lnTo>
                      <a:lnTo>
                        <a:pt x="0" y="153941"/>
                      </a:lnTo>
                      <a:lnTo>
                        <a:pt x="0" y="165771"/>
                      </a:lnTo>
                      <a:lnTo>
                        <a:pt x="0" y="177555"/>
                      </a:lnTo>
                      <a:lnTo>
                        <a:pt x="0" y="189362"/>
                      </a:lnTo>
                      <a:lnTo>
                        <a:pt x="0" y="201192"/>
                      </a:lnTo>
                      <a:lnTo>
                        <a:pt x="0" y="212999"/>
                      </a:lnTo>
                      <a:lnTo>
                        <a:pt x="0" y="224828"/>
                      </a:lnTo>
                      <a:lnTo>
                        <a:pt x="0" y="236635"/>
                      </a:lnTo>
                      <a:lnTo>
                        <a:pt x="0" y="248442"/>
                      </a:lnTo>
                      <a:lnTo>
                        <a:pt x="0" y="260272"/>
                      </a:lnTo>
                      <a:lnTo>
                        <a:pt x="0" y="272079"/>
                      </a:lnTo>
                      <a:lnTo>
                        <a:pt x="0" y="283908"/>
                      </a:lnTo>
                      <a:lnTo>
                        <a:pt x="0" y="295716"/>
                      </a:lnTo>
                      <a:lnTo>
                        <a:pt x="0" y="307523"/>
                      </a:lnTo>
                      <a:lnTo>
                        <a:pt x="0" y="319330"/>
                      </a:lnTo>
                      <a:lnTo>
                        <a:pt x="0" y="331137"/>
                      </a:lnTo>
                      <a:lnTo>
                        <a:pt x="0" y="342966"/>
                      </a:lnTo>
                      <a:lnTo>
                        <a:pt x="0" y="354773"/>
                      </a:lnTo>
                      <a:lnTo>
                        <a:pt x="0" y="366603"/>
                      </a:lnTo>
                      <a:lnTo>
                        <a:pt x="0" y="378410"/>
                      </a:lnTo>
                      <a:lnTo>
                        <a:pt x="0" y="390217"/>
                      </a:lnTo>
                      <a:lnTo>
                        <a:pt x="0" y="402046"/>
                      </a:lnTo>
                      <a:lnTo>
                        <a:pt x="0" y="413853"/>
                      </a:lnTo>
                      <a:lnTo>
                        <a:pt x="0" y="425660"/>
                      </a:lnTo>
                      <a:lnTo>
                        <a:pt x="0" y="437467"/>
                      </a:lnTo>
                      <a:lnTo>
                        <a:pt x="0" y="449274"/>
                      </a:lnTo>
                      <a:lnTo>
                        <a:pt x="0" y="461104"/>
                      </a:lnTo>
                      <a:lnTo>
                        <a:pt x="0" y="472911"/>
                      </a:lnTo>
                      <a:lnTo>
                        <a:pt x="0" y="484740"/>
                      </a:lnTo>
                      <a:lnTo>
                        <a:pt x="0" y="496547"/>
                      </a:lnTo>
                      <a:lnTo>
                        <a:pt x="0" y="508377"/>
                      </a:lnTo>
                      <a:lnTo>
                        <a:pt x="0" y="520184"/>
                      </a:lnTo>
                      <a:lnTo>
                        <a:pt x="0" y="531991"/>
                      </a:lnTo>
                      <a:lnTo>
                        <a:pt x="0" y="543798"/>
                      </a:lnTo>
                      <a:lnTo>
                        <a:pt x="0" y="555605"/>
                      </a:lnTo>
                      <a:lnTo>
                        <a:pt x="0" y="567435"/>
                      </a:lnTo>
                      <a:lnTo>
                        <a:pt x="0" y="579242"/>
                      </a:lnTo>
                      <a:lnTo>
                        <a:pt x="0" y="591049"/>
                      </a:lnTo>
                      <a:lnTo>
                        <a:pt x="0" y="602878"/>
                      </a:lnTo>
                      <a:lnTo>
                        <a:pt x="0" y="614685"/>
                      </a:lnTo>
                      <a:lnTo>
                        <a:pt x="0" y="626515"/>
                      </a:lnTo>
                      <a:lnTo>
                        <a:pt x="0" y="638322"/>
                      </a:lnTo>
                      <a:lnTo>
                        <a:pt x="0" y="650129"/>
                      </a:lnTo>
                      <a:lnTo>
                        <a:pt x="0" y="661936"/>
                      </a:lnTo>
                      <a:lnTo>
                        <a:pt x="0" y="667153"/>
                      </a:lnTo>
                      <a:lnTo>
                        <a:pt x="6095" y="667153"/>
                      </a:lnTo>
                      <a:lnTo>
                        <a:pt x="14910" y="667153"/>
                      </a:lnTo>
                      <a:lnTo>
                        <a:pt x="15788" y="661936"/>
                      </a:lnTo>
                      <a:close/>
                    </a:path>
                  </a:pathLst>
                </a:custGeom>
                <a:solidFill>
                  <a:srgbClr val="DAD7E8">
                    <a:alpha val="50000"/>
                  </a:srgbClr>
                </a:solidFill>
                <a:ln w="2249" cap="flat">
                  <a:noFill/>
                  <a:prstDash val="solid"/>
                  <a:miter/>
                </a:ln>
              </p:spPr>
              <p:txBody>
                <a:bodyPr rtlCol="0" anchor="ctr"/>
                <a:lstStyle/>
                <a:p>
                  <a:endParaRPr lang="en-US"/>
                </a:p>
              </p:txBody>
            </p:sp>
            <p:sp>
              <p:nvSpPr>
                <p:cNvPr id="2014" name="Freeform 2013">
                  <a:extLst>
                    <a:ext uri="{FF2B5EF4-FFF2-40B4-BE49-F238E27FC236}">
                      <a16:creationId xmlns:a16="http://schemas.microsoft.com/office/drawing/2014/main" id="{8DBA68E9-5303-9A9F-E16A-0B60D25DAF95}"/>
                    </a:ext>
                  </a:extLst>
                </p:cNvPr>
                <p:cNvSpPr/>
                <p:nvPr/>
              </p:nvSpPr>
              <p:spPr>
                <a:xfrm rot="20194800">
                  <a:off x="7682055" y="3454753"/>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2015" name="Freeform 2014">
                  <a:extLst>
                    <a:ext uri="{FF2B5EF4-FFF2-40B4-BE49-F238E27FC236}">
                      <a16:creationId xmlns:a16="http://schemas.microsoft.com/office/drawing/2014/main" id="{84DA8E57-9C4A-15D7-A40B-CC86E8B9BDB2}"/>
                    </a:ext>
                  </a:extLst>
                </p:cNvPr>
                <p:cNvSpPr/>
                <p:nvPr/>
              </p:nvSpPr>
              <p:spPr>
                <a:xfrm rot="20223000">
                  <a:off x="7553922" y="3305682"/>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2016" name="Freeform 2015">
                  <a:extLst>
                    <a:ext uri="{FF2B5EF4-FFF2-40B4-BE49-F238E27FC236}">
                      <a16:creationId xmlns:a16="http://schemas.microsoft.com/office/drawing/2014/main" id="{2FF6DE5C-05E3-345F-1D22-6938394A7B58}"/>
                    </a:ext>
                  </a:extLst>
                </p:cNvPr>
                <p:cNvSpPr/>
                <p:nvPr/>
              </p:nvSpPr>
              <p:spPr>
                <a:xfrm rot="20194800">
                  <a:off x="7715493" y="2651117"/>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2017" name="Freeform 2016">
                  <a:extLst>
                    <a:ext uri="{FF2B5EF4-FFF2-40B4-BE49-F238E27FC236}">
                      <a16:creationId xmlns:a16="http://schemas.microsoft.com/office/drawing/2014/main" id="{340EADCA-9B06-DFB0-256E-BED89A08EF10}"/>
                    </a:ext>
                  </a:extLst>
                </p:cNvPr>
                <p:cNvSpPr/>
                <p:nvPr/>
              </p:nvSpPr>
              <p:spPr>
                <a:xfrm rot="20194800">
                  <a:off x="7656687" y="3340500"/>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2018" name="Freeform 2017">
                  <a:extLst>
                    <a:ext uri="{FF2B5EF4-FFF2-40B4-BE49-F238E27FC236}">
                      <a16:creationId xmlns:a16="http://schemas.microsoft.com/office/drawing/2014/main" id="{7CA82DB6-D16C-B84C-6D58-BDD84AABC707}"/>
                    </a:ext>
                  </a:extLst>
                </p:cNvPr>
                <p:cNvSpPr/>
                <p:nvPr/>
              </p:nvSpPr>
              <p:spPr>
                <a:xfrm rot="20194800">
                  <a:off x="7711967" y="3603381"/>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4" y="12594"/>
                        <a:pt x="6297" y="12594"/>
                      </a:cubicBezTo>
                      <a:cubicBezTo>
                        <a:pt x="2819" y="12594"/>
                        <a:pt x="0" y="9775"/>
                        <a:pt x="0" y="6297"/>
                      </a:cubicBezTo>
                      <a:cubicBezTo>
                        <a:pt x="0" y="2819"/>
                        <a:pt x="2819" y="0"/>
                        <a:pt x="6297" y="0"/>
                      </a:cubicBezTo>
                      <a:cubicBezTo>
                        <a:pt x="9774"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2019" name="Freeform 2018">
                  <a:extLst>
                    <a:ext uri="{FF2B5EF4-FFF2-40B4-BE49-F238E27FC236}">
                      <a16:creationId xmlns:a16="http://schemas.microsoft.com/office/drawing/2014/main" id="{1E353DB3-91FB-9C29-478F-917A86075F20}"/>
                    </a:ext>
                  </a:extLst>
                </p:cNvPr>
                <p:cNvSpPr/>
                <p:nvPr/>
              </p:nvSpPr>
              <p:spPr>
                <a:xfrm rot="20194800">
                  <a:off x="7699875" y="3326090"/>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2020" name="Freeform 2019">
                  <a:extLst>
                    <a:ext uri="{FF2B5EF4-FFF2-40B4-BE49-F238E27FC236}">
                      <a16:creationId xmlns:a16="http://schemas.microsoft.com/office/drawing/2014/main" id="{8EAC3237-F50A-DADA-A10C-3E7220B4C681}"/>
                    </a:ext>
                  </a:extLst>
                </p:cNvPr>
                <p:cNvSpPr/>
                <p:nvPr/>
              </p:nvSpPr>
              <p:spPr>
                <a:xfrm rot="20180400">
                  <a:off x="7525757" y="3267513"/>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2021" name="Freeform 2020">
                  <a:extLst>
                    <a:ext uri="{FF2B5EF4-FFF2-40B4-BE49-F238E27FC236}">
                      <a16:creationId xmlns:a16="http://schemas.microsoft.com/office/drawing/2014/main" id="{30990D0C-82CE-3061-F41E-5BBAB80136F3}"/>
                    </a:ext>
                  </a:extLst>
                </p:cNvPr>
                <p:cNvSpPr/>
                <p:nvPr/>
              </p:nvSpPr>
              <p:spPr>
                <a:xfrm rot="20223000">
                  <a:off x="7556705" y="3259804"/>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2022" name="Freeform 2021">
                  <a:extLst>
                    <a:ext uri="{FF2B5EF4-FFF2-40B4-BE49-F238E27FC236}">
                      <a16:creationId xmlns:a16="http://schemas.microsoft.com/office/drawing/2014/main" id="{9AC7701A-2477-7EB0-6B8A-DB4D6446D7EF}"/>
                    </a:ext>
                  </a:extLst>
                </p:cNvPr>
                <p:cNvSpPr/>
                <p:nvPr/>
              </p:nvSpPr>
              <p:spPr>
                <a:xfrm rot="20194800">
                  <a:off x="7647119" y="3388593"/>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2023" name="Freeform 2022">
                  <a:extLst>
                    <a:ext uri="{FF2B5EF4-FFF2-40B4-BE49-F238E27FC236}">
                      <a16:creationId xmlns:a16="http://schemas.microsoft.com/office/drawing/2014/main" id="{FAC8A034-4B92-FAD6-9C63-A910193F3CF3}"/>
                    </a:ext>
                  </a:extLst>
                </p:cNvPr>
                <p:cNvSpPr/>
                <p:nvPr/>
              </p:nvSpPr>
              <p:spPr>
                <a:xfrm rot="20194800">
                  <a:off x="7714890" y="3692131"/>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2024" name="Freeform 2023">
                  <a:extLst>
                    <a:ext uri="{FF2B5EF4-FFF2-40B4-BE49-F238E27FC236}">
                      <a16:creationId xmlns:a16="http://schemas.microsoft.com/office/drawing/2014/main" id="{2710CE1F-A1FF-4F46-9E22-FFFC7B0733EE}"/>
                    </a:ext>
                  </a:extLst>
                </p:cNvPr>
                <p:cNvSpPr/>
                <p:nvPr/>
              </p:nvSpPr>
              <p:spPr>
                <a:xfrm rot="20194800">
                  <a:off x="7631648" y="3884399"/>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2025" name="Freeform 2024">
                  <a:extLst>
                    <a:ext uri="{FF2B5EF4-FFF2-40B4-BE49-F238E27FC236}">
                      <a16:creationId xmlns:a16="http://schemas.microsoft.com/office/drawing/2014/main" id="{7C83A181-3B4E-990D-D4D7-1F1AED5CB943}"/>
                    </a:ext>
                  </a:extLst>
                </p:cNvPr>
                <p:cNvSpPr/>
                <p:nvPr/>
              </p:nvSpPr>
              <p:spPr>
                <a:xfrm rot="20180400">
                  <a:off x="7539620" y="3422587"/>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2026" name="Freeform 2025">
                  <a:extLst>
                    <a:ext uri="{FF2B5EF4-FFF2-40B4-BE49-F238E27FC236}">
                      <a16:creationId xmlns:a16="http://schemas.microsoft.com/office/drawing/2014/main" id="{992B701E-FA0A-DA59-804B-B222B2B84B39}"/>
                    </a:ext>
                  </a:extLst>
                </p:cNvPr>
                <p:cNvSpPr/>
                <p:nvPr/>
              </p:nvSpPr>
              <p:spPr>
                <a:xfrm rot="20180400">
                  <a:off x="7532327" y="4251322"/>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2027" name="Freeform 2026">
                  <a:extLst>
                    <a:ext uri="{FF2B5EF4-FFF2-40B4-BE49-F238E27FC236}">
                      <a16:creationId xmlns:a16="http://schemas.microsoft.com/office/drawing/2014/main" id="{78E8CEB2-BD4E-A947-E761-5EB66C3AB781}"/>
                    </a:ext>
                  </a:extLst>
                </p:cNvPr>
                <p:cNvSpPr/>
                <p:nvPr/>
              </p:nvSpPr>
              <p:spPr>
                <a:xfrm rot="20194800">
                  <a:off x="7678316" y="3585162"/>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2028" name="Freeform 2027">
                  <a:extLst>
                    <a:ext uri="{FF2B5EF4-FFF2-40B4-BE49-F238E27FC236}">
                      <a16:creationId xmlns:a16="http://schemas.microsoft.com/office/drawing/2014/main" id="{D6E9C007-39E0-41EC-D5DF-6E06D76816B1}"/>
                    </a:ext>
                  </a:extLst>
                </p:cNvPr>
                <p:cNvSpPr/>
                <p:nvPr/>
              </p:nvSpPr>
              <p:spPr>
                <a:xfrm rot="20194800">
                  <a:off x="7605580" y="4046630"/>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2029" name="Freeform 2028">
                  <a:extLst>
                    <a:ext uri="{FF2B5EF4-FFF2-40B4-BE49-F238E27FC236}">
                      <a16:creationId xmlns:a16="http://schemas.microsoft.com/office/drawing/2014/main" id="{EEC1A716-3D3A-2035-5E7E-878CCB4281F2}"/>
                    </a:ext>
                  </a:extLst>
                </p:cNvPr>
                <p:cNvSpPr/>
                <p:nvPr/>
              </p:nvSpPr>
              <p:spPr>
                <a:xfrm rot="20194800">
                  <a:off x="7616320" y="3199868"/>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2030" name="Freeform 2029">
                  <a:extLst>
                    <a:ext uri="{FF2B5EF4-FFF2-40B4-BE49-F238E27FC236}">
                      <a16:creationId xmlns:a16="http://schemas.microsoft.com/office/drawing/2014/main" id="{513099B9-4264-6912-DC4C-739C0DEC1866}"/>
                    </a:ext>
                  </a:extLst>
                </p:cNvPr>
                <p:cNvSpPr/>
                <p:nvPr/>
              </p:nvSpPr>
              <p:spPr>
                <a:xfrm rot="20223000">
                  <a:off x="7568237" y="3655703"/>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2031" name="Freeform 2030">
                  <a:extLst>
                    <a:ext uri="{FF2B5EF4-FFF2-40B4-BE49-F238E27FC236}">
                      <a16:creationId xmlns:a16="http://schemas.microsoft.com/office/drawing/2014/main" id="{9A796903-9597-69C2-8205-178BC4180EC5}"/>
                    </a:ext>
                  </a:extLst>
                </p:cNvPr>
                <p:cNvSpPr/>
                <p:nvPr/>
              </p:nvSpPr>
              <p:spPr>
                <a:xfrm rot="20223000">
                  <a:off x="7553070" y="4011998"/>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2032" name="Freeform 2031">
                  <a:extLst>
                    <a:ext uri="{FF2B5EF4-FFF2-40B4-BE49-F238E27FC236}">
                      <a16:creationId xmlns:a16="http://schemas.microsoft.com/office/drawing/2014/main" id="{5B6278EC-9BA2-8514-CF3B-DB0727942B45}"/>
                    </a:ext>
                  </a:extLst>
                </p:cNvPr>
                <p:cNvSpPr/>
                <p:nvPr/>
              </p:nvSpPr>
              <p:spPr>
                <a:xfrm rot="20180400">
                  <a:off x="7542213" y="3603341"/>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2033" name="Freeform 2032">
                  <a:extLst>
                    <a:ext uri="{FF2B5EF4-FFF2-40B4-BE49-F238E27FC236}">
                      <a16:creationId xmlns:a16="http://schemas.microsoft.com/office/drawing/2014/main" id="{272DA464-16AC-BB8B-3741-DE26E8604209}"/>
                    </a:ext>
                  </a:extLst>
                </p:cNvPr>
                <p:cNvSpPr/>
                <p:nvPr/>
              </p:nvSpPr>
              <p:spPr>
                <a:xfrm rot="20194800">
                  <a:off x="7791768" y="1909290"/>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2034" name="Freeform 2033">
                  <a:extLst>
                    <a:ext uri="{FF2B5EF4-FFF2-40B4-BE49-F238E27FC236}">
                      <a16:creationId xmlns:a16="http://schemas.microsoft.com/office/drawing/2014/main" id="{F74767FB-3232-14BF-E4B5-571419DFF37C}"/>
                    </a:ext>
                  </a:extLst>
                </p:cNvPr>
                <p:cNvSpPr/>
                <p:nvPr/>
              </p:nvSpPr>
              <p:spPr>
                <a:xfrm rot="20223000">
                  <a:off x="7560207" y="4325855"/>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2035" name="Freeform 2034">
                  <a:extLst>
                    <a:ext uri="{FF2B5EF4-FFF2-40B4-BE49-F238E27FC236}">
                      <a16:creationId xmlns:a16="http://schemas.microsoft.com/office/drawing/2014/main" id="{908ED970-61FA-F8D5-052B-977B49CBF9DD}"/>
                    </a:ext>
                  </a:extLst>
                </p:cNvPr>
                <p:cNvSpPr/>
                <p:nvPr/>
              </p:nvSpPr>
              <p:spPr>
                <a:xfrm rot="20223000">
                  <a:off x="7566205" y="3704959"/>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2036" name="Freeform 2035">
                  <a:extLst>
                    <a:ext uri="{FF2B5EF4-FFF2-40B4-BE49-F238E27FC236}">
                      <a16:creationId xmlns:a16="http://schemas.microsoft.com/office/drawing/2014/main" id="{DC2D6425-41E1-8363-356D-F7CEF570441E}"/>
                    </a:ext>
                  </a:extLst>
                </p:cNvPr>
                <p:cNvSpPr/>
                <p:nvPr/>
              </p:nvSpPr>
              <p:spPr>
                <a:xfrm rot="20194800">
                  <a:off x="7684074" y="3183368"/>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2037" name="Freeform 2036">
                  <a:extLst>
                    <a:ext uri="{FF2B5EF4-FFF2-40B4-BE49-F238E27FC236}">
                      <a16:creationId xmlns:a16="http://schemas.microsoft.com/office/drawing/2014/main" id="{A508E11F-17E5-7FD0-3BD8-D80874688A04}"/>
                    </a:ext>
                  </a:extLst>
                </p:cNvPr>
                <p:cNvSpPr/>
                <p:nvPr/>
              </p:nvSpPr>
              <p:spPr>
                <a:xfrm rot="20194800">
                  <a:off x="7694506" y="3838110"/>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2038" name="Freeform 2037">
                  <a:extLst>
                    <a:ext uri="{FF2B5EF4-FFF2-40B4-BE49-F238E27FC236}">
                      <a16:creationId xmlns:a16="http://schemas.microsoft.com/office/drawing/2014/main" id="{D27D67CD-E39E-1653-4E07-A2A5460587A9}"/>
                    </a:ext>
                  </a:extLst>
                </p:cNvPr>
                <p:cNvSpPr/>
                <p:nvPr/>
              </p:nvSpPr>
              <p:spPr>
                <a:xfrm rot="20194800">
                  <a:off x="7603569" y="3835052"/>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2039" name="Freeform 2038">
                  <a:extLst>
                    <a:ext uri="{FF2B5EF4-FFF2-40B4-BE49-F238E27FC236}">
                      <a16:creationId xmlns:a16="http://schemas.microsoft.com/office/drawing/2014/main" id="{78E15546-0BAB-6E0B-1EDC-DB9BF2F73CC7}"/>
                    </a:ext>
                  </a:extLst>
                </p:cNvPr>
                <p:cNvSpPr/>
                <p:nvPr/>
              </p:nvSpPr>
              <p:spPr>
                <a:xfrm rot="20158200">
                  <a:off x="7492487" y="3240628"/>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2040" name="Freeform 2039">
                  <a:extLst>
                    <a:ext uri="{FF2B5EF4-FFF2-40B4-BE49-F238E27FC236}">
                      <a16:creationId xmlns:a16="http://schemas.microsoft.com/office/drawing/2014/main" id="{CA427E20-4B85-F2C6-6E68-04458B6EF244}"/>
                    </a:ext>
                  </a:extLst>
                </p:cNvPr>
                <p:cNvSpPr/>
                <p:nvPr/>
              </p:nvSpPr>
              <p:spPr>
                <a:xfrm rot="20194800">
                  <a:off x="7641494" y="3857232"/>
                  <a:ext cx="54698" cy="54698"/>
                </a:xfrm>
                <a:custGeom>
                  <a:avLst/>
                  <a:gdLst>
                    <a:gd name="connsiteX0" fmla="*/ 12594 w 12594"/>
                    <a:gd name="connsiteY0" fmla="*/ 6297 h 12594"/>
                    <a:gd name="connsiteX1" fmla="*/ 6297 w 12594"/>
                    <a:gd name="connsiteY1" fmla="*/ 12594 h 12594"/>
                    <a:gd name="connsiteX2" fmla="*/ 0 w 12594"/>
                    <a:gd name="connsiteY2" fmla="*/ 6297 h 12594"/>
                    <a:gd name="connsiteX3" fmla="*/ 6297 w 12594"/>
                    <a:gd name="connsiteY3" fmla="*/ 0 h 12594"/>
                    <a:gd name="connsiteX4" fmla="*/ 12594 w 12594"/>
                    <a:gd name="connsiteY4" fmla="*/ 6297 h 12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94" h="12594">
                      <a:moveTo>
                        <a:pt x="12594" y="6297"/>
                      </a:moveTo>
                      <a:cubicBezTo>
                        <a:pt x="12594" y="9775"/>
                        <a:pt x="9775" y="12594"/>
                        <a:pt x="6297" y="12594"/>
                      </a:cubicBezTo>
                      <a:cubicBezTo>
                        <a:pt x="2819" y="12594"/>
                        <a:pt x="0" y="9775"/>
                        <a:pt x="0" y="6297"/>
                      </a:cubicBezTo>
                      <a:cubicBezTo>
                        <a:pt x="0" y="2819"/>
                        <a:pt x="2819" y="0"/>
                        <a:pt x="6297" y="0"/>
                      </a:cubicBezTo>
                      <a:cubicBezTo>
                        <a:pt x="9775" y="0"/>
                        <a:pt x="12594" y="2819"/>
                        <a:pt x="12594" y="6297"/>
                      </a:cubicBezTo>
                      <a:close/>
                    </a:path>
                  </a:pathLst>
                </a:custGeom>
                <a:solidFill>
                  <a:srgbClr val="DAD7E8">
                    <a:alpha val="60000"/>
                  </a:srgbClr>
                </a:solidFill>
                <a:ln w="2249" cap="flat">
                  <a:noFill/>
                  <a:prstDash val="solid"/>
                  <a:miter/>
                </a:ln>
              </p:spPr>
              <p:txBody>
                <a:bodyPr rtlCol="0" anchor="ctr"/>
                <a:lstStyle/>
                <a:p>
                  <a:endParaRPr lang="en-US"/>
                </a:p>
              </p:txBody>
            </p:sp>
            <p:sp>
              <p:nvSpPr>
                <p:cNvPr id="2041" name="Freeform 2040">
                  <a:extLst>
                    <a:ext uri="{FF2B5EF4-FFF2-40B4-BE49-F238E27FC236}">
                      <a16:creationId xmlns:a16="http://schemas.microsoft.com/office/drawing/2014/main" id="{7076535F-E4DB-387C-4641-CE6ED91DC593}"/>
                    </a:ext>
                  </a:extLst>
                </p:cNvPr>
                <p:cNvSpPr/>
                <p:nvPr/>
              </p:nvSpPr>
              <p:spPr>
                <a:xfrm>
                  <a:off x="7857733" y="3321434"/>
                  <a:ext cx="143877" cy="568181"/>
                </a:xfrm>
                <a:custGeom>
                  <a:avLst/>
                  <a:gdLst>
                    <a:gd name="connsiteX0" fmla="*/ 0 w 33127"/>
                    <a:gd name="connsiteY0" fmla="*/ 0 h 130821"/>
                    <a:gd name="connsiteX1" fmla="*/ 33127 w 33127"/>
                    <a:gd name="connsiteY1" fmla="*/ 0 h 130821"/>
                    <a:gd name="connsiteX2" fmla="*/ 33127 w 33127"/>
                    <a:gd name="connsiteY2" fmla="*/ 130822 h 130821"/>
                    <a:gd name="connsiteX3" fmla="*/ 0 w 33127"/>
                    <a:gd name="connsiteY3" fmla="*/ 130822 h 130821"/>
                  </a:gdLst>
                  <a:ahLst/>
                  <a:cxnLst>
                    <a:cxn ang="0">
                      <a:pos x="connsiteX0" y="connsiteY0"/>
                    </a:cxn>
                    <a:cxn ang="0">
                      <a:pos x="connsiteX1" y="connsiteY1"/>
                    </a:cxn>
                    <a:cxn ang="0">
                      <a:pos x="connsiteX2" y="connsiteY2"/>
                    </a:cxn>
                    <a:cxn ang="0">
                      <a:pos x="connsiteX3" y="connsiteY3"/>
                    </a:cxn>
                  </a:cxnLst>
                  <a:rect l="l" t="t" r="r" b="b"/>
                  <a:pathLst>
                    <a:path w="33127" h="130821">
                      <a:moveTo>
                        <a:pt x="0" y="0"/>
                      </a:moveTo>
                      <a:lnTo>
                        <a:pt x="33127" y="0"/>
                      </a:lnTo>
                      <a:lnTo>
                        <a:pt x="33127" y="130822"/>
                      </a:lnTo>
                      <a:lnTo>
                        <a:pt x="0" y="130822"/>
                      </a:lnTo>
                      <a:close/>
                    </a:path>
                  </a:pathLst>
                </a:custGeom>
                <a:solidFill>
                  <a:srgbClr val="DAD7E8"/>
                </a:solidFill>
                <a:ln w="2249" cap="flat">
                  <a:noFill/>
                  <a:prstDash val="solid"/>
                  <a:miter/>
                </a:ln>
              </p:spPr>
              <p:txBody>
                <a:bodyPr rtlCol="0" anchor="ctr"/>
                <a:lstStyle/>
                <a:p>
                  <a:endParaRPr lang="en-US"/>
                </a:p>
              </p:txBody>
            </p:sp>
            <p:sp>
              <p:nvSpPr>
                <p:cNvPr id="2042" name="Freeform 2041">
                  <a:extLst>
                    <a:ext uri="{FF2B5EF4-FFF2-40B4-BE49-F238E27FC236}">
                      <a16:creationId xmlns:a16="http://schemas.microsoft.com/office/drawing/2014/main" id="{C40EF367-D6C9-E176-5C3D-A4AE962BC6E2}"/>
                    </a:ext>
                  </a:extLst>
                </p:cNvPr>
                <p:cNvSpPr/>
                <p:nvPr/>
              </p:nvSpPr>
              <p:spPr>
                <a:xfrm>
                  <a:off x="7857733" y="3321434"/>
                  <a:ext cx="143877" cy="568181"/>
                </a:xfrm>
                <a:custGeom>
                  <a:avLst/>
                  <a:gdLst>
                    <a:gd name="connsiteX0" fmla="*/ 0 w 33127"/>
                    <a:gd name="connsiteY0" fmla="*/ 0 h 130821"/>
                    <a:gd name="connsiteX1" fmla="*/ 33127 w 33127"/>
                    <a:gd name="connsiteY1" fmla="*/ 0 h 130821"/>
                    <a:gd name="connsiteX2" fmla="*/ 33127 w 33127"/>
                    <a:gd name="connsiteY2" fmla="*/ 130822 h 130821"/>
                    <a:gd name="connsiteX3" fmla="*/ 0 w 33127"/>
                    <a:gd name="connsiteY3" fmla="*/ 130822 h 130821"/>
                  </a:gdLst>
                  <a:ahLst/>
                  <a:cxnLst>
                    <a:cxn ang="0">
                      <a:pos x="connsiteX0" y="connsiteY0"/>
                    </a:cxn>
                    <a:cxn ang="0">
                      <a:pos x="connsiteX1" y="connsiteY1"/>
                    </a:cxn>
                    <a:cxn ang="0">
                      <a:pos x="connsiteX2" y="connsiteY2"/>
                    </a:cxn>
                    <a:cxn ang="0">
                      <a:pos x="connsiteX3" y="connsiteY3"/>
                    </a:cxn>
                  </a:cxnLst>
                  <a:rect l="l" t="t" r="r" b="b"/>
                  <a:pathLst>
                    <a:path w="33127" h="130821">
                      <a:moveTo>
                        <a:pt x="0" y="0"/>
                      </a:moveTo>
                      <a:lnTo>
                        <a:pt x="33127" y="0"/>
                      </a:lnTo>
                      <a:lnTo>
                        <a:pt x="33127" y="130822"/>
                      </a:lnTo>
                      <a:lnTo>
                        <a:pt x="0" y="130822"/>
                      </a:lnTo>
                      <a:close/>
                    </a:path>
                  </a:pathLst>
                </a:custGeom>
                <a:noFill/>
                <a:ln w="4498" cap="flat">
                  <a:solidFill>
                    <a:srgbClr val="000000"/>
                  </a:solidFill>
                  <a:prstDash val="solid"/>
                  <a:miter/>
                </a:ln>
              </p:spPr>
              <p:txBody>
                <a:bodyPr rtlCol="0" anchor="ctr"/>
                <a:lstStyle/>
                <a:p>
                  <a:endParaRPr lang="en-US"/>
                </a:p>
              </p:txBody>
            </p:sp>
            <p:sp>
              <p:nvSpPr>
                <p:cNvPr id="2043" name="Freeform 2042">
                  <a:extLst>
                    <a:ext uri="{FF2B5EF4-FFF2-40B4-BE49-F238E27FC236}">
                      <a16:creationId xmlns:a16="http://schemas.microsoft.com/office/drawing/2014/main" id="{8FBFDE69-A55A-7B8D-5871-1B0F1468C65F}"/>
                    </a:ext>
                  </a:extLst>
                </p:cNvPr>
                <p:cNvSpPr/>
                <p:nvPr/>
              </p:nvSpPr>
              <p:spPr>
                <a:xfrm>
                  <a:off x="7857733" y="3628824"/>
                  <a:ext cx="143877" cy="9764"/>
                </a:xfrm>
                <a:custGeom>
                  <a:avLst/>
                  <a:gdLst>
                    <a:gd name="connsiteX0" fmla="*/ 0 w 33127"/>
                    <a:gd name="connsiteY0" fmla="*/ 0 h 2248"/>
                    <a:gd name="connsiteX1" fmla="*/ 33127 w 33127"/>
                    <a:gd name="connsiteY1" fmla="*/ 0 h 2248"/>
                  </a:gdLst>
                  <a:ahLst/>
                  <a:cxnLst>
                    <a:cxn ang="0">
                      <a:pos x="connsiteX0" y="connsiteY0"/>
                    </a:cxn>
                    <a:cxn ang="0">
                      <a:pos x="connsiteX1" y="connsiteY1"/>
                    </a:cxn>
                  </a:cxnLst>
                  <a:rect l="l" t="t" r="r" b="b"/>
                  <a:pathLst>
                    <a:path w="33127" h="2248">
                      <a:moveTo>
                        <a:pt x="0" y="0"/>
                      </a:moveTo>
                      <a:lnTo>
                        <a:pt x="33127" y="0"/>
                      </a:lnTo>
                    </a:path>
                  </a:pathLst>
                </a:custGeom>
                <a:ln w="4498" cap="flat">
                  <a:solidFill>
                    <a:srgbClr val="000000"/>
                  </a:solidFill>
                  <a:prstDash val="solid"/>
                  <a:round/>
                </a:ln>
              </p:spPr>
              <p:txBody>
                <a:bodyPr rtlCol="0" anchor="ctr"/>
                <a:lstStyle/>
                <a:p>
                  <a:endParaRPr lang="en-US"/>
                </a:p>
              </p:txBody>
            </p:sp>
            <p:grpSp>
              <p:nvGrpSpPr>
                <p:cNvPr id="2044" name="Graphic 3">
                  <a:extLst>
                    <a:ext uri="{FF2B5EF4-FFF2-40B4-BE49-F238E27FC236}">
                      <a16:creationId xmlns:a16="http://schemas.microsoft.com/office/drawing/2014/main" id="{7F8AABFE-92E1-2AA1-E304-452061CCE50C}"/>
                    </a:ext>
                  </a:extLst>
                </p:cNvPr>
                <p:cNvGrpSpPr/>
                <p:nvPr/>
              </p:nvGrpSpPr>
              <p:grpSpPr>
                <a:xfrm>
                  <a:off x="7257608" y="1722563"/>
                  <a:ext cx="252783" cy="67102"/>
                  <a:chOff x="8562141" y="2404447"/>
                  <a:chExt cx="58202" cy="15450"/>
                </a:xfrm>
                <a:solidFill>
                  <a:srgbClr val="000000"/>
                </a:solidFill>
              </p:grpSpPr>
              <p:sp>
                <p:nvSpPr>
                  <p:cNvPr id="2070" name="Freeform 2069">
                    <a:extLst>
                      <a:ext uri="{FF2B5EF4-FFF2-40B4-BE49-F238E27FC236}">
                        <a16:creationId xmlns:a16="http://schemas.microsoft.com/office/drawing/2014/main" id="{4B7FF805-D3DD-A670-DD43-CC51CAEA1557}"/>
                      </a:ext>
                    </a:extLst>
                  </p:cNvPr>
                  <p:cNvSpPr/>
                  <p:nvPr/>
                </p:nvSpPr>
                <p:spPr>
                  <a:xfrm>
                    <a:off x="8562141" y="2404447"/>
                    <a:ext cx="16214" cy="15450"/>
                  </a:xfrm>
                  <a:custGeom>
                    <a:avLst/>
                    <a:gdLst>
                      <a:gd name="connsiteX0" fmla="*/ 6972 w 16214"/>
                      <a:gd name="connsiteY0" fmla="*/ 6320 h 15450"/>
                      <a:gd name="connsiteX1" fmla="*/ 6972 w 16214"/>
                      <a:gd name="connsiteY1" fmla="*/ 0 h 15450"/>
                      <a:gd name="connsiteX2" fmla="*/ 9243 w 16214"/>
                      <a:gd name="connsiteY2" fmla="*/ 0 h 15450"/>
                      <a:gd name="connsiteX3" fmla="*/ 9243 w 16214"/>
                      <a:gd name="connsiteY3" fmla="*/ 6320 h 15450"/>
                      <a:gd name="connsiteX4" fmla="*/ 15406 w 16214"/>
                      <a:gd name="connsiteY4" fmla="*/ 4048 h 15450"/>
                      <a:gd name="connsiteX5" fmla="*/ 16215 w 16214"/>
                      <a:gd name="connsiteY5" fmla="*/ 6432 h 15450"/>
                      <a:gd name="connsiteX6" fmla="*/ 10053 w 16214"/>
                      <a:gd name="connsiteY6" fmla="*/ 8434 h 15450"/>
                      <a:gd name="connsiteX7" fmla="*/ 14101 w 16214"/>
                      <a:gd name="connsiteY7" fmla="*/ 14146 h 15450"/>
                      <a:gd name="connsiteX8" fmla="*/ 11987 w 16214"/>
                      <a:gd name="connsiteY8" fmla="*/ 15450 h 15450"/>
                      <a:gd name="connsiteX9" fmla="*/ 7984 w 16214"/>
                      <a:gd name="connsiteY9" fmla="*/ 9626 h 15450"/>
                      <a:gd name="connsiteX10" fmla="*/ 3778 w 16214"/>
                      <a:gd name="connsiteY10" fmla="*/ 15338 h 15450"/>
                      <a:gd name="connsiteX11" fmla="*/ 1889 w 16214"/>
                      <a:gd name="connsiteY11" fmla="*/ 13876 h 15450"/>
                      <a:gd name="connsiteX12" fmla="*/ 6050 w 16214"/>
                      <a:gd name="connsiteY12" fmla="*/ 8434 h 15450"/>
                      <a:gd name="connsiteX13" fmla="*/ 0 w 16214"/>
                      <a:gd name="connsiteY13" fmla="*/ 6275 h 15450"/>
                      <a:gd name="connsiteX14" fmla="*/ 967 w 16214"/>
                      <a:gd name="connsiteY14" fmla="*/ 4003 h 15450"/>
                      <a:gd name="connsiteX15" fmla="*/ 6949 w 16214"/>
                      <a:gd name="connsiteY15" fmla="*/ 6320 h 15450"/>
                      <a:gd name="connsiteX16" fmla="*/ 6972 w 16214"/>
                      <a:gd name="connsiteY16" fmla="*/ 6320 h 15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14" h="15450">
                        <a:moveTo>
                          <a:pt x="6972" y="6320"/>
                        </a:moveTo>
                        <a:lnTo>
                          <a:pt x="6972" y="0"/>
                        </a:lnTo>
                        <a:lnTo>
                          <a:pt x="9243" y="0"/>
                        </a:lnTo>
                        <a:lnTo>
                          <a:pt x="9243" y="6320"/>
                        </a:lnTo>
                        <a:lnTo>
                          <a:pt x="15406" y="4048"/>
                        </a:lnTo>
                        <a:lnTo>
                          <a:pt x="16215" y="6432"/>
                        </a:lnTo>
                        <a:lnTo>
                          <a:pt x="10053" y="8434"/>
                        </a:lnTo>
                        <a:lnTo>
                          <a:pt x="14101" y="14146"/>
                        </a:lnTo>
                        <a:lnTo>
                          <a:pt x="11987" y="15450"/>
                        </a:lnTo>
                        <a:lnTo>
                          <a:pt x="7984" y="9626"/>
                        </a:lnTo>
                        <a:lnTo>
                          <a:pt x="3778" y="15338"/>
                        </a:lnTo>
                        <a:lnTo>
                          <a:pt x="1889" y="13876"/>
                        </a:lnTo>
                        <a:lnTo>
                          <a:pt x="6050" y="8434"/>
                        </a:lnTo>
                        <a:lnTo>
                          <a:pt x="0" y="6275"/>
                        </a:lnTo>
                        <a:lnTo>
                          <a:pt x="967" y="4003"/>
                        </a:lnTo>
                        <a:lnTo>
                          <a:pt x="6949" y="6320"/>
                        </a:lnTo>
                        <a:lnTo>
                          <a:pt x="6972" y="6320"/>
                        </a:lnTo>
                        <a:close/>
                      </a:path>
                    </a:pathLst>
                  </a:custGeom>
                  <a:solidFill>
                    <a:srgbClr val="000000"/>
                  </a:solidFill>
                  <a:ln w="2249" cap="flat">
                    <a:noFill/>
                    <a:prstDash val="solid"/>
                    <a:miter/>
                  </a:ln>
                </p:spPr>
                <p:txBody>
                  <a:bodyPr rtlCol="0" anchor="ctr"/>
                  <a:lstStyle/>
                  <a:p>
                    <a:endParaRPr lang="en-US"/>
                  </a:p>
                </p:txBody>
              </p:sp>
              <p:sp>
                <p:nvSpPr>
                  <p:cNvPr id="2071" name="Freeform 2070">
                    <a:extLst>
                      <a:ext uri="{FF2B5EF4-FFF2-40B4-BE49-F238E27FC236}">
                        <a16:creationId xmlns:a16="http://schemas.microsoft.com/office/drawing/2014/main" id="{C359428E-70C3-7674-E82F-C91A59007BD7}"/>
                      </a:ext>
                    </a:extLst>
                  </p:cNvPr>
                  <p:cNvSpPr/>
                  <p:nvPr/>
                </p:nvSpPr>
                <p:spPr>
                  <a:xfrm>
                    <a:off x="8583124" y="2404447"/>
                    <a:ext cx="16214" cy="15450"/>
                  </a:xfrm>
                  <a:custGeom>
                    <a:avLst/>
                    <a:gdLst>
                      <a:gd name="connsiteX0" fmla="*/ 6971 w 16214"/>
                      <a:gd name="connsiteY0" fmla="*/ 6320 h 15450"/>
                      <a:gd name="connsiteX1" fmla="*/ 6971 w 16214"/>
                      <a:gd name="connsiteY1" fmla="*/ 0 h 15450"/>
                      <a:gd name="connsiteX2" fmla="*/ 9243 w 16214"/>
                      <a:gd name="connsiteY2" fmla="*/ 0 h 15450"/>
                      <a:gd name="connsiteX3" fmla="*/ 9243 w 16214"/>
                      <a:gd name="connsiteY3" fmla="*/ 6320 h 15450"/>
                      <a:gd name="connsiteX4" fmla="*/ 15405 w 16214"/>
                      <a:gd name="connsiteY4" fmla="*/ 4048 h 15450"/>
                      <a:gd name="connsiteX5" fmla="*/ 16215 w 16214"/>
                      <a:gd name="connsiteY5" fmla="*/ 6432 h 15450"/>
                      <a:gd name="connsiteX6" fmla="*/ 10053 w 16214"/>
                      <a:gd name="connsiteY6" fmla="*/ 8434 h 15450"/>
                      <a:gd name="connsiteX7" fmla="*/ 14101 w 16214"/>
                      <a:gd name="connsiteY7" fmla="*/ 14146 h 15450"/>
                      <a:gd name="connsiteX8" fmla="*/ 11987 w 16214"/>
                      <a:gd name="connsiteY8" fmla="*/ 15450 h 15450"/>
                      <a:gd name="connsiteX9" fmla="*/ 7983 w 16214"/>
                      <a:gd name="connsiteY9" fmla="*/ 9626 h 15450"/>
                      <a:gd name="connsiteX10" fmla="*/ 3778 w 16214"/>
                      <a:gd name="connsiteY10" fmla="*/ 15338 h 15450"/>
                      <a:gd name="connsiteX11" fmla="*/ 1889 w 16214"/>
                      <a:gd name="connsiteY11" fmla="*/ 13876 h 15450"/>
                      <a:gd name="connsiteX12" fmla="*/ 6050 w 16214"/>
                      <a:gd name="connsiteY12" fmla="*/ 8434 h 15450"/>
                      <a:gd name="connsiteX13" fmla="*/ 0 w 16214"/>
                      <a:gd name="connsiteY13" fmla="*/ 6275 h 15450"/>
                      <a:gd name="connsiteX14" fmla="*/ 967 w 16214"/>
                      <a:gd name="connsiteY14" fmla="*/ 4003 h 15450"/>
                      <a:gd name="connsiteX15" fmla="*/ 6949 w 16214"/>
                      <a:gd name="connsiteY15" fmla="*/ 6320 h 15450"/>
                      <a:gd name="connsiteX16" fmla="*/ 6971 w 16214"/>
                      <a:gd name="connsiteY16" fmla="*/ 6320 h 15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14" h="15450">
                        <a:moveTo>
                          <a:pt x="6971" y="6320"/>
                        </a:moveTo>
                        <a:lnTo>
                          <a:pt x="6971" y="0"/>
                        </a:lnTo>
                        <a:lnTo>
                          <a:pt x="9243" y="0"/>
                        </a:lnTo>
                        <a:lnTo>
                          <a:pt x="9243" y="6320"/>
                        </a:lnTo>
                        <a:lnTo>
                          <a:pt x="15405" y="4048"/>
                        </a:lnTo>
                        <a:lnTo>
                          <a:pt x="16215" y="6432"/>
                        </a:lnTo>
                        <a:lnTo>
                          <a:pt x="10053" y="8434"/>
                        </a:lnTo>
                        <a:lnTo>
                          <a:pt x="14101" y="14146"/>
                        </a:lnTo>
                        <a:lnTo>
                          <a:pt x="11987" y="15450"/>
                        </a:lnTo>
                        <a:lnTo>
                          <a:pt x="7983" y="9626"/>
                        </a:lnTo>
                        <a:lnTo>
                          <a:pt x="3778" y="15338"/>
                        </a:lnTo>
                        <a:lnTo>
                          <a:pt x="1889" y="13876"/>
                        </a:lnTo>
                        <a:lnTo>
                          <a:pt x="6050" y="8434"/>
                        </a:lnTo>
                        <a:lnTo>
                          <a:pt x="0" y="6275"/>
                        </a:lnTo>
                        <a:lnTo>
                          <a:pt x="967" y="4003"/>
                        </a:lnTo>
                        <a:lnTo>
                          <a:pt x="6949" y="6320"/>
                        </a:lnTo>
                        <a:lnTo>
                          <a:pt x="6971" y="6320"/>
                        </a:lnTo>
                        <a:close/>
                      </a:path>
                    </a:pathLst>
                  </a:custGeom>
                  <a:solidFill>
                    <a:srgbClr val="000000"/>
                  </a:solidFill>
                  <a:ln w="2249" cap="flat">
                    <a:noFill/>
                    <a:prstDash val="solid"/>
                    <a:miter/>
                  </a:ln>
                </p:spPr>
                <p:txBody>
                  <a:bodyPr rtlCol="0" anchor="ctr"/>
                  <a:lstStyle/>
                  <a:p>
                    <a:endParaRPr lang="en-US"/>
                  </a:p>
                </p:txBody>
              </p:sp>
              <p:sp>
                <p:nvSpPr>
                  <p:cNvPr id="2072" name="Freeform 2071">
                    <a:extLst>
                      <a:ext uri="{FF2B5EF4-FFF2-40B4-BE49-F238E27FC236}">
                        <a16:creationId xmlns:a16="http://schemas.microsoft.com/office/drawing/2014/main" id="{2F1FB298-2E3B-8F82-5790-643366BF60C5}"/>
                      </a:ext>
                    </a:extLst>
                  </p:cNvPr>
                  <p:cNvSpPr/>
                  <p:nvPr/>
                </p:nvSpPr>
                <p:spPr>
                  <a:xfrm>
                    <a:off x="8604128" y="2404447"/>
                    <a:ext cx="16214" cy="15450"/>
                  </a:xfrm>
                  <a:custGeom>
                    <a:avLst/>
                    <a:gdLst>
                      <a:gd name="connsiteX0" fmla="*/ 6972 w 16214"/>
                      <a:gd name="connsiteY0" fmla="*/ 6320 h 15450"/>
                      <a:gd name="connsiteX1" fmla="*/ 6972 w 16214"/>
                      <a:gd name="connsiteY1" fmla="*/ 0 h 15450"/>
                      <a:gd name="connsiteX2" fmla="*/ 9243 w 16214"/>
                      <a:gd name="connsiteY2" fmla="*/ 0 h 15450"/>
                      <a:gd name="connsiteX3" fmla="*/ 9243 w 16214"/>
                      <a:gd name="connsiteY3" fmla="*/ 6320 h 15450"/>
                      <a:gd name="connsiteX4" fmla="*/ 15406 w 16214"/>
                      <a:gd name="connsiteY4" fmla="*/ 4048 h 15450"/>
                      <a:gd name="connsiteX5" fmla="*/ 16215 w 16214"/>
                      <a:gd name="connsiteY5" fmla="*/ 6432 h 15450"/>
                      <a:gd name="connsiteX6" fmla="*/ 10053 w 16214"/>
                      <a:gd name="connsiteY6" fmla="*/ 8434 h 15450"/>
                      <a:gd name="connsiteX7" fmla="*/ 14101 w 16214"/>
                      <a:gd name="connsiteY7" fmla="*/ 14146 h 15450"/>
                      <a:gd name="connsiteX8" fmla="*/ 11987 w 16214"/>
                      <a:gd name="connsiteY8" fmla="*/ 15450 h 15450"/>
                      <a:gd name="connsiteX9" fmla="*/ 7984 w 16214"/>
                      <a:gd name="connsiteY9" fmla="*/ 9626 h 15450"/>
                      <a:gd name="connsiteX10" fmla="*/ 3779 w 16214"/>
                      <a:gd name="connsiteY10" fmla="*/ 15338 h 15450"/>
                      <a:gd name="connsiteX11" fmla="*/ 1889 w 16214"/>
                      <a:gd name="connsiteY11" fmla="*/ 13876 h 15450"/>
                      <a:gd name="connsiteX12" fmla="*/ 6050 w 16214"/>
                      <a:gd name="connsiteY12" fmla="*/ 8434 h 15450"/>
                      <a:gd name="connsiteX13" fmla="*/ 0 w 16214"/>
                      <a:gd name="connsiteY13" fmla="*/ 6275 h 15450"/>
                      <a:gd name="connsiteX14" fmla="*/ 967 w 16214"/>
                      <a:gd name="connsiteY14" fmla="*/ 4003 h 15450"/>
                      <a:gd name="connsiteX15" fmla="*/ 6949 w 16214"/>
                      <a:gd name="connsiteY15" fmla="*/ 6320 h 15450"/>
                      <a:gd name="connsiteX16" fmla="*/ 6972 w 16214"/>
                      <a:gd name="connsiteY16" fmla="*/ 6320 h 15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14" h="15450">
                        <a:moveTo>
                          <a:pt x="6972" y="6320"/>
                        </a:moveTo>
                        <a:lnTo>
                          <a:pt x="6972" y="0"/>
                        </a:lnTo>
                        <a:lnTo>
                          <a:pt x="9243" y="0"/>
                        </a:lnTo>
                        <a:lnTo>
                          <a:pt x="9243" y="6320"/>
                        </a:lnTo>
                        <a:lnTo>
                          <a:pt x="15406" y="4048"/>
                        </a:lnTo>
                        <a:lnTo>
                          <a:pt x="16215" y="6432"/>
                        </a:lnTo>
                        <a:lnTo>
                          <a:pt x="10053" y="8434"/>
                        </a:lnTo>
                        <a:lnTo>
                          <a:pt x="14101" y="14146"/>
                        </a:lnTo>
                        <a:lnTo>
                          <a:pt x="11987" y="15450"/>
                        </a:lnTo>
                        <a:lnTo>
                          <a:pt x="7984" y="9626"/>
                        </a:lnTo>
                        <a:lnTo>
                          <a:pt x="3779" y="15338"/>
                        </a:lnTo>
                        <a:lnTo>
                          <a:pt x="1889" y="13876"/>
                        </a:lnTo>
                        <a:lnTo>
                          <a:pt x="6050" y="8434"/>
                        </a:lnTo>
                        <a:lnTo>
                          <a:pt x="0" y="6275"/>
                        </a:lnTo>
                        <a:lnTo>
                          <a:pt x="967" y="4003"/>
                        </a:lnTo>
                        <a:lnTo>
                          <a:pt x="6949" y="6320"/>
                        </a:lnTo>
                        <a:lnTo>
                          <a:pt x="6972" y="6320"/>
                        </a:lnTo>
                        <a:close/>
                      </a:path>
                    </a:pathLst>
                  </a:custGeom>
                  <a:solidFill>
                    <a:srgbClr val="000000"/>
                  </a:solidFill>
                  <a:ln w="2249" cap="flat">
                    <a:noFill/>
                    <a:prstDash val="solid"/>
                    <a:miter/>
                  </a:ln>
                </p:spPr>
                <p:txBody>
                  <a:bodyPr rtlCol="0" anchor="ctr"/>
                  <a:lstStyle/>
                  <a:p>
                    <a:endParaRPr lang="en-US"/>
                  </a:p>
                </p:txBody>
              </p:sp>
            </p:grpSp>
            <p:sp>
              <p:nvSpPr>
                <p:cNvPr id="2045" name="Freeform 2044">
                  <a:extLst>
                    <a:ext uri="{FF2B5EF4-FFF2-40B4-BE49-F238E27FC236}">
                      <a16:creationId xmlns:a16="http://schemas.microsoft.com/office/drawing/2014/main" id="{568026D1-A378-1DC2-F1B9-2CA34F4CC7CF}"/>
                    </a:ext>
                  </a:extLst>
                </p:cNvPr>
                <p:cNvSpPr/>
                <p:nvPr/>
              </p:nvSpPr>
              <p:spPr>
                <a:xfrm>
                  <a:off x="6745388" y="1860095"/>
                  <a:ext cx="1198884" cy="62608"/>
                </a:xfrm>
                <a:custGeom>
                  <a:avLst/>
                  <a:gdLst>
                    <a:gd name="connsiteX0" fmla="*/ 0 w 276037"/>
                    <a:gd name="connsiteY0" fmla="*/ 14416 h 14415"/>
                    <a:gd name="connsiteX1" fmla="*/ 0 w 276037"/>
                    <a:gd name="connsiteY1" fmla="*/ 0 h 14415"/>
                    <a:gd name="connsiteX2" fmla="*/ 276037 w 276037"/>
                    <a:gd name="connsiteY2" fmla="*/ 0 h 14415"/>
                    <a:gd name="connsiteX3" fmla="*/ 276037 w 276037"/>
                    <a:gd name="connsiteY3" fmla="*/ 14416 h 14415"/>
                  </a:gdLst>
                  <a:ahLst/>
                  <a:cxnLst>
                    <a:cxn ang="0">
                      <a:pos x="connsiteX0" y="connsiteY0"/>
                    </a:cxn>
                    <a:cxn ang="0">
                      <a:pos x="connsiteX1" y="connsiteY1"/>
                    </a:cxn>
                    <a:cxn ang="0">
                      <a:pos x="connsiteX2" y="connsiteY2"/>
                    </a:cxn>
                    <a:cxn ang="0">
                      <a:pos x="connsiteX3" y="connsiteY3"/>
                    </a:cxn>
                  </a:cxnLst>
                  <a:rect l="l" t="t" r="r" b="b"/>
                  <a:pathLst>
                    <a:path w="276037" h="14415">
                      <a:moveTo>
                        <a:pt x="0" y="14416"/>
                      </a:moveTo>
                      <a:lnTo>
                        <a:pt x="0" y="0"/>
                      </a:lnTo>
                      <a:lnTo>
                        <a:pt x="276037" y="0"/>
                      </a:lnTo>
                      <a:lnTo>
                        <a:pt x="276037" y="14416"/>
                      </a:lnTo>
                    </a:path>
                  </a:pathLst>
                </a:custGeom>
                <a:noFill/>
                <a:ln w="4498" cap="flat">
                  <a:solidFill>
                    <a:srgbClr val="000000"/>
                  </a:solidFill>
                  <a:prstDash val="solid"/>
                  <a:round/>
                </a:ln>
              </p:spPr>
              <p:txBody>
                <a:bodyPr rtlCol="0" anchor="ctr"/>
                <a:lstStyle/>
                <a:p>
                  <a:endParaRPr lang="en-US"/>
                </a:p>
              </p:txBody>
            </p:sp>
            <p:grpSp>
              <p:nvGrpSpPr>
                <p:cNvPr id="2046" name="Graphic 3">
                  <a:extLst>
                    <a:ext uri="{FF2B5EF4-FFF2-40B4-BE49-F238E27FC236}">
                      <a16:creationId xmlns:a16="http://schemas.microsoft.com/office/drawing/2014/main" id="{ADFAA9D3-D3FD-B6A3-5272-668DCFC2B717}"/>
                    </a:ext>
                  </a:extLst>
                </p:cNvPr>
                <p:cNvGrpSpPr/>
                <p:nvPr/>
              </p:nvGrpSpPr>
              <p:grpSpPr>
                <a:xfrm>
                  <a:off x="5128059" y="1638952"/>
                  <a:ext cx="222993" cy="2873257"/>
                  <a:chOff x="8071823" y="2385196"/>
                  <a:chExt cx="51343" cy="661553"/>
                </a:xfrm>
                <a:solidFill>
                  <a:srgbClr val="231F20"/>
                </a:solidFill>
              </p:grpSpPr>
              <p:sp>
                <p:nvSpPr>
                  <p:cNvPr id="2047" name="Freeform 2046">
                    <a:extLst>
                      <a:ext uri="{FF2B5EF4-FFF2-40B4-BE49-F238E27FC236}">
                        <a16:creationId xmlns:a16="http://schemas.microsoft.com/office/drawing/2014/main" id="{2D7256A9-C3BB-24DE-68E6-CDCDA4B31D25}"/>
                      </a:ext>
                    </a:extLst>
                  </p:cNvPr>
                  <p:cNvSpPr/>
                  <p:nvPr/>
                </p:nvSpPr>
                <p:spPr>
                  <a:xfrm>
                    <a:off x="8072857" y="3010204"/>
                    <a:ext cx="38862" cy="36545"/>
                  </a:xfrm>
                  <a:custGeom>
                    <a:avLst/>
                    <a:gdLst>
                      <a:gd name="connsiteX0" fmla="*/ 38862 w 38862"/>
                      <a:gd name="connsiteY0" fmla="*/ 36546 h 36545"/>
                      <a:gd name="connsiteX1" fmla="*/ 0 w 38862"/>
                      <a:gd name="connsiteY1" fmla="*/ 36546 h 36545"/>
                      <a:gd name="connsiteX2" fmla="*/ 0 w 38862"/>
                      <a:gd name="connsiteY2" fmla="*/ 30923 h 36545"/>
                      <a:gd name="connsiteX3" fmla="*/ 34274 w 38862"/>
                      <a:gd name="connsiteY3" fmla="*/ 18194 h 36545"/>
                      <a:gd name="connsiteX4" fmla="*/ 34274 w 38862"/>
                      <a:gd name="connsiteY4" fmla="*/ 18082 h 36545"/>
                      <a:gd name="connsiteX5" fmla="*/ 0 w 38862"/>
                      <a:gd name="connsiteY5" fmla="*/ 5555 h 36545"/>
                      <a:gd name="connsiteX6" fmla="*/ 0 w 38862"/>
                      <a:gd name="connsiteY6" fmla="*/ 0 h 36545"/>
                      <a:gd name="connsiteX7" fmla="*/ 38862 w 38862"/>
                      <a:gd name="connsiteY7" fmla="*/ 0 h 36545"/>
                      <a:gd name="connsiteX8" fmla="*/ 38862 w 38862"/>
                      <a:gd name="connsiteY8" fmla="*/ 3666 h 36545"/>
                      <a:gd name="connsiteX9" fmla="*/ 4206 w 38862"/>
                      <a:gd name="connsiteY9" fmla="*/ 3666 h 36545"/>
                      <a:gd name="connsiteX10" fmla="*/ 4206 w 38862"/>
                      <a:gd name="connsiteY10" fmla="*/ 3778 h 36545"/>
                      <a:gd name="connsiteX11" fmla="*/ 38862 w 38862"/>
                      <a:gd name="connsiteY11" fmla="*/ 16507 h 36545"/>
                      <a:gd name="connsiteX12" fmla="*/ 38862 w 38862"/>
                      <a:gd name="connsiteY12" fmla="*/ 19971 h 36545"/>
                      <a:gd name="connsiteX13" fmla="*/ 4206 w 38862"/>
                      <a:gd name="connsiteY13" fmla="*/ 32767 h 36545"/>
                      <a:gd name="connsiteX14" fmla="*/ 4206 w 38862"/>
                      <a:gd name="connsiteY14" fmla="*/ 32880 h 36545"/>
                      <a:gd name="connsiteX15" fmla="*/ 38862 w 38862"/>
                      <a:gd name="connsiteY15" fmla="*/ 32880 h 36545"/>
                      <a:gd name="connsiteX16" fmla="*/ 38862 w 38862"/>
                      <a:gd name="connsiteY16" fmla="*/ 36546 h 36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8862" h="36545">
                        <a:moveTo>
                          <a:pt x="38862" y="36546"/>
                        </a:moveTo>
                        <a:lnTo>
                          <a:pt x="0" y="36546"/>
                        </a:lnTo>
                        <a:lnTo>
                          <a:pt x="0" y="30923"/>
                        </a:lnTo>
                        <a:lnTo>
                          <a:pt x="34274" y="18194"/>
                        </a:lnTo>
                        <a:lnTo>
                          <a:pt x="34274" y="18082"/>
                        </a:lnTo>
                        <a:lnTo>
                          <a:pt x="0" y="5555"/>
                        </a:lnTo>
                        <a:lnTo>
                          <a:pt x="0" y="0"/>
                        </a:lnTo>
                        <a:lnTo>
                          <a:pt x="38862" y="0"/>
                        </a:lnTo>
                        <a:lnTo>
                          <a:pt x="38862" y="3666"/>
                        </a:lnTo>
                        <a:lnTo>
                          <a:pt x="4206" y="3666"/>
                        </a:lnTo>
                        <a:lnTo>
                          <a:pt x="4206" y="3778"/>
                        </a:lnTo>
                        <a:lnTo>
                          <a:pt x="38862" y="16507"/>
                        </a:lnTo>
                        <a:lnTo>
                          <a:pt x="38862" y="19971"/>
                        </a:lnTo>
                        <a:lnTo>
                          <a:pt x="4206" y="32767"/>
                        </a:lnTo>
                        <a:lnTo>
                          <a:pt x="4206" y="32880"/>
                        </a:lnTo>
                        <a:lnTo>
                          <a:pt x="38862" y="32880"/>
                        </a:lnTo>
                        <a:lnTo>
                          <a:pt x="38862" y="36546"/>
                        </a:lnTo>
                        <a:close/>
                      </a:path>
                    </a:pathLst>
                  </a:custGeom>
                  <a:solidFill>
                    <a:srgbClr val="231F20"/>
                  </a:solidFill>
                  <a:ln w="2249" cap="flat">
                    <a:noFill/>
                    <a:prstDash val="solid"/>
                    <a:miter/>
                  </a:ln>
                </p:spPr>
                <p:txBody>
                  <a:bodyPr rtlCol="0" anchor="ctr"/>
                  <a:lstStyle/>
                  <a:p>
                    <a:endParaRPr lang="en-US"/>
                  </a:p>
                </p:txBody>
              </p:sp>
              <p:sp>
                <p:nvSpPr>
                  <p:cNvPr id="2048" name="Freeform 2047">
                    <a:extLst>
                      <a:ext uri="{FF2B5EF4-FFF2-40B4-BE49-F238E27FC236}">
                        <a16:creationId xmlns:a16="http://schemas.microsoft.com/office/drawing/2014/main" id="{ED150A71-91ED-4650-4D75-7421928B1D5D}"/>
                      </a:ext>
                    </a:extLst>
                  </p:cNvPr>
                  <p:cNvSpPr/>
                  <p:nvPr/>
                </p:nvSpPr>
                <p:spPr>
                  <a:xfrm>
                    <a:off x="8083022" y="2978470"/>
                    <a:ext cx="29484" cy="25167"/>
                  </a:xfrm>
                  <a:custGeom>
                    <a:avLst/>
                    <a:gdLst>
                      <a:gd name="connsiteX0" fmla="*/ 15473 w 29484"/>
                      <a:gd name="connsiteY0" fmla="*/ 21659 h 25167"/>
                      <a:gd name="connsiteX1" fmla="*/ 19768 w 29484"/>
                      <a:gd name="connsiteY1" fmla="*/ 21074 h 25167"/>
                      <a:gd name="connsiteX2" fmla="*/ 23277 w 29484"/>
                      <a:gd name="connsiteY2" fmla="*/ 19320 h 25167"/>
                      <a:gd name="connsiteX3" fmla="*/ 25660 w 29484"/>
                      <a:gd name="connsiteY3" fmla="*/ 16374 h 25167"/>
                      <a:gd name="connsiteX4" fmla="*/ 26560 w 29484"/>
                      <a:gd name="connsiteY4" fmla="*/ 12281 h 25167"/>
                      <a:gd name="connsiteX5" fmla="*/ 24896 w 29484"/>
                      <a:gd name="connsiteY5" fmla="*/ 6838 h 25167"/>
                      <a:gd name="connsiteX6" fmla="*/ 20151 w 29484"/>
                      <a:gd name="connsiteY6" fmla="*/ 3825 h 25167"/>
                      <a:gd name="connsiteX7" fmla="*/ 20151 w 29484"/>
                      <a:gd name="connsiteY7" fmla="*/ 204 h 25167"/>
                      <a:gd name="connsiteX8" fmla="*/ 23839 w 29484"/>
                      <a:gd name="connsiteY8" fmla="*/ 1778 h 25167"/>
                      <a:gd name="connsiteX9" fmla="*/ 26807 w 29484"/>
                      <a:gd name="connsiteY9" fmla="*/ 4207 h 25167"/>
                      <a:gd name="connsiteX10" fmla="*/ 28787 w 29484"/>
                      <a:gd name="connsiteY10" fmla="*/ 7670 h 25167"/>
                      <a:gd name="connsiteX11" fmla="*/ 29484 w 29484"/>
                      <a:gd name="connsiteY11" fmla="*/ 12303 h 25167"/>
                      <a:gd name="connsiteX12" fmla="*/ 28360 w 29484"/>
                      <a:gd name="connsiteY12" fmla="*/ 18083 h 25167"/>
                      <a:gd name="connsiteX13" fmla="*/ 25256 w 29484"/>
                      <a:gd name="connsiteY13" fmla="*/ 22086 h 25167"/>
                      <a:gd name="connsiteX14" fmla="*/ 20623 w 29484"/>
                      <a:gd name="connsiteY14" fmla="*/ 24403 h 25167"/>
                      <a:gd name="connsiteX15" fmla="*/ 14866 w 29484"/>
                      <a:gd name="connsiteY15" fmla="*/ 25167 h 25167"/>
                      <a:gd name="connsiteX16" fmla="*/ 9086 w 29484"/>
                      <a:gd name="connsiteY16" fmla="*/ 24268 h 25167"/>
                      <a:gd name="connsiteX17" fmla="*/ 4363 w 29484"/>
                      <a:gd name="connsiteY17" fmla="*/ 21726 h 25167"/>
                      <a:gd name="connsiteX18" fmla="*/ 1170 w 29484"/>
                      <a:gd name="connsiteY18" fmla="*/ 17701 h 25167"/>
                      <a:gd name="connsiteX19" fmla="*/ 0 w 29484"/>
                      <a:gd name="connsiteY19" fmla="*/ 12303 h 25167"/>
                      <a:gd name="connsiteX20" fmla="*/ 3958 w 29484"/>
                      <a:gd name="connsiteY20" fmla="*/ 3240 h 25167"/>
                      <a:gd name="connsiteX21" fmla="*/ 15473 w 29484"/>
                      <a:gd name="connsiteY21" fmla="*/ 1 h 25167"/>
                      <a:gd name="connsiteX22" fmla="*/ 15473 w 29484"/>
                      <a:gd name="connsiteY22" fmla="*/ 21704 h 25167"/>
                      <a:gd name="connsiteX23" fmla="*/ 15473 w 29484"/>
                      <a:gd name="connsiteY23" fmla="*/ 21659 h 25167"/>
                      <a:gd name="connsiteX24" fmla="*/ 12774 w 29484"/>
                      <a:gd name="connsiteY24" fmla="*/ 3420 h 25167"/>
                      <a:gd name="connsiteX25" fmla="*/ 8906 w 29484"/>
                      <a:gd name="connsiteY25" fmla="*/ 3982 h 25167"/>
                      <a:gd name="connsiteX26" fmla="*/ 5780 w 29484"/>
                      <a:gd name="connsiteY26" fmla="*/ 5646 h 25167"/>
                      <a:gd name="connsiteX27" fmla="*/ 3666 w 29484"/>
                      <a:gd name="connsiteY27" fmla="*/ 8435 h 25167"/>
                      <a:gd name="connsiteX28" fmla="*/ 2879 w 29484"/>
                      <a:gd name="connsiteY28" fmla="*/ 12258 h 25167"/>
                      <a:gd name="connsiteX29" fmla="*/ 3689 w 29484"/>
                      <a:gd name="connsiteY29" fmla="*/ 16059 h 25167"/>
                      <a:gd name="connsiteX30" fmla="*/ 5848 w 29484"/>
                      <a:gd name="connsiteY30" fmla="*/ 18870 h 25167"/>
                      <a:gd name="connsiteX31" fmla="*/ 8973 w 29484"/>
                      <a:gd name="connsiteY31" fmla="*/ 20737 h 25167"/>
                      <a:gd name="connsiteX32" fmla="*/ 12751 w 29484"/>
                      <a:gd name="connsiteY32" fmla="*/ 21659 h 25167"/>
                      <a:gd name="connsiteX33" fmla="*/ 12751 w 29484"/>
                      <a:gd name="connsiteY33" fmla="*/ 3420 h 25167"/>
                      <a:gd name="connsiteX34" fmla="*/ 12774 w 29484"/>
                      <a:gd name="connsiteY34"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9484" h="25167">
                        <a:moveTo>
                          <a:pt x="15473" y="21659"/>
                        </a:moveTo>
                        <a:cubicBezTo>
                          <a:pt x="16980" y="21659"/>
                          <a:pt x="18419" y="21456"/>
                          <a:pt x="19768" y="21074"/>
                        </a:cubicBezTo>
                        <a:cubicBezTo>
                          <a:pt x="21118" y="20669"/>
                          <a:pt x="22287" y="20085"/>
                          <a:pt x="23277" y="19320"/>
                        </a:cubicBezTo>
                        <a:cubicBezTo>
                          <a:pt x="24266" y="18555"/>
                          <a:pt x="25054" y="17566"/>
                          <a:pt x="25660" y="16374"/>
                        </a:cubicBezTo>
                        <a:cubicBezTo>
                          <a:pt x="26245" y="15182"/>
                          <a:pt x="26560" y="13810"/>
                          <a:pt x="26560" y="12281"/>
                        </a:cubicBezTo>
                        <a:cubicBezTo>
                          <a:pt x="26560" y="10167"/>
                          <a:pt x="25998" y="8345"/>
                          <a:pt x="24896" y="6838"/>
                        </a:cubicBezTo>
                        <a:cubicBezTo>
                          <a:pt x="23772" y="5331"/>
                          <a:pt x="22197" y="4319"/>
                          <a:pt x="20151" y="3825"/>
                        </a:cubicBezTo>
                        <a:lnTo>
                          <a:pt x="20151" y="204"/>
                        </a:lnTo>
                        <a:cubicBezTo>
                          <a:pt x="21478" y="609"/>
                          <a:pt x="22715" y="1126"/>
                          <a:pt x="23839" y="1778"/>
                        </a:cubicBezTo>
                        <a:cubicBezTo>
                          <a:pt x="24964" y="2430"/>
                          <a:pt x="25953" y="3240"/>
                          <a:pt x="26807" y="4207"/>
                        </a:cubicBezTo>
                        <a:cubicBezTo>
                          <a:pt x="27662" y="5174"/>
                          <a:pt x="28315" y="6321"/>
                          <a:pt x="28787" y="7670"/>
                        </a:cubicBezTo>
                        <a:cubicBezTo>
                          <a:pt x="29259" y="8997"/>
                          <a:pt x="29484" y="10549"/>
                          <a:pt x="29484" y="12303"/>
                        </a:cubicBezTo>
                        <a:cubicBezTo>
                          <a:pt x="29484" y="14530"/>
                          <a:pt x="29101" y="16464"/>
                          <a:pt x="28360" y="18083"/>
                        </a:cubicBezTo>
                        <a:cubicBezTo>
                          <a:pt x="27595" y="19702"/>
                          <a:pt x="26560" y="21029"/>
                          <a:pt x="25256" y="22086"/>
                        </a:cubicBezTo>
                        <a:cubicBezTo>
                          <a:pt x="23951" y="23121"/>
                          <a:pt x="22400" y="23908"/>
                          <a:pt x="20623" y="24403"/>
                        </a:cubicBezTo>
                        <a:cubicBezTo>
                          <a:pt x="18847" y="24897"/>
                          <a:pt x="16935" y="25167"/>
                          <a:pt x="14866" y="25167"/>
                        </a:cubicBezTo>
                        <a:cubicBezTo>
                          <a:pt x="12796" y="25167"/>
                          <a:pt x="10885" y="24875"/>
                          <a:pt x="9086" y="24268"/>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lnTo>
                          <a:pt x="15473" y="21659"/>
                        </a:lnTo>
                        <a:close/>
                        <a:moveTo>
                          <a:pt x="12774" y="3420"/>
                        </a:moveTo>
                        <a:cubicBezTo>
                          <a:pt x="11402" y="3420"/>
                          <a:pt x="10120" y="3600"/>
                          <a:pt x="8906" y="3982"/>
                        </a:cubicBezTo>
                        <a:cubicBezTo>
                          <a:pt x="7691" y="4364"/>
                          <a:pt x="6657" y="4927"/>
                          <a:pt x="5780" y="5646"/>
                        </a:cubicBezTo>
                        <a:cubicBezTo>
                          <a:pt x="4903" y="6388"/>
                          <a:pt x="4206" y="7310"/>
                          <a:pt x="3666" y="8435"/>
                        </a:cubicBezTo>
                        <a:cubicBezTo>
                          <a:pt x="3148" y="9559"/>
                          <a:pt x="2879" y="10819"/>
                          <a:pt x="2879" y="12258"/>
                        </a:cubicBezTo>
                        <a:cubicBezTo>
                          <a:pt x="2879" y="13697"/>
                          <a:pt x="3148" y="14957"/>
                          <a:pt x="3689" y="16059"/>
                        </a:cubicBezTo>
                        <a:cubicBezTo>
                          <a:pt x="4228" y="17161"/>
                          <a:pt x="4948" y="18083"/>
                          <a:pt x="5848" y="18870"/>
                        </a:cubicBezTo>
                        <a:cubicBezTo>
                          <a:pt x="6747" y="19635"/>
                          <a:pt x="7781" y="20264"/>
                          <a:pt x="8973" y="20737"/>
                        </a:cubicBezTo>
                        <a:cubicBezTo>
                          <a:pt x="10165" y="21209"/>
                          <a:pt x="11425" y="21501"/>
                          <a:pt x="12751" y="21659"/>
                        </a:cubicBezTo>
                        <a:lnTo>
                          <a:pt x="12751" y="3420"/>
                        </a:lnTo>
                        <a:lnTo>
                          <a:pt x="12774" y="3420"/>
                        </a:lnTo>
                        <a:close/>
                      </a:path>
                    </a:pathLst>
                  </a:custGeom>
                  <a:solidFill>
                    <a:srgbClr val="231F20"/>
                  </a:solidFill>
                  <a:ln w="2249" cap="flat">
                    <a:noFill/>
                    <a:prstDash val="solid"/>
                    <a:miter/>
                  </a:ln>
                </p:spPr>
                <p:txBody>
                  <a:bodyPr rtlCol="0" anchor="ctr"/>
                  <a:lstStyle/>
                  <a:p>
                    <a:endParaRPr lang="en-US"/>
                  </a:p>
                </p:txBody>
              </p:sp>
              <p:sp>
                <p:nvSpPr>
                  <p:cNvPr id="2049" name="Freeform 2048">
                    <a:extLst>
                      <a:ext uri="{FF2B5EF4-FFF2-40B4-BE49-F238E27FC236}">
                        <a16:creationId xmlns:a16="http://schemas.microsoft.com/office/drawing/2014/main" id="{40330788-AB5F-8D63-1CA7-B39B46F58A28}"/>
                      </a:ext>
                    </a:extLst>
                  </p:cNvPr>
                  <p:cNvSpPr/>
                  <p:nvPr/>
                </p:nvSpPr>
                <p:spPr>
                  <a:xfrm>
                    <a:off x="8083045" y="2947233"/>
                    <a:ext cx="29484" cy="26357"/>
                  </a:xfrm>
                  <a:custGeom>
                    <a:avLst/>
                    <a:gdLst>
                      <a:gd name="connsiteX0" fmla="*/ 12369 w 29484"/>
                      <a:gd name="connsiteY0" fmla="*/ 12032 h 26357"/>
                      <a:gd name="connsiteX1" fmla="*/ 12055 w 29484"/>
                      <a:gd name="connsiteY1" fmla="*/ 9850 h 26357"/>
                      <a:gd name="connsiteX2" fmla="*/ 11470 w 29484"/>
                      <a:gd name="connsiteY2" fmla="*/ 7781 h 26357"/>
                      <a:gd name="connsiteX3" fmla="*/ 10210 w 29484"/>
                      <a:gd name="connsiteY3" fmla="*/ 6792 h 26357"/>
                      <a:gd name="connsiteX4" fmla="*/ 8569 w 29484"/>
                      <a:gd name="connsiteY4" fmla="*/ 6612 h 26357"/>
                      <a:gd name="connsiteX5" fmla="*/ 4498 w 29484"/>
                      <a:gd name="connsiteY5" fmla="*/ 8209 h 26357"/>
                      <a:gd name="connsiteX6" fmla="*/ 2901 w 29484"/>
                      <a:gd name="connsiteY6" fmla="*/ 13584 h 26357"/>
                      <a:gd name="connsiteX7" fmla="*/ 3193 w 29484"/>
                      <a:gd name="connsiteY7" fmla="*/ 16665 h 26357"/>
                      <a:gd name="connsiteX8" fmla="*/ 4228 w 29484"/>
                      <a:gd name="connsiteY8" fmla="*/ 19116 h 26357"/>
                      <a:gd name="connsiteX9" fmla="*/ 6162 w 29484"/>
                      <a:gd name="connsiteY9" fmla="*/ 20848 h 26357"/>
                      <a:gd name="connsiteX10" fmla="*/ 9221 w 29484"/>
                      <a:gd name="connsiteY10" fmla="*/ 21747 h 26357"/>
                      <a:gd name="connsiteX11" fmla="*/ 9221 w 29484"/>
                      <a:gd name="connsiteY11" fmla="*/ 25031 h 26357"/>
                      <a:gd name="connsiteX12" fmla="*/ 4993 w 29484"/>
                      <a:gd name="connsiteY12" fmla="*/ 23906 h 26357"/>
                      <a:gd name="connsiteX13" fmla="*/ 2136 w 29484"/>
                      <a:gd name="connsiteY13" fmla="*/ 21388 h 26357"/>
                      <a:gd name="connsiteX14" fmla="*/ 517 w 29484"/>
                      <a:gd name="connsiteY14" fmla="*/ 17834 h 26357"/>
                      <a:gd name="connsiteX15" fmla="*/ 0 w 29484"/>
                      <a:gd name="connsiteY15" fmla="*/ 13539 h 26357"/>
                      <a:gd name="connsiteX16" fmla="*/ 450 w 29484"/>
                      <a:gd name="connsiteY16" fmla="*/ 9581 h 26357"/>
                      <a:gd name="connsiteX17" fmla="*/ 1912 w 29484"/>
                      <a:gd name="connsiteY17" fmla="*/ 6342 h 26357"/>
                      <a:gd name="connsiteX18" fmla="*/ 4588 w 29484"/>
                      <a:gd name="connsiteY18" fmla="*/ 4183 h 26357"/>
                      <a:gd name="connsiteX19" fmla="*/ 8681 w 29484"/>
                      <a:gd name="connsiteY19" fmla="*/ 3396 h 26357"/>
                      <a:gd name="connsiteX20" fmla="*/ 23907 w 29484"/>
                      <a:gd name="connsiteY20" fmla="*/ 3396 h 26357"/>
                      <a:gd name="connsiteX21" fmla="*/ 26313 w 29484"/>
                      <a:gd name="connsiteY21" fmla="*/ 2721 h 26357"/>
                      <a:gd name="connsiteX22" fmla="*/ 26066 w 29484"/>
                      <a:gd name="connsiteY22" fmla="*/ 0 h 26357"/>
                      <a:gd name="connsiteX23" fmla="*/ 28607 w 29484"/>
                      <a:gd name="connsiteY23" fmla="*/ 0 h 26357"/>
                      <a:gd name="connsiteX24" fmla="*/ 28922 w 29484"/>
                      <a:gd name="connsiteY24" fmla="*/ 1102 h 26357"/>
                      <a:gd name="connsiteX25" fmla="*/ 29146 w 29484"/>
                      <a:gd name="connsiteY25" fmla="*/ 2541 h 26357"/>
                      <a:gd name="connsiteX26" fmla="*/ 28989 w 29484"/>
                      <a:gd name="connsiteY26" fmla="*/ 4003 h 26357"/>
                      <a:gd name="connsiteX27" fmla="*/ 28472 w 29484"/>
                      <a:gd name="connsiteY27" fmla="*/ 5308 h 26357"/>
                      <a:gd name="connsiteX28" fmla="*/ 27505 w 29484"/>
                      <a:gd name="connsiteY28" fmla="*/ 6095 h 26357"/>
                      <a:gd name="connsiteX29" fmla="*/ 26268 w 29484"/>
                      <a:gd name="connsiteY29" fmla="*/ 6500 h 26357"/>
                      <a:gd name="connsiteX30" fmla="*/ 24829 w 29484"/>
                      <a:gd name="connsiteY30" fmla="*/ 6612 h 26357"/>
                      <a:gd name="connsiteX31" fmla="*/ 28292 w 29484"/>
                      <a:gd name="connsiteY31" fmla="*/ 11312 h 26357"/>
                      <a:gd name="connsiteX32" fmla="*/ 29484 w 29484"/>
                      <a:gd name="connsiteY32" fmla="*/ 17025 h 26357"/>
                      <a:gd name="connsiteX33" fmla="*/ 28989 w 29484"/>
                      <a:gd name="connsiteY33" fmla="*/ 20556 h 26357"/>
                      <a:gd name="connsiteX34" fmla="*/ 27482 w 29484"/>
                      <a:gd name="connsiteY34" fmla="*/ 23547 h 26357"/>
                      <a:gd name="connsiteX35" fmla="*/ 24964 w 29484"/>
                      <a:gd name="connsiteY35" fmla="*/ 25593 h 26357"/>
                      <a:gd name="connsiteX36" fmla="*/ 21433 w 29484"/>
                      <a:gd name="connsiteY36" fmla="*/ 26358 h 26357"/>
                      <a:gd name="connsiteX37" fmla="*/ 13022 w 29484"/>
                      <a:gd name="connsiteY37" fmla="*/ 16597 h 26357"/>
                      <a:gd name="connsiteX38" fmla="*/ 12437 w 29484"/>
                      <a:gd name="connsiteY38" fmla="*/ 12122 h 26357"/>
                      <a:gd name="connsiteX39" fmla="*/ 12369 w 29484"/>
                      <a:gd name="connsiteY39" fmla="*/ 12032 h 26357"/>
                      <a:gd name="connsiteX40" fmla="*/ 13988 w 29484"/>
                      <a:gd name="connsiteY40" fmla="*/ 6589 h 26357"/>
                      <a:gd name="connsiteX41" fmla="*/ 15113 w 29484"/>
                      <a:gd name="connsiteY41" fmla="*/ 10750 h 26357"/>
                      <a:gd name="connsiteX42" fmla="*/ 15540 w 29484"/>
                      <a:gd name="connsiteY42" fmla="*/ 14956 h 26357"/>
                      <a:gd name="connsiteX43" fmla="*/ 17204 w 29484"/>
                      <a:gd name="connsiteY43" fmla="*/ 20758 h 26357"/>
                      <a:gd name="connsiteX44" fmla="*/ 21478 w 29484"/>
                      <a:gd name="connsiteY44" fmla="*/ 22827 h 26357"/>
                      <a:gd name="connsiteX45" fmla="*/ 23727 w 29484"/>
                      <a:gd name="connsiteY45" fmla="*/ 22310 h 26357"/>
                      <a:gd name="connsiteX46" fmla="*/ 25301 w 29484"/>
                      <a:gd name="connsiteY46" fmla="*/ 20960 h 26357"/>
                      <a:gd name="connsiteX47" fmla="*/ 26223 w 29484"/>
                      <a:gd name="connsiteY47" fmla="*/ 19026 h 26357"/>
                      <a:gd name="connsiteX48" fmla="*/ 26515 w 29484"/>
                      <a:gd name="connsiteY48" fmla="*/ 16777 h 26357"/>
                      <a:gd name="connsiteX49" fmla="*/ 26021 w 29484"/>
                      <a:gd name="connsiteY49" fmla="*/ 12999 h 26357"/>
                      <a:gd name="connsiteX50" fmla="*/ 24536 w 29484"/>
                      <a:gd name="connsiteY50" fmla="*/ 9738 h 26357"/>
                      <a:gd name="connsiteX51" fmla="*/ 21995 w 29484"/>
                      <a:gd name="connsiteY51" fmla="*/ 7444 h 26357"/>
                      <a:gd name="connsiteX52" fmla="*/ 18351 w 29484"/>
                      <a:gd name="connsiteY52" fmla="*/ 6589 h 26357"/>
                      <a:gd name="connsiteX53" fmla="*/ 13988 w 29484"/>
                      <a:gd name="connsiteY53" fmla="*/ 6589 h 26357"/>
                      <a:gd name="connsiteX54" fmla="*/ 13988 w 29484"/>
                      <a:gd name="connsiteY54" fmla="*/ 6589 h 26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29484" h="26357">
                        <a:moveTo>
                          <a:pt x="12369" y="12032"/>
                        </a:moveTo>
                        <a:cubicBezTo>
                          <a:pt x="12302" y="11425"/>
                          <a:pt x="12189" y="10683"/>
                          <a:pt x="12055" y="9850"/>
                        </a:cubicBezTo>
                        <a:cubicBezTo>
                          <a:pt x="11920" y="8996"/>
                          <a:pt x="11717" y="8321"/>
                          <a:pt x="11470" y="7781"/>
                        </a:cubicBezTo>
                        <a:cubicBezTo>
                          <a:pt x="11222" y="7242"/>
                          <a:pt x="10795" y="6904"/>
                          <a:pt x="10210" y="6792"/>
                        </a:cubicBezTo>
                        <a:cubicBezTo>
                          <a:pt x="9626" y="6657"/>
                          <a:pt x="9063" y="6612"/>
                          <a:pt x="8569" y="6612"/>
                        </a:cubicBezTo>
                        <a:cubicBezTo>
                          <a:pt x="6904" y="6612"/>
                          <a:pt x="5555" y="7152"/>
                          <a:pt x="4498" y="8209"/>
                        </a:cubicBezTo>
                        <a:cubicBezTo>
                          <a:pt x="3441" y="9266"/>
                          <a:pt x="2901" y="11065"/>
                          <a:pt x="2901" y="13584"/>
                        </a:cubicBezTo>
                        <a:cubicBezTo>
                          <a:pt x="2901" y="14708"/>
                          <a:pt x="2991" y="15720"/>
                          <a:pt x="3193" y="16665"/>
                        </a:cubicBezTo>
                        <a:cubicBezTo>
                          <a:pt x="3396" y="17609"/>
                          <a:pt x="3733" y="18419"/>
                          <a:pt x="4228" y="19116"/>
                        </a:cubicBezTo>
                        <a:cubicBezTo>
                          <a:pt x="4723" y="19813"/>
                          <a:pt x="5353" y="20398"/>
                          <a:pt x="6162" y="20848"/>
                        </a:cubicBezTo>
                        <a:cubicBezTo>
                          <a:pt x="6972" y="21298"/>
                          <a:pt x="7984" y="21590"/>
                          <a:pt x="9221" y="21747"/>
                        </a:cubicBezTo>
                        <a:lnTo>
                          <a:pt x="9221" y="25031"/>
                        </a:lnTo>
                        <a:cubicBezTo>
                          <a:pt x="7557" y="24918"/>
                          <a:pt x="6162" y="24536"/>
                          <a:pt x="4993" y="23906"/>
                        </a:cubicBezTo>
                        <a:cubicBezTo>
                          <a:pt x="3823" y="23277"/>
                          <a:pt x="2879" y="22422"/>
                          <a:pt x="2136" y="21388"/>
                        </a:cubicBezTo>
                        <a:cubicBezTo>
                          <a:pt x="1395" y="20353"/>
                          <a:pt x="855" y="19184"/>
                          <a:pt x="517" y="17834"/>
                        </a:cubicBezTo>
                        <a:cubicBezTo>
                          <a:pt x="180" y="16485"/>
                          <a:pt x="0" y="15046"/>
                          <a:pt x="0" y="13539"/>
                        </a:cubicBezTo>
                        <a:cubicBezTo>
                          <a:pt x="0" y="12144"/>
                          <a:pt x="158" y="10817"/>
                          <a:pt x="450" y="9581"/>
                        </a:cubicBezTo>
                        <a:cubicBezTo>
                          <a:pt x="765" y="8344"/>
                          <a:pt x="1237" y="7264"/>
                          <a:pt x="1912" y="6342"/>
                        </a:cubicBezTo>
                        <a:cubicBezTo>
                          <a:pt x="2586" y="5420"/>
                          <a:pt x="3463" y="4700"/>
                          <a:pt x="4588" y="4183"/>
                        </a:cubicBezTo>
                        <a:cubicBezTo>
                          <a:pt x="5712" y="3666"/>
                          <a:pt x="7061" y="3396"/>
                          <a:pt x="8681" y="3396"/>
                        </a:cubicBezTo>
                        <a:lnTo>
                          <a:pt x="23907" y="3396"/>
                        </a:lnTo>
                        <a:cubicBezTo>
                          <a:pt x="25166" y="3396"/>
                          <a:pt x="25976" y="3171"/>
                          <a:pt x="26313" y="2721"/>
                        </a:cubicBezTo>
                        <a:cubicBezTo>
                          <a:pt x="26650" y="2271"/>
                          <a:pt x="26583" y="1372"/>
                          <a:pt x="26066" y="0"/>
                        </a:cubicBezTo>
                        <a:lnTo>
                          <a:pt x="28607" y="0"/>
                        </a:lnTo>
                        <a:cubicBezTo>
                          <a:pt x="28674" y="247"/>
                          <a:pt x="28787" y="630"/>
                          <a:pt x="28922" y="1102"/>
                        </a:cubicBezTo>
                        <a:cubicBezTo>
                          <a:pt x="29056" y="1597"/>
                          <a:pt x="29146" y="2069"/>
                          <a:pt x="29146" y="2541"/>
                        </a:cubicBezTo>
                        <a:cubicBezTo>
                          <a:pt x="29146" y="3014"/>
                          <a:pt x="29101" y="3531"/>
                          <a:pt x="28989" y="4003"/>
                        </a:cubicBezTo>
                        <a:cubicBezTo>
                          <a:pt x="28922" y="4543"/>
                          <a:pt x="28742" y="4970"/>
                          <a:pt x="28472" y="5308"/>
                        </a:cubicBezTo>
                        <a:cubicBezTo>
                          <a:pt x="28202" y="5622"/>
                          <a:pt x="27887" y="5892"/>
                          <a:pt x="27505" y="6095"/>
                        </a:cubicBezTo>
                        <a:cubicBezTo>
                          <a:pt x="27123" y="6297"/>
                          <a:pt x="26718" y="6432"/>
                          <a:pt x="26268" y="6500"/>
                        </a:cubicBezTo>
                        <a:cubicBezTo>
                          <a:pt x="25818" y="6567"/>
                          <a:pt x="25346" y="6612"/>
                          <a:pt x="24829" y="6612"/>
                        </a:cubicBezTo>
                        <a:cubicBezTo>
                          <a:pt x="26335" y="7984"/>
                          <a:pt x="27482" y="9536"/>
                          <a:pt x="28292" y="11312"/>
                        </a:cubicBezTo>
                        <a:cubicBezTo>
                          <a:pt x="29079" y="13066"/>
                          <a:pt x="29484" y="14978"/>
                          <a:pt x="29484" y="17025"/>
                        </a:cubicBezTo>
                        <a:cubicBezTo>
                          <a:pt x="29484" y="18239"/>
                          <a:pt x="29327" y="19431"/>
                          <a:pt x="28989" y="20556"/>
                        </a:cubicBezTo>
                        <a:cubicBezTo>
                          <a:pt x="28674" y="21680"/>
                          <a:pt x="28157" y="22692"/>
                          <a:pt x="27482" y="23547"/>
                        </a:cubicBezTo>
                        <a:cubicBezTo>
                          <a:pt x="26807" y="24401"/>
                          <a:pt x="25953" y="25098"/>
                          <a:pt x="24964" y="25593"/>
                        </a:cubicBezTo>
                        <a:cubicBezTo>
                          <a:pt x="23974" y="26088"/>
                          <a:pt x="22804" y="26358"/>
                          <a:pt x="21433" y="26358"/>
                        </a:cubicBezTo>
                        <a:cubicBezTo>
                          <a:pt x="16687" y="26358"/>
                          <a:pt x="13876" y="23097"/>
                          <a:pt x="13022" y="16597"/>
                        </a:cubicBezTo>
                        <a:lnTo>
                          <a:pt x="12437" y="12122"/>
                        </a:lnTo>
                        <a:lnTo>
                          <a:pt x="12369" y="12032"/>
                        </a:lnTo>
                        <a:close/>
                        <a:moveTo>
                          <a:pt x="13988" y="6589"/>
                        </a:moveTo>
                        <a:cubicBezTo>
                          <a:pt x="14573" y="7961"/>
                          <a:pt x="14933" y="9333"/>
                          <a:pt x="15113" y="10750"/>
                        </a:cubicBezTo>
                        <a:cubicBezTo>
                          <a:pt x="15293" y="12144"/>
                          <a:pt x="15428" y="13561"/>
                          <a:pt x="15540" y="14956"/>
                        </a:cubicBezTo>
                        <a:cubicBezTo>
                          <a:pt x="15720" y="17429"/>
                          <a:pt x="16282" y="19364"/>
                          <a:pt x="17204" y="20758"/>
                        </a:cubicBezTo>
                        <a:cubicBezTo>
                          <a:pt x="18149" y="22152"/>
                          <a:pt x="19566" y="22827"/>
                          <a:pt x="21478" y="22827"/>
                        </a:cubicBezTo>
                        <a:cubicBezTo>
                          <a:pt x="22332" y="22827"/>
                          <a:pt x="23097" y="22647"/>
                          <a:pt x="23727" y="22310"/>
                        </a:cubicBezTo>
                        <a:cubicBezTo>
                          <a:pt x="24356" y="21972"/>
                          <a:pt x="24874" y="21523"/>
                          <a:pt x="25301" y="20960"/>
                        </a:cubicBezTo>
                        <a:cubicBezTo>
                          <a:pt x="25705" y="20398"/>
                          <a:pt x="26021" y="19746"/>
                          <a:pt x="26223" y="19026"/>
                        </a:cubicBezTo>
                        <a:cubicBezTo>
                          <a:pt x="26425" y="18284"/>
                          <a:pt x="26515" y="17542"/>
                          <a:pt x="26515" y="16777"/>
                        </a:cubicBezTo>
                        <a:cubicBezTo>
                          <a:pt x="26515" y="15473"/>
                          <a:pt x="26358" y="14213"/>
                          <a:pt x="26021" y="12999"/>
                        </a:cubicBezTo>
                        <a:cubicBezTo>
                          <a:pt x="25705" y="11785"/>
                          <a:pt x="25211" y="10683"/>
                          <a:pt x="24536" y="9738"/>
                        </a:cubicBezTo>
                        <a:cubicBezTo>
                          <a:pt x="23862" y="8793"/>
                          <a:pt x="23029" y="8029"/>
                          <a:pt x="21995" y="7444"/>
                        </a:cubicBezTo>
                        <a:cubicBezTo>
                          <a:pt x="20960" y="6859"/>
                          <a:pt x="19746" y="6589"/>
                          <a:pt x="18351" y="6589"/>
                        </a:cubicBezTo>
                        <a:lnTo>
                          <a:pt x="13988" y="6589"/>
                        </a:lnTo>
                        <a:lnTo>
                          <a:pt x="13988" y="6589"/>
                        </a:lnTo>
                        <a:close/>
                      </a:path>
                    </a:pathLst>
                  </a:custGeom>
                  <a:solidFill>
                    <a:srgbClr val="231F20"/>
                  </a:solidFill>
                  <a:ln w="2249" cap="flat">
                    <a:noFill/>
                    <a:prstDash val="solid"/>
                    <a:miter/>
                  </a:ln>
                </p:spPr>
                <p:txBody>
                  <a:bodyPr rtlCol="0" anchor="ctr"/>
                  <a:lstStyle/>
                  <a:p>
                    <a:endParaRPr lang="en-US"/>
                  </a:p>
                </p:txBody>
              </p:sp>
              <p:sp>
                <p:nvSpPr>
                  <p:cNvPr id="2050" name="Freeform 2049">
                    <a:extLst>
                      <a:ext uri="{FF2B5EF4-FFF2-40B4-BE49-F238E27FC236}">
                        <a16:creationId xmlns:a16="http://schemas.microsoft.com/office/drawing/2014/main" id="{4C12F9BB-C087-7423-36C9-6AADC97EF398}"/>
                      </a:ext>
                    </a:extLst>
                  </p:cNvPr>
                  <p:cNvSpPr/>
                  <p:nvPr/>
                </p:nvSpPr>
                <p:spPr>
                  <a:xfrm>
                    <a:off x="8083000" y="2919931"/>
                    <a:ext cx="28741" cy="22197"/>
                  </a:xfrm>
                  <a:custGeom>
                    <a:avLst/>
                    <a:gdLst>
                      <a:gd name="connsiteX0" fmla="*/ 28719 w 28741"/>
                      <a:gd name="connsiteY0" fmla="*/ 18959 h 22197"/>
                      <a:gd name="connsiteX1" fmla="*/ 28719 w 28741"/>
                      <a:gd name="connsiteY1" fmla="*/ 22197 h 22197"/>
                      <a:gd name="connsiteX2" fmla="*/ 765 w 28741"/>
                      <a:gd name="connsiteY2" fmla="*/ 22197 h 22197"/>
                      <a:gd name="connsiteX3" fmla="*/ 765 w 28741"/>
                      <a:gd name="connsiteY3" fmla="*/ 18959 h 22197"/>
                      <a:gd name="connsiteX4" fmla="*/ 4655 w 28741"/>
                      <a:gd name="connsiteY4" fmla="*/ 18959 h 22197"/>
                      <a:gd name="connsiteX5" fmla="*/ 1305 w 28741"/>
                      <a:gd name="connsiteY5" fmla="*/ 14933 h 22197"/>
                      <a:gd name="connsiteX6" fmla="*/ 0 w 28741"/>
                      <a:gd name="connsiteY6" fmla="*/ 9940 h 22197"/>
                      <a:gd name="connsiteX7" fmla="*/ 900 w 28741"/>
                      <a:gd name="connsiteY7" fmla="*/ 5128 h 22197"/>
                      <a:gd name="connsiteX8" fmla="*/ 4003 w 28741"/>
                      <a:gd name="connsiteY8" fmla="*/ 1394 h 22197"/>
                      <a:gd name="connsiteX9" fmla="*/ 7107 w 28741"/>
                      <a:gd name="connsiteY9" fmla="*/ 180 h 22197"/>
                      <a:gd name="connsiteX10" fmla="*/ 10435 w 28741"/>
                      <a:gd name="connsiteY10" fmla="*/ 0 h 22197"/>
                      <a:gd name="connsiteX11" fmla="*/ 28742 w 28741"/>
                      <a:gd name="connsiteY11" fmla="*/ 0 h 22197"/>
                      <a:gd name="connsiteX12" fmla="*/ 28742 w 28741"/>
                      <a:gd name="connsiteY12" fmla="*/ 3239 h 22197"/>
                      <a:gd name="connsiteX13" fmla="*/ 10502 w 28741"/>
                      <a:gd name="connsiteY13" fmla="*/ 3239 h 22197"/>
                      <a:gd name="connsiteX14" fmla="*/ 4836 w 28741"/>
                      <a:gd name="connsiteY14" fmla="*/ 4903 h 22197"/>
                      <a:gd name="connsiteX15" fmla="*/ 2946 w 28741"/>
                      <a:gd name="connsiteY15" fmla="*/ 10458 h 22197"/>
                      <a:gd name="connsiteX16" fmla="*/ 3396 w 28741"/>
                      <a:gd name="connsiteY16" fmla="*/ 13201 h 22197"/>
                      <a:gd name="connsiteX17" fmla="*/ 4610 w 28741"/>
                      <a:gd name="connsiteY17" fmla="*/ 15450 h 22197"/>
                      <a:gd name="connsiteX18" fmla="*/ 6342 w 28741"/>
                      <a:gd name="connsiteY18" fmla="*/ 17160 h 22197"/>
                      <a:gd name="connsiteX19" fmla="*/ 8389 w 28741"/>
                      <a:gd name="connsiteY19" fmla="*/ 18239 h 22197"/>
                      <a:gd name="connsiteX20" fmla="*/ 10975 w 28741"/>
                      <a:gd name="connsiteY20" fmla="*/ 18824 h 22197"/>
                      <a:gd name="connsiteX21" fmla="*/ 13674 w 28741"/>
                      <a:gd name="connsiteY21" fmla="*/ 18936 h 22197"/>
                      <a:gd name="connsiteX22" fmla="*/ 28742 w 28741"/>
                      <a:gd name="connsiteY22" fmla="*/ 18936 h 22197"/>
                      <a:gd name="connsiteX23" fmla="*/ 28742 w 28741"/>
                      <a:gd name="connsiteY23" fmla="*/ 18936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8741" h="22197">
                        <a:moveTo>
                          <a:pt x="28719" y="18959"/>
                        </a:moveTo>
                        <a:lnTo>
                          <a:pt x="28719" y="22197"/>
                        </a:lnTo>
                        <a:lnTo>
                          <a:pt x="765" y="22197"/>
                        </a:lnTo>
                        <a:lnTo>
                          <a:pt x="765" y="18959"/>
                        </a:lnTo>
                        <a:lnTo>
                          <a:pt x="4655" y="18959"/>
                        </a:lnTo>
                        <a:cubicBezTo>
                          <a:pt x="3283" y="17654"/>
                          <a:pt x="2181" y="16327"/>
                          <a:pt x="1305" y="14933"/>
                        </a:cubicBezTo>
                        <a:cubicBezTo>
                          <a:pt x="450" y="13539"/>
                          <a:pt x="0" y="11874"/>
                          <a:pt x="0" y="9940"/>
                        </a:cubicBezTo>
                        <a:cubicBezTo>
                          <a:pt x="0" y="8209"/>
                          <a:pt x="293" y="6612"/>
                          <a:pt x="900" y="5128"/>
                        </a:cubicBezTo>
                        <a:cubicBezTo>
                          <a:pt x="1484" y="3643"/>
                          <a:pt x="2519" y="2406"/>
                          <a:pt x="4003" y="1394"/>
                        </a:cubicBezTo>
                        <a:cubicBezTo>
                          <a:pt x="5015" y="720"/>
                          <a:pt x="6050" y="315"/>
                          <a:pt x="7107" y="180"/>
                        </a:cubicBezTo>
                        <a:cubicBezTo>
                          <a:pt x="8164" y="45"/>
                          <a:pt x="9266" y="0"/>
                          <a:pt x="10435" y="0"/>
                        </a:cubicBezTo>
                        <a:lnTo>
                          <a:pt x="28742" y="0"/>
                        </a:lnTo>
                        <a:lnTo>
                          <a:pt x="28742" y="3239"/>
                        </a:lnTo>
                        <a:lnTo>
                          <a:pt x="10502" y="3239"/>
                        </a:lnTo>
                        <a:cubicBezTo>
                          <a:pt x="7984" y="3239"/>
                          <a:pt x="6095" y="3801"/>
                          <a:pt x="4836" y="4903"/>
                        </a:cubicBezTo>
                        <a:cubicBezTo>
                          <a:pt x="3576" y="6027"/>
                          <a:pt x="2946" y="7871"/>
                          <a:pt x="2946" y="10458"/>
                        </a:cubicBezTo>
                        <a:cubicBezTo>
                          <a:pt x="2946" y="11470"/>
                          <a:pt x="3104" y="12392"/>
                          <a:pt x="3396" y="13201"/>
                        </a:cubicBezTo>
                        <a:cubicBezTo>
                          <a:pt x="3689" y="14011"/>
                          <a:pt x="4116" y="14776"/>
                          <a:pt x="4610" y="15450"/>
                        </a:cubicBezTo>
                        <a:cubicBezTo>
                          <a:pt x="5105" y="16125"/>
                          <a:pt x="5690" y="16687"/>
                          <a:pt x="6342" y="17160"/>
                        </a:cubicBezTo>
                        <a:cubicBezTo>
                          <a:pt x="6995" y="17632"/>
                          <a:pt x="7669" y="17992"/>
                          <a:pt x="8389" y="18239"/>
                        </a:cubicBezTo>
                        <a:cubicBezTo>
                          <a:pt x="9288" y="18554"/>
                          <a:pt x="10143" y="18756"/>
                          <a:pt x="10975" y="18824"/>
                        </a:cubicBezTo>
                        <a:cubicBezTo>
                          <a:pt x="11807" y="18891"/>
                          <a:pt x="12707" y="18936"/>
                          <a:pt x="13674" y="18936"/>
                        </a:cubicBezTo>
                        <a:lnTo>
                          <a:pt x="28742" y="18936"/>
                        </a:lnTo>
                        <a:lnTo>
                          <a:pt x="28742" y="18936"/>
                        </a:lnTo>
                        <a:close/>
                      </a:path>
                    </a:pathLst>
                  </a:custGeom>
                  <a:solidFill>
                    <a:srgbClr val="231F20"/>
                  </a:solidFill>
                  <a:ln w="2249" cap="flat">
                    <a:noFill/>
                    <a:prstDash val="solid"/>
                    <a:miter/>
                  </a:ln>
                </p:spPr>
                <p:txBody>
                  <a:bodyPr rtlCol="0" anchor="ctr"/>
                  <a:lstStyle/>
                  <a:p>
                    <a:endParaRPr lang="en-US"/>
                  </a:p>
                </p:txBody>
              </p:sp>
              <p:sp>
                <p:nvSpPr>
                  <p:cNvPr id="2051" name="Freeform 2050">
                    <a:extLst>
                      <a:ext uri="{FF2B5EF4-FFF2-40B4-BE49-F238E27FC236}">
                        <a16:creationId xmlns:a16="http://schemas.microsoft.com/office/drawing/2014/main" id="{64D086C4-226B-A0A2-DAA6-FDC30946D332}"/>
                      </a:ext>
                    </a:extLst>
                  </p:cNvPr>
                  <p:cNvSpPr/>
                  <p:nvPr/>
                </p:nvSpPr>
                <p:spPr>
                  <a:xfrm>
                    <a:off x="8072857" y="2869914"/>
                    <a:ext cx="38907" cy="26875"/>
                  </a:xfrm>
                  <a:custGeom>
                    <a:avLst/>
                    <a:gdLst>
                      <a:gd name="connsiteX0" fmla="*/ 38862 w 38907"/>
                      <a:gd name="connsiteY0" fmla="*/ 26875 h 26875"/>
                      <a:gd name="connsiteX1" fmla="*/ 0 w 38907"/>
                      <a:gd name="connsiteY1" fmla="*/ 26875 h 26875"/>
                      <a:gd name="connsiteX2" fmla="*/ 0 w 38907"/>
                      <a:gd name="connsiteY2" fmla="*/ 12684 h 26875"/>
                      <a:gd name="connsiteX3" fmla="*/ 855 w 38907"/>
                      <a:gd name="connsiteY3" fmla="*/ 6454 h 26875"/>
                      <a:gd name="connsiteX4" fmla="*/ 3238 w 38907"/>
                      <a:gd name="connsiteY4" fmla="*/ 2564 h 26875"/>
                      <a:gd name="connsiteX5" fmla="*/ 6724 w 38907"/>
                      <a:gd name="connsiteY5" fmla="*/ 562 h 26875"/>
                      <a:gd name="connsiteX6" fmla="*/ 10863 w 38907"/>
                      <a:gd name="connsiteY6" fmla="*/ 0 h 26875"/>
                      <a:gd name="connsiteX7" fmla="*/ 16215 w 38907"/>
                      <a:gd name="connsiteY7" fmla="*/ 1327 h 26875"/>
                      <a:gd name="connsiteX8" fmla="*/ 19543 w 38907"/>
                      <a:gd name="connsiteY8" fmla="*/ 4745 h 26875"/>
                      <a:gd name="connsiteX9" fmla="*/ 21253 w 38907"/>
                      <a:gd name="connsiteY9" fmla="*/ 9513 h 26875"/>
                      <a:gd name="connsiteX10" fmla="*/ 21747 w 38907"/>
                      <a:gd name="connsiteY10" fmla="*/ 14888 h 26875"/>
                      <a:gd name="connsiteX11" fmla="*/ 21747 w 38907"/>
                      <a:gd name="connsiteY11" fmla="*/ 23209 h 26875"/>
                      <a:gd name="connsiteX12" fmla="*/ 38907 w 38907"/>
                      <a:gd name="connsiteY12" fmla="*/ 23209 h 26875"/>
                      <a:gd name="connsiteX13" fmla="*/ 38907 w 38907"/>
                      <a:gd name="connsiteY13" fmla="*/ 26875 h 26875"/>
                      <a:gd name="connsiteX14" fmla="*/ 38862 w 38907"/>
                      <a:gd name="connsiteY14" fmla="*/ 26875 h 26875"/>
                      <a:gd name="connsiteX15" fmla="*/ 18576 w 38907"/>
                      <a:gd name="connsiteY15" fmla="*/ 14776 h 26875"/>
                      <a:gd name="connsiteX16" fmla="*/ 18262 w 38907"/>
                      <a:gd name="connsiteY16" fmla="*/ 10143 h 26875"/>
                      <a:gd name="connsiteX17" fmla="*/ 17047 w 38907"/>
                      <a:gd name="connsiteY17" fmla="*/ 6657 h 26875"/>
                      <a:gd name="connsiteX18" fmla="*/ 14618 w 38907"/>
                      <a:gd name="connsiteY18" fmla="*/ 4453 h 26875"/>
                      <a:gd name="connsiteX19" fmla="*/ 10593 w 38907"/>
                      <a:gd name="connsiteY19" fmla="*/ 3666 h 26875"/>
                      <a:gd name="connsiteX20" fmla="*/ 5038 w 38907"/>
                      <a:gd name="connsiteY20" fmla="*/ 6072 h 26875"/>
                      <a:gd name="connsiteX21" fmla="*/ 3149 w 38907"/>
                      <a:gd name="connsiteY21" fmla="*/ 13719 h 26875"/>
                      <a:gd name="connsiteX22" fmla="*/ 3149 w 38907"/>
                      <a:gd name="connsiteY22" fmla="*/ 23209 h 26875"/>
                      <a:gd name="connsiteX23" fmla="*/ 18576 w 38907"/>
                      <a:gd name="connsiteY23" fmla="*/ 23209 h 26875"/>
                      <a:gd name="connsiteX24" fmla="*/ 18576 w 38907"/>
                      <a:gd name="connsiteY24" fmla="*/ 14798 h 26875"/>
                      <a:gd name="connsiteX25" fmla="*/ 18576 w 38907"/>
                      <a:gd name="connsiteY25" fmla="*/ 14798 h 26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38907" h="26875">
                        <a:moveTo>
                          <a:pt x="38862" y="26875"/>
                        </a:moveTo>
                        <a:lnTo>
                          <a:pt x="0" y="26875"/>
                        </a:lnTo>
                        <a:lnTo>
                          <a:pt x="0" y="12684"/>
                        </a:lnTo>
                        <a:cubicBezTo>
                          <a:pt x="0" y="10165"/>
                          <a:pt x="293" y="8096"/>
                          <a:pt x="855" y="6454"/>
                        </a:cubicBezTo>
                        <a:cubicBezTo>
                          <a:pt x="1440" y="4813"/>
                          <a:pt x="2226" y="3531"/>
                          <a:pt x="3238" y="2564"/>
                        </a:cubicBezTo>
                        <a:cubicBezTo>
                          <a:pt x="4251" y="1619"/>
                          <a:pt x="5398" y="945"/>
                          <a:pt x="6724" y="562"/>
                        </a:cubicBezTo>
                        <a:cubicBezTo>
                          <a:pt x="8029" y="180"/>
                          <a:pt x="9423" y="0"/>
                          <a:pt x="10863" y="0"/>
                        </a:cubicBezTo>
                        <a:cubicBezTo>
                          <a:pt x="13022" y="0"/>
                          <a:pt x="14798" y="450"/>
                          <a:pt x="16215" y="1327"/>
                        </a:cubicBezTo>
                        <a:cubicBezTo>
                          <a:pt x="17632" y="2204"/>
                          <a:pt x="18734" y="3351"/>
                          <a:pt x="19543" y="4745"/>
                        </a:cubicBezTo>
                        <a:cubicBezTo>
                          <a:pt x="20353" y="6140"/>
                          <a:pt x="20915" y="7736"/>
                          <a:pt x="21253" y="9513"/>
                        </a:cubicBezTo>
                        <a:cubicBezTo>
                          <a:pt x="21568" y="11290"/>
                          <a:pt x="21747" y="13089"/>
                          <a:pt x="21747" y="14888"/>
                        </a:cubicBezTo>
                        <a:lnTo>
                          <a:pt x="21747" y="23209"/>
                        </a:lnTo>
                        <a:lnTo>
                          <a:pt x="38907" y="23209"/>
                        </a:lnTo>
                        <a:lnTo>
                          <a:pt x="38907" y="26875"/>
                        </a:lnTo>
                        <a:lnTo>
                          <a:pt x="38862" y="26875"/>
                        </a:lnTo>
                        <a:close/>
                        <a:moveTo>
                          <a:pt x="18576" y="14776"/>
                        </a:moveTo>
                        <a:cubicBezTo>
                          <a:pt x="18576" y="13044"/>
                          <a:pt x="18464" y="11492"/>
                          <a:pt x="18262" y="10143"/>
                        </a:cubicBezTo>
                        <a:cubicBezTo>
                          <a:pt x="18037" y="8771"/>
                          <a:pt x="17632" y="7624"/>
                          <a:pt x="17047" y="6657"/>
                        </a:cubicBezTo>
                        <a:cubicBezTo>
                          <a:pt x="16463" y="5690"/>
                          <a:pt x="15653" y="4970"/>
                          <a:pt x="14618" y="4453"/>
                        </a:cubicBezTo>
                        <a:cubicBezTo>
                          <a:pt x="13584" y="3936"/>
                          <a:pt x="12257" y="3666"/>
                          <a:pt x="10593" y="3666"/>
                        </a:cubicBezTo>
                        <a:cubicBezTo>
                          <a:pt x="8141" y="3666"/>
                          <a:pt x="6297" y="4475"/>
                          <a:pt x="5038" y="6072"/>
                        </a:cubicBezTo>
                        <a:cubicBezTo>
                          <a:pt x="3778" y="7669"/>
                          <a:pt x="3149" y="10210"/>
                          <a:pt x="3149" y="13719"/>
                        </a:cubicBezTo>
                        <a:lnTo>
                          <a:pt x="3149" y="23209"/>
                        </a:lnTo>
                        <a:lnTo>
                          <a:pt x="18576" y="23209"/>
                        </a:lnTo>
                        <a:lnTo>
                          <a:pt x="18576" y="14798"/>
                        </a:lnTo>
                        <a:lnTo>
                          <a:pt x="18576" y="14798"/>
                        </a:lnTo>
                        <a:close/>
                      </a:path>
                    </a:pathLst>
                  </a:custGeom>
                  <a:solidFill>
                    <a:srgbClr val="231F20"/>
                  </a:solidFill>
                  <a:ln w="2249" cap="flat">
                    <a:noFill/>
                    <a:prstDash val="solid"/>
                    <a:miter/>
                  </a:ln>
                </p:spPr>
                <p:txBody>
                  <a:bodyPr rtlCol="0" anchor="ctr"/>
                  <a:lstStyle/>
                  <a:p>
                    <a:endParaRPr lang="en-US"/>
                  </a:p>
                </p:txBody>
              </p:sp>
              <p:sp>
                <p:nvSpPr>
                  <p:cNvPr id="2052" name="Freeform 2051">
                    <a:extLst>
                      <a:ext uri="{FF2B5EF4-FFF2-40B4-BE49-F238E27FC236}">
                        <a16:creationId xmlns:a16="http://schemas.microsoft.com/office/drawing/2014/main" id="{983C5220-3706-D917-7852-B54C85281CE2}"/>
                      </a:ext>
                    </a:extLst>
                  </p:cNvPr>
                  <p:cNvSpPr/>
                  <p:nvPr/>
                </p:nvSpPr>
                <p:spPr>
                  <a:xfrm>
                    <a:off x="8083742" y="2841937"/>
                    <a:ext cx="28719" cy="22197"/>
                  </a:xfrm>
                  <a:custGeom>
                    <a:avLst/>
                    <a:gdLst>
                      <a:gd name="connsiteX0" fmla="*/ 23 w 28719"/>
                      <a:gd name="connsiteY0" fmla="*/ 3239 h 22197"/>
                      <a:gd name="connsiteX1" fmla="*/ 23 w 28719"/>
                      <a:gd name="connsiteY1" fmla="*/ 0 h 22197"/>
                      <a:gd name="connsiteX2" fmla="*/ 27977 w 28719"/>
                      <a:gd name="connsiteY2" fmla="*/ 0 h 22197"/>
                      <a:gd name="connsiteX3" fmla="*/ 27977 w 28719"/>
                      <a:gd name="connsiteY3" fmla="*/ 3239 h 22197"/>
                      <a:gd name="connsiteX4" fmla="*/ 24086 w 28719"/>
                      <a:gd name="connsiteY4" fmla="*/ 3239 h 22197"/>
                      <a:gd name="connsiteX5" fmla="*/ 25660 w 28719"/>
                      <a:gd name="connsiteY5" fmla="*/ 4700 h 22197"/>
                      <a:gd name="connsiteX6" fmla="*/ 27145 w 28719"/>
                      <a:gd name="connsiteY6" fmla="*/ 6567 h 22197"/>
                      <a:gd name="connsiteX7" fmla="*/ 28270 w 28719"/>
                      <a:gd name="connsiteY7" fmla="*/ 9018 h 22197"/>
                      <a:gd name="connsiteX8" fmla="*/ 28719 w 28719"/>
                      <a:gd name="connsiteY8" fmla="*/ 12257 h 22197"/>
                      <a:gd name="connsiteX9" fmla="*/ 27932 w 28719"/>
                      <a:gd name="connsiteY9" fmla="*/ 16957 h 22197"/>
                      <a:gd name="connsiteX10" fmla="*/ 25750 w 28719"/>
                      <a:gd name="connsiteY10" fmla="*/ 20016 h 22197"/>
                      <a:gd name="connsiteX11" fmla="*/ 22490 w 28719"/>
                      <a:gd name="connsiteY11" fmla="*/ 21680 h 22197"/>
                      <a:gd name="connsiteX12" fmla="*/ 18419 w 28719"/>
                      <a:gd name="connsiteY12" fmla="*/ 22197 h 22197"/>
                      <a:gd name="connsiteX13" fmla="*/ 23 w 28719"/>
                      <a:gd name="connsiteY13" fmla="*/ 22197 h 22197"/>
                      <a:gd name="connsiteX14" fmla="*/ 23 w 28719"/>
                      <a:gd name="connsiteY14" fmla="*/ 18959 h 22197"/>
                      <a:gd name="connsiteX15" fmla="*/ 18374 w 28719"/>
                      <a:gd name="connsiteY15" fmla="*/ 18959 h 22197"/>
                      <a:gd name="connsiteX16" fmla="*/ 23906 w 28719"/>
                      <a:gd name="connsiteY16" fmla="*/ 17294 h 22197"/>
                      <a:gd name="connsiteX17" fmla="*/ 25818 w 28719"/>
                      <a:gd name="connsiteY17" fmla="*/ 11785 h 22197"/>
                      <a:gd name="connsiteX18" fmla="*/ 25031 w 28719"/>
                      <a:gd name="connsiteY18" fmla="*/ 8186 h 22197"/>
                      <a:gd name="connsiteX19" fmla="*/ 22849 w 28719"/>
                      <a:gd name="connsiteY19" fmla="*/ 5510 h 22197"/>
                      <a:gd name="connsiteX20" fmla="*/ 19498 w 28719"/>
                      <a:gd name="connsiteY20" fmla="*/ 3846 h 22197"/>
                      <a:gd name="connsiteX21" fmla="*/ 15225 w 28719"/>
                      <a:gd name="connsiteY21" fmla="*/ 3261 h 22197"/>
                      <a:gd name="connsiteX22" fmla="*/ 0 w 28719"/>
                      <a:gd name="connsiteY22" fmla="*/ 3261 h 22197"/>
                      <a:gd name="connsiteX23" fmla="*/ 23 w 28719"/>
                      <a:gd name="connsiteY23" fmla="*/ 3261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8719" h="22197">
                        <a:moveTo>
                          <a:pt x="23" y="3239"/>
                        </a:moveTo>
                        <a:lnTo>
                          <a:pt x="23" y="0"/>
                        </a:lnTo>
                        <a:lnTo>
                          <a:pt x="27977" y="0"/>
                        </a:lnTo>
                        <a:lnTo>
                          <a:pt x="27977" y="3239"/>
                        </a:lnTo>
                        <a:lnTo>
                          <a:pt x="24086" y="3239"/>
                        </a:lnTo>
                        <a:cubicBezTo>
                          <a:pt x="24581" y="3666"/>
                          <a:pt x="25121" y="4161"/>
                          <a:pt x="25660" y="4700"/>
                        </a:cubicBezTo>
                        <a:cubicBezTo>
                          <a:pt x="26200" y="5240"/>
                          <a:pt x="26695" y="5870"/>
                          <a:pt x="27145" y="6567"/>
                        </a:cubicBezTo>
                        <a:cubicBezTo>
                          <a:pt x="27595" y="7264"/>
                          <a:pt x="27977" y="8096"/>
                          <a:pt x="28270" y="9018"/>
                        </a:cubicBezTo>
                        <a:cubicBezTo>
                          <a:pt x="28562" y="9940"/>
                          <a:pt x="28719" y="11042"/>
                          <a:pt x="28719" y="12257"/>
                        </a:cubicBezTo>
                        <a:cubicBezTo>
                          <a:pt x="28719" y="14123"/>
                          <a:pt x="28449" y="15698"/>
                          <a:pt x="27932" y="16957"/>
                        </a:cubicBezTo>
                        <a:cubicBezTo>
                          <a:pt x="27415" y="18217"/>
                          <a:pt x="26672" y="19229"/>
                          <a:pt x="25750" y="20016"/>
                        </a:cubicBezTo>
                        <a:cubicBezTo>
                          <a:pt x="24806" y="20780"/>
                          <a:pt x="23727" y="21343"/>
                          <a:pt x="22490" y="21680"/>
                        </a:cubicBezTo>
                        <a:cubicBezTo>
                          <a:pt x="21253" y="22017"/>
                          <a:pt x="19880" y="22197"/>
                          <a:pt x="18419" y="22197"/>
                        </a:cubicBezTo>
                        <a:lnTo>
                          <a:pt x="23" y="22197"/>
                        </a:lnTo>
                        <a:lnTo>
                          <a:pt x="23" y="18959"/>
                        </a:lnTo>
                        <a:lnTo>
                          <a:pt x="18374" y="18959"/>
                        </a:lnTo>
                        <a:cubicBezTo>
                          <a:pt x="20780" y="18959"/>
                          <a:pt x="22625" y="18396"/>
                          <a:pt x="23906" y="17294"/>
                        </a:cubicBezTo>
                        <a:cubicBezTo>
                          <a:pt x="25188" y="16170"/>
                          <a:pt x="25818" y="14348"/>
                          <a:pt x="25818" y="11785"/>
                        </a:cubicBezTo>
                        <a:cubicBezTo>
                          <a:pt x="25818" y="10458"/>
                          <a:pt x="25548" y="9266"/>
                          <a:pt x="25031" y="8186"/>
                        </a:cubicBezTo>
                        <a:cubicBezTo>
                          <a:pt x="24513" y="7129"/>
                          <a:pt x="23772" y="6230"/>
                          <a:pt x="22849" y="5510"/>
                        </a:cubicBezTo>
                        <a:cubicBezTo>
                          <a:pt x="21905" y="4790"/>
                          <a:pt x="20803" y="4228"/>
                          <a:pt x="19498" y="3846"/>
                        </a:cubicBezTo>
                        <a:cubicBezTo>
                          <a:pt x="18194" y="3441"/>
                          <a:pt x="16777" y="3261"/>
                          <a:pt x="15225" y="3261"/>
                        </a:cubicBezTo>
                        <a:lnTo>
                          <a:pt x="0" y="3261"/>
                        </a:lnTo>
                        <a:lnTo>
                          <a:pt x="23" y="3261"/>
                        </a:lnTo>
                        <a:close/>
                      </a:path>
                    </a:pathLst>
                  </a:custGeom>
                  <a:solidFill>
                    <a:srgbClr val="231F20"/>
                  </a:solidFill>
                  <a:ln w="2249" cap="flat">
                    <a:noFill/>
                    <a:prstDash val="solid"/>
                    <a:miter/>
                  </a:ln>
                </p:spPr>
                <p:txBody>
                  <a:bodyPr rtlCol="0" anchor="ctr"/>
                  <a:lstStyle/>
                  <a:p>
                    <a:endParaRPr lang="en-US"/>
                  </a:p>
                </p:txBody>
              </p:sp>
              <p:sp>
                <p:nvSpPr>
                  <p:cNvPr id="2053" name="Freeform 2052">
                    <a:extLst>
                      <a:ext uri="{FF2B5EF4-FFF2-40B4-BE49-F238E27FC236}">
                        <a16:creationId xmlns:a16="http://schemas.microsoft.com/office/drawing/2014/main" id="{BAF7124C-A5A4-2701-3215-FA25CE9908CF}"/>
                      </a:ext>
                    </a:extLst>
                  </p:cNvPr>
                  <p:cNvSpPr/>
                  <p:nvPr/>
                </p:nvSpPr>
                <p:spPr>
                  <a:xfrm>
                    <a:off x="8083000" y="2808068"/>
                    <a:ext cx="39738" cy="25683"/>
                  </a:xfrm>
                  <a:custGeom>
                    <a:avLst/>
                    <a:gdLst>
                      <a:gd name="connsiteX0" fmla="*/ 39739 w 39738"/>
                      <a:gd name="connsiteY0" fmla="*/ 22445 h 25683"/>
                      <a:gd name="connsiteX1" fmla="*/ 39739 w 39738"/>
                      <a:gd name="connsiteY1" fmla="*/ 25683 h 25683"/>
                      <a:gd name="connsiteX2" fmla="*/ 765 w 39738"/>
                      <a:gd name="connsiteY2" fmla="*/ 25683 h 25683"/>
                      <a:gd name="connsiteX3" fmla="*/ 765 w 39738"/>
                      <a:gd name="connsiteY3" fmla="*/ 22445 h 25683"/>
                      <a:gd name="connsiteX4" fmla="*/ 5667 w 39738"/>
                      <a:gd name="connsiteY4" fmla="*/ 22445 h 25683"/>
                      <a:gd name="connsiteX5" fmla="*/ 5667 w 39738"/>
                      <a:gd name="connsiteY5" fmla="*/ 22332 h 25683"/>
                      <a:gd name="connsiteX6" fmla="*/ 3238 w 39738"/>
                      <a:gd name="connsiteY6" fmla="*/ 20533 h 25683"/>
                      <a:gd name="connsiteX7" fmla="*/ 1462 w 39738"/>
                      <a:gd name="connsiteY7" fmla="*/ 18104 h 25683"/>
                      <a:gd name="connsiteX8" fmla="*/ 382 w 39738"/>
                      <a:gd name="connsiteY8" fmla="*/ 15383 h 25683"/>
                      <a:gd name="connsiteX9" fmla="*/ 0 w 39738"/>
                      <a:gd name="connsiteY9" fmla="*/ 12639 h 25683"/>
                      <a:gd name="connsiteX10" fmla="*/ 1124 w 39738"/>
                      <a:gd name="connsiteY10" fmla="*/ 6859 h 25683"/>
                      <a:gd name="connsiteX11" fmla="*/ 4228 w 39738"/>
                      <a:gd name="connsiteY11" fmla="*/ 2946 h 25683"/>
                      <a:gd name="connsiteX12" fmla="*/ 8906 w 39738"/>
                      <a:gd name="connsiteY12" fmla="*/ 697 h 25683"/>
                      <a:gd name="connsiteX13" fmla="*/ 14686 w 39738"/>
                      <a:gd name="connsiteY13" fmla="*/ 0 h 25683"/>
                      <a:gd name="connsiteX14" fmla="*/ 20308 w 39738"/>
                      <a:gd name="connsiteY14" fmla="*/ 765 h 25683"/>
                      <a:gd name="connsiteX15" fmla="*/ 25031 w 39738"/>
                      <a:gd name="connsiteY15" fmla="*/ 3059 h 25683"/>
                      <a:gd name="connsiteX16" fmla="*/ 28270 w 39738"/>
                      <a:gd name="connsiteY16" fmla="*/ 6949 h 25683"/>
                      <a:gd name="connsiteX17" fmla="*/ 29484 w 39738"/>
                      <a:gd name="connsiteY17" fmla="*/ 12482 h 25683"/>
                      <a:gd name="connsiteX18" fmla="*/ 28157 w 39738"/>
                      <a:gd name="connsiteY18" fmla="*/ 18172 h 25683"/>
                      <a:gd name="connsiteX19" fmla="*/ 24244 w 39738"/>
                      <a:gd name="connsiteY19" fmla="*/ 22467 h 25683"/>
                      <a:gd name="connsiteX20" fmla="*/ 39739 w 39738"/>
                      <a:gd name="connsiteY20" fmla="*/ 22467 h 25683"/>
                      <a:gd name="connsiteX21" fmla="*/ 14843 w 39738"/>
                      <a:gd name="connsiteY21" fmla="*/ 22445 h 25683"/>
                      <a:gd name="connsiteX22" fmla="*/ 19341 w 39738"/>
                      <a:gd name="connsiteY22" fmla="*/ 21792 h 25683"/>
                      <a:gd name="connsiteX23" fmla="*/ 23074 w 39738"/>
                      <a:gd name="connsiteY23" fmla="*/ 19926 h 25683"/>
                      <a:gd name="connsiteX24" fmla="*/ 25616 w 39738"/>
                      <a:gd name="connsiteY24" fmla="*/ 16957 h 25683"/>
                      <a:gd name="connsiteX25" fmla="*/ 26560 w 39738"/>
                      <a:gd name="connsiteY25" fmla="*/ 12999 h 25683"/>
                      <a:gd name="connsiteX26" fmla="*/ 25571 w 39738"/>
                      <a:gd name="connsiteY26" fmla="*/ 8658 h 25683"/>
                      <a:gd name="connsiteX27" fmla="*/ 22849 w 39738"/>
                      <a:gd name="connsiteY27" fmla="*/ 5600 h 25683"/>
                      <a:gd name="connsiteX28" fmla="*/ 18824 w 39738"/>
                      <a:gd name="connsiteY28" fmla="*/ 3868 h 25683"/>
                      <a:gd name="connsiteX29" fmla="*/ 13876 w 39738"/>
                      <a:gd name="connsiteY29" fmla="*/ 3441 h 25683"/>
                      <a:gd name="connsiteX30" fmla="*/ 9198 w 39738"/>
                      <a:gd name="connsiteY30" fmla="*/ 4161 h 25683"/>
                      <a:gd name="connsiteX31" fmla="*/ 5780 w 39738"/>
                      <a:gd name="connsiteY31" fmla="*/ 6185 h 25683"/>
                      <a:gd name="connsiteX32" fmla="*/ 3644 w 39738"/>
                      <a:gd name="connsiteY32" fmla="*/ 9198 h 25683"/>
                      <a:gd name="connsiteX33" fmla="*/ 2924 w 39738"/>
                      <a:gd name="connsiteY33" fmla="*/ 12976 h 25683"/>
                      <a:gd name="connsiteX34" fmla="*/ 3846 w 39738"/>
                      <a:gd name="connsiteY34" fmla="*/ 17025 h 25683"/>
                      <a:gd name="connsiteX35" fmla="*/ 6365 w 39738"/>
                      <a:gd name="connsiteY35" fmla="*/ 19993 h 25683"/>
                      <a:gd name="connsiteX36" fmla="*/ 10143 w 39738"/>
                      <a:gd name="connsiteY36" fmla="*/ 21792 h 25683"/>
                      <a:gd name="connsiteX37" fmla="*/ 14866 w 39738"/>
                      <a:gd name="connsiteY37" fmla="*/ 22422 h 25683"/>
                      <a:gd name="connsiteX38" fmla="*/ 14866 w 39738"/>
                      <a:gd name="connsiteY38" fmla="*/ 22422 h 25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39738" h="25683">
                        <a:moveTo>
                          <a:pt x="39739" y="22445"/>
                        </a:moveTo>
                        <a:lnTo>
                          <a:pt x="39739" y="25683"/>
                        </a:lnTo>
                        <a:lnTo>
                          <a:pt x="765" y="25683"/>
                        </a:lnTo>
                        <a:lnTo>
                          <a:pt x="765" y="22445"/>
                        </a:lnTo>
                        <a:lnTo>
                          <a:pt x="5667" y="22445"/>
                        </a:lnTo>
                        <a:lnTo>
                          <a:pt x="5667" y="22332"/>
                        </a:lnTo>
                        <a:cubicBezTo>
                          <a:pt x="4768" y="21860"/>
                          <a:pt x="3958" y="21253"/>
                          <a:pt x="3238" y="20533"/>
                        </a:cubicBezTo>
                        <a:cubicBezTo>
                          <a:pt x="2519" y="19791"/>
                          <a:pt x="1934" y="18981"/>
                          <a:pt x="1462" y="18104"/>
                        </a:cubicBezTo>
                        <a:cubicBezTo>
                          <a:pt x="989" y="17227"/>
                          <a:pt x="630" y="16305"/>
                          <a:pt x="382" y="15383"/>
                        </a:cubicBezTo>
                        <a:cubicBezTo>
                          <a:pt x="135" y="14438"/>
                          <a:pt x="0" y="13539"/>
                          <a:pt x="0" y="12639"/>
                        </a:cubicBezTo>
                        <a:cubicBezTo>
                          <a:pt x="0" y="10368"/>
                          <a:pt x="382" y="8456"/>
                          <a:pt x="1124" y="6859"/>
                        </a:cubicBezTo>
                        <a:cubicBezTo>
                          <a:pt x="1867" y="5263"/>
                          <a:pt x="2924" y="3981"/>
                          <a:pt x="4228" y="2946"/>
                        </a:cubicBezTo>
                        <a:cubicBezTo>
                          <a:pt x="5532" y="1912"/>
                          <a:pt x="7107" y="1169"/>
                          <a:pt x="8906" y="697"/>
                        </a:cubicBezTo>
                        <a:cubicBezTo>
                          <a:pt x="10705" y="225"/>
                          <a:pt x="12639" y="0"/>
                          <a:pt x="14686" y="0"/>
                        </a:cubicBezTo>
                        <a:cubicBezTo>
                          <a:pt x="16620" y="0"/>
                          <a:pt x="18509" y="247"/>
                          <a:pt x="20308" y="765"/>
                        </a:cubicBezTo>
                        <a:cubicBezTo>
                          <a:pt x="22107" y="1259"/>
                          <a:pt x="23682" y="2024"/>
                          <a:pt x="25031" y="3059"/>
                        </a:cubicBezTo>
                        <a:cubicBezTo>
                          <a:pt x="26380" y="4093"/>
                          <a:pt x="27460" y="5375"/>
                          <a:pt x="28270" y="6949"/>
                        </a:cubicBezTo>
                        <a:cubicBezTo>
                          <a:pt x="29079" y="8524"/>
                          <a:pt x="29484" y="10368"/>
                          <a:pt x="29484" y="12482"/>
                        </a:cubicBezTo>
                        <a:cubicBezTo>
                          <a:pt x="29484" y="14461"/>
                          <a:pt x="29034" y="16350"/>
                          <a:pt x="28157" y="18172"/>
                        </a:cubicBezTo>
                        <a:cubicBezTo>
                          <a:pt x="27280" y="19993"/>
                          <a:pt x="25976" y="21410"/>
                          <a:pt x="24244" y="22467"/>
                        </a:cubicBezTo>
                        <a:lnTo>
                          <a:pt x="39739" y="22467"/>
                        </a:lnTo>
                        <a:close/>
                        <a:moveTo>
                          <a:pt x="14843" y="22445"/>
                        </a:moveTo>
                        <a:cubicBezTo>
                          <a:pt x="16418" y="22445"/>
                          <a:pt x="17924" y="22220"/>
                          <a:pt x="19341" y="21792"/>
                        </a:cubicBezTo>
                        <a:cubicBezTo>
                          <a:pt x="20758" y="21365"/>
                          <a:pt x="21995" y="20735"/>
                          <a:pt x="23074" y="19926"/>
                        </a:cubicBezTo>
                        <a:cubicBezTo>
                          <a:pt x="24131" y="19116"/>
                          <a:pt x="24986" y="18127"/>
                          <a:pt x="25616" y="16957"/>
                        </a:cubicBezTo>
                        <a:cubicBezTo>
                          <a:pt x="26245" y="15788"/>
                          <a:pt x="26560" y="14461"/>
                          <a:pt x="26560" y="12999"/>
                        </a:cubicBezTo>
                        <a:cubicBezTo>
                          <a:pt x="26560" y="11335"/>
                          <a:pt x="26223" y="9895"/>
                          <a:pt x="25571" y="8658"/>
                        </a:cubicBezTo>
                        <a:cubicBezTo>
                          <a:pt x="24896" y="7422"/>
                          <a:pt x="23996" y="6409"/>
                          <a:pt x="22849" y="5600"/>
                        </a:cubicBezTo>
                        <a:cubicBezTo>
                          <a:pt x="21703" y="4813"/>
                          <a:pt x="20353" y="4228"/>
                          <a:pt x="18824" y="3868"/>
                        </a:cubicBezTo>
                        <a:cubicBezTo>
                          <a:pt x="17294" y="3508"/>
                          <a:pt x="15653" y="3373"/>
                          <a:pt x="13876" y="3441"/>
                        </a:cubicBezTo>
                        <a:cubicBezTo>
                          <a:pt x="12122" y="3441"/>
                          <a:pt x="10547" y="3688"/>
                          <a:pt x="9198" y="4161"/>
                        </a:cubicBezTo>
                        <a:cubicBezTo>
                          <a:pt x="7849" y="4655"/>
                          <a:pt x="6702" y="5330"/>
                          <a:pt x="5780" y="6185"/>
                        </a:cubicBezTo>
                        <a:cubicBezTo>
                          <a:pt x="4836" y="7039"/>
                          <a:pt x="4138" y="8051"/>
                          <a:pt x="3644" y="9198"/>
                        </a:cubicBezTo>
                        <a:cubicBezTo>
                          <a:pt x="3149" y="10345"/>
                          <a:pt x="2924" y="11605"/>
                          <a:pt x="2924" y="12976"/>
                        </a:cubicBezTo>
                        <a:cubicBezTo>
                          <a:pt x="2924" y="14483"/>
                          <a:pt x="3238" y="15833"/>
                          <a:pt x="3846" y="17025"/>
                        </a:cubicBezTo>
                        <a:cubicBezTo>
                          <a:pt x="4453" y="18217"/>
                          <a:pt x="5285" y="19206"/>
                          <a:pt x="6365" y="19993"/>
                        </a:cubicBezTo>
                        <a:cubicBezTo>
                          <a:pt x="7422" y="20780"/>
                          <a:pt x="8681" y="21388"/>
                          <a:pt x="10143" y="21792"/>
                        </a:cubicBezTo>
                        <a:cubicBezTo>
                          <a:pt x="11604" y="22197"/>
                          <a:pt x="13179" y="22422"/>
                          <a:pt x="14866" y="22422"/>
                        </a:cubicBezTo>
                        <a:lnTo>
                          <a:pt x="14866" y="22422"/>
                        </a:lnTo>
                        <a:close/>
                      </a:path>
                    </a:pathLst>
                  </a:custGeom>
                  <a:solidFill>
                    <a:srgbClr val="231F20"/>
                  </a:solidFill>
                  <a:ln w="2249" cap="flat">
                    <a:noFill/>
                    <a:prstDash val="solid"/>
                    <a:miter/>
                  </a:ln>
                </p:spPr>
                <p:txBody>
                  <a:bodyPr rtlCol="0" anchor="ctr"/>
                  <a:lstStyle/>
                  <a:p>
                    <a:endParaRPr lang="en-US"/>
                  </a:p>
                </p:txBody>
              </p:sp>
              <p:sp>
                <p:nvSpPr>
                  <p:cNvPr id="2054" name="Freeform 2053">
                    <a:extLst>
                      <a:ext uri="{FF2B5EF4-FFF2-40B4-BE49-F238E27FC236}">
                        <a16:creationId xmlns:a16="http://schemas.microsoft.com/office/drawing/2014/main" id="{3D6D017F-F7EC-2A8F-5243-91DADB087C66}"/>
                      </a:ext>
                    </a:extLst>
                  </p:cNvPr>
                  <p:cNvSpPr/>
                  <p:nvPr/>
                </p:nvSpPr>
                <p:spPr>
                  <a:xfrm>
                    <a:off x="8072857" y="2797295"/>
                    <a:ext cx="38862" cy="3553"/>
                  </a:xfrm>
                  <a:custGeom>
                    <a:avLst/>
                    <a:gdLst>
                      <a:gd name="connsiteX0" fmla="*/ 4813 w 38862"/>
                      <a:gd name="connsiteY0" fmla="*/ 3553 h 3553"/>
                      <a:gd name="connsiteX1" fmla="*/ 0 w 38862"/>
                      <a:gd name="connsiteY1" fmla="*/ 3553 h 3553"/>
                      <a:gd name="connsiteX2" fmla="*/ 0 w 38862"/>
                      <a:gd name="connsiteY2" fmla="*/ 0 h 3553"/>
                      <a:gd name="connsiteX3" fmla="*/ 4813 w 38862"/>
                      <a:gd name="connsiteY3" fmla="*/ 0 h 3553"/>
                      <a:gd name="connsiteX4" fmla="*/ 4813 w 38862"/>
                      <a:gd name="connsiteY4" fmla="*/ 3553 h 3553"/>
                      <a:gd name="connsiteX5" fmla="*/ 38862 w 38862"/>
                      <a:gd name="connsiteY5" fmla="*/ 3373 h 3553"/>
                      <a:gd name="connsiteX6" fmla="*/ 10908 w 38862"/>
                      <a:gd name="connsiteY6" fmla="*/ 3373 h 3553"/>
                      <a:gd name="connsiteX7" fmla="*/ 10908 w 38862"/>
                      <a:gd name="connsiteY7" fmla="*/ 135 h 3553"/>
                      <a:gd name="connsiteX8" fmla="*/ 38862 w 38862"/>
                      <a:gd name="connsiteY8" fmla="*/ 135 h 3553"/>
                      <a:gd name="connsiteX9" fmla="*/ 38862 w 38862"/>
                      <a:gd name="connsiteY9" fmla="*/ 3373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62" h="3553">
                        <a:moveTo>
                          <a:pt x="4813" y="3553"/>
                        </a:moveTo>
                        <a:lnTo>
                          <a:pt x="0" y="3553"/>
                        </a:lnTo>
                        <a:lnTo>
                          <a:pt x="0" y="0"/>
                        </a:lnTo>
                        <a:lnTo>
                          <a:pt x="4813" y="0"/>
                        </a:lnTo>
                        <a:lnTo>
                          <a:pt x="4813" y="3553"/>
                        </a:lnTo>
                        <a:close/>
                        <a:moveTo>
                          <a:pt x="38862" y="3373"/>
                        </a:moveTo>
                        <a:lnTo>
                          <a:pt x="10908" y="3373"/>
                        </a:lnTo>
                        <a:lnTo>
                          <a:pt x="10908" y="135"/>
                        </a:lnTo>
                        <a:lnTo>
                          <a:pt x="38862" y="135"/>
                        </a:lnTo>
                        <a:lnTo>
                          <a:pt x="38862" y="3373"/>
                        </a:lnTo>
                        <a:close/>
                      </a:path>
                    </a:pathLst>
                  </a:custGeom>
                  <a:solidFill>
                    <a:srgbClr val="231F20"/>
                  </a:solidFill>
                  <a:ln w="2249" cap="flat">
                    <a:noFill/>
                    <a:prstDash val="solid"/>
                    <a:miter/>
                  </a:ln>
                </p:spPr>
                <p:txBody>
                  <a:bodyPr rtlCol="0" anchor="ctr"/>
                  <a:lstStyle/>
                  <a:p>
                    <a:endParaRPr lang="en-US"/>
                  </a:p>
                </p:txBody>
              </p:sp>
              <p:sp>
                <p:nvSpPr>
                  <p:cNvPr id="2055" name="Freeform 2054">
                    <a:extLst>
                      <a:ext uri="{FF2B5EF4-FFF2-40B4-BE49-F238E27FC236}">
                        <a16:creationId xmlns:a16="http://schemas.microsoft.com/office/drawing/2014/main" id="{F7C99321-316C-DC1E-A941-DCC0B9366D1F}"/>
                      </a:ext>
                    </a:extLst>
                  </p:cNvPr>
                  <p:cNvSpPr/>
                  <p:nvPr/>
                </p:nvSpPr>
                <p:spPr>
                  <a:xfrm>
                    <a:off x="8072857" y="2785466"/>
                    <a:ext cx="38862" cy="3238"/>
                  </a:xfrm>
                  <a:custGeom>
                    <a:avLst/>
                    <a:gdLst>
                      <a:gd name="connsiteX0" fmla="*/ 38862 w 38862"/>
                      <a:gd name="connsiteY0" fmla="*/ 3239 h 3238"/>
                      <a:gd name="connsiteX1" fmla="*/ 0 w 38862"/>
                      <a:gd name="connsiteY1" fmla="*/ 3239 h 3238"/>
                      <a:gd name="connsiteX2" fmla="*/ 0 w 38862"/>
                      <a:gd name="connsiteY2" fmla="*/ 0 h 3238"/>
                      <a:gd name="connsiteX3" fmla="*/ 38862 w 38862"/>
                      <a:gd name="connsiteY3" fmla="*/ 0 h 3238"/>
                      <a:gd name="connsiteX4" fmla="*/ 38862 w 38862"/>
                      <a:gd name="connsiteY4" fmla="*/ 3239 h 3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862" h="3238">
                        <a:moveTo>
                          <a:pt x="38862" y="3239"/>
                        </a:moveTo>
                        <a:lnTo>
                          <a:pt x="0" y="3239"/>
                        </a:lnTo>
                        <a:lnTo>
                          <a:pt x="0" y="0"/>
                        </a:lnTo>
                        <a:lnTo>
                          <a:pt x="38862" y="0"/>
                        </a:lnTo>
                        <a:lnTo>
                          <a:pt x="38862" y="3239"/>
                        </a:lnTo>
                        <a:close/>
                      </a:path>
                    </a:pathLst>
                  </a:custGeom>
                  <a:solidFill>
                    <a:srgbClr val="231F20"/>
                  </a:solidFill>
                  <a:ln w="2249" cap="flat">
                    <a:noFill/>
                    <a:prstDash val="solid"/>
                    <a:miter/>
                  </a:ln>
                </p:spPr>
                <p:txBody>
                  <a:bodyPr rtlCol="0" anchor="ctr"/>
                  <a:lstStyle/>
                  <a:p>
                    <a:endParaRPr lang="en-US"/>
                  </a:p>
                </p:txBody>
              </p:sp>
              <p:sp>
                <p:nvSpPr>
                  <p:cNvPr id="2056" name="Freeform 2055">
                    <a:extLst>
                      <a:ext uri="{FF2B5EF4-FFF2-40B4-BE49-F238E27FC236}">
                        <a16:creationId xmlns:a16="http://schemas.microsoft.com/office/drawing/2014/main" id="{39E28609-7F17-9569-5685-B301CEBEC7A1}"/>
                      </a:ext>
                    </a:extLst>
                  </p:cNvPr>
                  <p:cNvSpPr/>
                  <p:nvPr/>
                </p:nvSpPr>
                <p:spPr>
                  <a:xfrm>
                    <a:off x="8083000" y="2738642"/>
                    <a:ext cx="29461" cy="24895"/>
                  </a:xfrm>
                  <a:custGeom>
                    <a:avLst/>
                    <a:gdLst>
                      <a:gd name="connsiteX0" fmla="*/ 9558 w 29461"/>
                      <a:gd name="connsiteY0" fmla="*/ 3733 h 24895"/>
                      <a:gd name="connsiteX1" fmla="*/ 4678 w 29461"/>
                      <a:gd name="connsiteY1" fmla="*/ 6702 h 24895"/>
                      <a:gd name="connsiteX2" fmla="*/ 2924 w 29461"/>
                      <a:gd name="connsiteY2" fmla="*/ 12054 h 24895"/>
                      <a:gd name="connsiteX3" fmla="*/ 3958 w 29461"/>
                      <a:gd name="connsiteY3" fmla="*/ 16327 h 24895"/>
                      <a:gd name="connsiteX4" fmla="*/ 6679 w 29461"/>
                      <a:gd name="connsiteY4" fmla="*/ 19251 h 24895"/>
                      <a:gd name="connsiteX5" fmla="*/ 10502 w 29461"/>
                      <a:gd name="connsiteY5" fmla="*/ 20915 h 24895"/>
                      <a:gd name="connsiteX6" fmla="*/ 14798 w 29461"/>
                      <a:gd name="connsiteY6" fmla="*/ 21455 h 24895"/>
                      <a:gd name="connsiteX7" fmla="*/ 19116 w 29461"/>
                      <a:gd name="connsiteY7" fmla="*/ 20938 h 24895"/>
                      <a:gd name="connsiteX8" fmla="*/ 22894 w 29461"/>
                      <a:gd name="connsiteY8" fmla="*/ 19296 h 24895"/>
                      <a:gd name="connsiteX9" fmla="*/ 25571 w 29461"/>
                      <a:gd name="connsiteY9" fmla="*/ 16372 h 24895"/>
                      <a:gd name="connsiteX10" fmla="*/ 26560 w 29461"/>
                      <a:gd name="connsiteY10" fmla="*/ 12054 h 24895"/>
                      <a:gd name="connsiteX11" fmla="*/ 24558 w 29461"/>
                      <a:gd name="connsiteY11" fmla="*/ 6252 h 24895"/>
                      <a:gd name="connsiteX12" fmla="*/ 19049 w 29461"/>
                      <a:gd name="connsiteY12" fmla="*/ 3463 h 24895"/>
                      <a:gd name="connsiteX13" fmla="*/ 19049 w 29461"/>
                      <a:gd name="connsiteY13" fmla="*/ 0 h 24895"/>
                      <a:gd name="connsiteX14" fmla="*/ 23277 w 29461"/>
                      <a:gd name="connsiteY14" fmla="*/ 1372 h 24895"/>
                      <a:gd name="connsiteX15" fmla="*/ 26560 w 29461"/>
                      <a:gd name="connsiteY15" fmla="*/ 3801 h 24895"/>
                      <a:gd name="connsiteX16" fmla="*/ 28697 w 29461"/>
                      <a:gd name="connsiteY16" fmla="*/ 7332 h 24895"/>
                      <a:gd name="connsiteX17" fmla="*/ 29462 w 29461"/>
                      <a:gd name="connsiteY17" fmla="*/ 12032 h 24895"/>
                      <a:gd name="connsiteX18" fmla="*/ 28337 w 29461"/>
                      <a:gd name="connsiteY18" fmla="*/ 17812 h 24895"/>
                      <a:gd name="connsiteX19" fmla="*/ 25233 w 29461"/>
                      <a:gd name="connsiteY19" fmla="*/ 21815 h 24895"/>
                      <a:gd name="connsiteX20" fmla="*/ 20556 w 29461"/>
                      <a:gd name="connsiteY20" fmla="*/ 24131 h 24895"/>
                      <a:gd name="connsiteX21" fmla="*/ 14776 w 29461"/>
                      <a:gd name="connsiteY21" fmla="*/ 24896 h 24895"/>
                      <a:gd name="connsiteX22" fmla="*/ 9198 w 29461"/>
                      <a:gd name="connsiteY22" fmla="*/ 24064 h 24895"/>
                      <a:gd name="connsiteX23" fmla="*/ 4475 w 29461"/>
                      <a:gd name="connsiteY23" fmla="*/ 21612 h 24895"/>
                      <a:gd name="connsiteX24" fmla="*/ 1215 w 29461"/>
                      <a:gd name="connsiteY24" fmla="*/ 17587 h 24895"/>
                      <a:gd name="connsiteX25" fmla="*/ 0 w 29461"/>
                      <a:gd name="connsiteY25" fmla="*/ 12054 h 24895"/>
                      <a:gd name="connsiteX26" fmla="*/ 2316 w 29461"/>
                      <a:gd name="connsiteY26" fmla="*/ 4206 h 24895"/>
                      <a:gd name="connsiteX27" fmla="*/ 9558 w 29461"/>
                      <a:gd name="connsiteY27" fmla="*/ 450 h 24895"/>
                      <a:gd name="connsiteX28" fmla="*/ 9558 w 29461"/>
                      <a:gd name="connsiteY28" fmla="*/ 3733 h 24895"/>
                      <a:gd name="connsiteX29" fmla="*/ 9558 w 29461"/>
                      <a:gd name="connsiteY29" fmla="*/ 3733 h 24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9461" h="24895">
                        <a:moveTo>
                          <a:pt x="9558" y="3733"/>
                        </a:moveTo>
                        <a:cubicBezTo>
                          <a:pt x="7467" y="4318"/>
                          <a:pt x="5848" y="5308"/>
                          <a:pt x="4678" y="6702"/>
                        </a:cubicBezTo>
                        <a:cubicBezTo>
                          <a:pt x="3509" y="8096"/>
                          <a:pt x="2924" y="9895"/>
                          <a:pt x="2924" y="12054"/>
                        </a:cubicBezTo>
                        <a:cubicBezTo>
                          <a:pt x="2924" y="13719"/>
                          <a:pt x="3261" y="15135"/>
                          <a:pt x="3958" y="16327"/>
                        </a:cubicBezTo>
                        <a:cubicBezTo>
                          <a:pt x="4633" y="17519"/>
                          <a:pt x="5555" y="18486"/>
                          <a:pt x="6679" y="19251"/>
                        </a:cubicBezTo>
                        <a:cubicBezTo>
                          <a:pt x="7804" y="20016"/>
                          <a:pt x="9086" y="20555"/>
                          <a:pt x="10502" y="20915"/>
                        </a:cubicBezTo>
                        <a:cubicBezTo>
                          <a:pt x="11920" y="21275"/>
                          <a:pt x="13359" y="21455"/>
                          <a:pt x="14798" y="21455"/>
                        </a:cubicBezTo>
                        <a:cubicBezTo>
                          <a:pt x="16237" y="21455"/>
                          <a:pt x="17722" y="21275"/>
                          <a:pt x="19116" y="20938"/>
                        </a:cubicBezTo>
                        <a:cubicBezTo>
                          <a:pt x="20511" y="20600"/>
                          <a:pt x="21770" y="20038"/>
                          <a:pt x="22894" y="19296"/>
                        </a:cubicBezTo>
                        <a:cubicBezTo>
                          <a:pt x="24019" y="18554"/>
                          <a:pt x="24896" y="17564"/>
                          <a:pt x="25571" y="16372"/>
                        </a:cubicBezTo>
                        <a:cubicBezTo>
                          <a:pt x="26245" y="15180"/>
                          <a:pt x="26560" y="13741"/>
                          <a:pt x="26560" y="12054"/>
                        </a:cubicBezTo>
                        <a:cubicBezTo>
                          <a:pt x="26560" y="9648"/>
                          <a:pt x="25886" y="7714"/>
                          <a:pt x="24558" y="6252"/>
                        </a:cubicBezTo>
                        <a:cubicBezTo>
                          <a:pt x="23232" y="4790"/>
                          <a:pt x="21388" y="3868"/>
                          <a:pt x="19049" y="3463"/>
                        </a:cubicBezTo>
                        <a:lnTo>
                          <a:pt x="19049" y="0"/>
                        </a:lnTo>
                        <a:cubicBezTo>
                          <a:pt x="20600" y="292"/>
                          <a:pt x="22017" y="742"/>
                          <a:pt x="23277" y="1372"/>
                        </a:cubicBezTo>
                        <a:cubicBezTo>
                          <a:pt x="24558" y="2002"/>
                          <a:pt x="25660" y="2811"/>
                          <a:pt x="26560" y="3801"/>
                        </a:cubicBezTo>
                        <a:cubicBezTo>
                          <a:pt x="27482" y="4790"/>
                          <a:pt x="28180" y="5960"/>
                          <a:pt x="28697" y="7332"/>
                        </a:cubicBezTo>
                        <a:cubicBezTo>
                          <a:pt x="29191" y="8703"/>
                          <a:pt x="29462" y="10255"/>
                          <a:pt x="29462" y="12032"/>
                        </a:cubicBezTo>
                        <a:cubicBezTo>
                          <a:pt x="29462" y="14258"/>
                          <a:pt x="29079" y="16192"/>
                          <a:pt x="28337" y="17812"/>
                        </a:cubicBezTo>
                        <a:cubicBezTo>
                          <a:pt x="27595" y="19431"/>
                          <a:pt x="26538" y="20758"/>
                          <a:pt x="25233" y="21815"/>
                        </a:cubicBezTo>
                        <a:cubicBezTo>
                          <a:pt x="23929" y="22849"/>
                          <a:pt x="22355" y="23637"/>
                          <a:pt x="20556" y="24131"/>
                        </a:cubicBezTo>
                        <a:cubicBezTo>
                          <a:pt x="18757" y="24626"/>
                          <a:pt x="16822" y="24896"/>
                          <a:pt x="14776" y="24896"/>
                        </a:cubicBezTo>
                        <a:cubicBezTo>
                          <a:pt x="12841" y="24896"/>
                          <a:pt x="10975" y="24626"/>
                          <a:pt x="9198" y="24064"/>
                        </a:cubicBezTo>
                        <a:cubicBezTo>
                          <a:pt x="7422" y="23502"/>
                          <a:pt x="5848" y="22692"/>
                          <a:pt x="4475" y="21612"/>
                        </a:cubicBezTo>
                        <a:cubicBezTo>
                          <a:pt x="3104" y="20533"/>
                          <a:pt x="2024" y="19184"/>
                          <a:pt x="1215" y="17587"/>
                        </a:cubicBezTo>
                        <a:cubicBezTo>
                          <a:pt x="405" y="15990"/>
                          <a:pt x="0" y="14146"/>
                          <a:pt x="0" y="12054"/>
                        </a:cubicBezTo>
                        <a:cubicBezTo>
                          <a:pt x="0" y="8816"/>
                          <a:pt x="765" y="6207"/>
                          <a:pt x="2316" y="4206"/>
                        </a:cubicBezTo>
                        <a:cubicBezTo>
                          <a:pt x="3868" y="2204"/>
                          <a:pt x="6275" y="967"/>
                          <a:pt x="9558" y="450"/>
                        </a:cubicBezTo>
                        <a:lnTo>
                          <a:pt x="9558" y="3733"/>
                        </a:lnTo>
                        <a:lnTo>
                          <a:pt x="9558" y="3733"/>
                        </a:lnTo>
                        <a:close/>
                      </a:path>
                    </a:pathLst>
                  </a:custGeom>
                  <a:solidFill>
                    <a:srgbClr val="231F20"/>
                  </a:solidFill>
                  <a:ln w="2249" cap="flat">
                    <a:noFill/>
                    <a:prstDash val="solid"/>
                    <a:miter/>
                  </a:ln>
                </p:spPr>
                <p:txBody>
                  <a:bodyPr rtlCol="0" anchor="ctr"/>
                  <a:lstStyle/>
                  <a:p>
                    <a:endParaRPr lang="en-US"/>
                  </a:p>
                </p:txBody>
              </p:sp>
              <p:sp>
                <p:nvSpPr>
                  <p:cNvPr id="2057" name="Freeform 2056">
                    <a:extLst>
                      <a:ext uri="{FF2B5EF4-FFF2-40B4-BE49-F238E27FC236}">
                        <a16:creationId xmlns:a16="http://schemas.microsoft.com/office/drawing/2014/main" id="{30787AE8-F185-252F-076E-F1ECD56265F0}"/>
                      </a:ext>
                    </a:extLst>
                  </p:cNvPr>
                  <p:cNvSpPr/>
                  <p:nvPr/>
                </p:nvSpPr>
                <p:spPr>
                  <a:xfrm>
                    <a:off x="8072857" y="2709991"/>
                    <a:ext cx="38884" cy="22197"/>
                  </a:xfrm>
                  <a:custGeom>
                    <a:avLst/>
                    <a:gdLst>
                      <a:gd name="connsiteX0" fmla="*/ 38862 w 38884"/>
                      <a:gd name="connsiteY0" fmla="*/ 22197 h 22197"/>
                      <a:gd name="connsiteX1" fmla="*/ 0 w 38884"/>
                      <a:gd name="connsiteY1" fmla="*/ 22197 h 22197"/>
                      <a:gd name="connsiteX2" fmla="*/ 0 w 38884"/>
                      <a:gd name="connsiteY2" fmla="*/ 18959 h 22197"/>
                      <a:gd name="connsiteX3" fmla="*/ 14798 w 38884"/>
                      <a:gd name="connsiteY3" fmla="*/ 18959 h 22197"/>
                      <a:gd name="connsiteX4" fmla="*/ 11447 w 38884"/>
                      <a:gd name="connsiteY4" fmla="*/ 14933 h 22197"/>
                      <a:gd name="connsiteX5" fmla="*/ 10143 w 38884"/>
                      <a:gd name="connsiteY5" fmla="*/ 9940 h 22197"/>
                      <a:gd name="connsiteX6" fmla="*/ 11043 w 38884"/>
                      <a:gd name="connsiteY6" fmla="*/ 5128 h 22197"/>
                      <a:gd name="connsiteX7" fmla="*/ 14146 w 38884"/>
                      <a:gd name="connsiteY7" fmla="*/ 1394 h 22197"/>
                      <a:gd name="connsiteX8" fmla="*/ 17249 w 38884"/>
                      <a:gd name="connsiteY8" fmla="*/ 180 h 22197"/>
                      <a:gd name="connsiteX9" fmla="*/ 20578 w 38884"/>
                      <a:gd name="connsiteY9" fmla="*/ 0 h 22197"/>
                      <a:gd name="connsiteX10" fmla="*/ 38885 w 38884"/>
                      <a:gd name="connsiteY10" fmla="*/ 0 h 22197"/>
                      <a:gd name="connsiteX11" fmla="*/ 38885 w 38884"/>
                      <a:gd name="connsiteY11" fmla="*/ 3239 h 22197"/>
                      <a:gd name="connsiteX12" fmla="*/ 20645 w 38884"/>
                      <a:gd name="connsiteY12" fmla="*/ 3239 h 22197"/>
                      <a:gd name="connsiteX13" fmla="*/ 14978 w 38884"/>
                      <a:gd name="connsiteY13" fmla="*/ 4903 h 22197"/>
                      <a:gd name="connsiteX14" fmla="*/ 13089 w 38884"/>
                      <a:gd name="connsiteY14" fmla="*/ 10458 h 22197"/>
                      <a:gd name="connsiteX15" fmla="*/ 13539 w 38884"/>
                      <a:gd name="connsiteY15" fmla="*/ 13201 h 22197"/>
                      <a:gd name="connsiteX16" fmla="*/ 14753 w 38884"/>
                      <a:gd name="connsiteY16" fmla="*/ 15450 h 22197"/>
                      <a:gd name="connsiteX17" fmla="*/ 16485 w 38884"/>
                      <a:gd name="connsiteY17" fmla="*/ 17160 h 22197"/>
                      <a:gd name="connsiteX18" fmla="*/ 18531 w 38884"/>
                      <a:gd name="connsiteY18" fmla="*/ 18239 h 22197"/>
                      <a:gd name="connsiteX19" fmla="*/ 21118 w 38884"/>
                      <a:gd name="connsiteY19" fmla="*/ 18824 h 22197"/>
                      <a:gd name="connsiteX20" fmla="*/ 23817 w 38884"/>
                      <a:gd name="connsiteY20" fmla="*/ 18936 h 22197"/>
                      <a:gd name="connsiteX21" fmla="*/ 38885 w 38884"/>
                      <a:gd name="connsiteY21" fmla="*/ 18936 h 22197"/>
                      <a:gd name="connsiteX22" fmla="*/ 38885 w 38884"/>
                      <a:gd name="connsiteY22" fmla="*/ 22175 h 22197"/>
                      <a:gd name="connsiteX23" fmla="*/ 38885 w 38884"/>
                      <a:gd name="connsiteY23" fmla="*/ 22175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884" h="22197">
                        <a:moveTo>
                          <a:pt x="38862" y="22197"/>
                        </a:moveTo>
                        <a:lnTo>
                          <a:pt x="0" y="22197"/>
                        </a:lnTo>
                        <a:lnTo>
                          <a:pt x="0" y="18959"/>
                        </a:lnTo>
                        <a:lnTo>
                          <a:pt x="14798" y="18959"/>
                        </a:lnTo>
                        <a:cubicBezTo>
                          <a:pt x="13426" y="17654"/>
                          <a:pt x="12324" y="16327"/>
                          <a:pt x="11447" y="14933"/>
                        </a:cubicBezTo>
                        <a:cubicBezTo>
                          <a:pt x="10593" y="13539"/>
                          <a:pt x="10143" y="11874"/>
                          <a:pt x="10143" y="9940"/>
                        </a:cubicBezTo>
                        <a:cubicBezTo>
                          <a:pt x="10143" y="8209"/>
                          <a:pt x="10435" y="6612"/>
                          <a:pt x="11043" y="5128"/>
                        </a:cubicBezTo>
                        <a:cubicBezTo>
                          <a:pt x="11627" y="3643"/>
                          <a:pt x="12662" y="2406"/>
                          <a:pt x="14146" y="1394"/>
                        </a:cubicBezTo>
                        <a:cubicBezTo>
                          <a:pt x="15158" y="720"/>
                          <a:pt x="16192" y="315"/>
                          <a:pt x="17249" y="180"/>
                        </a:cubicBezTo>
                        <a:cubicBezTo>
                          <a:pt x="18307" y="45"/>
                          <a:pt x="19409" y="0"/>
                          <a:pt x="20578" y="0"/>
                        </a:cubicBezTo>
                        <a:lnTo>
                          <a:pt x="38885" y="0"/>
                        </a:lnTo>
                        <a:lnTo>
                          <a:pt x="38885" y="3239"/>
                        </a:lnTo>
                        <a:lnTo>
                          <a:pt x="20645" y="3239"/>
                        </a:lnTo>
                        <a:cubicBezTo>
                          <a:pt x="18127" y="3239"/>
                          <a:pt x="16237" y="3801"/>
                          <a:pt x="14978" y="4903"/>
                        </a:cubicBezTo>
                        <a:cubicBezTo>
                          <a:pt x="13719" y="6027"/>
                          <a:pt x="13089" y="7871"/>
                          <a:pt x="13089" y="10458"/>
                        </a:cubicBezTo>
                        <a:cubicBezTo>
                          <a:pt x="13089" y="11470"/>
                          <a:pt x="13247" y="12392"/>
                          <a:pt x="13539" y="13201"/>
                        </a:cubicBezTo>
                        <a:cubicBezTo>
                          <a:pt x="13831" y="14011"/>
                          <a:pt x="14259" y="14776"/>
                          <a:pt x="14753" y="15450"/>
                        </a:cubicBezTo>
                        <a:cubicBezTo>
                          <a:pt x="15248" y="16125"/>
                          <a:pt x="15833" y="16687"/>
                          <a:pt x="16485" y="17160"/>
                        </a:cubicBezTo>
                        <a:cubicBezTo>
                          <a:pt x="17137" y="17632"/>
                          <a:pt x="17812" y="17992"/>
                          <a:pt x="18531" y="18239"/>
                        </a:cubicBezTo>
                        <a:cubicBezTo>
                          <a:pt x="19431" y="18554"/>
                          <a:pt x="20286" y="18756"/>
                          <a:pt x="21118" y="18824"/>
                        </a:cubicBezTo>
                        <a:cubicBezTo>
                          <a:pt x="21950" y="18891"/>
                          <a:pt x="22850" y="18936"/>
                          <a:pt x="23817" y="18936"/>
                        </a:cubicBezTo>
                        <a:lnTo>
                          <a:pt x="38885" y="18936"/>
                        </a:lnTo>
                        <a:lnTo>
                          <a:pt x="38885" y="22175"/>
                        </a:lnTo>
                        <a:lnTo>
                          <a:pt x="38885" y="22175"/>
                        </a:lnTo>
                        <a:close/>
                      </a:path>
                    </a:pathLst>
                  </a:custGeom>
                  <a:solidFill>
                    <a:srgbClr val="231F20"/>
                  </a:solidFill>
                  <a:ln w="2249" cap="flat">
                    <a:noFill/>
                    <a:prstDash val="solid"/>
                    <a:miter/>
                  </a:ln>
                </p:spPr>
                <p:txBody>
                  <a:bodyPr rtlCol="0" anchor="ctr"/>
                  <a:lstStyle/>
                  <a:p>
                    <a:endParaRPr lang="en-US"/>
                  </a:p>
                </p:txBody>
              </p:sp>
              <p:sp>
                <p:nvSpPr>
                  <p:cNvPr id="2058" name="Freeform 2057">
                    <a:extLst>
                      <a:ext uri="{FF2B5EF4-FFF2-40B4-BE49-F238E27FC236}">
                        <a16:creationId xmlns:a16="http://schemas.microsoft.com/office/drawing/2014/main" id="{E8A42A5C-EF9A-F2AE-3FD8-93ECAA9B295A}"/>
                      </a:ext>
                    </a:extLst>
                  </p:cNvPr>
                  <p:cNvSpPr/>
                  <p:nvPr/>
                </p:nvSpPr>
                <p:spPr>
                  <a:xfrm>
                    <a:off x="8083045" y="2677313"/>
                    <a:ext cx="29484" cy="26357"/>
                  </a:xfrm>
                  <a:custGeom>
                    <a:avLst/>
                    <a:gdLst>
                      <a:gd name="connsiteX0" fmla="*/ 12369 w 29484"/>
                      <a:gd name="connsiteY0" fmla="*/ 12032 h 26357"/>
                      <a:gd name="connsiteX1" fmla="*/ 12055 w 29484"/>
                      <a:gd name="connsiteY1" fmla="*/ 9850 h 26357"/>
                      <a:gd name="connsiteX2" fmla="*/ 11470 w 29484"/>
                      <a:gd name="connsiteY2" fmla="*/ 7781 h 26357"/>
                      <a:gd name="connsiteX3" fmla="*/ 10210 w 29484"/>
                      <a:gd name="connsiteY3" fmla="*/ 6792 h 26357"/>
                      <a:gd name="connsiteX4" fmla="*/ 8569 w 29484"/>
                      <a:gd name="connsiteY4" fmla="*/ 6612 h 26357"/>
                      <a:gd name="connsiteX5" fmla="*/ 4498 w 29484"/>
                      <a:gd name="connsiteY5" fmla="*/ 8209 h 26357"/>
                      <a:gd name="connsiteX6" fmla="*/ 2901 w 29484"/>
                      <a:gd name="connsiteY6" fmla="*/ 13584 h 26357"/>
                      <a:gd name="connsiteX7" fmla="*/ 3193 w 29484"/>
                      <a:gd name="connsiteY7" fmla="*/ 16665 h 26357"/>
                      <a:gd name="connsiteX8" fmla="*/ 4228 w 29484"/>
                      <a:gd name="connsiteY8" fmla="*/ 19116 h 26357"/>
                      <a:gd name="connsiteX9" fmla="*/ 6162 w 29484"/>
                      <a:gd name="connsiteY9" fmla="*/ 20848 h 26357"/>
                      <a:gd name="connsiteX10" fmla="*/ 9221 w 29484"/>
                      <a:gd name="connsiteY10" fmla="*/ 21747 h 26357"/>
                      <a:gd name="connsiteX11" fmla="*/ 9221 w 29484"/>
                      <a:gd name="connsiteY11" fmla="*/ 25031 h 26357"/>
                      <a:gd name="connsiteX12" fmla="*/ 4993 w 29484"/>
                      <a:gd name="connsiteY12" fmla="*/ 23906 h 26357"/>
                      <a:gd name="connsiteX13" fmla="*/ 2136 w 29484"/>
                      <a:gd name="connsiteY13" fmla="*/ 21388 h 26357"/>
                      <a:gd name="connsiteX14" fmla="*/ 517 w 29484"/>
                      <a:gd name="connsiteY14" fmla="*/ 17834 h 26357"/>
                      <a:gd name="connsiteX15" fmla="*/ 0 w 29484"/>
                      <a:gd name="connsiteY15" fmla="*/ 13539 h 26357"/>
                      <a:gd name="connsiteX16" fmla="*/ 450 w 29484"/>
                      <a:gd name="connsiteY16" fmla="*/ 9581 h 26357"/>
                      <a:gd name="connsiteX17" fmla="*/ 1912 w 29484"/>
                      <a:gd name="connsiteY17" fmla="*/ 6342 h 26357"/>
                      <a:gd name="connsiteX18" fmla="*/ 4588 w 29484"/>
                      <a:gd name="connsiteY18" fmla="*/ 4183 h 26357"/>
                      <a:gd name="connsiteX19" fmla="*/ 8681 w 29484"/>
                      <a:gd name="connsiteY19" fmla="*/ 3396 h 26357"/>
                      <a:gd name="connsiteX20" fmla="*/ 23907 w 29484"/>
                      <a:gd name="connsiteY20" fmla="*/ 3396 h 26357"/>
                      <a:gd name="connsiteX21" fmla="*/ 26313 w 29484"/>
                      <a:gd name="connsiteY21" fmla="*/ 2721 h 26357"/>
                      <a:gd name="connsiteX22" fmla="*/ 26066 w 29484"/>
                      <a:gd name="connsiteY22" fmla="*/ 0 h 26357"/>
                      <a:gd name="connsiteX23" fmla="*/ 28607 w 29484"/>
                      <a:gd name="connsiteY23" fmla="*/ 0 h 26357"/>
                      <a:gd name="connsiteX24" fmla="*/ 28922 w 29484"/>
                      <a:gd name="connsiteY24" fmla="*/ 1102 h 26357"/>
                      <a:gd name="connsiteX25" fmla="*/ 29146 w 29484"/>
                      <a:gd name="connsiteY25" fmla="*/ 2541 h 26357"/>
                      <a:gd name="connsiteX26" fmla="*/ 28989 w 29484"/>
                      <a:gd name="connsiteY26" fmla="*/ 4003 h 26357"/>
                      <a:gd name="connsiteX27" fmla="*/ 28472 w 29484"/>
                      <a:gd name="connsiteY27" fmla="*/ 5308 h 26357"/>
                      <a:gd name="connsiteX28" fmla="*/ 27505 w 29484"/>
                      <a:gd name="connsiteY28" fmla="*/ 6095 h 26357"/>
                      <a:gd name="connsiteX29" fmla="*/ 26268 w 29484"/>
                      <a:gd name="connsiteY29" fmla="*/ 6499 h 26357"/>
                      <a:gd name="connsiteX30" fmla="*/ 24829 w 29484"/>
                      <a:gd name="connsiteY30" fmla="*/ 6612 h 26357"/>
                      <a:gd name="connsiteX31" fmla="*/ 28292 w 29484"/>
                      <a:gd name="connsiteY31" fmla="*/ 11312 h 26357"/>
                      <a:gd name="connsiteX32" fmla="*/ 29484 w 29484"/>
                      <a:gd name="connsiteY32" fmla="*/ 17025 h 26357"/>
                      <a:gd name="connsiteX33" fmla="*/ 28989 w 29484"/>
                      <a:gd name="connsiteY33" fmla="*/ 20555 h 26357"/>
                      <a:gd name="connsiteX34" fmla="*/ 27482 w 29484"/>
                      <a:gd name="connsiteY34" fmla="*/ 23547 h 26357"/>
                      <a:gd name="connsiteX35" fmla="*/ 24964 w 29484"/>
                      <a:gd name="connsiteY35" fmla="*/ 25593 h 26357"/>
                      <a:gd name="connsiteX36" fmla="*/ 21433 w 29484"/>
                      <a:gd name="connsiteY36" fmla="*/ 26358 h 26357"/>
                      <a:gd name="connsiteX37" fmla="*/ 13022 w 29484"/>
                      <a:gd name="connsiteY37" fmla="*/ 16597 h 26357"/>
                      <a:gd name="connsiteX38" fmla="*/ 12437 w 29484"/>
                      <a:gd name="connsiteY38" fmla="*/ 12122 h 26357"/>
                      <a:gd name="connsiteX39" fmla="*/ 12369 w 29484"/>
                      <a:gd name="connsiteY39" fmla="*/ 12032 h 26357"/>
                      <a:gd name="connsiteX40" fmla="*/ 13988 w 29484"/>
                      <a:gd name="connsiteY40" fmla="*/ 6589 h 26357"/>
                      <a:gd name="connsiteX41" fmla="*/ 15113 w 29484"/>
                      <a:gd name="connsiteY41" fmla="*/ 10750 h 26357"/>
                      <a:gd name="connsiteX42" fmla="*/ 15540 w 29484"/>
                      <a:gd name="connsiteY42" fmla="*/ 14956 h 26357"/>
                      <a:gd name="connsiteX43" fmla="*/ 17204 w 29484"/>
                      <a:gd name="connsiteY43" fmla="*/ 20758 h 26357"/>
                      <a:gd name="connsiteX44" fmla="*/ 21478 w 29484"/>
                      <a:gd name="connsiteY44" fmla="*/ 22827 h 26357"/>
                      <a:gd name="connsiteX45" fmla="*/ 23727 w 29484"/>
                      <a:gd name="connsiteY45" fmla="*/ 22310 h 26357"/>
                      <a:gd name="connsiteX46" fmla="*/ 25301 w 29484"/>
                      <a:gd name="connsiteY46" fmla="*/ 20960 h 26357"/>
                      <a:gd name="connsiteX47" fmla="*/ 26223 w 29484"/>
                      <a:gd name="connsiteY47" fmla="*/ 19026 h 26357"/>
                      <a:gd name="connsiteX48" fmla="*/ 26515 w 29484"/>
                      <a:gd name="connsiteY48" fmla="*/ 16777 h 26357"/>
                      <a:gd name="connsiteX49" fmla="*/ 26021 w 29484"/>
                      <a:gd name="connsiteY49" fmla="*/ 12999 h 26357"/>
                      <a:gd name="connsiteX50" fmla="*/ 24536 w 29484"/>
                      <a:gd name="connsiteY50" fmla="*/ 9738 h 26357"/>
                      <a:gd name="connsiteX51" fmla="*/ 21995 w 29484"/>
                      <a:gd name="connsiteY51" fmla="*/ 7444 h 26357"/>
                      <a:gd name="connsiteX52" fmla="*/ 18351 w 29484"/>
                      <a:gd name="connsiteY52" fmla="*/ 6589 h 26357"/>
                      <a:gd name="connsiteX53" fmla="*/ 13988 w 29484"/>
                      <a:gd name="connsiteY53" fmla="*/ 6589 h 26357"/>
                      <a:gd name="connsiteX54" fmla="*/ 13988 w 29484"/>
                      <a:gd name="connsiteY54" fmla="*/ 6589 h 26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29484" h="26357">
                        <a:moveTo>
                          <a:pt x="12369" y="12032"/>
                        </a:moveTo>
                        <a:cubicBezTo>
                          <a:pt x="12302" y="11425"/>
                          <a:pt x="12189" y="10683"/>
                          <a:pt x="12055" y="9850"/>
                        </a:cubicBezTo>
                        <a:cubicBezTo>
                          <a:pt x="11920" y="8996"/>
                          <a:pt x="11717" y="8321"/>
                          <a:pt x="11470" y="7781"/>
                        </a:cubicBezTo>
                        <a:cubicBezTo>
                          <a:pt x="11222" y="7242"/>
                          <a:pt x="10795" y="6904"/>
                          <a:pt x="10210" y="6792"/>
                        </a:cubicBezTo>
                        <a:cubicBezTo>
                          <a:pt x="9626" y="6657"/>
                          <a:pt x="9063" y="6612"/>
                          <a:pt x="8569" y="6612"/>
                        </a:cubicBezTo>
                        <a:cubicBezTo>
                          <a:pt x="6904" y="6612"/>
                          <a:pt x="5555" y="7152"/>
                          <a:pt x="4498" y="8209"/>
                        </a:cubicBezTo>
                        <a:cubicBezTo>
                          <a:pt x="3441" y="9266"/>
                          <a:pt x="2901" y="11065"/>
                          <a:pt x="2901" y="13584"/>
                        </a:cubicBezTo>
                        <a:cubicBezTo>
                          <a:pt x="2901" y="14708"/>
                          <a:pt x="2991" y="15720"/>
                          <a:pt x="3193" y="16665"/>
                        </a:cubicBezTo>
                        <a:cubicBezTo>
                          <a:pt x="3396" y="17609"/>
                          <a:pt x="3733" y="18419"/>
                          <a:pt x="4228" y="19116"/>
                        </a:cubicBezTo>
                        <a:cubicBezTo>
                          <a:pt x="4723" y="19813"/>
                          <a:pt x="5353" y="20398"/>
                          <a:pt x="6162" y="20848"/>
                        </a:cubicBezTo>
                        <a:cubicBezTo>
                          <a:pt x="6972" y="21298"/>
                          <a:pt x="7984" y="21590"/>
                          <a:pt x="9221" y="21747"/>
                        </a:cubicBezTo>
                        <a:lnTo>
                          <a:pt x="9221" y="25031"/>
                        </a:lnTo>
                        <a:cubicBezTo>
                          <a:pt x="7557" y="24918"/>
                          <a:pt x="6162" y="24536"/>
                          <a:pt x="4993" y="23906"/>
                        </a:cubicBezTo>
                        <a:cubicBezTo>
                          <a:pt x="3823" y="23277"/>
                          <a:pt x="2879" y="22422"/>
                          <a:pt x="2136" y="21388"/>
                        </a:cubicBezTo>
                        <a:cubicBezTo>
                          <a:pt x="1395" y="20353"/>
                          <a:pt x="855" y="19184"/>
                          <a:pt x="517" y="17834"/>
                        </a:cubicBezTo>
                        <a:cubicBezTo>
                          <a:pt x="180" y="16485"/>
                          <a:pt x="0" y="15046"/>
                          <a:pt x="0" y="13539"/>
                        </a:cubicBezTo>
                        <a:cubicBezTo>
                          <a:pt x="0" y="12144"/>
                          <a:pt x="158" y="10817"/>
                          <a:pt x="450" y="9581"/>
                        </a:cubicBezTo>
                        <a:cubicBezTo>
                          <a:pt x="765" y="8344"/>
                          <a:pt x="1237" y="7264"/>
                          <a:pt x="1912" y="6342"/>
                        </a:cubicBezTo>
                        <a:cubicBezTo>
                          <a:pt x="2586" y="5420"/>
                          <a:pt x="3463" y="4700"/>
                          <a:pt x="4588" y="4183"/>
                        </a:cubicBezTo>
                        <a:cubicBezTo>
                          <a:pt x="5712" y="3666"/>
                          <a:pt x="7061" y="3396"/>
                          <a:pt x="8681" y="3396"/>
                        </a:cubicBezTo>
                        <a:lnTo>
                          <a:pt x="23907" y="3396"/>
                        </a:lnTo>
                        <a:cubicBezTo>
                          <a:pt x="25166" y="3396"/>
                          <a:pt x="25976" y="3171"/>
                          <a:pt x="26313" y="2721"/>
                        </a:cubicBezTo>
                        <a:cubicBezTo>
                          <a:pt x="26650" y="2271"/>
                          <a:pt x="26583" y="1372"/>
                          <a:pt x="26066" y="0"/>
                        </a:cubicBezTo>
                        <a:lnTo>
                          <a:pt x="28607" y="0"/>
                        </a:lnTo>
                        <a:cubicBezTo>
                          <a:pt x="28674" y="247"/>
                          <a:pt x="28787" y="630"/>
                          <a:pt x="28922" y="1102"/>
                        </a:cubicBezTo>
                        <a:cubicBezTo>
                          <a:pt x="29056" y="1597"/>
                          <a:pt x="29146" y="2069"/>
                          <a:pt x="29146" y="2541"/>
                        </a:cubicBezTo>
                        <a:cubicBezTo>
                          <a:pt x="29146" y="3014"/>
                          <a:pt x="29101" y="3531"/>
                          <a:pt x="28989" y="4003"/>
                        </a:cubicBezTo>
                        <a:cubicBezTo>
                          <a:pt x="28922" y="4543"/>
                          <a:pt x="28742" y="4970"/>
                          <a:pt x="28472" y="5308"/>
                        </a:cubicBezTo>
                        <a:cubicBezTo>
                          <a:pt x="28202" y="5622"/>
                          <a:pt x="27887" y="5892"/>
                          <a:pt x="27505" y="6095"/>
                        </a:cubicBezTo>
                        <a:cubicBezTo>
                          <a:pt x="27123" y="6297"/>
                          <a:pt x="26718" y="6432"/>
                          <a:pt x="26268" y="6499"/>
                        </a:cubicBezTo>
                        <a:cubicBezTo>
                          <a:pt x="25818" y="6567"/>
                          <a:pt x="25346" y="6612"/>
                          <a:pt x="24829" y="6612"/>
                        </a:cubicBezTo>
                        <a:cubicBezTo>
                          <a:pt x="26335" y="7984"/>
                          <a:pt x="27482" y="9536"/>
                          <a:pt x="28292" y="11312"/>
                        </a:cubicBezTo>
                        <a:cubicBezTo>
                          <a:pt x="29079" y="13066"/>
                          <a:pt x="29484" y="14978"/>
                          <a:pt x="29484" y="17025"/>
                        </a:cubicBezTo>
                        <a:cubicBezTo>
                          <a:pt x="29484" y="18239"/>
                          <a:pt x="29327" y="19431"/>
                          <a:pt x="28989" y="20555"/>
                        </a:cubicBezTo>
                        <a:cubicBezTo>
                          <a:pt x="28674" y="21680"/>
                          <a:pt x="28157" y="22692"/>
                          <a:pt x="27482" y="23547"/>
                        </a:cubicBezTo>
                        <a:cubicBezTo>
                          <a:pt x="26807" y="24401"/>
                          <a:pt x="25953" y="25098"/>
                          <a:pt x="24964" y="25593"/>
                        </a:cubicBezTo>
                        <a:cubicBezTo>
                          <a:pt x="23974" y="26088"/>
                          <a:pt x="22804" y="26358"/>
                          <a:pt x="21433" y="26358"/>
                        </a:cubicBezTo>
                        <a:cubicBezTo>
                          <a:pt x="16687" y="26358"/>
                          <a:pt x="13876" y="23097"/>
                          <a:pt x="13022" y="16597"/>
                        </a:cubicBezTo>
                        <a:lnTo>
                          <a:pt x="12437" y="12122"/>
                        </a:lnTo>
                        <a:lnTo>
                          <a:pt x="12369" y="12032"/>
                        </a:lnTo>
                        <a:close/>
                        <a:moveTo>
                          <a:pt x="13988" y="6589"/>
                        </a:moveTo>
                        <a:cubicBezTo>
                          <a:pt x="14573" y="7961"/>
                          <a:pt x="14933" y="9333"/>
                          <a:pt x="15113" y="10750"/>
                        </a:cubicBezTo>
                        <a:cubicBezTo>
                          <a:pt x="15293" y="12144"/>
                          <a:pt x="15428" y="13561"/>
                          <a:pt x="15540" y="14956"/>
                        </a:cubicBezTo>
                        <a:cubicBezTo>
                          <a:pt x="15720" y="17429"/>
                          <a:pt x="16282" y="19364"/>
                          <a:pt x="17204" y="20758"/>
                        </a:cubicBezTo>
                        <a:cubicBezTo>
                          <a:pt x="18149" y="22152"/>
                          <a:pt x="19566" y="22827"/>
                          <a:pt x="21478" y="22827"/>
                        </a:cubicBezTo>
                        <a:cubicBezTo>
                          <a:pt x="22332" y="22827"/>
                          <a:pt x="23097" y="22647"/>
                          <a:pt x="23727" y="22310"/>
                        </a:cubicBezTo>
                        <a:cubicBezTo>
                          <a:pt x="24356" y="21972"/>
                          <a:pt x="24874" y="21523"/>
                          <a:pt x="25301" y="20960"/>
                        </a:cubicBezTo>
                        <a:cubicBezTo>
                          <a:pt x="25705" y="20398"/>
                          <a:pt x="26021" y="19746"/>
                          <a:pt x="26223" y="19026"/>
                        </a:cubicBezTo>
                        <a:cubicBezTo>
                          <a:pt x="26425" y="18284"/>
                          <a:pt x="26515" y="17542"/>
                          <a:pt x="26515" y="16777"/>
                        </a:cubicBezTo>
                        <a:cubicBezTo>
                          <a:pt x="26515" y="15473"/>
                          <a:pt x="26358" y="14213"/>
                          <a:pt x="26021" y="12999"/>
                        </a:cubicBezTo>
                        <a:cubicBezTo>
                          <a:pt x="25705" y="11785"/>
                          <a:pt x="25211" y="10683"/>
                          <a:pt x="24536" y="9738"/>
                        </a:cubicBezTo>
                        <a:cubicBezTo>
                          <a:pt x="23862" y="8793"/>
                          <a:pt x="23029" y="8029"/>
                          <a:pt x="21995" y="7444"/>
                        </a:cubicBezTo>
                        <a:cubicBezTo>
                          <a:pt x="20960" y="6859"/>
                          <a:pt x="19746" y="6589"/>
                          <a:pt x="18351" y="6589"/>
                        </a:cubicBezTo>
                        <a:lnTo>
                          <a:pt x="13988" y="6589"/>
                        </a:lnTo>
                        <a:lnTo>
                          <a:pt x="13988" y="6589"/>
                        </a:lnTo>
                        <a:close/>
                      </a:path>
                    </a:pathLst>
                  </a:custGeom>
                  <a:solidFill>
                    <a:srgbClr val="231F20"/>
                  </a:solidFill>
                  <a:ln w="2249" cap="flat">
                    <a:noFill/>
                    <a:prstDash val="solid"/>
                    <a:miter/>
                  </a:ln>
                </p:spPr>
                <p:txBody>
                  <a:bodyPr rtlCol="0" anchor="ctr"/>
                  <a:lstStyle/>
                  <a:p>
                    <a:endParaRPr lang="en-US"/>
                  </a:p>
                </p:txBody>
              </p:sp>
              <p:sp>
                <p:nvSpPr>
                  <p:cNvPr id="2059" name="Freeform 2058">
                    <a:extLst>
                      <a:ext uri="{FF2B5EF4-FFF2-40B4-BE49-F238E27FC236}">
                        <a16:creationId xmlns:a16="http://schemas.microsoft.com/office/drawing/2014/main" id="{E3D7474D-660B-D1C7-DA8F-9E65D6D58928}"/>
                      </a:ext>
                    </a:extLst>
                  </p:cNvPr>
                  <p:cNvSpPr/>
                  <p:nvPr/>
                </p:nvSpPr>
                <p:spPr>
                  <a:xfrm>
                    <a:off x="8083000" y="2649989"/>
                    <a:ext cx="28741" cy="22197"/>
                  </a:xfrm>
                  <a:custGeom>
                    <a:avLst/>
                    <a:gdLst>
                      <a:gd name="connsiteX0" fmla="*/ 28719 w 28741"/>
                      <a:gd name="connsiteY0" fmla="*/ 18959 h 22197"/>
                      <a:gd name="connsiteX1" fmla="*/ 28719 w 28741"/>
                      <a:gd name="connsiteY1" fmla="*/ 22197 h 22197"/>
                      <a:gd name="connsiteX2" fmla="*/ 765 w 28741"/>
                      <a:gd name="connsiteY2" fmla="*/ 22197 h 22197"/>
                      <a:gd name="connsiteX3" fmla="*/ 765 w 28741"/>
                      <a:gd name="connsiteY3" fmla="*/ 18959 h 22197"/>
                      <a:gd name="connsiteX4" fmla="*/ 4655 w 28741"/>
                      <a:gd name="connsiteY4" fmla="*/ 18959 h 22197"/>
                      <a:gd name="connsiteX5" fmla="*/ 1305 w 28741"/>
                      <a:gd name="connsiteY5" fmla="*/ 14933 h 22197"/>
                      <a:gd name="connsiteX6" fmla="*/ 0 w 28741"/>
                      <a:gd name="connsiteY6" fmla="*/ 9940 h 22197"/>
                      <a:gd name="connsiteX7" fmla="*/ 900 w 28741"/>
                      <a:gd name="connsiteY7" fmla="*/ 5128 h 22197"/>
                      <a:gd name="connsiteX8" fmla="*/ 4003 w 28741"/>
                      <a:gd name="connsiteY8" fmla="*/ 1394 h 22197"/>
                      <a:gd name="connsiteX9" fmla="*/ 7107 w 28741"/>
                      <a:gd name="connsiteY9" fmla="*/ 180 h 22197"/>
                      <a:gd name="connsiteX10" fmla="*/ 10435 w 28741"/>
                      <a:gd name="connsiteY10" fmla="*/ 0 h 22197"/>
                      <a:gd name="connsiteX11" fmla="*/ 28742 w 28741"/>
                      <a:gd name="connsiteY11" fmla="*/ 0 h 22197"/>
                      <a:gd name="connsiteX12" fmla="*/ 28742 w 28741"/>
                      <a:gd name="connsiteY12" fmla="*/ 3239 h 22197"/>
                      <a:gd name="connsiteX13" fmla="*/ 10502 w 28741"/>
                      <a:gd name="connsiteY13" fmla="*/ 3239 h 22197"/>
                      <a:gd name="connsiteX14" fmla="*/ 4836 w 28741"/>
                      <a:gd name="connsiteY14" fmla="*/ 4903 h 22197"/>
                      <a:gd name="connsiteX15" fmla="*/ 2946 w 28741"/>
                      <a:gd name="connsiteY15" fmla="*/ 10458 h 22197"/>
                      <a:gd name="connsiteX16" fmla="*/ 3396 w 28741"/>
                      <a:gd name="connsiteY16" fmla="*/ 13201 h 22197"/>
                      <a:gd name="connsiteX17" fmla="*/ 4610 w 28741"/>
                      <a:gd name="connsiteY17" fmla="*/ 15450 h 22197"/>
                      <a:gd name="connsiteX18" fmla="*/ 6342 w 28741"/>
                      <a:gd name="connsiteY18" fmla="*/ 17160 h 22197"/>
                      <a:gd name="connsiteX19" fmla="*/ 8389 w 28741"/>
                      <a:gd name="connsiteY19" fmla="*/ 18239 h 22197"/>
                      <a:gd name="connsiteX20" fmla="*/ 10975 w 28741"/>
                      <a:gd name="connsiteY20" fmla="*/ 18824 h 22197"/>
                      <a:gd name="connsiteX21" fmla="*/ 13674 w 28741"/>
                      <a:gd name="connsiteY21" fmla="*/ 18936 h 22197"/>
                      <a:gd name="connsiteX22" fmla="*/ 28742 w 28741"/>
                      <a:gd name="connsiteY22" fmla="*/ 18936 h 22197"/>
                      <a:gd name="connsiteX23" fmla="*/ 28742 w 28741"/>
                      <a:gd name="connsiteY23" fmla="*/ 18936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8741" h="22197">
                        <a:moveTo>
                          <a:pt x="28719" y="18959"/>
                        </a:moveTo>
                        <a:lnTo>
                          <a:pt x="28719" y="22197"/>
                        </a:lnTo>
                        <a:lnTo>
                          <a:pt x="765" y="22197"/>
                        </a:lnTo>
                        <a:lnTo>
                          <a:pt x="765" y="18959"/>
                        </a:lnTo>
                        <a:lnTo>
                          <a:pt x="4655" y="18959"/>
                        </a:lnTo>
                        <a:cubicBezTo>
                          <a:pt x="3283" y="17654"/>
                          <a:pt x="2181" y="16327"/>
                          <a:pt x="1305" y="14933"/>
                        </a:cubicBezTo>
                        <a:cubicBezTo>
                          <a:pt x="450" y="13539"/>
                          <a:pt x="0" y="11874"/>
                          <a:pt x="0" y="9940"/>
                        </a:cubicBezTo>
                        <a:cubicBezTo>
                          <a:pt x="0" y="8209"/>
                          <a:pt x="293" y="6612"/>
                          <a:pt x="900" y="5128"/>
                        </a:cubicBezTo>
                        <a:cubicBezTo>
                          <a:pt x="1484" y="3643"/>
                          <a:pt x="2519" y="2406"/>
                          <a:pt x="4003" y="1394"/>
                        </a:cubicBezTo>
                        <a:cubicBezTo>
                          <a:pt x="5015" y="720"/>
                          <a:pt x="6050" y="315"/>
                          <a:pt x="7107" y="180"/>
                        </a:cubicBezTo>
                        <a:cubicBezTo>
                          <a:pt x="8164" y="45"/>
                          <a:pt x="9266" y="0"/>
                          <a:pt x="10435" y="0"/>
                        </a:cubicBezTo>
                        <a:lnTo>
                          <a:pt x="28742" y="0"/>
                        </a:lnTo>
                        <a:lnTo>
                          <a:pt x="28742" y="3239"/>
                        </a:lnTo>
                        <a:lnTo>
                          <a:pt x="10502" y="3239"/>
                        </a:lnTo>
                        <a:cubicBezTo>
                          <a:pt x="7984" y="3239"/>
                          <a:pt x="6095" y="3801"/>
                          <a:pt x="4836" y="4903"/>
                        </a:cubicBezTo>
                        <a:cubicBezTo>
                          <a:pt x="3576" y="6027"/>
                          <a:pt x="2946" y="7871"/>
                          <a:pt x="2946" y="10458"/>
                        </a:cubicBezTo>
                        <a:cubicBezTo>
                          <a:pt x="2946" y="11470"/>
                          <a:pt x="3104" y="12392"/>
                          <a:pt x="3396" y="13201"/>
                        </a:cubicBezTo>
                        <a:cubicBezTo>
                          <a:pt x="3689" y="14011"/>
                          <a:pt x="4116" y="14776"/>
                          <a:pt x="4610" y="15450"/>
                        </a:cubicBezTo>
                        <a:cubicBezTo>
                          <a:pt x="5105" y="16125"/>
                          <a:pt x="5690" y="16687"/>
                          <a:pt x="6342" y="17160"/>
                        </a:cubicBezTo>
                        <a:cubicBezTo>
                          <a:pt x="6995" y="17632"/>
                          <a:pt x="7669" y="17992"/>
                          <a:pt x="8389" y="18239"/>
                        </a:cubicBezTo>
                        <a:cubicBezTo>
                          <a:pt x="9288" y="18554"/>
                          <a:pt x="10143" y="18756"/>
                          <a:pt x="10975" y="18824"/>
                        </a:cubicBezTo>
                        <a:cubicBezTo>
                          <a:pt x="11807" y="18891"/>
                          <a:pt x="12707" y="18936"/>
                          <a:pt x="13674" y="18936"/>
                        </a:cubicBezTo>
                        <a:lnTo>
                          <a:pt x="28742" y="18936"/>
                        </a:lnTo>
                        <a:lnTo>
                          <a:pt x="28742" y="18936"/>
                        </a:lnTo>
                        <a:close/>
                      </a:path>
                    </a:pathLst>
                  </a:custGeom>
                  <a:solidFill>
                    <a:srgbClr val="231F20"/>
                  </a:solidFill>
                  <a:ln w="2249" cap="flat">
                    <a:noFill/>
                    <a:prstDash val="solid"/>
                    <a:miter/>
                  </a:ln>
                </p:spPr>
                <p:txBody>
                  <a:bodyPr rtlCol="0" anchor="ctr"/>
                  <a:lstStyle/>
                  <a:p>
                    <a:endParaRPr lang="en-US"/>
                  </a:p>
                </p:txBody>
              </p:sp>
              <p:sp>
                <p:nvSpPr>
                  <p:cNvPr id="2060" name="Freeform 2059">
                    <a:extLst>
                      <a:ext uri="{FF2B5EF4-FFF2-40B4-BE49-F238E27FC236}">
                        <a16:creationId xmlns:a16="http://schemas.microsoft.com/office/drawing/2014/main" id="{D92000F6-0AF4-2060-B4B3-49464045C4B5}"/>
                      </a:ext>
                    </a:extLst>
                  </p:cNvPr>
                  <p:cNvSpPr/>
                  <p:nvPr/>
                </p:nvSpPr>
                <p:spPr>
                  <a:xfrm>
                    <a:off x="8083022" y="2617356"/>
                    <a:ext cx="40144" cy="25705"/>
                  </a:xfrm>
                  <a:custGeom>
                    <a:avLst/>
                    <a:gdLst>
                      <a:gd name="connsiteX0" fmla="*/ 742 w 40144"/>
                      <a:gd name="connsiteY0" fmla="*/ 3239 h 25705"/>
                      <a:gd name="connsiteX1" fmla="*/ 742 w 40144"/>
                      <a:gd name="connsiteY1" fmla="*/ 0 h 25705"/>
                      <a:gd name="connsiteX2" fmla="*/ 25998 w 40144"/>
                      <a:gd name="connsiteY2" fmla="*/ 0 h 25705"/>
                      <a:gd name="connsiteX3" fmla="*/ 31373 w 40144"/>
                      <a:gd name="connsiteY3" fmla="*/ 562 h 25705"/>
                      <a:gd name="connsiteX4" fmla="*/ 35871 w 40144"/>
                      <a:gd name="connsiteY4" fmla="*/ 2586 h 25705"/>
                      <a:gd name="connsiteX5" fmla="*/ 38975 w 40144"/>
                      <a:gd name="connsiteY5" fmla="*/ 6589 h 25705"/>
                      <a:gd name="connsiteX6" fmla="*/ 40144 w 40144"/>
                      <a:gd name="connsiteY6" fmla="*/ 13111 h 25705"/>
                      <a:gd name="connsiteX7" fmla="*/ 39357 w 40144"/>
                      <a:gd name="connsiteY7" fmla="*/ 18396 h 25705"/>
                      <a:gd name="connsiteX8" fmla="*/ 37378 w 40144"/>
                      <a:gd name="connsiteY8" fmla="*/ 22017 h 25705"/>
                      <a:gd name="connsiteX9" fmla="*/ 34769 w 40144"/>
                      <a:gd name="connsiteY9" fmla="*/ 24154 h 25705"/>
                      <a:gd name="connsiteX10" fmla="*/ 32093 w 40144"/>
                      <a:gd name="connsiteY10" fmla="*/ 24941 h 25705"/>
                      <a:gd name="connsiteX11" fmla="*/ 32093 w 40144"/>
                      <a:gd name="connsiteY11" fmla="*/ 21478 h 25705"/>
                      <a:gd name="connsiteX12" fmla="*/ 34656 w 40144"/>
                      <a:gd name="connsiteY12" fmla="*/ 20286 h 25705"/>
                      <a:gd name="connsiteX13" fmla="*/ 36231 w 40144"/>
                      <a:gd name="connsiteY13" fmla="*/ 18374 h 25705"/>
                      <a:gd name="connsiteX14" fmla="*/ 37018 w 40144"/>
                      <a:gd name="connsiteY14" fmla="*/ 15923 h 25705"/>
                      <a:gd name="connsiteX15" fmla="*/ 37243 w 40144"/>
                      <a:gd name="connsiteY15" fmla="*/ 13111 h 25705"/>
                      <a:gd name="connsiteX16" fmla="*/ 36118 w 40144"/>
                      <a:gd name="connsiteY16" fmla="*/ 7826 h 25705"/>
                      <a:gd name="connsiteX17" fmla="*/ 33150 w 40144"/>
                      <a:gd name="connsiteY17" fmla="*/ 4813 h 25705"/>
                      <a:gd name="connsiteX18" fmla="*/ 28989 w 40144"/>
                      <a:gd name="connsiteY18" fmla="*/ 3486 h 25705"/>
                      <a:gd name="connsiteX19" fmla="*/ 24244 w 40144"/>
                      <a:gd name="connsiteY19" fmla="*/ 3239 h 25705"/>
                      <a:gd name="connsiteX20" fmla="*/ 28157 w 40144"/>
                      <a:gd name="connsiteY20" fmla="*/ 7534 h 25705"/>
                      <a:gd name="connsiteX21" fmla="*/ 29484 w 40144"/>
                      <a:gd name="connsiteY21" fmla="*/ 13224 h 25705"/>
                      <a:gd name="connsiteX22" fmla="*/ 28270 w 40144"/>
                      <a:gd name="connsiteY22" fmla="*/ 18756 h 25705"/>
                      <a:gd name="connsiteX23" fmla="*/ 25031 w 40144"/>
                      <a:gd name="connsiteY23" fmla="*/ 22647 h 25705"/>
                      <a:gd name="connsiteX24" fmla="*/ 20308 w 40144"/>
                      <a:gd name="connsiteY24" fmla="*/ 24941 h 25705"/>
                      <a:gd name="connsiteX25" fmla="*/ 14686 w 40144"/>
                      <a:gd name="connsiteY25" fmla="*/ 25706 h 25705"/>
                      <a:gd name="connsiteX26" fmla="*/ 8906 w 40144"/>
                      <a:gd name="connsiteY26" fmla="*/ 25008 h 25705"/>
                      <a:gd name="connsiteX27" fmla="*/ 4228 w 40144"/>
                      <a:gd name="connsiteY27" fmla="*/ 22759 h 25705"/>
                      <a:gd name="connsiteX28" fmla="*/ 1124 w 40144"/>
                      <a:gd name="connsiteY28" fmla="*/ 18846 h 25705"/>
                      <a:gd name="connsiteX29" fmla="*/ 0 w 40144"/>
                      <a:gd name="connsiteY29" fmla="*/ 13066 h 25705"/>
                      <a:gd name="connsiteX30" fmla="*/ 382 w 40144"/>
                      <a:gd name="connsiteY30" fmla="*/ 10323 h 25705"/>
                      <a:gd name="connsiteX31" fmla="*/ 1462 w 40144"/>
                      <a:gd name="connsiteY31" fmla="*/ 7601 h 25705"/>
                      <a:gd name="connsiteX32" fmla="*/ 3238 w 40144"/>
                      <a:gd name="connsiteY32" fmla="*/ 5173 h 25705"/>
                      <a:gd name="connsiteX33" fmla="*/ 5667 w 40144"/>
                      <a:gd name="connsiteY33" fmla="*/ 3373 h 25705"/>
                      <a:gd name="connsiteX34" fmla="*/ 5667 w 40144"/>
                      <a:gd name="connsiteY34" fmla="*/ 3261 h 25705"/>
                      <a:gd name="connsiteX35" fmla="*/ 742 w 40144"/>
                      <a:gd name="connsiteY35" fmla="*/ 3261 h 25705"/>
                      <a:gd name="connsiteX36" fmla="*/ 14821 w 40144"/>
                      <a:gd name="connsiteY36" fmla="*/ 3239 h 25705"/>
                      <a:gd name="connsiteX37" fmla="*/ 10098 w 40144"/>
                      <a:gd name="connsiteY37" fmla="*/ 3868 h 25705"/>
                      <a:gd name="connsiteX38" fmla="*/ 6320 w 40144"/>
                      <a:gd name="connsiteY38" fmla="*/ 5667 h 25705"/>
                      <a:gd name="connsiteX39" fmla="*/ 3801 w 40144"/>
                      <a:gd name="connsiteY39" fmla="*/ 8636 h 25705"/>
                      <a:gd name="connsiteX40" fmla="*/ 2879 w 40144"/>
                      <a:gd name="connsiteY40" fmla="*/ 12684 h 25705"/>
                      <a:gd name="connsiteX41" fmla="*/ 3599 w 40144"/>
                      <a:gd name="connsiteY41" fmla="*/ 16462 h 25705"/>
                      <a:gd name="connsiteX42" fmla="*/ 5735 w 40144"/>
                      <a:gd name="connsiteY42" fmla="*/ 19476 h 25705"/>
                      <a:gd name="connsiteX43" fmla="*/ 9153 w 40144"/>
                      <a:gd name="connsiteY43" fmla="*/ 21500 h 25705"/>
                      <a:gd name="connsiteX44" fmla="*/ 13831 w 40144"/>
                      <a:gd name="connsiteY44" fmla="*/ 22220 h 25705"/>
                      <a:gd name="connsiteX45" fmla="*/ 18779 w 40144"/>
                      <a:gd name="connsiteY45" fmla="*/ 21792 h 25705"/>
                      <a:gd name="connsiteX46" fmla="*/ 22805 w 40144"/>
                      <a:gd name="connsiteY46" fmla="*/ 20061 h 25705"/>
                      <a:gd name="connsiteX47" fmla="*/ 25526 w 40144"/>
                      <a:gd name="connsiteY47" fmla="*/ 17047 h 25705"/>
                      <a:gd name="connsiteX48" fmla="*/ 26515 w 40144"/>
                      <a:gd name="connsiteY48" fmla="*/ 12684 h 25705"/>
                      <a:gd name="connsiteX49" fmla="*/ 25571 w 40144"/>
                      <a:gd name="connsiteY49" fmla="*/ 8726 h 25705"/>
                      <a:gd name="connsiteX50" fmla="*/ 23029 w 40144"/>
                      <a:gd name="connsiteY50" fmla="*/ 5757 h 25705"/>
                      <a:gd name="connsiteX51" fmla="*/ 19296 w 40144"/>
                      <a:gd name="connsiteY51" fmla="*/ 3891 h 25705"/>
                      <a:gd name="connsiteX52" fmla="*/ 14798 w 40144"/>
                      <a:gd name="connsiteY52" fmla="*/ 3239 h 25705"/>
                      <a:gd name="connsiteX53" fmla="*/ 14798 w 40144"/>
                      <a:gd name="connsiteY53" fmla="*/ 3239 h 257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40144" h="25705">
                        <a:moveTo>
                          <a:pt x="742" y="3239"/>
                        </a:moveTo>
                        <a:lnTo>
                          <a:pt x="742" y="0"/>
                        </a:lnTo>
                        <a:lnTo>
                          <a:pt x="25998" y="0"/>
                        </a:lnTo>
                        <a:cubicBezTo>
                          <a:pt x="27865" y="0"/>
                          <a:pt x="29664" y="180"/>
                          <a:pt x="31373" y="562"/>
                        </a:cubicBezTo>
                        <a:cubicBezTo>
                          <a:pt x="33082" y="945"/>
                          <a:pt x="34589" y="1619"/>
                          <a:pt x="35871" y="2586"/>
                        </a:cubicBezTo>
                        <a:cubicBezTo>
                          <a:pt x="37175" y="3553"/>
                          <a:pt x="38210" y="4880"/>
                          <a:pt x="38975" y="6589"/>
                        </a:cubicBezTo>
                        <a:cubicBezTo>
                          <a:pt x="39739" y="8276"/>
                          <a:pt x="40144" y="10458"/>
                          <a:pt x="40144" y="13111"/>
                        </a:cubicBezTo>
                        <a:cubicBezTo>
                          <a:pt x="40144" y="15158"/>
                          <a:pt x="39874" y="16935"/>
                          <a:pt x="39357" y="18396"/>
                        </a:cubicBezTo>
                        <a:cubicBezTo>
                          <a:pt x="38840" y="19881"/>
                          <a:pt x="38187" y="21073"/>
                          <a:pt x="37378" y="22017"/>
                        </a:cubicBezTo>
                        <a:cubicBezTo>
                          <a:pt x="36591" y="22962"/>
                          <a:pt x="35714" y="23659"/>
                          <a:pt x="34769" y="24154"/>
                        </a:cubicBezTo>
                        <a:cubicBezTo>
                          <a:pt x="33824" y="24649"/>
                          <a:pt x="32925" y="24896"/>
                          <a:pt x="32093" y="24941"/>
                        </a:cubicBezTo>
                        <a:lnTo>
                          <a:pt x="32093" y="21478"/>
                        </a:lnTo>
                        <a:cubicBezTo>
                          <a:pt x="33127" y="21230"/>
                          <a:pt x="33982" y="20825"/>
                          <a:pt x="34656" y="20286"/>
                        </a:cubicBezTo>
                        <a:cubicBezTo>
                          <a:pt x="35331" y="19746"/>
                          <a:pt x="35848" y="19116"/>
                          <a:pt x="36231" y="18374"/>
                        </a:cubicBezTo>
                        <a:cubicBezTo>
                          <a:pt x="36613" y="17632"/>
                          <a:pt x="36861" y="16822"/>
                          <a:pt x="37018" y="15923"/>
                        </a:cubicBezTo>
                        <a:cubicBezTo>
                          <a:pt x="37153" y="15023"/>
                          <a:pt x="37243" y="14078"/>
                          <a:pt x="37243" y="13111"/>
                        </a:cubicBezTo>
                        <a:cubicBezTo>
                          <a:pt x="37243" y="10907"/>
                          <a:pt x="36861" y="9153"/>
                          <a:pt x="36118" y="7826"/>
                        </a:cubicBezTo>
                        <a:cubicBezTo>
                          <a:pt x="35354" y="6499"/>
                          <a:pt x="34364" y="5487"/>
                          <a:pt x="33150" y="4813"/>
                        </a:cubicBezTo>
                        <a:cubicBezTo>
                          <a:pt x="31935" y="4138"/>
                          <a:pt x="30541" y="3688"/>
                          <a:pt x="28989" y="3486"/>
                        </a:cubicBezTo>
                        <a:cubicBezTo>
                          <a:pt x="27437" y="3283"/>
                          <a:pt x="25863" y="3216"/>
                          <a:pt x="24244" y="3239"/>
                        </a:cubicBezTo>
                        <a:cubicBezTo>
                          <a:pt x="25976" y="4273"/>
                          <a:pt x="27280" y="5712"/>
                          <a:pt x="28157" y="7534"/>
                        </a:cubicBezTo>
                        <a:cubicBezTo>
                          <a:pt x="29034" y="9356"/>
                          <a:pt x="29484" y="11245"/>
                          <a:pt x="29484" y="13224"/>
                        </a:cubicBezTo>
                        <a:cubicBezTo>
                          <a:pt x="29484" y="15338"/>
                          <a:pt x="29079" y="17182"/>
                          <a:pt x="28270" y="18756"/>
                        </a:cubicBezTo>
                        <a:cubicBezTo>
                          <a:pt x="27460" y="20331"/>
                          <a:pt x="26380" y="21612"/>
                          <a:pt x="25031" y="22647"/>
                        </a:cubicBezTo>
                        <a:cubicBezTo>
                          <a:pt x="23682" y="23682"/>
                          <a:pt x="22107" y="24446"/>
                          <a:pt x="20308" y="24941"/>
                        </a:cubicBezTo>
                        <a:cubicBezTo>
                          <a:pt x="18509" y="25436"/>
                          <a:pt x="16642" y="25706"/>
                          <a:pt x="14686" y="25706"/>
                        </a:cubicBezTo>
                        <a:cubicBezTo>
                          <a:pt x="12729" y="25706"/>
                          <a:pt x="10705" y="25481"/>
                          <a:pt x="8906" y="25008"/>
                        </a:cubicBezTo>
                        <a:cubicBezTo>
                          <a:pt x="7107" y="24536"/>
                          <a:pt x="5555" y="23794"/>
                          <a:pt x="4228" y="22759"/>
                        </a:cubicBezTo>
                        <a:cubicBezTo>
                          <a:pt x="2901" y="21725"/>
                          <a:pt x="1889" y="20421"/>
                          <a:pt x="1124" y="18846"/>
                        </a:cubicBezTo>
                        <a:cubicBezTo>
                          <a:pt x="360" y="17272"/>
                          <a:pt x="0" y="15338"/>
                          <a:pt x="0" y="13066"/>
                        </a:cubicBezTo>
                        <a:cubicBezTo>
                          <a:pt x="0" y="12167"/>
                          <a:pt x="135" y="11245"/>
                          <a:pt x="382" y="10323"/>
                        </a:cubicBezTo>
                        <a:cubicBezTo>
                          <a:pt x="630" y="9378"/>
                          <a:pt x="989" y="8479"/>
                          <a:pt x="1462" y="7601"/>
                        </a:cubicBezTo>
                        <a:cubicBezTo>
                          <a:pt x="1934" y="6724"/>
                          <a:pt x="2519" y="5915"/>
                          <a:pt x="3238" y="5173"/>
                        </a:cubicBezTo>
                        <a:cubicBezTo>
                          <a:pt x="3958" y="4430"/>
                          <a:pt x="4768" y="3823"/>
                          <a:pt x="5667" y="3373"/>
                        </a:cubicBezTo>
                        <a:lnTo>
                          <a:pt x="5667" y="3261"/>
                        </a:lnTo>
                        <a:lnTo>
                          <a:pt x="742" y="3261"/>
                        </a:lnTo>
                        <a:close/>
                        <a:moveTo>
                          <a:pt x="14821" y="3239"/>
                        </a:moveTo>
                        <a:cubicBezTo>
                          <a:pt x="13134" y="3239"/>
                          <a:pt x="11560" y="3441"/>
                          <a:pt x="10098" y="3868"/>
                        </a:cubicBezTo>
                        <a:cubicBezTo>
                          <a:pt x="8636" y="4273"/>
                          <a:pt x="7377" y="4880"/>
                          <a:pt x="6320" y="5667"/>
                        </a:cubicBezTo>
                        <a:cubicBezTo>
                          <a:pt x="5263" y="6455"/>
                          <a:pt x="4430" y="7444"/>
                          <a:pt x="3801" y="8636"/>
                        </a:cubicBezTo>
                        <a:cubicBezTo>
                          <a:pt x="3193" y="9828"/>
                          <a:pt x="2879" y="11177"/>
                          <a:pt x="2879" y="12684"/>
                        </a:cubicBezTo>
                        <a:cubicBezTo>
                          <a:pt x="2879" y="14056"/>
                          <a:pt x="3126" y="15315"/>
                          <a:pt x="3599" y="16462"/>
                        </a:cubicBezTo>
                        <a:cubicBezTo>
                          <a:pt x="4093" y="17609"/>
                          <a:pt x="4791" y="18621"/>
                          <a:pt x="5735" y="19476"/>
                        </a:cubicBezTo>
                        <a:cubicBezTo>
                          <a:pt x="6679" y="20331"/>
                          <a:pt x="7804" y="21005"/>
                          <a:pt x="9153" y="21500"/>
                        </a:cubicBezTo>
                        <a:cubicBezTo>
                          <a:pt x="10502" y="21995"/>
                          <a:pt x="12055" y="22220"/>
                          <a:pt x="13831" y="22220"/>
                        </a:cubicBezTo>
                        <a:cubicBezTo>
                          <a:pt x="15585" y="22287"/>
                          <a:pt x="17249" y="22152"/>
                          <a:pt x="18779" y="21792"/>
                        </a:cubicBezTo>
                        <a:cubicBezTo>
                          <a:pt x="20308" y="21433"/>
                          <a:pt x="21658" y="20848"/>
                          <a:pt x="22805" y="20061"/>
                        </a:cubicBezTo>
                        <a:cubicBezTo>
                          <a:pt x="23951" y="19274"/>
                          <a:pt x="24874" y="18262"/>
                          <a:pt x="25526" y="17047"/>
                        </a:cubicBezTo>
                        <a:cubicBezTo>
                          <a:pt x="26200" y="15833"/>
                          <a:pt x="26515" y="14371"/>
                          <a:pt x="26515" y="12684"/>
                        </a:cubicBezTo>
                        <a:cubicBezTo>
                          <a:pt x="26515" y="11200"/>
                          <a:pt x="26200" y="9895"/>
                          <a:pt x="25571" y="8726"/>
                        </a:cubicBezTo>
                        <a:cubicBezTo>
                          <a:pt x="24941" y="7557"/>
                          <a:pt x="24086" y="6567"/>
                          <a:pt x="23029" y="5757"/>
                        </a:cubicBezTo>
                        <a:cubicBezTo>
                          <a:pt x="21972" y="4948"/>
                          <a:pt x="20735" y="4318"/>
                          <a:pt x="19296" y="3891"/>
                        </a:cubicBezTo>
                        <a:cubicBezTo>
                          <a:pt x="17857" y="3463"/>
                          <a:pt x="16372" y="3239"/>
                          <a:pt x="14798" y="3239"/>
                        </a:cubicBezTo>
                        <a:lnTo>
                          <a:pt x="14798" y="3239"/>
                        </a:lnTo>
                        <a:close/>
                      </a:path>
                    </a:pathLst>
                  </a:custGeom>
                  <a:solidFill>
                    <a:srgbClr val="231F20"/>
                  </a:solidFill>
                  <a:ln w="2249" cap="flat">
                    <a:noFill/>
                    <a:prstDash val="solid"/>
                    <a:miter/>
                  </a:ln>
                </p:spPr>
                <p:txBody>
                  <a:bodyPr rtlCol="0" anchor="ctr"/>
                  <a:lstStyle/>
                  <a:p>
                    <a:endParaRPr lang="en-US"/>
                  </a:p>
                </p:txBody>
              </p:sp>
              <p:sp>
                <p:nvSpPr>
                  <p:cNvPr id="2061" name="Freeform 2060">
                    <a:extLst>
                      <a:ext uri="{FF2B5EF4-FFF2-40B4-BE49-F238E27FC236}">
                        <a16:creationId xmlns:a16="http://schemas.microsoft.com/office/drawing/2014/main" id="{19242D04-429E-4E55-11B7-D0168F5B074C}"/>
                      </a:ext>
                    </a:extLst>
                  </p:cNvPr>
                  <p:cNvSpPr/>
                  <p:nvPr/>
                </p:nvSpPr>
                <p:spPr>
                  <a:xfrm>
                    <a:off x="8083022" y="2585555"/>
                    <a:ext cx="29484" cy="25167"/>
                  </a:xfrm>
                  <a:custGeom>
                    <a:avLst/>
                    <a:gdLst>
                      <a:gd name="connsiteX0" fmla="*/ 15473 w 29484"/>
                      <a:gd name="connsiteY0" fmla="*/ 21659 h 25167"/>
                      <a:gd name="connsiteX1" fmla="*/ 19768 w 29484"/>
                      <a:gd name="connsiteY1" fmla="*/ 21074 h 25167"/>
                      <a:gd name="connsiteX2" fmla="*/ 23277 w 29484"/>
                      <a:gd name="connsiteY2" fmla="*/ 19320 h 25167"/>
                      <a:gd name="connsiteX3" fmla="*/ 25660 w 29484"/>
                      <a:gd name="connsiteY3" fmla="*/ 16374 h 25167"/>
                      <a:gd name="connsiteX4" fmla="*/ 26560 w 29484"/>
                      <a:gd name="connsiteY4" fmla="*/ 12281 h 25167"/>
                      <a:gd name="connsiteX5" fmla="*/ 24896 w 29484"/>
                      <a:gd name="connsiteY5" fmla="*/ 6838 h 25167"/>
                      <a:gd name="connsiteX6" fmla="*/ 20151 w 29484"/>
                      <a:gd name="connsiteY6" fmla="*/ 3825 h 25167"/>
                      <a:gd name="connsiteX7" fmla="*/ 20151 w 29484"/>
                      <a:gd name="connsiteY7" fmla="*/ 204 h 25167"/>
                      <a:gd name="connsiteX8" fmla="*/ 23839 w 29484"/>
                      <a:gd name="connsiteY8" fmla="*/ 1778 h 25167"/>
                      <a:gd name="connsiteX9" fmla="*/ 26807 w 29484"/>
                      <a:gd name="connsiteY9" fmla="*/ 4207 h 25167"/>
                      <a:gd name="connsiteX10" fmla="*/ 28787 w 29484"/>
                      <a:gd name="connsiteY10" fmla="*/ 7670 h 25167"/>
                      <a:gd name="connsiteX11" fmla="*/ 29484 w 29484"/>
                      <a:gd name="connsiteY11" fmla="*/ 12303 h 25167"/>
                      <a:gd name="connsiteX12" fmla="*/ 28360 w 29484"/>
                      <a:gd name="connsiteY12" fmla="*/ 18083 h 25167"/>
                      <a:gd name="connsiteX13" fmla="*/ 25256 w 29484"/>
                      <a:gd name="connsiteY13" fmla="*/ 22086 h 25167"/>
                      <a:gd name="connsiteX14" fmla="*/ 20623 w 29484"/>
                      <a:gd name="connsiteY14" fmla="*/ 24403 h 25167"/>
                      <a:gd name="connsiteX15" fmla="*/ 14866 w 29484"/>
                      <a:gd name="connsiteY15" fmla="*/ 25167 h 25167"/>
                      <a:gd name="connsiteX16" fmla="*/ 9086 w 29484"/>
                      <a:gd name="connsiteY16" fmla="*/ 24268 h 25167"/>
                      <a:gd name="connsiteX17" fmla="*/ 4363 w 29484"/>
                      <a:gd name="connsiteY17" fmla="*/ 21726 h 25167"/>
                      <a:gd name="connsiteX18" fmla="*/ 1170 w 29484"/>
                      <a:gd name="connsiteY18" fmla="*/ 17701 h 25167"/>
                      <a:gd name="connsiteX19" fmla="*/ 0 w 29484"/>
                      <a:gd name="connsiteY19" fmla="*/ 12303 h 25167"/>
                      <a:gd name="connsiteX20" fmla="*/ 3958 w 29484"/>
                      <a:gd name="connsiteY20" fmla="*/ 3240 h 25167"/>
                      <a:gd name="connsiteX21" fmla="*/ 15473 w 29484"/>
                      <a:gd name="connsiteY21" fmla="*/ 1 h 25167"/>
                      <a:gd name="connsiteX22" fmla="*/ 15473 w 29484"/>
                      <a:gd name="connsiteY22" fmla="*/ 21704 h 25167"/>
                      <a:gd name="connsiteX23" fmla="*/ 15473 w 29484"/>
                      <a:gd name="connsiteY23" fmla="*/ 21659 h 25167"/>
                      <a:gd name="connsiteX24" fmla="*/ 12774 w 29484"/>
                      <a:gd name="connsiteY24" fmla="*/ 3397 h 25167"/>
                      <a:gd name="connsiteX25" fmla="*/ 8906 w 29484"/>
                      <a:gd name="connsiteY25" fmla="*/ 3960 h 25167"/>
                      <a:gd name="connsiteX26" fmla="*/ 5780 w 29484"/>
                      <a:gd name="connsiteY26" fmla="*/ 5624 h 25167"/>
                      <a:gd name="connsiteX27" fmla="*/ 3666 w 29484"/>
                      <a:gd name="connsiteY27" fmla="*/ 8412 h 25167"/>
                      <a:gd name="connsiteX28" fmla="*/ 2879 w 29484"/>
                      <a:gd name="connsiteY28" fmla="*/ 12236 h 25167"/>
                      <a:gd name="connsiteX29" fmla="*/ 3689 w 29484"/>
                      <a:gd name="connsiteY29" fmla="*/ 16036 h 25167"/>
                      <a:gd name="connsiteX30" fmla="*/ 5848 w 29484"/>
                      <a:gd name="connsiteY30" fmla="*/ 18848 h 25167"/>
                      <a:gd name="connsiteX31" fmla="*/ 8973 w 29484"/>
                      <a:gd name="connsiteY31" fmla="*/ 20714 h 25167"/>
                      <a:gd name="connsiteX32" fmla="*/ 12751 w 29484"/>
                      <a:gd name="connsiteY32" fmla="*/ 21636 h 25167"/>
                      <a:gd name="connsiteX33" fmla="*/ 12751 w 29484"/>
                      <a:gd name="connsiteY33" fmla="*/ 3397 h 25167"/>
                      <a:gd name="connsiteX34" fmla="*/ 12774 w 29484"/>
                      <a:gd name="connsiteY34" fmla="*/ 3397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9484" h="25167">
                        <a:moveTo>
                          <a:pt x="15473" y="21659"/>
                        </a:moveTo>
                        <a:cubicBezTo>
                          <a:pt x="16980" y="21659"/>
                          <a:pt x="18419" y="21456"/>
                          <a:pt x="19768" y="21074"/>
                        </a:cubicBezTo>
                        <a:cubicBezTo>
                          <a:pt x="21118" y="20669"/>
                          <a:pt x="22287" y="20085"/>
                          <a:pt x="23277" y="19320"/>
                        </a:cubicBezTo>
                        <a:cubicBezTo>
                          <a:pt x="24266" y="18555"/>
                          <a:pt x="25054" y="17566"/>
                          <a:pt x="25660" y="16374"/>
                        </a:cubicBezTo>
                        <a:cubicBezTo>
                          <a:pt x="26245" y="15182"/>
                          <a:pt x="26560" y="13810"/>
                          <a:pt x="26560" y="12281"/>
                        </a:cubicBezTo>
                        <a:cubicBezTo>
                          <a:pt x="26560" y="10167"/>
                          <a:pt x="25998" y="8345"/>
                          <a:pt x="24896" y="6838"/>
                        </a:cubicBezTo>
                        <a:cubicBezTo>
                          <a:pt x="23772" y="5331"/>
                          <a:pt x="22197" y="4319"/>
                          <a:pt x="20151" y="3825"/>
                        </a:cubicBezTo>
                        <a:lnTo>
                          <a:pt x="20151" y="204"/>
                        </a:lnTo>
                        <a:cubicBezTo>
                          <a:pt x="21478" y="609"/>
                          <a:pt x="22715" y="1126"/>
                          <a:pt x="23839" y="1778"/>
                        </a:cubicBezTo>
                        <a:cubicBezTo>
                          <a:pt x="24964" y="2430"/>
                          <a:pt x="25953" y="3240"/>
                          <a:pt x="26807" y="4207"/>
                        </a:cubicBezTo>
                        <a:cubicBezTo>
                          <a:pt x="27662" y="5174"/>
                          <a:pt x="28315" y="6321"/>
                          <a:pt x="28787" y="7670"/>
                        </a:cubicBezTo>
                        <a:cubicBezTo>
                          <a:pt x="29259" y="8997"/>
                          <a:pt x="29484" y="10549"/>
                          <a:pt x="29484" y="12303"/>
                        </a:cubicBezTo>
                        <a:cubicBezTo>
                          <a:pt x="29484" y="14530"/>
                          <a:pt x="29101" y="16464"/>
                          <a:pt x="28360" y="18083"/>
                        </a:cubicBezTo>
                        <a:cubicBezTo>
                          <a:pt x="27595" y="19702"/>
                          <a:pt x="26560" y="21029"/>
                          <a:pt x="25256" y="22086"/>
                        </a:cubicBezTo>
                        <a:cubicBezTo>
                          <a:pt x="23951" y="23121"/>
                          <a:pt x="22400" y="23908"/>
                          <a:pt x="20623" y="24403"/>
                        </a:cubicBezTo>
                        <a:cubicBezTo>
                          <a:pt x="18847" y="24897"/>
                          <a:pt x="16935" y="25167"/>
                          <a:pt x="14866" y="25167"/>
                        </a:cubicBezTo>
                        <a:cubicBezTo>
                          <a:pt x="12796" y="25167"/>
                          <a:pt x="10885" y="24875"/>
                          <a:pt x="9086" y="24268"/>
                        </a:cubicBezTo>
                        <a:cubicBezTo>
                          <a:pt x="7287" y="23683"/>
                          <a:pt x="5712" y="22828"/>
                          <a:pt x="4363" y="21726"/>
                        </a:cubicBezTo>
                        <a:cubicBezTo>
                          <a:pt x="3014" y="20624"/>
                          <a:pt x="1957" y="19297"/>
                          <a:pt x="1170" y="17701"/>
                        </a:cubicBezTo>
                        <a:cubicBezTo>
                          <a:pt x="405" y="16126"/>
                          <a:pt x="0" y="14327"/>
                          <a:pt x="0" y="12303"/>
                        </a:cubicBezTo>
                        <a:cubicBezTo>
                          <a:pt x="0" y="8457"/>
                          <a:pt x="1327" y="5421"/>
                          <a:pt x="3958" y="3240"/>
                        </a:cubicBezTo>
                        <a:cubicBezTo>
                          <a:pt x="6612" y="1036"/>
                          <a:pt x="10435" y="-44"/>
                          <a:pt x="15473" y="1"/>
                        </a:cubicBezTo>
                        <a:lnTo>
                          <a:pt x="15473" y="21704"/>
                        </a:lnTo>
                        <a:lnTo>
                          <a:pt x="15473" y="21659"/>
                        </a:lnTo>
                        <a:close/>
                        <a:moveTo>
                          <a:pt x="12774" y="3397"/>
                        </a:moveTo>
                        <a:cubicBezTo>
                          <a:pt x="11402" y="3397"/>
                          <a:pt x="10120" y="3577"/>
                          <a:pt x="8906" y="3960"/>
                        </a:cubicBezTo>
                        <a:cubicBezTo>
                          <a:pt x="7691" y="4342"/>
                          <a:pt x="6657" y="4904"/>
                          <a:pt x="5780" y="5624"/>
                        </a:cubicBezTo>
                        <a:cubicBezTo>
                          <a:pt x="4903" y="6366"/>
                          <a:pt x="4206" y="7288"/>
                          <a:pt x="3666" y="8412"/>
                        </a:cubicBezTo>
                        <a:cubicBezTo>
                          <a:pt x="3148" y="9537"/>
                          <a:pt x="2879" y="10796"/>
                          <a:pt x="2879" y="12236"/>
                        </a:cubicBezTo>
                        <a:cubicBezTo>
                          <a:pt x="2879" y="13675"/>
                          <a:pt x="3148" y="14934"/>
                          <a:pt x="3689" y="16036"/>
                        </a:cubicBezTo>
                        <a:cubicBezTo>
                          <a:pt x="4228" y="17138"/>
                          <a:pt x="4948" y="18060"/>
                          <a:pt x="5848" y="18848"/>
                        </a:cubicBezTo>
                        <a:cubicBezTo>
                          <a:pt x="6747" y="19612"/>
                          <a:pt x="7781" y="20242"/>
                          <a:pt x="8973" y="20714"/>
                        </a:cubicBezTo>
                        <a:cubicBezTo>
                          <a:pt x="10165" y="21187"/>
                          <a:pt x="11425" y="21479"/>
                          <a:pt x="12751" y="21636"/>
                        </a:cubicBezTo>
                        <a:lnTo>
                          <a:pt x="12751" y="3397"/>
                        </a:lnTo>
                        <a:lnTo>
                          <a:pt x="12774" y="3397"/>
                        </a:lnTo>
                        <a:close/>
                      </a:path>
                    </a:pathLst>
                  </a:custGeom>
                  <a:solidFill>
                    <a:srgbClr val="231F20"/>
                  </a:solidFill>
                  <a:ln w="2249" cap="flat">
                    <a:noFill/>
                    <a:prstDash val="solid"/>
                    <a:miter/>
                  </a:ln>
                </p:spPr>
                <p:txBody>
                  <a:bodyPr rtlCol="0" anchor="ctr"/>
                  <a:lstStyle/>
                  <a:p>
                    <a:endParaRPr lang="en-US"/>
                  </a:p>
                </p:txBody>
              </p:sp>
              <p:sp>
                <p:nvSpPr>
                  <p:cNvPr id="2062" name="Freeform 2061">
                    <a:extLst>
                      <a:ext uri="{FF2B5EF4-FFF2-40B4-BE49-F238E27FC236}">
                        <a16:creationId xmlns:a16="http://schemas.microsoft.com/office/drawing/2014/main" id="{78A3577D-69AE-89EA-032D-36B6DA4D5746}"/>
                      </a:ext>
                    </a:extLst>
                  </p:cNvPr>
                  <p:cNvSpPr/>
                  <p:nvPr/>
                </p:nvSpPr>
                <p:spPr>
                  <a:xfrm>
                    <a:off x="8071823" y="2553193"/>
                    <a:ext cx="50219" cy="11919"/>
                  </a:xfrm>
                  <a:custGeom>
                    <a:avLst/>
                    <a:gdLst>
                      <a:gd name="connsiteX0" fmla="*/ 23 w 50219"/>
                      <a:gd name="connsiteY0" fmla="*/ 0 h 11919"/>
                      <a:gd name="connsiteX1" fmla="*/ 12032 w 50219"/>
                      <a:gd name="connsiteY1" fmla="*/ 6072 h 11919"/>
                      <a:gd name="connsiteX2" fmla="*/ 25278 w 50219"/>
                      <a:gd name="connsiteY2" fmla="*/ 8254 h 11919"/>
                      <a:gd name="connsiteX3" fmla="*/ 38345 w 50219"/>
                      <a:gd name="connsiteY3" fmla="*/ 5982 h 11919"/>
                      <a:gd name="connsiteX4" fmla="*/ 50219 w 50219"/>
                      <a:gd name="connsiteY4" fmla="*/ 0 h 11919"/>
                      <a:gd name="connsiteX5" fmla="*/ 50219 w 50219"/>
                      <a:gd name="connsiteY5" fmla="*/ 2744 h 11919"/>
                      <a:gd name="connsiteX6" fmla="*/ 44259 w 50219"/>
                      <a:gd name="connsiteY6" fmla="*/ 6679 h 11919"/>
                      <a:gd name="connsiteX7" fmla="*/ 38367 w 50219"/>
                      <a:gd name="connsiteY7" fmla="*/ 9581 h 11919"/>
                      <a:gd name="connsiteX8" fmla="*/ 32115 w 50219"/>
                      <a:gd name="connsiteY8" fmla="*/ 11335 h 11919"/>
                      <a:gd name="connsiteX9" fmla="*/ 25009 w 50219"/>
                      <a:gd name="connsiteY9" fmla="*/ 11919 h 11919"/>
                      <a:gd name="connsiteX10" fmla="*/ 18014 w 50219"/>
                      <a:gd name="connsiteY10" fmla="*/ 11312 h 11919"/>
                      <a:gd name="connsiteX11" fmla="*/ 11717 w 50219"/>
                      <a:gd name="connsiteY11" fmla="*/ 9536 h 11919"/>
                      <a:gd name="connsiteX12" fmla="*/ 5802 w 50219"/>
                      <a:gd name="connsiteY12" fmla="*/ 6657 h 11919"/>
                      <a:gd name="connsiteX13" fmla="*/ 0 w 50219"/>
                      <a:gd name="connsiteY13" fmla="*/ 2744 h 11919"/>
                      <a:gd name="connsiteX14" fmla="*/ 0 w 50219"/>
                      <a:gd name="connsiteY14" fmla="*/ 0 h 11919"/>
                      <a:gd name="connsiteX15" fmla="*/ 23 w 50219"/>
                      <a:gd name="connsiteY15" fmla="*/ 0 h 11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0219" h="11919">
                        <a:moveTo>
                          <a:pt x="23" y="0"/>
                        </a:moveTo>
                        <a:cubicBezTo>
                          <a:pt x="3778" y="2586"/>
                          <a:pt x="7759" y="4610"/>
                          <a:pt x="12032" y="6072"/>
                        </a:cubicBezTo>
                        <a:cubicBezTo>
                          <a:pt x="16305" y="7534"/>
                          <a:pt x="20713" y="8254"/>
                          <a:pt x="25278" y="8254"/>
                        </a:cubicBezTo>
                        <a:cubicBezTo>
                          <a:pt x="29844" y="8254"/>
                          <a:pt x="34139" y="7489"/>
                          <a:pt x="38345" y="5982"/>
                        </a:cubicBezTo>
                        <a:cubicBezTo>
                          <a:pt x="42550" y="4475"/>
                          <a:pt x="46508" y="2474"/>
                          <a:pt x="50219" y="0"/>
                        </a:cubicBezTo>
                        <a:lnTo>
                          <a:pt x="50219" y="2744"/>
                        </a:lnTo>
                        <a:cubicBezTo>
                          <a:pt x="48173" y="4228"/>
                          <a:pt x="46171" y="5532"/>
                          <a:pt x="44259" y="6679"/>
                        </a:cubicBezTo>
                        <a:cubicBezTo>
                          <a:pt x="42326" y="7826"/>
                          <a:pt x="40369" y="8793"/>
                          <a:pt x="38367" y="9581"/>
                        </a:cubicBezTo>
                        <a:cubicBezTo>
                          <a:pt x="36365" y="10368"/>
                          <a:pt x="34274" y="10952"/>
                          <a:pt x="32115" y="11335"/>
                        </a:cubicBezTo>
                        <a:cubicBezTo>
                          <a:pt x="29956" y="11717"/>
                          <a:pt x="27572" y="11919"/>
                          <a:pt x="25009" y="11919"/>
                        </a:cubicBezTo>
                        <a:cubicBezTo>
                          <a:pt x="22445" y="11919"/>
                          <a:pt x="20196" y="11717"/>
                          <a:pt x="18014" y="11312"/>
                        </a:cubicBezTo>
                        <a:cubicBezTo>
                          <a:pt x="15833" y="10907"/>
                          <a:pt x="13741" y="10300"/>
                          <a:pt x="11717" y="9536"/>
                        </a:cubicBezTo>
                        <a:cubicBezTo>
                          <a:pt x="9693" y="8748"/>
                          <a:pt x="7736" y="7804"/>
                          <a:pt x="5802" y="6657"/>
                        </a:cubicBezTo>
                        <a:cubicBezTo>
                          <a:pt x="3868" y="5532"/>
                          <a:pt x="1934" y="4228"/>
                          <a:pt x="0" y="2744"/>
                        </a:cubicBezTo>
                        <a:lnTo>
                          <a:pt x="0" y="0"/>
                        </a:lnTo>
                        <a:lnTo>
                          <a:pt x="23" y="0"/>
                        </a:lnTo>
                        <a:close/>
                      </a:path>
                    </a:pathLst>
                  </a:custGeom>
                  <a:solidFill>
                    <a:srgbClr val="231F20"/>
                  </a:solidFill>
                  <a:ln w="2249" cap="flat">
                    <a:noFill/>
                    <a:prstDash val="solid"/>
                    <a:miter/>
                  </a:ln>
                </p:spPr>
                <p:txBody>
                  <a:bodyPr rtlCol="0" anchor="ctr"/>
                  <a:lstStyle/>
                  <a:p>
                    <a:endParaRPr lang="en-US"/>
                  </a:p>
                </p:txBody>
              </p:sp>
              <p:sp>
                <p:nvSpPr>
                  <p:cNvPr id="2063" name="Freeform 2062">
                    <a:extLst>
                      <a:ext uri="{FF2B5EF4-FFF2-40B4-BE49-F238E27FC236}">
                        <a16:creationId xmlns:a16="http://schemas.microsoft.com/office/drawing/2014/main" id="{CE70EF5E-2A74-D2A1-6553-1506302960F0}"/>
                      </a:ext>
                    </a:extLst>
                  </p:cNvPr>
                  <p:cNvSpPr/>
                  <p:nvPr/>
                </p:nvSpPr>
                <p:spPr>
                  <a:xfrm>
                    <a:off x="8073667" y="2530389"/>
                    <a:ext cx="38052" cy="13268"/>
                  </a:xfrm>
                  <a:custGeom>
                    <a:avLst/>
                    <a:gdLst>
                      <a:gd name="connsiteX0" fmla="*/ 9783 w 38052"/>
                      <a:gd name="connsiteY0" fmla="*/ 3441 h 13268"/>
                      <a:gd name="connsiteX1" fmla="*/ 9783 w 38052"/>
                      <a:gd name="connsiteY1" fmla="*/ 13269 h 13268"/>
                      <a:gd name="connsiteX2" fmla="*/ 7511 w 38052"/>
                      <a:gd name="connsiteY2" fmla="*/ 13269 h 13268"/>
                      <a:gd name="connsiteX3" fmla="*/ 7084 w 38052"/>
                      <a:gd name="connsiteY3" fmla="*/ 9356 h 13268"/>
                      <a:gd name="connsiteX4" fmla="*/ 6050 w 38052"/>
                      <a:gd name="connsiteY4" fmla="*/ 6275 h 13268"/>
                      <a:gd name="connsiteX5" fmla="*/ 3868 w 38052"/>
                      <a:gd name="connsiteY5" fmla="*/ 4071 h 13268"/>
                      <a:gd name="connsiteX6" fmla="*/ 0 w 38052"/>
                      <a:gd name="connsiteY6" fmla="*/ 2744 h 13268"/>
                      <a:gd name="connsiteX7" fmla="*/ 0 w 38052"/>
                      <a:gd name="connsiteY7" fmla="*/ 0 h 13268"/>
                      <a:gd name="connsiteX8" fmla="*/ 38052 w 38052"/>
                      <a:gd name="connsiteY8" fmla="*/ 0 h 13268"/>
                      <a:gd name="connsiteX9" fmla="*/ 38052 w 38052"/>
                      <a:gd name="connsiteY9" fmla="*/ 3463 h 13268"/>
                      <a:gd name="connsiteX10" fmla="*/ 9760 w 38052"/>
                      <a:gd name="connsiteY10" fmla="*/ 3463 h 13268"/>
                      <a:gd name="connsiteX11" fmla="*/ 9783 w 38052"/>
                      <a:gd name="connsiteY11" fmla="*/ 3463 h 132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052" h="13268">
                        <a:moveTo>
                          <a:pt x="9783" y="3441"/>
                        </a:moveTo>
                        <a:lnTo>
                          <a:pt x="9783" y="13269"/>
                        </a:lnTo>
                        <a:lnTo>
                          <a:pt x="7511" y="13269"/>
                        </a:lnTo>
                        <a:cubicBezTo>
                          <a:pt x="7399" y="11830"/>
                          <a:pt x="7264" y="10525"/>
                          <a:pt x="7084" y="9356"/>
                        </a:cubicBezTo>
                        <a:cubicBezTo>
                          <a:pt x="6904" y="8186"/>
                          <a:pt x="6567" y="7152"/>
                          <a:pt x="6050" y="6275"/>
                        </a:cubicBezTo>
                        <a:cubicBezTo>
                          <a:pt x="5555" y="5398"/>
                          <a:pt x="4813" y="4655"/>
                          <a:pt x="3868" y="4071"/>
                        </a:cubicBezTo>
                        <a:cubicBezTo>
                          <a:pt x="2924" y="3486"/>
                          <a:pt x="1619" y="3036"/>
                          <a:pt x="0" y="2744"/>
                        </a:cubicBezTo>
                        <a:lnTo>
                          <a:pt x="0" y="0"/>
                        </a:lnTo>
                        <a:lnTo>
                          <a:pt x="38052" y="0"/>
                        </a:lnTo>
                        <a:lnTo>
                          <a:pt x="38052" y="3463"/>
                        </a:lnTo>
                        <a:lnTo>
                          <a:pt x="9760" y="3463"/>
                        </a:lnTo>
                        <a:lnTo>
                          <a:pt x="9783" y="3463"/>
                        </a:lnTo>
                        <a:close/>
                      </a:path>
                    </a:pathLst>
                  </a:custGeom>
                  <a:solidFill>
                    <a:srgbClr val="231F20"/>
                  </a:solidFill>
                  <a:ln w="2249" cap="flat">
                    <a:noFill/>
                    <a:prstDash val="solid"/>
                    <a:miter/>
                  </a:ln>
                </p:spPr>
                <p:txBody>
                  <a:bodyPr rtlCol="0" anchor="ctr"/>
                  <a:lstStyle/>
                  <a:p>
                    <a:endParaRPr lang="en-US"/>
                  </a:p>
                </p:txBody>
              </p:sp>
              <p:sp>
                <p:nvSpPr>
                  <p:cNvPr id="2064" name="Freeform 2063">
                    <a:extLst>
                      <a:ext uri="{FF2B5EF4-FFF2-40B4-BE49-F238E27FC236}">
                        <a16:creationId xmlns:a16="http://schemas.microsoft.com/office/drawing/2014/main" id="{1DBAEA4A-371F-2BF5-51D3-4B9ABD8459F3}"/>
                      </a:ext>
                    </a:extLst>
                  </p:cNvPr>
                  <p:cNvSpPr/>
                  <p:nvPr/>
                </p:nvSpPr>
                <p:spPr>
                  <a:xfrm>
                    <a:off x="8096021" y="2504301"/>
                    <a:ext cx="3350" cy="13651"/>
                  </a:xfrm>
                  <a:custGeom>
                    <a:avLst/>
                    <a:gdLst>
                      <a:gd name="connsiteX0" fmla="*/ 0 w 3350"/>
                      <a:gd name="connsiteY0" fmla="*/ 0 h 13651"/>
                      <a:gd name="connsiteX1" fmla="*/ 3351 w 3350"/>
                      <a:gd name="connsiteY1" fmla="*/ 0 h 13651"/>
                      <a:gd name="connsiteX2" fmla="*/ 3351 w 3350"/>
                      <a:gd name="connsiteY2" fmla="*/ 13651 h 13651"/>
                      <a:gd name="connsiteX3" fmla="*/ 0 w 3350"/>
                      <a:gd name="connsiteY3" fmla="*/ 13651 h 13651"/>
                      <a:gd name="connsiteX4" fmla="*/ 0 w 3350"/>
                      <a:gd name="connsiteY4" fmla="*/ 0 h 136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50" h="13651">
                        <a:moveTo>
                          <a:pt x="0" y="0"/>
                        </a:moveTo>
                        <a:lnTo>
                          <a:pt x="3351" y="0"/>
                        </a:lnTo>
                        <a:lnTo>
                          <a:pt x="3351" y="13651"/>
                        </a:lnTo>
                        <a:lnTo>
                          <a:pt x="0" y="13651"/>
                        </a:lnTo>
                        <a:lnTo>
                          <a:pt x="0" y="0"/>
                        </a:lnTo>
                        <a:close/>
                      </a:path>
                    </a:pathLst>
                  </a:custGeom>
                  <a:solidFill>
                    <a:srgbClr val="231F20"/>
                  </a:solidFill>
                  <a:ln w="2249" cap="flat">
                    <a:noFill/>
                    <a:prstDash val="solid"/>
                    <a:miter/>
                  </a:ln>
                </p:spPr>
                <p:txBody>
                  <a:bodyPr rtlCol="0" anchor="ctr"/>
                  <a:lstStyle/>
                  <a:p>
                    <a:endParaRPr lang="en-US"/>
                  </a:p>
                </p:txBody>
              </p:sp>
              <p:sp>
                <p:nvSpPr>
                  <p:cNvPr id="2065" name="Freeform 2064">
                    <a:extLst>
                      <a:ext uri="{FF2B5EF4-FFF2-40B4-BE49-F238E27FC236}">
                        <a16:creationId xmlns:a16="http://schemas.microsoft.com/office/drawing/2014/main" id="{4A11DBC7-9926-90AF-01A6-73C41F080596}"/>
                      </a:ext>
                    </a:extLst>
                  </p:cNvPr>
                  <p:cNvSpPr/>
                  <p:nvPr/>
                </p:nvSpPr>
                <p:spPr>
                  <a:xfrm>
                    <a:off x="8073667" y="2482396"/>
                    <a:ext cx="38052" cy="13268"/>
                  </a:xfrm>
                  <a:custGeom>
                    <a:avLst/>
                    <a:gdLst>
                      <a:gd name="connsiteX0" fmla="*/ 9783 w 38052"/>
                      <a:gd name="connsiteY0" fmla="*/ 3441 h 13268"/>
                      <a:gd name="connsiteX1" fmla="*/ 9783 w 38052"/>
                      <a:gd name="connsiteY1" fmla="*/ 13269 h 13268"/>
                      <a:gd name="connsiteX2" fmla="*/ 7511 w 38052"/>
                      <a:gd name="connsiteY2" fmla="*/ 13269 h 13268"/>
                      <a:gd name="connsiteX3" fmla="*/ 7084 w 38052"/>
                      <a:gd name="connsiteY3" fmla="*/ 9356 h 13268"/>
                      <a:gd name="connsiteX4" fmla="*/ 6050 w 38052"/>
                      <a:gd name="connsiteY4" fmla="*/ 6275 h 13268"/>
                      <a:gd name="connsiteX5" fmla="*/ 3868 w 38052"/>
                      <a:gd name="connsiteY5" fmla="*/ 4071 h 13268"/>
                      <a:gd name="connsiteX6" fmla="*/ 0 w 38052"/>
                      <a:gd name="connsiteY6" fmla="*/ 2744 h 13268"/>
                      <a:gd name="connsiteX7" fmla="*/ 0 w 38052"/>
                      <a:gd name="connsiteY7" fmla="*/ 0 h 13268"/>
                      <a:gd name="connsiteX8" fmla="*/ 38052 w 38052"/>
                      <a:gd name="connsiteY8" fmla="*/ 0 h 13268"/>
                      <a:gd name="connsiteX9" fmla="*/ 38052 w 38052"/>
                      <a:gd name="connsiteY9" fmla="*/ 3463 h 13268"/>
                      <a:gd name="connsiteX10" fmla="*/ 9760 w 38052"/>
                      <a:gd name="connsiteY10" fmla="*/ 3463 h 13268"/>
                      <a:gd name="connsiteX11" fmla="*/ 9783 w 38052"/>
                      <a:gd name="connsiteY11" fmla="*/ 3463 h 132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052" h="13268">
                        <a:moveTo>
                          <a:pt x="9783" y="3441"/>
                        </a:moveTo>
                        <a:lnTo>
                          <a:pt x="9783" y="13269"/>
                        </a:lnTo>
                        <a:lnTo>
                          <a:pt x="7511" y="13269"/>
                        </a:lnTo>
                        <a:cubicBezTo>
                          <a:pt x="7399" y="11830"/>
                          <a:pt x="7264" y="10525"/>
                          <a:pt x="7084" y="9356"/>
                        </a:cubicBezTo>
                        <a:cubicBezTo>
                          <a:pt x="6904" y="8186"/>
                          <a:pt x="6567" y="7152"/>
                          <a:pt x="6050" y="6275"/>
                        </a:cubicBezTo>
                        <a:cubicBezTo>
                          <a:pt x="5555" y="5397"/>
                          <a:pt x="4813" y="4655"/>
                          <a:pt x="3868" y="4071"/>
                        </a:cubicBezTo>
                        <a:cubicBezTo>
                          <a:pt x="2924" y="3486"/>
                          <a:pt x="1619" y="3036"/>
                          <a:pt x="0" y="2744"/>
                        </a:cubicBezTo>
                        <a:lnTo>
                          <a:pt x="0" y="0"/>
                        </a:lnTo>
                        <a:lnTo>
                          <a:pt x="38052" y="0"/>
                        </a:lnTo>
                        <a:lnTo>
                          <a:pt x="38052" y="3463"/>
                        </a:lnTo>
                        <a:lnTo>
                          <a:pt x="9760" y="3463"/>
                        </a:lnTo>
                        <a:lnTo>
                          <a:pt x="9783" y="3463"/>
                        </a:lnTo>
                        <a:close/>
                      </a:path>
                    </a:pathLst>
                  </a:custGeom>
                  <a:solidFill>
                    <a:srgbClr val="231F20"/>
                  </a:solidFill>
                  <a:ln w="2249" cap="flat">
                    <a:noFill/>
                    <a:prstDash val="solid"/>
                    <a:miter/>
                  </a:ln>
                </p:spPr>
                <p:txBody>
                  <a:bodyPr rtlCol="0" anchor="ctr"/>
                  <a:lstStyle/>
                  <a:p>
                    <a:endParaRPr lang="en-US"/>
                  </a:p>
                </p:txBody>
              </p:sp>
              <p:sp>
                <p:nvSpPr>
                  <p:cNvPr id="2066" name="Freeform 2065">
                    <a:extLst>
                      <a:ext uri="{FF2B5EF4-FFF2-40B4-BE49-F238E27FC236}">
                        <a16:creationId xmlns:a16="http://schemas.microsoft.com/office/drawing/2014/main" id="{CE41E37A-5620-D6D6-8075-1D8DF74066C3}"/>
                      </a:ext>
                    </a:extLst>
                  </p:cNvPr>
                  <p:cNvSpPr/>
                  <p:nvPr/>
                </p:nvSpPr>
                <p:spPr>
                  <a:xfrm>
                    <a:off x="8106974" y="2462695"/>
                    <a:ext cx="4745" cy="3935"/>
                  </a:xfrm>
                  <a:custGeom>
                    <a:avLst/>
                    <a:gdLst>
                      <a:gd name="connsiteX0" fmla="*/ 4746 w 4745"/>
                      <a:gd name="connsiteY0" fmla="*/ 3936 h 3935"/>
                      <a:gd name="connsiteX1" fmla="*/ 0 w 4745"/>
                      <a:gd name="connsiteY1" fmla="*/ 3936 h 3935"/>
                      <a:gd name="connsiteX2" fmla="*/ 0 w 4745"/>
                      <a:gd name="connsiteY2" fmla="*/ 0 h 3935"/>
                      <a:gd name="connsiteX3" fmla="*/ 4746 w 4745"/>
                      <a:gd name="connsiteY3" fmla="*/ 0 h 3935"/>
                      <a:gd name="connsiteX4" fmla="*/ 4746 w 4745"/>
                      <a:gd name="connsiteY4" fmla="*/ 3936 h 39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45" h="3935">
                        <a:moveTo>
                          <a:pt x="4746" y="3936"/>
                        </a:moveTo>
                        <a:lnTo>
                          <a:pt x="0" y="3936"/>
                        </a:lnTo>
                        <a:lnTo>
                          <a:pt x="0" y="0"/>
                        </a:lnTo>
                        <a:lnTo>
                          <a:pt x="4746" y="0"/>
                        </a:lnTo>
                        <a:lnTo>
                          <a:pt x="4746" y="3936"/>
                        </a:lnTo>
                        <a:close/>
                      </a:path>
                    </a:pathLst>
                  </a:custGeom>
                  <a:solidFill>
                    <a:srgbClr val="231F20"/>
                  </a:solidFill>
                  <a:ln w="2249" cap="flat">
                    <a:noFill/>
                    <a:prstDash val="solid"/>
                    <a:miter/>
                  </a:ln>
                </p:spPr>
                <p:txBody>
                  <a:bodyPr rtlCol="0" anchor="ctr"/>
                  <a:lstStyle/>
                  <a:p>
                    <a:endParaRPr lang="en-US"/>
                  </a:p>
                </p:txBody>
              </p:sp>
              <p:sp>
                <p:nvSpPr>
                  <p:cNvPr id="2067" name="Freeform 2066">
                    <a:extLst>
                      <a:ext uri="{FF2B5EF4-FFF2-40B4-BE49-F238E27FC236}">
                        <a16:creationId xmlns:a16="http://schemas.microsoft.com/office/drawing/2014/main" id="{F38BD839-B0F4-932E-A0D4-7339D77E291E}"/>
                      </a:ext>
                    </a:extLst>
                  </p:cNvPr>
                  <p:cNvSpPr/>
                  <p:nvPr/>
                </p:nvSpPr>
                <p:spPr>
                  <a:xfrm>
                    <a:off x="8074027" y="2429838"/>
                    <a:ext cx="38389" cy="25413"/>
                  </a:xfrm>
                  <a:custGeom>
                    <a:avLst/>
                    <a:gdLst>
                      <a:gd name="connsiteX0" fmla="*/ 27820 w 38389"/>
                      <a:gd name="connsiteY0" fmla="*/ 21972 h 25413"/>
                      <a:gd name="connsiteX1" fmla="*/ 33622 w 38389"/>
                      <a:gd name="connsiteY1" fmla="*/ 18869 h 25413"/>
                      <a:gd name="connsiteX2" fmla="*/ 35534 w 38389"/>
                      <a:gd name="connsiteY2" fmla="*/ 12572 h 25413"/>
                      <a:gd name="connsiteX3" fmla="*/ 34769 w 38389"/>
                      <a:gd name="connsiteY3" fmla="*/ 8771 h 25413"/>
                      <a:gd name="connsiteX4" fmla="*/ 32700 w 38389"/>
                      <a:gd name="connsiteY4" fmla="*/ 5892 h 25413"/>
                      <a:gd name="connsiteX5" fmla="*/ 29619 w 38389"/>
                      <a:gd name="connsiteY5" fmla="*/ 4093 h 25413"/>
                      <a:gd name="connsiteX6" fmla="*/ 25818 w 38389"/>
                      <a:gd name="connsiteY6" fmla="*/ 3463 h 25413"/>
                      <a:gd name="connsiteX7" fmla="*/ 21927 w 38389"/>
                      <a:gd name="connsiteY7" fmla="*/ 4138 h 25413"/>
                      <a:gd name="connsiteX8" fmla="*/ 18847 w 38389"/>
                      <a:gd name="connsiteY8" fmla="*/ 6027 h 25413"/>
                      <a:gd name="connsiteX9" fmla="*/ 16845 w 38389"/>
                      <a:gd name="connsiteY9" fmla="*/ 8996 h 25413"/>
                      <a:gd name="connsiteX10" fmla="*/ 16147 w 38389"/>
                      <a:gd name="connsiteY10" fmla="*/ 12909 h 25413"/>
                      <a:gd name="connsiteX11" fmla="*/ 17092 w 38389"/>
                      <a:gd name="connsiteY11" fmla="*/ 17542 h 25413"/>
                      <a:gd name="connsiteX12" fmla="*/ 20083 w 38389"/>
                      <a:gd name="connsiteY12" fmla="*/ 21163 h 25413"/>
                      <a:gd name="connsiteX13" fmla="*/ 19701 w 38389"/>
                      <a:gd name="connsiteY13" fmla="*/ 24019 h 25413"/>
                      <a:gd name="connsiteX14" fmla="*/ 0 w 38389"/>
                      <a:gd name="connsiteY14" fmla="*/ 20938 h 25413"/>
                      <a:gd name="connsiteX15" fmla="*/ 0 w 38389"/>
                      <a:gd name="connsiteY15" fmla="*/ 2047 h 25413"/>
                      <a:gd name="connsiteX16" fmla="*/ 2924 w 38389"/>
                      <a:gd name="connsiteY16" fmla="*/ 2047 h 25413"/>
                      <a:gd name="connsiteX17" fmla="*/ 2924 w 38389"/>
                      <a:gd name="connsiteY17" fmla="*/ 18014 h 25413"/>
                      <a:gd name="connsiteX18" fmla="*/ 15720 w 38389"/>
                      <a:gd name="connsiteY18" fmla="*/ 20398 h 25413"/>
                      <a:gd name="connsiteX19" fmla="*/ 14528 w 38389"/>
                      <a:gd name="connsiteY19" fmla="*/ 18329 h 25413"/>
                      <a:gd name="connsiteX20" fmla="*/ 13741 w 38389"/>
                      <a:gd name="connsiteY20" fmla="*/ 16417 h 25413"/>
                      <a:gd name="connsiteX21" fmla="*/ 13336 w 38389"/>
                      <a:gd name="connsiteY21" fmla="*/ 14393 h 25413"/>
                      <a:gd name="connsiteX22" fmla="*/ 13224 w 38389"/>
                      <a:gd name="connsiteY22" fmla="*/ 12054 h 25413"/>
                      <a:gd name="connsiteX23" fmla="*/ 14079 w 38389"/>
                      <a:gd name="connsiteY23" fmla="*/ 7242 h 25413"/>
                      <a:gd name="connsiteX24" fmla="*/ 16553 w 38389"/>
                      <a:gd name="connsiteY24" fmla="*/ 3418 h 25413"/>
                      <a:gd name="connsiteX25" fmla="*/ 20511 w 38389"/>
                      <a:gd name="connsiteY25" fmla="*/ 900 h 25413"/>
                      <a:gd name="connsiteX26" fmla="*/ 25773 w 38389"/>
                      <a:gd name="connsiteY26" fmla="*/ 0 h 25413"/>
                      <a:gd name="connsiteX27" fmla="*/ 31148 w 38389"/>
                      <a:gd name="connsiteY27" fmla="*/ 990 h 25413"/>
                      <a:gd name="connsiteX28" fmla="*/ 35106 w 38389"/>
                      <a:gd name="connsiteY28" fmla="*/ 3666 h 25413"/>
                      <a:gd name="connsiteX29" fmla="*/ 37557 w 38389"/>
                      <a:gd name="connsiteY29" fmla="*/ 7534 h 25413"/>
                      <a:gd name="connsiteX30" fmla="*/ 38390 w 38389"/>
                      <a:gd name="connsiteY30" fmla="*/ 12032 h 25413"/>
                      <a:gd name="connsiteX31" fmla="*/ 37850 w 38389"/>
                      <a:gd name="connsiteY31" fmla="*/ 17070 h 25413"/>
                      <a:gd name="connsiteX32" fmla="*/ 36051 w 38389"/>
                      <a:gd name="connsiteY32" fmla="*/ 21208 h 25413"/>
                      <a:gd name="connsiteX33" fmla="*/ 32767 w 38389"/>
                      <a:gd name="connsiteY33" fmla="*/ 24086 h 25413"/>
                      <a:gd name="connsiteX34" fmla="*/ 27775 w 38389"/>
                      <a:gd name="connsiteY34" fmla="*/ 25413 h 25413"/>
                      <a:gd name="connsiteX35" fmla="*/ 27775 w 38389"/>
                      <a:gd name="connsiteY35" fmla="*/ 21950 h 25413"/>
                      <a:gd name="connsiteX36" fmla="*/ 27820 w 38389"/>
                      <a:gd name="connsiteY36" fmla="*/ 21950 h 254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8389" h="25413">
                        <a:moveTo>
                          <a:pt x="27820" y="21972"/>
                        </a:moveTo>
                        <a:cubicBezTo>
                          <a:pt x="30406" y="21612"/>
                          <a:pt x="32340" y="20578"/>
                          <a:pt x="33622" y="18869"/>
                        </a:cubicBezTo>
                        <a:cubicBezTo>
                          <a:pt x="34904" y="17160"/>
                          <a:pt x="35534" y="15068"/>
                          <a:pt x="35534" y="12572"/>
                        </a:cubicBezTo>
                        <a:cubicBezTo>
                          <a:pt x="35534" y="11177"/>
                          <a:pt x="35286" y="9895"/>
                          <a:pt x="34769" y="8771"/>
                        </a:cubicBezTo>
                        <a:cubicBezTo>
                          <a:pt x="34274" y="7646"/>
                          <a:pt x="33577" y="6679"/>
                          <a:pt x="32700" y="5892"/>
                        </a:cubicBezTo>
                        <a:cubicBezTo>
                          <a:pt x="31823" y="5105"/>
                          <a:pt x="30788" y="4498"/>
                          <a:pt x="29619" y="4093"/>
                        </a:cubicBezTo>
                        <a:cubicBezTo>
                          <a:pt x="28449" y="3688"/>
                          <a:pt x="27190" y="3463"/>
                          <a:pt x="25818" y="3463"/>
                        </a:cubicBezTo>
                        <a:cubicBezTo>
                          <a:pt x="24446" y="3463"/>
                          <a:pt x="23119" y="3688"/>
                          <a:pt x="21927" y="4138"/>
                        </a:cubicBezTo>
                        <a:cubicBezTo>
                          <a:pt x="20735" y="4588"/>
                          <a:pt x="19723" y="5218"/>
                          <a:pt x="18847" y="6027"/>
                        </a:cubicBezTo>
                        <a:cubicBezTo>
                          <a:pt x="17992" y="6837"/>
                          <a:pt x="17317" y="7826"/>
                          <a:pt x="16845" y="8996"/>
                        </a:cubicBezTo>
                        <a:cubicBezTo>
                          <a:pt x="16372" y="10165"/>
                          <a:pt x="16147" y="11470"/>
                          <a:pt x="16147" y="12909"/>
                        </a:cubicBezTo>
                        <a:cubicBezTo>
                          <a:pt x="16147" y="14641"/>
                          <a:pt x="16463" y="16193"/>
                          <a:pt x="17092" y="17542"/>
                        </a:cubicBezTo>
                        <a:cubicBezTo>
                          <a:pt x="17722" y="18914"/>
                          <a:pt x="18711" y="20106"/>
                          <a:pt x="20083" y="21163"/>
                        </a:cubicBezTo>
                        <a:lnTo>
                          <a:pt x="19701" y="24019"/>
                        </a:lnTo>
                        <a:lnTo>
                          <a:pt x="0" y="20938"/>
                        </a:lnTo>
                        <a:lnTo>
                          <a:pt x="0" y="2047"/>
                        </a:lnTo>
                        <a:lnTo>
                          <a:pt x="2924" y="2047"/>
                        </a:lnTo>
                        <a:lnTo>
                          <a:pt x="2924" y="18014"/>
                        </a:lnTo>
                        <a:lnTo>
                          <a:pt x="15720" y="20398"/>
                        </a:lnTo>
                        <a:cubicBezTo>
                          <a:pt x="15248" y="19633"/>
                          <a:pt x="14866" y="18959"/>
                          <a:pt x="14528" y="18329"/>
                        </a:cubicBezTo>
                        <a:cubicBezTo>
                          <a:pt x="14214" y="17699"/>
                          <a:pt x="13943" y="17070"/>
                          <a:pt x="13741" y="16417"/>
                        </a:cubicBezTo>
                        <a:cubicBezTo>
                          <a:pt x="13539" y="15765"/>
                          <a:pt x="13404" y="15091"/>
                          <a:pt x="13336" y="14393"/>
                        </a:cubicBezTo>
                        <a:cubicBezTo>
                          <a:pt x="13269" y="13696"/>
                          <a:pt x="13224" y="12909"/>
                          <a:pt x="13224" y="12054"/>
                        </a:cubicBezTo>
                        <a:cubicBezTo>
                          <a:pt x="13224" y="10323"/>
                          <a:pt x="13516" y="8726"/>
                          <a:pt x="14079" y="7242"/>
                        </a:cubicBezTo>
                        <a:cubicBezTo>
                          <a:pt x="14663" y="5757"/>
                          <a:pt x="15473" y="4498"/>
                          <a:pt x="16553" y="3418"/>
                        </a:cubicBezTo>
                        <a:cubicBezTo>
                          <a:pt x="17632" y="2339"/>
                          <a:pt x="18959" y="1507"/>
                          <a:pt x="20511" y="900"/>
                        </a:cubicBezTo>
                        <a:cubicBezTo>
                          <a:pt x="22062" y="292"/>
                          <a:pt x="23839" y="0"/>
                          <a:pt x="25773" y="0"/>
                        </a:cubicBezTo>
                        <a:cubicBezTo>
                          <a:pt x="27707" y="0"/>
                          <a:pt x="29574" y="337"/>
                          <a:pt x="31148" y="990"/>
                        </a:cubicBezTo>
                        <a:cubicBezTo>
                          <a:pt x="32722" y="1664"/>
                          <a:pt x="34027" y="2541"/>
                          <a:pt x="35106" y="3666"/>
                        </a:cubicBezTo>
                        <a:cubicBezTo>
                          <a:pt x="36186" y="4790"/>
                          <a:pt x="36995" y="6072"/>
                          <a:pt x="37557" y="7534"/>
                        </a:cubicBezTo>
                        <a:cubicBezTo>
                          <a:pt x="38120" y="8996"/>
                          <a:pt x="38390" y="10503"/>
                          <a:pt x="38390" y="12032"/>
                        </a:cubicBezTo>
                        <a:cubicBezTo>
                          <a:pt x="38390" y="13831"/>
                          <a:pt x="38210" y="15518"/>
                          <a:pt x="37850" y="17070"/>
                        </a:cubicBezTo>
                        <a:cubicBezTo>
                          <a:pt x="37490" y="18644"/>
                          <a:pt x="36883" y="20016"/>
                          <a:pt x="36051" y="21208"/>
                        </a:cubicBezTo>
                        <a:cubicBezTo>
                          <a:pt x="35196" y="22400"/>
                          <a:pt x="34117" y="23367"/>
                          <a:pt x="32767" y="24086"/>
                        </a:cubicBezTo>
                        <a:cubicBezTo>
                          <a:pt x="31418" y="24828"/>
                          <a:pt x="29754" y="25256"/>
                          <a:pt x="27775" y="25413"/>
                        </a:cubicBezTo>
                        <a:lnTo>
                          <a:pt x="27775" y="21950"/>
                        </a:lnTo>
                        <a:lnTo>
                          <a:pt x="27820" y="21950"/>
                        </a:lnTo>
                        <a:close/>
                      </a:path>
                    </a:pathLst>
                  </a:custGeom>
                  <a:solidFill>
                    <a:srgbClr val="231F20"/>
                  </a:solidFill>
                  <a:ln w="2249" cap="flat">
                    <a:noFill/>
                    <a:prstDash val="solid"/>
                    <a:miter/>
                  </a:ln>
                </p:spPr>
                <p:txBody>
                  <a:bodyPr rtlCol="0" anchor="ctr"/>
                  <a:lstStyle/>
                  <a:p>
                    <a:endParaRPr lang="en-US"/>
                  </a:p>
                </p:txBody>
              </p:sp>
              <p:sp>
                <p:nvSpPr>
                  <p:cNvPr id="2068" name="Freeform 2067">
                    <a:extLst>
                      <a:ext uri="{FF2B5EF4-FFF2-40B4-BE49-F238E27FC236}">
                        <a16:creationId xmlns:a16="http://schemas.microsoft.com/office/drawing/2014/main" id="{8C3FF47A-4457-1E27-B626-75D843D24F1C}"/>
                      </a:ext>
                    </a:extLst>
                  </p:cNvPr>
                  <p:cNvSpPr/>
                  <p:nvPr/>
                </p:nvSpPr>
                <p:spPr>
                  <a:xfrm>
                    <a:off x="8082977" y="2402626"/>
                    <a:ext cx="29439" cy="22039"/>
                  </a:xfrm>
                  <a:custGeom>
                    <a:avLst/>
                    <a:gdLst>
                      <a:gd name="connsiteX0" fmla="*/ 19994 w 29439"/>
                      <a:gd name="connsiteY0" fmla="*/ 18734 h 22039"/>
                      <a:gd name="connsiteX1" fmla="*/ 25099 w 29439"/>
                      <a:gd name="connsiteY1" fmla="*/ 16013 h 22039"/>
                      <a:gd name="connsiteX2" fmla="*/ 26583 w 29439"/>
                      <a:gd name="connsiteY2" fmla="*/ 10368 h 22039"/>
                      <a:gd name="connsiteX3" fmla="*/ 26156 w 29439"/>
                      <a:gd name="connsiteY3" fmla="*/ 7287 h 22039"/>
                      <a:gd name="connsiteX4" fmla="*/ 24986 w 29439"/>
                      <a:gd name="connsiteY4" fmla="*/ 5150 h 22039"/>
                      <a:gd name="connsiteX5" fmla="*/ 23344 w 29439"/>
                      <a:gd name="connsiteY5" fmla="*/ 3891 h 22039"/>
                      <a:gd name="connsiteX6" fmla="*/ 21410 w 29439"/>
                      <a:gd name="connsiteY6" fmla="*/ 3463 h 22039"/>
                      <a:gd name="connsiteX7" fmla="*/ 18352 w 29439"/>
                      <a:gd name="connsiteY7" fmla="*/ 4790 h 22039"/>
                      <a:gd name="connsiteX8" fmla="*/ 16777 w 29439"/>
                      <a:gd name="connsiteY8" fmla="*/ 8119 h 22039"/>
                      <a:gd name="connsiteX9" fmla="*/ 15810 w 29439"/>
                      <a:gd name="connsiteY9" fmla="*/ 12437 h 22039"/>
                      <a:gd name="connsiteX10" fmla="*/ 14596 w 29439"/>
                      <a:gd name="connsiteY10" fmla="*/ 16755 h 22039"/>
                      <a:gd name="connsiteX11" fmla="*/ 12279 w 29439"/>
                      <a:gd name="connsiteY11" fmla="*/ 20083 h 22039"/>
                      <a:gd name="connsiteX12" fmla="*/ 8006 w 29439"/>
                      <a:gd name="connsiteY12" fmla="*/ 21410 h 22039"/>
                      <a:gd name="connsiteX13" fmla="*/ 2249 w 29439"/>
                      <a:gd name="connsiteY13" fmla="*/ 18846 h 22039"/>
                      <a:gd name="connsiteX14" fmla="*/ 0 w 29439"/>
                      <a:gd name="connsiteY14" fmla="*/ 11582 h 22039"/>
                      <a:gd name="connsiteX15" fmla="*/ 2024 w 29439"/>
                      <a:gd name="connsiteY15" fmla="*/ 4206 h 22039"/>
                      <a:gd name="connsiteX16" fmla="*/ 8794 w 29439"/>
                      <a:gd name="connsiteY16" fmla="*/ 787 h 22039"/>
                      <a:gd name="connsiteX17" fmla="*/ 8794 w 29439"/>
                      <a:gd name="connsiteY17" fmla="*/ 4071 h 22039"/>
                      <a:gd name="connsiteX18" fmla="*/ 4228 w 29439"/>
                      <a:gd name="connsiteY18" fmla="*/ 6522 h 22039"/>
                      <a:gd name="connsiteX19" fmla="*/ 2901 w 29439"/>
                      <a:gd name="connsiteY19" fmla="*/ 11627 h 22039"/>
                      <a:gd name="connsiteX20" fmla="*/ 4228 w 29439"/>
                      <a:gd name="connsiteY20" fmla="*/ 16327 h 22039"/>
                      <a:gd name="connsiteX21" fmla="*/ 7714 w 29439"/>
                      <a:gd name="connsiteY21" fmla="*/ 17947 h 22039"/>
                      <a:gd name="connsiteX22" fmla="*/ 10593 w 29439"/>
                      <a:gd name="connsiteY22" fmla="*/ 16620 h 22039"/>
                      <a:gd name="connsiteX23" fmla="*/ 12212 w 29439"/>
                      <a:gd name="connsiteY23" fmla="*/ 13291 h 22039"/>
                      <a:gd name="connsiteX24" fmla="*/ 13314 w 29439"/>
                      <a:gd name="connsiteY24" fmla="*/ 8973 h 22039"/>
                      <a:gd name="connsiteX25" fmla="*/ 14686 w 29439"/>
                      <a:gd name="connsiteY25" fmla="*/ 4655 h 22039"/>
                      <a:gd name="connsiteX26" fmla="*/ 17092 w 29439"/>
                      <a:gd name="connsiteY26" fmla="*/ 1327 h 22039"/>
                      <a:gd name="connsiteX27" fmla="*/ 21298 w 29439"/>
                      <a:gd name="connsiteY27" fmla="*/ 0 h 22039"/>
                      <a:gd name="connsiteX28" fmla="*/ 24829 w 29439"/>
                      <a:gd name="connsiteY28" fmla="*/ 855 h 22039"/>
                      <a:gd name="connsiteX29" fmla="*/ 27392 w 29439"/>
                      <a:gd name="connsiteY29" fmla="*/ 3239 h 22039"/>
                      <a:gd name="connsiteX30" fmla="*/ 28922 w 29439"/>
                      <a:gd name="connsiteY30" fmla="*/ 6837 h 22039"/>
                      <a:gd name="connsiteX31" fmla="*/ 29439 w 29439"/>
                      <a:gd name="connsiteY31" fmla="*/ 11402 h 22039"/>
                      <a:gd name="connsiteX32" fmla="*/ 28719 w 29439"/>
                      <a:gd name="connsiteY32" fmla="*/ 15810 h 22039"/>
                      <a:gd name="connsiteX33" fmla="*/ 26695 w 29439"/>
                      <a:gd name="connsiteY33" fmla="*/ 19071 h 22039"/>
                      <a:gd name="connsiteX34" fmla="*/ 23682 w 29439"/>
                      <a:gd name="connsiteY34" fmla="*/ 21185 h 22039"/>
                      <a:gd name="connsiteX35" fmla="*/ 19949 w 29439"/>
                      <a:gd name="connsiteY35" fmla="*/ 22040 h 22039"/>
                      <a:gd name="connsiteX36" fmla="*/ 19949 w 29439"/>
                      <a:gd name="connsiteY36" fmla="*/ 18756 h 22039"/>
                      <a:gd name="connsiteX37" fmla="*/ 19994 w 29439"/>
                      <a:gd name="connsiteY37" fmla="*/ 18756 h 22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9439" h="22039">
                        <a:moveTo>
                          <a:pt x="19994" y="18734"/>
                        </a:moveTo>
                        <a:cubicBezTo>
                          <a:pt x="22400" y="18239"/>
                          <a:pt x="24109" y="17317"/>
                          <a:pt x="25099" y="16013"/>
                        </a:cubicBezTo>
                        <a:cubicBezTo>
                          <a:pt x="26088" y="14708"/>
                          <a:pt x="26583" y="12819"/>
                          <a:pt x="26583" y="10368"/>
                        </a:cubicBezTo>
                        <a:cubicBezTo>
                          <a:pt x="26583" y="9176"/>
                          <a:pt x="26448" y="8164"/>
                          <a:pt x="26156" y="7287"/>
                        </a:cubicBezTo>
                        <a:cubicBezTo>
                          <a:pt x="25863" y="6432"/>
                          <a:pt x="25481" y="5712"/>
                          <a:pt x="24986" y="5150"/>
                        </a:cubicBezTo>
                        <a:cubicBezTo>
                          <a:pt x="24491" y="4588"/>
                          <a:pt x="23952" y="4161"/>
                          <a:pt x="23344" y="3891"/>
                        </a:cubicBezTo>
                        <a:cubicBezTo>
                          <a:pt x="22737" y="3598"/>
                          <a:pt x="22085" y="3463"/>
                          <a:pt x="21410" y="3463"/>
                        </a:cubicBezTo>
                        <a:cubicBezTo>
                          <a:pt x="20039" y="3463"/>
                          <a:pt x="19026" y="3913"/>
                          <a:pt x="18352" y="4790"/>
                        </a:cubicBezTo>
                        <a:cubicBezTo>
                          <a:pt x="17677" y="5667"/>
                          <a:pt x="17160" y="6769"/>
                          <a:pt x="16777" y="8119"/>
                        </a:cubicBezTo>
                        <a:cubicBezTo>
                          <a:pt x="16395" y="9468"/>
                          <a:pt x="16080" y="10885"/>
                          <a:pt x="15810" y="12437"/>
                        </a:cubicBezTo>
                        <a:cubicBezTo>
                          <a:pt x="15541" y="13989"/>
                          <a:pt x="15135" y="15428"/>
                          <a:pt x="14596" y="16755"/>
                        </a:cubicBezTo>
                        <a:cubicBezTo>
                          <a:pt x="14056" y="18082"/>
                          <a:pt x="13292" y="19184"/>
                          <a:pt x="12279" y="20083"/>
                        </a:cubicBezTo>
                        <a:cubicBezTo>
                          <a:pt x="11267" y="20960"/>
                          <a:pt x="9851" y="21410"/>
                          <a:pt x="8006" y="21410"/>
                        </a:cubicBezTo>
                        <a:cubicBezTo>
                          <a:pt x="5667" y="21410"/>
                          <a:pt x="3756" y="20555"/>
                          <a:pt x="2249" y="18846"/>
                        </a:cubicBezTo>
                        <a:cubicBezTo>
                          <a:pt x="765" y="17137"/>
                          <a:pt x="0" y="14708"/>
                          <a:pt x="0" y="11582"/>
                        </a:cubicBezTo>
                        <a:cubicBezTo>
                          <a:pt x="0" y="8456"/>
                          <a:pt x="675" y="6095"/>
                          <a:pt x="2024" y="4206"/>
                        </a:cubicBezTo>
                        <a:cubicBezTo>
                          <a:pt x="3373" y="2316"/>
                          <a:pt x="5622" y="1169"/>
                          <a:pt x="8794" y="787"/>
                        </a:cubicBezTo>
                        <a:lnTo>
                          <a:pt x="8794" y="4071"/>
                        </a:lnTo>
                        <a:cubicBezTo>
                          <a:pt x="6634" y="4363"/>
                          <a:pt x="5105" y="5173"/>
                          <a:pt x="4228" y="6522"/>
                        </a:cubicBezTo>
                        <a:cubicBezTo>
                          <a:pt x="3351" y="7871"/>
                          <a:pt x="2901" y="9581"/>
                          <a:pt x="2901" y="11627"/>
                        </a:cubicBezTo>
                        <a:cubicBezTo>
                          <a:pt x="2901" y="13674"/>
                          <a:pt x="3351" y="15248"/>
                          <a:pt x="4228" y="16327"/>
                        </a:cubicBezTo>
                        <a:cubicBezTo>
                          <a:pt x="5105" y="17407"/>
                          <a:pt x="6275" y="17947"/>
                          <a:pt x="7714" y="17947"/>
                        </a:cubicBezTo>
                        <a:cubicBezTo>
                          <a:pt x="8973" y="17947"/>
                          <a:pt x="9940" y="17497"/>
                          <a:pt x="10593" y="16620"/>
                        </a:cubicBezTo>
                        <a:cubicBezTo>
                          <a:pt x="11267" y="15743"/>
                          <a:pt x="11807" y="14641"/>
                          <a:pt x="12212" y="13291"/>
                        </a:cubicBezTo>
                        <a:cubicBezTo>
                          <a:pt x="12617" y="11964"/>
                          <a:pt x="12999" y="10525"/>
                          <a:pt x="13314" y="8973"/>
                        </a:cubicBezTo>
                        <a:cubicBezTo>
                          <a:pt x="13629" y="7422"/>
                          <a:pt x="14101" y="5982"/>
                          <a:pt x="14686" y="4655"/>
                        </a:cubicBezTo>
                        <a:cubicBezTo>
                          <a:pt x="15271" y="3328"/>
                          <a:pt x="16080" y="2226"/>
                          <a:pt x="17092" y="1327"/>
                        </a:cubicBezTo>
                        <a:cubicBezTo>
                          <a:pt x="18104" y="450"/>
                          <a:pt x="19498" y="0"/>
                          <a:pt x="21298" y="0"/>
                        </a:cubicBezTo>
                        <a:cubicBezTo>
                          <a:pt x="22625" y="0"/>
                          <a:pt x="23817" y="292"/>
                          <a:pt x="24829" y="855"/>
                        </a:cubicBezTo>
                        <a:cubicBezTo>
                          <a:pt x="25863" y="1439"/>
                          <a:pt x="26718" y="2226"/>
                          <a:pt x="27392" y="3239"/>
                        </a:cubicBezTo>
                        <a:cubicBezTo>
                          <a:pt x="28067" y="4251"/>
                          <a:pt x="28584" y="5442"/>
                          <a:pt x="28922" y="6837"/>
                        </a:cubicBezTo>
                        <a:cubicBezTo>
                          <a:pt x="29259" y="8231"/>
                          <a:pt x="29439" y="9738"/>
                          <a:pt x="29439" y="11402"/>
                        </a:cubicBezTo>
                        <a:cubicBezTo>
                          <a:pt x="29439" y="13066"/>
                          <a:pt x="29191" y="14528"/>
                          <a:pt x="28719" y="15810"/>
                        </a:cubicBezTo>
                        <a:cubicBezTo>
                          <a:pt x="28247" y="17092"/>
                          <a:pt x="27550" y="18172"/>
                          <a:pt x="26695" y="19071"/>
                        </a:cubicBezTo>
                        <a:cubicBezTo>
                          <a:pt x="25841" y="19971"/>
                          <a:pt x="24829" y="20668"/>
                          <a:pt x="23682" y="21185"/>
                        </a:cubicBezTo>
                        <a:cubicBezTo>
                          <a:pt x="22535" y="21680"/>
                          <a:pt x="21298" y="21972"/>
                          <a:pt x="19949" y="22040"/>
                        </a:cubicBezTo>
                        <a:lnTo>
                          <a:pt x="19949" y="18756"/>
                        </a:lnTo>
                        <a:lnTo>
                          <a:pt x="19994" y="18756"/>
                        </a:lnTo>
                        <a:close/>
                      </a:path>
                    </a:pathLst>
                  </a:custGeom>
                  <a:solidFill>
                    <a:srgbClr val="231F20"/>
                  </a:solidFill>
                  <a:ln w="2249" cap="flat">
                    <a:noFill/>
                    <a:prstDash val="solid"/>
                    <a:miter/>
                  </a:ln>
                </p:spPr>
                <p:txBody>
                  <a:bodyPr rtlCol="0" anchor="ctr"/>
                  <a:lstStyle/>
                  <a:p>
                    <a:endParaRPr lang="en-US"/>
                  </a:p>
                </p:txBody>
              </p:sp>
              <p:sp>
                <p:nvSpPr>
                  <p:cNvPr id="2069" name="Freeform 2068">
                    <a:extLst>
                      <a:ext uri="{FF2B5EF4-FFF2-40B4-BE49-F238E27FC236}">
                        <a16:creationId xmlns:a16="http://schemas.microsoft.com/office/drawing/2014/main" id="{03C515FD-88A9-9EB0-5D0A-DD2A805BB04E}"/>
                      </a:ext>
                    </a:extLst>
                  </p:cNvPr>
                  <p:cNvSpPr/>
                  <p:nvPr/>
                </p:nvSpPr>
                <p:spPr>
                  <a:xfrm>
                    <a:off x="8071845" y="2385196"/>
                    <a:ext cx="50219" cy="11919"/>
                  </a:xfrm>
                  <a:custGeom>
                    <a:avLst/>
                    <a:gdLst>
                      <a:gd name="connsiteX0" fmla="*/ 50197 w 50219"/>
                      <a:gd name="connsiteY0" fmla="*/ 11919 h 11919"/>
                      <a:gd name="connsiteX1" fmla="*/ 38187 w 50219"/>
                      <a:gd name="connsiteY1" fmla="*/ 5847 h 11919"/>
                      <a:gd name="connsiteX2" fmla="*/ 24941 w 50219"/>
                      <a:gd name="connsiteY2" fmla="*/ 3666 h 11919"/>
                      <a:gd name="connsiteX3" fmla="*/ 11875 w 50219"/>
                      <a:gd name="connsiteY3" fmla="*/ 5937 h 11919"/>
                      <a:gd name="connsiteX4" fmla="*/ 0 w 50219"/>
                      <a:gd name="connsiteY4" fmla="*/ 11919 h 11919"/>
                      <a:gd name="connsiteX5" fmla="*/ 0 w 50219"/>
                      <a:gd name="connsiteY5" fmla="*/ 9176 h 11919"/>
                      <a:gd name="connsiteX6" fmla="*/ 5960 w 50219"/>
                      <a:gd name="connsiteY6" fmla="*/ 5240 h 11919"/>
                      <a:gd name="connsiteX7" fmla="*/ 11852 w 50219"/>
                      <a:gd name="connsiteY7" fmla="*/ 2361 h 11919"/>
                      <a:gd name="connsiteX8" fmla="*/ 18104 w 50219"/>
                      <a:gd name="connsiteY8" fmla="*/ 607 h 11919"/>
                      <a:gd name="connsiteX9" fmla="*/ 25211 w 50219"/>
                      <a:gd name="connsiteY9" fmla="*/ 0 h 11919"/>
                      <a:gd name="connsiteX10" fmla="*/ 32205 w 50219"/>
                      <a:gd name="connsiteY10" fmla="*/ 607 h 11919"/>
                      <a:gd name="connsiteX11" fmla="*/ 38502 w 50219"/>
                      <a:gd name="connsiteY11" fmla="*/ 2384 h 11919"/>
                      <a:gd name="connsiteX12" fmla="*/ 44417 w 50219"/>
                      <a:gd name="connsiteY12" fmla="*/ 5285 h 11919"/>
                      <a:gd name="connsiteX13" fmla="*/ 50219 w 50219"/>
                      <a:gd name="connsiteY13" fmla="*/ 9176 h 11919"/>
                      <a:gd name="connsiteX14" fmla="*/ 50219 w 50219"/>
                      <a:gd name="connsiteY14" fmla="*/ 11919 h 11919"/>
                      <a:gd name="connsiteX15" fmla="*/ 50197 w 50219"/>
                      <a:gd name="connsiteY15" fmla="*/ 11919 h 11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0219" h="11919">
                        <a:moveTo>
                          <a:pt x="50197" y="11919"/>
                        </a:moveTo>
                        <a:cubicBezTo>
                          <a:pt x="46463" y="9333"/>
                          <a:pt x="42460" y="7309"/>
                          <a:pt x="38187" y="5847"/>
                        </a:cubicBezTo>
                        <a:cubicBezTo>
                          <a:pt x="33914" y="4385"/>
                          <a:pt x="29506" y="3666"/>
                          <a:pt x="24941" y="3666"/>
                        </a:cubicBezTo>
                        <a:cubicBezTo>
                          <a:pt x="20376" y="3666"/>
                          <a:pt x="16080" y="4430"/>
                          <a:pt x="11875" y="5937"/>
                        </a:cubicBezTo>
                        <a:cubicBezTo>
                          <a:pt x="7669" y="7444"/>
                          <a:pt x="3711" y="9446"/>
                          <a:pt x="0" y="11919"/>
                        </a:cubicBezTo>
                        <a:lnTo>
                          <a:pt x="0" y="9176"/>
                        </a:lnTo>
                        <a:cubicBezTo>
                          <a:pt x="2046" y="7691"/>
                          <a:pt x="4048" y="6387"/>
                          <a:pt x="5960" y="5240"/>
                        </a:cubicBezTo>
                        <a:cubicBezTo>
                          <a:pt x="7894" y="4093"/>
                          <a:pt x="9850" y="3126"/>
                          <a:pt x="11852" y="2361"/>
                        </a:cubicBezTo>
                        <a:cubicBezTo>
                          <a:pt x="13853" y="1597"/>
                          <a:pt x="15945" y="1012"/>
                          <a:pt x="18104" y="607"/>
                        </a:cubicBezTo>
                        <a:cubicBezTo>
                          <a:pt x="20286" y="202"/>
                          <a:pt x="22647" y="0"/>
                          <a:pt x="25211" y="0"/>
                        </a:cubicBezTo>
                        <a:cubicBezTo>
                          <a:pt x="27775" y="0"/>
                          <a:pt x="30024" y="202"/>
                          <a:pt x="32205" y="607"/>
                        </a:cubicBezTo>
                        <a:cubicBezTo>
                          <a:pt x="34387" y="1012"/>
                          <a:pt x="36478" y="1619"/>
                          <a:pt x="38502" y="2384"/>
                        </a:cubicBezTo>
                        <a:cubicBezTo>
                          <a:pt x="40526" y="3171"/>
                          <a:pt x="42483" y="4138"/>
                          <a:pt x="44417" y="5285"/>
                        </a:cubicBezTo>
                        <a:cubicBezTo>
                          <a:pt x="46351" y="6432"/>
                          <a:pt x="48285" y="7736"/>
                          <a:pt x="50219" y="9176"/>
                        </a:cubicBezTo>
                        <a:lnTo>
                          <a:pt x="50219" y="11919"/>
                        </a:lnTo>
                        <a:lnTo>
                          <a:pt x="50197" y="11919"/>
                        </a:lnTo>
                        <a:close/>
                      </a:path>
                    </a:pathLst>
                  </a:custGeom>
                  <a:solidFill>
                    <a:srgbClr val="231F20"/>
                  </a:solidFill>
                  <a:ln w="2249" cap="flat">
                    <a:noFill/>
                    <a:prstDash val="solid"/>
                    <a:miter/>
                  </a:ln>
                </p:spPr>
                <p:txBody>
                  <a:bodyPr rtlCol="0" anchor="ctr"/>
                  <a:lstStyle/>
                  <a:p>
                    <a:endParaRPr lang="en-US"/>
                  </a:p>
                </p:txBody>
              </p:sp>
            </p:grpSp>
          </p:grpSp>
          <p:grpSp>
            <p:nvGrpSpPr>
              <p:cNvPr id="1861" name="Group 1860">
                <a:extLst>
                  <a:ext uri="{FF2B5EF4-FFF2-40B4-BE49-F238E27FC236}">
                    <a16:creationId xmlns:a16="http://schemas.microsoft.com/office/drawing/2014/main" id="{6D440267-A3C0-275A-3D8E-AF82EBE4300F}"/>
                  </a:ext>
                </a:extLst>
              </p:cNvPr>
              <p:cNvGrpSpPr/>
              <p:nvPr/>
            </p:nvGrpSpPr>
            <p:grpSpPr>
              <a:xfrm>
                <a:off x="9555516" y="1736396"/>
                <a:ext cx="3405827" cy="3414864"/>
                <a:chOff x="243932" y="1116632"/>
                <a:chExt cx="3875296" cy="3885577"/>
              </a:xfrm>
            </p:grpSpPr>
            <p:sp>
              <p:nvSpPr>
                <p:cNvPr id="1877" name="Freeform 1876">
                  <a:extLst>
                    <a:ext uri="{FF2B5EF4-FFF2-40B4-BE49-F238E27FC236}">
                      <a16:creationId xmlns:a16="http://schemas.microsoft.com/office/drawing/2014/main" id="{7071647C-816D-0B63-3EA1-769CCAF502EC}"/>
                    </a:ext>
                  </a:extLst>
                </p:cNvPr>
                <p:cNvSpPr/>
                <p:nvPr/>
              </p:nvSpPr>
              <p:spPr>
                <a:xfrm>
                  <a:off x="1206020" y="1475046"/>
                  <a:ext cx="45719" cy="3108960"/>
                </a:xfrm>
                <a:custGeom>
                  <a:avLst/>
                  <a:gdLst>
                    <a:gd name="connsiteX0" fmla="*/ 0 w 2248"/>
                    <a:gd name="connsiteY0" fmla="*/ 748048 h 748048"/>
                    <a:gd name="connsiteX1" fmla="*/ 0 w 2248"/>
                    <a:gd name="connsiteY1" fmla="*/ 0 h 748048"/>
                  </a:gdLst>
                  <a:ahLst/>
                  <a:cxnLst>
                    <a:cxn ang="0">
                      <a:pos x="connsiteX0" y="connsiteY0"/>
                    </a:cxn>
                    <a:cxn ang="0">
                      <a:pos x="connsiteX1" y="connsiteY1"/>
                    </a:cxn>
                  </a:cxnLst>
                  <a:rect l="l" t="t" r="r" b="b"/>
                  <a:pathLst>
                    <a:path w="2248" h="748048">
                      <a:moveTo>
                        <a:pt x="0" y="748048"/>
                      </a:moveTo>
                      <a:lnTo>
                        <a:pt x="0" y="0"/>
                      </a:lnTo>
                    </a:path>
                  </a:pathLst>
                </a:custGeom>
                <a:ln w="4498" cap="sq">
                  <a:solidFill>
                    <a:srgbClr val="262626"/>
                  </a:solidFill>
                  <a:prstDash val="solid"/>
                  <a:round/>
                </a:ln>
              </p:spPr>
              <p:txBody>
                <a:bodyPr rtlCol="0" anchor="ctr"/>
                <a:lstStyle/>
                <a:p>
                  <a:endParaRPr lang="en-US"/>
                </a:p>
              </p:txBody>
            </p:sp>
            <p:sp>
              <p:nvSpPr>
                <p:cNvPr id="1878" name="Freeform 1877">
                  <a:extLst>
                    <a:ext uri="{FF2B5EF4-FFF2-40B4-BE49-F238E27FC236}">
                      <a16:creationId xmlns:a16="http://schemas.microsoft.com/office/drawing/2014/main" id="{536AF85E-8CC0-7FDD-941E-A3C6DB75F021}"/>
                    </a:ext>
                  </a:extLst>
                </p:cNvPr>
                <p:cNvSpPr/>
                <p:nvPr/>
              </p:nvSpPr>
              <p:spPr>
                <a:xfrm>
                  <a:off x="1194948" y="4570818"/>
                  <a:ext cx="2850665" cy="10821"/>
                </a:xfrm>
                <a:custGeom>
                  <a:avLst/>
                  <a:gdLst>
                    <a:gd name="connsiteX0" fmla="*/ 0 w 592218"/>
                    <a:gd name="connsiteY0" fmla="*/ 0 h 2248"/>
                    <a:gd name="connsiteX1" fmla="*/ 592218 w 592218"/>
                    <a:gd name="connsiteY1" fmla="*/ 0 h 2248"/>
                  </a:gdLst>
                  <a:ahLst/>
                  <a:cxnLst>
                    <a:cxn ang="0">
                      <a:pos x="connsiteX0" y="connsiteY0"/>
                    </a:cxn>
                    <a:cxn ang="0">
                      <a:pos x="connsiteX1" y="connsiteY1"/>
                    </a:cxn>
                  </a:cxnLst>
                  <a:rect l="l" t="t" r="r" b="b"/>
                  <a:pathLst>
                    <a:path w="592218" h="2248">
                      <a:moveTo>
                        <a:pt x="0" y="0"/>
                      </a:moveTo>
                      <a:lnTo>
                        <a:pt x="592218" y="0"/>
                      </a:lnTo>
                    </a:path>
                  </a:pathLst>
                </a:custGeom>
                <a:ln w="4498" cap="sq">
                  <a:solidFill>
                    <a:srgbClr val="231F20"/>
                  </a:solidFill>
                  <a:prstDash val="solid"/>
                  <a:round/>
                </a:ln>
              </p:spPr>
              <p:txBody>
                <a:bodyPr rtlCol="0" anchor="ctr"/>
                <a:lstStyle/>
                <a:p>
                  <a:endParaRPr lang="en-US"/>
                </a:p>
              </p:txBody>
            </p:sp>
            <p:sp>
              <p:nvSpPr>
                <p:cNvPr id="1879" name="Freeform 1878">
                  <a:extLst>
                    <a:ext uri="{FF2B5EF4-FFF2-40B4-BE49-F238E27FC236}">
                      <a16:creationId xmlns:a16="http://schemas.microsoft.com/office/drawing/2014/main" id="{626CF224-1A6C-6A92-0366-8EDE2B455A5D}"/>
                    </a:ext>
                  </a:extLst>
                </p:cNvPr>
                <p:cNvSpPr/>
                <p:nvPr/>
              </p:nvSpPr>
              <p:spPr>
                <a:xfrm>
                  <a:off x="1203607" y="4534554"/>
                  <a:ext cx="10821" cy="36266"/>
                </a:xfrm>
                <a:custGeom>
                  <a:avLst/>
                  <a:gdLst>
                    <a:gd name="connsiteX0" fmla="*/ 0 w 2248"/>
                    <a:gd name="connsiteY0" fmla="*/ 7534 h 7534"/>
                    <a:gd name="connsiteX1" fmla="*/ 0 w 2248"/>
                    <a:gd name="connsiteY1" fmla="*/ 0 h 7534"/>
                  </a:gdLst>
                  <a:ahLst/>
                  <a:cxnLst>
                    <a:cxn ang="0">
                      <a:pos x="connsiteX0" y="connsiteY0"/>
                    </a:cxn>
                    <a:cxn ang="0">
                      <a:pos x="connsiteX1" y="connsiteY1"/>
                    </a:cxn>
                  </a:cxnLst>
                  <a:rect l="l" t="t" r="r" b="b"/>
                  <a:pathLst>
                    <a:path w="2248" h="7534">
                      <a:moveTo>
                        <a:pt x="0" y="7534"/>
                      </a:moveTo>
                      <a:lnTo>
                        <a:pt x="0" y="0"/>
                      </a:lnTo>
                    </a:path>
                  </a:pathLst>
                </a:custGeom>
                <a:ln w="4498" cap="sq">
                  <a:solidFill>
                    <a:srgbClr val="262626"/>
                  </a:solidFill>
                  <a:prstDash val="solid"/>
                  <a:round/>
                </a:ln>
              </p:spPr>
              <p:txBody>
                <a:bodyPr rtlCol="0" anchor="ctr"/>
                <a:lstStyle/>
                <a:p>
                  <a:endParaRPr lang="en-US"/>
                </a:p>
              </p:txBody>
            </p:sp>
            <p:sp>
              <p:nvSpPr>
                <p:cNvPr id="1880" name="Freeform 1879">
                  <a:extLst>
                    <a:ext uri="{FF2B5EF4-FFF2-40B4-BE49-F238E27FC236}">
                      <a16:creationId xmlns:a16="http://schemas.microsoft.com/office/drawing/2014/main" id="{B9ABC526-FCA9-E695-FE9F-FF6401211807}"/>
                    </a:ext>
                  </a:extLst>
                </p:cNvPr>
                <p:cNvSpPr/>
                <p:nvPr/>
              </p:nvSpPr>
              <p:spPr>
                <a:xfrm>
                  <a:off x="2145098" y="4534554"/>
                  <a:ext cx="10821" cy="36266"/>
                </a:xfrm>
                <a:custGeom>
                  <a:avLst/>
                  <a:gdLst>
                    <a:gd name="connsiteX0" fmla="*/ 0 w 2248"/>
                    <a:gd name="connsiteY0" fmla="*/ 7534 h 7534"/>
                    <a:gd name="connsiteX1" fmla="*/ 0 w 2248"/>
                    <a:gd name="connsiteY1" fmla="*/ 0 h 7534"/>
                  </a:gdLst>
                  <a:ahLst/>
                  <a:cxnLst>
                    <a:cxn ang="0">
                      <a:pos x="connsiteX0" y="connsiteY0"/>
                    </a:cxn>
                    <a:cxn ang="0">
                      <a:pos x="connsiteX1" y="connsiteY1"/>
                    </a:cxn>
                  </a:cxnLst>
                  <a:rect l="l" t="t" r="r" b="b"/>
                  <a:pathLst>
                    <a:path w="2248" h="7534">
                      <a:moveTo>
                        <a:pt x="0" y="7534"/>
                      </a:moveTo>
                      <a:lnTo>
                        <a:pt x="0" y="0"/>
                      </a:lnTo>
                    </a:path>
                  </a:pathLst>
                </a:custGeom>
                <a:ln w="4498" cap="sq">
                  <a:solidFill>
                    <a:srgbClr val="231F20"/>
                  </a:solidFill>
                  <a:prstDash val="solid"/>
                  <a:round/>
                </a:ln>
              </p:spPr>
              <p:txBody>
                <a:bodyPr rtlCol="0" anchor="ctr"/>
                <a:lstStyle/>
                <a:p>
                  <a:endParaRPr lang="en-US"/>
                </a:p>
              </p:txBody>
            </p:sp>
            <p:sp>
              <p:nvSpPr>
                <p:cNvPr id="1881" name="Freeform 1880">
                  <a:extLst>
                    <a:ext uri="{FF2B5EF4-FFF2-40B4-BE49-F238E27FC236}">
                      <a16:creationId xmlns:a16="http://schemas.microsoft.com/office/drawing/2014/main" id="{D910FE69-D47E-C8CA-9A6A-B7F171ECABCC}"/>
                    </a:ext>
                  </a:extLst>
                </p:cNvPr>
                <p:cNvSpPr/>
                <p:nvPr/>
              </p:nvSpPr>
              <p:spPr>
                <a:xfrm>
                  <a:off x="1142664" y="4815366"/>
                  <a:ext cx="124055" cy="186843"/>
                </a:xfrm>
                <a:custGeom>
                  <a:avLst/>
                  <a:gdLst>
                    <a:gd name="connsiteX0" fmla="*/ 12932 w 25772"/>
                    <a:gd name="connsiteY0" fmla="*/ 0 h 38816"/>
                    <a:gd name="connsiteX1" fmla="*/ 17789 w 25772"/>
                    <a:gd name="connsiteY1" fmla="*/ 832 h 38816"/>
                    <a:gd name="connsiteX2" fmla="*/ 21275 w 25772"/>
                    <a:gd name="connsiteY2" fmla="*/ 3126 h 38816"/>
                    <a:gd name="connsiteX3" fmla="*/ 23592 w 25772"/>
                    <a:gd name="connsiteY3" fmla="*/ 6522 h 38816"/>
                    <a:gd name="connsiteX4" fmla="*/ 24963 w 25772"/>
                    <a:gd name="connsiteY4" fmla="*/ 10660 h 38816"/>
                    <a:gd name="connsiteX5" fmla="*/ 25615 w 25772"/>
                    <a:gd name="connsiteY5" fmla="*/ 15158 h 38816"/>
                    <a:gd name="connsiteX6" fmla="*/ 25773 w 25772"/>
                    <a:gd name="connsiteY6" fmla="*/ 19701 h 38816"/>
                    <a:gd name="connsiteX7" fmla="*/ 25233 w 25772"/>
                    <a:gd name="connsiteY7" fmla="*/ 26942 h 38816"/>
                    <a:gd name="connsiteX8" fmla="*/ 23254 w 25772"/>
                    <a:gd name="connsiteY8" fmla="*/ 33037 h 38816"/>
                    <a:gd name="connsiteX9" fmla="*/ 19341 w 25772"/>
                    <a:gd name="connsiteY9" fmla="*/ 37243 h 38816"/>
                    <a:gd name="connsiteX10" fmla="*/ 12909 w 25772"/>
                    <a:gd name="connsiteY10" fmla="*/ 38817 h 38816"/>
                    <a:gd name="connsiteX11" fmla="*/ 6454 w 25772"/>
                    <a:gd name="connsiteY11" fmla="*/ 37243 h 38816"/>
                    <a:gd name="connsiteX12" fmla="*/ 2519 w 25772"/>
                    <a:gd name="connsiteY12" fmla="*/ 33015 h 38816"/>
                    <a:gd name="connsiteX13" fmla="*/ 540 w 25772"/>
                    <a:gd name="connsiteY13" fmla="*/ 26808 h 38816"/>
                    <a:gd name="connsiteX14" fmla="*/ 0 w 25772"/>
                    <a:gd name="connsiteY14" fmla="*/ 19341 h 38816"/>
                    <a:gd name="connsiteX15" fmla="*/ 495 w 25772"/>
                    <a:gd name="connsiteY15" fmla="*/ 12279 h 38816"/>
                    <a:gd name="connsiteX16" fmla="*/ 2362 w 25772"/>
                    <a:gd name="connsiteY16" fmla="*/ 6095 h 38816"/>
                    <a:gd name="connsiteX17" fmla="*/ 6275 w 25772"/>
                    <a:gd name="connsiteY17" fmla="*/ 1687 h 38816"/>
                    <a:gd name="connsiteX18" fmla="*/ 12909 w 25772"/>
                    <a:gd name="connsiteY18" fmla="*/ 22 h 38816"/>
                    <a:gd name="connsiteX19" fmla="*/ 12909 w 25772"/>
                    <a:gd name="connsiteY19" fmla="*/ 22 h 38816"/>
                    <a:gd name="connsiteX20" fmla="*/ 22332 w 25772"/>
                    <a:gd name="connsiteY20" fmla="*/ 19341 h 38816"/>
                    <a:gd name="connsiteX21" fmla="*/ 21972 w 25772"/>
                    <a:gd name="connsiteY21" fmla="*/ 13314 h 38816"/>
                    <a:gd name="connsiteX22" fmla="*/ 20600 w 25772"/>
                    <a:gd name="connsiteY22" fmla="*/ 8051 h 38816"/>
                    <a:gd name="connsiteX23" fmla="*/ 17722 w 25772"/>
                    <a:gd name="connsiteY23" fmla="*/ 4318 h 38816"/>
                    <a:gd name="connsiteX24" fmla="*/ 12841 w 25772"/>
                    <a:gd name="connsiteY24" fmla="*/ 2924 h 38816"/>
                    <a:gd name="connsiteX25" fmla="*/ 8163 w 25772"/>
                    <a:gd name="connsiteY25" fmla="*/ 4363 h 38816"/>
                    <a:gd name="connsiteX26" fmla="*/ 5330 w 25772"/>
                    <a:gd name="connsiteY26" fmla="*/ 8164 h 38816"/>
                    <a:gd name="connsiteX27" fmla="*/ 3891 w 25772"/>
                    <a:gd name="connsiteY27" fmla="*/ 13561 h 38816"/>
                    <a:gd name="connsiteX28" fmla="*/ 3486 w 25772"/>
                    <a:gd name="connsiteY28" fmla="*/ 19723 h 38816"/>
                    <a:gd name="connsiteX29" fmla="*/ 3936 w 25772"/>
                    <a:gd name="connsiteY29" fmla="*/ 26380 h 38816"/>
                    <a:gd name="connsiteX30" fmla="*/ 5465 w 25772"/>
                    <a:gd name="connsiteY30" fmla="*/ 31485 h 38816"/>
                    <a:gd name="connsiteX31" fmla="*/ 8344 w 25772"/>
                    <a:gd name="connsiteY31" fmla="*/ 34746 h 38816"/>
                    <a:gd name="connsiteX32" fmla="*/ 12909 w 25772"/>
                    <a:gd name="connsiteY32" fmla="*/ 35916 h 38816"/>
                    <a:gd name="connsiteX33" fmla="*/ 17857 w 25772"/>
                    <a:gd name="connsiteY33" fmla="*/ 34409 h 38816"/>
                    <a:gd name="connsiteX34" fmla="*/ 20690 w 25772"/>
                    <a:gd name="connsiteY34" fmla="*/ 30518 h 38816"/>
                    <a:gd name="connsiteX35" fmla="*/ 21995 w 25772"/>
                    <a:gd name="connsiteY35" fmla="*/ 25166 h 38816"/>
                    <a:gd name="connsiteX36" fmla="*/ 22309 w 25772"/>
                    <a:gd name="connsiteY36" fmla="*/ 19341 h 38816"/>
                    <a:gd name="connsiteX37" fmla="*/ 22332 w 25772"/>
                    <a:gd name="connsiteY37" fmla="*/ 19341 h 38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6">
                      <a:moveTo>
                        <a:pt x="12932" y="0"/>
                      </a:moveTo>
                      <a:cubicBezTo>
                        <a:pt x="14798" y="0"/>
                        <a:pt x="16418"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687"/>
                        <a:pt x="25773" y="18217"/>
                        <a:pt x="25773" y="19701"/>
                      </a:cubicBezTo>
                      <a:cubicBezTo>
                        <a:pt x="25773" y="22220"/>
                        <a:pt x="25593" y="24626"/>
                        <a:pt x="25233" y="26942"/>
                      </a:cubicBezTo>
                      <a:cubicBezTo>
                        <a:pt x="24874" y="29236"/>
                        <a:pt x="24221" y="31283"/>
                        <a:pt x="23254" y="33037"/>
                      </a:cubicBezTo>
                      <a:cubicBezTo>
                        <a:pt x="22309"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899" y="29169"/>
                        <a:pt x="540" y="26808"/>
                      </a:cubicBezTo>
                      <a:cubicBezTo>
                        <a:pt x="180" y="24446"/>
                        <a:pt x="0" y="21950"/>
                        <a:pt x="0" y="19341"/>
                      </a:cubicBezTo>
                      <a:cubicBezTo>
                        <a:pt x="0" y="16935"/>
                        <a:pt x="158" y="14573"/>
                        <a:pt x="495" y="12279"/>
                      </a:cubicBezTo>
                      <a:cubicBezTo>
                        <a:pt x="809" y="9985"/>
                        <a:pt x="1439" y="7916"/>
                        <a:pt x="2362" y="6095"/>
                      </a:cubicBezTo>
                      <a:cubicBezTo>
                        <a:pt x="3283" y="4273"/>
                        <a:pt x="4588" y="2811"/>
                        <a:pt x="6275" y="1687"/>
                      </a:cubicBezTo>
                      <a:cubicBezTo>
                        <a:pt x="7961" y="562"/>
                        <a:pt x="10188" y="22"/>
                        <a:pt x="12909" y="22"/>
                      </a:cubicBezTo>
                      <a:lnTo>
                        <a:pt x="12909" y="22"/>
                      </a:lnTo>
                      <a:close/>
                      <a:moveTo>
                        <a:pt x="22332" y="19341"/>
                      </a:moveTo>
                      <a:cubicBezTo>
                        <a:pt x="22332" y="17294"/>
                        <a:pt x="22219" y="15293"/>
                        <a:pt x="21972" y="13314"/>
                      </a:cubicBezTo>
                      <a:cubicBezTo>
                        <a:pt x="21725" y="11335"/>
                        <a:pt x="21275" y="9603"/>
                        <a:pt x="20600" y="8051"/>
                      </a:cubicBezTo>
                      <a:cubicBezTo>
                        <a:pt x="19925" y="6499"/>
                        <a:pt x="18959" y="5263"/>
                        <a:pt x="17722" y="4318"/>
                      </a:cubicBezTo>
                      <a:cubicBezTo>
                        <a:pt x="16485" y="3373"/>
                        <a:pt x="14843" y="2924"/>
                        <a:pt x="12841" y="2924"/>
                      </a:cubicBezTo>
                      <a:cubicBezTo>
                        <a:pt x="10840" y="2924"/>
                        <a:pt x="9378" y="3396"/>
                        <a:pt x="8163" y="4363"/>
                      </a:cubicBezTo>
                      <a:cubicBezTo>
                        <a:pt x="6949" y="5330"/>
                        <a:pt x="6005" y="6589"/>
                        <a:pt x="5330" y="8164"/>
                      </a:cubicBezTo>
                      <a:cubicBezTo>
                        <a:pt x="4655" y="9738"/>
                        <a:pt x="4160" y="11537"/>
                        <a:pt x="3891" y="13561"/>
                      </a:cubicBezTo>
                      <a:cubicBezTo>
                        <a:pt x="3621" y="15585"/>
                        <a:pt x="3486" y="17632"/>
                        <a:pt x="3486" y="19723"/>
                      </a:cubicBezTo>
                      <a:cubicBezTo>
                        <a:pt x="3486" y="22175"/>
                        <a:pt x="3643" y="24401"/>
                        <a:pt x="3936" y="26380"/>
                      </a:cubicBezTo>
                      <a:cubicBezTo>
                        <a:pt x="4250" y="28382"/>
                        <a:pt x="4745" y="30069"/>
                        <a:pt x="5465" y="31485"/>
                      </a:cubicBezTo>
                      <a:cubicBezTo>
                        <a:pt x="6185" y="32880"/>
                        <a:pt x="7152" y="33982"/>
                        <a:pt x="8344" y="34746"/>
                      </a:cubicBezTo>
                      <a:cubicBezTo>
                        <a:pt x="9558" y="35511"/>
                        <a:pt x="11065" y="35916"/>
                        <a:pt x="12909" y="35916"/>
                      </a:cubicBezTo>
                      <a:cubicBezTo>
                        <a:pt x="14955" y="35916"/>
                        <a:pt x="16597" y="35421"/>
                        <a:pt x="17857" y="34409"/>
                      </a:cubicBezTo>
                      <a:cubicBezTo>
                        <a:pt x="19094" y="33397"/>
                        <a:pt x="20038" y="32115"/>
                        <a:pt x="20690" y="30518"/>
                      </a:cubicBezTo>
                      <a:cubicBezTo>
                        <a:pt x="21343" y="28922"/>
                        <a:pt x="21770" y="27145"/>
                        <a:pt x="21995" y="25166"/>
                      </a:cubicBezTo>
                      <a:cubicBezTo>
                        <a:pt x="22219" y="23187"/>
                        <a:pt x="22309" y="21253"/>
                        <a:pt x="22309" y="19341"/>
                      </a:cubicBezTo>
                      <a:lnTo>
                        <a:pt x="22332" y="19341"/>
                      </a:lnTo>
                      <a:close/>
                    </a:path>
                  </a:pathLst>
                </a:custGeom>
                <a:solidFill>
                  <a:srgbClr val="000000"/>
                </a:solidFill>
                <a:ln w="2249" cap="flat">
                  <a:noFill/>
                  <a:prstDash val="solid"/>
                  <a:miter/>
                </a:ln>
              </p:spPr>
              <p:txBody>
                <a:bodyPr rtlCol="0" anchor="ctr"/>
                <a:lstStyle/>
                <a:p>
                  <a:endParaRPr lang="en-US"/>
                </a:p>
              </p:txBody>
            </p:sp>
            <p:grpSp>
              <p:nvGrpSpPr>
                <p:cNvPr id="1882" name="Graphic 3">
                  <a:extLst>
                    <a:ext uri="{FF2B5EF4-FFF2-40B4-BE49-F238E27FC236}">
                      <a16:creationId xmlns:a16="http://schemas.microsoft.com/office/drawing/2014/main" id="{C56B89CF-6BB6-9AC6-B394-A125641054E8}"/>
                    </a:ext>
                  </a:extLst>
                </p:cNvPr>
                <p:cNvGrpSpPr/>
                <p:nvPr/>
              </p:nvGrpSpPr>
              <p:grpSpPr>
                <a:xfrm>
                  <a:off x="1954462" y="4815366"/>
                  <a:ext cx="338185" cy="186843"/>
                  <a:chOff x="7433186" y="3128882"/>
                  <a:chExt cx="70257" cy="38816"/>
                </a:xfrm>
                <a:solidFill>
                  <a:srgbClr val="000000"/>
                </a:solidFill>
              </p:grpSpPr>
              <p:sp>
                <p:nvSpPr>
                  <p:cNvPr id="1933" name="Freeform 1932">
                    <a:extLst>
                      <a:ext uri="{FF2B5EF4-FFF2-40B4-BE49-F238E27FC236}">
                        <a16:creationId xmlns:a16="http://schemas.microsoft.com/office/drawing/2014/main" id="{B84A7B5C-6983-A1A8-85FE-AA8BD43F517B}"/>
                      </a:ext>
                    </a:extLst>
                  </p:cNvPr>
                  <p:cNvSpPr/>
                  <p:nvPr/>
                </p:nvSpPr>
                <p:spPr>
                  <a:xfrm>
                    <a:off x="7433186" y="3128882"/>
                    <a:ext cx="25772" cy="38816"/>
                  </a:xfrm>
                  <a:custGeom>
                    <a:avLst/>
                    <a:gdLst>
                      <a:gd name="connsiteX0" fmla="*/ 12932 w 25772"/>
                      <a:gd name="connsiteY0" fmla="*/ 0 h 38816"/>
                      <a:gd name="connsiteX1" fmla="*/ 17789 w 25772"/>
                      <a:gd name="connsiteY1" fmla="*/ 832 h 38816"/>
                      <a:gd name="connsiteX2" fmla="*/ 21275 w 25772"/>
                      <a:gd name="connsiteY2" fmla="*/ 3126 h 38816"/>
                      <a:gd name="connsiteX3" fmla="*/ 23592 w 25772"/>
                      <a:gd name="connsiteY3" fmla="*/ 6522 h 38816"/>
                      <a:gd name="connsiteX4" fmla="*/ 24963 w 25772"/>
                      <a:gd name="connsiteY4" fmla="*/ 10660 h 38816"/>
                      <a:gd name="connsiteX5" fmla="*/ 25615 w 25772"/>
                      <a:gd name="connsiteY5" fmla="*/ 15158 h 38816"/>
                      <a:gd name="connsiteX6" fmla="*/ 25773 w 25772"/>
                      <a:gd name="connsiteY6" fmla="*/ 19701 h 38816"/>
                      <a:gd name="connsiteX7" fmla="*/ 25233 w 25772"/>
                      <a:gd name="connsiteY7" fmla="*/ 26942 h 38816"/>
                      <a:gd name="connsiteX8" fmla="*/ 23254 w 25772"/>
                      <a:gd name="connsiteY8" fmla="*/ 33037 h 38816"/>
                      <a:gd name="connsiteX9" fmla="*/ 19341 w 25772"/>
                      <a:gd name="connsiteY9" fmla="*/ 37243 h 38816"/>
                      <a:gd name="connsiteX10" fmla="*/ 12909 w 25772"/>
                      <a:gd name="connsiteY10" fmla="*/ 38817 h 38816"/>
                      <a:gd name="connsiteX11" fmla="*/ 6454 w 25772"/>
                      <a:gd name="connsiteY11" fmla="*/ 37243 h 38816"/>
                      <a:gd name="connsiteX12" fmla="*/ 2519 w 25772"/>
                      <a:gd name="connsiteY12" fmla="*/ 33015 h 38816"/>
                      <a:gd name="connsiteX13" fmla="*/ 540 w 25772"/>
                      <a:gd name="connsiteY13" fmla="*/ 26808 h 38816"/>
                      <a:gd name="connsiteX14" fmla="*/ 0 w 25772"/>
                      <a:gd name="connsiteY14" fmla="*/ 19341 h 38816"/>
                      <a:gd name="connsiteX15" fmla="*/ 495 w 25772"/>
                      <a:gd name="connsiteY15" fmla="*/ 12279 h 38816"/>
                      <a:gd name="connsiteX16" fmla="*/ 2362 w 25772"/>
                      <a:gd name="connsiteY16" fmla="*/ 6095 h 38816"/>
                      <a:gd name="connsiteX17" fmla="*/ 6275 w 25772"/>
                      <a:gd name="connsiteY17" fmla="*/ 1687 h 38816"/>
                      <a:gd name="connsiteX18" fmla="*/ 12909 w 25772"/>
                      <a:gd name="connsiteY18" fmla="*/ 22 h 38816"/>
                      <a:gd name="connsiteX19" fmla="*/ 12909 w 25772"/>
                      <a:gd name="connsiteY19" fmla="*/ 22 h 38816"/>
                      <a:gd name="connsiteX20" fmla="*/ 22332 w 25772"/>
                      <a:gd name="connsiteY20" fmla="*/ 19341 h 38816"/>
                      <a:gd name="connsiteX21" fmla="*/ 21972 w 25772"/>
                      <a:gd name="connsiteY21" fmla="*/ 13314 h 38816"/>
                      <a:gd name="connsiteX22" fmla="*/ 20600 w 25772"/>
                      <a:gd name="connsiteY22" fmla="*/ 8051 h 38816"/>
                      <a:gd name="connsiteX23" fmla="*/ 17722 w 25772"/>
                      <a:gd name="connsiteY23" fmla="*/ 4318 h 38816"/>
                      <a:gd name="connsiteX24" fmla="*/ 12841 w 25772"/>
                      <a:gd name="connsiteY24" fmla="*/ 2924 h 38816"/>
                      <a:gd name="connsiteX25" fmla="*/ 8163 w 25772"/>
                      <a:gd name="connsiteY25" fmla="*/ 4363 h 38816"/>
                      <a:gd name="connsiteX26" fmla="*/ 5330 w 25772"/>
                      <a:gd name="connsiteY26" fmla="*/ 8164 h 38816"/>
                      <a:gd name="connsiteX27" fmla="*/ 3891 w 25772"/>
                      <a:gd name="connsiteY27" fmla="*/ 13561 h 38816"/>
                      <a:gd name="connsiteX28" fmla="*/ 3486 w 25772"/>
                      <a:gd name="connsiteY28" fmla="*/ 19723 h 38816"/>
                      <a:gd name="connsiteX29" fmla="*/ 3936 w 25772"/>
                      <a:gd name="connsiteY29" fmla="*/ 26380 h 38816"/>
                      <a:gd name="connsiteX30" fmla="*/ 5465 w 25772"/>
                      <a:gd name="connsiteY30" fmla="*/ 31485 h 38816"/>
                      <a:gd name="connsiteX31" fmla="*/ 8344 w 25772"/>
                      <a:gd name="connsiteY31" fmla="*/ 34746 h 38816"/>
                      <a:gd name="connsiteX32" fmla="*/ 12909 w 25772"/>
                      <a:gd name="connsiteY32" fmla="*/ 35916 h 38816"/>
                      <a:gd name="connsiteX33" fmla="*/ 17857 w 25772"/>
                      <a:gd name="connsiteY33" fmla="*/ 34409 h 38816"/>
                      <a:gd name="connsiteX34" fmla="*/ 20690 w 25772"/>
                      <a:gd name="connsiteY34" fmla="*/ 30518 h 38816"/>
                      <a:gd name="connsiteX35" fmla="*/ 21995 w 25772"/>
                      <a:gd name="connsiteY35" fmla="*/ 25166 h 38816"/>
                      <a:gd name="connsiteX36" fmla="*/ 22309 w 25772"/>
                      <a:gd name="connsiteY36" fmla="*/ 19341 h 38816"/>
                      <a:gd name="connsiteX37" fmla="*/ 22332 w 25772"/>
                      <a:gd name="connsiteY37" fmla="*/ 19341 h 38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6">
                        <a:moveTo>
                          <a:pt x="12932" y="0"/>
                        </a:moveTo>
                        <a:cubicBezTo>
                          <a:pt x="14798" y="0"/>
                          <a:pt x="16418"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710"/>
                          <a:pt x="25773" y="18217"/>
                          <a:pt x="25773" y="19701"/>
                        </a:cubicBezTo>
                        <a:cubicBezTo>
                          <a:pt x="25773" y="22220"/>
                          <a:pt x="25593" y="24626"/>
                          <a:pt x="25233" y="26942"/>
                        </a:cubicBezTo>
                        <a:cubicBezTo>
                          <a:pt x="24874" y="29259"/>
                          <a:pt x="24221" y="31283"/>
                          <a:pt x="23254" y="33037"/>
                        </a:cubicBezTo>
                        <a:cubicBezTo>
                          <a:pt x="22309" y="34791"/>
                          <a:pt x="21005" y="36208"/>
                          <a:pt x="19341" y="37243"/>
                        </a:cubicBezTo>
                        <a:cubicBezTo>
                          <a:pt x="17677" y="38277"/>
                          <a:pt x="15540" y="38817"/>
                          <a:pt x="12909" y="38817"/>
                        </a:cubicBezTo>
                        <a:cubicBezTo>
                          <a:pt x="10278" y="38817"/>
                          <a:pt x="8141" y="38300"/>
                          <a:pt x="6454" y="37243"/>
                        </a:cubicBezTo>
                        <a:cubicBezTo>
                          <a:pt x="4768" y="36186"/>
                          <a:pt x="3463" y="34791"/>
                          <a:pt x="2519" y="33015"/>
                        </a:cubicBezTo>
                        <a:cubicBezTo>
                          <a:pt x="1574" y="31238"/>
                          <a:pt x="899" y="29169"/>
                          <a:pt x="540" y="26808"/>
                        </a:cubicBezTo>
                        <a:cubicBezTo>
                          <a:pt x="180" y="24446"/>
                          <a:pt x="0" y="21950"/>
                          <a:pt x="0" y="19341"/>
                        </a:cubicBezTo>
                        <a:cubicBezTo>
                          <a:pt x="0" y="16935"/>
                          <a:pt x="158" y="14573"/>
                          <a:pt x="495" y="12279"/>
                        </a:cubicBezTo>
                        <a:cubicBezTo>
                          <a:pt x="809" y="9985"/>
                          <a:pt x="1439" y="7916"/>
                          <a:pt x="2362" y="6095"/>
                        </a:cubicBezTo>
                        <a:cubicBezTo>
                          <a:pt x="3283" y="4273"/>
                          <a:pt x="4588" y="2811"/>
                          <a:pt x="6275" y="1687"/>
                        </a:cubicBezTo>
                        <a:cubicBezTo>
                          <a:pt x="7961" y="562"/>
                          <a:pt x="10188" y="22"/>
                          <a:pt x="12909" y="22"/>
                        </a:cubicBezTo>
                        <a:lnTo>
                          <a:pt x="12909" y="22"/>
                        </a:lnTo>
                        <a:close/>
                        <a:moveTo>
                          <a:pt x="22332" y="19341"/>
                        </a:moveTo>
                        <a:cubicBezTo>
                          <a:pt x="22332" y="17294"/>
                          <a:pt x="22219" y="15293"/>
                          <a:pt x="21972" y="13314"/>
                        </a:cubicBezTo>
                        <a:cubicBezTo>
                          <a:pt x="21747" y="11357"/>
                          <a:pt x="21275" y="9603"/>
                          <a:pt x="20600" y="8051"/>
                        </a:cubicBezTo>
                        <a:cubicBezTo>
                          <a:pt x="19925" y="6499"/>
                          <a:pt x="18959" y="5263"/>
                          <a:pt x="17722" y="4318"/>
                        </a:cubicBezTo>
                        <a:cubicBezTo>
                          <a:pt x="16485" y="3373"/>
                          <a:pt x="14843" y="2924"/>
                          <a:pt x="12841" y="2924"/>
                        </a:cubicBezTo>
                        <a:cubicBezTo>
                          <a:pt x="10840" y="2924"/>
                          <a:pt x="9378" y="3396"/>
                          <a:pt x="8163" y="4363"/>
                        </a:cubicBezTo>
                        <a:cubicBezTo>
                          <a:pt x="6949" y="5330"/>
                          <a:pt x="6005" y="6589"/>
                          <a:pt x="5330" y="8164"/>
                        </a:cubicBezTo>
                        <a:cubicBezTo>
                          <a:pt x="4655" y="9738"/>
                          <a:pt x="4160" y="11537"/>
                          <a:pt x="3891" y="13561"/>
                        </a:cubicBezTo>
                        <a:cubicBezTo>
                          <a:pt x="3621" y="15585"/>
                          <a:pt x="3486" y="17632"/>
                          <a:pt x="3486" y="19723"/>
                        </a:cubicBezTo>
                        <a:cubicBezTo>
                          <a:pt x="3486" y="22175"/>
                          <a:pt x="3643" y="24401"/>
                          <a:pt x="3936" y="26380"/>
                        </a:cubicBezTo>
                        <a:cubicBezTo>
                          <a:pt x="4250" y="28382"/>
                          <a:pt x="4745" y="30069"/>
                          <a:pt x="5465" y="31485"/>
                        </a:cubicBezTo>
                        <a:cubicBezTo>
                          <a:pt x="6185" y="32880"/>
                          <a:pt x="7152" y="33982"/>
                          <a:pt x="8344" y="34746"/>
                        </a:cubicBezTo>
                        <a:cubicBezTo>
                          <a:pt x="9558" y="35511"/>
                          <a:pt x="11065" y="35916"/>
                          <a:pt x="12909" y="35916"/>
                        </a:cubicBezTo>
                        <a:cubicBezTo>
                          <a:pt x="14955" y="35916"/>
                          <a:pt x="16597" y="35421"/>
                          <a:pt x="17857" y="34409"/>
                        </a:cubicBezTo>
                        <a:cubicBezTo>
                          <a:pt x="19116" y="33397"/>
                          <a:pt x="20038" y="32115"/>
                          <a:pt x="20690" y="30518"/>
                        </a:cubicBezTo>
                        <a:cubicBezTo>
                          <a:pt x="21343" y="28922"/>
                          <a:pt x="21770" y="27145"/>
                          <a:pt x="21995" y="25166"/>
                        </a:cubicBezTo>
                        <a:cubicBezTo>
                          <a:pt x="22219" y="23187"/>
                          <a:pt x="22309" y="21253"/>
                          <a:pt x="22309" y="19341"/>
                        </a:cubicBezTo>
                        <a:lnTo>
                          <a:pt x="22332" y="19341"/>
                        </a:lnTo>
                        <a:close/>
                      </a:path>
                    </a:pathLst>
                  </a:custGeom>
                  <a:solidFill>
                    <a:srgbClr val="000000"/>
                  </a:solidFill>
                  <a:ln w="2249" cap="flat">
                    <a:noFill/>
                    <a:prstDash val="solid"/>
                    <a:miter/>
                  </a:ln>
                </p:spPr>
                <p:txBody>
                  <a:bodyPr rtlCol="0" anchor="ctr"/>
                  <a:lstStyle/>
                  <a:p>
                    <a:endParaRPr lang="en-US"/>
                  </a:p>
                </p:txBody>
              </p:sp>
              <p:sp>
                <p:nvSpPr>
                  <p:cNvPr id="1934" name="Freeform 1933">
                    <a:extLst>
                      <a:ext uri="{FF2B5EF4-FFF2-40B4-BE49-F238E27FC236}">
                        <a16:creationId xmlns:a16="http://schemas.microsoft.com/office/drawing/2014/main" id="{780CB338-4804-2904-4888-CA0165B6F554}"/>
                      </a:ext>
                    </a:extLst>
                  </p:cNvPr>
                  <p:cNvSpPr/>
                  <p:nvPr/>
                </p:nvSpPr>
                <p:spPr>
                  <a:xfrm>
                    <a:off x="7466628" y="3162189"/>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000000"/>
                  </a:solidFill>
                  <a:ln w="2249" cap="flat">
                    <a:noFill/>
                    <a:prstDash val="solid"/>
                    <a:miter/>
                  </a:ln>
                </p:spPr>
                <p:txBody>
                  <a:bodyPr rtlCol="0" anchor="ctr"/>
                  <a:lstStyle/>
                  <a:p>
                    <a:endParaRPr lang="en-US"/>
                  </a:p>
                </p:txBody>
              </p:sp>
              <p:sp>
                <p:nvSpPr>
                  <p:cNvPr id="1935" name="Freeform 1934">
                    <a:extLst>
                      <a:ext uri="{FF2B5EF4-FFF2-40B4-BE49-F238E27FC236}">
                        <a16:creationId xmlns:a16="http://schemas.microsoft.com/office/drawing/2014/main" id="{8077732E-CC12-8058-A43A-98C984F91981}"/>
                      </a:ext>
                    </a:extLst>
                  </p:cNvPr>
                  <p:cNvSpPr/>
                  <p:nvPr/>
                </p:nvSpPr>
                <p:spPr>
                  <a:xfrm>
                    <a:off x="7478030" y="3129242"/>
                    <a:ext cx="25413" cy="38389"/>
                  </a:xfrm>
                  <a:custGeom>
                    <a:avLst/>
                    <a:gdLst>
                      <a:gd name="connsiteX0" fmla="*/ 3441 w 25413"/>
                      <a:gd name="connsiteY0" fmla="*/ 27820 h 38389"/>
                      <a:gd name="connsiteX1" fmla="*/ 6544 w 25413"/>
                      <a:gd name="connsiteY1" fmla="*/ 33622 h 38389"/>
                      <a:gd name="connsiteX2" fmla="*/ 12841 w 25413"/>
                      <a:gd name="connsiteY2" fmla="*/ 35534 h 38389"/>
                      <a:gd name="connsiteX3" fmla="*/ 16643 w 25413"/>
                      <a:gd name="connsiteY3" fmla="*/ 34769 h 38389"/>
                      <a:gd name="connsiteX4" fmla="*/ 19521 w 25413"/>
                      <a:gd name="connsiteY4" fmla="*/ 32700 h 38389"/>
                      <a:gd name="connsiteX5" fmla="*/ 21320 w 25413"/>
                      <a:gd name="connsiteY5" fmla="*/ 29619 h 38389"/>
                      <a:gd name="connsiteX6" fmla="*/ 21950 w 25413"/>
                      <a:gd name="connsiteY6" fmla="*/ 25818 h 38389"/>
                      <a:gd name="connsiteX7" fmla="*/ 21275 w 25413"/>
                      <a:gd name="connsiteY7" fmla="*/ 21927 h 38389"/>
                      <a:gd name="connsiteX8" fmla="*/ 19386 w 25413"/>
                      <a:gd name="connsiteY8" fmla="*/ 18846 h 38389"/>
                      <a:gd name="connsiteX9" fmla="*/ 16418 w 25413"/>
                      <a:gd name="connsiteY9" fmla="*/ 16845 h 38389"/>
                      <a:gd name="connsiteX10" fmla="*/ 12504 w 25413"/>
                      <a:gd name="connsiteY10" fmla="*/ 16148 h 38389"/>
                      <a:gd name="connsiteX11" fmla="*/ 7871 w 25413"/>
                      <a:gd name="connsiteY11" fmla="*/ 17092 h 38389"/>
                      <a:gd name="connsiteX12" fmla="*/ 4251 w 25413"/>
                      <a:gd name="connsiteY12" fmla="*/ 20083 h 38389"/>
                      <a:gd name="connsiteX13" fmla="*/ 1395 w 25413"/>
                      <a:gd name="connsiteY13" fmla="*/ 19701 h 38389"/>
                      <a:gd name="connsiteX14" fmla="*/ 4475 w 25413"/>
                      <a:gd name="connsiteY14" fmla="*/ 0 h 38389"/>
                      <a:gd name="connsiteX15" fmla="*/ 23367 w 25413"/>
                      <a:gd name="connsiteY15" fmla="*/ 0 h 38389"/>
                      <a:gd name="connsiteX16" fmla="*/ 23367 w 25413"/>
                      <a:gd name="connsiteY16" fmla="*/ 2924 h 38389"/>
                      <a:gd name="connsiteX17" fmla="*/ 7399 w 25413"/>
                      <a:gd name="connsiteY17" fmla="*/ 2924 h 38389"/>
                      <a:gd name="connsiteX18" fmla="*/ 5015 w 25413"/>
                      <a:gd name="connsiteY18" fmla="*/ 15720 h 38389"/>
                      <a:gd name="connsiteX19" fmla="*/ 7085 w 25413"/>
                      <a:gd name="connsiteY19" fmla="*/ 14528 h 38389"/>
                      <a:gd name="connsiteX20" fmla="*/ 8996 w 25413"/>
                      <a:gd name="connsiteY20" fmla="*/ 13741 h 38389"/>
                      <a:gd name="connsiteX21" fmla="*/ 11020 w 25413"/>
                      <a:gd name="connsiteY21" fmla="*/ 13336 h 38389"/>
                      <a:gd name="connsiteX22" fmla="*/ 13359 w 25413"/>
                      <a:gd name="connsiteY22" fmla="*/ 13224 h 38389"/>
                      <a:gd name="connsiteX23" fmla="*/ 18172 w 25413"/>
                      <a:gd name="connsiteY23" fmla="*/ 14078 h 38389"/>
                      <a:gd name="connsiteX24" fmla="*/ 21995 w 25413"/>
                      <a:gd name="connsiteY24" fmla="*/ 16552 h 38389"/>
                      <a:gd name="connsiteX25" fmla="*/ 24514 w 25413"/>
                      <a:gd name="connsiteY25" fmla="*/ 20510 h 38389"/>
                      <a:gd name="connsiteX26" fmla="*/ 25413 w 25413"/>
                      <a:gd name="connsiteY26" fmla="*/ 25773 h 38389"/>
                      <a:gd name="connsiteX27" fmla="*/ 24424 w 25413"/>
                      <a:gd name="connsiteY27" fmla="*/ 31148 h 38389"/>
                      <a:gd name="connsiteX28" fmla="*/ 21747 w 25413"/>
                      <a:gd name="connsiteY28" fmla="*/ 35106 h 38389"/>
                      <a:gd name="connsiteX29" fmla="*/ 17879 w 25413"/>
                      <a:gd name="connsiteY29" fmla="*/ 37558 h 38389"/>
                      <a:gd name="connsiteX30" fmla="*/ 13381 w 25413"/>
                      <a:gd name="connsiteY30" fmla="*/ 38390 h 38389"/>
                      <a:gd name="connsiteX31" fmla="*/ 8344 w 25413"/>
                      <a:gd name="connsiteY31" fmla="*/ 37850 h 38389"/>
                      <a:gd name="connsiteX32" fmla="*/ 4206 w 25413"/>
                      <a:gd name="connsiteY32" fmla="*/ 36051 h 38389"/>
                      <a:gd name="connsiteX33" fmla="*/ 1327 w 25413"/>
                      <a:gd name="connsiteY33" fmla="*/ 32767 h 38389"/>
                      <a:gd name="connsiteX34" fmla="*/ 0 w 25413"/>
                      <a:gd name="connsiteY34" fmla="*/ 27775 h 38389"/>
                      <a:gd name="connsiteX35" fmla="*/ 3463 w 25413"/>
                      <a:gd name="connsiteY35" fmla="*/ 27775 h 38389"/>
                      <a:gd name="connsiteX36" fmla="*/ 3463 w 25413"/>
                      <a:gd name="connsiteY36" fmla="*/ 27820 h 38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5413" h="38389">
                        <a:moveTo>
                          <a:pt x="3441" y="27820"/>
                        </a:moveTo>
                        <a:cubicBezTo>
                          <a:pt x="3801" y="30406"/>
                          <a:pt x="4836" y="32340"/>
                          <a:pt x="6544" y="33622"/>
                        </a:cubicBezTo>
                        <a:cubicBezTo>
                          <a:pt x="8254" y="34904"/>
                          <a:pt x="10345" y="35534"/>
                          <a:pt x="12841" y="35534"/>
                        </a:cubicBezTo>
                        <a:cubicBezTo>
                          <a:pt x="14236" y="35534"/>
                          <a:pt x="15518" y="35286"/>
                          <a:pt x="16643" y="34769"/>
                        </a:cubicBezTo>
                        <a:cubicBezTo>
                          <a:pt x="17767" y="34252"/>
                          <a:pt x="18734" y="33577"/>
                          <a:pt x="19521" y="32700"/>
                        </a:cubicBezTo>
                        <a:cubicBezTo>
                          <a:pt x="20308" y="31823"/>
                          <a:pt x="20915" y="30788"/>
                          <a:pt x="21320" y="29619"/>
                        </a:cubicBezTo>
                        <a:cubicBezTo>
                          <a:pt x="21725" y="28449"/>
                          <a:pt x="21950" y="27190"/>
                          <a:pt x="21950" y="25818"/>
                        </a:cubicBezTo>
                        <a:cubicBezTo>
                          <a:pt x="21950" y="24446"/>
                          <a:pt x="21725" y="23119"/>
                          <a:pt x="21275" y="21927"/>
                        </a:cubicBezTo>
                        <a:cubicBezTo>
                          <a:pt x="20825" y="20735"/>
                          <a:pt x="20196" y="19723"/>
                          <a:pt x="19386" y="18846"/>
                        </a:cubicBezTo>
                        <a:cubicBezTo>
                          <a:pt x="18576" y="17992"/>
                          <a:pt x="17587" y="17317"/>
                          <a:pt x="16418" y="16845"/>
                        </a:cubicBezTo>
                        <a:cubicBezTo>
                          <a:pt x="15248" y="16372"/>
                          <a:pt x="13943" y="16148"/>
                          <a:pt x="12504" y="16148"/>
                        </a:cubicBezTo>
                        <a:cubicBezTo>
                          <a:pt x="10773" y="16148"/>
                          <a:pt x="9221" y="16462"/>
                          <a:pt x="7871" y="17092"/>
                        </a:cubicBezTo>
                        <a:cubicBezTo>
                          <a:pt x="6522" y="17722"/>
                          <a:pt x="5308" y="18711"/>
                          <a:pt x="4251" y="20083"/>
                        </a:cubicBezTo>
                        <a:lnTo>
                          <a:pt x="1395" y="19701"/>
                        </a:lnTo>
                        <a:lnTo>
                          <a:pt x="4475" y="0"/>
                        </a:lnTo>
                        <a:lnTo>
                          <a:pt x="23367" y="0"/>
                        </a:lnTo>
                        <a:lnTo>
                          <a:pt x="23367" y="2924"/>
                        </a:lnTo>
                        <a:lnTo>
                          <a:pt x="7399" y="2924"/>
                        </a:lnTo>
                        <a:lnTo>
                          <a:pt x="5015" y="15720"/>
                        </a:lnTo>
                        <a:cubicBezTo>
                          <a:pt x="5780" y="15248"/>
                          <a:pt x="6455" y="14866"/>
                          <a:pt x="7085" y="14528"/>
                        </a:cubicBezTo>
                        <a:cubicBezTo>
                          <a:pt x="7714" y="14213"/>
                          <a:pt x="8344" y="13943"/>
                          <a:pt x="8996" y="13741"/>
                        </a:cubicBezTo>
                        <a:cubicBezTo>
                          <a:pt x="9648" y="13539"/>
                          <a:pt x="10323" y="13404"/>
                          <a:pt x="11020" y="13336"/>
                        </a:cubicBezTo>
                        <a:cubicBezTo>
                          <a:pt x="11717" y="13269"/>
                          <a:pt x="12504" y="13224"/>
                          <a:pt x="13359" y="13224"/>
                        </a:cubicBezTo>
                        <a:cubicBezTo>
                          <a:pt x="15090" y="13224"/>
                          <a:pt x="16687" y="13516"/>
                          <a:pt x="18172" y="14078"/>
                        </a:cubicBezTo>
                        <a:cubicBezTo>
                          <a:pt x="19656" y="14641"/>
                          <a:pt x="20915" y="15473"/>
                          <a:pt x="21995" y="16552"/>
                        </a:cubicBezTo>
                        <a:cubicBezTo>
                          <a:pt x="23074" y="17632"/>
                          <a:pt x="23907" y="18959"/>
                          <a:pt x="24514" y="20510"/>
                        </a:cubicBezTo>
                        <a:cubicBezTo>
                          <a:pt x="25098" y="22085"/>
                          <a:pt x="25413" y="23839"/>
                          <a:pt x="25413" y="25773"/>
                        </a:cubicBezTo>
                        <a:cubicBezTo>
                          <a:pt x="25413" y="27707"/>
                          <a:pt x="25076" y="29574"/>
                          <a:pt x="24424" y="31148"/>
                        </a:cubicBezTo>
                        <a:cubicBezTo>
                          <a:pt x="23749" y="32722"/>
                          <a:pt x="22872" y="34027"/>
                          <a:pt x="21747" y="35106"/>
                        </a:cubicBezTo>
                        <a:cubicBezTo>
                          <a:pt x="20623" y="36186"/>
                          <a:pt x="19341" y="36995"/>
                          <a:pt x="17879" y="37558"/>
                        </a:cubicBezTo>
                        <a:cubicBezTo>
                          <a:pt x="16418" y="38120"/>
                          <a:pt x="14911" y="38390"/>
                          <a:pt x="13381" y="38390"/>
                        </a:cubicBezTo>
                        <a:cubicBezTo>
                          <a:pt x="11582" y="38390"/>
                          <a:pt x="9896" y="38210"/>
                          <a:pt x="8344" y="37850"/>
                        </a:cubicBezTo>
                        <a:cubicBezTo>
                          <a:pt x="6769" y="37490"/>
                          <a:pt x="5398" y="36883"/>
                          <a:pt x="4206" y="36051"/>
                        </a:cubicBezTo>
                        <a:cubicBezTo>
                          <a:pt x="3014" y="35219"/>
                          <a:pt x="2046" y="34117"/>
                          <a:pt x="1327" y="32767"/>
                        </a:cubicBezTo>
                        <a:cubicBezTo>
                          <a:pt x="607" y="31418"/>
                          <a:pt x="158" y="29754"/>
                          <a:pt x="0" y="27775"/>
                        </a:cubicBezTo>
                        <a:lnTo>
                          <a:pt x="3463" y="27775"/>
                        </a:lnTo>
                        <a:lnTo>
                          <a:pt x="3463" y="27820"/>
                        </a:lnTo>
                        <a:close/>
                      </a:path>
                    </a:pathLst>
                  </a:custGeom>
                  <a:solidFill>
                    <a:srgbClr val="000000"/>
                  </a:solidFill>
                  <a:ln w="2249" cap="flat">
                    <a:noFill/>
                    <a:prstDash val="solid"/>
                    <a:miter/>
                  </a:ln>
                </p:spPr>
                <p:txBody>
                  <a:bodyPr rtlCol="0" anchor="ctr"/>
                  <a:lstStyle/>
                  <a:p>
                    <a:endParaRPr lang="en-US"/>
                  </a:p>
                </p:txBody>
              </p:sp>
            </p:grpSp>
            <p:sp>
              <p:nvSpPr>
                <p:cNvPr id="1883" name="Freeform 1882">
                  <a:extLst>
                    <a:ext uri="{FF2B5EF4-FFF2-40B4-BE49-F238E27FC236}">
                      <a16:creationId xmlns:a16="http://schemas.microsoft.com/office/drawing/2014/main" id="{B234CC62-FEDB-0745-F686-BCF1A76D9CCA}"/>
                    </a:ext>
                  </a:extLst>
                </p:cNvPr>
                <p:cNvSpPr/>
                <p:nvPr/>
              </p:nvSpPr>
              <p:spPr>
                <a:xfrm>
                  <a:off x="3043934" y="4815366"/>
                  <a:ext cx="63871" cy="183165"/>
                </a:xfrm>
                <a:custGeom>
                  <a:avLst/>
                  <a:gdLst>
                    <a:gd name="connsiteX0" fmla="*/ 9828 w 13269"/>
                    <a:gd name="connsiteY0" fmla="*/ 9783 h 38052"/>
                    <a:gd name="connsiteX1" fmla="*/ 0 w 13269"/>
                    <a:gd name="connsiteY1" fmla="*/ 9783 h 38052"/>
                    <a:gd name="connsiteX2" fmla="*/ 0 w 13269"/>
                    <a:gd name="connsiteY2" fmla="*/ 7512 h 38052"/>
                    <a:gd name="connsiteX3" fmla="*/ 3913 w 13269"/>
                    <a:gd name="connsiteY3" fmla="*/ 7084 h 38052"/>
                    <a:gd name="connsiteX4" fmla="*/ 6995 w 13269"/>
                    <a:gd name="connsiteY4" fmla="*/ 6050 h 38052"/>
                    <a:gd name="connsiteX5" fmla="*/ 9198 w 13269"/>
                    <a:gd name="connsiteY5" fmla="*/ 3868 h 38052"/>
                    <a:gd name="connsiteX6" fmla="*/ 10526 w 13269"/>
                    <a:gd name="connsiteY6" fmla="*/ 0 h 38052"/>
                    <a:gd name="connsiteX7" fmla="*/ 13269 w 13269"/>
                    <a:gd name="connsiteY7" fmla="*/ 0 h 38052"/>
                    <a:gd name="connsiteX8" fmla="*/ 13269 w 13269"/>
                    <a:gd name="connsiteY8" fmla="*/ 38052 h 38052"/>
                    <a:gd name="connsiteX9" fmla="*/ 9806 w 13269"/>
                    <a:gd name="connsiteY9" fmla="*/ 38052 h 38052"/>
                    <a:gd name="connsiteX10" fmla="*/ 9806 w 13269"/>
                    <a:gd name="connsiteY10" fmla="*/ 9760 h 38052"/>
                    <a:gd name="connsiteX11" fmla="*/ 9828 w 13269"/>
                    <a:gd name="connsiteY11" fmla="*/ 9760 h 380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269" h="38052">
                      <a:moveTo>
                        <a:pt x="9828" y="9783"/>
                      </a:moveTo>
                      <a:lnTo>
                        <a:pt x="0" y="9783"/>
                      </a:lnTo>
                      <a:lnTo>
                        <a:pt x="0" y="7512"/>
                      </a:lnTo>
                      <a:cubicBezTo>
                        <a:pt x="1440" y="7399"/>
                        <a:pt x="2744" y="7264"/>
                        <a:pt x="3913" y="7084"/>
                      </a:cubicBezTo>
                      <a:cubicBezTo>
                        <a:pt x="5083" y="6904"/>
                        <a:pt x="6117" y="6567"/>
                        <a:pt x="6995" y="6050"/>
                      </a:cubicBezTo>
                      <a:cubicBezTo>
                        <a:pt x="7871" y="5555"/>
                        <a:pt x="8614" y="4813"/>
                        <a:pt x="9198" y="3868"/>
                      </a:cubicBezTo>
                      <a:cubicBezTo>
                        <a:pt x="9783" y="2924"/>
                        <a:pt x="10233" y="1619"/>
                        <a:pt x="10526" y="0"/>
                      </a:cubicBezTo>
                      <a:lnTo>
                        <a:pt x="13269" y="0"/>
                      </a:lnTo>
                      <a:lnTo>
                        <a:pt x="13269" y="38052"/>
                      </a:lnTo>
                      <a:lnTo>
                        <a:pt x="9806" y="38052"/>
                      </a:lnTo>
                      <a:lnTo>
                        <a:pt x="9806" y="9760"/>
                      </a:lnTo>
                      <a:lnTo>
                        <a:pt x="9828" y="9760"/>
                      </a:lnTo>
                      <a:close/>
                    </a:path>
                  </a:pathLst>
                </a:custGeom>
                <a:solidFill>
                  <a:srgbClr val="000000"/>
                </a:solidFill>
                <a:ln w="2249" cap="flat">
                  <a:noFill/>
                  <a:prstDash val="solid"/>
                  <a:miter/>
                </a:ln>
              </p:spPr>
              <p:txBody>
                <a:bodyPr rtlCol="0" anchor="ctr"/>
                <a:lstStyle/>
                <a:p>
                  <a:endParaRPr lang="en-US"/>
                </a:p>
              </p:txBody>
            </p:sp>
            <p:grpSp>
              <p:nvGrpSpPr>
                <p:cNvPr id="1884" name="Graphic 3">
                  <a:extLst>
                    <a:ext uri="{FF2B5EF4-FFF2-40B4-BE49-F238E27FC236}">
                      <a16:creationId xmlns:a16="http://schemas.microsoft.com/office/drawing/2014/main" id="{8BD6244E-897C-4887-30AE-181E95D6714E}"/>
                    </a:ext>
                  </a:extLst>
                </p:cNvPr>
                <p:cNvGrpSpPr/>
                <p:nvPr/>
              </p:nvGrpSpPr>
              <p:grpSpPr>
                <a:xfrm>
                  <a:off x="3802261" y="4815366"/>
                  <a:ext cx="316967" cy="186520"/>
                  <a:chOff x="7817061" y="3128882"/>
                  <a:chExt cx="65849" cy="38749"/>
                </a:xfrm>
                <a:solidFill>
                  <a:srgbClr val="000000"/>
                </a:solidFill>
              </p:grpSpPr>
              <p:sp>
                <p:nvSpPr>
                  <p:cNvPr id="1930" name="Freeform 1929">
                    <a:extLst>
                      <a:ext uri="{FF2B5EF4-FFF2-40B4-BE49-F238E27FC236}">
                        <a16:creationId xmlns:a16="http://schemas.microsoft.com/office/drawing/2014/main" id="{5159D1B6-3E5D-46D7-D7ED-38BD656EB6F5}"/>
                      </a:ext>
                    </a:extLst>
                  </p:cNvPr>
                  <p:cNvSpPr/>
                  <p:nvPr/>
                </p:nvSpPr>
                <p:spPr>
                  <a:xfrm>
                    <a:off x="7817061" y="3128882"/>
                    <a:ext cx="13269" cy="38052"/>
                  </a:xfrm>
                  <a:custGeom>
                    <a:avLst/>
                    <a:gdLst>
                      <a:gd name="connsiteX0" fmla="*/ 9828 w 13269"/>
                      <a:gd name="connsiteY0" fmla="*/ 9783 h 38052"/>
                      <a:gd name="connsiteX1" fmla="*/ 0 w 13269"/>
                      <a:gd name="connsiteY1" fmla="*/ 9783 h 38052"/>
                      <a:gd name="connsiteX2" fmla="*/ 0 w 13269"/>
                      <a:gd name="connsiteY2" fmla="*/ 7512 h 38052"/>
                      <a:gd name="connsiteX3" fmla="*/ 3913 w 13269"/>
                      <a:gd name="connsiteY3" fmla="*/ 7084 h 38052"/>
                      <a:gd name="connsiteX4" fmla="*/ 6995 w 13269"/>
                      <a:gd name="connsiteY4" fmla="*/ 6050 h 38052"/>
                      <a:gd name="connsiteX5" fmla="*/ 9198 w 13269"/>
                      <a:gd name="connsiteY5" fmla="*/ 3868 h 38052"/>
                      <a:gd name="connsiteX6" fmla="*/ 10525 w 13269"/>
                      <a:gd name="connsiteY6" fmla="*/ 0 h 38052"/>
                      <a:gd name="connsiteX7" fmla="*/ 13269 w 13269"/>
                      <a:gd name="connsiteY7" fmla="*/ 0 h 38052"/>
                      <a:gd name="connsiteX8" fmla="*/ 13269 w 13269"/>
                      <a:gd name="connsiteY8" fmla="*/ 38052 h 38052"/>
                      <a:gd name="connsiteX9" fmla="*/ 9806 w 13269"/>
                      <a:gd name="connsiteY9" fmla="*/ 38052 h 38052"/>
                      <a:gd name="connsiteX10" fmla="*/ 9806 w 13269"/>
                      <a:gd name="connsiteY10" fmla="*/ 9760 h 38052"/>
                      <a:gd name="connsiteX11" fmla="*/ 9828 w 13269"/>
                      <a:gd name="connsiteY11" fmla="*/ 9760 h 380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269" h="38052">
                        <a:moveTo>
                          <a:pt x="9828" y="9783"/>
                        </a:moveTo>
                        <a:lnTo>
                          <a:pt x="0" y="9783"/>
                        </a:lnTo>
                        <a:lnTo>
                          <a:pt x="0" y="7512"/>
                        </a:lnTo>
                        <a:cubicBezTo>
                          <a:pt x="1440" y="7399"/>
                          <a:pt x="2744" y="7264"/>
                          <a:pt x="3913" y="7084"/>
                        </a:cubicBezTo>
                        <a:cubicBezTo>
                          <a:pt x="5083" y="6904"/>
                          <a:pt x="6117" y="6567"/>
                          <a:pt x="6995" y="6050"/>
                        </a:cubicBezTo>
                        <a:cubicBezTo>
                          <a:pt x="7871" y="5555"/>
                          <a:pt x="8614" y="4813"/>
                          <a:pt x="9198" y="3868"/>
                        </a:cubicBezTo>
                        <a:cubicBezTo>
                          <a:pt x="9783" y="2924"/>
                          <a:pt x="10233" y="1619"/>
                          <a:pt x="10525" y="0"/>
                        </a:cubicBezTo>
                        <a:lnTo>
                          <a:pt x="13269" y="0"/>
                        </a:lnTo>
                        <a:lnTo>
                          <a:pt x="13269" y="38052"/>
                        </a:lnTo>
                        <a:lnTo>
                          <a:pt x="9806" y="38052"/>
                        </a:lnTo>
                        <a:lnTo>
                          <a:pt x="9806" y="9760"/>
                        </a:lnTo>
                        <a:lnTo>
                          <a:pt x="9828" y="9760"/>
                        </a:lnTo>
                        <a:close/>
                      </a:path>
                    </a:pathLst>
                  </a:custGeom>
                  <a:solidFill>
                    <a:srgbClr val="000000"/>
                  </a:solidFill>
                  <a:ln w="2249" cap="flat">
                    <a:noFill/>
                    <a:prstDash val="solid"/>
                    <a:miter/>
                  </a:ln>
                </p:spPr>
                <p:txBody>
                  <a:bodyPr rtlCol="0" anchor="ctr"/>
                  <a:lstStyle/>
                  <a:p>
                    <a:endParaRPr lang="en-US"/>
                  </a:p>
                </p:txBody>
              </p:sp>
              <p:sp>
                <p:nvSpPr>
                  <p:cNvPr id="1931" name="Freeform 1930">
                    <a:extLst>
                      <a:ext uri="{FF2B5EF4-FFF2-40B4-BE49-F238E27FC236}">
                        <a16:creationId xmlns:a16="http://schemas.microsoft.com/office/drawing/2014/main" id="{353A4910-AE5F-001D-ABBE-877AADBEA5E4}"/>
                      </a:ext>
                    </a:extLst>
                  </p:cNvPr>
                  <p:cNvSpPr/>
                  <p:nvPr/>
                </p:nvSpPr>
                <p:spPr>
                  <a:xfrm>
                    <a:off x="7846094" y="3162189"/>
                    <a:ext cx="3935" cy="4745"/>
                  </a:xfrm>
                  <a:custGeom>
                    <a:avLst/>
                    <a:gdLst>
                      <a:gd name="connsiteX0" fmla="*/ 0 w 3935"/>
                      <a:gd name="connsiteY0" fmla="*/ 4745 h 4745"/>
                      <a:gd name="connsiteX1" fmla="*/ 0 w 3935"/>
                      <a:gd name="connsiteY1" fmla="*/ 0 h 4745"/>
                      <a:gd name="connsiteX2" fmla="*/ 3936 w 3935"/>
                      <a:gd name="connsiteY2" fmla="*/ 0 h 4745"/>
                      <a:gd name="connsiteX3" fmla="*/ 3936 w 3935"/>
                      <a:gd name="connsiteY3" fmla="*/ 4745 h 4745"/>
                      <a:gd name="connsiteX4" fmla="*/ 0 w 3935"/>
                      <a:gd name="connsiteY4" fmla="*/ 4745 h 4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5" h="4745">
                        <a:moveTo>
                          <a:pt x="0" y="4745"/>
                        </a:moveTo>
                        <a:lnTo>
                          <a:pt x="0" y="0"/>
                        </a:lnTo>
                        <a:lnTo>
                          <a:pt x="3936" y="0"/>
                        </a:lnTo>
                        <a:lnTo>
                          <a:pt x="3936" y="4745"/>
                        </a:lnTo>
                        <a:lnTo>
                          <a:pt x="0" y="4745"/>
                        </a:lnTo>
                        <a:close/>
                      </a:path>
                    </a:pathLst>
                  </a:custGeom>
                  <a:solidFill>
                    <a:srgbClr val="000000"/>
                  </a:solidFill>
                  <a:ln w="2249" cap="flat">
                    <a:noFill/>
                    <a:prstDash val="solid"/>
                    <a:miter/>
                  </a:ln>
                </p:spPr>
                <p:txBody>
                  <a:bodyPr rtlCol="0" anchor="ctr"/>
                  <a:lstStyle/>
                  <a:p>
                    <a:endParaRPr lang="en-US"/>
                  </a:p>
                </p:txBody>
              </p:sp>
              <p:sp>
                <p:nvSpPr>
                  <p:cNvPr id="1932" name="Freeform 1931">
                    <a:extLst>
                      <a:ext uri="{FF2B5EF4-FFF2-40B4-BE49-F238E27FC236}">
                        <a16:creationId xmlns:a16="http://schemas.microsoft.com/office/drawing/2014/main" id="{9700D731-2F15-14B8-1F76-97BC5D3AA327}"/>
                      </a:ext>
                    </a:extLst>
                  </p:cNvPr>
                  <p:cNvSpPr/>
                  <p:nvPr/>
                </p:nvSpPr>
                <p:spPr>
                  <a:xfrm>
                    <a:off x="7857497" y="3129242"/>
                    <a:ext cx="25413" cy="38389"/>
                  </a:xfrm>
                  <a:custGeom>
                    <a:avLst/>
                    <a:gdLst>
                      <a:gd name="connsiteX0" fmla="*/ 3441 w 25413"/>
                      <a:gd name="connsiteY0" fmla="*/ 27820 h 38389"/>
                      <a:gd name="connsiteX1" fmla="*/ 6545 w 25413"/>
                      <a:gd name="connsiteY1" fmla="*/ 33622 h 38389"/>
                      <a:gd name="connsiteX2" fmla="*/ 12841 w 25413"/>
                      <a:gd name="connsiteY2" fmla="*/ 35534 h 38389"/>
                      <a:gd name="connsiteX3" fmla="*/ 16643 w 25413"/>
                      <a:gd name="connsiteY3" fmla="*/ 34769 h 38389"/>
                      <a:gd name="connsiteX4" fmla="*/ 19521 w 25413"/>
                      <a:gd name="connsiteY4" fmla="*/ 32700 h 38389"/>
                      <a:gd name="connsiteX5" fmla="*/ 21320 w 25413"/>
                      <a:gd name="connsiteY5" fmla="*/ 29619 h 38389"/>
                      <a:gd name="connsiteX6" fmla="*/ 21950 w 25413"/>
                      <a:gd name="connsiteY6" fmla="*/ 25818 h 38389"/>
                      <a:gd name="connsiteX7" fmla="*/ 21275 w 25413"/>
                      <a:gd name="connsiteY7" fmla="*/ 21927 h 38389"/>
                      <a:gd name="connsiteX8" fmla="*/ 19386 w 25413"/>
                      <a:gd name="connsiteY8" fmla="*/ 18846 h 38389"/>
                      <a:gd name="connsiteX9" fmla="*/ 16418 w 25413"/>
                      <a:gd name="connsiteY9" fmla="*/ 16845 h 38389"/>
                      <a:gd name="connsiteX10" fmla="*/ 12504 w 25413"/>
                      <a:gd name="connsiteY10" fmla="*/ 16148 h 38389"/>
                      <a:gd name="connsiteX11" fmla="*/ 7871 w 25413"/>
                      <a:gd name="connsiteY11" fmla="*/ 17092 h 38389"/>
                      <a:gd name="connsiteX12" fmla="*/ 4251 w 25413"/>
                      <a:gd name="connsiteY12" fmla="*/ 20083 h 38389"/>
                      <a:gd name="connsiteX13" fmla="*/ 1395 w 25413"/>
                      <a:gd name="connsiteY13" fmla="*/ 19701 h 38389"/>
                      <a:gd name="connsiteX14" fmla="*/ 4475 w 25413"/>
                      <a:gd name="connsiteY14" fmla="*/ 0 h 38389"/>
                      <a:gd name="connsiteX15" fmla="*/ 23367 w 25413"/>
                      <a:gd name="connsiteY15" fmla="*/ 0 h 38389"/>
                      <a:gd name="connsiteX16" fmla="*/ 23367 w 25413"/>
                      <a:gd name="connsiteY16" fmla="*/ 2924 h 38389"/>
                      <a:gd name="connsiteX17" fmla="*/ 7399 w 25413"/>
                      <a:gd name="connsiteY17" fmla="*/ 2924 h 38389"/>
                      <a:gd name="connsiteX18" fmla="*/ 5015 w 25413"/>
                      <a:gd name="connsiteY18" fmla="*/ 15720 h 38389"/>
                      <a:gd name="connsiteX19" fmla="*/ 7085 w 25413"/>
                      <a:gd name="connsiteY19" fmla="*/ 14528 h 38389"/>
                      <a:gd name="connsiteX20" fmla="*/ 8996 w 25413"/>
                      <a:gd name="connsiteY20" fmla="*/ 13741 h 38389"/>
                      <a:gd name="connsiteX21" fmla="*/ 11020 w 25413"/>
                      <a:gd name="connsiteY21" fmla="*/ 13336 h 38389"/>
                      <a:gd name="connsiteX22" fmla="*/ 13359 w 25413"/>
                      <a:gd name="connsiteY22" fmla="*/ 13224 h 38389"/>
                      <a:gd name="connsiteX23" fmla="*/ 18172 w 25413"/>
                      <a:gd name="connsiteY23" fmla="*/ 14078 h 38389"/>
                      <a:gd name="connsiteX24" fmla="*/ 21995 w 25413"/>
                      <a:gd name="connsiteY24" fmla="*/ 16552 h 38389"/>
                      <a:gd name="connsiteX25" fmla="*/ 24514 w 25413"/>
                      <a:gd name="connsiteY25" fmla="*/ 20510 h 38389"/>
                      <a:gd name="connsiteX26" fmla="*/ 25413 w 25413"/>
                      <a:gd name="connsiteY26" fmla="*/ 25773 h 38389"/>
                      <a:gd name="connsiteX27" fmla="*/ 24424 w 25413"/>
                      <a:gd name="connsiteY27" fmla="*/ 31148 h 38389"/>
                      <a:gd name="connsiteX28" fmla="*/ 21748 w 25413"/>
                      <a:gd name="connsiteY28" fmla="*/ 35106 h 38389"/>
                      <a:gd name="connsiteX29" fmla="*/ 17879 w 25413"/>
                      <a:gd name="connsiteY29" fmla="*/ 37558 h 38389"/>
                      <a:gd name="connsiteX30" fmla="*/ 13381 w 25413"/>
                      <a:gd name="connsiteY30" fmla="*/ 38390 h 38389"/>
                      <a:gd name="connsiteX31" fmla="*/ 8344 w 25413"/>
                      <a:gd name="connsiteY31" fmla="*/ 37850 h 38389"/>
                      <a:gd name="connsiteX32" fmla="*/ 4206 w 25413"/>
                      <a:gd name="connsiteY32" fmla="*/ 36051 h 38389"/>
                      <a:gd name="connsiteX33" fmla="*/ 1327 w 25413"/>
                      <a:gd name="connsiteY33" fmla="*/ 32767 h 38389"/>
                      <a:gd name="connsiteX34" fmla="*/ 0 w 25413"/>
                      <a:gd name="connsiteY34" fmla="*/ 27775 h 38389"/>
                      <a:gd name="connsiteX35" fmla="*/ 3463 w 25413"/>
                      <a:gd name="connsiteY35" fmla="*/ 27775 h 38389"/>
                      <a:gd name="connsiteX36" fmla="*/ 3463 w 25413"/>
                      <a:gd name="connsiteY36" fmla="*/ 27820 h 38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5413" h="38389">
                        <a:moveTo>
                          <a:pt x="3441" y="27820"/>
                        </a:moveTo>
                        <a:cubicBezTo>
                          <a:pt x="3801" y="30406"/>
                          <a:pt x="4836" y="32340"/>
                          <a:pt x="6545" y="33622"/>
                        </a:cubicBezTo>
                        <a:cubicBezTo>
                          <a:pt x="8254" y="34904"/>
                          <a:pt x="10345" y="35534"/>
                          <a:pt x="12841" y="35534"/>
                        </a:cubicBezTo>
                        <a:cubicBezTo>
                          <a:pt x="14236" y="35534"/>
                          <a:pt x="15518" y="35286"/>
                          <a:pt x="16643" y="34769"/>
                        </a:cubicBezTo>
                        <a:cubicBezTo>
                          <a:pt x="17767" y="34252"/>
                          <a:pt x="18734" y="33577"/>
                          <a:pt x="19521" y="32700"/>
                        </a:cubicBezTo>
                        <a:cubicBezTo>
                          <a:pt x="20308" y="31823"/>
                          <a:pt x="20915" y="30788"/>
                          <a:pt x="21320" y="29619"/>
                        </a:cubicBezTo>
                        <a:cubicBezTo>
                          <a:pt x="21725" y="28449"/>
                          <a:pt x="21950" y="27190"/>
                          <a:pt x="21950" y="25818"/>
                        </a:cubicBezTo>
                        <a:cubicBezTo>
                          <a:pt x="21950" y="24446"/>
                          <a:pt x="21725" y="23119"/>
                          <a:pt x="21275" y="21927"/>
                        </a:cubicBezTo>
                        <a:cubicBezTo>
                          <a:pt x="20825" y="20735"/>
                          <a:pt x="20196" y="19723"/>
                          <a:pt x="19386" y="18846"/>
                        </a:cubicBezTo>
                        <a:cubicBezTo>
                          <a:pt x="18576" y="17992"/>
                          <a:pt x="17587" y="17317"/>
                          <a:pt x="16418" y="16845"/>
                        </a:cubicBezTo>
                        <a:cubicBezTo>
                          <a:pt x="15248" y="16372"/>
                          <a:pt x="13943" y="16148"/>
                          <a:pt x="12504" y="16148"/>
                        </a:cubicBezTo>
                        <a:cubicBezTo>
                          <a:pt x="10773" y="16148"/>
                          <a:pt x="9221" y="16462"/>
                          <a:pt x="7871" y="17092"/>
                        </a:cubicBezTo>
                        <a:cubicBezTo>
                          <a:pt x="6522" y="17722"/>
                          <a:pt x="5308" y="18711"/>
                          <a:pt x="4251" y="20083"/>
                        </a:cubicBezTo>
                        <a:lnTo>
                          <a:pt x="1395" y="19701"/>
                        </a:lnTo>
                        <a:lnTo>
                          <a:pt x="4475" y="0"/>
                        </a:lnTo>
                        <a:lnTo>
                          <a:pt x="23367" y="0"/>
                        </a:lnTo>
                        <a:lnTo>
                          <a:pt x="23367" y="2924"/>
                        </a:lnTo>
                        <a:lnTo>
                          <a:pt x="7399" y="2924"/>
                        </a:lnTo>
                        <a:lnTo>
                          <a:pt x="5015" y="15720"/>
                        </a:lnTo>
                        <a:cubicBezTo>
                          <a:pt x="5780" y="15248"/>
                          <a:pt x="6455" y="14866"/>
                          <a:pt x="7085" y="14528"/>
                        </a:cubicBezTo>
                        <a:cubicBezTo>
                          <a:pt x="7714" y="14213"/>
                          <a:pt x="8344" y="13943"/>
                          <a:pt x="8996" y="13741"/>
                        </a:cubicBezTo>
                        <a:cubicBezTo>
                          <a:pt x="9648" y="13539"/>
                          <a:pt x="10323" y="13404"/>
                          <a:pt x="11020" y="13336"/>
                        </a:cubicBezTo>
                        <a:cubicBezTo>
                          <a:pt x="11717" y="13269"/>
                          <a:pt x="12504" y="13224"/>
                          <a:pt x="13359" y="13224"/>
                        </a:cubicBezTo>
                        <a:cubicBezTo>
                          <a:pt x="15090" y="13224"/>
                          <a:pt x="16688" y="13516"/>
                          <a:pt x="18172" y="14078"/>
                        </a:cubicBezTo>
                        <a:cubicBezTo>
                          <a:pt x="19656" y="14641"/>
                          <a:pt x="20915" y="15473"/>
                          <a:pt x="21995" y="16552"/>
                        </a:cubicBezTo>
                        <a:cubicBezTo>
                          <a:pt x="23074" y="17632"/>
                          <a:pt x="23907" y="18959"/>
                          <a:pt x="24514" y="20510"/>
                        </a:cubicBezTo>
                        <a:cubicBezTo>
                          <a:pt x="25099" y="22085"/>
                          <a:pt x="25413" y="23839"/>
                          <a:pt x="25413" y="25773"/>
                        </a:cubicBezTo>
                        <a:cubicBezTo>
                          <a:pt x="25413" y="27707"/>
                          <a:pt x="25076" y="29574"/>
                          <a:pt x="24424" y="31148"/>
                        </a:cubicBezTo>
                        <a:cubicBezTo>
                          <a:pt x="23749" y="32722"/>
                          <a:pt x="22872" y="34027"/>
                          <a:pt x="21748" y="35106"/>
                        </a:cubicBezTo>
                        <a:cubicBezTo>
                          <a:pt x="20623" y="36186"/>
                          <a:pt x="19341" y="36995"/>
                          <a:pt x="17879" y="37558"/>
                        </a:cubicBezTo>
                        <a:cubicBezTo>
                          <a:pt x="16418" y="38120"/>
                          <a:pt x="14911" y="38390"/>
                          <a:pt x="13381" y="38390"/>
                        </a:cubicBezTo>
                        <a:cubicBezTo>
                          <a:pt x="11582" y="38390"/>
                          <a:pt x="9896" y="38210"/>
                          <a:pt x="8344" y="37850"/>
                        </a:cubicBezTo>
                        <a:cubicBezTo>
                          <a:pt x="6769" y="37490"/>
                          <a:pt x="5398" y="36883"/>
                          <a:pt x="4206" y="36051"/>
                        </a:cubicBezTo>
                        <a:cubicBezTo>
                          <a:pt x="3014" y="35219"/>
                          <a:pt x="2047" y="34117"/>
                          <a:pt x="1327" y="32767"/>
                        </a:cubicBezTo>
                        <a:cubicBezTo>
                          <a:pt x="607" y="31418"/>
                          <a:pt x="158" y="29754"/>
                          <a:pt x="0" y="27775"/>
                        </a:cubicBezTo>
                        <a:lnTo>
                          <a:pt x="3463" y="27775"/>
                        </a:lnTo>
                        <a:lnTo>
                          <a:pt x="3463" y="27820"/>
                        </a:lnTo>
                        <a:close/>
                      </a:path>
                    </a:pathLst>
                  </a:custGeom>
                  <a:solidFill>
                    <a:srgbClr val="000000"/>
                  </a:solidFill>
                  <a:ln w="2249" cap="flat">
                    <a:noFill/>
                    <a:prstDash val="solid"/>
                    <a:miter/>
                  </a:ln>
                </p:spPr>
                <p:txBody>
                  <a:bodyPr rtlCol="0" anchor="ctr"/>
                  <a:lstStyle/>
                  <a:p>
                    <a:endParaRPr lang="en-US"/>
                  </a:p>
                </p:txBody>
              </p:sp>
            </p:grpSp>
            <p:sp>
              <p:nvSpPr>
                <p:cNvPr id="1885" name="Freeform 1884">
                  <a:extLst>
                    <a:ext uri="{FF2B5EF4-FFF2-40B4-BE49-F238E27FC236}">
                      <a16:creationId xmlns:a16="http://schemas.microsoft.com/office/drawing/2014/main" id="{FEAABF8A-3171-623F-BA9C-CBC38FAFADC4}"/>
                    </a:ext>
                  </a:extLst>
                </p:cNvPr>
                <p:cNvSpPr/>
                <p:nvPr/>
              </p:nvSpPr>
              <p:spPr>
                <a:xfrm>
                  <a:off x="1203607" y="4570818"/>
                  <a:ext cx="36266" cy="10821"/>
                </a:xfrm>
                <a:custGeom>
                  <a:avLst/>
                  <a:gdLst>
                    <a:gd name="connsiteX0" fmla="*/ 0 w 7534"/>
                    <a:gd name="connsiteY0" fmla="*/ 0 h 2248"/>
                    <a:gd name="connsiteX1" fmla="*/ 7534 w 7534"/>
                    <a:gd name="connsiteY1" fmla="*/ 0 h 2248"/>
                  </a:gdLst>
                  <a:ahLst/>
                  <a:cxnLst>
                    <a:cxn ang="0">
                      <a:pos x="connsiteX0" y="connsiteY0"/>
                    </a:cxn>
                    <a:cxn ang="0">
                      <a:pos x="connsiteX1" y="connsiteY1"/>
                    </a:cxn>
                  </a:cxnLst>
                  <a:rect l="l" t="t" r="r" b="b"/>
                  <a:pathLst>
                    <a:path w="7534" h="2248">
                      <a:moveTo>
                        <a:pt x="0" y="0"/>
                      </a:moveTo>
                      <a:lnTo>
                        <a:pt x="7534" y="0"/>
                      </a:lnTo>
                    </a:path>
                  </a:pathLst>
                </a:custGeom>
                <a:ln w="4498" cap="sq">
                  <a:solidFill>
                    <a:srgbClr val="262626"/>
                  </a:solidFill>
                  <a:prstDash val="solid"/>
                  <a:round/>
                </a:ln>
              </p:spPr>
              <p:txBody>
                <a:bodyPr rtlCol="0" anchor="ctr"/>
                <a:lstStyle/>
                <a:p>
                  <a:endParaRPr lang="en-US"/>
                </a:p>
              </p:txBody>
            </p:sp>
            <p:sp>
              <p:nvSpPr>
                <p:cNvPr id="1886" name="Freeform 1885">
                  <a:extLst>
                    <a:ext uri="{FF2B5EF4-FFF2-40B4-BE49-F238E27FC236}">
                      <a16:creationId xmlns:a16="http://schemas.microsoft.com/office/drawing/2014/main" id="{D6FF8A53-A72E-BA3E-91DE-4DB07065F4F2}"/>
                    </a:ext>
                  </a:extLst>
                </p:cNvPr>
                <p:cNvSpPr/>
                <p:nvPr/>
              </p:nvSpPr>
              <p:spPr>
                <a:xfrm>
                  <a:off x="1203607" y="3663967"/>
                  <a:ext cx="36266" cy="10821"/>
                </a:xfrm>
                <a:custGeom>
                  <a:avLst/>
                  <a:gdLst>
                    <a:gd name="connsiteX0" fmla="*/ 0 w 7534"/>
                    <a:gd name="connsiteY0" fmla="*/ 0 h 2248"/>
                    <a:gd name="connsiteX1" fmla="*/ 7534 w 7534"/>
                    <a:gd name="connsiteY1" fmla="*/ 0 h 2248"/>
                  </a:gdLst>
                  <a:ahLst/>
                  <a:cxnLst>
                    <a:cxn ang="0">
                      <a:pos x="connsiteX0" y="connsiteY0"/>
                    </a:cxn>
                    <a:cxn ang="0">
                      <a:pos x="connsiteX1" y="connsiteY1"/>
                    </a:cxn>
                  </a:cxnLst>
                  <a:rect l="l" t="t" r="r" b="b"/>
                  <a:pathLst>
                    <a:path w="7534" h="2248">
                      <a:moveTo>
                        <a:pt x="0" y="0"/>
                      </a:moveTo>
                      <a:lnTo>
                        <a:pt x="7534" y="0"/>
                      </a:lnTo>
                    </a:path>
                  </a:pathLst>
                </a:custGeom>
                <a:ln w="4498" cap="sq">
                  <a:solidFill>
                    <a:srgbClr val="262626"/>
                  </a:solidFill>
                  <a:prstDash val="solid"/>
                  <a:round/>
                </a:ln>
              </p:spPr>
              <p:txBody>
                <a:bodyPr rtlCol="0" anchor="ctr"/>
                <a:lstStyle/>
                <a:p>
                  <a:endParaRPr lang="en-US"/>
                </a:p>
              </p:txBody>
            </p:sp>
            <p:sp>
              <p:nvSpPr>
                <p:cNvPr id="1887" name="Freeform 1886">
                  <a:extLst>
                    <a:ext uri="{FF2B5EF4-FFF2-40B4-BE49-F238E27FC236}">
                      <a16:creationId xmlns:a16="http://schemas.microsoft.com/office/drawing/2014/main" id="{82C2CE2A-D929-469A-D507-19559917B9F0}"/>
                    </a:ext>
                  </a:extLst>
                </p:cNvPr>
                <p:cNvSpPr/>
                <p:nvPr/>
              </p:nvSpPr>
              <p:spPr>
                <a:xfrm>
                  <a:off x="1203607" y="2757120"/>
                  <a:ext cx="36266" cy="10821"/>
                </a:xfrm>
                <a:custGeom>
                  <a:avLst/>
                  <a:gdLst>
                    <a:gd name="connsiteX0" fmla="*/ 0 w 7534"/>
                    <a:gd name="connsiteY0" fmla="*/ 0 h 2248"/>
                    <a:gd name="connsiteX1" fmla="*/ 7534 w 7534"/>
                    <a:gd name="connsiteY1" fmla="*/ 0 h 2248"/>
                  </a:gdLst>
                  <a:ahLst/>
                  <a:cxnLst>
                    <a:cxn ang="0">
                      <a:pos x="connsiteX0" y="connsiteY0"/>
                    </a:cxn>
                    <a:cxn ang="0">
                      <a:pos x="connsiteX1" y="connsiteY1"/>
                    </a:cxn>
                  </a:cxnLst>
                  <a:rect l="l" t="t" r="r" b="b"/>
                  <a:pathLst>
                    <a:path w="7534" h="2248">
                      <a:moveTo>
                        <a:pt x="0" y="0"/>
                      </a:moveTo>
                      <a:lnTo>
                        <a:pt x="7534" y="0"/>
                      </a:lnTo>
                    </a:path>
                  </a:pathLst>
                </a:custGeom>
                <a:ln w="4498" cap="sq">
                  <a:solidFill>
                    <a:srgbClr val="262626"/>
                  </a:solidFill>
                  <a:prstDash val="solid"/>
                  <a:round/>
                </a:ln>
              </p:spPr>
              <p:txBody>
                <a:bodyPr rtlCol="0" anchor="ctr"/>
                <a:lstStyle/>
                <a:p>
                  <a:endParaRPr lang="en-US"/>
                </a:p>
              </p:txBody>
            </p:sp>
            <p:sp>
              <p:nvSpPr>
                <p:cNvPr id="1888" name="Freeform 1887">
                  <a:extLst>
                    <a:ext uri="{FF2B5EF4-FFF2-40B4-BE49-F238E27FC236}">
                      <a16:creationId xmlns:a16="http://schemas.microsoft.com/office/drawing/2014/main" id="{0689DE97-AA87-258E-92C3-01ADB1C280A8}"/>
                    </a:ext>
                  </a:extLst>
                </p:cNvPr>
                <p:cNvSpPr/>
                <p:nvPr/>
              </p:nvSpPr>
              <p:spPr>
                <a:xfrm>
                  <a:off x="1203607" y="1850167"/>
                  <a:ext cx="36266" cy="10821"/>
                </a:xfrm>
                <a:custGeom>
                  <a:avLst/>
                  <a:gdLst>
                    <a:gd name="connsiteX0" fmla="*/ 0 w 7534"/>
                    <a:gd name="connsiteY0" fmla="*/ 0 h 2248"/>
                    <a:gd name="connsiteX1" fmla="*/ 7534 w 7534"/>
                    <a:gd name="connsiteY1" fmla="*/ 0 h 2248"/>
                  </a:gdLst>
                  <a:ahLst/>
                  <a:cxnLst>
                    <a:cxn ang="0">
                      <a:pos x="connsiteX0" y="connsiteY0"/>
                    </a:cxn>
                    <a:cxn ang="0">
                      <a:pos x="connsiteX1" y="connsiteY1"/>
                    </a:cxn>
                  </a:cxnLst>
                  <a:rect l="l" t="t" r="r" b="b"/>
                  <a:pathLst>
                    <a:path w="7534" h="2248">
                      <a:moveTo>
                        <a:pt x="0" y="0"/>
                      </a:moveTo>
                      <a:lnTo>
                        <a:pt x="7534" y="0"/>
                      </a:lnTo>
                    </a:path>
                  </a:pathLst>
                </a:custGeom>
                <a:ln w="4498" cap="sq">
                  <a:solidFill>
                    <a:srgbClr val="262626"/>
                  </a:solidFill>
                  <a:prstDash val="solid"/>
                  <a:round/>
                </a:ln>
              </p:spPr>
              <p:txBody>
                <a:bodyPr rtlCol="0" anchor="ctr"/>
                <a:lstStyle/>
                <a:p>
                  <a:endParaRPr lang="en-US"/>
                </a:p>
              </p:txBody>
            </p:sp>
            <p:grpSp>
              <p:nvGrpSpPr>
                <p:cNvPr id="1889" name="Graphic 3">
                  <a:extLst>
                    <a:ext uri="{FF2B5EF4-FFF2-40B4-BE49-F238E27FC236}">
                      <a16:creationId xmlns:a16="http://schemas.microsoft.com/office/drawing/2014/main" id="{D1E908B2-786C-E7FA-781C-AA460F3175C6}"/>
                    </a:ext>
                  </a:extLst>
                </p:cNvPr>
                <p:cNvGrpSpPr/>
                <p:nvPr/>
              </p:nvGrpSpPr>
              <p:grpSpPr>
                <a:xfrm>
                  <a:off x="591214" y="4414065"/>
                  <a:ext cx="498944" cy="187059"/>
                  <a:chOff x="7149975" y="3045513"/>
                  <a:chExt cx="103654" cy="38861"/>
                </a:xfrm>
                <a:solidFill>
                  <a:srgbClr val="231F20"/>
                </a:solidFill>
              </p:grpSpPr>
              <p:sp>
                <p:nvSpPr>
                  <p:cNvPr id="1926" name="Freeform 1925">
                    <a:extLst>
                      <a:ext uri="{FF2B5EF4-FFF2-40B4-BE49-F238E27FC236}">
                        <a16:creationId xmlns:a16="http://schemas.microsoft.com/office/drawing/2014/main" id="{B92F2627-8464-F34B-C703-615BC304C084}"/>
                      </a:ext>
                    </a:extLst>
                  </p:cNvPr>
                  <p:cNvSpPr/>
                  <p:nvPr/>
                </p:nvSpPr>
                <p:spPr>
                  <a:xfrm>
                    <a:off x="7149975" y="3067867"/>
                    <a:ext cx="13650" cy="3350"/>
                  </a:xfrm>
                  <a:custGeom>
                    <a:avLst/>
                    <a:gdLst>
                      <a:gd name="connsiteX0" fmla="*/ 13651 w 13650"/>
                      <a:gd name="connsiteY0" fmla="*/ 0 h 3350"/>
                      <a:gd name="connsiteX1" fmla="*/ 13651 w 13650"/>
                      <a:gd name="connsiteY1" fmla="*/ 3351 h 3350"/>
                      <a:gd name="connsiteX2" fmla="*/ 0 w 13650"/>
                      <a:gd name="connsiteY2" fmla="*/ 3351 h 3350"/>
                      <a:gd name="connsiteX3" fmla="*/ 0 w 13650"/>
                      <a:gd name="connsiteY3" fmla="*/ 0 h 3350"/>
                      <a:gd name="connsiteX4" fmla="*/ 13651 w 13650"/>
                      <a:gd name="connsiteY4" fmla="*/ 0 h 3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50" h="3350">
                        <a:moveTo>
                          <a:pt x="13651" y="0"/>
                        </a:moveTo>
                        <a:lnTo>
                          <a:pt x="13651" y="3351"/>
                        </a:lnTo>
                        <a:lnTo>
                          <a:pt x="0" y="3351"/>
                        </a:lnTo>
                        <a:lnTo>
                          <a:pt x="0" y="0"/>
                        </a:lnTo>
                        <a:lnTo>
                          <a:pt x="13651" y="0"/>
                        </a:lnTo>
                        <a:close/>
                      </a:path>
                    </a:pathLst>
                  </a:custGeom>
                  <a:solidFill>
                    <a:srgbClr val="231F20"/>
                  </a:solidFill>
                  <a:ln w="2249" cap="flat">
                    <a:noFill/>
                    <a:prstDash val="solid"/>
                    <a:miter/>
                  </a:ln>
                </p:spPr>
                <p:txBody>
                  <a:bodyPr rtlCol="0" anchor="ctr"/>
                  <a:lstStyle/>
                  <a:p>
                    <a:endParaRPr lang="en-US"/>
                  </a:p>
                </p:txBody>
              </p:sp>
              <p:sp>
                <p:nvSpPr>
                  <p:cNvPr id="1927" name="Freeform 1926">
                    <a:extLst>
                      <a:ext uri="{FF2B5EF4-FFF2-40B4-BE49-F238E27FC236}">
                        <a16:creationId xmlns:a16="http://schemas.microsoft.com/office/drawing/2014/main" id="{8AFB914B-691F-9B9C-FE79-BF8B9CC281BD}"/>
                      </a:ext>
                    </a:extLst>
                  </p:cNvPr>
                  <p:cNvSpPr/>
                  <p:nvPr/>
                </p:nvSpPr>
                <p:spPr>
                  <a:xfrm>
                    <a:off x="7167966" y="3045513"/>
                    <a:ext cx="25547" cy="38794"/>
                  </a:xfrm>
                  <a:custGeom>
                    <a:avLst/>
                    <a:gdLst>
                      <a:gd name="connsiteX0" fmla="*/ 21388 w 25547"/>
                      <a:gd name="connsiteY0" fmla="*/ 9378 h 38794"/>
                      <a:gd name="connsiteX1" fmla="*/ 19004 w 25547"/>
                      <a:gd name="connsiteY1" fmla="*/ 4700 h 38794"/>
                      <a:gd name="connsiteX2" fmla="*/ 14145 w 25547"/>
                      <a:gd name="connsiteY2" fmla="*/ 2946 h 38794"/>
                      <a:gd name="connsiteX3" fmla="*/ 8613 w 25547"/>
                      <a:gd name="connsiteY3" fmla="*/ 4610 h 38794"/>
                      <a:gd name="connsiteX4" fmla="*/ 5510 w 25547"/>
                      <a:gd name="connsiteY4" fmla="*/ 8838 h 38794"/>
                      <a:gd name="connsiteX5" fmla="*/ 4048 w 25547"/>
                      <a:gd name="connsiteY5" fmla="*/ 14416 h 38794"/>
                      <a:gd name="connsiteX6" fmla="*/ 3463 w 25547"/>
                      <a:gd name="connsiteY6" fmla="*/ 20128 h 38794"/>
                      <a:gd name="connsiteX7" fmla="*/ 5172 w 25547"/>
                      <a:gd name="connsiteY7" fmla="*/ 17969 h 38794"/>
                      <a:gd name="connsiteX8" fmla="*/ 7197 w 25547"/>
                      <a:gd name="connsiteY8" fmla="*/ 16058 h 38794"/>
                      <a:gd name="connsiteX9" fmla="*/ 9850 w 25547"/>
                      <a:gd name="connsiteY9" fmla="*/ 14708 h 38794"/>
                      <a:gd name="connsiteX10" fmla="*/ 13471 w 25547"/>
                      <a:gd name="connsiteY10" fmla="*/ 14191 h 38794"/>
                      <a:gd name="connsiteX11" fmla="*/ 22400 w 25547"/>
                      <a:gd name="connsiteY11" fmla="*/ 17452 h 38794"/>
                      <a:gd name="connsiteX12" fmla="*/ 25548 w 25547"/>
                      <a:gd name="connsiteY12" fmla="*/ 26448 h 38794"/>
                      <a:gd name="connsiteX13" fmla="*/ 22355 w 25547"/>
                      <a:gd name="connsiteY13" fmla="*/ 35511 h 38794"/>
                      <a:gd name="connsiteX14" fmla="*/ 13336 w 25547"/>
                      <a:gd name="connsiteY14" fmla="*/ 38795 h 38794"/>
                      <a:gd name="connsiteX15" fmla="*/ 8051 w 25547"/>
                      <a:gd name="connsiteY15" fmla="*/ 37850 h 38794"/>
                      <a:gd name="connsiteX16" fmla="*/ 3846 w 25547"/>
                      <a:gd name="connsiteY16" fmla="*/ 34746 h 38794"/>
                      <a:gd name="connsiteX17" fmla="*/ 1034 w 25547"/>
                      <a:gd name="connsiteY17" fmla="*/ 29102 h 38794"/>
                      <a:gd name="connsiteX18" fmla="*/ 0 w 25547"/>
                      <a:gd name="connsiteY18" fmla="*/ 20600 h 38794"/>
                      <a:gd name="connsiteX19" fmla="*/ 585 w 25547"/>
                      <a:gd name="connsiteY19" fmla="*/ 13561 h 38794"/>
                      <a:gd name="connsiteX20" fmla="*/ 2721 w 25547"/>
                      <a:gd name="connsiteY20" fmla="*/ 6904 h 38794"/>
                      <a:gd name="connsiteX21" fmla="*/ 6926 w 25547"/>
                      <a:gd name="connsiteY21" fmla="*/ 1934 h 38794"/>
                      <a:gd name="connsiteX22" fmla="*/ 13808 w 25547"/>
                      <a:gd name="connsiteY22" fmla="*/ 0 h 38794"/>
                      <a:gd name="connsiteX23" fmla="*/ 21365 w 25547"/>
                      <a:gd name="connsiteY23" fmla="*/ 2384 h 38794"/>
                      <a:gd name="connsiteX24" fmla="*/ 24918 w 25547"/>
                      <a:gd name="connsiteY24" fmla="*/ 9356 h 38794"/>
                      <a:gd name="connsiteX25" fmla="*/ 21365 w 25547"/>
                      <a:gd name="connsiteY25" fmla="*/ 9356 h 38794"/>
                      <a:gd name="connsiteX26" fmla="*/ 21365 w 25547"/>
                      <a:gd name="connsiteY26" fmla="*/ 9356 h 38794"/>
                      <a:gd name="connsiteX27" fmla="*/ 13359 w 25547"/>
                      <a:gd name="connsiteY27" fmla="*/ 17115 h 38794"/>
                      <a:gd name="connsiteX28" fmla="*/ 9760 w 25547"/>
                      <a:gd name="connsiteY28" fmla="*/ 17879 h 38794"/>
                      <a:gd name="connsiteX29" fmla="*/ 7061 w 25547"/>
                      <a:gd name="connsiteY29" fmla="*/ 19926 h 38794"/>
                      <a:gd name="connsiteX30" fmla="*/ 5352 w 25547"/>
                      <a:gd name="connsiteY30" fmla="*/ 22917 h 38794"/>
                      <a:gd name="connsiteX31" fmla="*/ 4768 w 25547"/>
                      <a:gd name="connsiteY31" fmla="*/ 26560 h 38794"/>
                      <a:gd name="connsiteX32" fmla="*/ 5217 w 25547"/>
                      <a:gd name="connsiteY32" fmla="*/ 29821 h 38794"/>
                      <a:gd name="connsiteX33" fmla="*/ 6724 w 25547"/>
                      <a:gd name="connsiteY33" fmla="*/ 32812 h 38794"/>
                      <a:gd name="connsiteX34" fmla="*/ 9400 w 25547"/>
                      <a:gd name="connsiteY34" fmla="*/ 35016 h 38794"/>
                      <a:gd name="connsiteX35" fmla="*/ 13404 w 25547"/>
                      <a:gd name="connsiteY35" fmla="*/ 35871 h 38794"/>
                      <a:gd name="connsiteX36" fmla="*/ 17474 w 25547"/>
                      <a:gd name="connsiteY36" fmla="*/ 35039 h 38794"/>
                      <a:gd name="connsiteX37" fmla="*/ 20151 w 25547"/>
                      <a:gd name="connsiteY37" fmla="*/ 32835 h 38794"/>
                      <a:gd name="connsiteX38" fmla="*/ 21635 w 25547"/>
                      <a:gd name="connsiteY38" fmla="*/ 29754 h 38794"/>
                      <a:gd name="connsiteX39" fmla="*/ 22084 w 25547"/>
                      <a:gd name="connsiteY39" fmla="*/ 26335 h 38794"/>
                      <a:gd name="connsiteX40" fmla="*/ 19948 w 25547"/>
                      <a:gd name="connsiteY40" fmla="*/ 19498 h 38794"/>
                      <a:gd name="connsiteX41" fmla="*/ 13336 w 25547"/>
                      <a:gd name="connsiteY41" fmla="*/ 17092 h 38794"/>
                      <a:gd name="connsiteX42" fmla="*/ 13359 w 25547"/>
                      <a:gd name="connsiteY42" fmla="*/ 17092 h 387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5547" h="38794">
                        <a:moveTo>
                          <a:pt x="21388" y="9378"/>
                        </a:moveTo>
                        <a:cubicBezTo>
                          <a:pt x="20982" y="7444"/>
                          <a:pt x="20196" y="5870"/>
                          <a:pt x="19004" y="4700"/>
                        </a:cubicBezTo>
                        <a:cubicBezTo>
                          <a:pt x="17812" y="3531"/>
                          <a:pt x="16192" y="2946"/>
                          <a:pt x="14145" y="2946"/>
                        </a:cubicBezTo>
                        <a:cubicBezTo>
                          <a:pt x="11807" y="2946"/>
                          <a:pt x="9963" y="3508"/>
                          <a:pt x="8613" y="4610"/>
                        </a:cubicBezTo>
                        <a:cubicBezTo>
                          <a:pt x="7264" y="5712"/>
                          <a:pt x="6230" y="7129"/>
                          <a:pt x="5510" y="8838"/>
                        </a:cubicBezTo>
                        <a:cubicBezTo>
                          <a:pt x="4790" y="10548"/>
                          <a:pt x="4295" y="12414"/>
                          <a:pt x="4048" y="14416"/>
                        </a:cubicBezTo>
                        <a:cubicBezTo>
                          <a:pt x="3801" y="16440"/>
                          <a:pt x="3598" y="18329"/>
                          <a:pt x="3463" y="20128"/>
                        </a:cubicBezTo>
                        <a:cubicBezTo>
                          <a:pt x="4003" y="19409"/>
                          <a:pt x="4565" y="18689"/>
                          <a:pt x="5172" y="17969"/>
                        </a:cubicBezTo>
                        <a:cubicBezTo>
                          <a:pt x="5757" y="17250"/>
                          <a:pt x="6432" y="16620"/>
                          <a:pt x="7197" y="16058"/>
                        </a:cubicBezTo>
                        <a:cubicBezTo>
                          <a:pt x="7961" y="15495"/>
                          <a:pt x="8838" y="15046"/>
                          <a:pt x="9850" y="14708"/>
                        </a:cubicBezTo>
                        <a:cubicBezTo>
                          <a:pt x="10862" y="14371"/>
                          <a:pt x="12054" y="14191"/>
                          <a:pt x="13471" y="14191"/>
                        </a:cubicBezTo>
                        <a:cubicBezTo>
                          <a:pt x="17317" y="14191"/>
                          <a:pt x="20308" y="15270"/>
                          <a:pt x="22400" y="17452"/>
                        </a:cubicBezTo>
                        <a:cubicBezTo>
                          <a:pt x="24513" y="19633"/>
                          <a:pt x="25548" y="22625"/>
                          <a:pt x="25548" y="26448"/>
                        </a:cubicBezTo>
                        <a:cubicBezTo>
                          <a:pt x="25548" y="30271"/>
                          <a:pt x="24491" y="33330"/>
                          <a:pt x="22355" y="35511"/>
                        </a:cubicBezTo>
                        <a:cubicBezTo>
                          <a:pt x="20241" y="37715"/>
                          <a:pt x="17227" y="38795"/>
                          <a:pt x="13336" y="38795"/>
                        </a:cubicBezTo>
                        <a:cubicBezTo>
                          <a:pt x="11424" y="38795"/>
                          <a:pt x="9670" y="38480"/>
                          <a:pt x="8051" y="37850"/>
                        </a:cubicBezTo>
                        <a:cubicBezTo>
                          <a:pt x="6432" y="37220"/>
                          <a:pt x="5038" y="36186"/>
                          <a:pt x="3846" y="34746"/>
                        </a:cubicBezTo>
                        <a:cubicBezTo>
                          <a:pt x="2654" y="33307"/>
                          <a:pt x="1732" y="31418"/>
                          <a:pt x="1034" y="29102"/>
                        </a:cubicBezTo>
                        <a:cubicBezTo>
                          <a:pt x="360" y="26785"/>
                          <a:pt x="0" y="23951"/>
                          <a:pt x="0" y="20600"/>
                        </a:cubicBezTo>
                        <a:cubicBezTo>
                          <a:pt x="0" y="18329"/>
                          <a:pt x="202" y="15990"/>
                          <a:pt x="585" y="13561"/>
                        </a:cubicBezTo>
                        <a:cubicBezTo>
                          <a:pt x="989" y="11132"/>
                          <a:pt x="1687" y="8906"/>
                          <a:pt x="2721" y="6904"/>
                        </a:cubicBezTo>
                        <a:cubicBezTo>
                          <a:pt x="3756" y="4880"/>
                          <a:pt x="5150" y="3239"/>
                          <a:pt x="6926" y="1934"/>
                        </a:cubicBezTo>
                        <a:cubicBezTo>
                          <a:pt x="8703" y="630"/>
                          <a:pt x="10997" y="0"/>
                          <a:pt x="13808" y="0"/>
                        </a:cubicBezTo>
                        <a:cubicBezTo>
                          <a:pt x="16822" y="0"/>
                          <a:pt x="19341" y="787"/>
                          <a:pt x="21365" y="2384"/>
                        </a:cubicBezTo>
                        <a:cubicBezTo>
                          <a:pt x="23389" y="3981"/>
                          <a:pt x="24558" y="6297"/>
                          <a:pt x="24918" y="9356"/>
                        </a:cubicBezTo>
                        <a:lnTo>
                          <a:pt x="21365" y="9356"/>
                        </a:lnTo>
                        <a:lnTo>
                          <a:pt x="21365" y="9356"/>
                        </a:lnTo>
                        <a:close/>
                        <a:moveTo>
                          <a:pt x="13359" y="17115"/>
                        </a:moveTo>
                        <a:cubicBezTo>
                          <a:pt x="12032" y="17115"/>
                          <a:pt x="10840" y="17362"/>
                          <a:pt x="9760" y="17879"/>
                        </a:cubicBezTo>
                        <a:cubicBezTo>
                          <a:pt x="8703" y="18374"/>
                          <a:pt x="7804" y="19071"/>
                          <a:pt x="7061" y="19926"/>
                        </a:cubicBezTo>
                        <a:cubicBezTo>
                          <a:pt x="6319" y="20780"/>
                          <a:pt x="5757" y="21792"/>
                          <a:pt x="5352" y="22917"/>
                        </a:cubicBezTo>
                        <a:cubicBezTo>
                          <a:pt x="4948" y="24041"/>
                          <a:pt x="4768" y="25256"/>
                          <a:pt x="4768" y="26560"/>
                        </a:cubicBezTo>
                        <a:cubicBezTo>
                          <a:pt x="4768" y="27640"/>
                          <a:pt x="4925" y="28719"/>
                          <a:pt x="5217" y="29821"/>
                        </a:cubicBezTo>
                        <a:cubicBezTo>
                          <a:pt x="5532" y="30923"/>
                          <a:pt x="6027" y="31913"/>
                          <a:pt x="6724" y="32812"/>
                        </a:cubicBezTo>
                        <a:cubicBezTo>
                          <a:pt x="7421" y="33712"/>
                          <a:pt x="8321" y="34454"/>
                          <a:pt x="9400" y="35016"/>
                        </a:cubicBezTo>
                        <a:cubicBezTo>
                          <a:pt x="10480" y="35601"/>
                          <a:pt x="11807" y="35871"/>
                          <a:pt x="13404" y="35871"/>
                        </a:cubicBezTo>
                        <a:cubicBezTo>
                          <a:pt x="15000" y="35871"/>
                          <a:pt x="16372" y="35601"/>
                          <a:pt x="17474" y="35039"/>
                        </a:cubicBezTo>
                        <a:cubicBezTo>
                          <a:pt x="18576" y="34476"/>
                          <a:pt x="19453" y="33734"/>
                          <a:pt x="20151" y="32835"/>
                        </a:cubicBezTo>
                        <a:cubicBezTo>
                          <a:pt x="20825" y="31913"/>
                          <a:pt x="21320" y="30901"/>
                          <a:pt x="21635" y="29754"/>
                        </a:cubicBezTo>
                        <a:cubicBezTo>
                          <a:pt x="21950" y="28629"/>
                          <a:pt x="22084" y="27482"/>
                          <a:pt x="22084" y="26335"/>
                        </a:cubicBezTo>
                        <a:cubicBezTo>
                          <a:pt x="22084" y="23389"/>
                          <a:pt x="21365" y="21118"/>
                          <a:pt x="19948" y="19498"/>
                        </a:cubicBezTo>
                        <a:cubicBezTo>
                          <a:pt x="18531" y="17902"/>
                          <a:pt x="16327" y="17092"/>
                          <a:pt x="13336" y="17092"/>
                        </a:cubicBezTo>
                        <a:lnTo>
                          <a:pt x="13359" y="17092"/>
                        </a:lnTo>
                        <a:close/>
                      </a:path>
                    </a:pathLst>
                  </a:custGeom>
                  <a:solidFill>
                    <a:srgbClr val="231F20"/>
                  </a:solidFill>
                  <a:ln w="2249" cap="flat">
                    <a:noFill/>
                    <a:prstDash val="solid"/>
                    <a:miter/>
                  </a:ln>
                </p:spPr>
                <p:txBody>
                  <a:bodyPr rtlCol="0" anchor="ctr"/>
                  <a:lstStyle/>
                  <a:p>
                    <a:endParaRPr lang="en-US"/>
                  </a:p>
                </p:txBody>
              </p:sp>
              <p:sp>
                <p:nvSpPr>
                  <p:cNvPr id="1928" name="Freeform 1927">
                    <a:extLst>
                      <a:ext uri="{FF2B5EF4-FFF2-40B4-BE49-F238E27FC236}">
                        <a16:creationId xmlns:a16="http://schemas.microsoft.com/office/drawing/2014/main" id="{32667D3D-CD5D-8AB7-ACAF-87B556B67ECC}"/>
                      </a:ext>
                    </a:extLst>
                  </p:cNvPr>
                  <p:cNvSpPr/>
                  <p:nvPr/>
                </p:nvSpPr>
                <p:spPr>
                  <a:xfrm>
                    <a:off x="7197832" y="3045558"/>
                    <a:ext cx="25773" cy="38817"/>
                  </a:xfrm>
                  <a:custGeom>
                    <a:avLst/>
                    <a:gdLst>
                      <a:gd name="connsiteX0" fmla="*/ 12932 w 25773"/>
                      <a:gd name="connsiteY0" fmla="*/ 0 h 38817"/>
                      <a:gd name="connsiteX1" fmla="*/ 17790 w 25773"/>
                      <a:gd name="connsiteY1" fmla="*/ 832 h 38817"/>
                      <a:gd name="connsiteX2" fmla="*/ 21276 w 25773"/>
                      <a:gd name="connsiteY2" fmla="*/ 3126 h 38817"/>
                      <a:gd name="connsiteX3" fmla="*/ 23592 w 25773"/>
                      <a:gd name="connsiteY3" fmla="*/ 6522 h 38817"/>
                      <a:gd name="connsiteX4" fmla="*/ 24964 w 25773"/>
                      <a:gd name="connsiteY4" fmla="*/ 10660 h 38817"/>
                      <a:gd name="connsiteX5" fmla="*/ 25616 w 25773"/>
                      <a:gd name="connsiteY5" fmla="*/ 15158 h 38817"/>
                      <a:gd name="connsiteX6" fmla="*/ 25774 w 25773"/>
                      <a:gd name="connsiteY6" fmla="*/ 19701 h 38817"/>
                      <a:gd name="connsiteX7" fmla="*/ 25234 w 25773"/>
                      <a:gd name="connsiteY7" fmla="*/ 26943 h 38817"/>
                      <a:gd name="connsiteX8" fmla="*/ 23254 w 25773"/>
                      <a:gd name="connsiteY8" fmla="*/ 33037 h 38817"/>
                      <a:gd name="connsiteX9" fmla="*/ 19341 w 25773"/>
                      <a:gd name="connsiteY9" fmla="*/ 37243 h 38817"/>
                      <a:gd name="connsiteX10" fmla="*/ 12910 w 25773"/>
                      <a:gd name="connsiteY10" fmla="*/ 38817 h 38817"/>
                      <a:gd name="connsiteX11" fmla="*/ 6455 w 25773"/>
                      <a:gd name="connsiteY11" fmla="*/ 37243 h 38817"/>
                      <a:gd name="connsiteX12" fmla="*/ 2519 w 25773"/>
                      <a:gd name="connsiteY12" fmla="*/ 33015 h 38817"/>
                      <a:gd name="connsiteX13" fmla="*/ 540 w 25773"/>
                      <a:gd name="connsiteY13" fmla="*/ 26808 h 38817"/>
                      <a:gd name="connsiteX14" fmla="*/ 0 w 25773"/>
                      <a:gd name="connsiteY14" fmla="*/ 19341 h 38817"/>
                      <a:gd name="connsiteX15" fmla="*/ 495 w 25773"/>
                      <a:gd name="connsiteY15" fmla="*/ 12279 h 38817"/>
                      <a:gd name="connsiteX16" fmla="*/ 2362 w 25773"/>
                      <a:gd name="connsiteY16" fmla="*/ 6095 h 38817"/>
                      <a:gd name="connsiteX17" fmla="*/ 6275 w 25773"/>
                      <a:gd name="connsiteY17" fmla="*/ 1687 h 38817"/>
                      <a:gd name="connsiteX18" fmla="*/ 12910 w 25773"/>
                      <a:gd name="connsiteY18" fmla="*/ 23 h 38817"/>
                      <a:gd name="connsiteX19" fmla="*/ 12910 w 25773"/>
                      <a:gd name="connsiteY19" fmla="*/ 23 h 38817"/>
                      <a:gd name="connsiteX20" fmla="*/ 22333 w 25773"/>
                      <a:gd name="connsiteY20" fmla="*/ 19296 h 38817"/>
                      <a:gd name="connsiteX21" fmla="*/ 21972 w 25773"/>
                      <a:gd name="connsiteY21" fmla="*/ 13269 h 38817"/>
                      <a:gd name="connsiteX22" fmla="*/ 20601 w 25773"/>
                      <a:gd name="connsiteY22" fmla="*/ 8006 h 38817"/>
                      <a:gd name="connsiteX23" fmla="*/ 17722 w 25773"/>
                      <a:gd name="connsiteY23" fmla="*/ 4273 h 38817"/>
                      <a:gd name="connsiteX24" fmla="*/ 12842 w 25773"/>
                      <a:gd name="connsiteY24" fmla="*/ 2879 h 38817"/>
                      <a:gd name="connsiteX25" fmla="*/ 8164 w 25773"/>
                      <a:gd name="connsiteY25" fmla="*/ 4318 h 38817"/>
                      <a:gd name="connsiteX26" fmla="*/ 5330 w 25773"/>
                      <a:gd name="connsiteY26" fmla="*/ 8119 h 38817"/>
                      <a:gd name="connsiteX27" fmla="*/ 3891 w 25773"/>
                      <a:gd name="connsiteY27" fmla="*/ 13516 h 38817"/>
                      <a:gd name="connsiteX28" fmla="*/ 3486 w 25773"/>
                      <a:gd name="connsiteY28" fmla="*/ 19678 h 38817"/>
                      <a:gd name="connsiteX29" fmla="*/ 3936 w 25773"/>
                      <a:gd name="connsiteY29" fmla="*/ 26335 h 38817"/>
                      <a:gd name="connsiteX30" fmla="*/ 5465 w 25773"/>
                      <a:gd name="connsiteY30" fmla="*/ 31440 h 38817"/>
                      <a:gd name="connsiteX31" fmla="*/ 8344 w 25773"/>
                      <a:gd name="connsiteY31" fmla="*/ 34701 h 38817"/>
                      <a:gd name="connsiteX32" fmla="*/ 12910 w 25773"/>
                      <a:gd name="connsiteY32" fmla="*/ 35871 h 38817"/>
                      <a:gd name="connsiteX33" fmla="*/ 17857 w 25773"/>
                      <a:gd name="connsiteY33" fmla="*/ 34364 h 38817"/>
                      <a:gd name="connsiteX34" fmla="*/ 20691 w 25773"/>
                      <a:gd name="connsiteY34" fmla="*/ 30473 h 38817"/>
                      <a:gd name="connsiteX35" fmla="*/ 21995 w 25773"/>
                      <a:gd name="connsiteY35" fmla="*/ 25121 h 38817"/>
                      <a:gd name="connsiteX36" fmla="*/ 22310 w 25773"/>
                      <a:gd name="connsiteY36" fmla="*/ 19296 h 38817"/>
                      <a:gd name="connsiteX37" fmla="*/ 22333 w 25773"/>
                      <a:gd name="connsiteY37" fmla="*/ 19296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3" h="38817">
                        <a:moveTo>
                          <a:pt x="12932" y="0"/>
                        </a:moveTo>
                        <a:cubicBezTo>
                          <a:pt x="14798" y="0"/>
                          <a:pt x="16418" y="270"/>
                          <a:pt x="17790" y="832"/>
                        </a:cubicBezTo>
                        <a:cubicBezTo>
                          <a:pt x="19161" y="1394"/>
                          <a:pt x="20308" y="2159"/>
                          <a:pt x="21276" y="3126"/>
                        </a:cubicBezTo>
                        <a:cubicBezTo>
                          <a:pt x="22220" y="4093"/>
                          <a:pt x="23007" y="5240"/>
                          <a:pt x="23592" y="6522"/>
                        </a:cubicBezTo>
                        <a:cubicBezTo>
                          <a:pt x="24176" y="7826"/>
                          <a:pt x="24649" y="9198"/>
                          <a:pt x="24964" y="10660"/>
                        </a:cubicBezTo>
                        <a:cubicBezTo>
                          <a:pt x="25279" y="12122"/>
                          <a:pt x="25503" y="13629"/>
                          <a:pt x="25616" y="15158"/>
                        </a:cubicBezTo>
                        <a:cubicBezTo>
                          <a:pt x="25729" y="16687"/>
                          <a:pt x="25774" y="18217"/>
                          <a:pt x="25774" y="19701"/>
                        </a:cubicBezTo>
                        <a:cubicBezTo>
                          <a:pt x="25774" y="22220"/>
                          <a:pt x="25593" y="24626"/>
                          <a:pt x="25234" y="26943"/>
                        </a:cubicBezTo>
                        <a:cubicBezTo>
                          <a:pt x="24874" y="29236"/>
                          <a:pt x="24221" y="31283"/>
                          <a:pt x="23254" y="33037"/>
                        </a:cubicBezTo>
                        <a:cubicBezTo>
                          <a:pt x="22310" y="34791"/>
                          <a:pt x="21005" y="36208"/>
                          <a:pt x="19341" y="37243"/>
                        </a:cubicBezTo>
                        <a:cubicBezTo>
                          <a:pt x="17677" y="38277"/>
                          <a:pt x="15541" y="38817"/>
                          <a:pt x="12910" y="38817"/>
                        </a:cubicBezTo>
                        <a:cubicBezTo>
                          <a:pt x="10278" y="38817"/>
                          <a:pt x="8141" y="38300"/>
                          <a:pt x="6455" y="37243"/>
                        </a:cubicBezTo>
                        <a:cubicBezTo>
                          <a:pt x="4791" y="36208"/>
                          <a:pt x="3463" y="34791"/>
                          <a:pt x="2519" y="33015"/>
                        </a:cubicBezTo>
                        <a:cubicBezTo>
                          <a:pt x="1575" y="31238"/>
                          <a:pt x="900" y="29169"/>
                          <a:pt x="540" y="26808"/>
                        </a:cubicBezTo>
                        <a:cubicBezTo>
                          <a:pt x="180" y="24446"/>
                          <a:pt x="0" y="21950"/>
                          <a:pt x="0" y="19341"/>
                        </a:cubicBezTo>
                        <a:cubicBezTo>
                          <a:pt x="0" y="16935"/>
                          <a:pt x="158" y="14573"/>
                          <a:pt x="495" y="12279"/>
                        </a:cubicBezTo>
                        <a:cubicBezTo>
                          <a:pt x="810" y="9985"/>
                          <a:pt x="1440" y="7916"/>
                          <a:pt x="2362" y="6095"/>
                        </a:cubicBezTo>
                        <a:cubicBezTo>
                          <a:pt x="3284" y="4273"/>
                          <a:pt x="4588" y="2811"/>
                          <a:pt x="6275" y="1687"/>
                        </a:cubicBezTo>
                        <a:cubicBezTo>
                          <a:pt x="7961" y="562"/>
                          <a:pt x="10188" y="23"/>
                          <a:pt x="12910" y="23"/>
                        </a:cubicBezTo>
                        <a:lnTo>
                          <a:pt x="12910" y="23"/>
                        </a:lnTo>
                        <a:close/>
                        <a:moveTo>
                          <a:pt x="22333" y="19296"/>
                        </a:moveTo>
                        <a:cubicBezTo>
                          <a:pt x="22333" y="17250"/>
                          <a:pt x="22220" y="15248"/>
                          <a:pt x="21972" y="13269"/>
                        </a:cubicBezTo>
                        <a:cubicBezTo>
                          <a:pt x="21725" y="11290"/>
                          <a:pt x="21276" y="9558"/>
                          <a:pt x="20601" y="8006"/>
                        </a:cubicBezTo>
                        <a:cubicBezTo>
                          <a:pt x="19926" y="6455"/>
                          <a:pt x="18959" y="5218"/>
                          <a:pt x="17722" y="4273"/>
                        </a:cubicBezTo>
                        <a:cubicBezTo>
                          <a:pt x="16485" y="3328"/>
                          <a:pt x="14843" y="2879"/>
                          <a:pt x="12842" y="2879"/>
                        </a:cubicBezTo>
                        <a:cubicBezTo>
                          <a:pt x="10840" y="2879"/>
                          <a:pt x="9379" y="3351"/>
                          <a:pt x="8164" y="4318"/>
                        </a:cubicBezTo>
                        <a:cubicBezTo>
                          <a:pt x="6949" y="5285"/>
                          <a:pt x="6005" y="6544"/>
                          <a:pt x="5330" y="8119"/>
                        </a:cubicBezTo>
                        <a:cubicBezTo>
                          <a:pt x="4655" y="9693"/>
                          <a:pt x="4161" y="11492"/>
                          <a:pt x="3891" y="13516"/>
                        </a:cubicBezTo>
                        <a:cubicBezTo>
                          <a:pt x="3621" y="15540"/>
                          <a:pt x="3486" y="17587"/>
                          <a:pt x="3486" y="19678"/>
                        </a:cubicBezTo>
                        <a:cubicBezTo>
                          <a:pt x="3486" y="22130"/>
                          <a:pt x="3644" y="24356"/>
                          <a:pt x="3936" y="26335"/>
                        </a:cubicBezTo>
                        <a:cubicBezTo>
                          <a:pt x="4251" y="28337"/>
                          <a:pt x="4746" y="30024"/>
                          <a:pt x="5465" y="31440"/>
                        </a:cubicBezTo>
                        <a:cubicBezTo>
                          <a:pt x="6185" y="32835"/>
                          <a:pt x="7152" y="33937"/>
                          <a:pt x="8344" y="34701"/>
                        </a:cubicBezTo>
                        <a:cubicBezTo>
                          <a:pt x="9558" y="35466"/>
                          <a:pt x="11065" y="35871"/>
                          <a:pt x="12910" y="35871"/>
                        </a:cubicBezTo>
                        <a:cubicBezTo>
                          <a:pt x="14956" y="35871"/>
                          <a:pt x="16598" y="35376"/>
                          <a:pt x="17857" y="34364"/>
                        </a:cubicBezTo>
                        <a:cubicBezTo>
                          <a:pt x="19094" y="33352"/>
                          <a:pt x="20039" y="32070"/>
                          <a:pt x="20691" y="30473"/>
                        </a:cubicBezTo>
                        <a:cubicBezTo>
                          <a:pt x="21343" y="28877"/>
                          <a:pt x="21770" y="27100"/>
                          <a:pt x="21995" y="25121"/>
                        </a:cubicBezTo>
                        <a:cubicBezTo>
                          <a:pt x="22220" y="23142"/>
                          <a:pt x="22310" y="21208"/>
                          <a:pt x="22310" y="19296"/>
                        </a:cubicBezTo>
                        <a:lnTo>
                          <a:pt x="22333" y="19296"/>
                        </a:lnTo>
                        <a:close/>
                      </a:path>
                    </a:pathLst>
                  </a:custGeom>
                  <a:solidFill>
                    <a:srgbClr val="231F20"/>
                  </a:solidFill>
                  <a:ln w="2249" cap="flat">
                    <a:noFill/>
                    <a:prstDash val="solid"/>
                    <a:miter/>
                  </a:ln>
                </p:spPr>
                <p:txBody>
                  <a:bodyPr rtlCol="0" anchor="ctr"/>
                  <a:lstStyle/>
                  <a:p>
                    <a:endParaRPr lang="en-US"/>
                  </a:p>
                </p:txBody>
              </p:sp>
              <p:sp>
                <p:nvSpPr>
                  <p:cNvPr id="1929" name="Freeform 1928">
                    <a:extLst>
                      <a:ext uri="{FF2B5EF4-FFF2-40B4-BE49-F238E27FC236}">
                        <a16:creationId xmlns:a16="http://schemas.microsoft.com/office/drawing/2014/main" id="{90F92D8F-9518-2F31-B64C-08578CB3775B}"/>
                      </a:ext>
                    </a:extLst>
                  </p:cNvPr>
                  <p:cNvSpPr/>
                  <p:nvPr/>
                </p:nvSpPr>
                <p:spPr>
                  <a:xfrm>
                    <a:off x="7227856" y="3045558"/>
                    <a:ext cx="25772" cy="3881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4 w 25772"/>
                      <a:gd name="connsiteY4" fmla="*/ 10660 h 38817"/>
                      <a:gd name="connsiteX5" fmla="*/ 25616 w 25772"/>
                      <a:gd name="connsiteY5" fmla="*/ 15158 h 38817"/>
                      <a:gd name="connsiteX6" fmla="*/ 25773 w 25772"/>
                      <a:gd name="connsiteY6" fmla="*/ 19701 h 38817"/>
                      <a:gd name="connsiteX7" fmla="*/ 25233 w 25772"/>
                      <a:gd name="connsiteY7" fmla="*/ 26943 h 38817"/>
                      <a:gd name="connsiteX8" fmla="*/ 23254 w 25772"/>
                      <a:gd name="connsiteY8" fmla="*/ 33037 h 38817"/>
                      <a:gd name="connsiteX9" fmla="*/ 19341 w 25772"/>
                      <a:gd name="connsiteY9" fmla="*/ 37243 h 38817"/>
                      <a:gd name="connsiteX10" fmla="*/ 12909 w 25772"/>
                      <a:gd name="connsiteY10" fmla="*/ 38817 h 38817"/>
                      <a:gd name="connsiteX11" fmla="*/ 6455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2 w 25772"/>
                      <a:gd name="connsiteY16" fmla="*/ 6095 h 38817"/>
                      <a:gd name="connsiteX17" fmla="*/ 6275 w 25772"/>
                      <a:gd name="connsiteY17" fmla="*/ 1687 h 38817"/>
                      <a:gd name="connsiteX18" fmla="*/ 12909 w 25772"/>
                      <a:gd name="connsiteY18" fmla="*/ 23 h 38817"/>
                      <a:gd name="connsiteX19" fmla="*/ 12909 w 25772"/>
                      <a:gd name="connsiteY19" fmla="*/ 23 h 38817"/>
                      <a:gd name="connsiteX20" fmla="*/ 22309 w 25772"/>
                      <a:gd name="connsiteY20" fmla="*/ 19296 h 38817"/>
                      <a:gd name="connsiteX21" fmla="*/ 21950 w 25772"/>
                      <a:gd name="connsiteY21" fmla="*/ 13269 h 38817"/>
                      <a:gd name="connsiteX22" fmla="*/ 20578 w 25772"/>
                      <a:gd name="connsiteY22" fmla="*/ 8006 h 38817"/>
                      <a:gd name="connsiteX23" fmla="*/ 17700 w 25772"/>
                      <a:gd name="connsiteY23" fmla="*/ 4273 h 38817"/>
                      <a:gd name="connsiteX24" fmla="*/ 12819 w 25772"/>
                      <a:gd name="connsiteY24" fmla="*/ 2879 h 38817"/>
                      <a:gd name="connsiteX25" fmla="*/ 8141 w 25772"/>
                      <a:gd name="connsiteY25" fmla="*/ 4318 h 38817"/>
                      <a:gd name="connsiteX26" fmla="*/ 5308 w 25772"/>
                      <a:gd name="connsiteY26" fmla="*/ 8119 h 38817"/>
                      <a:gd name="connsiteX27" fmla="*/ 3868 w 25772"/>
                      <a:gd name="connsiteY27" fmla="*/ 13516 h 38817"/>
                      <a:gd name="connsiteX28" fmla="*/ 3463 w 25772"/>
                      <a:gd name="connsiteY28" fmla="*/ 19678 h 38817"/>
                      <a:gd name="connsiteX29" fmla="*/ 3913 w 25772"/>
                      <a:gd name="connsiteY29" fmla="*/ 26335 h 38817"/>
                      <a:gd name="connsiteX30" fmla="*/ 5442 w 25772"/>
                      <a:gd name="connsiteY30" fmla="*/ 31440 h 38817"/>
                      <a:gd name="connsiteX31" fmla="*/ 8321 w 25772"/>
                      <a:gd name="connsiteY31" fmla="*/ 34701 h 38817"/>
                      <a:gd name="connsiteX32" fmla="*/ 12886 w 25772"/>
                      <a:gd name="connsiteY32" fmla="*/ 35871 h 38817"/>
                      <a:gd name="connsiteX33" fmla="*/ 17834 w 25772"/>
                      <a:gd name="connsiteY33" fmla="*/ 34364 h 38817"/>
                      <a:gd name="connsiteX34" fmla="*/ 20668 w 25772"/>
                      <a:gd name="connsiteY34" fmla="*/ 30473 h 38817"/>
                      <a:gd name="connsiteX35" fmla="*/ 21972 w 25772"/>
                      <a:gd name="connsiteY35" fmla="*/ 25121 h 38817"/>
                      <a:gd name="connsiteX36" fmla="*/ 22287 w 25772"/>
                      <a:gd name="connsiteY36" fmla="*/ 19296 h 38817"/>
                      <a:gd name="connsiteX37" fmla="*/ 22309 w 25772"/>
                      <a:gd name="connsiteY37" fmla="*/ 19296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7">
                        <a:moveTo>
                          <a:pt x="12932" y="0"/>
                        </a:moveTo>
                        <a:cubicBezTo>
                          <a:pt x="14798" y="0"/>
                          <a:pt x="16418" y="270"/>
                          <a:pt x="17789" y="832"/>
                        </a:cubicBezTo>
                        <a:cubicBezTo>
                          <a:pt x="19161" y="1394"/>
                          <a:pt x="20308" y="2159"/>
                          <a:pt x="21275" y="3126"/>
                        </a:cubicBezTo>
                        <a:cubicBezTo>
                          <a:pt x="22220" y="4093"/>
                          <a:pt x="23007" y="5240"/>
                          <a:pt x="23592" y="6522"/>
                        </a:cubicBezTo>
                        <a:cubicBezTo>
                          <a:pt x="24176" y="7826"/>
                          <a:pt x="24648" y="9198"/>
                          <a:pt x="24964" y="10660"/>
                        </a:cubicBezTo>
                        <a:cubicBezTo>
                          <a:pt x="25278" y="12122"/>
                          <a:pt x="25503" y="13629"/>
                          <a:pt x="25616" y="15158"/>
                        </a:cubicBezTo>
                        <a:cubicBezTo>
                          <a:pt x="25728" y="16687"/>
                          <a:pt x="25773" y="18217"/>
                          <a:pt x="25773" y="19701"/>
                        </a:cubicBezTo>
                        <a:cubicBezTo>
                          <a:pt x="25773" y="22220"/>
                          <a:pt x="25593" y="24626"/>
                          <a:pt x="25233" y="26943"/>
                        </a:cubicBezTo>
                        <a:cubicBezTo>
                          <a:pt x="24874" y="29236"/>
                          <a:pt x="24221" y="31283"/>
                          <a:pt x="23254" y="33037"/>
                        </a:cubicBezTo>
                        <a:cubicBezTo>
                          <a:pt x="22309" y="34791"/>
                          <a:pt x="21005" y="36208"/>
                          <a:pt x="19341" y="37243"/>
                        </a:cubicBezTo>
                        <a:cubicBezTo>
                          <a:pt x="17677" y="38277"/>
                          <a:pt x="15540" y="38817"/>
                          <a:pt x="12909" y="38817"/>
                        </a:cubicBezTo>
                        <a:cubicBezTo>
                          <a:pt x="10278" y="38817"/>
                          <a:pt x="8141" y="38300"/>
                          <a:pt x="6455" y="37243"/>
                        </a:cubicBezTo>
                        <a:cubicBezTo>
                          <a:pt x="4791" y="36208"/>
                          <a:pt x="3463" y="34791"/>
                          <a:pt x="2519" y="33015"/>
                        </a:cubicBezTo>
                        <a:cubicBezTo>
                          <a:pt x="1574" y="31238"/>
                          <a:pt x="899" y="29169"/>
                          <a:pt x="540" y="26808"/>
                        </a:cubicBezTo>
                        <a:cubicBezTo>
                          <a:pt x="180" y="24446"/>
                          <a:pt x="0" y="21950"/>
                          <a:pt x="0" y="19341"/>
                        </a:cubicBezTo>
                        <a:cubicBezTo>
                          <a:pt x="0" y="16935"/>
                          <a:pt x="158" y="14573"/>
                          <a:pt x="495" y="12279"/>
                        </a:cubicBezTo>
                        <a:cubicBezTo>
                          <a:pt x="810" y="9985"/>
                          <a:pt x="1440" y="7916"/>
                          <a:pt x="2362" y="6095"/>
                        </a:cubicBezTo>
                        <a:cubicBezTo>
                          <a:pt x="3283" y="4273"/>
                          <a:pt x="4588" y="2811"/>
                          <a:pt x="6275" y="1687"/>
                        </a:cubicBezTo>
                        <a:cubicBezTo>
                          <a:pt x="7961" y="562"/>
                          <a:pt x="10188" y="23"/>
                          <a:pt x="12909" y="23"/>
                        </a:cubicBezTo>
                        <a:lnTo>
                          <a:pt x="12909" y="23"/>
                        </a:lnTo>
                        <a:close/>
                        <a:moveTo>
                          <a:pt x="22309" y="19296"/>
                        </a:moveTo>
                        <a:cubicBezTo>
                          <a:pt x="22309" y="17250"/>
                          <a:pt x="22197" y="15248"/>
                          <a:pt x="21950" y="13269"/>
                        </a:cubicBezTo>
                        <a:cubicBezTo>
                          <a:pt x="21702" y="11290"/>
                          <a:pt x="21253" y="9558"/>
                          <a:pt x="20578" y="8006"/>
                        </a:cubicBezTo>
                        <a:cubicBezTo>
                          <a:pt x="19904" y="6455"/>
                          <a:pt x="18936" y="5218"/>
                          <a:pt x="17700" y="4273"/>
                        </a:cubicBezTo>
                        <a:cubicBezTo>
                          <a:pt x="16463" y="3328"/>
                          <a:pt x="14821" y="2879"/>
                          <a:pt x="12819" y="2879"/>
                        </a:cubicBezTo>
                        <a:cubicBezTo>
                          <a:pt x="10818" y="2879"/>
                          <a:pt x="9355" y="3351"/>
                          <a:pt x="8141" y="4318"/>
                        </a:cubicBezTo>
                        <a:cubicBezTo>
                          <a:pt x="6927" y="5285"/>
                          <a:pt x="5982" y="6544"/>
                          <a:pt x="5308" y="8119"/>
                        </a:cubicBezTo>
                        <a:cubicBezTo>
                          <a:pt x="4633" y="9693"/>
                          <a:pt x="4138" y="11492"/>
                          <a:pt x="3868" y="13516"/>
                        </a:cubicBezTo>
                        <a:cubicBezTo>
                          <a:pt x="3599" y="15540"/>
                          <a:pt x="3463" y="17587"/>
                          <a:pt x="3463" y="19678"/>
                        </a:cubicBezTo>
                        <a:cubicBezTo>
                          <a:pt x="3463" y="22130"/>
                          <a:pt x="3621" y="24356"/>
                          <a:pt x="3913" y="26335"/>
                        </a:cubicBezTo>
                        <a:cubicBezTo>
                          <a:pt x="4228" y="28337"/>
                          <a:pt x="4723" y="30024"/>
                          <a:pt x="5442" y="31440"/>
                        </a:cubicBezTo>
                        <a:cubicBezTo>
                          <a:pt x="6162" y="32835"/>
                          <a:pt x="7129" y="33937"/>
                          <a:pt x="8321" y="34701"/>
                        </a:cubicBezTo>
                        <a:cubicBezTo>
                          <a:pt x="9536" y="35466"/>
                          <a:pt x="11042" y="35871"/>
                          <a:pt x="12886" y="35871"/>
                        </a:cubicBezTo>
                        <a:cubicBezTo>
                          <a:pt x="14933" y="35871"/>
                          <a:pt x="16575" y="35376"/>
                          <a:pt x="17834" y="34364"/>
                        </a:cubicBezTo>
                        <a:cubicBezTo>
                          <a:pt x="19071" y="33352"/>
                          <a:pt x="20016" y="32070"/>
                          <a:pt x="20668" y="30473"/>
                        </a:cubicBezTo>
                        <a:cubicBezTo>
                          <a:pt x="21320" y="28877"/>
                          <a:pt x="21747" y="27100"/>
                          <a:pt x="21972" y="25121"/>
                        </a:cubicBezTo>
                        <a:cubicBezTo>
                          <a:pt x="22197" y="23142"/>
                          <a:pt x="22287" y="21208"/>
                          <a:pt x="22287" y="19296"/>
                        </a:cubicBezTo>
                        <a:lnTo>
                          <a:pt x="22309" y="19296"/>
                        </a:lnTo>
                        <a:close/>
                      </a:path>
                    </a:pathLst>
                  </a:custGeom>
                  <a:solidFill>
                    <a:srgbClr val="231F20"/>
                  </a:solidFill>
                  <a:ln w="2249" cap="flat">
                    <a:noFill/>
                    <a:prstDash val="solid"/>
                    <a:miter/>
                  </a:ln>
                </p:spPr>
                <p:txBody>
                  <a:bodyPr rtlCol="0" anchor="ctr"/>
                  <a:lstStyle/>
                  <a:p>
                    <a:endParaRPr lang="en-US"/>
                  </a:p>
                </p:txBody>
              </p:sp>
            </p:grpSp>
            <p:grpSp>
              <p:nvGrpSpPr>
                <p:cNvPr id="1890" name="Graphic 3">
                  <a:extLst>
                    <a:ext uri="{FF2B5EF4-FFF2-40B4-BE49-F238E27FC236}">
                      <a16:creationId xmlns:a16="http://schemas.microsoft.com/office/drawing/2014/main" id="{7510D5E7-FC81-4D2C-8161-F10E2876DDB3}"/>
                    </a:ext>
                  </a:extLst>
                </p:cNvPr>
                <p:cNvGrpSpPr/>
                <p:nvPr/>
              </p:nvGrpSpPr>
              <p:grpSpPr>
                <a:xfrm>
                  <a:off x="603552" y="3560692"/>
                  <a:ext cx="498944" cy="186843"/>
                  <a:chOff x="7152538" y="2868227"/>
                  <a:chExt cx="103654" cy="38816"/>
                </a:xfrm>
                <a:solidFill>
                  <a:srgbClr val="231F20"/>
                </a:solidFill>
              </p:grpSpPr>
              <p:sp>
                <p:nvSpPr>
                  <p:cNvPr id="1922" name="Freeform 1921">
                    <a:extLst>
                      <a:ext uri="{FF2B5EF4-FFF2-40B4-BE49-F238E27FC236}">
                        <a16:creationId xmlns:a16="http://schemas.microsoft.com/office/drawing/2014/main" id="{5236131A-13C7-D112-3EDA-B194B7C04657}"/>
                      </a:ext>
                    </a:extLst>
                  </p:cNvPr>
                  <p:cNvSpPr/>
                  <p:nvPr/>
                </p:nvSpPr>
                <p:spPr>
                  <a:xfrm>
                    <a:off x="7152538" y="2890582"/>
                    <a:ext cx="13651" cy="3350"/>
                  </a:xfrm>
                  <a:custGeom>
                    <a:avLst/>
                    <a:gdLst>
                      <a:gd name="connsiteX0" fmla="*/ 13651 w 13651"/>
                      <a:gd name="connsiteY0" fmla="*/ 0 h 3350"/>
                      <a:gd name="connsiteX1" fmla="*/ 13651 w 13651"/>
                      <a:gd name="connsiteY1" fmla="*/ 3351 h 3350"/>
                      <a:gd name="connsiteX2" fmla="*/ 0 w 13651"/>
                      <a:gd name="connsiteY2" fmla="*/ 3351 h 3350"/>
                      <a:gd name="connsiteX3" fmla="*/ 0 w 13651"/>
                      <a:gd name="connsiteY3" fmla="*/ 0 h 3350"/>
                      <a:gd name="connsiteX4" fmla="*/ 13651 w 13651"/>
                      <a:gd name="connsiteY4" fmla="*/ 0 h 3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51" h="3350">
                        <a:moveTo>
                          <a:pt x="13651" y="0"/>
                        </a:moveTo>
                        <a:lnTo>
                          <a:pt x="13651" y="3351"/>
                        </a:lnTo>
                        <a:lnTo>
                          <a:pt x="0" y="3351"/>
                        </a:lnTo>
                        <a:lnTo>
                          <a:pt x="0" y="0"/>
                        </a:lnTo>
                        <a:lnTo>
                          <a:pt x="13651" y="0"/>
                        </a:lnTo>
                        <a:close/>
                      </a:path>
                    </a:pathLst>
                  </a:custGeom>
                  <a:solidFill>
                    <a:srgbClr val="231F20"/>
                  </a:solidFill>
                  <a:ln w="2249" cap="flat">
                    <a:noFill/>
                    <a:prstDash val="solid"/>
                    <a:miter/>
                  </a:ln>
                </p:spPr>
                <p:txBody>
                  <a:bodyPr rtlCol="0" anchor="ctr"/>
                  <a:lstStyle/>
                  <a:p>
                    <a:endParaRPr lang="en-US"/>
                  </a:p>
                </p:txBody>
              </p:sp>
              <p:sp>
                <p:nvSpPr>
                  <p:cNvPr id="1923" name="Freeform 1922">
                    <a:extLst>
                      <a:ext uri="{FF2B5EF4-FFF2-40B4-BE49-F238E27FC236}">
                        <a16:creationId xmlns:a16="http://schemas.microsoft.com/office/drawing/2014/main" id="{4F95B0E6-021E-B5E0-94CD-58DA04B707B9}"/>
                      </a:ext>
                    </a:extLst>
                  </p:cNvPr>
                  <p:cNvSpPr/>
                  <p:nvPr/>
                </p:nvSpPr>
                <p:spPr>
                  <a:xfrm>
                    <a:off x="7170282" y="2868587"/>
                    <a:ext cx="26110" cy="37692"/>
                  </a:xfrm>
                  <a:custGeom>
                    <a:avLst/>
                    <a:gdLst>
                      <a:gd name="connsiteX0" fmla="*/ 17385 w 26110"/>
                      <a:gd name="connsiteY0" fmla="*/ 28292 h 37692"/>
                      <a:gd name="connsiteX1" fmla="*/ 0 w 26110"/>
                      <a:gd name="connsiteY1" fmla="*/ 28292 h 37692"/>
                      <a:gd name="connsiteX2" fmla="*/ 0 w 26110"/>
                      <a:gd name="connsiteY2" fmla="*/ 25323 h 37692"/>
                      <a:gd name="connsiteX3" fmla="*/ 17700 w 26110"/>
                      <a:gd name="connsiteY3" fmla="*/ 0 h 37692"/>
                      <a:gd name="connsiteX4" fmla="*/ 20825 w 26110"/>
                      <a:gd name="connsiteY4" fmla="*/ 0 h 37692"/>
                      <a:gd name="connsiteX5" fmla="*/ 20825 w 26110"/>
                      <a:gd name="connsiteY5" fmla="*/ 25368 h 37692"/>
                      <a:gd name="connsiteX6" fmla="*/ 26111 w 26110"/>
                      <a:gd name="connsiteY6" fmla="*/ 25368 h 37692"/>
                      <a:gd name="connsiteX7" fmla="*/ 26111 w 26110"/>
                      <a:gd name="connsiteY7" fmla="*/ 28292 h 37692"/>
                      <a:gd name="connsiteX8" fmla="*/ 20825 w 26110"/>
                      <a:gd name="connsiteY8" fmla="*/ 28292 h 37692"/>
                      <a:gd name="connsiteX9" fmla="*/ 20825 w 26110"/>
                      <a:gd name="connsiteY9" fmla="*/ 37693 h 37692"/>
                      <a:gd name="connsiteX10" fmla="*/ 17362 w 26110"/>
                      <a:gd name="connsiteY10" fmla="*/ 37693 h 37692"/>
                      <a:gd name="connsiteX11" fmla="*/ 17362 w 26110"/>
                      <a:gd name="connsiteY11" fmla="*/ 28292 h 37692"/>
                      <a:gd name="connsiteX12" fmla="*/ 17385 w 26110"/>
                      <a:gd name="connsiteY12" fmla="*/ 28292 h 37692"/>
                      <a:gd name="connsiteX13" fmla="*/ 3396 w 26110"/>
                      <a:gd name="connsiteY13" fmla="*/ 25391 h 37692"/>
                      <a:gd name="connsiteX14" fmla="*/ 17385 w 26110"/>
                      <a:gd name="connsiteY14" fmla="*/ 25391 h 37692"/>
                      <a:gd name="connsiteX15" fmla="*/ 17385 w 26110"/>
                      <a:gd name="connsiteY15" fmla="*/ 5195 h 37692"/>
                      <a:gd name="connsiteX16" fmla="*/ 3396 w 26110"/>
                      <a:gd name="connsiteY16" fmla="*/ 25391 h 37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6110" h="37692">
                        <a:moveTo>
                          <a:pt x="17385" y="28292"/>
                        </a:moveTo>
                        <a:lnTo>
                          <a:pt x="0" y="28292"/>
                        </a:lnTo>
                        <a:lnTo>
                          <a:pt x="0" y="25323"/>
                        </a:lnTo>
                        <a:lnTo>
                          <a:pt x="17700" y="0"/>
                        </a:lnTo>
                        <a:lnTo>
                          <a:pt x="20825" y="0"/>
                        </a:lnTo>
                        <a:lnTo>
                          <a:pt x="20825" y="25368"/>
                        </a:lnTo>
                        <a:lnTo>
                          <a:pt x="26111" y="25368"/>
                        </a:lnTo>
                        <a:lnTo>
                          <a:pt x="26111" y="28292"/>
                        </a:lnTo>
                        <a:lnTo>
                          <a:pt x="20825" y="28292"/>
                        </a:lnTo>
                        <a:lnTo>
                          <a:pt x="20825" y="37693"/>
                        </a:lnTo>
                        <a:lnTo>
                          <a:pt x="17362" y="37693"/>
                        </a:lnTo>
                        <a:lnTo>
                          <a:pt x="17362" y="28292"/>
                        </a:lnTo>
                        <a:lnTo>
                          <a:pt x="17385" y="28292"/>
                        </a:lnTo>
                        <a:close/>
                        <a:moveTo>
                          <a:pt x="3396" y="25391"/>
                        </a:moveTo>
                        <a:lnTo>
                          <a:pt x="17385" y="25391"/>
                        </a:lnTo>
                        <a:lnTo>
                          <a:pt x="17385" y="5195"/>
                        </a:lnTo>
                        <a:lnTo>
                          <a:pt x="3396" y="25391"/>
                        </a:lnTo>
                        <a:close/>
                      </a:path>
                    </a:pathLst>
                  </a:custGeom>
                  <a:solidFill>
                    <a:srgbClr val="231F20"/>
                  </a:solidFill>
                  <a:ln w="2249" cap="flat">
                    <a:noFill/>
                    <a:prstDash val="solid"/>
                    <a:miter/>
                  </a:ln>
                </p:spPr>
                <p:txBody>
                  <a:bodyPr rtlCol="0" anchor="ctr"/>
                  <a:lstStyle/>
                  <a:p>
                    <a:endParaRPr lang="en-US"/>
                  </a:p>
                </p:txBody>
              </p:sp>
              <p:sp>
                <p:nvSpPr>
                  <p:cNvPr id="1924" name="Freeform 1923">
                    <a:extLst>
                      <a:ext uri="{FF2B5EF4-FFF2-40B4-BE49-F238E27FC236}">
                        <a16:creationId xmlns:a16="http://schemas.microsoft.com/office/drawing/2014/main" id="{75F7B8C5-3306-E6EF-38FC-A50C81A9ECCA}"/>
                      </a:ext>
                    </a:extLst>
                  </p:cNvPr>
                  <p:cNvSpPr/>
                  <p:nvPr/>
                </p:nvSpPr>
                <p:spPr>
                  <a:xfrm>
                    <a:off x="7200419" y="2868227"/>
                    <a:ext cx="25772" cy="38816"/>
                  </a:xfrm>
                  <a:custGeom>
                    <a:avLst/>
                    <a:gdLst>
                      <a:gd name="connsiteX0" fmla="*/ 12932 w 25772"/>
                      <a:gd name="connsiteY0" fmla="*/ 0 h 38816"/>
                      <a:gd name="connsiteX1" fmla="*/ 17789 w 25772"/>
                      <a:gd name="connsiteY1" fmla="*/ 832 h 38816"/>
                      <a:gd name="connsiteX2" fmla="*/ 21275 w 25772"/>
                      <a:gd name="connsiteY2" fmla="*/ 3126 h 38816"/>
                      <a:gd name="connsiteX3" fmla="*/ 23592 w 25772"/>
                      <a:gd name="connsiteY3" fmla="*/ 6522 h 38816"/>
                      <a:gd name="connsiteX4" fmla="*/ 24963 w 25772"/>
                      <a:gd name="connsiteY4" fmla="*/ 10660 h 38816"/>
                      <a:gd name="connsiteX5" fmla="*/ 25615 w 25772"/>
                      <a:gd name="connsiteY5" fmla="*/ 15158 h 38816"/>
                      <a:gd name="connsiteX6" fmla="*/ 25773 w 25772"/>
                      <a:gd name="connsiteY6" fmla="*/ 19701 h 38816"/>
                      <a:gd name="connsiteX7" fmla="*/ 25233 w 25772"/>
                      <a:gd name="connsiteY7" fmla="*/ 26942 h 38816"/>
                      <a:gd name="connsiteX8" fmla="*/ 23254 w 25772"/>
                      <a:gd name="connsiteY8" fmla="*/ 33037 h 38816"/>
                      <a:gd name="connsiteX9" fmla="*/ 19341 w 25772"/>
                      <a:gd name="connsiteY9" fmla="*/ 37243 h 38816"/>
                      <a:gd name="connsiteX10" fmla="*/ 12909 w 25772"/>
                      <a:gd name="connsiteY10" fmla="*/ 38817 h 38816"/>
                      <a:gd name="connsiteX11" fmla="*/ 6454 w 25772"/>
                      <a:gd name="connsiteY11" fmla="*/ 37243 h 38816"/>
                      <a:gd name="connsiteX12" fmla="*/ 2519 w 25772"/>
                      <a:gd name="connsiteY12" fmla="*/ 33015 h 38816"/>
                      <a:gd name="connsiteX13" fmla="*/ 540 w 25772"/>
                      <a:gd name="connsiteY13" fmla="*/ 26808 h 38816"/>
                      <a:gd name="connsiteX14" fmla="*/ 0 w 25772"/>
                      <a:gd name="connsiteY14" fmla="*/ 19341 h 38816"/>
                      <a:gd name="connsiteX15" fmla="*/ 495 w 25772"/>
                      <a:gd name="connsiteY15" fmla="*/ 12279 h 38816"/>
                      <a:gd name="connsiteX16" fmla="*/ 2362 w 25772"/>
                      <a:gd name="connsiteY16" fmla="*/ 6095 h 38816"/>
                      <a:gd name="connsiteX17" fmla="*/ 6275 w 25772"/>
                      <a:gd name="connsiteY17" fmla="*/ 1687 h 38816"/>
                      <a:gd name="connsiteX18" fmla="*/ 12909 w 25772"/>
                      <a:gd name="connsiteY18" fmla="*/ 22 h 38816"/>
                      <a:gd name="connsiteX19" fmla="*/ 12909 w 25772"/>
                      <a:gd name="connsiteY19" fmla="*/ 22 h 38816"/>
                      <a:gd name="connsiteX20" fmla="*/ 22309 w 25772"/>
                      <a:gd name="connsiteY20" fmla="*/ 19319 h 38816"/>
                      <a:gd name="connsiteX21" fmla="*/ 21950 w 25772"/>
                      <a:gd name="connsiteY21" fmla="*/ 13291 h 38816"/>
                      <a:gd name="connsiteX22" fmla="*/ 20578 w 25772"/>
                      <a:gd name="connsiteY22" fmla="*/ 8029 h 38816"/>
                      <a:gd name="connsiteX23" fmla="*/ 17699 w 25772"/>
                      <a:gd name="connsiteY23" fmla="*/ 4295 h 38816"/>
                      <a:gd name="connsiteX24" fmla="*/ 12819 w 25772"/>
                      <a:gd name="connsiteY24" fmla="*/ 2901 h 38816"/>
                      <a:gd name="connsiteX25" fmla="*/ 8141 w 25772"/>
                      <a:gd name="connsiteY25" fmla="*/ 4340 h 38816"/>
                      <a:gd name="connsiteX26" fmla="*/ 5307 w 25772"/>
                      <a:gd name="connsiteY26" fmla="*/ 8141 h 38816"/>
                      <a:gd name="connsiteX27" fmla="*/ 3868 w 25772"/>
                      <a:gd name="connsiteY27" fmla="*/ 13539 h 38816"/>
                      <a:gd name="connsiteX28" fmla="*/ 3463 w 25772"/>
                      <a:gd name="connsiteY28" fmla="*/ 19701 h 38816"/>
                      <a:gd name="connsiteX29" fmla="*/ 3913 w 25772"/>
                      <a:gd name="connsiteY29" fmla="*/ 26358 h 38816"/>
                      <a:gd name="connsiteX30" fmla="*/ 5442 w 25772"/>
                      <a:gd name="connsiteY30" fmla="*/ 31463 h 38816"/>
                      <a:gd name="connsiteX31" fmla="*/ 8321 w 25772"/>
                      <a:gd name="connsiteY31" fmla="*/ 34724 h 38816"/>
                      <a:gd name="connsiteX32" fmla="*/ 12886 w 25772"/>
                      <a:gd name="connsiteY32" fmla="*/ 35893 h 38816"/>
                      <a:gd name="connsiteX33" fmla="*/ 17834 w 25772"/>
                      <a:gd name="connsiteY33" fmla="*/ 34387 h 38816"/>
                      <a:gd name="connsiteX34" fmla="*/ 20668 w 25772"/>
                      <a:gd name="connsiteY34" fmla="*/ 30496 h 38816"/>
                      <a:gd name="connsiteX35" fmla="*/ 21972 w 25772"/>
                      <a:gd name="connsiteY35" fmla="*/ 25143 h 38816"/>
                      <a:gd name="connsiteX36" fmla="*/ 22287 w 25772"/>
                      <a:gd name="connsiteY36" fmla="*/ 19319 h 38816"/>
                      <a:gd name="connsiteX37" fmla="*/ 22309 w 25772"/>
                      <a:gd name="connsiteY37" fmla="*/ 19319 h 38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6">
                        <a:moveTo>
                          <a:pt x="12932" y="0"/>
                        </a:moveTo>
                        <a:cubicBezTo>
                          <a:pt x="14798" y="0"/>
                          <a:pt x="16418"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687"/>
                          <a:pt x="25773" y="18217"/>
                          <a:pt x="25773" y="19701"/>
                        </a:cubicBezTo>
                        <a:cubicBezTo>
                          <a:pt x="25773" y="22220"/>
                          <a:pt x="25593" y="24626"/>
                          <a:pt x="25233" y="26942"/>
                        </a:cubicBezTo>
                        <a:cubicBezTo>
                          <a:pt x="24874" y="29236"/>
                          <a:pt x="24221" y="31283"/>
                          <a:pt x="23254" y="33037"/>
                        </a:cubicBezTo>
                        <a:cubicBezTo>
                          <a:pt x="22309"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899" y="29169"/>
                          <a:pt x="540" y="26808"/>
                        </a:cubicBezTo>
                        <a:cubicBezTo>
                          <a:pt x="180" y="24446"/>
                          <a:pt x="0" y="21950"/>
                          <a:pt x="0" y="19341"/>
                        </a:cubicBezTo>
                        <a:cubicBezTo>
                          <a:pt x="0" y="16935"/>
                          <a:pt x="158" y="14573"/>
                          <a:pt x="495" y="12279"/>
                        </a:cubicBezTo>
                        <a:cubicBezTo>
                          <a:pt x="809" y="9985"/>
                          <a:pt x="1439" y="7916"/>
                          <a:pt x="2362" y="6095"/>
                        </a:cubicBezTo>
                        <a:cubicBezTo>
                          <a:pt x="3283" y="4273"/>
                          <a:pt x="4588" y="2811"/>
                          <a:pt x="6275" y="1687"/>
                        </a:cubicBezTo>
                        <a:cubicBezTo>
                          <a:pt x="7961" y="562"/>
                          <a:pt x="10188" y="22"/>
                          <a:pt x="12909" y="22"/>
                        </a:cubicBezTo>
                        <a:lnTo>
                          <a:pt x="12909" y="22"/>
                        </a:lnTo>
                        <a:close/>
                        <a:moveTo>
                          <a:pt x="22309" y="19319"/>
                        </a:moveTo>
                        <a:cubicBezTo>
                          <a:pt x="22309" y="17272"/>
                          <a:pt x="22197" y="15270"/>
                          <a:pt x="21950" y="13291"/>
                        </a:cubicBezTo>
                        <a:cubicBezTo>
                          <a:pt x="21702" y="11312"/>
                          <a:pt x="21253" y="9581"/>
                          <a:pt x="20578" y="8029"/>
                        </a:cubicBezTo>
                        <a:cubicBezTo>
                          <a:pt x="19903" y="6477"/>
                          <a:pt x="18936" y="5240"/>
                          <a:pt x="17699" y="4295"/>
                        </a:cubicBezTo>
                        <a:cubicBezTo>
                          <a:pt x="16463" y="3351"/>
                          <a:pt x="14821" y="2901"/>
                          <a:pt x="12819" y="2901"/>
                        </a:cubicBezTo>
                        <a:cubicBezTo>
                          <a:pt x="10818" y="2901"/>
                          <a:pt x="9355" y="3373"/>
                          <a:pt x="8141" y="4340"/>
                        </a:cubicBezTo>
                        <a:cubicBezTo>
                          <a:pt x="6927" y="5308"/>
                          <a:pt x="5982" y="6567"/>
                          <a:pt x="5307" y="8141"/>
                        </a:cubicBezTo>
                        <a:cubicBezTo>
                          <a:pt x="4633" y="9715"/>
                          <a:pt x="4138" y="11515"/>
                          <a:pt x="3868" y="13539"/>
                        </a:cubicBezTo>
                        <a:cubicBezTo>
                          <a:pt x="3598" y="15563"/>
                          <a:pt x="3463" y="17609"/>
                          <a:pt x="3463" y="19701"/>
                        </a:cubicBezTo>
                        <a:cubicBezTo>
                          <a:pt x="3463" y="22152"/>
                          <a:pt x="3621" y="24379"/>
                          <a:pt x="3913" y="26358"/>
                        </a:cubicBezTo>
                        <a:cubicBezTo>
                          <a:pt x="4228" y="28359"/>
                          <a:pt x="4722" y="30046"/>
                          <a:pt x="5442" y="31463"/>
                        </a:cubicBezTo>
                        <a:cubicBezTo>
                          <a:pt x="6162" y="32857"/>
                          <a:pt x="7129" y="33959"/>
                          <a:pt x="8321" y="34724"/>
                        </a:cubicBezTo>
                        <a:cubicBezTo>
                          <a:pt x="9536" y="35489"/>
                          <a:pt x="11042" y="35893"/>
                          <a:pt x="12886" y="35893"/>
                        </a:cubicBezTo>
                        <a:cubicBezTo>
                          <a:pt x="14933" y="35893"/>
                          <a:pt x="16575" y="35399"/>
                          <a:pt x="17834" y="34387"/>
                        </a:cubicBezTo>
                        <a:cubicBezTo>
                          <a:pt x="19071" y="33375"/>
                          <a:pt x="20016" y="32093"/>
                          <a:pt x="20668" y="30496"/>
                        </a:cubicBezTo>
                        <a:cubicBezTo>
                          <a:pt x="21320" y="28899"/>
                          <a:pt x="21747" y="27122"/>
                          <a:pt x="21972" y="25143"/>
                        </a:cubicBezTo>
                        <a:cubicBezTo>
                          <a:pt x="22197" y="23164"/>
                          <a:pt x="22287" y="21230"/>
                          <a:pt x="22287" y="19319"/>
                        </a:cubicBezTo>
                        <a:lnTo>
                          <a:pt x="22309" y="19319"/>
                        </a:lnTo>
                        <a:close/>
                      </a:path>
                    </a:pathLst>
                  </a:custGeom>
                  <a:solidFill>
                    <a:srgbClr val="231F20"/>
                  </a:solidFill>
                  <a:ln w="2249" cap="flat">
                    <a:noFill/>
                    <a:prstDash val="solid"/>
                    <a:miter/>
                  </a:ln>
                </p:spPr>
                <p:txBody>
                  <a:bodyPr rtlCol="0" anchor="ctr"/>
                  <a:lstStyle/>
                  <a:p>
                    <a:endParaRPr lang="en-US"/>
                  </a:p>
                </p:txBody>
              </p:sp>
              <p:sp>
                <p:nvSpPr>
                  <p:cNvPr id="1925" name="Freeform 1924">
                    <a:extLst>
                      <a:ext uri="{FF2B5EF4-FFF2-40B4-BE49-F238E27FC236}">
                        <a16:creationId xmlns:a16="http://schemas.microsoft.com/office/drawing/2014/main" id="{D2C52F1B-109C-442C-824F-B8A8BF317901}"/>
                      </a:ext>
                    </a:extLst>
                  </p:cNvPr>
                  <p:cNvSpPr/>
                  <p:nvPr/>
                </p:nvSpPr>
                <p:spPr>
                  <a:xfrm>
                    <a:off x="7230420" y="2868227"/>
                    <a:ext cx="25772" cy="38816"/>
                  </a:xfrm>
                  <a:custGeom>
                    <a:avLst/>
                    <a:gdLst>
                      <a:gd name="connsiteX0" fmla="*/ 12932 w 25772"/>
                      <a:gd name="connsiteY0" fmla="*/ 0 h 38816"/>
                      <a:gd name="connsiteX1" fmla="*/ 17789 w 25772"/>
                      <a:gd name="connsiteY1" fmla="*/ 832 h 38816"/>
                      <a:gd name="connsiteX2" fmla="*/ 21275 w 25772"/>
                      <a:gd name="connsiteY2" fmla="*/ 3126 h 38816"/>
                      <a:gd name="connsiteX3" fmla="*/ 23592 w 25772"/>
                      <a:gd name="connsiteY3" fmla="*/ 6522 h 38816"/>
                      <a:gd name="connsiteX4" fmla="*/ 24963 w 25772"/>
                      <a:gd name="connsiteY4" fmla="*/ 10660 h 38816"/>
                      <a:gd name="connsiteX5" fmla="*/ 25615 w 25772"/>
                      <a:gd name="connsiteY5" fmla="*/ 15158 h 38816"/>
                      <a:gd name="connsiteX6" fmla="*/ 25773 w 25772"/>
                      <a:gd name="connsiteY6" fmla="*/ 19701 h 38816"/>
                      <a:gd name="connsiteX7" fmla="*/ 25233 w 25772"/>
                      <a:gd name="connsiteY7" fmla="*/ 26942 h 38816"/>
                      <a:gd name="connsiteX8" fmla="*/ 23254 w 25772"/>
                      <a:gd name="connsiteY8" fmla="*/ 33037 h 38816"/>
                      <a:gd name="connsiteX9" fmla="*/ 19341 w 25772"/>
                      <a:gd name="connsiteY9" fmla="*/ 37243 h 38816"/>
                      <a:gd name="connsiteX10" fmla="*/ 12909 w 25772"/>
                      <a:gd name="connsiteY10" fmla="*/ 38817 h 38816"/>
                      <a:gd name="connsiteX11" fmla="*/ 6454 w 25772"/>
                      <a:gd name="connsiteY11" fmla="*/ 37243 h 38816"/>
                      <a:gd name="connsiteX12" fmla="*/ 2519 w 25772"/>
                      <a:gd name="connsiteY12" fmla="*/ 33015 h 38816"/>
                      <a:gd name="connsiteX13" fmla="*/ 540 w 25772"/>
                      <a:gd name="connsiteY13" fmla="*/ 26808 h 38816"/>
                      <a:gd name="connsiteX14" fmla="*/ 0 w 25772"/>
                      <a:gd name="connsiteY14" fmla="*/ 19341 h 38816"/>
                      <a:gd name="connsiteX15" fmla="*/ 495 w 25772"/>
                      <a:gd name="connsiteY15" fmla="*/ 12279 h 38816"/>
                      <a:gd name="connsiteX16" fmla="*/ 2361 w 25772"/>
                      <a:gd name="connsiteY16" fmla="*/ 6095 h 38816"/>
                      <a:gd name="connsiteX17" fmla="*/ 6274 w 25772"/>
                      <a:gd name="connsiteY17" fmla="*/ 1687 h 38816"/>
                      <a:gd name="connsiteX18" fmla="*/ 12909 w 25772"/>
                      <a:gd name="connsiteY18" fmla="*/ 22 h 38816"/>
                      <a:gd name="connsiteX19" fmla="*/ 12909 w 25772"/>
                      <a:gd name="connsiteY19" fmla="*/ 22 h 38816"/>
                      <a:gd name="connsiteX20" fmla="*/ 22332 w 25772"/>
                      <a:gd name="connsiteY20" fmla="*/ 19319 h 38816"/>
                      <a:gd name="connsiteX21" fmla="*/ 21972 w 25772"/>
                      <a:gd name="connsiteY21" fmla="*/ 13291 h 38816"/>
                      <a:gd name="connsiteX22" fmla="*/ 20600 w 25772"/>
                      <a:gd name="connsiteY22" fmla="*/ 8029 h 38816"/>
                      <a:gd name="connsiteX23" fmla="*/ 17722 w 25772"/>
                      <a:gd name="connsiteY23" fmla="*/ 4295 h 38816"/>
                      <a:gd name="connsiteX24" fmla="*/ 12841 w 25772"/>
                      <a:gd name="connsiteY24" fmla="*/ 2901 h 38816"/>
                      <a:gd name="connsiteX25" fmla="*/ 8163 w 25772"/>
                      <a:gd name="connsiteY25" fmla="*/ 4340 h 38816"/>
                      <a:gd name="connsiteX26" fmla="*/ 5330 w 25772"/>
                      <a:gd name="connsiteY26" fmla="*/ 8141 h 38816"/>
                      <a:gd name="connsiteX27" fmla="*/ 3891 w 25772"/>
                      <a:gd name="connsiteY27" fmla="*/ 13539 h 38816"/>
                      <a:gd name="connsiteX28" fmla="*/ 3485 w 25772"/>
                      <a:gd name="connsiteY28" fmla="*/ 19701 h 38816"/>
                      <a:gd name="connsiteX29" fmla="*/ 3936 w 25772"/>
                      <a:gd name="connsiteY29" fmla="*/ 26358 h 38816"/>
                      <a:gd name="connsiteX30" fmla="*/ 5465 w 25772"/>
                      <a:gd name="connsiteY30" fmla="*/ 31463 h 38816"/>
                      <a:gd name="connsiteX31" fmla="*/ 8344 w 25772"/>
                      <a:gd name="connsiteY31" fmla="*/ 34724 h 38816"/>
                      <a:gd name="connsiteX32" fmla="*/ 12909 w 25772"/>
                      <a:gd name="connsiteY32" fmla="*/ 35893 h 38816"/>
                      <a:gd name="connsiteX33" fmla="*/ 17857 w 25772"/>
                      <a:gd name="connsiteY33" fmla="*/ 34387 h 38816"/>
                      <a:gd name="connsiteX34" fmla="*/ 20690 w 25772"/>
                      <a:gd name="connsiteY34" fmla="*/ 30496 h 38816"/>
                      <a:gd name="connsiteX35" fmla="*/ 21994 w 25772"/>
                      <a:gd name="connsiteY35" fmla="*/ 25143 h 38816"/>
                      <a:gd name="connsiteX36" fmla="*/ 22309 w 25772"/>
                      <a:gd name="connsiteY36" fmla="*/ 19319 h 38816"/>
                      <a:gd name="connsiteX37" fmla="*/ 22332 w 25772"/>
                      <a:gd name="connsiteY37" fmla="*/ 19319 h 38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6">
                        <a:moveTo>
                          <a:pt x="12932" y="0"/>
                        </a:moveTo>
                        <a:cubicBezTo>
                          <a:pt x="14798" y="0"/>
                          <a:pt x="16417"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687"/>
                          <a:pt x="25773" y="18217"/>
                          <a:pt x="25773" y="19701"/>
                        </a:cubicBezTo>
                        <a:cubicBezTo>
                          <a:pt x="25773" y="22220"/>
                          <a:pt x="25593" y="24626"/>
                          <a:pt x="25233" y="26942"/>
                        </a:cubicBezTo>
                        <a:cubicBezTo>
                          <a:pt x="24873" y="29236"/>
                          <a:pt x="24221" y="31283"/>
                          <a:pt x="23254" y="33037"/>
                        </a:cubicBezTo>
                        <a:cubicBezTo>
                          <a:pt x="22309" y="34791"/>
                          <a:pt x="21005" y="36208"/>
                          <a:pt x="19341" y="37243"/>
                        </a:cubicBezTo>
                        <a:cubicBezTo>
                          <a:pt x="17677" y="38277"/>
                          <a:pt x="15540" y="38817"/>
                          <a:pt x="12909" y="38817"/>
                        </a:cubicBezTo>
                        <a:cubicBezTo>
                          <a:pt x="10277" y="38817"/>
                          <a:pt x="8141" y="38300"/>
                          <a:pt x="6454" y="37243"/>
                        </a:cubicBezTo>
                        <a:cubicBezTo>
                          <a:pt x="4790" y="36208"/>
                          <a:pt x="3463" y="34791"/>
                          <a:pt x="2519" y="33015"/>
                        </a:cubicBezTo>
                        <a:cubicBezTo>
                          <a:pt x="1574" y="31238"/>
                          <a:pt x="899" y="29169"/>
                          <a:pt x="540" y="26808"/>
                        </a:cubicBezTo>
                        <a:cubicBezTo>
                          <a:pt x="180" y="24446"/>
                          <a:pt x="0" y="21950"/>
                          <a:pt x="0" y="19341"/>
                        </a:cubicBezTo>
                        <a:cubicBezTo>
                          <a:pt x="0" y="16935"/>
                          <a:pt x="157" y="14573"/>
                          <a:pt x="495" y="12279"/>
                        </a:cubicBezTo>
                        <a:cubicBezTo>
                          <a:pt x="809" y="9985"/>
                          <a:pt x="1439" y="7916"/>
                          <a:pt x="2361" y="6095"/>
                        </a:cubicBezTo>
                        <a:cubicBezTo>
                          <a:pt x="3283" y="4273"/>
                          <a:pt x="4587" y="2811"/>
                          <a:pt x="6274" y="1687"/>
                        </a:cubicBezTo>
                        <a:cubicBezTo>
                          <a:pt x="7961" y="562"/>
                          <a:pt x="10187" y="22"/>
                          <a:pt x="12909" y="22"/>
                        </a:cubicBezTo>
                        <a:lnTo>
                          <a:pt x="12909" y="22"/>
                        </a:lnTo>
                        <a:close/>
                        <a:moveTo>
                          <a:pt x="22332" y="19319"/>
                        </a:moveTo>
                        <a:cubicBezTo>
                          <a:pt x="22332" y="17272"/>
                          <a:pt x="22219" y="15270"/>
                          <a:pt x="21972" y="13291"/>
                        </a:cubicBezTo>
                        <a:cubicBezTo>
                          <a:pt x="21725" y="11312"/>
                          <a:pt x="21275" y="9581"/>
                          <a:pt x="20600" y="8029"/>
                        </a:cubicBezTo>
                        <a:cubicBezTo>
                          <a:pt x="19925" y="6477"/>
                          <a:pt x="18959" y="5240"/>
                          <a:pt x="17722" y="4295"/>
                        </a:cubicBezTo>
                        <a:cubicBezTo>
                          <a:pt x="16484" y="3351"/>
                          <a:pt x="14843" y="2901"/>
                          <a:pt x="12841" y="2901"/>
                        </a:cubicBezTo>
                        <a:cubicBezTo>
                          <a:pt x="10840" y="2901"/>
                          <a:pt x="9378" y="3373"/>
                          <a:pt x="8163" y="4340"/>
                        </a:cubicBezTo>
                        <a:cubicBezTo>
                          <a:pt x="6949" y="5308"/>
                          <a:pt x="6005" y="6567"/>
                          <a:pt x="5330" y="8141"/>
                        </a:cubicBezTo>
                        <a:cubicBezTo>
                          <a:pt x="4655" y="9715"/>
                          <a:pt x="4160" y="11515"/>
                          <a:pt x="3891" y="13539"/>
                        </a:cubicBezTo>
                        <a:cubicBezTo>
                          <a:pt x="3621" y="15563"/>
                          <a:pt x="3485" y="17609"/>
                          <a:pt x="3485" y="19701"/>
                        </a:cubicBezTo>
                        <a:cubicBezTo>
                          <a:pt x="3485" y="22152"/>
                          <a:pt x="3643" y="24379"/>
                          <a:pt x="3936" y="26358"/>
                        </a:cubicBezTo>
                        <a:cubicBezTo>
                          <a:pt x="4250" y="28359"/>
                          <a:pt x="4745" y="30046"/>
                          <a:pt x="5465" y="31463"/>
                        </a:cubicBezTo>
                        <a:cubicBezTo>
                          <a:pt x="6185" y="32857"/>
                          <a:pt x="7152" y="33959"/>
                          <a:pt x="8344" y="34724"/>
                        </a:cubicBezTo>
                        <a:cubicBezTo>
                          <a:pt x="9558" y="35489"/>
                          <a:pt x="11065" y="35893"/>
                          <a:pt x="12909" y="35893"/>
                        </a:cubicBezTo>
                        <a:cubicBezTo>
                          <a:pt x="14955" y="35893"/>
                          <a:pt x="16597" y="35399"/>
                          <a:pt x="17857" y="34387"/>
                        </a:cubicBezTo>
                        <a:cubicBezTo>
                          <a:pt x="19094" y="33375"/>
                          <a:pt x="20038" y="32093"/>
                          <a:pt x="20690" y="30496"/>
                        </a:cubicBezTo>
                        <a:cubicBezTo>
                          <a:pt x="21343" y="28899"/>
                          <a:pt x="21770" y="27122"/>
                          <a:pt x="21994" y="25143"/>
                        </a:cubicBezTo>
                        <a:cubicBezTo>
                          <a:pt x="22219" y="23164"/>
                          <a:pt x="22309" y="21230"/>
                          <a:pt x="22309" y="19319"/>
                        </a:cubicBezTo>
                        <a:lnTo>
                          <a:pt x="22332" y="19319"/>
                        </a:lnTo>
                        <a:close/>
                      </a:path>
                    </a:pathLst>
                  </a:custGeom>
                  <a:solidFill>
                    <a:srgbClr val="231F20"/>
                  </a:solidFill>
                  <a:ln w="2249" cap="flat">
                    <a:noFill/>
                    <a:prstDash val="solid"/>
                    <a:miter/>
                  </a:ln>
                </p:spPr>
                <p:txBody>
                  <a:bodyPr rtlCol="0" anchor="ctr"/>
                  <a:lstStyle/>
                  <a:p>
                    <a:endParaRPr lang="en-US"/>
                  </a:p>
                </p:txBody>
              </p:sp>
            </p:grpSp>
            <p:grpSp>
              <p:nvGrpSpPr>
                <p:cNvPr id="1891" name="Graphic 3">
                  <a:extLst>
                    <a:ext uri="{FF2B5EF4-FFF2-40B4-BE49-F238E27FC236}">
                      <a16:creationId xmlns:a16="http://schemas.microsoft.com/office/drawing/2014/main" id="{D82D6A54-59CD-22E8-17C1-70584D8A8BC2}"/>
                    </a:ext>
                  </a:extLst>
                </p:cNvPr>
                <p:cNvGrpSpPr/>
                <p:nvPr/>
              </p:nvGrpSpPr>
              <p:grpSpPr>
                <a:xfrm>
                  <a:off x="603552" y="2653740"/>
                  <a:ext cx="498944" cy="186954"/>
                  <a:chOff x="7152538" y="2679810"/>
                  <a:chExt cx="103654" cy="38839"/>
                </a:xfrm>
                <a:solidFill>
                  <a:srgbClr val="231F20"/>
                </a:solidFill>
              </p:grpSpPr>
              <p:sp>
                <p:nvSpPr>
                  <p:cNvPr id="1918" name="Freeform 1917">
                    <a:extLst>
                      <a:ext uri="{FF2B5EF4-FFF2-40B4-BE49-F238E27FC236}">
                        <a16:creationId xmlns:a16="http://schemas.microsoft.com/office/drawing/2014/main" id="{3B320F71-B0F4-6A08-436E-5916540642D7}"/>
                      </a:ext>
                    </a:extLst>
                  </p:cNvPr>
                  <p:cNvSpPr/>
                  <p:nvPr/>
                </p:nvSpPr>
                <p:spPr>
                  <a:xfrm>
                    <a:off x="7152538" y="2702164"/>
                    <a:ext cx="13651" cy="3350"/>
                  </a:xfrm>
                  <a:custGeom>
                    <a:avLst/>
                    <a:gdLst>
                      <a:gd name="connsiteX0" fmla="*/ 13651 w 13651"/>
                      <a:gd name="connsiteY0" fmla="*/ 0 h 3350"/>
                      <a:gd name="connsiteX1" fmla="*/ 13651 w 13651"/>
                      <a:gd name="connsiteY1" fmla="*/ 3351 h 3350"/>
                      <a:gd name="connsiteX2" fmla="*/ 0 w 13651"/>
                      <a:gd name="connsiteY2" fmla="*/ 3351 h 3350"/>
                      <a:gd name="connsiteX3" fmla="*/ 0 w 13651"/>
                      <a:gd name="connsiteY3" fmla="*/ 0 h 3350"/>
                      <a:gd name="connsiteX4" fmla="*/ 13651 w 13651"/>
                      <a:gd name="connsiteY4" fmla="*/ 0 h 3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51" h="3350">
                        <a:moveTo>
                          <a:pt x="13651" y="0"/>
                        </a:moveTo>
                        <a:lnTo>
                          <a:pt x="13651" y="3351"/>
                        </a:lnTo>
                        <a:lnTo>
                          <a:pt x="0" y="3351"/>
                        </a:lnTo>
                        <a:lnTo>
                          <a:pt x="0" y="0"/>
                        </a:lnTo>
                        <a:lnTo>
                          <a:pt x="13651" y="0"/>
                        </a:lnTo>
                        <a:close/>
                      </a:path>
                    </a:pathLst>
                  </a:custGeom>
                  <a:solidFill>
                    <a:srgbClr val="231F20"/>
                  </a:solidFill>
                  <a:ln w="2249" cap="flat">
                    <a:noFill/>
                    <a:prstDash val="solid"/>
                    <a:miter/>
                  </a:ln>
                </p:spPr>
                <p:txBody>
                  <a:bodyPr rtlCol="0" anchor="ctr"/>
                  <a:lstStyle/>
                  <a:p>
                    <a:endParaRPr lang="en-US"/>
                  </a:p>
                </p:txBody>
              </p:sp>
              <p:sp>
                <p:nvSpPr>
                  <p:cNvPr id="1919" name="Freeform 1918">
                    <a:extLst>
                      <a:ext uri="{FF2B5EF4-FFF2-40B4-BE49-F238E27FC236}">
                        <a16:creationId xmlns:a16="http://schemas.microsoft.com/office/drawing/2014/main" id="{06B85847-2951-AEFF-FAB3-B699C5FFCF96}"/>
                      </a:ext>
                    </a:extLst>
                  </p:cNvPr>
                  <p:cNvSpPr/>
                  <p:nvPr/>
                </p:nvSpPr>
                <p:spPr>
                  <a:xfrm>
                    <a:off x="7170912" y="2679810"/>
                    <a:ext cx="25211" cy="38074"/>
                  </a:xfrm>
                  <a:custGeom>
                    <a:avLst/>
                    <a:gdLst>
                      <a:gd name="connsiteX0" fmla="*/ 1147 w 25211"/>
                      <a:gd name="connsiteY0" fmla="*/ 12482 h 38074"/>
                      <a:gd name="connsiteX1" fmla="*/ 2002 w 25211"/>
                      <a:gd name="connsiteY1" fmla="*/ 7377 h 38074"/>
                      <a:gd name="connsiteX2" fmla="*/ 4475 w 25211"/>
                      <a:gd name="connsiteY2" fmla="*/ 3441 h 38074"/>
                      <a:gd name="connsiteX3" fmla="*/ 8389 w 25211"/>
                      <a:gd name="connsiteY3" fmla="*/ 900 h 38074"/>
                      <a:gd name="connsiteX4" fmla="*/ 13494 w 25211"/>
                      <a:gd name="connsiteY4" fmla="*/ 0 h 38074"/>
                      <a:gd name="connsiteX5" fmla="*/ 18531 w 25211"/>
                      <a:gd name="connsiteY5" fmla="*/ 832 h 38074"/>
                      <a:gd name="connsiteX6" fmla="*/ 22197 w 25211"/>
                      <a:gd name="connsiteY6" fmla="*/ 3081 h 38074"/>
                      <a:gd name="connsiteX7" fmla="*/ 24446 w 25211"/>
                      <a:gd name="connsiteY7" fmla="*/ 6432 h 38074"/>
                      <a:gd name="connsiteX8" fmla="*/ 25211 w 25211"/>
                      <a:gd name="connsiteY8" fmla="*/ 10525 h 38074"/>
                      <a:gd name="connsiteX9" fmla="*/ 24379 w 25211"/>
                      <a:gd name="connsiteY9" fmla="*/ 15001 h 38074"/>
                      <a:gd name="connsiteX10" fmla="*/ 22175 w 25211"/>
                      <a:gd name="connsiteY10" fmla="*/ 18464 h 38074"/>
                      <a:gd name="connsiteX11" fmla="*/ 19049 w 25211"/>
                      <a:gd name="connsiteY11" fmla="*/ 21163 h 38074"/>
                      <a:gd name="connsiteX12" fmla="*/ 15451 w 25211"/>
                      <a:gd name="connsiteY12" fmla="*/ 23412 h 38074"/>
                      <a:gd name="connsiteX13" fmla="*/ 11830 w 25211"/>
                      <a:gd name="connsiteY13" fmla="*/ 25436 h 38074"/>
                      <a:gd name="connsiteX14" fmla="*/ 8636 w 25211"/>
                      <a:gd name="connsiteY14" fmla="*/ 27482 h 38074"/>
                      <a:gd name="connsiteX15" fmla="*/ 6859 w 25211"/>
                      <a:gd name="connsiteY15" fmla="*/ 28967 h 38074"/>
                      <a:gd name="connsiteX16" fmla="*/ 5285 w 25211"/>
                      <a:gd name="connsiteY16" fmla="*/ 30676 h 38074"/>
                      <a:gd name="connsiteX17" fmla="*/ 4161 w 25211"/>
                      <a:gd name="connsiteY17" fmla="*/ 32700 h 38074"/>
                      <a:gd name="connsiteX18" fmla="*/ 3666 w 25211"/>
                      <a:gd name="connsiteY18" fmla="*/ 35151 h 38074"/>
                      <a:gd name="connsiteX19" fmla="*/ 24874 w 25211"/>
                      <a:gd name="connsiteY19" fmla="*/ 35151 h 38074"/>
                      <a:gd name="connsiteX20" fmla="*/ 24874 w 25211"/>
                      <a:gd name="connsiteY20" fmla="*/ 38075 h 38074"/>
                      <a:gd name="connsiteX21" fmla="*/ 0 w 25211"/>
                      <a:gd name="connsiteY21" fmla="*/ 38075 h 38074"/>
                      <a:gd name="connsiteX22" fmla="*/ 585 w 25211"/>
                      <a:gd name="connsiteY22" fmla="*/ 33105 h 38074"/>
                      <a:gd name="connsiteX23" fmla="*/ 2969 w 25211"/>
                      <a:gd name="connsiteY23" fmla="*/ 28787 h 38074"/>
                      <a:gd name="connsiteX24" fmla="*/ 7107 w 25211"/>
                      <a:gd name="connsiteY24" fmla="*/ 24896 h 38074"/>
                      <a:gd name="connsiteX25" fmla="*/ 11290 w 25211"/>
                      <a:gd name="connsiteY25" fmla="*/ 22017 h 38074"/>
                      <a:gd name="connsiteX26" fmla="*/ 15180 w 25211"/>
                      <a:gd name="connsiteY26" fmla="*/ 19701 h 38074"/>
                      <a:gd name="connsiteX27" fmla="*/ 18419 w 25211"/>
                      <a:gd name="connsiteY27" fmla="*/ 17407 h 38074"/>
                      <a:gd name="connsiteX28" fmla="*/ 20623 w 25211"/>
                      <a:gd name="connsiteY28" fmla="*/ 14596 h 38074"/>
                      <a:gd name="connsiteX29" fmla="*/ 21433 w 25211"/>
                      <a:gd name="connsiteY29" fmla="*/ 10772 h 38074"/>
                      <a:gd name="connsiteX30" fmla="*/ 20780 w 25211"/>
                      <a:gd name="connsiteY30" fmla="*/ 7489 h 38074"/>
                      <a:gd name="connsiteX31" fmla="*/ 19004 w 25211"/>
                      <a:gd name="connsiteY31" fmla="*/ 5015 h 38074"/>
                      <a:gd name="connsiteX32" fmla="*/ 16350 w 25211"/>
                      <a:gd name="connsiteY32" fmla="*/ 3486 h 38074"/>
                      <a:gd name="connsiteX33" fmla="*/ 13067 w 25211"/>
                      <a:gd name="connsiteY33" fmla="*/ 2969 h 38074"/>
                      <a:gd name="connsiteX34" fmla="*/ 9648 w 25211"/>
                      <a:gd name="connsiteY34" fmla="*/ 3756 h 38074"/>
                      <a:gd name="connsiteX35" fmla="*/ 6995 w 25211"/>
                      <a:gd name="connsiteY35" fmla="*/ 5825 h 38074"/>
                      <a:gd name="connsiteX36" fmla="*/ 5285 w 25211"/>
                      <a:gd name="connsiteY36" fmla="*/ 8838 h 38074"/>
                      <a:gd name="connsiteX37" fmla="*/ 4791 w 25211"/>
                      <a:gd name="connsiteY37" fmla="*/ 12504 h 38074"/>
                      <a:gd name="connsiteX38" fmla="*/ 1124 w 25211"/>
                      <a:gd name="connsiteY38" fmla="*/ 12504 h 38074"/>
                      <a:gd name="connsiteX39" fmla="*/ 1124 w 25211"/>
                      <a:gd name="connsiteY39" fmla="*/ 12504 h 38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25211" h="38074">
                        <a:moveTo>
                          <a:pt x="1147" y="12482"/>
                        </a:moveTo>
                        <a:cubicBezTo>
                          <a:pt x="1147" y="10615"/>
                          <a:pt x="1440" y="8906"/>
                          <a:pt x="2002" y="7377"/>
                        </a:cubicBezTo>
                        <a:cubicBezTo>
                          <a:pt x="2587" y="5847"/>
                          <a:pt x="3396" y="4543"/>
                          <a:pt x="4475" y="3441"/>
                        </a:cubicBezTo>
                        <a:cubicBezTo>
                          <a:pt x="5555" y="2339"/>
                          <a:pt x="6859" y="1507"/>
                          <a:pt x="8389" y="900"/>
                        </a:cubicBezTo>
                        <a:cubicBezTo>
                          <a:pt x="9918" y="292"/>
                          <a:pt x="11627" y="0"/>
                          <a:pt x="13494" y="0"/>
                        </a:cubicBezTo>
                        <a:cubicBezTo>
                          <a:pt x="15361" y="0"/>
                          <a:pt x="17092" y="270"/>
                          <a:pt x="18531" y="832"/>
                        </a:cubicBezTo>
                        <a:cubicBezTo>
                          <a:pt x="19971" y="1394"/>
                          <a:pt x="21208" y="2137"/>
                          <a:pt x="22197" y="3081"/>
                        </a:cubicBezTo>
                        <a:cubicBezTo>
                          <a:pt x="23187" y="4026"/>
                          <a:pt x="23929" y="5128"/>
                          <a:pt x="24446" y="6432"/>
                        </a:cubicBezTo>
                        <a:cubicBezTo>
                          <a:pt x="24964" y="7736"/>
                          <a:pt x="25211" y="9086"/>
                          <a:pt x="25211" y="10525"/>
                        </a:cubicBezTo>
                        <a:cubicBezTo>
                          <a:pt x="25211" y="12212"/>
                          <a:pt x="24941" y="13719"/>
                          <a:pt x="24379" y="15001"/>
                        </a:cubicBezTo>
                        <a:cubicBezTo>
                          <a:pt x="23817" y="16282"/>
                          <a:pt x="23074" y="17452"/>
                          <a:pt x="22175" y="18464"/>
                        </a:cubicBezTo>
                        <a:cubicBezTo>
                          <a:pt x="21253" y="19476"/>
                          <a:pt x="20218" y="20376"/>
                          <a:pt x="19049" y="21163"/>
                        </a:cubicBezTo>
                        <a:cubicBezTo>
                          <a:pt x="17880" y="21950"/>
                          <a:pt x="16688" y="22692"/>
                          <a:pt x="15451" y="23412"/>
                        </a:cubicBezTo>
                        <a:cubicBezTo>
                          <a:pt x="14236" y="24109"/>
                          <a:pt x="13022" y="24784"/>
                          <a:pt x="11830" y="25436"/>
                        </a:cubicBezTo>
                        <a:cubicBezTo>
                          <a:pt x="10638" y="26088"/>
                          <a:pt x="9581" y="26763"/>
                          <a:pt x="8636" y="27482"/>
                        </a:cubicBezTo>
                        <a:cubicBezTo>
                          <a:pt x="8029" y="27955"/>
                          <a:pt x="7422" y="28449"/>
                          <a:pt x="6859" y="28967"/>
                        </a:cubicBezTo>
                        <a:cubicBezTo>
                          <a:pt x="6275" y="29484"/>
                          <a:pt x="5757" y="30046"/>
                          <a:pt x="5285" y="30676"/>
                        </a:cubicBezTo>
                        <a:cubicBezTo>
                          <a:pt x="4813" y="31283"/>
                          <a:pt x="4430" y="31958"/>
                          <a:pt x="4161" y="32700"/>
                        </a:cubicBezTo>
                        <a:cubicBezTo>
                          <a:pt x="3868" y="33442"/>
                          <a:pt x="3711" y="34252"/>
                          <a:pt x="3666" y="35151"/>
                        </a:cubicBezTo>
                        <a:lnTo>
                          <a:pt x="24874" y="35151"/>
                        </a:lnTo>
                        <a:lnTo>
                          <a:pt x="24874" y="38075"/>
                        </a:lnTo>
                        <a:lnTo>
                          <a:pt x="0" y="38075"/>
                        </a:lnTo>
                        <a:cubicBezTo>
                          <a:pt x="45" y="36231"/>
                          <a:pt x="225" y="34589"/>
                          <a:pt x="585" y="33105"/>
                        </a:cubicBezTo>
                        <a:cubicBezTo>
                          <a:pt x="945" y="31620"/>
                          <a:pt x="1732" y="30181"/>
                          <a:pt x="2969" y="28787"/>
                        </a:cubicBezTo>
                        <a:cubicBezTo>
                          <a:pt x="4296" y="27280"/>
                          <a:pt x="5667" y="25975"/>
                          <a:pt x="7107" y="24896"/>
                        </a:cubicBezTo>
                        <a:cubicBezTo>
                          <a:pt x="8524" y="23816"/>
                          <a:pt x="9918" y="22849"/>
                          <a:pt x="11290" y="22017"/>
                        </a:cubicBezTo>
                        <a:cubicBezTo>
                          <a:pt x="12662" y="21163"/>
                          <a:pt x="13944" y="20398"/>
                          <a:pt x="15180" y="19701"/>
                        </a:cubicBezTo>
                        <a:cubicBezTo>
                          <a:pt x="16418" y="19004"/>
                          <a:pt x="17474" y="18239"/>
                          <a:pt x="18419" y="17407"/>
                        </a:cubicBezTo>
                        <a:cubicBezTo>
                          <a:pt x="19364" y="16575"/>
                          <a:pt x="20084" y="15653"/>
                          <a:pt x="20623" y="14596"/>
                        </a:cubicBezTo>
                        <a:cubicBezTo>
                          <a:pt x="21163" y="13561"/>
                          <a:pt x="21433" y="12279"/>
                          <a:pt x="21433" y="10772"/>
                        </a:cubicBezTo>
                        <a:cubicBezTo>
                          <a:pt x="21433" y="9558"/>
                          <a:pt x="21208" y="8456"/>
                          <a:pt x="20780" y="7489"/>
                        </a:cubicBezTo>
                        <a:cubicBezTo>
                          <a:pt x="20353" y="6522"/>
                          <a:pt x="19746" y="5690"/>
                          <a:pt x="19004" y="5015"/>
                        </a:cubicBezTo>
                        <a:cubicBezTo>
                          <a:pt x="18239" y="4341"/>
                          <a:pt x="17362" y="3823"/>
                          <a:pt x="16350" y="3486"/>
                        </a:cubicBezTo>
                        <a:cubicBezTo>
                          <a:pt x="15338" y="3149"/>
                          <a:pt x="14236" y="2969"/>
                          <a:pt x="13067" y="2969"/>
                        </a:cubicBezTo>
                        <a:cubicBezTo>
                          <a:pt x="11807" y="2969"/>
                          <a:pt x="10660" y="3239"/>
                          <a:pt x="9648" y="3756"/>
                        </a:cubicBezTo>
                        <a:cubicBezTo>
                          <a:pt x="8636" y="4273"/>
                          <a:pt x="7737" y="4970"/>
                          <a:pt x="6995" y="5825"/>
                        </a:cubicBezTo>
                        <a:cubicBezTo>
                          <a:pt x="6252" y="6679"/>
                          <a:pt x="5690" y="7691"/>
                          <a:pt x="5285" y="8838"/>
                        </a:cubicBezTo>
                        <a:cubicBezTo>
                          <a:pt x="4881" y="9985"/>
                          <a:pt x="4723" y="11222"/>
                          <a:pt x="4791" y="12504"/>
                        </a:cubicBezTo>
                        <a:lnTo>
                          <a:pt x="1124" y="12504"/>
                        </a:lnTo>
                        <a:lnTo>
                          <a:pt x="1124" y="12504"/>
                        </a:lnTo>
                        <a:close/>
                      </a:path>
                    </a:pathLst>
                  </a:custGeom>
                  <a:solidFill>
                    <a:srgbClr val="231F20"/>
                  </a:solidFill>
                  <a:ln w="2249" cap="flat">
                    <a:noFill/>
                    <a:prstDash val="solid"/>
                    <a:miter/>
                  </a:ln>
                </p:spPr>
                <p:txBody>
                  <a:bodyPr rtlCol="0" anchor="ctr"/>
                  <a:lstStyle/>
                  <a:p>
                    <a:endParaRPr lang="en-US"/>
                  </a:p>
                </p:txBody>
              </p:sp>
              <p:sp>
                <p:nvSpPr>
                  <p:cNvPr id="1920" name="Freeform 1919">
                    <a:extLst>
                      <a:ext uri="{FF2B5EF4-FFF2-40B4-BE49-F238E27FC236}">
                        <a16:creationId xmlns:a16="http://schemas.microsoft.com/office/drawing/2014/main" id="{7DA635F5-ADA1-C6F9-26D0-E3C42212E3D1}"/>
                      </a:ext>
                    </a:extLst>
                  </p:cNvPr>
                  <p:cNvSpPr/>
                  <p:nvPr/>
                </p:nvSpPr>
                <p:spPr>
                  <a:xfrm>
                    <a:off x="7200419" y="2679832"/>
                    <a:ext cx="25772" cy="3881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5 w 25772"/>
                      <a:gd name="connsiteY5" fmla="*/ 15158 h 38817"/>
                      <a:gd name="connsiteX6" fmla="*/ 25773 w 25772"/>
                      <a:gd name="connsiteY6" fmla="*/ 19701 h 38817"/>
                      <a:gd name="connsiteX7" fmla="*/ 25233 w 25772"/>
                      <a:gd name="connsiteY7" fmla="*/ 26943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2 w 25772"/>
                      <a:gd name="connsiteY16" fmla="*/ 6095 h 38817"/>
                      <a:gd name="connsiteX17" fmla="*/ 6275 w 25772"/>
                      <a:gd name="connsiteY17" fmla="*/ 1687 h 38817"/>
                      <a:gd name="connsiteX18" fmla="*/ 12909 w 25772"/>
                      <a:gd name="connsiteY18" fmla="*/ 23 h 38817"/>
                      <a:gd name="connsiteX19" fmla="*/ 12909 w 25772"/>
                      <a:gd name="connsiteY19" fmla="*/ 23 h 38817"/>
                      <a:gd name="connsiteX20" fmla="*/ 22309 w 25772"/>
                      <a:gd name="connsiteY20" fmla="*/ 19319 h 38817"/>
                      <a:gd name="connsiteX21" fmla="*/ 21950 w 25772"/>
                      <a:gd name="connsiteY21" fmla="*/ 13291 h 38817"/>
                      <a:gd name="connsiteX22" fmla="*/ 20578 w 25772"/>
                      <a:gd name="connsiteY22" fmla="*/ 8029 h 38817"/>
                      <a:gd name="connsiteX23" fmla="*/ 17699 w 25772"/>
                      <a:gd name="connsiteY23" fmla="*/ 4296 h 38817"/>
                      <a:gd name="connsiteX24" fmla="*/ 12819 w 25772"/>
                      <a:gd name="connsiteY24" fmla="*/ 2901 h 38817"/>
                      <a:gd name="connsiteX25" fmla="*/ 8141 w 25772"/>
                      <a:gd name="connsiteY25" fmla="*/ 4341 h 38817"/>
                      <a:gd name="connsiteX26" fmla="*/ 5307 w 25772"/>
                      <a:gd name="connsiteY26" fmla="*/ 8141 h 38817"/>
                      <a:gd name="connsiteX27" fmla="*/ 3868 w 25772"/>
                      <a:gd name="connsiteY27" fmla="*/ 13539 h 38817"/>
                      <a:gd name="connsiteX28" fmla="*/ 3463 w 25772"/>
                      <a:gd name="connsiteY28" fmla="*/ 19701 h 38817"/>
                      <a:gd name="connsiteX29" fmla="*/ 3913 w 25772"/>
                      <a:gd name="connsiteY29" fmla="*/ 26358 h 38817"/>
                      <a:gd name="connsiteX30" fmla="*/ 5442 w 25772"/>
                      <a:gd name="connsiteY30" fmla="*/ 31463 h 38817"/>
                      <a:gd name="connsiteX31" fmla="*/ 8321 w 25772"/>
                      <a:gd name="connsiteY31" fmla="*/ 34724 h 38817"/>
                      <a:gd name="connsiteX32" fmla="*/ 12886 w 25772"/>
                      <a:gd name="connsiteY32" fmla="*/ 35893 h 38817"/>
                      <a:gd name="connsiteX33" fmla="*/ 17834 w 25772"/>
                      <a:gd name="connsiteY33" fmla="*/ 34387 h 38817"/>
                      <a:gd name="connsiteX34" fmla="*/ 20668 w 25772"/>
                      <a:gd name="connsiteY34" fmla="*/ 30496 h 38817"/>
                      <a:gd name="connsiteX35" fmla="*/ 21972 w 25772"/>
                      <a:gd name="connsiteY35" fmla="*/ 25143 h 38817"/>
                      <a:gd name="connsiteX36" fmla="*/ 22287 w 25772"/>
                      <a:gd name="connsiteY36" fmla="*/ 19319 h 38817"/>
                      <a:gd name="connsiteX37" fmla="*/ 22309 w 25772"/>
                      <a:gd name="connsiteY37"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7">
                        <a:moveTo>
                          <a:pt x="12932" y="0"/>
                        </a:moveTo>
                        <a:cubicBezTo>
                          <a:pt x="14798" y="0"/>
                          <a:pt x="16418"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687"/>
                          <a:pt x="25773" y="18217"/>
                          <a:pt x="25773" y="19701"/>
                        </a:cubicBezTo>
                        <a:cubicBezTo>
                          <a:pt x="25773" y="22220"/>
                          <a:pt x="25593" y="24626"/>
                          <a:pt x="25233" y="26943"/>
                        </a:cubicBezTo>
                        <a:cubicBezTo>
                          <a:pt x="24874" y="29236"/>
                          <a:pt x="24221" y="31283"/>
                          <a:pt x="23254" y="33037"/>
                        </a:cubicBezTo>
                        <a:cubicBezTo>
                          <a:pt x="22309" y="34791"/>
                          <a:pt x="21005" y="36208"/>
                          <a:pt x="19341" y="37243"/>
                        </a:cubicBezTo>
                        <a:cubicBezTo>
                          <a:pt x="17677" y="38277"/>
                          <a:pt x="15540" y="38817"/>
                          <a:pt x="12909" y="38817"/>
                        </a:cubicBezTo>
                        <a:cubicBezTo>
                          <a:pt x="10278" y="38817"/>
                          <a:pt x="8141" y="38300"/>
                          <a:pt x="6454" y="37243"/>
                        </a:cubicBezTo>
                        <a:cubicBezTo>
                          <a:pt x="4790" y="36208"/>
                          <a:pt x="3463" y="34791"/>
                          <a:pt x="2519" y="33015"/>
                        </a:cubicBezTo>
                        <a:cubicBezTo>
                          <a:pt x="1574" y="31238"/>
                          <a:pt x="899" y="29169"/>
                          <a:pt x="540" y="26808"/>
                        </a:cubicBezTo>
                        <a:cubicBezTo>
                          <a:pt x="180" y="24446"/>
                          <a:pt x="0" y="21950"/>
                          <a:pt x="0" y="19341"/>
                        </a:cubicBezTo>
                        <a:cubicBezTo>
                          <a:pt x="0" y="16935"/>
                          <a:pt x="158" y="14573"/>
                          <a:pt x="495" y="12279"/>
                        </a:cubicBezTo>
                        <a:cubicBezTo>
                          <a:pt x="809" y="9985"/>
                          <a:pt x="1439" y="7916"/>
                          <a:pt x="2362" y="6095"/>
                        </a:cubicBezTo>
                        <a:cubicBezTo>
                          <a:pt x="3283" y="4273"/>
                          <a:pt x="4588" y="2811"/>
                          <a:pt x="6275" y="1687"/>
                        </a:cubicBezTo>
                        <a:cubicBezTo>
                          <a:pt x="7961" y="562"/>
                          <a:pt x="10188" y="23"/>
                          <a:pt x="12909" y="23"/>
                        </a:cubicBezTo>
                        <a:lnTo>
                          <a:pt x="12909" y="23"/>
                        </a:lnTo>
                        <a:close/>
                        <a:moveTo>
                          <a:pt x="22309" y="19319"/>
                        </a:moveTo>
                        <a:cubicBezTo>
                          <a:pt x="22309" y="17272"/>
                          <a:pt x="22197" y="15270"/>
                          <a:pt x="21950" y="13291"/>
                        </a:cubicBezTo>
                        <a:cubicBezTo>
                          <a:pt x="21702" y="11312"/>
                          <a:pt x="21253" y="9581"/>
                          <a:pt x="20578" y="8029"/>
                        </a:cubicBezTo>
                        <a:cubicBezTo>
                          <a:pt x="19903" y="6477"/>
                          <a:pt x="18936" y="5240"/>
                          <a:pt x="17699" y="4296"/>
                        </a:cubicBezTo>
                        <a:cubicBezTo>
                          <a:pt x="16463" y="3351"/>
                          <a:pt x="14821" y="2901"/>
                          <a:pt x="12819" y="2901"/>
                        </a:cubicBezTo>
                        <a:cubicBezTo>
                          <a:pt x="10818" y="2901"/>
                          <a:pt x="9355" y="3373"/>
                          <a:pt x="8141" y="4341"/>
                        </a:cubicBezTo>
                        <a:cubicBezTo>
                          <a:pt x="6927" y="5308"/>
                          <a:pt x="5982" y="6567"/>
                          <a:pt x="5307" y="8141"/>
                        </a:cubicBezTo>
                        <a:cubicBezTo>
                          <a:pt x="4633" y="9716"/>
                          <a:pt x="4138" y="11515"/>
                          <a:pt x="3868" y="13539"/>
                        </a:cubicBezTo>
                        <a:cubicBezTo>
                          <a:pt x="3598" y="15563"/>
                          <a:pt x="3463" y="17609"/>
                          <a:pt x="3463" y="19701"/>
                        </a:cubicBezTo>
                        <a:cubicBezTo>
                          <a:pt x="3463" y="22152"/>
                          <a:pt x="3621" y="24379"/>
                          <a:pt x="3913" y="26358"/>
                        </a:cubicBezTo>
                        <a:cubicBezTo>
                          <a:pt x="4228" y="28359"/>
                          <a:pt x="4722" y="30046"/>
                          <a:pt x="5442" y="31463"/>
                        </a:cubicBezTo>
                        <a:cubicBezTo>
                          <a:pt x="6162" y="32857"/>
                          <a:pt x="7129" y="33959"/>
                          <a:pt x="8321" y="34724"/>
                        </a:cubicBezTo>
                        <a:cubicBezTo>
                          <a:pt x="9536" y="35489"/>
                          <a:pt x="11042" y="35893"/>
                          <a:pt x="12886" y="35893"/>
                        </a:cubicBezTo>
                        <a:cubicBezTo>
                          <a:pt x="14933" y="35893"/>
                          <a:pt x="16575" y="35399"/>
                          <a:pt x="17834" y="34387"/>
                        </a:cubicBezTo>
                        <a:cubicBezTo>
                          <a:pt x="19071" y="33375"/>
                          <a:pt x="20016" y="32093"/>
                          <a:pt x="20668" y="30496"/>
                        </a:cubicBezTo>
                        <a:cubicBezTo>
                          <a:pt x="21320" y="28899"/>
                          <a:pt x="21747" y="27122"/>
                          <a:pt x="21972" y="25143"/>
                        </a:cubicBezTo>
                        <a:cubicBezTo>
                          <a:pt x="22197" y="23164"/>
                          <a:pt x="22287" y="21230"/>
                          <a:pt x="22287" y="19319"/>
                        </a:cubicBezTo>
                        <a:lnTo>
                          <a:pt x="22309" y="19319"/>
                        </a:lnTo>
                        <a:close/>
                      </a:path>
                    </a:pathLst>
                  </a:custGeom>
                  <a:solidFill>
                    <a:srgbClr val="231F20"/>
                  </a:solidFill>
                  <a:ln w="2249" cap="flat">
                    <a:noFill/>
                    <a:prstDash val="solid"/>
                    <a:miter/>
                  </a:ln>
                </p:spPr>
                <p:txBody>
                  <a:bodyPr rtlCol="0" anchor="ctr"/>
                  <a:lstStyle/>
                  <a:p>
                    <a:endParaRPr lang="en-US"/>
                  </a:p>
                </p:txBody>
              </p:sp>
              <p:sp>
                <p:nvSpPr>
                  <p:cNvPr id="1921" name="Freeform 1920">
                    <a:extLst>
                      <a:ext uri="{FF2B5EF4-FFF2-40B4-BE49-F238E27FC236}">
                        <a16:creationId xmlns:a16="http://schemas.microsoft.com/office/drawing/2014/main" id="{30947E71-1F89-D0D4-0246-80D18D34DD6A}"/>
                      </a:ext>
                    </a:extLst>
                  </p:cNvPr>
                  <p:cNvSpPr/>
                  <p:nvPr/>
                </p:nvSpPr>
                <p:spPr>
                  <a:xfrm>
                    <a:off x="7230420" y="2679832"/>
                    <a:ext cx="25772" cy="3881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5 w 25772"/>
                      <a:gd name="connsiteY5" fmla="*/ 15158 h 38817"/>
                      <a:gd name="connsiteX6" fmla="*/ 25773 w 25772"/>
                      <a:gd name="connsiteY6" fmla="*/ 19701 h 38817"/>
                      <a:gd name="connsiteX7" fmla="*/ 25233 w 25772"/>
                      <a:gd name="connsiteY7" fmla="*/ 26943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1 w 25772"/>
                      <a:gd name="connsiteY16" fmla="*/ 6095 h 38817"/>
                      <a:gd name="connsiteX17" fmla="*/ 6274 w 25772"/>
                      <a:gd name="connsiteY17" fmla="*/ 1687 h 38817"/>
                      <a:gd name="connsiteX18" fmla="*/ 12909 w 25772"/>
                      <a:gd name="connsiteY18" fmla="*/ 23 h 38817"/>
                      <a:gd name="connsiteX19" fmla="*/ 12909 w 25772"/>
                      <a:gd name="connsiteY19" fmla="*/ 23 h 38817"/>
                      <a:gd name="connsiteX20" fmla="*/ 22332 w 25772"/>
                      <a:gd name="connsiteY20" fmla="*/ 19319 h 38817"/>
                      <a:gd name="connsiteX21" fmla="*/ 21972 w 25772"/>
                      <a:gd name="connsiteY21" fmla="*/ 13291 h 38817"/>
                      <a:gd name="connsiteX22" fmla="*/ 20600 w 25772"/>
                      <a:gd name="connsiteY22" fmla="*/ 8029 h 38817"/>
                      <a:gd name="connsiteX23" fmla="*/ 17722 w 25772"/>
                      <a:gd name="connsiteY23" fmla="*/ 4296 h 38817"/>
                      <a:gd name="connsiteX24" fmla="*/ 12841 w 25772"/>
                      <a:gd name="connsiteY24" fmla="*/ 2901 h 38817"/>
                      <a:gd name="connsiteX25" fmla="*/ 8163 w 25772"/>
                      <a:gd name="connsiteY25" fmla="*/ 4341 h 38817"/>
                      <a:gd name="connsiteX26" fmla="*/ 5330 w 25772"/>
                      <a:gd name="connsiteY26" fmla="*/ 8141 h 38817"/>
                      <a:gd name="connsiteX27" fmla="*/ 3891 w 25772"/>
                      <a:gd name="connsiteY27" fmla="*/ 13539 h 38817"/>
                      <a:gd name="connsiteX28" fmla="*/ 3485 w 25772"/>
                      <a:gd name="connsiteY28" fmla="*/ 19701 h 38817"/>
                      <a:gd name="connsiteX29" fmla="*/ 3936 w 25772"/>
                      <a:gd name="connsiteY29" fmla="*/ 26358 h 38817"/>
                      <a:gd name="connsiteX30" fmla="*/ 5465 w 25772"/>
                      <a:gd name="connsiteY30" fmla="*/ 31463 h 38817"/>
                      <a:gd name="connsiteX31" fmla="*/ 8344 w 25772"/>
                      <a:gd name="connsiteY31" fmla="*/ 34724 h 38817"/>
                      <a:gd name="connsiteX32" fmla="*/ 12909 w 25772"/>
                      <a:gd name="connsiteY32" fmla="*/ 35893 h 38817"/>
                      <a:gd name="connsiteX33" fmla="*/ 17857 w 25772"/>
                      <a:gd name="connsiteY33" fmla="*/ 34387 h 38817"/>
                      <a:gd name="connsiteX34" fmla="*/ 20690 w 25772"/>
                      <a:gd name="connsiteY34" fmla="*/ 30496 h 38817"/>
                      <a:gd name="connsiteX35" fmla="*/ 21994 w 25772"/>
                      <a:gd name="connsiteY35" fmla="*/ 25143 h 38817"/>
                      <a:gd name="connsiteX36" fmla="*/ 22309 w 25772"/>
                      <a:gd name="connsiteY36" fmla="*/ 19319 h 38817"/>
                      <a:gd name="connsiteX37" fmla="*/ 22332 w 25772"/>
                      <a:gd name="connsiteY37"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7">
                        <a:moveTo>
                          <a:pt x="12932" y="0"/>
                        </a:moveTo>
                        <a:cubicBezTo>
                          <a:pt x="14798" y="0"/>
                          <a:pt x="16417"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687"/>
                          <a:pt x="25773" y="18217"/>
                          <a:pt x="25773" y="19701"/>
                        </a:cubicBezTo>
                        <a:cubicBezTo>
                          <a:pt x="25773" y="22220"/>
                          <a:pt x="25593" y="24626"/>
                          <a:pt x="25233" y="26943"/>
                        </a:cubicBezTo>
                        <a:cubicBezTo>
                          <a:pt x="24873" y="29236"/>
                          <a:pt x="24221" y="31283"/>
                          <a:pt x="23254" y="33037"/>
                        </a:cubicBezTo>
                        <a:cubicBezTo>
                          <a:pt x="22309" y="34791"/>
                          <a:pt x="21005" y="36208"/>
                          <a:pt x="19341" y="37243"/>
                        </a:cubicBezTo>
                        <a:cubicBezTo>
                          <a:pt x="17677" y="38277"/>
                          <a:pt x="15540" y="38817"/>
                          <a:pt x="12909" y="38817"/>
                        </a:cubicBezTo>
                        <a:cubicBezTo>
                          <a:pt x="10277" y="38817"/>
                          <a:pt x="8141" y="38300"/>
                          <a:pt x="6454" y="37243"/>
                        </a:cubicBezTo>
                        <a:cubicBezTo>
                          <a:pt x="4790" y="36208"/>
                          <a:pt x="3463" y="34791"/>
                          <a:pt x="2519" y="33015"/>
                        </a:cubicBezTo>
                        <a:cubicBezTo>
                          <a:pt x="1574" y="31238"/>
                          <a:pt x="899" y="29169"/>
                          <a:pt x="540" y="26808"/>
                        </a:cubicBezTo>
                        <a:cubicBezTo>
                          <a:pt x="180" y="24446"/>
                          <a:pt x="0" y="21950"/>
                          <a:pt x="0" y="19341"/>
                        </a:cubicBezTo>
                        <a:cubicBezTo>
                          <a:pt x="0" y="16935"/>
                          <a:pt x="157" y="14573"/>
                          <a:pt x="495" y="12279"/>
                        </a:cubicBezTo>
                        <a:cubicBezTo>
                          <a:pt x="809" y="9985"/>
                          <a:pt x="1439" y="7916"/>
                          <a:pt x="2361" y="6095"/>
                        </a:cubicBezTo>
                        <a:cubicBezTo>
                          <a:pt x="3283" y="4273"/>
                          <a:pt x="4587" y="2811"/>
                          <a:pt x="6274" y="1687"/>
                        </a:cubicBezTo>
                        <a:cubicBezTo>
                          <a:pt x="7961" y="562"/>
                          <a:pt x="10187" y="23"/>
                          <a:pt x="12909" y="23"/>
                        </a:cubicBezTo>
                        <a:lnTo>
                          <a:pt x="12909" y="23"/>
                        </a:lnTo>
                        <a:close/>
                        <a:moveTo>
                          <a:pt x="22332" y="19319"/>
                        </a:moveTo>
                        <a:cubicBezTo>
                          <a:pt x="22332" y="17272"/>
                          <a:pt x="22219" y="15270"/>
                          <a:pt x="21972" y="13291"/>
                        </a:cubicBezTo>
                        <a:cubicBezTo>
                          <a:pt x="21725" y="11312"/>
                          <a:pt x="21275" y="9581"/>
                          <a:pt x="20600" y="8029"/>
                        </a:cubicBezTo>
                        <a:cubicBezTo>
                          <a:pt x="19925" y="6477"/>
                          <a:pt x="18959" y="5240"/>
                          <a:pt x="17722" y="4296"/>
                        </a:cubicBezTo>
                        <a:cubicBezTo>
                          <a:pt x="16484" y="3351"/>
                          <a:pt x="14843" y="2901"/>
                          <a:pt x="12841" y="2901"/>
                        </a:cubicBezTo>
                        <a:cubicBezTo>
                          <a:pt x="10840" y="2901"/>
                          <a:pt x="9378" y="3373"/>
                          <a:pt x="8163" y="4341"/>
                        </a:cubicBezTo>
                        <a:cubicBezTo>
                          <a:pt x="6949" y="5308"/>
                          <a:pt x="6005" y="6567"/>
                          <a:pt x="5330" y="8141"/>
                        </a:cubicBezTo>
                        <a:cubicBezTo>
                          <a:pt x="4655" y="9716"/>
                          <a:pt x="4160" y="11515"/>
                          <a:pt x="3891" y="13539"/>
                        </a:cubicBezTo>
                        <a:cubicBezTo>
                          <a:pt x="3621" y="15563"/>
                          <a:pt x="3485" y="17609"/>
                          <a:pt x="3485" y="19701"/>
                        </a:cubicBezTo>
                        <a:cubicBezTo>
                          <a:pt x="3485" y="22152"/>
                          <a:pt x="3643" y="24379"/>
                          <a:pt x="3936" y="26358"/>
                        </a:cubicBezTo>
                        <a:cubicBezTo>
                          <a:pt x="4250" y="28359"/>
                          <a:pt x="4745" y="30046"/>
                          <a:pt x="5465" y="31463"/>
                        </a:cubicBezTo>
                        <a:cubicBezTo>
                          <a:pt x="6185" y="32857"/>
                          <a:pt x="7152" y="33959"/>
                          <a:pt x="8344" y="34724"/>
                        </a:cubicBezTo>
                        <a:cubicBezTo>
                          <a:pt x="9558" y="35489"/>
                          <a:pt x="11065" y="35893"/>
                          <a:pt x="12909" y="35893"/>
                        </a:cubicBezTo>
                        <a:cubicBezTo>
                          <a:pt x="14955" y="35893"/>
                          <a:pt x="16597" y="35399"/>
                          <a:pt x="17857" y="34387"/>
                        </a:cubicBezTo>
                        <a:cubicBezTo>
                          <a:pt x="19094" y="33375"/>
                          <a:pt x="20038" y="32093"/>
                          <a:pt x="20690" y="30496"/>
                        </a:cubicBezTo>
                        <a:cubicBezTo>
                          <a:pt x="21343" y="28899"/>
                          <a:pt x="21770" y="27122"/>
                          <a:pt x="21994" y="25143"/>
                        </a:cubicBezTo>
                        <a:cubicBezTo>
                          <a:pt x="22219" y="23164"/>
                          <a:pt x="22309" y="21230"/>
                          <a:pt x="22309" y="19319"/>
                        </a:cubicBezTo>
                        <a:lnTo>
                          <a:pt x="22332" y="19319"/>
                        </a:lnTo>
                        <a:close/>
                      </a:path>
                    </a:pathLst>
                  </a:custGeom>
                  <a:solidFill>
                    <a:srgbClr val="231F20"/>
                  </a:solidFill>
                  <a:ln w="2249" cap="flat">
                    <a:noFill/>
                    <a:prstDash val="solid"/>
                    <a:miter/>
                  </a:ln>
                </p:spPr>
                <p:txBody>
                  <a:bodyPr rtlCol="0" anchor="ctr"/>
                  <a:lstStyle/>
                  <a:p>
                    <a:endParaRPr lang="en-US"/>
                  </a:p>
                </p:txBody>
              </p:sp>
            </p:grpSp>
            <p:sp>
              <p:nvSpPr>
                <p:cNvPr id="1892" name="Freeform 1891">
                  <a:extLst>
                    <a:ext uri="{FF2B5EF4-FFF2-40B4-BE49-F238E27FC236}">
                      <a16:creationId xmlns:a16="http://schemas.microsoft.com/office/drawing/2014/main" id="{06CD1910-A720-922B-755A-EF0935539588}"/>
                    </a:ext>
                  </a:extLst>
                </p:cNvPr>
                <p:cNvSpPr/>
                <p:nvPr/>
              </p:nvSpPr>
              <p:spPr>
                <a:xfrm>
                  <a:off x="794298" y="1746893"/>
                  <a:ext cx="124055" cy="186847"/>
                </a:xfrm>
                <a:custGeom>
                  <a:avLst/>
                  <a:gdLst>
                    <a:gd name="connsiteX0" fmla="*/ 12932 w 25772"/>
                    <a:gd name="connsiteY0" fmla="*/ 0 h 38817"/>
                    <a:gd name="connsiteX1" fmla="*/ 17789 w 25772"/>
                    <a:gd name="connsiteY1" fmla="*/ 832 h 38817"/>
                    <a:gd name="connsiteX2" fmla="*/ 21275 w 25772"/>
                    <a:gd name="connsiteY2" fmla="*/ 3126 h 38817"/>
                    <a:gd name="connsiteX3" fmla="*/ 23592 w 25772"/>
                    <a:gd name="connsiteY3" fmla="*/ 6522 h 38817"/>
                    <a:gd name="connsiteX4" fmla="*/ 24963 w 25772"/>
                    <a:gd name="connsiteY4" fmla="*/ 10660 h 38817"/>
                    <a:gd name="connsiteX5" fmla="*/ 25615 w 25772"/>
                    <a:gd name="connsiteY5" fmla="*/ 15158 h 38817"/>
                    <a:gd name="connsiteX6" fmla="*/ 25773 w 25772"/>
                    <a:gd name="connsiteY6" fmla="*/ 19701 h 38817"/>
                    <a:gd name="connsiteX7" fmla="*/ 25233 w 25772"/>
                    <a:gd name="connsiteY7" fmla="*/ 26943 h 38817"/>
                    <a:gd name="connsiteX8" fmla="*/ 23254 w 25772"/>
                    <a:gd name="connsiteY8" fmla="*/ 33037 h 38817"/>
                    <a:gd name="connsiteX9" fmla="*/ 19341 w 25772"/>
                    <a:gd name="connsiteY9" fmla="*/ 37243 h 38817"/>
                    <a:gd name="connsiteX10" fmla="*/ 12909 w 25772"/>
                    <a:gd name="connsiteY10" fmla="*/ 38817 h 38817"/>
                    <a:gd name="connsiteX11" fmla="*/ 6454 w 25772"/>
                    <a:gd name="connsiteY11" fmla="*/ 37243 h 38817"/>
                    <a:gd name="connsiteX12" fmla="*/ 2519 w 25772"/>
                    <a:gd name="connsiteY12" fmla="*/ 33015 h 38817"/>
                    <a:gd name="connsiteX13" fmla="*/ 540 w 25772"/>
                    <a:gd name="connsiteY13" fmla="*/ 26808 h 38817"/>
                    <a:gd name="connsiteX14" fmla="*/ 0 w 25772"/>
                    <a:gd name="connsiteY14" fmla="*/ 19341 h 38817"/>
                    <a:gd name="connsiteX15" fmla="*/ 495 w 25772"/>
                    <a:gd name="connsiteY15" fmla="*/ 12279 h 38817"/>
                    <a:gd name="connsiteX16" fmla="*/ 2361 w 25772"/>
                    <a:gd name="connsiteY16" fmla="*/ 6095 h 38817"/>
                    <a:gd name="connsiteX17" fmla="*/ 6274 w 25772"/>
                    <a:gd name="connsiteY17" fmla="*/ 1687 h 38817"/>
                    <a:gd name="connsiteX18" fmla="*/ 12909 w 25772"/>
                    <a:gd name="connsiteY18" fmla="*/ 23 h 38817"/>
                    <a:gd name="connsiteX19" fmla="*/ 12909 w 25772"/>
                    <a:gd name="connsiteY19" fmla="*/ 23 h 38817"/>
                    <a:gd name="connsiteX20" fmla="*/ 22309 w 25772"/>
                    <a:gd name="connsiteY20" fmla="*/ 19319 h 38817"/>
                    <a:gd name="connsiteX21" fmla="*/ 21950 w 25772"/>
                    <a:gd name="connsiteY21" fmla="*/ 13291 h 38817"/>
                    <a:gd name="connsiteX22" fmla="*/ 20578 w 25772"/>
                    <a:gd name="connsiteY22" fmla="*/ 8029 h 38817"/>
                    <a:gd name="connsiteX23" fmla="*/ 17699 w 25772"/>
                    <a:gd name="connsiteY23" fmla="*/ 4296 h 38817"/>
                    <a:gd name="connsiteX24" fmla="*/ 12819 w 25772"/>
                    <a:gd name="connsiteY24" fmla="*/ 2901 h 38817"/>
                    <a:gd name="connsiteX25" fmla="*/ 8141 w 25772"/>
                    <a:gd name="connsiteY25" fmla="*/ 4341 h 38817"/>
                    <a:gd name="connsiteX26" fmla="*/ 5307 w 25772"/>
                    <a:gd name="connsiteY26" fmla="*/ 8141 h 38817"/>
                    <a:gd name="connsiteX27" fmla="*/ 3868 w 25772"/>
                    <a:gd name="connsiteY27" fmla="*/ 13539 h 38817"/>
                    <a:gd name="connsiteX28" fmla="*/ 3463 w 25772"/>
                    <a:gd name="connsiteY28" fmla="*/ 19701 h 38817"/>
                    <a:gd name="connsiteX29" fmla="*/ 3913 w 25772"/>
                    <a:gd name="connsiteY29" fmla="*/ 26358 h 38817"/>
                    <a:gd name="connsiteX30" fmla="*/ 5442 w 25772"/>
                    <a:gd name="connsiteY30" fmla="*/ 31463 h 38817"/>
                    <a:gd name="connsiteX31" fmla="*/ 8321 w 25772"/>
                    <a:gd name="connsiteY31" fmla="*/ 34724 h 38817"/>
                    <a:gd name="connsiteX32" fmla="*/ 12886 w 25772"/>
                    <a:gd name="connsiteY32" fmla="*/ 35893 h 38817"/>
                    <a:gd name="connsiteX33" fmla="*/ 17834 w 25772"/>
                    <a:gd name="connsiteY33" fmla="*/ 34387 h 38817"/>
                    <a:gd name="connsiteX34" fmla="*/ 20668 w 25772"/>
                    <a:gd name="connsiteY34" fmla="*/ 30496 h 38817"/>
                    <a:gd name="connsiteX35" fmla="*/ 21972 w 25772"/>
                    <a:gd name="connsiteY35" fmla="*/ 25143 h 38817"/>
                    <a:gd name="connsiteX36" fmla="*/ 22287 w 25772"/>
                    <a:gd name="connsiteY36" fmla="*/ 19319 h 38817"/>
                    <a:gd name="connsiteX37" fmla="*/ 22309 w 25772"/>
                    <a:gd name="connsiteY37" fmla="*/ 19319 h 38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5772" h="38817">
                      <a:moveTo>
                        <a:pt x="12932" y="0"/>
                      </a:moveTo>
                      <a:cubicBezTo>
                        <a:pt x="14798" y="0"/>
                        <a:pt x="16417" y="270"/>
                        <a:pt x="17789" y="832"/>
                      </a:cubicBezTo>
                      <a:cubicBezTo>
                        <a:pt x="19161" y="1394"/>
                        <a:pt x="20308" y="2159"/>
                        <a:pt x="21275" y="3126"/>
                      </a:cubicBezTo>
                      <a:cubicBezTo>
                        <a:pt x="22219" y="4093"/>
                        <a:pt x="23007" y="5240"/>
                        <a:pt x="23592" y="6522"/>
                      </a:cubicBezTo>
                      <a:cubicBezTo>
                        <a:pt x="24176" y="7826"/>
                        <a:pt x="24648" y="9198"/>
                        <a:pt x="24963" y="10660"/>
                      </a:cubicBezTo>
                      <a:cubicBezTo>
                        <a:pt x="25278" y="12122"/>
                        <a:pt x="25503" y="13629"/>
                        <a:pt x="25615" y="15158"/>
                      </a:cubicBezTo>
                      <a:cubicBezTo>
                        <a:pt x="25728" y="16687"/>
                        <a:pt x="25773" y="18217"/>
                        <a:pt x="25773" y="19701"/>
                      </a:cubicBezTo>
                      <a:cubicBezTo>
                        <a:pt x="25773" y="22220"/>
                        <a:pt x="25593" y="24626"/>
                        <a:pt x="25233" y="26943"/>
                      </a:cubicBezTo>
                      <a:cubicBezTo>
                        <a:pt x="24873" y="29236"/>
                        <a:pt x="24221" y="31283"/>
                        <a:pt x="23254" y="33037"/>
                      </a:cubicBezTo>
                      <a:cubicBezTo>
                        <a:pt x="22309" y="34791"/>
                        <a:pt x="21005" y="36208"/>
                        <a:pt x="19341" y="37243"/>
                      </a:cubicBezTo>
                      <a:cubicBezTo>
                        <a:pt x="17677" y="38277"/>
                        <a:pt x="15540" y="38817"/>
                        <a:pt x="12909" y="38817"/>
                      </a:cubicBezTo>
                      <a:cubicBezTo>
                        <a:pt x="10277" y="38817"/>
                        <a:pt x="8141" y="38300"/>
                        <a:pt x="6454" y="37243"/>
                      </a:cubicBezTo>
                      <a:cubicBezTo>
                        <a:pt x="4790" y="36208"/>
                        <a:pt x="3463" y="34791"/>
                        <a:pt x="2519" y="33015"/>
                      </a:cubicBezTo>
                      <a:cubicBezTo>
                        <a:pt x="1574" y="31238"/>
                        <a:pt x="899" y="29169"/>
                        <a:pt x="540" y="26808"/>
                      </a:cubicBezTo>
                      <a:cubicBezTo>
                        <a:pt x="180" y="24446"/>
                        <a:pt x="0" y="21950"/>
                        <a:pt x="0" y="19341"/>
                      </a:cubicBezTo>
                      <a:cubicBezTo>
                        <a:pt x="0" y="16935"/>
                        <a:pt x="157" y="14573"/>
                        <a:pt x="495" y="12279"/>
                      </a:cubicBezTo>
                      <a:cubicBezTo>
                        <a:pt x="809" y="9985"/>
                        <a:pt x="1439" y="7916"/>
                        <a:pt x="2361" y="6095"/>
                      </a:cubicBezTo>
                      <a:cubicBezTo>
                        <a:pt x="3283" y="4273"/>
                        <a:pt x="4587" y="2811"/>
                        <a:pt x="6274" y="1687"/>
                      </a:cubicBezTo>
                      <a:cubicBezTo>
                        <a:pt x="7961" y="562"/>
                        <a:pt x="10187" y="23"/>
                        <a:pt x="12909" y="23"/>
                      </a:cubicBezTo>
                      <a:lnTo>
                        <a:pt x="12909" y="23"/>
                      </a:lnTo>
                      <a:close/>
                      <a:moveTo>
                        <a:pt x="22309" y="19319"/>
                      </a:moveTo>
                      <a:cubicBezTo>
                        <a:pt x="22309" y="17272"/>
                        <a:pt x="22197" y="15270"/>
                        <a:pt x="21950" y="13291"/>
                      </a:cubicBezTo>
                      <a:cubicBezTo>
                        <a:pt x="21702" y="11312"/>
                        <a:pt x="21253" y="9581"/>
                        <a:pt x="20578" y="8029"/>
                      </a:cubicBezTo>
                      <a:cubicBezTo>
                        <a:pt x="19903" y="6477"/>
                        <a:pt x="18936" y="5240"/>
                        <a:pt x="17699" y="4296"/>
                      </a:cubicBezTo>
                      <a:cubicBezTo>
                        <a:pt x="16462" y="3351"/>
                        <a:pt x="14820" y="2901"/>
                        <a:pt x="12819" y="2901"/>
                      </a:cubicBezTo>
                      <a:cubicBezTo>
                        <a:pt x="10817" y="2901"/>
                        <a:pt x="9355" y="3373"/>
                        <a:pt x="8141" y="4341"/>
                      </a:cubicBezTo>
                      <a:cubicBezTo>
                        <a:pt x="6926" y="5308"/>
                        <a:pt x="5982" y="6567"/>
                        <a:pt x="5307" y="8141"/>
                      </a:cubicBezTo>
                      <a:cubicBezTo>
                        <a:pt x="4632" y="9716"/>
                        <a:pt x="4138" y="11515"/>
                        <a:pt x="3868" y="13539"/>
                      </a:cubicBezTo>
                      <a:cubicBezTo>
                        <a:pt x="3598" y="15563"/>
                        <a:pt x="3463" y="17609"/>
                        <a:pt x="3463" y="19701"/>
                      </a:cubicBezTo>
                      <a:cubicBezTo>
                        <a:pt x="3463" y="22152"/>
                        <a:pt x="3621" y="24379"/>
                        <a:pt x="3913" y="26358"/>
                      </a:cubicBezTo>
                      <a:cubicBezTo>
                        <a:pt x="4228" y="28359"/>
                        <a:pt x="4722" y="30046"/>
                        <a:pt x="5442" y="31463"/>
                      </a:cubicBezTo>
                      <a:cubicBezTo>
                        <a:pt x="6162" y="32857"/>
                        <a:pt x="7129" y="33959"/>
                        <a:pt x="8321" y="34724"/>
                      </a:cubicBezTo>
                      <a:cubicBezTo>
                        <a:pt x="9536" y="35489"/>
                        <a:pt x="11042" y="35893"/>
                        <a:pt x="12886" y="35893"/>
                      </a:cubicBezTo>
                      <a:cubicBezTo>
                        <a:pt x="14933" y="35893"/>
                        <a:pt x="16575" y="35399"/>
                        <a:pt x="17834" y="34387"/>
                      </a:cubicBezTo>
                      <a:cubicBezTo>
                        <a:pt x="19071" y="33375"/>
                        <a:pt x="20016" y="32093"/>
                        <a:pt x="20668" y="30496"/>
                      </a:cubicBezTo>
                      <a:cubicBezTo>
                        <a:pt x="21320" y="28899"/>
                        <a:pt x="21747" y="27122"/>
                        <a:pt x="21972" y="25143"/>
                      </a:cubicBezTo>
                      <a:cubicBezTo>
                        <a:pt x="22197" y="23164"/>
                        <a:pt x="22287" y="21230"/>
                        <a:pt x="22287" y="19319"/>
                      </a:cubicBezTo>
                      <a:lnTo>
                        <a:pt x="22309" y="19319"/>
                      </a:lnTo>
                      <a:close/>
                    </a:path>
                  </a:pathLst>
                </a:custGeom>
                <a:solidFill>
                  <a:srgbClr val="231F20"/>
                </a:solidFill>
                <a:ln w="2249" cap="flat">
                  <a:noFill/>
                  <a:prstDash val="solid"/>
                  <a:miter/>
                </a:ln>
              </p:spPr>
              <p:txBody>
                <a:bodyPr rtlCol="0" anchor="ctr"/>
                <a:lstStyle/>
                <a:p>
                  <a:endParaRPr lang="en-US"/>
                </a:p>
              </p:txBody>
            </p:sp>
            <p:grpSp>
              <p:nvGrpSpPr>
                <p:cNvPr id="1893" name="Graphic 3">
                  <a:extLst>
                    <a:ext uri="{FF2B5EF4-FFF2-40B4-BE49-F238E27FC236}">
                      <a16:creationId xmlns:a16="http://schemas.microsoft.com/office/drawing/2014/main" id="{CEF90BB7-1996-090A-93A9-33491D679CF1}"/>
                    </a:ext>
                  </a:extLst>
                </p:cNvPr>
                <p:cNvGrpSpPr/>
                <p:nvPr/>
              </p:nvGrpSpPr>
              <p:grpSpPr>
                <a:xfrm>
                  <a:off x="243932" y="1798090"/>
                  <a:ext cx="242160" cy="2032156"/>
                  <a:chOff x="7077828" y="2502051"/>
                  <a:chExt cx="50308" cy="422175"/>
                </a:xfrm>
                <a:solidFill>
                  <a:srgbClr val="231F20"/>
                </a:solidFill>
              </p:grpSpPr>
              <p:sp>
                <p:nvSpPr>
                  <p:cNvPr id="1903" name="Freeform 1902">
                    <a:extLst>
                      <a:ext uri="{FF2B5EF4-FFF2-40B4-BE49-F238E27FC236}">
                        <a16:creationId xmlns:a16="http://schemas.microsoft.com/office/drawing/2014/main" id="{6B79EC41-A266-26A6-4272-EE2A03F7F6C9}"/>
                      </a:ext>
                    </a:extLst>
                  </p:cNvPr>
                  <p:cNvSpPr/>
                  <p:nvPr/>
                </p:nvSpPr>
                <p:spPr>
                  <a:xfrm>
                    <a:off x="7077851" y="2897351"/>
                    <a:ext cx="38907" cy="26875"/>
                  </a:xfrm>
                  <a:custGeom>
                    <a:avLst/>
                    <a:gdLst>
                      <a:gd name="connsiteX0" fmla="*/ 38862 w 38907"/>
                      <a:gd name="connsiteY0" fmla="*/ 26875 h 26875"/>
                      <a:gd name="connsiteX1" fmla="*/ 0 w 38907"/>
                      <a:gd name="connsiteY1" fmla="*/ 26875 h 26875"/>
                      <a:gd name="connsiteX2" fmla="*/ 0 w 38907"/>
                      <a:gd name="connsiteY2" fmla="*/ 12684 h 26875"/>
                      <a:gd name="connsiteX3" fmla="*/ 854 w 38907"/>
                      <a:gd name="connsiteY3" fmla="*/ 6454 h 26875"/>
                      <a:gd name="connsiteX4" fmla="*/ 3238 w 38907"/>
                      <a:gd name="connsiteY4" fmla="*/ 2564 h 26875"/>
                      <a:gd name="connsiteX5" fmla="*/ 6724 w 38907"/>
                      <a:gd name="connsiteY5" fmla="*/ 562 h 26875"/>
                      <a:gd name="connsiteX6" fmla="*/ 10863 w 38907"/>
                      <a:gd name="connsiteY6" fmla="*/ 0 h 26875"/>
                      <a:gd name="connsiteX7" fmla="*/ 16215 w 38907"/>
                      <a:gd name="connsiteY7" fmla="*/ 1327 h 26875"/>
                      <a:gd name="connsiteX8" fmla="*/ 19543 w 38907"/>
                      <a:gd name="connsiteY8" fmla="*/ 4745 h 26875"/>
                      <a:gd name="connsiteX9" fmla="*/ 21253 w 38907"/>
                      <a:gd name="connsiteY9" fmla="*/ 9513 h 26875"/>
                      <a:gd name="connsiteX10" fmla="*/ 21747 w 38907"/>
                      <a:gd name="connsiteY10" fmla="*/ 14888 h 26875"/>
                      <a:gd name="connsiteX11" fmla="*/ 21747 w 38907"/>
                      <a:gd name="connsiteY11" fmla="*/ 23209 h 26875"/>
                      <a:gd name="connsiteX12" fmla="*/ 38907 w 38907"/>
                      <a:gd name="connsiteY12" fmla="*/ 23209 h 26875"/>
                      <a:gd name="connsiteX13" fmla="*/ 38907 w 38907"/>
                      <a:gd name="connsiteY13" fmla="*/ 26875 h 26875"/>
                      <a:gd name="connsiteX14" fmla="*/ 38862 w 38907"/>
                      <a:gd name="connsiteY14" fmla="*/ 26875 h 26875"/>
                      <a:gd name="connsiteX15" fmla="*/ 18554 w 38907"/>
                      <a:gd name="connsiteY15" fmla="*/ 14798 h 26875"/>
                      <a:gd name="connsiteX16" fmla="*/ 18239 w 38907"/>
                      <a:gd name="connsiteY16" fmla="*/ 10165 h 26875"/>
                      <a:gd name="connsiteX17" fmla="*/ 17025 w 38907"/>
                      <a:gd name="connsiteY17" fmla="*/ 6679 h 26875"/>
                      <a:gd name="connsiteX18" fmla="*/ 14596 w 38907"/>
                      <a:gd name="connsiteY18" fmla="*/ 4475 h 26875"/>
                      <a:gd name="connsiteX19" fmla="*/ 10570 w 38907"/>
                      <a:gd name="connsiteY19" fmla="*/ 3688 h 26875"/>
                      <a:gd name="connsiteX20" fmla="*/ 5015 w 38907"/>
                      <a:gd name="connsiteY20" fmla="*/ 6095 h 26875"/>
                      <a:gd name="connsiteX21" fmla="*/ 3126 w 38907"/>
                      <a:gd name="connsiteY21" fmla="*/ 13741 h 26875"/>
                      <a:gd name="connsiteX22" fmla="*/ 3126 w 38907"/>
                      <a:gd name="connsiteY22" fmla="*/ 23232 h 26875"/>
                      <a:gd name="connsiteX23" fmla="*/ 18554 w 38907"/>
                      <a:gd name="connsiteY23" fmla="*/ 23232 h 26875"/>
                      <a:gd name="connsiteX24" fmla="*/ 18554 w 38907"/>
                      <a:gd name="connsiteY24" fmla="*/ 14821 h 26875"/>
                      <a:gd name="connsiteX25" fmla="*/ 18554 w 38907"/>
                      <a:gd name="connsiteY25" fmla="*/ 14821 h 26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38907" h="26875">
                        <a:moveTo>
                          <a:pt x="38862" y="26875"/>
                        </a:moveTo>
                        <a:lnTo>
                          <a:pt x="0" y="26875"/>
                        </a:lnTo>
                        <a:lnTo>
                          <a:pt x="0" y="12684"/>
                        </a:lnTo>
                        <a:cubicBezTo>
                          <a:pt x="0" y="10165"/>
                          <a:pt x="292" y="8096"/>
                          <a:pt x="854" y="6454"/>
                        </a:cubicBezTo>
                        <a:cubicBezTo>
                          <a:pt x="1439" y="4813"/>
                          <a:pt x="2226" y="3531"/>
                          <a:pt x="3238" y="2564"/>
                        </a:cubicBezTo>
                        <a:cubicBezTo>
                          <a:pt x="4250" y="1619"/>
                          <a:pt x="5397" y="945"/>
                          <a:pt x="6724" y="562"/>
                        </a:cubicBezTo>
                        <a:cubicBezTo>
                          <a:pt x="8029" y="180"/>
                          <a:pt x="9423" y="0"/>
                          <a:pt x="10863" y="0"/>
                        </a:cubicBezTo>
                        <a:cubicBezTo>
                          <a:pt x="13022" y="0"/>
                          <a:pt x="14798" y="450"/>
                          <a:pt x="16215" y="1327"/>
                        </a:cubicBezTo>
                        <a:cubicBezTo>
                          <a:pt x="17632" y="2204"/>
                          <a:pt x="18734" y="3351"/>
                          <a:pt x="19543" y="4745"/>
                        </a:cubicBezTo>
                        <a:cubicBezTo>
                          <a:pt x="20353" y="6140"/>
                          <a:pt x="20915" y="7736"/>
                          <a:pt x="21253" y="9513"/>
                        </a:cubicBezTo>
                        <a:cubicBezTo>
                          <a:pt x="21590" y="11290"/>
                          <a:pt x="21747" y="13089"/>
                          <a:pt x="21747" y="14888"/>
                        </a:cubicBezTo>
                        <a:lnTo>
                          <a:pt x="21747" y="23209"/>
                        </a:lnTo>
                        <a:lnTo>
                          <a:pt x="38907" y="23209"/>
                        </a:lnTo>
                        <a:lnTo>
                          <a:pt x="38907" y="26875"/>
                        </a:lnTo>
                        <a:lnTo>
                          <a:pt x="38862" y="26875"/>
                        </a:lnTo>
                        <a:close/>
                        <a:moveTo>
                          <a:pt x="18554" y="14798"/>
                        </a:moveTo>
                        <a:cubicBezTo>
                          <a:pt x="18554" y="13066"/>
                          <a:pt x="18441" y="11515"/>
                          <a:pt x="18239" y="10165"/>
                        </a:cubicBezTo>
                        <a:cubicBezTo>
                          <a:pt x="18014" y="8793"/>
                          <a:pt x="17610" y="7646"/>
                          <a:pt x="17025" y="6679"/>
                        </a:cubicBezTo>
                        <a:cubicBezTo>
                          <a:pt x="16440" y="5712"/>
                          <a:pt x="15630" y="4993"/>
                          <a:pt x="14596" y="4475"/>
                        </a:cubicBezTo>
                        <a:cubicBezTo>
                          <a:pt x="13561" y="3958"/>
                          <a:pt x="12234" y="3688"/>
                          <a:pt x="10570" y="3688"/>
                        </a:cubicBezTo>
                        <a:cubicBezTo>
                          <a:pt x="8118" y="3688"/>
                          <a:pt x="6275" y="4498"/>
                          <a:pt x="5015" y="6095"/>
                        </a:cubicBezTo>
                        <a:cubicBezTo>
                          <a:pt x="3756" y="7691"/>
                          <a:pt x="3126" y="10233"/>
                          <a:pt x="3126" y="13741"/>
                        </a:cubicBezTo>
                        <a:lnTo>
                          <a:pt x="3126" y="23232"/>
                        </a:lnTo>
                        <a:lnTo>
                          <a:pt x="18554" y="23232"/>
                        </a:lnTo>
                        <a:lnTo>
                          <a:pt x="18554" y="14821"/>
                        </a:lnTo>
                        <a:lnTo>
                          <a:pt x="18554" y="14821"/>
                        </a:lnTo>
                        <a:close/>
                      </a:path>
                    </a:pathLst>
                  </a:custGeom>
                  <a:solidFill>
                    <a:srgbClr val="231F20"/>
                  </a:solidFill>
                  <a:ln w="2249" cap="flat">
                    <a:noFill/>
                    <a:prstDash val="solid"/>
                    <a:miter/>
                  </a:ln>
                </p:spPr>
                <p:txBody>
                  <a:bodyPr rtlCol="0" anchor="ctr"/>
                  <a:lstStyle/>
                  <a:p>
                    <a:endParaRPr lang="en-US"/>
                  </a:p>
                </p:txBody>
              </p:sp>
              <p:sp>
                <p:nvSpPr>
                  <p:cNvPr id="1904" name="Freeform 1903">
                    <a:extLst>
                      <a:ext uri="{FF2B5EF4-FFF2-40B4-BE49-F238E27FC236}">
                        <a16:creationId xmlns:a16="http://schemas.microsoft.com/office/drawing/2014/main" id="{F7412C32-8615-5958-EE26-CE9A6232F9C8}"/>
                      </a:ext>
                    </a:extLst>
                  </p:cNvPr>
                  <p:cNvSpPr/>
                  <p:nvPr/>
                </p:nvSpPr>
                <p:spPr>
                  <a:xfrm>
                    <a:off x="7088713" y="2869397"/>
                    <a:ext cx="28718" cy="22197"/>
                  </a:xfrm>
                  <a:custGeom>
                    <a:avLst/>
                    <a:gdLst>
                      <a:gd name="connsiteX0" fmla="*/ 23 w 28718"/>
                      <a:gd name="connsiteY0" fmla="*/ 3239 h 22197"/>
                      <a:gd name="connsiteX1" fmla="*/ 23 w 28718"/>
                      <a:gd name="connsiteY1" fmla="*/ 0 h 22197"/>
                      <a:gd name="connsiteX2" fmla="*/ 27977 w 28718"/>
                      <a:gd name="connsiteY2" fmla="*/ 0 h 22197"/>
                      <a:gd name="connsiteX3" fmla="*/ 27977 w 28718"/>
                      <a:gd name="connsiteY3" fmla="*/ 3239 h 22197"/>
                      <a:gd name="connsiteX4" fmla="*/ 24086 w 28718"/>
                      <a:gd name="connsiteY4" fmla="*/ 3239 h 22197"/>
                      <a:gd name="connsiteX5" fmla="*/ 25660 w 28718"/>
                      <a:gd name="connsiteY5" fmla="*/ 4700 h 22197"/>
                      <a:gd name="connsiteX6" fmla="*/ 27145 w 28718"/>
                      <a:gd name="connsiteY6" fmla="*/ 6567 h 22197"/>
                      <a:gd name="connsiteX7" fmla="*/ 28269 w 28718"/>
                      <a:gd name="connsiteY7" fmla="*/ 9018 h 22197"/>
                      <a:gd name="connsiteX8" fmla="*/ 28719 w 28718"/>
                      <a:gd name="connsiteY8" fmla="*/ 12257 h 22197"/>
                      <a:gd name="connsiteX9" fmla="*/ 27932 w 28718"/>
                      <a:gd name="connsiteY9" fmla="*/ 16957 h 22197"/>
                      <a:gd name="connsiteX10" fmla="*/ 25750 w 28718"/>
                      <a:gd name="connsiteY10" fmla="*/ 20016 h 22197"/>
                      <a:gd name="connsiteX11" fmla="*/ 22490 w 28718"/>
                      <a:gd name="connsiteY11" fmla="*/ 21680 h 22197"/>
                      <a:gd name="connsiteX12" fmla="*/ 18419 w 28718"/>
                      <a:gd name="connsiteY12" fmla="*/ 22197 h 22197"/>
                      <a:gd name="connsiteX13" fmla="*/ 23 w 28718"/>
                      <a:gd name="connsiteY13" fmla="*/ 22197 h 22197"/>
                      <a:gd name="connsiteX14" fmla="*/ 23 w 28718"/>
                      <a:gd name="connsiteY14" fmla="*/ 18959 h 22197"/>
                      <a:gd name="connsiteX15" fmla="*/ 18374 w 28718"/>
                      <a:gd name="connsiteY15" fmla="*/ 18959 h 22197"/>
                      <a:gd name="connsiteX16" fmla="*/ 23906 w 28718"/>
                      <a:gd name="connsiteY16" fmla="*/ 17294 h 22197"/>
                      <a:gd name="connsiteX17" fmla="*/ 25818 w 28718"/>
                      <a:gd name="connsiteY17" fmla="*/ 11785 h 22197"/>
                      <a:gd name="connsiteX18" fmla="*/ 25031 w 28718"/>
                      <a:gd name="connsiteY18" fmla="*/ 8186 h 22197"/>
                      <a:gd name="connsiteX19" fmla="*/ 22849 w 28718"/>
                      <a:gd name="connsiteY19" fmla="*/ 5510 h 22197"/>
                      <a:gd name="connsiteX20" fmla="*/ 19498 w 28718"/>
                      <a:gd name="connsiteY20" fmla="*/ 3846 h 22197"/>
                      <a:gd name="connsiteX21" fmla="*/ 15225 w 28718"/>
                      <a:gd name="connsiteY21" fmla="*/ 3261 h 22197"/>
                      <a:gd name="connsiteX22" fmla="*/ 0 w 28718"/>
                      <a:gd name="connsiteY22" fmla="*/ 3261 h 22197"/>
                      <a:gd name="connsiteX23" fmla="*/ 23 w 28718"/>
                      <a:gd name="connsiteY23" fmla="*/ 3261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8718" h="22197">
                        <a:moveTo>
                          <a:pt x="23" y="3239"/>
                        </a:moveTo>
                        <a:lnTo>
                          <a:pt x="23" y="0"/>
                        </a:lnTo>
                        <a:lnTo>
                          <a:pt x="27977" y="0"/>
                        </a:lnTo>
                        <a:lnTo>
                          <a:pt x="27977" y="3239"/>
                        </a:lnTo>
                        <a:lnTo>
                          <a:pt x="24086" y="3239"/>
                        </a:lnTo>
                        <a:cubicBezTo>
                          <a:pt x="24581" y="3666"/>
                          <a:pt x="25121" y="4161"/>
                          <a:pt x="25660" y="4700"/>
                        </a:cubicBezTo>
                        <a:cubicBezTo>
                          <a:pt x="26200" y="5240"/>
                          <a:pt x="26695" y="5870"/>
                          <a:pt x="27145" y="6567"/>
                        </a:cubicBezTo>
                        <a:cubicBezTo>
                          <a:pt x="27594" y="7264"/>
                          <a:pt x="27977" y="8096"/>
                          <a:pt x="28269" y="9018"/>
                        </a:cubicBezTo>
                        <a:cubicBezTo>
                          <a:pt x="28562" y="9940"/>
                          <a:pt x="28719" y="11042"/>
                          <a:pt x="28719" y="12257"/>
                        </a:cubicBezTo>
                        <a:cubicBezTo>
                          <a:pt x="28719" y="14123"/>
                          <a:pt x="28449" y="15698"/>
                          <a:pt x="27932" y="16957"/>
                        </a:cubicBezTo>
                        <a:cubicBezTo>
                          <a:pt x="27415" y="18217"/>
                          <a:pt x="26672" y="19229"/>
                          <a:pt x="25750" y="20016"/>
                        </a:cubicBezTo>
                        <a:cubicBezTo>
                          <a:pt x="24806" y="20780"/>
                          <a:pt x="23726" y="21343"/>
                          <a:pt x="22490" y="21680"/>
                        </a:cubicBezTo>
                        <a:cubicBezTo>
                          <a:pt x="21253" y="22017"/>
                          <a:pt x="19880" y="22197"/>
                          <a:pt x="18419" y="22197"/>
                        </a:cubicBezTo>
                        <a:lnTo>
                          <a:pt x="23" y="22197"/>
                        </a:lnTo>
                        <a:lnTo>
                          <a:pt x="23" y="18959"/>
                        </a:lnTo>
                        <a:lnTo>
                          <a:pt x="18374" y="18959"/>
                        </a:lnTo>
                        <a:cubicBezTo>
                          <a:pt x="20780" y="18959"/>
                          <a:pt x="22624" y="18396"/>
                          <a:pt x="23906" y="17294"/>
                        </a:cubicBezTo>
                        <a:cubicBezTo>
                          <a:pt x="25188" y="16170"/>
                          <a:pt x="25818" y="14348"/>
                          <a:pt x="25818" y="11785"/>
                        </a:cubicBezTo>
                        <a:cubicBezTo>
                          <a:pt x="25818" y="10458"/>
                          <a:pt x="25548" y="9266"/>
                          <a:pt x="25031" y="8186"/>
                        </a:cubicBezTo>
                        <a:cubicBezTo>
                          <a:pt x="24513" y="7129"/>
                          <a:pt x="23771" y="6230"/>
                          <a:pt x="22849" y="5510"/>
                        </a:cubicBezTo>
                        <a:cubicBezTo>
                          <a:pt x="21905" y="4790"/>
                          <a:pt x="20803" y="4228"/>
                          <a:pt x="19498" y="3846"/>
                        </a:cubicBezTo>
                        <a:cubicBezTo>
                          <a:pt x="18194" y="3441"/>
                          <a:pt x="16777" y="3261"/>
                          <a:pt x="15225" y="3261"/>
                        </a:cubicBezTo>
                        <a:lnTo>
                          <a:pt x="0" y="3261"/>
                        </a:lnTo>
                        <a:lnTo>
                          <a:pt x="23" y="3261"/>
                        </a:lnTo>
                        <a:close/>
                      </a:path>
                    </a:pathLst>
                  </a:custGeom>
                  <a:solidFill>
                    <a:srgbClr val="231F20"/>
                  </a:solidFill>
                  <a:ln w="2249" cap="flat">
                    <a:noFill/>
                    <a:prstDash val="solid"/>
                    <a:miter/>
                  </a:ln>
                </p:spPr>
                <p:txBody>
                  <a:bodyPr rtlCol="0" anchor="ctr"/>
                  <a:lstStyle/>
                  <a:p>
                    <a:endParaRPr lang="en-US"/>
                  </a:p>
                </p:txBody>
              </p:sp>
              <p:sp>
                <p:nvSpPr>
                  <p:cNvPr id="1905" name="Freeform 1904">
                    <a:extLst>
                      <a:ext uri="{FF2B5EF4-FFF2-40B4-BE49-F238E27FC236}">
                        <a16:creationId xmlns:a16="http://schemas.microsoft.com/office/drawing/2014/main" id="{892D7226-858C-5F69-597D-EFCDCBC9738E}"/>
                      </a:ext>
                    </a:extLst>
                  </p:cNvPr>
                  <p:cNvSpPr/>
                  <p:nvPr/>
                </p:nvSpPr>
                <p:spPr>
                  <a:xfrm>
                    <a:off x="7087971" y="2835505"/>
                    <a:ext cx="39738" cy="25683"/>
                  </a:xfrm>
                  <a:custGeom>
                    <a:avLst/>
                    <a:gdLst>
                      <a:gd name="connsiteX0" fmla="*/ 39739 w 39738"/>
                      <a:gd name="connsiteY0" fmla="*/ 22445 h 25683"/>
                      <a:gd name="connsiteX1" fmla="*/ 39739 w 39738"/>
                      <a:gd name="connsiteY1" fmla="*/ 25683 h 25683"/>
                      <a:gd name="connsiteX2" fmla="*/ 765 w 39738"/>
                      <a:gd name="connsiteY2" fmla="*/ 25683 h 25683"/>
                      <a:gd name="connsiteX3" fmla="*/ 765 w 39738"/>
                      <a:gd name="connsiteY3" fmla="*/ 22445 h 25683"/>
                      <a:gd name="connsiteX4" fmla="*/ 5667 w 39738"/>
                      <a:gd name="connsiteY4" fmla="*/ 22445 h 25683"/>
                      <a:gd name="connsiteX5" fmla="*/ 5667 w 39738"/>
                      <a:gd name="connsiteY5" fmla="*/ 22332 h 25683"/>
                      <a:gd name="connsiteX6" fmla="*/ 3238 w 39738"/>
                      <a:gd name="connsiteY6" fmla="*/ 20533 h 25683"/>
                      <a:gd name="connsiteX7" fmla="*/ 1462 w 39738"/>
                      <a:gd name="connsiteY7" fmla="*/ 18104 h 25683"/>
                      <a:gd name="connsiteX8" fmla="*/ 382 w 39738"/>
                      <a:gd name="connsiteY8" fmla="*/ 15383 h 25683"/>
                      <a:gd name="connsiteX9" fmla="*/ 0 w 39738"/>
                      <a:gd name="connsiteY9" fmla="*/ 12639 h 25683"/>
                      <a:gd name="connsiteX10" fmla="*/ 1124 w 39738"/>
                      <a:gd name="connsiteY10" fmla="*/ 6859 h 25683"/>
                      <a:gd name="connsiteX11" fmla="*/ 4228 w 39738"/>
                      <a:gd name="connsiteY11" fmla="*/ 2946 h 25683"/>
                      <a:gd name="connsiteX12" fmla="*/ 8906 w 39738"/>
                      <a:gd name="connsiteY12" fmla="*/ 697 h 25683"/>
                      <a:gd name="connsiteX13" fmla="*/ 14686 w 39738"/>
                      <a:gd name="connsiteY13" fmla="*/ 0 h 25683"/>
                      <a:gd name="connsiteX14" fmla="*/ 20308 w 39738"/>
                      <a:gd name="connsiteY14" fmla="*/ 765 h 25683"/>
                      <a:gd name="connsiteX15" fmla="*/ 25031 w 39738"/>
                      <a:gd name="connsiteY15" fmla="*/ 3059 h 25683"/>
                      <a:gd name="connsiteX16" fmla="*/ 28270 w 39738"/>
                      <a:gd name="connsiteY16" fmla="*/ 6949 h 25683"/>
                      <a:gd name="connsiteX17" fmla="*/ 29484 w 39738"/>
                      <a:gd name="connsiteY17" fmla="*/ 12482 h 25683"/>
                      <a:gd name="connsiteX18" fmla="*/ 28157 w 39738"/>
                      <a:gd name="connsiteY18" fmla="*/ 18172 h 25683"/>
                      <a:gd name="connsiteX19" fmla="*/ 24244 w 39738"/>
                      <a:gd name="connsiteY19" fmla="*/ 22467 h 25683"/>
                      <a:gd name="connsiteX20" fmla="*/ 39739 w 39738"/>
                      <a:gd name="connsiteY20" fmla="*/ 22467 h 25683"/>
                      <a:gd name="connsiteX21" fmla="*/ 14865 w 39738"/>
                      <a:gd name="connsiteY21" fmla="*/ 22445 h 25683"/>
                      <a:gd name="connsiteX22" fmla="*/ 19363 w 39738"/>
                      <a:gd name="connsiteY22" fmla="*/ 21792 h 25683"/>
                      <a:gd name="connsiteX23" fmla="*/ 23097 w 39738"/>
                      <a:gd name="connsiteY23" fmla="*/ 19926 h 25683"/>
                      <a:gd name="connsiteX24" fmla="*/ 25638 w 39738"/>
                      <a:gd name="connsiteY24" fmla="*/ 16957 h 25683"/>
                      <a:gd name="connsiteX25" fmla="*/ 26583 w 39738"/>
                      <a:gd name="connsiteY25" fmla="*/ 12999 h 25683"/>
                      <a:gd name="connsiteX26" fmla="*/ 25593 w 39738"/>
                      <a:gd name="connsiteY26" fmla="*/ 8659 h 25683"/>
                      <a:gd name="connsiteX27" fmla="*/ 22872 w 39738"/>
                      <a:gd name="connsiteY27" fmla="*/ 5600 h 25683"/>
                      <a:gd name="connsiteX28" fmla="*/ 18846 w 39738"/>
                      <a:gd name="connsiteY28" fmla="*/ 3868 h 25683"/>
                      <a:gd name="connsiteX29" fmla="*/ 13898 w 39738"/>
                      <a:gd name="connsiteY29" fmla="*/ 3441 h 25683"/>
                      <a:gd name="connsiteX30" fmla="*/ 9220 w 39738"/>
                      <a:gd name="connsiteY30" fmla="*/ 4161 h 25683"/>
                      <a:gd name="connsiteX31" fmla="*/ 5802 w 39738"/>
                      <a:gd name="connsiteY31" fmla="*/ 6185 h 25683"/>
                      <a:gd name="connsiteX32" fmla="*/ 3666 w 39738"/>
                      <a:gd name="connsiteY32" fmla="*/ 9198 h 25683"/>
                      <a:gd name="connsiteX33" fmla="*/ 2946 w 39738"/>
                      <a:gd name="connsiteY33" fmla="*/ 12977 h 25683"/>
                      <a:gd name="connsiteX34" fmla="*/ 3868 w 39738"/>
                      <a:gd name="connsiteY34" fmla="*/ 17025 h 25683"/>
                      <a:gd name="connsiteX35" fmla="*/ 6387 w 39738"/>
                      <a:gd name="connsiteY35" fmla="*/ 19993 h 25683"/>
                      <a:gd name="connsiteX36" fmla="*/ 10165 w 39738"/>
                      <a:gd name="connsiteY36" fmla="*/ 21792 h 25683"/>
                      <a:gd name="connsiteX37" fmla="*/ 14888 w 39738"/>
                      <a:gd name="connsiteY37" fmla="*/ 22422 h 25683"/>
                      <a:gd name="connsiteX38" fmla="*/ 14888 w 39738"/>
                      <a:gd name="connsiteY38" fmla="*/ 22422 h 25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39738" h="25683">
                        <a:moveTo>
                          <a:pt x="39739" y="22445"/>
                        </a:moveTo>
                        <a:lnTo>
                          <a:pt x="39739" y="25683"/>
                        </a:lnTo>
                        <a:lnTo>
                          <a:pt x="765" y="25683"/>
                        </a:lnTo>
                        <a:lnTo>
                          <a:pt x="765" y="22445"/>
                        </a:lnTo>
                        <a:lnTo>
                          <a:pt x="5667" y="22445"/>
                        </a:lnTo>
                        <a:lnTo>
                          <a:pt x="5667" y="22332"/>
                        </a:lnTo>
                        <a:cubicBezTo>
                          <a:pt x="4768" y="21860"/>
                          <a:pt x="3958" y="21253"/>
                          <a:pt x="3238" y="20533"/>
                        </a:cubicBezTo>
                        <a:cubicBezTo>
                          <a:pt x="2519" y="19791"/>
                          <a:pt x="1934" y="18981"/>
                          <a:pt x="1462" y="18104"/>
                        </a:cubicBezTo>
                        <a:cubicBezTo>
                          <a:pt x="989" y="17227"/>
                          <a:pt x="630" y="16305"/>
                          <a:pt x="382" y="15383"/>
                        </a:cubicBezTo>
                        <a:cubicBezTo>
                          <a:pt x="135" y="14438"/>
                          <a:pt x="0" y="13539"/>
                          <a:pt x="0" y="12639"/>
                        </a:cubicBezTo>
                        <a:cubicBezTo>
                          <a:pt x="0" y="10368"/>
                          <a:pt x="382" y="8456"/>
                          <a:pt x="1124" y="6859"/>
                        </a:cubicBezTo>
                        <a:cubicBezTo>
                          <a:pt x="1867" y="5263"/>
                          <a:pt x="2924" y="3981"/>
                          <a:pt x="4228" y="2946"/>
                        </a:cubicBezTo>
                        <a:cubicBezTo>
                          <a:pt x="5532" y="1912"/>
                          <a:pt x="7107" y="1170"/>
                          <a:pt x="8906" y="697"/>
                        </a:cubicBezTo>
                        <a:cubicBezTo>
                          <a:pt x="10705" y="225"/>
                          <a:pt x="12639" y="0"/>
                          <a:pt x="14686" y="0"/>
                        </a:cubicBezTo>
                        <a:cubicBezTo>
                          <a:pt x="16620" y="0"/>
                          <a:pt x="18509" y="247"/>
                          <a:pt x="20308" y="765"/>
                        </a:cubicBezTo>
                        <a:cubicBezTo>
                          <a:pt x="22107" y="1259"/>
                          <a:pt x="23682" y="2024"/>
                          <a:pt x="25031" y="3059"/>
                        </a:cubicBezTo>
                        <a:cubicBezTo>
                          <a:pt x="26380" y="4093"/>
                          <a:pt x="27460" y="5375"/>
                          <a:pt x="28270" y="6949"/>
                        </a:cubicBezTo>
                        <a:cubicBezTo>
                          <a:pt x="29079" y="8524"/>
                          <a:pt x="29484" y="10368"/>
                          <a:pt x="29484" y="12482"/>
                        </a:cubicBezTo>
                        <a:cubicBezTo>
                          <a:pt x="29484" y="14461"/>
                          <a:pt x="29034" y="16350"/>
                          <a:pt x="28157" y="18172"/>
                        </a:cubicBezTo>
                        <a:cubicBezTo>
                          <a:pt x="27280" y="19993"/>
                          <a:pt x="25976" y="21410"/>
                          <a:pt x="24244" y="22467"/>
                        </a:cubicBezTo>
                        <a:lnTo>
                          <a:pt x="39739" y="22467"/>
                        </a:lnTo>
                        <a:close/>
                        <a:moveTo>
                          <a:pt x="14865" y="22445"/>
                        </a:moveTo>
                        <a:cubicBezTo>
                          <a:pt x="16440" y="22445"/>
                          <a:pt x="17947" y="22220"/>
                          <a:pt x="19363" y="21792"/>
                        </a:cubicBezTo>
                        <a:cubicBezTo>
                          <a:pt x="20780" y="21365"/>
                          <a:pt x="22017" y="20735"/>
                          <a:pt x="23097" y="19926"/>
                        </a:cubicBezTo>
                        <a:cubicBezTo>
                          <a:pt x="24154" y="19116"/>
                          <a:pt x="25008" y="18127"/>
                          <a:pt x="25638" y="16957"/>
                        </a:cubicBezTo>
                        <a:cubicBezTo>
                          <a:pt x="26268" y="15788"/>
                          <a:pt x="26583" y="14461"/>
                          <a:pt x="26583" y="12999"/>
                        </a:cubicBezTo>
                        <a:cubicBezTo>
                          <a:pt x="26583" y="11335"/>
                          <a:pt x="26245" y="9895"/>
                          <a:pt x="25593" y="8659"/>
                        </a:cubicBezTo>
                        <a:cubicBezTo>
                          <a:pt x="24919" y="7422"/>
                          <a:pt x="24019" y="6410"/>
                          <a:pt x="22872" y="5600"/>
                        </a:cubicBezTo>
                        <a:cubicBezTo>
                          <a:pt x="21725" y="4813"/>
                          <a:pt x="20376" y="4228"/>
                          <a:pt x="18846" y="3868"/>
                        </a:cubicBezTo>
                        <a:cubicBezTo>
                          <a:pt x="17317" y="3508"/>
                          <a:pt x="15675" y="3373"/>
                          <a:pt x="13898" y="3441"/>
                        </a:cubicBezTo>
                        <a:cubicBezTo>
                          <a:pt x="12144" y="3441"/>
                          <a:pt x="10570" y="3688"/>
                          <a:pt x="9220" y="4161"/>
                        </a:cubicBezTo>
                        <a:cubicBezTo>
                          <a:pt x="7871" y="4655"/>
                          <a:pt x="6724" y="5330"/>
                          <a:pt x="5802" y="6185"/>
                        </a:cubicBezTo>
                        <a:cubicBezTo>
                          <a:pt x="4858" y="7039"/>
                          <a:pt x="4160" y="8051"/>
                          <a:pt x="3666" y="9198"/>
                        </a:cubicBezTo>
                        <a:cubicBezTo>
                          <a:pt x="3171" y="10345"/>
                          <a:pt x="2946" y="11605"/>
                          <a:pt x="2946" y="12977"/>
                        </a:cubicBezTo>
                        <a:cubicBezTo>
                          <a:pt x="2946" y="14483"/>
                          <a:pt x="3261" y="15833"/>
                          <a:pt x="3868" y="17025"/>
                        </a:cubicBezTo>
                        <a:cubicBezTo>
                          <a:pt x="4475" y="18217"/>
                          <a:pt x="5307" y="19206"/>
                          <a:pt x="6387" y="19993"/>
                        </a:cubicBezTo>
                        <a:cubicBezTo>
                          <a:pt x="7444" y="20780"/>
                          <a:pt x="8703" y="21388"/>
                          <a:pt x="10165" y="21792"/>
                        </a:cubicBezTo>
                        <a:cubicBezTo>
                          <a:pt x="11627" y="22197"/>
                          <a:pt x="13201" y="22422"/>
                          <a:pt x="14888" y="22422"/>
                        </a:cubicBezTo>
                        <a:lnTo>
                          <a:pt x="14888" y="22422"/>
                        </a:lnTo>
                        <a:close/>
                      </a:path>
                    </a:pathLst>
                  </a:custGeom>
                  <a:solidFill>
                    <a:srgbClr val="231F20"/>
                  </a:solidFill>
                  <a:ln w="2249" cap="flat">
                    <a:noFill/>
                    <a:prstDash val="solid"/>
                    <a:miter/>
                  </a:ln>
                </p:spPr>
                <p:txBody>
                  <a:bodyPr rtlCol="0" anchor="ctr"/>
                  <a:lstStyle/>
                  <a:p>
                    <a:endParaRPr lang="en-US"/>
                  </a:p>
                </p:txBody>
              </p:sp>
              <p:sp>
                <p:nvSpPr>
                  <p:cNvPr id="1906" name="Freeform 1905">
                    <a:extLst>
                      <a:ext uri="{FF2B5EF4-FFF2-40B4-BE49-F238E27FC236}">
                        <a16:creationId xmlns:a16="http://schemas.microsoft.com/office/drawing/2014/main" id="{74D3DF50-2435-E1FA-733D-A99AEE7488AE}"/>
                      </a:ext>
                    </a:extLst>
                  </p:cNvPr>
                  <p:cNvSpPr/>
                  <p:nvPr/>
                </p:nvSpPr>
                <p:spPr>
                  <a:xfrm>
                    <a:off x="7077828" y="2824710"/>
                    <a:ext cx="38884" cy="3553"/>
                  </a:xfrm>
                  <a:custGeom>
                    <a:avLst/>
                    <a:gdLst>
                      <a:gd name="connsiteX0" fmla="*/ 4813 w 38884"/>
                      <a:gd name="connsiteY0" fmla="*/ 3553 h 3553"/>
                      <a:gd name="connsiteX1" fmla="*/ 0 w 38884"/>
                      <a:gd name="connsiteY1" fmla="*/ 3553 h 3553"/>
                      <a:gd name="connsiteX2" fmla="*/ 0 w 38884"/>
                      <a:gd name="connsiteY2" fmla="*/ 0 h 3553"/>
                      <a:gd name="connsiteX3" fmla="*/ 4813 w 38884"/>
                      <a:gd name="connsiteY3" fmla="*/ 0 h 3553"/>
                      <a:gd name="connsiteX4" fmla="*/ 4813 w 38884"/>
                      <a:gd name="connsiteY4" fmla="*/ 3553 h 3553"/>
                      <a:gd name="connsiteX5" fmla="*/ 38885 w 38884"/>
                      <a:gd name="connsiteY5" fmla="*/ 3396 h 3553"/>
                      <a:gd name="connsiteX6" fmla="*/ 10930 w 38884"/>
                      <a:gd name="connsiteY6" fmla="*/ 3396 h 3553"/>
                      <a:gd name="connsiteX7" fmla="*/ 10930 w 38884"/>
                      <a:gd name="connsiteY7" fmla="*/ 157 h 3553"/>
                      <a:gd name="connsiteX8" fmla="*/ 38885 w 38884"/>
                      <a:gd name="connsiteY8" fmla="*/ 157 h 3553"/>
                      <a:gd name="connsiteX9" fmla="*/ 38885 w 38884"/>
                      <a:gd name="connsiteY9" fmla="*/ 3396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84" h="3553">
                        <a:moveTo>
                          <a:pt x="4813" y="3553"/>
                        </a:moveTo>
                        <a:lnTo>
                          <a:pt x="0" y="3553"/>
                        </a:lnTo>
                        <a:lnTo>
                          <a:pt x="0" y="0"/>
                        </a:lnTo>
                        <a:lnTo>
                          <a:pt x="4813" y="0"/>
                        </a:lnTo>
                        <a:lnTo>
                          <a:pt x="4813" y="3553"/>
                        </a:lnTo>
                        <a:close/>
                        <a:moveTo>
                          <a:pt x="38885" y="3396"/>
                        </a:moveTo>
                        <a:lnTo>
                          <a:pt x="10930" y="3396"/>
                        </a:lnTo>
                        <a:lnTo>
                          <a:pt x="10930" y="157"/>
                        </a:lnTo>
                        <a:lnTo>
                          <a:pt x="38885" y="157"/>
                        </a:lnTo>
                        <a:lnTo>
                          <a:pt x="38885" y="3396"/>
                        </a:lnTo>
                        <a:close/>
                      </a:path>
                    </a:pathLst>
                  </a:custGeom>
                  <a:solidFill>
                    <a:srgbClr val="231F20"/>
                  </a:solidFill>
                  <a:ln w="2249" cap="flat">
                    <a:noFill/>
                    <a:prstDash val="solid"/>
                    <a:miter/>
                  </a:ln>
                </p:spPr>
                <p:txBody>
                  <a:bodyPr rtlCol="0" anchor="ctr"/>
                  <a:lstStyle/>
                  <a:p>
                    <a:endParaRPr lang="en-US"/>
                  </a:p>
                </p:txBody>
              </p:sp>
              <p:sp>
                <p:nvSpPr>
                  <p:cNvPr id="1907" name="Freeform 1906">
                    <a:extLst>
                      <a:ext uri="{FF2B5EF4-FFF2-40B4-BE49-F238E27FC236}">
                        <a16:creationId xmlns:a16="http://schemas.microsoft.com/office/drawing/2014/main" id="{D296E5D0-FD9C-0E28-AC81-F486669621A7}"/>
                      </a:ext>
                    </a:extLst>
                  </p:cNvPr>
                  <p:cNvSpPr/>
                  <p:nvPr/>
                </p:nvSpPr>
                <p:spPr>
                  <a:xfrm>
                    <a:off x="7077851" y="2812903"/>
                    <a:ext cx="38862" cy="3238"/>
                  </a:xfrm>
                  <a:custGeom>
                    <a:avLst/>
                    <a:gdLst>
                      <a:gd name="connsiteX0" fmla="*/ 38862 w 38862"/>
                      <a:gd name="connsiteY0" fmla="*/ 3239 h 3238"/>
                      <a:gd name="connsiteX1" fmla="*/ 0 w 38862"/>
                      <a:gd name="connsiteY1" fmla="*/ 3239 h 3238"/>
                      <a:gd name="connsiteX2" fmla="*/ 0 w 38862"/>
                      <a:gd name="connsiteY2" fmla="*/ 0 h 3238"/>
                      <a:gd name="connsiteX3" fmla="*/ 38862 w 38862"/>
                      <a:gd name="connsiteY3" fmla="*/ 0 h 3238"/>
                      <a:gd name="connsiteX4" fmla="*/ 38862 w 38862"/>
                      <a:gd name="connsiteY4" fmla="*/ 3239 h 3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862" h="3238">
                        <a:moveTo>
                          <a:pt x="38862" y="3239"/>
                        </a:moveTo>
                        <a:lnTo>
                          <a:pt x="0" y="3239"/>
                        </a:lnTo>
                        <a:lnTo>
                          <a:pt x="0" y="0"/>
                        </a:lnTo>
                        <a:lnTo>
                          <a:pt x="38862" y="0"/>
                        </a:lnTo>
                        <a:lnTo>
                          <a:pt x="38862" y="3239"/>
                        </a:lnTo>
                        <a:close/>
                      </a:path>
                    </a:pathLst>
                  </a:custGeom>
                  <a:solidFill>
                    <a:srgbClr val="231F20"/>
                  </a:solidFill>
                  <a:ln w="2249" cap="flat">
                    <a:noFill/>
                    <a:prstDash val="solid"/>
                    <a:miter/>
                  </a:ln>
                </p:spPr>
                <p:txBody>
                  <a:bodyPr rtlCol="0" anchor="ctr"/>
                  <a:lstStyle/>
                  <a:p>
                    <a:endParaRPr lang="en-US"/>
                  </a:p>
                </p:txBody>
              </p:sp>
              <p:sp>
                <p:nvSpPr>
                  <p:cNvPr id="1908" name="Freeform 1907">
                    <a:extLst>
                      <a:ext uri="{FF2B5EF4-FFF2-40B4-BE49-F238E27FC236}">
                        <a16:creationId xmlns:a16="http://schemas.microsoft.com/office/drawing/2014/main" id="{C0BF80A7-7693-533F-9CFD-97C5D4D768C8}"/>
                      </a:ext>
                    </a:extLst>
                  </p:cNvPr>
                  <p:cNvSpPr/>
                  <p:nvPr/>
                </p:nvSpPr>
                <p:spPr>
                  <a:xfrm>
                    <a:off x="7087971" y="2769026"/>
                    <a:ext cx="29439" cy="22039"/>
                  </a:xfrm>
                  <a:custGeom>
                    <a:avLst/>
                    <a:gdLst>
                      <a:gd name="connsiteX0" fmla="*/ 19993 w 29439"/>
                      <a:gd name="connsiteY0" fmla="*/ 18734 h 22039"/>
                      <a:gd name="connsiteX1" fmla="*/ 25098 w 29439"/>
                      <a:gd name="connsiteY1" fmla="*/ 16013 h 22039"/>
                      <a:gd name="connsiteX2" fmla="*/ 26583 w 29439"/>
                      <a:gd name="connsiteY2" fmla="*/ 10368 h 22039"/>
                      <a:gd name="connsiteX3" fmla="*/ 26155 w 29439"/>
                      <a:gd name="connsiteY3" fmla="*/ 7287 h 22039"/>
                      <a:gd name="connsiteX4" fmla="*/ 24986 w 29439"/>
                      <a:gd name="connsiteY4" fmla="*/ 5150 h 22039"/>
                      <a:gd name="connsiteX5" fmla="*/ 23344 w 29439"/>
                      <a:gd name="connsiteY5" fmla="*/ 3891 h 22039"/>
                      <a:gd name="connsiteX6" fmla="*/ 21410 w 29439"/>
                      <a:gd name="connsiteY6" fmla="*/ 3463 h 22039"/>
                      <a:gd name="connsiteX7" fmla="*/ 18351 w 29439"/>
                      <a:gd name="connsiteY7" fmla="*/ 4790 h 22039"/>
                      <a:gd name="connsiteX8" fmla="*/ 16777 w 29439"/>
                      <a:gd name="connsiteY8" fmla="*/ 8119 h 22039"/>
                      <a:gd name="connsiteX9" fmla="*/ 15810 w 29439"/>
                      <a:gd name="connsiteY9" fmla="*/ 12437 h 22039"/>
                      <a:gd name="connsiteX10" fmla="*/ 14596 w 29439"/>
                      <a:gd name="connsiteY10" fmla="*/ 16755 h 22039"/>
                      <a:gd name="connsiteX11" fmla="*/ 12279 w 29439"/>
                      <a:gd name="connsiteY11" fmla="*/ 20083 h 22039"/>
                      <a:gd name="connsiteX12" fmla="*/ 8006 w 29439"/>
                      <a:gd name="connsiteY12" fmla="*/ 21410 h 22039"/>
                      <a:gd name="connsiteX13" fmla="*/ 2249 w 29439"/>
                      <a:gd name="connsiteY13" fmla="*/ 18846 h 22039"/>
                      <a:gd name="connsiteX14" fmla="*/ 0 w 29439"/>
                      <a:gd name="connsiteY14" fmla="*/ 11582 h 22039"/>
                      <a:gd name="connsiteX15" fmla="*/ 2024 w 29439"/>
                      <a:gd name="connsiteY15" fmla="*/ 4206 h 22039"/>
                      <a:gd name="connsiteX16" fmla="*/ 8793 w 29439"/>
                      <a:gd name="connsiteY16" fmla="*/ 787 h 22039"/>
                      <a:gd name="connsiteX17" fmla="*/ 8793 w 29439"/>
                      <a:gd name="connsiteY17" fmla="*/ 4071 h 22039"/>
                      <a:gd name="connsiteX18" fmla="*/ 4228 w 29439"/>
                      <a:gd name="connsiteY18" fmla="*/ 6522 h 22039"/>
                      <a:gd name="connsiteX19" fmla="*/ 2901 w 29439"/>
                      <a:gd name="connsiteY19" fmla="*/ 11627 h 22039"/>
                      <a:gd name="connsiteX20" fmla="*/ 4228 w 29439"/>
                      <a:gd name="connsiteY20" fmla="*/ 16327 h 22039"/>
                      <a:gd name="connsiteX21" fmla="*/ 7714 w 29439"/>
                      <a:gd name="connsiteY21" fmla="*/ 17947 h 22039"/>
                      <a:gd name="connsiteX22" fmla="*/ 10593 w 29439"/>
                      <a:gd name="connsiteY22" fmla="*/ 16620 h 22039"/>
                      <a:gd name="connsiteX23" fmla="*/ 12212 w 29439"/>
                      <a:gd name="connsiteY23" fmla="*/ 13291 h 22039"/>
                      <a:gd name="connsiteX24" fmla="*/ 13314 w 29439"/>
                      <a:gd name="connsiteY24" fmla="*/ 8973 h 22039"/>
                      <a:gd name="connsiteX25" fmla="*/ 14686 w 29439"/>
                      <a:gd name="connsiteY25" fmla="*/ 4655 h 22039"/>
                      <a:gd name="connsiteX26" fmla="*/ 17092 w 29439"/>
                      <a:gd name="connsiteY26" fmla="*/ 1327 h 22039"/>
                      <a:gd name="connsiteX27" fmla="*/ 21298 w 29439"/>
                      <a:gd name="connsiteY27" fmla="*/ 0 h 22039"/>
                      <a:gd name="connsiteX28" fmla="*/ 24829 w 29439"/>
                      <a:gd name="connsiteY28" fmla="*/ 855 h 22039"/>
                      <a:gd name="connsiteX29" fmla="*/ 27392 w 29439"/>
                      <a:gd name="connsiteY29" fmla="*/ 3239 h 22039"/>
                      <a:gd name="connsiteX30" fmla="*/ 28921 w 29439"/>
                      <a:gd name="connsiteY30" fmla="*/ 6837 h 22039"/>
                      <a:gd name="connsiteX31" fmla="*/ 29439 w 29439"/>
                      <a:gd name="connsiteY31" fmla="*/ 11402 h 22039"/>
                      <a:gd name="connsiteX32" fmla="*/ 28719 w 29439"/>
                      <a:gd name="connsiteY32" fmla="*/ 15810 h 22039"/>
                      <a:gd name="connsiteX33" fmla="*/ 26695 w 29439"/>
                      <a:gd name="connsiteY33" fmla="*/ 19071 h 22039"/>
                      <a:gd name="connsiteX34" fmla="*/ 23682 w 29439"/>
                      <a:gd name="connsiteY34" fmla="*/ 21185 h 22039"/>
                      <a:gd name="connsiteX35" fmla="*/ 19948 w 29439"/>
                      <a:gd name="connsiteY35" fmla="*/ 22040 h 22039"/>
                      <a:gd name="connsiteX36" fmla="*/ 19948 w 29439"/>
                      <a:gd name="connsiteY36" fmla="*/ 18756 h 22039"/>
                      <a:gd name="connsiteX37" fmla="*/ 19993 w 29439"/>
                      <a:gd name="connsiteY37" fmla="*/ 18756 h 22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9439" h="22039">
                        <a:moveTo>
                          <a:pt x="19993" y="18734"/>
                        </a:moveTo>
                        <a:cubicBezTo>
                          <a:pt x="22400" y="18239"/>
                          <a:pt x="24109" y="17317"/>
                          <a:pt x="25098" y="16013"/>
                        </a:cubicBezTo>
                        <a:cubicBezTo>
                          <a:pt x="26088" y="14708"/>
                          <a:pt x="26583" y="12819"/>
                          <a:pt x="26583" y="10368"/>
                        </a:cubicBezTo>
                        <a:cubicBezTo>
                          <a:pt x="26583" y="9176"/>
                          <a:pt x="26448" y="8164"/>
                          <a:pt x="26155" y="7287"/>
                        </a:cubicBezTo>
                        <a:cubicBezTo>
                          <a:pt x="25863" y="6432"/>
                          <a:pt x="25481" y="5712"/>
                          <a:pt x="24986" y="5150"/>
                        </a:cubicBezTo>
                        <a:cubicBezTo>
                          <a:pt x="24491" y="4588"/>
                          <a:pt x="23951" y="4161"/>
                          <a:pt x="23344" y="3891"/>
                        </a:cubicBezTo>
                        <a:cubicBezTo>
                          <a:pt x="22737" y="3598"/>
                          <a:pt x="22085" y="3463"/>
                          <a:pt x="21410" y="3463"/>
                        </a:cubicBezTo>
                        <a:cubicBezTo>
                          <a:pt x="20038" y="3463"/>
                          <a:pt x="19026" y="3913"/>
                          <a:pt x="18351" y="4790"/>
                        </a:cubicBezTo>
                        <a:cubicBezTo>
                          <a:pt x="17677" y="5667"/>
                          <a:pt x="17159" y="6769"/>
                          <a:pt x="16777" y="8119"/>
                        </a:cubicBezTo>
                        <a:cubicBezTo>
                          <a:pt x="16395" y="9468"/>
                          <a:pt x="16080" y="10885"/>
                          <a:pt x="15810" y="12437"/>
                        </a:cubicBezTo>
                        <a:cubicBezTo>
                          <a:pt x="15540" y="13989"/>
                          <a:pt x="15135" y="15428"/>
                          <a:pt x="14596" y="16755"/>
                        </a:cubicBezTo>
                        <a:cubicBezTo>
                          <a:pt x="14056" y="18082"/>
                          <a:pt x="13291" y="19184"/>
                          <a:pt x="12279" y="20083"/>
                        </a:cubicBezTo>
                        <a:cubicBezTo>
                          <a:pt x="11267" y="20983"/>
                          <a:pt x="9850" y="21410"/>
                          <a:pt x="8006" y="21410"/>
                        </a:cubicBezTo>
                        <a:cubicBezTo>
                          <a:pt x="5667" y="21410"/>
                          <a:pt x="3756" y="20556"/>
                          <a:pt x="2249" y="18846"/>
                        </a:cubicBezTo>
                        <a:cubicBezTo>
                          <a:pt x="765" y="17137"/>
                          <a:pt x="0" y="14708"/>
                          <a:pt x="0" y="11582"/>
                        </a:cubicBezTo>
                        <a:cubicBezTo>
                          <a:pt x="0" y="8456"/>
                          <a:pt x="675" y="6095"/>
                          <a:pt x="2024" y="4206"/>
                        </a:cubicBezTo>
                        <a:cubicBezTo>
                          <a:pt x="3373" y="2316"/>
                          <a:pt x="5622" y="1169"/>
                          <a:pt x="8793" y="787"/>
                        </a:cubicBezTo>
                        <a:lnTo>
                          <a:pt x="8793" y="4071"/>
                        </a:lnTo>
                        <a:cubicBezTo>
                          <a:pt x="6634" y="4363"/>
                          <a:pt x="5105" y="5173"/>
                          <a:pt x="4228" y="6522"/>
                        </a:cubicBezTo>
                        <a:cubicBezTo>
                          <a:pt x="3351" y="7871"/>
                          <a:pt x="2901" y="9581"/>
                          <a:pt x="2901" y="11627"/>
                        </a:cubicBezTo>
                        <a:cubicBezTo>
                          <a:pt x="2901" y="13674"/>
                          <a:pt x="3351" y="15248"/>
                          <a:pt x="4228" y="16327"/>
                        </a:cubicBezTo>
                        <a:cubicBezTo>
                          <a:pt x="5105" y="17407"/>
                          <a:pt x="6275" y="17947"/>
                          <a:pt x="7714" y="17947"/>
                        </a:cubicBezTo>
                        <a:cubicBezTo>
                          <a:pt x="8973" y="17947"/>
                          <a:pt x="9940" y="17497"/>
                          <a:pt x="10593" y="16620"/>
                        </a:cubicBezTo>
                        <a:cubicBezTo>
                          <a:pt x="11267" y="15743"/>
                          <a:pt x="11807" y="14641"/>
                          <a:pt x="12212" y="13291"/>
                        </a:cubicBezTo>
                        <a:cubicBezTo>
                          <a:pt x="12616" y="11964"/>
                          <a:pt x="12999" y="10525"/>
                          <a:pt x="13314" y="8973"/>
                        </a:cubicBezTo>
                        <a:cubicBezTo>
                          <a:pt x="13629" y="7422"/>
                          <a:pt x="14101" y="5982"/>
                          <a:pt x="14686" y="4655"/>
                        </a:cubicBezTo>
                        <a:cubicBezTo>
                          <a:pt x="15271" y="3328"/>
                          <a:pt x="16080" y="2226"/>
                          <a:pt x="17092" y="1327"/>
                        </a:cubicBezTo>
                        <a:cubicBezTo>
                          <a:pt x="18104" y="450"/>
                          <a:pt x="19498" y="0"/>
                          <a:pt x="21298" y="0"/>
                        </a:cubicBezTo>
                        <a:cubicBezTo>
                          <a:pt x="22625" y="0"/>
                          <a:pt x="23817" y="292"/>
                          <a:pt x="24829" y="855"/>
                        </a:cubicBezTo>
                        <a:cubicBezTo>
                          <a:pt x="25863" y="1439"/>
                          <a:pt x="26717" y="2226"/>
                          <a:pt x="27392" y="3239"/>
                        </a:cubicBezTo>
                        <a:cubicBezTo>
                          <a:pt x="28067" y="4251"/>
                          <a:pt x="28584" y="5443"/>
                          <a:pt x="28921" y="6837"/>
                        </a:cubicBezTo>
                        <a:cubicBezTo>
                          <a:pt x="29259" y="8231"/>
                          <a:pt x="29439" y="9738"/>
                          <a:pt x="29439" y="11402"/>
                        </a:cubicBezTo>
                        <a:cubicBezTo>
                          <a:pt x="29439" y="13066"/>
                          <a:pt x="29191" y="14528"/>
                          <a:pt x="28719" y="15810"/>
                        </a:cubicBezTo>
                        <a:cubicBezTo>
                          <a:pt x="28225" y="17092"/>
                          <a:pt x="27550" y="18172"/>
                          <a:pt x="26695" y="19071"/>
                        </a:cubicBezTo>
                        <a:cubicBezTo>
                          <a:pt x="25841" y="19971"/>
                          <a:pt x="24829" y="20668"/>
                          <a:pt x="23682" y="21185"/>
                        </a:cubicBezTo>
                        <a:cubicBezTo>
                          <a:pt x="22535" y="21680"/>
                          <a:pt x="21298" y="21972"/>
                          <a:pt x="19948" y="22040"/>
                        </a:cubicBezTo>
                        <a:lnTo>
                          <a:pt x="19948" y="18756"/>
                        </a:lnTo>
                        <a:lnTo>
                          <a:pt x="19993" y="18756"/>
                        </a:lnTo>
                        <a:close/>
                      </a:path>
                    </a:pathLst>
                  </a:custGeom>
                  <a:solidFill>
                    <a:srgbClr val="231F20"/>
                  </a:solidFill>
                  <a:ln w="2249" cap="flat">
                    <a:noFill/>
                    <a:prstDash val="solid"/>
                    <a:miter/>
                  </a:ln>
                </p:spPr>
                <p:txBody>
                  <a:bodyPr rtlCol="0" anchor="ctr"/>
                  <a:lstStyle/>
                  <a:p>
                    <a:endParaRPr lang="en-US"/>
                  </a:p>
                </p:txBody>
              </p:sp>
              <p:sp>
                <p:nvSpPr>
                  <p:cNvPr id="1909" name="Freeform 1908">
                    <a:extLst>
                      <a:ext uri="{FF2B5EF4-FFF2-40B4-BE49-F238E27FC236}">
                        <a16:creationId xmlns:a16="http://schemas.microsoft.com/office/drawing/2014/main" id="{8BBC5F44-7F2E-B04B-24D6-E752FD50A606}"/>
                      </a:ext>
                    </a:extLst>
                  </p:cNvPr>
                  <p:cNvSpPr/>
                  <p:nvPr/>
                </p:nvSpPr>
                <p:spPr>
                  <a:xfrm>
                    <a:off x="7077828" y="2758771"/>
                    <a:ext cx="38884" cy="3553"/>
                  </a:xfrm>
                  <a:custGeom>
                    <a:avLst/>
                    <a:gdLst>
                      <a:gd name="connsiteX0" fmla="*/ 4813 w 38884"/>
                      <a:gd name="connsiteY0" fmla="*/ 3553 h 3553"/>
                      <a:gd name="connsiteX1" fmla="*/ 0 w 38884"/>
                      <a:gd name="connsiteY1" fmla="*/ 3553 h 3553"/>
                      <a:gd name="connsiteX2" fmla="*/ 0 w 38884"/>
                      <a:gd name="connsiteY2" fmla="*/ 0 h 3553"/>
                      <a:gd name="connsiteX3" fmla="*/ 4813 w 38884"/>
                      <a:gd name="connsiteY3" fmla="*/ 0 h 3553"/>
                      <a:gd name="connsiteX4" fmla="*/ 4813 w 38884"/>
                      <a:gd name="connsiteY4" fmla="*/ 3553 h 3553"/>
                      <a:gd name="connsiteX5" fmla="*/ 38885 w 38884"/>
                      <a:gd name="connsiteY5" fmla="*/ 3396 h 3553"/>
                      <a:gd name="connsiteX6" fmla="*/ 10930 w 38884"/>
                      <a:gd name="connsiteY6" fmla="*/ 3396 h 3553"/>
                      <a:gd name="connsiteX7" fmla="*/ 10930 w 38884"/>
                      <a:gd name="connsiteY7" fmla="*/ 157 h 3553"/>
                      <a:gd name="connsiteX8" fmla="*/ 38885 w 38884"/>
                      <a:gd name="connsiteY8" fmla="*/ 157 h 3553"/>
                      <a:gd name="connsiteX9" fmla="*/ 38885 w 38884"/>
                      <a:gd name="connsiteY9" fmla="*/ 3396 h 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884" h="3553">
                        <a:moveTo>
                          <a:pt x="4813" y="3553"/>
                        </a:moveTo>
                        <a:lnTo>
                          <a:pt x="0" y="3553"/>
                        </a:lnTo>
                        <a:lnTo>
                          <a:pt x="0" y="0"/>
                        </a:lnTo>
                        <a:lnTo>
                          <a:pt x="4813" y="0"/>
                        </a:lnTo>
                        <a:lnTo>
                          <a:pt x="4813" y="3553"/>
                        </a:lnTo>
                        <a:close/>
                        <a:moveTo>
                          <a:pt x="38885" y="3396"/>
                        </a:moveTo>
                        <a:lnTo>
                          <a:pt x="10930" y="3396"/>
                        </a:lnTo>
                        <a:lnTo>
                          <a:pt x="10930" y="157"/>
                        </a:lnTo>
                        <a:lnTo>
                          <a:pt x="38885" y="157"/>
                        </a:lnTo>
                        <a:lnTo>
                          <a:pt x="38885" y="3396"/>
                        </a:lnTo>
                        <a:close/>
                      </a:path>
                    </a:pathLst>
                  </a:custGeom>
                  <a:solidFill>
                    <a:srgbClr val="231F20"/>
                  </a:solidFill>
                  <a:ln w="2249" cap="flat">
                    <a:noFill/>
                    <a:prstDash val="solid"/>
                    <a:miter/>
                  </a:ln>
                </p:spPr>
                <p:txBody>
                  <a:bodyPr rtlCol="0" anchor="ctr"/>
                  <a:lstStyle/>
                  <a:p>
                    <a:endParaRPr lang="en-US"/>
                  </a:p>
                </p:txBody>
              </p:sp>
              <p:sp>
                <p:nvSpPr>
                  <p:cNvPr id="1910" name="Freeform 1909">
                    <a:extLst>
                      <a:ext uri="{FF2B5EF4-FFF2-40B4-BE49-F238E27FC236}">
                        <a16:creationId xmlns:a16="http://schemas.microsoft.com/office/drawing/2014/main" id="{AB6A94EC-CE37-4068-84E6-8A5B8433533A}"/>
                      </a:ext>
                    </a:extLst>
                  </p:cNvPr>
                  <p:cNvSpPr/>
                  <p:nvPr/>
                </p:nvSpPr>
                <p:spPr>
                  <a:xfrm>
                    <a:off x="7088758" y="2729354"/>
                    <a:ext cx="27954" cy="23434"/>
                  </a:xfrm>
                  <a:custGeom>
                    <a:avLst/>
                    <a:gdLst>
                      <a:gd name="connsiteX0" fmla="*/ 27955 w 27954"/>
                      <a:gd name="connsiteY0" fmla="*/ 23434 h 23434"/>
                      <a:gd name="connsiteX1" fmla="*/ 25099 w 27954"/>
                      <a:gd name="connsiteY1" fmla="*/ 23434 h 23434"/>
                      <a:gd name="connsiteX2" fmla="*/ 2699 w 27954"/>
                      <a:gd name="connsiteY2" fmla="*/ 4858 h 23434"/>
                      <a:gd name="connsiteX3" fmla="*/ 2699 w 27954"/>
                      <a:gd name="connsiteY3" fmla="*/ 22175 h 23434"/>
                      <a:gd name="connsiteX4" fmla="*/ 0 w 27954"/>
                      <a:gd name="connsiteY4" fmla="*/ 22175 h 23434"/>
                      <a:gd name="connsiteX5" fmla="*/ 0 w 27954"/>
                      <a:gd name="connsiteY5" fmla="*/ 697 h 23434"/>
                      <a:gd name="connsiteX6" fmla="*/ 2856 w 27954"/>
                      <a:gd name="connsiteY6" fmla="*/ 697 h 23434"/>
                      <a:gd name="connsiteX7" fmla="*/ 25256 w 27954"/>
                      <a:gd name="connsiteY7" fmla="*/ 19274 h 23434"/>
                      <a:gd name="connsiteX8" fmla="*/ 25256 w 27954"/>
                      <a:gd name="connsiteY8" fmla="*/ 0 h 23434"/>
                      <a:gd name="connsiteX9" fmla="*/ 27955 w 27954"/>
                      <a:gd name="connsiteY9" fmla="*/ 0 h 23434"/>
                      <a:gd name="connsiteX10" fmla="*/ 27955 w 27954"/>
                      <a:gd name="connsiteY10" fmla="*/ 23434 h 23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954" h="23434">
                        <a:moveTo>
                          <a:pt x="27955" y="23434"/>
                        </a:moveTo>
                        <a:lnTo>
                          <a:pt x="25099" y="23434"/>
                        </a:lnTo>
                        <a:lnTo>
                          <a:pt x="2699" y="4858"/>
                        </a:lnTo>
                        <a:lnTo>
                          <a:pt x="2699" y="22175"/>
                        </a:lnTo>
                        <a:lnTo>
                          <a:pt x="0" y="22175"/>
                        </a:lnTo>
                        <a:lnTo>
                          <a:pt x="0" y="697"/>
                        </a:lnTo>
                        <a:lnTo>
                          <a:pt x="2856" y="697"/>
                        </a:lnTo>
                        <a:lnTo>
                          <a:pt x="25256" y="19274"/>
                        </a:lnTo>
                        <a:lnTo>
                          <a:pt x="25256" y="0"/>
                        </a:lnTo>
                        <a:lnTo>
                          <a:pt x="27955" y="0"/>
                        </a:lnTo>
                        <a:lnTo>
                          <a:pt x="27955" y="23434"/>
                        </a:lnTo>
                        <a:close/>
                      </a:path>
                    </a:pathLst>
                  </a:custGeom>
                  <a:solidFill>
                    <a:srgbClr val="231F20"/>
                  </a:solidFill>
                  <a:ln w="2249" cap="flat">
                    <a:noFill/>
                    <a:prstDash val="solid"/>
                    <a:miter/>
                  </a:ln>
                </p:spPr>
                <p:txBody>
                  <a:bodyPr rtlCol="0" anchor="ctr"/>
                  <a:lstStyle/>
                  <a:p>
                    <a:endParaRPr lang="en-US"/>
                  </a:p>
                </p:txBody>
              </p:sp>
              <p:sp>
                <p:nvSpPr>
                  <p:cNvPr id="1911" name="Freeform 1910">
                    <a:extLst>
                      <a:ext uri="{FF2B5EF4-FFF2-40B4-BE49-F238E27FC236}">
                        <a16:creationId xmlns:a16="http://schemas.microsoft.com/office/drawing/2014/main" id="{19E0FB86-5268-230F-68CC-DF9A5B9E0D75}"/>
                      </a:ext>
                    </a:extLst>
                  </p:cNvPr>
                  <p:cNvSpPr/>
                  <p:nvPr/>
                </p:nvSpPr>
                <p:spPr>
                  <a:xfrm>
                    <a:off x="7088016" y="2700027"/>
                    <a:ext cx="29483" cy="25167"/>
                  </a:xfrm>
                  <a:custGeom>
                    <a:avLst/>
                    <a:gdLst>
                      <a:gd name="connsiteX0" fmla="*/ 15473 w 29483"/>
                      <a:gd name="connsiteY0" fmla="*/ 21659 h 25167"/>
                      <a:gd name="connsiteX1" fmla="*/ 19768 w 29483"/>
                      <a:gd name="connsiteY1" fmla="*/ 21074 h 25167"/>
                      <a:gd name="connsiteX2" fmla="*/ 23276 w 29483"/>
                      <a:gd name="connsiteY2" fmla="*/ 19320 h 25167"/>
                      <a:gd name="connsiteX3" fmla="*/ 25660 w 29483"/>
                      <a:gd name="connsiteY3" fmla="*/ 16374 h 25167"/>
                      <a:gd name="connsiteX4" fmla="*/ 26560 w 29483"/>
                      <a:gd name="connsiteY4" fmla="*/ 12281 h 25167"/>
                      <a:gd name="connsiteX5" fmla="*/ 24896 w 29483"/>
                      <a:gd name="connsiteY5" fmla="*/ 6838 h 25167"/>
                      <a:gd name="connsiteX6" fmla="*/ 20151 w 29483"/>
                      <a:gd name="connsiteY6" fmla="*/ 3825 h 25167"/>
                      <a:gd name="connsiteX7" fmla="*/ 20151 w 29483"/>
                      <a:gd name="connsiteY7" fmla="*/ 204 h 25167"/>
                      <a:gd name="connsiteX8" fmla="*/ 23839 w 29483"/>
                      <a:gd name="connsiteY8" fmla="*/ 1778 h 25167"/>
                      <a:gd name="connsiteX9" fmla="*/ 26807 w 29483"/>
                      <a:gd name="connsiteY9" fmla="*/ 4207 h 25167"/>
                      <a:gd name="connsiteX10" fmla="*/ 28787 w 29483"/>
                      <a:gd name="connsiteY10" fmla="*/ 7670 h 25167"/>
                      <a:gd name="connsiteX11" fmla="*/ 29484 w 29483"/>
                      <a:gd name="connsiteY11" fmla="*/ 12303 h 25167"/>
                      <a:gd name="connsiteX12" fmla="*/ 28359 w 29483"/>
                      <a:gd name="connsiteY12" fmla="*/ 18083 h 25167"/>
                      <a:gd name="connsiteX13" fmla="*/ 25256 w 29483"/>
                      <a:gd name="connsiteY13" fmla="*/ 22086 h 25167"/>
                      <a:gd name="connsiteX14" fmla="*/ 20623 w 29483"/>
                      <a:gd name="connsiteY14" fmla="*/ 24403 h 25167"/>
                      <a:gd name="connsiteX15" fmla="*/ 14865 w 29483"/>
                      <a:gd name="connsiteY15" fmla="*/ 25167 h 25167"/>
                      <a:gd name="connsiteX16" fmla="*/ 9086 w 29483"/>
                      <a:gd name="connsiteY16" fmla="*/ 24268 h 25167"/>
                      <a:gd name="connsiteX17" fmla="*/ 4363 w 29483"/>
                      <a:gd name="connsiteY17" fmla="*/ 21726 h 25167"/>
                      <a:gd name="connsiteX18" fmla="*/ 1170 w 29483"/>
                      <a:gd name="connsiteY18" fmla="*/ 17701 h 25167"/>
                      <a:gd name="connsiteX19" fmla="*/ 0 w 29483"/>
                      <a:gd name="connsiteY19" fmla="*/ 12303 h 25167"/>
                      <a:gd name="connsiteX20" fmla="*/ 3958 w 29483"/>
                      <a:gd name="connsiteY20" fmla="*/ 3240 h 25167"/>
                      <a:gd name="connsiteX21" fmla="*/ 15473 w 29483"/>
                      <a:gd name="connsiteY21" fmla="*/ 1 h 25167"/>
                      <a:gd name="connsiteX22" fmla="*/ 15473 w 29483"/>
                      <a:gd name="connsiteY22" fmla="*/ 21704 h 25167"/>
                      <a:gd name="connsiteX23" fmla="*/ 15473 w 29483"/>
                      <a:gd name="connsiteY23" fmla="*/ 21659 h 25167"/>
                      <a:gd name="connsiteX24" fmla="*/ 12774 w 29483"/>
                      <a:gd name="connsiteY24" fmla="*/ 3420 h 25167"/>
                      <a:gd name="connsiteX25" fmla="*/ 8906 w 29483"/>
                      <a:gd name="connsiteY25" fmla="*/ 3982 h 25167"/>
                      <a:gd name="connsiteX26" fmla="*/ 5780 w 29483"/>
                      <a:gd name="connsiteY26" fmla="*/ 5646 h 25167"/>
                      <a:gd name="connsiteX27" fmla="*/ 3666 w 29483"/>
                      <a:gd name="connsiteY27" fmla="*/ 8435 h 25167"/>
                      <a:gd name="connsiteX28" fmla="*/ 2879 w 29483"/>
                      <a:gd name="connsiteY28" fmla="*/ 12258 h 25167"/>
                      <a:gd name="connsiteX29" fmla="*/ 3688 w 29483"/>
                      <a:gd name="connsiteY29" fmla="*/ 16059 h 25167"/>
                      <a:gd name="connsiteX30" fmla="*/ 5847 w 29483"/>
                      <a:gd name="connsiteY30" fmla="*/ 18870 h 25167"/>
                      <a:gd name="connsiteX31" fmla="*/ 8973 w 29483"/>
                      <a:gd name="connsiteY31" fmla="*/ 20737 h 25167"/>
                      <a:gd name="connsiteX32" fmla="*/ 12751 w 29483"/>
                      <a:gd name="connsiteY32" fmla="*/ 21659 h 25167"/>
                      <a:gd name="connsiteX33" fmla="*/ 12751 w 29483"/>
                      <a:gd name="connsiteY33" fmla="*/ 3420 h 25167"/>
                      <a:gd name="connsiteX34" fmla="*/ 12774 w 29483"/>
                      <a:gd name="connsiteY34" fmla="*/ 3420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9483" h="25167">
                        <a:moveTo>
                          <a:pt x="15473" y="21659"/>
                        </a:moveTo>
                        <a:cubicBezTo>
                          <a:pt x="16980" y="21659"/>
                          <a:pt x="18419" y="21456"/>
                          <a:pt x="19768" y="21074"/>
                        </a:cubicBezTo>
                        <a:cubicBezTo>
                          <a:pt x="21117" y="20669"/>
                          <a:pt x="22287" y="20085"/>
                          <a:pt x="23276" y="19320"/>
                        </a:cubicBezTo>
                        <a:cubicBezTo>
                          <a:pt x="24266" y="18555"/>
                          <a:pt x="25053" y="17566"/>
                          <a:pt x="25660" y="16374"/>
                        </a:cubicBezTo>
                        <a:cubicBezTo>
                          <a:pt x="26245" y="15182"/>
                          <a:pt x="26560" y="13810"/>
                          <a:pt x="26560" y="12281"/>
                        </a:cubicBezTo>
                        <a:cubicBezTo>
                          <a:pt x="26560" y="10167"/>
                          <a:pt x="25998" y="8345"/>
                          <a:pt x="24896" y="6838"/>
                        </a:cubicBezTo>
                        <a:cubicBezTo>
                          <a:pt x="23772" y="5331"/>
                          <a:pt x="22197" y="4319"/>
                          <a:pt x="20151" y="3825"/>
                        </a:cubicBezTo>
                        <a:lnTo>
                          <a:pt x="20151" y="204"/>
                        </a:lnTo>
                        <a:cubicBezTo>
                          <a:pt x="21478" y="609"/>
                          <a:pt x="22714" y="1126"/>
                          <a:pt x="23839" y="1778"/>
                        </a:cubicBezTo>
                        <a:cubicBezTo>
                          <a:pt x="24963" y="2430"/>
                          <a:pt x="25953" y="3240"/>
                          <a:pt x="26807" y="4207"/>
                        </a:cubicBezTo>
                        <a:cubicBezTo>
                          <a:pt x="27662" y="5174"/>
                          <a:pt x="28314" y="6321"/>
                          <a:pt x="28787" y="7670"/>
                        </a:cubicBezTo>
                        <a:cubicBezTo>
                          <a:pt x="29259" y="8997"/>
                          <a:pt x="29484" y="10549"/>
                          <a:pt x="29484" y="12303"/>
                        </a:cubicBezTo>
                        <a:cubicBezTo>
                          <a:pt x="29484" y="14530"/>
                          <a:pt x="29101" y="16464"/>
                          <a:pt x="28359" y="18083"/>
                        </a:cubicBezTo>
                        <a:cubicBezTo>
                          <a:pt x="27595" y="19702"/>
                          <a:pt x="26560" y="21029"/>
                          <a:pt x="25256" y="22086"/>
                        </a:cubicBezTo>
                        <a:cubicBezTo>
                          <a:pt x="23951" y="23121"/>
                          <a:pt x="22400" y="23908"/>
                          <a:pt x="20623" y="24403"/>
                        </a:cubicBezTo>
                        <a:cubicBezTo>
                          <a:pt x="18846" y="24897"/>
                          <a:pt x="16935" y="25167"/>
                          <a:pt x="14865" y="25167"/>
                        </a:cubicBezTo>
                        <a:cubicBezTo>
                          <a:pt x="12796" y="25167"/>
                          <a:pt x="10885" y="24875"/>
                          <a:pt x="9086" y="24268"/>
                        </a:cubicBezTo>
                        <a:cubicBezTo>
                          <a:pt x="7287" y="23683"/>
                          <a:pt x="5712" y="22828"/>
                          <a:pt x="4363" y="21726"/>
                        </a:cubicBezTo>
                        <a:cubicBezTo>
                          <a:pt x="3013" y="20624"/>
                          <a:pt x="1956" y="19297"/>
                          <a:pt x="1170" y="17701"/>
                        </a:cubicBezTo>
                        <a:cubicBezTo>
                          <a:pt x="405" y="16126"/>
                          <a:pt x="0" y="14327"/>
                          <a:pt x="0" y="12303"/>
                        </a:cubicBezTo>
                        <a:cubicBezTo>
                          <a:pt x="0" y="8457"/>
                          <a:pt x="1327" y="5421"/>
                          <a:pt x="3958" y="3240"/>
                        </a:cubicBezTo>
                        <a:cubicBezTo>
                          <a:pt x="6612" y="1036"/>
                          <a:pt x="10435" y="-44"/>
                          <a:pt x="15473" y="1"/>
                        </a:cubicBezTo>
                        <a:lnTo>
                          <a:pt x="15473" y="21704"/>
                        </a:lnTo>
                        <a:lnTo>
                          <a:pt x="15473" y="21659"/>
                        </a:lnTo>
                        <a:close/>
                        <a:moveTo>
                          <a:pt x="12774" y="3420"/>
                        </a:moveTo>
                        <a:cubicBezTo>
                          <a:pt x="11402" y="3420"/>
                          <a:pt x="10120" y="3600"/>
                          <a:pt x="8906" y="3982"/>
                        </a:cubicBezTo>
                        <a:cubicBezTo>
                          <a:pt x="7691" y="4364"/>
                          <a:pt x="6657" y="4927"/>
                          <a:pt x="5780" y="5646"/>
                        </a:cubicBezTo>
                        <a:cubicBezTo>
                          <a:pt x="4903" y="6388"/>
                          <a:pt x="4205" y="7310"/>
                          <a:pt x="3666" y="8435"/>
                        </a:cubicBezTo>
                        <a:cubicBezTo>
                          <a:pt x="3148" y="9559"/>
                          <a:pt x="2879" y="10819"/>
                          <a:pt x="2879" y="12258"/>
                        </a:cubicBezTo>
                        <a:cubicBezTo>
                          <a:pt x="2879" y="13697"/>
                          <a:pt x="3148" y="14957"/>
                          <a:pt x="3688" y="16059"/>
                        </a:cubicBezTo>
                        <a:cubicBezTo>
                          <a:pt x="4228" y="17161"/>
                          <a:pt x="4948" y="18083"/>
                          <a:pt x="5847" y="18870"/>
                        </a:cubicBezTo>
                        <a:cubicBezTo>
                          <a:pt x="6747" y="19635"/>
                          <a:pt x="7781" y="20264"/>
                          <a:pt x="8973" y="20737"/>
                        </a:cubicBezTo>
                        <a:cubicBezTo>
                          <a:pt x="10165" y="21209"/>
                          <a:pt x="11424" y="21501"/>
                          <a:pt x="12751" y="21659"/>
                        </a:cubicBezTo>
                        <a:lnTo>
                          <a:pt x="12751" y="3420"/>
                        </a:lnTo>
                        <a:lnTo>
                          <a:pt x="12774" y="3420"/>
                        </a:lnTo>
                        <a:close/>
                      </a:path>
                    </a:pathLst>
                  </a:custGeom>
                  <a:solidFill>
                    <a:srgbClr val="231F20"/>
                  </a:solidFill>
                  <a:ln w="2249" cap="flat">
                    <a:noFill/>
                    <a:prstDash val="solid"/>
                    <a:miter/>
                  </a:ln>
                </p:spPr>
                <p:txBody>
                  <a:bodyPr rtlCol="0" anchor="ctr"/>
                  <a:lstStyle/>
                  <a:p>
                    <a:endParaRPr lang="en-US"/>
                  </a:p>
                </p:txBody>
              </p:sp>
              <p:sp>
                <p:nvSpPr>
                  <p:cNvPr id="1912" name="Freeform 1911">
                    <a:extLst>
                      <a:ext uri="{FF2B5EF4-FFF2-40B4-BE49-F238E27FC236}">
                        <a16:creationId xmlns:a16="http://schemas.microsoft.com/office/drawing/2014/main" id="{1FB0E90E-D22E-16F4-4561-9306998C8282}"/>
                      </a:ext>
                    </a:extLst>
                  </p:cNvPr>
                  <p:cNvSpPr/>
                  <p:nvPr/>
                </p:nvSpPr>
                <p:spPr>
                  <a:xfrm>
                    <a:off x="7087993" y="2655161"/>
                    <a:ext cx="29461" cy="24895"/>
                  </a:xfrm>
                  <a:custGeom>
                    <a:avLst/>
                    <a:gdLst>
                      <a:gd name="connsiteX0" fmla="*/ 9558 w 29461"/>
                      <a:gd name="connsiteY0" fmla="*/ 3733 h 24895"/>
                      <a:gd name="connsiteX1" fmla="*/ 4678 w 29461"/>
                      <a:gd name="connsiteY1" fmla="*/ 6702 h 24895"/>
                      <a:gd name="connsiteX2" fmla="*/ 2924 w 29461"/>
                      <a:gd name="connsiteY2" fmla="*/ 12054 h 24895"/>
                      <a:gd name="connsiteX3" fmla="*/ 3958 w 29461"/>
                      <a:gd name="connsiteY3" fmla="*/ 16327 h 24895"/>
                      <a:gd name="connsiteX4" fmla="*/ 6679 w 29461"/>
                      <a:gd name="connsiteY4" fmla="*/ 19251 h 24895"/>
                      <a:gd name="connsiteX5" fmla="*/ 10502 w 29461"/>
                      <a:gd name="connsiteY5" fmla="*/ 20915 h 24895"/>
                      <a:gd name="connsiteX6" fmla="*/ 14798 w 29461"/>
                      <a:gd name="connsiteY6" fmla="*/ 21455 h 24895"/>
                      <a:gd name="connsiteX7" fmla="*/ 19116 w 29461"/>
                      <a:gd name="connsiteY7" fmla="*/ 20938 h 24895"/>
                      <a:gd name="connsiteX8" fmla="*/ 22894 w 29461"/>
                      <a:gd name="connsiteY8" fmla="*/ 19296 h 24895"/>
                      <a:gd name="connsiteX9" fmla="*/ 25570 w 29461"/>
                      <a:gd name="connsiteY9" fmla="*/ 16372 h 24895"/>
                      <a:gd name="connsiteX10" fmla="*/ 26560 w 29461"/>
                      <a:gd name="connsiteY10" fmla="*/ 12054 h 24895"/>
                      <a:gd name="connsiteX11" fmla="*/ 24558 w 29461"/>
                      <a:gd name="connsiteY11" fmla="*/ 6252 h 24895"/>
                      <a:gd name="connsiteX12" fmla="*/ 19049 w 29461"/>
                      <a:gd name="connsiteY12" fmla="*/ 3463 h 24895"/>
                      <a:gd name="connsiteX13" fmla="*/ 19049 w 29461"/>
                      <a:gd name="connsiteY13" fmla="*/ 0 h 24895"/>
                      <a:gd name="connsiteX14" fmla="*/ 23276 w 29461"/>
                      <a:gd name="connsiteY14" fmla="*/ 1372 h 24895"/>
                      <a:gd name="connsiteX15" fmla="*/ 26560 w 29461"/>
                      <a:gd name="connsiteY15" fmla="*/ 3801 h 24895"/>
                      <a:gd name="connsiteX16" fmla="*/ 28697 w 29461"/>
                      <a:gd name="connsiteY16" fmla="*/ 7332 h 24895"/>
                      <a:gd name="connsiteX17" fmla="*/ 29461 w 29461"/>
                      <a:gd name="connsiteY17" fmla="*/ 12032 h 24895"/>
                      <a:gd name="connsiteX18" fmla="*/ 28337 w 29461"/>
                      <a:gd name="connsiteY18" fmla="*/ 17812 h 24895"/>
                      <a:gd name="connsiteX19" fmla="*/ 25233 w 29461"/>
                      <a:gd name="connsiteY19" fmla="*/ 21815 h 24895"/>
                      <a:gd name="connsiteX20" fmla="*/ 20555 w 29461"/>
                      <a:gd name="connsiteY20" fmla="*/ 24131 h 24895"/>
                      <a:gd name="connsiteX21" fmla="*/ 14776 w 29461"/>
                      <a:gd name="connsiteY21" fmla="*/ 24896 h 24895"/>
                      <a:gd name="connsiteX22" fmla="*/ 9198 w 29461"/>
                      <a:gd name="connsiteY22" fmla="*/ 24064 h 24895"/>
                      <a:gd name="connsiteX23" fmla="*/ 4475 w 29461"/>
                      <a:gd name="connsiteY23" fmla="*/ 21612 h 24895"/>
                      <a:gd name="connsiteX24" fmla="*/ 1215 w 29461"/>
                      <a:gd name="connsiteY24" fmla="*/ 17587 h 24895"/>
                      <a:gd name="connsiteX25" fmla="*/ 0 w 29461"/>
                      <a:gd name="connsiteY25" fmla="*/ 12054 h 24895"/>
                      <a:gd name="connsiteX26" fmla="*/ 2316 w 29461"/>
                      <a:gd name="connsiteY26" fmla="*/ 4206 h 24895"/>
                      <a:gd name="connsiteX27" fmla="*/ 9558 w 29461"/>
                      <a:gd name="connsiteY27" fmla="*/ 450 h 24895"/>
                      <a:gd name="connsiteX28" fmla="*/ 9558 w 29461"/>
                      <a:gd name="connsiteY28" fmla="*/ 3733 h 24895"/>
                      <a:gd name="connsiteX29" fmla="*/ 9558 w 29461"/>
                      <a:gd name="connsiteY29" fmla="*/ 3733 h 24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9461" h="24895">
                        <a:moveTo>
                          <a:pt x="9558" y="3733"/>
                        </a:moveTo>
                        <a:cubicBezTo>
                          <a:pt x="7467" y="4318"/>
                          <a:pt x="5847" y="5308"/>
                          <a:pt x="4678" y="6702"/>
                        </a:cubicBezTo>
                        <a:cubicBezTo>
                          <a:pt x="3509" y="8096"/>
                          <a:pt x="2924" y="9895"/>
                          <a:pt x="2924" y="12054"/>
                        </a:cubicBezTo>
                        <a:cubicBezTo>
                          <a:pt x="2924" y="13719"/>
                          <a:pt x="3261" y="15136"/>
                          <a:pt x="3958" y="16327"/>
                        </a:cubicBezTo>
                        <a:cubicBezTo>
                          <a:pt x="4633" y="17519"/>
                          <a:pt x="5555" y="18486"/>
                          <a:pt x="6679" y="19251"/>
                        </a:cubicBezTo>
                        <a:cubicBezTo>
                          <a:pt x="7804" y="20016"/>
                          <a:pt x="9086" y="20556"/>
                          <a:pt x="10502" y="20915"/>
                        </a:cubicBezTo>
                        <a:cubicBezTo>
                          <a:pt x="11920" y="21275"/>
                          <a:pt x="13359" y="21455"/>
                          <a:pt x="14798" y="21455"/>
                        </a:cubicBezTo>
                        <a:cubicBezTo>
                          <a:pt x="16237" y="21455"/>
                          <a:pt x="17722" y="21275"/>
                          <a:pt x="19116" y="20938"/>
                        </a:cubicBezTo>
                        <a:cubicBezTo>
                          <a:pt x="20510" y="20600"/>
                          <a:pt x="21770" y="20038"/>
                          <a:pt x="22894" y="19296"/>
                        </a:cubicBezTo>
                        <a:cubicBezTo>
                          <a:pt x="24019" y="18554"/>
                          <a:pt x="24896" y="17564"/>
                          <a:pt x="25570" y="16372"/>
                        </a:cubicBezTo>
                        <a:cubicBezTo>
                          <a:pt x="26245" y="15180"/>
                          <a:pt x="26560" y="13741"/>
                          <a:pt x="26560" y="12054"/>
                        </a:cubicBezTo>
                        <a:cubicBezTo>
                          <a:pt x="26560" y="9648"/>
                          <a:pt x="25886" y="7714"/>
                          <a:pt x="24558" y="6252"/>
                        </a:cubicBezTo>
                        <a:cubicBezTo>
                          <a:pt x="23232" y="4790"/>
                          <a:pt x="21388" y="3868"/>
                          <a:pt x="19049" y="3463"/>
                        </a:cubicBezTo>
                        <a:lnTo>
                          <a:pt x="19049" y="0"/>
                        </a:lnTo>
                        <a:cubicBezTo>
                          <a:pt x="20600" y="292"/>
                          <a:pt x="22017" y="742"/>
                          <a:pt x="23276" y="1372"/>
                        </a:cubicBezTo>
                        <a:cubicBezTo>
                          <a:pt x="24558" y="2002"/>
                          <a:pt x="25660" y="2811"/>
                          <a:pt x="26560" y="3801"/>
                        </a:cubicBezTo>
                        <a:cubicBezTo>
                          <a:pt x="27482" y="4790"/>
                          <a:pt x="28180" y="5960"/>
                          <a:pt x="28697" y="7332"/>
                        </a:cubicBezTo>
                        <a:cubicBezTo>
                          <a:pt x="29191" y="8703"/>
                          <a:pt x="29461" y="10255"/>
                          <a:pt x="29461" y="12032"/>
                        </a:cubicBezTo>
                        <a:cubicBezTo>
                          <a:pt x="29461" y="14258"/>
                          <a:pt x="29079" y="16193"/>
                          <a:pt x="28337" y="17812"/>
                        </a:cubicBezTo>
                        <a:cubicBezTo>
                          <a:pt x="27595" y="19431"/>
                          <a:pt x="26538" y="20758"/>
                          <a:pt x="25233" y="21815"/>
                        </a:cubicBezTo>
                        <a:cubicBezTo>
                          <a:pt x="23929" y="22849"/>
                          <a:pt x="22355" y="23637"/>
                          <a:pt x="20555" y="24131"/>
                        </a:cubicBezTo>
                        <a:cubicBezTo>
                          <a:pt x="18756" y="24626"/>
                          <a:pt x="16822" y="24896"/>
                          <a:pt x="14776" y="24896"/>
                        </a:cubicBezTo>
                        <a:cubicBezTo>
                          <a:pt x="12841" y="24896"/>
                          <a:pt x="10975" y="24626"/>
                          <a:pt x="9198" y="24064"/>
                        </a:cubicBezTo>
                        <a:cubicBezTo>
                          <a:pt x="7422" y="23502"/>
                          <a:pt x="5847" y="22692"/>
                          <a:pt x="4475" y="21612"/>
                        </a:cubicBezTo>
                        <a:cubicBezTo>
                          <a:pt x="3103" y="20533"/>
                          <a:pt x="2024" y="19184"/>
                          <a:pt x="1215" y="17587"/>
                        </a:cubicBezTo>
                        <a:cubicBezTo>
                          <a:pt x="405" y="15990"/>
                          <a:pt x="0" y="14146"/>
                          <a:pt x="0" y="12054"/>
                        </a:cubicBezTo>
                        <a:cubicBezTo>
                          <a:pt x="0" y="8816"/>
                          <a:pt x="764" y="6207"/>
                          <a:pt x="2316" y="4206"/>
                        </a:cubicBezTo>
                        <a:cubicBezTo>
                          <a:pt x="3868" y="2204"/>
                          <a:pt x="6275" y="967"/>
                          <a:pt x="9558" y="450"/>
                        </a:cubicBezTo>
                        <a:lnTo>
                          <a:pt x="9558" y="3733"/>
                        </a:lnTo>
                        <a:lnTo>
                          <a:pt x="9558" y="3733"/>
                        </a:lnTo>
                        <a:close/>
                      </a:path>
                    </a:pathLst>
                  </a:custGeom>
                  <a:solidFill>
                    <a:srgbClr val="231F20"/>
                  </a:solidFill>
                  <a:ln w="2249" cap="flat">
                    <a:noFill/>
                    <a:prstDash val="solid"/>
                    <a:miter/>
                  </a:ln>
                </p:spPr>
                <p:txBody>
                  <a:bodyPr rtlCol="0" anchor="ctr"/>
                  <a:lstStyle/>
                  <a:p>
                    <a:endParaRPr lang="en-US"/>
                  </a:p>
                </p:txBody>
              </p:sp>
              <p:sp>
                <p:nvSpPr>
                  <p:cNvPr id="1913" name="Freeform 1912">
                    <a:extLst>
                      <a:ext uri="{FF2B5EF4-FFF2-40B4-BE49-F238E27FC236}">
                        <a16:creationId xmlns:a16="http://schemas.microsoft.com/office/drawing/2014/main" id="{8B64674E-ABBD-6638-9C53-F11AABF41496}"/>
                      </a:ext>
                    </a:extLst>
                  </p:cNvPr>
                  <p:cNvSpPr/>
                  <p:nvPr/>
                </p:nvSpPr>
                <p:spPr>
                  <a:xfrm>
                    <a:off x="7077851" y="2626487"/>
                    <a:ext cx="38884" cy="22197"/>
                  </a:xfrm>
                  <a:custGeom>
                    <a:avLst/>
                    <a:gdLst>
                      <a:gd name="connsiteX0" fmla="*/ 38862 w 38884"/>
                      <a:gd name="connsiteY0" fmla="*/ 22197 h 22197"/>
                      <a:gd name="connsiteX1" fmla="*/ 0 w 38884"/>
                      <a:gd name="connsiteY1" fmla="*/ 22197 h 22197"/>
                      <a:gd name="connsiteX2" fmla="*/ 0 w 38884"/>
                      <a:gd name="connsiteY2" fmla="*/ 18959 h 22197"/>
                      <a:gd name="connsiteX3" fmla="*/ 14798 w 38884"/>
                      <a:gd name="connsiteY3" fmla="*/ 18959 h 22197"/>
                      <a:gd name="connsiteX4" fmla="*/ 11447 w 38884"/>
                      <a:gd name="connsiteY4" fmla="*/ 14933 h 22197"/>
                      <a:gd name="connsiteX5" fmla="*/ 10143 w 38884"/>
                      <a:gd name="connsiteY5" fmla="*/ 9940 h 22197"/>
                      <a:gd name="connsiteX6" fmla="*/ 11042 w 38884"/>
                      <a:gd name="connsiteY6" fmla="*/ 5128 h 22197"/>
                      <a:gd name="connsiteX7" fmla="*/ 14146 w 38884"/>
                      <a:gd name="connsiteY7" fmla="*/ 1394 h 22197"/>
                      <a:gd name="connsiteX8" fmla="*/ 17249 w 38884"/>
                      <a:gd name="connsiteY8" fmla="*/ 180 h 22197"/>
                      <a:gd name="connsiteX9" fmla="*/ 20578 w 38884"/>
                      <a:gd name="connsiteY9" fmla="*/ 0 h 22197"/>
                      <a:gd name="connsiteX10" fmla="*/ 38885 w 38884"/>
                      <a:gd name="connsiteY10" fmla="*/ 0 h 22197"/>
                      <a:gd name="connsiteX11" fmla="*/ 38885 w 38884"/>
                      <a:gd name="connsiteY11" fmla="*/ 3239 h 22197"/>
                      <a:gd name="connsiteX12" fmla="*/ 20645 w 38884"/>
                      <a:gd name="connsiteY12" fmla="*/ 3239 h 22197"/>
                      <a:gd name="connsiteX13" fmla="*/ 14978 w 38884"/>
                      <a:gd name="connsiteY13" fmla="*/ 4903 h 22197"/>
                      <a:gd name="connsiteX14" fmla="*/ 13089 w 38884"/>
                      <a:gd name="connsiteY14" fmla="*/ 10458 h 22197"/>
                      <a:gd name="connsiteX15" fmla="*/ 13539 w 38884"/>
                      <a:gd name="connsiteY15" fmla="*/ 13201 h 22197"/>
                      <a:gd name="connsiteX16" fmla="*/ 14753 w 38884"/>
                      <a:gd name="connsiteY16" fmla="*/ 15450 h 22197"/>
                      <a:gd name="connsiteX17" fmla="*/ 16485 w 38884"/>
                      <a:gd name="connsiteY17" fmla="*/ 17160 h 22197"/>
                      <a:gd name="connsiteX18" fmla="*/ 18531 w 38884"/>
                      <a:gd name="connsiteY18" fmla="*/ 18239 h 22197"/>
                      <a:gd name="connsiteX19" fmla="*/ 21117 w 38884"/>
                      <a:gd name="connsiteY19" fmla="*/ 18824 h 22197"/>
                      <a:gd name="connsiteX20" fmla="*/ 23817 w 38884"/>
                      <a:gd name="connsiteY20" fmla="*/ 18936 h 22197"/>
                      <a:gd name="connsiteX21" fmla="*/ 38885 w 38884"/>
                      <a:gd name="connsiteY21" fmla="*/ 18936 h 22197"/>
                      <a:gd name="connsiteX22" fmla="*/ 38885 w 38884"/>
                      <a:gd name="connsiteY22" fmla="*/ 22175 h 22197"/>
                      <a:gd name="connsiteX23" fmla="*/ 38885 w 38884"/>
                      <a:gd name="connsiteY23" fmla="*/ 22175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884" h="22197">
                        <a:moveTo>
                          <a:pt x="38862" y="22197"/>
                        </a:moveTo>
                        <a:lnTo>
                          <a:pt x="0" y="22197"/>
                        </a:lnTo>
                        <a:lnTo>
                          <a:pt x="0" y="18959"/>
                        </a:lnTo>
                        <a:lnTo>
                          <a:pt x="14798" y="18959"/>
                        </a:lnTo>
                        <a:cubicBezTo>
                          <a:pt x="13426" y="17654"/>
                          <a:pt x="12324" y="16327"/>
                          <a:pt x="11447" y="14933"/>
                        </a:cubicBezTo>
                        <a:cubicBezTo>
                          <a:pt x="10593" y="13539"/>
                          <a:pt x="10143" y="11875"/>
                          <a:pt x="10143" y="9940"/>
                        </a:cubicBezTo>
                        <a:cubicBezTo>
                          <a:pt x="10143" y="8209"/>
                          <a:pt x="10435" y="6612"/>
                          <a:pt x="11042" y="5128"/>
                        </a:cubicBezTo>
                        <a:cubicBezTo>
                          <a:pt x="11627" y="3643"/>
                          <a:pt x="12661" y="2406"/>
                          <a:pt x="14146" y="1394"/>
                        </a:cubicBezTo>
                        <a:cubicBezTo>
                          <a:pt x="15158" y="720"/>
                          <a:pt x="16192" y="315"/>
                          <a:pt x="17249" y="180"/>
                        </a:cubicBezTo>
                        <a:cubicBezTo>
                          <a:pt x="18306" y="45"/>
                          <a:pt x="19408" y="0"/>
                          <a:pt x="20578" y="0"/>
                        </a:cubicBezTo>
                        <a:lnTo>
                          <a:pt x="38885" y="0"/>
                        </a:lnTo>
                        <a:lnTo>
                          <a:pt x="38885" y="3239"/>
                        </a:lnTo>
                        <a:lnTo>
                          <a:pt x="20645" y="3239"/>
                        </a:lnTo>
                        <a:cubicBezTo>
                          <a:pt x="18127" y="3239"/>
                          <a:pt x="16237" y="3801"/>
                          <a:pt x="14978" y="4903"/>
                        </a:cubicBezTo>
                        <a:cubicBezTo>
                          <a:pt x="13718" y="6027"/>
                          <a:pt x="13089" y="7871"/>
                          <a:pt x="13089" y="10458"/>
                        </a:cubicBezTo>
                        <a:cubicBezTo>
                          <a:pt x="13089" y="11470"/>
                          <a:pt x="13246" y="12392"/>
                          <a:pt x="13539" y="13201"/>
                        </a:cubicBezTo>
                        <a:cubicBezTo>
                          <a:pt x="13853" y="14034"/>
                          <a:pt x="14259" y="14776"/>
                          <a:pt x="14753" y="15450"/>
                        </a:cubicBezTo>
                        <a:cubicBezTo>
                          <a:pt x="15248" y="16125"/>
                          <a:pt x="15833" y="16687"/>
                          <a:pt x="16485" y="17160"/>
                        </a:cubicBezTo>
                        <a:cubicBezTo>
                          <a:pt x="17137" y="17632"/>
                          <a:pt x="17812" y="17992"/>
                          <a:pt x="18531" y="18239"/>
                        </a:cubicBezTo>
                        <a:cubicBezTo>
                          <a:pt x="19431" y="18554"/>
                          <a:pt x="20286" y="18756"/>
                          <a:pt x="21117" y="18824"/>
                        </a:cubicBezTo>
                        <a:cubicBezTo>
                          <a:pt x="21950" y="18891"/>
                          <a:pt x="22849" y="18936"/>
                          <a:pt x="23817" y="18936"/>
                        </a:cubicBezTo>
                        <a:lnTo>
                          <a:pt x="38885" y="18936"/>
                        </a:lnTo>
                        <a:lnTo>
                          <a:pt x="38885" y="22175"/>
                        </a:lnTo>
                        <a:lnTo>
                          <a:pt x="38885" y="22175"/>
                        </a:lnTo>
                        <a:close/>
                      </a:path>
                    </a:pathLst>
                  </a:custGeom>
                  <a:solidFill>
                    <a:srgbClr val="231F20"/>
                  </a:solidFill>
                  <a:ln w="2249" cap="flat">
                    <a:noFill/>
                    <a:prstDash val="solid"/>
                    <a:miter/>
                  </a:ln>
                </p:spPr>
                <p:txBody>
                  <a:bodyPr rtlCol="0" anchor="ctr"/>
                  <a:lstStyle/>
                  <a:p>
                    <a:endParaRPr lang="en-US"/>
                  </a:p>
                </p:txBody>
              </p:sp>
              <p:sp>
                <p:nvSpPr>
                  <p:cNvPr id="1914" name="Freeform 1913">
                    <a:extLst>
                      <a:ext uri="{FF2B5EF4-FFF2-40B4-BE49-F238E27FC236}">
                        <a16:creationId xmlns:a16="http://schemas.microsoft.com/office/drawing/2014/main" id="{5F259B33-5BF3-62FE-230F-AB9BB3025CD7}"/>
                      </a:ext>
                    </a:extLst>
                  </p:cNvPr>
                  <p:cNvSpPr/>
                  <p:nvPr/>
                </p:nvSpPr>
                <p:spPr>
                  <a:xfrm>
                    <a:off x="7088038" y="2593787"/>
                    <a:ext cx="29483" cy="26357"/>
                  </a:xfrm>
                  <a:custGeom>
                    <a:avLst/>
                    <a:gdLst>
                      <a:gd name="connsiteX0" fmla="*/ 12369 w 29483"/>
                      <a:gd name="connsiteY0" fmla="*/ 12032 h 26357"/>
                      <a:gd name="connsiteX1" fmla="*/ 12054 w 29483"/>
                      <a:gd name="connsiteY1" fmla="*/ 9850 h 26357"/>
                      <a:gd name="connsiteX2" fmla="*/ 11469 w 29483"/>
                      <a:gd name="connsiteY2" fmla="*/ 7781 h 26357"/>
                      <a:gd name="connsiteX3" fmla="*/ 10210 w 29483"/>
                      <a:gd name="connsiteY3" fmla="*/ 6792 h 26357"/>
                      <a:gd name="connsiteX4" fmla="*/ 8569 w 29483"/>
                      <a:gd name="connsiteY4" fmla="*/ 6612 h 26357"/>
                      <a:gd name="connsiteX5" fmla="*/ 4498 w 29483"/>
                      <a:gd name="connsiteY5" fmla="*/ 8209 h 26357"/>
                      <a:gd name="connsiteX6" fmla="*/ 2901 w 29483"/>
                      <a:gd name="connsiteY6" fmla="*/ 13584 h 26357"/>
                      <a:gd name="connsiteX7" fmla="*/ 3193 w 29483"/>
                      <a:gd name="connsiteY7" fmla="*/ 16665 h 26357"/>
                      <a:gd name="connsiteX8" fmla="*/ 4228 w 29483"/>
                      <a:gd name="connsiteY8" fmla="*/ 19116 h 26357"/>
                      <a:gd name="connsiteX9" fmla="*/ 6162 w 29483"/>
                      <a:gd name="connsiteY9" fmla="*/ 20848 h 26357"/>
                      <a:gd name="connsiteX10" fmla="*/ 9220 w 29483"/>
                      <a:gd name="connsiteY10" fmla="*/ 21747 h 26357"/>
                      <a:gd name="connsiteX11" fmla="*/ 9220 w 29483"/>
                      <a:gd name="connsiteY11" fmla="*/ 25031 h 26357"/>
                      <a:gd name="connsiteX12" fmla="*/ 4993 w 29483"/>
                      <a:gd name="connsiteY12" fmla="*/ 23906 h 26357"/>
                      <a:gd name="connsiteX13" fmla="*/ 2136 w 29483"/>
                      <a:gd name="connsiteY13" fmla="*/ 21388 h 26357"/>
                      <a:gd name="connsiteX14" fmla="*/ 517 w 29483"/>
                      <a:gd name="connsiteY14" fmla="*/ 17834 h 26357"/>
                      <a:gd name="connsiteX15" fmla="*/ 0 w 29483"/>
                      <a:gd name="connsiteY15" fmla="*/ 13539 h 26357"/>
                      <a:gd name="connsiteX16" fmla="*/ 450 w 29483"/>
                      <a:gd name="connsiteY16" fmla="*/ 9581 h 26357"/>
                      <a:gd name="connsiteX17" fmla="*/ 1911 w 29483"/>
                      <a:gd name="connsiteY17" fmla="*/ 6342 h 26357"/>
                      <a:gd name="connsiteX18" fmla="*/ 4588 w 29483"/>
                      <a:gd name="connsiteY18" fmla="*/ 4183 h 26357"/>
                      <a:gd name="connsiteX19" fmla="*/ 8681 w 29483"/>
                      <a:gd name="connsiteY19" fmla="*/ 3396 h 26357"/>
                      <a:gd name="connsiteX20" fmla="*/ 23906 w 29483"/>
                      <a:gd name="connsiteY20" fmla="*/ 3396 h 26357"/>
                      <a:gd name="connsiteX21" fmla="*/ 26313 w 29483"/>
                      <a:gd name="connsiteY21" fmla="*/ 2721 h 26357"/>
                      <a:gd name="connsiteX22" fmla="*/ 26065 w 29483"/>
                      <a:gd name="connsiteY22" fmla="*/ 0 h 26357"/>
                      <a:gd name="connsiteX23" fmla="*/ 28607 w 29483"/>
                      <a:gd name="connsiteY23" fmla="*/ 0 h 26357"/>
                      <a:gd name="connsiteX24" fmla="*/ 28921 w 29483"/>
                      <a:gd name="connsiteY24" fmla="*/ 1102 h 26357"/>
                      <a:gd name="connsiteX25" fmla="*/ 29146 w 29483"/>
                      <a:gd name="connsiteY25" fmla="*/ 2541 h 26357"/>
                      <a:gd name="connsiteX26" fmla="*/ 28989 w 29483"/>
                      <a:gd name="connsiteY26" fmla="*/ 4003 h 26357"/>
                      <a:gd name="connsiteX27" fmla="*/ 28472 w 29483"/>
                      <a:gd name="connsiteY27" fmla="*/ 5308 h 26357"/>
                      <a:gd name="connsiteX28" fmla="*/ 27505 w 29483"/>
                      <a:gd name="connsiteY28" fmla="*/ 6095 h 26357"/>
                      <a:gd name="connsiteX29" fmla="*/ 26268 w 29483"/>
                      <a:gd name="connsiteY29" fmla="*/ 6499 h 26357"/>
                      <a:gd name="connsiteX30" fmla="*/ 24829 w 29483"/>
                      <a:gd name="connsiteY30" fmla="*/ 6612 h 26357"/>
                      <a:gd name="connsiteX31" fmla="*/ 28292 w 29483"/>
                      <a:gd name="connsiteY31" fmla="*/ 11312 h 26357"/>
                      <a:gd name="connsiteX32" fmla="*/ 29484 w 29483"/>
                      <a:gd name="connsiteY32" fmla="*/ 17025 h 26357"/>
                      <a:gd name="connsiteX33" fmla="*/ 28989 w 29483"/>
                      <a:gd name="connsiteY33" fmla="*/ 20555 h 26357"/>
                      <a:gd name="connsiteX34" fmla="*/ 27482 w 29483"/>
                      <a:gd name="connsiteY34" fmla="*/ 23547 h 26357"/>
                      <a:gd name="connsiteX35" fmla="*/ 24963 w 29483"/>
                      <a:gd name="connsiteY35" fmla="*/ 25593 h 26357"/>
                      <a:gd name="connsiteX36" fmla="*/ 21433 w 29483"/>
                      <a:gd name="connsiteY36" fmla="*/ 26358 h 26357"/>
                      <a:gd name="connsiteX37" fmla="*/ 13022 w 29483"/>
                      <a:gd name="connsiteY37" fmla="*/ 16597 h 26357"/>
                      <a:gd name="connsiteX38" fmla="*/ 12437 w 29483"/>
                      <a:gd name="connsiteY38" fmla="*/ 12122 h 26357"/>
                      <a:gd name="connsiteX39" fmla="*/ 12369 w 29483"/>
                      <a:gd name="connsiteY39" fmla="*/ 12032 h 26357"/>
                      <a:gd name="connsiteX40" fmla="*/ 13988 w 29483"/>
                      <a:gd name="connsiteY40" fmla="*/ 6589 h 26357"/>
                      <a:gd name="connsiteX41" fmla="*/ 15113 w 29483"/>
                      <a:gd name="connsiteY41" fmla="*/ 10750 h 26357"/>
                      <a:gd name="connsiteX42" fmla="*/ 15540 w 29483"/>
                      <a:gd name="connsiteY42" fmla="*/ 14956 h 26357"/>
                      <a:gd name="connsiteX43" fmla="*/ 17204 w 29483"/>
                      <a:gd name="connsiteY43" fmla="*/ 20758 h 26357"/>
                      <a:gd name="connsiteX44" fmla="*/ 21478 w 29483"/>
                      <a:gd name="connsiteY44" fmla="*/ 22827 h 26357"/>
                      <a:gd name="connsiteX45" fmla="*/ 23727 w 29483"/>
                      <a:gd name="connsiteY45" fmla="*/ 22310 h 26357"/>
                      <a:gd name="connsiteX46" fmla="*/ 25301 w 29483"/>
                      <a:gd name="connsiteY46" fmla="*/ 20960 h 26357"/>
                      <a:gd name="connsiteX47" fmla="*/ 26223 w 29483"/>
                      <a:gd name="connsiteY47" fmla="*/ 19026 h 26357"/>
                      <a:gd name="connsiteX48" fmla="*/ 26515 w 29483"/>
                      <a:gd name="connsiteY48" fmla="*/ 16777 h 26357"/>
                      <a:gd name="connsiteX49" fmla="*/ 26020 w 29483"/>
                      <a:gd name="connsiteY49" fmla="*/ 12999 h 26357"/>
                      <a:gd name="connsiteX50" fmla="*/ 24536 w 29483"/>
                      <a:gd name="connsiteY50" fmla="*/ 9738 h 26357"/>
                      <a:gd name="connsiteX51" fmla="*/ 21995 w 29483"/>
                      <a:gd name="connsiteY51" fmla="*/ 7444 h 26357"/>
                      <a:gd name="connsiteX52" fmla="*/ 18351 w 29483"/>
                      <a:gd name="connsiteY52" fmla="*/ 6589 h 26357"/>
                      <a:gd name="connsiteX53" fmla="*/ 13988 w 29483"/>
                      <a:gd name="connsiteY53" fmla="*/ 6589 h 26357"/>
                      <a:gd name="connsiteX54" fmla="*/ 13988 w 29483"/>
                      <a:gd name="connsiteY54" fmla="*/ 6589 h 26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29483" h="26357">
                        <a:moveTo>
                          <a:pt x="12369" y="12032"/>
                        </a:moveTo>
                        <a:cubicBezTo>
                          <a:pt x="12302" y="11425"/>
                          <a:pt x="12189" y="10683"/>
                          <a:pt x="12054" y="9850"/>
                        </a:cubicBezTo>
                        <a:cubicBezTo>
                          <a:pt x="11920" y="8996"/>
                          <a:pt x="11717" y="8321"/>
                          <a:pt x="11469" y="7781"/>
                        </a:cubicBezTo>
                        <a:cubicBezTo>
                          <a:pt x="11222" y="7242"/>
                          <a:pt x="10795" y="6904"/>
                          <a:pt x="10210" y="6792"/>
                        </a:cubicBezTo>
                        <a:cubicBezTo>
                          <a:pt x="9626" y="6657"/>
                          <a:pt x="9063" y="6612"/>
                          <a:pt x="8569" y="6612"/>
                        </a:cubicBezTo>
                        <a:cubicBezTo>
                          <a:pt x="6904" y="6612"/>
                          <a:pt x="5555" y="7152"/>
                          <a:pt x="4498" y="8209"/>
                        </a:cubicBezTo>
                        <a:cubicBezTo>
                          <a:pt x="3441" y="9266"/>
                          <a:pt x="2901" y="11065"/>
                          <a:pt x="2901" y="13584"/>
                        </a:cubicBezTo>
                        <a:cubicBezTo>
                          <a:pt x="2901" y="14708"/>
                          <a:pt x="2991" y="15720"/>
                          <a:pt x="3193" y="16665"/>
                        </a:cubicBezTo>
                        <a:cubicBezTo>
                          <a:pt x="3396" y="17609"/>
                          <a:pt x="3733" y="18419"/>
                          <a:pt x="4228" y="19116"/>
                        </a:cubicBezTo>
                        <a:cubicBezTo>
                          <a:pt x="4722" y="19813"/>
                          <a:pt x="5352" y="20398"/>
                          <a:pt x="6162" y="20848"/>
                        </a:cubicBezTo>
                        <a:cubicBezTo>
                          <a:pt x="6971" y="21298"/>
                          <a:pt x="7984" y="21590"/>
                          <a:pt x="9220" y="21747"/>
                        </a:cubicBezTo>
                        <a:lnTo>
                          <a:pt x="9220" y="25031"/>
                        </a:lnTo>
                        <a:cubicBezTo>
                          <a:pt x="7556" y="24918"/>
                          <a:pt x="6162" y="24536"/>
                          <a:pt x="4993" y="23906"/>
                        </a:cubicBezTo>
                        <a:cubicBezTo>
                          <a:pt x="3823" y="23277"/>
                          <a:pt x="2879" y="22422"/>
                          <a:pt x="2136" y="21388"/>
                        </a:cubicBezTo>
                        <a:cubicBezTo>
                          <a:pt x="1394" y="20353"/>
                          <a:pt x="854" y="19184"/>
                          <a:pt x="517" y="17834"/>
                        </a:cubicBezTo>
                        <a:cubicBezTo>
                          <a:pt x="180" y="16485"/>
                          <a:pt x="0" y="15046"/>
                          <a:pt x="0" y="13539"/>
                        </a:cubicBezTo>
                        <a:cubicBezTo>
                          <a:pt x="0" y="12144"/>
                          <a:pt x="157" y="10817"/>
                          <a:pt x="450" y="9581"/>
                        </a:cubicBezTo>
                        <a:cubicBezTo>
                          <a:pt x="764" y="8344"/>
                          <a:pt x="1237" y="7264"/>
                          <a:pt x="1911" y="6342"/>
                        </a:cubicBezTo>
                        <a:cubicBezTo>
                          <a:pt x="2586" y="5420"/>
                          <a:pt x="3463" y="4700"/>
                          <a:pt x="4588" y="4183"/>
                        </a:cubicBezTo>
                        <a:cubicBezTo>
                          <a:pt x="5712" y="3666"/>
                          <a:pt x="7061" y="3396"/>
                          <a:pt x="8681" y="3396"/>
                        </a:cubicBezTo>
                        <a:lnTo>
                          <a:pt x="23906" y="3396"/>
                        </a:lnTo>
                        <a:cubicBezTo>
                          <a:pt x="25166" y="3396"/>
                          <a:pt x="25976" y="3171"/>
                          <a:pt x="26313" y="2721"/>
                        </a:cubicBezTo>
                        <a:cubicBezTo>
                          <a:pt x="26650" y="2271"/>
                          <a:pt x="26582" y="1372"/>
                          <a:pt x="26065" y="0"/>
                        </a:cubicBezTo>
                        <a:lnTo>
                          <a:pt x="28607" y="0"/>
                        </a:lnTo>
                        <a:cubicBezTo>
                          <a:pt x="28674" y="247"/>
                          <a:pt x="28787" y="630"/>
                          <a:pt x="28921" y="1102"/>
                        </a:cubicBezTo>
                        <a:cubicBezTo>
                          <a:pt x="29056" y="1597"/>
                          <a:pt x="29146" y="2069"/>
                          <a:pt x="29146" y="2541"/>
                        </a:cubicBezTo>
                        <a:cubicBezTo>
                          <a:pt x="29146" y="3014"/>
                          <a:pt x="29101" y="3531"/>
                          <a:pt x="28989" y="4003"/>
                        </a:cubicBezTo>
                        <a:cubicBezTo>
                          <a:pt x="28921" y="4543"/>
                          <a:pt x="28742" y="4970"/>
                          <a:pt x="28472" y="5308"/>
                        </a:cubicBezTo>
                        <a:cubicBezTo>
                          <a:pt x="28202" y="5645"/>
                          <a:pt x="27887" y="5892"/>
                          <a:pt x="27505" y="6095"/>
                        </a:cubicBezTo>
                        <a:cubicBezTo>
                          <a:pt x="27123" y="6297"/>
                          <a:pt x="26717" y="6432"/>
                          <a:pt x="26268" y="6499"/>
                        </a:cubicBezTo>
                        <a:cubicBezTo>
                          <a:pt x="25818" y="6567"/>
                          <a:pt x="25346" y="6612"/>
                          <a:pt x="24829" y="6612"/>
                        </a:cubicBezTo>
                        <a:cubicBezTo>
                          <a:pt x="26335" y="7984"/>
                          <a:pt x="27482" y="9536"/>
                          <a:pt x="28292" y="11312"/>
                        </a:cubicBezTo>
                        <a:cubicBezTo>
                          <a:pt x="29079" y="13066"/>
                          <a:pt x="29484" y="14978"/>
                          <a:pt x="29484" y="17025"/>
                        </a:cubicBezTo>
                        <a:cubicBezTo>
                          <a:pt x="29484" y="18239"/>
                          <a:pt x="29327" y="19431"/>
                          <a:pt x="28989" y="20555"/>
                        </a:cubicBezTo>
                        <a:cubicBezTo>
                          <a:pt x="28652" y="21680"/>
                          <a:pt x="28157" y="22692"/>
                          <a:pt x="27482" y="23547"/>
                        </a:cubicBezTo>
                        <a:cubicBezTo>
                          <a:pt x="26807" y="24401"/>
                          <a:pt x="25953" y="25098"/>
                          <a:pt x="24963" y="25593"/>
                        </a:cubicBezTo>
                        <a:cubicBezTo>
                          <a:pt x="23974" y="26088"/>
                          <a:pt x="22804" y="26358"/>
                          <a:pt x="21433" y="26358"/>
                        </a:cubicBezTo>
                        <a:cubicBezTo>
                          <a:pt x="16687" y="26358"/>
                          <a:pt x="13876" y="23097"/>
                          <a:pt x="13022" y="16597"/>
                        </a:cubicBezTo>
                        <a:lnTo>
                          <a:pt x="12437" y="12122"/>
                        </a:lnTo>
                        <a:lnTo>
                          <a:pt x="12369" y="12032"/>
                        </a:lnTo>
                        <a:close/>
                        <a:moveTo>
                          <a:pt x="13988" y="6589"/>
                        </a:moveTo>
                        <a:cubicBezTo>
                          <a:pt x="14573" y="7961"/>
                          <a:pt x="14933" y="9333"/>
                          <a:pt x="15113" y="10750"/>
                        </a:cubicBezTo>
                        <a:cubicBezTo>
                          <a:pt x="15293" y="12167"/>
                          <a:pt x="15428" y="13561"/>
                          <a:pt x="15540" y="14956"/>
                        </a:cubicBezTo>
                        <a:cubicBezTo>
                          <a:pt x="15720" y="17429"/>
                          <a:pt x="16282" y="19364"/>
                          <a:pt x="17204" y="20758"/>
                        </a:cubicBezTo>
                        <a:cubicBezTo>
                          <a:pt x="18149" y="22152"/>
                          <a:pt x="19566" y="22827"/>
                          <a:pt x="21478" y="22827"/>
                        </a:cubicBezTo>
                        <a:cubicBezTo>
                          <a:pt x="22332" y="22827"/>
                          <a:pt x="23097" y="22647"/>
                          <a:pt x="23727" y="22310"/>
                        </a:cubicBezTo>
                        <a:cubicBezTo>
                          <a:pt x="24356" y="21972"/>
                          <a:pt x="24874" y="21523"/>
                          <a:pt x="25301" y="20960"/>
                        </a:cubicBezTo>
                        <a:cubicBezTo>
                          <a:pt x="25705" y="20398"/>
                          <a:pt x="26020" y="19746"/>
                          <a:pt x="26223" y="19026"/>
                        </a:cubicBezTo>
                        <a:cubicBezTo>
                          <a:pt x="26425" y="18284"/>
                          <a:pt x="26515" y="17542"/>
                          <a:pt x="26515" y="16777"/>
                        </a:cubicBezTo>
                        <a:cubicBezTo>
                          <a:pt x="26515" y="15473"/>
                          <a:pt x="26358" y="14213"/>
                          <a:pt x="26020" y="12999"/>
                        </a:cubicBezTo>
                        <a:cubicBezTo>
                          <a:pt x="25705" y="11785"/>
                          <a:pt x="25211" y="10683"/>
                          <a:pt x="24536" y="9738"/>
                        </a:cubicBezTo>
                        <a:cubicBezTo>
                          <a:pt x="23861" y="8793"/>
                          <a:pt x="23029" y="8029"/>
                          <a:pt x="21995" y="7444"/>
                        </a:cubicBezTo>
                        <a:cubicBezTo>
                          <a:pt x="20960" y="6859"/>
                          <a:pt x="19746" y="6589"/>
                          <a:pt x="18351" y="6589"/>
                        </a:cubicBezTo>
                        <a:lnTo>
                          <a:pt x="13988" y="6589"/>
                        </a:lnTo>
                        <a:lnTo>
                          <a:pt x="13988" y="6589"/>
                        </a:lnTo>
                        <a:close/>
                      </a:path>
                    </a:pathLst>
                  </a:custGeom>
                  <a:solidFill>
                    <a:srgbClr val="231F20"/>
                  </a:solidFill>
                  <a:ln w="2249" cap="flat">
                    <a:noFill/>
                    <a:prstDash val="solid"/>
                    <a:miter/>
                  </a:ln>
                </p:spPr>
                <p:txBody>
                  <a:bodyPr rtlCol="0" anchor="ctr"/>
                  <a:lstStyle/>
                  <a:p>
                    <a:endParaRPr lang="en-US"/>
                  </a:p>
                </p:txBody>
              </p:sp>
              <p:sp>
                <p:nvSpPr>
                  <p:cNvPr id="1915" name="Freeform 1914">
                    <a:extLst>
                      <a:ext uri="{FF2B5EF4-FFF2-40B4-BE49-F238E27FC236}">
                        <a16:creationId xmlns:a16="http://schemas.microsoft.com/office/drawing/2014/main" id="{F7C12D80-DCAF-AB50-4CBD-65D4B3C6190F}"/>
                      </a:ext>
                    </a:extLst>
                  </p:cNvPr>
                  <p:cNvSpPr/>
                  <p:nvPr/>
                </p:nvSpPr>
                <p:spPr>
                  <a:xfrm>
                    <a:off x="7087993" y="2566462"/>
                    <a:ext cx="28741" cy="22197"/>
                  </a:xfrm>
                  <a:custGeom>
                    <a:avLst/>
                    <a:gdLst>
                      <a:gd name="connsiteX0" fmla="*/ 28719 w 28741"/>
                      <a:gd name="connsiteY0" fmla="*/ 18959 h 22197"/>
                      <a:gd name="connsiteX1" fmla="*/ 28719 w 28741"/>
                      <a:gd name="connsiteY1" fmla="*/ 22197 h 22197"/>
                      <a:gd name="connsiteX2" fmla="*/ 764 w 28741"/>
                      <a:gd name="connsiteY2" fmla="*/ 22197 h 22197"/>
                      <a:gd name="connsiteX3" fmla="*/ 764 w 28741"/>
                      <a:gd name="connsiteY3" fmla="*/ 18959 h 22197"/>
                      <a:gd name="connsiteX4" fmla="*/ 4655 w 28741"/>
                      <a:gd name="connsiteY4" fmla="*/ 18959 h 22197"/>
                      <a:gd name="connsiteX5" fmla="*/ 1305 w 28741"/>
                      <a:gd name="connsiteY5" fmla="*/ 14933 h 22197"/>
                      <a:gd name="connsiteX6" fmla="*/ 0 w 28741"/>
                      <a:gd name="connsiteY6" fmla="*/ 9940 h 22197"/>
                      <a:gd name="connsiteX7" fmla="*/ 899 w 28741"/>
                      <a:gd name="connsiteY7" fmla="*/ 5128 h 22197"/>
                      <a:gd name="connsiteX8" fmla="*/ 4003 w 28741"/>
                      <a:gd name="connsiteY8" fmla="*/ 1394 h 22197"/>
                      <a:gd name="connsiteX9" fmla="*/ 7107 w 28741"/>
                      <a:gd name="connsiteY9" fmla="*/ 180 h 22197"/>
                      <a:gd name="connsiteX10" fmla="*/ 10435 w 28741"/>
                      <a:gd name="connsiteY10" fmla="*/ 0 h 22197"/>
                      <a:gd name="connsiteX11" fmla="*/ 28742 w 28741"/>
                      <a:gd name="connsiteY11" fmla="*/ 0 h 22197"/>
                      <a:gd name="connsiteX12" fmla="*/ 28742 w 28741"/>
                      <a:gd name="connsiteY12" fmla="*/ 3238 h 22197"/>
                      <a:gd name="connsiteX13" fmla="*/ 10502 w 28741"/>
                      <a:gd name="connsiteY13" fmla="*/ 3238 h 22197"/>
                      <a:gd name="connsiteX14" fmla="*/ 4835 w 28741"/>
                      <a:gd name="connsiteY14" fmla="*/ 4903 h 22197"/>
                      <a:gd name="connsiteX15" fmla="*/ 2946 w 28741"/>
                      <a:gd name="connsiteY15" fmla="*/ 10458 h 22197"/>
                      <a:gd name="connsiteX16" fmla="*/ 3396 w 28741"/>
                      <a:gd name="connsiteY16" fmla="*/ 13201 h 22197"/>
                      <a:gd name="connsiteX17" fmla="*/ 4610 w 28741"/>
                      <a:gd name="connsiteY17" fmla="*/ 15450 h 22197"/>
                      <a:gd name="connsiteX18" fmla="*/ 6342 w 28741"/>
                      <a:gd name="connsiteY18" fmla="*/ 17160 h 22197"/>
                      <a:gd name="connsiteX19" fmla="*/ 8389 w 28741"/>
                      <a:gd name="connsiteY19" fmla="*/ 18239 h 22197"/>
                      <a:gd name="connsiteX20" fmla="*/ 10975 w 28741"/>
                      <a:gd name="connsiteY20" fmla="*/ 18824 h 22197"/>
                      <a:gd name="connsiteX21" fmla="*/ 13674 w 28741"/>
                      <a:gd name="connsiteY21" fmla="*/ 18936 h 22197"/>
                      <a:gd name="connsiteX22" fmla="*/ 28742 w 28741"/>
                      <a:gd name="connsiteY22" fmla="*/ 18936 h 22197"/>
                      <a:gd name="connsiteX23" fmla="*/ 28742 w 28741"/>
                      <a:gd name="connsiteY23" fmla="*/ 18936 h 22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8741" h="22197">
                        <a:moveTo>
                          <a:pt x="28719" y="18959"/>
                        </a:moveTo>
                        <a:lnTo>
                          <a:pt x="28719" y="22197"/>
                        </a:lnTo>
                        <a:lnTo>
                          <a:pt x="764" y="22197"/>
                        </a:lnTo>
                        <a:lnTo>
                          <a:pt x="764" y="18959"/>
                        </a:lnTo>
                        <a:lnTo>
                          <a:pt x="4655" y="18959"/>
                        </a:lnTo>
                        <a:cubicBezTo>
                          <a:pt x="3283" y="17654"/>
                          <a:pt x="2181" y="16327"/>
                          <a:pt x="1305" y="14933"/>
                        </a:cubicBezTo>
                        <a:cubicBezTo>
                          <a:pt x="450" y="13539"/>
                          <a:pt x="0" y="11874"/>
                          <a:pt x="0" y="9940"/>
                        </a:cubicBezTo>
                        <a:cubicBezTo>
                          <a:pt x="0" y="8209"/>
                          <a:pt x="292" y="6612"/>
                          <a:pt x="899" y="5128"/>
                        </a:cubicBezTo>
                        <a:cubicBezTo>
                          <a:pt x="1484" y="3643"/>
                          <a:pt x="2519" y="2406"/>
                          <a:pt x="4003" y="1394"/>
                        </a:cubicBezTo>
                        <a:cubicBezTo>
                          <a:pt x="5015" y="720"/>
                          <a:pt x="6050" y="315"/>
                          <a:pt x="7107" y="180"/>
                        </a:cubicBezTo>
                        <a:cubicBezTo>
                          <a:pt x="8163" y="45"/>
                          <a:pt x="9265" y="0"/>
                          <a:pt x="10435" y="0"/>
                        </a:cubicBezTo>
                        <a:lnTo>
                          <a:pt x="28742" y="0"/>
                        </a:lnTo>
                        <a:lnTo>
                          <a:pt x="28742" y="3238"/>
                        </a:lnTo>
                        <a:lnTo>
                          <a:pt x="10502" y="3238"/>
                        </a:lnTo>
                        <a:cubicBezTo>
                          <a:pt x="7984" y="3238"/>
                          <a:pt x="6095" y="3801"/>
                          <a:pt x="4835" y="4903"/>
                        </a:cubicBezTo>
                        <a:cubicBezTo>
                          <a:pt x="3575" y="6027"/>
                          <a:pt x="2946" y="7871"/>
                          <a:pt x="2946" y="10458"/>
                        </a:cubicBezTo>
                        <a:cubicBezTo>
                          <a:pt x="2946" y="11470"/>
                          <a:pt x="3103" y="12392"/>
                          <a:pt x="3396" y="13201"/>
                        </a:cubicBezTo>
                        <a:cubicBezTo>
                          <a:pt x="3711" y="14033"/>
                          <a:pt x="4116" y="14776"/>
                          <a:pt x="4610" y="15450"/>
                        </a:cubicBezTo>
                        <a:cubicBezTo>
                          <a:pt x="5105" y="16125"/>
                          <a:pt x="5690" y="16687"/>
                          <a:pt x="6342" y="17160"/>
                        </a:cubicBezTo>
                        <a:cubicBezTo>
                          <a:pt x="6994" y="17632"/>
                          <a:pt x="7669" y="17992"/>
                          <a:pt x="8389" y="18239"/>
                        </a:cubicBezTo>
                        <a:cubicBezTo>
                          <a:pt x="9288" y="18554"/>
                          <a:pt x="10143" y="18756"/>
                          <a:pt x="10975" y="18824"/>
                        </a:cubicBezTo>
                        <a:cubicBezTo>
                          <a:pt x="11807" y="18891"/>
                          <a:pt x="12706" y="18936"/>
                          <a:pt x="13674" y="18936"/>
                        </a:cubicBezTo>
                        <a:lnTo>
                          <a:pt x="28742" y="18936"/>
                        </a:lnTo>
                        <a:lnTo>
                          <a:pt x="28742" y="18936"/>
                        </a:lnTo>
                        <a:close/>
                      </a:path>
                    </a:pathLst>
                  </a:custGeom>
                  <a:solidFill>
                    <a:srgbClr val="231F20"/>
                  </a:solidFill>
                  <a:ln w="2249" cap="flat">
                    <a:noFill/>
                    <a:prstDash val="solid"/>
                    <a:miter/>
                  </a:ln>
                </p:spPr>
                <p:txBody>
                  <a:bodyPr rtlCol="0" anchor="ctr"/>
                  <a:lstStyle/>
                  <a:p>
                    <a:endParaRPr lang="en-US"/>
                  </a:p>
                </p:txBody>
              </p:sp>
              <p:sp>
                <p:nvSpPr>
                  <p:cNvPr id="1916" name="Freeform 1915">
                    <a:extLst>
                      <a:ext uri="{FF2B5EF4-FFF2-40B4-BE49-F238E27FC236}">
                        <a16:creationId xmlns:a16="http://schemas.microsoft.com/office/drawing/2014/main" id="{D67B7130-CEDC-957B-AD73-D377F509FFD7}"/>
                      </a:ext>
                    </a:extLst>
                  </p:cNvPr>
                  <p:cNvSpPr/>
                  <p:nvPr/>
                </p:nvSpPr>
                <p:spPr>
                  <a:xfrm>
                    <a:off x="7087993" y="2533852"/>
                    <a:ext cx="40143" cy="25705"/>
                  </a:xfrm>
                  <a:custGeom>
                    <a:avLst/>
                    <a:gdLst>
                      <a:gd name="connsiteX0" fmla="*/ 742 w 40143"/>
                      <a:gd name="connsiteY0" fmla="*/ 3238 h 25705"/>
                      <a:gd name="connsiteX1" fmla="*/ 742 w 40143"/>
                      <a:gd name="connsiteY1" fmla="*/ 0 h 25705"/>
                      <a:gd name="connsiteX2" fmla="*/ 25998 w 40143"/>
                      <a:gd name="connsiteY2" fmla="*/ 0 h 25705"/>
                      <a:gd name="connsiteX3" fmla="*/ 31373 w 40143"/>
                      <a:gd name="connsiteY3" fmla="*/ 562 h 25705"/>
                      <a:gd name="connsiteX4" fmla="*/ 35871 w 40143"/>
                      <a:gd name="connsiteY4" fmla="*/ 2586 h 25705"/>
                      <a:gd name="connsiteX5" fmla="*/ 38975 w 40143"/>
                      <a:gd name="connsiteY5" fmla="*/ 6589 h 25705"/>
                      <a:gd name="connsiteX6" fmla="*/ 40144 w 40143"/>
                      <a:gd name="connsiteY6" fmla="*/ 13111 h 25705"/>
                      <a:gd name="connsiteX7" fmla="*/ 39357 w 40143"/>
                      <a:gd name="connsiteY7" fmla="*/ 18396 h 25705"/>
                      <a:gd name="connsiteX8" fmla="*/ 37377 w 40143"/>
                      <a:gd name="connsiteY8" fmla="*/ 22017 h 25705"/>
                      <a:gd name="connsiteX9" fmla="*/ 34769 w 40143"/>
                      <a:gd name="connsiteY9" fmla="*/ 24154 h 25705"/>
                      <a:gd name="connsiteX10" fmla="*/ 32093 w 40143"/>
                      <a:gd name="connsiteY10" fmla="*/ 24941 h 25705"/>
                      <a:gd name="connsiteX11" fmla="*/ 32093 w 40143"/>
                      <a:gd name="connsiteY11" fmla="*/ 21478 h 25705"/>
                      <a:gd name="connsiteX12" fmla="*/ 34656 w 40143"/>
                      <a:gd name="connsiteY12" fmla="*/ 20286 h 25705"/>
                      <a:gd name="connsiteX13" fmla="*/ 36230 w 40143"/>
                      <a:gd name="connsiteY13" fmla="*/ 18374 h 25705"/>
                      <a:gd name="connsiteX14" fmla="*/ 37018 w 40143"/>
                      <a:gd name="connsiteY14" fmla="*/ 15923 h 25705"/>
                      <a:gd name="connsiteX15" fmla="*/ 37243 w 40143"/>
                      <a:gd name="connsiteY15" fmla="*/ 13111 h 25705"/>
                      <a:gd name="connsiteX16" fmla="*/ 36118 w 40143"/>
                      <a:gd name="connsiteY16" fmla="*/ 7826 h 25705"/>
                      <a:gd name="connsiteX17" fmla="*/ 33150 w 40143"/>
                      <a:gd name="connsiteY17" fmla="*/ 4813 h 25705"/>
                      <a:gd name="connsiteX18" fmla="*/ 28989 w 40143"/>
                      <a:gd name="connsiteY18" fmla="*/ 3486 h 25705"/>
                      <a:gd name="connsiteX19" fmla="*/ 24244 w 40143"/>
                      <a:gd name="connsiteY19" fmla="*/ 3238 h 25705"/>
                      <a:gd name="connsiteX20" fmla="*/ 28157 w 40143"/>
                      <a:gd name="connsiteY20" fmla="*/ 7534 h 25705"/>
                      <a:gd name="connsiteX21" fmla="*/ 29484 w 40143"/>
                      <a:gd name="connsiteY21" fmla="*/ 13224 h 25705"/>
                      <a:gd name="connsiteX22" fmla="*/ 28270 w 40143"/>
                      <a:gd name="connsiteY22" fmla="*/ 18756 h 25705"/>
                      <a:gd name="connsiteX23" fmla="*/ 25031 w 40143"/>
                      <a:gd name="connsiteY23" fmla="*/ 22647 h 25705"/>
                      <a:gd name="connsiteX24" fmla="*/ 20308 w 40143"/>
                      <a:gd name="connsiteY24" fmla="*/ 24941 h 25705"/>
                      <a:gd name="connsiteX25" fmla="*/ 14686 w 40143"/>
                      <a:gd name="connsiteY25" fmla="*/ 25706 h 25705"/>
                      <a:gd name="connsiteX26" fmla="*/ 8906 w 40143"/>
                      <a:gd name="connsiteY26" fmla="*/ 25008 h 25705"/>
                      <a:gd name="connsiteX27" fmla="*/ 4228 w 40143"/>
                      <a:gd name="connsiteY27" fmla="*/ 22759 h 25705"/>
                      <a:gd name="connsiteX28" fmla="*/ 1124 w 40143"/>
                      <a:gd name="connsiteY28" fmla="*/ 18846 h 25705"/>
                      <a:gd name="connsiteX29" fmla="*/ 0 w 40143"/>
                      <a:gd name="connsiteY29" fmla="*/ 13066 h 25705"/>
                      <a:gd name="connsiteX30" fmla="*/ 382 w 40143"/>
                      <a:gd name="connsiteY30" fmla="*/ 10323 h 25705"/>
                      <a:gd name="connsiteX31" fmla="*/ 1462 w 40143"/>
                      <a:gd name="connsiteY31" fmla="*/ 7601 h 25705"/>
                      <a:gd name="connsiteX32" fmla="*/ 3238 w 40143"/>
                      <a:gd name="connsiteY32" fmla="*/ 5173 h 25705"/>
                      <a:gd name="connsiteX33" fmla="*/ 5667 w 40143"/>
                      <a:gd name="connsiteY33" fmla="*/ 3373 h 25705"/>
                      <a:gd name="connsiteX34" fmla="*/ 5667 w 40143"/>
                      <a:gd name="connsiteY34" fmla="*/ 3261 h 25705"/>
                      <a:gd name="connsiteX35" fmla="*/ 742 w 40143"/>
                      <a:gd name="connsiteY35" fmla="*/ 3261 h 25705"/>
                      <a:gd name="connsiteX36" fmla="*/ 14843 w 40143"/>
                      <a:gd name="connsiteY36" fmla="*/ 3238 h 25705"/>
                      <a:gd name="connsiteX37" fmla="*/ 10120 w 40143"/>
                      <a:gd name="connsiteY37" fmla="*/ 3868 h 25705"/>
                      <a:gd name="connsiteX38" fmla="*/ 6342 w 40143"/>
                      <a:gd name="connsiteY38" fmla="*/ 5667 h 25705"/>
                      <a:gd name="connsiteX39" fmla="*/ 3823 w 40143"/>
                      <a:gd name="connsiteY39" fmla="*/ 8636 h 25705"/>
                      <a:gd name="connsiteX40" fmla="*/ 2901 w 40143"/>
                      <a:gd name="connsiteY40" fmla="*/ 12684 h 25705"/>
                      <a:gd name="connsiteX41" fmla="*/ 3621 w 40143"/>
                      <a:gd name="connsiteY41" fmla="*/ 16462 h 25705"/>
                      <a:gd name="connsiteX42" fmla="*/ 5757 w 40143"/>
                      <a:gd name="connsiteY42" fmla="*/ 19476 h 25705"/>
                      <a:gd name="connsiteX43" fmla="*/ 9176 w 40143"/>
                      <a:gd name="connsiteY43" fmla="*/ 21500 h 25705"/>
                      <a:gd name="connsiteX44" fmla="*/ 13853 w 40143"/>
                      <a:gd name="connsiteY44" fmla="*/ 22220 h 25705"/>
                      <a:gd name="connsiteX45" fmla="*/ 18801 w 40143"/>
                      <a:gd name="connsiteY45" fmla="*/ 21792 h 25705"/>
                      <a:gd name="connsiteX46" fmla="*/ 22827 w 40143"/>
                      <a:gd name="connsiteY46" fmla="*/ 20061 h 25705"/>
                      <a:gd name="connsiteX47" fmla="*/ 25548 w 40143"/>
                      <a:gd name="connsiteY47" fmla="*/ 17047 h 25705"/>
                      <a:gd name="connsiteX48" fmla="*/ 26538 w 40143"/>
                      <a:gd name="connsiteY48" fmla="*/ 12684 h 25705"/>
                      <a:gd name="connsiteX49" fmla="*/ 25593 w 40143"/>
                      <a:gd name="connsiteY49" fmla="*/ 8726 h 25705"/>
                      <a:gd name="connsiteX50" fmla="*/ 23052 w 40143"/>
                      <a:gd name="connsiteY50" fmla="*/ 5757 h 25705"/>
                      <a:gd name="connsiteX51" fmla="*/ 19318 w 40143"/>
                      <a:gd name="connsiteY51" fmla="*/ 3891 h 25705"/>
                      <a:gd name="connsiteX52" fmla="*/ 14820 w 40143"/>
                      <a:gd name="connsiteY52" fmla="*/ 3238 h 25705"/>
                      <a:gd name="connsiteX53" fmla="*/ 14820 w 40143"/>
                      <a:gd name="connsiteY53" fmla="*/ 3238 h 257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40143" h="25705">
                        <a:moveTo>
                          <a:pt x="742" y="3238"/>
                        </a:moveTo>
                        <a:lnTo>
                          <a:pt x="742" y="0"/>
                        </a:lnTo>
                        <a:lnTo>
                          <a:pt x="25998" y="0"/>
                        </a:lnTo>
                        <a:cubicBezTo>
                          <a:pt x="27864" y="0"/>
                          <a:pt x="29664" y="180"/>
                          <a:pt x="31373" y="562"/>
                        </a:cubicBezTo>
                        <a:cubicBezTo>
                          <a:pt x="33082" y="945"/>
                          <a:pt x="34589" y="1619"/>
                          <a:pt x="35871" y="2586"/>
                        </a:cubicBezTo>
                        <a:cubicBezTo>
                          <a:pt x="37175" y="3553"/>
                          <a:pt x="38210" y="4880"/>
                          <a:pt x="38975" y="6589"/>
                        </a:cubicBezTo>
                        <a:cubicBezTo>
                          <a:pt x="39739" y="8299"/>
                          <a:pt x="40144" y="10458"/>
                          <a:pt x="40144" y="13111"/>
                        </a:cubicBezTo>
                        <a:cubicBezTo>
                          <a:pt x="40144" y="15158"/>
                          <a:pt x="39874" y="16935"/>
                          <a:pt x="39357" y="18396"/>
                        </a:cubicBezTo>
                        <a:cubicBezTo>
                          <a:pt x="38840" y="19881"/>
                          <a:pt x="38187" y="21073"/>
                          <a:pt x="37377" y="22017"/>
                        </a:cubicBezTo>
                        <a:cubicBezTo>
                          <a:pt x="36591" y="22962"/>
                          <a:pt x="35713" y="23659"/>
                          <a:pt x="34769" y="24154"/>
                        </a:cubicBezTo>
                        <a:cubicBezTo>
                          <a:pt x="33824" y="24649"/>
                          <a:pt x="32925" y="24896"/>
                          <a:pt x="32093" y="24941"/>
                        </a:cubicBezTo>
                        <a:lnTo>
                          <a:pt x="32093" y="21478"/>
                        </a:lnTo>
                        <a:cubicBezTo>
                          <a:pt x="33127" y="21230"/>
                          <a:pt x="33981" y="20825"/>
                          <a:pt x="34656" y="20286"/>
                        </a:cubicBezTo>
                        <a:cubicBezTo>
                          <a:pt x="35331" y="19746"/>
                          <a:pt x="35848" y="19116"/>
                          <a:pt x="36230" y="18374"/>
                        </a:cubicBezTo>
                        <a:cubicBezTo>
                          <a:pt x="36613" y="17632"/>
                          <a:pt x="36860" y="16822"/>
                          <a:pt x="37018" y="15923"/>
                        </a:cubicBezTo>
                        <a:cubicBezTo>
                          <a:pt x="37175" y="15023"/>
                          <a:pt x="37243" y="14078"/>
                          <a:pt x="37243" y="13111"/>
                        </a:cubicBezTo>
                        <a:cubicBezTo>
                          <a:pt x="37243" y="10907"/>
                          <a:pt x="36860" y="9153"/>
                          <a:pt x="36118" y="7826"/>
                        </a:cubicBezTo>
                        <a:cubicBezTo>
                          <a:pt x="35354" y="6499"/>
                          <a:pt x="34364" y="5487"/>
                          <a:pt x="33150" y="4813"/>
                        </a:cubicBezTo>
                        <a:cubicBezTo>
                          <a:pt x="31935" y="4138"/>
                          <a:pt x="30541" y="3688"/>
                          <a:pt x="28989" y="3486"/>
                        </a:cubicBezTo>
                        <a:cubicBezTo>
                          <a:pt x="27437" y="3283"/>
                          <a:pt x="25863" y="3216"/>
                          <a:pt x="24244" y="3238"/>
                        </a:cubicBezTo>
                        <a:cubicBezTo>
                          <a:pt x="25976" y="4273"/>
                          <a:pt x="27280" y="5712"/>
                          <a:pt x="28157" y="7534"/>
                        </a:cubicBezTo>
                        <a:cubicBezTo>
                          <a:pt x="29034" y="9356"/>
                          <a:pt x="29484" y="11245"/>
                          <a:pt x="29484" y="13224"/>
                        </a:cubicBezTo>
                        <a:cubicBezTo>
                          <a:pt x="29484" y="15338"/>
                          <a:pt x="29079" y="17182"/>
                          <a:pt x="28270" y="18756"/>
                        </a:cubicBezTo>
                        <a:cubicBezTo>
                          <a:pt x="27460" y="20331"/>
                          <a:pt x="26380" y="21612"/>
                          <a:pt x="25031" y="22647"/>
                        </a:cubicBezTo>
                        <a:cubicBezTo>
                          <a:pt x="23682" y="23682"/>
                          <a:pt x="22107" y="24446"/>
                          <a:pt x="20308" y="24941"/>
                        </a:cubicBezTo>
                        <a:cubicBezTo>
                          <a:pt x="18509" y="25436"/>
                          <a:pt x="16642" y="25706"/>
                          <a:pt x="14686" y="25706"/>
                        </a:cubicBezTo>
                        <a:cubicBezTo>
                          <a:pt x="12729" y="25706"/>
                          <a:pt x="10705" y="25481"/>
                          <a:pt x="8906" y="25008"/>
                        </a:cubicBezTo>
                        <a:cubicBezTo>
                          <a:pt x="7107" y="24536"/>
                          <a:pt x="5555" y="23794"/>
                          <a:pt x="4228" y="22759"/>
                        </a:cubicBezTo>
                        <a:cubicBezTo>
                          <a:pt x="2901" y="21725"/>
                          <a:pt x="1889" y="20421"/>
                          <a:pt x="1124" y="18846"/>
                        </a:cubicBezTo>
                        <a:cubicBezTo>
                          <a:pt x="360" y="17272"/>
                          <a:pt x="0" y="15338"/>
                          <a:pt x="0" y="13066"/>
                        </a:cubicBezTo>
                        <a:cubicBezTo>
                          <a:pt x="0" y="12167"/>
                          <a:pt x="135" y="11245"/>
                          <a:pt x="382" y="10323"/>
                        </a:cubicBezTo>
                        <a:cubicBezTo>
                          <a:pt x="630" y="9378"/>
                          <a:pt x="989" y="8479"/>
                          <a:pt x="1462" y="7601"/>
                        </a:cubicBezTo>
                        <a:cubicBezTo>
                          <a:pt x="1934" y="6724"/>
                          <a:pt x="2519" y="5915"/>
                          <a:pt x="3238" y="5173"/>
                        </a:cubicBezTo>
                        <a:cubicBezTo>
                          <a:pt x="3958" y="4430"/>
                          <a:pt x="4768" y="3823"/>
                          <a:pt x="5667" y="3373"/>
                        </a:cubicBezTo>
                        <a:lnTo>
                          <a:pt x="5667" y="3261"/>
                        </a:lnTo>
                        <a:lnTo>
                          <a:pt x="742" y="3261"/>
                        </a:lnTo>
                        <a:close/>
                        <a:moveTo>
                          <a:pt x="14843" y="3238"/>
                        </a:moveTo>
                        <a:cubicBezTo>
                          <a:pt x="13156" y="3238"/>
                          <a:pt x="11582" y="3441"/>
                          <a:pt x="10120" y="3868"/>
                        </a:cubicBezTo>
                        <a:cubicBezTo>
                          <a:pt x="8658" y="4295"/>
                          <a:pt x="7399" y="4880"/>
                          <a:pt x="6342" y="5667"/>
                        </a:cubicBezTo>
                        <a:cubicBezTo>
                          <a:pt x="5285" y="6454"/>
                          <a:pt x="4453" y="7444"/>
                          <a:pt x="3823" y="8636"/>
                        </a:cubicBezTo>
                        <a:cubicBezTo>
                          <a:pt x="3216" y="9828"/>
                          <a:pt x="2901" y="11177"/>
                          <a:pt x="2901" y="12684"/>
                        </a:cubicBezTo>
                        <a:cubicBezTo>
                          <a:pt x="2901" y="14056"/>
                          <a:pt x="3148" y="15315"/>
                          <a:pt x="3621" y="16462"/>
                        </a:cubicBezTo>
                        <a:cubicBezTo>
                          <a:pt x="4116" y="17609"/>
                          <a:pt x="4813" y="18621"/>
                          <a:pt x="5757" y="19476"/>
                        </a:cubicBezTo>
                        <a:cubicBezTo>
                          <a:pt x="6702" y="20331"/>
                          <a:pt x="7826" y="21005"/>
                          <a:pt x="9176" y="21500"/>
                        </a:cubicBezTo>
                        <a:cubicBezTo>
                          <a:pt x="10525" y="21995"/>
                          <a:pt x="12077" y="22220"/>
                          <a:pt x="13853" y="22220"/>
                        </a:cubicBezTo>
                        <a:cubicBezTo>
                          <a:pt x="15608" y="22287"/>
                          <a:pt x="17272" y="22152"/>
                          <a:pt x="18801" y="21792"/>
                        </a:cubicBezTo>
                        <a:cubicBezTo>
                          <a:pt x="20331" y="21433"/>
                          <a:pt x="21680" y="20848"/>
                          <a:pt x="22827" y="20061"/>
                        </a:cubicBezTo>
                        <a:cubicBezTo>
                          <a:pt x="23974" y="19274"/>
                          <a:pt x="24896" y="18262"/>
                          <a:pt x="25548" y="17047"/>
                        </a:cubicBezTo>
                        <a:cubicBezTo>
                          <a:pt x="26223" y="15833"/>
                          <a:pt x="26538" y="14371"/>
                          <a:pt x="26538" y="12684"/>
                        </a:cubicBezTo>
                        <a:cubicBezTo>
                          <a:pt x="26538" y="11200"/>
                          <a:pt x="26223" y="9895"/>
                          <a:pt x="25593" y="8726"/>
                        </a:cubicBezTo>
                        <a:cubicBezTo>
                          <a:pt x="24963" y="7557"/>
                          <a:pt x="24109" y="6567"/>
                          <a:pt x="23052" y="5757"/>
                        </a:cubicBezTo>
                        <a:cubicBezTo>
                          <a:pt x="21995" y="4948"/>
                          <a:pt x="20758" y="4318"/>
                          <a:pt x="19318" y="3891"/>
                        </a:cubicBezTo>
                        <a:cubicBezTo>
                          <a:pt x="17902" y="3463"/>
                          <a:pt x="16395" y="3238"/>
                          <a:pt x="14820" y="3238"/>
                        </a:cubicBezTo>
                        <a:lnTo>
                          <a:pt x="14820" y="3238"/>
                        </a:lnTo>
                        <a:close/>
                      </a:path>
                    </a:pathLst>
                  </a:custGeom>
                  <a:solidFill>
                    <a:srgbClr val="231F20"/>
                  </a:solidFill>
                  <a:ln w="2249" cap="flat">
                    <a:noFill/>
                    <a:prstDash val="solid"/>
                    <a:miter/>
                  </a:ln>
                </p:spPr>
                <p:txBody>
                  <a:bodyPr rtlCol="0" anchor="ctr"/>
                  <a:lstStyle/>
                  <a:p>
                    <a:endParaRPr lang="en-US"/>
                  </a:p>
                </p:txBody>
              </p:sp>
              <p:sp>
                <p:nvSpPr>
                  <p:cNvPr id="1917" name="Freeform 1916">
                    <a:extLst>
                      <a:ext uri="{FF2B5EF4-FFF2-40B4-BE49-F238E27FC236}">
                        <a16:creationId xmlns:a16="http://schemas.microsoft.com/office/drawing/2014/main" id="{F49C609E-C613-1284-9F22-8251979B8D4F}"/>
                      </a:ext>
                    </a:extLst>
                  </p:cNvPr>
                  <p:cNvSpPr/>
                  <p:nvPr/>
                </p:nvSpPr>
                <p:spPr>
                  <a:xfrm>
                    <a:off x="7088016" y="2502051"/>
                    <a:ext cx="29483" cy="25167"/>
                  </a:xfrm>
                  <a:custGeom>
                    <a:avLst/>
                    <a:gdLst>
                      <a:gd name="connsiteX0" fmla="*/ 15473 w 29483"/>
                      <a:gd name="connsiteY0" fmla="*/ 21659 h 25167"/>
                      <a:gd name="connsiteX1" fmla="*/ 19768 w 29483"/>
                      <a:gd name="connsiteY1" fmla="*/ 21074 h 25167"/>
                      <a:gd name="connsiteX2" fmla="*/ 23276 w 29483"/>
                      <a:gd name="connsiteY2" fmla="*/ 19320 h 25167"/>
                      <a:gd name="connsiteX3" fmla="*/ 25660 w 29483"/>
                      <a:gd name="connsiteY3" fmla="*/ 16374 h 25167"/>
                      <a:gd name="connsiteX4" fmla="*/ 26560 w 29483"/>
                      <a:gd name="connsiteY4" fmla="*/ 12281 h 25167"/>
                      <a:gd name="connsiteX5" fmla="*/ 24896 w 29483"/>
                      <a:gd name="connsiteY5" fmla="*/ 6838 h 25167"/>
                      <a:gd name="connsiteX6" fmla="*/ 20151 w 29483"/>
                      <a:gd name="connsiteY6" fmla="*/ 3825 h 25167"/>
                      <a:gd name="connsiteX7" fmla="*/ 20151 w 29483"/>
                      <a:gd name="connsiteY7" fmla="*/ 204 h 25167"/>
                      <a:gd name="connsiteX8" fmla="*/ 23839 w 29483"/>
                      <a:gd name="connsiteY8" fmla="*/ 1778 h 25167"/>
                      <a:gd name="connsiteX9" fmla="*/ 26807 w 29483"/>
                      <a:gd name="connsiteY9" fmla="*/ 4207 h 25167"/>
                      <a:gd name="connsiteX10" fmla="*/ 28787 w 29483"/>
                      <a:gd name="connsiteY10" fmla="*/ 7670 h 25167"/>
                      <a:gd name="connsiteX11" fmla="*/ 29484 w 29483"/>
                      <a:gd name="connsiteY11" fmla="*/ 12303 h 25167"/>
                      <a:gd name="connsiteX12" fmla="*/ 28359 w 29483"/>
                      <a:gd name="connsiteY12" fmla="*/ 18083 h 25167"/>
                      <a:gd name="connsiteX13" fmla="*/ 25256 w 29483"/>
                      <a:gd name="connsiteY13" fmla="*/ 22086 h 25167"/>
                      <a:gd name="connsiteX14" fmla="*/ 20623 w 29483"/>
                      <a:gd name="connsiteY14" fmla="*/ 24403 h 25167"/>
                      <a:gd name="connsiteX15" fmla="*/ 14865 w 29483"/>
                      <a:gd name="connsiteY15" fmla="*/ 25167 h 25167"/>
                      <a:gd name="connsiteX16" fmla="*/ 9086 w 29483"/>
                      <a:gd name="connsiteY16" fmla="*/ 24268 h 25167"/>
                      <a:gd name="connsiteX17" fmla="*/ 4363 w 29483"/>
                      <a:gd name="connsiteY17" fmla="*/ 21726 h 25167"/>
                      <a:gd name="connsiteX18" fmla="*/ 1170 w 29483"/>
                      <a:gd name="connsiteY18" fmla="*/ 17701 h 25167"/>
                      <a:gd name="connsiteX19" fmla="*/ 0 w 29483"/>
                      <a:gd name="connsiteY19" fmla="*/ 12303 h 25167"/>
                      <a:gd name="connsiteX20" fmla="*/ 3958 w 29483"/>
                      <a:gd name="connsiteY20" fmla="*/ 3240 h 25167"/>
                      <a:gd name="connsiteX21" fmla="*/ 15473 w 29483"/>
                      <a:gd name="connsiteY21" fmla="*/ 1 h 25167"/>
                      <a:gd name="connsiteX22" fmla="*/ 15473 w 29483"/>
                      <a:gd name="connsiteY22" fmla="*/ 21704 h 25167"/>
                      <a:gd name="connsiteX23" fmla="*/ 15473 w 29483"/>
                      <a:gd name="connsiteY23" fmla="*/ 21659 h 25167"/>
                      <a:gd name="connsiteX24" fmla="*/ 12774 w 29483"/>
                      <a:gd name="connsiteY24" fmla="*/ 3397 h 25167"/>
                      <a:gd name="connsiteX25" fmla="*/ 8906 w 29483"/>
                      <a:gd name="connsiteY25" fmla="*/ 3960 h 25167"/>
                      <a:gd name="connsiteX26" fmla="*/ 5780 w 29483"/>
                      <a:gd name="connsiteY26" fmla="*/ 5624 h 25167"/>
                      <a:gd name="connsiteX27" fmla="*/ 3666 w 29483"/>
                      <a:gd name="connsiteY27" fmla="*/ 8412 h 25167"/>
                      <a:gd name="connsiteX28" fmla="*/ 2879 w 29483"/>
                      <a:gd name="connsiteY28" fmla="*/ 12236 h 25167"/>
                      <a:gd name="connsiteX29" fmla="*/ 3688 w 29483"/>
                      <a:gd name="connsiteY29" fmla="*/ 16036 h 25167"/>
                      <a:gd name="connsiteX30" fmla="*/ 5847 w 29483"/>
                      <a:gd name="connsiteY30" fmla="*/ 18848 h 25167"/>
                      <a:gd name="connsiteX31" fmla="*/ 8973 w 29483"/>
                      <a:gd name="connsiteY31" fmla="*/ 20714 h 25167"/>
                      <a:gd name="connsiteX32" fmla="*/ 12751 w 29483"/>
                      <a:gd name="connsiteY32" fmla="*/ 21636 h 25167"/>
                      <a:gd name="connsiteX33" fmla="*/ 12751 w 29483"/>
                      <a:gd name="connsiteY33" fmla="*/ 3397 h 25167"/>
                      <a:gd name="connsiteX34" fmla="*/ 12774 w 29483"/>
                      <a:gd name="connsiteY34" fmla="*/ 3397 h 25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9483" h="25167">
                        <a:moveTo>
                          <a:pt x="15473" y="21659"/>
                        </a:moveTo>
                        <a:cubicBezTo>
                          <a:pt x="16980" y="21659"/>
                          <a:pt x="18419" y="21456"/>
                          <a:pt x="19768" y="21074"/>
                        </a:cubicBezTo>
                        <a:cubicBezTo>
                          <a:pt x="21117" y="20669"/>
                          <a:pt x="22287" y="20085"/>
                          <a:pt x="23276" y="19320"/>
                        </a:cubicBezTo>
                        <a:cubicBezTo>
                          <a:pt x="24266" y="18555"/>
                          <a:pt x="25053" y="17566"/>
                          <a:pt x="25660" y="16374"/>
                        </a:cubicBezTo>
                        <a:cubicBezTo>
                          <a:pt x="26245" y="15182"/>
                          <a:pt x="26560" y="13810"/>
                          <a:pt x="26560" y="12281"/>
                        </a:cubicBezTo>
                        <a:cubicBezTo>
                          <a:pt x="26560" y="10167"/>
                          <a:pt x="25998" y="8345"/>
                          <a:pt x="24896" y="6838"/>
                        </a:cubicBezTo>
                        <a:cubicBezTo>
                          <a:pt x="23772" y="5331"/>
                          <a:pt x="22197" y="4319"/>
                          <a:pt x="20151" y="3825"/>
                        </a:cubicBezTo>
                        <a:lnTo>
                          <a:pt x="20151" y="204"/>
                        </a:lnTo>
                        <a:cubicBezTo>
                          <a:pt x="21478" y="609"/>
                          <a:pt x="22714" y="1126"/>
                          <a:pt x="23839" y="1778"/>
                        </a:cubicBezTo>
                        <a:cubicBezTo>
                          <a:pt x="24963" y="2430"/>
                          <a:pt x="25953" y="3240"/>
                          <a:pt x="26807" y="4207"/>
                        </a:cubicBezTo>
                        <a:cubicBezTo>
                          <a:pt x="27662" y="5174"/>
                          <a:pt x="28314" y="6321"/>
                          <a:pt x="28787" y="7670"/>
                        </a:cubicBezTo>
                        <a:cubicBezTo>
                          <a:pt x="29259" y="8997"/>
                          <a:pt x="29484" y="10549"/>
                          <a:pt x="29484" y="12303"/>
                        </a:cubicBezTo>
                        <a:cubicBezTo>
                          <a:pt x="29484" y="14530"/>
                          <a:pt x="29101" y="16464"/>
                          <a:pt x="28359" y="18083"/>
                        </a:cubicBezTo>
                        <a:cubicBezTo>
                          <a:pt x="27595" y="19702"/>
                          <a:pt x="26560" y="21029"/>
                          <a:pt x="25256" y="22086"/>
                        </a:cubicBezTo>
                        <a:cubicBezTo>
                          <a:pt x="23951" y="23121"/>
                          <a:pt x="22400" y="23908"/>
                          <a:pt x="20623" y="24403"/>
                        </a:cubicBezTo>
                        <a:cubicBezTo>
                          <a:pt x="18846" y="24897"/>
                          <a:pt x="16935" y="25167"/>
                          <a:pt x="14865" y="25167"/>
                        </a:cubicBezTo>
                        <a:cubicBezTo>
                          <a:pt x="12796" y="25167"/>
                          <a:pt x="10885" y="24875"/>
                          <a:pt x="9086" y="24268"/>
                        </a:cubicBezTo>
                        <a:cubicBezTo>
                          <a:pt x="7287" y="23683"/>
                          <a:pt x="5712" y="22828"/>
                          <a:pt x="4363" y="21726"/>
                        </a:cubicBezTo>
                        <a:cubicBezTo>
                          <a:pt x="3013" y="20624"/>
                          <a:pt x="1956" y="19297"/>
                          <a:pt x="1170" y="17701"/>
                        </a:cubicBezTo>
                        <a:cubicBezTo>
                          <a:pt x="405" y="16126"/>
                          <a:pt x="0" y="14327"/>
                          <a:pt x="0" y="12303"/>
                        </a:cubicBezTo>
                        <a:cubicBezTo>
                          <a:pt x="0" y="8457"/>
                          <a:pt x="1327" y="5421"/>
                          <a:pt x="3958" y="3240"/>
                        </a:cubicBezTo>
                        <a:cubicBezTo>
                          <a:pt x="6612" y="1036"/>
                          <a:pt x="10435" y="-44"/>
                          <a:pt x="15473" y="1"/>
                        </a:cubicBezTo>
                        <a:lnTo>
                          <a:pt x="15473" y="21704"/>
                        </a:lnTo>
                        <a:lnTo>
                          <a:pt x="15473" y="21659"/>
                        </a:lnTo>
                        <a:close/>
                        <a:moveTo>
                          <a:pt x="12774" y="3397"/>
                        </a:moveTo>
                        <a:cubicBezTo>
                          <a:pt x="11402" y="3397"/>
                          <a:pt x="10120" y="3577"/>
                          <a:pt x="8906" y="3960"/>
                        </a:cubicBezTo>
                        <a:cubicBezTo>
                          <a:pt x="7691" y="4342"/>
                          <a:pt x="6657" y="4904"/>
                          <a:pt x="5780" y="5624"/>
                        </a:cubicBezTo>
                        <a:cubicBezTo>
                          <a:pt x="4903" y="6366"/>
                          <a:pt x="4205" y="7288"/>
                          <a:pt x="3666" y="8412"/>
                        </a:cubicBezTo>
                        <a:cubicBezTo>
                          <a:pt x="3148" y="9537"/>
                          <a:pt x="2879" y="10796"/>
                          <a:pt x="2879" y="12236"/>
                        </a:cubicBezTo>
                        <a:cubicBezTo>
                          <a:pt x="2879" y="13675"/>
                          <a:pt x="3148" y="14934"/>
                          <a:pt x="3688" y="16036"/>
                        </a:cubicBezTo>
                        <a:cubicBezTo>
                          <a:pt x="4228" y="17138"/>
                          <a:pt x="4948" y="18060"/>
                          <a:pt x="5847" y="18848"/>
                        </a:cubicBezTo>
                        <a:cubicBezTo>
                          <a:pt x="6747" y="19612"/>
                          <a:pt x="7781" y="20242"/>
                          <a:pt x="8973" y="20714"/>
                        </a:cubicBezTo>
                        <a:cubicBezTo>
                          <a:pt x="10165" y="21187"/>
                          <a:pt x="11424" y="21479"/>
                          <a:pt x="12751" y="21636"/>
                        </a:cubicBezTo>
                        <a:lnTo>
                          <a:pt x="12751" y="3397"/>
                        </a:lnTo>
                        <a:lnTo>
                          <a:pt x="12774" y="3397"/>
                        </a:lnTo>
                        <a:close/>
                      </a:path>
                    </a:pathLst>
                  </a:custGeom>
                  <a:solidFill>
                    <a:srgbClr val="231F20"/>
                  </a:solidFill>
                  <a:ln w="2249" cap="flat">
                    <a:noFill/>
                    <a:prstDash val="solid"/>
                    <a:miter/>
                  </a:ln>
                </p:spPr>
                <p:txBody>
                  <a:bodyPr rtlCol="0" anchor="ctr"/>
                  <a:lstStyle/>
                  <a:p>
                    <a:endParaRPr lang="en-US"/>
                  </a:p>
                </p:txBody>
              </p:sp>
            </p:grpSp>
            <p:sp>
              <p:nvSpPr>
                <p:cNvPr id="1894" name="Freeform 1893">
                  <a:extLst>
                    <a:ext uri="{FF2B5EF4-FFF2-40B4-BE49-F238E27FC236}">
                      <a16:creationId xmlns:a16="http://schemas.microsoft.com/office/drawing/2014/main" id="{729814B6-5EF8-32C7-A52B-4239C4B905DD}"/>
                    </a:ext>
                  </a:extLst>
                </p:cNvPr>
                <p:cNvSpPr/>
                <p:nvPr/>
              </p:nvSpPr>
              <p:spPr>
                <a:xfrm>
                  <a:off x="1194948" y="1176821"/>
                  <a:ext cx="2848717" cy="2796642"/>
                </a:xfrm>
                <a:custGeom>
                  <a:avLst/>
                  <a:gdLst>
                    <a:gd name="connsiteX0" fmla="*/ 0 w 591813"/>
                    <a:gd name="connsiteY0" fmla="*/ 80063 h 580995"/>
                    <a:gd name="connsiteX1" fmla="*/ 405 w 591813"/>
                    <a:gd name="connsiteY1" fmla="*/ 79523 h 580995"/>
                    <a:gd name="connsiteX2" fmla="*/ 787 w 591813"/>
                    <a:gd name="connsiteY2" fmla="*/ 79006 h 580995"/>
                    <a:gd name="connsiteX3" fmla="*/ 1191 w 591813"/>
                    <a:gd name="connsiteY3" fmla="*/ 78466 h 580995"/>
                    <a:gd name="connsiteX4" fmla="*/ 1574 w 591813"/>
                    <a:gd name="connsiteY4" fmla="*/ 77926 h 580995"/>
                    <a:gd name="connsiteX5" fmla="*/ 1979 w 591813"/>
                    <a:gd name="connsiteY5" fmla="*/ 77387 h 580995"/>
                    <a:gd name="connsiteX6" fmla="*/ 2383 w 591813"/>
                    <a:gd name="connsiteY6" fmla="*/ 76869 h 580995"/>
                    <a:gd name="connsiteX7" fmla="*/ 2766 w 591813"/>
                    <a:gd name="connsiteY7" fmla="*/ 76330 h 580995"/>
                    <a:gd name="connsiteX8" fmla="*/ 3171 w 591813"/>
                    <a:gd name="connsiteY8" fmla="*/ 75790 h 580995"/>
                    <a:gd name="connsiteX9" fmla="*/ 3553 w 591813"/>
                    <a:gd name="connsiteY9" fmla="*/ 75273 h 580995"/>
                    <a:gd name="connsiteX10" fmla="*/ 3958 w 591813"/>
                    <a:gd name="connsiteY10" fmla="*/ 74755 h 580995"/>
                    <a:gd name="connsiteX11" fmla="*/ 4340 w 591813"/>
                    <a:gd name="connsiteY11" fmla="*/ 74216 h 580995"/>
                    <a:gd name="connsiteX12" fmla="*/ 4745 w 591813"/>
                    <a:gd name="connsiteY12" fmla="*/ 73698 h 580995"/>
                    <a:gd name="connsiteX13" fmla="*/ 5150 w 591813"/>
                    <a:gd name="connsiteY13" fmla="*/ 73181 h 580995"/>
                    <a:gd name="connsiteX14" fmla="*/ 5532 w 591813"/>
                    <a:gd name="connsiteY14" fmla="*/ 72641 h 580995"/>
                    <a:gd name="connsiteX15" fmla="*/ 5937 w 591813"/>
                    <a:gd name="connsiteY15" fmla="*/ 72124 h 580995"/>
                    <a:gd name="connsiteX16" fmla="*/ 6319 w 591813"/>
                    <a:gd name="connsiteY16" fmla="*/ 71607 h 580995"/>
                    <a:gd name="connsiteX17" fmla="*/ 6724 w 591813"/>
                    <a:gd name="connsiteY17" fmla="*/ 71112 h 580995"/>
                    <a:gd name="connsiteX18" fmla="*/ 7107 w 591813"/>
                    <a:gd name="connsiteY18" fmla="*/ 70595 h 580995"/>
                    <a:gd name="connsiteX19" fmla="*/ 7511 w 591813"/>
                    <a:gd name="connsiteY19" fmla="*/ 70078 h 580995"/>
                    <a:gd name="connsiteX20" fmla="*/ 7893 w 591813"/>
                    <a:gd name="connsiteY20" fmla="*/ 69583 h 580995"/>
                    <a:gd name="connsiteX21" fmla="*/ 8299 w 591813"/>
                    <a:gd name="connsiteY21" fmla="*/ 69066 h 580995"/>
                    <a:gd name="connsiteX22" fmla="*/ 8703 w 591813"/>
                    <a:gd name="connsiteY22" fmla="*/ 68571 h 580995"/>
                    <a:gd name="connsiteX23" fmla="*/ 9085 w 591813"/>
                    <a:gd name="connsiteY23" fmla="*/ 68053 h 580995"/>
                    <a:gd name="connsiteX24" fmla="*/ 9491 w 591813"/>
                    <a:gd name="connsiteY24" fmla="*/ 67559 h 580995"/>
                    <a:gd name="connsiteX25" fmla="*/ 9873 w 591813"/>
                    <a:gd name="connsiteY25" fmla="*/ 67064 h 580995"/>
                    <a:gd name="connsiteX26" fmla="*/ 10277 w 591813"/>
                    <a:gd name="connsiteY26" fmla="*/ 66569 h 580995"/>
                    <a:gd name="connsiteX27" fmla="*/ 10660 w 591813"/>
                    <a:gd name="connsiteY27" fmla="*/ 66074 h 580995"/>
                    <a:gd name="connsiteX28" fmla="*/ 11065 w 591813"/>
                    <a:gd name="connsiteY28" fmla="*/ 65580 h 580995"/>
                    <a:gd name="connsiteX29" fmla="*/ 11447 w 591813"/>
                    <a:gd name="connsiteY29" fmla="*/ 65085 h 580995"/>
                    <a:gd name="connsiteX30" fmla="*/ 11852 w 591813"/>
                    <a:gd name="connsiteY30" fmla="*/ 64613 h 580995"/>
                    <a:gd name="connsiteX31" fmla="*/ 12257 w 591813"/>
                    <a:gd name="connsiteY31" fmla="*/ 64118 h 580995"/>
                    <a:gd name="connsiteX32" fmla="*/ 12639 w 591813"/>
                    <a:gd name="connsiteY32" fmla="*/ 63646 h 580995"/>
                    <a:gd name="connsiteX33" fmla="*/ 13044 w 591813"/>
                    <a:gd name="connsiteY33" fmla="*/ 63151 h 580995"/>
                    <a:gd name="connsiteX34" fmla="*/ 13426 w 591813"/>
                    <a:gd name="connsiteY34" fmla="*/ 62678 h 580995"/>
                    <a:gd name="connsiteX35" fmla="*/ 13831 w 591813"/>
                    <a:gd name="connsiteY35" fmla="*/ 62206 h 580995"/>
                    <a:gd name="connsiteX36" fmla="*/ 14213 w 591813"/>
                    <a:gd name="connsiteY36" fmla="*/ 61734 h 580995"/>
                    <a:gd name="connsiteX37" fmla="*/ 14618 w 591813"/>
                    <a:gd name="connsiteY37" fmla="*/ 61262 h 580995"/>
                    <a:gd name="connsiteX38" fmla="*/ 15000 w 591813"/>
                    <a:gd name="connsiteY38" fmla="*/ 60789 h 580995"/>
                    <a:gd name="connsiteX39" fmla="*/ 15405 w 591813"/>
                    <a:gd name="connsiteY39" fmla="*/ 60317 h 580995"/>
                    <a:gd name="connsiteX40" fmla="*/ 15810 w 591813"/>
                    <a:gd name="connsiteY40" fmla="*/ 59845 h 580995"/>
                    <a:gd name="connsiteX41" fmla="*/ 16192 w 591813"/>
                    <a:gd name="connsiteY41" fmla="*/ 59395 h 580995"/>
                    <a:gd name="connsiteX42" fmla="*/ 16597 w 591813"/>
                    <a:gd name="connsiteY42" fmla="*/ 58923 h 580995"/>
                    <a:gd name="connsiteX43" fmla="*/ 16979 w 591813"/>
                    <a:gd name="connsiteY43" fmla="*/ 58473 h 580995"/>
                    <a:gd name="connsiteX44" fmla="*/ 17384 w 591813"/>
                    <a:gd name="connsiteY44" fmla="*/ 58023 h 580995"/>
                    <a:gd name="connsiteX45" fmla="*/ 17767 w 591813"/>
                    <a:gd name="connsiteY45" fmla="*/ 57573 h 580995"/>
                    <a:gd name="connsiteX46" fmla="*/ 18171 w 591813"/>
                    <a:gd name="connsiteY46" fmla="*/ 57124 h 580995"/>
                    <a:gd name="connsiteX47" fmla="*/ 18576 w 591813"/>
                    <a:gd name="connsiteY47" fmla="*/ 56674 h 580995"/>
                    <a:gd name="connsiteX48" fmla="*/ 18959 w 591813"/>
                    <a:gd name="connsiteY48" fmla="*/ 56246 h 580995"/>
                    <a:gd name="connsiteX49" fmla="*/ 19363 w 591813"/>
                    <a:gd name="connsiteY49" fmla="*/ 55797 h 580995"/>
                    <a:gd name="connsiteX50" fmla="*/ 19745 w 591813"/>
                    <a:gd name="connsiteY50" fmla="*/ 55369 h 580995"/>
                    <a:gd name="connsiteX51" fmla="*/ 20151 w 591813"/>
                    <a:gd name="connsiteY51" fmla="*/ 54920 h 580995"/>
                    <a:gd name="connsiteX52" fmla="*/ 20533 w 591813"/>
                    <a:gd name="connsiteY52" fmla="*/ 54492 h 580995"/>
                    <a:gd name="connsiteX53" fmla="*/ 20937 w 591813"/>
                    <a:gd name="connsiteY53" fmla="*/ 54065 h 580995"/>
                    <a:gd name="connsiteX54" fmla="*/ 21320 w 591813"/>
                    <a:gd name="connsiteY54" fmla="*/ 53660 h 580995"/>
                    <a:gd name="connsiteX55" fmla="*/ 21725 w 591813"/>
                    <a:gd name="connsiteY55" fmla="*/ 53233 h 580995"/>
                    <a:gd name="connsiteX56" fmla="*/ 22129 w 591813"/>
                    <a:gd name="connsiteY56" fmla="*/ 52828 h 580995"/>
                    <a:gd name="connsiteX57" fmla="*/ 22512 w 591813"/>
                    <a:gd name="connsiteY57" fmla="*/ 52423 h 580995"/>
                    <a:gd name="connsiteX58" fmla="*/ 22917 w 591813"/>
                    <a:gd name="connsiteY58" fmla="*/ 52018 h 580995"/>
                    <a:gd name="connsiteX59" fmla="*/ 23299 w 591813"/>
                    <a:gd name="connsiteY59" fmla="*/ 51614 h 580995"/>
                    <a:gd name="connsiteX60" fmla="*/ 23704 w 591813"/>
                    <a:gd name="connsiteY60" fmla="*/ 51231 h 580995"/>
                    <a:gd name="connsiteX61" fmla="*/ 24086 w 591813"/>
                    <a:gd name="connsiteY61" fmla="*/ 50849 h 580995"/>
                    <a:gd name="connsiteX62" fmla="*/ 24491 w 591813"/>
                    <a:gd name="connsiteY62" fmla="*/ 50467 h 580995"/>
                    <a:gd name="connsiteX63" fmla="*/ 24873 w 591813"/>
                    <a:gd name="connsiteY63" fmla="*/ 50107 h 580995"/>
                    <a:gd name="connsiteX64" fmla="*/ 25278 w 591813"/>
                    <a:gd name="connsiteY64" fmla="*/ 49747 h 580995"/>
                    <a:gd name="connsiteX65" fmla="*/ 25683 w 591813"/>
                    <a:gd name="connsiteY65" fmla="*/ 49387 h 580995"/>
                    <a:gd name="connsiteX66" fmla="*/ 26065 w 591813"/>
                    <a:gd name="connsiteY66" fmla="*/ 49050 h 580995"/>
                    <a:gd name="connsiteX67" fmla="*/ 26470 w 591813"/>
                    <a:gd name="connsiteY67" fmla="*/ 48712 h 580995"/>
                    <a:gd name="connsiteX68" fmla="*/ 26852 w 591813"/>
                    <a:gd name="connsiteY68" fmla="*/ 48375 h 580995"/>
                    <a:gd name="connsiteX69" fmla="*/ 27257 w 591813"/>
                    <a:gd name="connsiteY69" fmla="*/ 48060 h 580995"/>
                    <a:gd name="connsiteX70" fmla="*/ 27639 w 591813"/>
                    <a:gd name="connsiteY70" fmla="*/ 47745 h 580995"/>
                    <a:gd name="connsiteX71" fmla="*/ 28044 w 591813"/>
                    <a:gd name="connsiteY71" fmla="*/ 47453 h 580995"/>
                    <a:gd name="connsiteX72" fmla="*/ 28427 w 591813"/>
                    <a:gd name="connsiteY72" fmla="*/ 47138 h 580995"/>
                    <a:gd name="connsiteX73" fmla="*/ 28831 w 591813"/>
                    <a:gd name="connsiteY73" fmla="*/ 46868 h 580995"/>
                    <a:gd name="connsiteX74" fmla="*/ 29236 w 591813"/>
                    <a:gd name="connsiteY74" fmla="*/ 46576 h 580995"/>
                    <a:gd name="connsiteX75" fmla="*/ 29619 w 591813"/>
                    <a:gd name="connsiteY75" fmla="*/ 46329 h 580995"/>
                    <a:gd name="connsiteX76" fmla="*/ 30023 w 591813"/>
                    <a:gd name="connsiteY76" fmla="*/ 46059 h 580995"/>
                    <a:gd name="connsiteX77" fmla="*/ 30405 w 591813"/>
                    <a:gd name="connsiteY77" fmla="*/ 45811 h 580995"/>
                    <a:gd name="connsiteX78" fmla="*/ 30811 w 591813"/>
                    <a:gd name="connsiteY78" fmla="*/ 45564 h 580995"/>
                    <a:gd name="connsiteX79" fmla="*/ 31193 w 591813"/>
                    <a:gd name="connsiteY79" fmla="*/ 45317 h 580995"/>
                    <a:gd name="connsiteX80" fmla="*/ 31597 w 591813"/>
                    <a:gd name="connsiteY80" fmla="*/ 45092 h 580995"/>
                    <a:gd name="connsiteX81" fmla="*/ 31980 w 591813"/>
                    <a:gd name="connsiteY81" fmla="*/ 44867 h 580995"/>
                    <a:gd name="connsiteX82" fmla="*/ 32385 w 591813"/>
                    <a:gd name="connsiteY82" fmla="*/ 44642 h 580995"/>
                    <a:gd name="connsiteX83" fmla="*/ 32789 w 591813"/>
                    <a:gd name="connsiteY83" fmla="*/ 44417 h 580995"/>
                    <a:gd name="connsiteX84" fmla="*/ 33172 w 591813"/>
                    <a:gd name="connsiteY84" fmla="*/ 44215 h 580995"/>
                    <a:gd name="connsiteX85" fmla="*/ 33577 w 591813"/>
                    <a:gd name="connsiteY85" fmla="*/ 44012 h 580995"/>
                    <a:gd name="connsiteX86" fmla="*/ 33959 w 591813"/>
                    <a:gd name="connsiteY86" fmla="*/ 43810 h 580995"/>
                    <a:gd name="connsiteX87" fmla="*/ 34364 w 591813"/>
                    <a:gd name="connsiteY87" fmla="*/ 43607 h 580995"/>
                    <a:gd name="connsiteX88" fmla="*/ 34746 w 591813"/>
                    <a:gd name="connsiteY88" fmla="*/ 43405 h 580995"/>
                    <a:gd name="connsiteX89" fmla="*/ 35151 w 591813"/>
                    <a:gd name="connsiteY89" fmla="*/ 43225 h 580995"/>
                    <a:gd name="connsiteX90" fmla="*/ 35556 w 591813"/>
                    <a:gd name="connsiteY90" fmla="*/ 43023 h 580995"/>
                    <a:gd name="connsiteX91" fmla="*/ 35938 w 591813"/>
                    <a:gd name="connsiteY91" fmla="*/ 42843 h 580995"/>
                    <a:gd name="connsiteX92" fmla="*/ 36343 w 591813"/>
                    <a:gd name="connsiteY92" fmla="*/ 42640 h 580995"/>
                    <a:gd name="connsiteX93" fmla="*/ 36725 w 591813"/>
                    <a:gd name="connsiteY93" fmla="*/ 42460 h 580995"/>
                    <a:gd name="connsiteX94" fmla="*/ 37130 w 591813"/>
                    <a:gd name="connsiteY94" fmla="*/ 42258 h 580995"/>
                    <a:gd name="connsiteX95" fmla="*/ 37512 w 591813"/>
                    <a:gd name="connsiteY95" fmla="*/ 42078 h 580995"/>
                    <a:gd name="connsiteX96" fmla="*/ 37917 w 591813"/>
                    <a:gd name="connsiteY96" fmla="*/ 41898 h 580995"/>
                    <a:gd name="connsiteX97" fmla="*/ 38299 w 591813"/>
                    <a:gd name="connsiteY97" fmla="*/ 41718 h 580995"/>
                    <a:gd name="connsiteX98" fmla="*/ 38704 w 591813"/>
                    <a:gd name="connsiteY98" fmla="*/ 41516 h 580995"/>
                    <a:gd name="connsiteX99" fmla="*/ 39109 w 591813"/>
                    <a:gd name="connsiteY99" fmla="*/ 41336 h 580995"/>
                    <a:gd name="connsiteX100" fmla="*/ 39491 w 591813"/>
                    <a:gd name="connsiteY100" fmla="*/ 41156 h 580995"/>
                    <a:gd name="connsiteX101" fmla="*/ 39897 w 591813"/>
                    <a:gd name="connsiteY101" fmla="*/ 40954 h 580995"/>
                    <a:gd name="connsiteX102" fmla="*/ 40279 w 591813"/>
                    <a:gd name="connsiteY102" fmla="*/ 40774 h 580995"/>
                    <a:gd name="connsiteX103" fmla="*/ 40683 w 591813"/>
                    <a:gd name="connsiteY103" fmla="*/ 40571 h 580995"/>
                    <a:gd name="connsiteX104" fmla="*/ 41065 w 591813"/>
                    <a:gd name="connsiteY104" fmla="*/ 40391 h 580995"/>
                    <a:gd name="connsiteX105" fmla="*/ 41471 w 591813"/>
                    <a:gd name="connsiteY105" fmla="*/ 40189 h 580995"/>
                    <a:gd name="connsiteX106" fmla="*/ 41853 w 591813"/>
                    <a:gd name="connsiteY106" fmla="*/ 39986 h 580995"/>
                    <a:gd name="connsiteX107" fmla="*/ 42257 w 591813"/>
                    <a:gd name="connsiteY107" fmla="*/ 39784 h 580995"/>
                    <a:gd name="connsiteX108" fmla="*/ 42663 w 591813"/>
                    <a:gd name="connsiteY108" fmla="*/ 39582 h 580995"/>
                    <a:gd name="connsiteX109" fmla="*/ 43045 w 591813"/>
                    <a:gd name="connsiteY109" fmla="*/ 39379 h 580995"/>
                    <a:gd name="connsiteX110" fmla="*/ 43449 w 591813"/>
                    <a:gd name="connsiteY110" fmla="*/ 39177 h 580995"/>
                    <a:gd name="connsiteX111" fmla="*/ 43832 w 591813"/>
                    <a:gd name="connsiteY111" fmla="*/ 38952 h 580995"/>
                    <a:gd name="connsiteX112" fmla="*/ 44214 w 591813"/>
                    <a:gd name="connsiteY112" fmla="*/ 38750 h 580995"/>
                    <a:gd name="connsiteX113" fmla="*/ 44619 w 591813"/>
                    <a:gd name="connsiteY113" fmla="*/ 38525 h 580995"/>
                    <a:gd name="connsiteX114" fmla="*/ 45024 w 591813"/>
                    <a:gd name="connsiteY114" fmla="*/ 38300 h 580995"/>
                    <a:gd name="connsiteX115" fmla="*/ 45384 w 591813"/>
                    <a:gd name="connsiteY115" fmla="*/ 38075 h 580995"/>
                    <a:gd name="connsiteX116" fmla="*/ 45811 w 591813"/>
                    <a:gd name="connsiteY116" fmla="*/ 37850 h 580995"/>
                    <a:gd name="connsiteX117" fmla="*/ 46193 w 591813"/>
                    <a:gd name="connsiteY117" fmla="*/ 37625 h 580995"/>
                    <a:gd name="connsiteX118" fmla="*/ 46576 w 591813"/>
                    <a:gd name="connsiteY118" fmla="*/ 37378 h 580995"/>
                    <a:gd name="connsiteX119" fmla="*/ 46980 w 591813"/>
                    <a:gd name="connsiteY119" fmla="*/ 37153 h 580995"/>
                    <a:gd name="connsiteX120" fmla="*/ 47363 w 591813"/>
                    <a:gd name="connsiteY120" fmla="*/ 36905 h 580995"/>
                    <a:gd name="connsiteX121" fmla="*/ 47768 w 591813"/>
                    <a:gd name="connsiteY121" fmla="*/ 36658 h 580995"/>
                    <a:gd name="connsiteX122" fmla="*/ 48150 w 591813"/>
                    <a:gd name="connsiteY122" fmla="*/ 36433 h 580995"/>
                    <a:gd name="connsiteX123" fmla="*/ 48555 w 591813"/>
                    <a:gd name="connsiteY123" fmla="*/ 36186 h 580995"/>
                    <a:gd name="connsiteX124" fmla="*/ 48959 w 591813"/>
                    <a:gd name="connsiteY124" fmla="*/ 35938 h 580995"/>
                    <a:gd name="connsiteX125" fmla="*/ 49342 w 591813"/>
                    <a:gd name="connsiteY125" fmla="*/ 35691 h 580995"/>
                    <a:gd name="connsiteX126" fmla="*/ 49747 w 591813"/>
                    <a:gd name="connsiteY126" fmla="*/ 35421 h 580995"/>
                    <a:gd name="connsiteX127" fmla="*/ 50129 w 591813"/>
                    <a:gd name="connsiteY127" fmla="*/ 35174 h 580995"/>
                    <a:gd name="connsiteX128" fmla="*/ 50534 w 591813"/>
                    <a:gd name="connsiteY128" fmla="*/ 34926 h 580995"/>
                    <a:gd name="connsiteX129" fmla="*/ 50916 w 591813"/>
                    <a:gd name="connsiteY129" fmla="*/ 34656 h 580995"/>
                    <a:gd name="connsiteX130" fmla="*/ 51321 w 591813"/>
                    <a:gd name="connsiteY130" fmla="*/ 34387 h 580995"/>
                    <a:gd name="connsiteX131" fmla="*/ 51704 w 591813"/>
                    <a:gd name="connsiteY131" fmla="*/ 34117 h 580995"/>
                    <a:gd name="connsiteX132" fmla="*/ 52108 w 591813"/>
                    <a:gd name="connsiteY132" fmla="*/ 33847 h 580995"/>
                    <a:gd name="connsiteX133" fmla="*/ 52513 w 591813"/>
                    <a:gd name="connsiteY133" fmla="*/ 33577 h 580995"/>
                    <a:gd name="connsiteX134" fmla="*/ 52895 w 591813"/>
                    <a:gd name="connsiteY134" fmla="*/ 33307 h 580995"/>
                    <a:gd name="connsiteX135" fmla="*/ 53300 w 591813"/>
                    <a:gd name="connsiteY135" fmla="*/ 33015 h 580995"/>
                    <a:gd name="connsiteX136" fmla="*/ 53682 w 591813"/>
                    <a:gd name="connsiteY136" fmla="*/ 32745 h 580995"/>
                    <a:gd name="connsiteX137" fmla="*/ 54087 w 591813"/>
                    <a:gd name="connsiteY137" fmla="*/ 32452 h 580995"/>
                    <a:gd name="connsiteX138" fmla="*/ 54470 w 591813"/>
                    <a:gd name="connsiteY138" fmla="*/ 32183 h 580995"/>
                    <a:gd name="connsiteX139" fmla="*/ 54874 w 591813"/>
                    <a:gd name="connsiteY139" fmla="*/ 31890 h 580995"/>
                    <a:gd name="connsiteX140" fmla="*/ 55257 w 591813"/>
                    <a:gd name="connsiteY140" fmla="*/ 31598 h 580995"/>
                    <a:gd name="connsiteX141" fmla="*/ 55662 w 591813"/>
                    <a:gd name="connsiteY141" fmla="*/ 31305 h 580995"/>
                    <a:gd name="connsiteX142" fmla="*/ 56066 w 591813"/>
                    <a:gd name="connsiteY142" fmla="*/ 30991 h 580995"/>
                    <a:gd name="connsiteX143" fmla="*/ 56449 w 591813"/>
                    <a:gd name="connsiteY143" fmla="*/ 30698 h 580995"/>
                    <a:gd name="connsiteX144" fmla="*/ 56853 w 591813"/>
                    <a:gd name="connsiteY144" fmla="*/ 30406 h 580995"/>
                    <a:gd name="connsiteX145" fmla="*/ 57236 w 591813"/>
                    <a:gd name="connsiteY145" fmla="*/ 30091 h 580995"/>
                    <a:gd name="connsiteX146" fmla="*/ 57641 w 591813"/>
                    <a:gd name="connsiteY146" fmla="*/ 29799 h 580995"/>
                    <a:gd name="connsiteX147" fmla="*/ 58023 w 591813"/>
                    <a:gd name="connsiteY147" fmla="*/ 29484 h 580995"/>
                    <a:gd name="connsiteX148" fmla="*/ 58428 w 591813"/>
                    <a:gd name="connsiteY148" fmla="*/ 29169 h 580995"/>
                    <a:gd name="connsiteX149" fmla="*/ 58810 w 591813"/>
                    <a:gd name="connsiteY149" fmla="*/ 28854 h 580995"/>
                    <a:gd name="connsiteX150" fmla="*/ 59215 w 591813"/>
                    <a:gd name="connsiteY150" fmla="*/ 28539 h 580995"/>
                    <a:gd name="connsiteX151" fmla="*/ 59619 w 591813"/>
                    <a:gd name="connsiteY151" fmla="*/ 28247 h 580995"/>
                    <a:gd name="connsiteX152" fmla="*/ 60002 w 591813"/>
                    <a:gd name="connsiteY152" fmla="*/ 27910 h 580995"/>
                    <a:gd name="connsiteX153" fmla="*/ 60407 w 591813"/>
                    <a:gd name="connsiteY153" fmla="*/ 27595 h 580995"/>
                    <a:gd name="connsiteX154" fmla="*/ 60789 w 591813"/>
                    <a:gd name="connsiteY154" fmla="*/ 27280 h 580995"/>
                    <a:gd name="connsiteX155" fmla="*/ 61194 w 591813"/>
                    <a:gd name="connsiteY155" fmla="*/ 26965 h 580995"/>
                    <a:gd name="connsiteX156" fmla="*/ 61576 w 591813"/>
                    <a:gd name="connsiteY156" fmla="*/ 26628 h 580995"/>
                    <a:gd name="connsiteX157" fmla="*/ 61981 w 591813"/>
                    <a:gd name="connsiteY157" fmla="*/ 26313 h 580995"/>
                    <a:gd name="connsiteX158" fmla="*/ 62364 w 591813"/>
                    <a:gd name="connsiteY158" fmla="*/ 25975 h 580995"/>
                    <a:gd name="connsiteX159" fmla="*/ 62768 w 591813"/>
                    <a:gd name="connsiteY159" fmla="*/ 25661 h 580995"/>
                    <a:gd name="connsiteX160" fmla="*/ 63173 w 591813"/>
                    <a:gd name="connsiteY160" fmla="*/ 25323 h 580995"/>
                    <a:gd name="connsiteX161" fmla="*/ 63555 w 591813"/>
                    <a:gd name="connsiteY161" fmla="*/ 25008 h 580995"/>
                    <a:gd name="connsiteX162" fmla="*/ 63960 w 591813"/>
                    <a:gd name="connsiteY162" fmla="*/ 24671 h 580995"/>
                    <a:gd name="connsiteX163" fmla="*/ 64342 w 591813"/>
                    <a:gd name="connsiteY163" fmla="*/ 24356 h 580995"/>
                    <a:gd name="connsiteX164" fmla="*/ 64747 w 591813"/>
                    <a:gd name="connsiteY164" fmla="*/ 24019 h 580995"/>
                    <a:gd name="connsiteX165" fmla="*/ 65130 w 591813"/>
                    <a:gd name="connsiteY165" fmla="*/ 23682 h 580995"/>
                    <a:gd name="connsiteX166" fmla="*/ 65534 w 591813"/>
                    <a:gd name="connsiteY166" fmla="*/ 23367 h 580995"/>
                    <a:gd name="connsiteX167" fmla="*/ 65939 w 591813"/>
                    <a:gd name="connsiteY167" fmla="*/ 23029 h 580995"/>
                    <a:gd name="connsiteX168" fmla="*/ 66322 w 591813"/>
                    <a:gd name="connsiteY168" fmla="*/ 22692 h 580995"/>
                    <a:gd name="connsiteX169" fmla="*/ 66726 w 591813"/>
                    <a:gd name="connsiteY169" fmla="*/ 22377 h 580995"/>
                    <a:gd name="connsiteX170" fmla="*/ 67109 w 591813"/>
                    <a:gd name="connsiteY170" fmla="*/ 22040 h 580995"/>
                    <a:gd name="connsiteX171" fmla="*/ 67513 w 591813"/>
                    <a:gd name="connsiteY171" fmla="*/ 21702 h 580995"/>
                    <a:gd name="connsiteX172" fmla="*/ 67896 w 591813"/>
                    <a:gd name="connsiteY172" fmla="*/ 21388 h 580995"/>
                    <a:gd name="connsiteX173" fmla="*/ 68301 w 591813"/>
                    <a:gd name="connsiteY173" fmla="*/ 21050 h 580995"/>
                    <a:gd name="connsiteX174" fmla="*/ 68683 w 591813"/>
                    <a:gd name="connsiteY174" fmla="*/ 20713 h 580995"/>
                    <a:gd name="connsiteX175" fmla="*/ 69088 w 591813"/>
                    <a:gd name="connsiteY175" fmla="*/ 20376 h 580995"/>
                    <a:gd name="connsiteX176" fmla="*/ 69493 w 591813"/>
                    <a:gd name="connsiteY176" fmla="*/ 20061 h 580995"/>
                    <a:gd name="connsiteX177" fmla="*/ 69875 w 591813"/>
                    <a:gd name="connsiteY177" fmla="*/ 19723 h 580995"/>
                    <a:gd name="connsiteX178" fmla="*/ 70280 w 591813"/>
                    <a:gd name="connsiteY178" fmla="*/ 19386 h 580995"/>
                    <a:gd name="connsiteX179" fmla="*/ 70662 w 591813"/>
                    <a:gd name="connsiteY179" fmla="*/ 19049 h 580995"/>
                    <a:gd name="connsiteX180" fmla="*/ 71067 w 591813"/>
                    <a:gd name="connsiteY180" fmla="*/ 18734 h 580995"/>
                    <a:gd name="connsiteX181" fmla="*/ 71449 w 591813"/>
                    <a:gd name="connsiteY181" fmla="*/ 18396 h 580995"/>
                    <a:gd name="connsiteX182" fmla="*/ 71854 w 591813"/>
                    <a:gd name="connsiteY182" fmla="*/ 18082 h 580995"/>
                    <a:gd name="connsiteX183" fmla="*/ 72236 w 591813"/>
                    <a:gd name="connsiteY183" fmla="*/ 17744 h 580995"/>
                    <a:gd name="connsiteX184" fmla="*/ 72641 w 591813"/>
                    <a:gd name="connsiteY184" fmla="*/ 17407 h 580995"/>
                    <a:gd name="connsiteX185" fmla="*/ 73046 w 591813"/>
                    <a:gd name="connsiteY185" fmla="*/ 17070 h 580995"/>
                    <a:gd name="connsiteX186" fmla="*/ 73428 w 591813"/>
                    <a:gd name="connsiteY186" fmla="*/ 16755 h 580995"/>
                    <a:gd name="connsiteX187" fmla="*/ 73833 w 591813"/>
                    <a:gd name="connsiteY187" fmla="*/ 16417 h 580995"/>
                    <a:gd name="connsiteX188" fmla="*/ 74216 w 591813"/>
                    <a:gd name="connsiteY188" fmla="*/ 16080 h 580995"/>
                    <a:gd name="connsiteX189" fmla="*/ 74620 w 591813"/>
                    <a:gd name="connsiteY189" fmla="*/ 15743 h 580995"/>
                    <a:gd name="connsiteX190" fmla="*/ 75002 w 591813"/>
                    <a:gd name="connsiteY190" fmla="*/ 15428 h 580995"/>
                    <a:gd name="connsiteX191" fmla="*/ 75407 w 591813"/>
                    <a:gd name="connsiteY191" fmla="*/ 15091 h 580995"/>
                    <a:gd name="connsiteX192" fmla="*/ 75790 w 591813"/>
                    <a:gd name="connsiteY192" fmla="*/ 14776 h 580995"/>
                    <a:gd name="connsiteX193" fmla="*/ 76194 w 591813"/>
                    <a:gd name="connsiteY193" fmla="*/ 14438 h 580995"/>
                    <a:gd name="connsiteX194" fmla="*/ 76599 w 591813"/>
                    <a:gd name="connsiteY194" fmla="*/ 14123 h 580995"/>
                    <a:gd name="connsiteX195" fmla="*/ 76982 w 591813"/>
                    <a:gd name="connsiteY195" fmla="*/ 13786 h 580995"/>
                    <a:gd name="connsiteX196" fmla="*/ 77386 w 591813"/>
                    <a:gd name="connsiteY196" fmla="*/ 13471 h 580995"/>
                    <a:gd name="connsiteX197" fmla="*/ 77769 w 591813"/>
                    <a:gd name="connsiteY197" fmla="*/ 13134 h 580995"/>
                    <a:gd name="connsiteX198" fmla="*/ 78173 w 591813"/>
                    <a:gd name="connsiteY198" fmla="*/ 12819 h 580995"/>
                    <a:gd name="connsiteX199" fmla="*/ 78556 w 591813"/>
                    <a:gd name="connsiteY199" fmla="*/ 12482 h 580995"/>
                    <a:gd name="connsiteX200" fmla="*/ 78961 w 591813"/>
                    <a:gd name="connsiteY200" fmla="*/ 12167 h 580995"/>
                    <a:gd name="connsiteX201" fmla="*/ 79343 w 591813"/>
                    <a:gd name="connsiteY201" fmla="*/ 11830 h 580995"/>
                    <a:gd name="connsiteX202" fmla="*/ 79748 w 591813"/>
                    <a:gd name="connsiteY202" fmla="*/ 11515 h 580995"/>
                    <a:gd name="connsiteX203" fmla="*/ 80153 w 591813"/>
                    <a:gd name="connsiteY203" fmla="*/ 11177 h 580995"/>
                    <a:gd name="connsiteX204" fmla="*/ 80535 w 591813"/>
                    <a:gd name="connsiteY204" fmla="*/ 10862 h 580995"/>
                    <a:gd name="connsiteX205" fmla="*/ 80940 w 591813"/>
                    <a:gd name="connsiteY205" fmla="*/ 10548 h 580995"/>
                    <a:gd name="connsiteX206" fmla="*/ 81322 w 591813"/>
                    <a:gd name="connsiteY206" fmla="*/ 10210 h 580995"/>
                    <a:gd name="connsiteX207" fmla="*/ 81727 w 591813"/>
                    <a:gd name="connsiteY207" fmla="*/ 9895 h 580995"/>
                    <a:gd name="connsiteX208" fmla="*/ 82109 w 591813"/>
                    <a:gd name="connsiteY208" fmla="*/ 9581 h 580995"/>
                    <a:gd name="connsiteX209" fmla="*/ 82514 w 591813"/>
                    <a:gd name="connsiteY209" fmla="*/ 9266 h 580995"/>
                    <a:gd name="connsiteX210" fmla="*/ 82919 w 591813"/>
                    <a:gd name="connsiteY210" fmla="*/ 8951 h 580995"/>
                    <a:gd name="connsiteX211" fmla="*/ 83301 w 591813"/>
                    <a:gd name="connsiteY211" fmla="*/ 8636 h 580995"/>
                    <a:gd name="connsiteX212" fmla="*/ 83706 w 591813"/>
                    <a:gd name="connsiteY212" fmla="*/ 8321 h 580995"/>
                    <a:gd name="connsiteX213" fmla="*/ 84088 w 591813"/>
                    <a:gd name="connsiteY213" fmla="*/ 8006 h 580995"/>
                    <a:gd name="connsiteX214" fmla="*/ 84493 w 591813"/>
                    <a:gd name="connsiteY214" fmla="*/ 7714 h 580995"/>
                    <a:gd name="connsiteX215" fmla="*/ 84876 w 591813"/>
                    <a:gd name="connsiteY215" fmla="*/ 7399 h 580995"/>
                    <a:gd name="connsiteX216" fmla="*/ 85280 w 591813"/>
                    <a:gd name="connsiteY216" fmla="*/ 7107 h 580995"/>
                    <a:gd name="connsiteX217" fmla="*/ 85662 w 591813"/>
                    <a:gd name="connsiteY217" fmla="*/ 6814 h 580995"/>
                    <a:gd name="connsiteX218" fmla="*/ 86067 w 591813"/>
                    <a:gd name="connsiteY218" fmla="*/ 6522 h 580995"/>
                    <a:gd name="connsiteX219" fmla="*/ 86472 w 591813"/>
                    <a:gd name="connsiteY219" fmla="*/ 6230 h 580995"/>
                    <a:gd name="connsiteX220" fmla="*/ 86854 w 591813"/>
                    <a:gd name="connsiteY220" fmla="*/ 5937 h 580995"/>
                    <a:gd name="connsiteX221" fmla="*/ 87259 w 591813"/>
                    <a:gd name="connsiteY221" fmla="*/ 5645 h 580995"/>
                    <a:gd name="connsiteX222" fmla="*/ 87642 w 591813"/>
                    <a:gd name="connsiteY222" fmla="*/ 5375 h 580995"/>
                    <a:gd name="connsiteX223" fmla="*/ 88047 w 591813"/>
                    <a:gd name="connsiteY223" fmla="*/ 5105 h 580995"/>
                    <a:gd name="connsiteX224" fmla="*/ 88429 w 591813"/>
                    <a:gd name="connsiteY224" fmla="*/ 4835 h 580995"/>
                    <a:gd name="connsiteX225" fmla="*/ 88834 w 591813"/>
                    <a:gd name="connsiteY225" fmla="*/ 4565 h 580995"/>
                    <a:gd name="connsiteX226" fmla="*/ 89216 w 591813"/>
                    <a:gd name="connsiteY226" fmla="*/ 4296 h 580995"/>
                    <a:gd name="connsiteX227" fmla="*/ 89621 w 591813"/>
                    <a:gd name="connsiteY227" fmla="*/ 4048 h 580995"/>
                    <a:gd name="connsiteX228" fmla="*/ 90025 w 591813"/>
                    <a:gd name="connsiteY228" fmla="*/ 3778 h 580995"/>
                    <a:gd name="connsiteX229" fmla="*/ 90408 w 591813"/>
                    <a:gd name="connsiteY229" fmla="*/ 3531 h 580995"/>
                    <a:gd name="connsiteX230" fmla="*/ 90813 w 591813"/>
                    <a:gd name="connsiteY230" fmla="*/ 3283 h 580995"/>
                    <a:gd name="connsiteX231" fmla="*/ 91195 w 591813"/>
                    <a:gd name="connsiteY231" fmla="*/ 3059 h 580995"/>
                    <a:gd name="connsiteX232" fmla="*/ 91600 w 591813"/>
                    <a:gd name="connsiteY232" fmla="*/ 2834 h 580995"/>
                    <a:gd name="connsiteX233" fmla="*/ 91982 w 591813"/>
                    <a:gd name="connsiteY233" fmla="*/ 2609 h 580995"/>
                    <a:gd name="connsiteX234" fmla="*/ 92387 w 591813"/>
                    <a:gd name="connsiteY234" fmla="*/ 2406 h 580995"/>
                    <a:gd name="connsiteX235" fmla="*/ 92770 w 591813"/>
                    <a:gd name="connsiteY235" fmla="*/ 2181 h 580995"/>
                    <a:gd name="connsiteX236" fmla="*/ 93174 w 591813"/>
                    <a:gd name="connsiteY236" fmla="*/ 2002 h 580995"/>
                    <a:gd name="connsiteX237" fmla="*/ 93579 w 591813"/>
                    <a:gd name="connsiteY237" fmla="*/ 1799 h 580995"/>
                    <a:gd name="connsiteX238" fmla="*/ 93961 w 591813"/>
                    <a:gd name="connsiteY238" fmla="*/ 1619 h 580995"/>
                    <a:gd name="connsiteX239" fmla="*/ 94366 w 591813"/>
                    <a:gd name="connsiteY239" fmla="*/ 1439 h 580995"/>
                    <a:gd name="connsiteX240" fmla="*/ 94748 w 591813"/>
                    <a:gd name="connsiteY240" fmla="*/ 1259 h 580995"/>
                    <a:gd name="connsiteX241" fmla="*/ 95153 w 591813"/>
                    <a:gd name="connsiteY241" fmla="*/ 1102 h 580995"/>
                    <a:gd name="connsiteX242" fmla="*/ 95536 w 591813"/>
                    <a:gd name="connsiteY242" fmla="*/ 945 h 580995"/>
                    <a:gd name="connsiteX243" fmla="*/ 95940 w 591813"/>
                    <a:gd name="connsiteY243" fmla="*/ 810 h 580995"/>
                    <a:gd name="connsiteX244" fmla="*/ 96345 w 591813"/>
                    <a:gd name="connsiteY244" fmla="*/ 675 h 580995"/>
                    <a:gd name="connsiteX245" fmla="*/ 96727 w 591813"/>
                    <a:gd name="connsiteY245" fmla="*/ 562 h 580995"/>
                    <a:gd name="connsiteX246" fmla="*/ 97132 w 591813"/>
                    <a:gd name="connsiteY246" fmla="*/ 450 h 580995"/>
                    <a:gd name="connsiteX247" fmla="*/ 97515 w 591813"/>
                    <a:gd name="connsiteY247" fmla="*/ 337 h 580995"/>
                    <a:gd name="connsiteX248" fmla="*/ 97919 w 591813"/>
                    <a:gd name="connsiteY248" fmla="*/ 247 h 580995"/>
                    <a:gd name="connsiteX249" fmla="*/ 98302 w 591813"/>
                    <a:gd name="connsiteY249" fmla="*/ 180 h 580995"/>
                    <a:gd name="connsiteX250" fmla="*/ 98707 w 591813"/>
                    <a:gd name="connsiteY250" fmla="*/ 112 h 580995"/>
                    <a:gd name="connsiteX251" fmla="*/ 99089 w 591813"/>
                    <a:gd name="connsiteY251" fmla="*/ 67 h 580995"/>
                    <a:gd name="connsiteX252" fmla="*/ 99494 w 591813"/>
                    <a:gd name="connsiteY252" fmla="*/ 22 h 580995"/>
                    <a:gd name="connsiteX253" fmla="*/ 99899 w 591813"/>
                    <a:gd name="connsiteY253" fmla="*/ 22 h 580995"/>
                    <a:gd name="connsiteX254" fmla="*/ 100281 w 591813"/>
                    <a:gd name="connsiteY254" fmla="*/ 0 h 580995"/>
                    <a:gd name="connsiteX255" fmla="*/ 100685 w 591813"/>
                    <a:gd name="connsiteY255" fmla="*/ 22 h 580995"/>
                    <a:gd name="connsiteX256" fmla="*/ 101068 w 591813"/>
                    <a:gd name="connsiteY256" fmla="*/ 45 h 580995"/>
                    <a:gd name="connsiteX257" fmla="*/ 101473 w 591813"/>
                    <a:gd name="connsiteY257" fmla="*/ 90 h 580995"/>
                    <a:gd name="connsiteX258" fmla="*/ 101855 w 591813"/>
                    <a:gd name="connsiteY258" fmla="*/ 157 h 580995"/>
                    <a:gd name="connsiteX259" fmla="*/ 102260 w 591813"/>
                    <a:gd name="connsiteY259" fmla="*/ 225 h 580995"/>
                    <a:gd name="connsiteX260" fmla="*/ 102642 w 591813"/>
                    <a:gd name="connsiteY260" fmla="*/ 337 h 580995"/>
                    <a:gd name="connsiteX261" fmla="*/ 103047 w 591813"/>
                    <a:gd name="connsiteY261" fmla="*/ 450 h 580995"/>
                    <a:gd name="connsiteX262" fmla="*/ 103452 w 591813"/>
                    <a:gd name="connsiteY262" fmla="*/ 585 h 580995"/>
                    <a:gd name="connsiteX263" fmla="*/ 103834 w 591813"/>
                    <a:gd name="connsiteY263" fmla="*/ 720 h 580995"/>
                    <a:gd name="connsiteX264" fmla="*/ 104239 w 591813"/>
                    <a:gd name="connsiteY264" fmla="*/ 900 h 580995"/>
                    <a:gd name="connsiteX265" fmla="*/ 104621 w 591813"/>
                    <a:gd name="connsiteY265" fmla="*/ 1080 h 580995"/>
                    <a:gd name="connsiteX266" fmla="*/ 105026 w 591813"/>
                    <a:gd name="connsiteY266" fmla="*/ 1282 h 580995"/>
                    <a:gd name="connsiteX267" fmla="*/ 105408 w 591813"/>
                    <a:gd name="connsiteY267" fmla="*/ 1529 h 580995"/>
                    <a:gd name="connsiteX268" fmla="*/ 105813 w 591813"/>
                    <a:gd name="connsiteY268" fmla="*/ 1777 h 580995"/>
                    <a:gd name="connsiteX269" fmla="*/ 106196 w 591813"/>
                    <a:gd name="connsiteY269" fmla="*/ 2047 h 580995"/>
                    <a:gd name="connsiteX270" fmla="*/ 106600 w 591813"/>
                    <a:gd name="connsiteY270" fmla="*/ 2339 h 580995"/>
                    <a:gd name="connsiteX271" fmla="*/ 107005 w 591813"/>
                    <a:gd name="connsiteY271" fmla="*/ 2654 h 580995"/>
                    <a:gd name="connsiteX272" fmla="*/ 107388 w 591813"/>
                    <a:gd name="connsiteY272" fmla="*/ 2991 h 580995"/>
                    <a:gd name="connsiteX273" fmla="*/ 107792 w 591813"/>
                    <a:gd name="connsiteY273" fmla="*/ 3351 h 580995"/>
                    <a:gd name="connsiteX274" fmla="*/ 108175 w 591813"/>
                    <a:gd name="connsiteY274" fmla="*/ 3733 h 580995"/>
                    <a:gd name="connsiteX275" fmla="*/ 108579 w 591813"/>
                    <a:gd name="connsiteY275" fmla="*/ 4138 h 580995"/>
                    <a:gd name="connsiteX276" fmla="*/ 108962 w 591813"/>
                    <a:gd name="connsiteY276" fmla="*/ 4565 h 580995"/>
                    <a:gd name="connsiteX277" fmla="*/ 109367 w 591813"/>
                    <a:gd name="connsiteY277" fmla="*/ 5015 h 580995"/>
                    <a:gd name="connsiteX278" fmla="*/ 109749 w 591813"/>
                    <a:gd name="connsiteY278" fmla="*/ 5487 h 580995"/>
                    <a:gd name="connsiteX279" fmla="*/ 110154 w 591813"/>
                    <a:gd name="connsiteY279" fmla="*/ 5982 h 580995"/>
                    <a:gd name="connsiteX280" fmla="*/ 110559 w 591813"/>
                    <a:gd name="connsiteY280" fmla="*/ 6522 h 580995"/>
                    <a:gd name="connsiteX281" fmla="*/ 110941 w 591813"/>
                    <a:gd name="connsiteY281" fmla="*/ 7062 h 580995"/>
                    <a:gd name="connsiteX282" fmla="*/ 111345 w 591813"/>
                    <a:gd name="connsiteY282" fmla="*/ 7646 h 580995"/>
                    <a:gd name="connsiteX283" fmla="*/ 111728 w 591813"/>
                    <a:gd name="connsiteY283" fmla="*/ 8254 h 580995"/>
                    <a:gd name="connsiteX284" fmla="*/ 112133 w 591813"/>
                    <a:gd name="connsiteY284" fmla="*/ 8883 h 580995"/>
                    <a:gd name="connsiteX285" fmla="*/ 112515 w 591813"/>
                    <a:gd name="connsiteY285" fmla="*/ 9536 h 580995"/>
                    <a:gd name="connsiteX286" fmla="*/ 112920 w 591813"/>
                    <a:gd name="connsiteY286" fmla="*/ 10210 h 580995"/>
                    <a:gd name="connsiteX287" fmla="*/ 113325 w 591813"/>
                    <a:gd name="connsiteY287" fmla="*/ 10930 h 580995"/>
                    <a:gd name="connsiteX288" fmla="*/ 113707 w 591813"/>
                    <a:gd name="connsiteY288" fmla="*/ 11672 h 580995"/>
                    <a:gd name="connsiteX289" fmla="*/ 114112 w 591813"/>
                    <a:gd name="connsiteY289" fmla="*/ 12437 h 580995"/>
                    <a:gd name="connsiteX290" fmla="*/ 114494 w 591813"/>
                    <a:gd name="connsiteY290" fmla="*/ 13224 h 580995"/>
                    <a:gd name="connsiteX291" fmla="*/ 114899 w 591813"/>
                    <a:gd name="connsiteY291" fmla="*/ 14056 h 580995"/>
                    <a:gd name="connsiteX292" fmla="*/ 115281 w 591813"/>
                    <a:gd name="connsiteY292" fmla="*/ 14911 h 580995"/>
                    <a:gd name="connsiteX293" fmla="*/ 115686 w 591813"/>
                    <a:gd name="connsiteY293" fmla="*/ 15788 h 580995"/>
                    <a:gd name="connsiteX294" fmla="*/ 116068 w 591813"/>
                    <a:gd name="connsiteY294" fmla="*/ 16687 h 580995"/>
                    <a:gd name="connsiteX295" fmla="*/ 116473 w 591813"/>
                    <a:gd name="connsiteY295" fmla="*/ 17632 h 580995"/>
                    <a:gd name="connsiteX296" fmla="*/ 116878 w 591813"/>
                    <a:gd name="connsiteY296" fmla="*/ 18599 h 580995"/>
                    <a:gd name="connsiteX297" fmla="*/ 117260 w 591813"/>
                    <a:gd name="connsiteY297" fmla="*/ 19588 h 580995"/>
                    <a:gd name="connsiteX298" fmla="*/ 117665 w 591813"/>
                    <a:gd name="connsiteY298" fmla="*/ 20600 h 580995"/>
                    <a:gd name="connsiteX299" fmla="*/ 118048 w 591813"/>
                    <a:gd name="connsiteY299" fmla="*/ 21657 h 580995"/>
                    <a:gd name="connsiteX300" fmla="*/ 118452 w 591813"/>
                    <a:gd name="connsiteY300" fmla="*/ 22737 h 580995"/>
                    <a:gd name="connsiteX301" fmla="*/ 118835 w 591813"/>
                    <a:gd name="connsiteY301" fmla="*/ 23839 h 580995"/>
                    <a:gd name="connsiteX302" fmla="*/ 119239 w 591813"/>
                    <a:gd name="connsiteY302" fmla="*/ 24986 h 580995"/>
                    <a:gd name="connsiteX303" fmla="*/ 119622 w 591813"/>
                    <a:gd name="connsiteY303" fmla="*/ 26155 h 580995"/>
                    <a:gd name="connsiteX304" fmla="*/ 120027 w 591813"/>
                    <a:gd name="connsiteY304" fmla="*/ 27347 h 580995"/>
                    <a:gd name="connsiteX305" fmla="*/ 120431 w 591813"/>
                    <a:gd name="connsiteY305" fmla="*/ 28562 h 580995"/>
                    <a:gd name="connsiteX306" fmla="*/ 120814 w 591813"/>
                    <a:gd name="connsiteY306" fmla="*/ 29821 h 580995"/>
                    <a:gd name="connsiteX307" fmla="*/ 121219 w 591813"/>
                    <a:gd name="connsiteY307" fmla="*/ 31103 h 580995"/>
                    <a:gd name="connsiteX308" fmla="*/ 121601 w 591813"/>
                    <a:gd name="connsiteY308" fmla="*/ 32430 h 580995"/>
                    <a:gd name="connsiteX309" fmla="*/ 122006 w 591813"/>
                    <a:gd name="connsiteY309" fmla="*/ 33757 h 580995"/>
                    <a:gd name="connsiteX310" fmla="*/ 122388 w 591813"/>
                    <a:gd name="connsiteY310" fmla="*/ 35129 h 580995"/>
                    <a:gd name="connsiteX311" fmla="*/ 122793 w 591813"/>
                    <a:gd name="connsiteY311" fmla="*/ 36546 h 580995"/>
                    <a:gd name="connsiteX312" fmla="*/ 123175 w 591813"/>
                    <a:gd name="connsiteY312" fmla="*/ 37962 h 580995"/>
                    <a:gd name="connsiteX313" fmla="*/ 123580 w 591813"/>
                    <a:gd name="connsiteY313" fmla="*/ 39424 h 580995"/>
                    <a:gd name="connsiteX314" fmla="*/ 123985 w 591813"/>
                    <a:gd name="connsiteY314" fmla="*/ 40909 h 580995"/>
                    <a:gd name="connsiteX315" fmla="*/ 124367 w 591813"/>
                    <a:gd name="connsiteY315" fmla="*/ 42438 h 580995"/>
                    <a:gd name="connsiteX316" fmla="*/ 124772 w 591813"/>
                    <a:gd name="connsiteY316" fmla="*/ 43967 h 580995"/>
                    <a:gd name="connsiteX317" fmla="*/ 125154 w 591813"/>
                    <a:gd name="connsiteY317" fmla="*/ 45541 h 580995"/>
                    <a:gd name="connsiteX318" fmla="*/ 125559 w 591813"/>
                    <a:gd name="connsiteY318" fmla="*/ 47138 h 580995"/>
                    <a:gd name="connsiteX319" fmla="*/ 125942 w 591813"/>
                    <a:gd name="connsiteY319" fmla="*/ 48757 h 580995"/>
                    <a:gd name="connsiteX320" fmla="*/ 126346 w 591813"/>
                    <a:gd name="connsiteY320" fmla="*/ 50399 h 580995"/>
                    <a:gd name="connsiteX321" fmla="*/ 126751 w 591813"/>
                    <a:gd name="connsiteY321" fmla="*/ 52086 h 580995"/>
                    <a:gd name="connsiteX322" fmla="*/ 127133 w 591813"/>
                    <a:gd name="connsiteY322" fmla="*/ 53795 h 580995"/>
                    <a:gd name="connsiteX323" fmla="*/ 127538 w 591813"/>
                    <a:gd name="connsiteY323" fmla="*/ 55527 h 580995"/>
                    <a:gd name="connsiteX324" fmla="*/ 127920 w 591813"/>
                    <a:gd name="connsiteY324" fmla="*/ 57281 h 580995"/>
                    <a:gd name="connsiteX325" fmla="*/ 128325 w 591813"/>
                    <a:gd name="connsiteY325" fmla="*/ 59058 h 580995"/>
                    <a:gd name="connsiteX326" fmla="*/ 128708 w 591813"/>
                    <a:gd name="connsiteY326" fmla="*/ 60857 h 580995"/>
                    <a:gd name="connsiteX327" fmla="*/ 129113 w 591813"/>
                    <a:gd name="connsiteY327" fmla="*/ 62678 h 580995"/>
                    <a:gd name="connsiteX328" fmla="*/ 129495 w 591813"/>
                    <a:gd name="connsiteY328" fmla="*/ 64545 h 580995"/>
                    <a:gd name="connsiteX329" fmla="*/ 129899 w 591813"/>
                    <a:gd name="connsiteY329" fmla="*/ 66412 h 580995"/>
                    <a:gd name="connsiteX330" fmla="*/ 130305 w 591813"/>
                    <a:gd name="connsiteY330" fmla="*/ 68301 h 580995"/>
                    <a:gd name="connsiteX331" fmla="*/ 130687 w 591813"/>
                    <a:gd name="connsiteY331" fmla="*/ 70235 h 580995"/>
                    <a:gd name="connsiteX332" fmla="*/ 131091 w 591813"/>
                    <a:gd name="connsiteY332" fmla="*/ 72169 h 580995"/>
                    <a:gd name="connsiteX333" fmla="*/ 131474 w 591813"/>
                    <a:gd name="connsiteY333" fmla="*/ 74148 h 580995"/>
                    <a:gd name="connsiteX334" fmla="*/ 131879 w 591813"/>
                    <a:gd name="connsiteY334" fmla="*/ 76127 h 580995"/>
                    <a:gd name="connsiteX335" fmla="*/ 132261 w 591813"/>
                    <a:gd name="connsiteY335" fmla="*/ 78129 h 580995"/>
                    <a:gd name="connsiteX336" fmla="*/ 132666 w 591813"/>
                    <a:gd name="connsiteY336" fmla="*/ 80175 h 580995"/>
                    <a:gd name="connsiteX337" fmla="*/ 133048 w 591813"/>
                    <a:gd name="connsiteY337" fmla="*/ 82222 h 580995"/>
                    <a:gd name="connsiteX338" fmla="*/ 133453 w 591813"/>
                    <a:gd name="connsiteY338" fmla="*/ 84291 h 580995"/>
                    <a:gd name="connsiteX339" fmla="*/ 133858 w 591813"/>
                    <a:gd name="connsiteY339" fmla="*/ 86382 h 580995"/>
                    <a:gd name="connsiteX340" fmla="*/ 134240 w 591813"/>
                    <a:gd name="connsiteY340" fmla="*/ 88496 h 580995"/>
                    <a:gd name="connsiteX341" fmla="*/ 134645 w 591813"/>
                    <a:gd name="connsiteY341" fmla="*/ 90588 h 580995"/>
                    <a:gd name="connsiteX342" fmla="*/ 135027 w 591813"/>
                    <a:gd name="connsiteY342" fmla="*/ 92747 h 580995"/>
                    <a:gd name="connsiteX343" fmla="*/ 135432 w 591813"/>
                    <a:gd name="connsiteY343" fmla="*/ 94906 h 580995"/>
                    <a:gd name="connsiteX344" fmla="*/ 135814 w 591813"/>
                    <a:gd name="connsiteY344" fmla="*/ 97110 h 580995"/>
                    <a:gd name="connsiteX345" fmla="*/ 136219 w 591813"/>
                    <a:gd name="connsiteY345" fmla="*/ 99314 h 580995"/>
                    <a:gd name="connsiteX346" fmla="*/ 136602 w 591813"/>
                    <a:gd name="connsiteY346" fmla="*/ 101540 h 580995"/>
                    <a:gd name="connsiteX347" fmla="*/ 137006 w 591813"/>
                    <a:gd name="connsiteY347" fmla="*/ 103767 h 580995"/>
                    <a:gd name="connsiteX348" fmla="*/ 137411 w 591813"/>
                    <a:gd name="connsiteY348" fmla="*/ 106038 h 580995"/>
                    <a:gd name="connsiteX349" fmla="*/ 137793 w 591813"/>
                    <a:gd name="connsiteY349" fmla="*/ 108310 h 580995"/>
                    <a:gd name="connsiteX350" fmla="*/ 138198 w 591813"/>
                    <a:gd name="connsiteY350" fmla="*/ 110604 h 580995"/>
                    <a:gd name="connsiteX351" fmla="*/ 138581 w 591813"/>
                    <a:gd name="connsiteY351" fmla="*/ 112920 h 580995"/>
                    <a:gd name="connsiteX352" fmla="*/ 138985 w 591813"/>
                    <a:gd name="connsiteY352" fmla="*/ 115237 h 580995"/>
                    <a:gd name="connsiteX353" fmla="*/ 139368 w 591813"/>
                    <a:gd name="connsiteY353" fmla="*/ 117576 h 580995"/>
                    <a:gd name="connsiteX354" fmla="*/ 139773 w 591813"/>
                    <a:gd name="connsiteY354" fmla="*/ 119937 h 580995"/>
                    <a:gd name="connsiteX355" fmla="*/ 140155 w 591813"/>
                    <a:gd name="connsiteY355" fmla="*/ 122298 h 580995"/>
                    <a:gd name="connsiteX356" fmla="*/ 140560 w 591813"/>
                    <a:gd name="connsiteY356" fmla="*/ 124682 h 580995"/>
                    <a:gd name="connsiteX357" fmla="*/ 140965 w 591813"/>
                    <a:gd name="connsiteY357" fmla="*/ 127066 h 580995"/>
                    <a:gd name="connsiteX358" fmla="*/ 141347 w 591813"/>
                    <a:gd name="connsiteY358" fmla="*/ 129473 h 580995"/>
                    <a:gd name="connsiteX359" fmla="*/ 141751 w 591813"/>
                    <a:gd name="connsiteY359" fmla="*/ 131901 h 580995"/>
                    <a:gd name="connsiteX360" fmla="*/ 142134 w 591813"/>
                    <a:gd name="connsiteY360" fmla="*/ 134330 h 580995"/>
                    <a:gd name="connsiteX361" fmla="*/ 142539 w 591813"/>
                    <a:gd name="connsiteY361" fmla="*/ 136782 h 580995"/>
                    <a:gd name="connsiteX362" fmla="*/ 142921 w 591813"/>
                    <a:gd name="connsiteY362" fmla="*/ 139233 h 580995"/>
                    <a:gd name="connsiteX363" fmla="*/ 143326 w 591813"/>
                    <a:gd name="connsiteY363" fmla="*/ 141707 h 580995"/>
                    <a:gd name="connsiteX364" fmla="*/ 143731 w 591813"/>
                    <a:gd name="connsiteY364" fmla="*/ 144181 h 580995"/>
                    <a:gd name="connsiteX365" fmla="*/ 144113 w 591813"/>
                    <a:gd name="connsiteY365" fmla="*/ 146655 h 580995"/>
                    <a:gd name="connsiteX366" fmla="*/ 144518 w 591813"/>
                    <a:gd name="connsiteY366" fmla="*/ 149151 h 580995"/>
                    <a:gd name="connsiteX367" fmla="*/ 144900 w 591813"/>
                    <a:gd name="connsiteY367" fmla="*/ 151647 h 580995"/>
                    <a:gd name="connsiteX368" fmla="*/ 145305 w 591813"/>
                    <a:gd name="connsiteY368" fmla="*/ 154144 h 580995"/>
                    <a:gd name="connsiteX369" fmla="*/ 145687 w 591813"/>
                    <a:gd name="connsiteY369" fmla="*/ 156662 h 580995"/>
                    <a:gd name="connsiteX370" fmla="*/ 146092 w 591813"/>
                    <a:gd name="connsiteY370" fmla="*/ 159159 h 580995"/>
                    <a:gd name="connsiteX371" fmla="*/ 146474 w 591813"/>
                    <a:gd name="connsiteY371" fmla="*/ 161700 h 580995"/>
                    <a:gd name="connsiteX372" fmla="*/ 146879 w 591813"/>
                    <a:gd name="connsiteY372" fmla="*/ 164219 h 580995"/>
                    <a:gd name="connsiteX373" fmla="*/ 147284 w 591813"/>
                    <a:gd name="connsiteY373" fmla="*/ 166738 h 580995"/>
                    <a:gd name="connsiteX374" fmla="*/ 147666 w 591813"/>
                    <a:gd name="connsiteY374" fmla="*/ 169279 h 580995"/>
                    <a:gd name="connsiteX375" fmla="*/ 148071 w 591813"/>
                    <a:gd name="connsiteY375" fmla="*/ 174294 h 580995"/>
                    <a:gd name="connsiteX376" fmla="*/ 148453 w 591813"/>
                    <a:gd name="connsiteY376" fmla="*/ 180456 h 580995"/>
                    <a:gd name="connsiteX377" fmla="*/ 148858 w 591813"/>
                    <a:gd name="connsiteY377" fmla="*/ 183088 h 580995"/>
                    <a:gd name="connsiteX378" fmla="*/ 149241 w 591813"/>
                    <a:gd name="connsiteY378" fmla="*/ 185719 h 580995"/>
                    <a:gd name="connsiteX379" fmla="*/ 149645 w 591813"/>
                    <a:gd name="connsiteY379" fmla="*/ 188373 h 580995"/>
                    <a:gd name="connsiteX380" fmla="*/ 150028 w 591813"/>
                    <a:gd name="connsiteY380" fmla="*/ 191004 h 580995"/>
                    <a:gd name="connsiteX381" fmla="*/ 150433 w 591813"/>
                    <a:gd name="connsiteY381" fmla="*/ 193658 h 580995"/>
                    <a:gd name="connsiteX382" fmla="*/ 150837 w 591813"/>
                    <a:gd name="connsiteY382" fmla="*/ 196312 h 580995"/>
                    <a:gd name="connsiteX383" fmla="*/ 151220 w 591813"/>
                    <a:gd name="connsiteY383" fmla="*/ 198943 h 580995"/>
                    <a:gd name="connsiteX384" fmla="*/ 151625 w 591813"/>
                    <a:gd name="connsiteY384" fmla="*/ 201597 h 580995"/>
                    <a:gd name="connsiteX385" fmla="*/ 152007 w 591813"/>
                    <a:gd name="connsiteY385" fmla="*/ 204250 h 580995"/>
                    <a:gd name="connsiteX386" fmla="*/ 152411 w 591813"/>
                    <a:gd name="connsiteY386" fmla="*/ 206904 h 580995"/>
                    <a:gd name="connsiteX387" fmla="*/ 152794 w 591813"/>
                    <a:gd name="connsiteY387" fmla="*/ 209535 h 580995"/>
                    <a:gd name="connsiteX388" fmla="*/ 153199 w 591813"/>
                    <a:gd name="connsiteY388" fmla="*/ 212167 h 580995"/>
                    <a:gd name="connsiteX389" fmla="*/ 153581 w 591813"/>
                    <a:gd name="connsiteY389" fmla="*/ 214798 h 580995"/>
                    <a:gd name="connsiteX390" fmla="*/ 153986 w 591813"/>
                    <a:gd name="connsiteY390" fmla="*/ 217452 h 580995"/>
                    <a:gd name="connsiteX391" fmla="*/ 154391 w 591813"/>
                    <a:gd name="connsiteY391" fmla="*/ 220083 h 580995"/>
                    <a:gd name="connsiteX392" fmla="*/ 154773 w 591813"/>
                    <a:gd name="connsiteY392" fmla="*/ 222714 h 580995"/>
                    <a:gd name="connsiteX393" fmla="*/ 155178 w 591813"/>
                    <a:gd name="connsiteY393" fmla="*/ 225368 h 580995"/>
                    <a:gd name="connsiteX394" fmla="*/ 155560 w 591813"/>
                    <a:gd name="connsiteY394" fmla="*/ 227999 h 580995"/>
                    <a:gd name="connsiteX395" fmla="*/ 155965 w 591813"/>
                    <a:gd name="connsiteY395" fmla="*/ 230631 h 580995"/>
                    <a:gd name="connsiteX396" fmla="*/ 156347 w 591813"/>
                    <a:gd name="connsiteY396" fmla="*/ 233262 h 580995"/>
                    <a:gd name="connsiteX397" fmla="*/ 156752 w 591813"/>
                    <a:gd name="connsiteY397" fmla="*/ 235893 h 580995"/>
                    <a:gd name="connsiteX398" fmla="*/ 157157 w 591813"/>
                    <a:gd name="connsiteY398" fmla="*/ 238502 h 580995"/>
                    <a:gd name="connsiteX399" fmla="*/ 157539 w 591813"/>
                    <a:gd name="connsiteY399" fmla="*/ 241133 h 580995"/>
                    <a:gd name="connsiteX400" fmla="*/ 157944 w 591813"/>
                    <a:gd name="connsiteY400" fmla="*/ 243742 h 580995"/>
                    <a:gd name="connsiteX401" fmla="*/ 158326 w 591813"/>
                    <a:gd name="connsiteY401" fmla="*/ 246351 h 580995"/>
                    <a:gd name="connsiteX402" fmla="*/ 158731 w 591813"/>
                    <a:gd name="connsiteY402" fmla="*/ 248960 h 580995"/>
                    <a:gd name="connsiteX403" fmla="*/ 159114 w 591813"/>
                    <a:gd name="connsiteY403" fmla="*/ 251546 h 580995"/>
                    <a:gd name="connsiteX404" fmla="*/ 159518 w 591813"/>
                    <a:gd name="connsiteY404" fmla="*/ 254155 h 580995"/>
                    <a:gd name="connsiteX405" fmla="*/ 159901 w 591813"/>
                    <a:gd name="connsiteY405" fmla="*/ 256741 h 580995"/>
                    <a:gd name="connsiteX406" fmla="*/ 160305 w 591813"/>
                    <a:gd name="connsiteY406" fmla="*/ 259327 h 580995"/>
                    <a:gd name="connsiteX407" fmla="*/ 160710 w 591813"/>
                    <a:gd name="connsiteY407" fmla="*/ 261891 h 580995"/>
                    <a:gd name="connsiteX408" fmla="*/ 161093 w 591813"/>
                    <a:gd name="connsiteY408" fmla="*/ 264455 h 580995"/>
                    <a:gd name="connsiteX409" fmla="*/ 161497 w 591813"/>
                    <a:gd name="connsiteY409" fmla="*/ 267019 h 580995"/>
                    <a:gd name="connsiteX410" fmla="*/ 161880 w 591813"/>
                    <a:gd name="connsiteY410" fmla="*/ 269583 h 580995"/>
                    <a:gd name="connsiteX411" fmla="*/ 162285 w 591813"/>
                    <a:gd name="connsiteY411" fmla="*/ 272124 h 580995"/>
                    <a:gd name="connsiteX412" fmla="*/ 162667 w 591813"/>
                    <a:gd name="connsiteY412" fmla="*/ 274665 h 580995"/>
                    <a:gd name="connsiteX413" fmla="*/ 163071 w 591813"/>
                    <a:gd name="connsiteY413" fmla="*/ 277207 h 580995"/>
                    <a:gd name="connsiteX414" fmla="*/ 163454 w 591813"/>
                    <a:gd name="connsiteY414" fmla="*/ 279748 h 580995"/>
                    <a:gd name="connsiteX415" fmla="*/ 163859 w 591813"/>
                    <a:gd name="connsiteY415" fmla="*/ 282267 h 580995"/>
                    <a:gd name="connsiteX416" fmla="*/ 164263 w 591813"/>
                    <a:gd name="connsiteY416" fmla="*/ 284763 h 580995"/>
                    <a:gd name="connsiteX417" fmla="*/ 164624 w 591813"/>
                    <a:gd name="connsiteY417" fmla="*/ 287259 h 580995"/>
                    <a:gd name="connsiteX418" fmla="*/ 165028 w 591813"/>
                    <a:gd name="connsiteY418" fmla="*/ 289756 h 580995"/>
                    <a:gd name="connsiteX419" fmla="*/ 165433 w 591813"/>
                    <a:gd name="connsiteY419" fmla="*/ 292252 h 580995"/>
                    <a:gd name="connsiteX420" fmla="*/ 165816 w 591813"/>
                    <a:gd name="connsiteY420" fmla="*/ 294726 h 580995"/>
                    <a:gd name="connsiteX421" fmla="*/ 166198 w 591813"/>
                    <a:gd name="connsiteY421" fmla="*/ 297177 h 580995"/>
                    <a:gd name="connsiteX422" fmla="*/ 166602 w 591813"/>
                    <a:gd name="connsiteY422" fmla="*/ 299651 h 580995"/>
                    <a:gd name="connsiteX423" fmla="*/ 166985 w 591813"/>
                    <a:gd name="connsiteY423" fmla="*/ 302080 h 580995"/>
                    <a:gd name="connsiteX424" fmla="*/ 167390 w 591813"/>
                    <a:gd name="connsiteY424" fmla="*/ 304531 h 580995"/>
                    <a:gd name="connsiteX425" fmla="*/ 167794 w 591813"/>
                    <a:gd name="connsiteY425" fmla="*/ 306960 h 580995"/>
                    <a:gd name="connsiteX426" fmla="*/ 168177 w 591813"/>
                    <a:gd name="connsiteY426" fmla="*/ 309367 h 580995"/>
                    <a:gd name="connsiteX427" fmla="*/ 168582 w 591813"/>
                    <a:gd name="connsiteY427" fmla="*/ 311796 h 580995"/>
                    <a:gd name="connsiteX428" fmla="*/ 168964 w 591813"/>
                    <a:gd name="connsiteY428" fmla="*/ 314202 h 580995"/>
                    <a:gd name="connsiteX429" fmla="*/ 169369 w 591813"/>
                    <a:gd name="connsiteY429" fmla="*/ 316586 h 580995"/>
                    <a:gd name="connsiteX430" fmla="*/ 169751 w 591813"/>
                    <a:gd name="connsiteY430" fmla="*/ 318970 h 580995"/>
                    <a:gd name="connsiteX431" fmla="*/ 170156 w 591813"/>
                    <a:gd name="connsiteY431" fmla="*/ 321354 h 580995"/>
                    <a:gd name="connsiteX432" fmla="*/ 170538 w 591813"/>
                    <a:gd name="connsiteY432" fmla="*/ 323715 h 580995"/>
                    <a:gd name="connsiteX433" fmla="*/ 170943 w 591813"/>
                    <a:gd name="connsiteY433" fmla="*/ 326076 h 580995"/>
                    <a:gd name="connsiteX434" fmla="*/ 171348 w 591813"/>
                    <a:gd name="connsiteY434" fmla="*/ 328438 h 580995"/>
                    <a:gd name="connsiteX435" fmla="*/ 171730 w 591813"/>
                    <a:gd name="connsiteY435" fmla="*/ 330732 h 580995"/>
                    <a:gd name="connsiteX436" fmla="*/ 172135 w 591813"/>
                    <a:gd name="connsiteY436" fmla="*/ 333071 h 580995"/>
                    <a:gd name="connsiteX437" fmla="*/ 172518 w 591813"/>
                    <a:gd name="connsiteY437" fmla="*/ 335387 h 580995"/>
                    <a:gd name="connsiteX438" fmla="*/ 172922 w 591813"/>
                    <a:gd name="connsiteY438" fmla="*/ 337681 h 580995"/>
                    <a:gd name="connsiteX439" fmla="*/ 173304 w 591813"/>
                    <a:gd name="connsiteY439" fmla="*/ 339975 h 580995"/>
                    <a:gd name="connsiteX440" fmla="*/ 173710 w 591813"/>
                    <a:gd name="connsiteY440" fmla="*/ 342269 h 580995"/>
                    <a:gd name="connsiteX441" fmla="*/ 174114 w 591813"/>
                    <a:gd name="connsiteY441" fmla="*/ 344540 h 580995"/>
                    <a:gd name="connsiteX442" fmla="*/ 174496 w 591813"/>
                    <a:gd name="connsiteY442" fmla="*/ 346789 h 580995"/>
                    <a:gd name="connsiteX443" fmla="*/ 174901 w 591813"/>
                    <a:gd name="connsiteY443" fmla="*/ 349038 h 580995"/>
                    <a:gd name="connsiteX444" fmla="*/ 175284 w 591813"/>
                    <a:gd name="connsiteY444" fmla="*/ 351287 h 580995"/>
                    <a:gd name="connsiteX445" fmla="*/ 175688 w 591813"/>
                    <a:gd name="connsiteY445" fmla="*/ 353514 h 580995"/>
                    <a:gd name="connsiteX446" fmla="*/ 176070 w 591813"/>
                    <a:gd name="connsiteY446" fmla="*/ 355740 h 580995"/>
                    <a:gd name="connsiteX447" fmla="*/ 176476 w 591813"/>
                    <a:gd name="connsiteY447" fmla="*/ 357944 h 580995"/>
                    <a:gd name="connsiteX448" fmla="*/ 176858 w 591813"/>
                    <a:gd name="connsiteY448" fmla="*/ 360126 h 580995"/>
                    <a:gd name="connsiteX449" fmla="*/ 177263 w 591813"/>
                    <a:gd name="connsiteY449" fmla="*/ 362307 h 580995"/>
                    <a:gd name="connsiteX450" fmla="*/ 177668 w 591813"/>
                    <a:gd name="connsiteY450" fmla="*/ 364489 h 580995"/>
                    <a:gd name="connsiteX451" fmla="*/ 178050 w 591813"/>
                    <a:gd name="connsiteY451" fmla="*/ 366648 h 580995"/>
                    <a:gd name="connsiteX452" fmla="*/ 178455 w 591813"/>
                    <a:gd name="connsiteY452" fmla="*/ 368784 h 580995"/>
                    <a:gd name="connsiteX453" fmla="*/ 178837 w 591813"/>
                    <a:gd name="connsiteY453" fmla="*/ 370921 h 580995"/>
                    <a:gd name="connsiteX454" fmla="*/ 179242 w 591813"/>
                    <a:gd name="connsiteY454" fmla="*/ 373057 h 580995"/>
                    <a:gd name="connsiteX455" fmla="*/ 179624 w 591813"/>
                    <a:gd name="connsiteY455" fmla="*/ 375149 h 580995"/>
                    <a:gd name="connsiteX456" fmla="*/ 180029 w 591813"/>
                    <a:gd name="connsiteY456" fmla="*/ 377263 h 580995"/>
                    <a:gd name="connsiteX457" fmla="*/ 180411 w 591813"/>
                    <a:gd name="connsiteY457" fmla="*/ 379332 h 580995"/>
                    <a:gd name="connsiteX458" fmla="*/ 180816 w 591813"/>
                    <a:gd name="connsiteY458" fmla="*/ 381401 h 580995"/>
                    <a:gd name="connsiteX459" fmla="*/ 181221 w 591813"/>
                    <a:gd name="connsiteY459" fmla="*/ 383470 h 580995"/>
                    <a:gd name="connsiteX460" fmla="*/ 181603 w 591813"/>
                    <a:gd name="connsiteY460" fmla="*/ 385516 h 580995"/>
                    <a:gd name="connsiteX461" fmla="*/ 182008 w 591813"/>
                    <a:gd name="connsiteY461" fmla="*/ 387563 h 580995"/>
                    <a:gd name="connsiteX462" fmla="*/ 182390 w 591813"/>
                    <a:gd name="connsiteY462" fmla="*/ 389587 h 580995"/>
                    <a:gd name="connsiteX463" fmla="*/ 182795 w 591813"/>
                    <a:gd name="connsiteY463" fmla="*/ 391589 h 580995"/>
                    <a:gd name="connsiteX464" fmla="*/ 183178 w 591813"/>
                    <a:gd name="connsiteY464" fmla="*/ 393590 h 580995"/>
                    <a:gd name="connsiteX465" fmla="*/ 183582 w 591813"/>
                    <a:gd name="connsiteY465" fmla="*/ 395592 h 580995"/>
                    <a:gd name="connsiteX466" fmla="*/ 183964 w 591813"/>
                    <a:gd name="connsiteY466" fmla="*/ 397548 h 580995"/>
                    <a:gd name="connsiteX467" fmla="*/ 184370 w 591813"/>
                    <a:gd name="connsiteY467" fmla="*/ 399527 h 580995"/>
                    <a:gd name="connsiteX468" fmla="*/ 184774 w 591813"/>
                    <a:gd name="connsiteY468" fmla="*/ 401462 h 580995"/>
                    <a:gd name="connsiteX469" fmla="*/ 185156 w 591813"/>
                    <a:gd name="connsiteY469" fmla="*/ 403418 h 580995"/>
                    <a:gd name="connsiteX470" fmla="*/ 185561 w 591813"/>
                    <a:gd name="connsiteY470" fmla="*/ 405330 h 580995"/>
                    <a:gd name="connsiteX471" fmla="*/ 185944 w 591813"/>
                    <a:gd name="connsiteY471" fmla="*/ 407241 h 580995"/>
                    <a:gd name="connsiteX472" fmla="*/ 186348 w 591813"/>
                    <a:gd name="connsiteY472" fmla="*/ 409153 h 580995"/>
                    <a:gd name="connsiteX473" fmla="*/ 186731 w 591813"/>
                    <a:gd name="connsiteY473" fmla="*/ 411042 h 580995"/>
                    <a:gd name="connsiteX474" fmla="*/ 187136 w 591813"/>
                    <a:gd name="connsiteY474" fmla="*/ 412909 h 580995"/>
                    <a:gd name="connsiteX475" fmla="*/ 187540 w 591813"/>
                    <a:gd name="connsiteY475" fmla="*/ 414775 h 580995"/>
                    <a:gd name="connsiteX476" fmla="*/ 187923 w 591813"/>
                    <a:gd name="connsiteY476" fmla="*/ 416619 h 580995"/>
                    <a:gd name="connsiteX477" fmla="*/ 188328 w 591813"/>
                    <a:gd name="connsiteY477" fmla="*/ 418464 h 580995"/>
                    <a:gd name="connsiteX478" fmla="*/ 188710 w 591813"/>
                    <a:gd name="connsiteY478" fmla="*/ 420285 h 580995"/>
                    <a:gd name="connsiteX479" fmla="*/ 189115 w 591813"/>
                    <a:gd name="connsiteY479" fmla="*/ 422084 h 580995"/>
                    <a:gd name="connsiteX480" fmla="*/ 189497 w 591813"/>
                    <a:gd name="connsiteY480" fmla="*/ 423884 h 580995"/>
                    <a:gd name="connsiteX481" fmla="*/ 189902 w 591813"/>
                    <a:gd name="connsiteY481" fmla="*/ 425660 h 580995"/>
                    <a:gd name="connsiteX482" fmla="*/ 190284 w 591813"/>
                    <a:gd name="connsiteY482" fmla="*/ 427437 h 580995"/>
                    <a:gd name="connsiteX483" fmla="*/ 190689 w 591813"/>
                    <a:gd name="connsiteY483" fmla="*/ 429191 h 580995"/>
                    <a:gd name="connsiteX484" fmla="*/ 191094 w 591813"/>
                    <a:gd name="connsiteY484" fmla="*/ 430945 h 580995"/>
                    <a:gd name="connsiteX485" fmla="*/ 191476 w 591813"/>
                    <a:gd name="connsiteY485" fmla="*/ 432655 h 580995"/>
                    <a:gd name="connsiteX486" fmla="*/ 191881 w 591813"/>
                    <a:gd name="connsiteY486" fmla="*/ 434386 h 580995"/>
                    <a:gd name="connsiteX487" fmla="*/ 192263 w 591813"/>
                    <a:gd name="connsiteY487" fmla="*/ 436095 h 580995"/>
                    <a:gd name="connsiteX488" fmla="*/ 192668 w 591813"/>
                    <a:gd name="connsiteY488" fmla="*/ 437782 h 580995"/>
                    <a:gd name="connsiteX489" fmla="*/ 193050 w 591813"/>
                    <a:gd name="connsiteY489" fmla="*/ 439446 h 580995"/>
                    <a:gd name="connsiteX490" fmla="*/ 193455 w 591813"/>
                    <a:gd name="connsiteY490" fmla="*/ 441111 h 580995"/>
                    <a:gd name="connsiteX491" fmla="*/ 193838 w 591813"/>
                    <a:gd name="connsiteY491" fmla="*/ 442775 h 580995"/>
                    <a:gd name="connsiteX492" fmla="*/ 194242 w 591813"/>
                    <a:gd name="connsiteY492" fmla="*/ 444417 h 580995"/>
                    <a:gd name="connsiteX493" fmla="*/ 194647 w 591813"/>
                    <a:gd name="connsiteY493" fmla="*/ 446036 h 580995"/>
                    <a:gd name="connsiteX494" fmla="*/ 195030 w 591813"/>
                    <a:gd name="connsiteY494" fmla="*/ 447655 h 580995"/>
                    <a:gd name="connsiteX495" fmla="*/ 195434 w 591813"/>
                    <a:gd name="connsiteY495" fmla="*/ 449252 h 580995"/>
                    <a:gd name="connsiteX496" fmla="*/ 195816 w 591813"/>
                    <a:gd name="connsiteY496" fmla="*/ 450849 h 580995"/>
                    <a:gd name="connsiteX497" fmla="*/ 196222 w 591813"/>
                    <a:gd name="connsiteY497" fmla="*/ 452445 h 580995"/>
                    <a:gd name="connsiteX498" fmla="*/ 196604 w 591813"/>
                    <a:gd name="connsiteY498" fmla="*/ 454020 h 580995"/>
                    <a:gd name="connsiteX499" fmla="*/ 197008 w 591813"/>
                    <a:gd name="connsiteY499" fmla="*/ 455571 h 580995"/>
                    <a:gd name="connsiteX500" fmla="*/ 197391 w 591813"/>
                    <a:gd name="connsiteY500" fmla="*/ 457123 h 580995"/>
                    <a:gd name="connsiteX501" fmla="*/ 197796 w 591813"/>
                    <a:gd name="connsiteY501" fmla="*/ 458675 h 580995"/>
                    <a:gd name="connsiteX502" fmla="*/ 198200 w 591813"/>
                    <a:gd name="connsiteY502" fmla="*/ 460204 h 580995"/>
                    <a:gd name="connsiteX503" fmla="*/ 198583 w 591813"/>
                    <a:gd name="connsiteY503" fmla="*/ 461734 h 580995"/>
                    <a:gd name="connsiteX504" fmla="*/ 198988 w 591813"/>
                    <a:gd name="connsiteY504" fmla="*/ 463240 h 580995"/>
                    <a:gd name="connsiteX505" fmla="*/ 199370 w 591813"/>
                    <a:gd name="connsiteY505" fmla="*/ 464747 h 580995"/>
                    <a:gd name="connsiteX506" fmla="*/ 199775 w 591813"/>
                    <a:gd name="connsiteY506" fmla="*/ 466231 h 580995"/>
                    <a:gd name="connsiteX507" fmla="*/ 200157 w 591813"/>
                    <a:gd name="connsiteY507" fmla="*/ 467716 h 580995"/>
                    <a:gd name="connsiteX508" fmla="*/ 200562 w 591813"/>
                    <a:gd name="connsiteY508" fmla="*/ 469178 h 580995"/>
                    <a:gd name="connsiteX509" fmla="*/ 200944 w 591813"/>
                    <a:gd name="connsiteY509" fmla="*/ 470639 h 580995"/>
                    <a:gd name="connsiteX510" fmla="*/ 201349 w 591813"/>
                    <a:gd name="connsiteY510" fmla="*/ 472079 h 580995"/>
                    <a:gd name="connsiteX511" fmla="*/ 201754 w 591813"/>
                    <a:gd name="connsiteY511" fmla="*/ 473496 h 580995"/>
                    <a:gd name="connsiteX512" fmla="*/ 202136 w 591813"/>
                    <a:gd name="connsiteY512" fmla="*/ 474912 h 580995"/>
                    <a:gd name="connsiteX513" fmla="*/ 202541 w 591813"/>
                    <a:gd name="connsiteY513" fmla="*/ 476329 h 580995"/>
                    <a:gd name="connsiteX514" fmla="*/ 202923 w 591813"/>
                    <a:gd name="connsiteY514" fmla="*/ 477701 h 580995"/>
                    <a:gd name="connsiteX515" fmla="*/ 203328 w 591813"/>
                    <a:gd name="connsiteY515" fmla="*/ 479096 h 580995"/>
                    <a:gd name="connsiteX516" fmla="*/ 203710 w 591813"/>
                    <a:gd name="connsiteY516" fmla="*/ 480445 h 580995"/>
                    <a:gd name="connsiteX517" fmla="*/ 204115 w 591813"/>
                    <a:gd name="connsiteY517" fmla="*/ 481794 h 580995"/>
                    <a:gd name="connsiteX518" fmla="*/ 204520 w 591813"/>
                    <a:gd name="connsiteY518" fmla="*/ 483144 h 580995"/>
                    <a:gd name="connsiteX519" fmla="*/ 204902 w 591813"/>
                    <a:gd name="connsiteY519" fmla="*/ 484448 h 580995"/>
                    <a:gd name="connsiteX520" fmla="*/ 205307 w 591813"/>
                    <a:gd name="connsiteY520" fmla="*/ 485775 h 580995"/>
                    <a:gd name="connsiteX521" fmla="*/ 205690 w 591813"/>
                    <a:gd name="connsiteY521" fmla="*/ 487079 h 580995"/>
                    <a:gd name="connsiteX522" fmla="*/ 206094 w 591813"/>
                    <a:gd name="connsiteY522" fmla="*/ 488361 h 580995"/>
                    <a:gd name="connsiteX523" fmla="*/ 206476 w 591813"/>
                    <a:gd name="connsiteY523" fmla="*/ 489621 h 580995"/>
                    <a:gd name="connsiteX524" fmla="*/ 206882 w 591813"/>
                    <a:gd name="connsiteY524" fmla="*/ 490903 h 580995"/>
                    <a:gd name="connsiteX525" fmla="*/ 207264 w 591813"/>
                    <a:gd name="connsiteY525" fmla="*/ 492140 h 580995"/>
                    <a:gd name="connsiteX526" fmla="*/ 207668 w 591813"/>
                    <a:gd name="connsiteY526" fmla="*/ 493376 h 580995"/>
                    <a:gd name="connsiteX527" fmla="*/ 208073 w 591813"/>
                    <a:gd name="connsiteY527" fmla="*/ 494613 h 580995"/>
                    <a:gd name="connsiteX528" fmla="*/ 208456 w 591813"/>
                    <a:gd name="connsiteY528" fmla="*/ 495828 h 580995"/>
                    <a:gd name="connsiteX529" fmla="*/ 208860 w 591813"/>
                    <a:gd name="connsiteY529" fmla="*/ 497020 h 580995"/>
                    <a:gd name="connsiteX530" fmla="*/ 209243 w 591813"/>
                    <a:gd name="connsiteY530" fmla="*/ 498212 h 580995"/>
                    <a:gd name="connsiteX531" fmla="*/ 209648 w 591813"/>
                    <a:gd name="connsiteY531" fmla="*/ 499381 h 580995"/>
                    <a:gd name="connsiteX532" fmla="*/ 210030 w 591813"/>
                    <a:gd name="connsiteY532" fmla="*/ 500551 h 580995"/>
                    <a:gd name="connsiteX533" fmla="*/ 210435 w 591813"/>
                    <a:gd name="connsiteY533" fmla="*/ 501720 h 580995"/>
                    <a:gd name="connsiteX534" fmla="*/ 210817 w 591813"/>
                    <a:gd name="connsiteY534" fmla="*/ 502867 h 580995"/>
                    <a:gd name="connsiteX535" fmla="*/ 211222 w 591813"/>
                    <a:gd name="connsiteY535" fmla="*/ 503991 h 580995"/>
                    <a:gd name="connsiteX536" fmla="*/ 211627 w 591813"/>
                    <a:gd name="connsiteY536" fmla="*/ 505116 h 580995"/>
                    <a:gd name="connsiteX537" fmla="*/ 212009 w 591813"/>
                    <a:gd name="connsiteY537" fmla="*/ 506218 h 580995"/>
                    <a:gd name="connsiteX538" fmla="*/ 212414 w 591813"/>
                    <a:gd name="connsiteY538" fmla="*/ 507320 h 580995"/>
                    <a:gd name="connsiteX539" fmla="*/ 212796 w 591813"/>
                    <a:gd name="connsiteY539" fmla="*/ 508399 h 580995"/>
                    <a:gd name="connsiteX540" fmla="*/ 213201 w 591813"/>
                    <a:gd name="connsiteY540" fmla="*/ 509479 h 580995"/>
                    <a:gd name="connsiteX541" fmla="*/ 213584 w 591813"/>
                    <a:gd name="connsiteY541" fmla="*/ 510536 h 580995"/>
                    <a:gd name="connsiteX542" fmla="*/ 213988 w 591813"/>
                    <a:gd name="connsiteY542" fmla="*/ 511593 h 580995"/>
                    <a:gd name="connsiteX543" fmla="*/ 214370 w 591813"/>
                    <a:gd name="connsiteY543" fmla="*/ 512650 h 580995"/>
                    <a:gd name="connsiteX544" fmla="*/ 214776 w 591813"/>
                    <a:gd name="connsiteY544" fmla="*/ 513684 h 580995"/>
                    <a:gd name="connsiteX545" fmla="*/ 215180 w 591813"/>
                    <a:gd name="connsiteY545" fmla="*/ 514697 h 580995"/>
                    <a:gd name="connsiteX546" fmla="*/ 215562 w 591813"/>
                    <a:gd name="connsiteY546" fmla="*/ 515709 h 580995"/>
                    <a:gd name="connsiteX547" fmla="*/ 215967 w 591813"/>
                    <a:gd name="connsiteY547" fmla="*/ 516721 h 580995"/>
                    <a:gd name="connsiteX548" fmla="*/ 216350 w 591813"/>
                    <a:gd name="connsiteY548" fmla="*/ 517710 h 580995"/>
                    <a:gd name="connsiteX549" fmla="*/ 216754 w 591813"/>
                    <a:gd name="connsiteY549" fmla="*/ 518677 h 580995"/>
                    <a:gd name="connsiteX550" fmla="*/ 217136 w 591813"/>
                    <a:gd name="connsiteY550" fmla="*/ 519644 h 580995"/>
                    <a:gd name="connsiteX551" fmla="*/ 217542 w 591813"/>
                    <a:gd name="connsiteY551" fmla="*/ 520611 h 580995"/>
                    <a:gd name="connsiteX552" fmla="*/ 217946 w 591813"/>
                    <a:gd name="connsiteY552" fmla="*/ 521578 h 580995"/>
                    <a:gd name="connsiteX553" fmla="*/ 218329 w 591813"/>
                    <a:gd name="connsiteY553" fmla="*/ 522500 h 580995"/>
                    <a:gd name="connsiteX554" fmla="*/ 218733 w 591813"/>
                    <a:gd name="connsiteY554" fmla="*/ 523445 h 580995"/>
                    <a:gd name="connsiteX555" fmla="*/ 219116 w 591813"/>
                    <a:gd name="connsiteY555" fmla="*/ 524367 h 580995"/>
                    <a:gd name="connsiteX556" fmla="*/ 219521 w 591813"/>
                    <a:gd name="connsiteY556" fmla="*/ 525289 h 580995"/>
                    <a:gd name="connsiteX557" fmla="*/ 219903 w 591813"/>
                    <a:gd name="connsiteY557" fmla="*/ 526189 h 580995"/>
                    <a:gd name="connsiteX558" fmla="*/ 220308 w 591813"/>
                    <a:gd name="connsiteY558" fmla="*/ 527088 h 580995"/>
                    <a:gd name="connsiteX559" fmla="*/ 220690 w 591813"/>
                    <a:gd name="connsiteY559" fmla="*/ 527988 h 580995"/>
                    <a:gd name="connsiteX560" fmla="*/ 221095 w 591813"/>
                    <a:gd name="connsiteY560" fmla="*/ 528865 h 580995"/>
                    <a:gd name="connsiteX561" fmla="*/ 221500 w 591813"/>
                    <a:gd name="connsiteY561" fmla="*/ 529742 h 580995"/>
                    <a:gd name="connsiteX562" fmla="*/ 221882 w 591813"/>
                    <a:gd name="connsiteY562" fmla="*/ 530597 h 580995"/>
                    <a:gd name="connsiteX563" fmla="*/ 222287 w 591813"/>
                    <a:gd name="connsiteY563" fmla="*/ 531474 h 580995"/>
                    <a:gd name="connsiteX564" fmla="*/ 222669 w 591813"/>
                    <a:gd name="connsiteY564" fmla="*/ 532306 h 580995"/>
                    <a:gd name="connsiteX565" fmla="*/ 223074 w 591813"/>
                    <a:gd name="connsiteY565" fmla="*/ 533160 h 580995"/>
                    <a:gd name="connsiteX566" fmla="*/ 223456 w 591813"/>
                    <a:gd name="connsiteY566" fmla="*/ 533993 h 580995"/>
                    <a:gd name="connsiteX567" fmla="*/ 223861 w 591813"/>
                    <a:gd name="connsiteY567" fmla="*/ 534802 h 580995"/>
                    <a:gd name="connsiteX568" fmla="*/ 224244 w 591813"/>
                    <a:gd name="connsiteY568" fmla="*/ 535612 h 580995"/>
                    <a:gd name="connsiteX569" fmla="*/ 224648 w 591813"/>
                    <a:gd name="connsiteY569" fmla="*/ 536422 h 580995"/>
                    <a:gd name="connsiteX570" fmla="*/ 225053 w 591813"/>
                    <a:gd name="connsiteY570" fmla="*/ 537231 h 580995"/>
                    <a:gd name="connsiteX571" fmla="*/ 225436 w 591813"/>
                    <a:gd name="connsiteY571" fmla="*/ 538018 h 580995"/>
                    <a:gd name="connsiteX572" fmla="*/ 225840 w 591813"/>
                    <a:gd name="connsiteY572" fmla="*/ 538783 h 580995"/>
                    <a:gd name="connsiteX573" fmla="*/ 226222 w 591813"/>
                    <a:gd name="connsiteY573" fmla="*/ 539548 h 580995"/>
                    <a:gd name="connsiteX574" fmla="*/ 226627 w 591813"/>
                    <a:gd name="connsiteY574" fmla="*/ 540312 h 580995"/>
                    <a:gd name="connsiteX575" fmla="*/ 227010 w 591813"/>
                    <a:gd name="connsiteY575" fmla="*/ 541054 h 580995"/>
                    <a:gd name="connsiteX576" fmla="*/ 227414 w 591813"/>
                    <a:gd name="connsiteY576" fmla="*/ 541819 h 580995"/>
                    <a:gd name="connsiteX577" fmla="*/ 227797 w 591813"/>
                    <a:gd name="connsiteY577" fmla="*/ 542539 h 580995"/>
                    <a:gd name="connsiteX578" fmla="*/ 228202 w 591813"/>
                    <a:gd name="connsiteY578" fmla="*/ 543258 h 580995"/>
                    <a:gd name="connsiteX579" fmla="*/ 228606 w 591813"/>
                    <a:gd name="connsiteY579" fmla="*/ 543978 h 580995"/>
                    <a:gd name="connsiteX580" fmla="*/ 228989 w 591813"/>
                    <a:gd name="connsiteY580" fmla="*/ 544698 h 580995"/>
                    <a:gd name="connsiteX581" fmla="*/ 229394 w 591813"/>
                    <a:gd name="connsiteY581" fmla="*/ 545395 h 580995"/>
                    <a:gd name="connsiteX582" fmla="*/ 229776 w 591813"/>
                    <a:gd name="connsiteY582" fmla="*/ 546092 h 580995"/>
                    <a:gd name="connsiteX583" fmla="*/ 230181 w 591813"/>
                    <a:gd name="connsiteY583" fmla="*/ 546767 h 580995"/>
                    <a:gd name="connsiteX584" fmla="*/ 230563 w 591813"/>
                    <a:gd name="connsiteY584" fmla="*/ 547441 h 580995"/>
                    <a:gd name="connsiteX585" fmla="*/ 230968 w 591813"/>
                    <a:gd name="connsiteY585" fmla="*/ 548116 h 580995"/>
                    <a:gd name="connsiteX586" fmla="*/ 231350 w 591813"/>
                    <a:gd name="connsiteY586" fmla="*/ 548791 h 580995"/>
                    <a:gd name="connsiteX587" fmla="*/ 231755 w 591813"/>
                    <a:gd name="connsiteY587" fmla="*/ 549443 h 580995"/>
                    <a:gd name="connsiteX588" fmla="*/ 232160 w 591813"/>
                    <a:gd name="connsiteY588" fmla="*/ 550095 h 580995"/>
                    <a:gd name="connsiteX589" fmla="*/ 232542 w 591813"/>
                    <a:gd name="connsiteY589" fmla="*/ 550725 h 580995"/>
                    <a:gd name="connsiteX590" fmla="*/ 232947 w 591813"/>
                    <a:gd name="connsiteY590" fmla="*/ 551355 h 580995"/>
                    <a:gd name="connsiteX591" fmla="*/ 233329 w 591813"/>
                    <a:gd name="connsiteY591" fmla="*/ 551984 h 580995"/>
                    <a:gd name="connsiteX592" fmla="*/ 233734 w 591813"/>
                    <a:gd name="connsiteY592" fmla="*/ 552592 h 580995"/>
                    <a:gd name="connsiteX593" fmla="*/ 234116 w 591813"/>
                    <a:gd name="connsiteY593" fmla="*/ 553199 h 580995"/>
                    <a:gd name="connsiteX594" fmla="*/ 234521 w 591813"/>
                    <a:gd name="connsiteY594" fmla="*/ 553806 h 580995"/>
                    <a:gd name="connsiteX595" fmla="*/ 234926 w 591813"/>
                    <a:gd name="connsiteY595" fmla="*/ 554391 h 580995"/>
                    <a:gd name="connsiteX596" fmla="*/ 235308 w 591813"/>
                    <a:gd name="connsiteY596" fmla="*/ 554975 h 580995"/>
                    <a:gd name="connsiteX597" fmla="*/ 235713 w 591813"/>
                    <a:gd name="connsiteY597" fmla="*/ 555538 h 580995"/>
                    <a:gd name="connsiteX598" fmla="*/ 236096 w 591813"/>
                    <a:gd name="connsiteY598" fmla="*/ 556122 h 580995"/>
                    <a:gd name="connsiteX599" fmla="*/ 236500 w 591813"/>
                    <a:gd name="connsiteY599" fmla="*/ 556662 h 580995"/>
                    <a:gd name="connsiteX600" fmla="*/ 236882 w 591813"/>
                    <a:gd name="connsiteY600" fmla="*/ 557224 h 580995"/>
                    <a:gd name="connsiteX601" fmla="*/ 237287 w 591813"/>
                    <a:gd name="connsiteY601" fmla="*/ 557764 h 580995"/>
                    <a:gd name="connsiteX602" fmla="*/ 237670 w 591813"/>
                    <a:gd name="connsiteY602" fmla="*/ 558304 h 580995"/>
                    <a:gd name="connsiteX603" fmla="*/ 238074 w 591813"/>
                    <a:gd name="connsiteY603" fmla="*/ 558821 h 580995"/>
                    <a:gd name="connsiteX604" fmla="*/ 238479 w 591813"/>
                    <a:gd name="connsiteY604" fmla="*/ 559338 h 580995"/>
                    <a:gd name="connsiteX605" fmla="*/ 238862 w 591813"/>
                    <a:gd name="connsiteY605" fmla="*/ 559856 h 580995"/>
                    <a:gd name="connsiteX606" fmla="*/ 239266 w 591813"/>
                    <a:gd name="connsiteY606" fmla="*/ 560350 h 580995"/>
                    <a:gd name="connsiteX607" fmla="*/ 239649 w 591813"/>
                    <a:gd name="connsiteY607" fmla="*/ 560845 h 580995"/>
                    <a:gd name="connsiteX608" fmla="*/ 240054 w 591813"/>
                    <a:gd name="connsiteY608" fmla="*/ 561340 h 580995"/>
                    <a:gd name="connsiteX609" fmla="*/ 240436 w 591813"/>
                    <a:gd name="connsiteY609" fmla="*/ 561812 h 580995"/>
                    <a:gd name="connsiteX610" fmla="*/ 240841 w 591813"/>
                    <a:gd name="connsiteY610" fmla="*/ 562285 h 580995"/>
                    <a:gd name="connsiteX611" fmla="*/ 241223 w 591813"/>
                    <a:gd name="connsiteY611" fmla="*/ 562734 h 580995"/>
                    <a:gd name="connsiteX612" fmla="*/ 241628 w 591813"/>
                    <a:gd name="connsiteY612" fmla="*/ 563184 h 580995"/>
                    <a:gd name="connsiteX613" fmla="*/ 242033 w 591813"/>
                    <a:gd name="connsiteY613" fmla="*/ 563634 h 580995"/>
                    <a:gd name="connsiteX614" fmla="*/ 242415 w 591813"/>
                    <a:gd name="connsiteY614" fmla="*/ 564084 h 580995"/>
                    <a:gd name="connsiteX615" fmla="*/ 242820 w 591813"/>
                    <a:gd name="connsiteY615" fmla="*/ 564511 h 580995"/>
                    <a:gd name="connsiteX616" fmla="*/ 243202 w 591813"/>
                    <a:gd name="connsiteY616" fmla="*/ 564916 h 580995"/>
                    <a:gd name="connsiteX617" fmla="*/ 243607 w 591813"/>
                    <a:gd name="connsiteY617" fmla="*/ 565343 h 580995"/>
                    <a:gd name="connsiteX618" fmla="*/ 243989 w 591813"/>
                    <a:gd name="connsiteY618" fmla="*/ 565748 h 580995"/>
                    <a:gd name="connsiteX619" fmla="*/ 244394 w 591813"/>
                    <a:gd name="connsiteY619" fmla="*/ 566153 h 580995"/>
                    <a:gd name="connsiteX620" fmla="*/ 244776 w 591813"/>
                    <a:gd name="connsiteY620" fmla="*/ 566558 h 580995"/>
                    <a:gd name="connsiteX621" fmla="*/ 245181 w 591813"/>
                    <a:gd name="connsiteY621" fmla="*/ 566962 h 580995"/>
                    <a:gd name="connsiteX622" fmla="*/ 245586 w 591813"/>
                    <a:gd name="connsiteY622" fmla="*/ 567345 h 580995"/>
                    <a:gd name="connsiteX623" fmla="*/ 245968 w 591813"/>
                    <a:gd name="connsiteY623" fmla="*/ 567727 h 580995"/>
                    <a:gd name="connsiteX624" fmla="*/ 246373 w 591813"/>
                    <a:gd name="connsiteY624" fmla="*/ 568109 h 580995"/>
                    <a:gd name="connsiteX625" fmla="*/ 246756 w 591813"/>
                    <a:gd name="connsiteY625" fmla="*/ 568469 h 580995"/>
                    <a:gd name="connsiteX626" fmla="*/ 247160 w 591813"/>
                    <a:gd name="connsiteY626" fmla="*/ 568806 h 580995"/>
                    <a:gd name="connsiteX627" fmla="*/ 247542 w 591813"/>
                    <a:gd name="connsiteY627" fmla="*/ 569166 h 580995"/>
                    <a:gd name="connsiteX628" fmla="*/ 247948 w 591813"/>
                    <a:gd name="connsiteY628" fmla="*/ 569526 h 580995"/>
                    <a:gd name="connsiteX629" fmla="*/ 248352 w 591813"/>
                    <a:gd name="connsiteY629" fmla="*/ 569886 h 580995"/>
                    <a:gd name="connsiteX630" fmla="*/ 248734 w 591813"/>
                    <a:gd name="connsiteY630" fmla="*/ 570223 h 580995"/>
                    <a:gd name="connsiteX631" fmla="*/ 249139 w 591813"/>
                    <a:gd name="connsiteY631" fmla="*/ 570561 h 580995"/>
                    <a:gd name="connsiteX632" fmla="*/ 249522 w 591813"/>
                    <a:gd name="connsiteY632" fmla="*/ 570898 h 580995"/>
                    <a:gd name="connsiteX633" fmla="*/ 249926 w 591813"/>
                    <a:gd name="connsiteY633" fmla="*/ 571213 h 580995"/>
                    <a:gd name="connsiteX634" fmla="*/ 250309 w 591813"/>
                    <a:gd name="connsiteY634" fmla="*/ 571550 h 580995"/>
                    <a:gd name="connsiteX635" fmla="*/ 250714 w 591813"/>
                    <a:gd name="connsiteY635" fmla="*/ 571843 h 580995"/>
                    <a:gd name="connsiteX636" fmla="*/ 251096 w 591813"/>
                    <a:gd name="connsiteY636" fmla="*/ 572157 h 580995"/>
                    <a:gd name="connsiteX637" fmla="*/ 251501 w 591813"/>
                    <a:gd name="connsiteY637" fmla="*/ 572472 h 580995"/>
                    <a:gd name="connsiteX638" fmla="*/ 251905 w 591813"/>
                    <a:gd name="connsiteY638" fmla="*/ 572765 h 580995"/>
                    <a:gd name="connsiteX639" fmla="*/ 252288 w 591813"/>
                    <a:gd name="connsiteY639" fmla="*/ 573057 h 580995"/>
                    <a:gd name="connsiteX640" fmla="*/ 252693 w 591813"/>
                    <a:gd name="connsiteY640" fmla="*/ 573349 h 580995"/>
                    <a:gd name="connsiteX641" fmla="*/ 253075 w 591813"/>
                    <a:gd name="connsiteY641" fmla="*/ 573619 h 580995"/>
                    <a:gd name="connsiteX642" fmla="*/ 253480 w 591813"/>
                    <a:gd name="connsiteY642" fmla="*/ 573889 h 580995"/>
                    <a:gd name="connsiteX643" fmla="*/ 253862 w 591813"/>
                    <a:gd name="connsiteY643" fmla="*/ 574159 h 580995"/>
                    <a:gd name="connsiteX644" fmla="*/ 254267 w 591813"/>
                    <a:gd name="connsiteY644" fmla="*/ 574429 h 580995"/>
                    <a:gd name="connsiteX645" fmla="*/ 254650 w 591813"/>
                    <a:gd name="connsiteY645" fmla="*/ 574699 h 580995"/>
                    <a:gd name="connsiteX646" fmla="*/ 255054 w 591813"/>
                    <a:gd name="connsiteY646" fmla="*/ 574946 h 580995"/>
                    <a:gd name="connsiteX647" fmla="*/ 255459 w 591813"/>
                    <a:gd name="connsiteY647" fmla="*/ 575194 h 580995"/>
                    <a:gd name="connsiteX648" fmla="*/ 255841 w 591813"/>
                    <a:gd name="connsiteY648" fmla="*/ 575441 h 580995"/>
                    <a:gd name="connsiteX649" fmla="*/ 256246 w 591813"/>
                    <a:gd name="connsiteY649" fmla="*/ 575688 h 580995"/>
                    <a:gd name="connsiteX650" fmla="*/ 256628 w 591813"/>
                    <a:gd name="connsiteY650" fmla="*/ 575913 h 580995"/>
                    <a:gd name="connsiteX651" fmla="*/ 257033 w 591813"/>
                    <a:gd name="connsiteY651" fmla="*/ 576161 h 580995"/>
                    <a:gd name="connsiteX652" fmla="*/ 257416 w 591813"/>
                    <a:gd name="connsiteY652" fmla="*/ 576363 h 580995"/>
                    <a:gd name="connsiteX653" fmla="*/ 257820 w 591813"/>
                    <a:gd name="connsiteY653" fmla="*/ 576588 h 580995"/>
                    <a:gd name="connsiteX654" fmla="*/ 258202 w 591813"/>
                    <a:gd name="connsiteY654" fmla="*/ 576790 h 580995"/>
                    <a:gd name="connsiteX655" fmla="*/ 258608 w 591813"/>
                    <a:gd name="connsiteY655" fmla="*/ 577015 h 580995"/>
                    <a:gd name="connsiteX656" fmla="*/ 259012 w 591813"/>
                    <a:gd name="connsiteY656" fmla="*/ 577195 h 580995"/>
                    <a:gd name="connsiteX657" fmla="*/ 259395 w 591813"/>
                    <a:gd name="connsiteY657" fmla="*/ 577398 h 580995"/>
                    <a:gd name="connsiteX658" fmla="*/ 259799 w 591813"/>
                    <a:gd name="connsiteY658" fmla="*/ 577577 h 580995"/>
                    <a:gd name="connsiteX659" fmla="*/ 260182 w 591813"/>
                    <a:gd name="connsiteY659" fmla="*/ 577757 h 580995"/>
                    <a:gd name="connsiteX660" fmla="*/ 260587 w 591813"/>
                    <a:gd name="connsiteY660" fmla="*/ 577937 h 580995"/>
                    <a:gd name="connsiteX661" fmla="*/ 260969 w 591813"/>
                    <a:gd name="connsiteY661" fmla="*/ 578117 h 580995"/>
                    <a:gd name="connsiteX662" fmla="*/ 261374 w 591813"/>
                    <a:gd name="connsiteY662" fmla="*/ 578297 h 580995"/>
                    <a:gd name="connsiteX663" fmla="*/ 261756 w 591813"/>
                    <a:gd name="connsiteY663" fmla="*/ 578455 h 580995"/>
                    <a:gd name="connsiteX664" fmla="*/ 262161 w 591813"/>
                    <a:gd name="connsiteY664" fmla="*/ 578612 h 580995"/>
                    <a:gd name="connsiteX665" fmla="*/ 262566 w 591813"/>
                    <a:gd name="connsiteY665" fmla="*/ 578769 h 580995"/>
                    <a:gd name="connsiteX666" fmla="*/ 262948 w 591813"/>
                    <a:gd name="connsiteY666" fmla="*/ 578927 h 580995"/>
                    <a:gd name="connsiteX667" fmla="*/ 263353 w 591813"/>
                    <a:gd name="connsiteY667" fmla="*/ 579062 h 580995"/>
                    <a:gd name="connsiteX668" fmla="*/ 263735 w 591813"/>
                    <a:gd name="connsiteY668" fmla="*/ 579197 h 580995"/>
                    <a:gd name="connsiteX669" fmla="*/ 264140 w 591813"/>
                    <a:gd name="connsiteY669" fmla="*/ 579332 h 580995"/>
                    <a:gd name="connsiteX670" fmla="*/ 264522 w 591813"/>
                    <a:gd name="connsiteY670" fmla="*/ 579467 h 580995"/>
                    <a:gd name="connsiteX671" fmla="*/ 264927 w 591813"/>
                    <a:gd name="connsiteY671" fmla="*/ 579579 h 580995"/>
                    <a:gd name="connsiteX672" fmla="*/ 265332 w 591813"/>
                    <a:gd name="connsiteY672" fmla="*/ 579714 h 580995"/>
                    <a:gd name="connsiteX673" fmla="*/ 265714 w 591813"/>
                    <a:gd name="connsiteY673" fmla="*/ 579804 h 580995"/>
                    <a:gd name="connsiteX674" fmla="*/ 266119 w 591813"/>
                    <a:gd name="connsiteY674" fmla="*/ 579916 h 580995"/>
                    <a:gd name="connsiteX675" fmla="*/ 266502 w 591813"/>
                    <a:gd name="connsiteY675" fmla="*/ 580029 h 580995"/>
                    <a:gd name="connsiteX676" fmla="*/ 266906 w 591813"/>
                    <a:gd name="connsiteY676" fmla="*/ 580119 h 580995"/>
                    <a:gd name="connsiteX677" fmla="*/ 267288 w 591813"/>
                    <a:gd name="connsiteY677" fmla="*/ 580209 h 580995"/>
                    <a:gd name="connsiteX678" fmla="*/ 267693 w 591813"/>
                    <a:gd name="connsiteY678" fmla="*/ 580299 h 580995"/>
                    <a:gd name="connsiteX679" fmla="*/ 268076 w 591813"/>
                    <a:gd name="connsiteY679" fmla="*/ 580366 h 580995"/>
                    <a:gd name="connsiteX680" fmla="*/ 268480 w 591813"/>
                    <a:gd name="connsiteY680" fmla="*/ 580456 h 580995"/>
                    <a:gd name="connsiteX681" fmla="*/ 268885 w 591813"/>
                    <a:gd name="connsiteY681" fmla="*/ 580524 h 580995"/>
                    <a:gd name="connsiteX682" fmla="*/ 269268 w 591813"/>
                    <a:gd name="connsiteY682" fmla="*/ 580591 h 580995"/>
                    <a:gd name="connsiteX683" fmla="*/ 269672 w 591813"/>
                    <a:gd name="connsiteY683" fmla="*/ 580658 h 580995"/>
                    <a:gd name="connsiteX684" fmla="*/ 270055 w 591813"/>
                    <a:gd name="connsiteY684" fmla="*/ 580703 h 580995"/>
                    <a:gd name="connsiteX685" fmla="*/ 270459 w 591813"/>
                    <a:gd name="connsiteY685" fmla="*/ 580771 h 580995"/>
                    <a:gd name="connsiteX686" fmla="*/ 270842 w 591813"/>
                    <a:gd name="connsiteY686" fmla="*/ 580816 h 580995"/>
                    <a:gd name="connsiteX687" fmla="*/ 271247 w 591813"/>
                    <a:gd name="connsiteY687" fmla="*/ 580861 h 580995"/>
                    <a:gd name="connsiteX688" fmla="*/ 271629 w 591813"/>
                    <a:gd name="connsiteY688" fmla="*/ 580883 h 580995"/>
                    <a:gd name="connsiteX689" fmla="*/ 272034 w 591813"/>
                    <a:gd name="connsiteY689" fmla="*/ 580928 h 580995"/>
                    <a:gd name="connsiteX690" fmla="*/ 272439 w 591813"/>
                    <a:gd name="connsiteY690" fmla="*/ 580951 h 580995"/>
                    <a:gd name="connsiteX691" fmla="*/ 272821 w 591813"/>
                    <a:gd name="connsiteY691" fmla="*/ 580973 h 580995"/>
                    <a:gd name="connsiteX692" fmla="*/ 273226 w 591813"/>
                    <a:gd name="connsiteY692" fmla="*/ 580973 h 580995"/>
                    <a:gd name="connsiteX693" fmla="*/ 273608 w 591813"/>
                    <a:gd name="connsiteY693" fmla="*/ 580996 h 580995"/>
                    <a:gd name="connsiteX694" fmla="*/ 274013 w 591813"/>
                    <a:gd name="connsiteY694" fmla="*/ 580996 h 580995"/>
                    <a:gd name="connsiteX695" fmla="*/ 274395 w 591813"/>
                    <a:gd name="connsiteY695" fmla="*/ 580996 h 580995"/>
                    <a:gd name="connsiteX696" fmla="*/ 274800 w 591813"/>
                    <a:gd name="connsiteY696" fmla="*/ 580996 h 580995"/>
                    <a:gd name="connsiteX697" fmla="*/ 275182 w 591813"/>
                    <a:gd name="connsiteY697" fmla="*/ 580996 h 580995"/>
                    <a:gd name="connsiteX698" fmla="*/ 275587 w 591813"/>
                    <a:gd name="connsiteY698" fmla="*/ 580996 h 580995"/>
                    <a:gd name="connsiteX699" fmla="*/ 275992 w 591813"/>
                    <a:gd name="connsiteY699" fmla="*/ 580973 h 580995"/>
                    <a:gd name="connsiteX700" fmla="*/ 276374 w 591813"/>
                    <a:gd name="connsiteY700" fmla="*/ 580883 h 580995"/>
                    <a:gd name="connsiteX701" fmla="*/ 276779 w 591813"/>
                    <a:gd name="connsiteY701" fmla="*/ 580771 h 580995"/>
                    <a:gd name="connsiteX702" fmla="*/ 277162 w 591813"/>
                    <a:gd name="connsiteY702" fmla="*/ 580681 h 580995"/>
                    <a:gd name="connsiteX703" fmla="*/ 277566 w 591813"/>
                    <a:gd name="connsiteY703" fmla="*/ 580568 h 580995"/>
                    <a:gd name="connsiteX704" fmla="*/ 277948 w 591813"/>
                    <a:gd name="connsiteY704" fmla="*/ 580456 h 580995"/>
                    <a:gd name="connsiteX705" fmla="*/ 278353 w 591813"/>
                    <a:gd name="connsiteY705" fmla="*/ 580321 h 580995"/>
                    <a:gd name="connsiteX706" fmla="*/ 278758 w 591813"/>
                    <a:gd name="connsiteY706" fmla="*/ 580209 h 580995"/>
                    <a:gd name="connsiteX707" fmla="*/ 279140 w 591813"/>
                    <a:gd name="connsiteY707" fmla="*/ 580074 h 580995"/>
                    <a:gd name="connsiteX708" fmla="*/ 279545 w 591813"/>
                    <a:gd name="connsiteY708" fmla="*/ 579939 h 580995"/>
                    <a:gd name="connsiteX709" fmla="*/ 279928 w 591813"/>
                    <a:gd name="connsiteY709" fmla="*/ 579804 h 580995"/>
                    <a:gd name="connsiteX710" fmla="*/ 280332 w 591813"/>
                    <a:gd name="connsiteY710" fmla="*/ 579669 h 580995"/>
                    <a:gd name="connsiteX711" fmla="*/ 280715 w 591813"/>
                    <a:gd name="connsiteY711" fmla="*/ 579534 h 580995"/>
                    <a:gd name="connsiteX712" fmla="*/ 281120 w 591813"/>
                    <a:gd name="connsiteY712" fmla="*/ 579377 h 580995"/>
                    <a:gd name="connsiteX713" fmla="*/ 281502 w 591813"/>
                    <a:gd name="connsiteY713" fmla="*/ 579219 h 580995"/>
                    <a:gd name="connsiteX714" fmla="*/ 281907 w 591813"/>
                    <a:gd name="connsiteY714" fmla="*/ 579062 h 580995"/>
                    <a:gd name="connsiteX715" fmla="*/ 282311 w 591813"/>
                    <a:gd name="connsiteY715" fmla="*/ 578904 h 580995"/>
                    <a:gd name="connsiteX716" fmla="*/ 282694 w 591813"/>
                    <a:gd name="connsiteY716" fmla="*/ 578747 h 580995"/>
                    <a:gd name="connsiteX717" fmla="*/ 283076 w 591813"/>
                    <a:gd name="connsiteY717" fmla="*/ 578567 h 580995"/>
                    <a:gd name="connsiteX718" fmla="*/ 283481 w 591813"/>
                    <a:gd name="connsiteY718" fmla="*/ 578410 h 580995"/>
                    <a:gd name="connsiteX719" fmla="*/ 283886 w 591813"/>
                    <a:gd name="connsiteY719" fmla="*/ 578230 h 580995"/>
                    <a:gd name="connsiteX720" fmla="*/ 284246 w 591813"/>
                    <a:gd name="connsiteY720" fmla="*/ 578050 h 580995"/>
                    <a:gd name="connsiteX721" fmla="*/ 284673 w 591813"/>
                    <a:gd name="connsiteY721" fmla="*/ 577870 h 580995"/>
                    <a:gd name="connsiteX722" fmla="*/ 285033 w 591813"/>
                    <a:gd name="connsiteY722" fmla="*/ 577690 h 580995"/>
                    <a:gd name="connsiteX723" fmla="*/ 285438 w 591813"/>
                    <a:gd name="connsiteY723" fmla="*/ 577510 h 580995"/>
                    <a:gd name="connsiteX724" fmla="*/ 285842 w 591813"/>
                    <a:gd name="connsiteY724" fmla="*/ 577330 h 580995"/>
                    <a:gd name="connsiteX725" fmla="*/ 286224 w 591813"/>
                    <a:gd name="connsiteY725" fmla="*/ 577128 h 580995"/>
                    <a:gd name="connsiteX726" fmla="*/ 286630 w 591813"/>
                    <a:gd name="connsiteY726" fmla="*/ 576948 h 580995"/>
                    <a:gd name="connsiteX727" fmla="*/ 287012 w 591813"/>
                    <a:gd name="connsiteY727" fmla="*/ 576745 h 580995"/>
                    <a:gd name="connsiteX728" fmla="*/ 287416 w 591813"/>
                    <a:gd name="connsiteY728" fmla="*/ 576543 h 580995"/>
                    <a:gd name="connsiteX729" fmla="*/ 287799 w 591813"/>
                    <a:gd name="connsiteY729" fmla="*/ 576341 h 580995"/>
                    <a:gd name="connsiteX730" fmla="*/ 288204 w 591813"/>
                    <a:gd name="connsiteY730" fmla="*/ 576138 h 580995"/>
                    <a:gd name="connsiteX731" fmla="*/ 288586 w 591813"/>
                    <a:gd name="connsiteY731" fmla="*/ 575936 h 580995"/>
                    <a:gd name="connsiteX732" fmla="*/ 288991 w 591813"/>
                    <a:gd name="connsiteY732" fmla="*/ 575711 h 580995"/>
                    <a:gd name="connsiteX733" fmla="*/ 289396 w 591813"/>
                    <a:gd name="connsiteY733" fmla="*/ 575508 h 580995"/>
                    <a:gd name="connsiteX734" fmla="*/ 289778 w 591813"/>
                    <a:gd name="connsiteY734" fmla="*/ 575284 h 580995"/>
                    <a:gd name="connsiteX735" fmla="*/ 290183 w 591813"/>
                    <a:gd name="connsiteY735" fmla="*/ 575059 h 580995"/>
                    <a:gd name="connsiteX736" fmla="*/ 290565 w 591813"/>
                    <a:gd name="connsiteY736" fmla="*/ 574834 h 580995"/>
                    <a:gd name="connsiteX737" fmla="*/ 290970 w 591813"/>
                    <a:gd name="connsiteY737" fmla="*/ 574609 h 580995"/>
                    <a:gd name="connsiteX738" fmla="*/ 291352 w 591813"/>
                    <a:gd name="connsiteY738" fmla="*/ 574384 h 580995"/>
                    <a:gd name="connsiteX739" fmla="*/ 291757 w 591813"/>
                    <a:gd name="connsiteY739" fmla="*/ 574159 h 580995"/>
                    <a:gd name="connsiteX740" fmla="*/ 292139 w 591813"/>
                    <a:gd name="connsiteY740" fmla="*/ 573934 h 580995"/>
                    <a:gd name="connsiteX741" fmla="*/ 292544 w 591813"/>
                    <a:gd name="connsiteY741" fmla="*/ 573687 h 580995"/>
                    <a:gd name="connsiteX742" fmla="*/ 292949 w 591813"/>
                    <a:gd name="connsiteY742" fmla="*/ 573439 h 580995"/>
                    <a:gd name="connsiteX743" fmla="*/ 293331 w 591813"/>
                    <a:gd name="connsiteY743" fmla="*/ 573192 h 580995"/>
                    <a:gd name="connsiteX744" fmla="*/ 293736 w 591813"/>
                    <a:gd name="connsiteY744" fmla="*/ 572945 h 580995"/>
                    <a:gd name="connsiteX745" fmla="*/ 294118 w 591813"/>
                    <a:gd name="connsiteY745" fmla="*/ 572697 h 580995"/>
                    <a:gd name="connsiteX746" fmla="*/ 294524 w 591813"/>
                    <a:gd name="connsiteY746" fmla="*/ 572427 h 580995"/>
                    <a:gd name="connsiteX747" fmla="*/ 294906 w 591813"/>
                    <a:gd name="connsiteY747" fmla="*/ 572157 h 580995"/>
                    <a:gd name="connsiteX748" fmla="*/ 295310 w 591813"/>
                    <a:gd name="connsiteY748" fmla="*/ 571888 h 580995"/>
                    <a:gd name="connsiteX749" fmla="*/ 295716 w 591813"/>
                    <a:gd name="connsiteY749" fmla="*/ 571618 h 580995"/>
                    <a:gd name="connsiteX750" fmla="*/ 296098 w 591813"/>
                    <a:gd name="connsiteY750" fmla="*/ 571708 h 580995"/>
                    <a:gd name="connsiteX751" fmla="*/ 296502 w 591813"/>
                    <a:gd name="connsiteY751" fmla="*/ 572292 h 580995"/>
                    <a:gd name="connsiteX752" fmla="*/ 296884 w 591813"/>
                    <a:gd name="connsiteY752" fmla="*/ 572022 h 580995"/>
                    <a:gd name="connsiteX753" fmla="*/ 297290 w 591813"/>
                    <a:gd name="connsiteY753" fmla="*/ 571753 h 580995"/>
                    <a:gd name="connsiteX754" fmla="*/ 297672 w 591813"/>
                    <a:gd name="connsiteY754" fmla="*/ 571483 h 580995"/>
                    <a:gd name="connsiteX755" fmla="*/ 298076 w 591813"/>
                    <a:gd name="connsiteY755" fmla="*/ 571190 h 580995"/>
                    <a:gd name="connsiteX756" fmla="*/ 298459 w 591813"/>
                    <a:gd name="connsiteY756" fmla="*/ 570921 h 580995"/>
                    <a:gd name="connsiteX757" fmla="*/ 298864 w 591813"/>
                    <a:gd name="connsiteY757" fmla="*/ 570628 h 580995"/>
                    <a:gd name="connsiteX758" fmla="*/ 299269 w 591813"/>
                    <a:gd name="connsiteY758" fmla="*/ 570336 h 580995"/>
                    <a:gd name="connsiteX759" fmla="*/ 299651 w 591813"/>
                    <a:gd name="connsiteY759" fmla="*/ 570043 h 580995"/>
                    <a:gd name="connsiteX760" fmla="*/ 300056 w 591813"/>
                    <a:gd name="connsiteY760" fmla="*/ 569751 h 580995"/>
                    <a:gd name="connsiteX761" fmla="*/ 300438 w 591813"/>
                    <a:gd name="connsiteY761" fmla="*/ 569436 h 580995"/>
                    <a:gd name="connsiteX762" fmla="*/ 300843 w 591813"/>
                    <a:gd name="connsiteY762" fmla="*/ 569144 h 580995"/>
                    <a:gd name="connsiteX763" fmla="*/ 301225 w 591813"/>
                    <a:gd name="connsiteY763" fmla="*/ 568829 h 580995"/>
                    <a:gd name="connsiteX764" fmla="*/ 301630 w 591813"/>
                    <a:gd name="connsiteY764" fmla="*/ 568537 h 580995"/>
                    <a:gd name="connsiteX765" fmla="*/ 302012 w 591813"/>
                    <a:gd name="connsiteY765" fmla="*/ 568222 h 580995"/>
                    <a:gd name="connsiteX766" fmla="*/ 302417 w 591813"/>
                    <a:gd name="connsiteY766" fmla="*/ 567907 h 580995"/>
                    <a:gd name="connsiteX767" fmla="*/ 302822 w 591813"/>
                    <a:gd name="connsiteY767" fmla="*/ 567592 h 580995"/>
                    <a:gd name="connsiteX768" fmla="*/ 303204 w 591813"/>
                    <a:gd name="connsiteY768" fmla="*/ 567255 h 580995"/>
                    <a:gd name="connsiteX769" fmla="*/ 303609 w 591813"/>
                    <a:gd name="connsiteY769" fmla="*/ 566940 h 580995"/>
                    <a:gd name="connsiteX770" fmla="*/ 303992 w 591813"/>
                    <a:gd name="connsiteY770" fmla="*/ 566602 h 580995"/>
                    <a:gd name="connsiteX771" fmla="*/ 304396 w 591813"/>
                    <a:gd name="connsiteY771" fmla="*/ 566265 h 580995"/>
                    <a:gd name="connsiteX772" fmla="*/ 304778 w 591813"/>
                    <a:gd name="connsiteY772" fmla="*/ 565950 h 580995"/>
                    <a:gd name="connsiteX773" fmla="*/ 305184 w 591813"/>
                    <a:gd name="connsiteY773" fmla="*/ 565613 h 580995"/>
                    <a:gd name="connsiteX774" fmla="*/ 305566 w 591813"/>
                    <a:gd name="connsiteY774" fmla="*/ 565253 h 580995"/>
                    <a:gd name="connsiteX775" fmla="*/ 305970 w 591813"/>
                    <a:gd name="connsiteY775" fmla="*/ 564916 h 580995"/>
                    <a:gd name="connsiteX776" fmla="*/ 306376 w 591813"/>
                    <a:gd name="connsiteY776" fmla="*/ 564578 h 580995"/>
                    <a:gd name="connsiteX777" fmla="*/ 306758 w 591813"/>
                    <a:gd name="connsiteY777" fmla="*/ 564219 h 580995"/>
                    <a:gd name="connsiteX778" fmla="*/ 307162 w 591813"/>
                    <a:gd name="connsiteY778" fmla="*/ 563881 h 580995"/>
                    <a:gd name="connsiteX779" fmla="*/ 307545 w 591813"/>
                    <a:gd name="connsiteY779" fmla="*/ 563521 h 580995"/>
                    <a:gd name="connsiteX780" fmla="*/ 307950 w 591813"/>
                    <a:gd name="connsiteY780" fmla="*/ 563162 h 580995"/>
                    <a:gd name="connsiteX781" fmla="*/ 308332 w 591813"/>
                    <a:gd name="connsiteY781" fmla="*/ 562802 h 580995"/>
                    <a:gd name="connsiteX782" fmla="*/ 308737 w 591813"/>
                    <a:gd name="connsiteY782" fmla="*/ 562442 h 580995"/>
                    <a:gd name="connsiteX783" fmla="*/ 309142 w 591813"/>
                    <a:gd name="connsiteY783" fmla="*/ 562082 h 580995"/>
                    <a:gd name="connsiteX784" fmla="*/ 309524 w 591813"/>
                    <a:gd name="connsiteY784" fmla="*/ 561722 h 580995"/>
                    <a:gd name="connsiteX785" fmla="*/ 309929 w 591813"/>
                    <a:gd name="connsiteY785" fmla="*/ 561362 h 580995"/>
                    <a:gd name="connsiteX786" fmla="*/ 310311 w 591813"/>
                    <a:gd name="connsiteY786" fmla="*/ 560980 h 580995"/>
                    <a:gd name="connsiteX787" fmla="*/ 310716 w 591813"/>
                    <a:gd name="connsiteY787" fmla="*/ 560620 h 580995"/>
                    <a:gd name="connsiteX788" fmla="*/ 311098 w 591813"/>
                    <a:gd name="connsiteY788" fmla="*/ 560238 h 580995"/>
                    <a:gd name="connsiteX789" fmla="*/ 311503 w 591813"/>
                    <a:gd name="connsiteY789" fmla="*/ 559856 h 580995"/>
                    <a:gd name="connsiteX790" fmla="*/ 311885 w 591813"/>
                    <a:gd name="connsiteY790" fmla="*/ 559473 h 580995"/>
                    <a:gd name="connsiteX791" fmla="*/ 312290 w 591813"/>
                    <a:gd name="connsiteY791" fmla="*/ 559091 h 580995"/>
                    <a:gd name="connsiteX792" fmla="*/ 312695 w 591813"/>
                    <a:gd name="connsiteY792" fmla="*/ 558709 h 580995"/>
                    <a:gd name="connsiteX793" fmla="*/ 313077 w 591813"/>
                    <a:gd name="connsiteY793" fmla="*/ 558304 h 580995"/>
                    <a:gd name="connsiteX794" fmla="*/ 313482 w 591813"/>
                    <a:gd name="connsiteY794" fmla="*/ 557922 h 580995"/>
                    <a:gd name="connsiteX795" fmla="*/ 313864 w 591813"/>
                    <a:gd name="connsiteY795" fmla="*/ 557517 h 580995"/>
                    <a:gd name="connsiteX796" fmla="*/ 314269 w 591813"/>
                    <a:gd name="connsiteY796" fmla="*/ 557112 h 580995"/>
                    <a:gd name="connsiteX797" fmla="*/ 314652 w 591813"/>
                    <a:gd name="connsiteY797" fmla="*/ 556707 h 580995"/>
                    <a:gd name="connsiteX798" fmla="*/ 315056 w 591813"/>
                    <a:gd name="connsiteY798" fmla="*/ 556302 h 580995"/>
                    <a:gd name="connsiteX799" fmla="*/ 315438 w 591813"/>
                    <a:gd name="connsiteY799" fmla="*/ 555897 h 580995"/>
                    <a:gd name="connsiteX800" fmla="*/ 315844 w 591813"/>
                    <a:gd name="connsiteY800" fmla="*/ 555470 h 580995"/>
                    <a:gd name="connsiteX801" fmla="*/ 316248 w 591813"/>
                    <a:gd name="connsiteY801" fmla="*/ 555043 h 580995"/>
                    <a:gd name="connsiteX802" fmla="*/ 316630 w 591813"/>
                    <a:gd name="connsiteY802" fmla="*/ 554638 h 580995"/>
                    <a:gd name="connsiteX803" fmla="*/ 317036 w 591813"/>
                    <a:gd name="connsiteY803" fmla="*/ 554211 h 580995"/>
                    <a:gd name="connsiteX804" fmla="*/ 317418 w 591813"/>
                    <a:gd name="connsiteY804" fmla="*/ 553783 h 580995"/>
                    <a:gd name="connsiteX805" fmla="*/ 317822 w 591813"/>
                    <a:gd name="connsiteY805" fmla="*/ 553356 h 580995"/>
                    <a:gd name="connsiteX806" fmla="*/ 318205 w 591813"/>
                    <a:gd name="connsiteY806" fmla="*/ 552906 h 580995"/>
                    <a:gd name="connsiteX807" fmla="*/ 318610 w 591813"/>
                    <a:gd name="connsiteY807" fmla="*/ 552479 h 580995"/>
                    <a:gd name="connsiteX808" fmla="*/ 318992 w 591813"/>
                    <a:gd name="connsiteY808" fmla="*/ 552052 h 580995"/>
                    <a:gd name="connsiteX809" fmla="*/ 319397 w 591813"/>
                    <a:gd name="connsiteY809" fmla="*/ 551602 h 580995"/>
                    <a:gd name="connsiteX810" fmla="*/ 319802 w 591813"/>
                    <a:gd name="connsiteY810" fmla="*/ 551152 h 580995"/>
                    <a:gd name="connsiteX811" fmla="*/ 320184 w 591813"/>
                    <a:gd name="connsiteY811" fmla="*/ 550702 h 580995"/>
                    <a:gd name="connsiteX812" fmla="*/ 320589 w 591813"/>
                    <a:gd name="connsiteY812" fmla="*/ 550253 h 580995"/>
                    <a:gd name="connsiteX813" fmla="*/ 320971 w 591813"/>
                    <a:gd name="connsiteY813" fmla="*/ 549803 h 580995"/>
                    <a:gd name="connsiteX814" fmla="*/ 321376 w 591813"/>
                    <a:gd name="connsiteY814" fmla="*/ 549353 h 580995"/>
                    <a:gd name="connsiteX815" fmla="*/ 321758 w 591813"/>
                    <a:gd name="connsiteY815" fmla="*/ 548881 h 580995"/>
                    <a:gd name="connsiteX816" fmla="*/ 322163 w 591813"/>
                    <a:gd name="connsiteY816" fmla="*/ 548431 h 580995"/>
                    <a:gd name="connsiteX817" fmla="*/ 322545 w 591813"/>
                    <a:gd name="connsiteY817" fmla="*/ 547959 h 580995"/>
                    <a:gd name="connsiteX818" fmla="*/ 322950 w 591813"/>
                    <a:gd name="connsiteY818" fmla="*/ 547509 h 580995"/>
                    <a:gd name="connsiteX819" fmla="*/ 323355 w 591813"/>
                    <a:gd name="connsiteY819" fmla="*/ 547037 h 580995"/>
                    <a:gd name="connsiteX820" fmla="*/ 323737 w 591813"/>
                    <a:gd name="connsiteY820" fmla="*/ 546564 h 580995"/>
                    <a:gd name="connsiteX821" fmla="*/ 324142 w 591813"/>
                    <a:gd name="connsiteY821" fmla="*/ 546092 h 580995"/>
                    <a:gd name="connsiteX822" fmla="*/ 324524 w 591813"/>
                    <a:gd name="connsiteY822" fmla="*/ 545620 h 580995"/>
                    <a:gd name="connsiteX823" fmla="*/ 324929 w 591813"/>
                    <a:gd name="connsiteY823" fmla="*/ 545147 h 580995"/>
                    <a:gd name="connsiteX824" fmla="*/ 325312 w 591813"/>
                    <a:gd name="connsiteY824" fmla="*/ 544675 h 580995"/>
                    <a:gd name="connsiteX825" fmla="*/ 325716 w 591813"/>
                    <a:gd name="connsiteY825" fmla="*/ 544203 h 580995"/>
                    <a:gd name="connsiteX826" fmla="*/ 326121 w 591813"/>
                    <a:gd name="connsiteY826" fmla="*/ 543731 h 580995"/>
                    <a:gd name="connsiteX827" fmla="*/ 326504 w 591813"/>
                    <a:gd name="connsiteY827" fmla="*/ 543258 h 580995"/>
                    <a:gd name="connsiteX828" fmla="*/ 326908 w 591813"/>
                    <a:gd name="connsiteY828" fmla="*/ 542786 h 580995"/>
                    <a:gd name="connsiteX829" fmla="*/ 327290 w 591813"/>
                    <a:gd name="connsiteY829" fmla="*/ 542314 h 580995"/>
                    <a:gd name="connsiteX830" fmla="*/ 327696 w 591813"/>
                    <a:gd name="connsiteY830" fmla="*/ 541842 h 580995"/>
                    <a:gd name="connsiteX831" fmla="*/ 328078 w 591813"/>
                    <a:gd name="connsiteY831" fmla="*/ 541369 h 580995"/>
                    <a:gd name="connsiteX832" fmla="*/ 328482 w 591813"/>
                    <a:gd name="connsiteY832" fmla="*/ 540874 h 580995"/>
                    <a:gd name="connsiteX833" fmla="*/ 328865 w 591813"/>
                    <a:gd name="connsiteY833" fmla="*/ 540402 h 580995"/>
                    <a:gd name="connsiteX834" fmla="*/ 329270 w 591813"/>
                    <a:gd name="connsiteY834" fmla="*/ 539930 h 580995"/>
                    <a:gd name="connsiteX835" fmla="*/ 329674 w 591813"/>
                    <a:gd name="connsiteY835" fmla="*/ 539435 h 580995"/>
                    <a:gd name="connsiteX836" fmla="*/ 330057 w 591813"/>
                    <a:gd name="connsiteY836" fmla="*/ 538940 h 580995"/>
                    <a:gd name="connsiteX837" fmla="*/ 330462 w 591813"/>
                    <a:gd name="connsiteY837" fmla="*/ 538468 h 580995"/>
                    <a:gd name="connsiteX838" fmla="*/ 330844 w 591813"/>
                    <a:gd name="connsiteY838" fmla="*/ 537973 h 580995"/>
                    <a:gd name="connsiteX839" fmla="*/ 331249 w 591813"/>
                    <a:gd name="connsiteY839" fmla="*/ 537479 h 580995"/>
                    <a:gd name="connsiteX840" fmla="*/ 331631 w 591813"/>
                    <a:gd name="connsiteY840" fmla="*/ 536984 h 580995"/>
                    <a:gd name="connsiteX841" fmla="*/ 332036 w 591813"/>
                    <a:gd name="connsiteY841" fmla="*/ 536511 h 580995"/>
                    <a:gd name="connsiteX842" fmla="*/ 332418 w 591813"/>
                    <a:gd name="connsiteY842" fmla="*/ 536017 h 580995"/>
                    <a:gd name="connsiteX843" fmla="*/ 332823 w 591813"/>
                    <a:gd name="connsiteY843" fmla="*/ 535522 h 580995"/>
                    <a:gd name="connsiteX844" fmla="*/ 333228 w 591813"/>
                    <a:gd name="connsiteY844" fmla="*/ 535027 h 580995"/>
                    <a:gd name="connsiteX845" fmla="*/ 333610 w 591813"/>
                    <a:gd name="connsiteY845" fmla="*/ 534510 h 580995"/>
                    <a:gd name="connsiteX846" fmla="*/ 334015 w 591813"/>
                    <a:gd name="connsiteY846" fmla="*/ 534015 h 580995"/>
                    <a:gd name="connsiteX847" fmla="*/ 334397 w 591813"/>
                    <a:gd name="connsiteY847" fmla="*/ 533520 h 580995"/>
                    <a:gd name="connsiteX848" fmla="*/ 334802 w 591813"/>
                    <a:gd name="connsiteY848" fmla="*/ 533003 h 580995"/>
                    <a:gd name="connsiteX849" fmla="*/ 335184 w 591813"/>
                    <a:gd name="connsiteY849" fmla="*/ 532508 h 580995"/>
                    <a:gd name="connsiteX850" fmla="*/ 335590 w 591813"/>
                    <a:gd name="connsiteY850" fmla="*/ 531991 h 580995"/>
                    <a:gd name="connsiteX851" fmla="*/ 335972 w 591813"/>
                    <a:gd name="connsiteY851" fmla="*/ 531474 h 580995"/>
                    <a:gd name="connsiteX852" fmla="*/ 336376 w 591813"/>
                    <a:gd name="connsiteY852" fmla="*/ 530956 h 580995"/>
                    <a:gd name="connsiteX853" fmla="*/ 336782 w 591813"/>
                    <a:gd name="connsiteY853" fmla="*/ 530439 h 580995"/>
                    <a:gd name="connsiteX854" fmla="*/ 337164 w 591813"/>
                    <a:gd name="connsiteY854" fmla="*/ 529922 h 580995"/>
                    <a:gd name="connsiteX855" fmla="*/ 337568 w 591813"/>
                    <a:gd name="connsiteY855" fmla="*/ 529382 h 580995"/>
                    <a:gd name="connsiteX856" fmla="*/ 337950 w 591813"/>
                    <a:gd name="connsiteY856" fmla="*/ 528865 h 580995"/>
                    <a:gd name="connsiteX857" fmla="*/ 338356 w 591813"/>
                    <a:gd name="connsiteY857" fmla="*/ 528325 h 580995"/>
                    <a:gd name="connsiteX858" fmla="*/ 338738 w 591813"/>
                    <a:gd name="connsiteY858" fmla="*/ 527786 h 580995"/>
                    <a:gd name="connsiteX859" fmla="*/ 339142 w 591813"/>
                    <a:gd name="connsiteY859" fmla="*/ 527246 h 580995"/>
                    <a:gd name="connsiteX860" fmla="*/ 339548 w 591813"/>
                    <a:gd name="connsiteY860" fmla="*/ 526706 h 580995"/>
                    <a:gd name="connsiteX861" fmla="*/ 339930 w 591813"/>
                    <a:gd name="connsiteY861" fmla="*/ 526166 h 580995"/>
                    <a:gd name="connsiteX862" fmla="*/ 340335 w 591813"/>
                    <a:gd name="connsiteY862" fmla="*/ 525626 h 580995"/>
                    <a:gd name="connsiteX863" fmla="*/ 340717 w 591813"/>
                    <a:gd name="connsiteY863" fmla="*/ 525064 h 580995"/>
                    <a:gd name="connsiteX864" fmla="*/ 341122 w 591813"/>
                    <a:gd name="connsiteY864" fmla="*/ 524525 h 580995"/>
                    <a:gd name="connsiteX865" fmla="*/ 341504 w 591813"/>
                    <a:gd name="connsiteY865" fmla="*/ 523985 h 580995"/>
                    <a:gd name="connsiteX866" fmla="*/ 341909 w 591813"/>
                    <a:gd name="connsiteY866" fmla="*/ 523423 h 580995"/>
                    <a:gd name="connsiteX867" fmla="*/ 342291 w 591813"/>
                    <a:gd name="connsiteY867" fmla="*/ 522860 h 580995"/>
                    <a:gd name="connsiteX868" fmla="*/ 342696 w 591813"/>
                    <a:gd name="connsiteY868" fmla="*/ 522298 h 580995"/>
                    <a:gd name="connsiteX869" fmla="*/ 343101 w 591813"/>
                    <a:gd name="connsiteY869" fmla="*/ 521758 h 580995"/>
                    <a:gd name="connsiteX870" fmla="*/ 343483 w 591813"/>
                    <a:gd name="connsiteY870" fmla="*/ 521196 h 580995"/>
                    <a:gd name="connsiteX871" fmla="*/ 343888 w 591813"/>
                    <a:gd name="connsiteY871" fmla="*/ 520611 h 580995"/>
                    <a:gd name="connsiteX872" fmla="*/ 344270 w 591813"/>
                    <a:gd name="connsiteY872" fmla="*/ 520049 h 580995"/>
                    <a:gd name="connsiteX873" fmla="*/ 344675 w 591813"/>
                    <a:gd name="connsiteY873" fmla="*/ 519487 h 580995"/>
                    <a:gd name="connsiteX874" fmla="*/ 345058 w 591813"/>
                    <a:gd name="connsiteY874" fmla="*/ 518925 h 580995"/>
                    <a:gd name="connsiteX875" fmla="*/ 345462 w 591813"/>
                    <a:gd name="connsiteY875" fmla="*/ 518340 h 580995"/>
                    <a:gd name="connsiteX876" fmla="*/ 345844 w 591813"/>
                    <a:gd name="connsiteY876" fmla="*/ 517778 h 580995"/>
                    <a:gd name="connsiteX877" fmla="*/ 346250 w 591813"/>
                    <a:gd name="connsiteY877" fmla="*/ 517193 h 580995"/>
                    <a:gd name="connsiteX878" fmla="*/ 346654 w 591813"/>
                    <a:gd name="connsiteY878" fmla="*/ 516608 h 580995"/>
                    <a:gd name="connsiteX879" fmla="*/ 347036 w 591813"/>
                    <a:gd name="connsiteY879" fmla="*/ 516046 h 580995"/>
                    <a:gd name="connsiteX880" fmla="*/ 347442 w 591813"/>
                    <a:gd name="connsiteY880" fmla="*/ 515461 h 580995"/>
                    <a:gd name="connsiteX881" fmla="*/ 347824 w 591813"/>
                    <a:gd name="connsiteY881" fmla="*/ 514876 h 580995"/>
                    <a:gd name="connsiteX882" fmla="*/ 348228 w 591813"/>
                    <a:gd name="connsiteY882" fmla="*/ 514292 h 580995"/>
                    <a:gd name="connsiteX883" fmla="*/ 348611 w 591813"/>
                    <a:gd name="connsiteY883" fmla="*/ 513707 h 580995"/>
                    <a:gd name="connsiteX884" fmla="*/ 349016 w 591813"/>
                    <a:gd name="connsiteY884" fmla="*/ 513100 h 580995"/>
                    <a:gd name="connsiteX885" fmla="*/ 349398 w 591813"/>
                    <a:gd name="connsiteY885" fmla="*/ 512515 h 580995"/>
                    <a:gd name="connsiteX886" fmla="*/ 349803 w 591813"/>
                    <a:gd name="connsiteY886" fmla="*/ 511930 h 580995"/>
                    <a:gd name="connsiteX887" fmla="*/ 350208 w 591813"/>
                    <a:gd name="connsiteY887" fmla="*/ 511323 h 580995"/>
                    <a:gd name="connsiteX888" fmla="*/ 350590 w 591813"/>
                    <a:gd name="connsiteY888" fmla="*/ 510716 h 580995"/>
                    <a:gd name="connsiteX889" fmla="*/ 350995 w 591813"/>
                    <a:gd name="connsiteY889" fmla="*/ 510109 h 580995"/>
                    <a:gd name="connsiteX890" fmla="*/ 351377 w 591813"/>
                    <a:gd name="connsiteY890" fmla="*/ 509501 h 580995"/>
                    <a:gd name="connsiteX891" fmla="*/ 351782 w 591813"/>
                    <a:gd name="connsiteY891" fmla="*/ 508894 h 580995"/>
                    <a:gd name="connsiteX892" fmla="*/ 352164 w 591813"/>
                    <a:gd name="connsiteY892" fmla="*/ 508287 h 580995"/>
                    <a:gd name="connsiteX893" fmla="*/ 352569 w 591813"/>
                    <a:gd name="connsiteY893" fmla="*/ 507680 h 580995"/>
                    <a:gd name="connsiteX894" fmla="*/ 352951 w 591813"/>
                    <a:gd name="connsiteY894" fmla="*/ 507050 h 580995"/>
                    <a:gd name="connsiteX895" fmla="*/ 353356 w 591813"/>
                    <a:gd name="connsiteY895" fmla="*/ 506420 h 580995"/>
                    <a:gd name="connsiteX896" fmla="*/ 353761 w 591813"/>
                    <a:gd name="connsiteY896" fmla="*/ 505813 h 580995"/>
                    <a:gd name="connsiteX897" fmla="*/ 354143 w 591813"/>
                    <a:gd name="connsiteY897" fmla="*/ 505183 h 580995"/>
                    <a:gd name="connsiteX898" fmla="*/ 354548 w 591813"/>
                    <a:gd name="connsiteY898" fmla="*/ 504554 h 580995"/>
                    <a:gd name="connsiteX899" fmla="*/ 354930 w 591813"/>
                    <a:gd name="connsiteY899" fmla="*/ 503924 h 580995"/>
                    <a:gd name="connsiteX900" fmla="*/ 355335 w 591813"/>
                    <a:gd name="connsiteY900" fmla="*/ 503294 h 580995"/>
                    <a:gd name="connsiteX901" fmla="*/ 355718 w 591813"/>
                    <a:gd name="connsiteY901" fmla="*/ 502642 h 580995"/>
                    <a:gd name="connsiteX902" fmla="*/ 356122 w 591813"/>
                    <a:gd name="connsiteY902" fmla="*/ 502012 h 580995"/>
                    <a:gd name="connsiteX903" fmla="*/ 356527 w 591813"/>
                    <a:gd name="connsiteY903" fmla="*/ 501383 h 580995"/>
                    <a:gd name="connsiteX904" fmla="*/ 356910 w 591813"/>
                    <a:gd name="connsiteY904" fmla="*/ 500730 h 580995"/>
                    <a:gd name="connsiteX905" fmla="*/ 357314 w 591813"/>
                    <a:gd name="connsiteY905" fmla="*/ 500078 h 580995"/>
                    <a:gd name="connsiteX906" fmla="*/ 357696 w 591813"/>
                    <a:gd name="connsiteY906" fmla="*/ 499449 h 580995"/>
                    <a:gd name="connsiteX907" fmla="*/ 358102 w 591813"/>
                    <a:gd name="connsiteY907" fmla="*/ 498796 h 580995"/>
                    <a:gd name="connsiteX908" fmla="*/ 358484 w 591813"/>
                    <a:gd name="connsiteY908" fmla="*/ 498144 h 580995"/>
                    <a:gd name="connsiteX909" fmla="*/ 358888 w 591813"/>
                    <a:gd name="connsiteY909" fmla="*/ 497492 h 580995"/>
                    <a:gd name="connsiteX910" fmla="*/ 359271 w 591813"/>
                    <a:gd name="connsiteY910" fmla="*/ 496840 h 580995"/>
                    <a:gd name="connsiteX911" fmla="*/ 359676 w 591813"/>
                    <a:gd name="connsiteY911" fmla="*/ 496165 h 580995"/>
                    <a:gd name="connsiteX912" fmla="*/ 360080 w 591813"/>
                    <a:gd name="connsiteY912" fmla="*/ 495513 h 580995"/>
                    <a:gd name="connsiteX913" fmla="*/ 360463 w 591813"/>
                    <a:gd name="connsiteY913" fmla="*/ 494861 h 580995"/>
                    <a:gd name="connsiteX914" fmla="*/ 360868 w 591813"/>
                    <a:gd name="connsiteY914" fmla="*/ 494186 h 580995"/>
                    <a:gd name="connsiteX915" fmla="*/ 361250 w 591813"/>
                    <a:gd name="connsiteY915" fmla="*/ 493534 h 580995"/>
                    <a:gd name="connsiteX916" fmla="*/ 361655 w 591813"/>
                    <a:gd name="connsiteY916" fmla="*/ 492859 h 580995"/>
                    <a:gd name="connsiteX917" fmla="*/ 362037 w 591813"/>
                    <a:gd name="connsiteY917" fmla="*/ 492184 h 580995"/>
                    <a:gd name="connsiteX918" fmla="*/ 362442 w 591813"/>
                    <a:gd name="connsiteY918" fmla="*/ 491532 h 580995"/>
                    <a:gd name="connsiteX919" fmla="*/ 362824 w 591813"/>
                    <a:gd name="connsiteY919" fmla="*/ 490858 h 580995"/>
                    <a:gd name="connsiteX920" fmla="*/ 363229 w 591813"/>
                    <a:gd name="connsiteY920" fmla="*/ 490183 h 580995"/>
                    <a:gd name="connsiteX921" fmla="*/ 363634 w 591813"/>
                    <a:gd name="connsiteY921" fmla="*/ 489486 h 580995"/>
                    <a:gd name="connsiteX922" fmla="*/ 364016 w 591813"/>
                    <a:gd name="connsiteY922" fmla="*/ 488811 h 580995"/>
                    <a:gd name="connsiteX923" fmla="*/ 364421 w 591813"/>
                    <a:gd name="connsiteY923" fmla="*/ 488136 h 580995"/>
                    <a:gd name="connsiteX924" fmla="*/ 364803 w 591813"/>
                    <a:gd name="connsiteY924" fmla="*/ 487462 h 580995"/>
                    <a:gd name="connsiteX925" fmla="*/ 365208 w 591813"/>
                    <a:gd name="connsiteY925" fmla="*/ 486764 h 580995"/>
                    <a:gd name="connsiteX926" fmla="*/ 365590 w 591813"/>
                    <a:gd name="connsiteY926" fmla="*/ 486067 h 580995"/>
                    <a:gd name="connsiteX927" fmla="*/ 365995 w 591813"/>
                    <a:gd name="connsiteY927" fmla="*/ 485393 h 580995"/>
                    <a:gd name="connsiteX928" fmla="*/ 366378 w 591813"/>
                    <a:gd name="connsiteY928" fmla="*/ 484695 h 580995"/>
                    <a:gd name="connsiteX929" fmla="*/ 366782 w 591813"/>
                    <a:gd name="connsiteY929" fmla="*/ 484021 h 580995"/>
                    <a:gd name="connsiteX930" fmla="*/ 367187 w 591813"/>
                    <a:gd name="connsiteY930" fmla="*/ 483324 h 580995"/>
                    <a:gd name="connsiteX931" fmla="*/ 367570 w 591813"/>
                    <a:gd name="connsiteY931" fmla="*/ 482626 h 580995"/>
                    <a:gd name="connsiteX932" fmla="*/ 367974 w 591813"/>
                    <a:gd name="connsiteY932" fmla="*/ 481929 h 580995"/>
                    <a:gd name="connsiteX933" fmla="*/ 368356 w 591813"/>
                    <a:gd name="connsiteY933" fmla="*/ 481232 h 580995"/>
                    <a:gd name="connsiteX934" fmla="*/ 368762 w 591813"/>
                    <a:gd name="connsiteY934" fmla="*/ 480557 h 580995"/>
                    <a:gd name="connsiteX935" fmla="*/ 369144 w 591813"/>
                    <a:gd name="connsiteY935" fmla="*/ 479838 h 580995"/>
                    <a:gd name="connsiteX936" fmla="*/ 369548 w 591813"/>
                    <a:gd name="connsiteY936" fmla="*/ 479141 h 580995"/>
                    <a:gd name="connsiteX937" fmla="*/ 369954 w 591813"/>
                    <a:gd name="connsiteY937" fmla="*/ 478443 h 580995"/>
                    <a:gd name="connsiteX938" fmla="*/ 370336 w 591813"/>
                    <a:gd name="connsiteY938" fmla="*/ 477746 h 580995"/>
                    <a:gd name="connsiteX939" fmla="*/ 370740 w 591813"/>
                    <a:gd name="connsiteY939" fmla="*/ 477049 h 580995"/>
                    <a:gd name="connsiteX940" fmla="*/ 371123 w 591813"/>
                    <a:gd name="connsiteY940" fmla="*/ 476352 h 580995"/>
                    <a:gd name="connsiteX941" fmla="*/ 371528 w 591813"/>
                    <a:gd name="connsiteY941" fmla="*/ 475632 h 580995"/>
                    <a:gd name="connsiteX942" fmla="*/ 371910 w 591813"/>
                    <a:gd name="connsiteY942" fmla="*/ 474935 h 580995"/>
                    <a:gd name="connsiteX943" fmla="*/ 372315 w 591813"/>
                    <a:gd name="connsiteY943" fmla="*/ 474238 h 580995"/>
                    <a:gd name="connsiteX944" fmla="*/ 372697 w 591813"/>
                    <a:gd name="connsiteY944" fmla="*/ 473518 h 580995"/>
                    <a:gd name="connsiteX945" fmla="*/ 373102 w 591813"/>
                    <a:gd name="connsiteY945" fmla="*/ 472821 h 580995"/>
                    <a:gd name="connsiteX946" fmla="*/ 373507 w 591813"/>
                    <a:gd name="connsiteY946" fmla="*/ 472101 h 580995"/>
                    <a:gd name="connsiteX947" fmla="*/ 373889 w 591813"/>
                    <a:gd name="connsiteY947" fmla="*/ 471404 h 580995"/>
                    <a:gd name="connsiteX948" fmla="*/ 374294 w 591813"/>
                    <a:gd name="connsiteY948" fmla="*/ 470684 h 580995"/>
                    <a:gd name="connsiteX949" fmla="*/ 374676 w 591813"/>
                    <a:gd name="connsiteY949" fmla="*/ 469965 h 580995"/>
                    <a:gd name="connsiteX950" fmla="*/ 375081 w 591813"/>
                    <a:gd name="connsiteY950" fmla="*/ 469268 h 580995"/>
                    <a:gd name="connsiteX951" fmla="*/ 375463 w 591813"/>
                    <a:gd name="connsiteY951" fmla="*/ 468548 h 580995"/>
                    <a:gd name="connsiteX952" fmla="*/ 375868 w 591813"/>
                    <a:gd name="connsiteY952" fmla="*/ 467828 h 580995"/>
                    <a:gd name="connsiteX953" fmla="*/ 376250 w 591813"/>
                    <a:gd name="connsiteY953" fmla="*/ 467131 h 580995"/>
                    <a:gd name="connsiteX954" fmla="*/ 376656 w 591813"/>
                    <a:gd name="connsiteY954" fmla="*/ 466411 h 580995"/>
                    <a:gd name="connsiteX955" fmla="*/ 377060 w 591813"/>
                    <a:gd name="connsiteY955" fmla="*/ 465692 h 580995"/>
                    <a:gd name="connsiteX956" fmla="*/ 377442 w 591813"/>
                    <a:gd name="connsiteY956" fmla="*/ 464972 h 580995"/>
                    <a:gd name="connsiteX957" fmla="*/ 377847 w 591813"/>
                    <a:gd name="connsiteY957" fmla="*/ 464275 h 580995"/>
                    <a:gd name="connsiteX958" fmla="*/ 378230 w 591813"/>
                    <a:gd name="connsiteY958" fmla="*/ 463555 h 580995"/>
                    <a:gd name="connsiteX959" fmla="*/ 378634 w 591813"/>
                    <a:gd name="connsiteY959" fmla="*/ 462858 h 580995"/>
                    <a:gd name="connsiteX960" fmla="*/ 379016 w 591813"/>
                    <a:gd name="connsiteY960" fmla="*/ 462138 h 580995"/>
                    <a:gd name="connsiteX961" fmla="*/ 379422 w 591813"/>
                    <a:gd name="connsiteY961" fmla="*/ 461441 h 580995"/>
                    <a:gd name="connsiteX962" fmla="*/ 379804 w 591813"/>
                    <a:gd name="connsiteY962" fmla="*/ 460722 h 580995"/>
                    <a:gd name="connsiteX963" fmla="*/ 380208 w 591813"/>
                    <a:gd name="connsiteY963" fmla="*/ 460024 h 580995"/>
                    <a:gd name="connsiteX964" fmla="*/ 380614 w 591813"/>
                    <a:gd name="connsiteY964" fmla="*/ 459327 h 580995"/>
                    <a:gd name="connsiteX965" fmla="*/ 380996 w 591813"/>
                    <a:gd name="connsiteY965" fmla="*/ 458608 h 580995"/>
                    <a:gd name="connsiteX966" fmla="*/ 381401 w 591813"/>
                    <a:gd name="connsiteY966" fmla="*/ 457910 h 580995"/>
                    <a:gd name="connsiteX967" fmla="*/ 381783 w 591813"/>
                    <a:gd name="connsiteY967" fmla="*/ 457213 h 580995"/>
                    <a:gd name="connsiteX968" fmla="*/ 382188 w 591813"/>
                    <a:gd name="connsiteY968" fmla="*/ 456494 h 580995"/>
                    <a:gd name="connsiteX969" fmla="*/ 382570 w 591813"/>
                    <a:gd name="connsiteY969" fmla="*/ 455796 h 580995"/>
                    <a:gd name="connsiteX970" fmla="*/ 382975 w 591813"/>
                    <a:gd name="connsiteY970" fmla="*/ 455077 h 580995"/>
                    <a:gd name="connsiteX971" fmla="*/ 383357 w 591813"/>
                    <a:gd name="connsiteY971" fmla="*/ 454379 h 580995"/>
                    <a:gd name="connsiteX972" fmla="*/ 383762 w 591813"/>
                    <a:gd name="connsiteY972" fmla="*/ 453660 h 580995"/>
                    <a:gd name="connsiteX973" fmla="*/ 384167 w 591813"/>
                    <a:gd name="connsiteY973" fmla="*/ 452963 h 580995"/>
                    <a:gd name="connsiteX974" fmla="*/ 384549 w 591813"/>
                    <a:gd name="connsiteY974" fmla="*/ 452243 h 580995"/>
                    <a:gd name="connsiteX975" fmla="*/ 384954 w 591813"/>
                    <a:gd name="connsiteY975" fmla="*/ 451546 h 580995"/>
                    <a:gd name="connsiteX976" fmla="*/ 385336 w 591813"/>
                    <a:gd name="connsiteY976" fmla="*/ 450826 h 580995"/>
                    <a:gd name="connsiteX977" fmla="*/ 385741 w 591813"/>
                    <a:gd name="connsiteY977" fmla="*/ 450129 h 580995"/>
                    <a:gd name="connsiteX978" fmla="*/ 386124 w 591813"/>
                    <a:gd name="connsiteY978" fmla="*/ 449409 h 580995"/>
                    <a:gd name="connsiteX979" fmla="*/ 386528 w 591813"/>
                    <a:gd name="connsiteY979" fmla="*/ 448735 h 580995"/>
                    <a:gd name="connsiteX980" fmla="*/ 386933 w 591813"/>
                    <a:gd name="connsiteY980" fmla="*/ 448037 h 580995"/>
                    <a:gd name="connsiteX981" fmla="*/ 387316 w 591813"/>
                    <a:gd name="connsiteY981" fmla="*/ 447318 h 580995"/>
                    <a:gd name="connsiteX982" fmla="*/ 387720 w 591813"/>
                    <a:gd name="connsiteY982" fmla="*/ 446621 h 580995"/>
                    <a:gd name="connsiteX983" fmla="*/ 388102 w 591813"/>
                    <a:gd name="connsiteY983" fmla="*/ 445901 h 580995"/>
                    <a:gd name="connsiteX984" fmla="*/ 388508 w 591813"/>
                    <a:gd name="connsiteY984" fmla="*/ 445181 h 580995"/>
                    <a:gd name="connsiteX985" fmla="*/ 388890 w 591813"/>
                    <a:gd name="connsiteY985" fmla="*/ 444484 h 580995"/>
                    <a:gd name="connsiteX986" fmla="*/ 389294 w 591813"/>
                    <a:gd name="connsiteY986" fmla="*/ 443764 h 580995"/>
                    <a:gd name="connsiteX987" fmla="*/ 389677 w 591813"/>
                    <a:gd name="connsiteY987" fmla="*/ 443045 h 580995"/>
                    <a:gd name="connsiteX988" fmla="*/ 390082 w 591813"/>
                    <a:gd name="connsiteY988" fmla="*/ 442348 h 580995"/>
                    <a:gd name="connsiteX989" fmla="*/ 390486 w 591813"/>
                    <a:gd name="connsiteY989" fmla="*/ 441628 h 580995"/>
                    <a:gd name="connsiteX990" fmla="*/ 390869 w 591813"/>
                    <a:gd name="connsiteY990" fmla="*/ 440908 h 580995"/>
                    <a:gd name="connsiteX991" fmla="*/ 391274 w 591813"/>
                    <a:gd name="connsiteY991" fmla="*/ 440189 h 580995"/>
                    <a:gd name="connsiteX992" fmla="*/ 391656 w 591813"/>
                    <a:gd name="connsiteY992" fmla="*/ 439469 h 580995"/>
                    <a:gd name="connsiteX993" fmla="*/ 392061 w 591813"/>
                    <a:gd name="connsiteY993" fmla="*/ 438772 h 580995"/>
                    <a:gd name="connsiteX994" fmla="*/ 392443 w 591813"/>
                    <a:gd name="connsiteY994" fmla="*/ 438052 h 580995"/>
                    <a:gd name="connsiteX995" fmla="*/ 392848 w 591813"/>
                    <a:gd name="connsiteY995" fmla="*/ 437332 h 580995"/>
                    <a:gd name="connsiteX996" fmla="*/ 393230 w 591813"/>
                    <a:gd name="connsiteY996" fmla="*/ 436613 h 580995"/>
                    <a:gd name="connsiteX997" fmla="*/ 393635 w 591813"/>
                    <a:gd name="connsiteY997" fmla="*/ 435893 h 580995"/>
                    <a:gd name="connsiteX998" fmla="*/ 394040 w 591813"/>
                    <a:gd name="connsiteY998" fmla="*/ 435173 h 580995"/>
                    <a:gd name="connsiteX999" fmla="*/ 394422 w 591813"/>
                    <a:gd name="connsiteY999" fmla="*/ 434454 h 580995"/>
                    <a:gd name="connsiteX1000" fmla="*/ 394827 w 591813"/>
                    <a:gd name="connsiteY1000" fmla="*/ 433734 h 580995"/>
                    <a:gd name="connsiteX1001" fmla="*/ 395209 w 591813"/>
                    <a:gd name="connsiteY1001" fmla="*/ 433014 h 580995"/>
                    <a:gd name="connsiteX1002" fmla="*/ 395614 w 591813"/>
                    <a:gd name="connsiteY1002" fmla="*/ 432317 h 580995"/>
                    <a:gd name="connsiteX1003" fmla="*/ 395996 w 591813"/>
                    <a:gd name="connsiteY1003" fmla="*/ 431598 h 580995"/>
                    <a:gd name="connsiteX1004" fmla="*/ 396401 w 591813"/>
                    <a:gd name="connsiteY1004" fmla="*/ 430878 h 580995"/>
                    <a:gd name="connsiteX1005" fmla="*/ 396784 w 591813"/>
                    <a:gd name="connsiteY1005" fmla="*/ 430158 h 580995"/>
                    <a:gd name="connsiteX1006" fmla="*/ 397188 w 591813"/>
                    <a:gd name="connsiteY1006" fmla="*/ 429439 h 580995"/>
                    <a:gd name="connsiteX1007" fmla="*/ 397593 w 591813"/>
                    <a:gd name="connsiteY1007" fmla="*/ 428741 h 580995"/>
                    <a:gd name="connsiteX1008" fmla="*/ 397976 w 591813"/>
                    <a:gd name="connsiteY1008" fmla="*/ 428022 h 580995"/>
                    <a:gd name="connsiteX1009" fmla="*/ 398380 w 591813"/>
                    <a:gd name="connsiteY1009" fmla="*/ 427302 h 580995"/>
                    <a:gd name="connsiteX1010" fmla="*/ 398762 w 591813"/>
                    <a:gd name="connsiteY1010" fmla="*/ 426605 h 580995"/>
                    <a:gd name="connsiteX1011" fmla="*/ 399168 w 591813"/>
                    <a:gd name="connsiteY1011" fmla="*/ 425885 h 580995"/>
                    <a:gd name="connsiteX1012" fmla="*/ 399550 w 591813"/>
                    <a:gd name="connsiteY1012" fmla="*/ 425188 h 580995"/>
                    <a:gd name="connsiteX1013" fmla="*/ 399954 w 591813"/>
                    <a:gd name="connsiteY1013" fmla="*/ 424491 h 580995"/>
                    <a:gd name="connsiteX1014" fmla="*/ 400359 w 591813"/>
                    <a:gd name="connsiteY1014" fmla="*/ 423771 h 580995"/>
                    <a:gd name="connsiteX1015" fmla="*/ 400742 w 591813"/>
                    <a:gd name="connsiteY1015" fmla="*/ 423074 h 580995"/>
                    <a:gd name="connsiteX1016" fmla="*/ 401146 w 591813"/>
                    <a:gd name="connsiteY1016" fmla="*/ 422377 h 580995"/>
                    <a:gd name="connsiteX1017" fmla="*/ 401529 w 591813"/>
                    <a:gd name="connsiteY1017" fmla="*/ 421702 h 580995"/>
                    <a:gd name="connsiteX1018" fmla="*/ 401934 w 591813"/>
                    <a:gd name="connsiteY1018" fmla="*/ 421005 h 580995"/>
                    <a:gd name="connsiteX1019" fmla="*/ 402316 w 591813"/>
                    <a:gd name="connsiteY1019" fmla="*/ 420308 h 580995"/>
                    <a:gd name="connsiteX1020" fmla="*/ 402721 w 591813"/>
                    <a:gd name="connsiteY1020" fmla="*/ 419633 h 580995"/>
                    <a:gd name="connsiteX1021" fmla="*/ 403103 w 591813"/>
                    <a:gd name="connsiteY1021" fmla="*/ 418936 h 580995"/>
                    <a:gd name="connsiteX1022" fmla="*/ 403485 w 591813"/>
                    <a:gd name="connsiteY1022" fmla="*/ 418261 h 580995"/>
                    <a:gd name="connsiteX1023" fmla="*/ 403913 w 591813"/>
                    <a:gd name="connsiteY1023" fmla="*/ 417564 h 580995"/>
                    <a:gd name="connsiteX1024" fmla="*/ 404295 w 591813"/>
                    <a:gd name="connsiteY1024" fmla="*/ 416889 h 580995"/>
                    <a:gd name="connsiteX1025" fmla="*/ 404677 w 591813"/>
                    <a:gd name="connsiteY1025" fmla="*/ 416215 h 580995"/>
                    <a:gd name="connsiteX1026" fmla="*/ 405060 w 591813"/>
                    <a:gd name="connsiteY1026" fmla="*/ 415517 h 580995"/>
                    <a:gd name="connsiteX1027" fmla="*/ 405464 w 591813"/>
                    <a:gd name="connsiteY1027" fmla="*/ 414843 h 580995"/>
                    <a:gd name="connsiteX1028" fmla="*/ 405847 w 591813"/>
                    <a:gd name="connsiteY1028" fmla="*/ 414168 h 580995"/>
                    <a:gd name="connsiteX1029" fmla="*/ 406252 w 591813"/>
                    <a:gd name="connsiteY1029" fmla="*/ 413493 h 580995"/>
                    <a:gd name="connsiteX1030" fmla="*/ 406634 w 591813"/>
                    <a:gd name="connsiteY1030" fmla="*/ 412819 h 580995"/>
                    <a:gd name="connsiteX1031" fmla="*/ 407039 w 591813"/>
                    <a:gd name="connsiteY1031" fmla="*/ 412144 h 580995"/>
                    <a:gd name="connsiteX1032" fmla="*/ 407444 w 591813"/>
                    <a:gd name="connsiteY1032" fmla="*/ 411469 h 580995"/>
                    <a:gd name="connsiteX1033" fmla="*/ 407826 w 591813"/>
                    <a:gd name="connsiteY1033" fmla="*/ 410795 h 580995"/>
                    <a:gd name="connsiteX1034" fmla="*/ 408230 w 591813"/>
                    <a:gd name="connsiteY1034" fmla="*/ 410120 h 580995"/>
                    <a:gd name="connsiteX1035" fmla="*/ 408613 w 591813"/>
                    <a:gd name="connsiteY1035" fmla="*/ 409468 h 580995"/>
                    <a:gd name="connsiteX1036" fmla="*/ 409018 w 591813"/>
                    <a:gd name="connsiteY1036" fmla="*/ 408793 h 580995"/>
                    <a:gd name="connsiteX1037" fmla="*/ 409400 w 591813"/>
                    <a:gd name="connsiteY1037" fmla="*/ 408118 h 580995"/>
                    <a:gd name="connsiteX1038" fmla="*/ 409805 w 591813"/>
                    <a:gd name="connsiteY1038" fmla="*/ 407444 h 580995"/>
                    <a:gd name="connsiteX1039" fmla="*/ 410187 w 591813"/>
                    <a:gd name="connsiteY1039" fmla="*/ 406792 h 580995"/>
                    <a:gd name="connsiteX1040" fmla="*/ 410592 w 591813"/>
                    <a:gd name="connsiteY1040" fmla="*/ 406117 h 580995"/>
                    <a:gd name="connsiteX1041" fmla="*/ 410997 w 591813"/>
                    <a:gd name="connsiteY1041" fmla="*/ 405442 h 580995"/>
                    <a:gd name="connsiteX1042" fmla="*/ 411379 w 591813"/>
                    <a:gd name="connsiteY1042" fmla="*/ 404767 h 580995"/>
                    <a:gd name="connsiteX1043" fmla="*/ 411784 w 591813"/>
                    <a:gd name="connsiteY1043" fmla="*/ 404115 h 580995"/>
                    <a:gd name="connsiteX1044" fmla="*/ 412166 w 591813"/>
                    <a:gd name="connsiteY1044" fmla="*/ 403441 h 580995"/>
                    <a:gd name="connsiteX1045" fmla="*/ 412571 w 591813"/>
                    <a:gd name="connsiteY1045" fmla="*/ 402788 h 580995"/>
                    <a:gd name="connsiteX1046" fmla="*/ 412953 w 591813"/>
                    <a:gd name="connsiteY1046" fmla="*/ 402114 h 580995"/>
                    <a:gd name="connsiteX1047" fmla="*/ 413358 w 591813"/>
                    <a:gd name="connsiteY1047" fmla="*/ 401462 h 580995"/>
                    <a:gd name="connsiteX1048" fmla="*/ 413741 w 591813"/>
                    <a:gd name="connsiteY1048" fmla="*/ 400787 h 580995"/>
                    <a:gd name="connsiteX1049" fmla="*/ 414145 w 591813"/>
                    <a:gd name="connsiteY1049" fmla="*/ 400135 h 580995"/>
                    <a:gd name="connsiteX1050" fmla="*/ 414550 w 591813"/>
                    <a:gd name="connsiteY1050" fmla="*/ 399482 h 580995"/>
                    <a:gd name="connsiteX1051" fmla="*/ 414933 w 591813"/>
                    <a:gd name="connsiteY1051" fmla="*/ 398808 h 580995"/>
                    <a:gd name="connsiteX1052" fmla="*/ 415337 w 591813"/>
                    <a:gd name="connsiteY1052" fmla="*/ 398156 h 580995"/>
                    <a:gd name="connsiteX1053" fmla="*/ 415720 w 591813"/>
                    <a:gd name="connsiteY1053" fmla="*/ 397503 h 580995"/>
                    <a:gd name="connsiteX1054" fmla="*/ 416124 w 591813"/>
                    <a:gd name="connsiteY1054" fmla="*/ 396851 h 580995"/>
                    <a:gd name="connsiteX1055" fmla="*/ 416507 w 591813"/>
                    <a:gd name="connsiteY1055" fmla="*/ 396199 h 580995"/>
                    <a:gd name="connsiteX1056" fmla="*/ 416912 w 591813"/>
                    <a:gd name="connsiteY1056" fmla="*/ 395547 h 580995"/>
                    <a:gd name="connsiteX1057" fmla="*/ 417316 w 591813"/>
                    <a:gd name="connsiteY1057" fmla="*/ 394895 h 580995"/>
                    <a:gd name="connsiteX1058" fmla="*/ 417699 w 591813"/>
                    <a:gd name="connsiteY1058" fmla="*/ 394242 h 580995"/>
                    <a:gd name="connsiteX1059" fmla="*/ 418104 w 591813"/>
                    <a:gd name="connsiteY1059" fmla="*/ 393590 h 580995"/>
                    <a:gd name="connsiteX1060" fmla="*/ 418486 w 591813"/>
                    <a:gd name="connsiteY1060" fmla="*/ 392915 h 580995"/>
                    <a:gd name="connsiteX1061" fmla="*/ 418890 w 591813"/>
                    <a:gd name="connsiteY1061" fmla="*/ 392263 h 580995"/>
                    <a:gd name="connsiteX1062" fmla="*/ 419273 w 591813"/>
                    <a:gd name="connsiteY1062" fmla="*/ 391611 h 580995"/>
                    <a:gd name="connsiteX1063" fmla="*/ 419678 w 591813"/>
                    <a:gd name="connsiteY1063" fmla="*/ 390959 h 580995"/>
                    <a:gd name="connsiteX1064" fmla="*/ 420060 w 591813"/>
                    <a:gd name="connsiteY1064" fmla="*/ 390307 h 580995"/>
                    <a:gd name="connsiteX1065" fmla="*/ 420465 w 591813"/>
                    <a:gd name="connsiteY1065" fmla="*/ 389654 h 580995"/>
                    <a:gd name="connsiteX1066" fmla="*/ 420870 w 591813"/>
                    <a:gd name="connsiteY1066" fmla="*/ 389002 h 580995"/>
                    <a:gd name="connsiteX1067" fmla="*/ 421252 w 591813"/>
                    <a:gd name="connsiteY1067" fmla="*/ 388328 h 580995"/>
                    <a:gd name="connsiteX1068" fmla="*/ 421657 w 591813"/>
                    <a:gd name="connsiteY1068" fmla="*/ 387675 h 580995"/>
                    <a:gd name="connsiteX1069" fmla="*/ 422039 w 591813"/>
                    <a:gd name="connsiteY1069" fmla="*/ 387023 h 580995"/>
                    <a:gd name="connsiteX1070" fmla="*/ 422444 w 591813"/>
                    <a:gd name="connsiteY1070" fmla="*/ 386349 h 580995"/>
                    <a:gd name="connsiteX1071" fmla="*/ 422826 w 591813"/>
                    <a:gd name="connsiteY1071" fmla="*/ 385696 h 580995"/>
                    <a:gd name="connsiteX1072" fmla="*/ 423231 w 591813"/>
                    <a:gd name="connsiteY1072" fmla="*/ 385044 h 580995"/>
                    <a:gd name="connsiteX1073" fmla="*/ 423613 w 591813"/>
                    <a:gd name="connsiteY1073" fmla="*/ 384369 h 580995"/>
                    <a:gd name="connsiteX1074" fmla="*/ 424018 w 591813"/>
                    <a:gd name="connsiteY1074" fmla="*/ 383717 h 580995"/>
                    <a:gd name="connsiteX1075" fmla="*/ 424423 w 591813"/>
                    <a:gd name="connsiteY1075" fmla="*/ 383043 h 580995"/>
                    <a:gd name="connsiteX1076" fmla="*/ 424806 w 591813"/>
                    <a:gd name="connsiteY1076" fmla="*/ 382368 h 580995"/>
                    <a:gd name="connsiteX1077" fmla="*/ 425210 w 591813"/>
                    <a:gd name="connsiteY1077" fmla="*/ 381716 h 580995"/>
                    <a:gd name="connsiteX1078" fmla="*/ 425593 w 591813"/>
                    <a:gd name="connsiteY1078" fmla="*/ 381041 h 580995"/>
                    <a:gd name="connsiteX1079" fmla="*/ 425998 w 591813"/>
                    <a:gd name="connsiteY1079" fmla="*/ 380366 h 580995"/>
                    <a:gd name="connsiteX1080" fmla="*/ 426380 w 591813"/>
                    <a:gd name="connsiteY1080" fmla="*/ 379714 h 580995"/>
                    <a:gd name="connsiteX1081" fmla="*/ 426784 w 591813"/>
                    <a:gd name="connsiteY1081" fmla="*/ 379039 h 580995"/>
                    <a:gd name="connsiteX1082" fmla="*/ 427167 w 591813"/>
                    <a:gd name="connsiteY1082" fmla="*/ 378365 h 580995"/>
                    <a:gd name="connsiteX1083" fmla="*/ 427572 w 591813"/>
                    <a:gd name="connsiteY1083" fmla="*/ 377713 h 580995"/>
                    <a:gd name="connsiteX1084" fmla="*/ 427976 w 591813"/>
                    <a:gd name="connsiteY1084" fmla="*/ 377038 h 580995"/>
                    <a:gd name="connsiteX1085" fmla="*/ 428359 w 591813"/>
                    <a:gd name="connsiteY1085" fmla="*/ 376363 h 580995"/>
                    <a:gd name="connsiteX1086" fmla="*/ 428764 w 591813"/>
                    <a:gd name="connsiteY1086" fmla="*/ 375711 h 580995"/>
                    <a:gd name="connsiteX1087" fmla="*/ 429146 w 591813"/>
                    <a:gd name="connsiteY1087" fmla="*/ 375036 h 580995"/>
                    <a:gd name="connsiteX1088" fmla="*/ 429551 w 591813"/>
                    <a:gd name="connsiteY1088" fmla="*/ 374362 h 580995"/>
                    <a:gd name="connsiteX1089" fmla="*/ 429933 w 591813"/>
                    <a:gd name="connsiteY1089" fmla="*/ 373709 h 580995"/>
                    <a:gd name="connsiteX1090" fmla="*/ 430338 w 591813"/>
                    <a:gd name="connsiteY1090" fmla="*/ 373035 h 580995"/>
                    <a:gd name="connsiteX1091" fmla="*/ 430720 w 591813"/>
                    <a:gd name="connsiteY1091" fmla="*/ 372360 h 580995"/>
                    <a:gd name="connsiteX1092" fmla="*/ 431125 w 591813"/>
                    <a:gd name="connsiteY1092" fmla="*/ 371708 h 580995"/>
                    <a:gd name="connsiteX1093" fmla="*/ 431530 w 591813"/>
                    <a:gd name="connsiteY1093" fmla="*/ 371033 h 580995"/>
                    <a:gd name="connsiteX1094" fmla="*/ 431912 w 591813"/>
                    <a:gd name="connsiteY1094" fmla="*/ 370358 h 580995"/>
                    <a:gd name="connsiteX1095" fmla="*/ 432317 w 591813"/>
                    <a:gd name="connsiteY1095" fmla="*/ 369706 h 580995"/>
                    <a:gd name="connsiteX1096" fmla="*/ 432699 w 591813"/>
                    <a:gd name="connsiteY1096" fmla="*/ 369032 h 580995"/>
                    <a:gd name="connsiteX1097" fmla="*/ 433104 w 591813"/>
                    <a:gd name="connsiteY1097" fmla="*/ 368357 h 580995"/>
                    <a:gd name="connsiteX1098" fmla="*/ 433487 w 591813"/>
                    <a:gd name="connsiteY1098" fmla="*/ 367705 h 580995"/>
                    <a:gd name="connsiteX1099" fmla="*/ 433891 w 591813"/>
                    <a:gd name="connsiteY1099" fmla="*/ 367030 h 580995"/>
                    <a:gd name="connsiteX1100" fmla="*/ 434296 w 591813"/>
                    <a:gd name="connsiteY1100" fmla="*/ 366355 h 580995"/>
                    <a:gd name="connsiteX1101" fmla="*/ 434678 w 591813"/>
                    <a:gd name="connsiteY1101" fmla="*/ 365681 h 580995"/>
                    <a:gd name="connsiteX1102" fmla="*/ 435083 w 591813"/>
                    <a:gd name="connsiteY1102" fmla="*/ 365028 h 580995"/>
                    <a:gd name="connsiteX1103" fmla="*/ 435466 w 591813"/>
                    <a:gd name="connsiteY1103" fmla="*/ 364354 h 580995"/>
                    <a:gd name="connsiteX1104" fmla="*/ 435870 w 591813"/>
                    <a:gd name="connsiteY1104" fmla="*/ 363679 h 580995"/>
                    <a:gd name="connsiteX1105" fmla="*/ 436253 w 591813"/>
                    <a:gd name="connsiteY1105" fmla="*/ 363027 h 580995"/>
                    <a:gd name="connsiteX1106" fmla="*/ 436658 w 591813"/>
                    <a:gd name="connsiteY1106" fmla="*/ 362352 h 580995"/>
                    <a:gd name="connsiteX1107" fmla="*/ 437040 w 591813"/>
                    <a:gd name="connsiteY1107" fmla="*/ 361700 h 580995"/>
                    <a:gd name="connsiteX1108" fmla="*/ 437444 w 591813"/>
                    <a:gd name="connsiteY1108" fmla="*/ 361048 h 580995"/>
                    <a:gd name="connsiteX1109" fmla="*/ 437850 w 591813"/>
                    <a:gd name="connsiteY1109" fmla="*/ 360373 h 580995"/>
                    <a:gd name="connsiteX1110" fmla="*/ 438232 w 591813"/>
                    <a:gd name="connsiteY1110" fmla="*/ 359721 h 580995"/>
                    <a:gd name="connsiteX1111" fmla="*/ 438636 w 591813"/>
                    <a:gd name="connsiteY1111" fmla="*/ 359091 h 580995"/>
                    <a:gd name="connsiteX1112" fmla="*/ 439019 w 591813"/>
                    <a:gd name="connsiteY1112" fmla="*/ 358439 h 580995"/>
                    <a:gd name="connsiteX1113" fmla="*/ 439424 w 591813"/>
                    <a:gd name="connsiteY1113" fmla="*/ 357787 h 580995"/>
                    <a:gd name="connsiteX1114" fmla="*/ 439806 w 591813"/>
                    <a:gd name="connsiteY1114" fmla="*/ 357157 h 580995"/>
                    <a:gd name="connsiteX1115" fmla="*/ 440211 w 591813"/>
                    <a:gd name="connsiteY1115" fmla="*/ 356505 h 580995"/>
                    <a:gd name="connsiteX1116" fmla="*/ 440593 w 591813"/>
                    <a:gd name="connsiteY1116" fmla="*/ 355875 h 580995"/>
                    <a:gd name="connsiteX1117" fmla="*/ 440998 w 591813"/>
                    <a:gd name="connsiteY1117" fmla="*/ 355245 h 580995"/>
                    <a:gd name="connsiteX1118" fmla="*/ 441403 w 591813"/>
                    <a:gd name="connsiteY1118" fmla="*/ 354616 h 580995"/>
                    <a:gd name="connsiteX1119" fmla="*/ 441785 w 591813"/>
                    <a:gd name="connsiteY1119" fmla="*/ 353986 h 580995"/>
                    <a:gd name="connsiteX1120" fmla="*/ 442190 w 591813"/>
                    <a:gd name="connsiteY1120" fmla="*/ 353356 h 580995"/>
                    <a:gd name="connsiteX1121" fmla="*/ 442572 w 591813"/>
                    <a:gd name="connsiteY1121" fmla="*/ 352727 h 580995"/>
                    <a:gd name="connsiteX1122" fmla="*/ 442977 w 591813"/>
                    <a:gd name="connsiteY1122" fmla="*/ 352119 h 580995"/>
                    <a:gd name="connsiteX1123" fmla="*/ 443359 w 591813"/>
                    <a:gd name="connsiteY1123" fmla="*/ 351490 h 580995"/>
                    <a:gd name="connsiteX1124" fmla="*/ 443764 w 591813"/>
                    <a:gd name="connsiteY1124" fmla="*/ 350882 h 580995"/>
                    <a:gd name="connsiteX1125" fmla="*/ 444147 w 591813"/>
                    <a:gd name="connsiteY1125" fmla="*/ 350253 h 580995"/>
                    <a:gd name="connsiteX1126" fmla="*/ 444551 w 591813"/>
                    <a:gd name="connsiteY1126" fmla="*/ 349645 h 580995"/>
                    <a:gd name="connsiteX1127" fmla="*/ 444956 w 591813"/>
                    <a:gd name="connsiteY1127" fmla="*/ 349016 h 580995"/>
                    <a:gd name="connsiteX1128" fmla="*/ 445338 w 591813"/>
                    <a:gd name="connsiteY1128" fmla="*/ 348409 h 580995"/>
                    <a:gd name="connsiteX1129" fmla="*/ 445743 w 591813"/>
                    <a:gd name="connsiteY1129" fmla="*/ 347801 h 580995"/>
                    <a:gd name="connsiteX1130" fmla="*/ 446126 w 591813"/>
                    <a:gd name="connsiteY1130" fmla="*/ 347194 h 580995"/>
                    <a:gd name="connsiteX1131" fmla="*/ 446530 w 591813"/>
                    <a:gd name="connsiteY1131" fmla="*/ 346587 h 580995"/>
                    <a:gd name="connsiteX1132" fmla="*/ 446913 w 591813"/>
                    <a:gd name="connsiteY1132" fmla="*/ 345980 h 580995"/>
                    <a:gd name="connsiteX1133" fmla="*/ 447318 w 591813"/>
                    <a:gd name="connsiteY1133" fmla="*/ 345372 h 580995"/>
                    <a:gd name="connsiteX1134" fmla="*/ 447722 w 591813"/>
                    <a:gd name="connsiteY1134" fmla="*/ 344765 h 580995"/>
                    <a:gd name="connsiteX1135" fmla="*/ 448105 w 591813"/>
                    <a:gd name="connsiteY1135" fmla="*/ 344181 h 580995"/>
                    <a:gd name="connsiteX1136" fmla="*/ 448510 w 591813"/>
                    <a:gd name="connsiteY1136" fmla="*/ 343573 h 580995"/>
                    <a:gd name="connsiteX1137" fmla="*/ 448892 w 591813"/>
                    <a:gd name="connsiteY1137" fmla="*/ 342989 h 580995"/>
                    <a:gd name="connsiteX1138" fmla="*/ 449296 w 591813"/>
                    <a:gd name="connsiteY1138" fmla="*/ 342381 h 580995"/>
                    <a:gd name="connsiteX1139" fmla="*/ 449679 w 591813"/>
                    <a:gd name="connsiteY1139" fmla="*/ 341797 h 580995"/>
                    <a:gd name="connsiteX1140" fmla="*/ 450084 w 591813"/>
                    <a:gd name="connsiteY1140" fmla="*/ 341212 h 580995"/>
                    <a:gd name="connsiteX1141" fmla="*/ 450466 w 591813"/>
                    <a:gd name="connsiteY1141" fmla="*/ 340605 h 580995"/>
                    <a:gd name="connsiteX1142" fmla="*/ 450871 w 591813"/>
                    <a:gd name="connsiteY1142" fmla="*/ 340020 h 580995"/>
                    <a:gd name="connsiteX1143" fmla="*/ 451276 w 591813"/>
                    <a:gd name="connsiteY1143" fmla="*/ 339435 h 580995"/>
                    <a:gd name="connsiteX1144" fmla="*/ 451658 w 591813"/>
                    <a:gd name="connsiteY1144" fmla="*/ 338851 h 580995"/>
                    <a:gd name="connsiteX1145" fmla="*/ 452063 w 591813"/>
                    <a:gd name="connsiteY1145" fmla="*/ 338266 h 580995"/>
                    <a:gd name="connsiteX1146" fmla="*/ 452445 w 591813"/>
                    <a:gd name="connsiteY1146" fmla="*/ 337681 h 580995"/>
                    <a:gd name="connsiteX1147" fmla="*/ 452850 w 591813"/>
                    <a:gd name="connsiteY1147" fmla="*/ 337096 h 580995"/>
                    <a:gd name="connsiteX1148" fmla="*/ 453232 w 591813"/>
                    <a:gd name="connsiteY1148" fmla="*/ 336512 h 580995"/>
                    <a:gd name="connsiteX1149" fmla="*/ 453637 w 591813"/>
                    <a:gd name="connsiteY1149" fmla="*/ 335904 h 580995"/>
                    <a:gd name="connsiteX1150" fmla="*/ 454019 w 591813"/>
                    <a:gd name="connsiteY1150" fmla="*/ 335320 h 580995"/>
                    <a:gd name="connsiteX1151" fmla="*/ 454424 w 591813"/>
                    <a:gd name="connsiteY1151" fmla="*/ 334735 h 580995"/>
                    <a:gd name="connsiteX1152" fmla="*/ 454829 w 591813"/>
                    <a:gd name="connsiteY1152" fmla="*/ 334150 h 580995"/>
                    <a:gd name="connsiteX1153" fmla="*/ 455211 w 591813"/>
                    <a:gd name="connsiteY1153" fmla="*/ 333565 h 580995"/>
                    <a:gd name="connsiteX1154" fmla="*/ 455616 w 591813"/>
                    <a:gd name="connsiteY1154" fmla="*/ 332981 h 580995"/>
                    <a:gd name="connsiteX1155" fmla="*/ 455998 w 591813"/>
                    <a:gd name="connsiteY1155" fmla="*/ 332396 h 580995"/>
                    <a:gd name="connsiteX1156" fmla="*/ 456403 w 591813"/>
                    <a:gd name="connsiteY1156" fmla="*/ 331811 h 580995"/>
                    <a:gd name="connsiteX1157" fmla="*/ 456786 w 591813"/>
                    <a:gd name="connsiteY1157" fmla="*/ 331227 h 580995"/>
                    <a:gd name="connsiteX1158" fmla="*/ 457190 w 591813"/>
                    <a:gd name="connsiteY1158" fmla="*/ 330642 h 580995"/>
                    <a:gd name="connsiteX1159" fmla="*/ 457573 w 591813"/>
                    <a:gd name="connsiteY1159" fmla="*/ 330057 h 580995"/>
                    <a:gd name="connsiteX1160" fmla="*/ 457978 w 591813"/>
                    <a:gd name="connsiteY1160" fmla="*/ 329472 h 580995"/>
                    <a:gd name="connsiteX1161" fmla="*/ 458382 w 591813"/>
                    <a:gd name="connsiteY1161" fmla="*/ 328910 h 580995"/>
                    <a:gd name="connsiteX1162" fmla="*/ 458765 w 591813"/>
                    <a:gd name="connsiteY1162" fmla="*/ 328325 h 580995"/>
                    <a:gd name="connsiteX1163" fmla="*/ 459170 w 591813"/>
                    <a:gd name="connsiteY1163" fmla="*/ 327763 h 580995"/>
                    <a:gd name="connsiteX1164" fmla="*/ 459552 w 591813"/>
                    <a:gd name="connsiteY1164" fmla="*/ 327178 h 580995"/>
                    <a:gd name="connsiteX1165" fmla="*/ 459956 w 591813"/>
                    <a:gd name="connsiteY1165" fmla="*/ 326594 h 580995"/>
                    <a:gd name="connsiteX1166" fmla="*/ 460339 w 591813"/>
                    <a:gd name="connsiteY1166" fmla="*/ 326031 h 580995"/>
                    <a:gd name="connsiteX1167" fmla="*/ 460744 w 591813"/>
                    <a:gd name="connsiteY1167" fmla="*/ 325447 h 580995"/>
                    <a:gd name="connsiteX1168" fmla="*/ 461126 w 591813"/>
                    <a:gd name="connsiteY1168" fmla="*/ 324862 h 580995"/>
                    <a:gd name="connsiteX1169" fmla="*/ 461531 w 591813"/>
                    <a:gd name="connsiteY1169" fmla="*/ 324300 h 580995"/>
                    <a:gd name="connsiteX1170" fmla="*/ 461936 w 591813"/>
                    <a:gd name="connsiteY1170" fmla="*/ 323715 h 580995"/>
                    <a:gd name="connsiteX1171" fmla="*/ 462318 w 591813"/>
                    <a:gd name="connsiteY1171" fmla="*/ 323153 h 580995"/>
                    <a:gd name="connsiteX1172" fmla="*/ 462723 w 591813"/>
                    <a:gd name="connsiteY1172" fmla="*/ 322568 h 580995"/>
                    <a:gd name="connsiteX1173" fmla="*/ 463105 w 591813"/>
                    <a:gd name="connsiteY1173" fmla="*/ 322006 h 580995"/>
                    <a:gd name="connsiteX1174" fmla="*/ 463510 w 591813"/>
                    <a:gd name="connsiteY1174" fmla="*/ 321421 h 580995"/>
                    <a:gd name="connsiteX1175" fmla="*/ 463892 w 591813"/>
                    <a:gd name="connsiteY1175" fmla="*/ 320859 h 580995"/>
                    <a:gd name="connsiteX1176" fmla="*/ 464297 w 591813"/>
                    <a:gd name="connsiteY1176" fmla="*/ 320274 h 580995"/>
                    <a:gd name="connsiteX1177" fmla="*/ 464702 w 591813"/>
                    <a:gd name="connsiteY1177" fmla="*/ 319712 h 580995"/>
                    <a:gd name="connsiteX1178" fmla="*/ 465084 w 591813"/>
                    <a:gd name="connsiteY1178" fmla="*/ 319127 h 580995"/>
                    <a:gd name="connsiteX1179" fmla="*/ 465489 w 591813"/>
                    <a:gd name="connsiteY1179" fmla="*/ 318565 h 580995"/>
                    <a:gd name="connsiteX1180" fmla="*/ 465872 w 591813"/>
                    <a:gd name="connsiteY1180" fmla="*/ 318003 h 580995"/>
                    <a:gd name="connsiteX1181" fmla="*/ 466276 w 591813"/>
                    <a:gd name="connsiteY1181" fmla="*/ 317440 h 580995"/>
                    <a:gd name="connsiteX1182" fmla="*/ 466659 w 591813"/>
                    <a:gd name="connsiteY1182" fmla="*/ 316856 h 580995"/>
                    <a:gd name="connsiteX1183" fmla="*/ 467064 w 591813"/>
                    <a:gd name="connsiteY1183" fmla="*/ 316293 h 580995"/>
                    <a:gd name="connsiteX1184" fmla="*/ 467446 w 591813"/>
                    <a:gd name="connsiteY1184" fmla="*/ 315731 h 580995"/>
                    <a:gd name="connsiteX1185" fmla="*/ 467850 w 591813"/>
                    <a:gd name="connsiteY1185" fmla="*/ 315191 h 580995"/>
                    <a:gd name="connsiteX1186" fmla="*/ 468256 w 591813"/>
                    <a:gd name="connsiteY1186" fmla="*/ 314629 h 580995"/>
                    <a:gd name="connsiteX1187" fmla="*/ 468638 w 591813"/>
                    <a:gd name="connsiteY1187" fmla="*/ 314067 h 580995"/>
                    <a:gd name="connsiteX1188" fmla="*/ 469042 w 591813"/>
                    <a:gd name="connsiteY1188" fmla="*/ 313505 h 580995"/>
                    <a:gd name="connsiteX1189" fmla="*/ 469425 w 591813"/>
                    <a:gd name="connsiteY1189" fmla="*/ 312965 h 580995"/>
                    <a:gd name="connsiteX1190" fmla="*/ 469830 w 591813"/>
                    <a:gd name="connsiteY1190" fmla="*/ 312403 h 580995"/>
                    <a:gd name="connsiteX1191" fmla="*/ 470212 w 591813"/>
                    <a:gd name="connsiteY1191" fmla="*/ 311863 h 580995"/>
                    <a:gd name="connsiteX1192" fmla="*/ 470617 w 591813"/>
                    <a:gd name="connsiteY1192" fmla="*/ 311301 h 580995"/>
                    <a:gd name="connsiteX1193" fmla="*/ 470999 w 591813"/>
                    <a:gd name="connsiteY1193" fmla="*/ 310761 h 580995"/>
                    <a:gd name="connsiteX1194" fmla="*/ 471404 w 591813"/>
                    <a:gd name="connsiteY1194" fmla="*/ 310221 h 580995"/>
                    <a:gd name="connsiteX1195" fmla="*/ 471809 w 591813"/>
                    <a:gd name="connsiteY1195" fmla="*/ 309682 h 580995"/>
                    <a:gd name="connsiteX1196" fmla="*/ 472191 w 591813"/>
                    <a:gd name="connsiteY1196" fmla="*/ 309142 h 580995"/>
                    <a:gd name="connsiteX1197" fmla="*/ 472596 w 591813"/>
                    <a:gd name="connsiteY1197" fmla="*/ 308602 h 580995"/>
                    <a:gd name="connsiteX1198" fmla="*/ 472978 w 591813"/>
                    <a:gd name="connsiteY1198" fmla="*/ 308062 h 580995"/>
                    <a:gd name="connsiteX1199" fmla="*/ 473383 w 591813"/>
                    <a:gd name="connsiteY1199" fmla="*/ 307523 h 580995"/>
                    <a:gd name="connsiteX1200" fmla="*/ 473765 w 591813"/>
                    <a:gd name="connsiteY1200" fmla="*/ 306983 h 580995"/>
                    <a:gd name="connsiteX1201" fmla="*/ 474170 w 591813"/>
                    <a:gd name="connsiteY1201" fmla="*/ 306466 h 580995"/>
                    <a:gd name="connsiteX1202" fmla="*/ 474552 w 591813"/>
                    <a:gd name="connsiteY1202" fmla="*/ 305926 h 580995"/>
                    <a:gd name="connsiteX1203" fmla="*/ 474957 w 591813"/>
                    <a:gd name="connsiteY1203" fmla="*/ 305408 h 580995"/>
                    <a:gd name="connsiteX1204" fmla="*/ 475362 w 591813"/>
                    <a:gd name="connsiteY1204" fmla="*/ 304869 h 580995"/>
                    <a:gd name="connsiteX1205" fmla="*/ 475744 w 591813"/>
                    <a:gd name="connsiteY1205" fmla="*/ 304351 h 580995"/>
                    <a:gd name="connsiteX1206" fmla="*/ 476149 w 591813"/>
                    <a:gd name="connsiteY1206" fmla="*/ 303834 h 580995"/>
                    <a:gd name="connsiteX1207" fmla="*/ 476532 w 591813"/>
                    <a:gd name="connsiteY1207" fmla="*/ 303317 h 580995"/>
                    <a:gd name="connsiteX1208" fmla="*/ 476936 w 591813"/>
                    <a:gd name="connsiteY1208" fmla="*/ 302800 h 580995"/>
                    <a:gd name="connsiteX1209" fmla="*/ 477319 w 591813"/>
                    <a:gd name="connsiteY1209" fmla="*/ 302282 h 580995"/>
                    <a:gd name="connsiteX1210" fmla="*/ 477724 w 591813"/>
                    <a:gd name="connsiteY1210" fmla="*/ 301765 h 580995"/>
                    <a:gd name="connsiteX1211" fmla="*/ 478128 w 591813"/>
                    <a:gd name="connsiteY1211" fmla="*/ 301270 h 580995"/>
                    <a:gd name="connsiteX1212" fmla="*/ 478510 w 591813"/>
                    <a:gd name="connsiteY1212" fmla="*/ 300753 h 580995"/>
                    <a:gd name="connsiteX1213" fmla="*/ 478916 w 591813"/>
                    <a:gd name="connsiteY1213" fmla="*/ 300236 h 580995"/>
                    <a:gd name="connsiteX1214" fmla="*/ 479298 w 591813"/>
                    <a:gd name="connsiteY1214" fmla="*/ 299741 h 580995"/>
                    <a:gd name="connsiteX1215" fmla="*/ 479702 w 591813"/>
                    <a:gd name="connsiteY1215" fmla="*/ 299246 h 580995"/>
                    <a:gd name="connsiteX1216" fmla="*/ 480085 w 591813"/>
                    <a:gd name="connsiteY1216" fmla="*/ 298729 h 580995"/>
                    <a:gd name="connsiteX1217" fmla="*/ 480490 w 591813"/>
                    <a:gd name="connsiteY1217" fmla="*/ 298234 h 580995"/>
                    <a:gd name="connsiteX1218" fmla="*/ 480872 w 591813"/>
                    <a:gd name="connsiteY1218" fmla="*/ 297740 h 580995"/>
                    <a:gd name="connsiteX1219" fmla="*/ 481277 w 591813"/>
                    <a:gd name="connsiteY1219" fmla="*/ 297245 h 580995"/>
                    <a:gd name="connsiteX1220" fmla="*/ 481682 w 591813"/>
                    <a:gd name="connsiteY1220" fmla="*/ 296728 h 580995"/>
                    <a:gd name="connsiteX1221" fmla="*/ 482064 w 591813"/>
                    <a:gd name="connsiteY1221" fmla="*/ 296233 h 580995"/>
                    <a:gd name="connsiteX1222" fmla="*/ 482469 w 591813"/>
                    <a:gd name="connsiteY1222" fmla="*/ 295715 h 580995"/>
                    <a:gd name="connsiteX1223" fmla="*/ 482851 w 591813"/>
                    <a:gd name="connsiteY1223" fmla="*/ 295221 h 580995"/>
                    <a:gd name="connsiteX1224" fmla="*/ 483256 w 591813"/>
                    <a:gd name="connsiteY1224" fmla="*/ 294703 h 580995"/>
                    <a:gd name="connsiteX1225" fmla="*/ 483638 w 591813"/>
                    <a:gd name="connsiteY1225" fmla="*/ 294209 h 580995"/>
                    <a:gd name="connsiteX1226" fmla="*/ 484043 w 591813"/>
                    <a:gd name="connsiteY1226" fmla="*/ 293714 h 580995"/>
                    <a:gd name="connsiteX1227" fmla="*/ 484425 w 591813"/>
                    <a:gd name="connsiteY1227" fmla="*/ 293197 h 580995"/>
                    <a:gd name="connsiteX1228" fmla="*/ 484830 w 591813"/>
                    <a:gd name="connsiteY1228" fmla="*/ 292702 h 580995"/>
                    <a:gd name="connsiteX1229" fmla="*/ 485235 w 591813"/>
                    <a:gd name="connsiteY1229" fmla="*/ 292207 h 580995"/>
                    <a:gd name="connsiteX1230" fmla="*/ 485617 w 591813"/>
                    <a:gd name="connsiteY1230" fmla="*/ 291690 h 580995"/>
                    <a:gd name="connsiteX1231" fmla="*/ 486022 w 591813"/>
                    <a:gd name="connsiteY1231" fmla="*/ 291195 h 580995"/>
                    <a:gd name="connsiteX1232" fmla="*/ 486404 w 591813"/>
                    <a:gd name="connsiteY1232" fmla="*/ 290678 h 580995"/>
                    <a:gd name="connsiteX1233" fmla="*/ 486809 w 591813"/>
                    <a:gd name="connsiteY1233" fmla="*/ 290183 h 580995"/>
                    <a:gd name="connsiteX1234" fmla="*/ 487192 w 591813"/>
                    <a:gd name="connsiteY1234" fmla="*/ 289688 h 580995"/>
                    <a:gd name="connsiteX1235" fmla="*/ 487596 w 591813"/>
                    <a:gd name="connsiteY1235" fmla="*/ 289171 h 580995"/>
                    <a:gd name="connsiteX1236" fmla="*/ 487979 w 591813"/>
                    <a:gd name="connsiteY1236" fmla="*/ 288676 h 580995"/>
                    <a:gd name="connsiteX1237" fmla="*/ 488384 w 591813"/>
                    <a:gd name="connsiteY1237" fmla="*/ 288182 h 580995"/>
                    <a:gd name="connsiteX1238" fmla="*/ 488788 w 591813"/>
                    <a:gd name="connsiteY1238" fmla="*/ 287664 h 580995"/>
                    <a:gd name="connsiteX1239" fmla="*/ 489170 w 591813"/>
                    <a:gd name="connsiteY1239" fmla="*/ 287169 h 580995"/>
                    <a:gd name="connsiteX1240" fmla="*/ 489576 w 591813"/>
                    <a:gd name="connsiteY1240" fmla="*/ 286675 h 580995"/>
                    <a:gd name="connsiteX1241" fmla="*/ 489958 w 591813"/>
                    <a:gd name="connsiteY1241" fmla="*/ 286157 h 580995"/>
                    <a:gd name="connsiteX1242" fmla="*/ 490362 w 591813"/>
                    <a:gd name="connsiteY1242" fmla="*/ 285663 h 580995"/>
                    <a:gd name="connsiteX1243" fmla="*/ 490745 w 591813"/>
                    <a:gd name="connsiteY1243" fmla="*/ 285168 h 580995"/>
                    <a:gd name="connsiteX1244" fmla="*/ 491150 w 591813"/>
                    <a:gd name="connsiteY1244" fmla="*/ 284651 h 580995"/>
                    <a:gd name="connsiteX1245" fmla="*/ 491532 w 591813"/>
                    <a:gd name="connsiteY1245" fmla="*/ 284156 h 580995"/>
                    <a:gd name="connsiteX1246" fmla="*/ 491937 w 591813"/>
                    <a:gd name="connsiteY1246" fmla="*/ 283661 h 580995"/>
                    <a:gd name="connsiteX1247" fmla="*/ 492342 w 591813"/>
                    <a:gd name="connsiteY1247" fmla="*/ 283144 h 580995"/>
                    <a:gd name="connsiteX1248" fmla="*/ 492724 w 591813"/>
                    <a:gd name="connsiteY1248" fmla="*/ 282649 h 580995"/>
                    <a:gd name="connsiteX1249" fmla="*/ 493129 w 591813"/>
                    <a:gd name="connsiteY1249" fmla="*/ 282154 h 580995"/>
                    <a:gd name="connsiteX1250" fmla="*/ 493511 w 591813"/>
                    <a:gd name="connsiteY1250" fmla="*/ 281637 h 580995"/>
                    <a:gd name="connsiteX1251" fmla="*/ 493916 w 591813"/>
                    <a:gd name="connsiteY1251" fmla="*/ 281142 h 580995"/>
                    <a:gd name="connsiteX1252" fmla="*/ 494298 w 591813"/>
                    <a:gd name="connsiteY1252" fmla="*/ 280647 h 580995"/>
                    <a:gd name="connsiteX1253" fmla="*/ 494703 w 591813"/>
                    <a:gd name="connsiteY1253" fmla="*/ 280153 h 580995"/>
                    <a:gd name="connsiteX1254" fmla="*/ 495108 w 591813"/>
                    <a:gd name="connsiteY1254" fmla="*/ 279658 h 580995"/>
                    <a:gd name="connsiteX1255" fmla="*/ 495490 w 591813"/>
                    <a:gd name="connsiteY1255" fmla="*/ 279163 h 580995"/>
                    <a:gd name="connsiteX1256" fmla="*/ 495895 w 591813"/>
                    <a:gd name="connsiteY1256" fmla="*/ 278668 h 580995"/>
                    <a:gd name="connsiteX1257" fmla="*/ 496277 w 591813"/>
                    <a:gd name="connsiteY1257" fmla="*/ 278174 h 580995"/>
                    <a:gd name="connsiteX1258" fmla="*/ 496682 w 591813"/>
                    <a:gd name="connsiteY1258" fmla="*/ 277679 h 580995"/>
                    <a:gd name="connsiteX1259" fmla="*/ 497064 w 591813"/>
                    <a:gd name="connsiteY1259" fmla="*/ 277184 h 580995"/>
                    <a:gd name="connsiteX1260" fmla="*/ 497469 w 591813"/>
                    <a:gd name="connsiteY1260" fmla="*/ 276689 h 580995"/>
                    <a:gd name="connsiteX1261" fmla="*/ 497852 w 591813"/>
                    <a:gd name="connsiteY1261" fmla="*/ 276195 h 580995"/>
                    <a:gd name="connsiteX1262" fmla="*/ 498256 w 591813"/>
                    <a:gd name="connsiteY1262" fmla="*/ 275700 h 580995"/>
                    <a:gd name="connsiteX1263" fmla="*/ 498662 w 591813"/>
                    <a:gd name="connsiteY1263" fmla="*/ 275205 h 580995"/>
                    <a:gd name="connsiteX1264" fmla="*/ 499044 w 591813"/>
                    <a:gd name="connsiteY1264" fmla="*/ 274710 h 580995"/>
                    <a:gd name="connsiteX1265" fmla="*/ 499448 w 591813"/>
                    <a:gd name="connsiteY1265" fmla="*/ 274215 h 580995"/>
                    <a:gd name="connsiteX1266" fmla="*/ 499831 w 591813"/>
                    <a:gd name="connsiteY1266" fmla="*/ 273743 h 580995"/>
                    <a:gd name="connsiteX1267" fmla="*/ 500236 w 591813"/>
                    <a:gd name="connsiteY1267" fmla="*/ 273248 h 580995"/>
                    <a:gd name="connsiteX1268" fmla="*/ 500618 w 591813"/>
                    <a:gd name="connsiteY1268" fmla="*/ 272776 h 580995"/>
                    <a:gd name="connsiteX1269" fmla="*/ 501022 w 591813"/>
                    <a:gd name="connsiteY1269" fmla="*/ 272281 h 580995"/>
                    <a:gd name="connsiteX1270" fmla="*/ 501405 w 591813"/>
                    <a:gd name="connsiteY1270" fmla="*/ 271809 h 580995"/>
                    <a:gd name="connsiteX1271" fmla="*/ 501810 w 591813"/>
                    <a:gd name="connsiteY1271" fmla="*/ 271337 h 580995"/>
                    <a:gd name="connsiteX1272" fmla="*/ 502214 w 591813"/>
                    <a:gd name="connsiteY1272" fmla="*/ 270842 h 580995"/>
                    <a:gd name="connsiteX1273" fmla="*/ 502597 w 591813"/>
                    <a:gd name="connsiteY1273" fmla="*/ 270370 h 580995"/>
                    <a:gd name="connsiteX1274" fmla="*/ 503002 w 591813"/>
                    <a:gd name="connsiteY1274" fmla="*/ 269897 h 580995"/>
                    <a:gd name="connsiteX1275" fmla="*/ 503384 w 591813"/>
                    <a:gd name="connsiteY1275" fmla="*/ 269425 h 580995"/>
                    <a:gd name="connsiteX1276" fmla="*/ 503789 w 591813"/>
                    <a:gd name="connsiteY1276" fmla="*/ 268953 h 580995"/>
                    <a:gd name="connsiteX1277" fmla="*/ 504171 w 591813"/>
                    <a:gd name="connsiteY1277" fmla="*/ 268481 h 580995"/>
                    <a:gd name="connsiteX1278" fmla="*/ 504576 w 591813"/>
                    <a:gd name="connsiteY1278" fmla="*/ 268008 h 580995"/>
                    <a:gd name="connsiteX1279" fmla="*/ 504958 w 591813"/>
                    <a:gd name="connsiteY1279" fmla="*/ 267536 h 580995"/>
                    <a:gd name="connsiteX1280" fmla="*/ 505363 w 591813"/>
                    <a:gd name="connsiteY1280" fmla="*/ 267086 h 580995"/>
                    <a:gd name="connsiteX1281" fmla="*/ 505768 w 591813"/>
                    <a:gd name="connsiteY1281" fmla="*/ 266614 h 580995"/>
                    <a:gd name="connsiteX1282" fmla="*/ 506150 w 591813"/>
                    <a:gd name="connsiteY1282" fmla="*/ 266142 h 580995"/>
                    <a:gd name="connsiteX1283" fmla="*/ 506555 w 591813"/>
                    <a:gd name="connsiteY1283" fmla="*/ 265669 h 580995"/>
                    <a:gd name="connsiteX1284" fmla="*/ 506938 w 591813"/>
                    <a:gd name="connsiteY1284" fmla="*/ 265197 h 580995"/>
                    <a:gd name="connsiteX1285" fmla="*/ 507342 w 591813"/>
                    <a:gd name="connsiteY1285" fmla="*/ 264725 h 580995"/>
                    <a:gd name="connsiteX1286" fmla="*/ 507724 w 591813"/>
                    <a:gd name="connsiteY1286" fmla="*/ 264253 h 580995"/>
                    <a:gd name="connsiteX1287" fmla="*/ 508130 w 591813"/>
                    <a:gd name="connsiteY1287" fmla="*/ 263780 h 580995"/>
                    <a:gd name="connsiteX1288" fmla="*/ 508534 w 591813"/>
                    <a:gd name="connsiteY1288" fmla="*/ 263308 h 580995"/>
                    <a:gd name="connsiteX1289" fmla="*/ 508916 w 591813"/>
                    <a:gd name="connsiteY1289" fmla="*/ 262836 h 580995"/>
                    <a:gd name="connsiteX1290" fmla="*/ 509322 w 591813"/>
                    <a:gd name="connsiteY1290" fmla="*/ 262363 h 580995"/>
                    <a:gd name="connsiteX1291" fmla="*/ 509704 w 591813"/>
                    <a:gd name="connsiteY1291" fmla="*/ 261914 h 580995"/>
                    <a:gd name="connsiteX1292" fmla="*/ 510108 w 591813"/>
                    <a:gd name="connsiteY1292" fmla="*/ 261441 h 580995"/>
                    <a:gd name="connsiteX1293" fmla="*/ 510491 w 591813"/>
                    <a:gd name="connsiteY1293" fmla="*/ 260969 h 580995"/>
                    <a:gd name="connsiteX1294" fmla="*/ 510896 w 591813"/>
                    <a:gd name="connsiteY1294" fmla="*/ 260519 h 580995"/>
                    <a:gd name="connsiteX1295" fmla="*/ 511278 w 591813"/>
                    <a:gd name="connsiteY1295" fmla="*/ 260070 h 580995"/>
                    <a:gd name="connsiteX1296" fmla="*/ 511683 w 591813"/>
                    <a:gd name="connsiteY1296" fmla="*/ 259597 h 580995"/>
                    <a:gd name="connsiteX1297" fmla="*/ 512088 w 591813"/>
                    <a:gd name="connsiteY1297" fmla="*/ 259147 h 580995"/>
                    <a:gd name="connsiteX1298" fmla="*/ 512470 w 591813"/>
                    <a:gd name="connsiteY1298" fmla="*/ 258698 h 580995"/>
                    <a:gd name="connsiteX1299" fmla="*/ 512875 w 591813"/>
                    <a:gd name="connsiteY1299" fmla="*/ 258248 h 580995"/>
                    <a:gd name="connsiteX1300" fmla="*/ 513257 w 591813"/>
                    <a:gd name="connsiteY1300" fmla="*/ 257776 h 580995"/>
                    <a:gd name="connsiteX1301" fmla="*/ 513662 w 591813"/>
                    <a:gd name="connsiteY1301" fmla="*/ 257326 h 580995"/>
                    <a:gd name="connsiteX1302" fmla="*/ 514044 w 591813"/>
                    <a:gd name="connsiteY1302" fmla="*/ 256876 h 580995"/>
                    <a:gd name="connsiteX1303" fmla="*/ 514449 w 591813"/>
                    <a:gd name="connsiteY1303" fmla="*/ 256449 h 580995"/>
                    <a:gd name="connsiteX1304" fmla="*/ 514831 w 591813"/>
                    <a:gd name="connsiteY1304" fmla="*/ 255999 h 580995"/>
                    <a:gd name="connsiteX1305" fmla="*/ 515236 w 591813"/>
                    <a:gd name="connsiteY1305" fmla="*/ 255549 h 580995"/>
                    <a:gd name="connsiteX1306" fmla="*/ 515641 w 591813"/>
                    <a:gd name="connsiteY1306" fmla="*/ 255099 h 580995"/>
                    <a:gd name="connsiteX1307" fmla="*/ 516023 w 591813"/>
                    <a:gd name="connsiteY1307" fmla="*/ 254650 h 580995"/>
                    <a:gd name="connsiteX1308" fmla="*/ 516428 w 591813"/>
                    <a:gd name="connsiteY1308" fmla="*/ 254222 h 580995"/>
                    <a:gd name="connsiteX1309" fmla="*/ 516810 w 591813"/>
                    <a:gd name="connsiteY1309" fmla="*/ 253772 h 580995"/>
                    <a:gd name="connsiteX1310" fmla="*/ 517215 w 591813"/>
                    <a:gd name="connsiteY1310" fmla="*/ 253345 h 580995"/>
                    <a:gd name="connsiteX1311" fmla="*/ 517598 w 591813"/>
                    <a:gd name="connsiteY1311" fmla="*/ 252918 h 580995"/>
                    <a:gd name="connsiteX1312" fmla="*/ 518002 w 591813"/>
                    <a:gd name="connsiteY1312" fmla="*/ 252491 h 580995"/>
                    <a:gd name="connsiteX1313" fmla="*/ 518385 w 591813"/>
                    <a:gd name="connsiteY1313" fmla="*/ 252063 h 580995"/>
                    <a:gd name="connsiteX1314" fmla="*/ 518790 w 591813"/>
                    <a:gd name="connsiteY1314" fmla="*/ 251636 h 580995"/>
                    <a:gd name="connsiteX1315" fmla="*/ 519194 w 591813"/>
                    <a:gd name="connsiteY1315" fmla="*/ 251209 h 580995"/>
                    <a:gd name="connsiteX1316" fmla="*/ 519576 w 591813"/>
                    <a:gd name="connsiteY1316" fmla="*/ 250781 h 580995"/>
                    <a:gd name="connsiteX1317" fmla="*/ 519982 w 591813"/>
                    <a:gd name="connsiteY1317" fmla="*/ 250354 h 580995"/>
                    <a:gd name="connsiteX1318" fmla="*/ 520364 w 591813"/>
                    <a:gd name="connsiteY1318" fmla="*/ 249927 h 580995"/>
                    <a:gd name="connsiteX1319" fmla="*/ 520768 w 591813"/>
                    <a:gd name="connsiteY1319" fmla="*/ 249522 h 580995"/>
                    <a:gd name="connsiteX1320" fmla="*/ 521151 w 591813"/>
                    <a:gd name="connsiteY1320" fmla="*/ 249095 h 580995"/>
                    <a:gd name="connsiteX1321" fmla="*/ 521556 w 591813"/>
                    <a:gd name="connsiteY1321" fmla="*/ 248667 h 580995"/>
                    <a:gd name="connsiteX1322" fmla="*/ 521938 w 591813"/>
                    <a:gd name="connsiteY1322" fmla="*/ 248262 h 580995"/>
                    <a:gd name="connsiteX1323" fmla="*/ 522343 w 591813"/>
                    <a:gd name="connsiteY1323" fmla="*/ 247835 h 580995"/>
                    <a:gd name="connsiteX1324" fmla="*/ 522748 w 591813"/>
                    <a:gd name="connsiteY1324" fmla="*/ 247408 h 580995"/>
                    <a:gd name="connsiteX1325" fmla="*/ 523107 w 591813"/>
                    <a:gd name="connsiteY1325" fmla="*/ 247003 h 580995"/>
                    <a:gd name="connsiteX1326" fmla="*/ 523535 w 591813"/>
                    <a:gd name="connsiteY1326" fmla="*/ 246576 h 580995"/>
                    <a:gd name="connsiteX1327" fmla="*/ 523895 w 591813"/>
                    <a:gd name="connsiteY1327" fmla="*/ 246171 h 580995"/>
                    <a:gd name="connsiteX1328" fmla="*/ 524299 w 591813"/>
                    <a:gd name="connsiteY1328" fmla="*/ 245766 h 580995"/>
                    <a:gd name="connsiteX1329" fmla="*/ 524682 w 591813"/>
                    <a:gd name="connsiteY1329" fmla="*/ 245339 h 580995"/>
                    <a:gd name="connsiteX1330" fmla="*/ 525087 w 591813"/>
                    <a:gd name="connsiteY1330" fmla="*/ 244934 h 580995"/>
                    <a:gd name="connsiteX1331" fmla="*/ 525491 w 591813"/>
                    <a:gd name="connsiteY1331" fmla="*/ 244529 h 580995"/>
                    <a:gd name="connsiteX1332" fmla="*/ 525874 w 591813"/>
                    <a:gd name="connsiteY1332" fmla="*/ 244124 h 580995"/>
                    <a:gd name="connsiteX1333" fmla="*/ 526278 w 591813"/>
                    <a:gd name="connsiteY1333" fmla="*/ 243720 h 580995"/>
                    <a:gd name="connsiteX1334" fmla="*/ 526661 w 591813"/>
                    <a:gd name="connsiteY1334" fmla="*/ 243315 h 580995"/>
                    <a:gd name="connsiteX1335" fmla="*/ 527066 w 591813"/>
                    <a:gd name="connsiteY1335" fmla="*/ 242910 h 580995"/>
                    <a:gd name="connsiteX1336" fmla="*/ 527448 w 591813"/>
                    <a:gd name="connsiteY1336" fmla="*/ 242505 h 580995"/>
                    <a:gd name="connsiteX1337" fmla="*/ 527853 w 591813"/>
                    <a:gd name="connsiteY1337" fmla="*/ 242123 h 580995"/>
                    <a:gd name="connsiteX1338" fmla="*/ 528235 w 591813"/>
                    <a:gd name="connsiteY1338" fmla="*/ 241718 h 580995"/>
                    <a:gd name="connsiteX1339" fmla="*/ 528640 w 591813"/>
                    <a:gd name="connsiteY1339" fmla="*/ 241313 h 580995"/>
                    <a:gd name="connsiteX1340" fmla="*/ 529045 w 591813"/>
                    <a:gd name="connsiteY1340" fmla="*/ 240931 h 580995"/>
                    <a:gd name="connsiteX1341" fmla="*/ 529427 w 591813"/>
                    <a:gd name="connsiteY1341" fmla="*/ 240526 h 580995"/>
                    <a:gd name="connsiteX1342" fmla="*/ 529832 w 591813"/>
                    <a:gd name="connsiteY1342" fmla="*/ 240144 h 580995"/>
                    <a:gd name="connsiteX1343" fmla="*/ 530214 w 591813"/>
                    <a:gd name="connsiteY1343" fmla="*/ 239761 h 580995"/>
                    <a:gd name="connsiteX1344" fmla="*/ 530619 w 591813"/>
                    <a:gd name="connsiteY1344" fmla="*/ 239357 h 580995"/>
                    <a:gd name="connsiteX1345" fmla="*/ 531001 w 591813"/>
                    <a:gd name="connsiteY1345" fmla="*/ 238974 h 580995"/>
                    <a:gd name="connsiteX1346" fmla="*/ 531406 w 591813"/>
                    <a:gd name="connsiteY1346" fmla="*/ 238592 h 580995"/>
                    <a:gd name="connsiteX1347" fmla="*/ 531789 w 591813"/>
                    <a:gd name="connsiteY1347" fmla="*/ 238210 h 580995"/>
                    <a:gd name="connsiteX1348" fmla="*/ 532193 w 591813"/>
                    <a:gd name="connsiteY1348" fmla="*/ 237827 h 580995"/>
                    <a:gd name="connsiteX1349" fmla="*/ 532598 w 591813"/>
                    <a:gd name="connsiteY1349" fmla="*/ 237445 h 580995"/>
                    <a:gd name="connsiteX1350" fmla="*/ 532981 w 591813"/>
                    <a:gd name="connsiteY1350" fmla="*/ 237063 h 580995"/>
                    <a:gd name="connsiteX1351" fmla="*/ 533385 w 591813"/>
                    <a:gd name="connsiteY1351" fmla="*/ 236703 h 580995"/>
                    <a:gd name="connsiteX1352" fmla="*/ 533767 w 591813"/>
                    <a:gd name="connsiteY1352" fmla="*/ 236320 h 580995"/>
                    <a:gd name="connsiteX1353" fmla="*/ 534172 w 591813"/>
                    <a:gd name="connsiteY1353" fmla="*/ 235961 h 580995"/>
                    <a:gd name="connsiteX1354" fmla="*/ 534555 w 591813"/>
                    <a:gd name="connsiteY1354" fmla="*/ 235578 h 580995"/>
                    <a:gd name="connsiteX1355" fmla="*/ 534959 w 591813"/>
                    <a:gd name="connsiteY1355" fmla="*/ 235219 h 580995"/>
                    <a:gd name="connsiteX1356" fmla="*/ 535342 w 591813"/>
                    <a:gd name="connsiteY1356" fmla="*/ 234836 h 580995"/>
                    <a:gd name="connsiteX1357" fmla="*/ 535747 w 591813"/>
                    <a:gd name="connsiteY1357" fmla="*/ 234476 h 580995"/>
                    <a:gd name="connsiteX1358" fmla="*/ 536151 w 591813"/>
                    <a:gd name="connsiteY1358" fmla="*/ 234117 h 580995"/>
                    <a:gd name="connsiteX1359" fmla="*/ 536534 w 591813"/>
                    <a:gd name="connsiteY1359" fmla="*/ 233734 h 580995"/>
                    <a:gd name="connsiteX1360" fmla="*/ 536939 w 591813"/>
                    <a:gd name="connsiteY1360" fmla="*/ 233374 h 580995"/>
                    <a:gd name="connsiteX1361" fmla="*/ 537321 w 591813"/>
                    <a:gd name="connsiteY1361" fmla="*/ 233015 h 580995"/>
                    <a:gd name="connsiteX1362" fmla="*/ 537726 w 591813"/>
                    <a:gd name="connsiteY1362" fmla="*/ 232655 h 580995"/>
                    <a:gd name="connsiteX1363" fmla="*/ 538108 w 591813"/>
                    <a:gd name="connsiteY1363" fmla="*/ 232295 h 580995"/>
                    <a:gd name="connsiteX1364" fmla="*/ 538513 w 591813"/>
                    <a:gd name="connsiteY1364" fmla="*/ 231935 h 580995"/>
                    <a:gd name="connsiteX1365" fmla="*/ 538918 w 591813"/>
                    <a:gd name="connsiteY1365" fmla="*/ 231553 h 580995"/>
                    <a:gd name="connsiteX1366" fmla="*/ 539300 w 591813"/>
                    <a:gd name="connsiteY1366" fmla="*/ 231193 h 580995"/>
                    <a:gd name="connsiteX1367" fmla="*/ 539705 w 591813"/>
                    <a:gd name="connsiteY1367" fmla="*/ 230833 h 580995"/>
                    <a:gd name="connsiteX1368" fmla="*/ 540087 w 591813"/>
                    <a:gd name="connsiteY1368" fmla="*/ 230473 h 580995"/>
                    <a:gd name="connsiteX1369" fmla="*/ 540492 w 591813"/>
                    <a:gd name="connsiteY1369" fmla="*/ 230113 h 580995"/>
                    <a:gd name="connsiteX1370" fmla="*/ 540875 w 591813"/>
                    <a:gd name="connsiteY1370" fmla="*/ 229754 h 580995"/>
                    <a:gd name="connsiteX1371" fmla="*/ 541279 w 591813"/>
                    <a:gd name="connsiteY1371" fmla="*/ 229416 h 580995"/>
                    <a:gd name="connsiteX1372" fmla="*/ 541661 w 591813"/>
                    <a:gd name="connsiteY1372" fmla="*/ 229056 h 580995"/>
                    <a:gd name="connsiteX1373" fmla="*/ 542066 w 591813"/>
                    <a:gd name="connsiteY1373" fmla="*/ 228697 h 580995"/>
                    <a:gd name="connsiteX1374" fmla="*/ 542471 w 591813"/>
                    <a:gd name="connsiteY1374" fmla="*/ 228337 h 580995"/>
                    <a:gd name="connsiteX1375" fmla="*/ 542853 w 591813"/>
                    <a:gd name="connsiteY1375" fmla="*/ 227977 h 580995"/>
                    <a:gd name="connsiteX1376" fmla="*/ 543258 w 591813"/>
                    <a:gd name="connsiteY1376" fmla="*/ 227617 h 580995"/>
                    <a:gd name="connsiteX1377" fmla="*/ 543641 w 591813"/>
                    <a:gd name="connsiteY1377" fmla="*/ 227257 h 580995"/>
                    <a:gd name="connsiteX1378" fmla="*/ 544045 w 591813"/>
                    <a:gd name="connsiteY1378" fmla="*/ 226920 h 580995"/>
                    <a:gd name="connsiteX1379" fmla="*/ 544427 w 591813"/>
                    <a:gd name="connsiteY1379" fmla="*/ 226560 h 580995"/>
                    <a:gd name="connsiteX1380" fmla="*/ 544832 w 591813"/>
                    <a:gd name="connsiteY1380" fmla="*/ 226200 h 580995"/>
                    <a:gd name="connsiteX1381" fmla="*/ 545215 w 591813"/>
                    <a:gd name="connsiteY1381" fmla="*/ 225840 h 580995"/>
                    <a:gd name="connsiteX1382" fmla="*/ 545620 w 591813"/>
                    <a:gd name="connsiteY1382" fmla="*/ 225503 h 580995"/>
                    <a:gd name="connsiteX1383" fmla="*/ 546024 w 591813"/>
                    <a:gd name="connsiteY1383" fmla="*/ 225143 h 580995"/>
                    <a:gd name="connsiteX1384" fmla="*/ 546407 w 591813"/>
                    <a:gd name="connsiteY1384" fmla="*/ 224806 h 580995"/>
                    <a:gd name="connsiteX1385" fmla="*/ 546812 w 591813"/>
                    <a:gd name="connsiteY1385" fmla="*/ 224446 h 580995"/>
                    <a:gd name="connsiteX1386" fmla="*/ 547194 w 591813"/>
                    <a:gd name="connsiteY1386" fmla="*/ 224109 h 580995"/>
                    <a:gd name="connsiteX1387" fmla="*/ 547599 w 591813"/>
                    <a:gd name="connsiteY1387" fmla="*/ 223749 h 580995"/>
                    <a:gd name="connsiteX1388" fmla="*/ 547981 w 591813"/>
                    <a:gd name="connsiteY1388" fmla="*/ 223412 h 580995"/>
                    <a:gd name="connsiteX1389" fmla="*/ 548386 w 591813"/>
                    <a:gd name="connsiteY1389" fmla="*/ 223074 h 580995"/>
                    <a:gd name="connsiteX1390" fmla="*/ 548768 w 591813"/>
                    <a:gd name="connsiteY1390" fmla="*/ 222737 h 580995"/>
                    <a:gd name="connsiteX1391" fmla="*/ 549173 w 591813"/>
                    <a:gd name="connsiteY1391" fmla="*/ 222399 h 580995"/>
                    <a:gd name="connsiteX1392" fmla="*/ 549578 w 591813"/>
                    <a:gd name="connsiteY1392" fmla="*/ 222040 h 580995"/>
                    <a:gd name="connsiteX1393" fmla="*/ 549960 w 591813"/>
                    <a:gd name="connsiteY1393" fmla="*/ 221702 h 580995"/>
                    <a:gd name="connsiteX1394" fmla="*/ 550365 w 591813"/>
                    <a:gd name="connsiteY1394" fmla="*/ 221365 h 580995"/>
                    <a:gd name="connsiteX1395" fmla="*/ 550747 w 591813"/>
                    <a:gd name="connsiteY1395" fmla="*/ 221028 h 580995"/>
                    <a:gd name="connsiteX1396" fmla="*/ 551152 w 591813"/>
                    <a:gd name="connsiteY1396" fmla="*/ 220668 h 580995"/>
                    <a:gd name="connsiteX1397" fmla="*/ 551535 w 591813"/>
                    <a:gd name="connsiteY1397" fmla="*/ 220330 h 580995"/>
                    <a:gd name="connsiteX1398" fmla="*/ 551939 w 591813"/>
                    <a:gd name="connsiteY1398" fmla="*/ 219993 h 580995"/>
                    <a:gd name="connsiteX1399" fmla="*/ 552321 w 591813"/>
                    <a:gd name="connsiteY1399" fmla="*/ 219656 h 580995"/>
                    <a:gd name="connsiteX1400" fmla="*/ 552726 w 591813"/>
                    <a:gd name="connsiteY1400" fmla="*/ 219318 h 580995"/>
                    <a:gd name="connsiteX1401" fmla="*/ 553131 w 591813"/>
                    <a:gd name="connsiteY1401" fmla="*/ 218981 h 580995"/>
                    <a:gd name="connsiteX1402" fmla="*/ 553513 w 591813"/>
                    <a:gd name="connsiteY1402" fmla="*/ 218644 h 580995"/>
                    <a:gd name="connsiteX1403" fmla="*/ 553918 w 591813"/>
                    <a:gd name="connsiteY1403" fmla="*/ 218284 h 580995"/>
                    <a:gd name="connsiteX1404" fmla="*/ 554301 w 591813"/>
                    <a:gd name="connsiteY1404" fmla="*/ 217947 h 580995"/>
                    <a:gd name="connsiteX1405" fmla="*/ 554705 w 591813"/>
                    <a:gd name="connsiteY1405" fmla="*/ 217609 h 580995"/>
                    <a:gd name="connsiteX1406" fmla="*/ 555088 w 591813"/>
                    <a:gd name="connsiteY1406" fmla="*/ 217272 h 580995"/>
                    <a:gd name="connsiteX1407" fmla="*/ 555493 w 591813"/>
                    <a:gd name="connsiteY1407" fmla="*/ 216934 h 580995"/>
                    <a:gd name="connsiteX1408" fmla="*/ 555897 w 591813"/>
                    <a:gd name="connsiteY1408" fmla="*/ 216575 h 580995"/>
                    <a:gd name="connsiteX1409" fmla="*/ 556280 w 591813"/>
                    <a:gd name="connsiteY1409" fmla="*/ 216237 h 580995"/>
                    <a:gd name="connsiteX1410" fmla="*/ 556684 w 591813"/>
                    <a:gd name="connsiteY1410" fmla="*/ 215877 h 580995"/>
                    <a:gd name="connsiteX1411" fmla="*/ 557067 w 591813"/>
                    <a:gd name="connsiteY1411" fmla="*/ 215540 h 580995"/>
                    <a:gd name="connsiteX1412" fmla="*/ 557472 w 591813"/>
                    <a:gd name="connsiteY1412" fmla="*/ 215180 h 580995"/>
                    <a:gd name="connsiteX1413" fmla="*/ 557854 w 591813"/>
                    <a:gd name="connsiteY1413" fmla="*/ 214820 h 580995"/>
                    <a:gd name="connsiteX1414" fmla="*/ 558259 w 591813"/>
                    <a:gd name="connsiteY1414" fmla="*/ 214461 h 580995"/>
                    <a:gd name="connsiteX1415" fmla="*/ 558641 w 591813"/>
                    <a:gd name="connsiteY1415" fmla="*/ 214101 h 580995"/>
                    <a:gd name="connsiteX1416" fmla="*/ 559046 w 591813"/>
                    <a:gd name="connsiteY1416" fmla="*/ 213741 h 580995"/>
                    <a:gd name="connsiteX1417" fmla="*/ 559450 w 591813"/>
                    <a:gd name="connsiteY1417" fmla="*/ 213359 h 580995"/>
                    <a:gd name="connsiteX1418" fmla="*/ 559833 w 591813"/>
                    <a:gd name="connsiteY1418" fmla="*/ 212999 h 580995"/>
                    <a:gd name="connsiteX1419" fmla="*/ 560238 w 591813"/>
                    <a:gd name="connsiteY1419" fmla="*/ 212616 h 580995"/>
                    <a:gd name="connsiteX1420" fmla="*/ 560620 w 591813"/>
                    <a:gd name="connsiteY1420" fmla="*/ 212234 h 580995"/>
                    <a:gd name="connsiteX1421" fmla="*/ 561025 w 591813"/>
                    <a:gd name="connsiteY1421" fmla="*/ 211852 h 580995"/>
                    <a:gd name="connsiteX1422" fmla="*/ 561407 w 591813"/>
                    <a:gd name="connsiteY1422" fmla="*/ 211470 h 580995"/>
                    <a:gd name="connsiteX1423" fmla="*/ 561812 w 591813"/>
                    <a:gd name="connsiteY1423" fmla="*/ 211087 h 580995"/>
                    <a:gd name="connsiteX1424" fmla="*/ 562195 w 591813"/>
                    <a:gd name="connsiteY1424" fmla="*/ 210705 h 580995"/>
                    <a:gd name="connsiteX1425" fmla="*/ 562599 w 591813"/>
                    <a:gd name="connsiteY1425" fmla="*/ 210323 h 580995"/>
                    <a:gd name="connsiteX1426" fmla="*/ 563004 w 591813"/>
                    <a:gd name="connsiteY1426" fmla="*/ 209918 h 580995"/>
                    <a:gd name="connsiteX1427" fmla="*/ 563386 w 591813"/>
                    <a:gd name="connsiteY1427" fmla="*/ 209535 h 580995"/>
                    <a:gd name="connsiteX1428" fmla="*/ 563791 w 591813"/>
                    <a:gd name="connsiteY1428" fmla="*/ 209153 h 580995"/>
                    <a:gd name="connsiteX1429" fmla="*/ 564173 w 591813"/>
                    <a:gd name="connsiteY1429" fmla="*/ 208748 h 580995"/>
                    <a:gd name="connsiteX1430" fmla="*/ 564578 w 591813"/>
                    <a:gd name="connsiteY1430" fmla="*/ 208343 h 580995"/>
                    <a:gd name="connsiteX1431" fmla="*/ 564961 w 591813"/>
                    <a:gd name="connsiteY1431" fmla="*/ 207939 h 580995"/>
                    <a:gd name="connsiteX1432" fmla="*/ 565365 w 591813"/>
                    <a:gd name="connsiteY1432" fmla="*/ 207534 h 580995"/>
                    <a:gd name="connsiteX1433" fmla="*/ 565748 w 591813"/>
                    <a:gd name="connsiteY1433" fmla="*/ 207107 h 580995"/>
                    <a:gd name="connsiteX1434" fmla="*/ 566153 w 591813"/>
                    <a:gd name="connsiteY1434" fmla="*/ 206702 h 580995"/>
                    <a:gd name="connsiteX1435" fmla="*/ 566557 w 591813"/>
                    <a:gd name="connsiteY1435" fmla="*/ 206274 h 580995"/>
                    <a:gd name="connsiteX1436" fmla="*/ 566940 w 591813"/>
                    <a:gd name="connsiteY1436" fmla="*/ 205870 h 580995"/>
                    <a:gd name="connsiteX1437" fmla="*/ 567344 w 591813"/>
                    <a:gd name="connsiteY1437" fmla="*/ 205442 h 580995"/>
                    <a:gd name="connsiteX1438" fmla="*/ 567727 w 591813"/>
                    <a:gd name="connsiteY1438" fmla="*/ 205015 h 580995"/>
                    <a:gd name="connsiteX1439" fmla="*/ 568132 w 591813"/>
                    <a:gd name="connsiteY1439" fmla="*/ 204588 h 580995"/>
                    <a:gd name="connsiteX1440" fmla="*/ 568514 w 591813"/>
                    <a:gd name="connsiteY1440" fmla="*/ 204160 h 580995"/>
                    <a:gd name="connsiteX1441" fmla="*/ 568919 w 591813"/>
                    <a:gd name="connsiteY1441" fmla="*/ 203733 h 580995"/>
                    <a:gd name="connsiteX1442" fmla="*/ 569324 w 591813"/>
                    <a:gd name="connsiteY1442" fmla="*/ 203283 h 580995"/>
                    <a:gd name="connsiteX1443" fmla="*/ 569706 w 591813"/>
                    <a:gd name="connsiteY1443" fmla="*/ 202856 h 580995"/>
                    <a:gd name="connsiteX1444" fmla="*/ 570111 w 591813"/>
                    <a:gd name="connsiteY1444" fmla="*/ 202406 h 580995"/>
                    <a:gd name="connsiteX1445" fmla="*/ 570493 w 591813"/>
                    <a:gd name="connsiteY1445" fmla="*/ 201956 h 580995"/>
                    <a:gd name="connsiteX1446" fmla="*/ 570898 w 591813"/>
                    <a:gd name="connsiteY1446" fmla="*/ 201484 h 580995"/>
                    <a:gd name="connsiteX1447" fmla="*/ 571280 w 591813"/>
                    <a:gd name="connsiteY1447" fmla="*/ 201012 h 580995"/>
                    <a:gd name="connsiteX1448" fmla="*/ 571685 w 591813"/>
                    <a:gd name="connsiteY1448" fmla="*/ 200540 h 580995"/>
                    <a:gd name="connsiteX1449" fmla="*/ 572067 w 591813"/>
                    <a:gd name="connsiteY1449" fmla="*/ 200067 h 580995"/>
                    <a:gd name="connsiteX1450" fmla="*/ 572472 w 591813"/>
                    <a:gd name="connsiteY1450" fmla="*/ 199573 h 580995"/>
                    <a:gd name="connsiteX1451" fmla="*/ 572877 w 591813"/>
                    <a:gd name="connsiteY1451" fmla="*/ 199078 h 580995"/>
                    <a:gd name="connsiteX1452" fmla="*/ 573259 w 591813"/>
                    <a:gd name="connsiteY1452" fmla="*/ 198583 h 580995"/>
                    <a:gd name="connsiteX1453" fmla="*/ 573664 w 591813"/>
                    <a:gd name="connsiteY1453" fmla="*/ 198066 h 580995"/>
                    <a:gd name="connsiteX1454" fmla="*/ 574047 w 591813"/>
                    <a:gd name="connsiteY1454" fmla="*/ 197526 h 580995"/>
                    <a:gd name="connsiteX1455" fmla="*/ 574451 w 591813"/>
                    <a:gd name="connsiteY1455" fmla="*/ 197009 h 580995"/>
                    <a:gd name="connsiteX1456" fmla="*/ 574833 w 591813"/>
                    <a:gd name="connsiteY1456" fmla="*/ 196446 h 580995"/>
                    <a:gd name="connsiteX1457" fmla="*/ 575238 w 591813"/>
                    <a:gd name="connsiteY1457" fmla="*/ 195884 h 580995"/>
                    <a:gd name="connsiteX1458" fmla="*/ 575621 w 591813"/>
                    <a:gd name="connsiteY1458" fmla="*/ 195322 h 580995"/>
                    <a:gd name="connsiteX1459" fmla="*/ 576025 w 591813"/>
                    <a:gd name="connsiteY1459" fmla="*/ 194737 h 580995"/>
                    <a:gd name="connsiteX1460" fmla="*/ 576430 w 591813"/>
                    <a:gd name="connsiteY1460" fmla="*/ 194153 h 580995"/>
                    <a:gd name="connsiteX1461" fmla="*/ 576813 w 591813"/>
                    <a:gd name="connsiteY1461" fmla="*/ 193545 h 580995"/>
                    <a:gd name="connsiteX1462" fmla="*/ 577217 w 591813"/>
                    <a:gd name="connsiteY1462" fmla="*/ 192916 h 580995"/>
                    <a:gd name="connsiteX1463" fmla="*/ 577600 w 591813"/>
                    <a:gd name="connsiteY1463" fmla="*/ 192286 h 580995"/>
                    <a:gd name="connsiteX1464" fmla="*/ 578004 w 591813"/>
                    <a:gd name="connsiteY1464" fmla="*/ 191611 h 580995"/>
                    <a:gd name="connsiteX1465" fmla="*/ 578387 w 591813"/>
                    <a:gd name="connsiteY1465" fmla="*/ 190937 h 580995"/>
                    <a:gd name="connsiteX1466" fmla="*/ 578792 w 591813"/>
                    <a:gd name="connsiteY1466" fmla="*/ 190262 h 580995"/>
                    <a:gd name="connsiteX1467" fmla="*/ 579174 w 591813"/>
                    <a:gd name="connsiteY1467" fmla="*/ 189542 h 580995"/>
                    <a:gd name="connsiteX1468" fmla="*/ 579579 w 591813"/>
                    <a:gd name="connsiteY1468" fmla="*/ 188823 h 580995"/>
                    <a:gd name="connsiteX1469" fmla="*/ 579984 w 591813"/>
                    <a:gd name="connsiteY1469" fmla="*/ 188080 h 580995"/>
                    <a:gd name="connsiteX1470" fmla="*/ 580366 w 591813"/>
                    <a:gd name="connsiteY1470" fmla="*/ 187293 h 580995"/>
                    <a:gd name="connsiteX1471" fmla="*/ 580771 w 591813"/>
                    <a:gd name="connsiteY1471" fmla="*/ 186506 h 580995"/>
                    <a:gd name="connsiteX1472" fmla="*/ 581153 w 591813"/>
                    <a:gd name="connsiteY1472" fmla="*/ 185696 h 580995"/>
                    <a:gd name="connsiteX1473" fmla="*/ 581558 w 591813"/>
                    <a:gd name="connsiteY1473" fmla="*/ 184842 h 580995"/>
                    <a:gd name="connsiteX1474" fmla="*/ 581940 w 591813"/>
                    <a:gd name="connsiteY1474" fmla="*/ 183965 h 580995"/>
                    <a:gd name="connsiteX1475" fmla="*/ 582345 w 591813"/>
                    <a:gd name="connsiteY1475" fmla="*/ 183065 h 580995"/>
                    <a:gd name="connsiteX1476" fmla="*/ 582727 w 591813"/>
                    <a:gd name="connsiteY1476" fmla="*/ 182121 h 580995"/>
                    <a:gd name="connsiteX1477" fmla="*/ 583132 w 591813"/>
                    <a:gd name="connsiteY1477" fmla="*/ 181154 h 580995"/>
                    <a:gd name="connsiteX1478" fmla="*/ 583537 w 591813"/>
                    <a:gd name="connsiteY1478" fmla="*/ 180142 h 580995"/>
                    <a:gd name="connsiteX1479" fmla="*/ 583919 w 591813"/>
                    <a:gd name="connsiteY1479" fmla="*/ 179085 h 580995"/>
                    <a:gd name="connsiteX1480" fmla="*/ 584324 w 591813"/>
                    <a:gd name="connsiteY1480" fmla="*/ 177983 h 580995"/>
                    <a:gd name="connsiteX1481" fmla="*/ 584707 w 591813"/>
                    <a:gd name="connsiteY1481" fmla="*/ 176858 h 580995"/>
                    <a:gd name="connsiteX1482" fmla="*/ 585111 w 591813"/>
                    <a:gd name="connsiteY1482" fmla="*/ 175666 h 580995"/>
                    <a:gd name="connsiteX1483" fmla="*/ 585493 w 591813"/>
                    <a:gd name="connsiteY1483" fmla="*/ 174429 h 580995"/>
                    <a:gd name="connsiteX1484" fmla="*/ 585898 w 591813"/>
                    <a:gd name="connsiteY1484" fmla="*/ 173125 h 580995"/>
                    <a:gd name="connsiteX1485" fmla="*/ 586303 w 591813"/>
                    <a:gd name="connsiteY1485" fmla="*/ 171753 h 580995"/>
                    <a:gd name="connsiteX1486" fmla="*/ 586686 w 591813"/>
                    <a:gd name="connsiteY1486" fmla="*/ 170336 h 580995"/>
                    <a:gd name="connsiteX1487" fmla="*/ 587090 w 591813"/>
                    <a:gd name="connsiteY1487" fmla="*/ 168874 h 580995"/>
                    <a:gd name="connsiteX1488" fmla="*/ 587473 w 591813"/>
                    <a:gd name="connsiteY1488" fmla="*/ 167300 h 580995"/>
                    <a:gd name="connsiteX1489" fmla="*/ 587878 w 591813"/>
                    <a:gd name="connsiteY1489" fmla="*/ 165658 h 580995"/>
                    <a:gd name="connsiteX1490" fmla="*/ 588260 w 591813"/>
                    <a:gd name="connsiteY1490" fmla="*/ 163927 h 580995"/>
                    <a:gd name="connsiteX1491" fmla="*/ 588665 w 591813"/>
                    <a:gd name="connsiteY1491" fmla="*/ 162105 h 580995"/>
                    <a:gd name="connsiteX1492" fmla="*/ 589047 w 591813"/>
                    <a:gd name="connsiteY1492" fmla="*/ 160193 h 580995"/>
                    <a:gd name="connsiteX1493" fmla="*/ 589452 w 591813"/>
                    <a:gd name="connsiteY1493" fmla="*/ 158169 h 580995"/>
                    <a:gd name="connsiteX1494" fmla="*/ 589856 w 591813"/>
                    <a:gd name="connsiteY1494" fmla="*/ 156033 h 580995"/>
                    <a:gd name="connsiteX1495" fmla="*/ 590239 w 591813"/>
                    <a:gd name="connsiteY1495" fmla="*/ 153806 h 580995"/>
                    <a:gd name="connsiteX1496" fmla="*/ 590644 w 591813"/>
                    <a:gd name="connsiteY1496" fmla="*/ 151467 h 580995"/>
                    <a:gd name="connsiteX1497" fmla="*/ 591026 w 591813"/>
                    <a:gd name="connsiteY1497" fmla="*/ 149038 h 580995"/>
                    <a:gd name="connsiteX1498" fmla="*/ 591431 w 591813"/>
                    <a:gd name="connsiteY1498" fmla="*/ 146317 h 580995"/>
                    <a:gd name="connsiteX1499" fmla="*/ 591813 w 591813"/>
                    <a:gd name="connsiteY1499" fmla="*/ 142764 h 580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Lst>
                  <a:rect l="l" t="t" r="r" b="b"/>
                  <a:pathLst>
                    <a:path w="591813" h="580995">
                      <a:moveTo>
                        <a:pt x="0" y="80063"/>
                      </a:moveTo>
                      <a:lnTo>
                        <a:pt x="405" y="79523"/>
                      </a:lnTo>
                      <a:lnTo>
                        <a:pt x="787" y="79006"/>
                      </a:lnTo>
                      <a:lnTo>
                        <a:pt x="1191" y="78466"/>
                      </a:lnTo>
                      <a:lnTo>
                        <a:pt x="1574" y="77926"/>
                      </a:lnTo>
                      <a:lnTo>
                        <a:pt x="1979" y="77387"/>
                      </a:lnTo>
                      <a:lnTo>
                        <a:pt x="2383" y="76869"/>
                      </a:lnTo>
                      <a:lnTo>
                        <a:pt x="2766" y="76330"/>
                      </a:lnTo>
                      <a:lnTo>
                        <a:pt x="3171" y="75790"/>
                      </a:lnTo>
                      <a:lnTo>
                        <a:pt x="3553" y="75273"/>
                      </a:lnTo>
                      <a:lnTo>
                        <a:pt x="3958" y="74755"/>
                      </a:lnTo>
                      <a:lnTo>
                        <a:pt x="4340" y="74216"/>
                      </a:lnTo>
                      <a:lnTo>
                        <a:pt x="4745" y="73698"/>
                      </a:lnTo>
                      <a:lnTo>
                        <a:pt x="5150" y="73181"/>
                      </a:lnTo>
                      <a:lnTo>
                        <a:pt x="5532" y="72641"/>
                      </a:lnTo>
                      <a:lnTo>
                        <a:pt x="5937" y="72124"/>
                      </a:lnTo>
                      <a:lnTo>
                        <a:pt x="6319" y="71607"/>
                      </a:lnTo>
                      <a:lnTo>
                        <a:pt x="6724" y="71112"/>
                      </a:lnTo>
                      <a:lnTo>
                        <a:pt x="7107" y="70595"/>
                      </a:lnTo>
                      <a:lnTo>
                        <a:pt x="7511" y="70078"/>
                      </a:lnTo>
                      <a:lnTo>
                        <a:pt x="7893" y="69583"/>
                      </a:lnTo>
                      <a:lnTo>
                        <a:pt x="8299" y="69066"/>
                      </a:lnTo>
                      <a:lnTo>
                        <a:pt x="8703" y="68571"/>
                      </a:lnTo>
                      <a:lnTo>
                        <a:pt x="9085" y="68053"/>
                      </a:lnTo>
                      <a:lnTo>
                        <a:pt x="9491" y="67559"/>
                      </a:lnTo>
                      <a:lnTo>
                        <a:pt x="9873" y="67064"/>
                      </a:lnTo>
                      <a:lnTo>
                        <a:pt x="10277" y="66569"/>
                      </a:lnTo>
                      <a:lnTo>
                        <a:pt x="10660" y="66074"/>
                      </a:lnTo>
                      <a:lnTo>
                        <a:pt x="11065" y="65580"/>
                      </a:lnTo>
                      <a:lnTo>
                        <a:pt x="11447" y="65085"/>
                      </a:lnTo>
                      <a:lnTo>
                        <a:pt x="11852" y="64613"/>
                      </a:lnTo>
                      <a:lnTo>
                        <a:pt x="12257" y="64118"/>
                      </a:lnTo>
                      <a:lnTo>
                        <a:pt x="12639" y="63646"/>
                      </a:lnTo>
                      <a:lnTo>
                        <a:pt x="13044" y="63151"/>
                      </a:lnTo>
                      <a:lnTo>
                        <a:pt x="13426" y="62678"/>
                      </a:lnTo>
                      <a:lnTo>
                        <a:pt x="13831" y="62206"/>
                      </a:lnTo>
                      <a:lnTo>
                        <a:pt x="14213" y="61734"/>
                      </a:lnTo>
                      <a:lnTo>
                        <a:pt x="14618" y="61262"/>
                      </a:lnTo>
                      <a:lnTo>
                        <a:pt x="15000" y="60789"/>
                      </a:lnTo>
                      <a:lnTo>
                        <a:pt x="15405" y="60317"/>
                      </a:lnTo>
                      <a:lnTo>
                        <a:pt x="15810" y="59845"/>
                      </a:lnTo>
                      <a:lnTo>
                        <a:pt x="16192" y="59395"/>
                      </a:lnTo>
                      <a:lnTo>
                        <a:pt x="16597" y="58923"/>
                      </a:lnTo>
                      <a:lnTo>
                        <a:pt x="16979" y="58473"/>
                      </a:lnTo>
                      <a:lnTo>
                        <a:pt x="17384" y="58023"/>
                      </a:lnTo>
                      <a:lnTo>
                        <a:pt x="17767" y="57573"/>
                      </a:lnTo>
                      <a:lnTo>
                        <a:pt x="18171" y="57124"/>
                      </a:lnTo>
                      <a:lnTo>
                        <a:pt x="18576" y="56674"/>
                      </a:lnTo>
                      <a:lnTo>
                        <a:pt x="18959" y="56246"/>
                      </a:lnTo>
                      <a:lnTo>
                        <a:pt x="19363" y="55797"/>
                      </a:lnTo>
                      <a:lnTo>
                        <a:pt x="19745" y="55369"/>
                      </a:lnTo>
                      <a:lnTo>
                        <a:pt x="20151" y="54920"/>
                      </a:lnTo>
                      <a:lnTo>
                        <a:pt x="20533" y="54492"/>
                      </a:lnTo>
                      <a:lnTo>
                        <a:pt x="20937" y="54065"/>
                      </a:lnTo>
                      <a:lnTo>
                        <a:pt x="21320" y="53660"/>
                      </a:lnTo>
                      <a:lnTo>
                        <a:pt x="21725" y="53233"/>
                      </a:lnTo>
                      <a:lnTo>
                        <a:pt x="22129" y="52828"/>
                      </a:lnTo>
                      <a:lnTo>
                        <a:pt x="22512" y="52423"/>
                      </a:lnTo>
                      <a:lnTo>
                        <a:pt x="22917" y="52018"/>
                      </a:lnTo>
                      <a:lnTo>
                        <a:pt x="23299" y="51614"/>
                      </a:lnTo>
                      <a:lnTo>
                        <a:pt x="23704" y="51231"/>
                      </a:lnTo>
                      <a:lnTo>
                        <a:pt x="24086" y="50849"/>
                      </a:lnTo>
                      <a:lnTo>
                        <a:pt x="24491" y="50467"/>
                      </a:lnTo>
                      <a:lnTo>
                        <a:pt x="24873" y="50107"/>
                      </a:lnTo>
                      <a:lnTo>
                        <a:pt x="25278" y="49747"/>
                      </a:lnTo>
                      <a:lnTo>
                        <a:pt x="25683" y="49387"/>
                      </a:lnTo>
                      <a:lnTo>
                        <a:pt x="26065" y="49050"/>
                      </a:lnTo>
                      <a:lnTo>
                        <a:pt x="26470" y="48712"/>
                      </a:lnTo>
                      <a:lnTo>
                        <a:pt x="26852" y="48375"/>
                      </a:lnTo>
                      <a:lnTo>
                        <a:pt x="27257" y="48060"/>
                      </a:lnTo>
                      <a:lnTo>
                        <a:pt x="27639" y="47745"/>
                      </a:lnTo>
                      <a:lnTo>
                        <a:pt x="28044" y="47453"/>
                      </a:lnTo>
                      <a:lnTo>
                        <a:pt x="28427" y="47138"/>
                      </a:lnTo>
                      <a:lnTo>
                        <a:pt x="28831" y="46868"/>
                      </a:lnTo>
                      <a:lnTo>
                        <a:pt x="29236" y="46576"/>
                      </a:lnTo>
                      <a:lnTo>
                        <a:pt x="29619" y="46329"/>
                      </a:lnTo>
                      <a:lnTo>
                        <a:pt x="30023" y="46059"/>
                      </a:lnTo>
                      <a:lnTo>
                        <a:pt x="30405" y="45811"/>
                      </a:lnTo>
                      <a:lnTo>
                        <a:pt x="30811" y="45564"/>
                      </a:lnTo>
                      <a:lnTo>
                        <a:pt x="31193" y="45317"/>
                      </a:lnTo>
                      <a:lnTo>
                        <a:pt x="31597" y="45092"/>
                      </a:lnTo>
                      <a:lnTo>
                        <a:pt x="31980" y="44867"/>
                      </a:lnTo>
                      <a:lnTo>
                        <a:pt x="32385" y="44642"/>
                      </a:lnTo>
                      <a:lnTo>
                        <a:pt x="32789" y="44417"/>
                      </a:lnTo>
                      <a:lnTo>
                        <a:pt x="33172" y="44215"/>
                      </a:lnTo>
                      <a:lnTo>
                        <a:pt x="33577" y="44012"/>
                      </a:lnTo>
                      <a:lnTo>
                        <a:pt x="33959" y="43810"/>
                      </a:lnTo>
                      <a:lnTo>
                        <a:pt x="34364" y="43607"/>
                      </a:lnTo>
                      <a:lnTo>
                        <a:pt x="34746" y="43405"/>
                      </a:lnTo>
                      <a:lnTo>
                        <a:pt x="35151" y="43225"/>
                      </a:lnTo>
                      <a:lnTo>
                        <a:pt x="35556" y="43023"/>
                      </a:lnTo>
                      <a:lnTo>
                        <a:pt x="35938" y="42843"/>
                      </a:lnTo>
                      <a:lnTo>
                        <a:pt x="36343" y="42640"/>
                      </a:lnTo>
                      <a:lnTo>
                        <a:pt x="36725" y="42460"/>
                      </a:lnTo>
                      <a:lnTo>
                        <a:pt x="37130" y="42258"/>
                      </a:lnTo>
                      <a:lnTo>
                        <a:pt x="37512" y="42078"/>
                      </a:lnTo>
                      <a:lnTo>
                        <a:pt x="37917" y="41898"/>
                      </a:lnTo>
                      <a:lnTo>
                        <a:pt x="38299" y="41718"/>
                      </a:lnTo>
                      <a:lnTo>
                        <a:pt x="38704" y="41516"/>
                      </a:lnTo>
                      <a:lnTo>
                        <a:pt x="39109" y="41336"/>
                      </a:lnTo>
                      <a:lnTo>
                        <a:pt x="39491" y="41156"/>
                      </a:lnTo>
                      <a:lnTo>
                        <a:pt x="39897" y="40954"/>
                      </a:lnTo>
                      <a:lnTo>
                        <a:pt x="40279" y="40774"/>
                      </a:lnTo>
                      <a:lnTo>
                        <a:pt x="40683" y="40571"/>
                      </a:lnTo>
                      <a:lnTo>
                        <a:pt x="41065" y="40391"/>
                      </a:lnTo>
                      <a:lnTo>
                        <a:pt x="41471" y="40189"/>
                      </a:lnTo>
                      <a:lnTo>
                        <a:pt x="41853" y="39986"/>
                      </a:lnTo>
                      <a:lnTo>
                        <a:pt x="42257" y="39784"/>
                      </a:lnTo>
                      <a:lnTo>
                        <a:pt x="42663" y="39582"/>
                      </a:lnTo>
                      <a:lnTo>
                        <a:pt x="43045" y="39379"/>
                      </a:lnTo>
                      <a:lnTo>
                        <a:pt x="43449" y="39177"/>
                      </a:lnTo>
                      <a:lnTo>
                        <a:pt x="43832" y="38952"/>
                      </a:lnTo>
                      <a:lnTo>
                        <a:pt x="44214" y="38750"/>
                      </a:lnTo>
                      <a:lnTo>
                        <a:pt x="44619" y="38525"/>
                      </a:lnTo>
                      <a:lnTo>
                        <a:pt x="45024" y="38300"/>
                      </a:lnTo>
                      <a:lnTo>
                        <a:pt x="45384" y="38075"/>
                      </a:lnTo>
                      <a:lnTo>
                        <a:pt x="45811" y="37850"/>
                      </a:lnTo>
                      <a:lnTo>
                        <a:pt x="46193" y="37625"/>
                      </a:lnTo>
                      <a:lnTo>
                        <a:pt x="46576" y="37378"/>
                      </a:lnTo>
                      <a:lnTo>
                        <a:pt x="46980" y="37153"/>
                      </a:lnTo>
                      <a:lnTo>
                        <a:pt x="47363" y="36905"/>
                      </a:lnTo>
                      <a:lnTo>
                        <a:pt x="47768" y="36658"/>
                      </a:lnTo>
                      <a:lnTo>
                        <a:pt x="48150" y="36433"/>
                      </a:lnTo>
                      <a:lnTo>
                        <a:pt x="48555" y="36186"/>
                      </a:lnTo>
                      <a:lnTo>
                        <a:pt x="48959" y="35938"/>
                      </a:lnTo>
                      <a:lnTo>
                        <a:pt x="49342" y="35691"/>
                      </a:lnTo>
                      <a:lnTo>
                        <a:pt x="49747" y="35421"/>
                      </a:lnTo>
                      <a:lnTo>
                        <a:pt x="50129" y="35174"/>
                      </a:lnTo>
                      <a:lnTo>
                        <a:pt x="50534" y="34926"/>
                      </a:lnTo>
                      <a:lnTo>
                        <a:pt x="50916" y="34656"/>
                      </a:lnTo>
                      <a:lnTo>
                        <a:pt x="51321" y="34387"/>
                      </a:lnTo>
                      <a:lnTo>
                        <a:pt x="51704" y="34117"/>
                      </a:lnTo>
                      <a:lnTo>
                        <a:pt x="52108" y="33847"/>
                      </a:lnTo>
                      <a:lnTo>
                        <a:pt x="52513" y="33577"/>
                      </a:lnTo>
                      <a:lnTo>
                        <a:pt x="52895" y="33307"/>
                      </a:lnTo>
                      <a:lnTo>
                        <a:pt x="53300" y="33015"/>
                      </a:lnTo>
                      <a:lnTo>
                        <a:pt x="53682" y="32745"/>
                      </a:lnTo>
                      <a:lnTo>
                        <a:pt x="54087" y="32452"/>
                      </a:lnTo>
                      <a:lnTo>
                        <a:pt x="54470" y="32183"/>
                      </a:lnTo>
                      <a:lnTo>
                        <a:pt x="54874" y="31890"/>
                      </a:lnTo>
                      <a:lnTo>
                        <a:pt x="55257" y="31598"/>
                      </a:lnTo>
                      <a:lnTo>
                        <a:pt x="55662" y="31305"/>
                      </a:lnTo>
                      <a:lnTo>
                        <a:pt x="56066" y="30991"/>
                      </a:lnTo>
                      <a:lnTo>
                        <a:pt x="56449" y="30698"/>
                      </a:lnTo>
                      <a:lnTo>
                        <a:pt x="56853" y="30406"/>
                      </a:lnTo>
                      <a:lnTo>
                        <a:pt x="57236" y="30091"/>
                      </a:lnTo>
                      <a:lnTo>
                        <a:pt x="57641" y="29799"/>
                      </a:lnTo>
                      <a:lnTo>
                        <a:pt x="58023" y="29484"/>
                      </a:lnTo>
                      <a:lnTo>
                        <a:pt x="58428" y="29169"/>
                      </a:lnTo>
                      <a:lnTo>
                        <a:pt x="58810" y="28854"/>
                      </a:lnTo>
                      <a:lnTo>
                        <a:pt x="59215" y="28539"/>
                      </a:lnTo>
                      <a:lnTo>
                        <a:pt x="59619" y="28247"/>
                      </a:lnTo>
                      <a:lnTo>
                        <a:pt x="60002" y="27910"/>
                      </a:lnTo>
                      <a:lnTo>
                        <a:pt x="60407" y="27595"/>
                      </a:lnTo>
                      <a:lnTo>
                        <a:pt x="60789" y="27280"/>
                      </a:lnTo>
                      <a:lnTo>
                        <a:pt x="61194" y="26965"/>
                      </a:lnTo>
                      <a:lnTo>
                        <a:pt x="61576" y="26628"/>
                      </a:lnTo>
                      <a:lnTo>
                        <a:pt x="61981" y="26313"/>
                      </a:lnTo>
                      <a:lnTo>
                        <a:pt x="62364" y="25975"/>
                      </a:lnTo>
                      <a:lnTo>
                        <a:pt x="62768" y="25661"/>
                      </a:lnTo>
                      <a:lnTo>
                        <a:pt x="63173" y="25323"/>
                      </a:lnTo>
                      <a:lnTo>
                        <a:pt x="63555" y="25008"/>
                      </a:lnTo>
                      <a:lnTo>
                        <a:pt x="63960" y="24671"/>
                      </a:lnTo>
                      <a:lnTo>
                        <a:pt x="64342" y="24356"/>
                      </a:lnTo>
                      <a:lnTo>
                        <a:pt x="64747" y="24019"/>
                      </a:lnTo>
                      <a:lnTo>
                        <a:pt x="65130" y="23682"/>
                      </a:lnTo>
                      <a:lnTo>
                        <a:pt x="65534" y="23367"/>
                      </a:lnTo>
                      <a:lnTo>
                        <a:pt x="65939" y="23029"/>
                      </a:lnTo>
                      <a:lnTo>
                        <a:pt x="66322" y="22692"/>
                      </a:lnTo>
                      <a:lnTo>
                        <a:pt x="66726" y="22377"/>
                      </a:lnTo>
                      <a:lnTo>
                        <a:pt x="67109" y="22040"/>
                      </a:lnTo>
                      <a:lnTo>
                        <a:pt x="67513" y="21702"/>
                      </a:lnTo>
                      <a:lnTo>
                        <a:pt x="67896" y="21388"/>
                      </a:lnTo>
                      <a:lnTo>
                        <a:pt x="68301" y="21050"/>
                      </a:lnTo>
                      <a:lnTo>
                        <a:pt x="68683" y="20713"/>
                      </a:lnTo>
                      <a:lnTo>
                        <a:pt x="69088" y="20376"/>
                      </a:lnTo>
                      <a:lnTo>
                        <a:pt x="69493" y="20061"/>
                      </a:lnTo>
                      <a:lnTo>
                        <a:pt x="69875" y="19723"/>
                      </a:lnTo>
                      <a:lnTo>
                        <a:pt x="70280" y="19386"/>
                      </a:lnTo>
                      <a:lnTo>
                        <a:pt x="70662" y="19049"/>
                      </a:lnTo>
                      <a:lnTo>
                        <a:pt x="71067" y="18734"/>
                      </a:lnTo>
                      <a:lnTo>
                        <a:pt x="71449" y="18396"/>
                      </a:lnTo>
                      <a:lnTo>
                        <a:pt x="71854" y="18082"/>
                      </a:lnTo>
                      <a:lnTo>
                        <a:pt x="72236" y="17744"/>
                      </a:lnTo>
                      <a:lnTo>
                        <a:pt x="72641" y="17407"/>
                      </a:lnTo>
                      <a:lnTo>
                        <a:pt x="73046" y="17070"/>
                      </a:lnTo>
                      <a:lnTo>
                        <a:pt x="73428" y="16755"/>
                      </a:lnTo>
                      <a:lnTo>
                        <a:pt x="73833" y="16417"/>
                      </a:lnTo>
                      <a:lnTo>
                        <a:pt x="74216" y="16080"/>
                      </a:lnTo>
                      <a:lnTo>
                        <a:pt x="74620" y="15743"/>
                      </a:lnTo>
                      <a:lnTo>
                        <a:pt x="75002" y="15428"/>
                      </a:lnTo>
                      <a:lnTo>
                        <a:pt x="75407" y="15091"/>
                      </a:lnTo>
                      <a:lnTo>
                        <a:pt x="75790" y="14776"/>
                      </a:lnTo>
                      <a:lnTo>
                        <a:pt x="76194" y="14438"/>
                      </a:lnTo>
                      <a:lnTo>
                        <a:pt x="76599" y="14123"/>
                      </a:lnTo>
                      <a:lnTo>
                        <a:pt x="76982" y="13786"/>
                      </a:lnTo>
                      <a:lnTo>
                        <a:pt x="77386" y="13471"/>
                      </a:lnTo>
                      <a:lnTo>
                        <a:pt x="77769" y="13134"/>
                      </a:lnTo>
                      <a:lnTo>
                        <a:pt x="78173" y="12819"/>
                      </a:lnTo>
                      <a:lnTo>
                        <a:pt x="78556" y="12482"/>
                      </a:lnTo>
                      <a:lnTo>
                        <a:pt x="78961" y="12167"/>
                      </a:lnTo>
                      <a:lnTo>
                        <a:pt x="79343" y="11830"/>
                      </a:lnTo>
                      <a:lnTo>
                        <a:pt x="79748" y="11515"/>
                      </a:lnTo>
                      <a:lnTo>
                        <a:pt x="80153" y="11177"/>
                      </a:lnTo>
                      <a:lnTo>
                        <a:pt x="80535" y="10862"/>
                      </a:lnTo>
                      <a:lnTo>
                        <a:pt x="80940" y="10548"/>
                      </a:lnTo>
                      <a:lnTo>
                        <a:pt x="81322" y="10210"/>
                      </a:lnTo>
                      <a:lnTo>
                        <a:pt x="81727" y="9895"/>
                      </a:lnTo>
                      <a:lnTo>
                        <a:pt x="82109" y="9581"/>
                      </a:lnTo>
                      <a:lnTo>
                        <a:pt x="82514" y="9266"/>
                      </a:lnTo>
                      <a:lnTo>
                        <a:pt x="82919" y="8951"/>
                      </a:lnTo>
                      <a:lnTo>
                        <a:pt x="83301" y="8636"/>
                      </a:lnTo>
                      <a:lnTo>
                        <a:pt x="83706" y="8321"/>
                      </a:lnTo>
                      <a:lnTo>
                        <a:pt x="84088" y="8006"/>
                      </a:lnTo>
                      <a:lnTo>
                        <a:pt x="84493" y="7714"/>
                      </a:lnTo>
                      <a:lnTo>
                        <a:pt x="84876" y="7399"/>
                      </a:lnTo>
                      <a:lnTo>
                        <a:pt x="85280" y="7107"/>
                      </a:lnTo>
                      <a:lnTo>
                        <a:pt x="85662" y="6814"/>
                      </a:lnTo>
                      <a:lnTo>
                        <a:pt x="86067" y="6522"/>
                      </a:lnTo>
                      <a:lnTo>
                        <a:pt x="86472" y="6230"/>
                      </a:lnTo>
                      <a:lnTo>
                        <a:pt x="86854" y="5937"/>
                      </a:lnTo>
                      <a:lnTo>
                        <a:pt x="87259" y="5645"/>
                      </a:lnTo>
                      <a:lnTo>
                        <a:pt x="87642" y="5375"/>
                      </a:lnTo>
                      <a:lnTo>
                        <a:pt x="88047" y="5105"/>
                      </a:lnTo>
                      <a:lnTo>
                        <a:pt x="88429" y="4835"/>
                      </a:lnTo>
                      <a:lnTo>
                        <a:pt x="88834" y="4565"/>
                      </a:lnTo>
                      <a:lnTo>
                        <a:pt x="89216" y="4296"/>
                      </a:lnTo>
                      <a:lnTo>
                        <a:pt x="89621" y="4048"/>
                      </a:lnTo>
                      <a:lnTo>
                        <a:pt x="90025" y="3778"/>
                      </a:lnTo>
                      <a:lnTo>
                        <a:pt x="90408" y="3531"/>
                      </a:lnTo>
                      <a:lnTo>
                        <a:pt x="90813" y="3283"/>
                      </a:lnTo>
                      <a:lnTo>
                        <a:pt x="91195" y="3059"/>
                      </a:lnTo>
                      <a:lnTo>
                        <a:pt x="91600" y="2834"/>
                      </a:lnTo>
                      <a:lnTo>
                        <a:pt x="91982" y="2609"/>
                      </a:lnTo>
                      <a:lnTo>
                        <a:pt x="92387" y="2406"/>
                      </a:lnTo>
                      <a:lnTo>
                        <a:pt x="92770" y="2181"/>
                      </a:lnTo>
                      <a:lnTo>
                        <a:pt x="93174" y="2002"/>
                      </a:lnTo>
                      <a:lnTo>
                        <a:pt x="93579" y="1799"/>
                      </a:lnTo>
                      <a:lnTo>
                        <a:pt x="93961" y="1619"/>
                      </a:lnTo>
                      <a:lnTo>
                        <a:pt x="94366" y="1439"/>
                      </a:lnTo>
                      <a:lnTo>
                        <a:pt x="94748" y="1259"/>
                      </a:lnTo>
                      <a:lnTo>
                        <a:pt x="95153" y="1102"/>
                      </a:lnTo>
                      <a:lnTo>
                        <a:pt x="95536" y="945"/>
                      </a:lnTo>
                      <a:lnTo>
                        <a:pt x="95940" y="810"/>
                      </a:lnTo>
                      <a:lnTo>
                        <a:pt x="96345" y="675"/>
                      </a:lnTo>
                      <a:lnTo>
                        <a:pt x="96727" y="562"/>
                      </a:lnTo>
                      <a:lnTo>
                        <a:pt x="97132" y="450"/>
                      </a:lnTo>
                      <a:lnTo>
                        <a:pt x="97515" y="337"/>
                      </a:lnTo>
                      <a:lnTo>
                        <a:pt x="97919" y="247"/>
                      </a:lnTo>
                      <a:lnTo>
                        <a:pt x="98302" y="180"/>
                      </a:lnTo>
                      <a:lnTo>
                        <a:pt x="98707" y="112"/>
                      </a:lnTo>
                      <a:lnTo>
                        <a:pt x="99089" y="67"/>
                      </a:lnTo>
                      <a:lnTo>
                        <a:pt x="99494" y="22"/>
                      </a:lnTo>
                      <a:lnTo>
                        <a:pt x="99899" y="22"/>
                      </a:lnTo>
                      <a:lnTo>
                        <a:pt x="100281" y="0"/>
                      </a:lnTo>
                      <a:lnTo>
                        <a:pt x="100685" y="22"/>
                      </a:lnTo>
                      <a:lnTo>
                        <a:pt x="101068" y="45"/>
                      </a:lnTo>
                      <a:lnTo>
                        <a:pt x="101473" y="90"/>
                      </a:lnTo>
                      <a:lnTo>
                        <a:pt x="101855" y="157"/>
                      </a:lnTo>
                      <a:lnTo>
                        <a:pt x="102260" y="225"/>
                      </a:lnTo>
                      <a:lnTo>
                        <a:pt x="102642" y="337"/>
                      </a:lnTo>
                      <a:lnTo>
                        <a:pt x="103047" y="450"/>
                      </a:lnTo>
                      <a:lnTo>
                        <a:pt x="103452" y="585"/>
                      </a:lnTo>
                      <a:lnTo>
                        <a:pt x="103834" y="720"/>
                      </a:lnTo>
                      <a:lnTo>
                        <a:pt x="104239" y="900"/>
                      </a:lnTo>
                      <a:lnTo>
                        <a:pt x="104621" y="1080"/>
                      </a:lnTo>
                      <a:lnTo>
                        <a:pt x="105026" y="1282"/>
                      </a:lnTo>
                      <a:lnTo>
                        <a:pt x="105408" y="1529"/>
                      </a:lnTo>
                      <a:lnTo>
                        <a:pt x="105813" y="1777"/>
                      </a:lnTo>
                      <a:lnTo>
                        <a:pt x="106196" y="2047"/>
                      </a:lnTo>
                      <a:lnTo>
                        <a:pt x="106600" y="2339"/>
                      </a:lnTo>
                      <a:lnTo>
                        <a:pt x="107005" y="2654"/>
                      </a:lnTo>
                      <a:lnTo>
                        <a:pt x="107388" y="2991"/>
                      </a:lnTo>
                      <a:lnTo>
                        <a:pt x="107792" y="3351"/>
                      </a:lnTo>
                      <a:lnTo>
                        <a:pt x="108175" y="3733"/>
                      </a:lnTo>
                      <a:lnTo>
                        <a:pt x="108579" y="4138"/>
                      </a:lnTo>
                      <a:lnTo>
                        <a:pt x="108962" y="4565"/>
                      </a:lnTo>
                      <a:lnTo>
                        <a:pt x="109367" y="5015"/>
                      </a:lnTo>
                      <a:lnTo>
                        <a:pt x="109749" y="5487"/>
                      </a:lnTo>
                      <a:lnTo>
                        <a:pt x="110154" y="5982"/>
                      </a:lnTo>
                      <a:lnTo>
                        <a:pt x="110559" y="6522"/>
                      </a:lnTo>
                      <a:lnTo>
                        <a:pt x="110941" y="7062"/>
                      </a:lnTo>
                      <a:lnTo>
                        <a:pt x="111345" y="7646"/>
                      </a:lnTo>
                      <a:lnTo>
                        <a:pt x="111728" y="8254"/>
                      </a:lnTo>
                      <a:lnTo>
                        <a:pt x="112133" y="8883"/>
                      </a:lnTo>
                      <a:lnTo>
                        <a:pt x="112515" y="9536"/>
                      </a:lnTo>
                      <a:lnTo>
                        <a:pt x="112920" y="10210"/>
                      </a:lnTo>
                      <a:lnTo>
                        <a:pt x="113325" y="10930"/>
                      </a:lnTo>
                      <a:lnTo>
                        <a:pt x="113707" y="11672"/>
                      </a:lnTo>
                      <a:lnTo>
                        <a:pt x="114112" y="12437"/>
                      </a:lnTo>
                      <a:lnTo>
                        <a:pt x="114494" y="13224"/>
                      </a:lnTo>
                      <a:lnTo>
                        <a:pt x="114899" y="14056"/>
                      </a:lnTo>
                      <a:lnTo>
                        <a:pt x="115281" y="14911"/>
                      </a:lnTo>
                      <a:lnTo>
                        <a:pt x="115686" y="15788"/>
                      </a:lnTo>
                      <a:lnTo>
                        <a:pt x="116068" y="16687"/>
                      </a:lnTo>
                      <a:lnTo>
                        <a:pt x="116473" y="17632"/>
                      </a:lnTo>
                      <a:lnTo>
                        <a:pt x="116878" y="18599"/>
                      </a:lnTo>
                      <a:lnTo>
                        <a:pt x="117260" y="19588"/>
                      </a:lnTo>
                      <a:lnTo>
                        <a:pt x="117665" y="20600"/>
                      </a:lnTo>
                      <a:lnTo>
                        <a:pt x="118048" y="21657"/>
                      </a:lnTo>
                      <a:lnTo>
                        <a:pt x="118452" y="22737"/>
                      </a:lnTo>
                      <a:lnTo>
                        <a:pt x="118835" y="23839"/>
                      </a:lnTo>
                      <a:lnTo>
                        <a:pt x="119239" y="24986"/>
                      </a:lnTo>
                      <a:lnTo>
                        <a:pt x="119622" y="26155"/>
                      </a:lnTo>
                      <a:lnTo>
                        <a:pt x="120027" y="27347"/>
                      </a:lnTo>
                      <a:lnTo>
                        <a:pt x="120431" y="28562"/>
                      </a:lnTo>
                      <a:lnTo>
                        <a:pt x="120814" y="29821"/>
                      </a:lnTo>
                      <a:lnTo>
                        <a:pt x="121219" y="31103"/>
                      </a:lnTo>
                      <a:lnTo>
                        <a:pt x="121601" y="32430"/>
                      </a:lnTo>
                      <a:lnTo>
                        <a:pt x="122006" y="33757"/>
                      </a:lnTo>
                      <a:lnTo>
                        <a:pt x="122388" y="35129"/>
                      </a:lnTo>
                      <a:lnTo>
                        <a:pt x="122793" y="36546"/>
                      </a:lnTo>
                      <a:lnTo>
                        <a:pt x="123175" y="37962"/>
                      </a:lnTo>
                      <a:lnTo>
                        <a:pt x="123580" y="39424"/>
                      </a:lnTo>
                      <a:lnTo>
                        <a:pt x="123985" y="40909"/>
                      </a:lnTo>
                      <a:lnTo>
                        <a:pt x="124367" y="42438"/>
                      </a:lnTo>
                      <a:lnTo>
                        <a:pt x="124772" y="43967"/>
                      </a:lnTo>
                      <a:lnTo>
                        <a:pt x="125154" y="45541"/>
                      </a:lnTo>
                      <a:lnTo>
                        <a:pt x="125559" y="47138"/>
                      </a:lnTo>
                      <a:lnTo>
                        <a:pt x="125942" y="48757"/>
                      </a:lnTo>
                      <a:lnTo>
                        <a:pt x="126346" y="50399"/>
                      </a:lnTo>
                      <a:lnTo>
                        <a:pt x="126751" y="52086"/>
                      </a:lnTo>
                      <a:lnTo>
                        <a:pt x="127133" y="53795"/>
                      </a:lnTo>
                      <a:lnTo>
                        <a:pt x="127538" y="55527"/>
                      </a:lnTo>
                      <a:lnTo>
                        <a:pt x="127920" y="57281"/>
                      </a:lnTo>
                      <a:lnTo>
                        <a:pt x="128325" y="59058"/>
                      </a:lnTo>
                      <a:lnTo>
                        <a:pt x="128708" y="60857"/>
                      </a:lnTo>
                      <a:lnTo>
                        <a:pt x="129113" y="62678"/>
                      </a:lnTo>
                      <a:lnTo>
                        <a:pt x="129495" y="64545"/>
                      </a:lnTo>
                      <a:lnTo>
                        <a:pt x="129899" y="66412"/>
                      </a:lnTo>
                      <a:lnTo>
                        <a:pt x="130305" y="68301"/>
                      </a:lnTo>
                      <a:lnTo>
                        <a:pt x="130687" y="70235"/>
                      </a:lnTo>
                      <a:lnTo>
                        <a:pt x="131091" y="72169"/>
                      </a:lnTo>
                      <a:lnTo>
                        <a:pt x="131474" y="74148"/>
                      </a:lnTo>
                      <a:lnTo>
                        <a:pt x="131879" y="76127"/>
                      </a:lnTo>
                      <a:lnTo>
                        <a:pt x="132261" y="78129"/>
                      </a:lnTo>
                      <a:lnTo>
                        <a:pt x="132666" y="80175"/>
                      </a:lnTo>
                      <a:lnTo>
                        <a:pt x="133048" y="82222"/>
                      </a:lnTo>
                      <a:lnTo>
                        <a:pt x="133453" y="84291"/>
                      </a:lnTo>
                      <a:lnTo>
                        <a:pt x="133858" y="86382"/>
                      </a:lnTo>
                      <a:lnTo>
                        <a:pt x="134240" y="88496"/>
                      </a:lnTo>
                      <a:lnTo>
                        <a:pt x="134645" y="90588"/>
                      </a:lnTo>
                      <a:lnTo>
                        <a:pt x="135027" y="92747"/>
                      </a:lnTo>
                      <a:lnTo>
                        <a:pt x="135432" y="94906"/>
                      </a:lnTo>
                      <a:lnTo>
                        <a:pt x="135814" y="97110"/>
                      </a:lnTo>
                      <a:lnTo>
                        <a:pt x="136219" y="99314"/>
                      </a:lnTo>
                      <a:lnTo>
                        <a:pt x="136602" y="101540"/>
                      </a:lnTo>
                      <a:lnTo>
                        <a:pt x="137006" y="103767"/>
                      </a:lnTo>
                      <a:lnTo>
                        <a:pt x="137411" y="106038"/>
                      </a:lnTo>
                      <a:lnTo>
                        <a:pt x="137793" y="108310"/>
                      </a:lnTo>
                      <a:lnTo>
                        <a:pt x="138198" y="110604"/>
                      </a:lnTo>
                      <a:lnTo>
                        <a:pt x="138581" y="112920"/>
                      </a:lnTo>
                      <a:lnTo>
                        <a:pt x="138985" y="115237"/>
                      </a:lnTo>
                      <a:lnTo>
                        <a:pt x="139368" y="117576"/>
                      </a:lnTo>
                      <a:lnTo>
                        <a:pt x="139773" y="119937"/>
                      </a:lnTo>
                      <a:lnTo>
                        <a:pt x="140155" y="122298"/>
                      </a:lnTo>
                      <a:lnTo>
                        <a:pt x="140560" y="124682"/>
                      </a:lnTo>
                      <a:lnTo>
                        <a:pt x="140965" y="127066"/>
                      </a:lnTo>
                      <a:lnTo>
                        <a:pt x="141347" y="129473"/>
                      </a:lnTo>
                      <a:lnTo>
                        <a:pt x="141751" y="131901"/>
                      </a:lnTo>
                      <a:lnTo>
                        <a:pt x="142134" y="134330"/>
                      </a:lnTo>
                      <a:lnTo>
                        <a:pt x="142539" y="136782"/>
                      </a:lnTo>
                      <a:lnTo>
                        <a:pt x="142921" y="139233"/>
                      </a:lnTo>
                      <a:lnTo>
                        <a:pt x="143326" y="141707"/>
                      </a:lnTo>
                      <a:lnTo>
                        <a:pt x="143731" y="144181"/>
                      </a:lnTo>
                      <a:lnTo>
                        <a:pt x="144113" y="146655"/>
                      </a:lnTo>
                      <a:lnTo>
                        <a:pt x="144518" y="149151"/>
                      </a:lnTo>
                      <a:lnTo>
                        <a:pt x="144900" y="151647"/>
                      </a:lnTo>
                      <a:lnTo>
                        <a:pt x="145305" y="154144"/>
                      </a:lnTo>
                      <a:lnTo>
                        <a:pt x="145687" y="156662"/>
                      </a:lnTo>
                      <a:lnTo>
                        <a:pt x="146092" y="159159"/>
                      </a:lnTo>
                      <a:lnTo>
                        <a:pt x="146474" y="161700"/>
                      </a:lnTo>
                      <a:lnTo>
                        <a:pt x="146879" y="164219"/>
                      </a:lnTo>
                      <a:lnTo>
                        <a:pt x="147284" y="166738"/>
                      </a:lnTo>
                      <a:lnTo>
                        <a:pt x="147666" y="169279"/>
                      </a:lnTo>
                      <a:lnTo>
                        <a:pt x="148071" y="174294"/>
                      </a:lnTo>
                      <a:lnTo>
                        <a:pt x="148453" y="180456"/>
                      </a:lnTo>
                      <a:lnTo>
                        <a:pt x="148858" y="183088"/>
                      </a:lnTo>
                      <a:lnTo>
                        <a:pt x="149241" y="185719"/>
                      </a:lnTo>
                      <a:lnTo>
                        <a:pt x="149645" y="188373"/>
                      </a:lnTo>
                      <a:lnTo>
                        <a:pt x="150028" y="191004"/>
                      </a:lnTo>
                      <a:lnTo>
                        <a:pt x="150433" y="193658"/>
                      </a:lnTo>
                      <a:lnTo>
                        <a:pt x="150837" y="196312"/>
                      </a:lnTo>
                      <a:lnTo>
                        <a:pt x="151220" y="198943"/>
                      </a:lnTo>
                      <a:lnTo>
                        <a:pt x="151625" y="201597"/>
                      </a:lnTo>
                      <a:lnTo>
                        <a:pt x="152007" y="204250"/>
                      </a:lnTo>
                      <a:lnTo>
                        <a:pt x="152411" y="206904"/>
                      </a:lnTo>
                      <a:lnTo>
                        <a:pt x="152794" y="209535"/>
                      </a:lnTo>
                      <a:lnTo>
                        <a:pt x="153199" y="212167"/>
                      </a:lnTo>
                      <a:lnTo>
                        <a:pt x="153581" y="214798"/>
                      </a:lnTo>
                      <a:lnTo>
                        <a:pt x="153986" y="217452"/>
                      </a:lnTo>
                      <a:lnTo>
                        <a:pt x="154391" y="220083"/>
                      </a:lnTo>
                      <a:lnTo>
                        <a:pt x="154773" y="222714"/>
                      </a:lnTo>
                      <a:lnTo>
                        <a:pt x="155178" y="225368"/>
                      </a:lnTo>
                      <a:lnTo>
                        <a:pt x="155560" y="227999"/>
                      </a:lnTo>
                      <a:lnTo>
                        <a:pt x="155965" y="230631"/>
                      </a:lnTo>
                      <a:lnTo>
                        <a:pt x="156347" y="233262"/>
                      </a:lnTo>
                      <a:lnTo>
                        <a:pt x="156752" y="235893"/>
                      </a:lnTo>
                      <a:lnTo>
                        <a:pt x="157157" y="238502"/>
                      </a:lnTo>
                      <a:lnTo>
                        <a:pt x="157539" y="241133"/>
                      </a:lnTo>
                      <a:lnTo>
                        <a:pt x="157944" y="243742"/>
                      </a:lnTo>
                      <a:lnTo>
                        <a:pt x="158326" y="246351"/>
                      </a:lnTo>
                      <a:lnTo>
                        <a:pt x="158731" y="248960"/>
                      </a:lnTo>
                      <a:lnTo>
                        <a:pt x="159114" y="251546"/>
                      </a:lnTo>
                      <a:lnTo>
                        <a:pt x="159518" y="254155"/>
                      </a:lnTo>
                      <a:lnTo>
                        <a:pt x="159901" y="256741"/>
                      </a:lnTo>
                      <a:lnTo>
                        <a:pt x="160305" y="259327"/>
                      </a:lnTo>
                      <a:lnTo>
                        <a:pt x="160710" y="261891"/>
                      </a:lnTo>
                      <a:lnTo>
                        <a:pt x="161093" y="264455"/>
                      </a:lnTo>
                      <a:lnTo>
                        <a:pt x="161497" y="267019"/>
                      </a:lnTo>
                      <a:lnTo>
                        <a:pt x="161880" y="269583"/>
                      </a:lnTo>
                      <a:lnTo>
                        <a:pt x="162285" y="272124"/>
                      </a:lnTo>
                      <a:lnTo>
                        <a:pt x="162667" y="274665"/>
                      </a:lnTo>
                      <a:lnTo>
                        <a:pt x="163071" y="277207"/>
                      </a:lnTo>
                      <a:lnTo>
                        <a:pt x="163454" y="279748"/>
                      </a:lnTo>
                      <a:lnTo>
                        <a:pt x="163859" y="282267"/>
                      </a:lnTo>
                      <a:lnTo>
                        <a:pt x="164263" y="284763"/>
                      </a:lnTo>
                      <a:lnTo>
                        <a:pt x="164624" y="287259"/>
                      </a:lnTo>
                      <a:lnTo>
                        <a:pt x="165028" y="289756"/>
                      </a:lnTo>
                      <a:lnTo>
                        <a:pt x="165433" y="292252"/>
                      </a:lnTo>
                      <a:lnTo>
                        <a:pt x="165816" y="294726"/>
                      </a:lnTo>
                      <a:lnTo>
                        <a:pt x="166198" y="297177"/>
                      </a:lnTo>
                      <a:lnTo>
                        <a:pt x="166602" y="299651"/>
                      </a:lnTo>
                      <a:lnTo>
                        <a:pt x="166985" y="302080"/>
                      </a:lnTo>
                      <a:lnTo>
                        <a:pt x="167390" y="304531"/>
                      </a:lnTo>
                      <a:lnTo>
                        <a:pt x="167794" y="306960"/>
                      </a:lnTo>
                      <a:lnTo>
                        <a:pt x="168177" y="309367"/>
                      </a:lnTo>
                      <a:lnTo>
                        <a:pt x="168582" y="311796"/>
                      </a:lnTo>
                      <a:lnTo>
                        <a:pt x="168964" y="314202"/>
                      </a:lnTo>
                      <a:lnTo>
                        <a:pt x="169369" y="316586"/>
                      </a:lnTo>
                      <a:lnTo>
                        <a:pt x="169751" y="318970"/>
                      </a:lnTo>
                      <a:lnTo>
                        <a:pt x="170156" y="321354"/>
                      </a:lnTo>
                      <a:lnTo>
                        <a:pt x="170538" y="323715"/>
                      </a:lnTo>
                      <a:lnTo>
                        <a:pt x="170943" y="326076"/>
                      </a:lnTo>
                      <a:lnTo>
                        <a:pt x="171348" y="328438"/>
                      </a:lnTo>
                      <a:lnTo>
                        <a:pt x="171730" y="330732"/>
                      </a:lnTo>
                      <a:lnTo>
                        <a:pt x="172135" y="333071"/>
                      </a:lnTo>
                      <a:lnTo>
                        <a:pt x="172518" y="335387"/>
                      </a:lnTo>
                      <a:lnTo>
                        <a:pt x="172922" y="337681"/>
                      </a:lnTo>
                      <a:lnTo>
                        <a:pt x="173304" y="339975"/>
                      </a:lnTo>
                      <a:lnTo>
                        <a:pt x="173710" y="342269"/>
                      </a:lnTo>
                      <a:lnTo>
                        <a:pt x="174114" y="344540"/>
                      </a:lnTo>
                      <a:lnTo>
                        <a:pt x="174496" y="346789"/>
                      </a:lnTo>
                      <a:lnTo>
                        <a:pt x="174901" y="349038"/>
                      </a:lnTo>
                      <a:lnTo>
                        <a:pt x="175284" y="351287"/>
                      </a:lnTo>
                      <a:lnTo>
                        <a:pt x="175688" y="353514"/>
                      </a:lnTo>
                      <a:lnTo>
                        <a:pt x="176070" y="355740"/>
                      </a:lnTo>
                      <a:lnTo>
                        <a:pt x="176476" y="357944"/>
                      </a:lnTo>
                      <a:lnTo>
                        <a:pt x="176858" y="360126"/>
                      </a:lnTo>
                      <a:lnTo>
                        <a:pt x="177263" y="362307"/>
                      </a:lnTo>
                      <a:lnTo>
                        <a:pt x="177668" y="364489"/>
                      </a:lnTo>
                      <a:lnTo>
                        <a:pt x="178050" y="366648"/>
                      </a:lnTo>
                      <a:lnTo>
                        <a:pt x="178455" y="368784"/>
                      </a:lnTo>
                      <a:lnTo>
                        <a:pt x="178837" y="370921"/>
                      </a:lnTo>
                      <a:lnTo>
                        <a:pt x="179242" y="373057"/>
                      </a:lnTo>
                      <a:lnTo>
                        <a:pt x="179624" y="375149"/>
                      </a:lnTo>
                      <a:lnTo>
                        <a:pt x="180029" y="377263"/>
                      </a:lnTo>
                      <a:lnTo>
                        <a:pt x="180411" y="379332"/>
                      </a:lnTo>
                      <a:lnTo>
                        <a:pt x="180816" y="381401"/>
                      </a:lnTo>
                      <a:lnTo>
                        <a:pt x="181221" y="383470"/>
                      </a:lnTo>
                      <a:lnTo>
                        <a:pt x="181603" y="385516"/>
                      </a:lnTo>
                      <a:lnTo>
                        <a:pt x="182008" y="387563"/>
                      </a:lnTo>
                      <a:lnTo>
                        <a:pt x="182390" y="389587"/>
                      </a:lnTo>
                      <a:lnTo>
                        <a:pt x="182795" y="391589"/>
                      </a:lnTo>
                      <a:lnTo>
                        <a:pt x="183178" y="393590"/>
                      </a:lnTo>
                      <a:lnTo>
                        <a:pt x="183582" y="395592"/>
                      </a:lnTo>
                      <a:lnTo>
                        <a:pt x="183964" y="397548"/>
                      </a:lnTo>
                      <a:lnTo>
                        <a:pt x="184370" y="399527"/>
                      </a:lnTo>
                      <a:lnTo>
                        <a:pt x="184774" y="401462"/>
                      </a:lnTo>
                      <a:lnTo>
                        <a:pt x="185156" y="403418"/>
                      </a:lnTo>
                      <a:lnTo>
                        <a:pt x="185561" y="405330"/>
                      </a:lnTo>
                      <a:lnTo>
                        <a:pt x="185944" y="407241"/>
                      </a:lnTo>
                      <a:lnTo>
                        <a:pt x="186348" y="409153"/>
                      </a:lnTo>
                      <a:lnTo>
                        <a:pt x="186731" y="411042"/>
                      </a:lnTo>
                      <a:lnTo>
                        <a:pt x="187136" y="412909"/>
                      </a:lnTo>
                      <a:lnTo>
                        <a:pt x="187540" y="414775"/>
                      </a:lnTo>
                      <a:lnTo>
                        <a:pt x="187923" y="416619"/>
                      </a:lnTo>
                      <a:lnTo>
                        <a:pt x="188328" y="418464"/>
                      </a:lnTo>
                      <a:lnTo>
                        <a:pt x="188710" y="420285"/>
                      </a:lnTo>
                      <a:lnTo>
                        <a:pt x="189115" y="422084"/>
                      </a:lnTo>
                      <a:lnTo>
                        <a:pt x="189497" y="423884"/>
                      </a:lnTo>
                      <a:lnTo>
                        <a:pt x="189902" y="425660"/>
                      </a:lnTo>
                      <a:lnTo>
                        <a:pt x="190284" y="427437"/>
                      </a:lnTo>
                      <a:lnTo>
                        <a:pt x="190689" y="429191"/>
                      </a:lnTo>
                      <a:lnTo>
                        <a:pt x="191094" y="430945"/>
                      </a:lnTo>
                      <a:lnTo>
                        <a:pt x="191476" y="432655"/>
                      </a:lnTo>
                      <a:lnTo>
                        <a:pt x="191881" y="434386"/>
                      </a:lnTo>
                      <a:lnTo>
                        <a:pt x="192263" y="436095"/>
                      </a:lnTo>
                      <a:lnTo>
                        <a:pt x="192668" y="437782"/>
                      </a:lnTo>
                      <a:lnTo>
                        <a:pt x="193050" y="439446"/>
                      </a:lnTo>
                      <a:lnTo>
                        <a:pt x="193455" y="441111"/>
                      </a:lnTo>
                      <a:lnTo>
                        <a:pt x="193838" y="442775"/>
                      </a:lnTo>
                      <a:lnTo>
                        <a:pt x="194242" y="444417"/>
                      </a:lnTo>
                      <a:lnTo>
                        <a:pt x="194647" y="446036"/>
                      </a:lnTo>
                      <a:lnTo>
                        <a:pt x="195030" y="447655"/>
                      </a:lnTo>
                      <a:lnTo>
                        <a:pt x="195434" y="449252"/>
                      </a:lnTo>
                      <a:lnTo>
                        <a:pt x="195816" y="450849"/>
                      </a:lnTo>
                      <a:lnTo>
                        <a:pt x="196222" y="452445"/>
                      </a:lnTo>
                      <a:lnTo>
                        <a:pt x="196604" y="454020"/>
                      </a:lnTo>
                      <a:lnTo>
                        <a:pt x="197008" y="455571"/>
                      </a:lnTo>
                      <a:lnTo>
                        <a:pt x="197391" y="457123"/>
                      </a:lnTo>
                      <a:lnTo>
                        <a:pt x="197796" y="458675"/>
                      </a:lnTo>
                      <a:lnTo>
                        <a:pt x="198200" y="460204"/>
                      </a:lnTo>
                      <a:lnTo>
                        <a:pt x="198583" y="461734"/>
                      </a:lnTo>
                      <a:lnTo>
                        <a:pt x="198988" y="463240"/>
                      </a:lnTo>
                      <a:lnTo>
                        <a:pt x="199370" y="464747"/>
                      </a:lnTo>
                      <a:lnTo>
                        <a:pt x="199775" y="466231"/>
                      </a:lnTo>
                      <a:lnTo>
                        <a:pt x="200157" y="467716"/>
                      </a:lnTo>
                      <a:lnTo>
                        <a:pt x="200562" y="469178"/>
                      </a:lnTo>
                      <a:lnTo>
                        <a:pt x="200944" y="470639"/>
                      </a:lnTo>
                      <a:lnTo>
                        <a:pt x="201349" y="472079"/>
                      </a:lnTo>
                      <a:lnTo>
                        <a:pt x="201754" y="473496"/>
                      </a:lnTo>
                      <a:lnTo>
                        <a:pt x="202136" y="474912"/>
                      </a:lnTo>
                      <a:lnTo>
                        <a:pt x="202541" y="476329"/>
                      </a:lnTo>
                      <a:lnTo>
                        <a:pt x="202923" y="477701"/>
                      </a:lnTo>
                      <a:lnTo>
                        <a:pt x="203328" y="479096"/>
                      </a:lnTo>
                      <a:lnTo>
                        <a:pt x="203710" y="480445"/>
                      </a:lnTo>
                      <a:lnTo>
                        <a:pt x="204115" y="481794"/>
                      </a:lnTo>
                      <a:lnTo>
                        <a:pt x="204520" y="483144"/>
                      </a:lnTo>
                      <a:lnTo>
                        <a:pt x="204902" y="484448"/>
                      </a:lnTo>
                      <a:lnTo>
                        <a:pt x="205307" y="485775"/>
                      </a:lnTo>
                      <a:lnTo>
                        <a:pt x="205690" y="487079"/>
                      </a:lnTo>
                      <a:lnTo>
                        <a:pt x="206094" y="488361"/>
                      </a:lnTo>
                      <a:lnTo>
                        <a:pt x="206476" y="489621"/>
                      </a:lnTo>
                      <a:lnTo>
                        <a:pt x="206882" y="490903"/>
                      </a:lnTo>
                      <a:lnTo>
                        <a:pt x="207264" y="492140"/>
                      </a:lnTo>
                      <a:lnTo>
                        <a:pt x="207668" y="493376"/>
                      </a:lnTo>
                      <a:lnTo>
                        <a:pt x="208073" y="494613"/>
                      </a:lnTo>
                      <a:lnTo>
                        <a:pt x="208456" y="495828"/>
                      </a:lnTo>
                      <a:lnTo>
                        <a:pt x="208860" y="497020"/>
                      </a:lnTo>
                      <a:lnTo>
                        <a:pt x="209243" y="498212"/>
                      </a:lnTo>
                      <a:lnTo>
                        <a:pt x="209648" y="499381"/>
                      </a:lnTo>
                      <a:lnTo>
                        <a:pt x="210030" y="500551"/>
                      </a:lnTo>
                      <a:lnTo>
                        <a:pt x="210435" y="501720"/>
                      </a:lnTo>
                      <a:lnTo>
                        <a:pt x="210817" y="502867"/>
                      </a:lnTo>
                      <a:lnTo>
                        <a:pt x="211222" y="503991"/>
                      </a:lnTo>
                      <a:lnTo>
                        <a:pt x="211627" y="505116"/>
                      </a:lnTo>
                      <a:lnTo>
                        <a:pt x="212009" y="506218"/>
                      </a:lnTo>
                      <a:lnTo>
                        <a:pt x="212414" y="507320"/>
                      </a:lnTo>
                      <a:lnTo>
                        <a:pt x="212796" y="508399"/>
                      </a:lnTo>
                      <a:lnTo>
                        <a:pt x="213201" y="509479"/>
                      </a:lnTo>
                      <a:lnTo>
                        <a:pt x="213584" y="510536"/>
                      </a:lnTo>
                      <a:lnTo>
                        <a:pt x="213988" y="511593"/>
                      </a:lnTo>
                      <a:lnTo>
                        <a:pt x="214370" y="512650"/>
                      </a:lnTo>
                      <a:lnTo>
                        <a:pt x="214776" y="513684"/>
                      </a:lnTo>
                      <a:lnTo>
                        <a:pt x="215180" y="514697"/>
                      </a:lnTo>
                      <a:lnTo>
                        <a:pt x="215562" y="515709"/>
                      </a:lnTo>
                      <a:lnTo>
                        <a:pt x="215967" y="516721"/>
                      </a:lnTo>
                      <a:lnTo>
                        <a:pt x="216350" y="517710"/>
                      </a:lnTo>
                      <a:lnTo>
                        <a:pt x="216754" y="518677"/>
                      </a:lnTo>
                      <a:lnTo>
                        <a:pt x="217136" y="519644"/>
                      </a:lnTo>
                      <a:lnTo>
                        <a:pt x="217542" y="520611"/>
                      </a:lnTo>
                      <a:lnTo>
                        <a:pt x="217946" y="521578"/>
                      </a:lnTo>
                      <a:lnTo>
                        <a:pt x="218329" y="522500"/>
                      </a:lnTo>
                      <a:lnTo>
                        <a:pt x="218733" y="523445"/>
                      </a:lnTo>
                      <a:lnTo>
                        <a:pt x="219116" y="524367"/>
                      </a:lnTo>
                      <a:lnTo>
                        <a:pt x="219521" y="525289"/>
                      </a:lnTo>
                      <a:lnTo>
                        <a:pt x="219903" y="526189"/>
                      </a:lnTo>
                      <a:lnTo>
                        <a:pt x="220308" y="527088"/>
                      </a:lnTo>
                      <a:lnTo>
                        <a:pt x="220690" y="527988"/>
                      </a:lnTo>
                      <a:lnTo>
                        <a:pt x="221095" y="528865"/>
                      </a:lnTo>
                      <a:lnTo>
                        <a:pt x="221500" y="529742"/>
                      </a:lnTo>
                      <a:lnTo>
                        <a:pt x="221882" y="530597"/>
                      </a:lnTo>
                      <a:lnTo>
                        <a:pt x="222287" y="531474"/>
                      </a:lnTo>
                      <a:lnTo>
                        <a:pt x="222669" y="532306"/>
                      </a:lnTo>
                      <a:lnTo>
                        <a:pt x="223074" y="533160"/>
                      </a:lnTo>
                      <a:lnTo>
                        <a:pt x="223456" y="533993"/>
                      </a:lnTo>
                      <a:lnTo>
                        <a:pt x="223861" y="534802"/>
                      </a:lnTo>
                      <a:lnTo>
                        <a:pt x="224244" y="535612"/>
                      </a:lnTo>
                      <a:lnTo>
                        <a:pt x="224648" y="536422"/>
                      </a:lnTo>
                      <a:lnTo>
                        <a:pt x="225053" y="537231"/>
                      </a:lnTo>
                      <a:lnTo>
                        <a:pt x="225436" y="538018"/>
                      </a:lnTo>
                      <a:lnTo>
                        <a:pt x="225840" y="538783"/>
                      </a:lnTo>
                      <a:lnTo>
                        <a:pt x="226222" y="539548"/>
                      </a:lnTo>
                      <a:lnTo>
                        <a:pt x="226627" y="540312"/>
                      </a:lnTo>
                      <a:lnTo>
                        <a:pt x="227010" y="541054"/>
                      </a:lnTo>
                      <a:lnTo>
                        <a:pt x="227414" y="541819"/>
                      </a:lnTo>
                      <a:lnTo>
                        <a:pt x="227797" y="542539"/>
                      </a:lnTo>
                      <a:lnTo>
                        <a:pt x="228202" y="543258"/>
                      </a:lnTo>
                      <a:lnTo>
                        <a:pt x="228606" y="543978"/>
                      </a:lnTo>
                      <a:lnTo>
                        <a:pt x="228989" y="544698"/>
                      </a:lnTo>
                      <a:lnTo>
                        <a:pt x="229394" y="545395"/>
                      </a:lnTo>
                      <a:lnTo>
                        <a:pt x="229776" y="546092"/>
                      </a:lnTo>
                      <a:lnTo>
                        <a:pt x="230181" y="546767"/>
                      </a:lnTo>
                      <a:lnTo>
                        <a:pt x="230563" y="547441"/>
                      </a:lnTo>
                      <a:lnTo>
                        <a:pt x="230968" y="548116"/>
                      </a:lnTo>
                      <a:lnTo>
                        <a:pt x="231350" y="548791"/>
                      </a:lnTo>
                      <a:lnTo>
                        <a:pt x="231755" y="549443"/>
                      </a:lnTo>
                      <a:lnTo>
                        <a:pt x="232160" y="550095"/>
                      </a:lnTo>
                      <a:lnTo>
                        <a:pt x="232542" y="550725"/>
                      </a:lnTo>
                      <a:lnTo>
                        <a:pt x="232947" y="551355"/>
                      </a:lnTo>
                      <a:lnTo>
                        <a:pt x="233329" y="551984"/>
                      </a:lnTo>
                      <a:lnTo>
                        <a:pt x="233734" y="552592"/>
                      </a:lnTo>
                      <a:lnTo>
                        <a:pt x="234116" y="553199"/>
                      </a:lnTo>
                      <a:lnTo>
                        <a:pt x="234521" y="553806"/>
                      </a:lnTo>
                      <a:lnTo>
                        <a:pt x="234926" y="554391"/>
                      </a:lnTo>
                      <a:lnTo>
                        <a:pt x="235308" y="554975"/>
                      </a:lnTo>
                      <a:lnTo>
                        <a:pt x="235713" y="555538"/>
                      </a:lnTo>
                      <a:lnTo>
                        <a:pt x="236096" y="556122"/>
                      </a:lnTo>
                      <a:lnTo>
                        <a:pt x="236500" y="556662"/>
                      </a:lnTo>
                      <a:lnTo>
                        <a:pt x="236882" y="557224"/>
                      </a:lnTo>
                      <a:lnTo>
                        <a:pt x="237287" y="557764"/>
                      </a:lnTo>
                      <a:lnTo>
                        <a:pt x="237670" y="558304"/>
                      </a:lnTo>
                      <a:lnTo>
                        <a:pt x="238074" y="558821"/>
                      </a:lnTo>
                      <a:lnTo>
                        <a:pt x="238479" y="559338"/>
                      </a:lnTo>
                      <a:lnTo>
                        <a:pt x="238862" y="559856"/>
                      </a:lnTo>
                      <a:lnTo>
                        <a:pt x="239266" y="560350"/>
                      </a:lnTo>
                      <a:lnTo>
                        <a:pt x="239649" y="560845"/>
                      </a:lnTo>
                      <a:lnTo>
                        <a:pt x="240054" y="561340"/>
                      </a:lnTo>
                      <a:lnTo>
                        <a:pt x="240436" y="561812"/>
                      </a:lnTo>
                      <a:lnTo>
                        <a:pt x="240841" y="562285"/>
                      </a:lnTo>
                      <a:lnTo>
                        <a:pt x="241223" y="562734"/>
                      </a:lnTo>
                      <a:lnTo>
                        <a:pt x="241628" y="563184"/>
                      </a:lnTo>
                      <a:lnTo>
                        <a:pt x="242033" y="563634"/>
                      </a:lnTo>
                      <a:lnTo>
                        <a:pt x="242415" y="564084"/>
                      </a:lnTo>
                      <a:lnTo>
                        <a:pt x="242820" y="564511"/>
                      </a:lnTo>
                      <a:lnTo>
                        <a:pt x="243202" y="564916"/>
                      </a:lnTo>
                      <a:lnTo>
                        <a:pt x="243607" y="565343"/>
                      </a:lnTo>
                      <a:lnTo>
                        <a:pt x="243989" y="565748"/>
                      </a:lnTo>
                      <a:lnTo>
                        <a:pt x="244394" y="566153"/>
                      </a:lnTo>
                      <a:lnTo>
                        <a:pt x="244776" y="566558"/>
                      </a:lnTo>
                      <a:lnTo>
                        <a:pt x="245181" y="566962"/>
                      </a:lnTo>
                      <a:lnTo>
                        <a:pt x="245586" y="567345"/>
                      </a:lnTo>
                      <a:lnTo>
                        <a:pt x="245968" y="567727"/>
                      </a:lnTo>
                      <a:lnTo>
                        <a:pt x="246373" y="568109"/>
                      </a:lnTo>
                      <a:lnTo>
                        <a:pt x="246756" y="568469"/>
                      </a:lnTo>
                      <a:lnTo>
                        <a:pt x="247160" y="568806"/>
                      </a:lnTo>
                      <a:lnTo>
                        <a:pt x="247542" y="569166"/>
                      </a:lnTo>
                      <a:lnTo>
                        <a:pt x="247948" y="569526"/>
                      </a:lnTo>
                      <a:lnTo>
                        <a:pt x="248352" y="569886"/>
                      </a:lnTo>
                      <a:lnTo>
                        <a:pt x="248734" y="570223"/>
                      </a:lnTo>
                      <a:lnTo>
                        <a:pt x="249139" y="570561"/>
                      </a:lnTo>
                      <a:lnTo>
                        <a:pt x="249522" y="570898"/>
                      </a:lnTo>
                      <a:lnTo>
                        <a:pt x="249926" y="571213"/>
                      </a:lnTo>
                      <a:lnTo>
                        <a:pt x="250309" y="571550"/>
                      </a:lnTo>
                      <a:lnTo>
                        <a:pt x="250714" y="571843"/>
                      </a:lnTo>
                      <a:lnTo>
                        <a:pt x="251096" y="572157"/>
                      </a:lnTo>
                      <a:lnTo>
                        <a:pt x="251501" y="572472"/>
                      </a:lnTo>
                      <a:lnTo>
                        <a:pt x="251905" y="572765"/>
                      </a:lnTo>
                      <a:lnTo>
                        <a:pt x="252288" y="573057"/>
                      </a:lnTo>
                      <a:lnTo>
                        <a:pt x="252693" y="573349"/>
                      </a:lnTo>
                      <a:lnTo>
                        <a:pt x="253075" y="573619"/>
                      </a:lnTo>
                      <a:lnTo>
                        <a:pt x="253480" y="573889"/>
                      </a:lnTo>
                      <a:lnTo>
                        <a:pt x="253862" y="574159"/>
                      </a:lnTo>
                      <a:lnTo>
                        <a:pt x="254267" y="574429"/>
                      </a:lnTo>
                      <a:lnTo>
                        <a:pt x="254650" y="574699"/>
                      </a:lnTo>
                      <a:lnTo>
                        <a:pt x="255054" y="574946"/>
                      </a:lnTo>
                      <a:lnTo>
                        <a:pt x="255459" y="575194"/>
                      </a:lnTo>
                      <a:lnTo>
                        <a:pt x="255841" y="575441"/>
                      </a:lnTo>
                      <a:lnTo>
                        <a:pt x="256246" y="575688"/>
                      </a:lnTo>
                      <a:lnTo>
                        <a:pt x="256628" y="575913"/>
                      </a:lnTo>
                      <a:lnTo>
                        <a:pt x="257033" y="576161"/>
                      </a:lnTo>
                      <a:lnTo>
                        <a:pt x="257416" y="576363"/>
                      </a:lnTo>
                      <a:lnTo>
                        <a:pt x="257820" y="576588"/>
                      </a:lnTo>
                      <a:lnTo>
                        <a:pt x="258202" y="576790"/>
                      </a:lnTo>
                      <a:lnTo>
                        <a:pt x="258608" y="577015"/>
                      </a:lnTo>
                      <a:lnTo>
                        <a:pt x="259012" y="577195"/>
                      </a:lnTo>
                      <a:lnTo>
                        <a:pt x="259395" y="577398"/>
                      </a:lnTo>
                      <a:lnTo>
                        <a:pt x="259799" y="577577"/>
                      </a:lnTo>
                      <a:lnTo>
                        <a:pt x="260182" y="577757"/>
                      </a:lnTo>
                      <a:lnTo>
                        <a:pt x="260587" y="577937"/>
                      </a:lnTo>
                      <a:lnTo>
                        <a:pt x="260969" y="578117"/>
                      </a:lnTo>
                      <a:lnTo>
                        <a:pt x="261374" y="578297"/>
                      </a:lnTo>
                      <a:lnTo>
                        <a:pt x="261756" y="578455"/>
                      </a:lnTo>
                      <a:lnTo>
                        <a:pt x="262161" y="578612"/>
                      </a:lnTo>
                      <a:lnTo>
                        <a:pt x="262566" y="578769"/>
                      </a:lnTo>
                      <a:lnTo>
                        <a:pt x="262948" y="578927"/>
                      </a:lnTo>
                      <a:lnTo>
                        <a:pt x="263353" y="579062"/>
                      </a:lnTo>
                      <a:lnTo>
                        <a:pt x="263735" y="579197"/>
                      </a:lnTo>
                      <a:lnTo>
                        <a:pt x="264140" y="579332"/>
                      </a:lnTo>
                      <a:lnTo>
                        <a:pt x="264522" y="579467"/>
                      </a:lnTo>
                      <a:lnTo>
                        <a:pt x="264927" y="579579"/>
                      </a:lnTo>
                      <a:lnTo>
                        <a:pt x="265332" y="579714"/>
                      </a:lnTo>
                      <a:lnTo>
                        <a:pt x="265714" y="579804"/>
                      </a:lnTo>
                      <a:lnTo>
                        <a:pt x="266119" y="579916"/>
                      </a:lnTo>
                      <a:lnTo>
                        <a:pt x="266502" y="580029"/>
                      </a:lnTo>
                      <a:lnTo>
                        <a:pt x="266906" y="580119"/>
                      </a:lnTo>
                      <a:lnTo>
                        <a:pt x="267288" y="580209"/>
                      </a:lnTo>
                      <a:lnTo>
                        <a:pt x="267693" y="580299"/>
                      </a:lnTo>
                      <a:lnTo>
                        <a:pt x="268076" y="580366"/>
                      </a:lnTo>
                      <a:lnTo>
                        <a:pt x="268480" y="580456"/>
                      </a:lnTo>
                      <a:lnTo>
                        <a:pt x="268885" y="580524"/>
                      </a:lnTo>
                      <a:lnTo>
                        <a:pt x="269268" y="580591"/>
                      </a:lnTo>
                      <a:lnTo>
                        <a:pt x="269672" y="580658"/>
                      </a:lnTo>
                      <a:lnTo>
                        <a:pt x="270055" y="580703"/>
                      </a:lnTo>
                      <a:lnTo>
                        <a:pt x="270459" y="580771"/>
                      </a:lnTo>
                      <a:lnTo>
                        <a:pt x="270842" y="580816"/>
                      </a:lnTo>
                      <a:lnTo>
                        <a:pt x="271247" y="580861"/>
                      </a:lnTo>
                      <a:lnTo>
                        <a:pt x="271629" y="580883"/>
                      </a:lnTo>
                      <a:lnTo>
                        <a:pt x="272034" y="580928"/>
                      </a:lnTo>
                      <a:lnTo>
                        <a:pt x="272439" y="580951"/>
                      </a:lnTo>
                      <a:lnTo>
                        <a:pt x="272821" y="580973"/>
                      </a:lnTo>
                      <a:lnTo>
                        <a:pt x="273226" y="580973"/>
                      </a:lnTo>
                      <a:lnTo>
                        <a:pt x="273608" y="580996"/>
                      </a:lnTo>
                      <a:lnTo>
                        <a:pt x="274013" y="580996"/>
                      </a:lnTo>
                      <a:lnTo>
                        <a:pt x="274395" y="580996"/>
                      </a:lnTo>
                      <a:lnTo>
                        <a:pt x="274800" y="580996"/>
                      </a:lnTo>
                      <a:lnTo>
                        <a:pt x="275182" y="580996"/>
                      </a:lnTo>
                      <a:lnTo>
                        <a:pt x="275587" y="580996"/>
                      </a:lnTo>
                      <a:lnTo>
                        <a:pt x="275992" y="580973"/>
                      </a:lnTo>
                      <a:lnTo>
                        <a:pt x="276374" y="580883"/>
                      </a:lnTo>
                      <a:lnTo>
                        <a:pt x="276779" y="580771"/>
                      </a:lnTo>
                      <a:lnTo>
                        <a:pt x="277162" y="580681"/>
                      </a:lnTo>
                      <a:lnTo>
                        <a:pt x="277566" y="580568"/>
                      </a:lnTo>
                      <a:lnTo>
                        <a:pt x="277948" y="580456"/>
                      </a:lnTo>
                      <a:lnTo>
                        <a:pt x="278353" y="580321"/>
                      </a:lnTo>
                      <a:lnTo>
                        <a:pt x="278758" y="580209"/>
                      </a:lnTo>
                      <a:lnTo>
                        <a:pt x="279140" y="580074"/>
                      </a:lnTo>
                      <a:lnTo>
                        <a:pt x="279545" y="579939"/>
                      </a:lnTo>
                      <a:lnTo>
                        <a:pt x="279928" y="579804"/>
                      </a:lnTo>
                      <a:lnTo>
                        <a:pt x="280332" y="579669"/>
                      </a:lnTo>
                      <a:lnTo>
                        <a:pt x="280715" y="579534"/>
                      </a:lnTo>
                      <a:lnTo>
                        <a:pt x="281120" y="579377"/>
                      </a:lnTo>
                      <a:lnTo>
                        <a:pt x="281502" y="579219"/>
                      </a:lnTo>
                      <a:lnTo>
                        <a:pt x="281907" y="579062"/>
                      </a:lnTo>
                      <a:lnTo>
                        <a:pt x="282311" y="578904"/>
                      </a:lnTo>
                      <a:lnTo>
                        <a:pt x="282694" y="578747"/>
                      </a:lnTo>
                      <a:lnTo>
                        <a:pt x="283076" y="578567"/>
                      </a:lnTo>
                      <a:lnTo>
                        <a:pt x="283481" y="578410"/>
                      </a:lnTo>
                      <a:lnTo>
                        <a:pt x="283886" y="578230"/>
                      </a:lnTo>
                      <a:lnTo>
                        <a:pt x="284246" y="578050"/>
                      </a:lnTo>
                      <a:lnTo>
                        <a:pt x="284673" y="577870"/>
                      </a:lnTo>
                      <a:lnTo>
                        <a:pt x="285033" y="577690"/>
                      </a:lnTo>
                      <a:lnTo>
                        <a:pt x="285438" y="577510"/>
                      </a:lnTo>
                      <a:lnTo>
                        <a:pt x="285842" y="577330"/>
                      </a:lnTo>
                      <a:lnTo>
                        <a:pt x="286224" y="577128"/>
                      </a:lnTo>
                      <a:lnTo>
                        <a:pt x="286630" y="576948"/>
                      </a:lnTo>
                      <a:lnTo>
                        <a:pt x="287012" y="576745"/>
                      </a:lnTo>
                      <a:lnTo>
                        <a:pt x="287416" y="576543"/>
                      </a:lnTo>
                      <a:lnTo>
                        <a:pt x="287799" y="576341"/>
                      </a:lnTo>
                      <a:lnTo>
                        <a:pt x="288204" y="576138"/>
                      </a:lnTo>
                      <a:lnTo>
                        <a:pt x="288586" y="575936"/>
                      </a:lnTo>
                      <a:lnTo>
                        <a:pt x="288991" y="575711"/>
                      </a:lnTo>
                      <a:lnTo>
                        <a:pt x="289396" y="575508"/>
                      </a:lnTo>
                      <a:lnTo>
                        <a:pt x="289778" y="575284"/>
                      </a:lnTo>
                      <a:lnTo>
                        <a:pt x="290183" y="575059"/>
                      </a:lnTo>
                      <a:lnTo>
                        <a:pt x="290565" y="574834"/>
                      </a:lnTo>
                      <a:lnTo>
                        <a:pt x="290970" y="574609"/>
                      </a:lnTo>
                      <a:lnTo>
                        <a:pt x="291352" y="574384"/>
                      </a:lnTo>
                      <a:lnTo>
                        <a:pt x="291757" y="574159"/>
                      </a:lnTo>
                      <a:lnTo>
                        <a:pt x="292139" y="573934"/>
                      </a:lnTo>
                      <a:lnTo>
                        <a:pt x="292544" y="573687"/>
                      </a:lnTo>
                      <a:lnTo>
                        <a:pt x="292949" y="573439"/>
                      </a:lnTo>
                      <a:lnTo>
                        <a:pt x="293331" y="573192"/>
                      </a:lnTo>
                      <a:lnTo>
                        <a:pt x="293736" y="572945"/>
                      </a:lnTo>
                      <a:lnTo>
                        <a:pt x="294118" y="572697"/>
                      </a:lnTo>
                      <a:lnTo>
                        <a:pt x="294524" y="572427"/>
                      </a:lnTo>
                      <a:lnTo>
                        <a:pt x="294906" y="572157"/>
                      </a:lnTo>
                      <a:lnTo>
                        <a:pt x="295310" y="571888"/>
                      </a:lnTo>
                      <a:lnTo>
                        <a:pt x="295716" y="571618"/>
                      </a:lnTo>
                      <a:lnTo>
                        <a:pt x="296098" y="571708"/>
                      </a:lnTo>
                      <a:lnTo>
                        <a:pt x="296502" y="572292"/>
                      </a:lnTo>
                      <a:lnTo>
                        <a:pt x="296884" y="572022"/>
                      </a:lnTo>
                      <a:lnTo>
                        <a:pt x="297290" y="571753"/>
                      </a:lnTo>
                      <a:lnTo>
                        <a:pt x="297672" y="571483"/>
                      </a:lnTo>
                      <a:lnTo>
                        <a:pt x="298076" y="571190"/>
                      </a:lnTo>
                      <a:lnTo>
                        <a:pt x="298459" y="570921"/>
                      </a:lnTo>
                      <a:lnTo>
                        <a:pt x="298864" y="570628"/>
                      </a:lnTo>
                      <a:lnTo>
                        <a:pt x="299269" y="570336"/>
                      </a:lnTo>
                      <a:lnTo>
                        <a:pt x="299651" y="570043"/>
                      </a:lnTo>
                      <a:lnTo>
                        <a:pt x="300056" y="569751"/>
                      </a:lnTo>
                      <a:lnTo>
                        <a:pt x="300438" y="569436"/>
                      </a:lnTo>
                      <a:lnTo>
                        <a:pt x="300843" y="569144"/>
                      </a:lnTo>
                      <a:lnTo>
                        <a:pt x="301225" y="568829"/>
                      </a:lnTo>
                      <a:lnTo>
                        <a:pt x="301630" y="568537"/>
                      </a:lnTo>
                      <a:lnTo>
                        <a:pt x="302012" y="568222"/>
                      </a:lnTo>
                      <a:lnTo>
                        <a:pt x="302417" y="567907"/>
                      </a:lnTo>
                      <a:lnTo>
                        <a:pt x="302822" y="567592"/>
                      </a:lnTo>
                      <a:lnTo>
                        <a:pt x="303204" y="567255"/>
                      </a:lnTo>
                      <a:lnTo>
                        <a:pt x="303609" y="566940"/>
                      </a:lnTo>
                      <a:lnTo>
                        <a:pt x="303992" y="566602"/>
                      </a:lnTo>
                      <a:lnTo>
                        <a:pt x="304396" y="566265"/>
                      </a:lnTo>
                      <a:lnTo>
                        <a:pt x="304778" y="565950"/>
                      </a:lnTo>
                      <a:lnTo>
                        <a:pt x="305184" y="565613"/>
                      </a:lnTo>
                      <a:lnTo>
                        <a:pt x="305566" y="565253"/>
                      </a:lnTo>
                      <a:lnTo>
                        <a:pt x="305970" y="564916"/>
                      </a:lnTo>
                      <a:lnTo>
                        <a:pt x="306376" y="564578"/>
                      </a:lnTo>
                      <a:lnTo>
                        <a:pt x="306758" y="564219"/>
                      </a:lnTo>
                      <a:lnTo>
                        <a:pt x="307162" y="563881"/>
                      </a:lnTo>
                      <a:lnTo>
                        <a:pt x="307545" y="563521"/>
                      </a:lnTo>
                      <a:lnTo>
                        <a:pt x="307950" y="563162"/>
                      </a:lnTo>
                      <a:lnTo>
                        <a:pt x="308332" y="562802"/>
                      </a:lnTo>
                      <a:lnTo>
                        <a:pt x="308737" y="562442"/>
                      </a:lnTo>
                      <a:lnTo>
                        <a:pt x="309142" y="562082"/>
                      </a:lnTo>
                      <a:lnTo>
                        <a:pt x="309524" y="561722"/>
                      </a:lnTo>
                      <a:lnTo>
                        <a:pt x="309929" y="561362"/>
                      </a:lnTo>
                      <a:lnTo>
                        <a:pt x="310311" y="560980"/>
                      </a:lnTo>
                      <a:lnTo>
                        <a:pt x="310716" y="560620"/>
                      </a:lnTo>
                      <a:lnTo>
                        <a:pt x="311098" y="560238"/>
                      </a:lnTo>
                      <a:lnTo>
                        <a:pt x="311503" y="559856"/>
                      </a:lnTo>
                      <a:lnTo>
                        <a:pt x="311885" y="559473"/>
                      </a:lnTo>
                      <a:lnTo>
                        <a:pt x="312290" y="559091"/>
                      </a:lnTo>
                      <a:lnTo>
                        <a:pt x="312695" y="558709"/>
                      </a:lnTo>
                      <a:lnTo>
                        <a:pt x="313077" y="558304"/>
                      </a:lnTo>
                      <a:lnTo>
                        <a:pt x="313482" y="557922"/>
                      </a:lnTo>
                      <a:lnTo>
                        <a:pt x="313864" y="557517"/>
                      </a:lnTo>
                      <a:lnTo>
                        <a:pt x="314269" y="557112"/>
                      </a:lnTo>
                      <a:lnTo>
                        <a:pt x="314652" y="556707"/>
                      </a:lnTo>
                      <a:lnTo>
                        <a:pt x="315056" y="556302"/>
                      </a:lnTo>
                      <a:lnTo>
                        <a:pt x="315438" y="555897"/>
                      </a:lnTo>
                      <a:lnTo>
                        <a:pt x="315844" y="555470"/>
                      </a:lnTo>
                      <a:lnTo>
                        <a:pt x="316248" y="555043"/>
                      </a:lnTo>
                      <a:lnTo>
                        <a:pt x="316630" y="554638"/>
                      </a:lnTo>
                      <a:lnTo>
                        <a:pt x="317036" y="554211"/>
                      </a:lnTo>
                      <a:lnTo>
                        <a:pt x="317418" y="553783"/>
                      </a:lnTo>
                      <a:lnTo>
                        <a:pt x="317822" y="553356"/>
                      </a:lnTo>
                      <a:lnTo>
                        <a:pt x="318205" y="552906"/>
                      </a:lnTo>
                      <a:lnTo>
                        <a:pt x="318610" y="552479"/>
                      </a:lnTo>
                      <a:lnTo>
                        <a:pt x="318992" y="552052"/>
                      </a:lnTo>
                      <a:lnTo>
                        <a:pt x="319397" y="551602"/>
                      </a:lnTo>
                      <a:lnTo>
                        <a:pt x="319802" y="551152"/>
                      </a:lnTo>
                      <a:lnTo>
                        <a:pt x="320184" y="550702"/>
                      </a:lnTo>
                      <a:lnTo>
                        <a:pt x="320589" y="550253"/>
                      </a:lnTo>
                      <a:lnTo>
                        <a:pt x="320971" y="549803"/>
                      </a:lnTo>
                      <a:lnTo>
                        <a:pt x="321376" y="549353"/>
                      </a:lnTo>
                      <a:lnTo>
                        <a:pt x="321758" y="548881"/>
                      </a:lnTo>
                      <a:lnTo>
                        <a:pt x="322163" y="548431"/>
                      </a:lnTo>
                      <a:lnTo>
                        <a:pt x="322545" y="547959"/>
                      </a:lnTo>
                      <a:lnTo>
                        <a:pt x="322950" y="547509"/>
                      </a:lnTo>
                      <a:lnTo>
                        <a:pt x="323355" y="547037"/>
                      </a:lnTo>
                      <a:lnTo>
                        <a:pt x="323737" y="546564"/>
                      </a:lnTo>
                      <a:lnTo>
                        <a:pt x="324142" y="546092"/>
                      </a:lnTo>
                      <a:lnTo>
                        <a:pt x="324524" y="545620"/>
                      </a:lnTo>
                      <a:lnTo>
                        <a:pt x="324929" y="545147"/>
                      </a:lnTo>
                      <a:lnTo>
                        <a:pt x="325312" y="544675"/>
                      </a:lnTo>
                      <a:lnTo>
                        <a:pt x="325716" y="544203"/>
                      </a:lnTo>
                      <a:lnTo>
                        <a:pt x="326121" y="543731"/>
                      </a:lnTo>
                      <a:lnTo>
                        <a:pt x="326504" y="543258"/>
                      </a:lnTo>
                      <a:lnTo>
                        <a:pt x="326908" y="542786"/>
                      </a:lnTo>
                      <a:lnTo>
                        <a:pt x="327290" y="542314"/>
                      </a:lnTo>
                      <a:lnTo>
                        <a:pt x="327696" y="541842"/>
                      </a:lnTo>
                      <a:lnTo>
                        <a:pt x="328078" y="541369"/>
                      </a:lnTo>
                      <a:lnTo>
                        <a:pt x="328482" y="540874"/>
                      </a:lnTo>
                      <a:lnTo>
                        <a:pt x="328865" y="540402"/>
                      </a:lnTo>
                      <a:lnTo>
                        <a:pt x="329270" y="539930"/>
                      </a:lnTo>
                      <a:lnTo>
                        <a:pt x="329674" y="539435"/>
                      </a:lnTo>
                      <a:lnTo>
                        <a:pt x="330057" y="538940"/>
                      </a:lnTo>
                      <a:lnTo>
                        <a:pt x="330462" y="538468"/>
                      </a:lnTo>
                      <a:lnTo>
                        <a:pt x="330844" y="537973"/>
                      </a:lnTo>
                      <a:lnTo>
                        <a:pt x="331249" y="537479"/>
                      </a:lnTo>
                      <a:lnTo>
                        <a:pt x="331631" y="536984"/>
                      </a:lnTo>
                      <a:lnTo>
                        <a:pt x="332036" y="536511"/>
                      </a:lnTo>
                      <a:lnTo>
                        <a:pt x="332418" y="536017"/>
                      </a:lnTo>
                      <a:lnTo>
                        <a:pt x="332823" y="535522"/>
                      </a:lnTo>
                      <a:lnTo>
                        <a:pt x="333228" y="535027"/>
                      </a:lnTo>
                      <a:lnTo>
                        <a:pt x="333610" y="534510"/>
                      </a:lnTo>
                      <a:lnTo>
                        <a:pt x="334015" y="534015"/>
                      </a:lnTo>
                      <a:lnTo>
                        <a:pt x="334397" y="533520"/>
                      </a:lnTo>
                      <a:lnTo>
                        <a:pt x="334802" y="533003"/>
                      </a:lnTo>
                      <a:lnTo>
                        <a:pt x="335184" y="532508"/>
                      </a:lnTo>
                      <a:lnTo>
                        <a:pt x="335590" y="531991"/>
                      </a:lnTo>
                      <a:lnTo>
                        <a:pt x="335972" y="531474"/>
                      </a:lnTo>
                      <a:lnTo>
                        <a:pt x="336376" y="530956"/>
                      </a:lnTo>
                      <a:lnTo>
                        <a:pt x="336782" y="530439"/>
                      </a:lnTo>
                      <a:lnTo>
                        <a:pt x="337164" y="529922"/>
                      </a:lnTo>
                      <a:lnTo>
                        <a:pt x="337568" y="529382"/>
                      </a:lnTo>
                      <a:lnTo>
                        <a:pt x="337950" y="528865"/>
                      </a:lnTo>
                      <a:lnTo>
                        <a:pt x="338356" y="528325"/>
                      </a:lnTo>
                      <a:lnTo>
                        <a:pt x="338738" y="527786"/>
                      </a:lnTo>
                      <a:lnTo>
                        <a:pt x="339142" y="527246"/>
                      </a:lnTo>
                      <a:lnTo>
                        <a:pt x="339548" y="526706"/>
                      </a:lnTo>
                      <a:lnTo>
                        <a:pt x="339930" y="526166"/>
                      </a:lnTo>
                      <a:lnTo>
                        <a:pt x="340335" y="525626"/>
                      </a:lnTo>
                      <a:lnTo>
                        <a:pt x="340717" y="525064"/>
                      </a:lnTo>
                      <a:lnTo>
                        <a:pt x="341122" y="524525"/>
                      </a:lnTo>
                      <a:lnTo>
                        <a:pt x="341504" y="523985"/>
                      </a:lnTo>
                      <a:lnTo>
                        <a:pt x="341909" y="523423"/>
                      </a:lnTo>
                      <a:lnTo>
                        <a:pt x="342291" y="522860"/>
                      </a:lnTo>
                      <a:lnTo>
                        <a:pt x="342696" y="522298"/>
                      </a:lnTo>
                      <a:lnTo>
                        <a:pt x="343101" y="521758"/>
                      </a:lnTo>
                      <a:lnTo>
                        <a:pt x="343483" y="521196"/>
                      </a:lnTo>
                      <a:lnTo>
                        <a:pt x="343888" y="520611"/>
                      </a:lnTo>
                      <a:lnTo>
                        <a:pt x="344270" y="520049"/>
                      </a:lnTo>
                      <a:lnTo>
                        <a:pt x="344675" y="519487"/>
                      </a:lnTo>
                      <a:lnTo>
                        <a:pt x="345058" y="518925"/>
                      </a:lnTo>
                      <a:lnTo>
                        <a:pt x="345462" y="518340"/>
                      </a:lnTo>
                      <a:lnTo>
                        <a:pt x="345844" y="517778"/>
                      </a:lnTo>
                      <a:lnTo>
                        <a:pt x="346250" y="517193"/>
                      </a:lnTo>
                      <a:lnTo>
                        <a:pt x="346654" y="516608"/>
                      </a:lnTo>
                      <a:lnTo>
                        <a:pt x="347036" y="516046"/>
                      </a:lnTo>
                      <a:lnTo>
                        <a:pt x="347442" y="515461"/>
                      </a:lnTo>
                      <a:lnTo>
                        <a:pt x="347824" y="514876"/>
                      </a:lnTo>
                      <a:lnTo>
                        <a:pt x="348228" y="514292"/>
                      </a:lnTo>
                      <a:lnTo>
                        <a:pt x="348611" y="513707"/>
                      </a:lnTo>
                      <a:lnTo>
                        <a:pt x="349016" y="513100"/>
                      </a:lnTo>
                      <a:lnTo>
                        <a:pt x="349398" y="512515"/>
                      </a:lnTo>
                      <a:lnTo>
                        <a:pt x="349803" y="511930"/>
                      </a:lnTo>
                      <a:lnTo>
                        <a:pt x="350208" y="511323"/>
                      </a:lnTo>
                      <a:lnTo>
                        <a:pt x="350590" y="510716"/>
                      </a:lnTo>
                      <a:lnTo>
                        <a:pt x="350995" y="510109"/>
                      </a:lnTo>
                      <a:lnTo>
                        <a:pt x="351377" y="509501"/>
                      </a:lnTo>
                      <a:lnTo>
                        <a:pt x="351782" y="508894"/>
                      </a:lnTo>
                      <a:lnTo>
                        <a:pt x="352164" y="508287"/>
                      </a:lnTo>
                      <a:lnTo>
                        <a:pt x="352569" y="507680"/>
                      </a:lnTo>
                      <a:lnTo>
                        <a:pt x="352951" y="507050"/>
                      </a:lnTo>
                      <a:lnTo>
                        <a:pt x="353356" y="506420"/>
                      </a:lnTo>
                      <a:lnTo>
                        <a:pt x="353761" y="505813"/>
                      </a:lnTo>
                      <a:lnTo>
                        <a:pt x="354143" y="505183"/>
                      </a:lnTo>
                      <a:lnTo>
                        <a:pt x="354548" y="504554"/>
                      </a:lnTo>
                      <a:lnTo>
                        <a:pt x="354930" y="503924"/>
                      </a:lnTo>
                      <a:lnTo>
                        <a:pt x="355335" y="503294"/>
                      </a:lnTo>
                      <a:lnTo>
                        <a:pt x="355718" y="502642"/>
                      </a:lnTo>
                      <a:lnTo>
                        <a:pt x="356122" y="502012"/>
                      </a:lnTo>
                      <a:lnTo>
                        <a:pt x="356527" y="501383"/>
                      </a:lnTo>
                      <a:lnTo>
                        <a:pt x="356910" y="500730"/>
                      </a:lnTo>
                      <a:lnTo>
                        <a:pt x="357314" y="500078"/>
                      </a:lnTo>
                      <a:lnTo>
                        <a:pt x="357696" y="499449"/>
                      </a:lnTo>
                      <a:lnTo>
                        <a:pt x="358102" y="498796"/>
                      </a:lnTo>
                      <a:lnTo>
                        <a:pt x="358484" y="498144"/>
                      </a:lnTo>
                      <a:lnTo>
                        <a:pt x="358888" y="497492"/>
                      </a:lnTo>
                      <a:lnTo>
                        <a:pt x="359271" y="496840"/>
                      </a:lnTo>
                      <a:lnTo>
                        <a:pt x="359676" y="496165"/>
                      </a:lnTo>
                      <a:lnTo>
                        <a:pt x="360080" y="495513"/>
                      </a:lnTo>
                      <a:lnTo>
                        <a:pt x="360463" y="494861"/>
                      </a:lnTo>
                      <a:lnTo>
                        <a:pt x="360868" y="494186"/>
                      </a:lnTo>
                      <a:lnTo>
                        <a:pt x="361250" y="493534"/>
                      </a:lnTo>
                      <a:lnTo>
                        <a:pt x="361655" y="492859"/>
                      </a:lnTo>
                      <a:lnTo>
                        <a:pt x="362037" y="492184"/>
                      </a:lnTo>
                      <a:lnTo>
                        <a:pt x="362442" y="491532"/>
                      </a:lnTo>
                      <a:lnTo>
                        <a:pt x="362824" y="490858"/>
                      </a:lnTo>
                      <a:lnTo>
                        <a:pt x="363229" y="490183"/>
                      </a:lnTo>
                      <a:lnTo>
                        <a:pt x="363634" y="489486"/>
                      </a:lnTo>
                      <a:lnTo>
                        <a:pt x="364016" y="488811"/>
                      </a:lnTo>
                      <a:lnTo>
                        <a:pt x="364421" y="488136"/>
                      </a:lnTo>
                      <a:lnTo>
                        <a:pt x="364803" y="487462"/>
                      </a:lnTo>
                      <a:lnTo>
                        <a:pt x="365208" y="486764"/>
                      </a:lnTo>
                      <a:lnTo>
                        <a:pt x="365590" y="486067"/>
                      </a:lnTo>
                      <a:lnTo>
                        <a:pt x="365995" y="485393"/>
                      </a:lnTo>
                      <a:lnTo>
                        <a:pt x="366378" y="484695"/>
                      </a:lnTo>
                      <a:lnTo>
                        <a:pt x="366782" y="484021"/>
                      </a:lnTo>
                      <a:lnTo>
                        <a:pt x="367187" y="483324"/>
                      </a:lnTo>
                      <a:lnTo>
                        <a:pt x="367570" y="482626"/>
                      </a:lnTo>
                      <a:lnTo>
                        <a:pt x="367974" y="481929"/>
                      </a:lnTo>
                      <a:lnTo>
                        <a:pt x="368356" y="481232"/>
                      </a:lnTo>
                      <a:lnTo>
                        <a:pt x="368762" y="480557"/>
                      </a:lnTo>
                      <a:lnTo>
                        <a:pt x="369144" y="479838"/>
                      </a:lnTo>
                      <a:lnTo>
                        <a:pt x="369548" y="479141"/>
                      </a:lnTo>
                      <a:lnTo>
                        <a:pt x="369954" y="478443"/>
                      </a:lnTo>
                      <a:lnTo>
                        <a:pt x="370336" y="477746"/>
                      </a:lnTo>
                      <a:lnTo>
                        <a:pt x="370740" y="477049"/>
                      </a:lnTo>
                      <a:lnTo>
                        <a:pt x="371123" y="476352"/>
                      </a:lnTo>
                      <a:lnTo>
                        <a:pt x="371528" y="475632"/>
                      </a:lnTo>
                      <a:lnTo>
                        <a:pt x="371910" y="474935"/>
                      </a:lnTo>
                      <a:lnTo>
                        <a:pt x="372315" y="474238"/>
                      </a:lnTo>
                      <a:lnTo>
                        <a:pt x="372697" y="473518"/>
                      </a:lnTo>
                      <a:lnTo>
                        <a:pt x="373102" y="472821"/>
                      </a:lnTo>
                      <a:lnTo>
                        <a:pt x="373507" y="472101"/>
                      </a:lnTo>
                      <a:lnTo>
                        <a:pt x="373889" y="471404"/>
                      </a:lnTo>
                      <a:lnTo>
                        <a:pt x="374294" y="470684"/>
                      </a:lnTo>
                      <a:lnTo>
                        <a:pt x="374676" y="469965"/>
                      </a:lnTo>
                      <a:lnTo>
                        <a:pt x="375081" y="469268"/>
                      </a:lnTo>
                      <a:lnTo>
                        <a:pt x="375463" y="468548"/>
                      </a:lnTo>
                      <a:lnTo>
                        <a:pt x="375868" y="467828"/>
                      </a:lnTo>
                      <a:lnTo>
                        <a:pt x="376250" y="467131"/>
                      </a:lnTo>
                      <a:lnTo>
                        <a:pt x="376656" y="466411"/>
                      </a:lnTo>
                      <a:lnTo>
                        <a:pt x="377060" y="465692"/>
                      </a:lnTo>
                      <a:lnTo>
                        <a:pt x="377442" y="464972"/>
                      </a:lnTo>
                      <a:lnTo>
                        <a:pt x="377847" y="464275"/>
                      </a:lnTo>
                      <a:lnTo>
                        <a:pt x="378230" y="463555"/>
                      </a:lnTo>
                      <a:lnTo>
                        <a:pt x="378634" y="462858"/>
                      </a:lnTo>
                      <a:lnTo>
                        <a:pt x="379016" y="462138"/>
                      </a:lnTo>
                      <a:lnTo>
                        <a:pt x="379422" y="461441"/>
                      </a:lnTo>
                      <a:lnTo>
                        <a:pt x="379804" y="460722"/>
                      </a:lnTo>
                      <a:lnTo>
                        <a:pt x="380208" y="460024"/>
                      </a:lnTo>
                      <a:lnTo>
                        <a:pt x="380614" y="459327"/>
                      </a:lnTo>
                      <a:lnTo>
                        <a:pt x="380996" y="458608"/>
                      </a:lnTo>
                      <a:lnTo>
                        <a:pt x="381401" y="457910"/>
                      </a:lnTo>
                      <a:lnTo>
                        <a:pt x="381783" y="457213"/>
                      </a:lnTo>
                      <a:lnTo>
                        <a:pt x="382188" y="456494"/>
                      </a:lnTo>
                      <a:lnTo>
                        <a:pt x="382570" y="455796"/>
                      </a:lnTo>
                      <a:lnTo>
                        <a:pt x="382975" y="455077"/>
                      </a:lnTo>
                      <a:lnTo>
                        <a:pt x="383357" y="454379"/>
                      </a:lnTo>
                      <a:lnTo>
                        <a:pt x="383762" y="453660"/>
                      </a:lnTo>
                      <a:lnTo>
                        <a:pt x="384167" y="452963"/>
                      </a:lnTo>
                      <a:lnTo>
                        <a:pt x="384549" y="452243"/>
                      </a:lnTo>
                      <a:lnTo>
                        <a:pt x="384954" y="451546"/>
                      </a:lnTo>
                      <a:lnTo>
                        <a:pt x="385336" y="450826"/>
                      </a:lnTo>
                      <a:lnTo>
                        <a:pt x="385741" y="450129"/>
                      </a:lnTo>
                      <a:lnTo>
                        <a:pt x="386124" y="449409"/>
                      </a:lnTo>
                      <a:lnTo>
                        <a:pt x="386528" y="448735"/>
                      </a:lnTo>
                      <a:lnTo>
                        <a:pt x="386933" y="448037"/>
                      </a:lnTo>
                      <a:lnTo>
                        <a:pt x="387316" y="447318"/>
                      </a:lnTo>
                      <a:lnTo>
                        <a:pt x="387720" y="446621"/>
                      </a:lnTo>
                      <a:lnTo>
                        <a:pt x="388102" y="445901"/>
                      </a:lnTo>
                      <a:lnTo>
                        <a:pt x="388508" y="445181"/>
                      </a:lnTo>
                      <a:lnTo>
                        <a:pt x="388890" y="444484"/>
                      </a:lnTo>
                      <a:lnTo>
                        <a:pt x="389294" y="443764"/>
                      </a:lnTo>
                      <a:lnTo>
                        <a:pt x="389677" y="443045"/>
                      </a:lnTo>
                      <a:lnTo>
                        <a:pt x="390082" y="442348"/>
                      </a:lnTo>
                      <a:lnTo>
                        <a:pt x="390486" y="441628"/>
                      </a:lnTo>
                      <a:lnTo>
                        <a:pt x="390869" y="440908"/>
                      </a:lnTo>
                      <a:lnTo>
                        <a:pt x="391274" y="440189"/>
                      </a:lnTo>
                      <a:lnTo>
                        <a:pt x="391656" y="439469"/>
                      </a:lnTo>
                      <a:lnTo>
                        <a:pt x="392061" y="438772"/>
                      </a:lnTo>
                      <a:lnTo>
                        <a:pt x="392443" y="438052"/>
                      </a:lnTo>
                      <a:lnTo>
                        <a:pt x="392848" y="437332"/>
                      </a:lnTo>
                      <a:lnTo>
                        <a:pt x="393230" y="436613"/>
                      </a:lnTo>
                      <a:lnTo>
                        <a:pt x="393635" y="435893"/>
                      </a:lnTo>
                      <a:lnTo>
                        <a:pt x="394040" y="435173"/>
                      </a:lnTo>
                      <a:lnTo>
                        <a:pt x="394422" y="434454"/>
                      </a:lnTo>
                      <a:lnTo>
                        <a:pt x="394827" y="433734"/>
                      </a:lnTo>
                      <a:lnTo>
                        <a:pt x="395209" y="433014"/>
                      </a:lnTo>
                      <a:lnTo>
                        <a:pt x="395614" y="432317"/>
                      </a:lnTo>
                      <a:lnTo>
                        <a:pt x="395996" y="431598"/>
                      </a:lnTo>
                      <a:lnTo>
                        <a:pt x="396401" y="430878"/>
                      </a:lnTo>
                      <a:lnTo>
                        <a:pt x="396784" y="430158"/>
                      </a:lnTo>
                      <a:lnTo>
                        <a:pt x="397188" y="429439"/>
                      </a:lnTo>
                      <a:lnTo>
                        <a:pt x="397593" y="428741"/>
                      </a:lnTo>
                      <a:lnTo>
                        <a:pt x="397976" y="428022"/>
                      </a:lnTo>
                      <a:lnTo>
                        <a:pt x="398380" y="427302"/>
                      </a:lnTo>
                      <a:lnTo>
                        <a:pt x="398762" y="426605"/>
                      </a:lnTo>
                      <a:lnTo>
                        <a:pt x="399168" y="425885"/>
                      </a:lnTo>
                      <a:lnTo>
                        <a:pt x="399550" y="425188"/>
                      </a:lnTo>
                      <a:lnTo>
                        <a:pt x="399954" y="424491"/>
                      </a:lnTo>
                      <a:lnTo>
                        <a:pt x="400359" y="423771"/>
                      </a:lnTo>
                      <a:lnTo>
                        <a:pt x="400742" y="423074"/>
                      </a:lnTo>
                      <a:lnTo>
                        <a:pt x="401146" y="422377"/>
                      </a:lnTo>
                      <a:lnTo>
                        <a:pt x="401529" y="421702"/>
                      </a:lnTo>
                      <a:lnTo>
                        <a:pt x="401934" y="421005"/>
                      </a:lnTo>
                      <a:lnTo>
                        <a:pt x="402316" y="420308"/>
                      </a:lnTo>
                      <a:lnTo>
                        <a:pt x="402721" y="419633"/>
                      </a:lnTo>
                      <a:lnTo>
                        <a:pt x="403103" y="418936"/>
                      </a:lnTo>
                      <a:lnTo>
                        <a:pt x="403485" y="418261"/>
                      </a:lnTo>
                      <a:lnTo>
                        <a:pt x="403913" y="417564"/>
                      </a:lnTo>
                      <a:lnTo>
                        <a:pt x="404295" y="416889"/>
                      </a:lnTo>
                      <a:lnTo>
                        <a:pt x="404677" y="416215"/>
                      </a:lnTo>
                      <a:lnTo>
                        <a:pt x="405060" y="415517"/>
                      </a:lnTo>
                      <a:lnTo>
                        <a:pt x="405464" y="414843"/>
                      </a:lnTo>
                      <a:lnTo>
                        <a:pt x="405847" y="414168"/>
                      </a:lnTo>
                      <a:lnTo>
                        <a:pt x="406252" y="413493"/>
                      </a:lnTo>
                      <a:lnTo>
                        <a:pt x="406634" y="412819"/>
                      </a:lnTo>
                      <a:lnTo>
                        <a:pt x="407039" y="412144"/>
                      </a:lnTo>
                      <a:lnTo>
                        <a:pt x="407444" y="411469"/>
                      </a:lnTo>
                      <a:lnTo>
                        <a:pt x="407826" y="410795"/>
                      </a:lnTo>
                      <a:lnTo>
                        <a:pt x="408230" y="410120"/>
                      </a:lnTo>
                      <a:lnTo>
                        <a:pt x="408613" y="409468"/>
                      </a:lnTo>
                      <a:lnTo>
                        <a:pt x="409018" y="408793"/>
                      </a:lnTo>
                      <a:lnTo>
                        <a:pt x="409400" y="408118"/>
                      </a:lnTo>
                      <a:lnTo>
                        <a:pt x="409805" y="407444"/>
                      </a:lnTo>
                      <a:lnTo>
                        <a:pt x="410187" y="406792"/>
                      </a:lnTo>
                      <a:lnTo>
                        <a:pt x="410592" y="406117"/>
                      </a:lnTo>
                      <a:lnTo>
                        <a:pt x="410997" y="405442"/>
                      </a:lnTo>
                      <a:lnTo>
                        <a:pt x="411379" y="404767"/>
                      </a:lnTo>
                      <a:lnTo>
                        <a:pt x="411784" y="404115"/>
                      </a:lnTo>
                      <a:lnTo>
                        <a:pt x="412166" y="403441"/>
                      </a:lnTo>
                      <a:lnTo>
                        <a:pt x="412571" y="402788"/>
                      </a:lnTo>
                      <a:lnTo>
                        <a:pt x="412953" y="402114"/>
                      </a:lnTo>
                      <a:lnTo>
                        <a:pt x="413358" y="401462"/>
                      </a:lnTo>
                      <a:lnTo>
                        <a:pt x="413741" y="400787"/>
                      </a:lnTo>
                      <a:lnTo>
                        <a:pt x="414145" y="400135"/>
                      </a:lnTo>
                      <a:lnTo>
                        <a:pt x="414550" y="399482"/>
                      </a:lnTo>
                      <a:lnTo>
                        <a:pt x="414933" y="398808"/>
                      </a:lnTo>
                      <a:lnTo>
                        <a:pt x="415337" y="398156"/>
                      </a:lnTo>
                      <a:lnTo>
                        <a:pt x="415720" y="397503"/>
                      </a:lnTo>
                      <a:lnTo>
                        <a:pt x="416124" y="396851"/>
                      </a:lnTo>
                      <a:lnTo>
                        <a:pt x="416507" y="396199"/>
                      </a:lnTo>
                      <a:lnTo>
                        <a:pt x="416912" y="395547"/>
                      </a:lnTo>
                      <a:lnTo>
                        <a:pt x="417316" y="394895"/>
                      </a:lnTo>
                      <a:lnTo>
                        <a:pt x="417699" y="394242"/>
                      </a:lnTo>
                      <a:lnTo>
                        <a:pt x="418104" y="393590"/>
                      </a:lnTo>
                      <a:lnTo>
                        <a:pt x="418486" y="392915"/>
                      </a:lnTo>
                      <a:lnTo>
                        <a:pt x="418890" y="392263"/>
                      </a:lnTo>
                      <a:lnTo>
                        <a:pt x="419273" y="391611"/>
                      </a:lnTo>
                      <a:lnTo>
                        <a:pt x="419678" y="390959"/>
                      </a:lnTo>
                      <a:lnTo>
                        <a:pt x="420060" y="390307"/>
                      </a:lnTo>
                      <a:lnTo>
                        <a:pt x="420465" y="389654"/>
                      </a:lnTo>
                      <a:lnTo>
                        <a:pt x="420870" y="389002"/>
                      </a:lnTo>
                      <a:lnTo>
                        <a:pt x="421252" y="388328"/>
                      </a:lnTo>
                      <a:lnTo>
                        <a:pt x="421657" y="387675"/>
                      </a:lnTo>
                      <a:lnTo>
                        <a:pt x="422039" y="387023"/>
                      </a:lnTo>
                      <a:lnTo>
                        <a:pt x="422444" y="386349"/>
                      </a:lnTo>
                      <a:lnTo>
                        <a:pt x="422826" y="385696"/>
                      </a:lnTo>
                      <a:lnTo>
                        <a:pt x="423231" y="385044"/>
                      </a:lnTo>
                      <a:lnTo>
                        <a:pt x="423613" y="384369"/>
                      </a:lnTo>
                      <a:lnTo>
                        <a:pt x="424018" y="383717"/>
                      </a:lnTo>
                      <a:lnTo>
                        <a:pt x="424423" y="383043"/>
                      </a:lnTo>
                      <a:lnTo>
                        <a:pt x="424806" y="382368"/>
                      </a:lnTo>
                      <a:lnTo>
                        <a:pt x="425210" y="381716"/>
                      </a:lnTo>
                      <a:lnTo>
                        <a:pt x="425593" y="381041"/>
                      </a:lnTo>
                      <a:lnTo>
                        <a:pt x="425998" y="380366"/>
                      </a:lnTo>
                      <a:lnTo>
                        <a:pt x="426380" y="379714"/>
                      </a:lnTo>
                      <a:lnTo>
                        <a:pt x="426784" y="379039"/>
                      </a:lnTo>
                      <a:lnTo>
                        <a:pt x="427167" y="378365"/>
                      </a:lnTo>
                      <a:lnTo>
                        <a:pt x="427572" y="377713"/>
                      </a:lnTo>
                      <a:lnTo>
                        <a:pt x="427976" y="377038"/>
                      </a:lnTo>
                      <a:lnTo>
                        <a:pt x="428359" y="376363"/>
                      </a:lnTo>
                      <a:lnTo>
                        <a:pt x="428764" y="375711"/>
                      </a:lnTo>
                      <a:lnTo>
                        <a:pt x="429146" y="375036"/>
                      </a:lnTo>
                      <a:lnTo>
                        <a:pt x="429551" y="374362"/>
                      </a:lnTo>
                      <a:lnTo>
                        <a:pt x="429933" y="373709"/>
                      </a:lnTo>
                      <a:lnTo>
                        <a:pt x="430338" y="373035"/>
                      </a:lnTo>
                      <a:lnTo>
                        <a:pt x="430720" y="372360"/>
                      </a:lnTo>
                      <a:lnTo>
                        <a:pt x="431125" y="371708"/>
                      </a:lnTo>
                      <a:lnTo>
                        <a:pt x="431530" y="371033"/>
                      </a:lnTo>
                      <a:lnTo>
                        <a:pt x="431912" y="370358"/>
                      </a:lnTo>
                      <a:lnTo>
                        <a:pt x="432317" y="369706"/>
                      </a:lnTo>
                      <a:lnTo>
                        <a:pt x="432699" y="369032"/>
                      </a:lnTo>
                      <a:lnTo>
                        <a:pt x="433104" y="368357"/>
                      </a:lnTo>
                      <a:lnTo>
                        <a:pt x="433487" y="367705"/>
                      </a:lnTo>
                      <a:lnTo>
                        <a:pt x="433891" y="367030"/>
                      </a:lnTo>
                      <a:lnTo>
                        <a:pt x="434296" y="366355"/>
                      </a:lnTo>
                      <a:lnTo>
                        <a:pt x="434678" y="365681"/>
                      </a:lnTo>
                      <a:lnTo>
                        <a:pt x="435083" y="365028"/>
                      </a:lnTo>
                      <a:lnTo>
                        <a:pt x="435466" y="364354"/>
                      </a:lnTo>
                      <a:lnTo>
                        <a:pt x="435870" y="363679"/>
                      </a:lnTo>
                      <a:lnTo>
                        <a:pt x="436253" y="363027"/>
                      </a:lnTo>
                      <a:lnTo>
                        <a:pt x="436658" y="362352"/>
                      </a:lnTo>
                      <a:lnTo>
                        <a:pt x="437040" y="361700"/>
                      </a:lnTo>
                      <a:lnTo>
                        <a:pt x="437444" y="361048"/>
                      </a:lnTo>
                      <a:lnTo>
                        <a:pt x="437850" y="360373"/>
                      </a:lnTo>
                      <a:lnTo>
                        <a:pt x="438232" y="359721"/>
                      </a:lnTo>
                      <a:lnTo>
                        <a:pt x="438636" y="359091"/>
                      </a:lnTo>
                      <a:lnTo>
                        <a:pt x="439019" y="358439"/>
                      </a:lnTo>
                      <a:lnTo>
                        <a:pt x="439424" y="357787"/>
                      </a:lnTo>
                      <a:lnTo>
                        <a:pt x="439806" y="357157"/>
                      </a:lnTo>
                      <a:lnTo>
                        <a:pt x="440211" y="356505"/>
                      </a:lnTo>
                      <a:lnTo>
                        <a:pt x="440593" y="355875"/>
                      </a:lnTo>
                      <a:lnTo>
                        <a:pt x="440998" y="355245"/>
                      </a:lnTo>
                      <a:lnTo>
                        <a:pt x="441403" y="354616"/>
                      </a:lnTo>
                      <a:lnTo>
                        <a:pt x="441785" y="353986"/>
                      </a:lnTo>
                      <a:lnTo>
                        <a:pt x="442190" y="353356"/>
                      </a:lnTo>
                      <a:lnTo>
                        <a:pt x="442572" y="352727"/>
                      </a:lnTo>
                      <a:lnTo>
                        <a:pt x="442977" y="352119"/>
                      </a:lnTo>
                      <a:lnTo>
                        <a:pt x="443359" y="351490"/>
                      </a:lnTo>
                      <a:lnTo>
                        <a:pt x="443764" y="350882"/>
                      </a:lnTo>
                      <a:lnTo>
                        <a:pt x="444147" y="350253"/>
                      </a:lnTo>
                      <a:lnTo>
                        <a:pt x="444551" y="349645"/>
                      </a:lnTo>
                      <a:lnTo>
                        <a:pt x="444956" y="349016"/>
                      </a:lnTo>
                      <a:lnTo>
                        <a:pt x="445338" y="348409"/>
                      </a:lnTo>
                      <a:lnTo>
                        <a:pt x="445743" y="347801"/>
                      </a:lnTo>
                      <a:lnTo>
                        <a:pt x="446126" y="347194"/>
                      </a:lnTo>
                      <a:lnTo>
                        <a:pt x="446530" y="346587"/>
                      </a:lnTo>
                      <a:lnTo>
                        <a:pt x="446913" y="345980"/>
                      </a:lnTo>
                      <a:lnTo>
                        <a:pt x="447318" y="345372"/>
                      </a:lnTo>
                      <a:lnTo>
                        <a:pt x="447722" y="344765"/>
                      </a:lnTo>
                      <a:lnTo>
                        <a:pt x="448105" y="344181"/>
                      </a:lnTo>
                      <a:lnTo>
                        <a:pt x="448510" y="343573"/>
                      </a:lnTo>
                      <a:lnTo>
                        <a:pt x="448892" y="342989"/>
                      </a:lnTo>
                      <a:lnTo>
                        <a:pt x="449296" y="342381"/>
                      </a:lnTo>
                      <a:lnTo>
                        <a:pt x="449679" y="341797"/>
                      </a:lnTo>
                      <a:lnTo>
                        <a:pt x="450084" y="341212"/>
                      </a:lnTo>
                      <a:lnTo>
                        <a:pt x="450466" y="340605"/>
                      </a:lnTo>
                      <a:lnTo>
                        <a:pt x="450871" y="340020"/>
                      </a:lnTo>
                      <a:lnTo>
                        <a:pt x="451276" y="339435"/>
                      </a:lnTo>
                      <a:lnTo>
                        <a:pt x="451658" y="338851"/>
                      </a:lnTo>
                      <a:lnTo>
                        <a:pt x="452063" y="338266"/>
                      </a:lnTo>
                      <a:lnTo>
                        <a:pt x="452445" y="337681"/>
                      </a:lnTo>
                      <a:lnTo>
                        <a:pt x="452850" y="337096"/>
                      </a:lnTo>
                      <a:lnTo>
                        <a:pt x="453232" y="336512"/>
                      </a:lnTo>
                      <a:lnTo>
                        <a:pt x="453637" y="335904"/>
                      </a:lnTo>
                      <a:lnTo>
                        <a:pt x="454019" y="335320"/>
                      </a:lnTo>
                      <a:lnTo>
                        <a:pt x="454424" y="334735"/>
                      </a:lnTo>
                      <a:lnTo>
                        <a:pt x="454829" y="334150"/>
                      </a:lnTo>
                      <a:lnTo>
                        <a:pt x="455211" y="333565"/>
                      </a:lnTo>
                      <a:lnTo>
                        <a:pt x="455616" y="332981"/>
                      </a:lnTo>
                      <a:lnTo>
                        <a:pt x="455998" y="332396"/>
                      </a:lnTo>
                      <a:lnTo>
                        <a:pt x="456403" y="331811"/>
                      </a:lnTo>
                      <a:lnTo>
                        <a:pt x="456786" y="331227"/>
                      </a:lnTo>
                      <a:lnTo>
                        <a:pt x="457190" y="330642"/>
                      </a:lnTo>
                      <a:lnTo>
                        <a:pt x="457573" y="330057"/>
                      </a:lnTo>
                      <a:lnTo>
                        <a:pt x="457978" y="329472"/>
                      </a:lnTo>
                      <a:lnTo>
                        <a:pt x="458382" y="328910"/>
                      </a:lnTo>
                      <a:lnTo>
                        <a:pt x="458765" y="328325"/>
                      </a:lnTo>
                      <a:lnTo>
                        <a:pt x="459170" y="327763"/>
                      </a:lnTo>
                      <a:lnTo>
                        <a:pt x="459552" y="327178"/>
                      </a:lnTo>
                      <a:lnTo>
                        <a:pt x="459956" y="326594"/>
                      </a:lnTo>
                      <a:lnTo>
                        <a:pt x="460339" y="326031"/>
                      </a:lnTo>
                      <a:lnTo>
                        <a:pt x="460744" y="325447"/>
                      </a:lnTo>
                      <a:lnTo>
                        <a:pt x="461126" y="324862"/>
                      </a:lnTo>
                      <a:lnTo>
                        <a:pt x="461531" y="324300"/>
                      </a:lnTo>
                      <a:lnTo>
                        <a:pt x="461936" y="323715"/>
                      </a:lnTo>
                      <a:lnTo>
                        <a:pt x="462318" y="323153"/>
                      </a:lnTo>
                      <a:lnTo>
                        <a:pt x="462723" y="322568"/>
                      </a:lnTo>
                      <a:lnTo>
                        <a:pt x="463105" y="322006"/>
                      </a:lnTo>
                      <a:lnTo>
                        <a:pt x="463510" y="321421"/>
                      </a:lnTo>
                      <a:lnTo>
                        <a:pt x="463892" y="320859"/>
                      </a:lnTo>
                      <a:lnTo>
                        <a:pt x="464297" y="320274"/>
                      </a:lnTo>
                      <a:lnTo>
                        <a:pt x="464702" y="319712"/>
                      </a:lnTo>
                      <a:lnTo>
                        <a:pt x="465084" y="319127"/>
                      </a:lnTo>
                      <a:lnTo>
                        <a:pt x="465489" y="318565"/>
                      </a:lnTo>
                      <a:lnTo>
                        <a:pt x="465872" y="318003"/>
                      </a:lnTo>
                      <a:lnTo>
                        <a:pt x="466276" y="317440"/>
                      </a:lnTo>
                      <a:lnTo>
                        <a:pt x="466659" y="316856"/>
                      </a:lnTo>
                      <a:lnTo>
                        <a:pt x="467064" y="316293"/>
                      </a:lnTo>
                      <a:lnTo>
                        <a:pt x="467446" y="315731"/>
                      </a:lnTo>
                      <a:lnTo>
                        <a:pt x="467850" y="315191"/>
                      </a:lnTo>
                      <a:lnTo>
                        <a:pt x="468256" y="314629"/>
                      </a:lnTo>
                      <a:lnTo>
                        <a:pt x="468638" y="314067"/>
                      </a:lnTo>
                      <a:lnTo>
                        <a:pt x="469042" y="313505"/>
                      </a:lnTo>
                      <a:lnTo>
                        <a:pt x="469425" y="312965"/>
                      </a:lnTo>
                      <a:lnTo>
                        <a:pt x="469830" y="312403"/>
                      </a:lnTo>
                      <a:lnTo>
                        <a:pt x="470212" y="311863"/>
                      </a:lnTo>
                      <a:lnTo>
                        <a:pt x="470617" y="311301"/>
                      </a:lnTo>
                      <a:lnTo>
                        <a:pt x="470999" y="310761"/>
                      </a:lnTo>
                      <a:lnTo>
                        <a:pt x="471404" y="310221"/>
                      </a:lnTo>
                      <a:lnTo>
                        <a:pt x="471809" y="309682"/>
                      </a:lnTo>
                      <a:lnTo>
                        <a:pt x="472191" y="309142"/>
                      </a:lnTo>
                      <a:lnTo>
                        <a:pt x="472596" y="308602"/>
                      </a:lnTo>
                      <a:lnTo>
                        <a:pt x="472978" y="308062"/>
                      </a:lnTo>
                      <a:lnTo>
                        <a:pt x="473383" y="307523"/>
                      </a:lnTo>
                      <a:lnTo>
                        <a:pt x="473765" y="306983"/>
                      </a:lnTo>
                      <a:lnTo>
                        <a:pt x="474170" y="306466"/>
                      </a:lnTo>
                      <a:lnTo>
                        <a:pt x="474552" y="305926"/>
                      </a:lnTo>
                      <a:lnTo>
                        <a:pt x="474957" y="305408"/>
                      </a:lnTo>
                      <a:lnTo>
                        <a:pt x="475362" y="304869"/>
                      </a:lnTo>
                      <a:lnTo>
                        <a:pt x="475744" y="304351"/>
                      </a:lnTo>
                      <a:lnTo>
                        <a:pt x="476149" y="303834"/>
                      </a:lnTo>
                      <a:lnTo>
                        <a:pt x="476532" y="303317"/>
                      </a:lnTo>
                      <a:lnTo>
                        <a:pt x="476936" y="302800"/>
                      </a:lnTo>
                      <a:lnTo>
                        <a:pt x="477319" y="302282"/>
                      </a:lnTo>
                      <a:lnTo>
                        <a:pt x="477724" y="301765"/>
                      </a:lnTo>
                      <a:lnTo>
                        <a:pt x="478128" y="301270"/>
                      </a:lnTo>
                      <a:lnTo>
                        <a:pt x="478510" y="300753"/>
                      </a:lnTo>
                      <a:lnTo>
                        <a:pt x="478916" y="300236"/>
                      </a:lnTo>
                      <a:lnTo>
                        <a:pt x="479298" y="299741"/>
                      </a:lnTo>
                      <a:lnTo>
                        <a:pt x="479702" y="299246"/>
                      </a:lnTo>
                      <a:lnTo>
                        <a:pt x="480085" y="298729"/>
                      </a:lnTo>
                      <a:lnTo>
                        <a:pt x="480490" y="298234"/>
                      </a:lnTo>
                      <a:lnTo>
                        <a:pt x="480872" y="297740"/>
                      </a:lnTo>
                      <a:lnTo>
                        <a:pt x="481277" y="297245"/>
                      </a:lnTo>
                      <a:lnTo>
                        <a:pt x="481682" y="296728"/>
                      </a:lnTo>
                      <a:lnTo>
                        <a:pt x="482064" y="296233"/>
                      </a:lnTo>
                      <a:lnTo>
                        <a:pt x="482469" y="295715"/>
                      </a:lnTo>
                      <a:lnTo>
                        <a:pt x="482851" y="295221"/>
                      </a:lnTo>
                      <a:lnTo>
                        <a:pt x="483256" y="294703"/>
                      </a:lnTo>
                      <a:lnTo>
                        <a:pt x="483638" y="294209"/>
                      </a:lnTo>
                      <a:lnTo>
                        <a:pt x="484043" y="293714"/>
                      </a:lnTo>
                      <a:lnTo>
                        <a:pt x="484425" y="293197"/>
                      </a:lnTo>
                      <a:lnTo>
                        <a:pt x="484830" y="292702"/>
                      </a:lnTo>
                      <a:lnTo>
                        <a:pt x="485235" y="292207"/>
                      </a:lnTo>
                      <a:lnTo>
                        <a:pt x="485617" y="291690"/>
                      </a:lnTo>
                      <a:lnTo>
                        <a:pt x="486022" y="291195"/>
                      </a:lnTo>
                      <a:lnTo>
                        <a:pt x="486404" y="290678"/>
                      </a:lnTo>
                      <a:lnTo>
                        <a:pt x="486809" y="290183"/>
                      </a:lnTo>
                      <a:lnTo>
                        <a:pt x="487192" y="289688"/>
                      </a:lnTo>
                      <a:lnTo>
                        <a:pt x="487596" y="289171"/>
                      </a:lnTo>
                      <a:lnTo>
                        <a:pt x="487979" y="288676"/>
                      </a:lnTo>
                      <a:lnTo>
                        <a:pt x="488384" y="288182"/>
                      </a:lnTo>
                      <a:lnTo>
                        <a:pt x="488788" y="287664"/>
                      </a:lnTo>
                      <a:lnTo>
                        <a:pt x="489170" y="287169"/>
                      </a:lnTo>
                      <a:lnTo>
                        <a:pt x="489576" y="286675"/>
                      </a:lnTo>
                      <a:lnTo>
                        <a:pt x="489958" y="286157"/>
                      </a:lnTo>
                      <a:lnTo>
                        <a:pt x="490362" y="285663"/>
                      </a:lnTo>
                      <a:lnTo>
                        <a:pt x="490745" y="285168"/>
                      </a:lnTo>
                      <a:lnTo>
                        <a:pt x="491150" y="284651"/>
                      </a:lnTo>
                      <a:lnTo>
                        <a:pt x="491532" y="284156"/>
                      </a:lnTo>
                      <a:lnTo>
                        <a:pt x="491937" y="283661"/>
                      </a:lnTo>
                      <a:lnTo>
                        <a:pt x="492342" y="283144"/>
                      </a:lnTo>
                      <a:lnTo>
                        <a:pt x="492724" y="282649"/>
                      </a:lnTo>
                      <a:lnTo>
                        <a:pt x="493129" y="282154"/>
                      </a:lnTo>
                      <a:lnTo>
                        <a:pt x="493511" y="281637"/>
                      </a:lnTo>
                      <a:lnTo>
                        <a:pt x="493916" y="281142"/>
                      </a:lnTo>
                      <a:lnTo>
                        <a:pt x="494298" y="280647"/>
                      </a:lnTo>
                      <a:lnTo>
                        <a:pt x="494703" y="280153"/>
                      </a:lnTo>
                      <a:lnTo>
                        <a:pt x="495108" y="279658"/>
                      </a:lnTo>
                      <a:lnTo>
                        <a:pt x="495490" y="279163"/>
                      </a:lnTo>
                      <a:lnTo>
                        <a:pt x="495895" y="278668"/>
                      </a:lnTo>
                      <a:lnTo>
                        <a:pt x="496277" y="278174"/>
                      </a:lnTo>
                      <a:lnTo>
                        <a:pt x="496682" y="277679"/>
                      </a:lnTo>
                      <a:lnTo>
                        <a:pt x="497064" y="277184"/>
                      </a:lnTo>
                      <a:lnTo>
                        <a:pt x="497469" y="276689"/>
                      </a:lnTo>
                      <a:lnTo>
                        <a:pt x="497852" y="276195"/>
                      </a:lnTo>
                      <a:lnTo>
                        <a:pt x="498256" y="275700"/>
                      </a:lnTo>
                      <a:lnTo>
                        <a:pt x="498662" y="275205"/>
                      </a:lnTo>
                      <a:lnTo>
                        <a:pt x="499044" y="274710"/>
                      </a:lnTo>
                      <a:lnTo>
                        <a:pt x="499448" y="274215"/>
                      </a:lnTo>
                      <a:lnTo>
                        <a:pt x="499831" y="273743"/>
                      </a:lnTo>
                      <a:lnTo>
                        <a:pt x="500236" y="273248"/>
                      </a:lnTo>
                      <a:lnTo>
                        <a:pt x="500618" y="272776"/>
                      </a:lnTo>
                      <a:lnTo>
                        <a:pt x="501022" y="272281"/>
                      </a:lnTo>
                      <a:lnTo>
                        <a:pt x="501405" y="271809"/>
                      </a:lnTo>
                      <a:lnTo>
                        <a:pt x="501810" y="271337"/>
                      </a:lnTo>
                      <a:lnTo>
                        <a:pt x="502214" y="270842"/>
                      </a:lnTo>
                      <a:lnTo>
                        <a:pt x="502597" y="270370"/>
                      </a:lnTo>
                      <a:lnTo>
                        <a:pt x="503002" y="269897"/>
                      </a:lnTo>
                      <a:lnTo>
                        <a:pt x="503384" y="269425"/>
                      </a:lnTo>
                      <a:lnTo>
                        <a:pt x="503789" y="268953"/>
                      </a:lnTo>
                      <a:lnTo>
                        <a:pt x="504171" y="268481"/>
                      </a:lnTo>
                      <a:lnTo>
                        <a:pt x="504576" y="268008"/>
                      </a:lnTo>
                      <a:lnTo>
                        <a:pt x="504958" y="267536"/>
                      </a:lnTo>
                      <a:lnTo>
                        <a:pt x="505363" y="267086"/>
                      </a:lnTo>
                      <a:lnTo>
                        <a:pt x="505768" y="266614"/>
                      </a:lnTo>
                      <a:lnTo>
                        <a:pt x="506150" y="266142"/>
                      </a:lnTo>
                      <a:lnTo>
                        <a:pt x="506555" y="265669"/>
                      </a:lnTo>
                      <a:lnTo>
                        <a:pt x="506938" y="265197"/>
                      </a:lnTo>
                      <a:lnTo>
                        <a:pt x="507342" y="264725"/>
                      </a:lnTo>
                      <a:lnTo>
                        <a:pt x="507724" y="264253"/>
                      </a:lnTo>
                      <a:lnTo>
                        <a:pt x="508130" y="263780"/>
                      </a:lnTo>
                      <a:lnTo>
                        <a:pt x="508534" y="263308"/>
                      </a:lnTo>
                      <a:lnTo>
                        <a:pt x="508916" y="262836"/>
                      </a:lnTo>
                      <a:lnTo>
                        <a:pt x="509322" y="262363"/>
                      </a:lnTo>
                      <a:lnTo>
                        <a:pt x="509704" y="261914"/>
                      </a:lnTo>
                      <a:lnTo>
                        <a:pt x="510108" y="261441"/>
                      </a:lnTo>
                      <a:lnTo>
                        <a:pt x="510491" y="260969"/>
                      </a:lnTo>
                      <a:lnTo>
                        <a:pt x="510896" y="260519"/>
                      </a:lnTo>
                      <a:lnTo>
                        <a:pt x="511278" y="260070"/>
                      </a:lnTo>
                      <a:lnTo>
                        <a:pt x="511683" y="259597"/>
                      </a:lnTo>
                      <a:lnTo>
                        <a:pt x="512088" y="259147"/>
                      </a:lnTo>
                      <a:lnTo>
                        <a:pt x="512470" y="258698"/>
                      </a:lnTo>
                      <a:lnTo>
                        <a:pt x="512875" y="258248"/>
                      </a:lnTo>
                      <a:lnTo>
                        <a:pt x="513257" y="257776"/>
                      </a:lnTo>
                      <a:lnTo>
                        <a:pt x="513662" y="257326"/>
                      </a:lnTo>
                      <a:lnTo>
                        <a:pt x="514044" y="256876"/>
                      </a:lnTo>
                      <a:lnTo>
                        <a:pt x="514449" y="256449"/>
                      </a:lnTo>
                      <a:lnTo>
                        <a:pt x="514831" y="255999"/>
                      </a:lnTo>
                      <a:lnTo>
                        <a:pt x="515236" y="255549"/>
                      </a:lnTo>
                      <a:lnTo>
                        <a:pt x="515641" y="255099"/>
                      </a:lnTo>
                      <a:lnTo>
                        <a:pt x="516023" y="254650"/>
                      </a:lnTo>
                      <a:lnTo>
                        <a:pt x="516428" y="254222"/>
                      </a:lnTo>
                      <a:lnTo>
                        <a:pt x="516810" y="253772"/>
                      </a:lnTo>
                      <a:lnTo>
                        <a:pt x="517215" y="253345"/>
                      </a:lnTo>
                      <a:lnTo>
                        <a:pt x="517598" y="252918"/>
                      </a:lnTo>
                      <a:lnTo>
                        <a:pt x="518002" y="252491"/>
                      </a:lnTo>
                      <a:lnTo>
                        <a:pt x="518385" y="252063"/>
                      </a:lnTo>
                      <a:lnTo>
                        <a:pt x="518790" y="251636"/>
                      </a:lnTo>
                      <a:lnTo>
                        <a:pt x="519194" y="251209"/>
                      </a:lnTo>
                      <a:lnTo>
                        <a:pt x="519576" y="250781"/>
                      </a:lnTo>
                      <a:lnTo>
                        <a:pt x="519982" y="250354"/>
                      </a:lnTo>
                      <a:lnTo>
                        <a:pt x="520364" y="249927"/>
                      </a:lnTo>
                      <a:lnTo>
                        <a:pt x="520768" y="249522"/>
                      </a:lnTo>
                      <a:lnTo>
                        <a:pt x="521151" y="249095"/>
                      </a:lnTo>
                      <a:lnTo>
                        <a:pt x="521556" y="248667"/>
                      </a:lnTo>
                      <a:lnTo>
                        <a:pt x="521938" y="248262"/>
                      </a:lnTo>
                      <a:lnTo>
                        <a:pt x="522343" y="247835"/>
                      </a:lnTo>
                      <a:lnTo>
                        <a:pt x="522748" y="247408"/>
                      </a:lnTo>
                      <a:lnTo>
                        <a:pt x="523107" y="247003"/>
                      </a:lnTo>
                      <a:lnTo>
                        <a:pt x="523535" y="246576"/>
                      </a:lnTo>
                      <a:lnTo>
                        <a:pt x="523895" y="246171"/>
                      </a:lnTo>
                      <a:lnTo>
                        <a:pt x="524299" y="245766"/>
                      </a:lnTo>
                      <a:lnTo>
                        <a:pt x="524682" y="245339"/>
                      </a:lnTo>
                      <a:lnTo>
                        <a:pt x="525087" y="244934"/>
                      </a:lnTo>
                      <a:lnTo>
                        <a:pt x="525491" y="244529"/>
                      </a:lnTo>
                      <a:lnTo>
                        <a:pt x="525874" y="244124"/>
                      </a:lnTo>
                      <a:lnTo>
                        <a:pt x="526278" y="243720"/>
                      </a:lnTo>
                      <a:lnTo>
                        <a:pt x="526661" y="243315"/>
                      </a:lnTo>
                      <a:lnTo>
                        <a:pt x="527066" y="242910"/>
                      </a:lnTo>
                      <a:lnTo>
                        <a:pt x="527448" y="242505"/>
                      </a:lnTo>
                      <a:lnTo>
                        <a:pt x="527853" y="242123"/>
                      </a:lnTo>
                      <a:lnTo>
                        <a:pt x="528235" y="241718"/>
                      </a:lnTo>
                      <a:lnTo>
                        <a:pt x="528640" y="241313"/>
                      </a:lnTo>
                      <a:lnTo>
                        <a:pt x="529045" y="240931"/>
                      </a:lnTo>
                      <a:lnTo>
                        <a:pt x="529427" y="240526"/>
                      </a:lnTo>
                      <a:lnTo>
                        <a:pt x="529832" y="240144"/>
                      </a:lnTo>
                      <a:lnTo>
                        <a:pt x="530214" y="239761"/>
                      </a:lnTo>
                      <a:lnTo>
                        <a:pt x="530619" y="239357"/>
                      </a:lnTo>
                      <a:lnTo>
                        <a:pt x="531001" y="238974"/>
                      </a:lnTo>
                      <a:lnTo>
                        <a:pt x="531406" y="238592"/>
                      </a:lnTo>
                      <a:lnTo>
                        <a:pt x="531789" y="238210"/>
                      </a:lnTo>
                      <a:lnTo>
                        <a:pt x="532193" y="237827"/>
                      </a:lnTo>
                      <a:lnTo>
                        <a:pt x="532598" y="237445"/>
                      </a:lnTo>
                      <a:lnTo>
                        <a:pt x="532981" y="237063"/>
                      </a:lnTo>
                      <a:lnTo>
                        <a:pt x="533385" y="236703"/>
                      </a:lnTo>
                      <a:lnTo>
                        <a:pt x="533767" y="236320"/>
                      </a:lnTo>
                      <a:lnTo>
                        <a:pt x="534172" y="235961"/>
                      </a:lnTo>
                      <a:lnTo>
                        <a:pt x="534555" y="235578"/>
                      </a:lnTo>
                      <a:lnTo>
                        <a:pt x="534959" y="235219"/>
                      </a:lnTo>
                      <a:lnTo>
                        <a:pt x="535342" y="234836"/>
                      </a:lnTo>
                      <a:lnTo>
                        <a:pt x="535747" y="234476"/>
                      </a:lnTo>
                      <a:lnTo>
                        <a:pt x="536151" y="234117"/>
                      </a:lnTo>
                      <a:lnTo>
                        <a:pt x="536534" y="233734"/>
                      </a:lnTo>
                      <a:lnTo>
                        <a:pt x="536939" y="233374"/>
                      </a:lnTo>
                      <a:lnTo>
                        <a:pt x="537321" y="233015"/>
                      </a:lnTo>
                      <a:lnTo>
                        <a:pt x="537726" y="232655"/>
                      </a:lnTo>
                      <a:lnTo>
                        <a:pt x="538108" y="232295"/>
                      </a:lnTo>
                      <a:lnTo>
                        <a:pt x="538513" y="231935"/>
                      </a:lnTo>
                      <a:lnTo>
                        <a:pt x="538918" y="231553"/>
                      </a:lnTo>
                      <a:lnTo>
                        <a:pt x="539300" y="231193"/>
                      </a:lnTo>
                      <a:lnTo>
                        <a:pt x="539705" y="230833"/>
                      </a:lnTo>
                      <a:lnTo>
                        <a:pt x="540087" y="230473"/>
                      </a:lnTo>
                      <a:lnTo>
                        <a:pt x="540492" y="230113"/>
                      </a:lnTo>
                      <a:lnTo>
                        <a:pt x="540875" y="229754"/>
                      </a:lnTo>
                      <a:lnTo>
                        <a:pt x="541279" y="229416"/>
                      </a:lnTo>
                      <a:lnTo>
                        <a:pt x="541661" y="229056"/>
                      </a:lnTo>
                      <a:lnTo>
                        <a:pt x="542066" y="228697"/>
                      </a:lnTo>
                      <a:lnTo>
                        <a:pt x="542471" y="228337"/>
                      </a:lnTo>
                      <a:lnTo>
                        <a:pt x="542853" y="227977"/>
                      </a:lnTo>
                      <a:lnTo>
                        <a:pt x="543258" y="227617"/>
                      </a:lnTo>
                      <a:lnTo>
                        <a:pt x="543641" y="227257"/>
                      </a:lnTo>
                      <a:lnTo>
                        <a:pt x="544045" y="226920"/>
                      </a:lnTo>
                      <a:lnTo>
                        <a:pt x="544427" y="226560"/>
                      </a:lnTo>
                      <a:lnTo>
                        <a:pt x="544832" y="226200"/>
                      </a:lnTo>
                      <a:lnTo>
                        <a:pt x="545215" y="225840"/>
                      </a:lnTo>
                      <a:lnTo>
                        <a:pt x="545620" y="225503"/>
                      </a:lnTo>
                      <a:lnTo>
                        <a:pt x="546024" y="225143"/>
                      </a:lnTo>
                      <a:lnTo>
                        <a:pt x="546407" y="224806"/>
                      </a:lnTo>
                      <a:lnTo>
                        <a:pt x="546812" y="224446"/>
                      </a:lnTo>
                      <a:lnTo>
                        <a:pt x="547194" y="224109"/>
                      </a:lnTo>
                      <a:lnTo>
                        <a:pt x="547599" y="223749"/>
                      </a:lnTo>
                      <a:lnTo>
                        <a:pt x="547981" y="223412"/>
                      </a:lnTo>
                      <a:lnTo>
                        <a:pt x="548386" y="223074"/>
                      </a:lnTo>
                      <a:lnTo>
                        <a:pt x="548768" y="222737"/>
                      </a:lnTo>
                      <a:lnTo>
                        <a:pt x="549173" y="222399"/>
                      </a:lnTo>
                      <a:lnTo>
                        <a:pt x="549578" y="222040"/>
                      </a:lnTo>
                      <a:lnTo>
                        <a:pt x="549960" y="221702"/>
                      </a:lnTo>
                      <a:lnTo>
                        <a:pt x="550365" y="221365"/>
                      </a:lnTo>
                      <a:lnTo>
                        <a:pt x="550747" y="221028"/>
                      </a:lnTo>
                      <a:lnTo>
                        <a:pt x="551152" y="220668"/>
                      </a:lnTo>
                      <a:lnTo>
                        <a:pt x="551535" y="220330"/>
                      </a:lnTo>
                      <a:lnTo>
                        <a:pt x="551939" y="219993"/>
                      </a:lnTo>
                      <a:lnTo>
                        <a:pt x="552321" y="219656"/>
                      </a:lnTo>
                      <a:lnTo>
                        <a:pt x="552726" y="219318"/>
                      </a:lnTo>
                      <a:lnTo>
                        <a:pt x="553131" y="218981"/>
                      </a:lnTo>
                      <a:lnTo>
                        <a:pt x="553513" y="218644"/>
                      </a:lnTo>
                      <a:lnTo>
                        <a:pt x="553918" y="218284"/>
                      </a:lnTo>
                      <a:lnTo>
                        <a:pt x="554301" y="217947"/>
                      </a:lnTo>
                      <a:lnTo>
                        <a:pt x="554705" y="217609"/>
                      </a:lnTo>
                      <a:lnTo>
                        <a:pt x="555088" y="217272"/>
                      </a:lnTo>
                      <a:lnTo>
                        <a:pt x="555493" y="216934"/>
                      </a:lnTo>
                      <a:lnTo>
                        <a:pt x="555897" y="216575"/>
                      </a:lnTo>
                      <a:lnTo>
                        <a:pt x="556280" y="216237"/>
                      </a:lnTo>
                      <a:lnTo>
                        <a:pt x="556684" y="215877"/>
                      </a:lnTo>
                      <a:lnTo>
                        <a:pt x="557067" y="215540"/>
                      </a:lnTo>
                      <a:lnTo>
                        <a:pt x="557472" y="215180"/>
                      </a:lnTo>
                      <a:lnTo>
                        <a:pt x="557854" y="214820"/>
                      </a:lnTo>
                      <a:lnTo>
                        <a:pt x="558259" y="214461"/>
                      </a:lnTo>
                      <a:lnTo>
                        <a:pt x="558641" y="214101"/>
                      </a:lnTo>
                      <a:lnTo>
                        <a:pt x="559046" y="213741"/>
                      </a:lnTo>
                      <a:lnTo>
                        <a:pt x="559450" y="213359"/>
                      </a:lnTo>
                      <a:lnTo>
                        <a:pt x="559833" y="212999"/>
                      </a:lnTo>
                      <a:lnTo>
                        <a:pt x="560238" y="212616"/>
                      </a:lnTo>
                      <a:lnTo>
                        <a:pt x="560620" y="212234"/>
                      </a:lnTo>
                      <a:lnTo>
                        <a:pt x="561025" y="211852"/>
                      </a:lnTo>
                      <a:lnTo>
                        <a:pt x="561407" y="211470"/>
                      </a:lnTo>
                      <a:lnTo>
                        <a:pt x="561812" y="211087"/>
                      </a:lnTo>
                      <a:lnTo>
                        <a:pt x="562195" y="210705"/>
                      </a:lnTo>
                      <a:lnTo>
                        <a:pt x="562599" y="210323"/>
                      </a:lnTo>
                      <a:lnTo>
                        <a:pt x="563004" y="209918"/>
                      </a:lnTo>
                      <a:lnTo>
                        <a:pt x="563386" y="209535"/>
                      </a:lnTo>
                      <a:lnTo>
                        <a:pt x="563791" y="209153"/>
                      </a:lnTo>
                      <a:lnTo>
                        <a:pt x="564173" y="208748"/>
                      </a:lnTo>
                      <a:lnTo>
                        <a:pt x="564578" y="208343"/>
                      </a:lnTo>
                      <a:lnTo>
                        <a:pt x="564961" y="207939"/>
                      </a:lnTo>
                      <a:lnTo>
                        <a:pt x="565365" y="207534"/>
                      </a:lnTo>
                      <a:lnTo>
                        <a:pt x="565748" y="207107"/>
                      </a:lnTo>
                      <a:lnTo>
                        <a:pt x="566153" y="206702"/>
                      </a:lnTo>
                      <a:lnTo>
                        <a:pt x="566557" y="206274"/>
                      </a:lnTo>
                      <a:lnTo>
                        <a:pt x="566940" y="205870"/>
                      </a:lnTo>
                      <a:lnTo>
                        <a:pt x="567344" y="205442"/>
                      </a:lnTo>
                      <a:lnTo>
                        <a:pt x="567727" y="205015"/>
                      </a:lnTo>
                      <a:lnTo>
                        <a:pt x="568132" y="204588"/>
                      </a:lnTo>
                      <a:lnTo>
                        <a:pt x="568514" y="204160"/>
                      </a:lnTo>
                      <a:lnTo>
                        <a:pt x="568919" y="203733"/>
                      </a:lnTo>
                      <a:lnTo>
                        <a:pt x="569324" y="203283"/>
                      </a:lnTo>
                      <a:lnTo>
                        <a:pt x="569706" y="202856"/>
                      </a:lnTo>
                      <a:lnTo>
                        <a:pt x="570111" y="202406"/>
                      </a:lnTo>
                      <a:lnTo>
                        <a:pt x="570493" y="201956"/>
                      </a:lnTo>
                      <a:lnTo>
                        <a:pt x="570898" y="201484"/>
                      </a:lnTo>
                      <a:lnTo>
                        <a:pt x="571280" y="201012"/>
                      </a:lnTo>
                      <a:lnTo>
                        <a:pt x="571685" y="200540"/>
                      </a:lnTo>
                      <a:lnTo>
                        <a:pt x="572067" y="200067"/>
                      </a:lnTo>
                      <a:lnTo>
                        <a:pt x="572472" y="199573"/>
                      </a:lnTo>
                      <a:lnTo>
                        <a:pt x="572877" y="199078"/>
                      </a:lnTo>
                      <a:lnTo>
                        <a:pt x="573259" y="198583"/>
                      </a:lnTo>
                      <a:lnTo>
                        <a:pt x="573664" y="198066"/>
                      </a:lnTo>
                      <a:lnTo>
                        <a:pt x="574047" y="197526"/>
                      </a:lnTo>
                      <a:lnTo>
                        <a:pt x="574451" y="197009"/>
                      </a:lnTo>
                      <a:lnTo>
                        <a:pt x="574833" y="196446"/>
                      </a:lnTo>
                      <a:lnTo>
                        <a:pt x="575238" y="195884"/>
                      </a:lnTo>
                      <a:lnTo>
                        <a:pt x="575621" y="195322"/>
                      </a:lnTo>
                      <a:lnTo>
                        <a:pt x="576025" y="194737"/>
                      </a:lnTo>
                      <a:lnTo>
                        <a:pt x="576430" y="194153"/>
                      </a:lnTo>
                      <a:lnTo>
                        <a:pt x="576813" y="193545"/>
                      </a:lnTo>
                      <a:lnTo>
                        <a:pt x="577217" y="192916"/>
                      </a:lnTo>
                      <a:lnTo>
                        <a:pt x="577600" y="192286"/>
                      </a:lnTo>
                      <a:lnTo>
                        <a:pt x="578004" y="191611"/>
                      </a:lnTo>
                      <a:lnTo>
                        <a:pt x="578387" y="190937"/>
                      </a:lnTo>
                      <a:lnTo>
                        <a:pt x="578792" y="190262"/>
                      </a:lnTo>
                      <a:lnTo>
                        <a:pt x="579174" y="189542"/>
                      </a:lnTo>
                      <a:lnTo>
                        <a:pt x="579579" y="188823"/>
                      </a:lnTo>
                      <a:lnTo>
                        <a:pt x="579984" y="188080"/>
                      </a:lnTo>
                      <a:lnTo>
                        <a:pt x="580366" y="187293"/>
                      </a:lnTo>
                      <a:lnTo>
                        <a:pt x="580771" y="186506"/>
                      </a:lnTo>
                      <a:lnTo>
                        <a:pt x="581153" y="185696"/>
                      </a:lnTo>
                      <a:lnTo>
                        <a:pt x="581558" y="184842"/>
                      </a:lnTo>
                      <a:lnTo>
                        <a:pt x="581940" y="183965"/>
                      </a:lnTo>
                      <a:lnTo>
                        <a:pt x="582345" y="183065"/>
                      </a:lnTo>
                      <a:lnTo>
                        <a:pt x="582727" y="182121"/>
                      </a:lnTo>
                      <a:lnTo>
                        <a:pt x="583132" y="181154"/>
                      </a:lnTo>
                      <a:lnTo>
                        <a:pt x="583537" y="180142"/>
                      </a:lnTo>
                      <a:lnTo>
                        <a:pt x="583919" y="179085"/>
                      </a:lnTo>
                      <a:lnTo>
                        <a:pt x="584324" y="177983"/>
                      </a:lnTo>
                      <a:lnTo>
                        <a:pt x="584707" y="176858"/>
                      </a:lnTo>
                      <a:lnTo>
                        <a:pt x="585111" y="175666"/>
                      </a:lnTo>
                      <a:lnTo>
                        <a:pt x="585493" y="174429"/>
                      </a:lnTo>
                      <a:lnTo>
                        <a:pt x="585898" y="173125"/>
                      </a:lnTo>
                      <a:lnTo>
                        <a:pt x="586303" y="171753"/>
                      </a:lnTo>
                      <a:lnTo>
                        <a:pt x="586686" y="170336"/>
                      </a:lnTo>
                      <a:lnTo>
                        <a:pt x="587090" y="168874"/>
                      </a:lnTo>
                      <a:lnTo>
                        <a:pt x="587473" y="167300"/>
                      </a:lnTo>
                      <a:lnTo>
                        <a:pt x="587878" y="165658"/>
                      </a:lnTo>
                      <a:lnTo>
                        <a:pt x="588260" y="163927"/>
                      </a:lnTo>
                      <a:lnTo>
                        <a:pt x="588665" y="162105"/>
                      </a:lnTo>
                      <a:lnTo>
                        <a:pt x="589047" y="160193"/>
                      </a:lnTo>
                      <a:lnTo>
                        <a:pt x="589452" y="158169"/>
                      </a:lnTo>
                      <a:lnTo>
                        <a:pt x="589856" y="156033"/>
                      </a:lnTo>
                      <a:lnTo>
                        <a:pt x="590239" y="153806"/>
                      </a:lnTo>
                      <a:lnTo>
                        <a:pt x="590644" y="151467"/>
                      </a:lnTo>
                      <a:lnTo>
                        <a:pt x="591026" y="149038"/>
                      </a:lnTo>
                      <a:lnTo>
                        <a:pt x="591431" y="146317"/>
                      </a:lnTo>
                      <a:lnTo>
                        <a:pt x="591813" y="142764"/>
                      </a:lnTo>
                    </a:path>
                  </a:pathLst>
                </a:custGeom>
                <a:noFill/>
                <a:ln w="4498" cap="flat">
                  <a:solidFill>
                    <a:srgbClr val="B4AED3"/>
                  </a:solidFill>
                  <a:prstDash val="solid"/>
                  <a:round/>
                </a:ln>
              </p:spPr>
              <p:txBody>
                <a:bodyPr rtlCol="0" anchor="ctr"/>
                <a:lstStyle/>
                <a:p>
                  <a:endParaRPr lang="en-US"/>
                </a:p>
              </p:txBody>
            </p:sp>
            <p:sp>
              <p:nvSpPr>
                <p:cNvPr id="1895" name="Freeform 1894">
                  <a:extLst>
                    <a:ext uri="{FF2B5EF4-FFF2-40B4-BE49-F238E27FC236}">
                      <a16:creationId xmlns:a16="http://schemas.microsoft.com/office/drawing/2014/main" id="{C043EE2B-DD20-997B-FD57-B0235AB00C9F}"/>
                    </a:ext>
                  </a:extLst>
                </p:cNvPr>
                <p:cNvSpPr/>
                <p:nvPr/>
              </p:nvSpPr>
              <p:spPr>
                <a:xfrm>
                  <a:off x="1194948" y="1116632"/>
                  <a:ext cx="2848717" cy="3013802"/>
                </a:xfrm>
                <a:custGeom>
                  <a:avLst/>
                  <a:gdLst>
                    <a:gd name="connsiteX0" fmla="*/ 254650 w 591813"/>
                    <a:gd name="connsiteY0" fmla="*/ 619296 h 626109"/>
                    <a:gd name="connsiteX1" fmla="*/ 255054 w 591813"/>
                    <a:gd name="connsiteY1" fmla="*/ 619565 h 626109"/>
                    <a:gd name="connsiteX2" fmla="*/ 255459 w 591813"/>
                    <a:gd name="connsiteY2" fmla="*/ 619835 h 626109"/>
                    <a:gd name="connsiteX3" fmla="*/ 255841 w 591813"/>
                    <a:gd name="connsiteY3" fmla="*/ 620105 h 626109"/>
                    <a:gd name="connsiteX4" fmla="*/ 256246 w 591813"/>
                    <a:gd name="connsiteY4" fmla="*/ 620353 h 626109"/>
                    <a:gd name="connsiteX5" fmla="*/ 256628 w 591813"/>
                    <a:gd name="connsiteY5" fmla="*/ 620600 h 626109"/>
                    <a:gd name="connsiteX6" fmla="*/ 257033 w 591813"/>
                    <a:gd name="connsiteY6" fmla="*/ 620847 h 626109"/>
                    <a:gd name="connsiteX7" fmla="*/ 257416 w 591813"/>
                    <a:gd name="connsiteY7" fmla="*/ 621095 h 626109"/>
                    <a:gd name="connsiteX8" fmla="*/ 257820 w 591813"/>
                    <a:gd name="connsiteY8" fmla="*/ 621320 h 626109"/>
                    <a:gd name="connsiteX9" fmla="*/ 258202 w 591813"/>
                    <a:gd name="connsiteY9" fmla="*/ 621545 h 626109"/>
                    <a:gd name="connsiteX10" fmla="*/ 258608 w 591813"/>
                    <a:gd name="connsiteY10" fmla="*/ 621769 h 626109"/>
                    <a:gd name="connsiteX11" fmla="*/ 259012 w 591813"/>
                    <a:gd name="connsiteY11" fmla="*/ 621972 h 626109"/>
                    <a:gd name="connsiteX12" fmla="*/ 259395 w 591813"/>
                    <a:gd name="connsiteY12" fmla="*/ 622174 h 626109"/>
                    <a:gd name="connsiteX13" fmla="*/ 259799 w 591813"/>
                    <a:gd name="connsiteY13" fmla="*/ 622377 h 626109"/>
                    <a:gd name="connsiteX14" fmla="*/ 260182 w 591813"/>
                    <a:gd name="connsiteY14" fmla="*/ 622579 h 626109"/>
                    <a:gd name="connsiteX15" fmla="*/ 260587 w 591813"/>
                    <a:gd name="connsiteY15" fmla="*/ 622759 h 626109"/>
                    <a:gd name="connsiteX16" fmla="*/ 260969 w 591813"/>
                    <a:gd name="connsiteY16" fmla="*/ 622939 h 626109"/>
                    <a:gd name="connsiteX17" fmla="*/ 261374 w 591813"/>
                    <a:gd name="connsiteY17" fmla="*/ 623119 h 626109"/>
                    <a:gd name="connsiteX18" fmla="*/ 261756 w 591813"/>
                    <a:gd name="connsiteY18" fmla="*/ 623299 h 626109"/>
                    <a:gd name="connsiteX19" fmla="*/ 262161 w 591813"/>
                    <a:gd name="connsiteY19" fmla="*/ 623479 h 626109"/>
                    <a:gd name="connsiteX20" fmla="*/ 262566 w 591813"/>
                    <a:gd name="connsiteY20" fmla="*/ 623636 h 626109"/>
                    <a:gd name="connsiteX21" fmla="*/ 262948 w 591813"/>
                    <a:gd name="connsiteY21" fmla="*/ 623793 h 626109"/>
                    <a:gd name="connsiteX22" fmla="*/ 263353 w 591813"/>
                    <a:gd name="connsiteY22" fmla="*/ 623951 h 626109"/>
                    <a:gd name="connsiteX23" fmla="*/ 263735 w 591813"/>
                    <a:gd name="connsiteY23" fmla="*/ 624108 h 626109"/>
                    <a:gd name="connsiteX24" fmla="*/ 264140 w 591813"/>
                    <a:gd name="connsiteY24" fmla="*/ 624243 h 626109"/>
                    <a:gd name="connsiteX25" fmla="*/ 264522 w 591813"/>
                    <a:gd name="connsiteY25" fmla="*/ 624378 h 626109"/>
                    <a:gd name="connsiteX26" fmla="*/ 264927 w 591813"/>
                    <a:gd name="connsiteY26" fmla="*/ 624513 h 626109"/>
                    <a:gd name="connsiteX27" fmla="*/ 265332 w 591813"/>
                    <a:gd name="connsiteY27" fmla="*/ 624626 h 626109"/>
                    <a:gd name="connsiteX28" fmla="*/ 265714 w 591813"/>
                    <a:gd name="connsiteY28" fmla="*/ 624761 h 626109"/>
                    <a:gd name="connsiteX29" fmla="*/ 266119 w 591813"/>
                    <a:gd name="connsiteY29" fmla="*/ 624873 h 626109"/>
                    <a:gd name="connsiteX30" fmla="*/ 266502 w 591813"/>
                    <a:gd name="connsiteY30" fmla="*/ 624985 h 626109"/>
                    <a:gd name="connsiteX31" fmla="*/ 266906 w 591813"/>
                    <a:gd name="connsiteY31" fmla="*/ 625075 h 626109"/>
                    <a:gd name="connsiteX32" fmla="*/ 267288 w 591813"/>
                    <a:gd name="connsiteY32" fmla="*/ 625165 h 626109"/>
                    <a:gd name="connsiteX33" fmla="*/ 267693 w 591813"/>
                    <a:gd name="connsiteY33" fmla="*/ 625278 h 626109"/>
                    <a:gd name="connsiteX34" fmla="*/ 268076 w 591813"/>
                    <a:gd name="connsiteY34" fmla="*/ 625345 h 626109"/>
                    <a:gd name="connsiteX35" fmla="*/ 268480 w 591813"/>
                    <a:gd name="connsiteY35" fmla="*/ 625435 h 626109"/>
                    <a:gd name="connsiteX36" fmla="*/ 268885 w 591813"/>
                    <a:gd name="connsiteY36" fmla="*/ 625525 h 626109"/>
                    <a:gd name="connsiteX37" fmla="*/ 269268 w 591813"/>
                    <a:gd name="connsiteY37" fmla="*/ 625593 h 626109"/>
                    <a:gd name="connsiteX38" fmla="*/ 269672 w 591813"/>
                    <a:gd name="connsiteY38" fmla="*/ 625660 h 626109"/>
                    <a:gd name="connsiteX39" fmla="*/ 270055 w 591813"/>
                    <a:gd name="connsiteY39" fmla="*/ 625728 h 626109"/>
                    <a:gd name="connsiteX40" fmla="*/ 270459 w 591813"/>
                    <a:gd name="connsiteY40" fmla="*/ 625795 h 626109"/>
                    <a:gd name="connsiteX41" fmla="*/ 270842 w 591813"/>
                    <a:gd name="connsiteY41" fmla="*/ 625840 h 626109"/>
                    <a:gd name="connsiteX42" fmla="*/ 271247 w 591813"/>
                    <a:gd name="connsiteY42" fmla="*/ 625907 h 626109"/>
                    <a:gd name="connsiteX43" fmla="*/ 271629 w 591813"/>
                    <a:gd name="connsiteY43" fmla="*/ 625953 h 626109"/>
                    <a:gd name="connsiteX44" fmla="*/ 272034 w 591813"/>
                    <a:gd name="connsiteY44" fmla="*/ 625975 h 626109"/>
                    <a:gd name="connsiteX45" fmla="*/ 272439 w 591813"/>
                    <a:gd name="connsiteY45" fmla="*/ 626020 h 626109"/>
                    <a:gd name="connsiteX46" fmla="*/ 272821 w 591813"/>
                    <a:gd name="connsiteY46" fmla="*/ 626042 h 626109"/>
                    <a:gd name="connsiteX47" fmla="*/ 273226 w 591813"/>
                    <a:gd name="connsiteY47" fmla="*/ 626065 h 626109"/>
                    <a:gd name="connsiteX48" fmla="*/ 273608 w 591813"/>
                    <a:gd name="connsiteY48" fmla="*/ 626087 h 626109"/>
                    <a:gd name="connsiteX49" fmla="*/ 274013 w 591813"/>
                    <a:gd name="connsiteY49" fmla="*/ 626087 h 626109"/>
                    <a:gd name="connsiteX50" fmla="*/ 274395 w 591813"/>
                    <a:gd name="connsiteY50" fmla="*/ 626110 h 626109"/>
                    <a:gd name="connsiteX51" fmla="*/ 274800 w 591813"/>
                    <a:gd name="connsiteY51" fmla="*/ 626110 h 626109"/>
                    <a:gd name="connsiteX52" fmla="*/ 275182 w 591813"/>
                    <a:gd name="connsiteY52" fmla="*/ 626110 h 626109"/>
                    <a:gd name="connsiteX53" fmla="*/ 275587 w 591813"/>
                    <a:gd name="connsiteY53" fmla="*/ 626110 h 626109"/>
                    <a:gd name="connsiteX54" fmla="*/ 275992 w 591813"/>
                    <a:gd name="connsiteY54" fmla="*/ 626087 h 626109"/>
                    <a:gd name="connsiteX55" fmla="*/ 276374 w 591813"/>
                    <a:gd name="connsiteY55" fmla="*/ 625997 h 626109"/>
                    <a:gd name="connsiteX56" fmla="*/ 276779 w 591813"/>
                    <a:gd name="connsiteY56" fmla="*/ 625907 h 626109"/>
                    <a:gd name="connsiteX57" fmla="*/ 277162 w 591813"/>
                    <a:gd name="connsiteY57" fmla="*/ 625795 h 626109"/>
                    <a:gd name="connsiteX58" fmla="*/ 277566 w 591813"/>
                    <a:gd name="connsiteY58" fmla="*/ 625705 h 626109"/>
                    <a:gd name="connsiteX59" fmla="*/ 277948 w 591813"/>
                    <a:gd name="connsiteY59" fmla="*/ 625593 h 626109"/>
                    <a:gd name="connsiteX60" fmla="*/ 278353 w 591813"/>
                    <a:gd name="connsiteY60" fmla="*/ 625458 h 626109"/>
                    <a:gd name="connsiteX61" fmla="*/ 278758 w 591813"/>
                    <a:gd name="connsiteY61" fmla="*/ 625345 h 626109"/>
                    <a:gd name="connsiteX62" fmla="*/ 279140 w 591813"/>
                    <a:gd name="connsiteY62" fmla="*/ 625233 h 626109"/>
                    <a:gd name="connsiteX63" fmla="*/ 279545 w 591813"/>
                    <a:gd name="connsiteY63" fmla="*/ 625098 h 626109"/>
                    <a:gd name="connsiteX64" fmla="*/ 279928 w 591813"/>
                    <a:gd name="connsiteY64" fmla="*/ 624963 h 626109"/>
                    <a:gd name="connsiteX65" fmla="*/ 280332 w 591813"/>
                    <a:gd name="connsiteY65" fmla="*/ 624828 h 626109"/>
                    <a:gd name="connsiteX66" fmla="*/ 280715 w 591813"/>
                    <a:gd name="connsiteY66" fmla="*/ 624693 h 626109"/>
                    <a:gd name="connsiteX67" fmla="*/ 281120 w 591813"/>
                    <a:gd name="connsiteY67" fmla="*/ 624536 h 626109"/>
                    <a:gd name="connsiteX68" fmla="*/ 281502 w 591813"/>
                    <a:gd name="connsiteY68" fmla="*/ 624378 h 626109"/>
                    <a:gd name="connsiteX69" fmla="*/ 281907 w 591813"/>
                    <a:gd name="connsiteY69" fmla="*/ 624221 h 626109"/>
                    <a:gd name="connsiteX70" fmla="*/ 282311 w 591813"/>
                    <a:gd name="connsiteY70" fmla="*/ 624063 h 626109"/>
                    <a:gd name="connsiteX71" fmla="*/ 282694 w 591813"/>
                    <a:gd name="connsiteY71" fmla="*/ 623906 h 626109"/>
                    <a:gd name="connsiteX72" fmla="*/ 283076 w 591813"/>
                    <a:gd name="connsiteY72" fmla="*/ 623749 h 626109"/>
                    <a:gd name="connsiteX73" fmla="*/ 283481 w 591813"/>
                    <a:gd name="connsiteY73" fmla="*/ 623569 h 626109"/>
                    <a:gd name="connsiteX74" fmla="*/ 283886 w 591813"/>
                    <a:gd name="connsiteY74" fmla="*/ 623411 h 626109"/>
                    <a:gd name="connsiteX75" fmla="*/ 284246 w 591813"/>
                    <a:gd name="connsiteY75" fmla="*/ 623231 h 626109"/>
                    <a:gd name="connsiteX76" fmla="*/ 284673 w 591813"/>
                    <a:gd name="connsiteY76" fmla="*/ 623051 h 626109"/>
                    <a:gd name="connsiteX77" fmla="*/ 285033 w 591813"/>
                    <a:gd name="connsiteY77" fmla="*/ 622871 h 626109"/>
                    <a:gd name="connsiteX78" fmla="*/ 285438 w 591813"/>
                    <a:gd name="connsiteY78" fmla="*/ 622692 h 626109"/>
                    <a:gd name="connsiteX79" fmla="*/ 285842 w 591813"/>
                    <a:gd name="connsiteY79" fmla="*/ 622489 h 626109"/>
                    <a:gd name="connsiteX80" fmla="*/ 286224 w 591813"/>
                    <a:gd name="connsiteY80" fmla="*/ 622309 h 626109"/>
                    <a:gd name="connsiteX81" fmla="*/ 286630 w 591813"/>
                    <a:gd name="connsiteY81" fmla="*/ 622107 h 626109"/>
                    <a:gd name="connsiteX82" fmla="*/ 287012 w 591813"/>
                    <a:gd name="connsiteY82" fmla="*/ 621927 h 626109"/>
                    <a:gd name="connsiteX83" fmla="*/ 287416 w 591813"/>
                    <a:gd name="connsiteY83" fmla="*/ 621724 h 626109"/>
                    <a:gd name="connsiteX84" fmla="*/ 287799 w 591813"/>
                    <a:gd name="connsiteY84" fmla="*/ 621522 h 626109"/>
                    <a:gd name="connsiteX85" fmla="*/ 288204 w 591813"/>
                    <a:gd name="connsiteY85" fmla="*/ 621320 h 626109"/>
                    <a:gd name="connsiteX86" fmla="*/ 288586 w 591813"/>
                    <a:gd name="connsiteY86" fmla="*/ 621095 h 626109"/>
                    <a:gd name="connsiteX87" fmla="*/ 288991 w 591813"/>
                    <a:gd name="connsiteY87" fmla="*/ 620892 h 626109"/>
                    <a:gd name="connsiteX88" fmla="*/ 289396 w 591813"/>
                    <a:gd name="connsiteY88" fmla="*/ 620667 h 626109"/>
                    <a:gd name="connsiteX89" fmla="*/ 289778 w 591813"/>
                    <a:gd name="connsiteY89" fmla="*/ 620465 h 626109"/>
                    <a:gd name="connsiteX90" fmla="*/ 290183 w 591813"/>
                    <a:gd name="connsiteY90" fmla="*/ 620240 h 626109"/>
                    <a:gd name="connsiteX91" fmla="*/ 290565 w 591813"/>
                    <a:gd name="connsiteY91" fmla="*/ 620015 h 626109"/>
                    <a:gd name="connsiteX92" fmla="*/ 290970 w 591813"/>
                    <a:gd name="connsiteY92" fmla="*/ 619790 h 626109"/>
                    <a:gd name="connsiteX93" fmla="*/ 291352 w 591813"/>
                    <a:gd name="connsiteY93" fmla="*/ 619565 h 626109"/>
                    <a:gd name="connsiteX94" fmla="*/ 291757 w 591813"/>
                    <a:gd name="connsiteY94" fmla="*/ 619318 h 626109"/>
                    <a:gd name="connsiteX95" fmla="*/ 292139 w 591813"/>
                    <a:gd name="connsiteY95" fmla="*/ 619093 h 626109"/>
                    <a:gd name="connsiteX96" fmla="*/ 292544 w 591813"/>
                    <a:gd name="connsiteY96" fmla="*/ 618846 h 626109"/>
                    <a:gd name="connsiteX97" fmla="*/ 292949 w 591813"/>
                    <a:gd name="connsiteY97" fmla="*/ 618598 h 626109"/>
                    <a:gd name="connsiteX98" fmla="*/ 293331 w 591813"/>
                    <a:gd name="connsiteY98" fmla="*/ 618351 h 626109"/>
                    <a:gd name="connsiteX99" fmla="*/ 293736 w 591813"/>
                    <a:gd name="connsiteY99" fmla="*/ 618104 h 626109"/>
                    <a:gd name="connsiteX100" fmla="*/ 294118 w 591813"/>
                    <a:gd name="connsiteY100" fmla="*/ 617834 h 626109"/>
                    <a:gd name="connsiteX101" fmla="*/ 294524 w 591813"/>
                    <a:gd name="connsiteY101" fmla="*/ 617564 h 626109"/>
                    <a:gd name="connsiteX102" fmla="*/ 294906 w 591813"/>
                    <a:gd name="connsiteY102" fmla="*/ 617294 h 626109"/>
                    <a:gd name="connsiteX103" fmla="*/ 295310 w 591813"/>
                    <a:gd name="connsiteY103" fmla="*/ 617024 h 626109"/>
                    <a:gd name="connsiteX104" fmla="*/ 295716 w 591813"/>
                    <a:gd name="connsiteY104" fmla="*/ 616754 h 626109"/>
                    <a:gd name="connsiteX105" fmla="*/ 296098 w 591813"/>
                    <a:gd name="connsiteY105" fmla="*/ 616777 h 626109"/>
                    <a:gd name="connsiteX106" fmla="*/ 296502 w 591813"/>
                    <a:gd name="connsiteY106" fmla="*/ 617227 h 626109"/>
                    <a:gd name="connsiteX107" fmla="*/ 296884 w 591813"/>
                    <a:gd name="connsiteY107" fmla="*/ 616957 h 626109"/>
                    <a:gd name="connsiteX108" fmla="*/ 297290 w 591813"/>
                    <a:gd name="connsiteY108" fmla="*/ 616664 h 626109"/>
                    <a:gd name="connsiteX109" fmla="*/ 297672 w 591813"/>
                    <a:gd name="connsiteY109" fmla="*/ 616394 h 626109"/>
                    <a:gd name="connsiteX110" fmla="*/ 298076 w 591813"/>
                    <a:gd name="connsiteY110" fmla="*/ 616102 h 626109"/>
                    <a:gd name="connsiteX111" fmla="*/ 298459 w 591813"/>
                    <a:gd name="connsiteY111" fmla="*/ 615810 h 626109"/>
                    <a:gd name="connsiteX112" fmla="*/ 298864 w 591813"/>
                    <a:gd name="connsiteY112" fmla="*/ 615517 h 626109"/>
                    <a:gd name="connsiteX113" fmla="*/ 299269 w 591813"/>
                    <a:gd name="connsiteY113" fmla="*/ 615203 h 626109"/>
                    <a:gd name="connsiteX114" fmla="*/ 299651 w 591813"/>
                    <a:gd name="connsiteY114" fmla="*/ 614910 h 626109"/>
                    <a:gd name="connsiteX115" fmla="*/ 300056 w 591813"/>
                    <a:gd name="connsiteY115" fmla="*/ 614595 h 626109"/>
                    <a:gd name="connsiteX116" fmla="*/ 300438 w 591813"/>
                    <a:gd name="connsiteY116" fmla="*/ 614280 h 626109"/>
                    <a:gd name="connsiteX117" fmla="*/ 300843 w 591813"/>
                    <a:gd name="connsiteY117" fmla="*/ 613966 h 626109"/>
                    <a:gd name="connsiteX118" fmla="*/ 301225 w 591813"/>
                    <a:gd name="connsiteY118" fmla="*/ 613651 h 626109"/>
                    <a:gd name="connsiteX119" fmla="*/ 301630 w 591813"/>
                    <a:gd name="connsiteY119" fmla="*/ 613313 h 626109"/>
                    <a:gd name="connsiteX120" fmla="*/ 302012 w 591813"/>
                    <a:gd name="connsiteY120" fmla="*/ 612999 h 626109"/>
                    <a:gd name="connsiteX121" fmla="*/ 302417 w 591813"/>
                    <a:gd name="connsiteY121" fmla="*/ 612661 h 626109"/>
                    <a:gd name="connsiteX122" fmla="*/ 302822 w 591813"/>
                    <a:gd name="connsiteY122" fmla="*/ 612324 h 626109"/>
                    <a:gd name="connsiteX123" fmla="*/ 303204 w 591813"/>
                    <a:gd name="connsiteY123" fmla="*/ 611986 h 626109"/>
                    <a:gd name="connsiteX124" fmla="*/ 303609 w 591813"/>
                    <a:gd name="connsiteY124" fmla="*/ 611649 h 626109"/>
                    <a:gd name="connsiteX125" fmla="*/ 303992 w 591813"/>
                    <a:gd name="connsiteY125" fmla="*/ 611312 h 626109"/>
                    <a:gd name="connsiteX126" fmla="*/ 304396 w 591813"/>
                    <a:gd name="connsiteY126" fmla="*/ 610974 h 626109"/>
                    <a:gd name="connsiteX127" fmla="*/ 304778 w 591813"/>
                    <a:gd name="connsiteY127" fmla="*/ 610615 h 626109"/>
                    <a:gd name="connsiteX128" fmla="*/ 305184 w 591813"/>
                    <a:gd name="connsiteY128" fmla="*/ 610277 h 626109"/>
                    <a:gd name="connsiteX129" fmla="*/ 305566 w 591813"/>
                    <a:gd name="connsiteY129" fmla="*/ 609917 h 626109"/>
                    <a:gd name="connsiteX130" fmla="*/ 305970 w 591813"/>
                    <a:gd name="connsiteY130" fmla="*/ 609558 h 626109"/>
                    <a:gd name="connsiteX131" fmla="*/ 306376 w 591813"/>
                    <a:gd name="connsiteY131" fmla="*/ 609198 h 626109"/>
                    <a:gd name="connsiteX132" fmla="*/ 306758 w 591813"/>
                    <a:gd name="connsiteY132" fmla="*/ 608838 h 626109"/>
                    <a:gd name="connsiteX133" fmla="*/ 307162 w 591813"/>
                    <a:gd name="connsiteY133" fmla="*/ 608478 h 626109"/>
                    <a:gd name="connsiteX134" fmla="*/ 307545 w 591813"/>
                    <a:gd name="connsiteY134" fmla="*/ 608096 h 626109"/>
                    <a:gd name="connsiteX135" fmla="*/ 307950 w 591813"/>
                    <a:gd name="connsiteY135" fmla="*/ 607736 h 626109"/>
                    <a:gd name="connsiteX136" fmla="*/ 308332 w 591813"/>
                    <a:gd name="connsiteY136" fmla="*/ 607354 h 626109"/>
                    <a:gd name="connsiteX137" fmla="*/ 308737 w 591813"/>
                    <a:gd name="connsiteY137" fmla="*/ 606971 h 626109"/>
                    <a:gd name="connsiteX138" fmla="*/ 309142 w 591813"/>
                    <a:gd name="connsiteY138" fmla="*/ 606611 h 626109"/>
                    <a:gd name="connsiteX139" fmla="*/ 309524 w 591813"/>
                    <a:gd name="connsiteY139" fmla="*/ 606207 h 626109"/>
                    <a:gd name="connsiteX140" fmla="*/ 309929 w 591813"/>
                    <a:gd name="connsiteY140" fmla="*/ 605824 h 626109"/>
                    <a:gd name="connsiteX141" fmla="*/ 310311 w 591813"/>
                    <a:gd name="connsiteY141" fmla="*/ 605442 h 626109"/>
                    <a:gd name="connsiteX142" fmla="*/ 310716 w 591813"/>
                    <a:gd name="connsiteY142" fmla="*/ 605037 h 626109"/>
                    <a:gd name="connsiteX143" fmla="*/ 311098 w 591813"/>
                    <a:gd name="connsiteY143" fmla="*/ 604655 h 626109"/>
                    <a:gd name="connsiteX144" fmla="*/ 311503 w 591813"/>
                    <a:gd name="connsiteY144" fmla="*/ 604250 h 626109"/>
                    <a:gd name="connsiteX145" fmla="*/ 311885 w 591813"/>
                    <a:gd name="connsiteY145" fmla="*/ 603845 h 626109"/>
                    <a:gd name="connsiteX146" fmla="*/ 312290 w 591813"/>
                    <a:gd name="connsiteY146" fmla="*/ 603440 h 626109"/>
                    <a:gd name="connsiteX147" fmla="*/ 312695 w 591813"/>
                    <a:gd name="connsiteY147" fmla="*/ 603036 h 626109"/>
                    <a:gd name="connsiteX148" fmla="*/ 313077 w 591813"/>
                    <a:gd name="connsiteY148" fmla="*/ 602631 h 626109"/>
                    <a:gd name="connsiteX149" fmla="*/ 313482 w 591813"/>
                    <a:gd name="connsiteY149" fmla="*/ 602226 h 626109"/>
                    <a:gd name="connsiteX150" fmla="*/ 313864 w 591813"/>
                    <a:gd name="connsiteY150" fmla="*/ 601799 h 626109"/>
                    <a:gd name="connsiteX151" fmla="*/ 314269 w 591813"/>
                    <a:gd name="connsiteY151" fmla="*/ 601371 h 626109"/>
                    <a:gd name="connsiteX152" fmla="*/ 314652 w 591813"/>
                    <a:gd name="connsiteY152" fmla="*/ 600944 h 626109"/>
                    <a:gd name="connsiteX153" fmla="*/ 315056 w 591813"/>
                    <a:gd name="connsiteY153" fmla="*/ 600517 h 626109"/>
                    <a:gd name="connsiteX154" fmla="*/ 315438 w 591813"/>
                    <a:gd name="connsiteY154" fmla="*/ 600090 h 626109"/>
                    <a:gd name="connsiteX155" fmla="*/ 315844 w 591813"/>
                    <a:gd name="connsiteY155" fmla="*/ 599662 h 626109"/>
                    <a:gd name="connsiteX156" fmla="*/ 316248 w 591813"/>
                    <a:gd name="connsiteY156" fmla="*/ 599212 h 626109"/>
                    <a:gd name="connsiteX157" fmla="*/ 316630 w 591813"/>
                    <a:gd name="connsiteY157" fmla="*/ 598763 h 626109"/>
                    <a:gd name="connsiteX158" fmla="*/ 317036 w 591813"/>
                    <a:gd name="connsiteY158" fmla="*/ 598335 h 626109"/>
                    <a:gd name="connsiteX159" fmla="*/ 317418 w 591813"/>
                    <a:gd name="connsiteY159" fmla="*/ 597886 h 626109"/>
                    <a:gd name="connsiteX160" fmla="*/ 317822 w 591813"/>
                    <a:gd name="connsiteY160" fmla="*/ 597436 h 626109"/>
                    <a:gd name="connsiteX161" fmla="*/ 318205 w 591813"/>
                    <a:gd name="connsiteY161" fmla="*/ 596986 h 626109"/>
                    <a:gd name="connsiteX162" fmla="*/ 318610 w 591813"/>
                    <a:gd name="connsiteY162" fmla="*/ 596514 h 626109"/>
                    <a:gd name="connsiteX163" fmla="*/ 318992 w 591813"/>
                    <a:gd name="connsiteY163" fmla="*/ 596064 h 626109"/>
                    <a:gd name="connsiteX164" fmla="*/ 319397 w 591813"/>
                    <a:gd name="connsiteY164" fmla="*/ 595614 h 626109"/>
                    <a:gd name="connsiteX165" fmla="*/ 319802 w 591813"/>
                    <a:gd name="connsiteY165" fmla="*/ 595142 h 626109"/>
                    <a:gd name="connsiteX166" fmla="*/ 320184 w 591813"/>
                    <a:gd name="connsiteY166" fmla="*/ 594670 h 626109"/>
                    <a:gd name="connsiteX167" fmla="*/ 320589 w 591813"/>
                    <a:gd name="connsiteY167" fmla="*/ 594197 h 626109"/>
                    <a:gd name="connsiteX168" fmla="*/ 320971 w 591813"/>
                    <a:gd name="connsiteY168" fmla="*/ 593725 h 626109"/>
                    <a:gd name="connsiteX169" fmla="*/ 321376 w 591813"/>
                    <a:gd name="connsiteY169" fmla="*/ 593253 h 626109"/>
                    <a:gd name="connsiteX170" fmla="*/ 321758 w 591813"/>
                    <a:gd name="connsiteY170" fmla="*/ 592780 h 626109"/>
                    <a:gd name="connsiteX171" fmla="*/ 322163 w 591813"/>
                    <a:gd name="connsiteY171" fmla="*/ 592308 h 626109"/>
                    <a:gd name="connsiteX172" fmla="*/ 322545 w 591813"/>
                    <a:gd name="connsiteY172" fmla="*/ 591813 h 626109"/>
                    <a:gd name="connsiteX173" fmla="*/ 322950 w 591813"/>
                    <a:gd name="connsiteY173" fmla="*/ 591319 h 626109"/>
                    <a:gd name="connsiteX174" fmla="*/ 323355 w 591813"/>
                    <a:gd name="connsiteY174" fmla="*/ 590846 h 626109"/>
                    <a:gd name="connsiteX175" fmla="*/ 323737 w 591813"/>
                    <a:gd name="connsiteY175" fmla="*/ 590351 h 626109"/>
                    <a:gd name="connsiteX176" fmla="*/ 324142 w 591813"/>
                    <a:gd name="connsiteY176" fmla="*/ 589857 h 626109"/>
                    <a:gd name="connsiteX177" fmla="*/ 324524 w 591813"/>
                    <a:gd name="connsiteY177" fmla="*/ 589384 h 626109"/>
                    <a:gd name="connsiteX178" fmla="*/ 324929 w 591813"/>
                    <a:gd name="connsiteY178" fmla="*/ 588890 h 626109"/>
                    <a:gd name="connsiteX179" fmla="*/ 325312 w 591813"/>
                    <a:gd name="connsiteY179" fmla="*/ 588395 h 626109"/>
                    <a:gd name="connsiteX180" fmla="*/ 325716 w 591813"/>
                    <a:gd name="connsiteY180" fmla="*/ 587900 h 626109"/>
                    <a:gd name="connsiteX181" fmla="*/ 326121 w 591813"/>
                    <a:gd name="connsiteY181" fmla="*/ 587405 h 626109"/>
                    <a:gd name="connsiteX182" fmla="*/ 326504 w 591813"/>
                    <a:gd name="connsiteY182" fmla="*/ 586911 h 626109"/>
                    <a:gd name="connsiteX183" fmla="*/ 326908 w 591813"/>
                    <a:gd name="connsiteY183" fmla="*/ 586438 h 626109"/>
                    <a:gd name="connsiteX184" fmla="*/ 327290 w 591813"/>
                    <a:gd name="connsiteY184" fmla="*/ 585944 h 626109"/>
                    <a:gd name="connsiteX185" fmla="*/ 327696 w 591813"/>
                    <a:gd name="connsiteY185" fmla="*/ 585426 h 626109"/>
                    <a:gd name="connsiteX186" fmla="*/ 328078 w 591813"/>
                    <a:gd name="connsiteY186" fmla="*/ 584931 h 626109"/>
                    <a:gd name="connsiteX187" fmla="*/ 328482 w 591813"/>
                    <a:gd name="connsiteY187" fmla="*/ 584437 h 626109"/>
                    <a:gd name="connsiteX188" fmla="*/ 328865 w 591813"/>
                    <a:gd name="connsiteY188" fmla="*/ 583942 h 626109"/>
                    <a:gd name="connsiteX189" fmla="*/ 329270 w 591813"/>
                    <a:gd name="connsiteY189" fmla="*/ 583425 h 626109"/>
                    <a:gd name="connsiteX190" fmla="*/ 329674 w 591813"/>
                    <a:gd name="connsiteY190" fmla="*/ 582930 h 626109"/>
                    <a:gd name="connsiteX191" fmla="*/ 330057 w 591813"/>
                    <a:gd name="connsiteY191" fmla="*/ 582413 h 626109"/>
                    <a:gd name="connsiteX192" fmla="*/ 330462 w 591813"/>
                    <a:gd name="connsiteY192" fmla="*/ 581918 h 626109"/>
                    <a:gd name="connsiteX193" fmla="*/ 330844 w 591813"/>
                    <a:gd name="connsiteY193" fmla="*/ 581401 h 626109"/>
                    <a:gd name="connsiteX194" fmla="*/ 331249 w 591813"/>
                    <a:gd name="connsiteY194" fmla="*/ 580906 h 626109"/>
                    <a:gd name="connsiteX195" fmla="*/ 331631 w 591813"/>
                    <a:gd name="connsiteY195" fmla="*/ 580411 h 626109"/>
                    <a:gd name="connsiteX196" fmla="*/ 332036 w 591813"/>
                    <a:gd name="connsiteY196" fmla="*/ 579894 h 626109"/>
                    <a:gd name="connsiteX197" fmla="*/ 332418 w 591813"/>
                    <a:gd name="connsiteY197" fmla="*/ 579377 h 626109"/>
                    <a:gd name="connsiteX198" fmla="*/ 332823 w 591813"/>
                    <a:gd name="connsiteY198" fmla="*/ 578859 h 626109"/>
                    <a:gd name="connsiteX199" fmla="*/ 333228 w 591813"/>
                    <a:gd name="connsiteY199" fmla="*/ 578342 h 626109"/>
                    <a:gd name="connsiteX200" fmla="*/ 333610 w 591813"/>
                    <a:gd name="connsiteY200" fmla="*/ 577825 h 626109"/>
                    <a:gd name="connsiteX201" fmla="*/ 334015 w 591813"/>
                    <a:gd name="connsiteY201" fmla="*/ 577308 h 626109"/>
                    <a:gd name="connsiteX202" fmla="*/ 334397 w 591813"/>
                    <a:gd name="connsiteY202" fmla="*/ 576790 h 626109"/>
                    <a:gd name="connsiteX203" fmla="*/ 334802 w 591813"/>
                    <a:gd name="connsiteY203" fmla="*/ 576251 h 626109"/>
                    <a:gd name="connsiteX204" fmla="*/ 335184 w 591813"/>
                    <a:gd name="connsiteY204" fmla="*/ 575733 h 626109"/>
                    <a:gd name="connsiteX205" fmla="*/ 335590 w 591813"/>
                    <a:gd name="connsiteY205" fmla="*/ 575194 h 626109"/>
                    <a:gd name="connsiteX206" fmla="*/ 335972 w 591813"/>
                    <a:gd name="connsiteY206" fmla="*/ 574654 h 626109"/>
                    <a:gd name="connsiteX207" fmla="*/ 336376 w 591813"/>
                    <a:gd name="connsiteY207" fmla="*/ 574114 h 626109"/>
                    <a:gd name="connsiteX208" fmla="*/ 336782 w 591813"/>
                    <a:gd name="connsiteY208" fmla="*/ 573574 h 626109"/>
                    <a:gd name="connsiteX209" fmla="*/ 337164 w 591813"/>
                    <a:gd name="connsiteY209" fmla="*/ 573012 h 626109"/>
                    <a:gd name="connsiteX210" fmla="*/ 337568 w 591813"/>
                    <a:gd name="connsiteY210" fmla="*/ 572472 h 626109"/>
                    <a:gd name="connsiteX211" fmla="*/ 337950 w 591813"/>
                    <a:gd name="connsiteY211" fmla="*/ 571910 h 626109"/>
                    <a:gd name="connsiteX212" fmla="*/ 338356 w 591813"/>
                    <a:gd name="connsiteY212" fmla="*/ 571348 h 626109"/>
                    <a:gd name="connsiteX213" fmla="*/ 338738 w 591813"/>
                    <a:gd name="connsiteY213" fmla="*/ 570808 h 626109"/>
                    <a:gd name="connsiteX214" fmla="*/ 339142 w 591813"/>
                    <a:gd name="connsiteY214" fmla="*/ 570223 h 626109"/>
                    <a:gd name="connsiteX215" fmla="*/ 339548 w 591813"/>
                    <a:gd name="connsiteY215" fmla="*/ 569661 h 626109"/>
                    <a:gd name="connsiteX216" fmla="*/ 339930 w 591813"/>
                    <a:gd name="connsiteY216" fmla="*/ 569099 h 626109"/>
                    <a:gd name="connsiteX217" fmla="*/ 340335 w 591813"/>
                    <a:gd name="connsiteY217" fmla="*/ 568514 h 626109"/>
                    <a:gd name="connsiteX218" fmla="*/ 340717 w 591813"/>
                    <a:gd name="connsiteY218" fmla="*/ 567952 h 626109"/>
                    <a:gd name="connsiteX219" fmla="*/ 341122 w 591813"/>
                    <a:gd name="connsiteY219" fmla="*/ 567367 h 626109"/>
                    <a:gd name="connsiteX220" fmla="*/ 341504 w 591813"/>
                    <a:gd name="connsiteY220" fmla="*/ 566782 h 626109"/>
                    <a:gd name="connsiteX221" fmla="*/ 341909 w 591813"/>
                    <a:gd name="connsiteY221" fmla="*/ 566220 h 626109"/>
                    <a:gd name="connsiteX222" fmla="*/ 342291 w 591813"/>
                    <a:gd name="connsiteY222" fmla="*/ 565635 h 626109"/>
                    <a:gd name="connsiteX223" fmla="*/ 342696 w 591813"/>
                    <a:gd name="connsiteY223" fmla="*/ 565051 h 626109"/>
                    <a:gd name="connsiteX224" fmla="*/ 343101 w 591813"/>
                    <a:gd name="connsiteY224" fmla="*/ 564444 h 626109"/>
                    <a:gd name="connsiteX225" fmla="*/ 343483 w 591813"/>
                    <a:gd name="connsiteY225" fmla="*/ 563859 h 626109"/>
                    <a:gd name="connsiteX226" fmla="*/ 343888 w 591813"/>
                    <a:gd name="connsiteY226" fmla="*/ 563274 h 626109"/>
                    <a:gd name="connsiteX227" fmla="*/ 344270 w 591813"/>
                    <a:gd name="connsiteY227" fmla="*/ 562667 h 626109"/>
                    <a:gd name="connsiteX228" fmla="*/ 344675 w 591813"/>
                    <a:gd name="connsiteY228" fmla="*/ 562082 h 626109"/>
                    <a:gd name="connsiteX229" fmla="*/ 345058 w 591813"/>
                    <a:gd name="connsiteY229" fmla="*/ 561475 h 626109"/>
                    <a:gd name="connsiteX230" fmla="*/ 345462 w 591813"/>
                    <a:gd name="connsiteY230" fmla="*/ 560868 h 626109"/>
                    <a:gd name="connsiteX231" fmla="*/ 345844 w 591813"/>
                    <a:gd name="connsiteY231" fmla="*/ 560260 h 626109"/>
                    <a:gd name="connsiteX232" fmla="*/ 346250 w 591813"/>
                    <a:gd name="connsiteY232" fmla="*/ 559676 h 626109"/>
                    <a:gd name="connsiteX233" fmla="*/ 346654 w 591813"/>
                    <a:gd name="connsiteY233" fmla="*/ 559068 h 626109"/>
                    <a:gd name="connsiteX234" fmla="*/ 347036 w 591813"/>
                    <a:gd name="connsiteY234" fmla="*/ 558461 h 626109"/>
                    <a:gd name="connsiteX235" fmla="*/ 347442 w 591813"/>
                    <a:gd name="connsiteY235" fmla="*/ 557832 h 626109"/>
                    <a:gd name="connsiteX236" fmla="*/ 347824 w 591813"/>
                    <a:gd name="connsiteY236" fmla="*/ 557224 h 626109"/>
                    <a:gd name="connsiteX237" fmla="*/ 348228 w 591813"/>
                    <a:gd name="connsiteY237" fmla="*/ 556617 h 626109"/>
                    <a:gd name="connsiteX238" fmla="*/ 348611 w 591813"/>
                    <a:gd name="connsiteY238" fmla="*/ 555987 h 626109"/>
                    <a:gd name="connsiteX239" fmla="*/ 349016 w 591813"/>
                    <a:gd name="connsiteY239" fmla="*/ 555380 h 626109"/>
                    <a:gd name="connsiteX240" fmla="*/ 349398 w 591813"/>
                    <a:gd name="connsiteY240" fmla="*/ 554751 h 626109"/>
                    <a:gd name="connsiteX241" fmla="*/ 349803 w 591813"/>
                    <a:gd name="connsiteY241" fmla="*/ 554121 h 626109"/>
                    <a:gd name="connsiteX242" fmla="*/ 350208 w 591813"/>
                    <a:gd name="connsiteY242" fmla="*/ 553491 h 626109"/>
                    <a:gd name="connsiteX243" fmla="*/ 350590 w 591813"/>
                    <a:gd name="connsiteY243" fmla="*/ 552861 h 626109"/>
                    <a:gd name="connsiteX244" fmla="*/ 350995 w 591813"/>
                    <a:gd name="connsiteY244" fmla="*/ 552232 h 626109"/>
                    <a:gd name="connsiteX245" fmla="*/ 351377 w 591813"/>
                    <a:gd name="connsiteY245" fmla="*/ 551602 h 626109"/>
                    <a:gd name="connsiteX246" fmla="*/ 351782 w 591813"/>
                    <a:gd name="connsiteY246" fmla="*/ 550950 h 626109"/>
                    <a:gd name="connsiteX247" fmla="*/ 352164 w 591813"/>
                    <a:gd name="connsiteY247" fmla="*/ 550298 h 626109"/>
                    <a:gd name="connsiteX248" fmla="*/ 352569 w 591813"/>
                    <a:gd name="connsiteY248" fmla="*/ 549668 h 626109"/>
                    <a:gd name="connsiteX249" fmla="*/ 352951 w 591813"/>
                    <a:gd name="connsiteY249" fmla="*/ 549016 h 626109"/>
                    <a:gd name="connsiteX250" fmla="*/ 353356 w 591813"/>
                    <a:gd name="connsiteY250" fmla="*/ 548363 h 626109"/>
                    <a:gd name="connsiteX251" fmla="*/ 353761 w 591813"/>
                    <a:gd name="connsiteY251" fmla="*/ 547689 h 626109"/>
                    <a:gd name="connsiteX252" fmla="*/ 354143 w 591813"/>
                    <a:gd name="connsiteY252" fmla="*/ 547037 h 626109"/>
                    <a:gd name="connsiteX253" fmla="*/ 354548 w 591813"/>
                    <a:gd name="connsiteY253" fmla="*/ 546384 h 626109"/>
                    <a:gd name="connsiteX254" fmla="*/ 354930 w 591813"/>
                    <a:gd name="connsiteY254" fmla="*/ 545710 h 626109"/>
                    <a:gd name="connsiteX255" fmla="*/ 355335 w 591813"/>
                    <a:gd name="connsiteY255" fmla="*/ 545058 h 626109"/>
                    <a:gd name="connsiteX256" fmla="*/ 355718 w 591813"/>
                    <a:gd name="connsiteY256" fmla="*/ 544383 h 626109"/>
                    <a:gd name="connsiteX257" fmla="*/ 356122 w 591813"/>
                    <a:gd name="connsiteY257" fmla="*/ 543708 h 626109"/>
                    <a:gd name="connsiteX258" fmla="*/ 356527 w 591813"/>
                    <a:gd name="connsiteY258" fmla="*/ 543033 h 626109"/>
                    <a:gd name="connsiteX259" fmla="*/ 356910 w 591813"/>
                    <a:gd name="connsiteY259" fmla="*/ 542359 h 626109"/>
                    <a:gd name="connsiteX260" fmla="*/ 357314 w 591813"/>
                    <a:gd name="connsiteY260" fmla="*/ 541684 h 626109"/>
                    <a:gd name="connsiteX261" fmla="*/ 357696 w 591813"/>
                    <a:gd name="connsiteY261" fmla="*/ 541009 h 626109"/>
                    <a:gd name="connsiteX262" fmla="*/ 358102 w 591813"/>
                    <a:gd name="connsiteY262" fmla="*/ 540312 h 626109"/>
                    <a:gd name="connsiteX263" fmla="*/ 358484 w 591813"/>
                    <a:gd name="connsiteY263" fmla="*/ 539638 h 626109"/>
                    <a:gd name="connsiteX264" fmla="*/ 358888 w 591813"/>
                    <a:gd name="connsiteY264" fmla="*/ 538940 h 626109"/>
                    <a:gd name="connsiteX265" fmla="*/ 359271 w 591813"/>
                    <a:gd name="connsiteY265" fmla="*/ 538266 h 626109"/>
                    <a:gd name="connsiteX266" fmla="*/ 359676 w 591813"/>
                    <a:gd name="connsiteY266" fmla="*/ 537568 h 626109"/>
                    <a:gd name="connsiteX267" fmla="*/ 360080 w 591813"/>
                    <a:gd name="connsiteY267" fmla="*/ 536871 h 626109"/>
                    <a:gd name="connsiteX268" fmla="*/ 360463 w 591813"/>
                    <a:gd name="connsiteY268" fmla="*/ 536174 h 626109"/>
                    <a:gd name="connsiteX269" fmla="*/ 360868 w 591813"/>
                    <a:gd name="connsiteY269" fmla="*/ 535477 h 626109"/>
                    <a:gd name="connsiteX270" fmla="*/ 361250 w 591813"/>
                    <a:gd name="connsiteY270" fmla="*/ 534780 h 626109"/>
                    <a:gd name="connsiteX271" fmla="*/ 361655 w 591813"/>
                    <a:gd name="connsiteY271" fmla="*/ 534083 h 626109"/>
                    <a:gd name="connsiteX272" fmla="*/ 362037 w 591813"/>
                    <a:gd name="connsiteY272" fmla="*/ 533385 h 626109"/>
                    <a:gd name="connsiteX273" fmla="*/ 362442 w 591813"/>
                    <a:gd name="connsiteY273" fmla="*/ 532666 h 626109"/>
                    <a:gd name="connsiteX274" fmla="*/ 362824 w 591813"/>
                    <a:gd name="connsiteY274" fmla="*/ 531969 h 626109"/>
                    <a:gd name="connsiteX275" fmla="*/ 363229 w 591813"/>
                    <a:gd name="connsiteY275" fmla="*/ 531249 h 626109"/>
                    <a:gd name="connsiteX276" fmla="*/ 363634 w 591813"/>
                    <a:gd name="connsiteY276" fmla="*/ 530552 h 626109"/>
                    <a:gd name="connsiteX277" fmla="*/ 364016 w 591813"/>
                    <a:gd name="connsiteY277" fmla="*/ 529832 h 626109"/>
                    <a:gd name="connsiteX278" fmla="*/ 364421 w 591813"/>
                    <a:gd name="connsiteY278" fmla="*/ 529112 h 626109"/>
                    <a:gd name="connsiteX279" fmla="*/ 364803 w 591813"/>
                    <a:gd name="connsiteY279" fmla="*/ 528393 h 626109"/>
                    <a:gd name="connsiteX280" fmla="*/ 365208 w 591813"/>
                    <a:gd name="connsiteY280" fmla="*/ 527673 h 626109"/>
                    <a:gd name="connsiteX281" fmla="*/ 365590 w 591813"/>
                    <a:gd name="connsiteY281" fmla="*/ 526931 h 626109"/>
                    <a:gd name="connsiteX282" fmla="*/ 365995 w 591813"/>
                    <a:gd name="connsiteY282" fmla="*/ 526211 h 626109"/>
                    <a:gd name="connsiteX283" fmla="*/ 366378 w 591813"/>
                    <a:gd name="connsiteY283" fmla="*/ 525492 h 626109"/>
                    <a:gd name="connsiteX284" fmla="*/ 366782 w 591813"/>
                    <a:gd name="connsiteY284" fmla="*/ 524772 h 626109"/>
                    <a:gd name="connsiteX285" fmla="*/ 367187 w 591813"/>
                    <a:gd name="connsiteY285" fmla="*/ 524030 h 626109"/>
                    <a:gd name="connsiteX286" fmla="*/ 367570 w 591813"/>
                    <a:gd name="connsiteY286" fmla="*/ 523310 h 626109"/>
                    <a:gd name="connsiteX287" fmla="*/ 367974 w 591813"/>
                    <a:gd name="connsiteY287" fmla="*/ 522568 h 626109"/>
                    <a:gd name="connsiteX288" fmla="*/ 368356 w 591813"/>
                    <a:gd name="connsiteY288" fmla="*/ 521826 h 626109"/>
                    <a:gd name="connsiteX289" fmla="*/ 368762 w 591813"/>
                    <a:gd name="connsiteY289" fmla="*/ 521084 h 626109"/>
                    <a:gd name="connsiteX290" fmla="*/ 369144 w 591813"/>
                    <a:gd name="connsiteY290" fmla="*/ 520364 h 626109"/>
                    <a:gd name="connsiteX291" fmla="*/ 369548 w 591813"/>
                    <a:gd name="connsiteY291" fmla="*/ 519622 h 626109"/>
                    <a:gd name="connsiteX292" fmla="*/ 369954 w 591813"/>
                    <a:gd name="connsiteY292" fmla="*/ 518857 h 626109"/>
                    <a:gd name="connsiteX293" fmla="*/ 370336 w 591813"/>
                    <a:gd name="connsiteY293" fmla="*/ 518115 h 626109"/>
                    <a:gd name="connsiteX294" fmla="*/ 370740 w 591813"/>
                    <a:gd name="connsiteY294" fmla="*/ 517373 h 626109"/>
                    <a:gd name="connsiteX295" fmla="*/ 371123 w 591813"/>
                    <a:gd name="connsiteY295" fmla="*/ 516631 h 626109"/>
                    <a:gd name="connsiteX296" fmla="*/ 371528 w 591813"/>
                    <a:gd name="connsiteY296" fmla="*/ 515888 h 626109"/>
                    <a:gd name="connsiteX297" fmla="*/ 371910 w 591813"/>
                    <a:gd name="connsiteY297" fmla="*/ 515124 h 626109"/>
                    <a:gd name="connsiteX298" fmla="*/ 372315 w 591813"/>
                    <a:gd name="connsiteY298" fmla="*/ 514382 h 626109"/>
                    <a:gd name="connsiteX299" fmla="*/ 372697 w 591813"/>
                    <a:gd name="connsiteY299" fmla="*/ 513640 h 626109"/>
                    <a:gd name="connsiteX300" fmla="*/ 373102 w 591813"/>
                    <a:gd name="connsiteY300" fmla="*/ 512875 h 626109"/>
                    <a:gd name="connsiteX301" fmla="*/ 373507 w 591813"/>
                    <a:gd name="connsiteY301" fmla="*/ 512110 h 626109"/>
                    <a:gd name="connsiteX302" fmla="*/ 373889 w 591813"/>
                    <a:gd name="connsiteY302" fmla="*/ 511368 h 626109"/>
                    <a:gd name="connsiteX303" fmla="*/ 374294 w 591813"/>
                    <a:gd name="connsiteY303" fmla="*/ 510603 h 626109"/>
                    <a:gd name="connsiteX304" fmla="*/ 374676 w 591813"/>
                    <a:gd name="connsiteY304" fmla="*/ 509839 h 626109"/>
                    <a:gd name="connsiteX305" fmla="*/ 375081 w 591813"/>
                    <a:gd name="connsiteY305" fmla="*/ 509074 h 626109"/>
                    <a:gd name="connsiteX306" fmla="*/ 375463 w 591813"/>
                    <a:gd name="connsiteY306" fmla="*/ 508332 h 626109"/>
                    <a:gd name="connsiteX307" fmla="*/ 375868 w 591813"/>
                    <a:gd name="connsiteY307" fmla="*/ 507567 h 626109"/>
                    <a:gd name="connsiteX308" fmla="*/ 376250 w 591813"/>
                    <a:gd name="connsiteY308" fmla="*/ 506803 h 626109"/>
                    <a:gd name="connsiteX309" fmla="*/ 376656 w 591813"/>
                    <a:gd name="connsiteY309" fmla="*/ 506038 h 626109"/>
                    <a:gd name="connsiteX310" fmla="*/ 377060 w 591813"/>
                    <a:gd name="connsiteY310" fmla="*/ 505273 h 626109"/>
                    <a:gd name="connsiteX311" fmla="*/ 377442 w 591813"/>
                    <a:gd name="connsiteY311" fmla="*/ 504509 h 626109"/>
                    <a:gd name="connsiteX312" fmla="*/ 377847 w 591813"/>
                    <a:gd name="connsiteY312" fmla="*/ 503744 h 626109"/>
                    <a:gd name="connsiteX313" fmla="*/ 378230 w 591813"/>
                    <a:gd name="connsiteY313" fmla="*/ 503002 h 626109"/>
                    <a:gd name="connsiteX314" fmla="*/ 378634 w 591813"/>
                    <a:gd name="connsiteY314" fmla="*/ 502237 h 626109"/>
                    <a:gd name="connsiteX315" fmla="*/ 379016 w 591813"/>
                    <a:gd name="connsiteY315" fmla="*/ 501495 h 626109"/>
                    <a:gd name="connsiteX316" fmla="*/ 379422 w 591813"/>
                    <a:gd name="connsiteY316" fmla="*/ 500730 h 626109"/>
                    <a:gd name="connsiteX317" fmla="*/ 379804 w 591813"/>
                    <a:gd name="connsiteY317" fmla="*/ 499988 h 626109"/>
                    <a:gd name="connsiteX318" fmla="*/ 380208 w 591813"/>
                    <a:gd name="connsiteY318" fmla="*/ 499224 h 626109"/>
                    <a:gd name="connsiteX319" fmla="*/ 380614 w 591813"/>
                    <a:gd name="connsiteY319" fmla="*/ 498482 h 626109"/>
                    <a:gd name="connsiteX320" fmla="*/ 380996 w 591813"/>
                    <a:gd name="connsiteY320" fmla="*/ 497717 h 626109"/>
                    <a:gd name="connsiteX321" fmla="*/ 381401 w 591813"/>
                    <a:gd name="connsiteY321" fmla="*/ 496975 h 626109"/>
                    <a:gd name="connsiteX322" fmla="*/ 381783 w 591813"/>
                    <a:gd name="connsiteY322" fmla="*/ 496210 h 626109"/>
                    <a:gd name="connsiteX323" fmla="*/ 382188 w 591813"/>
                    <a:gd name="connsiteY323" fmla="*/ 495445 h 626109"/>
                    <a:gd name="connsiteX324" fmla="*/ 382570 w 591813"/>
                    <a:gd name="connsiteY324" fmla="*/ 494703 h 626109"/>
                    <a:gd name="connsiteX325" fmla="*/ 382975 w 591813"/>
                    <a:gd name="connsiteY325" fmla="*/ 493939 h 626109"/>
                    <a:gd name="connsiteX326" fmla="*/ 383357 w 591813"/>
                    <a:gd name="connsiteY326" fmla="*/ 493174 h 626109"/>
                    <a:gd name="connsiteX327" fmla="*/ 383762 w 591813"/>
                    <a:gd name="connsiteY327" fmla="*/ 492432 h 626109"/>
                    <a:gd name="connsiteX328" fmla="*/ 384167 w 591813"/>
                    <a:gd name="connsiteY328" fmla="*/ 491667 h 626109"/>
                    <a:gd name="connsiteX329" fmla="*/ 384549 w 591813"/>
                    <a:gd name="connsiteY329" fmla="*/ 490903 h 626109"/>
                    <a:gd name="connsiteX330" fmla="*/ 384954 w 591813"/>
                    <a:gd name="connsiteY330" fmla="*/ 490138 h 626109"/>
                    <a:gd name="connsiteX331" fmla="*/ 385336 w 591813"/>
                    <a:gd name="connsiteY331" fmla="*/ 489396 h 626109"/>
                    <a:gd name="connsiteX332" fmla="*/ 385741 w 591813"/>
                    <a:gd name="connsiteY332" fmla="*/ 488631 h 626109"/>
                    <a:gd name="connsiteX333" fmla="*/ 386124 w 591813"/>
                    <a:gd name="connsiteY333" fmla="*/ 487866 h 626109"/>
                    <a:gd name="connsiteX334" fmla="*/ 386528 w 591813"/>
                    <a:gd name="connsiteY334" fmla="*/ 487102 h 626109"/>
                    <a:gd name="connsiteX335" fmla="*/ 386933 w 591813"/>
                    <a:gd name="connsiteY335" fmla="*/ 486360 h 626109"/>
                    <a:gd name="connsiteX336" fmla="*/ 387316 w 591813"/>
                    <a:gd name="connsiteY336" fmla="*/ 485595 h 626109"/>
                    <a:gd name="connsiteX337" fmla="*/ 387720 w 591813"/>
                    <a:gd name="connsiteY337" fmla="*/ 484830 h 626109"/>
                    <a:gd name="connsiteX338" fmla="*/ 388102 w 591813"/>
                    <a:gd name="connsiteY338" fmla="*/ 484066 h 626109"/>
                    <a:gd name="connsiteX339" fmla="*/ 388508 w 591813"/>
                    <a:gd name="connsiteY339" fmla="*/ 483301 h 626109"/>
                    <a:gd name="connsiteX340" fmla="*/ 388890 w 591813"/>
                    <a:gd name="connsiteY340" fmla="*/ 482536 h 626109"/>
                    <a:gd name="connsiteX341" fmla="*/ 389294 w 591813"/>
                    <a:gd name="connsiteY341" fmla="*/ 481772 h 626109"/>
                    <a:gd name="connsiteX342" fmla="*/ 389677 w 591813"/>
                    <a:gd name="connsiteY342" fmla="*/ 481007 h 626109"/>
                    <a:gd name="connsiteX343" fmla="*/ 390082 w 591813"/>
                    <a:gd name="connsiteY343" fmla="*/ 480243 h 626109"/>
                    <a:gd name="connsiteX344" fmla="*/ 390486 w 591813"/>
                    <a:gd name="connsiteY344" fmla="*/ 479478 h 626109"/>
                    <a:gd name="connsiteX345" fmla="*/ 390869 w 591813"/>
                    <a:gd name="connsiteY345" fmla="*/ 478713 h 626109"/>
                    <a:gd name="connsiteX346" fmla="*/ 391274 w 591813"/>
                    <a:gd name="connsiteY346" fmla="*/ 477949 h 626109"/>
                    <a:gd name="connsiteX347" fmla="*/ 391656 w 591813"/>
                    <a:gd name="connsiteY347" fmla="*/ 477184 h 626109"/>
                    <a:gd name="connsiteX348" fmla="*/ 392061 w 591813"/>
                    <a:gd name="connsiteY348" fmla="*/ 476419 h 626109"/>
                    <a:gd name="connsiteX349" fmla="*/ 392443 w 591813"/>
                    <a:gd name="connsiteY349" fmla="*/ 475655 h 626109"/>
                    <a:gd name="connsiteX350" fmla="*/ 392848 w 591813"/>
                    <a:gd name="connsiteY350" fmla="*/ 474867 h 626109"/>
                    <a:gd name="connsiteX351" fmla="*/ 393230 w 591813"/>
                    <a:gd name="connsiteY351" fmla="*/ 474103 h 626109"/>
                    <a:gd name="connsiteX352" fmla="*/ 393635 w 591813"/>
                    <a:gd name="connsiteY352" fmla="*/ 473338 h 626109"/>
                    <a:gd name="connsiteX353" fmla="*/ 394040 w 591813"/>
                    <a:gd name="connsiteY353" fmla="*/ 472574 h 626109"/>
                    <a:gd name="connsiteX354" fmla="*/ 394422 w 591813"/>
                    <a:gd name="connsiteY354" fmla="*/ 471809 h 626109"/>
                    <a:gd name="connsiteX355" fmla="*/ 394827 w 591813"/>
                    <a:gd name="connsiteY355" fmla="*/ 471044 h 626109"/>
                    <a:gd name="connsiteX356" fmla="*/ 395209 w 591813"/>
                    <a:gd name="connsiteY356" fmla="*/ 470257 h 626109"/>
                    <a:gd name="connsiteX357" fmla="*/ 395614 w 591813"/>
                    <a:gd name="connsiteY357" fmla="*/ 469492 h 626109"/>
                    <a:gd name="connsiteX358" fmla="*/ 395996 w 591813"/>
                    <a:gd name="connsiteY358" fmla="*/ 468728 h 626109"/>
                    <a:gd name="connsiteX359" fmla="*/ 396401 w 591813"/>
                    <a:gd name="connsiteY359" fmla="*/ 467963 h 626109"/>
                    <a:gd name="connsiteX360" fmla="*/ 396784 w 591813"/>
                    <a:gd name="connsiteY360" fmla="*/ 467199 h 626109"/>
                    <a:gd name="connsiteX361" fmla="*/ 397188 w 591813"/>
                    <a:gd name="connsiteY361" fmla="*/ 466434 h 626109"/>
                    <a:gd name="connsiteX362" fmla="*/ 397593 w 591813"/>
                    <a:gd name="connsiteY362" fmla="*/ 465669 h 626109"/>
                    <a:gd name="connsiteX363" fmla="*/ 397976 w 591813"/>
                    <a:gd name="connsiteY363" fmla="*/ 464905 h 626109"/>
                    <a:gd name="connsiteX364" fmla="*/ 398380 w 591813"/>
                    <a:gd name="connsiteY364" fmla="*/ 464140 h 626109"/>
                    <a:gd name="connsiteX365" fmla="*/ 398762 w 591813"/>
                    <a:gd name="connsiteY365" fmla="*/ 463398 h 626109"/>
                    <a:gd name="connsiteX366" fmla="*/ 399168 w 591813"/>
                    <a:gd name="connsiteY366" fmla="*/ 462633 h 626109"/>
                    <a:gd name="connsiteX367" fmla="*/ 399550 w 591813"/>
                    <a:gd name="connsiteY367" fmla="*/ 461891 h 626109"/>
                    <a:gd name="connsiteX368" fmla="*/ 399954 w 591813"/>
                    <a:gd name="connsiteY368" fmla="*/ 461149 h 626109"/>
                    <a:gd name="connsiteX369" fmla="*/ 400359 w 591813"/>
                    <a:gd name="connsiteY369" fmla="*/ 460407 h 626109"/>
                    <a:gd name="connsiteX370" fmla="*/ 400742 w 591813"/>
                    <a:gd name="connsiteY370" fmla="*/ 459665 h 626109"/>
                    <a:gd name="connsiteX371" fmla="*/ 401146 w 591813"/>
                    <a:gd name="connsiteY371" fmla="*/ 458922 h 626109"/>
                    <a:gd name="connsiteX372" fmla="*/ 401529 w 591813"/>
                    <a:gd name="connsiteY372" fmla="*/ 458180 h 626109"/>
                    <a:gd name="connsiteX373" fmla="*/ 401934 w 591813"/>
                    <a:gd name="connsiteY373" fmla="*/ 457438 h 626109"/>
                    <a:gd name="connsiteX374" fmla="*/ 402316 w 591813"/>
                    <a:gd name="connsiteY374" fmla="*/ 456696 h 626109"/>
                    <a:gd name="connsiteX375" fmla="*/ 402721 w 591813"/>
                    <a:gd name="connsiteY375" fmla="*/ 455954 h 626109"/>
                    <a:gd name="connsiteX376" fmla="*/ 403103 w 591813"/>
                    <a:gd name="connsiteY376" fmla="*/ 455234 h 626109"/>
                    <a:gd name="connsiteX377" fmla="*/ 403485 w 591813"/>
                    <a:gd name="connsiteY377" fmla="*/ 454492 h 626109"/>
                    <a:gd name="connsiteX378" fmla="*/ 403913 w 591813"/>
                    <a:gd name="connsiteY378" fmla="*/ 453750 h 626109"/>
                    <a:gd name="connsiteX379" fmla="*/ 404295 w 591813"/>
                    <a:gd name="connsiteY379" fmla="*/ 453030 h 626109"/>
                    <a:gd name="connsiteX380" fmla="*/ 404677 w 591813"/>
                    <a:gd name="connsiteY380" fmla="*/ 452310 h 626109"/>
                    <a:gd name="connsiteX381" fmla="*/ 405060 w 591813"/>
                    <a:gd name="connsiteY381" fmla="*/ 451568 h 626109"/>
                    <a:gd name="connsiteX382" fmla="*/ 405464 w 591813"/>
                    <a:gd name="connsiteY382" fmla="*/ 450849 h 626109"/>
                    <a:gd name="connsiteX383" fmla="*/ 405847 w 591813"/>
                    <a:gd name="connsiteY383" fmla="*/ 450129 h 626109"/>
                    <a:gd name="connsiteX384" fmla="*/ 406252 w 591813"/>
                    <a:gd name="connsiteY384" fmla="*/ 449409 h 626109"/>
                    <a:gd name="connsiteX385" fmla="*/ 406634 w 591813"/>
                    <a:gd name="connsiteY385" fmla="*/ 448667 h 626109"/>
                    <a:gd name="connsiteX386" fmla="*/ 407039 w 591813"/>
                    <a:gd name="connsiteY386" fmla="*/ 447947 h 626109"/>
                    <a:gd name="connsiteX387" fmla="*/ 407444 w 591813"/>
                    <a:gd name="connsiteY387" fmla="*/ 447228 h 626109"/>
                    <a:gd name="connsiteX388" fmla="*/ 407826 w 591813"/>
                    <a:gd name="connsiteY388" fmla="*/ 446508 h 626109"/>
                    <a:gd name="connsiteX389" fmla="*/ 408230 w 591813"/>
                    <a:gd name="connsiteY389" fmla="*/ 445788 h 626109"/>
                    <a:gd name="connsiteX390" fmla="*/ 408613 w 591813"/>
                    <a:gd name="connsiteY390" fmla="*/ 445069 h 626109"/>
                    <a:gd name="connsiteX391" fmla="*/ 409018 w 591813"/>
                    <a:gd name="connsiteY391" fmla="*/ 444349 h 626109"/>
                    <a:gd name="connsiteX392" fmla="*/ 409400 w 591813"/>
                    <a:gd name="connsiteY392" fmla="*/ 443652 h 626109"/>
                    <a:gd name="connsiteX393" fmla="*/ 409805 w 591813"/>
                    <a:gd name="connsiteY393" fmla="*/ 442932 h 626109"/>
                    <a:gd name="connsiteX394" fmla="*/ 410187 w 591813"/>
                    <a:gd name="connsiteY394" fmla="*/ 442213 h 626109"/>
                    <a:gd name="connsiteX395" fmla="*/ 410592 w 591813"/>
                    <a:gd name="connsiteY395" fmla="*/ 441493 h 626109"/>
                    <a:gd name="connsiteX396" fmla="*/ 410997 w 591813"/>
                    <a:gd name="connsiteY396" fmla="*/ 440773 h 626109"/>
                    <a:gd name="connsiteX397" fmla="*/ 411379 w 591813"/>
                    <a:gd name="connsiteY397" fmla="*/ 440076 h 626109"/>
                    <a:gd name="connsiteX398" fmla="*/ 411784 w 591813"/>
                    <a:gd name="connsiteY398" fmla="*/ 439356 h 626109"/>
                    <a:gd name="connsiteX399" fmla="*/ 412166 w 591813"/>
                    <a:gd name="connsiteY399" fmla="*/ 438637 h 626109"/>
                    <a:gd name="connsiteX400" fmla="*/ 412571 w 591813"/>
                    <a:gd name="connsiteY400" fmla="*/ 437940 h 626109"/>
                    <a:gd name="connsiteX401" fmla="*/ 412953 w 591813"/>
                    <a:gd name="connsiteY401" fmla="*/ 437220 h 626109"/>
                    <a:gd name="connsiteX402" fmla="*/ 413358 w 591813"/>
                    <a:gd name="connsiteY402" fmla="*/ 436523 h 626109"/>
                    <a:gd name="connsiteX403" fmla="*/ 413741 w 591813"/>
                    <a:gd name="connsiteY403" fmla="*/ 435826 h 626109"/>
                    <a:gd name="connsiteX404" fmla="*/ 414145 w 591813"/>
                    <a:gd name="connsiteY404" fmla="*/ 435106 h 626109"/>
                    <a:gd name="connsiteX405" fmla="*/ 414550 w 591813"/>
                    <a:gd name="connsiteY405" fmla="*/ 434409 h 626109"/>
                    <a:gd name="connsiteX406" fmla="*/ 414933 w 591813"/>
                    <a:gd name="connsiteY406" fmla="*/ 433712 h 626109"/>
                    <a:gd name="connsiteX407" fmla="*/ 415337 w 591813"/>
                    <a:gd name="connsiteY407" fmla="*/ 433014 h 626109"/>
                    <a:gd name="connsiteX408" fmla="*/ 415720 w 591813"/>
                    <a:gd name="connsiteY408" fmla="*/ 432317 h 626109"/>
                    <a:gd name="connsiteX409" fmla="*/ 416124 w 591813"/>
                    <a:gd name="connsiteY409" fmla="*/ 431620 h 626109"/>
                    <a:gd name="connsiteX410" fmla="*/ 416507 w 591813"/>
                    <a:gd name="connsiteY410" fmla="*/ 430923 h 626109"/>
                    <a:gd name="connsiteX411" fmla="*/ 416912 w 591813"/>
                    <a:gd name="connsiteY411" fmla="*/ 430226 h 626109"/>
                    <a:gd name="connsiteX412" fmla="*/ 417316 w 591813"/>
                    <a:gd name="connsiteY412" fmla="*/ 429529 h 626109"/>
                    <a:gd name="connsiteX413" fmla="*/ 417699 w 591813"/>
                    <a:gd name="connsiteY413" fmla="*/ 428831 h 626109"/>
                    <a:gd name="connsiteX414" fmla="*/ 418104 w 591813"/>
                    <a:gd name="connsiteY414" fmla="*/ 428134 h 626109"/>
                    <a:gd name="connsiteX415" fmla="*/ 418486 w 591813"/>
                    <a:gd name="connsiteY415" fmla="*/ 427437 h 626109"/>
                    <a:gd name="connsiteX416" fmla="*/ 418890 w 591813"/>
                    <a:gd name="connsiteY416" fmla="*/ 426740 h 626109"/>
                    <a:gd name="connsiteX417" fmla="*/ 419273 w 591813"/>
                    <a:gd name="connsiteY417" fmla="*/ 426043 h 626109"/>
                    <a:gd name="connsiteX418" fmla="*/ 419678 w 591813"/>
                    <a:gd name="connsiteY418" fmla="*/ 425345 h 626109"/>
                    <a:gd name="connsiteX419" fmla="*/ 420060 w 591813"/>
                    <a:gd name="connsiteY419" fmla="*/ 424648 h 626109"/>
                    <a:gd name="connsiteX420" fmla="*/ 420465 w 591813"/>
                    <a:gd name="connsiteY420" fmla="*/ 423951 h 626109"/>
                    <a:gd name="connsiteX421" fmla="*/ 420870 w 591813"/>
                    <a:gd name="connsiteY421" fmla="*/ 423254 h 626109"/>
                    <a:gd name="connsiteX422" fmla="*/ 421252 w 591813"/>
                    <a:gd name="connsiteY422" fmla="*/ 422557 h 626109"/>
                    <a:gd name="connsiteX423" fmla="*/ 421657 w 591813"/>
                    <a:gd name="connsiteY423" fmla="*/ 421860 h 626109"/>
                    <a:gd name="connsiteX424" fmla="*/ 422039 w 591813"/>
                    <a:gd name="connsiteY424" fmla="*/ 421162 h 626109"/>
                    <a:gd name="connsiteX425" fmla="*/ 422444 w 591813"/>
                    <a:gd name="connsiteY425" fmla="*/ 420465 h 626109"/>
                    <a:gd name="connsiteX426" fmla="*/ 422826 w 591813"/>
                    <a:gd name="connsiteY426" fmla="*/ 419768 h 626109"/>
                    <a:gd name="connsiteX427" fmla="*/ 423231 w 591813"/>
                    <a:gd name="connsiteY427" fmla="*/ 419048 h 626109"/>
                    <a:gd name="connsiteX428" fmla="*/ 423613 w 591813"/>
                    <a:gd name="connsiteY428" fmla="*/ 418351 h 626109"/>
                    <a:gd name="connsiteX429" fmla="*/ 424018 w 591813"/>
                    <a:gd name="connsiteY429" fmla="*/ 417654 h 626109"/>
                    <a:gd name="connsiteX430" fmla="*/ 424423 w 591813"/>
                    <a:gd name="connsiteY430" fmla="*/ 416934 h 626109"/>
                    <a:gd name="connsiteX431" fmla="*/ 424806 w 591813"/>
                    <a:gd name="connsiteY431" fmla="*/ 416237 h 626109"/>
                    <a:gd name="connsiteX432" fmla="*/ 425210 w 591813"/>
                    <a:gd name="connsiteY432" fmla="*/ 415540 h 626109"/>
                    <a:gd name="connsiteX433" fmla="*/ 425593 w 591813"/>
                    <a:gd name="connsiteY433" fmla="*/ 414820 h 626109"/>
                    <a:gd name="connsiteX434" fmla="*/ 425998 w 591813"/>
                    <a:gd name="connsiteY434" fmla="*/ 414123 h 626109"/>
                    <a:gd name="connsiteX435" fmla="*/ 426380 w 591813"/>
                    <a:gd name="connsiteY435" fmla="*/ 413403 h 626109"/>
                    <a:gd name="connsiteX436" fmla="*/ 426784 w 591813"/>
                    <a:gd name="connsiteY436" fmla="*/ 412706 h 626109"/>
                    <a:gd name="connsiteX437" fmla="*/ 427167 w 591813"/>
                    <a:gd name="connsiteY437" fmla="*/ 411987 h 626109"/>
                    <a:gd name="connsiteX438" fmla="*/ 427572 w 591813"/>
                    <a:gd name="connsiteY438" fmla="*/ 411289 h 626109"/>
                    <a:gd name="connsiteX439" fmla="*/ 427976 w 591813"/>
                    <a:gd name="connsiteY439" fmla="*/ 410592 h 626109"/>
                    <a:gd name="connsiteX440" fmla="*/ 428359 w 591813"/>
                    <a:gd name="connsiteY440" fmla="*/ 409873 h 626109"/>
                    <a:gd name="connsiteX441" fmla="*/ 428764 w 591813"/>
                    <a:gd name="connsiteY441" fmla="*/ 409175 h 626109"/>
                    <a:gd name="connsiteX442" fmla="*/ 429146 w 591813"/>
                    <a:gd name="connsiteY442" fmla="*/ 408478 h 626109"/>
                    <a:gd name="connsiteX443" fmla="*/ 429551 w 591813"/>
                    <a:gd name="connsiteY443" fmla="*/ 407781 h 626109"/>
                    <a:gd name="connsiteX444" fmla="*/ 429933 w 591813"/>
                    <a:gd name="connsiteY444" fmla="*/ 407061 h 626109"/>
                    <a:gd name="connsiteX445" fmla="*/ 430338 w 591813"/>
                    <a:gd name="connsiteY445" fmla="*/ 406364 h 626109"/>
                    <a:gd name="connsiteX446" fmla="*/ 430720 w 591813"/>
                    <a:gd name="connsiteY446" fmla="*/ 405667 h 626109"/>
                    <a:gd name="connsiteX447" fmla="*/ 431125 w 591813"/>
                    <a:gd name="connsiteY447" fmla="*/ 404947 h 626109"/>
                    <a:gd name="connsiteX448" fmla="*/ 431530 w 591813"/>
                    <a:gd name="connsiteY448" fmla="*/ 404250 h 626109"/>
                    <a:gd name="connsiteX449" fmla="*/ 431912 w 591813"/>
                    <a:gd name="connsiteY449" fmla="*/ 403553 h 626109"/>
                    <a:gd name="connsiteX450" fmla="*/ 432317 w 591813"/>
                    <a:gd name="connsiteY450" fmla="*/ 402856 h 626109"/>
                    <a:gd name="connsiteX451" fmla="*/ 432699 w 591813"/>
                    <a:gd name="connsiteY451" fmla="*/ 402136 h 626109"/>
                    <a:gd name="connsiteX452" fmla="*/ 433104 w 591813"/>
                    <a:gd name="connsiteY452" fmla="*/ 401439 h 626109"/>
                    <a:gd name="connsiteX453" fmla="*/ 433487 w 591813"/>
                    <a:gd name="connsiteY453" fmla="*/ 400742 h 626109"/>
                    <a:gd name="connsiteX454" fmla="*/ 433891 w 591813"/>
                    <a:gd name="connsiteY454" fmla="*/ 400022 h 626109"/>
                    <a:gd name="connsiteX455" fmla="*/ 434296 w 591813"/>
                    <a:gd name="connsiteY455" fmla="*/ 399325 h 626109"/>
                    <a:gd name="connsiteX456" fmla="*/ 434678 w 591813"/>
                    <a:gd name="connsiteY456" fmla="*/ 398628 h 626109"/>
                    <a:gd name="connsiteX457" fmla="*/ 435083 w 591813"/>
                    <a:gd name="connsiteY457" fmla="*/ 397931 h 626109"/>
                    <a:gd name="connsiteX458" fmla="*/ 435466 w 591813"/>
                    <a:gd name="connsiteY458" fmla="*/ 397211 h 626109"/>
                    <a:gd name="connsiteX459" fmla="*/ 435870 w 591813"/>
                    <a:gd name="connsiteY459" fmla="*/ 396514 h 626109"/>
                    <a:gd name="connsiteX460" fmla="*/ 436253 w 591813"/>
                    <a:gd name="connsiteY460" fmla="*/ 395817 h 626109"/>
                    <a:gd name="connsiteX461" fmla="*/ 436658 w 591813"/>
                    <a:gd name="connsiteY461" fmla="*/ 395119 h 626109"/>
                    <a:gd name="connsiteX462" fmla="*/ 437040 w 591813"/>
                    <a:gd name="connsiteY462" fmla="*/ 394422 h 626109"/>
                    <a:gd name="connsiteX463" fmla="*/ 437444 w 591813"/>
                    <a:gd name="connsiteY463" fmla="*/ 393748 h 626109"/>
                    <a:gd name="connsiteX464" fmla="*/ 437850 w 591813"/>
                    <a:gd name="connsiteY464" fmla="*/ 393050 h 626109"/>
                    <a:gd name="connsiteX465" fmla="*/ 438232 w 591813"/>
                    <a:gd name="connsiteY465" fmla="*/ 392376 h 626109"/>
                    <a:gd name="connsiteX466" fmla="*/ 438636 w 591813"/>
                    <a:gd name="connsiteY466" fmla="*/ 391701 h 626109"/>
                    <a:gd name="connsiteX467" fmla="*/ 439019 w 591813"/>
                    <a:gd name="connsiteY467" fmla="*/ 391004 h 626109"/>
                    <a:gd name="connsiteX468" fmla="*/ 439424 w 591813"/>
                    <a:gd name="connsiteY468" fmla="*/ 390329 h 626109"/>
                    <a:gd name="connsiteX469" fmla="*/ 439806 w 591813"/>
                    <a:gd name="connsiteY469" fmla="*/ 389677 h 626109"/>
                    <a:gd name="connsiteX470" fmla="*/ 440211 w 591813"/>
                    <a:gd name="connsiteY470" fmla="*/ 389002 h 626109"/>
                    <a:gd name="connsiteX471" fmla="*/ 440593 w 591813"/>
                    <a:gd name="connsiteY471" fmla="*/ 388328 h 626109"/>
                    <a:gd name="connsiteX472" fmla="*/ 440998 w 591813"/>
                    <a:gd name="connsiteY472" fmla="*/ 387675 h 626109"/>
                    <a:gd name="connsiteX473" fmla="*/ 441403 w 591813"/>
                    <a:gd name="connsiteY473" fmla="*/ 387023 h 626109"/>
                    <a:gd name="connsiteX474" fmla="*/ 441785 w 591813"/>
                    <a:gd name="connsiteY474" fmla="*/ 386349 h 626109"/>
                    <a:gd name="connsiteX475" fmla="*/ 442190 w 591813"/>
                    <a:gd name="connsiteY475" fmla="*/ 385696 h 626109"/>
                    <a:gd name="connsiteX476" fmla="*/ 442572 w 591813"/>
                    <a:gd name="connsiteY476" fmla="*/ 385044 h 626109"/>
                    <a:gd name="connsiteX477" fmla="*/ 442977 w 591813"/>
                    <a:gd name="connsiteY477" fmla="*/ 384414 h 626109"/>
                    <a:gd name="connsiteX478" fmla="*/ 443359 w 591813"/>
                    <a:gd name="connsiteY478" fmla="*/ 383762 h 626109"/>
                    <a:gd name="connsiteX479" fmla="*/ 443764 w 591813"/>
                    <a:gd name="connsiteY479" fmla="*/ 383110 h 626109"/>
                    <a:gd name="connsiteX480" fmla="*/ 444147 w 591813"/>
                    <a:gd name="connsiteY480" fmla="*/ 382480 h 626109"/>
                    <a:gd name="connsiteX481" fmla="*/ 444551 w 591813"/>
                    <a:gd name="connsiteY481" fmla="*/ 381828 h 626109"/>
                    <a:gd name="connsiteX482" fmla="*/ 444956 w 591813"/>
                    <a:gd name="connsiteY482" fmla="*/ 381198 h 626109"/>
                    <a:gd name="connsiteX483" fmla="*/ 445338 w 591813"/>
                    <a:gd name="connsiteY483" fmla="*/ 380546 h 626109"/>
                    <a:gd name="connsiteX484" fmla="*/ 445743 w 591813"/>
                    <a:gd name="connsiteY484" fmla="*/ 379916 h 626109"/>
                    <a:gd name="connsiteX485" fmla="*/ 446126 w 591813"/>
                    <a:gd name="connsiteY485" fmla="*/ 379287 h 626109"/>
                    <a:gd name="connsiteX486" fmla="*/ 446530 w 591813"/>
                    <a:gd name="connsiteY486" fmla="*/ 378657 h 626109"/>
                    <a:gd name="connsiteX487" fmla="*/ 446913 w 591813"/>
                    <a:gd name="connsiteY487" fmla="*/ 378027 h 626109"/>
                    <a:gd name="connsiteX488" fmla="*/ 447318 w 591813"/>
                    <a:gd name="connsiteY488" fmla="*/ 377398 h 626109"/>
                    <a:gd name="connsiteX489" fmla="*/ 447722 w 591813"/>
                    <a:gd name="connsiteY489" fmla="*/ 376768 h 626109"/>
                    <a:gd name="connsiteX490" fmla="*/ 448105 w 591813"/>
                    <a:gd name="connsiteY490" fmla="*/ 376138 h 626109"/>
                    <a:gd name="connsiteX491" fmla="*/ 448510 w 591813"/>
                    <a:gd name="connsiteY491" fmla="*/ 375531 h 626109"/>
                    <a:gd name="connsiteX492" fmla="*/ 448892 w 591813"/>
                    <a:gd name="connsiteY492" fmla="*/ 374901 h 626109"/>
                    <a:gd name="connsiteX493" fmla="*/ 449296 w 591813"/>
                    <a:gd name="connsiteY493" fmla="*/ 374294 h 626109"/>
                    <a:gd name="connsiteX494" fmla="*/ 449679 w 591813"/>
                    <a:gd name="connsiteY494" fmla="*/ 373664 h 626109"/>
                    <a:gd name="connsiteX495" fmla="*/ 450084 w 591813"/>
                    <a:gd name="connsiteY495" fmla="*/ 373057 h 626109"/>
                    <a:gd name="connsiteX496" fmla="*/ 450466 w 591813"/>
                    <a:gd name="connsiteY496" fmla="*/ 372450 h 626109"/>
                    <a:gd name="connsiteX497" fmla="*/ 450871 w 591813"/>
                    <a:gd name="connsiteY497" fmla="*/ 371843 h 626109"/>
                    <a:gd name="connsiteX498" fmla="*/ 451276 w 591813"/>
                    <a:gd name="connsiteY498" fmla="*/ 371236 h 626109"/>
                    <a:gd name="connsiteX499" fmla="*/ 451658 w 591813"/>
                    <a:gd name="connsiteY499" fmla="*/ 370628 h 626109"/>
                    <a:gd name="connsiteX500" fmla="*/ 452063 w 591813"/>
                    <a:gd name="connsiteY500" fmla="*/ 370021 h 626109"/>
                    <a:gd name="connsiteX501" fmla="*/ 452445 w 591813"/>
                    <a:gd name="connsiteY501" fmla="*/ 369414 h 626109"/>
                    <a:gd name="connsiteX502" fmla="*/ 452850 w 591813"/>
                    <a:gd name="connsiteY502" fmla="*/ 368784 h 626109"/>
                    <a:gd name="connsiteX503" fmla="*/ 453232 w 591813"/>
                    <a:gd name="connsiteY503" fmla="*/ 368177 h 626109"/>
                    <a:gd name="connsiteX504" fmla="*/ 453637 w 591813"/>
                    <a:gd name="connsiteY504" fmla="*/ 367570 h 626109"/>
                    <a:gd name="connsiteX505" fmla="*/ 454019 w 591813"/>
                    <a:gd name="connsiteY505" fmla="*/ 366962 h 626109"/>
                    <a:gd name="connsiteX506" fmla="*/ 454424 w 591813"/>
                    <a:gd name="connsiteY506" fmla="*/ 366355 h 626109"/>
                    <a:gd name="connsiteX507" fmla="*/ 454829 w 591813"/>
                    <a:gd name="connsiteY507" fmla="*/ 365748 h 626109"/>
                    <a:gd name="connsiteX508" fmla="*/ 455211 w 591813"/>
                    <a:gd name="connsiteY508" fmla="*/ 365141 h 626109"/>
                    <a:gd name="connsiteX509" fmla="*/ 455616 w 591813"/>
                    <a:gd name="connsiteY509" fmla="*/ 364534 h 626109"/>
                    <a:gd name="connsiteX510" fmla="*/ 455998 w 591813"/>
                    <a:gd name="connsiteY510" fmla="*/ 363926 h 626109"/>
                    <a:gd name="connsiteX511" fmla="*/ 456403 w 591813"/>
                    <a:gd name="connsiteY511" fmla="*/ 363342 h 626109"/>
                    <a:gd name="connsiteX512" fmla="*/ 456786 w 591813"/>
                    <a:gd name="connsiteY512" fmla="*/ 362734 h 626109"/>
                    <a:gd name="connsiteX513" fmla="*/ 457190 w 591813"/>
                    <a:gd name="connsiteY513" fmla="*/ 362127 h 626109"/>
                    <a:gd name="connsiteX514" fmla="*/ 457573 w 591813"/>
                    <a:gd name="connsiteY514" fmla="*/ 361543 h 626109"/>
                    <a:gd name="connsiteX515" fmla="*/ 457978 w 591813"/>
                    <a:gd name="connsiteY515" fmla="*/ 360935 h 626109"/>
                    <a:gd name="connsiteX516" fmla="*/ 458382 w 591813"/>
                    <a:gd name="connsiteY516" fmla="*/ 360328 h 626109"/>
                    <a:gd name="connsiteX517" fmla="*/ 458765 w 591813"/>
                    <a:gd name="connsiteY517" fmla="*/ 359743 h 626109"/>
                    <a:gd name="connsiteX518" fmla="*/ 459170 w 591813"/>
                    <a:gd name="connsiteY518" fmla="*/ 359136 h 626109"/>
                    <a:gd name="connsiteX519" fmla="*/ 459552 w 591813"/>
                    <a:gd name="connsiteY519" fmla="*/ 358551 h 626109"/>
                    <a:gd name="connsiteX520" fmla="*/ 459956 w 591813"/>
                    <a:gd name="connsiteY520" fmla="*/ 357967 h 626109"/>
                    <a:gd name="connsiteX521" fmla="*/ 460339 w 591813"/>
                    <a:gd name="connsiteY521" fmla="*/ 357359 h 626109"/>
                    <a:gd name="connsiteX522" fmla="*/ 460744 w 591813"/>
                    <a:gd name="connsiteY522" fmla="*/ 356775 h 626109"/>
                    <a:gd name="connsiteX523" fmla="*/ 461126 w 591813"/>
                    <a:gd name="connsiteY523" fmla="*/ 356190 h 626109"/>
                    <a:gd name="connsiteX524" fmla="*/ 461531 w 591813"/>
                    <a:gd name="connsiteY524" fmla="*/ 355605 h 626109"/>
                    <a:gd name="connsiteX525" fmla="*/ 461936 w 591813"/>
                    <a:gd name="connsiteY525" fmla="*/ 355021 h 626109"/>
                    <a:gd name="connsiteX526" fmla="*/ 462318 w 591813"/>
                    <a:gd name="connsiteY526" fmla="*/ 354413 h 626109"/>
                    <a:gd name="connsiteX527" fmla="*/ 462723 w 591813"/>
                    <a:gd name="connsiteY527" fmla="*/ 353829 h 626109"/>
                    <a:gd name="connsiteX528" fmla="*/ 463105 w 591813"/>
                    <a:gd name="connsiteY528" fmla="*/ 353244 h 626109"/>
                    <a:gd name="connsiteX529" fmla="*/ 463510 w 591813"/>
                    <a:gd name="connsiteY529" fmla="*/ 352659 h 626109"/>
                    <a:gd name="connsiteX530" fmla="*/ 463892 w 591813"/>
                    <a:gd name="connsiteY530" fmla="*/ 352074 h 626109"/>
                    <a:gd name="connsiteX531" fmla="*/ 464297 w 591813"/>
                    <a:gd name="connsiteY531" fmla="*/ 351490 h 626109"/>
                    <a:gd name="connsiteX532" fmla="*/ 464702 w 591813"/>
                    <a:gd name="connsiteY532" fmla="*/ 350905 h 626109"/>
                    <a:gd name="connsiteX533" fmla="*/ 465084 w 591813"/>
                    <a:gd name="connsiteY533" fmla="*/ 350320 h 626109"/>
                    <a:gd name="connsiteX534" fmla="*/ 465489 w 591813"/>
                    <a:gd name="connsiteY534" fmla="*/ 349735 h 626109"/>
                    <a:gd name="connsiteX535" fmla="*/ 465872 w 591813"/>
                    <a:gd name="connsiteY535" fmla="*/ 349151 h 626109"/>
                    <a:gd name="connsiteX536" fmla="*/ 466276 w 591813"/>
                    <a:gd name="connsiteY536" fmla="*/ 348566 h 626109"/>
                    <a:gd name="connsiteX537" fmla="*/ 466659 w 591813"/>
                    <a:gd name="connsiteY537" fmla="*/ 348004 h 626109"/>
                    <a:gd name="connsiteX538" fmla="*/ 467064 w 591813"/>
                    <a:gd name="connsiteY538" fmla="*/ 347419 h 626109"/>
                    <a:gd name="connsiteX539" fmla="*/ 467446 w 591813"/>
                    <a:gd name="connsiteY539" fmla="*/ 346857 h 626109"/>
                    <a:gd name="connsiteX540" fmla="*/ 467850 w 591813"/>
                    <a:gd name="connsiteY540" fmla="*/ 346272 h 626109"/>
                    <a:gd name="connsiteX541" fmla="*/ 468256 w 591813"/>
                    <a:gd name="connsiteY541" fmla="*/ 345710 h 626109"/>
                    <a:gd name="connsiteX542" fmla="*/ 468638 w 591813"/>
                    <a:gd name="connsiteY542" fmla="*/ 345125 h 626109"/>
                    <a:gd name="connsiteX543" fmla="*/ 469042 w 591813"/>
                    <a:gd name="connsiteY543" fmla="*/ 344563 h 626109"/>
                    <a:gd name="connsiteX544" fmla="*/ 469425 w 591813"/>
                    <a:gd name="connsiteY544" fmla="*/ 344001 h 626109"/>
                    <a:gd name="connsiteX545" fmla="*/ 469830 w 591813"/>
                    <a:gd name="connsiteY545" fmla="*/ 343438 h 626109"/>
                    <a:gd name="connsiteX546" fmla="*/ 470212 w 591813"/>
                    <a:gd name="connsiteY546" fmla="*/ 342876 h 626109"/>
                    <a:gd name="connsiteX547" fmla="*/ 470617 w 591813"/>
                    <a:gd name="connsiteY547" fmla="*/ 342314 h 626109"/>
                    <a:gd name="connsiteX548" fmla="*/ 470999 w 591813"/>
                    <a:gd name="connsiteY548" fmla="*/ 341774 h 626109"/>
                    <a:gd name="connsiteX549" fmla="*/ 471404 w 591813"/>
                    <a:gd name="connsiteY549" fmla="*/ 341212 h 626109"/>
                    <a:gd name="connsiteX550" fmla="*/ 471809 w 591813"/>
                    <a:gd name="connsiteY550" fmla="*/ 340650 h 626109"/>
                    <a:gd name="connsiteX551" fmla="*/ 472191 w 591813"/>
                    <a:gd name="connsiteY551" fmla="*/ 340110 h 626109"/>
                    <a:gd name="connsiteX552" fmla="*/ 472596 w 591813"/>
                    <a:gd name="connsiteY552" fmla="*/ 339548 h 626109"/>
                    <a:gd name="connsiteX553" fmla="*/ 472978 w 591813"/>
                    <a:gd name="connsiteY553" fmla="*/ 338985 h 626109"/>
                    <a:gd name="connsiteX554" fmla="*/ 473383 w 591813"/>
                    <a:gd name="connsiteY554" fmla="*/ 338446 h 626109"/>
                    <a:gd name="connsiteX555" fmla="*/ 473765 w 591813"/>
                    <a:gd name="connsiteY555" fmla="*/ 337883 h 626109"/>
                    <a:gd name="connsiteX556" fmla="*/ 474170 w 591813"/>
                    <a:gd name="connsiteY556" fmla="*/ 337344 h 626109"/>
                    <a:gd name="connsiteX557" fmla="*/ 474552 w 591813"/>
                    <a:gd name="connsiteY557" fmla="*/ 336804 h 626109"/>
                    <a:gd name="connsiteX558" fmla="*/ 474957 w 591813"/>
                    <a:gd name="connsiteY558" fmla="*/ 336264 h 626109"/>
                    <a:gd name="connsiteX559" fmla="*/ 475362 w 591813"/>
                    <a:gd name="connsiteY559" fmla="*/ 335702 h 626109"/>
                    <a:gd name="connsiteX560" fmla="*/ 475744 w 591813"/>
                    <a:gd name="connsiteY560" fmla="*/ 335162 h 626109"/>
                    <a:gd name="connsiteX561" fmla="*/ 476149 w 591813"/>
                    <a:gd name="connsiteY561" fmla="*/ 334645 h 626109"/>
                    <a:gd name="connsiteX562" fmla="*/ 476532 w 591813"/>
                    <a:gd name="connsiteY562" fmla="*/ 334105 h 626109"/>
                    <a:gd name="connsiteX563" fmla="*/ 476936 w 591813"/>
                    <a:gd name="connsiteY563" fmla="*/ 333565 h 626109"/>
                    <a:gd name="connsiteX564" fmla="*/ 477319 w 591813"/>
                    <a:gd name="connsiteY564" fmla="*/ 333026 h 626109"/>
                    <a:gd name="connsiteX565" fmla="*/ 477724 w 591813"/>
                    <a:gd name="connsiteY565" fmla="*/ 332508 h 626109"/>
                    <a:gd name="connsiteX566" fmla="*/ 478128 w 591813"/>
                    <a:gd name="connsiteY566" fmla="*/ 331969 h 626109"/>
                    <a:gd name="connsiteX567" fmla="*/ 478510 w 591813"/>
                    <a:gd name="connsiteY567" fmla="*/ 331451 h 626109"/>
                    <a:gd name="connsiteX568" fmla="*/ 478916 w 591813"/>
                    <a:gd name="connsiteY568" fmla="*/ 330934 h 626109"/>
                    <a:gd name="connsiteX569" fmla="*/ 479298 w 591813"/>
                    <a:gd name="connsiteY569" fmla="*/ 330417 h 626109"/>
                    <a:gd name="connsiteX570" fmla="*/ 479702 w 591813"/>
                    <a:gd name="connsiteY570" fmla="*/ 329900 h 626109"/>
                    <a:gd name="connsiteX571" fmla="*/ 480085 w 591813"/>
                    <a:gd name="connsiteY571" fmla="*/ 329382 h 626109"/>
                    <a:gd name="connsiteX572" fmla="*/ 480490 w 591813"/>
                    <a:gd name="connsiteY572" fmla="*/ 328865 h 626109"/>
                    <a:gd name="connsiteX573" fmla="*/ 480872 w 591813"/>
                    <a:gd name="connsiteY573" fmla="*/ 328348 h 626109"/>
                    <a:gd name="connsiteX574" fmla="*/ 481277 w 591813"/>
                    <a:gd name="connsiteY574" fmla="*/ 327831 h 626109"/>
                    <a:gd name="connsiteX575" fmla="*/ 481682 w 591813"/>
                    <a:gd name="connsiteY575" fmla="*/ 327313 h 626109"/>
                    <a:gd name="connsiteX576" fmla="*/ 482064 w 591813"/>
                    <a:gd name="connsiteY576" fmla="*/ 326774 h 626109"/>
                    <a:gd name="connsiteX577" fmla="*/ 482469 w 591813"/>
                    <a:gd name="connsiteY577" fmla="*/ 326256 h 626109"/>
                    <a:gd name="connsiteX578" fmla="*/ 482851 w 591813"/>
                    <a:gd name="connsiteY578" fmla="*/ 325739 h 626109"/>
                    <a:gd name="connsiteX579" fmla="*/ 483256 w 591813"/>
                    <a:gd name="connsiteY579" fmla="*/ 325222 h 626109"/>
                    <a:gd name="connsiteX580" fmla="*/ 483638 w 591813"/>
                    <a:gd name="connsiteY580" fmla="*/ 324705 h 626109"/>
                    <a:gd name="connsiteX581" fmla="*/ 484043 w 591813"/>
                    <a:gd name="connsiteY581" fmla="*/ 324187 h 626109"/>
                    <a:gd name="connsiteX582" fmla="*/ 484425 w 591813"/>
                    <a:gd name="connsiteY582" fmla="*/ 323670 h 626109"/>
                    <a:gd name="connsiteX583" fmla="*/ 484830 w 591813"/>
                    <a:gd name="connsiteY583" fmla="*/ 323153 h 626109"/>
                    <a:gd name="connsiteX584" fmla="*/ 485235 w 591813"/>
                    <a:gd name="connsiteY584" fmla="*/ 322636 h 626109"/>
                    <a:gd name="connsiteX585" fmla="*/ 485617 w 591813"/>
                    <a:gd name="connsiteY585" fmla="*/ 322118 h 626109"/>
                    <a:gd name="connsiteX586" fmla="*/ 486022 w 591813"/>
                    <a:gd name="connsiteY586" fmla="*/ 321601 h 626109"/>
                    <a:gd name="connsiteX587" fmla="*/ 486404 w 591813"/>
                    <a:gd name="connsiteY587" fmla="*/ 321084 h 626109"/>
                    <a:gd name="connsiteX588" fmla="*/ 486809 w 591813"/>
                    <a:gd name="connsiteY588" fmla="*/ 320566 h 626109"/>
                    <a:gd name="connsiteX589" fmla="*/ 487192 w 591813"/>
                    <a:gd name="connsiteY589" fmla="*/ 320049 h 626109"/>
                    <a:gd name="connsiteX590" fmla="*/ 487596 w 591813"/>
                    <a:gd name="connsiteY590" fmla="*/ 319532 h 626109"/>
                    <a:gd name="connsiteX591" fmla="*/ 487979 w 591813"/>
                    <a:gd name="connsiteY591" fmla="*/ 319015 h 626109"/>
                    <a:gd name="connsiteX592" fmla="*/ 488384 w 591813"/>
                    <a:gd name="connsiteY592" fmla="*/ 318497 h 626109"/>
                    <a:gd name="connsiteX593" fmla="*/ 488788 w 591813"/>
                    <a:gd name="connsiteY593" fmla="*/ 317980 h 626109"/>
                    <a:gd name="connsiteX594" fmla="*/ 489170 w 591813"/>
                    <a:gd name="connsiteY594" fmla="*/ 317463 h 626109"/>
                    <a:gd name="connsiteX595" fmla="*/ 489576 w 591813"/>
                    <a:gd name="connsiteY595" fmla="*/ 316946 h 626109"/>
                    <a:gd name="connsiteX596" fmla="*/ 489958 w 591813"/>
                    <a:gd name="connsiteY596" fmla="*/ 316428 h 626109"/>
                    <a:gd name="connsiteX597" fmla="*/ 490362 w 591813"/>
                    <a:gd name="connsiteY597" fmla="*/ 315911 h 626109"/>
                    <a:gd name="connsiteX598" fmla="*/ 490745 w 591813"/>
                    <a:gd name="connsiteY598" fmla="*/ 315394 h 626109"/>
                    <a:gd name="connsiteX599" fmla="*/ 491150 w 591813"/>
                    <a:gd name="connsiteY599" fmla="*/ 314877 h 626109"/>
                    <a:gd name="connsiteX600" fmla="*/ 491532 w 591813"/>
                    <a:gd name="connsiteY600" fmla="*/ 314359 h 626109"/>
                    <a:gd name="connsiteX601" fmla="*/ 491937 w 591813"/>
                    <a:gd name="connsiteY601" fmla="*/ 313842 h 626109"/>
                    <a:gd name="connsiteX602" fmla="*/ 492342 w 591813"/>
                    <a:gd name="connsiteY602" fmla="*/ 313325 h 626109"/>
                    <a:gd name="connsiteX603" fmla="*/ 492724 w 591813"/>
                    <a:gd name="connsiteY603" fmla="*/ 312808 h 626109"/>
                    <a:gd name="connsiteX604" fmla="*/ 493129 w 591813"/>
                    <a:gd name="connsiteY604" fmla="*/ 312290 h 626109"/>
                    <a:gd name="connsiteX605" fmla="*/ 493511 w 591813"/>
                    <a:gd name="connsiteY605" fmla="*/ 311773 h 626109"/>
                    <a:gd name="connsiteX606" fmla="*/ 493916 w 591813"/>
                    <a:gd name="connsiteY606" fmla="*/ 311256 h 626109"/>
                    <a:gd name="connsiteX607" fmla="*/ 494298 w 591813"/>
                    <a:gd name="connsiteY607" fmla="*/ 310739 h 626109"/>
                    <a:gd name="connsiteX608" fmla="*/ 494703 w 591813"/>
                    <a:gd name="connsiteY608" fmla="*/ 310244 h 626109"/>
                    <a:gd name="connsiteX609" fmla="*/ 495108 w 591813"/>
                    <a:gd name="connsiteY609" fmla="*/ 309726 h 626109"/>
                    <a:gd name="connsiteX610" fmla="*/ 495490 w 591813"/>
                    <a:gd name="connsiteY610" fmla="*/ 309209 h 626109"/>
                    <a:gd name="connsiteX611" fmla="*/ 495895 w 591813"/>
                    <a:gd name="connsiteY611" fmla="*/ 308692 h 626109"/>
                    <a:gd name="connsiteX612" fmla="*/ 496277 w 591813"/>
                    <a:gd name="connsiteY612" fmla="*/ 308175 h 626109"/>
                    <a:gd name="connsiteX613" fmla="*/ 496682 w 591813"/>
                    <a:gd name="connsiteY613" fmla="*/ 307657 h 626109"/>
                    <a:gd name="connsiteX614" fmla="*/ 497064 w 591813"/>
                    <a:gd name="connsiteY614" fmla="*/ 307163 h 626109"/>
                    <a:gd name="connsiteX615" fmla="*/ 497469 w 591813"/>
                    <a:gd name="connsiteY615" fmla="*/ 306645 h 626109"/>
                    <a:gd name="connsiteX616" fmla="*/ 497852 w 591813"/>
                    <a:gd name="connsiteY616" fmla="*/ 306128 h 626109"/>
                    <a:gd name="connsiteX617" fmla="*/ 498256 w 591813"/>
                    <a:gd name="connsiteY617" fmla="*/ 305611 h 626109"/>
                    <a:gd name="connsiteX618" fmla="*/ 498662 w 591813"/>
                    <a:gd name="connsiteY618" fmla="*/ 305116 h 626109"/>
                    <a:gd name="connsiteX619" fmla="*/ 499044 w 591813"/>
                    <a:gd name="connsiteY619" fmla="*/ 304599 h 626109"/>
                    <a:gd name="connsiteX620" fmla="*/ 499448 w 591813"/>
                    <a:gd name="connsiteY620" fmla="*/ 304104 h 626109"/>
                    <a:gd name="connsiteX621" fmla="*/ 499831 w 591813"/>
                    <a:gd name="connsiteY621" fmla="*/ 303587 h 626109"/>
                    <a:gd name="connsiteX622" fmla="*/ 500236 w 591813"/>
                    <a:gd name="connsiteY622" fmla="*/ 303092 h 626109"/>
                    <a:gd name="connsiteX623" fmla="*/ 500618 w 591813"/>
                    <a:gd name="connsiteY623" fmla="*/ 302597 h 626109"/>
                    <a:gd name="connsiteX624" fmla="*/ 501022 w 591813"/>
                    <a:gd name="connsiteY624" fmla="*/ 302080 h 626109"/>
                    <a:gd name="connsiteX625" fmla="*/ 501405 w 591813"/>
                    <a:gd name="connsiteY625" fmla="*/ 301585 h 626109"/>
                    <a:gd name="connsiteX626" fmla="*/ 501810 w 591813"/>
                    <a:gd name="connsiteY626" fmla="*/ 301091 h 626109"/>
                    <a:gd name="connsiteX627" fmla="*/ 502214 w 591813"/>
                    <a:gd name="connsiteY627" fmla="*/ 300596 h 626109"/>
                    <a:gd name="connsiteX628" fmla="*/ 502597 w 591813"/>
                    <a:gd name="connsiteY628" fmla="*/ 300101 h 626109"/>
                    <a:gd name="connsiteX629" fmla="*/ 503002 w 591813"/>
                    <a:gd name="connsiteY629" fmla="*/ 299606 h 626109"/>
                    <a:gd name="connsiteX630" fmla="*/ 503384 w 591813"/>
                    <a:gd name="connsiteY630" fmla="*/ 299134 h 626109"/>
                    <a:gd name="connsiteX631" fmla="*/ 503789 w 591813"/>
                    <a:gd name="connsiteY631" fmla="*/ 298639 h 626109"/>
                    <a:gd name="connsiteX632" fmla="*/ 504171 w 591813"/>
                    <a:gd name="connsiteY632" fmla="*/ 298144 h 626109"/>
                    <a:gd name="connsiteX633" fmla="*/ 504576 w 591813"/>
                    <a:gd name="connsiteY633" fmla="*/ 297650 h 626109"/>
                    <a:gd name="connsiteX634" fmla="*/ 504958 w 591813"/>
                    <a:gd name="connsiteY634" fmla="*/ 297155 h 626109"/>
                    <a:gd name="connsiteX635" fmla="*/ 505363 w 591813"/>
                    <a:gd name="connsiteY635" fmla="*/ 296683 h 626109"/>
                    <a:gd name="connsiteX636" fmla="*/ 505768 w 591813"/>
                    <a:gd name="connsiteY636" fmla="*/ 296188 h 626109"/>
                    <a:gd name="connsiteX637" fmla="*/ 506150 w 591813"/>
                    <a:gd name="connsiteY637" fmla="*/ 295693 h 626109"/>
                    <a:gd name="connsiteX638" fmla="*/ 506555 w 591813"/>
                    <a:gd name="connsiteY638" fmla="*/ 295198 h 626109"/>
                    <a:gd name="connsiteX639" fmla="*/ 506938 w 591813"/>
                    <a:gd name="connsiteY639" fmla="*/ 294703 h 626109"/>
                    <a:gd name="connsiteX640" fmla="*/ 507342 w 591813"/>
                    <a:gd name="connsiteY640" fmla="*/ 294231 h 626109"/>
                    <a:gd name="connsiteX641" fmla="*/ 507724 w 591813"/>
                    <a:gd name="connsiteY641" fmla="*/ 293736 h 626109"/>
                    <a:gd name="connsiteX642" fmla="*/ 508130 w 591813"/>
                    <a:gd name="connsiteY642" fmla="*/ 293242 h 626109"/>
                    <a:gd name="connsiteX643" fmla="*/ 508534 w 591813"/>
                    <a:gd name="connsiteY643" fmla="*/ 292747 h 626109"/>
                    <a:gd name="connsiteX644" fmla="*/ 508916 w 591813"/>
                    <a:gd name="connsiteY644" fmla="*/ 292275 h 626109"/>
                    <a:gd name="connsiteX645" fmla="*/ 509322 w 591813"/>
                    <a:gd name="connsiteY645" fmla="*/ 291780 h 626109"/>
                    <a:gd name="connsiteX646" fmla="*/ 509704 w 591813"/>
                    <a:gd name="connsiteY646" fmla="*/ 291308 h 626109"/>
                    <a:gd name="connsiteX647" fmla="*/ 510108 w 591813"/>
                    <a:gd name="connsiteY647" fmla="*/ 290813 h 626109"/>
                    <a:gd name="connsiteX648" fmla="*/ 510491 w 591813"/>
                    <a:gd name="connsiteY648" fmla="*/ 290340 h 626109"/>
                    <a:gd name="connsiteX649" fmla="*/ 510896 w 591813"/>
                    <a:gd name="connsiteY649" fmla="*/ 289846 h 626109"/>
                    <a:gd name="connsiteX650" fmla="*/ 511278 w 591813"/>
                    <a:gd name="connsiteY650" fmla="*/ 289373 h 626109"/>
                    <a:gd name="connsiteX651" fmla="*/ 511683 w 591813"/>
                    <a:gd name="connsiteY651" fmla="*/ 288901 h 626109"/>
                    <a:gd name="connsiteX652" fmla="*/ 512088 w 591813"/>
                    <a:gd name="connsiteY652" fmla="*/ 288429 h 626109"/>
                    <a:gd name="connsiteX653" fmla="*/ 512470 w 591813"/>
                    <a:gd name="connsiteY653" fmla="*/ 287957 h 626109"/>
                    <a:gd name="connsiteX654" fmla="*/ 512875 w 591813"/>
                    <a:gd name="connsiteY654" fmla="*/ 287484 h 626109"/>
                    <a:gd name="connsiteX655" fmla="*/ 513257 w 591813"/>
                    <a:gd name="connsiteY655" fmla="*/ 287012 h 626109"/>
                    <a:gd name="connsiteX656" fmla="*/ 513662 w 591813"/>
                    <a:gd name="connsiteY656" fmla="*/ 286540 h 626109"/>
                    <a:gd name="connsiteX657" fmla="*/ 514044 w 591813"/>
                    <a:gd name="connsiteY657" fmla="*/ 286067 h 626109"/>
                    <a:gd name="connsiteX658" fmla="*/ 514449 w 591813"/>
                    <a:gd name="connsiteY658" fmla="*/ 285595 h 626109"/>
                    <a:gd name="connsiteX659" fmla="*/ 514831 w 591813"/>
                    <a:gd name="connsiteY659" fmla="*/ 285145 h 626109"/>
                    <a:gd name="connsiteX660" fmla="*/ 515236 w 591813"/>
                    <a:gd name="connsiteY660" fmla="*/ 284673 h 626109"/>
                    <a:gd name="connsiteX661" fmla="*/ 515641 w 591813"/>
                    <a:gd name="connsiteY661" fmla="*/ 284201 h 626109"/>
                    <a:gd name="connsiteX662" fmla="*/ 516023 w 591813"/>
                    <a:gd name="connsiteY662" fmla="*/ 283751 h 626109"/>
                    <a:gd name="connsiteX663" fmla="*/ 516428 w 591813"/>
                    <a:gd name="connsiteY663" fmla="*/ 283301 h 626109"/>
                    <a:gd name="connsiteX664" fmla="*/ 516810 w 591813"/>
                    <a:gd name="connsiteY664" fmla="*/ 282829 h 626109"/>
                    <a:gd name="connsiteX665" fmla="*/ 517215 w 591813"/>
                    <a:gd name="connsiteY665" fmla="*/ 282379 h 626109"/>
                    <a:gd name="connsiteX666" fmla="*/ 517598 w 591813"/>
                    <a:gd name="connsiteY666" fmla="*/ 281929 h 626109"/>
                    <a:gd name="connsiteX667" fmla="*/ 518002 w 591813"/>
                    <a:gd name="connsiteY667" fmla="*/ 281480 h 626109"/>
                    <a:gd name="connsiteX668" fmla="*/ 518385 w 591813"/>
                    <a:gd name="connsiteY668" fmla="*/ 281052 h 626109"/>
                    <a:gd name="connsiteX669" fmla="*/ 518790 w 591813"/>
                    <a:gd name="connsiteY669" fmla="*/ 280602 h 626109"/>
                    <a:gd name="connsiteX670" fmla="*/ 519194 w 591813"/>
                    <a:gd name="connsiteY670" fmla="*/ 280153 h 626109"/>
                    <a:gd name="connsiteX671" fmla="*/ 519576 w 591813"/>
                    <a:gd name="connsiteY671" fmla="*/ 279725 h 626109"/>
                    <a:gd name="connsiteX672" fmla="*/ 519982 w 591813"/>
                    <a:gd name="connsiteY672" fmla="*/ 279276 h 626109"/>
                    <a:gd name="connsiteX673" fmla="*/ 520364 w 591813"/>
                    <a:gd name="connsiteY673" fmla="*/ 278826 h 626109"/>
                    <a:gd name="connsiteX674" fmla="*/ 520768 w 591813"/>
                    <a:gd name="connsiteY674" fmla="*/ 278399 h 626109"/>
                    <a:gd name="connsiteX675" fmla="*/ 521151 w 591813"/>
                    <a:gd name="connsiteY675" fmla="*/ 277949 h 626109"/>
                    <a:gd name="connsiteX676" fmla="*/ 521556 w 591813"/>
                    <a:gd name="connsiteY676" fmla="*/ 277521 h 626109"/>
                    <a:gd name="connsiteX677" fmla="*/ 521938 w 591813"/>
                    <a:gd name="connsiteY677" fmla="*/ 277094 h 626109"/>
                    <a:gd name="connsiteX678" fmla="*/ 522343 w 591813"/>
                    <a:gd name="connsiteY678" fmla="*/ 276644 h 626109"/>
                    <a:gd name="connsiteX679" fmla="*/ 522748 w 591813"/>
                    <a:gd name="connsiteY679" fmla="*/ 276217 h 626109"/>
                    <a:gd name="connsiteX680" fmla="*/ 523107 w 591813"/>
                    <a:gd name="connsiteY680" fmla="*/ 275767 h 626109"/>
                    <a:gd name="connsiteX681" fmla="*/ 523535 w 591813"/>
                    <a:gd name="connsiteY681" fmla="*/ 275340 h 626109"/>
                    <a:gd name="connsiteX682" fmla="*/ 523895 w 591813"/>
                    <a:gd name="connsiteY682" fmla="*/ 274913 h 626109"/>
                    <a:gd name="connsiteX683" fmla="*/ 524299 w 591813"/>
                    <a:gd name="connsiteY683" fmla="*/ 274485 h 626109"/>
                    <a:gd name="connsiteX684" fmla="*/ 524682 w 591813"/>
                    <a:gd name="connsiteY684" fmla="*/ 274058 h 626109"/>
                    <a:gd name="connsiteX685" fmla="*/ 525087 w 591813"/>
                    <a:gd name="connsiteY685" fmla="*/ 273631 h 626109"/>
                    <a:gd name="connsiteX686" fmla="*/ 525491 w 591813"/>
                    <a:gd name="connsiteY686" fmla="*/ 273203 h 626109"/>
                    <a:gd name="connsiteX687" fmla="*/ 525874 w 591813"/>
                    <a:gd name="connsiteY687" fmla="*/ 272799 h 626109"/>
                    <a:gd name="connsiteX688" fmla="*/ 526278 w 591813"/>
                    <a:gd name="connsiteY688" fmla="*/ 272371 h 626109"/>
                    <a:gd name="connsiteX689" fmla="*/ 526661 w 591813"/>
                    <a:gd name="connsiteY689" fmla="*/ 271944 h 626109"/>
                    <a:gd name="connsiteX690" fmla="*/ 527066 w 591813"/>
                    <a:gd name="connsiteY690" fmla="*/ 271539 h 626109"/>
                    <a:gd name="connsiteX691" fmla="*/ 527448 w 591813"/>
                    <a:gd name="connsiteY691" fmla="*/ 271112 h 626109"/>
                    <a:gd name="connsiteX692" fmla="*/ 527853 w 591813"/>
                    <a:gd name="connsiteY692" fmla="*/ 270707 h 626109"/>
                    <a:gd name="connsiteX693" fmla="*/ 528235 w 591813"/>
                    <a:gd name="connsiteY693" fmla="*/ 270280 h 626109"/>
                    <a:gd name="connsiteX694" fmla="*/ 528640 w 591813"/>
                    <a:gd name="connsiteY694" fmla="*/ 269875 h 626109"/>
                    <a:gd name="connsiteX695" fmla="*/ 529045 w 591813"/>
                    <a:gd name="connsiteY695" fmla="*/ 269470 h 626109"/>
                    <a:gd name="connsiteX696" fmla="*/ 529427 w 591813"/>
                    <a:gd name="connsiteY696" fmla="*/ 269065 h 626109"/>
                    <a:gd name="connsiteX697" fmla="*/ 529832 w 591813"/>
                    <a:gd name="connsiteY697" fmla="*/ 268661 h 626109"/>
                    <a:gd name="connsiteX698" fmla="*/ 530214 w 591813"/>
                    <a:gd name="connsiteY698" fmla="*/ 268256 h 626109"/>
                    <a:gd name="connsiteX699" fmla="*/ 530619 w 591813"/>
                    <a:gd name="connsiteY699" fmla="*/ 267851 h 626109"/>
                    <a:gd name="connsiteX700" fmla="*/ 531001 w 591813"/>
                    <a:gd name="connsiteY700" fmla="*/ 267446 h 626109"/>
                    <a:gd name="connsiteX701" fmla="*/ 531406 w 591813"/>
                    <a:gd name="connsiteY701" fmla="*/ 267064 h 626109"/>
                    <a:gd name="connsiteX702" fmla="*/ 531789 w 591813"/>
                    <a:gd name="connsiteY702" fmla="*/ 266659 h 626109"/>
                    <a:gd name="connsiteX703" fmla="*/ 532193 w 591813"/>
                    <a:gd name="connsiteY703" fmla="*/ 266254 h 626109"/>
                    <a:gd name="connsiteX704" fmla="*/ 532598 w 591813"/>
                    <a:gd name="connsiteY704" fmla="*/ 265872 h 626109"/>
                    <a:gd name="connsiteX705" fmla="*/ 532981 w 591813"/>
                    <a:gd name="connsiteY705" fmla="*/ 265489 h 626109"/>
                    <a:gd name="connsiteX706" fmla="*/ 533385 w 591813"/>
                    <a:gd name="connsiteY706" fmla="*/ 265085 h 626109"/>
                    <a:gd name="connsiteX707" fmla="*/ 533767 w 591813"/>
                    <a:gd name="connsiteY707" fmla="*/ 264702 h 626109"/>
                    <a:gd name="connsiteX708" fmla="*/ 534172 w 591813"/>
                    <a:gd name="connsiteY708" fmla="*/ 264320 h 626109"/>
                    <a:gd name="connsiteX709" fmla="*/ 534555 w 591813"/>
                    <a:gd name="connsiteY709" fmla="*/ 263938 h 626109"/>
                    <a:gd name="connsiteX710" fmla="*/ 534959 w 591813"/>
                    <a:gd name="connsiteY710" fmla="*/ 263555 h 626109"/>
                    <a:gd name="connsiteX711" fmla="*/ 535342 w 591813"/>
                    <a:gd name="connsiteY711" fmla="*/ 263173 h 626109"/>
                    <a:gd name="connsiteX712" fmla="*/ 535747 w 591813"/>
                    <a:gd name="connsiteY712" fmla="*/ 262791 h 626109"/>
                    <a:gd name="connsiteX713" fmla="*/ 536151 w 591813"/>
                    <a:gd name="connsiteY713" fmla="*/ 262431 h 626109"/>
                    <a:gd name="connsiteX714" fmla="*/ 536534 w 591813"/>
                    <a:gd name="connsiteY714" fmla="*/ 262049 h 626109"/>
                    <a:gd name="connsiteX715" fmla="*/ 536939 w 591813"/>
                    <a:gd name="connsiteY715" fmla="*/ 261666 h 626109"/>
                    <a:gd name="connsiteX716" fmla="*/ 537321 w 591813"/>
                    <a:gd name="connsiteY716" fmla="*/ 261284 h 626109"/>
                    <a:gd name="connsiteX717" fmla="*/ 537726 w 591813"/>
                    <a:gd name="connsiteY717" fmla="*/ 260924 h 626109"/>
                    <a:gd name="connsiteX718" fmla="*/ 538108 w 591813"/>
                    <a:gd name="connsiteY718" fmla="*/ 260542 h 626109"/>
                    <a:gd name="connsiteX719" fmla="*/ 538513 w 591813"/>
                    <a:gd name="connsiteY719" fmla="*/ 260159 h 626109"/>
                    <a:gd name="connsiteX720" fmla="*/ 538918 w 591813"/>
                    <a:gd name="connsiteY720" fmla="*/ 259800 h 626109"/>
                    <a:gd name="connsiteX721" fmla="*/ 539300 w 591813"/>
                    <a:gd name="connsiteY721" fmla="*/ 259417 h 626109"/>
                    <a:gd name="connsiteX722" fmla="*/ 539705 w 591813"/>
                    <a:gd name="connsiteY722" fmla="*/ 259057 h 626109"/>
                    <a:gd name="connsiteX723" fmla="*/ 540087 w 591813"/>
                    <a:gd name="connsiteY723" fmla="*/ 258675 h 626109"/>
                    <a:gd name="connsiteX724" fmla="*/ 540492 w 591813"/>
                    <a:gd name="connsiteY724" fmla="*/ 258315 h 626109"/>
                    <a:gd name="connsiteX725" fmla="*/ 540875 w 591813"/>
                    <a:gd name="connsiteY725" fmla="*/ 257933 h 626109"/>
                    <a:gd name="connsiteX726" fmla="*/ 541279 w 591813"/>
                    <a:gd name="connsiteY726" fmla="*/ 257573 h 626109"/>
                    <a:gd name="connsiteX727" fmla="*/ 541661 w 591813"/>
                    <a:gd name="connsiteY727" fmla="*/ 257213 h 626109"/>
                    <a:gd name="connsiteX728" fmla="*/ 542066 w 591813"/>
                    <a:gd name="connsiteY728" fmla="*/ 256831 h 626109"/>
                    <a:gd name="connsiteX729" fmla="*/ 542471 w 591813"/>
                    <a:gd name="connsiteY729" fmla="*/ 256471 h 626109"/>
                    <a:gd name="connsiteX730" fmla="*/ 542853 w 591813"/>
                    <a:gd name="connsiteY730" fmla="*/ 256111 h 626109"/>
                    <a:gd name="connsiteX731" fmla="*/ 543258 w 591813"/>
                    <a:gd name="connsiteY731" fmla="*/ 255729 h 626109"/>
                    <a:gd name="connsiteX732" fmla="*/ 543641 w 591813"/>
                    <a:gd name="connsiteY732" fmla="*/ 255369 h 626109"/>
                    <a:gd name="connsiteX733" fmla="*/ 544045 w 591813"/>
                    <a:gd name="connsiteY733" fmla="*/ 255009 h 626109"/>
                    <a:gd name="connsiteX734" fmla="*/ 544427 w 591813"/>
                    <a:gd name="connsiteY734" fmla="*/ 254627 h 626109"/>
                    <a:gd name="connsiteX735" fmla="*/ 544832 w 591813"/>
                    <a:gd name="connsiteY735" fmla="*/ 254267 h 626109"/>
                    <a:gd name="connsiteX736" fmla="*/ 545215 w 591813"/>
                    <a:gd name="connsiteY736" fmla="*/ 253907 h 626109"/>
                    <a:gd name="connsiteX737" fmla="*/ 545620 w 591813"/>
                    <a:gd name="connsiteY737" fmla="*/ 253548 h 626109"/>
                    <a:gd name="connsiteX738" fmla="*/ 546024 w 591813"/>
                    <a:gd name="connsiteY738" fmla="*/ 253188 h 626109"/>
                    <a:gd name="connsiteX739" fmla="*/ 546407 w 591813"/>
                    <a:gd name="connsiteY739" fmla="*/ 252828 h 626109"/>
                    <a:gd name="connsiteX740" fmla="*/ 546812 w 591813"/>
                    <a:gd name="connsiteY740" fmla="*/ 252468 h 626109"/>
                    <a:gd name="connsiteX741" fmla="*/ 547194 w 591813"/>
                    <a:gd name="connsiteY741" fmla="*/ 252108 h 626109"/>
                    <a:gd name="connsiteX742" fmla="*/ 547599 w 591813"/>
                    <a:gd name="connsiteY742" fmla="*/ 251748 h 626109"/>
                    <a:gd name="connsiteX743" fmla="*/ 547981 w 591813"/>
                    <a:gd name="connsiteY743" fmla="*/ 251389 h 626109"/>
                    <a:gd name="connsiteX744" fmla="*/ 548386 w 591813"/>
                    <a:gd name="connsiteY744" fmla="*/ 251051 h 626109"/>
                    <a:gd name="connsiteX745" fmla="*/ 548768 w 591813"/>
                    <a:gd name="connsiteY745" fmla="*/ 250691 h 626109"/>
                    <a:gd name="connsiteX746" fmla="*/ 549173 w 591813"/>
                    <a:gd name="connsiteY746" fmla="*/ 250332 h 626109"/>
                    <a:gd name="connsiteX747" fmla="*/ 549578 w 591813"/>
                    <a:gd name="connsiteY747" fmla="*/ 249994 h 626109"/>
                    <a:gd name="connsiteX748" fmla="*/ 549960 w 591813"/>
                    <a:gd name="connsiteY748" fmla="*/ 249634 h 626109"/>
                    <a:gd name="connsiteX749" fmla="*/ 550365 w 591813"/>
                    <a:gd name="connsiteY749" fmla="*/ 249275 h 626109"/>
                    <a:gd name="connsiteX750" fmla="*/ 550747 w 591813"/>
                    <a:gd name="connsiteY750" fmla="*/ 248937 h 626109"/>
                    <a:gd name="connsiteX751" fmla="*/ 551152 w 591813"/>
                    <a:gd name="connsiteY751" fmla="*/ 248577 h 626109"/>
                    <a:gd name="connsiteX752" fmla="*/ 551535 w 591813"/>
                    <a:gd name="connsiteY752" fmla="*/ 248218 h 626109"/>
                    <a:gd name="connsiteX753" fmla="*/ 551939 w 591813"/>
                    <a:gd name="connsiteY753" fmla="*/ 247880 h 626109"/>
                    <a:gd name="connsiteX754" fmla="*/ 552321 w 591813"/>
                    <a:gd name="connsiteY754" fmla="*/ 247520 h 626109"/>
                    <a:gd name="connsiteX755" fmla="*/ 552726 w 591813"/>
                    <a:gd name="connsiteY755" fmla="*/ 247183 h 626109"/>
                    <a:gd name="connsiteX756" fmla="*/ 553131 w 591813"/>
                    <a:gd name="connsiteY756" fmla="*/ 246823 h 626109"/>
                    <a:gd name="connsiteX757" fmla="*/ 553513 w 591813"/>
                    <a:gd name="connsiteY757" fmla="*/ 246486 h 626109"/>
                    <a:gd name="connsiteX758" fmla="*/ 553918 w 591813"/>
                    <a:gd name="connsiteY758" fmla="*/ 246126 h 626109"/>
                    <a:gd name="connsiteX759" fmla="*/ 554301 w 591813"/>
                    <a:gd name="connsiteY759" fmla="*/ 245789 h 626109"/>
                    <a:gd name="connsiteX760" fmla="*/ 554705 w 591813"/>
                    <a:gd name="connsiteY760" fmla="*/ 245429 h 626109"/>
                    <a:gd name="connsiteX761" fmla="*/ 555088 w 591813"/>
                    <a:gd name="connsiteY761" fmla="*/ 245091 h 626109"/>
                    <a:gd name="connsiteX762" fmla="*/ 555493 w 591813"/>
                    <a:gd name="connsiteY762" fmla="*/ 244732 h 626109"/>
                    <a:gd name="connsiteX763" fmla="*/ 555897 w 591813"/>
                    <a:gd name="connsiteY763" fmla="*/ 244372 h 626109"/>
                    <a:gd name="connsiteX764" fmla="*/ 556280 w 591813"/>
                    <a:gd name="connsiteY764" fmla="*/ 244034 h 626109"/>
                    <a:gd name="connsiteX765" fmla="*/ 556684 w 591813"/>
                    <a:gd name="connsiteY765" fmla="*/ 243675 h 626109"/>
                    <a:gd name="connsiteX766" fmla="*/ 557067 w 591813"/>
                    <a:gd name="connsiteY766" fmla="*/ 243315 h 626109"/>
                    <a:gd name="connsiteX767" fmla="*/ 557472 w 591813"/>
                    <a:gd name="connsiteY767" fmla="*/ 242932 h 626109"/>
                    <a:gd name="connsiteX768" fmla="*/ 557854 w 591813"/>
                    <a:gd name="connsiteY768" fmla="*/ 242573 h 626109"/>
                    <a:gd name="connsiteX769" fmla="*/ 558259 w 591813"/>
                    <a:gd name="connsiteY769" fmla="*/ 242213 h 626109"/>
                    <a:gd name="connsiteX770" fmla="*/ 558641 w 591813"/>
                    <a:gd name="connsiteY770" fmla="*/ 241830 h 626109"/>
                    <a:gd name="connsiteX771" fmla="*/ 559046 w 591813"/>
                    <a:gd name="connsiteY771" fmla="*/ 241448 h 626109"/>
                    <a:gd name="connsiteX772" fmla="*/ 559450 w 591813"/>
                    <a:gd name="connsiteY772" fmla="*/ 241066 h 626109"/>
                    <a:gd name="connsiteX773" fmla="*/ 559833 w 591813"/>
                    <a:gd name="connsiteY773" fmla="*/ 240683 h 626109"/>
                    <a:gd name="connsiteX774" fmla="*/ 560238 w 591813"/>
                    <a:gd name="connsiteY774" fmla="*/ 240301 h 626109"/>
                    <a:gd name="connsiteX775" fmla="*/ 560620 w 591813"/>
                    <a:gd name="connsiteY775" fmla="*/ 239896 h 626109"/>
                    <a:gd name="connsiteX776" fmla="*/ 561025 w 591813"/>
                    <a:gd name="connsiteY776" fmla="*/ 239514 h 626109"/>
                    <a:gd name="connsiteX777" fmla="*/ 561407 w 591813"/>
                    <a:gd name="connsiteY777" fmla="*/ 239109 h 626109"/>
                    <a:gd name="connsiteX778" fmla="*/ 561812 w 591813"/>
                    <a:gd name="connsiteY778" fmla="*/ 238704 h 626109"/>
                    <a:gd name="connsiteX779" fmla="*/ 562195 w 591813"/>
                    <a:gd name="connsiteY779" fmla="*/ 238322 h 626109"/>
                    <a:gd name="connsiteX780" fmla="*/ 562599 w 591813"/>
                    <a:gd name="connsiteY780" fmla="*/ 237917 h 626109"/>
                    <a:gd name="connsiteX781" fmla="*/ 563004 w 591813"/>
                    <a:gd name="connsiteY781" fmla="*/ 237490 h 626109"/>
                    <a:gd name="connsiteX782" fmla="*/ 563386 w 591813"/>
                    <a:gd name="connsiteY782" fmla="*/ 237085 h 626109"/>
                    <a:gd name="connsiteX783" fmla="*/ 563791 w 591813"/>
                    <a:gd name="connsiteY783" fmla="*/ 236680 h 626109"/>
                    <a:gd name="connsiteX784" fmla="*/ 564173 w 591813"/>
                    <a:gd name="connsiteY784" fmla="*/ 236253 h 626109"/>
                    <a:gd name="connsiteX785" fmla="*/ 564578 w 591813"/>
                    <a:gd name="connsiteY785" fmla="*/ 235826 h 626109"/>
                    <a:gd name="connsiteX786" fmla="*/ 564961 w 591813"/>
                    <a:gd name="connsiteY786" fmla="*/ 235421 h 626109"/>
                    <a:gd name="connsiteX787" fmla="*/ 565365 w 591813"/>
                    <a:gd name="connsiteY787" fmla="*/ 234994 h 626109"/>
                    <a:gd name="connsiteX788" fmla="*/ 565748 w 591813"/>
                    <a:gd name="connsiteY788" fmla="*/ 234566 h 626109"/>
                    <a:gd name="connsiteX789" fmla="*/ 566153 w 591813"/>
                    <a:gd name="connsiteY789" fmla="*/ 234117 h 626109"/>
                    <a:gd name="connsiteX790" fmla="*/ 566557 w 591813"/>
                    <a:gd name="connsiteY790" fmla="*/ 233689 h 626109"/>
                    <a:gd name="connsiteX791" fmla="*/ 566940 w 591813"/>
                    <a:gd name="connsiteY791" fmla="*/ 233262 h 626109"/>
                    <a:gd name="connsiteX792" fmla="*/ 567344 w 591813"/>
                    <a:gd name="connsiteY792" fmla="*/ 232812 h 626109"/>
                    <a:gd name="connsiteX793" fmla="*/ 567727 w 591813"/>
                    <a:gd name="connsiteY793" fmla="*/ 232385 h 626109"/>
                    <a:gd name="connsiteX794" fmla="*/ 568132 w 591813"/>
                    <a:gd name="connsiteY794" fmla="*/ 231935 h 626109"/>
                    <a:gd name="connsiteX795" fmla="*/ 568514 w 591813"/>
                    <a:gd name="connsiteY795" fmla="*/ 231485 h 626109"/>
                    <a:gd name="connsiteX796" fmla="*/ 568919 w 591813"/>
                    <a:gd name="connsiteY796" fmla="*/ 231035 h 626109"/>
                    <a:gd name="connsiteX797" fmla="*/ 569324 w 591813"/>
                    <a:gd name="connsiteY797" fmla="*/ 230586 h 626109"/>
                    <a:gd name="connsiteX798" fmla="*/ 569706 w 591813"/>
                    <a:gd name="connsiteY798" fmla="*/ 230113 h 626109"/>
                    <a:gd name="connsiteX799" fmla="*/ 570111 w 591813"/>
                    <a:gd name="connsiteY799" fmla="*/ 229641 h 626109"/>
                    <a:gd name="connsiteX800" fmla="*/ 570493 w 591813"/>
                    <a:gd name="connsiteY800" fmla="*/ 229169 h 626109"/>
                    <a:gd name="connsiteX801" fmla="*/ 570898 w 591813"/>
                    <a:gd name="connsiteY801" fmla="*/ 228697 h 626109"/>
                    <a:gd name="connsiteX802" fmla="*/ 571280 w 591813"/>
                    <a:gd name="connsiteY802" fmla="*/ 228202 h 626109"/>
                    <a:gd name="connsiteX803" fmla="*/ 571685 w 591813"/>
                    <a:gd name="connsiteY803" fmla="*/ 227707 h 626109"/>
                    <a:gd name="connsiteX804" fmla="*/ 572067 w 591813"/>
                    <a:gd name="connsiteY804" fmla="*/ 227212 h 626109"/>
                    <a:gd name="connsiteX805" fmla="*/ 572472 w 591813"/>
                    <a:gd name="connsiteY805" fmla="*/ 226695 h 626109"/>
                    <a:gd name="connsiteX806" fmla="*/ 572877 w 591813"/>
                    <a:gd name="connsiteY806" fmla="*/ 226178 h 626109"/>
                    <a:gd name="connsiteX807" fmla="*/ 573259 w 591813"/>
                    <a:gd name="connsiteY807" fmla="*/ 225660 h 626109"/>
                    <a:gd name="connsiteX808" fmla="*/ 573664 w 591813"/>
                    <a:gd name="connsiteY808" fmla="*/ 225121 h 626109"/>
                    <a:gd name="connsiteX809" fmla="*/ 574047 w 591813"/>
                    <a:gd name="connsiteY809" fmla="*/ 224558 h 626109"/>
                    <a:gd name="connsiteX810" fmla="*/ 574451 w 591813"/>
                    <a:gd name="connsiteY810" fmla="*/ 224019 h 626109"/>
                    <a:gd name="connsiteX811" fmla="*/ 574833 w 591813"/>
                    <a:gd name="connsiteY811" fmla="*/ 223434 h 626109"/>
                    <a:gd name="connsiteX812" fmla="*/ 575238 w 591813"/>
                    <a:gd name="connsiteY812" fmla="*/ 222849 h 626109"/>
                    <a:gd name="connsiteX813" fmla="*/ 575621 w 591813"/>
                    <a:gd name="connsiteY813" fmla="*/ 222287 h 626109"/>
                    <a:gd name="connsiteX814" fmla="*/ 576025 w 591813"/>
                    <a:gd name="connsiteY814" fmla="*/ 221657 h 626109"/>
                    <a:gd name="connsiteX815" fmla="*/ 576430 w 591813"/>
                    <a:gd name="connsiteY815" fmla="*/ 221050 h 626109"/>
                    <a:gd name="connsiteX816" fmla="*/ 576813 w 591813"/>
                    <a:gd name="connsiteY816" fmla="*/ 220398 h 626109"/>
                    <a:gd name="connsiteX817" fmla="*/ 577217 w 591813"/>
                    <a:gd name="connsiteY817" fmla="*/ 219746 h 626109"/>
                    <a:gd name="connsiteX818" fmla="*/ 577600 w 591813"/>
                    <a:gd name="connsiteY818" fmla="*/ 219071 h 626109"/>
                    <a:gd name="connsiteX819" fmla="*/ 578004 w 591813"/>
                    <a:gd name="connsiteY819" fmla="*/ 218374 h 626109"/>
                    <a:gd name="connsiteX820" fmla="*/ 578387 w 591813"/>
                    <a:gd name="connsiteY820" fmla="*/ 217677 h 626109"/>
                    <a:gd name="connsiteX821" fmla="*/ 578792 w 591813"/>
                    <a:gd name="connsiteY821" fmla="*/ 216957 h 626109"/>
                    <a:gd name="connsiteX822" fmla="*/ 579174 w 591813"/>
                    <a:gd name="connsiteY822" fmla="*/ 216192 h 626109"/>
                    <a:gd name="connsiteX823" fmla="*/ 579579 w 591813"/>
                    <a:gd name="connsiteY823" fmla="*/ 215428 h 626109"/>
                    <a:gd name="connsiteX824" fmla="*/ 579984 w 591813"/>
                    <a:gd name="connsiteY824" fmla="*/ 214641 h 626109"/>
                    <a:gd name="connsiteX825" fmla="*/ 580366 w 591813"/>
                    <a:gd name="connsiteY825" fmla="*/ 213831 h 626109"/>
                    <a:gd name="connsiteX826" fmla="*/ 580771 w 591813"/>
                    <a:gd name="connsiteY826" fmla="*/ 212976 h 626109"/>
                    <a:gd name="connsiteX827" fmla="*/ 581153 w 591813"/>
                    <a:gd name="connsiteY827" fmla="*/ 212122 h 626109"/>
                    <a:gd name="connsiteX828" fmla="*/ 581558 w 591813"/>
                    <a:gd name="connsiteY828" fmla="*/ 211222 h 626109"/>
                    <a:gd name="connsiteX829" fmla="*/ 581940 w 591813"/>
                    <a:gd name="connsiteY829" fmla="*/ 210300 h 626109"/>
                    <a:gd name="connsiteX830" fmla="*/ 582345 w 591813"/>
                    <a:gd name="connsiteY830" fmla="*/ 209333 h 626109"/>
                    <a:gd name="connsiteX831" fmla="*/ 582727 w 591813"/>
                    <a:gd name="connsiteY831" fmla="*/ 208343 h 626109"/>
                    <a:gd name="connsiteX832" fmla="*/ 583132 w 591813"/>
                    <a:gd name="connsiteY832" fmla="*/ 207309 h 626109"/>
                    <a:gd name="connsiteX833" fmla="*/ 583537 w 591813"/>
                    <a:gd name="connsiteY833" fmla="*/ 206229 h 626109"/>
                    <a:gd name="connsiteX834" fmla="*/ 583919 w 591813"/>
                    <a:gd name="connsiteY834" fmla="*/ 205127 h 626109"/>
                    <a:gd name="connsiteX835" fmla="*/ 584324 w 591813"/>
                    <a:gd name="connsiteY835" fmla="*/ 203958 h 626109"/>
                    <a:gd name="connsiteX836" fmla="*/ 584707 w 591813"/>
                    <a:gd name="connsiteY836" fmla="*/ 202744 h 626109"/>
                    <a:gd name="connsiteX837" fmla="*/ 585111 w 591813"/>
                    <a:gd name="connsiteY837" fmla="*/ 201484 h 626109"/>
                    <a:gd name="connsiteX838" fmla="*/ 585493 w 591813"/>
                    <a:gd name="connsiteY838" fmla="*/ 200157 h 626109"/>
                    <a:gd name="connsiteX839" fmla="*/ 585898 w 591813"/>
                    <a:gd name="connsiteY839" fmla="*/ 198785 h 626109"/>
                    <a:gd name="connsiteX840" fmla="*/ 586303 w 591813"/>
                    <a:gd name="connsiteY840" fmla="*/ 197346 h 626109"/>
                    <a:gd name="connsiteX841" fmla="*/ 586686 w 591813"/>
                    <a:gd name="connsiteY841" fmla="*/ 195839 h 626109"/>
                    <a:gd name="connsiteX842" fmla="*/ 587090 w 591813"/>
                    <a:gd name="connsiteY842" fmla="*/ 194265 h 626109"/>
                    <a:gd name="connsiteX843" fmla="*/ 587473 w 591813"/>
                    <a:gd name="connsiteY843" fmla="*/ 192623 h 626109"/>
                    <a:gd name="connsiteX844" fmla="*/ 587878 w 591813"/>
                    <a:gd name="connsiteY844" fmla="*/ 190869 h 626109"/>
                    <a:gd name="connsiteX845" fmla="*/ 588260 w 591813"/>
                    <a:gd name="connsiteY845" fmla="*/ 189047 h 626109"/>
                    <a:gd name="connsiteX846" fmla="*/ 588665 w 591813"/>
                    <a:gd name="connsiteY846" fmla="*/ 187113 h 626109"/>
                    <a:gd name="connsiteX847" fmla="*/ 589047 w 591813"/>
                    <a:gd name="connsiteY847" fmla="*/ 185089 h 626109"/>
                    <a:gd name="connsiteX848" fmla="*/ 589452 w 591813"/>
                    <a:gd name="connsiteY848" fmla="*/ 182975 h 626109"/>
                    <a:gd name="connsiteX849" fmla="*/ 589856 w 591813"/>
                    <a:gd name="connsiteY849" fmla="*/ 180726 h 626109"/>
                    <a:gd name="connsiteX850" fmla="*/ 590239 w 591813"/>
                    <a:gd name="connsiteY850" fmla="*/ 178387 h 626109"/>
                    <a:gd name="connsiteX851" fmla="*/ 590644 w 591813"/>
                    <a:gd name="connsiteY851" fmla="*/ 175936 h 626109"/>
                    <a:gd name="connsiteX852" fmla="*/ 591026 w 591813"/>
                    <a:gd name="connsiteY852" fmla="*/ 173417 h 626109"/>
                    <a:gd name="connsiteX853" fmla="*/ 591431 w 591813"/>
                    <a:gd name="connsiteY853" fmla="*/ 170538 h 626109"/>
                    <a:gd name="connsiteX854" fmla="*/ 591813 w 591813"/>
                    <a:gd name="connsiteY854" fmla="*/ 166783 h 626109"/>
                    <a:gd name="connsiteX855" fmla="*/ 591813 w 591813"/>
                    <a:gd name="connsiteY855" fmla="*/ 143753 h 626109"/>
                    <a:gd name="connsiteX856" fmla="*/ 591431 w 591813"/>
                    <a:gd name="connsiteY856" fmla="*/ 147082 h 626109"/>
                    <a:gd name="connsiteX857" fmla="*/ 591026 w 591813"/>
                    <a:gd name="connsiteY857" fmla="*/ 149668 h 626109"/>
                    <a:gd name="connsiteX858" fmla="*/ 590644 w 591813"/>
                    <a:gd name="connsiteY858" fmla="*/ 151985 h 626109"/>
                    <a:gd name="connsiteX859" fmla="*/ 590239 w 591813"/>
                    <a:gd name="connsiteY859" fmla="*/ 154234 h 626109"/>
                    <a:gd name="connsiteX860" fmla="*/ 589856 w 591813"/>
                    <a:gd name="connsiteY860" fmla="*/ 156348 h 626109"/>
                    <a:gd name="connsiteX861" fmla="*/ 589452 w 591813"/>
                    <a:gd name="connsiteY861" fmla="*/ 158372 h 626109"/>
                    <a:gd name="connsiteX862" fmla="*/ 589047 w 591813"/>
                    <a:gd name="connsiteY862" fmla="*/ 160283 h 626109"/>
                    <a:gd name="connsiteX863" fmla="*/ 588665 w 591813"/>
                    <a:gd name="connsiteY863" fmla="*/ 162105 h 626109"/>
                    <a:gd name="connsiteX864" fmla="*/ 588260 w 591813"/>
                    <a:gd name="connsiteY864" fmla="*/ 163814 h 626109"/>
                    <a:gd name="connsiteX865" fmla="*/ 587878 w 591813"/>
                    <a:gd name="connsiteY865" fmla="*/ 165456 h 626109"/>
                    <a:gd name="connsiteX866" fmla="*/ 587473 w 591813"/>
                    <a:gd name="connsiteY866" fmla="*/ 167008 h 626109"/>
                    <a:gd name="connsiteX867" fmla="*/ 587090 w 591813"/>
                    <a:gd name="connsiteY867" fmla="*/ 168469 h 626109"/>
                    <a:gd name="connsiteX868" fmla="*/ 586686 w 591813"/>
                    <a:gd name="connsiteY868" fmla="*/ 169841 h 626109"/>
                    <a:gd name="connsiteX869" fmla="*/ 586303 w 591813"/>
                    <a:gd name="connsiteY869" fmla="*/ 171191 h 626109"/>
                    <a:gd name="connsiteX870" fmla="*/ 585898 w 591813"/>
                    <a:gd name="connsiteY870" fmla="*/ 172473 h 626109"/>
                    <a:gd name="connsiteX871" fmla="*/ 585493 w 591813"/>
                    <a:gd name="connsiteY871" fmla="*/ 173687 h 626109"/>
                    <a:gd name="connsiteX872" fmla="*/ 585111 w 591813"/>
                    <a:gd name="connsiteY872" fmla="*/ 174856 h 626109"/>
                    <a:gd name="connsiteX873" fmla="*/ 584707 w 591813"/>
                    <a:gd name="connsiteY873" fmla="*/ 175958 h 626109"/>
                    <a:gd name="connsiteX874" fmla="*/ 584324 w 591813"/>
                    <a:gd name="connsiteY874" fmla="*/ 177038 h 626109"/>
                    <a:gd name="connsiteX875" fmla="*/ 583919 w 591813"/>
                    <a:gd name="connsiteY875" fmla="*/ 178050 h 626109"/>
                    <a:gd name="connsiteX876" fmla="*/ 583537 w 591813"/>
                    <a:gd name="connsiteY876" fmla="*/ 179040 h 626109"/>
                    <a:gd name="connsiteX877" fmla="*/ 583132 w 591813"/>
                    <a:gd name="connsiteY877" fmla="*/ 180007 h 626109"/>
                    <a:gd name="connsiteX878" fmla="*/ 582727 w 591813"/>
                    <a:gd name="connsiteY878" fmla="*/ 180906 h 626109"/>
                    <a:gd name="connsiteX879" fmla="*/ 582345 w 591813"/>
                    <a:gd name="connsiteY879" fmla="*/ 181783 h 626109"/>
                    <a:gd name="connsiteX880" fmla="*/ 581940 w 591813"/>
                    <a:gd name="connsiteY880" fmla="*/ 182638 h 626109"/>
                    <a:gd name="connsiteX881" fmla="*/ 581558 w 591813"/>
                    <a:gd name="connsiteY881" fmla="*/ 183470 h 626109"/>
                    <a:gd name="connsiteX882" fmla="*/ 581153 w 591813"/>
                    <a:gd name="connsiteY882" fmla="*/ 184257 h 626109"/>
                    <a:gd name="connsiteX883" fmla="*/ 580771 w 591813"/>
                    <a:gd name="connsiteY883" fmla="*/ 185044 h 626109"/>
                    <a:gd name="connsiteX884" fmla="*/ 580366 w 591813"/>
                    <a:gd name="connsiteY884" fmla="*/ 185786 h 626109"/>
                    <a:gd name="connsiteX885" fmla="*/ 579984 w 591813"/>
                    <a:gd name="connsiteY885" fmla="*/ 186506 h 626109"/>
                    <a:gd name="connsiteX886" fmla="*/ 579579 w 591813"/>
                    <a:gd name="connsiteY886" fmla="*/ 187226 h 626109"/>
                    <a:gd name="connsiteX887" fmla="*/ 579174 w 591813"/>
                    <a:gd name="connsiteY887" fmla="*/ 187900 h 626109"/>
                    <a:gd name="connsiteX888" fmla="*/ 578792 w 591813"/>
                    <a:gd name="connsiteY888" fmla="*/ 188575 h 626109"/>
                    <a:gd name="connsiteX889" fmla="*/ 578387 w 591813"/>
                    <a:gd name="connsiteY889" fmla="*/ 189227 h 626109"/>
                    <a:gd name="connsiteX890" fmla="*/ 578004 w 591813"/>
                    <a:gd name="connsiteY890" fmla="*/ 189857 h 626109"/>
                    <a:gd name="connsiteX891" fmla="*/ 577600 w 591813"/>
                    <a:gd name="connsiteY891" fmla="*/ 190487 h 626109"/>
                    <a:gd name="connsiteX892" fmla="*/ 577217 w 591813"/>
                    <a:gd name="connsiteY892" fmla="*/ 191094 h 626109"/>
                    <a:gd name="connsiteX893" fmla="*/ 576813 w 591813"/>
                    <a:gd name="connsiteY893" fmla="*/ 191679 h 626109"/>
                    <a:gd name="connsiteX894" fmla="*/ 576430 w 591813"/>
                    <a:gd name="connsiteY894" fmla="*/ 192263 h 626109"/>
                    <a:gd name="connsiteX895" fmla="*/ 576025 w 591813"/>
                    <a:gd name="connsiteY895" fmla="*/ 192826 h 626109"/>
                    <a:gd name="connsiteX896" fmla="*/ 575621 w 591813"/>
                    <a:gd name="connsiteY896" fmla="*/ 193388 h 626109"/>
                    <a:gd name="connsiteX897" fmla="*/ 575238 w 591813"/>
                    <a:gd name="connsiteY897" fmla="*/ 193928 h 626109"/>
                    <a:gd name="connsiteX898" fmla="*/ 574833 w 591813"/>
                    <a:gd name="connsiteY898" fmla="*/ 194445 h 626109"/>
                    <a:gd name="connsiteX899" fmla="*/ 574451 w 591813"/>
                    <a:gd name="connsiteY899" fmla="*/ 194985 h 626109"/>
                    <a:gd name="connsiteX900" fmla="*/ 574047 w 591813"/>
                    <a:gd name="connsiteY900" fmla="*/ 195479 h 626109"/>
                    <a:gd name="connsiteX901" fmla="*/ 573664 w 591813"/>
                    <a:gd name="connsiteY901" fmla="*/ 195997 h 626109"/>
                    <a:gd name="connsiteX902" fmla="*/ 573259 w 591813"/>
                    <a:gd name="connsiteY902" fmla="*/ 196469 h 626109"/>
                    <a:gd name="connsiteX903" fmla="*/ 572877 w 591813"/>
                    <a:gd name="connsiteY903" fmla="*/ 196964 h 626109"/>
                    <a:gd name="connsiteX904" fmla="*/ 572472 w 591813"/>
                    <a:gd name="connsiteY904" fmla="*/ 197436 h 626109"/>
                    <a:gd name="connsiteX905" fmla="*/ 572067 w 591813"/>
                    <a:gd name="connsiteY905" fmla="*/ 197908 h 626109"/>
                    <a:gd name="connsiteX906" fmla="*/ 571685 w 591813"/>
                    <a:gd name="connsiteY906" fmla="*/ 198358 h 626109"/>
                    <a:gd name="connsiteX907" fmla="*/ 571280 w 591813"/>
                    <a:gd name="connsiteY907" fmla="*/ 198808 h 626109"/>
                    <a:gd name="connsiteX908" fmla="*/ 570898 w 591813"/>
                    <a:gd name="connsiteY908" fmla="*/ 199258 h 626109"/>
                    <a:gd name="connsiteX909" fmla="*/ 570493 w 591813"/>
                    <a:gd name="connsiteY909" fmla="*/ 199707 h 626109"/>
                    <a:gd name="connsiteX910" fmla="*/ 570111 w 591813"/>
                    <a:gd name="connsiteY910" fmla="*/ 200135 h 626109"/>
                    <a:gd name="connsiteX911" fmla="*/ 569706 w 591813"/>
                    <a:gd name="connsiteY911" fmla="*/ 200562 h 626109"/>
                    <a:gd name="connsiteX912" fmla="*/ 569324 w 591813"/>
                    <a:gd name="connsiteY912" fmla="*/ 200989 h 626109"/>
                    <a:gd name="connsiteX913" fmla="*/ 568919 w 591813"/>
                    <a:gd name="connsiteY913" fmla="*/ 201417 h 626109"/>
                    <a:gd name="connsiteX914" fmla="*/ 568514 w 591813"/>
                    <a:gd name="connsiteY914" fmla="*/ 201821 h 626109"/>
                    <a:gd name="connsiteX915" fmla="*/ 568132 w 591813"/>
                    <a:gd name="connsiteY915" fmla="*/ 202226 h 626109"/>
                    <a:gd name="connsiteX916" fmla="*/ 567727 w 591813"/>
                    <a:gd name="connsiteY916" fmla="*/ 202631 h 626109"/>
                    <a:gd name="connsiteX917" fmla="*/ 567344 w 591813"/>
                    <a:gd name="connsiteY917" fmla="*/ 203058 h 626109"/>
                    <a:gd name="connsiteX918" fmla="*/ 566940 w 591813"/>
                    <a:gd name="connsiteY918" fmla="*/ 203463 h 626109"/>
                    <a:gd name="connsiteX919" fmla="*/ 566557 w 591813"/>
                    <a:gd name="connsiteY919" fmla="*/ 203846 h 626109"/>
                    <a:gd name="connsiteX920" fmla="*/ 566153 w 591813"/>
                    <a:gd name="connsiteY920" fmla="*/ 204250 h 626109"/>
                    <a:gd name="connsiteX921" fmla="*/ 565748 w 591813"/>
                    <a:gd name="connsiteY921" fmla="*/ 204655 h 626109"/>
                    <a:gd name="connsiteX922" fmla="*/ 565365 w 591813"/>
                    <a:gd name="connsiteY922" fmla="*/ 205060 h 626109"/>
                    <a:gd name="connsiteX923" fmla="*/ 564961 w 591813"/>
                    <a:gd name="connsiteY923" fmla="*/ 205442 h 626109"/>
                    <a:gd name="connsiteX924" fmla="*/ 564578 w 591813"/>
                    <a:gd name="connsiteY924" fmla="*/ 205825 h 626109"/>
                    <a:gd name="connsiteX925" fmla="*/ 564173 w 591813"/>
                    <a:gd name="connsiteY925" fmla="*/ 206229 h 626109"/>
                    <a:gd name="connsiteX926" fmla="*/ 563791 w 591813"/>
                    <a:gd name="connsiteY926" fmla="*/ 206612 h 626109"/>
                    <a:gd name="connsiteX927" fmla="*/ 563386 w 591813"/>
                    <a:gd name="connsiteY927" fmla="*/ 206994 h 626109"/>
                    <a:gd name="connsiteX928" fmla="*/ 563004 w 591813"/>
                    <a:gd name="connsiteY928" fmla="*/ 207376 h 626109"/>
                    <a:gd name="connsiteX929" fmla="*/ 562599 w 591813"/>
                    <a:gd name="connsiteY929" fmla="*/ 207759 h 626109"/>
                    <a:gd name="connsiteX930" fmla="*/ 562195 w 591813"/>
                    <a:gd name="connsiteY930" fmla="*/ 208119 h 626109"/>
                    <a:gd name="connsiteX931" fmla="*/ 561812 w 591813"/>
                    <a:gd name="connsiteY931" fmla="*/ 208501 h 626109"/>
                    <a:gd name="connsiteX932" fmla="*/ 561407 w 591813"/>
                    <a:gd name="connsiteY932" fmla="*/ 208883 h 626109"/>
                    <a:gd name="connsiteX933" fmla="*/ 561025 w 591813"/>
                    <a:gd name="connsiteY933" fmla="*/ 209243 h 626109"/>
                    <a:gd name="connsiteX934" fmla="*/ 560620 w 591813"/>
                    <a:gd name="connsiteY934" fmla="*/ 209603 h 626109"/>
                    <a:gd name="connsiteX935" fmla="*/ 560238 w 591813"/>
                    <a:gd name="connsiteY935" fmla="*/ 209963 h 626109"/>
                    <a:gd name="connsiteX936" fmla="*/ 559833 w 591813"/>
                    <a:gd name="connsiteY936" fmla="*/ 210345 h 626109"/>
                    <a:gd name="connsiteX937" fmla="*/ 559450 w 591813"/>
                    <a:gd name="connsiteY937" fmla="*/ 210705 h 626109"/>
                    <a:gd name="connsiteX938" fmla="*/ 559046 w 591813"/>
                    <a:gd name="connsiteY938" fmla="*/ 211042 h 626109"/>
                    <a:gd name="connsiteX939" fmla="*/ 558641 w 591813"/>
                    <a:gd name="connsiteY939" fmla="*/ 211402 h 626109"/>
                    <a:gd name="connsiteX940" fmla="*/ 558259 w 591813"/>
                    <a:gd name="connsiteY940" fmla="*/ 211762 h 626109"/>
                    <a:gd name="connsiteX941" fmla="*/ 557854 w 591813"/>
                    <a:gd name="connsiteY941" fmla="*/ 212099 h 626109"/>
                    <a:gd name="connsiteX942" fmla="*/ 557472 w 591813"/>
                    <a:gd name="connsiteY942" fmla="*/ 212459 h 626109"/>
                    <a:gd name="connsiteX943" fmla="*/ 557067 w 591813"/>
                    <a:gd name="connsiteY943" fmla="*/ 212796 h 626109"/>
                    <a:gd name="connsiteX944" fmla="*/ 556684 w 591813"/>
                    <a:gd name="connsiteY944" fmla="*/ 213134 h 626109"/>
                    <a:gd name="connsiteX945" fmla="*/ 556280 w 591813"/>
                    <a:gd name="connsiteY945" fmla="*/ 213471 h 626109"/>
                    <a:gd name="connsiteX946" fmla="*/ 555897 w 591813"/>
                    <a:gd name="connsiteY946" fmla="*/ 213808 h 626109"/>
                    <a:gd name="connsiteX947" fmla="*/ 555493 w 591813"/>
                    <a:gd name="connsiteY947" fmla="*/ 214146 h 626109"/>
                    <a:gd name="connsiteX948" fmla="*/ 555088 w 591813"/>
                    <a:gd name="connsiteY948" fmla="*/ 214483 h 626109"/>
                    <a:gd name="connsiteX949" fmla="*/ 554705 w 591813"/>
                    <a:gd name="connsiteY949" fmla="*/ 214820 h 626109"/>
                    <a:gd name="connsiteX950" fmla="*/ 554301 w 591813"/>
                    <a:gd name="connsiteY950" fmla="*/ 215158 h 626109"/>
                    <a:gd name="connsiteX951" fmla="*/ 553918 w 591813"/>
                    <a:gd name="connsiteY951" fmla="*/ 215495 h 626109"/>
                    <a:gd name="connsiteX952" fmla="*/ 553513 w 591813"/>
                    <a:gd name="connsiteY952" fmla="*/ 215810 h 626109"/>
                    <a:gd name="connsiteX953" fmla="*/ 553131 w 591813"/>
                    <a:gd name="connsiteY953" fmla="*/ 216147 h 626109"/>
                    <a:gd name="connsiteX954" fmla="*/ 552726 w 591813"/>
                    <a:gd name="connsiteY954" fmla="*/ 216485 h 626109"/>
                    <a:gd name="connsiteX955" fmla="*/ 552321 w 591813"/>
                    <a:gd name="connsiteY955" fmla="*/ 216800 h 626109"/>
                    <a:gd name="connsiteX956" fmla="*/ 551939 w 591813"/>
                    <a:gd name="connsiteY956" fmla="*/ 217137 h 626109"/>
                    <a:gd name="connsiteX957" fmla="*/ 551535 w 591813"/>
                    <a:gd name="connsiteY957" fmla="*/ 217474 h 626109"/>
                    <a:gd name="connsiteX958" fmla="*/ 551152 w 591813"/>
                    <a:gd name="connsiteY958" fmla="*/ 217812 h 626109"/>
                    <a:gd name="connsiteX959" fmla="*/ 550747 w 591813"/>
                    <a:gd name="connsiteY959" fmla="*/ 218149 h 626109"/>
                    <a:gd name="connsiteX960" fmla="*/ 550365 w 591813"/>
                    <a:gd name="connsiteY960" fmla="*/ 218464 h 626109"/>
                    <a:gd name="connsiteX961" fmla="*/ 549960 w 591813"/>
                    <a:gd name="connsiteY961" fmla="*/ 218801 h 626109"/>
                    <a:gd name="connsiteX962" fmla="*/ 549578 w 591813"/>
                    <a:gd name="connsiteY962" fmla="*/ 219138 h 626109"/>
                    <a:gd name="connsiteX963" fmla="*/ 549173 w 591813"/>
                    <a:gd name="connsiteY963" fmla="*/ 219476 h 626109"/>
                    <a:gd name="connsiteX964" fmla="*/ 548768 w 591813"/>
                    <a:gd name="connsiteY964" fmla="*/ 219791 h 626109"/>
                    <a:gd name="connsiteX965" fmla="*/ 548386 w 591813"/>
                    <a:gd name="connsiteY965" fmla="*/ 220128 h 626109"/>
                    <a:gd name="connsiteX966" fmla="*/ 547981 w 591813"/>
                    <a:gd name="connsiteY966" fmla="*/ 220465 h 626109"/>
                    <a:gd name="connsiteX967" fmla="*/ 547599 w 591813"/>
                    <a:gd name="connsiteY967" fmla="*/ 220803 h 626109"/>
                    <a:gd name="connsiteX968" fmla="*/ 547194 w 591813"/>
                    <a:gd name="connsiteY968" fmla="*/ 221140 h 626109"/>
                    <a:gd name="connsiteX969" fmla="*/ 546812 w 591813"/>
                    <a:gd name="connsiteY969" fmla="*/ 221455 h 626109"/>
                    <a:gd name="connsiteX970" fmla="*/ 546407 w 591813"/>
                    <a:gd name="connsiteY970" fmla="*/ 221792 h 626109"/>
                    <a:gd name="connsiteX971" fmla="*/ 546024 w 591813"/>
                    <a:gd name="connsiteY971" fmla="*/ 222130 h 626109"/>
                    <a:gd name="connsiteX972" fmla="*/ 545620 w 591813"/>
                    <a:gd name="connsiteY972" fmla="*/ 222467 h 626109"/>
                    <a:gd name="connsiteX973" fmla="*/ 545215 w 591813"/>
                    <a:gd name="connsiteY973" fmla="*/ 222804 h 626109"/>
                    <a:gd name="connsiteX974" fmla="*/ 544832 w 591813"/>
                    <a:gd name="connsiteY974" fmla="*/ 223142 h 626109"/>
                    <a:gd name="connsiteX975" fmla="*/ 544427 w 591813"/>
                    <a:gd name="connsiteY975" fmla="*/ 223479 h 626109"/>
                    <a:gd name="connsiteX976" fmla="*/ 544045 w 591813"/>
                    <a:gd name="connsiteY976" fmla="*/ 223839 h 626109"/>
                    <a:gd name="connsiteX977" fmla="*/ 543641 w 591813"/>
                    <a:gd name="connsiteY977" fmla="*/ 224176 h 626109"/>
                    <a:gd name="connsiteX978" fmla="*/ 543258 w 591813"/>
                    <a:gd name="connsiteY978" fmla="*/ 224513 h 626109"/>
                    <a:gd name="connsiteX979" fmla="*/ 542853 w 591813"/>
                    <a:gd name="connsiteY979" fmla="*/ 224873 h 626109"/>
                    <a:gd name="connsiteX980" fmla="*/ 542471 w 591813"/>
                    <a:gd name="connsiteY980" fmla="*/ 225211 h 626109"/>
                    <a:gd name="connsiteX981" fmla="*/ 542066 w 591813"/>
                    <a:gd name="connsiteY981" fmla="*/ 225548 h 626109"/>
                    <a:gd name="connsiteX982" fmla="*/ 541661 w 591813"/>
                    <a:gd name="connsiteY982" fmla="*/ 225908 h 626109"/>
                    <a:gd name="connsiteX983" fmla="*/ 541279 w 591813"/>
                    <a:gd name="connsiteY983" fmla="*/ 226245 h 626109"/>
                    <a:gd name="connsiteX984" fmla="*/ 540875 w 591813"/>
                    <a:gd name="connsiteY984" fmla="*/ 226605 h 626109"/>
                    <a:gd name="connsiteX985" fmla="*/ 540492 w 591813"/>
                    <a:gd name="connsiteY985" fmla="*/ 226942 h 626109"/>
                    <a:gd name="connsiteX986" fmla="*/ 540087 w 591813"/>
                    <a:gd name="connsiteY986" fmla="*/ 227280 h 626109"/>
                    <a:gd name="connsiteX987" fmla="*/ 539705 w 591813"/>
                    <a:gd name="connsiteY987" fmla="*/ 227640 h 626109"/>
                    <a:gd name="connsiteX988" fmla="*/ 539300 w 591813"/>
                    <a:gd name="connsiteY988" fmla="*/ 227977 h 626109"/>
                    <a:gd name="connsiteX989" fmla="*/ 538918 w 591813"/>
                    <a:gd name="connsiteY989" fmla="*/ 228337 h 626109"/>
                    <a:gd name="connsiteX990" fmla="*/ 538513 w 591813"/>
                    <a:gd name="connsiteY990" fmla="*/ 228697 h 626109"/>
                    <a:gd name="connsiteX991" fmla="*/ 538108 w 591813"/>
                    <a:gd name="connsiteY991" fmla="*/ 229034 h 626109"/>
                    <a:gd name="connsiteX992" fmla="*/ 537726 w 591813"/>
                    <a:gd name="connsiteY992" fmla="*/ 229394 h 626109"/>
                    <a:gd name="connsiteX993" fmla="*/ 537321 w 591813"/>
                    <a:gd name="connsiteY993" fmla="*/ 229754 h 626109"/>
                    <a:gd name="connsiteX994" fmla="*/ 536939 w 591813"/>
                    <a:gd name="connsiteY994" fmla="*/ 230091 h 626109"/>
                    <a:gd name="connsiteX995" fmla="*/ 536534 w 591813"/>
                    <a:gd name="connsiteY995" fmla="*/ 230451 h 626109"/>
                    <a:gd name="connsiteX996" fmla="*/ 536151 w 591813"/>
                    <a:gd name="connsiteY996" fmla="*/ 230811 h 626109"/>
                    <a:gd name="connsiteX997" fmla="*/ 535747 w 591813"/>
                    <a:gd name="connsiteY997" fmla="*/ 231170 h 626109"/>
                    <a:gd name="connsiteX998" fmla="*/ 535342 w 591813"/>
                    <a:gd name="connsiteY998" fmla="*/ 231508 h 626109"/>
                    <a:gd name="connsiteX999" fmla="*/ 534959 w 591813"/>
                    <a:gd name="connsiteY999" fmla="*/ 231868 h 626109"/>
                    <a:gd name="connsiteX1000" fmla="*/ 534555 w 591813"/>
                    <a:gd name="connsiteY1000" fmla="*/ 232227 h 626109"/>
                    <a:gd name="connsiteX1001" fmla="*/ 534172 w 591813"/>
                    <a:gd name="connsiteY1001" fmla="*/ 232587 h 626109"/>
                    <a:gd name="connsiteX1002" fmla="*/ 533767 w 591813"/>
                    <a:gd name="connsiteY1002" fmla="*/ 232947 h 626109"/>
                    <a:gd name="connsiteX1003" fmla="*/ 533385 w 591813"/>
                    <a:gd name="connsiteY1003" fmla="*/ 233307 h 626109"/>
                    <a:gd name="connsiteX1004" fmla="*/ 532981 w 591813"/>
                    <a:gd name="connsiteY1004" fmla="*/ 233667 h 626109"/>
                    <a:gd name="connsiteX1005" fmla="*/ 532598 w 591813"/>
                    <a:gd name="connsiteY1005" fmla="*/ 234049 h 626109"/>
                    <a:gd name="connsiteX1006" fmla="*/ 532193 w 591813"/>
                    <a:gd name="connsiteY1006" fmla="*/ 234409 h 626109"/>
                    <a:gd name="connsiteX1007" fmla="*/ 531789 w 591813"/>
                    <a:gd name="connsiteY1007" fmla="*/ 234769 h 626109"/>
                    <a:gd name="connsiteX1008" fmla="*/ 531406 w 591813"/>
                    <a:gd name="connsiteY1008" fmla="*/ 235151 h 626109"/>
                    <a:gd name="connsiteX1009" fmla="*/ 531001 w 591813"/>
                    <a:gd name="connsiteY1009" fmla="*/ 235511 h 626109"/>
                    <a:gd name="connsiteX1010" fmla="*/ 530619 w 591813"/>
                    <a:gd name="connsiteY1010" fmla="*/ 235893 h 626109"/>
                    <a:gd name="connsiteX1011" fmla="*/ 530214 w 591813"/>
                    <a:gd name="connsiteY1011" fmla="*/ 236253 h 626109"/>
                    <a:gd name="connsiteX1012" fmla="*/ 529832 w 591813"/>
                    <a:gd name="connsiteY1012" fmla="*/ 236635 h 626109"/>
                    <a:gd name="connsiteX1013" fmla="*/ 529427 w 591813"/>
                    <a:gd name="connsiteY1013" fmla="*/ 237018 h 626109"/>
                    <a:gd name="connsiteX1014" fmla="*/ 529045 w 591813"/>
                    <a:gd name="connsiteY1014" fmla="*/ 237400 h 626109"/>
                    <a:gd name="connsiteX1015" fmla="*/ 528640 w 591813"/>
                    <a:gd name="connsiteY1015" fmla="*/ 237782 h 626109"/>
                    <a:gd name="connsiteX1016" fmla="*/ 528235 w 591813"/>
                    <a:gd name="connsiteY1016" fmla="*/ 238165 h 626109"/>
                    <a:gd name="connsiteX1017" fmla="*/ 527853 w 591813"/>
                    <a:gd name="connsiteY1017" fmla="*/ 238547 h 626109"/>
                    <a:gd name="connsiteX1018" fmla="*/ 527448 w 591813"/>
                    <a:gd name="connsiteY1018" fmla="*/ 238929 h 626109"/>
                    <a:gd name="connsiteX1019" fmla="*/ 527066 w 591813"/>
                    <a:gd name="connsiteY1019" fmla="*/ 239312 h 626109"/>
                    <a:gd name="connsiteX1020" fmla="*/ 526661 w 591813"/>
                    <a:gd name="connsiteY1020" fmla="*/ 239694 h 626109"/>
                    <a:gd name="connsiteX1021" fmla="*/ 526278 w 591813"/>
                    <a:gd name="connsiteY1021" fmla="*/ 240076 h 626109"/>
                    <a:gd name="connsiteX1022" fmla="*/ 525874 w 591813"/>
                    <a:gd name="connsiteY1022" fmla="*/ 240481 h 626109"/>
                    <a:gd name="connsiteX1023" fmla="*/ 525491 w 591813"/>
                    <a:gd name="connsiteY1023" fmla="*/ 240863 h 626109"/>
                    <a:gd name="connsiteX1024" fmla="*/ 525087 w 591813"/>
                    <a:gd name="connsiteY1024" fmla="*/ 241246 h 626109"/>
                    <a:gd name="connsiteX1025" fmla="*/ 524682 w 591813"/>
                    <a:gd name="connsiteY1025" fmla="*/ 241651 h 626109"/>
                    <a:gd name="connsiteX1026" fmla="*/ 524299 w 591813"/>
                    <a:gd name="connsiteY1026" fmla="*/ 242033 h 626109"/>
                    <a:gd name="connsiteX1027" fmla="*/ 523895 w 591813"/>
                    <a:gd name="connsiteY1027" fmla="*/ 242438 h 626109"/>
                    <a:gd name="connsiteX1028" fmla="*/ 523535 w 591813"/>
                    <a:gd name="connsiteY1028" fmla="*/ 242842 h 626109"/>
                    <a:gd name="connsiteX1029" fmla="*/ 523107 w 591813"/>
                    <a:gd name="connsiteY1029" fmla="*/ 243225 h 626109"/>
                    <a:gd name="connsiteX1030" fmla="*/ 522748 w 591813"/>
                    <a:gd name="connsiteY1030" fmla="*/ 243630 h 626109"/>
                    <a:gd name="connsiteX1031" fmla="*/ 522343 w 591813"/>
                    <a:gd name="connsiteY1031" fmla="*/ 244034 h 626109"/>
                    <a:gd name="connsiteX1032" fmla="*/ 521938 w 591813"/>
                    <a:gd name="connsiteY1032" fmla="*/ 244439 h 626109"/>
                    <a:gd name="connsiteX1033" fmla="*/ 521556 w 591813"/>
                    <a:gd name="connsiteY1033" fmla="*/ 244844 h 626109"/>
                    <a:gd name="connsiteX1034" fmla="*/ 521151 w 591813"/>
                    <a:gd name="connsiteY1034" fmla="*/ 245249 h 626109"/>
                    <a:gd name="connsiteX1035" fmla="*/ 520768 w 591813"/>
                    <a:gd name="connsiteY1035" fmla="*/ 245654 h 626109"/>
                    <a:gd name="connsiteX1036" fmla="*/ 520364 w 591813"/>
                    <a:gd name="connsiteY1036" fmla="*/ 246058 h 626109"/>
                    <a:gd name="connsiteX1037" fmla="*/ 519982 w 591813"/>
                    <a:gd name="connsiteY1037" fmla="*/ 246463 h 626109"/>
                    <a:gd name="connsiteX1038" fmla="*/ 519576 w 591813"/>
                    <a:gd name="connsiteY1038" fmla="*/ 246868 h 626109"/>
                    <a:gd name="connsiteX1039" fmla="*/ 519194 w 591813"/>
                    <a:gd name="connsiteY1039" fmla="*/ 247273 h 626109"/>
                    <a:gd name="connsiteX1040" fmla="*/ 518790 w 591813"/>
                    <a:gd name="connsiteY1040" fmla="*/ 247678 h 626109"/>
                    <a:gd name="connsiteX1041" fmla="*/ 518385 w 591813"/>
                    <a:gd name="connsiteY1041" fmla="*/ 248083 h 626109"/>
                    <a:gd name="connsiteX1042" fmla="*/ 518002 w 591813"/>
                    <a:gd name="connsiteY1042" fmla="*/ 248487 h 626109"/>
                    <a:gd name="connsiteX1043" fmla="*/ 517598 w 591813"/>
                    <a:gd name="connsiteY1043" fmla="*/ 248915 h 626109"/>
                    <a:gd name="connsiteX1044" fmla="*/ 517215 w 591813"/>
                    <a:gd name="connsiteY1044" fmla="*/ 249319 h 626109"/>
                    <a:gd name="connsiteX1045" fmla="*/ 516810 w 591813"/>
                    <a:gd name="connsiteY1045" fmla="*/ 249747 h 626109"/>
                    <a:gd name="connsiteX1046" fmla="*/ 516428 w 591813"/>
                    <a:gd name="connsiteY1046" fmla="*/ 250152 h 626109"/>
                    <a:gd name="connsiteX1047" fmla="*/ 516023 w 591813"/>
                    <a:gd name="connsiteY1047" fmla="*/ 250579 h 626109"/>
                    <a:gd name="connsiteX1048" fmla="*/ 515641 w 591813"/>
                    <a:gd name="connsiteY1048" fmla="*/ 251006 h 626109"/>
                    <a:gd name="connsiteX1049" fmla="*/ 515236 w 591813"/>
                    <a:gd name="connsiteY1049" fmla="*/ 251433 h 626109"/>
                    <a:gd name="connsiteX1050" fmla="*/ 514831 w 591813"/>
                    <a:gd name="connsiteY1050" fmla="*/ 251861 h 626109"/>
                    <a:gd name="connsiteX1051" fmla="*/ 514449 w 591813"/>
                    <a:gd name="connsiteY1051" fmla="*/ 252288 h 626109"/>
                    <a:gd name="connsiteX1052" fmla="*/ 514044 w 591813"/>
                    <a:gd name="connsiteY1052" fmla="*/ 252715 h 626109"/>
                    <a:gd name="connsiteX1053" fmla="*/ 513662 w 591813"/>
                    <a:gd name="connsiteY1053" fmla="*/ 253143 h 626109"/>
                    <a:gd name="connsiteX1054" fmla="*/ 513257 w 591813"/>
                    <a:gd name="connsiteY1054" fmla="*/ 253570 h 626109"/>
                    <a:gd name="connsiteX1055" fmla="*/ 512875 w 591813"/>
                    <a:gd name="connsiteY1055" fmla="*/ 254020 h 626109"/>
                    <a:gd name="connsiteX1056" fmla="*/ 512470 w 591813"/>
                    <a:gd name="connsiteY1056" fmla="*/ 254447 h 626109"/>
                    <a:gd name="connsiteX1057" fmla="*/ 512088 w 591813"/>
                    <a:gd name="connsiteY1057" fmla="*/ 254874 h 626109"/>
                    <a:gd name="connsiteX1058" fmla="*/ 511683 w 591813"/>
                    <a:gd name="connsiteY1058" fmla="*/ 255324 h 626109"/>
                    <a:gd name="connsiteX1059" fmla="*/ 511278 w 591813"/>
                    <a:gd name="connsiteY1059" fmla="*/ 255751 h 626109"/>
                    <a:gd name="connsiteX1060" fmla="*/ 510896 w 591813"/>
                    <a:gd name="connsiteY1060" fmla="*/ 256201 h 626109"/>
                    <a:gd name="connsiteX1061" fmla="*/ 510491 w 591813"/>
                    <a:gd name="connsiteY1061" fmla="*/ 256629 h 626109"/>
                    <a:gd name="connsiteX1062" fmla="*/ 510108 w 591813"/>
                    <a:gd name="connsiteY1062" fmla="*/ 257078 h 626109"/>
                    <a:gd name="connsiteX1063" fmla="*/ 509704 w 591813"/>
                    <a:gd name="connsiteY1063" fmla="*/ 257528 h 626109"/>
                    <a:gd name="connsiteX1064" fmla="*/ 509322 w 591813"/>
                    <a:gd name="connsiteY1064" fmla="*/ 257978 h 626109"/>
                    <a:gd name="connsiteX1065" fmla="*/ 508916 w 591813"/>
                    <a:gd name="connsiteY1065" fmla="*/ 258428 h 626109"/>
                    <a:gd name="connsiteX1066" fmla="*/ 508534 w 591813"/>
                    <a:gd name="connsiteY1066" fmla="*/ 258878 h 626109"/>
                    <a:gd name="connsiteX1067" fmla="*/ 508130 w 591813"/>
                    <a:gd name="connsiteY1067" fmla="*/ 259327 h 626109"/>
                    <a:gd name="connsiteX1068" fmla="*/ 507724 w 591813"/>
                    <a:gd name="connsiteY1068" fmla="*/ 259777 h 626109"/>
                    <a:gd name="connsiteX1069" fmla="*/ 507342 w 591813"/>
                    <a:gd name="connsiteY1069" fmla="*/ 260227 h 626109"/>
                    <a:gd name="connsiteX1070" fmla="*/ 506938 w 591813"/>
                    <a:gd name="connsiteY1070" fmla="*/ 260677 h 626109"/>
                    <a:gd name="connsiteX1071" fmla="*/ 506555 w 591813"/>
                    <a:gd name="connsiteY1071" fmla="*/ 261127 h 626109"/>
                    <a:gd name="connsiteX1072" fmla="*/ 506150 w 591813"/>
                    <a:gd name="connsiteY1072" fmla="*/ 261576 h 626109"/>
                    <a:gd name="connsiteX1073" fmla="*/ 505768 w 591813"/>
                    <a:gd name="connsiteY1073" fmla="*/ 262026 h 626109"/>
                    <a:gd name="connsiteX1074" fmla="*/ 505363 w 591813"/>
                    <a:gd name="connsiteY1074" fmla="*/ 262476 h 626109"/>
                    <a:gd name="connsiteX1075" fmla="*/ 504958 w 591813"/>
                    <a:gd name="connsiteY1075" fmla="*/ 262948 h 626109"/>
                    <a:gd name="connsiteX1076" fmla="*/ 504576 w 591813"/>
                    <a:gd name="connsiteY1076" fmla="*/ 263398 h 626109"/>
                    <a:gd name="connsiteX1077" fmla="*/ 504171 w 591813"/>
                    <a:gd name="connsiteY1077" fmla="*/ 263848 h 626109"/>
                    <a:gd name="connsiteX1078" fmla="*/ 503789 w 591813"/>
                    <a:gd name="connsiteY1078" fmla="*/ 264298 h 626109"/>
                    <a:gd name="connsiteX1079" fmla="*/ 503384 w 591813"/>
                    <a:gd name="connsiteY1079" fmla="*/ 264747 h 626109"/>
                    <a:gd name="connsiteX1080" fmla="*/ 503002 w 591813"/>
                    <a:gd name="connsiteY1080" fmla="*/ 265197 h 626109"/>
                    <a:gd name="connsiteX1081" fmla="*/ 502597 w 591813"/>
                    <a:gd name="connsiteY1081" fmla="*/ 265669 h 626109"/>
                    <a:gd name="connsiteX1082" fmla="*/ 502214 w 591813"/>
                    <a:gd name="connsiteY1082" fmla="*/ 266119 h 626109"/>
                    <a:gd name="connsiteX1083" fmla="*/ 501810 w 591813"/>
                    <a:gd name="connsiteY1083" fmla="*/ 266569 h 626109"/>
                    <a:gd name="connsiteX1084" fmla="*/ 501405 w 591813"/>
                    <a:gd name="connsiteY1084" fmla="*/ 267041 h 626109"/>
                    <a:gd name="connsiteX1085" fmla="*/ 501022 w 591813"/>
                    <a:gd name="connsiteY1085" fmla="*/ 267491 h 626109"/>
                    <a:gd name="connsiteX1086" fmla="*/ 500618 w 591813"/>
                    <a:gd name="connsiteY1086" fmla="*/ 267963 h 626109"/>
                    <a:gd name="connsiteX1087" fmla="*/ 500236 w 591813"/>
                    <a:gd name="connsiteY1087" fmla="*/ 268413 h 626109"/>
                    <a:gd name="connsiteX1088" fmla="*/ 499831 w 591813"/>
                    <a:gd name="connsiteY1088" fmla="*/ 268885 h 626109"/>
                    <a:gd name="connsiteX1089" fmla="*/ 499448 w 591813"/>
                    <a:gd name="connsiteY1089" fmla="*/ 269358 h 626109"/>
                    <a:gd name="connsiteX1090" fmla="*/ 499044 w 591813"/>
                    <a:gd name="connsiteY1090" fmla="*/ 269830 h 626109"/>
                    <a:gd name="connsiteX1091" fmla="*/ 498662 w 591813"/>
                    <a:gd name="connsiteY1091" fmla="*/ 270302 h 626109"/>
                    <a:gd name="connsiteX1092" fmla="*/ 498256 w 591813"/>
                    <a:gd name="connsiteY1092" fmla="*/ 270775 h 626109"/>
                    <a:gd name="connsiteX1093" fmla="*/ 497852 w 591813"/>
                    <a:gd name="connsiteY1093" fmla="*/ 271247 h 626109"/>
                    <a:gd name="connsiteX1094" fmla="*/ 497469 w 591813"/>
                    <a:gd name="connsiteY1094" fmla="*/ 271719 h 626109"/>
                    <a:gd name="connsiteX1095" fmla="*/ 497064 w 591813"/>
                    <a:gd name="connsiteY1095" fmla="*/ 272214 h 626109"/>
                    <a:gd name="connsiteX1096" fmla="*/ 496682 w 591813"/>
                    <a:gd name="connsiteY1096" fmla="*/ 272686 h 626109"/>
                    <a:gd name="connsiteX1097" fmla="*/ 496277 w 591813"/>
                    <a:gd name="connsiteY1097" fmla="*/ 273158 h 626109"/>
                    <a:gd name="connsiteX1098" fmla="*/ 495895 w 591813"/>
                    <a:gd name="connsiteY1098" fmla="*/ 273631 h 626109"/>
                    <a:gd name="connsiteX1099" fmla="*/ 495490 w 591813"/>
                    <a:gd name="connsiteY1099" fmla="*/ 274125 h 626109"/>
                    <a:gd name="connsiteX1100" fmla="*/ 495108 w 591813"/>
                    <a:gd name="connsiteY1100" fmla="*/ 274598 h 626109"/>
                    <a:gd name="connsiteX1101" fmla="*/ 494703 w 591813"/>
                    <a:gd name="connsiteY1101" fmla="*/ 275070 h 626109"/>
                    <a:gd name="connsiteX1102" fmla="*/ 494298 w 591813"/>
                    <a:gd name="connsiteY1102" fmla="*/ 275565 h 626109"/>
                    <a:gd name="connsiteX1103" fmla="*/ 493916 w 591813"/>
                    <a:gd name="connsiteY1103" fmla="*/ 276037 h 626109"/>
                    <a:gd name="connsiteX1104" fmla="*/ 493511 w 591813"/>
                    <a:gd name="connsiteY1104" fmla="*/ 276532 h 626109"/>
                    <a:gd name="connsiteX1105" fmla="*/ 493129 w 591813"/>
                    <a:gd name="connsiteY1105" fmla="*/ 277004 h 626109"/>
                    <a:gd name="connsiteX1106" fmla="*/ 492724 w 591813"/>
                    <a:gd name="connsiteY1106" fmla="*/ 277499 h 626109"/>
                    <a:gd name="connsiteX1107" fmla="*/ 492342 w 591813"/>
                    <a:gd name="connsiteY1107" fmla="*/ 277971 h 626109"/>
                    <a:gd name="connsiteX1108" fmla="*/ 491937 w 591813"/>
                    <a:gd name="connsiteY1108" fmla="*/ 278466 h 626109"/>
                    <a:gd name="connsiteX1109" fmla="*/ 491532 w 591813"/>
                    <a:gd name="connsiteY1109" fmla="*/ 278961 h 626109"/>
                    <a:gd name="connsiteX1110" fmla="*/ 491150 w 591813"/>
                    <a:gd name="connsiteY1110" fmla="*/ 279433 h 626109"/>
                    <a:gd name="connsiteX1111" fmla="*/ 490745 w 591813"/>
                    <a:gd name="connsiteY1111" fmla="*/ 279928 h 626109"/>
                    <a:gd name="connsiteX1112" fmla="*/ 490362 w 591813"/>
                    <a:gd name="connsiteY1112" fmla="*/ 280423 h 626109"/>
                    <a:gd name="connsiteX1113" fmla="*/ 489958 w 591813"/>
                    <a:gd name="connsiteY1113" fmla="*/ 280895 h 626109"/>
                    <a:gd name="connsiteX1114" fmla="*/ 489576 w 591813"/>
                    <a:gd name="connsiteY1114" fmla="*/ 281390 h 626109"/>
                    <a:gd name="connsiteX1115" fmla="*/ 489170 w 591813"/>
                    <a:gd name="connsiteY1115" fmla="*/ 281884 h 626109"/>
                    <a:gd name="connsiteX1116" fmla="*/ 488788 w 591813"/>
                    <a:gd name="connsiteY1116" fmla="*/ 282357 h 626109"/>
                    <a:gd name="connsiteX1117" fmla="*/ 488384 w 591813"/>
                    <a:gd name="connsiteY1117" fmla="*/ 282851 h 626109"/>
                    <a:gd name="connsiteX1118" fmla="*/ 487979 w 591813"/>
                    <a:gd name="connsiteY1118" fmla="*/ 283346 h 626109"/>
                    <a:gd name="connsiteX1119" fmla="*/ 487596 w 591813"/>
                    <a:gd name="connsiteY1119" fmla="*/ 283819 h 626109"/>
                    <a:gd name="connsiteX1120" fmla="*/ 487192 w 591813"/>
                    <a:gd name="connsiteY1120" fmla="*/ 284313 h 626109"/>
                    <a:gd name="connsiteX1121" fmla="*/ 486809 w 591813"/>
                    <a:gd name="connsiteY1121" fmla="*/ 284808 h 626109"/>
                    <a:gd name="connsiteX1122" fmla="*/ 486404 w 591813"/>
                    <a:gd name="connsiteY1122" fmla="*/ 285303 h 626109"/>
                    <a:gd name="connsiteX1123" fmla="*/ 486022 w 591813"/>
                    <a:gd name="connsiteY1123" fmla="*/ 285798 h 626109"/>
                    <a:gd name="connsiteX1124" fmla="*/ 485617 w 591813"/>
                    <a:gd name="connsiteY1124" fmla="*/ 286270 h 626109"/>
                    <a:gd name="connsiteX1125" fmla="*/ 485235 w 591813"/>
                    <a:gd name="connsiteY1125" fmla="*/ 286765 h 626109"/>
                    <a:gd name="connsiteX1126" fmla="*/ 484830 w 591813"/>
                    <a:gd name="connsiteY1126" fmla="*/ 287259 h 626109"/>
                    <a:gd name="connsiteX1127" fmla="*/ 484425 w 591813"/>
                    <a:gd name="connsiteY1127" fmla="*/ 287754 h 626109"/>
                    <a:gd name="connsiteX1128" fmla="*/ 484043 w 591813"/>
                    <a:gd name="connsiteY1128" fmla="*/ 288226 h 626109"/>
                    <a:gd name="connsiteX1129" fmla="*/ 483638 w 591813"/>
                    <a:gd name="connsiteY1129" fmla="*/ 288721 h 626109"/>
                    <a:gd name="connsiteX1130" fmla="*/ 483256 w 591813"/>
                    <a:gd name="connsiteY1130" fmla="*/ 289216 h 626109"/>
                    <a:gd name="connsiteX1131" fmla="*/ 482851 w 591813"/>
                    <a:gd name="connsiteY1131" fmla="*/ 289688 h 626109"/>
                    <a:gd name="connsiteX1132" fmla="*/ 482469 w 591813"/>
                    <a:gd name="connsiteY1132" fmla="*/ 290183 h 626109"/>
                    <a:gd name="connsiteX1133" fmla="*/ 482064 w 591813"/>
                    <a:gd name="connsiteY1133" fmla="*/ 290678 h 626109"/>
                    <a:gd name="connsiteX1134" fmla="*/ 481682 w 591813"/>
                    <a:gd name="connsiteY1134" fmla="*/ 291173 h 626109"/>
                    <a:gd name="connsiteX1135" fmla="*/ 481277 w 591813"/>
                    <a:gd name="connsiteY1135" fmla="*/ 291645 h 626109"/>
                    <a:gd name="connsiteX1136" fmla="*/ 480872 w 591813"/>
                    <a:gd name="connsiteY1136" fmla="*/ 292140 h 626109"/>
                    <a:gd name="connsiteX1137" fmla="*/ 480490 w 591813"/>
                    <a:gd name="connsiteY1137" fmla="*/ 292634 h 626109"/>
                    <a:gd name="connsiteX1138" fmla="*/ 480085 w 591813"/>
                    <a:gd name="connsiteY1138" fmla="*/ 293107 h 626109"/>
                    <a:gd name="connsiteX1139" fmla="*/ 479702 w 591813"/>
                    <a:gd name="connsiteY1139" fmla="*/ 293601 h 626109"/>
                    <a:gd name="connsiteX1140" fmla="*/ 479298 w 591813"/>
                    <a:gd name="connsiteY1140" fmla="*/ 294074 h 626109"/>
                    <a:gd name="connsiteX1141" fmla="*/ 478916 w 591813"/>
                    <a:gd name="connsiteY1141" fmla="*/ 294569 h 626109"/>
                    <a:gd name="connsiteX1142" fmla="*/ 478510 w 591813"/>
                    <a:gd name="connsiteY1142" fmla="*/ 295063 h 626109"/>
                    <a:gd name="connsiteX1143" fmla="*/ 478128 w 591813"/>
                    <a:gd name="connsiteY1143" fmla="*/ 295558 h 626109"/>
                    <a:gd name="connsiteX1144" fmla="*/ 477724 w 591813"/>
                    <a:gd name="connsiteY1144" fmla="*/ 296053 h 626109"/>
                    <a:gd name="connsiteX1145" fmla="*/ 477319 w 591813"/>
                    <a:gd name="connsiteY1145" fmla="*/ 296548 h 626109"/>
                    <a:gd name="connsiteX1146" fmla="*/ 476936 w 591813"/>
                    <a:gd name="connsiteY1146" fmla="*/ 297042 h 626109"/>
                    <a:gd name="connsiteX1147" fmla="*/ 476532 w 591813"/>
                    <a:gd name="connsiteY1147" fmla="*/ 297537 h 626109"/>
                    <a:gd name="connsiteX1148" fmla="*/ 476149 w 591813"/>
                    <a:gd name="connsiteY1148" fmla="*/ 298032 h 626109"/>
                    <a:gd name="connsiteX1149" fmla="*/ 475744 w 591813"/>
                    <a:gd name="connsiteY1149" fmla="*/ 298549 h 626109"/>
                    <a:gd name="connsiteX1150" fmla="*/ 475362 w 591813"/>
                    <a:gd name="connsiteY1150" fmla="*/ 299044 h 626109"/>
                    <a:gd name="connsiteX1151" fmla="*/ 474957 w 591813"/>
                    <a:gd name="connsiteY1151" fmla="*/ 299561 h 626109"/>
                    <a:gd name="connsiteX1152" fmla="*/ 474552 w 591813"/>
                    <a:gd name="connsiteY1152" fmla="*/ 300078 h 626109"/>
                    <a:gd name="connsiteX1153" fmla="*/ 474170 w 591813"/>
                    <a:gd name="connsiteY1153" fmla="*/ 300573 h 626109"/>
                    <a:gd name="connsiteX1154" fmla="*/ 473765 w 591813"/>
                    <a:gd name="connsiteY1154" fmla="*/ 301091 h 626109"/>
                    <a:gd name="connsiteX1155" fmla="*/ 473383 w 591813"/>
                    <a:gd name="connsiteY1155" fmla="*/ 301608 h 626109"/>
                    <a:gd name="connsiteX1156" fmla="*/ 472978 w 591813"/>
                    <a:gd name="connsiteY1156" fmla="*/ 302125 h 626109"/>
                    <a:gd name="connsiteX1157" fmla="*/ 472596 w 591813"/>
                    <a:gd name="connsiteY1157" fmla="*/ 302665 h 626109"/>
                    <a:gd name="connsiteX1158" fmla="*/ 472191 w 591813"/>
                    <a:gd name="connsiteY1158" fmla="*/ 303182 h 626109"/>
                    <a:gd name="connsiteX1159" fmla="*/ 471809 w 591813"/>
                    <a:gd name="connsiteY1159" fmla="*/ 303699 h 626109"/>
                    <a:gd name="connsiteX1160" fmla="*/ 471404 w 591813"/>
                    <a:gd name="connsiteY1160" fmla="*/ 304239 h 626109"/>
                    <a:gd name="connsiteX1161" fmla="*/ 470999 w 591813"/>
                    <a:gd name="connsiteY1161" fmla="*/ 304756 h 626109"/>
                    <a:gd name="connsiteX1162" fmla="*/ 470617 w 591813"/>
                    <a:gd name="connsiteY1162" fmla="*/ 305296 h 626109"/>
                    <a:gd name="connsiteX1163" fmla="*/ 470212 w 591813"/>
                    <a:gd name="connsiteY1163" fmla="*/ 305836 h 626109"/>
                    <a:gd name="connsiteX1164" fmla="*/ 469830 w 591813"/>
                    <a:gd name="connsiteY1164" fmla="*/ 306376 h 626109"/>
                    <a:gd name="connsiteX1165" fmla="*/ 469425 w 591813"/>
                    <a:gd name="connsiteY1165" fmla="*/ 306893 h 626109"/>
                    <a:gd name="connsiteX1166" fmla="*/ 469042 w 591813"/>
                    <a:gd name="connsiteY1166" fmla="*/ 307433 h 626109"/>
                    <a:gd name="connsiteX1167" fmla="*/ 468638 w 591813"/>
                    <a:gd name="connsiteY1167" fmla="*/ 307995 h 626109"/>
                    <a:gd name="connsiteX1168" fmla="*/ 468256 w 591813"/>
                    <a:gd name="connsiteY1168" fmla="*/ 308535 h 626109"/>
                    <a:gd name="connsiteX1169" fmla="*/ 467850 w 591813"/>
                    <a:gd name="connsiteY1169" fmla="*/ 309074 h 626109"/>
                    <a:gd name="connsiteX1170" fmla="*/ 467446 w 591813"/>
                    <a:gd name="connsiteY1170" fmla="*/ 309614 h 626109"/>
                    <a:gd name="connsiteX1171" fmla="*/ 467064 w 591813"/>
                    <a:gd name="connsiteY1171" fmla="*/ 310176 h 626109"/>
                    <a:gd name="connsiteX1172" fmla="*/ 466659 w 591813"/>
                    <a:gd name="connsiteY1172" fmla="*/ 310716 h 626109"/>
                    <a:gd name="connsiteX1173" fmla="*/ 466276 w 591813"/>
                    <a:gd name="connsiteY1173" fmla="*/ 311278 h 626109"/>
                    <a:gd name="connsiteX1174" fmla="*/ 465872 w 591813"/>
                    <a:gd name="connsiteY1174" fmla="*/ 311818 h 626109"/>
                    <a:gd name="connsiteX1175" fmla="*/ 465489 w 591813"/>
                    <a:gd name="connsiteY1175" fmla="*/ 312380 h 626109"/>
                    <a:gd name="connsiteX1176" fmla="*/ 465084 w 591813"/>
                    <a:gd name="connsiteY1176" fmla="*/ 312943 h 626109"/>
                    <a:gd name="connsiteX1177" fmla="*/ 464702 w 591813"/>
                    <a:gd name="connsiteY1177" fmla="*/ 313482 h 626109"/>
                    <a:gd name="connsiteX1178" fmla="*/ 464297 w 591813"/>
                    <a:gd name="connsiteY1178" fmla="*/ 314044 h 626109"/>
                    <a:gd name="connsiteX1179" fmla="*/ 463892 w 591813"/>
                    <a:gd name="connsiteY1179" fmla="*/ 314607 h 626109"/>
                    <a:gd name="connsiteX1180" fmla="*/ 463510 w 591813"/>
                    <a:gd name="connsiteY1180" fmla="*/ 315169 h 626109"/>
                    <a:gd name="connsiteX1181" fmla="*/ 463105 w 591813"/>
                    <a:gd name="connsiteY1181" fmla="*/ 315731 h 626109"/>
                    <a:gd name="connsiteX1182" fmla="*/ 462723 w 591813"/>
                    <a:gd name="connsiteY1182" fmla="*/ 316293 h 626109"/>
                    <a:gd name="connsiteX1183" fmla="*/ 462318 w 591813"/>
                    <a:gd name="connsiteY1183" fmla="*/ 316856 h 626109"/>
                    <a:gd name="connsiteX1184" fmla="*/ 461936 w 591813"/>
                    <a:gd name="connsiteY1184" fmla="*/ 317418 h 626109"/>
                    <a:gd name="connsiteX1185" fmla="*/ 461531 w 591813"/>
                    <a:gd name="connsiteY1185" fmla="*/ 317980 h 626109"/>
                    <a:gd name="connsiteX1186" fmla="*/ 461126 w 591813"/>
                    <a:gd name="connsiteY1186" fmla="*/ 318542 h 626109"/>
                    <a:gd name="connsiteX1187" fmla="*/ 460744 w 591813"/>
                    <a:gd name="connsiteY1187" fmla="*/ 319105 h 626109"/>
                    <a:gd name="connsiteX1188" fmla="*/ 460339 w 591813"/>
                    <a:gd name="connsiteY1188" fmla="*/ 319667 h 626109"/>
                    <a:gd name="connsiteX1189" fmla="*/ 459956 w 591813"/>
                    <a:gd name="connsiteY1189" fmla="*/ 320229 h 626109"/>
                    <a:gd name="connsiteX1190" fmla="*/ 459552 w 591813"/>
                    <a:gd name="connsiteY1190" fmla="*/ 320791 h 626109"/>
                    <a:gd name="connsiteX1191" fmla="*/ 459170 w 591813"/>
                    <a:gd name="connsiteY1191" fmla="*/ 321354 h 626109"/>
                    <a:gd name="connsiteX1192" fmla="*/ 458765 w 591813"/>
                    <a:gd name="connsiteY1192" fmla="*/ 321916 h 626109"/>
                    <a:gd name="connsiteX1193" fmla="*/ 458382 w 591813"/>
                    <a:gd name="connsiteY1193" fmla="*/ 322478 h 626109"/>
                    <a:gd name="connsiteX1194" fmla="*/ 457978 w 591813"/>
                    <a:gd name="connsiteY1194" fmla="*/ 323040 h 626109"/>
                    <a:gd name="connsiteX1195" fmla="*/ 457573 w 591813"/>
                    <a:gd name="connsiteY1195" fmla="*/ 323603 h 626109"/>
                    <a:gd name="connsiteX1196" fmla="*/ 457190 w 591813"/>
                    <a:gd name="connsiteY1196" fmla="*/ 324165 h 626109"/>
                    <a:gd name="connsiteX1197" fmla="*/ 456786 w 591813"/>
                    <a:gd name="connsiteY1197" fmla="*/ 324727 h 626109"/>
                    <a:gd name="connsiteX1198" fmla="*/ 456403 w 591813"/>
                    <a:gd name="connsiteY1198" fmla="*/ 325312 h 626109"/>
                    <a:gd name="connsiteX1199" fmla="*/ 455998 w 591813"/>
                    <a:gd name="connsiteY1199" fmla="*/ 325874 h 626109"/>
                    <a:gd name="connsiteX1200" fmla="*/ 455616 w 591813"/>
                    <a:gd name="connsiteY1200" fmla="*/ 326436 h 626109"/>
                    <a:gd name="connsiteX1201" fmla="*/ 455211 w 591813"/>
                    <a:gd name="connsiteY1201" fmla="*/ 326999 h 626109"/>
                    <a:gd name="connsiteX1202" fmla="*/ 454829 w 591813"/>
                    <a:gd name="connsiteY1202" fmla="*/ 327561 h 626109"/>
                    <a:gd name="connsiteX1203" fmla="*/ 454424 w 591813"/>
                    <a:gd name="connsiteY1203" fmla="*/ 328145 h 626109"/>
                    <a:gd name="connsiteX1204" fmla="*/ 454019 w 591813"/>
                    <a:gd name="connsiteY1204" fmla="*/ 328708 h 626109"/>
                    <a:gd name="connsiteX1205" fmla="*/ 453637 w 591813"/>
                    <a:gd name="connsiteY1205" fmla="*/ 329270 h 626109"/>
                    <a:gd name="connsiteX1206" fmla="*/ 453232 w 591813"/>
                    <a:gd name="connsiteY1206" fmla="*/ 329855 h 626109"/>
                    <a:gd name="connsiteX1207" fmla="*/ 452850 w 591813"/>
                    <a:gd name="connsiteY1207" fmla="*/ 330417 h 626109"/>
                    <a:gd name="connsiteX1208" fmla="*/ 452445 w 591813"/>
                    <a:gd name="connsiteY1208" fmla="*/ 330979 h 626109"/>
                    <a:gd name="connsiteX1209" fmla="*/ 452063 w 591813"/>
                    <a:gd name="connsiteY1209" fmla="*/ 331541 h 626109"/>
                    <a:gd name="connsiteX1210" fmla="*/ 451658 w 591813"/>
                    <a:gd name="connsiteY1210" fmla="*/ 332104 h 626109"/>
                    <a:gd name="connsiteX1211" fmla="*/ 451276 w 591813"/>
                    <a:gd name="connsiteY1211" fmla="*/ 332688 h 626109"/>
                    <a:gd name="connsiteX1212" fmla="*/ 450871 w 591813"/>
                    <a:gd name="connsiteY1212" fmla="*/ 333251 h 626109"/>
                    <a:gd name="connsiteX1213" fmla="*/ 450466 w 591813"/>
                    <a:gd name="connsiteY1213" fmla="*/ 333813 h 626109"/>
                    <a:gd name="connsiteX1214" fmla="*/ 450084 w 591813"/>
                    <a:gd name="connsiteY1214" fmla="*/ 334375 h 626109"/>
                    <a:gd name="connsiteX1215" fmla="*/ 449679 w 591813"/>
                    <a:gd name="connsiteY1215" fmla="*/ 334937 h 626109"/>
                    <a:gd name="connsiteX1216" fmla="*/ 449296 w 591813"/>
                    <a:gd name="connsiteY1216" fmla="*/ 335522 h 626109"/>
                    <a:gd name="connsiteX1217" fmla="*/ 448892 w 591813"/>
                    <a:gd name="connsiteY1217" fmla="*/ 336084 h 626109"/>
                    <a:gd name="connsiteX1218" fmla="*/ 448510 w 591813"/>
                    <a:gd name="connsiteY1218" fmla="*/ 336669 h 626109"/>
                    <a:gd name="connsiteX1219" fmla="*/ 448105 w 591813"/>
                    <a:gd name="connsiteY1219" fmla="*/ 337231 h 626109"/>
                    <a:gd name="connsiteX1220" fmla="*/ 447722 w 591813"/>
                    <a:gd name="connsiteY1220" fmla="*/ 337816 h 626109"/>
                    <a:gd name="connsiteX1221" fmla="*/ 447318 w 591813"/>
                    <a:gd name="connsiteY1221" fmla="*/ 338401 h 626109"/>
                    <a:gd name="connsiteX1222" fmla="*/ 446913 w 591813"/>
                    <a:gd name="connsiteY1222" fmla="*/ 338985 h 626109"/>
                    <a:gd name="connsiteX1223" fmla="*/ 446530 w 591813"/>
                    <a:gd name="connsiteY1223" fmla="*/ 339548 h 626109"/>
                    <a:gd name="connsiteX1224" fmla="*/ 446126 w 591813"/>
                    <a:gd name="connsiteY1224" fmla="*/ 340132 h 626109"/>
                    <a:gd name="connsiteX1225" fmla="*/ 445743 w 591813"/>
                    <a:gd name="connsiteY1225" fmla="*/ 340717 h 626109"/>
                    <a:gd name="connsiteX1226" fmla="*/ 445338 w 591813"/>
                    <a:gd name="connsiteY1226" fmla="*/ 341302 h 626109"/>
                    <a:gd name="connsiteX1227" fmla="*/ 444956 w 591813"/>
                    <a:gd name="connsiteY1227" fmla="*/ 341887 h 626109"/>
                    <a:gd name="connsiteX1228" fmla="*/ 444551 w 591813"/>
                    <a:gd name="connsiteY1228" fmla="*/ 342471 h 626109"/>
                    <a:gd name="connsiteX1229" fmla="*/ 444147 w 591813"/>
                    <a:gd name="connsiteY1229" fmla="*/ 343056 h 626109"/>
                    <a:gd name="connsiteX1230" fmla="*/ 443764 w 591813"/>
                    <a:gd name="connsiteY1230" fmla="*/ 343641 h 626109"/>
                    <a:gd name="connsiteX1231" fmla="*/ 443359 w 591813"/>
                    <a:gd name="connsiteY1231" fmla="*/ 344226 h 626109"/>
                    <a:gd name="connsiteX1232" fmla="*/ 442977 w 591813"/>
                    <a:gd name="connsiteY1232" fmla="*/ 344833 h 626109"/>
                    <a:gd name="connsiteX1233" fmla="*/ 442572 w 591813"/>
                    <a:gd name="connsiteY1233" fmla="*/ 345417 h 626109"/>
                    <a:gd name="connsiteX1234" fmla="*/ 442190 w 591813"/>
                    <a:gd name="connsiteY1234" fmla="*/ 346025 h 626109"/>
                    <a:gd name="connsiteX1235" fmla="*/ 441785 w 591813"/>
                    <a:gd name="connsiteY1235" fmla="*/ 346632 h 626109"/>
                    <a:gd name="connsiteX1236" fmla="*/ 441403 w 591813"/>
                    <a:gd name="connsiteY1236" fmla="*/ 347217 h 626109"/>
                    <a:gd name="connsiteX1237" fmla="*/ 440998 w 591813"/>
                    <a:gd name="connsiteY1237" fmla="*/ 347824 h 626109"/>
                    <a:gd name="connsiteX1238" fmla="*/ 440593 w 591813"/>
                    <a:gd name="connsiteY1238" fmla="*/ 348431 h 626109"/>
                    <a:gd name="connsiteX1239" fmla="*/ 440211 w 591813"/>
                    <a:gd name="connsiteY1239" fmla="*/ 349038 h 626109"/>
                    <a:gd name="connsiteX1240" fmla="*/ 439806 w 591813"/>
                    <a:gd name="connsiteY1240" fmla="*/ 349645 h 626109"/>
                    <a:gd name="connsiteX1241" fmla="*/ 439424 w 591813"/>
                    <a:gd name="connsiteY1241" fmla="*/ 350253 h 626109"/>
                    <a:gd name="connsiteX1242" fmla="*/ 439019 w 591813"/>
                    <a:gd name="connsiteY1242" fmla="*/ 350860 h 626109"/>
                    <a:gd name="connsiteX1243" fmla="*/ 438636 w 591813"/>
                    <a:gd name="connsiteY1243" fmla="*/ 351490 h 626109"/>
                    <a:gd name="connsiteX1244" fmla="*/ 438232 w 591813"/>
                    <a:gd name="connsiteY1244" fmla="*/ 352097 h 626109"/>
                    <a:gd name="connsiteX1245" fmla="*/ 437850 w 591813"/>
                    <a:gd name="connsiteY1245" fmla="*/ 352727 h 626109"/>
                    <a:gd name="connsiteX1246" fmla="*/ 437444 w 591813"/>
                    <a:gd name="connsiteY1246" fmla="*/ 353334 h 626109"/>
                    <a:gd name="connsiteX1247" fmla="*/ 437040 w 591813"/>
                    <a:gd name="connsiteY1247" fmla="*/ 353963 h 626109"/>
                    <a:gd name="connsiteX1248" fmla="*/ 436658 w 591813"/>
                    <a:gd name="connsiteY1248" fmla="*/ 354593 h 626109"/>
                    <a:gd name="connsiteX1249" fmla="*/ 436253 w 591813"/>
                    <a:gd name="connsiteY1249" fmla="*/ 355223 h 626109"/>
                    <a:gd name="connsiteX1250" fmla="*/ 435870 w 591813"/>
                    <a:gd name="connsiteY1250" fmla="*/ 355853 h 626109"/>
                    <a:gd name="connsiteX1251" fmla="*/ 435466 w 591813"/>
                    <a:gd name="connsiteY1251" fmla="*/ 356482 h 626109"/>
                    <a:gd name="connsiteX1252" fmla="*/ 435083 w 591813"/>
                    <a:gd name="connsiteY1252" fmla="*/ 357135 h 626109"/>
                    <a:gd name="connsiteX1253" fmla="*/ 434678 w 591813"/>
                    <a:gd name="connsiteY1253" fmla="*/ 357764 h 626109"/>
                    <a:gd name="connsiteX1254" fmla="*/ 434296 w 591813"/>
                    <a:gd name="connsiteY1254" fmla="*/ 358394 h 626109"/>
                    <a:gd name="connsiteX1255" fmla="*/ 433891 w 591813"/>
                    <a:gd name="connsiteY1255" fmla="*/ 359024 h 626109"/>
                    <a:gd name="connsiteX1256" fmla="*/ 433487 w 591813"/>
                    <a:gd name="connsiteY1256" fmla="*/ 359653 h 626109"/>
                    <a:gd name="connsiteX1257" fmla="*/ 433104 w 591813"/>
                    <a:gd name="connsiteY1257" fmla="*/ 360306 h 626109"/>
                    <a:gd name="connsiteX1258" fmla="*/ 432699 w 591813"/>
                    <a:gd name="connsiteY1258" fmla="*/ 360935 h 626109"/>
                    <a:gd name="connsiteX1259" fmla="*/ 432317 w 591813"/>
                    <a:gd name="connsiteY1259" fmla="*/ 361565 h 626109"/>
                    <a:gd name="connsiteX1260" fmla="*/ 431912 w 591813"/>
                    <a:gd name="connsiteY1260" fmla="*/ 362195 h 626109"/>
                    <a:gd name="connsiteX1261" fmla="*/ 431530 w 591813"/>
                    <a:gd name="connsiteY1261" fmla="*/ 362824 h 626109"/>
                    <a:gd name="connsiteX1262" fmla="*/ 431125 w 591813"/>
                    <a:gd name="connsiteY1262" fmla="*/ 363454 h 626109"/>
                    <a:gd name="connsiteX1263" fmla="*/ 430720 w 591813"/>
                    <a:gd name="connsiteY1263" fmla="*/ 364084 h 626109"/>
                    <a:gd name="connsiteX1264" fmla="*/ 430338 w 591813"/>
                    <a:gd name="connsiteY1264" fmla="*/ 364714 h 626109"/>
                    <a:gd name="connsiteX1265" fmla="*/ 429933 w 591813"/>
                    <a:gd name="connsiteY1265" fmla="*/ 365343 h 626109"/>
                    <a:gd name="connsiteX1266" fmla="*/ 429551 w 591813"/>
                    <a:gd name="connsiteY1266" fmla="*/ 365973 h 626109"/>
                    <a:gd name="connsiteX1267" fmla="*/ 429146 w 591813"/>
                    <a:gd name="connsiteY1267" fmla="*/ 366603 h 626109"/>
                    <a:gd name="connsiteX1268" fmla="*/ 428764 w 591813"/>
                    <a:gd name="connsiteY1268" fmla="*/ 367232 h 626109"/>
                    <a:gd name="connsiteX1269" fmla="*/ 428359 w 591813"/>
                    <a:gd name="connsiteY1269" fmla="*/ 367862 h 626109"/>
                    <a:gd name="connsiteX1270" fmla="*/ 427976 w 591813"/>
                    <a:gd name="connsiteY1270" fmla="*/ 368492 h 626109"/>
                    <a:gd name="connsiteX1271" fmla="*/ 427572 w 591813"/>
                    <a:gd name="connsiteY1271" fmla="*/ 369121 h 626109"/>
                    <a:gd name="connsiteX1272" fmla="*/ 427167 w 591813"/>
                    <a:gd name="connsiteY1272" fmla="*/ 369751 h 626109"/>
                    <a:gd name="connsiteX1273" fmla="*/ 426784 w 591813"/>
                    <a:gd name="connsiteY1273" fmla="*/ 370381 h 626109"/>
                    <a:gd name="connsiteX1274" fmla="*/ 426380 w 591813"/>
                    <a:gd name="connsiteY1274" fmla="*/ 371011 h 626109"/>
                    <a:gd name="connsiteX1275" fmla="*/ 425998 w 591813"/>
                    <a:gd name="connsiteY1275" fmla="*/ 371640 h 626109"/>
                    <a:gd name="connsiteX1276" fmla="*/ 425593 w 591813"/>
                    <a:gd name="connsiteY1276" fmla="*/ 372270 h 626109"/>
                    <a:gd name="connsiteX1277" fmla="*/ 425210 w 591813"/>
                    <a:gd name="connsiteY1277" fmla="*/ 372900 h 626109"/>
                    <a:gd name="connsiteX1278" fmla="*/ 424806 w 591813"/>
                    <a:gd name="connsiteY1278" fmla="*/ 373529 h 626109"/>
                    <a:gd name="connsiteX1279" fmla="*/ 424423 w 591813"/>
                    <a:gd name="connsiteY1279" fmla="*/ 374159 h 626109"/>
                    <a:gd name="connsiteX1280" fmla="*/ 424018 w 591813"/>
                    <a:gd name="connsiteY1280" fmla="*/ 374766 h 626109"/>
                    <a:gd name="connsiteX1281" fmla="*/ 423613 w 591813"/>
                    <a:gd name="connsiteY1281" fmla="*/ 375396 h 626109"/>
                    <a:gd name="connsiteX1282" fmla="*/ 423231 w 591813"/>
                    <a:gd name="connsiteY1282" fmla="*/ 376026 h 626109"/>
                    <a:gd name="connsiteX1283" fmla="*/ 422826 w 591813"/>
                    <a:gd name="connsiteY1283" fmla="*/ 376633 h 626109"/>
                    <a:gd name="connsiteX1284" fmla="*/ 422444 w 591813"/>
                    <a:gd name="connsiteY1284" fmla="*/ 377263 h 626109"/>
                    <a:gd name="connsiteX1285" fmla="*/ 422039 w 591813"/>
                    <a:gd name="connsiteY1285" fmla="*/ 377892 h 626109"/>
                    <a:gd name="connsiteX1286" fmla="*/ 421657 w 591813"/>
                    <a:gd name="connsiteY1286" fmla="*/ 378500 h 626109"/>
                    <a:gd name="connsiteX1287" fmla="*/ 421252 w 591813"/>
                    <a:gd name="connsiteY1287" fmla="*/ 379107 h 626109"/>
                    <a:gd name="connsiteX1288" fmla="*/ 420870 w 591813"/>
                    <a:gd name="connsiteY1288" fmla="*/ 379737 h 626109"/>
                    <a:gd name="connsiteX1289" fmla="*/ 420465 w 591813"/>
                    <a:gd name="connsiteY1289" fmla="*/ 380344 h 626109"/>
                    <a:gd name="connsiteX1290" fmla="*/ 420060 w 591813"/>
                    <a:gd name="connsiteY1290" fmla="*/ 380973 h 626109"/>
                    <a:gd name="connsiteX1291" fmla="*/ 419678 w 591813"/>
                    <a:gd name="connsiteY1291" fmla="*/ 381581 h 626109"/>
                    <a:gd name="connsiteX1292" fmla="*/ 419273 w 591813"/>
                    <a:gd name="connsiteY1292" fmla="*/ 382188 h 626109"/>
                    <a:gd name="connsiteX1293" fmla="*/ 418890 w 591813"/>
                    <a:gd name="connsiteY1293" fmla="*/ 382795 h 626109"/>
                    <a:gd name="connsiteX1294" fmla="*/ 418486 w 591813"/>
                    <a:gd name="connsiteY1294" fmla="*/ 383425 h 626109"/>
                    <a:gd name="connsiteX1295" fmla="*/ 418104 w 591813"/>
                    <a:gd name="connsiteY1295" fmla="*/ 384032 h 626109"/>
                    <a:gd name="connsiteX1296" fmla="*/ 417699 w 591813"/>
                    <a:gd name="connsiteY1296" fmla="*/ 384639 h 626109"/>
                    <a:gd name="connsiteX1297" fmla="*/ 417316 w 591813"/>
                    <a:gd name="connsiteY1297" fmla="*/ 385247 h 626109"/>
                    <a:gd name="connsiteX1298" fmla="*/ 416912 w 591813"/>
                    <a:gd name="connsiteY1298" fmla="*/ 385854 h 626109"/>
                    <a:gd name="connsiteX1299" fmla="*/ 416507 w 591813"/>
                    <a:gd name="connsiteY1299" fmla="*/ 386483 h 626109"/>
                    <a:gd name="connsiteX1300" fmla="*/ 416124 w 591813"/>
                    <a:gd name="connsiteY1300" fmla="*/ 387091 h 626109"/>
                    <a:gd name="connsiteX1301" fmla="*/ 415720 w 591813"/>
                    <a:gd name="connsiteY1301" fmla="*/ 387698 h 626109"/>
                    <a:gd name="connsiteX1302" fmla="*/ 415337 w 591813"/>
                    <a:gd name="connsiteY1302" fmla="*/ 388305 h 626109"/>
                    <a:gd name="connsiteX1303" fmla="*/ 414933 w 591813"/>
                    <a:gd name="connsiteY1303" fmla="*/ 388935 h 626109"/>
                    <a:gd name="connsiteX1304" fmla="*/ 414550 w 591813"/>
                    <a:gd name="connsiteY1304" fmla="*/ 389542 h 626109"/>
                    <a:gd name="connsiteX1305" fmla="*/ 414145 w 591813"/>
                    <a:gd name="connsiteY1305" fmla="*/ 390149 h 626109"/>
                    <a:gd name="connsiteX1306" fmla="*/ 413741 w 591813"/>
                    <a:gd name="connsiteY1306" fmla="*/ 390779 h 626109"/>
                    <a:gd name="connsiteX1307" fmla="*/ 413358 w 591813"/>
                    <a:gd name="connsiteY1307" fmla="*/ 391386 h 626109"/>
                    <a:gd name="connsiteX1308" fmla="*/ 412953 w 591813"/>
                    <a:gd name="connsiteY1308" fmla="*/ 392016 h 626109"/>
                    <a:gd name="connsiteX1309" fmla="*/ 412571 w 591813"/>
                    <a:gd name="connsiteY1309" fmla="*/ 392623 h 626109"/>
                    <a:gd name="connsiteX1310" fmla="*/ 412166 w 591813"/>
                    <a:gd name="connsiteY1310" fmla="*/ 393253 h 626109"/>
                    <a:gd name="connsiteX1311" fmla="*/ 411784 w 591813"/>
                    <a:gd name="connsiteY1311" fmla="*/ 393860 h 626109"/>
                    <a:gd name="connsiteX1312" fmla="*/ 411379 w 591813"/>
                    <a:gd name="connsiteY1312" fmla="*/ 394490 h 626109"/>
                    <a:gd name="connsiteX1313" fmla="*/ 410997 w 591813"/>
                    <a:gd name="connsiteY1313" fmla="*/ 395119 h 626109"/>
                    <a:gd name="connsiteX1314" fmla="*/ 410592 w 591813"/>
                    <a:gd name="connsiteY1314" fmla="*/ 395727 h 626109"/>
                    <a:gd name="connsiteX1315" fmla="*/ 410187 w 591813"/>
                    <a:gd name="connsiteY1315" fmla="*/ 396356 h 626109"/>
                    <a:gd name="connsiteX1316" fmla="*/ 409805 w 591813"/>
                    <a:gd name="connsiteY1316" fmla="*/ 396986 h 626109"/>
                    <a:gd name="connsiteX1317" fmla="*/ 409400 w 591813"/>
                    <a:gd name="connsiteY1317" fmla="*/ 397593 h 626109"/>
                    <a:gd name="connsiteX1318" fmla="*/ 409018 w 591813"/>
                    <a:gd name="connsiteY1318" fmla="*/ 398223 h 626109"/>
                    <a:gd name="connsiteX1319" fmla="*/ 408613 w 591813"/>
                    <a:gd name="connsiteY1319" fmla="*/ 398853 h 626109"/>
                    <a:gd name="connsiteX1320" fmla="*/ 408230 w 591813"/>
                    <a:gd name="connsiteY1320" fmla="*/ 399482 h 626109"/>
                    <a:gd name="connsiteX1321" fmla="*/ 407826 w 591813"/>
                    <a:gd name="connsiteY1321" fmla="*/ 400090 h 626109"/>
                    <a:gd name="connsiteX1322" fmla="*/ 407444 w 591813"/>
                    <a:gd name="connsiteY1322" fmla="*/ 400719 h 626109"/>
                    <a:gd name="connsiteX1323" fmla="*/ 407039 w 591813"/>
                    <a:gd name="connsiteY1323" fmla="*/ 401349 h 626109"/>
                    <a:gd name="connsiteX1324" fmla="*/ 406634 w 591813"/>
                    <a:gd name="connsiteY1324" fmla="*/ 401979 h 626109"/>
                    <a:gd name="connsiteX1325" fmla="*/ 406252 w 591813"/>
                    <a:gd name="connsiteY1325" fmla="*/ 402608 h 626109"/>
                    <a:gd name="connsiteX1326" fmla="*/ 405847 w 591813"/>
                    <a:gd name="connsiteY1326" fmla="*/ 403238 h 626109"/>
                    <a:gd name="connsiteX1327" fmla="*/ 405464 w 591813"/>
                    <a:gd name="connsiteY1327" fmla="*/ 403845 h 626109"/>
                    <a:gd name="connsiteX1328" fmla="*/ 405060 w 591813"/>
                    <a:gd name="connsiteY1328" fmla="*/ 404475 h 626109"/>
                    <a:gd name="connsiteX1329" fmla="*/ 404677 w 591813"/>
                    <a:gd name="connsiteY1329" fmla="*/ 405127 h 626109"/>
                    <a:gd name="connsiteX1330" fmla="*/ 404295 w 591813"/>
                    <a:gd name="connsiteY1330" fmla="*/ 405757 h 626109"/>
                    <a:gd name="connsiteX1331" fmla="*/ 403913 w 591813"/>
                    <a:gd name="connsiteY1331" fmla="*/ 406387 h 626109"/>
                    <a:gd name="connsiteX1332" fmla="*/ 403485 w 591813"/>
                    <a:gd name="connsiteY1332" fmla="*/ 407016 h 626109"/>
                    <a:gd name="connsiteX1333" fmla="*/ 403103 w 591813"/>
                    <a:gd name="connsiteY1333" fmla="*/ 407646 h 626109"/>
                    <a:gd name="connsiteX1334" fmla="*/ 402721 w 591813"/>
                    <a:gd name="connsiteY1334" fmla="*/ 408298 h 626109"/>
                    <a:gd name="connsiteX1335" fmla="*/ 402316 w 591813"/>
                    <a:gd name="connsiteY1335" fmla="*/ 408928 h 626109"/>
                    <a:gd name="connsiteX1336" fmla="*/ 401934 w 591813"/>
                    <a:gd name="connsiteY1336" fmla="*/ 409580 h 626109"/>
                    <a:gd name="connsiteX1337" fmla="*/ 401529 w 591813"/>
                    <a:gd name="connsiteY1337" fmla="*/ 410232 h 626109"/>
                    <a:gd name="connsiteX1338" fmla="*/ 401146 w 591813"/>
                    <a:gd name="connsiteY1338" fmla="*/ 410862 h 626109"/>
                    <a:gd name="connsiteX1339" fmla="*/ 400742 w 591813"/>
                    <a:gd name="connsiteY1339" fmla="*/ 411514 h 626109"/>
                    <a:gd name="connsiteX1340" fmla="*/ 400359 w 591813"/>
                    <a:gd name="connsiteY1340" fmla="*/ 412167 h 626109"/>
                    <a:gd name="connsiteX1341" fmla="*/ 399954 w 591813"/>
                    <a:gd name="connsiteY1341" fmla="*/ 412819 h 626109"/>
                    <a:gd name="connsiteX1342" fmla="*/ 399550 w 591813"/>
                    <a:gd name="connsiteY1342" fmla="*/ 413471 h 626109"/>
                    <a:gd name="connsiteX1343" fmla="*/ 399168 w 591813"/>
                    <a:gd name="connsiteY1343" fmla="*/ 414123 h 626109"/>
                    <a:gd name="connsiteX1344" fmla="*/ 398762 w 591813"/>
                    <a:gd name="connsiteY1344" fmla="*/ 414798 h 626109"/>
                    <a:gd name="connsiteX1345" fmla="*/ 398380 w 591813"/>
                    <a:gd name="connsiteY1345" fmla="*/ 415450 h 626109"/>
                    <a:gd name="connsiteX1346" fmla="*/ 397976 w 591813"/>
                    <a:gd name="connsiteY1346" fmla="*/ 416102 h 626109"/>
                    <a:gd name="connsiteX1347" fmla="*/ 397593 w 591813"/>
                    <a:gd name="connsiteY1347" fmla="*/ 416777 h 626109"/>
                    <a:gd name="connsiteX1348" fmla="*/ 397188 w 591813"/>
                    <a:gd name="connsiteY1348" fmla="*/ 417429 h 626109"/>
                    <a:gd name="connsiteX1349" fmla="*/ 396784 w 591813"/>
                    <a:gd name="connsiteY1349" fmla="*/ 418104 h 626109"/>
                    <a:gd name="connsiteX1350" fmla="*/ 396401 w 591813"/>
                    <a:gd name="connsiteY1350" fmla="*/ 418778 h 626109"/>
                    <a:gd name="connsiteX1351" fmla="*/ 395996 w 591813"/>
                    <a:gd name="connsiteY1351" fmla="*/ 419431 h 626109"/>
                    <a:gd name="connsiteX1352" fmla="*/ 395614 w 591813"/>
                    <a:gd name="connsiteY1352" fmla="*/ 420105 h 626109"/>
                    <a:gd name="connsiteX1353" fmla="*/ 395209 w 591813"/>
                    <a:gd name="connsiteY1353" fmla="*/ 420758 h 626109"/>
                    <a:gd name="connsiteX1354" fmla="*/ 394827 w 591813"/>
                    <a:gd name="connsiteY1354" fmla="*/ 421432 h 626109"/>
                    <a:gd name="connsiteX1355" fmla="*/ 394422 w 591813"/>
                    <a:gd name="connsiteY1355" fmla="*/ 422107 h 626109"/>
                    <a:gd name="connsiteX1356" fmla="*/ 394040 w 591813"/>
                    <a:gd name="connsiteY1356" fmla="*/ 422759 h 626109"/>
                    <a:gd name="connsiteX1357" fmla="*/ 393635 w 591813"/>
                    <a:gd name="connsiteY1357" fmla="*/ 423434 h 626109"/>
                    <a:gd name="connsiteX1358" fmla="*/ 393230 w 591813"/>
                    <a:gd name="connsiteY1358" fmla="*/ 424109 h 626109"/>
                    <a:gd name="connsiteX1359" fmla="*/ 392848 w 591813"/>
                    <a:gd name="connsiteY1359" fmla="*/ 424761 h 626109"/>
                    <a:gd name="connsiteX1360" fmla="*/ 392443 w 591813"/>
                    <a:gd name="connsiteY1360" fmla="*/ 425435 h 626109"/>
                    <a:gd name="connsiteX1361" fmla="*/ 392061 w 591813"/>
                    <a:gd name="connsiteY1361" fmla="*/ 426110 h 626109"/>
                    <a:gd name="connsiteX1362" fmla="*/ 391656 w 591813"/>
                    <a:gd name="connsiteY1362" fmla="*/ 426762 h 626109"/>
                    <a:gd name="connsiteX1363" fmla="*/ 391274 w 591813"/>
                    <a:gd name="connsiteY1363" fmla="*/ 427437 h 626109"/>
                    <a:gd name="connsiteX1364" fmla="*/ 390869 w 591813"/>
                    <a:gd name="connsiteY1364" fmla="*/ 428089 h 626109"/>
                    <a:gd name="connsiteX1365" fmla="*/ 390486 w 591813"/>
                    <a:gd name="connsiteY1365" fmla="*/ 428764 h 626109"/>
                    <a:gd name="connsiteX1366" fmla="*/ 390082 w 591813"/>
                    <a:gd name="connsiteY1366" fmla="*/ 429416 h 626109"/>
                    <a:gd name="connsiteX1367" fmla="*/ 389677 w 591813"/>
                    <a:gd name="connsiteY1367" fmla="*/ 430091 h 626109"/>
                    <a:gd name="connsiteX1368" fmla="*/ 389294 w 591813"/>
                    <a:gd name="connsiteY1368" fmla="*/ 430743 h 626109"/>
                    <a:gd name="connsiteX1369" fmla="*/ 388890 w 591813"/>
                    <a:gd name="connsiteY1369" fmla="*/ 431395 h 626109"/>
                    <a:gd name="connsiteX1370" fmla="*/ 388508 w 591813"/>
                    <a:gd name="connsiteY1370" fmla="*/ 432070 h 626109"/>
                    <a:gd name="connsiteX1371" fmla="*/ 388102 w 591813"/>
                    <a:gd name="connsiteY1371" fmla="*/ 432722 h 626109"/>
                    <a:gd name="connsiteX1372" fmla="*/ 387720 w 591813"/>
                    <a:gd name="connsiteY1372" fmla="*/ 433374 h 626109"/>
                    <a:gd name="connsiteX1373" fmla="*/ 387316 w 591813"/>
                    <a:gd name="connsiteY1373" fmla="*/ 434026 h 626109"/>
                    <a:gd name="connsiteX1374" fmla="*/ 386933 w 591813"/>
                    <a:gd name="connsiteY1374" fmla="*/ 434701 h 626109"/>
                    <a:gd name="connsiteX1375" fmla="*/ 386528 w 591813"/>
                    <a:gd name="connsiteY1375" fmla="*/ 435353 h 626109"/>
                    <a:gd name="connsiteX1376" fmla="*/ 386124 w 591813"/>
                    <a:gd name="connsiteY1376" fmla="*/ 436005 h 626109"/>
                    <a:gd name="connsiteX1377" fmla="*/ 385741 w 591813"/>
                    <a:gd name="connsiteY1377" fmla="*/ 436658 h 626109"/>
                    <a:gd name="connsiteX1378" fmla="*/ 385336 w 591813"/>
                    <a:gd name="connsiteY1378" fmla="*/ 437310 h 626109"/>
                    <a:gd name="connsiteX1379" fmla="*/ 384954 w 591813"/>
                    <a:gd name="connsiteY1379" fmla="*/ 437962 h 626109"/>
                    <a:gd name="connsiteX1380" fmla="*/ 384549 w 591813"/>
                    <a:gd name="connsiteY1380" fmla="*/ 438637 h 626109"/>
                    <a:gd name="connsiteX1381" fmla="*/ 384167 w 591813"/>
                    <a:gd name="connsiteY1381" fmla="*/ 439289 h 626109"/>
                    <a:gd name="connsiteX1382" fmla="*/ 383762 w 591813"/>
                    <a:gd name="connsiteY1382" fmla="*/ 439941 h 626109"/>
                    <a:gd name="connsiteX1383" fmla="*/ 383357 w 591813"/>
                    <a:gd name="connsiteY1383" fmla="*/ 440616 h 626109"/>
                    <a:gd name="connsiteX1384" fmla="*/ 382975 w 591813"/>
                    <a:gd name="connsiteY1384" fmla="*/ 441268 h 626109"/>
                    <a:gd name="connsiteX1385" fmla="*/ 382570 w 591813"/>
                    <a:gd name="connsiteY1385" fmla="*/ 441920 h 626109"/>
                    <a:gd name="connsiteX1386" fmla="*/ 382188 w 591813"/>
                    <a:gd name="connsiteY1386" fmla="*/ 442572 h 626109"/>
                    <a:gd name="connsiteX1387" fmla="*/ 381783 w 591813"/>
                    <a:gd name="connsiteY1387" fmla="*/ 443225 h 626109"/>
                    <a:gd name="connsiteX1388" fmla="*/ 381401 w 591813"/>
                    <a:gd name="connsiteY1388" fmla="*/ 443899 h 626109"/>
                    <a:gd name="connsiteX1389" fmla="*/ 380996 w 591813"/>
                    <a:gd name="connsiteY1389" fmla="*/ 444552 h 626109"/>
                    <a:gd name="connsiteX1390" fmla="*/ 380614 w 591813"/>
                    <a:gd name="connsiteY1390" fmla="*/ 445204 h 626109"/>
                    <a:gd name="connsiteX1391" fmla="*/ 380208 w 591813"/>
                    <a:gd name="connsiteY1391" fmla="*/ 445856 h 626109"/>
                    <a:gd name="connsiteX1392" fmla="*/ 379804 w 591813"/>
                    <a:gd name="connsiteY1392" fmla="*/ 446508 h 626109"/>
                    <a:gd name="connsiteX1393" fmla="*/ 379422 w 591813"/>
                    <a:gd name="connsiteY1393" fmla="*/ 447183 h 626109"/>
                    <a:gd name="connsiteX1394" fmla="*/ 379016 w 591813"/>
                    <a:gd name="connsiteY1394" fmla="*/ 447835 h 626109"/>
                    <a:gd name="connsiteX1395" fmla="*/ 378634 w 591813"/>
                    <a:gd name="connsiteY1395" fmla="*/ 448487 h 626109"/>
                    <a:gd name="connsiteX1396" fmla="*/ 378230 w 591813"/>
                    <a:gd name="connsiteY1396" fmla="*/ 449139 h 626109"/>
                    <a:gd name="connsiteX1397" fmla="*/ 377847 w 591813"/>
                    <a:gd name="connsiteY1397" fmla="*/ 449814 h 626109"/>
                    <a:gd name="connsiteX1398" fmla="*/ 377442 w 591813"/>
                    <a:gd name="connsiteY1398" fmla="*/ 450466 h 626109"/>
                    <a:gd name="connsiteX1399" fmla="*/ 377060 w 591813"/>
                    <a:gd name="connsiteY1399" fmla="*/ 451141 h 626109"/>
                    <a:gd name="connsiteX1400" fmla="*/ 376656 w 591813"/>
                    <a:gd name="connsiteY1400" fmla="*/ 451816 h 626109"/>
                    <a:gd name="connsiteX1401" fmla="*/ 376250 w 591813"/>
                    <a:gd name="connsiteY1401" fmla="*/ 452468 h 626109"/>
                    <a:gd name="connsiteX1402" fmla="*/ 375868 w 591813"/>
                    <a:gd name="connsiteY1402" fmla="*/ 453143 h 626109"/>
                    <a:gd name="connsiteX1403" fmla="*/ 375463 w 591813"/>
                    <a:gd name="connsiteY1403" fmla="*/ 453795 h 626109"/>
                    <a:gd name="connsiteX1404" fmla="*/ 375081 w 591813"/>
                    <a:gd name="connsiteY1404" fmla="*/ 454469 h 626109"/>
                    <a:gd name="connsiteX1405" fmla="*/ 374676 w 591813"/>
                    <a:gd name="connsiteY1405" fmla="*/ 455144 h 626109"/>
                    <a:gd name="connsiteX1406" fmla="*/ 374294 w 591813"/>
                    <a:gd name="connsiteY1406" fmla="*/ 455796 h 626109"/>
                    <a:gd name="connsiteX1407" fmla="*/ 373889 w 591813"/>
                    <a:gd name="connsiteY1407" fmla="*/ 456471 h 626109"/>
                    <a:gd name="connsiteX1408" fmla="*/ 373507 w 591813"/>
                    <a:gd name="connsiteY1408" fmla="*/ 457123 h 626109"/>
                    <a:gd name="connsiteX1409" fmla="*/ 373102 w 591813"/>
                    <a:gd name="connsiteY1409" fmla="*/ 457798 h 626109"/>
                    <a:gd name="connsiteX1410" fmla="*/ 372697 w 591813"/>
                    <a:gd name="connsiteY1410" fmla="*/ 458450 h 626109"/>
                    <a:gd name="connsiteX1411" fmla="*/ 372315 w 591813"/>
                    <a:gd name="connsiteY1411" fmla="*/ 459102 h 626109"/>
                    <a:gd name="connsiteX1412" fmla="*/ 371910 w 591813"/>
                    <a:gd name="connsiteY1412" fmla="*/ 459777 h 626109"/>
                    <a:gd name="connsiteX1413" fmla="*/ 371528 w 591813"/>
                    <a:gd name="connsiteY1413" fmla="*/ 460429 h 626109"/>
                    <a:gd name="connsiteX1414" fmla="*/ 371123 w 591813"/>
                    <a:gd name="connsiteY1414" fmla="*/ 461081 h 626109"/>
                    <a:gd name="connsiteX1415" fmla="*/ 370740 w 591813"/>
                    <a:gd name="connsiteY1415" fmla="*/ 461734 h 626109"/>
                    <a:gd name="connsiteX1416" fmla="*/ 370336 w 591813"/>
                    <a:gd name="connsiteY1416" fmla="*/ 462386 h 626109"/>
                    <a:gd name="connsiteX1417" fmla="*/ 369954 w 591813"/>
                    <a:gd name="connsiteY1417" fmla="*/ 463038 h 626109"/>
                    <a:gd name="connsiteX1418" fmla="*/ 369548 w 591813"/>
                    <a:gd name="connsiteY1418" fmla="*/ 463690 h 626109"/>
                    <a:gd name="connsiteX1419" fmla="*/ 369144 w 591813"/>
                    <a:gd name="connsiteY1419" fmla="*/ 464342 h 626109"/>
                    <a:gd name="connsiteX1420" fmla="*/ 368762 w 591813"/>
                    <a:gd name="connsiteY1420" fmla="*/ 465017 h 626109"/>
                    <a:gd name="connsiteX1421" fmla="*/ 368356 w 591813"/>
                    <a:gd name="connsiteY1421" fmla="*/ 465669 h 626109"/>
                    <a:gd name="connsiteX1422" fmla="*/ 367974 w 591813"/>
                    <a:gd name="connsiteY1422" fmla="*/ 466321 h 626109"/>
                    <a:gd name="connsiteX1423" fmla="*/ 367570 w 591813"/>
                    <a:gd name="connsiteY1423" fmla="*/ 466974 h 626109"/>
                    <a:gd name="connsiteX1424" fmla="*/ 367187 w 591813"/>
                    <a:gd name="connsiteY1424" fmla="*/ 467626 h 626109"/>
                    <a:gd name="connsiteX1425" fmla="*/ 366782 w 591813"/>
                    <a:gd name="connsiteY1425" fmla="*/ 468278 h 626109"/>
                    <a:gd name="connsiteX1426" fmla="*/ 366378 w 591813"/>
                    <a:gd name="connsiteY1426" fmla="*/ 468930 h 626109"/>
                    <a:gd name="connsiteX1427" fmla="*/ 365995 w 591813"/>
                    <a:gd name="connsiteY1427" fmla="*/ 469582 h 626109"/>
                    <a:gd name="connsiteX1428" fmla="*/ 365590 w 591813"/>
                    <a:gd name="connsiteY1428" fmla="*/ 470235 h 626109"/>
                    <a:gd name="connsiteX1429" fmla="*/ 365208 w 591813"/>
                    <a:gd name="connsiteY1429" fmla="*/ 470864 h 626109"/>
                    <a:gd name="connsiteX1430" fmla="*/ 364803 w 591813"/>
                    <a:gd name="connsiteY1430" fmla="*/ 471517 h 626109"/>
                    <a:gd name="connsiteX1431" fmla="*/ 364421 w 591813"/>
                    <a:gd name="connsiteY1431" fmla="*/ 472169 h 626109"/>
                    <a:gd name="connsiteX1432" fmla="*/ 364016 w 591813"/>
                    <a:gd name="connsiteY1432" fmla="*/ 472821 h 626109"/>
                    <a:gd name="connsiteX1433" fmla="*/ 363634 w 591813"/>
                    <a:gd name="connsiteY1433" fmla="*/ 473451 h 626109"/>
                    <a:gd name="connsiteX1434" fmla="*/ 363229 w 591813"/>
                    <a:gd name="connsiteY1434" fmla="*/ 474103 h 626109"/>
                    <a:gd name="connsiteX1435" fmla="*/ 362824 w 591813"/>
                    <a:gd name="connsiteY1435" fmla="*/ 474733 h 626109"/>
                    <a:gd name="connsiteX1436" fmla="*/ 362442 w 591813"/>
                    <a:gd name="connsiteY1436" fmla="*/ 475385 h 626109"/>
                    <a:gd name="connsiteX1437" fmla="*/ 362037 w 591813"/>
                    <a:gd name="connsiteY1437" fmla="*/ 476014 h 626109"/>
                    <a:gd name="connsiteX1438" fmla="*/ 361655 w 591813"/>
                    <a:gd name="connsiteY1438" fmla="*/ 476644 h 626109"/>
                    <a:gd name="connsiteX1439" fmla="*/ 361250 w 591813"/>
                    <a:gd name="connsiteY1439" fmla="*/ 477274 h 626109"/>
                    <a:gd name="connsiteX1440" fmla="*/ 360868 w 591813"/>
                    <a:gd name="connsiteY1440" fmla="*/ 477904 h 626109"/>
                    <a:gd name="connsiteX1441" fmla="*/ 360463 w 591813"/>
                    <a:gd name="connsiteY1441" fmla="*/ 478533 h 626109"/>
                    <a:gd name="connsiteX1442" fmla="*/ 360080 w 591813"/>
                    <a:gd name="connsiteY1442" fmla="*/ 479163 h 626109"/>
                    <a:gd name="connsiteX1443" fmla="*/ 359676 w 591813"/>
                    <a:gd name="connsiteY1443" fmla="*/ 479793 h 626109"/>
                    <a:gd name="connsiteX1444" fmla="*/ 359271 w 591813"/>
                    <a:gd name="connsiteY1444" fmla="*/ 480422 h 626109"/>
                    <a:gd name="connsiteX1445" fmla="*/ 358888 w 591813"/>
                    <a:gd name="connsiteY1445" fmla="*/ 481030 h 626109"/>
                    <a:gd name="connsiteX1446" fmla="*/ 358484 w 591813"/>
                    <a:gd name="connsiteY1446" fmla="*/ 481659 h 626109"/>
                    <a:gd name="connsiteX1447" fmla="*/ 358102 w 591813"/>
                    <a:gd name="connsiteY1447" fmla="*/ 482267 h 626109"/>
                    <a:gd name="connsiteX1448" fmla="*/ 357696 w 591813"/>
                    <a:gd name="connsiteY1448" fmla="*/ 482896 h 626109"/>
                    <a:gd name="connsiteX1449" fmla="*/ 357314 w 591813"/>
                    <a:gd name="connsiteY1449" fmla="*/ 483504 h 626109"/>
                    <a:gd name="connsiteX1450" fmla="*/ 356910 w 591813"/>
                    <a:gd name="connsiteY1450" fmla="*/ 484111 h 626109"/>
                    <a:gd name="connsiteX1451" fmla="*/ 356527 w 591813"/>
                    <a:gd name="connsiteY1451" fmla="*/ 484718 h 626109"/>
                    <a:gd name="connsiteX1452" fmla="*/ 356122 w 591813"/>
                    <a:gd name="connsiteY1452" fmla="*/ 485325 h 626109"/>
                    <a:gd name="connsiteX1453" fmla="*/ 355718 w 591813"/>
                    <a:gd name="connsiteY1453" fmla="*/ 485932 h 626109"/>
                    <a:gd name="connsiteX1454" fmla="*/ 355335 w 591813"/>
                    <a:gd name="connsiteY1454" fmla="*/ 486540 h 626109"/>
                    <a:gd name="connsiteX1455" fmla="*/ 354930 w 591813"/>
                    <a:gd name="connsiteY1455" fmla="*/ 487124 h 626109"/>
                    <a:gd name="connsiteX1456" fmla="*/ 354548 w 591813"/>
                    <a:gd name="connsiteY1456" fmla="*/ 487732 h 626109"/>
                    <a:gd name="connsiteX1457" fmla="*/ 354143 w 591813"/>
                    <a:gd name="connsiteY1457" fmla="*/ 488316 h 626109"/>
                    <a:gd name="connsiteX1458" fmla="*/ 353761 w 591813"/>
                    <a:gd name="connsiteY1458" fmla="*/ 488923 h 626109"/>
                    <a:gd name="connsiteX1459" fmla="*/ 353356 w 591813"/>
                    <a:gd name="connsiteY1459" fmla="*/ 489508 h 626109"/>
                    <a:gd name="connsiteX1460" fmla="*/ 352951 w 591813"/>
                    <a:gd name="connsiteY1460" fmla="*/ 490093 h 626109"/>
                    <a:gd name="connsiteX1461" fmla="*/ 352569 w 591813"/>
                    <a:gd name="connsiteY1461" fmla="*/ 490700 h 626109"/>
                    <a:gd name="connsiteX1462" fmla="*/ 352164 w 591813"/>
                    <a:gd name="connsiteY1462" fmla="*/ 491285 h 626109"/>
                    <a:gd name="connsiteX1463" fmla="*/ 351782 w 591813"/>
                    <a:gd name="connsiteY1463" fmla="*/ 491870 h 626109"/>
                    <a:gd name="connsiteX1464" fmla="*/ 351377 w 591813"/>
                    <a:gd name="connsiteY1464" fmla="*/ 492432 h 626109"/>
                    <a:gd name="connsiteX1465" fmla="*/ 350995 w 591813"/>
                    <a:gd name="connsiteY1465" fmla="*/ 493017 h 626109"/>
                    <a:gd name="connsiteX1466" fmla="*/ 350590 w 591813"/>
                    <a:gd name="connsiteY1466" fmla="*/ 493579 h 626109"/>
                    <a:gd name="connsiteX1467" fmla="*/ 350208 w 591813"/>
                    <a:gd name="connsiteY1467" fmla="*/ 494164 h 626109"/>
                    <a:gd name="connsiteX1468" fmla="*/ 349803 w 591813"/>
                    <a:gd name="connsiteY1468" fmla="*/ 494726 h 626109"/>
                    <a:gd name="connsiteX1469" fmla="*/ 349398 w 591813"/>
                    <a:gd name="connsiteY1469" fmla="*/ 495288 h 626109"/>
                    <a:gd name="connsiteX1470" fmla="*/ 349016 w 591813"/>
                    <a:gd name="connsiteY1470" fmla="*/ 495850 h 626109"/>
                    <a:gd name="connsiteX1471" fmla="*/ 348611 w 591813"/>
                    <a:gd name="connsiteY1471" fmla="*/ 496413 h 626109"/>
                    <a:gd name="connsiteX1472" fmla="*/ 348228 w 591813"/>
                    <a:gd name="connsiteY1472" fmla="*/ 496975 h 626109"/>
                    <a:gd name="connsiteX1473" fmla="*/ 347824 w 591813"/>
                    <a:gd name="connsiteY1473" fmla="*/ 497537 h 626109"/>
                    <a:gd name="connsiteX1474" fmla="*/ 347442 w 591813"/>
                    <a:gd name="connsiteY1474" fmla="*/ 498077 h 626109"/>
                    <a:gd name="connsiteX1475" fmla="*/ 347036 w 591813"/>
                    <a:gd name="connsiteY1475" fmla="*/ 498639 h 626109"/>
                    <a:gd name="connsiteX1476" fmla="*/ 346654 w 591813"/>
                    <a:gd name="connsiteY1476" fmla="*/ 499179 h 626109"/>
                    <a:gd name="connsiteX1477" fmla="*/ 346250 w 591813"/>
                    <a:gd name="connsiteY1477" fmla="*/ 499741 h 626109"/>
                    <a:gd name="connsiteX1478" fmla="*/ 345844 w 591813"/>
                    <a:gd name="connsiteY1478" fmla="*/ 500281 h 626109"/>
                    <a:gd name="connsiteX1479" fmla="*/ 345462 w 591813"/>
                    <a:gd name="connsiteY1479" fmla="*/ 500820 h 626109"/>
                    <a:gd name="connsiteX1480" fmla="*/ 345058 w 591813"/>
                    <a:gd name="connsiteY1480" fmla="*/ 501360 h 626109"/>
                    <a:gd name="connsiteX1481" fmla="*/ 344675 w 591813"/>
                    <a:gd name="connsiteY1481" fmla="*/ 501900 h 626109"/>
                    <a:gd name="connsiteX1482" fmla="*/ 344270 w 591813"/>
                    <a:gd name="connsiteY1482" fmla="*/ 502440 h 626109"/>
                    <a:gd name="connsiteX1483" fmla="*/ 343888 w 591813"/>
                    <a:gd name="connsiteY1483" fmla="*/ 502979 h 626109"/>
                    <a:gd name="connsiteX1484" fmla="*/ 343483 w 591813"/>
                    <a:gd name="connsiteY1484" fmla="*/ 503519 h 626109"/>
                    <a:gd name="connsiteX1485" fmla="*/ 343101 w 591813"/>
                    <a:gd name="connsiteY1485" fmla="*/ 504059 h 626109"/>
                    <a:gd name="connsiteX1486" fmla="*/ 342696 w 591813"/>
                    <a:gd name="connsiteY1486" fmla="*/ 504576 h 626109"/>
                    <a:gd name="connsiteX1487" fmla="*/ 342291 w 591813"/>
                    <a:gd name="connsiteY1487" fmla="*/ 505116 h 626109"/>
                    <a:gd name="connsiteX1488" fmla="*/ 341909 w 591813"/>
                    <a:gd name="connsiteY1488" fmla="*/ 505633 h 626109"/>
                    <a:gd name="connsiteX1489" fmla="*/ 341504 w 591813"/>
                    <a:gd name="connsiteY1489" fmla="*/ 506173 h 626109"/>
                    <a:gd name="connsiteX1490" fmla="*/ 341122 w 591813"/>
                    <a:gd name="connsiteY1490" fmla="*/ 506690 h 626109"/>
                    <a:gd name="connsiteX1491" fmla="*/ 340717 w 591813"/>
                    <a:gd name="connsiteY1491" fmla="*/ 507207 h 626109"/>
                    <a:gd name="connsiteX1492" fmla="*/ 340335 w 591813"/>
                    <a:gd name="connsiteY1492" fmla="*/ 507725 h 626109"/>
                    <a:gd name="connsiteX1493" fmla="*/ 339930 w 591813"/>
                    <a:gd name="connsiteY1493" fmla="*/ 508242 h 626109"/>
                    <a:gd name="connsiteX1494" fmla="*/ 339548 w 591813"/>
                    <a:gd name="connsiteY1494" fmla="*/ 508759 h 626109"/>
                    <a:gd name="connsiteX1495" fmla="*/ 339142 w 591813"/>
                    <a:gd name="connsiteY1495" fmla="*/ 509277 h 626109"/>
                    <a:gd name="connsiteX1496" fmla="*/ 338738 w 591813"/>
                    <a:gd name="connsiteY1496" fmla="*/ 509794 h 626109"/>
                    <a:gd name="connsiteX1497" fmla="*/ 338356 w 591813"/>
                    <a:gd name="connsiteY1497" fmla="*/ 510311 h 626109"/>
                    <a:gd name="connsiteX1498" fmla="*/ 337950 w 591813"/>
                    <a:gd name="connsiteY1498" fmla="*/ 510806 h 626109"/>
                    <a:gd name="connsiteX1499" fmla="*/ 337568 w 591813"/>
                    <a:gd name="connsiteY1499" fmla="*/ 511323 h 626109"/>
                    <a:gd name="connsiteX1500" fmla="*/ 337164 w 591813"/>
                    <a:gd name="connsiteY1500" fmla="*/ 511818 h 626109"/>
                    <a:gd name="connsiteX1501" fmla="*/ 336782 w 591813"/>
                    <a:gd name="connsiteY1501" fmla="*/ 512313 h 626109"/>
                    <a:gd name="connsiteX1502" fmla="*/ 336376 w 591813"/>
                    <a:gd name="connsiteY1502" fmla="*/ 512807 h 626109"/>
                    <a:gd name="connsiteX1503" fmla="*/ 335972 w 591813"/>
                    <a:gd name="connsiteY1503" fmla="*/ 513302 h 626109"/>
                    <a:gd name="connsiteX1504" fmla="*/ 335590 w 591813"/>
                    <a:gd name="connsiteY1504" fmla="*/ 513797 h 626109"/>
                    <a:gd name="connsiteX1505" fmla="*/ 335184 w 591813"/>
                    <a:gd name="connsiteY1505" fmla="*/ 514292 h 626109"/>
                    <a:gd name="connsiteX1506" fmla="*/ 334802 w 591813"/>
                    <a:gd name="connsiteY1506" fmla="*/ 514764 h 626109"/>
                    <a:gd name="connsiteX1507" fmla="*/ 334397 w 591813"/>
                    <a:gd name="connsiteY1507" fmla="*/ 515259 h 626109"/>
                    <a:gd name="connsiteX1508" fmla="*/ 334015 w 591813"/>
                    <a:gd name="connsiteY1508" fmla="*/ 515731 h 626109"/>
                    <a:gd name="connsiteX1509" fmla="*/ 333610 w 591813"/>
                    <a:gd name="connsiteY1509" fmla="*/ 516226 h 626109"/>
                    <a:gd name="connsiteX1510" fmla="*/ 333228 w 591813"/>
                    <a:gd name="connsiteY1510" fmla="*/ 516698 h 626109"/>
                    <a:gd name="connsiteX1511" fmla="*/ 332823 w 591813"/>
                    <a:gd name="connsiteY1511" fmla="*/ 517170 h 626109"/>
                    <a:gd name="connsiteX1512" fmla="*/ 332418 w 591813"/>
                    <a:gd name="connsiteY1512" fmla="*/ 517643 h 626109"/>
                    <a:gd name="connsiteX1513" fmla="*/ 332036 w 591813"/>
                    <a:gd name="connsiteY1513" fmla="*/ 518115 h 626109"/>
                    <a:gd name="connsiteX1514" fmla="*/ 331631 w 591813"/>
                    <a:gd name="connsiteY1514" fmla="*/ 518587 h 626109"/>
                    <a:gd name="connsiteX1515" fmla="*/ 331249 w 591813"/>
                    <a:gd name="connsiteY1515" fmla="*/ 519060 h 626109"/>
                    <a:gd name="connsiteX1516" fmla="*/ 330844 w 591813"/>
                    <a:gd name="connsiteY1516" fmla="*/ 519532 h 626109"/>
                    <a:gd name="connsiteX1517" fmla="*/ 330462 w 591813"/>
                    <a:gd name="connsiteY1517" fmla="*/ 520004 h 626109"/>
                    <a:gd name="connsiteX1518" fmla="*/ 330057 w 591813"/>
                    <a:gd name="connsiteY1518" fmla="*/ 520476 h 626109"/>
                    <a:gd name="connsiteX1519" fmla="*/ 329674 w 591813"/>
                    <a:gd name="connsiteY1519" fmla="*/ 520926 h 626109"/>
                    <a:gd name="connsiteX1520" fmla="*/ 329270 w 591813"/>
                    <a:gd name="connsiteY1520" fmla="*/ 521398 h 626109"/>
                    <a:gd name="connsiteX1521" fmla="*/ 328865 w 591813"/>
                    <a:gd name="connsiteY1521" fmla="*/ 521848 h 626109"/>
                    <a:gd name="connsiteX1522" fmla="*/ 328482 w 591813"/>
                    <a:gd name="connsiteY1522" fmla="*/ 522320 h 626109"/>
                    <a:gd name="connsiteX1523" fmla="*/ 328078 w 591813"/>
                    <a:gd name="connsiteY1523" fmla="*/ 522770 h 626109"/>
                    <a:gd name="connsiteX1524" fmla="*/ 327696 w 591813"/>
                    <a:gd name="connsiteY1524" fmla="*/ 523243 h 626109"/>
                    <a:gd name="connsiteX1525" fmla="*/ 327290 w 591813"/>
                    <a:gd name="connsiteY1525" fmla="*/ 523692 h 626109"/>
                    <a:gd name="connsiteX1526" fmla="*/ 326908 w 591813"/>
                    <a:gd name="connsiteY1526" fmla="*/ 524142 h 626109"/>
                    <a:gd name="connsiteX1527" fmla="*/ 326504 w 591813"/>
                    <a:gd name="connsiteY1527" fmla="*/ 524592 h 626109"/>
                    <a:gd name="connsiteX1528" fmla="*/ 326121 w 591813"/>
                    <a:gd name="connsiteY1528" fmla="*/ 525064 h 626109"/>
                    <a:gd name="connsiteX1529" fmla="*/ 325716 w 591813"/>
                    <a:gd name="connsiteY1529" fmla="*/ 525514 h 626109"/>
                    <a:gd name="connsiteX1530" fmla="*/ 325312 w 591813"/>
                    <a:gd name="connsiteY1530" fmla="*/ 525964 h 626109"/>
                    <a:gd name="connsiteX1531" fmla="*/ 324929 w 591813"/>
                    <a:gd name="connsiteY1531" fmla="*/ 526414 h 626109"/>
                    <a:gd name="connsiteX1532" fmla="*/ 324524 w 591813"/>
                    <a:gd name="connsiteY1532" fmla="*/ 526863 h 626109"/>
                    <a:gd name="connsiteX1533" fmla="*/ 324142 w 591813"/>
                    <a:gd name="connsiteY1533" fmla="*/ 527313 h 626109"/>
                    <a:gd name="connsiteX1534" fmla="*/ 323737 w 591813"/>
                    <a:gd name="connsiteY1534" fmla="*/ 527763 h 626109"/>
                    <a:gd name="connsiteX1535" fmla="*/ 323355 w 591813"/>
                    <a:gd name="connsiteY1535" fmla="*/ 528213 h 626109"/>
                    <a:gd name="connsiteX1536" fmla="*/ 322950 w 591813"/>
                    <a:gd name="connsiteY1536" fmla="*/ 528663 h 626109"/>
                    <a:gd name="connsiteX1537" fmla="*/ 322545 w 591813"/>
                    <a:gd name="connsiteY1537" fmla="*/ 529112 h 626109"/>
                    <a:gd name="connsiteX1538" fmla="*/ 322163 w 591813"/>
                    <a:gd name="connsiteY1538" fmla="*/ 529540 h 626109"/>
                    <a:gd name="connsiteX1539" fmla="*/ 321758 w 591813"/>
                    <a:gd name="connsiteY1539" fmla="*/ 529989 h 626109"/>
                    <a:gd name="connsiteX1540" fmla="*/ 321376 w 591813"/>
                    <a:gd name="connsiteY1540" fmla="*/ 530439 h 626109"/>
                    <a:gd name="connsiteX1541" fmla="*/ 320971 w 591813"/>
                    <a:gd name="connsiteY1541" fmla="*/ 530867 h 626109"/>
                    <a:gd name="connsiteX1542" fmla="*/ 320589 w 591813"/>
                    <a:gd name="connsiteY1542" fmla="*/ 531294 h 626109"/>
                    <a:gd name="connsiteX1543" fmla="*/ 320184 w 591813"/>
                    <a:gd name="connsiteY1543" fmla="*/ 531721 h 626109"/>
                    <a:gd name="connsiteX1544" fmla="*/ 319802 w 591813"/>
                    <a:gd name="connsiteY1544" fmla="*/ 532148 h 626109"/>
                    <a:gd name="connsiteX1545" fmla="*/ 319397 w 591813"/>
                    <a:gd name="connsiteY1545" fmla="*/ 532576 h 626109"/>
                    <a:gd name="connsiteX1546" fmla="*/ 318992 w 591813"/>
                    <a:gd name="connsiteY1546" fmla="*/ 533003 h 626109"/>
                    <a:gd name="connsiteX1547" fmla="*/ 318610 w 591813"/>
                    <a:gd name="connsiteY1547" fmla="*/ 533430 h 626109"/>
                    <a:gd name="connsiteX1548" fmla="*/ 318205 w 591813"/>
                    <a:gd name="connsiteY1548" fmla="*/ 533835 h 626109"/>
                    <a:gd name="connsiteX1549" fmla="*/ 317822 w 591813"/>
                    <a:gd name="connsiteY1549" fmla="*/ 534262 h 626109"/>
                    <a:gd name="connsiteX1550" fmla="*/ 317418 w 591813"/>
                    <a:gd name="connsiteY1550" fmla="*/ 534667 h 626109"/>
                    <a:gd name="connsiteX1551" fmla="*/ 317036 w 591813"/>
                    <a:gd name="connsiteY1551" fmla="*/ 535072 h 626109"/>
                    <a:gd name="connsiteX1552" fmla="*/ 316630 w 591813"/>
                    <a:gd name="connsiteY1552" fmla="*/ 535477 h 626109"/>
                    <a:gd name="connsiteX1553" fmla="*/ 316248 w 591813"/>
                    <a:gd name="connsiteY1553" fmla="*/ 535882 h 626109"/>
                    <a:gd name="connsiteX1554" fmla="*/ 315844 w 591813"/>
                    <a:gd name="connsiteY1554" fmla="*/ 536287 h 626109"/>
                    <a:gd name="connsiteX1555" fmla="*/ 315438 w 591813"/>
                    <a:gd name="connsiteY1555" fmla="*/ 536669 h 626109"/>
                    <a:gd name="connsiteX1556" fmla="*/ 315056 w 591813"/>
                    <a:gd name="connsiteY1556" fmla="*/ 537074 h 626109"/>
                    <a:gd name="connsiteX1557" fmla="*/ 314652 w 591813"/>
                    <a:gd name="connsiteY1557" fmla="*/ 537456 h 626109"/>
                    <a:gd name="connsiteX1558" fmla="*/ 314269 w 591813"/>
                    <a:gd name="connsiteY1558" fmla="*/ 537838 h 626109"/>
                    <a:gd name="connsiteX1559" fmla="*/ 313864 w 591813"/>
                    <a:gd name="connsiteY1559" fmla="*/ 538221 h 626109"/>
                    <a:gd name="connsiteX1560" fmla="*/ 313482 w 591813"/>
                    <a:gd name="connsiteY1560" fmla="*/ 538603 h 626109"/>
                    <a:gd name="connsiteX1561" fmla="*/ 313077 w 591813"/>
                    <a:gd name="connsiteY1561" fmla="*/ 538985 h 626109"/>
                    <a:gd name="connsiteX1562" fmla="*/ 312695 w 591813"/>
                    <a:gd name="connsiteY1562" fmla="*/ 539345 h 626109"/>
                    <a:gd name="connsiteX1563" fmla="*/ 312290 w 591813"/>
                    <a:gd name="connsiteY1563" fmla="*/ 539727 h 626109"/>
                    <a:gd name="connsiteX1564" fmla="*/ 311885 w 591813"/>
                    <a:gd name="connsiteY1564" fmla="*/ 540087 h 626109"/>
                    <a:gd name="connsiteX1565" fmla="*/ 311503 w 591813"/>
                    <a:gd name="connsiteY1565" fmla="*/ 540447 h 626109"/>
                    <a:gd name="connsiteX1566" fmla="*/ 311098 w 591813"/>
                    <a:gd name="connsiteY1566" fmla="*/ 540807 h 626109"/>
                    <a:gd name="connsiteX1567" fmla="*/ 310716 w 591813"/>
                    <a:gd name="connsiteY1567" fmla="*/ 541167 h 626109"/>
                    <a:gd name="connsiteX1568" fmla="*/ 310311 w 591813"/>
                    <a:gd name="connsiteY1568" fmla="*/ 541504 h 626109"/>
                    <a:gd name="connsiteX1569" fmla="*/ 309929 w 591813"/>
                    <a:gd name="connsiteY1569" fmla="*/ 541864 h 626109"/>
                    <a:gd name="connsiteX1570" fmla="*/ 309524 w 591813"/>
                    <a:gd name="connsiteY1570" fmla="*/ 542224 h 626109"/>
                    <a:gd name="connsiteX1571" fmla="*/ 309142 w 591813"/>
                    <a:gd name="connsiteY1571" fmla="*/ 542561 h 626109"/>
                    <a:gd name="connsiteX1572" fmla="*/ 308737 w 591813"/>
                    <a:gd name="connsiteY1572" fmla="*/ 542921 h 626109"/>
                    <a:gd name="connsiteX1573" fmla="*/ 308332 w 591813"/>
                    <a:gd name="connsiteY1573" fmla="*/ 543258 h 626109"/>
                    <a:gd name="connsiteX1574" fmla="*/ 307950 w 591813"/>
                    <a:gd name="connsiteY1574" fmla="*/ 543596 h 626109"/>
                    <a:gd name="connsiteX1575" fmla="*/ 307545 w 591813"/>
                    <a:gd name="connsiteY1575" fmla="*/ 543933 h 626109"/>
                    <a:gd name="connsiteX1576" fmla="*/ 307162 w 591813"/>
                    <a:gd name="connsiteY1576" fmla="*/ 544270 h 626109"/>
                    <a:gd name="connsiteX1577" fmla="*/ 306758 w 591813"/>
                    <a:gd name="connsiteY1577" fmla="*/ 544608 h 626109"/>
                    <a:gd name="connsiteX1578" fmla="*/ 306376 w 591813"/>
                    <a:gd name="connsiteY1578" fmla="*/ 544945 h 626109"/>
                    <a:gd name="connsiteX1579" fmla="*/ 305970 w 591813"/>
                    <a:gd name="connsiteY1579" fmla="*/ 545260 h 626109"/>
                    <a:gd name="connsiteX1580" fmla="*/ 305566 w 591813"/>
                    <a:gd name="connsiteY1580" fmla="*/ 545597 h 626109"/>
                    <a:gd name="connsiteX1581" fmla="*/ 305184 w 591813"/>
                    <a:gd name="connsiteY1581" fmla="*/ 545912 h 626109"/>
                    <a:gd name="connsiteX1582" fmla="*/ 304778 w 591813"/>
                    <a:gd name="connsiteY1582" fmla="*/ 546249 h 626109"/>
                    <a:gd name="connsiteX1583" fmla="*/ 304396 w 591813"/>
                    <a:gd name="connsiteY1583" fmla="*/ 546564 h 626109"/>
                    <a:gd name="connsiteX1584" fmla="*/ 303992 w 591813"/>
                    <a:gd name="connsiteY1584" fmla="*/ 546879 h 626109"/>
                    <a:gd name="connsiteX1585" fmla="*/ 303609 w 591813"/>
                    <a:gd name="connsiteY1585" fmla="*/ 547194 h 626109"/>
                    <a:gd name="connsiteX1586" fmla="*/ 303204 w 591813"/>
                    <a:gd name="connsiteY1586" fmla="*/ 547509 h 626109"/>
                    <a:gd name="connsiteX1587" fmla="*/ 302822 w 591813"/>
                    <a:gd name="connsiteY1587" fmla="*/ 547824 h 626109"/>
                    <a:gd name="connsiteX1588" fmla="*/ 302417 w 591813"/>
                    <a:gd name="connsiteY1588" fmla="*/ 548139 h 626109"/>
                    <a:gd name="connsiteX1589" fmla="*/ 302012 w 591813"/>
                    <a:gd name="connsiteY1589" fmla="*/ 548431 h 626109"/>
                    <a:gd name="connsiteX1590" fmla="*/ 301630 w 591813"/>
                    <a:gd name="connsiteY1590" fmla="*/ 548746 h 626109"/>
                    <a:gd name="connsiteX1591" fmla="*/ 301225 w 591813"/>
                    <a:gd name="connsiteY1591" fmla="*/ 549038 h 626109"/>
                    <a:gd name="connsiteX1592" fmla="*/ 300843 w 591813"/>
                    <a:gd name="connsiteY1592" fmla="*/ 549331 h 626109"/>
                    <a:gd name="connsiteX1593" fmla="*/ 300438 w 591813"/>
                    <a:gd name="connsiteY1593" fmla="*/ 549623 h 626109"/>
                    <a:gd name="connsiteX1594" fmla="*/ 300056 w 591813"/>
                    <a:gd name="connsiteY1594" fmla="*/ 549915 h 626109"/>
                    <a:gd name="connsiteX1595" fmla="*/ 299651 w 591813"/>
                    <a:gd name="connsiteY1595" fmla="*/ 550208 h 626109"/>
                    <a:gd name="connsiteX1596" fmla="*/ 299269 w 591813"/>
                    <a:gd name="connsiteY1596" fmla="*/ 550500 h 626109"/>
                    <a:gd name="connsiteX1597" fmla="*/ 298864 w 591813"/>
                    <a:gd name="connsiteY1597" fmla="*/ 550770 h 626109"/>
                    <a:gd name="connsiteX1598" fmla="*/ 298459 w 591813"/>
                    <a:gd name="connsiteY1598" fmla="*/ 551062 h 626109"/>
                    <a:gd name="connsiteX1599" fmla="*/ 298076 w 591813"/>
                    <a:gd name="connsiteY1599" fmla="*/ 551332 h 626109"/>
                    <a:gd name="connsiteX1600" fmla="*/ 297672 w 591813"/>
                    <a:gd name="connsiteY1600" fmla="*/ 551602 h 626109"/>
                    <a:gd name="connsiteX1601" fmla="*/ 297290 w 591813"/>
                    <a:gd name="connsiteY1601" fmla="*/ 551872 h 626109"/>
                    <a:gd name="connsiteX1602" fmla="*/ 296884 w 591813"/>
                    <a:gd name="connsiteY1602" fmla="*/ 552119 h 626109"/>
                    <a:gd name="connsiteX1603" fmla="*/ 296502 w 591813"/>
                    <a:gd name="connsiteY1603" fmla="*/ 552389 h 626109"/>
                    <a:gd name="connsiteX1604" fmla="*/ 296098 w 591813"/>
                    <a:gd name="connsiteY1604" fmla="*/ 551692 h 626109"/>
                    <a:gd name="connsiteX1605" fmla="*/ 295716 w 591813"/>
                    <a:gd name="connsiteY1605" fmla="*/ 551535 h 626109"/>
                    <a:gd name="connsiteX1606" fmla="*/ 295310 w 591813"/>
                    <a:gd name="connsiteY1606" fmla="*/ 551804 h 626109"/>
                    <a:gd name="connsiteX1607" fmla="*/ 294906 w 591813"/>
                    <a:gd name="connsiteY1607" fmla="*/ 552052 h 626109"/>
                    <a:gd name="connsiteX1608" fmla="*/ 294524 w 591813"/>
                    <a:gd name="connsiteY1608" fmla="*/ 552322 h 626109"/>
                    <a:gd name="connsiteX1609" fmla="*/ 294118 w 591813"/>
                    <a:gd name="connsiteY1609" fmla="*/ 552591 h 626109"/>
                    <a:gd name="connsiteX1610" fmla="*/ 293736 w 591813"/>
                    <a:gd name="connsiteY1610" fmla="*/ 552839 h 626109"/>
                    <a:gd name="connsiteX1611" fmla="*/ 293331 w 591813"/>
                    <a:gd name="connsiteY1611" fmla="*/ 553086 h 626109"/>
                    <a:gd name="connsiteX1612" fmla="*/ 292949 w 591813"/>
                    <a:gd name="connsiteY1612" fmla="*/ 553334 h 626109"/>
                    <a:gd name="connsiteX1613" fmla="*/ 292544 w 591813"/>
                    <a:gd name="connsiteY1613" fmla="*/ 553559 h 626109"/>
                    <a:gd name="connsiteX1614" fmla="*/ 292139 w 591813"/>
                    <a:gd name="connsiteY1614" fmla="*/ 553806 h 626109"/>
                    <a:gd name="connsiteX1615" fmla="*/ 291757 w 591813"/>
                    <a:gd name="connsiteY1615" fmla="*/ 554031 h 626109"/>
                    <a:gd name="connsiteX1616" fmla="*/ 291352 w 591813"/>
                    <a:gd name="connsiteY1616" fmla="*/ 554256 h 626109"/>
                    <a:gd name="connsiteX1617" fmla="*/ 290970 w 591813"/>
                    <a:gd name="connsiteY1617" fmla="*/ 554481 h 626109"/>
                    <a:gd name="connsiteX1618" fmla="*/ 290565 w 591813"/>
                    <a:gd name="connsiteY1618" fmla="*/ 554705 h 626109"/>
                    <a:gd name="connsiteX1619" fmla="*/ 290183 w 591813"/>
                    <a:gd name="connsiteY1619" fmla="*/ 554930 h 626109"/>
                    <a:gd name="connsiteX1620" fmla="*/ 289778 w 591813"/>
                    <a:gd name="connsiteY1620" fmla="*/ 555133 h 626109"/>
                    <a:gd name="connsiteX1621" fmla="*/ 289396 w 591813"/>
                    <a:gd name="connsiteY1621" fmla="*/ 555358 h 626109"/>
                    <a:gd name="connsiteX1622" fmla="*/ 288991 w 591813"/>
                    <a:gd name="connsiteY1622" fmla="*/ 555583 h 626109"/>
                    <a:gd name="connsiteX1623" fmla="*/ 288586 w 591813"/>
                    <a:gd name="connsiteY1623" fmla="*/ 555785 h 626109"/>
                    <a:gd name="connsiteX1624" fmla="*/ 288204 w 591813"/>
                    <a:gd name="connsiteY1624" fmla="*/ 555987 h 626109"/>
                    <a:gd name="connsiteX1625" fmla="*/ 287799 w 591813"/>
                    <a:gd name="connsiteY1625" fmla="*/ 556190 h 626109"/>
                    <a:gd name="connsiteX1626" fmla="*/ 287416 w 591813"/>
                    <a:gd name="connsiteY1626" fmla="*/ 556392 h 626109"/>
                    <a:gd name="connsiteX1627" fmla="*/ 287012 w 591813"/>
                    <a:gd name="connsiteY1627" fmla="*/ 556595 h 626109"/>
                    <a:gd name="connsiteX1628" fmla="*/ 286630 w 591813"/>
                    <a:gd name="connsiteY1628" fmla="*/ 556797 h 626109"/>
                    <a:gd name="connsiteX1629" fmla="*/ 286224 w 591813"/>
                    <a:gd name="connsiteY1629" fmla="*/ 556977 h 626109"/>
                    <a:gd name="connsiteX1630" fmla="*/ 285842 w 591813"/>
                    <a:gd name="connsiteY1630" fmla="*/ 557179 h 626109"/>
                    <a:gd name="connsiteX1631" fmla="*/ 285438 w 591813"/>
                    <a:gd name="connsiteY1631" fmla="*/ 557359 h 626109"/>
                    <a:gd name="connsiteX1632" fmla="*/ 285033 w 591813"/>
                    <a:gd name="connsiteY1632" fmla="*/ 557562 h 626109"/>
                    <a:gd name="connsiteX1633" fmla="*/ 284673 w 591813"/>
                    <a:gd name="connsiteY1633" fmla="*/ 557742 h 626109"/>
                    <a:gd name="connsiteX1634" fmla="*/ 284246 w 591813"/>
                    <a:gd name="connsiteY1634" fmla="*/ 557922 h 626109"/>
                    <a:gd name="connsiteX1635" fmla="*/ 283886 w 591813"/>
                    <a:gd name="connsiteY1635" fmla="*/ 558101 h 626109"/>
                    <a:gd name="connsiteX1636" fmla="*/ 283481 w 591813"/>
                    <a:gd name="connsiteY1636" fmla="*/ 558259 h 626109"/>
                    <a:gd name="connsiteX1637" fmla="*/ 283076 w 591813"/>
                    <a:gd name="connsiteY1637" fmla="*/ 558439 h 626109"/>
                    <a:gd name="connsiteX1638" fmla="*/ 282694 w 591813"/>
                    <a:gd name="connsiteY1638" fmla="*/ 558619 h 626109"/>
                    <a:gd name="connsiteX1639" fmla="*/ 282311 w 591813"/>
                    <a:gd name="connsiteY1639" fmla="*/ 558776 h 626109"/>
                    <a:gd name="connsiteX1640" fmla="*/ 281907 w 591813"/>
                    <a:gd name="connsiteY1640" fmla="*/ 558934 h 626109"/>
                    <a:gd name="connsiteX1641" fmla="*/ 281502 w 591813"/>
                    <a:gd name="connsiteY1641" fmla="*/ 559091 h 626109"/>
                    <a:gd name="connsiteX1642" fmla="*/ 281120 w 591813"/>
                    <a:gd name="connsiteY1642" fmla="*/ 559248 h 626109"/>
                    <a:gd name="connsiteX1643" fmla="*/ 280715 w 591813"/>
                    <a:gd name="connsiteY1643" fmla="*/ 559406 h 626109"/>
                    <a:gd name="connsiteX1644" fmla="*/ 280332 w 591813"/>
                    <a:gd name="connsiteY1644" fmla="*/ 559541 h 626109"/>
                    <a:gd name="connsiteX1645" fmla="*/ 279928 w 591813"/>
                    <a:gd name="connsiteY1645" fmla="*/ 559698 h 626109"/>
                    <a:gd name="connsiteX1646" fmla="*/ 279545 w 591813"/>
                    <a:gd name="connsiteY1646" fmla="*/ 559833 h 626109"/>
                    <a:gd name="connsiteX1647" fmla="*/ 279140 w 591813"/>
                    <a:gd name="connsiteY1647" fmla="*/ 559968 h 626109"/>
                    <a:gd name="connsiteX1648" fmla="*/ 278758 w 591813"/>
                    <a:gd name="connsiteY1648" fmla="*/ 560103 h 626109"/>
                    <a:gd name="connsiteX1649" fmla="*/ 278353 w 591813"/>
                    <a:gd name="connsiteY1649" fmla="*/ 560215 h 626109"/>
                    <a:gd name="connsiteX1650" fmla="*/ 277948 w 591813"/>
                    <a:gd name="connsiteY1650" fmla="*/ 560350 h 626109"/>
                    <a:gd name="connsiteX1651" fmla="*/ 277566 w 591813"/>
                    <a:gd name="connsiteY1651" fmla="*/ 560463 h 626109"/>
                    <a:gd name="connsiteX1652" fmla="*/ 277162 w 591813"/>
                    <a:gd name="connsiteY1652" fmla="*/ 560575 h 626109"/>
                    <a:gd name="connsiteX1653" fmla="*/ 276779 w 591813"/>
                    <a:gd name="connsiteY1653" fmla="*/ 560688 h 626109"/>
                    <a:gd name="connsiteX1654" fmla="*/ 276374 w 591813"/>
                    <a:gd name="connsiteY1654" fmla="*/ 560800 h 626109"/>
                    <a:gd name="connsiteX1655" fmla="*/ 275992 w 591813"/>
                    <a:gd name="connsiteY1655" fmla="*/ 560890 h 626109"/>
                    <a:gd name="connsiteX1656" fmla="*/ 275587 w 591813"/>
                    <a:gd name="connsiteY1656" fmla="*/ 560913 h 626109"/>
                    <a:gd name="connsiteX1657" fmla="*/ 275182 w 591813"/>
                    <a:gd name="connsiteY1657" fmla="*/ 560935 h 626109"/>
                    <a:gd name="connsiteX1658" fmla="*/ 274800 w 591813"/>
                    <a:gd name="connsiteY1658" fmla="*/ 560935 h 626109"/>
                    <a:gd name="connsiteX1659" fmla="*/ 274395 w 591813"/>
                    <a:gd name="connsiteY1659" fmla="*/ 560935 h 626109"/>
                    <a:gd name="connsiteX1660" fmla="*/ 274013 w 591813"/>
                    <a:gd name="connsiteY1660" fmla="*/ 560935 h 626109"/>
                    <a:gd name="connsiteX1661" fmla="*/ 273608 w 591813"/>
                    <a:gd name="connsiteY1661" fmla="*/ 560935 h 626109"/>
                    <a:gd name="connsiteX1662" fmla="*/ 273226 w 591813"/>
                    <a:gd name="connsiteY1662" fmla="*/ 560935 h 626109"/>
                    <a:gd name="connsiteX1663" fmla="*/ 272821 w 591813"/>
                    <a:gd name="connsiteY1663" fmla="*/ 560913 h 626109"/>
                    <a:gd name="connsiteX1664" fmla="*/ 272439 w 591813"/>
                    <a:gd name="connsiteY1664" fmla="*/ 560913 h 626109"/>
                    <a:gd name="connsiteX1665" fmla="*/ 272034 w 591813"/>
                    <a:gd name="connsiteY1665" fmla="*/ 560890 h 626109"/>
                    <a:gd name="connsiteX1666" fmla="*/ 271629 w 591813"/>
                    <a:gd name="connsiteY1666" fmla="*/ 560868 h 626109"/>
                    <a:gd name="connsiteX1667" fmla="*/ 271247 w 591813"/>
                    <a:gd name="connsiteY1667" fmla="*/ 560823 h 626109"/>
                    <a:gd name="connsiteX1668" fmla="*/ 270842 w 591813"/>
                    <a:gd name="connsiteY1668" fmla="*/ 560800 h 626109"/>
                    <a:gd name="connsiteX1669" fmla="*/ 270459 w 591813"/>
                    <a:gd name="connsiteY1669" fmla="*/ 560755 h 626109"/>
                    <a:gd name="connsiteX1670" fmla="*/ 270055 w 591813"/>
                    <a:gd name="connsiteY1670" fmla="*/ 560710 h 626109"/>
                    <a:gd name="connsiteX1671" fmla="*/ 269672 w 591813"/>
                    <a:gd name="connsiteY1671" fmla="*/ 560665 h 626109"/>
                    <a:gd name="connsiteX1672" fmla="*/ 269268 w 591813"/>
                    <a:gd name="connsiteY1672" fmla="*/ 560598 h 626109"/>
                    <a:gd name="connsiteX1673" fmla="*/ 268885 w 591813"/>
                    <a:gd name="connsiteY1673" fmla="*/ 560553 h 626109"/>
                    <a:gd name="connsiteX1674" fmla="*/ 268480 w 591813"/>
                    <a:gd name="connsiteY1674" fmla="*/ 560485 h 626109"/>
                    <a:gd name="connsiteX1675" fmla="*/ 268076 w 591813"/>
                    <a:gd name="connsiteY1675" fmla="*/ 560418 h 626109"/>
                    <a:gd name="connsiteX1676" fmla="*/ 267693 w 591813"/>
                    <a:gd name="connsiteY1676" fmla="*/ 560350 h 626109"/>
                    <a:gd name="connsiteX1677" fmla="*/ 267288 w 591813"/>
                    <a:gd name="connsiteY1677" fmla="*/ 560260 h 626109"/>
                    <a:gd name="connsiteX1678" fmla="*/ 266906 w 591813"/>
                    <a:gd name="connsiteY1678" fmla="*/ 560193 h 626109"/>
                    <a:gd name="connsiteX1679" fmla="*/ 266502 w 591813"/>
                    <a:gd name="connsiteY1679" fmla="*/ 560103 h 626109"/>
                    <a:gd name="connsiteX1680" fmla="*/ 266119 w 591813"/>
                    <a:gd name="connsiteY1680" fmla="*/ 560013 h 626109"/>
                    <a:gd name="connsiteX1681" fmla="*/ 265714 w 591813"/>
                    <a:gd name="connsiteY1681" fmla="*/ 559901 h 626109"/>
                    <a:gd name="connsiteX1682" fmla="*/ 265332 w 591813"/>
                    <a:gd name="connsiteY1682" fmla="*/ 559811 h 626109"/>
                    <a:gd name="connsiteX1683" fmla="*/ 264927 w 591813"/>
                    <a:gd name="connsiteY1683" fmla="*/ 559698 h 626109"/>
                    <a:gd name="connsiteX1684" fmla="*/ 264522 w 591813"/>
                    <a:gd name="connsiteY1684" fmla="*/ 559586 h 626109"/>
                    <a:gd name="connsiteX1685" fmla="*/ 264140 w 591813"/>
                    <a:gd name="connsiteY1685" fmla="*/ 559473 h 626109"/>
                    <a:gd name="connsiteX1686" fmla="*/ 263735 w 591813"/>
                    <a:gd name="connsiteY1686" fmla="*/ 559338 h 626109"/>
                    <a:gd name="connsiteX1687" fmla="*/ 263353 w 591813"/>
                    <a:gd name="connsiteY1687" fmla="*/ 559203 h 626109"/>
                    <a:gd name="connsiteX1688" fmla="*/ 262948 w 591813"/>
                    <a:gd name="connsiteY1688" fmla="*/ 559068 h 626109"/>
                    <a:gd name="connsiteX1689" fmla="*/ 262566 w 591813"/>
                    <a:gd name="connsiteY1689" fmla="*/ 558934 h 626109"/>
                    <a:gd name="connsiteX1690" fmla="*/ 262161 w 591813"/>
                    <a:gd name="connsiteY1690" fmla="*/ 558776 h 626109"/>
                    <a:gd name="connsiteX1691" fmla="*/ 261756 w 591813"/>
                    <a:gd name="connsiteY1691" fmla="*/ 558641 h 626109"/>
                    <a:gd name="connsiteX1692" fmla="*/ 261374 w 591813"/>
                    <a:gd name="connsiteY1692" fmla="*/ 558484 h 626109"/>
                    <a:gd name="connsiteX1693" fmla="*/ 260969 w 591813"/>
                    <a:gd name="connsiteY1693" fmla="*/ 558326 h 626109"/>
                    <a:gd name="connsiteX1694" fmla="*/ 260587 w 591813"/>
                    <a:gd name="connsiteY1694" fmla="*/ 558169 h 626109"/>
                    <a:gd name="connsiteX1695" fmla="*/ 260182 w 591813"/>
                    <a:gd name="connsiteY1695" fmla="*/ 557989 h 626109"/>
                    <a:gd name="connsiteX1696" fmla="*/ 259799 w 591813"/>
                    <a:gd name="connsiteY1696" fmla="*/ 557832 h 626109"/>
                    <a:gd name="connsiteX1697" fmla="*/ 259395 w 591813"/>
                    <a:gd name="connsiteY1697" fmla="*/ 557652 h 626109"/>
                    <a:gd name="connsiteX1698" fmla="*/ 259012 w 591813"/>
                    <a:gd name="connsiteY1698" fmla="*/ 557472 h 626109"/>
                    <a:gd name="connsiteX1699" fmla="*/ 258608 w 591813"/>
                    <a:gd name="connsiteY1699" fmla="*/ 557269 h 626109"/>
                    <a:gd name="connsiteX1700" fmla="*/ 258202 w 591813"/>
                    <a:gd name="connsiteY1700" fmla="*/ 557089 h 626109"/>
                    <a:gd name="connsiteX1701" fmla="*/ 257820 w 591813"/>
                    <a:gd name="connsiteY1701" fmla="*/ 556887 h 626109"/>
                    <a:gd name="connsiteX1702" fmla="*/ 257416 w 591813"/>
                    <a:gd name="connsiteY1702" fmla="*/ 556685 h 626109"/>
                    <a:gd name="connsiteX1703" fmla="*/ 257033 w 591813"/>
                    <a:gd name="connsiteY1703" fmla="*/ 556482 h 626109"/>
                    <a:gd name="connsiteX1704" fmla="*/ 256628 w 591813"/>
                    <a:gd name="connsiteY1704" fmla="*/ 556280 h 626109"/>
                    <a:gd name="connsiteX1705" fmla="*/ 256246 w 591813"/>
                    <a:gd name="connsiteY1705" fmla="*/ 556055 h 626109"/>
                    <a:gd name="connsiteX1706" fmla="*/ 255841 w 591813"/>
                    <a:gd name="connsiteY1706" fmla="*/ 555830 h 626109"/>
                    <a:gd name="connsiteX1707" fmla="*/ 255459 w 591813"/>
                    <a:gd name="connsiteY1707" fmla="*/ 555605 h 626109"/>
                    <a:gd name="connsiteX1708" fmla="*/ 255054 w 591813"/>
                    <a:gd name="connsiteY1708" fmla="*/ 555380 h 626109"/>
                    <a:gd name="connsiteX1709" fmla="*/ 254650 w 591813"/>
                    <a:gd name="connsiteY1709" fmla="*/ 555133 h 626109"/>
                    <a:gd name="connsiteX1710" fmla="*/ 254267 w 591813"/>
                    <a:gd name="connsiteY1710" fmla="*/ 554885 h 626109"/>
                    <a:gd name="connsiteX1711" fmla="*/ 253862 w 591813"/>
                    <a:gd name="connsiteY1711" fmla="*/ 554638 h 626109"/>
                    <a:gd name="connsiteX1712" fmla="*/ 253480 w 591813"/>
                    <a:gd name="connsiteY1712" fmla="*/ 554391 h 626109"/>
                    <a:gd name="connsiteX1713" fmla="*/ 253075 w 591813"/>
                    <a:gd name="connsiteY1713" fmla="*/ 554121 h 626109"/>
                    <a:gd name="connsiteX1714" fmla="*/ 252693 w 591813"/>
                    <a:gd name="connsiteY1714" fmla="*/ 553873 h 626109"/>
                    <a:gd name="connsiteX1715" fmla="*/ 252288 w 591813"/>
                    <a:gd name="connsiteY1715" fmla="*/ 553604 h 626109"/>
                    <a:gd name="connsiteX1716" fmla="*/ 251905 w 591813"/>
                    <a:gd name="connsiteY1716" fmla="*/ 553334 h 626109"/>
                    <a:gd name="connsiteX1717" fmla="*/ 251501 w 591813"/>
                    <a:gd name="connsiteY1717" fmla="*/ 553041 h 626109"/>
                    <a:gd name="connsiteX1718" fmla="*/ 251096 w 591813"/>
                    <a:gd name="connsiteY1718" fmla="*/ 552771 h 626109"/>
                    <a:gd name="connsiteX1719" fmla="*/ 250714 w 591813"/>
                    <a:gd name="connsiteY1719" fmla="*/ 552479 h 626109"/>
                    <a:gd name="connsiteX1720" fmla="*/ 250309 w 591813"/>
                    <a:gd name="connsiteY1720" fmla="*/ 552187 h 626109"/>
                    <a:gd name="connsiteX1721" fmla="*/ 249926 w 591813"/>
                    <a:gd name="connsiteY1721" fmla="*/ 551894 h 626109"/>
                    <a:gd name="connsiteX1722" fmla="*/ 249522 w 591813"/>
                    <a:gd name="connsiteY1722" fmla="*/ 551579 h 626109"/>
                    <a:gd name="connsiteX1723" fmla="*/ 249139 w 591813"/>
                    <a:gd name="connsiteY1723" fmla="*/ 551287 h 626109"/>
                    <a:gd name="connsiteX1724" fmla="*/ 248734 w 591813"/>
                    <a:gd name="connsiteY1724" fmla="*/ 550950 h 626109"/>
                    <a:gd name="connsiteX1725" fmla="*/ 248352 w 591813"/>
                    <a:gd name="connsiteY1725" fmla="*/ 550635 h 626109"/>
                    <a:gd name="connsiteX1726" fmla="*/ 247948 w 591813"/>
                    <a:gd name="connsiteY1726" fmla="*/ 550320 h 626109"/>
                    <a:gd name="connsiteX1727" fmla="*/ 247542 w 591813"/>
                    <a:gd name="connsiteY1727" fmla="*/ 549983 h 626109"/>
                    <a:gd name="connsiteX1728" fmla="*/ 247160 w 591813"/>
                    <a:gd name="connsiteY1728" fmla="*/ 549645 h 626109"/>
                    <a:gd name="connsiteX1729" fmla="*/ 246756 w 591813"/>
                    <a:gd name="connsiteY1729" fmla="*/ 549286 h 626109"/>
                    <a:gd name="connsiteX1730" fmla="*/ 246373 w 591813"/>
                    <a:gd name="connsiteY1730" fmla="*/ 548948 h 626109"/>
                    <a:gd name="connsiteX1731" fmla="*/ 245968 w 591813"/>
                    <a:gd name="connsiteY1731" fmla="*/ 548588 h 626109"/>
                    <a:gd name="connsiteX1732" fmla="*/ 245586 w 591813"/>
                    <a:gd name="connsiteY1732" fmla="*/ 548229 h 626109"/>
                    <a:gd name="connsiteX1733" fmla="*/ 245181 w 591813"/>
                    <a:gd name="connsiteY1733" fmla="*/ 547869 h 626109"/>
                    <a:gd name="connsiteX1734" fmla="*/ 244776 w 591813"/>
                    <a:gd name="connsiteY1734" fmla="*/ 547486 h 626109"/>
                    <a:gd name="connsiteX1735" fmla="*/ 244394 w 591813"/>
                    <a:gd name="connsiteY1735" fmla="*/ 547127 h 626109"/>
                    <a:gd name="connsiteX1736" fmla="*/ 243989 w 591813"/>
                    <a:gd name="connsiteY1736" fmla="*/ 546744 h 626109"/>
                    <a:gd name="connsiteX1737" fmla="*/ 243607 w 591813"/>
                    <a:gd name="connsiteY1737" fmla="*/ 546339 h 626109"/>
                    <a:gd name="connsiteX1738" fmla="*/ 243202 w 591813"/>
                    <a:gd name="connsiteY1738" fmla="*/ 545957 h 626109"/>
                    <a:gd name="connsiteX1739" fmla="*/ 242820 w 591813"/>
                    <a:gd name="connsiteY1739" fmla="*/ 545552 h 626109"/>
                    <a:gd name="connsiteX1740" fmla="*/ 242415 w 591813"/>
                    <a:gd name="connsiteY1740" fmla="*/ 545147 h 626109"/>
                    <a:gd name="connsiteX1741" fmla="*/ 242033 w 591813"/>
                    <a:gd name="connsiteY1741" fmla="*/ 544743 h 626109"/>
                    <a:gd name="connsiteX1742" fmla="*/ 241628 w 591813"/>
                    <a:gd name="connsiteY1742" fmla="*/ 544315 h 626109"/>
                    <a:gd name="connsiteX1743" fmla="*/ 241223 w 591813"/>
                    <a:gd name="connsiteY1743" fmla="*/ 543888 h 626109"/>
                    <a:gd name="connsiteX1744" fmla="*/ 240841 w 591813"/>
                    <a:gd name="connsiteY1744" fmla="*/ 543438 h 626109"/>
                    <a:gd name="connsiteX1745" fmla="*/ 240436 w 591813"/>
                    <a:gd name="connsiteY1745" fmla="*/ 542988 h 626109"/>
                    <a:gd name="connsiteX1746" fmla="*/ 240054 w 591813"/>
                    <a:gd name="connsiteY1746" fmla="*/ 542539 h 626109"/>
                    <a:gd name="connsiteX1747" fmla="*/ 239649 w 591813"/>
                    <a:gd name="connsiteY1747" fmla="*/ 542089 h 626109"/>
                    <a:gd name="connsiteX1748" fmla="*/ 239266 w 591813"/>
                    <a:gd name="connsiteY1748" fmla="*/ 541617 h 626109"/>
                    <a:gd name="connsiteX1749" fmla="*/ 238862 w 591813"/>
                    <a:gd name="connsiteY1749" fmla="*/ 541144 h 626109"/>
                    <a:gd name="connsiteX1750" fmla="*/ 238479 w 591813"/>
                    <a:gd name="connsiteY1750" fmla="*/ 540649 h 626109"/>
                    <a:gd name="connsiteX1751" fmla="*/ 238074 w 591813"/>
                    <a:gd name="connsiteY1751" fmla="*/ 540155 h 626109"/>
                    <a:gd name="connsiteX1752" fmla="*/ 237670 w 591813"/>
                    <a:gd name="connsiteY1752" fmla="*/ 539660 h 626109"/>
                    <a:gd name="connsiteX1753" fmla="*/ 237287 w 591813"/>
                    <a:gd name="connsiteY1753" fmla="*/ 539165 h 626109"/>
                    <a:gd name="connsiteX1754" fmla="*/ 236882 w 591813"/>
                    <a:gd name="connsiteY1754" fmla="*/ 538648 h 626109"/>
                    <a:gd name="connsiteX1755" fmla="*/ 236500 w 591813"/>
                    <a:gd name="connsiteY1755" fmla="*/ 538108 h 626109"/>
                    <a:gd name="connsiteX1756" fmla="*/ 236096 w 591813"/>
                    <a:gd name="connsiteY1756" fmla="*/ 537591 h 626109"/>
                    <a:gd name="connsiteX1757" fmla="*/ 235713 w 591813"/>
                    <a:gd name="connsiteY1757" fmla="*/ 537051 h 626109"/>
                    <a:gd name="connsiteX1758" fmla="*/ 235308 w 591813"/>
                    <a:gd name="connsiteY1758" fmla="*/ 536489 h 626109"/>
                    <a:gd name="connsiteX1759" fmla="*/ 234926 w 591813"/>
                    <a:gd name="connsiteY1759" fmla="*/ 535949 h 626109"/>
                    <a:gd name="connsiteX1760" fmla="*/ 234521 w 591813"/>
                    <a:gd name="connsiteY1760" fmla="*/ 535387 h 626109"/>
                    <a:gd name="connsiteX1761" fmla="*/ 234116 w 591813"/>
                    <a:gd name="connsiteY1761" fmla="*/ 534802 h 626109"/>
                    <a:gd name="connsiteX1762" fmla="*/ 233734 w 591813"/>
                    <a:gd name="connsiteY1762" fmla="*/ 534240 h 626109"/>
                    <a:gd name="connsiteX1763" fmla="*/ 233329 w 591813"/>
                    <a:gd name="connsiteY1763" fmla="*/ 533655 h 626109"/>
                    <a:gd name="connsiteX1764" fmla="*/ 232947 w 591813"/>
                    <a:gd name="connsiteY1764" fmla="*/ 533048 h 626109"/>
                    <a:gd name="connsiteX1765" fmla="*/ 232542 w 591813"/>
                    <a:gd name="connsiteY1765" fmla="*/ 532463 h 626109"/>
                    <a:gd name="connsiteX1766" fmla="*/ 232160 w 591813"/>
                    <a:gd name="connsiteY1766" fmla="*/ 531834 h 626109"/>
                    <a:gd name="connsiteX1767" fmla="*/ 231755 w 591813"/>
                    <a:gd name="connsiteY1767" fmla="*/ 531226 h 626109"/>
                    <a:gd name="connsiteX1768" fmla="*/ 231350 w 591813"/>
                    <a:gd name="connsiteY1768" fmla="*/ 530597 h 626109"/>
                    <a:gd name="connsiteX1769" fmla="*/ 230968 w 591813"/>
                    <a:gd name="connsiteY1769" fmla="*/ 529967 h 626109"/>
                    <a:gd name="connsiteX1770" fmla="*/ 230563 w 591813"/>
                    <a:gd name="connsiteY1770" fmla="*/ 529337 h 626109"/>
                    <a:gd name="connsiteX1771" fmla="*/ 230181 w 591813"/>
                    <a:gd name="connsiteY1771" fmla="*/ 528685 h 626109"/>
                    <a:gd name="connsiteX1772" fmla="*/ 229776 w 591813"/>
                    <a:gd name="connsiteY1772" fmla="*/ 528033 h 626109"/>
                    <a:gd name="connsiteX1773" fmla="*/ 229394 w 591813"/>
                    <a:gd name="connsiteY1773" fmla="*/ 527358 h 626109"/>
                    <a:gd name="connsiteX1774" fmla="*/ 228989 w 591813"/>
                    <a:gd name="connsiteY1774" fmla="*/ 526683 h 626109"/>
                    <a:gd name="connsiteX1775" fmla="*/ 228606 w 591813"/>
                    <a:gd name="connsiteY1775" fmla="*/ 526009 h 626109"/>
                    <a:gd name="connsiteX1776" fmla="*/ 228202 w 591813"/>
                    <a:gd name="connsiteY1776" fmla="*/ 525334 h 626109"/>
                    <a:gd name="connsiteX1777" fmla="*/ 227797 w 591813"/>
                    <a:gd name="connsiteY1777" fmla="*/ 524637 h 626109"/>
                    <a:gd name="connsiteX1778" fmla="*/ 227414 w 591813"/>
                    <a:gd name="connsiteY1778" fmla="*/ 523940 h 626109"/>
                    <a:gd name="connsiteX1779" fmla="*/ 227010 w 591813"/>
                    <a:gd name="connsiteY1779" fmla="*/ 523220 h 626109"/>
                    <a:gd name="connsiteX1780" fmla="*/ 226627 w 591813"/>
                    <a:gd name="connsiteY1780" fmla="*/ 522500 h 626109"/>
                    <a:gd name="connsiteX1781" fmla="*/ 226222 w 591813"/>
                    <a:gd name="connsiteY1781" fmla="*/ 521781 h 626109"/>
                    <a:gd name="connsiteX1782" fmla="*/ 225840 w 591813"/>
                    <a:gd name="connsiteY1782" fmla="*/ 521039 h 626109"/>
                    <a:gd name="connsiteX1783" fmla="*/ 225436 w 591813"/>
                    <a:gd name="connsiteY1783" fmla="*/ 520296 h 626109"/>
                    <a:gd name="connsiteX1784" fmla="*/ 225053 w 591813"/>
                    <a:gd name="connsiteY1784" fmla="*/ 519532 h 626109"/>
                    <a:gd name="connsiteX1785" fmla="*/ 224648 w 591813"/>
                    <a:gd name="connsiteY1785" fmla="*/ 518767 h 626109"/>
                    <a:gd name="connsiteX1786" fmla="*/ 224244 w 591813"/>
                    <a:gd name="connsiteY1786" fmla="*/ 518003 h 626109"/>
                    <a:gd name="connsiteX1787" fmla="*/ 223861 w 591813"/>
                    <a:gd name="connsiteY1787" fmla="*/ 517238 h 626109"/>
                    <a:gd name="connsiteX1788" fmla="*/ 223456 w 591813"/>
                    <a:gd name="connsiteY1788" fmla="*/ 516451 h 626109"/>
                    <a:gd name="connsiteX1789" fmla="*/ 223074 w 591813"/>
                    <a:gd name="connsiteY1789" fmla="*/ 515641 h 626109"/>
                    <a:gd name="connsiteX1790" fmla="*/ 222669 w 591813"/>
                    <a:gd name="connsiteY1790" fmla="*/ 514831 h 626109"/>
                    <a:gd name="connsiteX1791" fmla="*/ 222287 w 591813"/>
                    <a:gd name="connsiteY1791" fmla="*/ 514022 h 626109"/>
                    <a:gd name="connsiteX1792" fmla="*/ 221882 w 591813"/>
                    <a:gd name="connsiteY1792" fmla="*/ 513212 h 626109"/>
                    <a:gd name="connsiteX1793" fmla="*/ 221500 w 591813"/>
                    <a:gd name="connsiteY1793" fmla="*/ 512380 h 626109"/>
                    <a:gd name="connsiteX1794" fmla="*/ 221095 w 591813"/>
                    <a:gd name="connsiteY1794" fmla="*/ 511526 h 626109"/>
                    <a:gd name="connsiteX1795" fmla="*/ 220690 w 591813"/>
                    <a:gd name="connsiteY1795" fmla="*/ 510693 h 626109"/>
                    <a:gd name="connsiteX1796" fmla="*/ 220308 w 591813"/>
                    <a:gd name="connsiteY1796" fmla="*/ 509839 h 626109"/>
                    <a:gd name="connsiteX1797" fmla="*/ 219903 w 591813"/>
                    <a:gd name="connsiteY1797" fmla="*/ 508962 h 626109"/>
                    <a:gd name="connsiteX1798" fmla="*/ 219521 w 591813"/>
                    <a:gd name="connsiteY1798" fmla="*/ 508107 h 626109"/>
                    <a:gd name="connsiteX1799" fmla="*/ 219116 w 591813"/>
                    <a:gd name="connsiteY1799" fmla="*/ 507230 h 626109"/>
                    <a:gd name="connsiteX1800" fmla="*/ 218733 w 591813"/>
                    <a:gd name="connsiteY1800" fmla="*/ 506330 h 626109"/>
                    <a:gd name="connsiteX1801" fmla="*/ 218329 w 591813"/>
                    <a:gd name="connsiteY1801" fmla="*/ 505431 h 626109"/>
                    <a:gd name="connsiteX1802" fmla="*/ 217946 w 591813"/>
                    <a:gd name="connsiteY1802" fmla="*/ 504531 h 626109"/>
                    <a:gd name="connsiteX1803" fmla="*/ 217542 w 591813"/>
                    <a:gd name="connsiteY1803" fmla="*/ 503632 h 626109"/>
                    <a:gd name="connsiteX1804" fmla="*/ 217136 w 591813"/>
                    <a:gd name="connsiteY1804" fmla="*/ 502710 h 626109"/>
                    <a:gd name="connsiteX1805" fmla="*/ 216754 w 591813"/>
                    <a:gd name="connsiteY1805" fmla="*/ 501765 h 626109"/>
                    <a:gd name="connsiteX1806" fmla="*/ 216350 w 591813"/>
                    <a:gd name="connsiteY1806" fmla="*/ 500843 h 626109"/>
                    <a:gd name="connsiteX1807" fmla="*/ 215967 w 591813"/>
                    <a:gd name="connsiteY1807" fmla="*/ 499876 h 626109"/>
                    <a:gd name="connsiteX1808" fmla="*/ 215562 w 591813"/>
                    <a:gd name="connsiteY1808" fmla="*/ 498931 h 626109"/>
                    <a:gd name="connsiteX1809" fmla="*/ 215180 w 591813"/>
                    <a:gd name="connsiteY1809" fmla="*/ 497964 h 626109"/>
                    <a:gd name="connsiteX1810" fmla="*/ 214776 w 591813"/>
                    <a:gd name="connsiteY1810" fmla="*/ 496975 h 626109"/>
                    <a:gd name="connsiteX1811" fmla="*/ 214370 w 591813"/>
                    <a:gd name="connsiteY1811" fmla="*/ 495985 h 626109"/>
                    <a:gd name="connsiteX1812" fmla="*/ 213988 w 591813"/>
                    <a:gd name="connsiteY1812" fmla="*/ 494996 h 626109"/>
                    <a:gd name="connsiteX1813" fmla="*/ 213584 w 591813"/>
                    <a:gd name="connsiteY1813" fmla="*/ 493984 h 626109"/>
                    <a:gd name="connsiteX1814" fmla="*/ 213201 w 591813"/>
                    <a:gd name="connsiteY1814" fmla="*/ 492972 h 626109"/>
                    <a:gd name="connsiteX1815" fmla="*/ 212796 w 591813"/>
                    <a:gd name="connsiteY1815" fmla="*/ 491937 h 626109"/>
                    <a:gd name="connsiteX1816" fmla="*/ 212414 w 591813"/>
                    <a:gd name="connsiteY1816" fmla="*/ 490903 h 626109"/>
                    <a:gd name="connsiteX1817" fmla="*/ 212009 w 591813"/>
                    <a:gd name="connsiteY1817" fmla="*/ 489846 h 626109"/>
                    <a:gd name="connsiteX1818" fmla="*/ 211627 w 591813"/>
                    <a:gd name="connsiteY1818" fmla="*/ 488789 h 626109"/>
                    <a:gd name="connsiteX1819" fmla="*/ 211222 w 591813"/>
                    <a:gd name="connsiteY1819" fmla="*/ 487709 h 626109"/>
                    <a:gd name="connsiteX1820" fmla="*/ 210817 w 591813"/>
                    <a:gd name="connsiteY1820" fmla="*/ 486630 h 626109"/>
                    <a:gd name="connsiteX1821" fmla="*/ 210435 w 591813"/>
                    <a:gd name="connsiteY1821" fmla="*/ 485528 h 626109"/>
                    <a:gd name="connsiteX1822" fmla="*/ 210030 w 591813"/>
                    <a:gd name="connsiteY1822" fmla="*/ 484426 h 626109"/>
                    <a:gd name="connsiteX1823" fmla="*/ 209648 w 591813"/>
                    <a:gd name="connsiteY1823" fmla="*/ 483301 h 626109"/>
                    <a:gd name="connsiteX1824" fmla="*/ 209243 w 591813"/>
                    <a:gd name="connsiteY1824" fmla="*/ 482177 h 626109"/>
                    <a:gd name="connsiteX1825" fmla="*/ 208860 w 591813"/>
                    <a:gd name="connsiteY1825" fmla="*/ 481030 h 626109"/>
                    <a:gd name="connsiteX1826" fmla="*/ 208456 w 591813"/>
                    <a:gd name="connsiteY1826" fmla="*/ 479883 h 626109"/>
                    <a:gd name="connsiteX1827" fmla="*/ 208073 w 591813"/>
                    <a:gd name="connsiteY1827" fmla="*/ 478736 h 626109"/>
                    <a:gd name="connsiteX1828" fmla="*/ 207668 w 591813"/>
                    <a:gd name="connsiteY1828" fmla="*/ 477566 h 626109"/>
                    <a:gd name="connsiteX1829" fmla="*/ 207264 w 591813"/>
                    <a:gd name="connsiteY1829" fmla="*/ 476374 h 626109"/>
                    <a:gd name="connsiteX1830" fmla="*/ 206882 w 591813"/>
                    <a:gd name="connsiteY1830" fmla="*/ 475182 h 626109"/>
                    <a:gd name="connsiteX1831" fmla="*/ 206476 w 591813"/>
                    <a:gd name="connsiteY1831" fmla="*/ 473968 h 626109"/>
                    <a:gd name="connsiteX1832" fmla="*/ 206094 w 591813"/>
                    <a:gd name="connsiteY1832" fmla="*/ 472731 h 626109"/>
                    <a:gd name="connsiteX1833" fmla="*/ 205690 w 591813"/>
                    <a:gd name="connsiteY1833" fmla="*/ 471517 h 626109"/>
                    <a:gd name="connsiteX1834" fmla="*/ 205307 w 591813"/>
                    <a:gd name="connsiteY1834" fmla="*/ 470257 h 626109"/>
                    <a:gd name="connsiteX1835" fmla="*/ 204902 w 591813"/>
                    <a:gd name="connsiteY1835" fmla="*/ 468998 h 626109"/>
                    <a:gd name="connsiteX1836" fmla="*/ 204520 w 591813"/>
                    <a:gd name="connsiteY1836" fmla="*/ 467738 h 626109"/>
                    <a:gd name="connsiteX1837" fmla="*/ 204115 w 591813"/>
                    <a:gd name="connsiteY1837" fmla="*/ 466456 h 626109"/>
                    <a:gd name="connsiteX1838" fmla="*/ 203710 w 591813"/>
                    <a:gd name="connsiteY1838" fmla="*/ 465152 h 626109"/>
                    <a:gd name="connsiteX1839" fmla="*/ 203328 w 591813"/>
                    <a:gd name="connsiteY1839" fmla="*/ 463848 h 626109"/>
                    <a:gd name="connsiteX1840" fmla="*/ 202923 w 591813"/>
                    <a:gd name="connsiteY1840" fmla="*/ 462521 h 626109"/>
                    <a:gd name="connsiteX1841" fmla="*/ 202541 w 591813"/>
                    <a:gd name="connsiteY1841" fmla="*/ 461216 h 626109"/>
                    <a:gd name="connsiteX1842" fmla="*/ 202136 w 591813"/>
                    <a:gd name="connsiteY1842" fmla="*/ 459867 h 626109"/>
                    <a:gd name="connsiteX1843" fmla="*/ 201754 w 591813"/>
                    <a:gd name="connsiteY1843" fmla="*/ 458495 h 626109"/>
                    <a:gd name="connsiteX1844" fmla="*/ 201349 w 591813"/>
                    <a:gd name="connsiteY1844" fmla="*/ 457123 h 626109"/>
                    <a:gd name="connsiteX1845" fmla="*/ 200944 w 591813"/>
                    <a:gd name="connsiteY1845" fmla="*/ 455751 h 626109"/>
                    <a:gd name="connsiteX1846" fmla="*/ 200562 w 591813"/>
                    <a:gd name="connsiteY1846" fmla="*/ 454357 h 626109"/>
                    <a:gd name="connsiteX1847" fmla="*/ 200157 w 591813"/>
                    <a:gd name="connsiteY1847" fmla="*/ 452940 h 626109"/>
                    <a:gd name="connsiteX1848" fmla="*/ 199775 w 591813"/>
                    <a:gd name="connsiteY1848" fmla="*/ 451523 h 626109"/>
                    <a:gd name="connsiteX1849" fmla="*/ 199370 w 591813"/>
                    <a:gd name="connsiteY1849" fmla="*/ 450084 h 626109"/>
                    <a:gd name="connsiteX1850" fmla="*/ 198988 w 591813"/>
                    <a:gd name="connsiteY1850" fmla="*/ 448645 h 626109"/>
                    <a:gd name="connsiteX1851" fmla="*/ 198583 w 591813"/>
                    <a:gd name="connsiteY1851" fmla="*/ 447183 h 626109"/>
                    <a:gd name="connsiteX1852" fmla="*/ 198200 w 591813"/>
                    <a:gd name="connsiteY1852" fmla="*/ 445721 h 626109"/>
                    <a:gd name="connsiteX1853" fmla="*/ 197796 w 591813"/>
                    <a:gd name="connsiteY1853" fmla="*/ 444259 h 626109"/>
                    <a:gd name="connsiteX1854" fmla="*/ 197391 w 591813"/>
                    <a:gd name="connsiteY1854" fmla="*/ 442775 h 626109"/>
                    <a:gd name="connsiteX1855" fmla="*/ 197008 w 591813"/>
                    <a:gd name="connsiteY1855" fmla="*/ 441268 h 626109"/>
                    <a:gd name="connsiteX1856" fmla="*/ 196604 w 591813"/>
                    <a:gd name="connsiteY1856" fmla="*/ 439761 h 626109"/>
                    <a:gd name="connsiteX1857" fmla="*/ 196222 w 591813"/>
                    <a:gd name="connsiteY1857" fmla="*/ 438254 h 626109"/>
                    <a:gd name="connsiteX1858" fmla="*/ 195816 w 591813"/>
                    <a:gd name="connsiteY1858" fmla="*/ 436725 h 626109"/>
                    <a:gd name="connsiteX1859" fmla="*/ 195434 w 591813"/>
                    <a:gd name="connsiteY1859" fmla="*/ 435196 h 626109"/>
                    <a:gd name="connsiteX1860" fmla="*/ 195030 w 591813"/>
                    <a:gd name="connsiteY1860" fmla="*/ 433644 h 626109"/>
                    <a:gd name="connsiteX1861" fmla="*/ 194647 w 591813"/>
                    <a:gd name="connsiteY1861" fmla="*/ 432070 h 626109"/>
                    <a:gd name="connsiteX1862" fmla="*/ 194242 w 591813"/>
                    <a:gd name="connsiteY1862" fmla="*/ 430518 h 626109"/>
                    <a:gd name="connsiteX1863" fmla="*/ 193838 w 591813"/>
                    <a:gd name="connsiteY1863" fmla="*/ 428921 h 626109"/>
                    <a:gd name="connsiteX1864" fmla="*/ 193455 w 591813"/>
                    <a:gd name="connsiteY1864" fmla="*/ 427325 h 626109"/>
                    <a:gd name="connsiteX1865" fmla="*/ 193050 w 591813"/>
                    <a:gd name="connsiteY1865" fmla="*/ 425728 h 626109"/>
                    <a:gd name="connsiteX1866" fmla="*/ 192668 w 591813"/>
                    <a:gd name="connsiteY1866" fmla="*/ 424109 h 626109"/>
                    <a:gd name="connsiteX1867" fmla="*/ 192263 w 591813"/>
                    <a:gd name="connsiteY1867" fmla="*/ 422489 h 626109"/>
                    <a:gd name="connsiteX1868" fmla="*/ 191881 w 591813"/>
                    <a:gd name="connsiteY1868" fmla="*/ 420848 h 626109"/>
                    <a:gd name="connsiteX1869" fmla="*/ 191476 w 591813"/>
                    <a:gd name="connsiteY1869" fmla="*/ 419183 h 626109"/>
                    <a:gd name="connsiteX1870" fmla="*/ 191094 w 591813"/>
                    <a:gd name="connsiteY1870" fmla="*/ 417519 h 626109"/>
                    <a:gd name="connsiteX1871" fmla="*/ 190689 w 591813"/>
                    <a:gd name="connsiteY1871" fmla="*/ 415832 h 626109"/>
                    <a:gd name="connsiteX1872" fmla="*/ 190284 w 591813"/>
                    <a:gd name="connsiteY1872" fmla="*/ 414146 h 626109"/>
                    <a:gd name="connsiteX1873" fmla="*/ 189902 w 591813"/>
                    <a:gd name="connsiteY1873" fmla="*/ 412436 h 626109"/>
                    <a:gd name="connsiteX1874" fmla="*/ 189497 w 591813"/>
                    <a:gd name="connsiteY1874" fmla="*/ 410727 h 626109"/>
                    <a:gd name="connsiteX1875" fmla="*/ 189115 w 591813"/>
                    <a:gd name="connsiteY1875" fmla="*/ 408996 h 626109"/>
                    <a:gd name="connsiteX1876" fmla="*/ 188710 w 591813"/>
                    <a:gd name="connsiteY1876" fmla="*/ 407241 h 626109"/>
                    <a:gd name="connsiteX1877" fmla="*/ 188328 w 591813"/>
                    <a:gd name="connsiteY1877" fmla="*/ 405487 h 626109"/>
                    <a:gd name="connsiteX1878" fmla="*/ 187923 w 591813"/>
                    <a:gd name="connsiteY1878" fmla="*/ 403710 h 626109"/>
                    <a:gd name="connsiteX1879" fmla="*/ 187540 w 591813"/>
                    <a:gd name="connsiteY1879" fmla="*/ 401934 h 626109"/>
                    <a:gd name="connsiteX1880" fmla="*/ 187136 w 591813"/>
                    <a:gd name="connsiteY1880" fmla="*/ 400135 h 626109"/>
                    <a:gd name="connsiteX1881" fmla="*/ 186731 w 591813"/>
                    <a:gd name="connsiteY1881" fmla="*/ 398335 h 626109"/>
                    <a:gd name="connsiteX1882" fmla="*/ 186348 w 591813"/>
                    <a:gd name="connsiteY1882" fmla="*/ 396514 h 626109"/>
                    <a:gd name="connsiteX1883" fmla="*/ 185944 w 591813"/>
                    <a:gd name="connsiteY1883" fmla="*/ 394670 h 626109"/>
                    <a:gd name="connsiteX1884" fmla="*/ 185561 w 591813"/>
                    <a:gd name="connsiteY1884" fmla="*/ 392826 h 626109"/>
                    <a:gd name="connsiteX1885" fmla="*/ 185156 w 591813"/>
                    <a:gd name="connsiteY1885" fmla="*/ 390959 h 626109"/>
                    <a:gd name="connsiteX1886" fmla="*/ 184774 w 591813"/>
                    <a:gd name="connsiteY1886" fmla="*/ 389092 h 626109"/>
                    <a:gd name="connsiteX1887" fmla="*/ 184370 w 591813"/>
                    <a:gd name="connsiteY1887" fmla="*/ 387203 h 626109"/>
                    <a:gd name="connsiteX1888" fmla="*/ 183964 w 591813"/>
                    <a:gd name="connsiteY1888" fmla="*/ 385314 h 626109"/>
                    <a:gd name="connsiteX1889" fmla="*/ 183582 w 591813"/>
                    <a:gd name="connsiteY1889" fmla="*/ 383402 h 626109"/>
                    <a:gd name="connsiteX1890" fmla="*/ 183178 w 591813"/>
                    <a:gd name="connsiteY1890" fmla="*/ 381491 h 626109"/>
                    <a:gd name="connsiteX1891" fmla="*/ 182795 w 591813"/>
                    <a:gd name="connsiteY1891" fmla="*/ 379557 h 626109"/>
                    <a:gd name="connsiteX1892" fmla="*/ 182390 w 591813"/>
                    <a:gd name="connsiteY1892" fmla="*/ 377623 h 626109"/>
                    <a:gd name="connsiteX1893" fmla="*/ 182008 w 591813"/>
                    <a:gd name="connsiteY1893" fmla="*/ 375666 h 626109"/>
                    <a:gd name="connsiteX1894" fmla="*/ 181603 w 591813"/>
                    <a:gd name="connsiteY1894" fmla="*/ 373687 h 626109"/>
                    <a:gd name="connsiteX1895" fmla="*/ 181221 w 591813"/>
                    <a:gd name="connsiteY1895" fmla="*/ 371708 h 626109"/>
                    <a:gd name="connsiteX1896" fmla="*/ 180816 w 591813"/>
                    <a:gd name="connsiteY1896" fmla="*/ 369729 h 626109"/>
                    <a:gd name="connsiteX1897" fmla="*/ 180411 w 591813"/>
                    <a:gd name="connsiteY1897" fmla="*/ 367727 h 626109"/>
                    <a:gd name="connsiteX1898" fmla="*/ 180029 w 591813"/>
                    <a:gd name="connsiteY1898" fmla="*/ 365703 h 626109"/>
                    <a:gd name="connsiteX1899" fmla="*/ 179624 w 591813"/>
                    <a:gd name="connsiteY1899" fmla="*/ 363679 h 626109"/>
                    <a:gd name="connsiteX1900" fmla="*/ 179242 w 591813"/>
                    <a:gd name="connsiteY1900" fmla="*/ 361655 h 626109"/>
                    <a:gd name="connsiteX1901" fmla="*/ 178837 w 591813"/>
                    <a:gd name="connsiteY1901" fmla="*/ 359586 h 626109"/>
                    <a:gd name="connsiteX1902" fmla="*/ 178455 w 591813"/>
                    <a:gd name="connsiteY1902" fmla="*/ 357539 h 626109"/>
                    <a:gd name="connsiteX1903" fmla="*/ 178050 w 591813"/>
                    <a:gd name="connsiteY1903" fmla="*/ 355448 h 626109"/>
                    <a:gd name="connsiteX1904" fmla="*/ 177668 w 591813"/>
                    <a:gd name="connsiteY1904" fmla="*/ 353379 h 626109"/>
                    <a:gd name="connsiteX1905" fmla="*/ 177263 w 591813"/>
                    <a:gd name="connsiteY1905" fmla="*/ 351265 h 626109"/>
                    <a:gd name="connsiteX1906" fmla="*/ 176858 w 591813"/>
                    <a:gd name="connsiteY1906" fmla="*/ 349151 h 626109"/>
                    <a:gd name="connsiteX1907" fmla="*/ 176476 w 591813"/>
                    <a:gd name="connsiteY1907" fmla="*/ 347037 h 626109"/>
                    <a:gd name="connsiteX1908" fmla="*/ 176070 w 591813"/>
                    <a:gd name="connsiteY1908" fmla="*/ 344900 h 626109"/>
                    <a:gd name="connsiteX1909" fmla="*/ 175688 w 591813"/>
                    <a:gd name="connsiteY1909" fmla="*/ 342764 h 626109"/>
                    <a:gd name="connsiteX1910" fmla="*/ 175284 w 591813"/>
                    <a:gd name="connsiteY1910" fmla="*/ 340627 h 626109"/>
                    <a:gd name="connsiteX1911" fmla="*/ 174901 w 591813"/>
                    <a:gd name="connsiteY1911" fmla="*/ 338468 h 626109"/>
                    <a:gd name="connsiteX1912" fmla="*/ 174496 w 591813"/>
                    <a:gd name="connsiteY1912" fmla="*/ 336287 h 626109"/>
                    <a:gd name="connsiteX1913" fmla="*/ 174114 w 591813"/>
                    <a:gd name="connsiteY1913" fmla="*/ 334105 h 626109"/>
                    <a:gd name="connsiteX1914" fmla="*/ 173710 w 591813"/>
                    <a:gd name="connsiteY1914" fmla="*/ 331901 h 626109"/>
                    <a:gd name="connsiteX1915" fmla="*/ 173304 w 591813"/>
                    <a:gd name="connsiteY1915" fmla="*/ 329697 h 626109"/>
                    <a:gd name="connsiteX1916" fmla="*/ 172922 w 591813"/>
                    <a:gd name="connsiteY1916" fmla="*/ 327493 h 626109"/>
                    <a:gd name="connsiteX1917" fmla="*/ 172518 w 591813"/>
                    <a:gd name="connsiteY1917" fmla="*/ 325267 h 626109"/>
                    <a:gd name="connsiteX1918" fmla="*/ 172135 w 591813"/>
                    <a:gd name="connsiteY1918" fmla="*/ 323018 h 626109"/>
                    <a:gd name="connsiteX1919" fmla="*/ 171730 w 591813"/>
                    <a:gd name="connsiteY1919" fmla="*/ 320769 h 626109"/>
                    <a:gd name="connsiteX1920" fmla="*/ 171348 w 591813"/>
                    <a:gd name="connsiteY1920" fmla="*/ 318520 h 626109"/>
                    <a:gd name="connsiteX1921" fmla="*/ 170943 w 591813"/>
                    <a:gd name="connsiteY1921" fmla="*/ 316248 h 626109"/>
                    <a:gd name="connsiteX1922" fmla="*/ 170538 w 591813"/>
                    <a:gd name="connsiteY1922" fmla="*/ 313977 h 626109"/>
                    <a:gd name="connsiteX1923" fmla="*/ 170156 w 591813"/>
                    <a:gd name="connsiteY1923" fmla="*/ 311683 h 626109"/>
                    <a:gd name="connsiteX1924" fmla="*/ 169751 w 591813"/>
                    <a:gd name="connsiteY1924" fmla="*/ 309389 h 626109"/>
                    <a:gd name="connsiteX1925" fmla="*/ 169369 w 591813"/>
                    <a:gd name="connsiteY1925" fmla="*/ 307073 h 626109"/>
                    <a:gd name="connsiteX1926" fmla="*/ 168964 w 591813"/>
                    <a:gd name="connsiteY1926" fmla="*/ 304756 h 626109"/>
                    <a:gd name="connsiteX1927" fmla="*/ 168582 w 591813"/>
                    <a:gd name="connsiteY1927" fmla="*/ 302440 h 626109"/>
                    <a:gd name="connsiteX1928" fmla="*/ 168177 w 591813"/>
                    <a:gd name="connsiteY1928" fmla="*/ 300123 h 626109"/>
                    <a:gd name="connsiteX1929" fmla="*/ 167794 w 591813"/>
                    <a:gd name="connsiteY1929" fmla="*/ 297785 h 626109"/>
                    <a:gd name="connsiteX1930" fmla="*/ 167390 w 591813"/>
                    <a:gd name="connsiteY1930" fmla="*/ 295423 h 626109"/>
                    <a:gd name="connsiteX1931" fmla="*/ 166985 w 591813"/>
                    <a:gd name="connsiteY1931" fmla="*/ 293084 h 626109"/>
                    <a:gd name="connsiteX1932" fmla="*/ 166602 w 591813"/>
                    <a:gd name="connsiteY1932" fmla="*/ 290700 h 626109"/>
                    <a:gd name="connsiteX1933" fmla="*/ 166198 w 591813"/>
                    <a:gd name="connsiteY1933" fmla="*/ 288339 h 626109"/>
                    <a:gd name="connsiteX1934" fmla="*/ 165816 w 591813"/>
                    <a:gd name="connsiteY1934" fmla="*/ 285955 h 626109"/>
                    <a:gd name="connsiteX1935" fmla="*/ 165433 w 591813"/>
                    <a:gd name="connsiteY1935" fmla="*/ 283571 h 626109"/>
                    <a:gd name="connsiteX1936" fmla="*/ 165028 w 591813"/>
                    <a:gd name="connsiteY1936" fmla="*/ 281165 h 626109"/>
                    <a:gd name="connsiteX1937" fmla="*/ 164624 w 591813"/>
                    <a:gd name="connsiteY1937" fmla="*/ 278758 h 626109"/>
                    <a:gd name="connsiteX1938" fmla="*/ 164263 w 591813"/>
                    <a:gd name="connsiteY1938" fmla="*/ 276352 h 626109"/>
                    <a:gd name="connsiteX1939" fmla="*/ 163859 w 591813"/>
                    <a:gd name="connsiteY1939" fmla="*/ 273923 h 626109"/>
                    <a:gd name="connsiteX1940" fmla="*/ 163454 w 591813"/>
                    <a:gd name="connsiteY1940" fmla="*/ 271494 h 626109"/>
                    <a:gd name="connsiteX1941" fmla="*/ 163071 w 591813"/>
                    <a:gd name="connsiteY1941" fmla="*/ 269043 h 626109"/>
                    <a:gd name="connsiteX1942" fmla="*/ 162667 w 591813"/>
                    <a:gd name="connsiteY1942" fmla="*/ 266591 h 626109"/>
                    <a:gd name="connsiteX1943" fmla="*/ 162285 w 591813"/>
                    <a:gd name="connsiteY1943" fmla="*/ 264140 h 626109"/>
                    <a:gd name="connsiteX1944" fmla="*/ 161880 w 591813"/>
                    <a:gd name="connsiteY1944" fmla="*/ 261666 h 626109"/>
                    <a:gd name="connsiteX1945" fmla="*/ 161497 w 591813"/>
                    <a:gd name="connsiteY1945" fmla="*/ 259192 h 626109"/>
                    <a:gd name="connsiteX1946" fmla="*/ 161093 w 591813"/>
                    <a:gd name="connsiteY1946" fmla="*/ 256719 h 626109"/>
                    <a:gd name="connsiteX1947" fmla="*/ 160710 w 591813"/>
                    <a:gd name="connsiteY1947" fmla="*/ 254245 h 626109"/>
                    <a:gd name="connsiteX1948" fmla="*/ 160305 w 591813"/>
                    <a:gd name="connsiteY1948" fmla="*/ 251748 h 626109"/>
                    <a:gd name="connsiteX1949" fmla="*/ 159901 w 591813"/>
                    <a:gd name="connsiteY1949" fmla="*/ 249252 h 626109"/>
                    <a:gd name="connsiteX1950" fmla="*/ 159518 w 591813"/>
                    <a:gd name="connsiteY1950" fmla="*/ 246756 h 626109"/>
                    <a:gd name="connsiteX1951" fmla="*/ 159114 w 591813"/>
                    <a:gd name="connsiteY1951" fmla="*/ 244259 h 626109"/>
                    <a:gd name="connsiteX1952" fmla="*/ 158731 w 591813"/>
                    <a:gd name="connsiteY1952" fmla="*/ 241740 h 626109"/>
                    <a:gd name="connsiteX1953" fmla="*/ 158326 w 591813"/>
                    <a:gd name="connsiteY1953" fmla="*/ 239222 h 626109"/>
                    <a:gd name="connsiteX1954" fmla="*/ 157944 w 591813"/>
                    <a:gd name="connsiteY1954" fmla="*/ 236703 h 626109"/>
                    <a:gd name="connsiteX1955" fmla="*/ 157539 w 591813"/>
                    <a:gd name="connsiteY1955" fmla="*/ 234184 h 626109"/>
                    <a:gd name="connsiteX1956" fmla="*/ 157157 w 591813"/>
                    <a:gd name="connsiteY1956" fmla="*/ 231643 h 626109"/>
                    <a:gd name="connsiteX1957" fmla="*/ 156752 w 591813"/>
                    <a:gd name="connsiteY1957" fmla="*/ 229124 h 626109"/>
                    <a:gd name="connsiteX1958" fmla="*/ 156347 w 591813"/>
                    <a:gd name="connsiteY1958" fmla="*/ 226583 h 626109"/>
                    <a:gd name="connsiteX1959" fmla="*/ 155965 w 591813"/>
                    <a:gd name="connsiteY1959" fmla="*/ 224041 h 626109"/>
                    <a:gd name="connsiteX1960" fmla="*/ 155560 w 591813"/>
                    <a:gd name="connsiteY1960" fmla="*/ 221522 h 626109"/>
                    <a:gd name="connsiteX1961" fmla="*/ 155178 w 591813"/>
                    <a:gd name="connsiteY1961" fmla="*/ 218959 h 626109"/>
                    <a:gd name="connsiteX1962" fmla="*/ 154773 w 591813"/>
                    <a:gd name="connsiteY1962" fmla="*/ 216417 h 626109"/>
                    <a:gd name="connsiteX1963" fmla="*/ 154391 w 591813"/>
                    <a:gd name="connsiteY1963" fmla="*/ 213876 h 626109"/>
                    <a:gd name="connsiteX1964" fmla="*/ 153986 w 591813"/>
                    <a:gd name="connsiteY1964" fmla="*/ 211312 h 626109"/>
                    <a:gd name="connsiteX1965" fmla="*/ 153581 w 591813"/>
                    <a:gd name="connsiteY1965" fmla="*/ 208771 h 626109"/>
                    <a:gd name="connsiteX1966" fmla="*/ 153199 w 591813"/>
                    <a:gd name="connsiteY1966" fmla="*/ 206207 h 626109"/>
                    <a:gd name="connsiteX1967" fmla="*/ 152794 w 591813"/>
                    <a:gd name="connsiteY1967" fmla="*/ 203643 h 626109"/>
                    <a:gd name="connsiteX1968" fmla="*/ 152411 w 591813"/>
                    <a:gd name="connsiteY1968" fmla="*/ 201102 h 626109"/>
                    <a:gd name="connsiteX1969" fmla="*/ 152007 w 591813"/>
                    <a:gd name="connsiteY1969" fmla="*/ 198538 h 626109"/>
                    <a:gd name="connsiteX1970" fmla="*/ 151625 w 591813"/>
                    <a:gd name="connsiteY1970" fmla="*/ 195974 h 626109"/>
                    <a:gd name="connsiteX1971" fmla="*/ 151220 w 591813"/>
                    <a:gd name="connsiteY1971" fmla="*/ 193410 h 626109"/>
                    <a:gd name="connsiteX1972" fmla="*/ 150837 w 591813"/>
                    <a:gd name="connsiteY1972" fmla="*/ 190847 h 626109"/>
                    <a:gd name="connsiteX1973" fmla="*/ 150433 w 591813"/>
                    <a:gd name="connsiteY1973" fmla="*/ 188283 h 626109"/>
                    <a:gd name="connsiteX1974" fmla="*/ 150028 w 591813"/>
                    <a:gd name="connsiteY1974" fmla="*/ 185741 h 626109"/>
                    <a:gd name="connsiteX1975" fmla="*/ 149645 w 591813"/>
                    <a:gd name="connsiteY1975" fmla="*/ 183178 h 626109"/>
                    <a:gd name="connsiteX1976" fmla="*/ 149241 w 591813"/>
                    <a:gd name="connsiteY1976" fmla="*/ 180614 h 626109"/>
                    <a:gd name="connsiteX1977" fmla="*/ 148858 w 591813"/>
                    <a:gd name="connsiteY1977" fmla="*/ 178050 h 626109"/>
                    <a:gd name="connsiteX1978" fmla="*/ 148453 w 591813"/>
                    <a:gd name="connsiteY1978" fmla="*/ 175509 h 626109"/>
                    <a:gd name="connsiteX1979" fmla="*/ 148071 w 591813"/>
                    <a:gd name="connsiteY1979" fmla="*/ 170201 h 626109"/>
                    <a:gd name="connsiteX1980" fmla="*/ 147666 w 591813"/>
                    <a:gd name="connsiteY1980" fmla="*/ 165613 h 626109"/>
                    <a:gd name="connsiteX1981" fmla="*/ 147284 w 591813"/>
                    <a:gd name="connsiteY1981" fmla="*/ 163162 h 626109"/>
                    <a:gd name="connsiteX1982" fmla="*/ 146879 w 591813"/>
                    <a:gd name="connsiteY1982" fmla="*/ 160688 h 626109"/>
                    <a:gd name="connsiteX1983" fmla="*/ 146474 w 591813"/>
                    <a:gd name="connsiteY1983" fmla="*/ 158237 h 626109"/>
                    <a:gd name="connsiteX1984" fmla="*/ 146092 w 591813"/>
                    <a:gd name="connsiteY1984" fmla="*/ 155785 h 626109"/>
                    <a:gd name="connsiteX1985" fmla="*/ 145687 w 591813"/>
                    <a:gd name="connsiteY1985" fmla="*/ 153334 h 626109"/>
                    <a:gd name="connsiteX1986" fmla="*/ 145305 w 591813"/>
                    <a:gd name="connsiteY1986" fmla="*/ 150883 h 626109"/>
                    <a:gd name="connsiteX1987" fmla="*/ 144900 w 591813"/>
                    <a:gd name="connsiteY1987" fmla="*/ 148431 h 626109"/>
                    <a:gd name="connsiteX1988" fmla="*/ 144518 w 591813"/>
                    <a:gd name="connsiteY1988" fmla="*/ 146002 h 626109"/>
                    <a:gd name="connsiteX1989" fmla="*/ 144113 w 591813"/>
                    <a:gd name="connsiteY1989" fmla="*/ 143573 h 626109"/>
                    <a:gd name="connsiteX1990" fmla="*/ 143731 w 591813"/>
                    <a:gd name="connsiteY1990" fmla="*/ 141167 h 626109"/>
                    <a:gd name="connsiteX1991" fmla="*/ 143326 w 591813"/>
                    <a:gd name="connsiteY1991" fmla="*/ 138761 h 626109"/>
                    <a:gd name="connsiteX1992" fmla="*/ 142921 w 591813"/>
                    <a:gd name="connsiteY1992" fmla="*/ 136354 h 626109"/>
                    <a:gd name="connsiteX1993" fmla="*/ 142539 w 591813"/>
                    <a:gd name="connsiteY1993" fmla="*/ 133948 h 626109"/>
                    <a:gd name="connsiteX1994" fmla="*/ 142134 w 591813"/>
                    <a:gd name="connsiteY1994" fmla="*/ 131564 h 626109"/>
                    <a:gd name="connsiteX1995" fmla="*/ 141751 w 591813"/>
                    <a:gd name="connsiteY1995" fmla="*/ 129203 h 626109"/>
                    <a:gd name="connsiteX1996" fmla="*/ 141347 w 591813"/>
                    <a:gd name="connsiteY1996" fmla="*/ 126841 h 626109"/>
                    <a:gd name="connsiteX1997" fmla="*/ 140965 w 591813"/>
                    <a:gd name="connsiteY1997" fmla="*/ 124480 h 626109"/>
                    <a:gd name="connsiteX1998" fmla="*/ 140560 w 591813"/>
                    <a:gd name="connsiteY1998" fmla="*/ 122163 h 626109"/>
                    <a:gd name="connsiteX1999" fmla="*/ 140155 w 591813"/>
                    <a:gd name="connsiteY1999" fmla="*/ 119824 h 626109"/>
                    <a:gd name="connsiteX2000" fmla="*/ 139773 w 591813"/>
                    <a:gd name="connsiteY2000" fmla="*/ 117531 h 626109"/>
                    <a:gd name="connsiteX2001" fmla="*/ 139368 w 591813"/>
                    <a:gd name="connsiteY2001" fmla="*/ 115237 h 626109"/>
                    <a:gd name="connsiteX2002" fmla="*/ 138985 w 591813"/>
                    <a:gd name="connsiteY2002" fmla="*/ 112943 h 626109"/>
                    <a:gd name="connsiteX2003" fmla="*/ 138581 w 591813"/>
                    <a:gd name="connsiteY2003" fmla="*/ 110671 h 626109"/>
                    <a:gd name="connsiteX2004" fmla="*/ 138198 w 591813"/>
                    <a:gd name="connsiteY2004" fmla="*/ 108422 h 626109"/>
                    <a:gd name="connsiteX2005" fmla="*/ 137793 w 591813"/>
                    <a:gd name="connsiteY2005" fmla="*/ 106173 h 626109"/>
                    <a:gd name="connsiteX2006" fmla="*/ 137411 w 591813"/>
                    <a:gd name="connsiteY2006" fmla="*/ 103969 h 626109"/>
                    <a:gd name="connsiteX2007" fmla="*/ 137006 w 591813"/>
                    <a:gd name="connsiteY2007" fmla="*/ 101788 h 626109"/>
                    <a:gd name="connsiteX2008" fmla="*/ 136602 w 591813"/>
                    <a:gd name="connsiteY2008" fmla="*/ 99584 h 626109"/>
                    <a:gd name="connsiteX2009" fmla="*/ 136219 w 591813"/>
                    <a:gd name="connsiteY2009" fmla="*/ 97402 h 626109"/>
                    <a:gd name="connsiteX2010" fmla="*/ 135814 w 591813"/>
                    <a:gd name="connsiteY2010" fmla="*/ 95266 h 626109"/>
                    <a:gd name="connsiteX2011" fmla="*/ 135432 w 591813"/>
                    <a:gd name="connsiteY2011" fmla="*/ 93107 h 626109"/>
                    <a:gd name="connsiteX2012" fmla="*/ 135027 w 591813"/>
                    <a:gd name="connsiteY2012" fmla="*/ 90993 h 626109"/>
                    <a:gd name="connsiteX2013" fmla="*/ 134645 w 591813"/>
                    <a:gd name="connsiteY2013" fmla="*/ 88901 h 626109"/>
                    <a:gd name="connsiteX2014" fmla="*/ 134240 w 591813"/>
                    <a:gd name="connsiteY2014" fmla="*/ 86810 h 626109"/>
                    <a:gd name="connsiteX2015" fmla="*/ 133858 w 591813"/>
                    <a:gd name="connsiteY2015" fmla="*/ 84741 h 626109"/>
                    <a:gd name="connsiteX2016" fmla="*/ 133453 w 591813"/>
                    <a:gd name="connsiteY2016" fmla="*/ 82694 h 626109"/>
                    <a:gd name="connsiteX2017" fmla="*/ 133048 w 591813"/>
                    <a:gd name="connsiteY2017" fmla="*/ 80670 h 626109"/>
                    <a:gd name="connsiteX2018" fmla="*/ 132666 w 591813"/>
                    <a:gd name="connsiteY2018" fmla="*/ 78646 h 626109"/>
                    <a:gd name="connsiteX2019" fmla="*/ 132261 w 591813"/>
                    <a:gd name="connsiteY2019" fmla="*/ 76667 h 626109"/>
                    <a:gd name="connsiteX2020" fmla="*/ 131879 w 591813"/>
                    <a:gd name="connsiteY2020" fmla="*/ 74688 h 626109"/>
                    <a:gd name="connsiteX2021" fmla="*/ 131474 w 591813"/>
                    <a:gd name="connsiteY2021" fmla="*/ 72754 h 626109"/>
                    <a:gd name="connsiteX2022" fmla="*/ 131091 w 591813"/>
                    <a:gd name="connsiteY2022" fmla="*/ 70820 h 626109"/>
                    <a:gd name="connsiteX2023" fmla="*/ 130687 w 591813"/>
                    <a:gd name="connsiteY2023" fmla="*/ 68908 h 626109"/>
                    <a:gd name="connsiteX2024" fmla="*/ 130305 w 591813"/>
                    <a:gd name="connsiteY2024" fmla="*/ 67019 h 626109"/>
                    <a:gd name="connsiteX2025" fmla="*/ 129899 w 591813"/>
                    <a:gd name="connsiteY2025" fmla="*/ 65152 h 626109"/>
                    <a:gd name="connsiteX2026" fmla="*/ 129495 w 591813"/>
                    <a:gd name="connsiteY2026" fmla="*/ 63308 h 626109"/>
                    <a:gd name="connsiteX2027" fmla="*/ 129113 w 591813"/>
                    <a:gd name="connsiteY2027" fmla="*/ 61487 h 626109"/>
                    <a:gd name="connsiteX2028" fmla="*/ 128708 w 591813"/>
                    <a:gd name="connsiteY2028" fmla="*/ 59710 h 626109"/>
                    <a:gd name="connsiteX2029" fmla="*/ 128325 w 591813"/>
                    <a:gd name="connsiteY2029" fmla="*/ 57933 h 626109"/>
                    <a:gd name="connsiteX2030" fmla="*/ 127920 w 591813"/>
                    <a:gd name="connsiteY2030" fmla="*/ 56179 h 626109"/>
                    <a:gd name="connsiteX2031" fmla="*/ 127538 w 591813"/>
                    <a:gd name="connsiteY2031" fmla="*/ 54470 h 626109"/>
                    <a:gd name="connsiteX2032" fmla="*/ 127133 w 591813"/>
                    <a:gd name="connsiteY2032" fmla="*/ 52761 h 626109"/>
                    <a:gd name="connsiteX2033" fmla="*/ 126751 w 591813"/>
                    <a:gd name="connsiteY2033" fmla="*/ 51074 h 626109"/>
                    <a:gd name="connsiteX2034" fmla="*/ 126346 w 591813"/>
                    <a:gd name="connsiteY2034" fmla="*/ 49432 h 626109"/>
                    <a:gd name="connsiteX2035" fmla="*/ 125942 w 591813"/>
                    <a:gd name="connsiteY2035" fmla="*/ 47813 h 626109"/>
                    <a:gd name="connsiteX2036" fmla="*/ 125559 w 591813"/>
                    <a:gd name="connsiteY2036" fmla="*/ 46216 h 626109"/>
                    <a:gd name="connsiteX2037" fmla="*/ 125154 w 591813"/>
                    <a:gd name="connsiteY2037" fmla="*/ 44642 h 626109"/>
                    <a:gd name="connsiteX2038" fmla="*/ 124772 w 591813"/>
                    <a:gd name="connsiteY2038" fmla="*/ 43113 h 626109"/>
                    <a:gd name="connsiteX2039" fmla="*/ 124367 w 591813"/>
                    <a:gd name="connsiteY2039" fmla="*/ 41583 h 626109"/>
                    <a:gd name="connsiteX2040" fmla="*/ 123985 w 591813"/>
                    <a:gd name="connsiteY2040" fmla="*/ 40099 h 626109"/>
                    <a:gd name="connsiteX2041" fmla="*/ 123580 w 591813"/>
                    <a:gd name="connsiteY2041" fmla="*/ 38637 h 626109"/>
                    <a:gd name="connsiteX2042" fmla="*/ 123175 w 591813"/>
                    <a:gd name="connsiteY2042" fmla="*/ 37198 h 626109"/>
                    <a:gd name="connsiteX2043" fmla="*/ 122793 w 591813"/>
                    <a:gd name="connsiteY2043" fmla="*/ 35803 h 626109"/>
                    <a:gd name="connsiteX2044" fmla="*/ 122388 w 591813"/>
                    <a:gd name="connsiteY2044" fmla="*/ 34409 h 626109"/>
                    <a:gd name="connsiteX2045" fmla="*/ 122006 w 591813"/>
                    <a:gd name="connsiteY2045" fmla="*/ 33060 h 626109"/>
                    <a:gd name="connsiteX2046" fmla="*/ 121601 w 591813"/>
                    <a:gd name="connsiteY2046" fmla="*/ 31733 h 626109"/>
                    <a:gd name="connsiteX2047" fmla="*/ 121219 w 591813"/>
                    <a:gd name="connsiteY2047" fmla="*/ 30451 h 626109"/>
                    <a:gd name="connsiteX2048" fmla="*/ 120814 w 591813"/>
                    <a:gd name="connsiteY2048" fmla="*/ 29191 h 626109"/>
                    <a:gd name="connsiteX2049" fmla="*/ 120431 w 591813"/>
                    <a:gd name="connsiteY2049" fmla="*/ 27955 h 626109"/>
                    <a:gd name="connsiteX2050" fmla="*/ 120027 w 591813"/>
                    <a:gd name="connsiteY2050" fmla="*/ 26740 h 626109"/>
                    <a:gd name="connsiteX2051" fmla="*/ 119622 w 591813"/>
                    <a:gd name="connsiteY2051" fmla="*/ 25571 h 626109"/>
                    <a:gd name="connsiteX2052" fmla="*/ 119239 w 591813"/>
                    <a:gd name="connsiteY2052" fmla="*/ 24401 h 626109"/>
                    <a:gd name="connsiteX2053" fmla="*/ 118835 w 591813"/>
                    <a:gd name="connsiteY2053" fmla="*/ 23299 h 626109"/>
                    <a:gd name="connsiteX2054" fmla="*/ 118452 w 591813"/>
                    <a:gd name="connsiteY2054" fmla="*/ 22197 h 626109"/>
                    <a:gd name="connsiteX2055" fmla="*/ 118048 w 591813"/>
                    <a:gd name="connsiteY2055" fmla="*/ 21140 h 626109"/>
                    <a:gd name="connsiteX2056" fmla="*/ 117665 w 591813"/>
                    <a:gd name="connsiteY2056" fmla="*/ 20106 h 626109"/>
                    <a:gd name="connsiteX2057" fmla="*/ 117260 w 591813"/>
                    <a:gd name="connsiteY2057" fmla="*/ 19094 h 626109"/>
                    <a:gd name="connsiteX2058" fmla="*/ 116878 w 591813"/>
                    <a:gd name="connsiteY2058" fmla="*/ 18127 h 626109"/>
                    <a:gd name="connsiteX2059" fmla="*/ 116473 w 591813"/>
                    <a:gd name="connsiteY2059" fmla="*/ 17160 h 626109"/>
                    <a:gd name="connsiteX2060" fmla="*/ 116068 w 591813"/>
                    <a:gd name="connsiteY2060" fmla="*/ 16237 h 626109"/>
                    <a:gd name="connsiteX2061" fmla="*/ 115686 w 591813"/>
                    <a:gd name="connsiteY2061" fmla="*/ 15360 h 626109"/>
                    <a:gd name="connsiteX2062" fmla="*/ 115281 w 591813"/>
                    <a:gd name="connsiteY2062" fmla="*/ 14483 h 626109"/>
                    <a:gd name="connsiteX2063" fmla="*/ 114899 w 591813"/>
                    <a:gd name="connsiteY2063" fmla="*/ 13651 h 626109"/>
                    <a:gd name="connsiteX2064" fmla="*/ 114494 w 591813"/>
                    <a:gd name="connsiteY2064" fmla="*/ 12842 h 626109"/>
                    <a:gd name="connsiteX2065" fmla="*/ 114112 w 591813"/>
                    <a:gd name="connsiteY2065" fmla="*/ 12054 h 626109"/>
                    <a:gd name="connsiteX2066" fmla="*/ 113707 w 591813"/>
                    <a:gd name="connsiteY2066" fmla="*/ 11312 h 626109"/>
                    <a:gd name="connsiteX2067" fmla="*/ 113325 w 591813"/>
                    <a:gd name="connsiteY2067" fmla="*/ 10570 h 626109"/>
                    <a:gd name="connsiteX2068" fmla="*/ 112920 w 591813"/>
                    <a:gd name="connsiteY2068" fmla="*/ 9873 h 626109"/>
                    <a:gd name="connsiteX2069" fmla="*/ 112515 w 591813"/>
                    <a:gd name="connsiteY2069" fmla="*/ 9198 h 626109"/>
                    <a:gd name="connsiteX2070" fmla="*/ 112133 w 591813"/>
                    <a:gd name="connsiteY2070" fmla="*/ 8569 h 626109"/>
                    <a:gd name="connsiteX2071" fmla="*/ 111728 w 591813"/>
                    <a:gd name="connsiteY2071" fmla="*/ 7939 h 626109"/>
                    <a:gd name="connsiteX2072" fmla="*/ 111345 w 591813"/>
                    <a:gd name="connsiteY2072" fmla="*/ 7354 h 626109"/>
                    <a:gd name="connsiteX2073" fmla="*/ 110941 w 591813"/>
                    <a:gd name="connsiteY2073" fmla="*/ 6792 h 626109"/>
                    <a:gd name="connsiteX2074" fmla="*/ 110559 w 591813"/>
                    <a:gd name="connsiteY2074" fmla="*/ 6252 h 626109"/>
                    <a:gd name="connsiteX2075" fmla="*/ 110154 w 591813"/>
                    <a:gd name="connsiteY2075" fmla="*/ 5735 h 626109"/>
                    <a:gd name="connsiteX2076" fmla="*/ 109749 w 591813"/>
                    <a:gd name="connsiteY2076" fmla="*/ 5240 h 626109"/>
                    <a:gd name="connsiteX2077" fmla="*/ 109367 w 591813"/>
                    <a:gd name="connsiteY2077" fmla="*/ 4768 h 626109"/>
                    <a:gd name="connsiteX2078" fmla="*/ 108962 w 591813"/>
                    <a:gd name="connsiteY2078" fmla="*/ 4340 h 626109"/>
                    <a:gd name="connsiteX2079" fmla="*/ 108579 w 591813"/>
                    <a:gd name="connsiteY2079" fmla="*/ 3913 h 626109"/>
                    <a:gd name="connsiteX2080" fmla="*/ 108175 w 591813"/>
                    <a:gd name="connsiteY2080" fmla="*/ 3531 h 626109"/>
                    <a:gd name="connsiteX2081" fmla="*/ 107792 w 591813"/>
                    <a:gd name="connsiteY2081" fmla="*/ 3149 h 626109"/>
                    <a:gd name="connsiteX2082" fmla="*/ 107388 w 591813"/>
                    <a:gd name="connsiteY2082" fmla="*/ 2811 h 626109"/>
                    <a:gd name="connsiteX2083" fmla="*/ 107005 w 591813"/>
                    <a:gd name="connsiteY2083" fmla="*/ 2496 h 626109"/>
                    <a:gd name="connsiteX2084" fmla="*/ 106600 w 591813"/>
                    <a:gd name="connsiteY2084" fmla="*/ 2181 h 626109"/>
                    <a:gd name="connsiteX2085" fmla="*/ 106196 w 591813"/>
                    <a:gd name="connsiteY2085" fmla="*/ 1912 h 626109"/>
                    <a:gd name="connsiteX2086" fmla="*/ 105813 w 591813"/>
                    <a:gd name="connsiteY2086" fmla="*/ 1642 h 626109"/>
                    <a:gd name="connsiteX2087" fmla="*/ 105408 w 591813"/>
                    <a:gd name="connsiteY2087" fmla="*/ 1394 h 626109"/>
                    <a:gd name="connsiteX2088" fmla="*/ 105026 w 591813"/>
                    <a:gd name="connsiteY2088" fmla="*/ 1192 h 626109"/>
                    <a:gd name="connsiteX2089" fmla="*/ 104621 w 591813"/>
                    <a:gd name="connsiteY2089" fmla="*/ 990 h 626109"/>
                    <a:gd name="connsiteX2090" fmla="*/ 104239 w 591813"/>
                    <a:gd name="connsiteY2090" fmla="*/ 810 h 626109"/>
                    <a:gd name="connsiteX2091" fmla="*/ 103834 w 591813"/>
                    <a:gd name="connsiteY2091" fmla="*/ 652 h 626109"/>
                    <a:gd name="connsiteX2092" fmla="*/ 103452 w 591813"/>
                    <a:gd name="connsiteY2092" fmla="*/ 517 h 626109"/>
                    <a:gd name="connsiteX2093" fmla="*/ 103047 w 591813"/>
                    <a:gd name="connsiteY2093" fmla="*/ 382 h 626109"/>
                    <a:gd name="connsiteX2094" fmla="*/ 102642 w 591813"/>
                    <a:gd name="connsiteY2094" fmla="*/ 292 h 626109"/>
                    <a:gd name="connsiteX2095" fmla="*/ 102260 w 591813"/>
                    <a:gd name="connsiteY2095" fmla="*/ 202 h 626109"/>
                    <a:gd name="connsiteX2096" fmla="*/ 101855 w 591813"/>
                    <a:gd name="connsiteY2096" fmla="*/ 135 h 626109"/>
                    <a:gd name="connsiteX2097" fmla="*/ 101473 w 591813"/>
                    <a:gd name="connsiteY2097" fmla="*/ 67 h 626109"/>
                    <a:gd name="connsiteX2098" fmla="*/ 101068 w 591813"/>
                    <a:gd name="connsiteY2098" fmla="*/ 22 h 626109"/>
                    <a:gd name="connsiteX2099" fmla="*/ 100685 w 591813"/>
                    <a:gd name="connsiteY2099" fmla="*/ 0 h 626109"/>
                    <a:gd name="connsiteX2100" fmla="*/ 100281 w 591813"/>
                    <a:gd name="connsiteY2100" fmla="*/ 0 h 626109"/>
                    <a:gd name="connsiteX2101" fmla="*/ 99899 w 591813"/>
                    <a:gd name="connsiteY2101" fmla="*/ 22 h 626109"/>
                    <a:gd name="connsiteX2102" fmla="*/ 99494 w 591813"/>
                    <a:gd name="connsiteY2102" fmla="*/ 45 h 626109"/>
                    <a:gd name="connsiteX2103" fmla="*/ 99089 w 591813"/>
                    <a:gd name="connsiteY2103" fmla="*/ 67 h 626109"/>
                    <a:gd name="connsiteX2104" fmla="*/ 98707 w 591813"/>
                    <a:gd name="connsiteY2104" fmla="*/ 135 h 626109"/>
                    <a:gd name="connsiteX2105" fmla="*/ 98302 w 591813"/>
                    <a:gd name="connsiteY2105" fmla="*/ 202 h 626109"/>
                    <a:gd name="connsiteX2106" fmla="*/ 97919 w 591813"/>
                    <a:gd name="connsiteY2106" fmla="*/ 292 h 626109"/>
                    <a:gd name="connsiteX2107" fmla="*/ 97515 w 591813"/>
                    <a:gd name="connsiteY2107" fmla="*/ 382 h 626109"/>
                    <a:gd name="connsiteX2108" fmla="*/ 97132 w 591813"/>
                    <a:gd name="connsiteY2108" fmla="*/ 472 h 626109"/>
                    <a:gd name="connsiteX2109" fmla="*/ 96727 w 591813"/>
                    <a:gd name="connsiteY2109" fmla="*/ 585 h 626109"/>
                    <a:gd name="connsiteX2110" fmla="*/ 96345 w 591813"/>
                    <a:gd name="connsiteY2110" fmla="*/ 720 h 626109"/>
                    <a:gd name="connsiteX2111" fmla="*/ 95940 w 591813"/>
                    <a:gd name="connsiteY2111" fmla="*/ 855 h 626109"/>
                    <a:gd name="connsiteX2112" fmla="*/ 95536 w 591813"/>
                    <a:gd name="connsiteY2112" fmla="*/ 1012 h 626109"/>
                    <a:gd name="connsiteX2113" fmla="*/ 95153 w 591813"/>
                    <a:gd name="connsiteY2113" fmla="*/ 1169 h 626109"/>
                    <a:gd name="connsiteX2114" fmla="*/ 94748 w 591813"/>
                    <a:gd name="connsiteY2114" fmla="*/ 1327 h 626109"/>
                    <a:gd name="connsiteX2115" fmla="*/ 94366 w 591813"/>
                    <a:gd name="connsiteY2115" fmla="*/ 1484 h 626109"/>
                    <a:gd name="connsiteX2116" fmla="*/ 93961 w 591813"/>
                    <a:gd name="connsiteY2116" fmla="*/ 1664 h 626109"/>
                    <a:gd name="connsiteX2117" fmla="*/ 93579 w 591813"/>
                    <a:gd name="connsiteY2117" fmla="*/ 1867 h 626109"/>
                    <a:gd name="connsiteX2118" fmla="*/ 93174 w 591813"/>
                    <a:gd name="connsiteY2118" fmla="*/ 2047 h 626109"/>
                    <a:gd name="connsiteX2119" fmla="*/ 92770 w 591813"/>
                    <a:gd name="connsiteY2119" fmla="*/ 2249 h 626109"/>
                    <a:gd name="connsiteX2120" fmla="*/ 92387 w 591813"/>
                    <a:gd name="connsiteY2120" fmla="*/ 2451 h 626109"/>
                    <a:gd name="connsiteX2121" fmla="*/ 91982 w 591813"/>
                    <a:gd name="connsiteY2121" fmla="*/ 2654 h 626109"/>
                    <a:gd name="connsiteX2122" fmla="*/ 91600 w 591813"/>
                    <a:gd name="connsiteY2122" fmla="*/ 2879 h 626109"/>
                    <a:gd name="connsiteX2123" fmla="*/ 91195 w 591813"/>
                    <a:gd name="connsiteY2123" fmla="*/ 3104 h 626109"/>
                    <a:gd name="connsiteX2124" fmla="*/ 90813 w 591813"/>
                    <a:gd name="connsiteY2124" fmla="*/ 3328 h 626109"/>
                    <a:gd name="connsiteX2125" fmla="*/ 90408 w 591813"/>
                    <a:gd name="connsiteY2125" fmla="*/ 3576 h 626109"/>
                    <a:gd name="connsiteX2126" fmla="*/ 90025 w 591813"/>
                    <a:gd name="connsiteY2126" fmla="*/ 3823 h 626109"/>
                    <a:gd name="connsiteX2127" fmla="*/ 89621 w 591813"/>
                    <a:gd name="connsiteY2127" fmla="*/ 4071 h 626109"/>
                    <a:gd name="connsiteX2128" fmla="*/ 89216 w 591813"/>
                    <a:gd name="connsiteY2128" fmla="*/ 4318 h 626109"/>
                    <a:gd name="connsiteX2129" fmla="*/ 88834 w 591813"/>
                    <a:gd name="connsiteY2129" fmla="*/ 4588 h 626109"/>
                    <a:gd name="connsiteX2130" fmla="*/ 88429 w 591813"/>
                    <a:gd name="connsiteY2130" fmla="*/ 4835 h 626109"/>
                    <a:gd name="connsiteX2131" fmla="*/ 88047 w 591813"/>
                    <a:gd name="connsiteY2131" fmla="*/ 5105 h 626109"/>
                    <a:gd name="connsiteX2132" fmla="*/ 87642 w 591813"/>
                    <a:gd name="connsiteY2132" fmla="*/ 5375 h 626109"/>
                    <a:gd name="connsiteX2133" fmla="*/ 87259 w 591813"/>
                    <a:gd name="connsiteY2133" fmla="*/ 5645 h 626109"/>
                    <a:gd name="connsiteX2134" fmla="*/ 86854 w 591813"/>
                    <a:gd name="connsiteY2134" fmla="*/ 5937 h 626109"/>
                    <a:gd name="connsiteX2135" fmla="*/ 86472 w 591813"/>
                    <a:gd name="connsiteY2135" fmla="*/ 6207 h 626109"/>
                    <a:gd name="connsiteX2136" fmla="*/ 86067 w 591813"/>
                    <a:gd name="connsiteY2136" fmla="*/ 6499 h 626109"/>
                    <a:gd name="connsiteX2137" fmla="*/ 85662 w 591813"/>
                    <a:gd name="connsiteY2137" fmla="*/ 6769 h 626109"/>
                    <a:gd name="connsiteX2138" fmla="*/ 85280 w 591813"/>
                    <a:gd name="connsiteY2138" fmla="*/ 7062 h 626109"/>
                    <a:gd name="connsiteX2139" fmla="*/ 84876 w 591813"/>
                    <a:gd name="connsiteY2139" fmla="*/ 7354 h 626109"/>
                    <a:gd name="connsiteX2140" fmla="*/ 84493 w 591813"/>
                    <a:gd name="connsiteY2140" fmla="*/ 7646 h 626109"/>
                    <a:gd name="connsiteX2141" fmla="*/ 84088 w 591813"/>
                    <a:gd name="connsiteY2141" fmla="*/ 7961 h 626109"/>
                    <a:gd name="connsiteX2142" fmla="*/ 83706 w 591813"/>
                    <a:gd name="connsiteY2142" fmla="*/ 8254 h 626109"/>
                    <a:gd name="connsiteX2143" fmla="*/ 83301 w 591813"/>
                    <a:gd name="connsiteY2143" fmla="*/ 8546 h 626109"/>
                    <a:gd name="connsiteX2144" fmla="*/ 82919 w 591813"/>
                    <a:gd name="connsiteY2144" fmla="*/ 8861 h 626109"/>
                    <a:gd name="connsiteX2145" fmla="*/ 82514 w 591813"/>
                    <a:gd name="connsiteY2145" fmla="*/ 9153 h 626109"/>
                    <a:gd name="connsiteX2146" fmla="*/ 82109 w 591813"/>
                    <a:gd name="connsiteY2146" fmla="*/ 9468 h 626109"/>
                    <a:gd name="connsiteX2147" fmla="*/ 81727 w 591813"/>
                    <a:gd name="connsiteY2147" fmla="*/ 9783 h 626109"/>
                    <a:gd name="connsiteX2148" fmla="*/ 81322 w 591813"/>
                    <a:gd name="connsiteY2148" fmla="*/ 10098 h 626109"/>
                    <a:gd name="connsiteX2149" fmla="*/ 80940 w 591813"/>
                    <a:gd name="connsiteY2149" fmla="*/ 10413 h 626109"/>
                    <a:gd name="connsiteX2150" fmla="*/ 80535 w 591813"/>
                    <a:gd name="connsiteY2150" fmla="*/ 10728 h 626109"/>
                    <a:gd name="connsiteX2151" fmla="*/ 80153 w 591813"/>
                    <a:gd name="connsiteY2151" fmla="*/ 11042 h 626109"/>
                    <a:gd name="connsiteX2152" fmla="*/ 79748 w 591813"/>
                    <a:gd name="connsiteY2152" fmla="*/ 11357 h 626109"/>
                    <a:gd name="connsiteX2153" fmla="*/ 79343 w 591813"/>
                    <a:gd name="connsiteY2153" fmla="*/ 11695 h 626109"/>
                    <a:gd name="connsiteX2154" fmla="*/ 78961 w 591813"/>
                    <a:gd name="connsiteY2154" fmla="*/ 12009 h 626109"/>
                    <a:gd name="connsiteX2155" fmla="*/ 78556 w 591813"/>
                    <a:gd name="connsiteY2155" fmla="*/ 12324 h 626109"/>
                    <a:gd name="connsiteX2156" fmla="*/ 78173 w 591813"/>
                    <a:gd name="connsiteY2156" fmla="*/ 12639 h 626109"/>
                    <a:gd name="connsiteX2157" fmla="*/ 77769 w 591813"/>
                    <a:gd name="connsiteY2157" fmla="*/ 12954 h 626109"/>
                    <a:gd name="connsiteX2158" fmla="*/ 77386 w 591813"/>
                    <a:gd name="connsiteY2158" fmla="*/ 13291 h 626109"/>
                    <a:gd name="connsiteX2159" fmla="*/ 76982 w 591813"/>
                    <a:gd name="connsiteY2159" fmla="*/ 13606 h 626109"/>
                    <a:gd name="connsiteX2160" fmla="*/ 76599 w 591813"/>
                    <a:gd name="connsiteY2160" fmla="*/ 13921 h 626109"/>
                    <a:gd name="connsiteX2161" fmla="*/ 76194 w 591813"/>
                    <a:gd name="connsiteY2161" fmla="*/ 14258 h 626109"/>
                    <a:gd name="connsiteX2162" fmla="*/ 75790 w 591813"/>
                    <a:gd name="connsiteY2162" fmla="*/ 14573 h 626109"/>
                    <a:gd name="connsiteX2163" fmla="*/ 75407 w 591813"/>
                    <a:gd name="connsiteY2163" fmla="*/ 14888 h 626109"/>
                    <a:gd name="connsiteX2164" fmla="*/ 75002 w 591813"/>
                    <a:gd name="connsiteY2164" fmla="*/ 15225 h 626109"/>
                    <a:gd name="connsiteX2165" fmla="*/ 74620 w 591813"/>
                    <a:gd name="connsiteY2165" fmla="*/ 15540 h 626109"/>
                    <a:gd name="connsiteX2166" fmla="*/ 74216 w 591813"/>
                    <a:gd name="connsiteY2166" fmla="*/ 15878 h 626109"/>
                    <a:gd name="connsiteX2167" fmla="*/ 73833 w 591813"/>
                    <a:gd name="connsiteY2167" fmla="*/ 16215 h 626109"/>
                    <a:gd name="connsiteX2168" fmla="*/ 73428 w 591813"/>
                    <a:gd name="connsiteY2168" fmla="*/ 16530 h 626109"/>
                    <a:gd name="connsiteX2169" fmla="*/ 73046 w 591813"/>
                    <a:gd name="connsiteY2169" fmla="*/ 16867 h 626109"/>
                    <a:gd name="connsiteX2170" fmla="*/ 72641 w 591813"/>
                    <a:gd name="connsiteY2170" fmla="*/ 17205 h 626109"/>
                    <a:gd name="connsiteX2171" fmla="*/ 72236 w 591813"/>
                    <a:gd name="connsiteY2171" fmla="*/ 17542 h 626109"/>
                    <a:gd name="connsiteX2172" fmla="*/ 71854 w 591813"/>
                    <a:gd name="connsiteY2172" fmla="*/ 17857 h 626109"/>
                    <a:gd name="connsiteX2173" fmla="*/ 71449 w 591813"/>
                    <a:gd name="connsiteY2173" fmla="*/ 18194 h 626109"/>
                    <a:gd name="connsiteX2174" fmla="*/ 71067 w 591813"/>
                    <a:gd name="connsiteY2174" fmla="*/ 18531 h 626109"/>
                    <a:gd name="connsiteX2175" fmla="*/ 70662 w 591813"/>
                    <a:gd name="connsiteY2175" fmla="*/ 18869 h 626109"/>
                    <a:gd name="connsiteX2176" fmla="*/ 70280 w 591813"/>
                    <a:gd name="connsiteY2176" fmla="*/ 19206 h 626109"/>
                    <a:gd name="connsiteX2177" fmla="*/ 69875 w 591813"/>
                    <a:gd name="connsiteY2177" fmla="*/ 19543 h 626109"/>
                    <a:gd name="connsiteX2178" fmla="*/ 69493 w 591813"/>
                    <a:gd name="connsiteY2178" fmla="*/ 19881 h 626109"/>
                    <a:gd name="connsiteX2179" fmla="*/ 69088 w 591813"/>
                    <a:gd name="connsiteY2179" fmla="*/ 20218 h 626109"/>
                    <a:gd name="connsiteX2180" fmla="*/ 68683 w 591813"/>
                    <a:gd name="connsiteY2180" fmla="*/ 20555 h 626109"/>
                    <a:gd name="connsiteX2181" fmla="*/ 68301 w 591813"/>
                    <a:gd name="connsiteY2181" fmla="*/ 20893 h 626109"/>
                    <a:gd name="connsiteX2182" fmla="*/ 67896 w 591813"/>
                    <a:gd name="connsiteY2182" fmla="*/ 21230 h 626109"/>
                    <a:gd name="connsiteX2183" fmla="*/ 67513 w 591813"/>
                    <a:gd name="connsiteY2183" fmla="*/ 21567 h 626109"/>
                    <a:gd name="connsiteX2184" fmla="*/ 67109 w 591813"/>
                    <a:gd name="connsiteY2184" fmla="*/ 21905 h 626109"/>
                    <a:gd name="connsiteX2185" fmla="*/ 66726 w 591813"/>
                    <a:gd name="connsiteY2185" fmla="*/ 22265 h 626109"/>
                    <a:gd name="connsiteX2186" fmla="*/ 66322 w 591813"/>
                    <a:gd name="connsiteY2186" fmla="*/ 22602 h 626109"/>
                    <a:gd name="connsiteX2187" fmla="*/ 65939 w 591813"/>
                    <a:gd name="connsiteY2187" fmla="*/ 22939 h 626109"/>
                    <a:gd name="connsiteX2188" fmla="*/ 65534 w 591813"/>
                    <a:gd name="connsiteY2188" fmla="*/ 23299 h 626109"/>
                    <a:gd name="connsiteX2189" fmla="*/ 65130 w 591813"/>
                    <a:gd name="connsiteY2189" fmla="*/ 23637 h 626109"/>
                    <a:gd name="connsiteX2190" fmla="*/ 64747 w 591813"/>
                    <a:gd name="connsiteY2190" fmla="*/ 23974 h 626109"/>
                    <a:gd name="connsiteX2191" fmla="*/ 64342 w 591813"/>
                    <a:gd name="connsiteY2191" fmla="*/ 24334 h 626109"/>
                    <a:gd name="connsiteX2192" fmla="*/ 63960 w 591813"/>
                    <a:gd name="connsiteY2192" fmla="*/ 24671 h 626109"/>
                    <a:gd name="connsiteX2193" fmla="*/ 63555 w 591813"/>
                    <a:gd name="connsiteY2193" fmla="*/ 25031 h 626109"/>
                    <a:gd name="connsiteX2194" fmla="*/ 63173 w 591813"/>
                    <a:gd name="connsiteY2194" fmla="*/ 25368 h 626109"/>
                    <a:gd name="connsiteX2195" fmla="*/ 62768 w 591813"/>
                    <a:gd name="connsiteY2195" fmla="*/ 25728 h 626109"/>
                    <a:gd name="connsiteX2196" fmla="*/ 62364 w 591813"/>
                    <a:gd name="connsiteY2196" fmla="*/ 26088 h 626109"/>
                    <a:gd name="connsiteX2197" fmla="*/ 61981 w 591813"/>
                    <a:gd name="connsiteY2197" fmla="*/ 26425 h 626109"/>
                    <a:gd name="connsiteX2198" fmla="*/ 61576 w 591813"/>
                    <a:gd name="connsiteY2198" fmla="*/ 26785 h 626109"/>
                    <a:gd name="connsiteX2199" fmla="*/ 61194 w 591813"/>
                    <a:gd name="connsiteY2199" fmla="*/ 27145 h 626109"/>
                    <a:gd name="connsiteX2200" fmla="*/ 60789 w 591813"/>
                    <a:gd name="connsiteY2200" fmla="*/ 27482 h 626109"/>
                    <a:gd name="connsiteX2201" fmla="*/ 60407 w 591813"/>
                    <a:gd name="connsiteY2201" fmla="*/ 27842 h 626109"/>
                    <a:gd name="connsiteX2202" fmla="*/ 60002 w 591813"/>
                    <a:gd name="connsiteY2202" fmla="*/ 28202 h 626109"/>
                    <a:gd name="connsiteX2203" fmla="*/ 59619 w 591813"/>
                    <a:gd name="connsiteY2203" fmla="*/ 28539 h 626109"/>
                    <a:gd name="connsiteX2204" fmla="*/ 59215 w 591813"/>
                    <a:gd name="connsiteY2204" fmla="*/ 28899 h 626109"/>
                    <a:gd name="connsiteX2205" fmla="*/ 58810 w 591813"/>
                    <a:gd name="connsiteY2205" fmla="*/ 29236 h 626109"/>
                    <a:gd name="connsiteX2206" fmla="*/ 58428 w 591813"/>
                    <a:gd name="connsiteY2206" fmla="*/ 29596 h 626109"/>
                    <a:gd name="connsiteX2207" fmla="*/ 58023 w 591813"/>
                    <a:gd name="connsiteY2207" fmla="*/ 29934 h 626109"/>
                    <a:gd name="connsiteX2208" fmla="*/ 57641 w 591813"/>
                    <a:gd name="connsiteY2208" fmla="*/ 30293 h 626109"/>
                    <a:gd name="connsiteX2209" fmla="*/ 57236 w 591813"/>
                    <a:gd name="connsiteY2209" fmla="*/ 30653 h 626109"/>
                    <a:gd name="connsiteX2210" fmla="*/ 56853 w 591813"/>
                    <a:gd name="connsiteY2210" fmla="*/ 30991 h 626109"/>
                    <a:gd name="connsiteX2211" fmla="*/ 56449 w 591813"/>
                    <a:gd name="connsiteY2211" fmla="*/ 31350 h 626109"/>
                    <a:gd name="connsiteX2212" fmla="*/ 56066 w 591813"/>
                    <a:gd name="connsiteY2212" fmla="*/ 31688 h 626109"/>
                    <a:gd name="connsiteX2213" fmla="*/ 55662 w 591813"/>
                    <a:gd name="connsiteY2213" fmla="*/ 32048 h 626109"/>
                    <a:gd name="connsiteX2214" fmla="*/ 55257 w 591813"/>
                    <a:gd name="connsiteY2214" fmla="*/ 32385 h 626109"/>
                    <a:gd name="connsiteX2215" fmla="*/ 54874 w 591813"/>
                    <a:gd name="connsiteY2215" fmla="*/ 32722 h 626109"/>
                    <a:gd name="connsiteX2216" fmla="*/ 54470 w 591813"/>
                    <a:gd name="connsiteY2216" fmla="*/ 33082 h 626109"/>
                    <a:gd name="connsiteX2217" fmla="*/ 54087 w 591813"/>
                    <a:gd name="connsiteY2217" fmla="*/ 33420 h 626109"/>
                    <a:gd name="connsiteX2218" fmla="*/ 53682 w 591813"/>
                    <a:gd name="connsiteY2218" fmla="*/ 33757 h 626109"/>
                    <a:gd name="connsiteX2219" fmla="*/ 53300 w 591813"/>
                    <a:gd name="connsiteY2219" fmla="*/ 34117 h 626109"/>
                    <a:gd name="connsiteX2220" fmla="*/ 52895 w 591813"/>
                    <a:gd name="connsiteY2220" fmla="*/ 34454 h 626109"/>
                    <a:gd name="connsiteX2221" fmla="*/ 52513 w 591813"/>
                    <a:gd name="connsiteY2221" fmla="*/ 34791 h 626109"/>
                    <a:gd name="connsiteX2222" fmla="*/ 52108 w 591813"/>
                    <a:gd name="connsiteY2222" fmla="*/ 35129 h 626109"/>
                    <a:gd name="connsiteX2223" fmla="*/ 51704 w 591813"/>
                    <a:gd name="connsiteY2223" fmla="*/ 35466 h 626109"/>
                    <a:gd name="connsiteX2224" fmla="*/ 51321 w 591813"/>
                    <a:gd name="connsiteY2224" fmla="*/ 35803 h 626109"/>
                    <a:gd name="connsiteX2225" fmla="*/ 50916 w 591813"/>
                    <a:gd name="connsiteY2225" fmla="*/ 36141 h 626109"/>
                    <a:gd name="connsiteX2226" fmla="*/ 50534 w 591813"/>
                    <a:gd name="connsiteY2226" fmla="*/ 36478 h 626109"/>
                    <a:gd name="connsiteX2227" fmla="*/ 50129 w 591813"/>
                    <a:gd name="connsiteY2227" fmla="*/ 36793 h 626109"/>
                    <a:gd name="connsiteX2228" fmla="*/ 49747 w 591813"/>
                    <a:gd name="connsiteY2228" fmla="*/ 37130 h 626109"/>
                    <a:gd name="connsiteX2229" fmla="*/ 49342 w 591813"/>
                    <a:gd name="connsiteY2229" fmla="*/ 37468 h 626109"/>
                    <a:gd name="connsiteX2230" fmla="*/ 48959 w 591813"/>
                    <a:gd name="connsiteY2230" fmla="*/ 37782 h 626109"/>
                    <a:gd name="connsiteX2231" fmla="*/ 48555 w 591813"/>
                    <a:gd name="connsiteY2231" fmla="*/ 38120 h 626109"/>
                    <a:gd name="connsiteX2232" fmla="*/ 48150 w 591813"/>
                    <a:gd name="connsiteY2232" fmla="*/ 38435 h 626109"/>
                    <a:gd name="connsiteX2233" fmla="*/ 47768 w 591813"/>
                    <a:gd name="connsiteY2233" fmla="*/ 38772 h 626109"/>
                    <a:gd name="connsiteX2234" fmla="*/ 47363 w 591813"/>
                    <a:gd name="connsiteY2234" fmla="*/ 39087 h 626109"/>
                    <a:gd name="connsiteX2235" fmla="*/ 46980 w 591813"/>
                    <a:gd name="connsiteY2235" fmla="*/ 39402 h 626109"/>
                    <a:gd name="connsiteX2236" fmla="*/ 46576 w 591813"/>
                    <a:gd name="connsiteY2236" fmla="*/ 39739 h 626109"/>
                    <a:gd name="connsiteX2237" fmla="*/ 46193 w 591813"/>
                    <a:gd name="connsiteY2237" fmla="*/ 40054 h 626109"/>
                    <a:gd name="connsiteX2238" fmla="*/ 45811 w 591813"/>
                    <a:gd name="connsiteY2238" fmla="*/ 40369 h 626109"/>
                    <a:gd name="connsiteX2239" fmla="*/ 45384 w 591813"/>
                    <a:gd name="connsiteY2239" fmla="*/ 40684 h 626109"/>
                    <a:gd name="connsiteX2240" fmla="*/ 45024 w 591813"/>
                    <a:gd name="connsiteY2240" fmla="*/ 40998 h 626109"/>
                    <a:gd name="connsiteX2241" fmla="*/ 44619 w 591813"/>
                    <a:gd name="connsiteY2241" fmla="*/ 41313 h 626109"/>
                    <a:gd name="connsiteX2242" fmla="*/ 44214 w 591813"/>
                    <a:gd name="connsiteY2242" fmla="*/ 41628 h 626109"/>
                    <a:gd name="connsiteX2243" fmla="*/ 43832 w 591813"/>
                    <a:gd name="connsiteY2243" fmla="*/ 41921 h 626109"/>
                    <a:gd name="connsiteX2244" fmla="*/ 43449 w 591813"/>
                    <a:gd name="connsiteY2244" fmla="*/ 42235 h 626109"/>
                    <a:gd name="connsiteX2245" fmla="*/ 43045 w 591813"/>
                    <a:gd name="connsiteY2245" fmla="*/ 42528 h 626109"/>
                    <a:gd name="connsiteX2246" fmla="*/ 42663 w 591813"/>
                    <a:gd name="connsiteY2246" fmla="*/ 42843 h 626109"/>
                    <a:gd name="connsiteX2247" fmla="*/ 42257 w 591813"/>
                    <a:gd name="connsiteY2247" fmla="*/ 43135 h 626109"/>
                    <a:gd name="connsiteX2248" fmla="*/ 41853 w 591813"/>
                    <a:gd name="connsiteY2248" fmla="*/ 43427 h 626109"/>
                    <a:gd name="connsiteX2249" fmla="*/ 41471 w 591813"/>
                    <a:gd name="connsiteY2249" fmla="*/ 43720 h 626109"/>
                    <a:gd name="connsiteX2250" fmla="*/ 41065 w 591813"/>
                    <a:gd name="connsiteY2250" fmla="*/ 44012 h 626109"/>
                    <a:gd name="connsiteX2251" fmla="*/ 40683 w 591813"/>
                    <a:gd name="connsiteY2251" fmla="*/ 44304 h 626109"/>
                    <a:gd name="connsiteX2252" fmla="*/ 40279 w 591813"/>
                    <a:gd name="connsiteY2252" fmla="*/ 44597 h 626109"/>
                    <a:gd name="connsiteX2253" fmla="*/ 39897 w 591813"/>
                    <a:gd name="connsiteY2253" fmla="*/ 44889 h 626109"/>
                    <a:gd name="connsiteX2254" fmla="*/ 39491 w 591813"/>
                    <a:gd name="connsiteY2254" fmla="*/ 45159 h 626109"/>
                    <a:gd name="connsiteX2255" fmla="*/ 39109 w 591813"/>
                    <a:gd name="connsiteY2255" fmla="*/ 45451 h 626109"/>
                    <a:gd name="connsiteX2256" fmla="*/ 38704 w 591813"/>
                    <a:gd name="connsiteY2256" fmla="*/ 45721 h 626109"/>
                    <a:gd name="connsiteX2257" fmla="*/ 38299 w 591813"/>
                    <a:gd name="connsiteY2257" fmla="*/ 46014 h 626109"/>
                    <a:gd name="connsiteX2258" fmla="*/ 37917 w 591813"/>
                    <a:gd name="connsiteY2258" fmla="*/ 46284 h 626109"/>
                    <a:gd name="connsiteX2259" fmla="*/ 37512 w 591813"/>
                    <a:gd name="connsiteY2259" fmla="*/ 46553 h 626109"/>
                    <a:gd name="connsiteX2260" fmla="*/ 37130 w 591813"/>
                    <a:gd name="connsiteY2260" fmla="*/ 46846 h 626109"/>
                    <a:gd name="connsiteX2261" fmla="*/ 36725 w 591813"/>
                    <a:gd name="connsiteY2261" fmla="*/ 47116 h 626109"/>
                    <a:gd name="connsiteX2262" fmla="*/ 36343 w 591813"/>
                    <a:gd name="connsiteY2262" fmla="*/ 47386 h 626109"/>
                    <a:gd name="connsiteX2263" fmla="*/ 35938 w 591813"/>
                    <a:gd name="connsiteY2263" fmla="*/ 47655 h 626109"/>
                    <a:gd name="connsiteX2264" fmla="*/ 35556 w 591813"/>
                    <a:gd name="connsiteY2264" fmla="*/ 47925 h 626109"/>
                    <a:gd name="connsiteX2265" fmla="*/ 35151 w 591813"/>
                    <a:gd name="connsiteY2265" fmla="*/ 48195 h 626109"/>
                    <a:gd name="connsiteX2266" fmla="*/ 34746 w 591813"/>
                    <a:gd name="connsiteY2266" fmla="*/ 48465 h 626109"/>
                    <a:gd name="connsiteX2267" fmla="*/ 34364 w 591813"/>
                    <a:gd name="connsiteY2267" fmla="*/ 48735 h 626109"/>
                    <a:gd name="connsiteX2268" fmla="*/ 33959 w 591813"/>
                    <a:gd name="connsiteY2268" fmla="*/ 49005 h 626109"/>
                    <a:gd name="connsiteX2269" fmla="*/ 33577 w 591813"/>
                    <a:gd name="connsiteY2269" fmla="*/ 49297 h 626109"/>
                    <a:gd name="connsiteX2270" fmla="*/ 33172 w 591813"/>
                    <a:gd name="connsiteY2270" fmla="*/ 49567 h 626109"/>
                    <a:gd name="connsiteX2271" fmla="*/ 32789 w 591813"/>
                    <a:gd name="connsiteY2271" fmla="*/ 49837 h 626109"/>
                    <a:gd name="connsiteX2272" fmla="*/ 32385 w 591813"/>
                    <a:gd name="connsiteY2272" fmla="*/ 50129 h 626109"/>
                    <a:gd name="connsiteX2273" fmla="*/ 31980 w 591813"/>
                    <a:gd name="connsiteY2273" fmla="*/ 50399 h 626109"/>
                    <a:gd name="connsiteX2274" fmla="*/ 31597 w 591813"/>
                    <a:gd name="connsiteY2274" fmla="*/ 50692 h 626109"/>
                    <a:gd name="connsiteX2275" fmla="*/ 31193 w 591813"/>
                    <a:gd name="connsiteY2275" fmla="*/ 50984 h 626109"/>
                    <a:gd name="connsiteX2276" fmla="*/ 30811 w 591813"/>
                    <a:gd name="connsiteY2276" fmla="*/ 51276 h 626109"/>
                    <a:gd name="connsiteX2277" fmla="*/ 30405 w 591813"/>
                    <a:gd name="connsiteY2277" fmla="*/ 51569 h 626109"/>
                    <a:gd name="connsiteX2278" fmla="*/ 30023 w 591813"/>
                    <a:gd name="connsiteY2278" fmla="*/ 51861 h 626109"/>
                    <a:gd name="connsiteX2279" fmla="*/ 29619 w 591813"/>
                    <a:gd name="connsiteY2279" fmla="*/ 52176 h 626109"/>
                    <a:gd name="connsiteX2280" fmla="*/ 29236 w 591813"/>
                    <a:gd name="connsiteY2280" fmla="*/ 52491 h 626109"/>
                    <a:gd name="connsiteX2281" fmla="*/ 28831 w 591813"/>
                    <a:gd name="connsiteY2281" fmla="*/ 52806 h 626109"/>
                    <a:gd name="connsiteX2282" fmla="*/ 28427 w 591813"/>
                    <a:gd name="connsiteY2282" fmla="*/ 53120 h 626109"/>
                    <a:gd name="connsiteX2283" fmla="*/ 28044 w 591813"/>
                    <a:gd name="connsiteY2283" fmla="*/ 53458 h 626109"/>
                    <a:gd name="connsiteX2284" fmla="*/ 27639 w 591813"/>
                    <a:gd name="connsiteY2284" fmla="*/ 53818 h 626109"/>
                    <a:gd name="connsiteX2285" fmla="*/ 27257 w 591813"/>
                    <a:gd name="connsiteY2285" fmla="*/ 54155 h 626109"/>
                    <a:gd name="connsiteX2286" fmla="*/ 26852 w 591813"/>
                    <a:gd name="connsiteY2286" fmla="*/ 54515 h 626109"/>
                    <a:gd name="connsiteX2287" fmla="*/ 26470 w 591813"/>
                    <a:gd name="connsiteY2287" fmla="*/ 54875 h 626109"/>
                    <a:gd name="connsiteX2288" fmla="*/ 26065 w 591813"/>
                    <a:gd name="connsiteY2288" fmla="*/ 55257 h 626109"/>
                    <a:gd name="connsiteX2289" fmla="*/ 25683 w 591813"/>
                    <a:gd name="connsiteY2289" fmla="*/ 55639 h 626109"/>
                    <a:gd name="connsiteX2290" fmla="*/ 25278 w 591813"/>
                    <a:gd name="connsiteY2290" fmla="*/ 56022 h 626109"/>
                    <a:gd name="connsiteX2291" fmla="*/ 24873 w 591813"/>
                    <a:gd name="connsiteY2291" fmla="*/ 56404 h 626109"/>
                    <a:gd name="connsiteX2292" fmla="*/ 24491 w 591813"/>
                    <a:gd name="connsiteY2292" fmla="*/ 56809 h 626109"/>
                    <a:gd name="connsiteX2293" fmla="*/ 24086 w 591813"/>
                    <a:gd name="connsiteY2293" fmla="*/ 57213 h 626109"/>
                    <a:gd name="connsiteX2294" fmla="*/ 23704 w 591813"/>
                    <a:gd name="connsiteY2294" fmla="*/ 57641 h 626109"/>
                    <a:gd name="connsiteX2295" fmla="*/ 23299 w 591813"/>
                    <a:gd name="connsiteY2295" fmla="*/ 58068 h 626109"/>
                    <a:gd name="connsiteX2296" fmla="*/ 22917 w 591813"/>
                    <a:gd name="connsiteY2296" fmla="*/ 58495 h 626109"/>
                    <a:gd name="connsiteX2297" fmla="*/ 22512 w 591813"/>
                    <a:gd name="connsiteY2297" fmla="*/ 58923 h 626109"/>
                    <a:gd name="connsiteX2298" fmla="*/ 22129 w 591813"/>
                    <a:gd name="connsiteY2298" fmla="*/ 59372 h 626109"/>
                    <a:gd name="connsiteX2299" fmla="*/ 21725 w 591813"/>
                    <a:gd name="connsiteY2299" fmla="*/ 59822 h 626109"/>
                    <a:gd name="connsiteX2300" fmla="*/ 21320 w 591813"/>
                    <a:gd name="connsiteY2300" fmla="*/ 60250 h 626109"/>
                    <a:gd name="connsiteX2301" fmla="*/ 20937 w 591813"/>
                    <a:gd name="connsiteY2301" fmla="*/ 60722 h 626109"/>
                    <a:gd name="connsiteX2302" fmla="*/ 20533 w 591813"/>
                    <a:gd name="connsiteY2302" fmla="*/ 61172 h 626109"/>
                    <a:gd name="connsiteX2303" fmla="*/ 20151 w 591813"/>
                    <a:gd name="connsiteY2303" fmla="*/ 61644 h 626109"/>
                    <a:gd name="connsiteX2304" fmla="*/ 19745 w 591813"/>
                    <a:gd name="connsiteY2304" fmla="*/ 62094 h 626109"/>
                    <a:gd name="connsiteX2305" fmla="*/ 19363 w 591813"/>
                    <a:gd name="connsiteY2305" fmla="*/ 62566 h 626109"/>
                    <a:gd name="connsiteX2306" fmla="*/ 18959 w 591813"/>
                    <a:gd name="connsiteY2306" fmla="*/ 63038 h 626109"/>
                    <a:gd name="connsiteX2307" fmla="*/ 18576 w 591813"/>
                    <a:gd name="connsiteY2307" fmla="*/ 63533 h 626109"/>
                    <a:gd name="connsiteX2308" fmla="*/ 18171 w 591813"/>
                    <a:gd name="connsiteY2308" fmla="*/ 64005 h 626109"/>
                    <a:gd name="connsiteX2309" fmla="*/ 17767 w 591813"/>
                    <a:gd name="connsiteY2309" fmla="*/ 64478 h 626109"/>
                    <a:gd name="connsiteX2310" fmla="*/ 17384 w 591813"/>
                    <a:gd name="connsiteY2310" fmla="*/ 64972 h 626109"/>
                    <a:gd name="connsiteX2311" fmla="*/ 16979 w 591813"/>
                    <a:gd name="connsiteY2311" fmla="*/ 65445 h 626109"/>
                    <a:gd name="connsiteX2312" fmla="*/ 16597 w 591813"/>
                    <a:gd name="connsiteY2312" fmla="*/ 65939 h 626109"/>
                    <a:gd name="connsiteX2313" fmla="*/ 16192 w 591813"/>
                    <a:gd name="connsiteY2313" fmla="*/ 66434 h 626109"/>
                    <a:gd name="connsiteX2314" fmla="*/ 15810 w 591813"/>
                    <a:gd name="connsiteY2314" fmla="*/ 66929 h 626109"/>
                    <a:gd name="connsiteX2315" fmla="*/ 15405 w 591813"/>
                    <a:gd name="connsiteY2315" fmla="*/ 67424 h 626109"/>
                    <a:gd name="connsiteX2316" fmla="*/ 15000 w 591813"/>
                    <a:gd name="connsiteY2316" fmla="*/ 67919 h 626109"/>
                    <a:gd name="connsiteX2317" fmla="*/ 14618 w 591813"/>
                    <a:gd name="connsiteY2317" fmla="*/ 68436 h 626109"/>
                    <a:gd name="connsiteX2318" fmla="*/ 14213 w 591813"/>
                    <a:gd name="connsiteY2318" fmla="*/ 68931 h 626109"/>
                    <a:gd name="connsiteX2319" fmla="*/ 13831 w 591813"/>
                    <a:gd name="connsiteY2319" fmla="*/ 69448 h 626109"/>
                    <a:gd name="connsiteX2320" fmla="*/ 13426 w 591813"/>
                    <a:gd name="connsiteY2320" fmla="*/ 69965 h 626109"/>
                    <a:gd name="connsiteX2321" fmla="*/ 13044 w 591813"/>
                    <a:gd name="connsiteY2321" fmla="*/ 70460 h 626109"/>
                    <a:gd name="connsiteX2322" fmla="*/ 12639 w 591813"/>
                    <a:gd name="connsiteY2322" fmla="*/ 70977 h 626109"/>
                    <a:gd name="connsiteX2323" fmla="*/ 12257 w 591813"/>
                    <a:gd name="connsiteY2323" fmla="*/ 71494 h 626109"/>
                    <a:gd name="connsiteX2324" fmla="*/ 11852 w 591813"/>
                    <a:gd name="connsiteY2324" fmla="*/ 72012 h 626109"/>
                    <a:gd name="connsiteX2325" fmla="*/ 11447 w 591813"/>
                    <a:gd name="connsiteY2325" fmla="*/ 72551 h 626109"/>
                    <a:gd name="connsiteX2326" fmla="*/ 11065 w 591813"/>
                    <a:gd name="connsiteY2326" fmla="*/ 73069 h 626109"/>
                    <a:gd name="connsiteX2327" fmla="*/ 10660 w 591813"/>
                    <a:gd name="connsiteY2327" fmla="*/ 73586 h 626109"/>
                    <a:gd name="connsiteX2328" fmla="*/ 10277 w 591813"/>
                    <a:gd name="connsiteY2328" fmla="*/ 74126 h 626109"/>
                    <a:gd name="connsiteX2329" fmla="*/ 9873 w 591813"/>
                    <a:gd name="connsiteY2329" fmla="*/ 74643 h 626109"/>
                    <a:gd name="connsiteX2330" fmla="*/ 9491 w 591813"/>
                    <a:gd name="connsiteY2330" fmla="*/ 75183 h 626109"/>
                    <a:gd name="connsiteX2331" fmla="*/ 9085 w 591813"/>
                    <a:gd name="connsiteY2331" fmla="*/ 75722 h 626109"/>
                    <a:gd name="connsiteX2332" fmla="*/ 8703 w 591813"/>
                    <a:gd name="connsiteY2332" fmla="*/ 76262 h 626109"/>
                    <a:gd name="connsiteX2333" fmla="*/ 8299 w 591813"/>
                    <a:gd name="connsiteY2333" fmla="*/ 76802 h 626109"/>
                    <a:gd name="connsiteX2334" fmla="*/ 7893 w 591813"/>
                    <a:gd name="connsiteY2334" fmla="*/ 77342 h 626109"/>
                    <a:gd name="connsiteX2335" fmla="*/ 7511 w 591813"/>
                    <a:gd name="connsiteY2335" fmla="*/ 77881 h 626109"/>
                    <a:gd name="connsiteX2336" fmla="*/ 7107 w 591813"/>
                    <a:gd name="connsiteY2336" fmla="*/ 78421 h 626109"/>
                    <a:gd name="connsiteX2337" fmla="*/ 6724 w 591813"/>
                    <a:gd name="connsiteY2337" fmla="*/ 78961 h 626109"/>
                    <a:gd name="connsiteX2338" fmla="*/ 6319 w 591813"/>
                    <a:gd name="connsiteY2338" fmla="*/ 79523 h 626109"/>
                    <a:gd name="connsiteX2339" fmla="*/ 5937 w 591813"/>
                    <a:gd name="connsiteY2339" fmla="*/ 80063 h 626109"/>
                    <a:gd name="connsiteX2340" fmla="*/ 5532 w 591813"/>
                    <a:gd name="connsiteY2340" fmla="*/ 80625 h 626109"/>
                    <a:gd name="connsiteX2341" fmla="*/ 5150 w 591813"/>
                    <a:gd name="connsiteY2341" fmla="*/ 81187 h 626109"/>
                    <a:gd name="connsiteX2342" fmla="*/ 4745 w 591813"/>
                    <a:gd name="connsiteY2342" fmla="*/ 81727 h 626109"/>
                    <a:gd name="connsiteX2343" fmla="*/ 4340 w 591813"/>
                    <a:gd name="connsiteY2343" fmla="*/ 82289 h 626109"/>
                    <a:gd name="connsiteX2344" fmla="*/ 3958 w 591813"/>
                    <a:gd name="connsiteY2344" fmla="*/ 82852 h 626109"/>
                    <a:gd name="connsiteX2345" fmla="*/ 3553 w 591813"/>
                    <a:gd name="connsiteY2345" fmla="*/ 83414 h 626109"/>
                    <a:gd name="connsiteX2346" fmla="*/ 3171 w 591813"/>
                    <a:gd name="connsiteY2346" fmla="*/ 83976 h 626109"/>
                    <a:gd name="connsiteX2347" fmla="*/ 2766 w 591813"/>
                    <a:gd name="connsiteY2347" fmla="*/ 84538 h 626109"/>
                    <a:gd name="connsiteX2348" fmla="*/ 2383 w 591813"/>
                    <a:gd name="connsiteY2348" fmla="*/ 85123 h 626109"/>
                    <a:gd name="connsiteX2349" fmla="*/ 1979 w 591813"/>
                    <a:gd name="connsiteY2349" fmla="*/ 85685 h 626109"/>
                    <a:gd name="connsiteX2350" fmla="*/ 1574 w 591813"/>
                    <a:gd name="connsiteY2350" fmla="*/ 86248 h 626109"/>
                    <a:gd name="connsiteX2351" fmla="*/ 1191 w 591813"/>
                    <a:gd name="connsiteY2351" fmla="*/ 86810 h 626109"/>
                    <a:gd name="connsiteX2352" fmla="*/ 787 w 591813"/>
                    <a:gd name="connsiteY2352" fmla="*/ 87395 h 626109"/>
                    <a:gd name="connsiteX2353" fmla="*/ 405 w 591813"/>
                    <a:gd name="connsiteY2353" fmla="*/ 87957 h 626109"/>
                    <a:gd name="connsiteX2354" fmla="*/ 0 w 591813"/>
                    <a:gd name="connsiteY2354" fmla="*/ 88519 h 626109"/>
                    <a:gd name="connsiteX2355" fmla="*/ 0 w 591813"/>
                    <a:gd name="connsiteY2355" fmla="*/ 96615 h 626109"/>
                    <a:gd name="connsiteX2356" fmla="*/ 405 w 591813"/>
                    <a:gd name="connsiteY2356" fmla="*/ 96120 h 626109"/>
                    <a:gd name="connsiteX2357" fmla="*/ 787 w 591813"/>
                    <a:gd name="connsiteY2357" fmla="*/ 95626 h 626109"/>
                    <a:gd name="connsiteX2358" fmla="*/ 1191 w 591813"/>
                    <a:gd name="connsiteY2358" fmla="*/ 95108 h 626109"/>
                    <a:gd name="connsiteX2359" fmla="*/ 1574 w 591813"/>
                    <a:gd name="connsiteY2359" fmla="*/ 94614 h 626109"/>
                    <a:gd name="connsiteX2360" fmla="*/ 1979 w 591813"/>
                    <a:gd name="connsiteY2360" fmla="*/ 94119 h 626109"/>
                    <a:gd name="connsiteX2361" fmla="*/ 2383 w 591813"/>
                    <a:gd name="connsiteY2361" fmla="*/ 93624 h 626109"/>
                    <a:gd name="connsiteX2362" fmla="*/ 2766 w 591813"/>
                    <a:gd name="connsiteY2362" fmla="*/ 93129 h 626109"/>
                    <a:gd name="connsiteX2363" fmla="*/ 3171 w 591813"/>
                    <a:gd name="connsiteY2363" fmla="*/ 92635 h 626109"/>
                    <a:gd name="connsiteX2364" fmla="*/ 3553 w 591813"/>
                    <a:gd name="connsiteY2364" fmla="*/ 92140 h 626109"/>
                    <a:gd name="connsiteX2365" fmla="*/ 3958 w 591813"/>
                    <a:gd name="connsiteY2365" fmla="*/ 91645 h 626109"/>
                    <a:gd name="connsiteX2366" fmla="*/ 4340 w 591813"/>
                    <a:gd name="connsiteY2366" fmla="*/ 91150 h 626109"/>
                    <a:gd name="connsiteX2367" fmla="*/ 4745 w 591813"/>
                    <a:gd name="connsiteY2367" fmla="*/ 90655 h 626109"/>
                    <a:gd name="connsiteX2368" fmla="*/ 5150 w 591813"/>
                    <a:gd name="connsiteY2368" fmla="*/ 90183 h 626109"/>
                    <a:gd name="connsiteX2369" fmla="*/ 5532 w 591813"/>
                    <a:gd name="connsiteY2369" fmla="*/ 89688 h 626109"/>
                    <a:gd name="connsiteX2370" fmla="*/ 5937 w 591813"/>
                    <a:gd name="connsiteY2370" fmla="*/ 89216 h 626109"/>
                    <a:gd name="connsiteX2371" fmla="*/ 6319 w 591813"/>
                    <a:gd name="connsiteY2371" fmla="*/ 88721 h 626109"/>
                    <a:gd name="connsiteX2372" fmla="*/ 6724 w 591813"/>
                    <a:gd name="connsiteY2372" fmla="*/ 88249 h 626109"/>
                    <a:gd name="connsiteX2373" fmla="*/ 7107 w 591813"/>
                    <a:gd name="connsiteY2373" fmla="*/ 87777 h 626109"/>
                    <a:gd name="connsiteX2374" fmla="*/ 7511 w 591813"/>
                    <a:gd name="connsiteY2374" fmla="*/ 87282 h 626109"/>
                    <a:gd name="connsiteX2375" fmla="*/ 7893 w 591813"/>
                    <a:gd name="connsiteY2375" fmla="*/ 86810 h 626109"/>
                    <a:gd name="connsiteX2376" fmla="*/ 8299 w 591813"/>
                    <a:gd name="connsiteY2376" fmla="*/ 86337 h 626109"/>
                    <a:gd name="connsiteX2377" fmla="*/ 8703 w 591813"/>
                    <a:gd name="connsiteY2377" fmla="*/ 85888 h 626109"/>
                    <a:gd name="connsiteX2378" fmla="*/ 9085 w 591813"/>
                    <a:gd name="connsiteY2378" fmla="*/ 85415 h 626109"/>
                    <a:gd name="connsiteX2379" fmla="*/ 9491 w 591813"/>
                    <a:gd name="connsiteY2379" fmla="*/ 84943 h 626109"/>
                    <a:gd name="connsiteX2380" fmla="*/ 9873 w 591813"/>
                    <a:gd name="connsiteY2380" fmla="*/ 84471 h 626109"/>
                    <a:gd name="connsiteX2381" fmla="*/ 10277 w 591813"/>
                    <a:gd name="connsiteY2381" fmla="*/ 84021 h 626109"/>
                    <a:gd name="connsiteX2382" fmla="*/ 10660 w 591813"/>
                    <a:gd name="connsiteY2382" fmla="*/ 83549 h 626109"/>
                    <a:gd name="connsiteX2383" fmla="*/ 11065 w 591813"/>
                    <a:gd name="connsiteY2383" fmla="*/ 83099 h 626109"/>
                    <a:gd name="connsiteX2384" fmla="*/ 11447 w 591813"/>
                    <a:gd name="connsiteY2384" fmla="*/ 82649 h 626109"/>
                    <a:gd name="connsiteX2385" fmla="*/ 11852 w 591813"/>
                    <a:gd name="connsiteY2385" fmla="*/ 82199 h 626109"/>
                    <a:gd name="connsiteX2386" fmla="*/ 12257 w 591813"/>
                    <a:gd name="connsiteY2386" fmla="*/ 81750 h 626109"/>
                    <a:gd name="connsiteX2387" fmla="*/ 12639 w 591813"/>
                    <a:gd name="connsiteY2387" fmla="*/ 81300 h 626109"/>
                    <a:gd name="connsiteX2388" fmla="*/ 13044 w 591813"/>
                    <a:gd name="connsiteY2388" fmla="*/ 80850 h 626109"/>
                    <a:gd name="connsiteX2389" fmla="*/ 13426 w 591813"/>
                    <a:gd name="connsiteY2389" fmla="*/ 80400 h 626109"/>
                    <a:gd name="connsiteX2390" fmla="*/ 13831 w 591813"/>
                    <a:gd name="connsiteY2390" fmla="*/ 79950 h 626109"/>
                    <a:gd name="connsiteX2391" fmla="*/ 14213 w 591813"/>
                    <a:gd name="connsiteY2391" fmla="*/ 79523 h 626109"/>
                    <a:gd name="connsiteX2392" fmla="*/ 14618 w 591813"/>
                    <a:gd name="connsiteY2392" fmla="*/ 79073 h 626109"/>
                    <a:gd name="connsiteX2393" fmla="*/ 15000 w 591813"/>
                    <a:gd name="connsiteY2393" fmla="*/ 78646 h 626109"/>
                    <a:gd name="connsiteX2394" fmla="*/ 15405 w 591813"/>
                    <a:gd name="connsiteY2394" fmla="*/ 78219 h 626109"/>
                    <a:gd name="connsiteX2395" fmla="*/ 15810 w 591813"/>
                    <a:gd name="connsiteY2395" fmla="*/ 77769 h 626109"/>
                    <a:gd name="connsiteX2396" fmla="*/ 16192 w 591813"/>
                    <a:gd name="connsiteY2396" fmla="*/ 77342 h 626109"/>
                    <a:gd name="connsiteX2397" fmla="*/ 16597 w 591813"/>
                    <a:gd name="connsiteY2397" fmla="*/ 76914 h 626109"/>
                    <a:gd name="connsiteX2398" fmla="*/ 16979 w 591813"/>
                    <a:gd name="connsiteY2398" fmla="*/ 76510 h 626109"/>
                    <a:gd name="connsiteX2399" fmla="*/ 17384 w 591813"/>
                    <a:gd name="connsiteY2399" fmla="*/ 76082 h 626109"/>
                    <a:gd name="connsiteX2400" fmla="*/ 17767 w 591813"/>
                    <a:gd name="connsiteY2400" fmla="*/ 75677 h 626109"/>
                    <a:gd name="connsiteX2401" fmla="*/ 18171 w 591813"/>
                    <a:gd name="connsiteY2401" fmla="*/ 75250 h 626109"/>
                    <a:gd name="connsiteX2402" fmla="*/ 18576 w 591813"/>
                    <a:gd name="connsiteY2402" fmla="*/ 74845 h 626109"/>
                    <a:gd name="connsiteX2403" fmla="*/ 18959 w 591813"/>
                    <a:gd name="connsiteY2403" fmla="*/ 74441 h 626109"/>
                    <a:gd name="connsiteX2404" fmla="*/ 19363 w 591813"/>
                    <a:gd name="connsiteY2404" fmla="*/ 74036 h 626109"/>
                    <a:gd name="connsiteX2405" fmla="*/ 19745 w 591813"/>
                    <a:gd name="connsiteY2405" fmla="*/ 73631 h 626109"/>
                    <a:gd name="connsiteX2406" fmla="*/ 20151 w 591813"/>
                    <a:gd name="connsiteY2406" fmla="*/ 73226 h 626109"/>
                    <a:gd name="connsiteX2407" fmla="*/ 20533 w 591813"/>
                    <a:gd name="connsiteY2407" fmla="*/ 72821 h 626109"/>
                    <a:gd name="connsiteX2408" fmla="*/ 20937 w 591813"/>
                    <a:gd name="connsiteY2408" fmla="*/ 72439 h 626109"/>
                    <a:gd name="connsiteX2409" fmla="*/ 21320 w 591813"/>
                    <a:gd name="connsiteY2409" fmla="*/ 72057 h 626109"/>
                    <a:gd name="connsiteX2410" fmla="*/ 21725 w 591813"/>
                    <a:gd name="connsiteY2410" fmla="*/ 71674 h 626109"/>
                    <a:gd name="connsiteX2411" fmla="*/ 22129 w 591813"/>
                    <a:gd name="connsiteY2411" fmla="*/ 71292 h 626109"/>
                    <a:gd name="connsiteX2412" fmla="*/ 22512 w 591813"/>
                    <a:gd name="connsiteY2412" fmla="*/ 70910 h 626109"/>
                    <a:gd name="connsiteX2413" fmla="*/ 22917 w 591813"/>
                    <a:gd name="connsiteY2413" fmla="*/ 70550 h 626109"/>
                    <a:gd name="connsiteX2414" fmla="*/ 23299 w 591813"/>
                    <a:gd name="connsiteY2414" fmla="*/ 70190 h 626109"/>
                    <a:gd name="connsiteX2415" fmla="*/ 23704 w 591813"/>
                    <a:gd name="connsiteY2415" fmla="*/ 69830 h 626109"/>
                    <a:gd name="connsiteX2416" fmla="*/ 24086 w 591813"/>
                    <a:gd name="connsiteY2416" fmla="*/ 69470 h 626109"/>
                    <a:gd name="connsiteX2417" fmla="*/ 24491 w 591813"/>
                    <a:gd name="connsiteY2417" fmla="*/ 69133 h 626109"/>
                    <a:gd name="connsiteX2418" fmla="*/ 24873 w 591813"/>
                    <a:gd name="connsiteY2418" fmla="*/ 68796 h 626109"/>
                    <a:gd name="connsiteX2419" fmla="*/ 25278 w 591813"/>
                    <a:gd name="connsiteY2419" fmla="*/ 68458 h 626109"/>
                    <a:gd name="connsiteX2420" fmla="*/ 25683 w 591813"/>
                    <a:gd name="connsiteY2420" fmla="*/ 68143 h 626109"/>
                    <a:gd name="connsiteX2421" fmla="*/ 26065 w 591813"/>
                    <a:gd name="connsiteY2421" fmla="*/ 67829 h 626109"/>
                    <a:gd name="connsiteX2422" fmla="*/ 26470 w 591813"/>
                    <a:gd name="connsiteY2422" fmla="*/ 67536 h 626109"/>
                    <a:gd name="connsiteX2423" fmla="*/ 26852 w 591813"/>
                    <a:gd name="connsiteY2423" fmla="*/ 67244 h 626109"/>
                    <a:gd name="connsiteX2424" fmla="*/ 27257 w 591813"/>
                    <a:gd name="connsiteY2424" fmla="*/ 66974 h 626109"/>
                    <a:gd name="connsiteX2425" fmla="*/ 27639 w 591813"/>
                    <a:gd name="connsiteY2425" fmla="*/ 66682 h 626109"/>
                    <a:gd name="connsiteX2426" fmla="*/ 28044 w 591813"/>
                    <a:gd name="connsiteY2426" fmla="*/ 66434 h 626109"/>
                    <a:gd name="connsiteX2427" fmla="*/ 28427 w 591813"/>
                    <a:gd name="connsiteY2427" fmla="*/ 66164 h 626109"/>
                    <a:gd name="connsiteX2428" fmla="*/ 28831 w 591813"/>
                    <a:gd name="connsiteY2428" fmla="*/ 65939 h 626109"/>
                    <a:gd name="connsiteX2429" fmla="*/ 29236 w 591813"/>
                    <a:gd name="connsiteY2429" fmla="*/ 65692 h 626109"/>
                    <a:gd name="connsiteX2430" fmla="*/ 29619 w 591813"/>
                    <a:gd name="connsiteY2430" fmla="*/ 65467 h 626109"/>
                    <a:gd name="connsiteX2431" fmla="*/ 30023 w 591813"/>
                    <a:gd name="connsiteY2431" fmla="*/ 65265 h 626109"/>
                    <a:gd name="connsiteX2432" fmla="*/ 30405 w 591813"/>
                    <a:gd name="connsiteY2432" fmla="*/ 65062 h 626109"/>
                    <a:gd name="connsiteX2433" fmla="*/ 30811 w 591813"/>
                    <a:gd name="connsiteY2433" fmla="*/ 64860 h 626109"/>
                    <a:gd name="connsiteX2434" fmla="*/ 31193 w 591813"/>
                    <a:gd name="connsiteY2434" fmla="*/ 64680 h 626109"/>
                    <a:gd name="connsiteX2435" fmla="*/ 31597 w 591813"/>
                    <a:gd name="connsiteY2435" fmla="*/ 64500 h 626109"/>
                    <a:gd name="connsiteX2436" fmla="*/ 31980 w 591813"/>
                    <a:gd name="connsiteY2436" fmla="*/ 64320 h 626109"/>
                    <a:gd name="connsiteX2437" fmla="*/ 32385 w 591813"/>
                    <a:gd name="connsiteY2437" fmla="*/ 64163 h 626109"/>
                    <a:gd name="connsiteX2438" fmla="*/ 32789 w 591813"/>
                    <a:gd name="connsiteY2438" fmla="*/ 64028 h 626109"/>
                    <a:gd name="connsiteX2439" fmla="*/ 33172 w 591813"/>
                    <a:gd name="connsiteY2439" fmla="*/ 63870 h 626109"/>
                    <a:gd name="connsiteX2440" fmla="*/ 33577 w 591813"/>
                    <a:gd name="connsiteY2440" fmla="*/ 63735 h 626109"/>
                    <a:gd name="connsiteX2441" fmla="*/ 33959 w 591813"/>
                    <a:gd name="connsiteY2441" fmla="*/ 63601 h 626109"/>
                    <a:gd name="connsiteX2442" fmla="*/ 34364 w 591813"/>
                    <a:gd name="connsiteY2442" fmla="*/ 63466 h 626109"/>
                    <a:gd name="connsiteX2443" fmla="*/ 34746 w 591813"/>
                    <a:gd name="connsiteY2443" fmla="*/ 63353 h 626109"/>
                    <a:gd name="connsiteX2444" fmla="*/ 35151 w 591813"/>
                    <a:gd name="connsiteY2444" fmla="*/ 63241 h 626109"/>
                    <a:gd name="connsiteX2445" fmla="*/ 35556 w 591813"/>
                    <a:gd name="connsiteY2445" fmla="*/ 63128 h 626109"/>
                    <a:gd name="connsiteX2446" fmla="*/ 35938 w 591813"/>
                    <a:gd name="connsiteY2446" fmla="*/ 63016 h 626109"/>
                    <a:gd name="connsiteX2447" fmla="*/ 36343 w 591813"/>
                    <a:gd name="connsiteY2447" fmla="*/ 62903 h 626109"/>
                    <a:gd name="connsiteX2448" fmla="*/ 36725 w 591813"/>
                    <a:gd name="connsiteY2448" fmla="*/ 62813 h 626109"/>
                    <a:gd name="connsiteX2449" fmla="*/ 37130 w 591813"/>
                    <a:gd name="connsiteY2449" fmla="*/ 62701 h 626109"/>
                    <a:gd name="connsiteX2450" fmla="*/ 37512 w 591813"/>
                    <a:gd name="connsiteY2450" fmla="*/ 62611 h 626109"/>
                    <a:gd name="connsiteX2451" fmla="*/ 37917 w 591813"/>
                    <a:gd name="connsiteY2451" fmla="*/ 62521 h 626109"/>
                    <a:gd name="connsiteX2452" fmla="*/ 38299 w 591813"/>
                    <a:gd name="connsiteY2452" fmla="*/ 62431 h 626109"/>
                    <a:gd name="connsiteX2453" fmla="*/ 38704 w 591813"/>
                    <a:gd name="connsiteY2453" fmla="*/ 62319 h 626109"/>
                    <a:gd name="connsiteX2454" fmla="*/ 39109 w 591813"/>
                    <a:gd name="connsiteY2454" fmla="*/ 62229 h 626109"/>
                    <a:gd name="connsiteX2455" fmla="*/ 39491 w 591813"/>
                    <a:gd name="connsiteY2455" fmla="*/ 62139 h 626109"/>
                    <a:gd name="connsiteX2456" fmla="*/ 39897 w 591813"/>
                    <a:gd name="connsiteY2456" fmla="*/ 62049 h 626109"/>
                    <a:gd name="connsiteX2457" fmla="*/ 40279 w 591813"/>
                    <a:gd name="connsiteY2457" fmla="*/ 61959 h 626109"/>
                    <a:gd name="connsiteX2458" fmla="*/ 40683 w 591813"/>
                    <a:gd name="connsiteY2458" fmla="*/ 61846 h 626109"/>
                    <a:gd name="connsiteX2459" fmla="*/ 41065 w 591813"/>
                    <a:gd name="connsiteY2459" fmla="*/ 61756 h 626109"/>
                    <a:gd name="connsiteX2460" fmla="*/ 41471 w 591813"/>
                    <a:gd name="connsiteY2460" fmla="*/ 61666 h 626109"/>
                    <a:gd name="connsiteX2461" fmla="*/ 41853 w 591813"/>
                    <a:gd name="connsiteY2461" fmla="*/ 61554 h 626109"/>
                    <a:gd name="connsiteX2462" fmla="*/ 42257 w 591813"/>
                    <a:gd name="connsiteY2462" fmla="*/ 61442 h 626109"/>
                    <a:gd name="connsiteX2463" fmla="*/ 42663 w 591813"/>
                    <a:gd name="connsiteY2463" fmla="*/ 61329 h 626109"/>
                    <a:gd name="connsiteX2464" fmla="*/ 43045 w 591813"/>
                    <a:gd name="connsiteY2464" fmla="*/ 61217 h 626109"/>
                    <a:gd name="connsiteX2465" fmla="*/ 43449 w 591813"/>
                    <a:gd name="connsiteY2465" fmla="*/ 61104 h 626109"/>
                    <a:gd name="connsiteX2466" fmla="*/ 43832 w 591813"/>
                    <a:gd name="connsiteY2466" fmla="*/ 60992 h 626109"/>
                    <a:gd name="connsiteX2467" fmla="*/ 44214 w 591813"/>
                    <a:gd name="connsiteY2467" fmla="*/ 60879 h 626109"/>
                    <a:gd name="connsiteX2468" fmla="*/ 44619 w 591813"/>
                    <a:gd name="connsiteY2468" fmla="*/ 60744 h 626109"/>
                    <a:gd name="connsiteX2469" fmla="*/ 45024 w 591813"/>
                    <a:gd name="connsiteY2469" fmla="*/ 60609 h 626109"/>
                    <a:gd name="connsiteX2470" fmla="*/ 45384 w 591813"/>
                    <a:gd name="connsiteY2470" fmla="*/ 60474 h 626109"/>
                    <a:gd name="connsiteX2471" fmla="*/ 45811 w 591813"/>
                    <a:gd name="connsiteY2471" fmla="*/ 60340 h 626109"/>
                    <a:gd name="connsiteX2472" fmla="*/ 46193 w 591813"/>
                    <a:gd name="connsiteY2472" fmla="*/ 60182 h 626109"/>
                    <a:gd name="connsiteX2473" fmla="*/ 46576 w 591813"/>
                    <a:gd name="connsiteY2473" fmla="*/ 60047 h 626109"/>
                    <a:gd name="connsiteX2474" fmla="*/ 46980 w 591813"/>
                    <a:gd name="connsiteY2474" fmla="*/ 59890 h 626109"/>
                    <a:gd name="connsiteX2475" fmla="*/ 47363 w 591813"/>
                    <a:gd name="connsiteY2475" fmla="*/ 59732 h 626109"/>
                    <a:gd name="connsiteX2476" fmla="*/ 47768 w 591813"/>
                    <a:gd name="connsiteY2476" fmla="*/ 59575 h 626109"/>
                    <a:gd name="connsiteX2477" fmla="*/ 48150 w 591813"/>
                    <a:gd name="connsiteY2477" fmla="*/ 59417 h 626109"/>
                    <a:gd name="connsiteX2478" fmla="*/ 48555 w 591813"/>
                    <a:gd name="connsiteY2478" fmla="*/ 59260 h 626109"/>
                    <a:gd name="connsiteX2479" fmla="*/ 48959 w 591813"/>
                    <a:gd name="connsiteY2479" fmla="*/ 59080 h 626109"/>
                    <a:gd name="connsiteX2480" fmla="*/ 49342 w 591813"/>
                    <a:gd name="connsiteY2480" fmla="*/ 58923 h 626109"/>
                    <a:gd name="connsiteX2481" fmla="*/ 49747 w 591813"/>
                    <a:gd name="connsiteY2481" fmla="*/ 58743 h 626109"/>
                    <a:gd name="connsiteX2482" fmla="*/ 50129 w 591813"/>
                    <a:gd name="connsiteY2482" fmla="*/ 58563 h 626109"/>
                    <a:gd name="connsiteX2483" fmla="*/ 50534 w 591813"/>
                    <a:gd name="connsiteY2483" fmla="*/ 58360 h 626109"/>
                    <a:gd name="connsiteX2484" fmla="*/ 50916 w 591813"/>
                    <a:gd name="connsiteY2484" fmla="*/ 58181 h 626109"/>
                    <a:gd name="connsiteX2485" fmla="*/ 51321 w 591813"/>
                    <a:gd name="connsiteY2485" fmla="*/ 57978 h 626109"/>
                    <a:gd name="connsiteX2486" fmla="*/ 51704 w 591813"/>
                    <a:gd name="connsiteY2486" fmla="*/ 57776 h 626109"/>
                    <a:gd name="connsiteX2487" fmla="*/ 52108 w 591813"/>
                    <a:gd name="connsiteY2487" fmla="*/ 57573 h 626109"/>
                    <a:gd name="connsiteX2488" fmla="*/ 52513 w 591813"/>
                    <a:gd name="connsiteY2488" fmla="*/ 57371 h 626109"/>
                    <a:gd name="connsiteX2489" fmla="*/ 52895 w 591813"/>
                    <a:gd name="connsiteY2489" fmla="*/ 57169 h 626109"/>
                    <a:gd name="connsiteX2490" fmla="*/ 53300 w 591813"/>
                    <a:gd name="connsiteY2490" fmla="*/ 56944 h 626109"/>
                    <a:gd name="connsiteX2491" fmla="*/ 53682 w 591813"/>
                    <a:gd name="connsiteY2491" fmla="*/ 56719 h 626109"/>
                    <a:gd name="connsiteX2492" fmla="*/ 54087 w 591813"/>
                    <a:gd name="connsiteY2492" fmla="*/ 56494 h 626109"/>
                    <a:gd name="connsiteX2493" fmla="*/ 54470 w 591813"/>
                    <a:gd name="connsiteY2493" fmla="*/ 56269 h 626109"/>
                    <a:gd name="connsiteX2494" fmla="*/ 54874 w 591813"/>
                    <a:gd name="connsiteY2494" fmla="*/ 56044 h 626109"/>
                    <a:gd name="connsiteX2495" fmla="*/ 55257 w 591813"/>
                    <a:gd name="connsiteY2495" fmla="*/ 55797 h 626109"/>
                    <a:gd name="connsiteX2496" fmla="*/ 55662 w 591813"/>
                    <a:gd name="connsiteY2496" fmla="*/ 55572 h 626109"/>
                    <a:gd name="connsiteX2497" fmla="*/ 56066 w 591813"/>
                    <a:gd name="connsiteY2497" fmla="*/ 55324 h 626109"/>
                    <a:gd name="connsiteX2498" fmla="*/ 56449 w 591813"/>
                    <a:gd name="connsiteY2498" fmla="*/ 55077 h 626109"/>
                    <a:gd name="connsiteX2499" fmla="*/ 56853 w 591813"/>
                    <a:gd name="connsiteY2499" fmla="*/ 54807 h 626109"/>
                    <a:gd name="connsiteX2500" fmla="*/ 57236 w 591813"/>
                    <a:gd name="connsiteY2500" fmla="*/ 54560 h 626109"/>
                    <a:gd name="connsiteX2501" fmla="*/ 57641 w 591813"/>
                    <a:gd name="connsiteY2501" fmla="*/ 54290 h 626109"/>
                    <a:gd name="connsiteX2502" fmla="*/ 58023 w 591813"/>
                    <a:gd name="connsiteY2502" fmla="*/ 54020 h 626109"/>
                    <a:gd name="connsiteX2503" fmla="*/ 58428 w 591813"/>
                    <a:gd name="connsiteY2503" fmla="*/ 53773 h 626109"/>
                    <a:gd name="connsiteX2504" fmla="*/ 58810 w 591813"/>
                    <a:gd name="connsiteY2504" fmla="*/ 53480 h 626109"/>
                    <a:gd name="connsiteX2505" fmla="*/ 59215 w 591813"/>
                    <a:gd name="connsiteY2505" fmla="*/ 53210 h 626109"/>
                    <a:gd name="connsiteX2506" fmla="*/ 59619 w 591813"/>
                    <a:gd name="connsiteY2506" fmla="*/ 52940 h 626109"/>
                    <a:gd name="connsiteX2507" fmla="*/ 60002 w 591813"/>
                    <a:gd name="connsiteY2507" fmla="*/ 52648 h 626109"/>
                    <a:gd name="connsiteX2508" fmla="*/ 60407 w 591813"/>
                    <a:gd name="connsiteY2508" fmla="*/ 52378 h 626109"/>
                    <a:gd name="connsiteX2509" fmla="*/ 60789 w 591813"/>
                    <a:gd name="connsiteY2509" fmla="*/ 52086 h 626109"/>
                    <a:gd name="connsiteX2510" fmla="*/ 61194 w 591813"/>
                    <a:gd name="connsiteY2510" fmla="*/ 51794 h 626109"/>
                    <a:gd name="connsiteX2511" fmla="*/ 61576 w 591813"/>
                    <a:gd name="connsiteY2511" fmla="*/ 51501 h 626109"/>
                    <a:gd name="connsiteX2512" fmla="*/ 61981 w 591813"/>
                    <a:gd name="connsiteY2512" fmla="*/ 51186 h 626109"/>
                    <a:gd name="connsiteX2513" fmla="*/ 62364 w 591813"/>
                    <a:gd name="connsiteY2513" fmla="*/ 50894 h 626109"/>
                    <a:gd name="connsiteX2514" fmla="*/ 62768 w 591813"/>
                    <a:gd name="connsiteY2514" fmla="*/ 50602 h 626109"/>
                    <a:gd name="connsiteX2515" fmla="*/ 63173 w 591813"/>
                    <a:gd name="connsiteY2515" fmla="*/ 50287 h 626109"/>
                    <a:gd name="connsiteX2516" fmla="*/ 63555 w 591813"/>
                    <a:gd name="connsiteY2516" fmla="*/ 49994 h 626109"/>
                    <a:gd name="connsiteX2517" fmla="*/ 63960 w 591813"/>
                    <a:gd name="connsiteY2517" fmla="*/ 49679 h 626109"/>
                    <a:gd name="connsiteX2518" fmla="*/ 64342 w 591813"/>
                    <a:gd name="connsiteY2518" fmla="*/ 49365 h 626109"/>
                    <a:gd name="connsiteX2519" fmla="*/ 64747 w 591813"/>
                    <a:gd name="connsiteY2519" fmla="*/ 49072 h 626109"/>
                    <a:gd name="connsiteX2520" fmla="*/ 65130 w 591813"/>
                    <a:gd name="connsiteY2520" fmla="*/ 48757 h 626109"/>
                    <a:gd name="connsiteX2521" fmla="*/ 65534 w 591813"/>
                    <a:gd name="connsiteY2521" fmla="*/ 48443 h 626109"/>
                    <a:gd name="connsiteX2522" fmla="*/ 65939 w 591813"/>
                    <a:gd name="connsiteY2522" fmla="*/ 48128 h 626109"/>
                    <a:gd name="connsiteX2523" fmla="*/ 66322 w 591813"/>
                    <a:gd name="connsiteY2523" fmla="*/ 47813 h 626109"/>
                    <a:gd name="connsiteX2524" fmla="*/ 66726 w 591813"/>
                    <a:gd name="connsiteY2524" fmla="*/ 47498 h 626109"/>
                    <a:gd name="connsiteX2525" fmla="*/ 67109 w 591813"/>
                    <a:gd name="connsiteY2525" fmla="*/ 47183 h 626109"/>
                    <a:gd name="connsiteX2526" fmla="*/ 67513 w 591813"/>
                    <a:gd name="connsiteY2526" fmla="*/ 46868 h 626109"/>
                    <a:gd name="connsiteX2527" fmla="*/ 67896 w 591813"/>
                    <a:gd name="connsiteY2527" fmla="*/ 46531 h 626109"/>
                    <a:gd name="connsiteX2528" fmla="*/ 68301 w 591813"/>
                    <a:gd name="connsiteY2528" fmla="*/ 46216 h 626109"/>
                    <a:gd name="connsiteX2529" fmla="*/ 68683 w 591813"/>
                    <a:gd name="connsiteY2529" fmla="*/ 45901 h 626109"/>
                    <a:gd name="connsiteX2530" fmla="*/ 69088 w 591813"/>
                    <a:gd name="connsiteY2530" fmla="*/ 45564 h 626109"/>
                    <a:gd name="connsiteX2531" fmla="*/ 69493 w 591813"/>
                    <a:gd name="connsiteY2531" fmla="*/ 45249 h 626109"/>
                    <a:gd name="connsiteX2532" fmla="*/ 69875 w 591813"/>
                    <a:gd name="connsiteY2532" fmla="*/ 44912 h 626109"/>
                    <a:gd name="connsiteX2533" fmla="*/ 70280 w 591813"/>
                    <a:gd name="connsiteY2533" fmla="*/ 44597 h 626109"/>
                    <a:gd name="connsiteX2534" fmla="*/ 70662 w 591813"/>
                    <a:gd name="connsiteY2534" fmla="*/ 44259 h 626109"/>
                    <a:gd name="connsiteX2535" fmla="*/ 71067 w 591813"/>
                    <a:gd name="connsiteY2535" fmla="*/ 43945 h 626109"/>
                    <a:gd name="connsiteX2536" fmla="*/ 71449 w 591813"/>
                    <a:gd name="connsiteY2536" fmla="*/ 43607 h 626109"/>
                    <a:gd name="connsiteX2537" fmla="*/ 71854 w 591813"/>
                    <a:gd name="connsiteY2537" fmla="*/ 43292 h 626109"/>
                    <a:gd name="connsiteX2538" fmla="*/ 72236 w 591813"/>
                    <a:gd name="connsiteY2538" fmla="*/ 42955 h 626109"/>
                    <a:gd name="connsiteX2539" fmla="*/ 72641 w 591813"/>
                    <a:gd name="connsiteY2539" fmla="*/ 42618 h 626109"/>
                    <a:gd name="connsiteX2540" fmla="*/ 73046 w 591813"/>
                    <a:gd name="connsiteY2540" fmla="*/ 42303 h 626109"/>
                    <a:gd name="connsiteX2541" fmla="*/ 73428 w 591813"/>
                    <a:gd name="connsiteY2541" fmla="*/ 41966 h 626109"/>
                    <a:gd name="connsiteX2542" fmla="*/ 73833 w 591813"/>
                    <a:gd name="connsiteY2542" fmla="*/ 41628 h 626109"/>
                    <a:gd name="connsiteX2543" fmla="*/ 74216 w 591813"/>
                    <a:gd name="connsiteY2543" fmla="*/ 41291 h 626109"/>
                    <a:gd name="connsiteX2544" fmla="*/ 74620 w 591813"/>
                    <a:gd name="connsiteY2544" fmla="*/ 40976 h 626109"/>
                    <a:gd name="connsiteX2545" fmla="*/ 75002 w 591813"/>
                    <a:gd name="connsiteY2545" fmla="*/ 40639 h 626109"/>
                    <a:gd name="connsiteX2546" fmla="*/ 75407 w 591813"/>
                    <a:gd name="connsiteY2546" fmla="*/ 40301 h 626109"/>
                    <a:gd name="connsiteX2547" fmla="*/ 75790 w 591813"/>
                    <a:gd name="connsiteY2547" fmla="*/ 39964 h 626109"/>
                    <a:gd name="connsiteX2548" fmla="*/ 76194 w 591813"/>
                    <a:gd name="connsiteY2548" fmla="*/ 39649 h 626109"/>
                    <a:gd name="connsiteX2549" fmla="*/ 76599 w 591813"/>
                    <a:gd name="connsiteY2549" fmla="*/ 39312 h 626109"/>
                    <a:gd name="connsiteX2550" fmla="*/ 76982 w 591813"/>
                    <a:gd name="connsiteY2550" fmla="*/ 38974 h 626109"/>
                    <a:gd name="connsiteX2551" fmla="*/ 77386 w 591813"/>
                    <a:gd name="connsiteY2551" fmla="*/ 38660 h 626109"/>
                    <a:gd name="connsiteX2552" fmla="*/ 77769 w 591813"/>
                    <a:gd name="connsiteY2552" fmla="*/ 38322 h 626109"/>
                    <a:gd name="connsiteX2553" fmla="*/ 78173 w 591813"/>
                    <a:gd name="connsiteY2553" fmla="*/ 37985 h 626109"/>
                    <a:gd name="connsiteX2554" fmla="*/ 78556 w 591813"/>
                    <a:gd name="connsiteY2554" fmla="*/ 37670 h 626109"/>
                    <a:gd name="connsiteX2555" fmla="*/ 78961 w 591813"/>
                    <a:gd name="connsiteY2555" fmla="*/ 37333 h 626109"/>
                    <a:gd name="connsiteX2556" fmla="*/ 79343 w 591813"/>
                    <a:gd name="connsiteY2556" fmla="*/ 36995 h 626109"/>
                    <a:gd name="connsiteX2557" fmla="*/ 79748 w 591813"/>
                    <a:gd name="connsiteY2557" fmla="*/ 36658 h 626109"/>
                    <a:gd name="connsiteX2558" fmla="*/ 80153 w 591813"/>
                    <a:gd name="connsiteY2558" fmla="*/ 36343 h 626109"/>
                    <a:gd name="connsiteX2559" fmla="*/ 80535 w 591813"/>
                    <a:gd name="connsiteY2559" fmla="*/ 36006 h 626109"/>
                    <a:gd name="connsiteX2560" fmla="*/ 80940 w 591813"/>
                    <a:gd name="connsiteY2560" fmla="*/ 35668 h 626109"/>
                    <a:gd name="connsiteX2561" fmla="*/ 81322 w 591813"/>
                    <a:gd name="connsiteY2561" fmla="*/ 35354 h 626109"/>
                    <a:gd name="connsiteX2562" fmla="*/ 81727 w 591813"/>
                    <a:gd name="connsiteY2562" fmla="*/ 35016 h 626109"/>
                    <a:gd name="connsiteX2563" fmla="*/ 82109 w 591813"/>
                    <a:gd name="connsiteY2563" fmla="*/ 34701 h 626109"/>
                    <a:gd name="connsiteX2564" fmla="*/ 82514 w 591813"/>
                    <a:gd name="connsiteY2564" fmla="*/ 34364 h 626109"/>
                    <a:gd name="connsiteX2565" fmla="*/ 82919 w 591813"/>
                    <a:gd name="connsiteY2565" fmla="*/ 34049 h 626109"/>
                    <a:gd name="connsiteX2566" fmla="*/ 83301 w 591813"/>
                    <a:gd name="connsiteY2566" fmla="*/ 33734 h 626109"/>
                    <a:gd name="connsiteX2567" fmla="*/ 83706 w 591813"/>
                    <a:gd name="connsiteY2567" fmla="*/ 33397 h 626109"/>
                    <a:gd name="connsiteX2568" fmla="*/ 84088 w 591813"/>
                    <a:gd name="connsiteY2568" fmla="*/ 33082 h 626109"/>
                    <a:gd name="connsiteX2569" fmla="*/ 84493 w 591813"/>
                    <a:gd name="connsiteY2569" fmla="*/ 32767 h 626109"/>
                    <a:gd name="connsiteX2570" fmla="*/ 84876 w 591813"/>
                    <a:gd name="connsiteY2570" fmla="*/ 32475 h 626109"/>
                    <a:gd name="connsiteX2571" fmla="*/ 85280 w 591813"/>
                    <a:gd name="connsiteY2571" fmla="*/ 32160 h 626109"/>
                    <a:gd name="connsiteX2572" fmla="*/ 85662 w 591813"/>
                    <a:gd name="connsiteY2572" fmla="*/ 31845 h 626109"/>
                    <a:gd name="connsiteX2573" fmla="*/ 86067 w 591813"/>
                    <a:gd name="connsiteY2573" fmla="*/ 31553 h 626109"/>
                    <a:gd name="connsiteX2574" fmla="*/ 86472 w 591813"/>
                    <a:gd name="connsiteY2574" fmla="*/ 31261 h 626109"/>
                    <a:gd name="connsiteX2575" fmla="*/ 86854 w 591813"/>
                    <a:gd name="connsiteY2575" fmla="*/ 30968 h 626109"/>
                    <a:gd name="connsiteX2576" fmla="*/ 87259 w 591813"/>
                    <a:gd name="connsiteY2576" fmla="*/ 30676 h 626109"/>
                    <a:gd name="connsiteX2577" fmla="*/ 87642 w 591813"/>
                    <a:gd name="connsiteY2577" fmla="*/ 30383 h 626109"/>
                    <a:gd name="connsiteX2578" fmla="*/ 88047 w 591813"/>
                    <a:gd name="connsiteY2578" fmla="*/ 30091 h 626109"/>
                    <a:gd name="connsiteX2579" fmla="*/ 88429 w 591813"/>
                    <a:gd name="connsiteY2579" fmla="*/ 29821 h 626109"/>
                    <a:gd name="connsiteX2580" fmla="*/ 88834 w 591813"/>
                    <a:gd name="connsiteY2580" fmla="*/ 29551 h 626109"/>
                    <a:gd name="connsiteX2581" fmla="*/ 89216 w 591813"/>
                    <a:gd name="connsiteY2581" fmla="*/ 29281 h 626109"/>
                    <a:gd name="connsiteX2582" fmla="*/ 89621 w 591813"/>
                    <a:gd name="connsiteY2582" fmla="*/ 29012 h 626109"/>
                    <a:gd name="connsiteX2583" fmla="*/ 90025 w 591813"/>
                    <a:gd name="connsiteY2583" fmla="*/ 28764 h 626109"/>
                    <a:gd name="connsiteX2584" fmla="*/ 90408 w 591813"/>
                    <a:gd name="connsiteY2584" fmla="*/ 28494 h 626109"/>
                    <a:gd name="connsiteX2585" fmla="*/ 90813 w 591813"/>
                    <a:gd name="connsiteY2585" fmla="*/ 28247 h 626109"/>
                    <a:gd name="connsiteX2586" fmla="*/ 91195 w 591813"/>
                    <a:gd name="connsiteY2586" fmla="*/ 28022 h 626109"/>
                    <a:gd name="connsiteX2587" fmla="*/ 91600 w 591813"/>
                    <a:gd name="connsiteY2587" fmla="*/ 27797 h 626109"/>
                    <a:gd name="connsiteX2588" fmla="*/ 91982 w 591813"/>
                    <a:gd name="connsiteY2588" fmla="*/ 27572 h 626109"/>
                    <a:gd name="connsiteX2589" fmla="*/ 92387 w 591813"/>
                    <a:gd name="connsiteY2589" fmla="*/ 27347 h 626109"/>
                    <a:gd name="connsiteX2590" fmla="*/ 92770 w 591813"/>
                    <a:gd name="connsiteY2590" fmla="*/ 27145 h 626109"/>
                    <a:gd name="connsiteX2591" fmla="*/ 93174 w 591813"/>
                    <a:gd name="connsiteY2591" fmla="*/ 26943 h 626109"/>
                    <a:gd name="connsiteX2592" fmla="*/ 93579 w 591813"/>
                    <a:gd name="connsiteY2592" fmla="*/ 26763 h 626109"/>
                    <a:gd name="connsiteX2593" fmla="*/ 93961 w 591813"/>
                    <a:gd name="connsiteY2593" fmla="*/ 26560 h 626109"/>
                    <a:gd name="connsiteX2594" fmla="*/ 94366 w 591813"/>
                    <a:gd name="connsiteY2594" fmla="*/ 26403 h 626109"/>
                    <a:gd name="connsiteX2595" fmla="*/ 94748 w 591813"/>
                    <a:gd name="connsiteY2595" fmla="*/ 26223 h 626109"/>
                    <a:gd name="connsiteX2596" fmla="*/ 95153 w 591813"/>
                    <a:gd name="connsiteY2596" fmla="*/ 26065 h 626109"/>
                    <a:gd name="connsiteX2597" fmla="*/ 95536 w 591813"/>
                    <a:gd name="connsiteY2597" fmla="*/ 25908 h 626109"/>
                    <a:gd name="connsiteX2598" fmla="*/ 95940 w 591813"/>
                    <a:gd name="connsiteY2598" fmla="*/ 25773 h 626109"/>
                    <a:gd name="connsiteX2599" fmla="*/ 96345 w 591813"/>
                    <a:gd name="connsiteY2599" fmla="*/ 25638 h 626109"/>
                    <a:gd name="connsiteX2600" fmla="*/ 96727 w 591813"/>
                    <a:gd name="connsiteY2600" fmla="*/ 25526 h 626109"/>
                    <a:gd name="connsiteX2601" fmla="*/ 97132 w 591813"/>
                    <a:gd name="connsiteY2601" fmla="*/ 25413 h 626109"/>
                    <a:gd name="connsiteX2602" fmla="*/ 97515 w 591813"/>
                    <a:gd name="connsiteY2602" fmla="*/ 25323 h 626109"/>
                    <a:gd name="connsiteX2603" fmla="*/ 97919 w 591813"/>
                    <a:gd name="connsiteY2603" fmla="*/ 25233 h 626109"/>
                    <a:gd name="connsiteX2604" fmla="*/ 98302 w 591813"/>
                    <a:gd name="connsiteY2604" fmla="*/ 25166 h 626109"/>
                    <a:gd name="connsiteX2605" fmla="*/ 98707 w 591813"/>
                    <a:gd name="connsiteY2605" fmla="*/ 25098 h 626109"/>
                    <a:gd name="connsiteX2606" fmla="*/ 99089 w 591813"/>
                    <a:gd name="connsiteY2606" fmla="*/ 25053 h 626109"/>
                    <a:gd name="connsiteX2607" fmla="*/ 99494 w 591813"/>
                    <a:gd name="connsiteY2607" fmla="*/ 25031 h 626109"/>
                    <a:gd name="connsiteX2608" fmla="*/ 99899 w 591813"/>
                    <a:gd name="connsiteY2608" fmla="*/ 25008 h 626109"/>
                    <a:gd name="connsiteX2609" fmla="*/ 100281 w 591813"/>
                    <a:gd name="connsiteY2609" fmla="*/ 25031 h 626109"/>
                    <a:gd name="connsiteX2610" fmla="*/ 100685 w 591813"/>
                    <a:gd name="connsiteY2610" fmla="*/ 25031 h 626109"/>
                    <a:gd name="connsiteX2611" fmla="*/ 101068 w 591813"/>
                    <a:gd name="connsiteY2611" fmla="*/ 25076 h 626109"/>
                    <a:gd name="connsiteX2612" fmla="*/ 101473 w 591813"/>
                    <a:gd name="connsiteY2612" fmla="*/ 25121 h 626109"/>
                    <a:gd name="connsiteX2613" fmla="*/ 101855 w 591813"/>
                    <a:gd name="connsiteY2613" fmla="*/ 25188 h 626109"/>
                    <a:gd name="connsiteX2614" fmla="*/ 102260 w 591813"/>
                    <a:gd name="connsiteY2614" fmla="*/ 25278 h 626109"/>
                    <a:gd name="connsiteX2615" fmla="*/ 102642 w 591813"/>
                    <a:gd name="connsiteY2615" fmla="*/ 25391 h 626109"/>
                    <a:gd name="connsiteX2616" fmla="*/ 103047 w 591813"/>
                    <a:gd name="connsiteY2616" fmla="*/ 25503 h 626109"/>
                    <a:gd name="connsiteX2617" fmla="*/ 103452 w 591813"/>
                    <a:gd name="connsiteY2617" fmla="*/ 25661 h 626109"/>
                    <a:gd name="connsiteX2618" fmla="*/ 103834 w 591813"/>
                    <a:gd name="connsiteY2618" fmla="*/ 25818 h 626109"/>
                    <a:gd name="connsiteX2619" fmla="*/ 104239 w 591813"/>
                    <a:gd name="connsiteY2619" fmla="*/ 25998 h 626109"/>
                    <a:gd name="connsiteX2620" fmla="*/ 104621 w 591813"/>
                    <a:gd name="connsiteY2620" fmla="*/ 26178 h 626109"/>
                    <a:gd name="connsiteX2621" fmla="*/ 105026 w 591813"/>
                    <a:gd name="connsiteY2621" fmla="*/ 26403 h 626109"/>
                    <a:gd name="connsiteX2622" fmla="*/ 105408 w 591813"/>
                    <a:gd name="connsiteY2622" fmla="*/ 26650 h 626109"/>
                    <a:gd name="connsiteX2623" fmla="*/ 105813 w 591813"/>
                    <a:gd name="connsiteY2623" fmla="*/ 26898 h 626109"/>
                    <a:gd name="connsiteX2624" fmla="*/ 106196 w 591813"/>
                    <a:gd name="connsiteY2624" fmla="*/ 27190 h 626109"/>
                    <a:gd name="connsiteX2625" fmla="*/ 106600 w 591813"/>
                    <a:gd name="connsiteY2625" fmla="*/ 27482 h 626109"/>
                    <a:gd name="connsiteX2626" fmla="*/ 107005 w 591813"/>
                    <a:gd name="connsiteY2626" fmla="*/ 27820 h 626109"/>
                    <a:gd name="connsiteX2627" fmla="*/ 107388 w 591813"/>
                    <a:gd name="connsiteY2627" fmla="*/ 28157 h 626109"/>
                    <a:gd name="connsiteX2628" fmla="*/ 107792 w 591813"/>
                    <a:gd name="connsiteY2628" fmla="*/ 28539 h 626109"/>
                    <a:gd name="connsiteX2629" fmla="*/ 108175 w 591813"/>
                    <a:gd name="connsiteY2629" fmla="*/ 28922 h 626109"/>
                    <a:gd name="connsiteX2630" fmla="*/ 108579 w 591813"/>
                    <a:gd name="connsiteY2630" fmla="*/ 29349 h 626109"/>
                    <a:gd name="connsiteX2631" fmla="*/ 108962 w 591813"/>
                    <a:gd name="connsiteY2631" fmla="*/ 29776 h 626109"/>
                    <a:gd name="connsiteX2632" fmla="*/ 109367 w 591813"/>
                    <a:gd name="connsiteY2632" fmla="*/ 30248 h 626109"/>
                    <a:gd name="connsiteX2633" fmla="*/ 109749 w 591813"/>
                    <a:gd name="connsiteY2633" fmla="*/ 30743 h 626109"/>
                    <a:gd name="connsiteX2634" fmla="*/ 110154 w 591813"/>
                    <a:gd name="connsiteY2634" fmla="*/ 31238 h 626109"/>
                    <a:gd name="connsiteX2635" fmla="*/ 110559 w 591813"/>
                    <a:gd name="connsiteY2635" fmla="*/ 31778 h 626109"/>
                    <a:gd name="connsiteX2636" fmla="*/ 110941 w 591813"/>
                    <a:gd name="connsiteY2636" fmla="*/ 32340 h 626109"/>
                    <a:gd name="connsiteX2637" fmla="*/ 111345 w 591813"/>
                    <a:gd name="connsiteY2637" fmla="*/ 32947 h 626109"/>
                    <a:gd name="connsiteX2638" fmla="*/ 111728 w 591813"/>
                    <a:gd name="connsiteY2638" fmla="*/ 33554 h 626109"/>
                    <a:gd name="connsiteX2639" fmla="*/ 112133 w 591813"/>
                    <a:gd name="connsiteY2639" fmla="*/ 34207 h 626109"/>
                    <a:gd name="connsiteX2640" fmla="*/ 112515 w 591813"/>
                    <a:gd name="connsiteY2640" fmla="*/ 34859 h 626109"/>
                    <a:gd name="connsiteX2641" fmla="*/ 112920 w 591813"/>
                    <a:gd name="connsiteY2641" fmla="*/ 35556 h 626109"/>
                    <a:gd name="connsiteX2642" fmla="*/ 113325 w 591813"/>
                    <a:gd name="connsiteY2642" fmla="*/ 36298 h 626109"/>
                    <a:gd name="connsiteX2643" fmla="*/ 113707 w 591813"/>
                    <a:gd name="connsiteY2643" fmla="*/ 37040 h 626109"/>
                    <a:gd name="connsiteX2644" fmla="*/ 114112 w 591813"/>
                    <a:gd name="connsiteY2644" fmla="*/ 37827 h 626109"/>
                    <a:gd name="connsiteX2645" fmla="*/ 114494 w 591813"/>
                    <a:gd name="connsiteY2645" fmla="*/ 38637 h 626109"/>
                    <a:gd name="connsiteX2646" fmla="*/ 114899 w 591813"/>
                    <a:gd name="connsiteY2646" fmla="*/ 39469 h 626109"/>
                    <a:gd name="connsiteX2647" fmla="*/ 115281 w 591813"/>
                    <a:gd name="connsiteY2647" fmla="*/ 40346 h 626109"/>
                    <a:gd name="connsiteX2648" fmla="*/ 115686 w 591813"/>
                    <a:gd name="connsiteY2648" fmla="*/ 41223 h 626109"/>
                    <a:gd name="connsiteX2649" fmla="*/ 116068 w 591813"/>
                    <a:gd name="connsiteY2649" fmla="*/ 42145 h 626109"/>
                    <a:gd name="connsiteX2650" fmla="*/ 116473 w 591813"/>
                    <a:gd name="connsiteY2650" fmla="*/ 43113 h 626109"/>
                    <a:gd name="connsiteX2651" fmla="*/ 116878 w 591813"/>
                    <a:gd name="connsiteY2651" fmla="*/ 44080 h 626109"/>
                    <a:gd name="connsiteX2652" fmla="*/ 117260 w 591813"/>
                    <a:gd name="connsiteY2652" fmla="*/ 45092 h 626109"/>
                    <a:gd name="connsiteX2653" fmla="*/ 117665 w 591813"/>
                    <a:gd name="connsiteY2653" fmla="*/ 46126 h 626109"/>
                    <a:gd name="connsiteX2654" fmla="*/ 118048 w 591813"/>
                    <a:gd name="connsiteY2654" fmla="*/ 47206 h 626109"/>
                    <a:gd name="connsiteX2655" fmla="*/ 118452 w 591813"/>
                    <a:gd name="connsiteY2655" fmla="*/ 48285 h 626109"/>
                    <a:gd name="connsiteX2656" fmla="*/ 118835 w 591813"/>
                    <a:gd name="connsiteY2656" fmla="*/ 49410 h 626109"/>
                    <a:gd name="connsiteX2657" fmla="*/ 119239 w 591813"/>
                    <a:gd name="connsiteY2657" fmla="*/ 50579 h 626109"/>
                    <a:gd name="connsiteX2658" fmla="*/ 119622 w 591813"/>
                    <a:gd name="connsiteY2658" fmla="*/ 51749 h 626109"/>
                    <a:gd name="connsiteX2659" fmla="*/ 120027 w 591813"/>
                    <a:gd name="connsiteY2659" fmla="*/ 52963 h 626109"/>
                    <a:gd name="connsiteX2660" fmla="*/ 120431 w 591813"/>
                    <a:gd name="connsiteY2660" fmla="*/ 54200 h 626109"/>
                    <a:gd name="connsiteX2661" fmla="*/ 120814 w 591813"/>
                    <a:gd name="connsiteY2661" fmla="*/ 55482 h 626109"/>
                    <a:gd name="connsiteX2662" fmla="*/ 121219 w 591813"/>
                    <a:gd name="connsiteY2662" fmla="*/ 56786 h 626109"/>
                    <a:gd name="connsiteX2663" fmla="*/ 121601 w 591813"/>
                    <a:gd name="connsiteY2663" fmla="*/ 58113 h 626109"/>
                    <a:gd name="connsiteX2664" fmla="*/ 122006 w 591813"/>
                    <a:gd name="connsiteY2664" fmla="*/ 59485 h 626109"/>
                    <a:gd name="connsiteX2665" fmla="*/ 122388 w 591813"/>
                    <a:gd name="connsiteY2665" fmla="*/ 60879 h 626109"/>
                    <a:gd name="connsiteX2666" fmla="*/ 122793 w 591813"/>
                    <a:gd name="connsiteY2666" fmla="*/ 62296 h 626109"/>
                    <a:gd name="connsiteX2667" fmla="*/ 123175 w 591813"/>
                    <a:gd name="connsiteY2667" fmla="*/ 63758 h 626109"/>
                    <a:gd name="connsiteX2668" fmla="*/ 123580 w 591813"/>
                    <a:gd name="connsiteY2668" fmla="*/ 65242 h 626109"/>
                    <a:gd name="connsiteX2669" fmla="*/ 123985 w 591813"/>
                    <a:gd name="connsiteY2669" fmla="*/ 66749 h 626109"/>
                    <a:gd name="connsiteX2670" fmla="*/ 124367 w 591813"/>
                    <a:gd name="connsiteY2670" fmla="*/ 68278 h 626109"/>
                    <a:gd name="connsiteX2671" fmla="*/ 124772 w 591813"/>
                    <a:gd name="connsiteY2671" fmla="*/ 69853 h 626109"/>
                    <a:gd name="connsiteX2672" fmla="*/ 125154 w 591813"/>
                    <a:gd name="connsiteY2672" fmla="*/ 71449 h 626109"/>
                    <a:gd name="connsiteX2673" fmla="*/ 125559 w 591813"/>
                    <a:gd name="connsiteY2673" fmla="*/ 73069 h 626109"/>
                    <a:gd name="connsiteX2674" fmla="*/ 125942 w 591813"/>
                    <a:gd name="connsiteY2674" fmla="*/ 74710 h 626109"/>
                    <a:gd name="connsiteX2675" fmla="*/ 126346 w 591813"/>
                    <a:gd name="connsiteY2675" fmla="*/ 76397 h 626109"/>
                    <a:gd name="connsiteX2676" fmla="*/ 126751 w 591813"/>
                    <a:gd name="connsiteY2676" fmla="*/ 78106 h 626109"/>
                    <a:gd name="connsiteX2677" fmla="*/ 127133 w 591813"/>
                    <a:gd name="connsiteY2677" fmla="*/ 79838 h 626109"/>
                    <a:gd name="connsiteX2678" fmla="*/ 127538 w 591813"/>
                    <a:gd name="connsiteY2678" fmla="*/ 81592 h 626109"/>
                    <a:gd name="connsiteX2679" fmla="*/ 127920 w 591813"/>
                    <a:gd name="connsiteY2679" fmla="*/ 83369 h 626109"/>
                    <a:gd name="connsiteX2680" fmla="*/ 128325 w 591813"/>
                    <a:gd name="connsiteY2680" fmla="*/ 85191 h 626109"/>
                    <a:gd name="connsiteX2681" fmla="*/ 128708 w 591813"/>
                    <a:gd name="connsiteY2681" fmla="*/ 87012 h 626109"/>
                    <a:gd name="connsiteX2682" fmla="*/ 129113 w 591813"/>
                    <a:gd name="connsiteY2682" fmla="*/ 88879 h 626109"/>
                    <a:gd name="connsiteX2683" fmla="*/ 129495 w 591813"/>
                    <a:gd name="connsiteY2683" fmla="*/ 90768 h 626109"/>
                    <a:gd name="connsiteX2684" fmla="*/ 129899 w 591813"/>
                    <a:gd name="connsiteY2684" fmla="*/ 92680 h 626109"/>
                    <a:gd name="connsiteX2685" fmla="*/ 130305 w 591813"/>
                    <a:gd name="connsiteY2685" fmla="*/ 94614 h 626109"/>
                    <a:gd name="connsiteX2686" fmla="*/ 130687 w 591813"/>
                    <a:gd name="connsiteY2686" fmla="*/ 96570 h 626109"/>
                    <a:gd name="connsiteX2687" fmla="*/ 131091 w 591813"/>
                    <a:gd name="connsiteY2687" fmla="*/ 98549 h 626109"/>
                    <a:gd name="connsiteX2688" fmla="*/ 131474 w 591813"/>
                    <a:gd name="connsiteY2688" fmla="*/ 100551 h 626109"/>
                    <a:gd name="connsiteX2689" fmla="*/ 131879 w 591813"/>
                    <a:gd name="connsiteY2689" fmla="*/ 102575 h 626109"/>
                    <a:gd name="connsiteX2690" fmla="*/ 132261 w 591813"/>
                    <a:gd name="connsiteY2690" fmla="*/ 104599 h 626109"/>
                    <a:gd name="connsiteX2691" fmla="*/ 132666 w 591813"/>
                    <a:gd name="connsiteY2691" fmla="*/ 106668 h 626109"/>
                    <a:gd name="connsiteX2692" fmla="*/ 133048 w 591813"/>
                    <a:gd name="connsiteY2692" fmla="*/ 108760 h 626109"/>
                    <a:gd name="connsiteX2693" fmla="*/ 133453 w 591813"/>
                    <a:gd name="connsiteY2693" fmla="*/ 110874 h 626109"/>
                    <a:gd name="connsiteX2694" fmla="*/ 133858 w 591813"/>
                    <a:gd name="connsiteY2694" fmla="*/ 113010 h 626109"/>
                    <a:gd name="connsiteX2695" fmla="*/ 134240 w 591813"/>
                    <a:gd name="connsiteY2695" fmla="*/ 115169 h 626109"/>
                    <a:gd name="connsiteX2696" fmla="*/ 134645 w 591813"/>
                    <a:gd name="connsiteY2696" fmla="*/ 117328 h 626109"/>
                    <a:gd name="connsiteX2697" fmla="*/ 135027 w 591813"/>
                    <a:gd name="connsiteY2697" fmla="*/ 119532 h 626109"/>
                    <a:gd name="connsiteX2698" fmla="*/ 135432 w 591813"/>
                    <a:gd name="connsiteY2698" fmla="*/ 121736 h 626109"/>
                    <a:gd name="connsiteX2699" fmla="*/ 135814 w 591813"/>
                    <a:gd name="connsiteY2699" fmla="*/ 123985 h 626109"/>
                    <a:gd name="connsiteX2700" fmla="*/ 136219 w 591813"/>
                    <a:gd name="connsiteY2700" fmla="*/ 126234 h 626109"/>
                    <a:gd name="connsiteX2701" fmla="*/ 136602 w 591813"/>
                    <a:gd name="connsiteY2701" fmla="*/ 128505 h 626109"/>
                    <a:gd name="connsiteX2702" fmla="*/ 137006 w 591813"/>
                    <a:gd name="connsiteY2702" fmla="*/ 130799 h 626109"/>
                    <a:gd name="connsiteX2703" fmla="*/ 137411 w 591813"/>
                    <a:gd name="connsiteY2703" fmla="*/ 133116 h 626109"/>
                    <a:gd name="connsiteX2704" fmla="*/ 137793 w 591813"/>
                    <a:gd name="connsiteY2704" fmla="*/ 135455 h 626109"/>
                    <a:gd name="connsiteX2705" fmla="*/ 138198 w 591813"/>
                    <a:gd name="connsiteY2705" fmla="*/ 137794 h 626109"/>
                    <a:gd name="connsiteX2706" fmla="*/ 138581 w 591813"/>
                    <a:gd name="connsiteY2706" fmla="*/ 140155 h 626109"/>
                    <a:gd name="connsiteX2707" fmla="*/ 138985 w 591813"/>
                    <a:gd name="connsiteY2707" fmla="*/ 142539 h 626109"/>
                    <a:gd name="connsiteX2708" fmla="*/ 139368 w 591813"/>
                    <a:gd name="connsiteY2708" fmla="*/ 144945 h 626109"/>
                    <a:gd name="connsiteX2709" fmla="*/ 139773 w 591813"/>
                    <a:gd name="connsiteY2709" fmla="*/ 147352 h 626109"/>
                    <a:gd name="connsiteX2710" fmla="*/ 140155 w 591813"/>
                    <a:gd name="connsiteY2710" fmla="*/ 149781 h 626109"/>
                    <a:gd name="connsiteX2711" fmla="*/ 140560 w 591813"/>
                    <a:gd name="connsiteY2711" fmla="*/ 152209 h 626109"/>
                    <a:gd name="connsiteX2712" fmla="*/ 140965 w 591813"/>
                    <a:gd name="connsiteY2712" fmla="*/ 154661 h 626109"/>
                    <a:gd name="connsiteX2713" fmla="*/ 141347 w 591813"/>
                    <a:gd name="connsiteY2713" fmla="*/ 157135 h 626109"/>
                    <a:gd name="connsiteX2714" fmla="*/ 141751 w 591813"/>
                    <a:gd name="connsiteY2714" fmla="*/ 159609 h 626109"/>
                    <a:gd name="connsiteX2715" fmla="*/ 142134 w 591813"/>
                    <a:gd name="connsiteY2715" fmla="*/ 162105 h 626109"/>
                    <a:gd name="connsiteX2716" fmla="*/ 142539 w 591813"/>
                    <a:gd name="connsiteY2716" fmla="*/ 164624 h 626109"/>
                    <a:gd name="connsiteX2717" fmla="*/ 142921 w 591813"/>
                    <a:gd name="connsiteY2717" fmla="*/ 167120 h 626109"/>
                    <a:gd name="connsiteX2718" fmla="*/ 143326 w 591813"/>
                    <a:gd name="connsiteY2718" fmla="*/ 169661 h 626109"/>
                    <a:gd name="connsiteX2719" fmla="*/ 143731 w 591813"/>
                    <a:gd name="connsiteY2719" fmla="*/ 172180 h 626109"/>
                    <a:gd name="connsiteX2720" fmla="*/ 144113 w 591813"/>
                    <a:gd name="connsiteY2720" fmla="*/ 174744 h 626109"/>
                    <a:gd name="connsiteX2721" fmla="*/ 144518 w 591813"/>
                    <a:gd name="connsiteY2721" fmla="*/ 177285 h 626109"/>
                    <a:gd name="connsiteX2722" fmla="*/ 144900 w 591813"/>
                    <a:gd name="connsiteY2722" fmla="*/ 179849 h 626109"/>
                    <a:gd name="connsiteX2723" fmla="*/ 145305 w 591813"/>
                    <a:gd name="connsiteY2723" fmla="*/ 182413 h 626109"/>
                    <a:gd name="connsiteX2724" fmla="*/ 145687 w 591813"/>
                    <a:gd name="connsiteY2724" fmla="*/ 184999 h 626109"/>
                    <a:gd name="connsiteX2725" fmla="*/ 146092 w 591813"/>
                    <a:gd name="connsiteY2725" fmla="*/ 187563 h 626109"/>
                    <a:gd name="connsiteX2726" fmla="*/ 146474 w 591813"/>
                    <a:gd name="connsiteY2726" fmla="*/ 190149 h 626109"/>
                    <a:gd name="connsiteX2727" fmla="*/ 146879 w 591813"/>
                    <a:gd name="connsiteY2727" fmla="*/ 192758 h 626109"/>
                    <a:gd name="connsiteX2728" fmla="*/ 147284 w 591813"/>
                    <a:gd name="connsiteY2728" fmla="*/ 195344 h 626109"/>
                    <a:gd name="connsiteX2729" fmla="*/ 147666 w 591813"/>
                    <a:gd name="connsiteY2729" fmla="*/ 197931 h 626109"/>
                    <a:gd name="connsiteX2730" fmla="*/ 148071 w 591813"/>
                    <a:gd name="connsiteY2730" fmla="*/ 203373 h 626109"/>
                    <a:gd name="connsiteX2731" fmla="*/ 148453 w 591813"/>
                    <a:gd name="connsiteY2731" fmla="*/ 210390 h 626109"/>
                    <a:gd name="connsiteX2732" fmla="*/ 148858 w 591813"/>
                    <a:gd name="connsiteY2732" fmla="*/ 213111 h 626109"/>
                    <a:gd name="connsiteX2733" fmla="*/ 149241 w 591813"/>
                    <a:gd name="connsiteY2733" fmla="*/ 215855 h 626109"/>
                    <a:gd name="connsiteX2734" fmla="*/ 149645 w 591813"/>
                    <a:gd name="connsiteY2734" fmla="*/ 218576 h 626109"/>
                    <a:gd name="connsiteX2735" fmla="*/ 150028 w 591813"/>
                    <a:gd name="connsiteY2735" fmla="*/ 221297 h 626109"/>
                    <a:gd name="connsiteX2736" fmla="*/ 150433 w 591813"/>
                    <a:gd name="connsiteY2736" fmla="*/ 224019 h 626109"/>
                    <a:gd name="connsiteX2737" fmla="*/ 150837 w 591813"/>
                    <a:gd name="connsiteY2737" fmla="*/ 226740 h 626109"/>
                    <a:gd name="connsiteX2738" fmla="*/ 151220 w 591813"/>
                    <a:gd name="connsiteY2738" fmla="*/ 229484 h 626109"/>
                    <a:gd name="connsiteX2739" fmla="*/ 151625 w 591813"/>
                    <a:gd name="connsiteY2739" fmla="*/ 232205 h 626109"/>
                    <a:gd name="connsiteX2740" fmla="*/ 152007 w 591813"/>
                    <a:gd name="connsiteY2740" fmla="*/ 234949 h 626109"/>
                    <a:gd name="connsiteX2741" fmla="*/ 152411 w 591813"/>
                    <a:gd name="connsiteY2741" fmla="*/ 237692 h 626109"/>
                    <a:gd name="connsiteX2742" fmla="*/ 152794 w 591813"/>
                    <a:gd name="connsiteY2742" fmla="*/ 240414 h 626109"/>
                    <a:gd name="connsiteX2743" fmla="*/ 153199 w 591813"/>
                    <a:gd name="connsiteY2743" fmla="*/ 243157 h 626109"/>
                    <a:gd name="connsiteX2744" fmla="*/ 153581 w 591813"/>
                    <a:gd name="connsiteY2744" fmla="*/ 245879 h 626109"/>
                    <a:gd name="connsiteX2745" fmla="*/ 153986 w 591813"/>
                    <a:gd name="connsiteY2745" fmla="*/ 248600 h 626109"/>
                    <a:gd name="connsiteX2746" fmla="*/ 154391 w 591813"/>
                    <a:gd name="connsiteY2746" fmla="*/ 251344 h 626109"/>
                    <a:gd name="connsiteX2747" fmla="*/ 154773 w 591813"/>
                    <a:gd name="connsiteY2747" fmla="*/ 254065 h 626109"/>
                    <a:gd name="connsiteX2748" fmla="*/ 155178 w 591813"/>
                    <a:gd name="connsiteY2748" fmla="*/ 256786 h 626109"/>
                    <a:gd name="connsiteX2749" fmla="*/ 155560 w 591813"/>
                    <a:gd name="connsiteY2749" fmla="*/ 259507 h 626109"/>
                    <a:gd name="connsiteX2750" fmla="*/ 155965 w 591813"/>
                    <a:gd name="connsiteY2750" fmla="*/ 262229 h 626109"/>
                    <a:gd name="connsiteX2751" fmla="*/ 156347 w 591813"/>
                    <a:gd name="connsiteY2751" fmla="*/ 264950 h 626109"/>
                    <a:gd name="connsiteX2752" fmla="*/ 156752 w 591813"/>
                    <a:gd name="connsiteY2752" fmla="*/ 267671 h 626109"/>
                    <a:gd name="connsiteX2753" fmla="*/ 157157 w 591813"/>
                    <a:gd name="connsiteY2753" fmla="*/ 270370 h 626109"/>
                    <a:gd name="connsiteX2754" fmla="*/ 157539 w 591813"/>
                    <a:gd name="connsiteY2754" fmla="*/ 273091 h 626109"/>
                    <a:gd name="connsiteX2755" fmla="*/ 157944 w 591813"/>
                    <a:gd name="connsiteY2755" fmla="*/ 275790 h 626109"/>
                    <a:gd name="connsiteX2756" fmla="*/ 158326 w 591813"/>
                    <a:gd name="connsiteY2756" fmla="*/ 278488 h 626109"/>
                    <a:gd name="connsiteX2757" fmla="*/ 158731 w 591813"/>
                    <a:gd name="connsiteY2757" fmla="*/ 281165 h 626109"/>
                    <a:gd name="connsiteX2758" fmla="*/ 159114 w 591813"/>
                    <a:gd name="connsiteY2758" fmla="*/ 283863 h 626109"/>
                    <a:gd name="connsiteX2759" fmla="*/ 159518 w 591813"/>
                    <a:gd name="connsiteY2759" fmla="*/ 286540 h 626109"/>
                    <a:gd name="connsiteX2760" fmla="*/ 159901 w 591813"/>
                    <a:gd name="connsiteY2760" fmla="*/ 289216 h 626109"/>
                    <a:gd name="connsiteX2761" fmla="*/ 160305 w 591813"/>
                    <a:gd name="connsiteY2761" fmla="*/ 291892 h 626109"/>
                    <a:gd name="connsiteX2762" fmla="*/ 160710 w 591813"/>
                    <a:gd name="connsiteY2762" fmla="*/ 294546 h 626109"/>
                    <a:gd name="connsiteX2763" fmla="*/ 161093 w 591813"/>
                    <a:gd name="connsiteY2763" fmla="*/ 297200 h 626109"/>
                    <a:gd name="connsiteX2764" fmla="*/ 161497 w 591813"/>
                    <a:gd name="connsiteY2764" fmla="*/ 299854 h 626109"/>
                    <a:gd name="connsiteX2765" fmla="*/ 161880 w 591813"/>
                    <a:gd name="connsiteY2765" fmla="*/ 302507 h 626109"/>
                    <a:gd name="connsiteX2766" fmla="*/ 162285 w 591813"/>
                    <a:gd name="connsiteY2766" fmla="*/ 305139 h 626109"/>
                    <a:gd name="connsiteX2767" fmla="*/ 162667 w 591813"/>
                    <a:gd name="connsiteY2767" fmla="*/ 307770 h 626109"/>
                    <a:gd name="connsiteX2768" fmla="*/ 163071 w 591813"/>
                    <a:gd name="connsiteY2768" fmla="*/ 310379 h 626109"/>
                    <a:gd name="connsiteX2769" fmla="*/ 163454 w 591813"/>
                    <a:gd name="connsiteY2769" fmla="*/ 313010 h 626109"/>
                    <a:gd name="connsiteX2770" fmla="*/ 163859 w 591813"/>
                    <a:gd name="connsiteY2770" fmla="*/ 315596 h 626109"/>
                    <a:gd name="connsiteX2771" fmla="*/ 164263 w 591813"/>
                    <a:gd name="connsiteY2771" fmla="*/ 318205 h 626109"/>
                    <a:gd name="connsiteX2772" fmla="*/ 164624 w 591813"/>
                    <a:gd name="connsiteY2772" fmla="*/ 320791 h 626109"/>
                    <a:gd name="connsiteX2773" fmla="*/ 165028 w 591813"/>
                    <a:gd name="connsiteY2773" fmla="*/ 323378 h 626109"/>
                    <a:gd name="connsiteX2774" fmla="*/ 165433 w 591813"/>
                    <a:gd name="connsiteY2774" fmla="*/ 325941 h 626109"/>
                    <a:gd name="connsiteX2775" fmla="*/ 165816 w 591813"/>
                    <a:gd name="connsiteY2775" fmla="*/ 328483 h 626109"/>
                    <a:gd name="connsiteX2776" fmla="*/ 166198 w 591813"/>
                    <a:gd name="connsiteY2776" fmla="*/ 331047 h 626109"/>
                    <a:gd name="connsiteX2777" fmla="*/ 166602 w 591813"/>
                    <a:gd name="connsiteY2777" fmla="*/ 333588 h 626109"/>
                    <a:gd name="connsiteX2778" fmla="*/ 166985 w 591813"/>
                    <a:gd name="connsiteY2778" fmla="*/ 336107 h 626109"/>
                    <a:gd name="connsiteX2779" fmla="*/ 167390 w 591813"/>
                    <a:gd name="connsiteY2779" fmla="*/ 338626 h 626109"/>
                    <a:gd name="connsiteX2780" fmla="*/ 167794 w 591813"/>
                    <a:gd name="connsiteY2780" fmla="*/ 341144 h 626109"/>
                    <a:gd name="connsiteX2781" fmla="*/ 168177 w 591813"/>
                    <a:gd name="connsiteY2781" fmla="*/ 343618 h 626109"/>
                    <a:gd name="connsiteX2782" fmla="*/ 168582 w 591813"/>
                    <a:gd name="connsiteY2782" fmla="*/ 346115 h 626109"/>
                    <a:gd name="connsiteX2783" fmla="*/ 168964 w 591813"/>
                    <a:gd name="connsiteY2783" fmla="*/ 348611 h 626109"/>
                    <a:gd name="connsiteX2784" fmla="*/ 169369 w 591813"/>
                    <a:gd name="connsiteY2784" fmla="*/ 351085 h 626109"/>
                    <a:gd name="connsiteX2785" fmla="*/ 169751 w 591813"/>
                    <a:gd name="connsiteY2785" fmla="*/ 353559 h 626109"/>
                    <a:gd name="connsiteX2786" fmla="*/ 170156 w 591813"/>
                    <a:gd name="connsiteY2786" fmla="*/ 356010 h 626109"/>
                    <a:gd name="connsiteX2787" fmla="*/ 170538 w 591813"/>
                    <a:gd name="connsiteY2787" fmla="*/ 358461 h 626109"/>
                    <a:gd name="connsiteX2788" fmla="*/ 170943 w 591813"/>
                    <a:gd name="connsiteY2788" fmla="*/ 360890 h 626109"/>
                    <a:gd name="connsiteX2789" fmla="*/ 171348 w 591813"/>
                    <a:gd name="connsiteY2789" fmla="*/ 363319 h 626109"/>
                    <a:gd name="connsiteX2790" fmla="*/ 171730 w 591813"/>
                    <a:gd name="connsiteY2790" fmla="*/ 365748 h 626109"/>
                    <a:gd name="connsiteX2791" fmla="*/ 172135 w 591813"/>
                    <a:gd name="connsiteY2791" fmla="*/ 368154 h 626109"/>
                    <a:gd name="connsiteX2792" fmla="*/ 172518 w 591813"/>
                    <a:gd name="connsiteY2792" fmla="*/ 370538 h 626109"/>
                    <a:gd name="connsiteX2793" fmla="*/ 172922 w 591813"/>
                    <a:gd name="connsiteY2793" fmla="*/ 372922 h 626109"/>
                    <a:gd name="connsiteX2794" fmla="*/ 173304 w 591813"/>
                    <a:gd name="connsiteY2794" fmla="*/ 375284 h 626109"/>
                    <a:gd name="connsiteX2795" fmla="*/ 173710 w 591813"/>
                    <a:gd name="connsiteY2795" fmla="*/ 377645 h 626109"/>
                    <a:gd name="connsiteX2796" fmla="*/ 174114 w 591813"/>
                    <a:gd name="connsiteY2796" fmla="*/ 380006 h 626109"/>
                    <a:gd name="connsiteX2797" fmla="*/ 174496 w 591813"/>
                    <a:gd name="connsiteY2797" fmla="*/ 382345 h 626109"/>
                    <a:gd name="connsiteX2798" fmla="*/ 174901 w 591813"/>
                    <a:gd name="connsiteY2798" fmla="*/ 384662 h 626109"/>
                    <a:gd name="connsiteX2799" fmla="*/ 175284 w 591813"/>
                    <a:gd name="connsiteY2799" fmla="*/ 386978 h 626109"/>
                    <a:gd name="connsiteX2800" fmla="*/ 175688 w 591813"/>
                    <a:gd name="connsiteY2800" fmla="*/ 389272 h 626109"/>
                    <a:gd name="connsiteX2801" fmla="*/ 176070 w 591813"/>
                    <a:gd name="connsiteY2801" fmla="*/ 391566 h 626109"/>
                    <a:gd name="connsiteX2802" fmla="*/ 176476 w 591813"/>
                    <a:gd name="connsiteY2802" fmla="*/ 393838 h 626109"/>
                    <a:gd name="connsiteX2803" fmla="*/ 176858 w 591813"/>
                    <a:gd name="connsiteY2803" fmla="*/ 396109 h 626109"/>
                    <a:gd name="connsiteX2804" fmla="*/ 177263 w 591813"/>
                    <a:gd name="connsiteY2804" fmla="*/ 398358 h 626109"/>
                    <a:gd name="connsiteX2805" fmla="*/ 177668 w 591813"/>
                    <a:gd name="connsiteY2805" fmla="*/ 400607 h 626109"/>
                    <a:gd name="connsiteX2806" fmla="*/ 178050 w 591813"/>
                    <a:gd name="connsiteY2806" fmla="*/ 402833 h 626109"/>
                    <a:gd name="connsiteX2807" fmla="*/ 178455 w 591813"/>
                    <a:gd name="connsiteY2807" fmla="*/ 405060 h 626109"/>
                    <a:gd name="connsiteX2808" fmla="*/ 178837 w 591813"/>
                    <a:gd name="connsiteY2808" fmla="*/ 407264 h 626109"/>
                    <a:gd name="connsiteX2809" fmla="*/ 179242 w 591813"/>
                    <a:gd name="connsiteY2809" fmla="*/ 409468 h 626109"/>
                    <a:gd name="connsiteX2810" fmla="*/ 179624 w 591813"/>
                    <a:gd name="connsiteY2810" fmla="*/ 411649 h 626109"/>
                    <a:gd name="connsiteX2811" fmla="*/ 180029 w 591813"/>
                    <a:gd name="connsiteY2811" fmla="*/ 413808 h 626109"/>
                    <a:gd name="connsiteX2812" fmla="*/ 180411 w 591813"/>
                    <a:gd name="connsiteY2812" fmla="*/ 415967 h 626109"/>
                    <a:gd name="connsiteX2813" fmla="*/ 180816 w 591813"/>
                    <a:gd name="connsiteY2813" fmla="*/ 418104 h 626109"/>
                    <a:gd name="connsiteX2814" fmla="*/ 181221 w 591813"/>
                    <a:gd name="connsiteY2814" fmla="*/ 420240 h 626109"/>
                    <a:gd name="connsiteX2815" fmla="*/ 181603 w 591813"/>
                    <a:gd name="connsiteY2815" fmla="*/ 422354 h 626109"/>
                    <a:gd name="connsiteX2816" fmla="*/ 182008 w 591813"/>
                    <a:gd name="connsiteY2816" fmla="*/ 424468 h 626109"/>
                    <a:gd name="connsiteX2817" fmla="*/ 182390 w 591813"/>
                    <a:gd name="connsiteY2817" fmla="*/ 426560 h 626109"/>
                    <a:gd name="connsiteX2818" fmla="*/ 182795 w 591813"/>
                    <a:gd name="connsiteY2818" fmla="*/ 428629 h 626109"/>
                    <a:gd name="connsiteX2819" fmla="*/ 183178 w 591813"/>
                    <a:gd name="connsiteY2819" fmla="*/ 430698 h 626109"/>
                    <a:gd name="connsiteX2820" fmla="*/ 183582 w 591813"/>
                    <a:gd name="connsiteY2820" fmla="*/ 432767 h 626109"/>
                    <a:gd name="connsiteX2821" fmla="*/ 183964 w 591813"/>
                    <a:gd name="connsiteY2821" fmla="*/ 434814 h 626109"/>
                    <a:gd name="connsiteX2822" fmla="*/ 184370 w 591813"/>
                    <a:gd name="connsiteY2822" fmla="*/ 436838 h 626109"/>
                    <a:gd name="connsiteX2823" fmla="*/ 184774 w 591813"/>
                    <a:gd name="connsiteY2823" fmla="*/ 438862 h 626109"/>
                    <a:gd name="connsiteX2824" fmla="*/ 185156 w 591813"/>
                    <a:gd name="connsiteY2824" fmla="*/ 440863 h 626109"/>
                    <a:gd name="connsiteX2825" fmla="*/ 185561 w 591813"/>
                    <a:gd name="connsiteY2825" fmla="*/ 442842 h 626109"/>
                    <a:gd name="connsiteX2826" fmla="*/ 185944 w 591813"/>
                    <a:gd name="connsiteY2826" fmla="*/ 444821 h 626109"/>
                    <a:gd name="connsiteX2827" fmla="*/ 186348 w 591813"/>
                    <a:gd name="connsiteY2827" fmla="*/ 446801 h 626109"/>
                    <a:gd name="connsiteX2828" fmla="*/ 186731 w 591813"/>
                    <a:gd name="connsiteY2828" fmla="*/ 448757 h 626109"/>
                    <a:gd name="connsiteX2829" fmla="*/ 187136 w 591813"/>
                    <a:gd name="connsiteY2829" fmla="*/ 450691 h 626109"/>
                    <a:gd name="connsiteX2830" fmla="*/ 187540 w 591813"/>
                    <a:gd name="connsiteY2830" fmla="*/ 452625 h 626109"/>
                    <a:gd name="connsiteX2831" fmla="*/ 187923 w 591813"/>
                    <a:gd name="connsiteY2831" fmla="*/ 454537 h 626109"/>
                    <a:gd name="connsiteX2832" fmla="*/ 188328 w 591813"/>
                    <a:gd name="connsiteY2832" fmla="*/ 456426 h 626109"/>
                    <a:gd name="connsiteX2833" fmla="*/ 188710 w 591813"/>
                    <a:gd name="connsiteY2833" fmla="*/ 458315 h 626109"/>
                    <a:gd name="connsiteX2834" fmla="*/ 189115 w 591813"/>
                    <a:gd name="connsiteY2834" fmla="*/ 460182 h 626109"/>
                    <a:gd name="connsiteX2835" fmla="*/ 189497 w 591813"/>
                    <a:gd name="connsiteY2835" fmla="*/ 462026 h 626109"/>
                    <a:gd name="connsiteX2836" fmla="*/ 189902 w 591813"/>
                    <a:gd name="connsiteY2836" fmla="*/ 463870 h 626109"/>
                    <a:gd name="connsiteX2837" fmla="*/ 190284 w 591813"/>
                    <a:gd name="connsiteY2837" fmla="*/ 465714 h 626109"/>
                    <a:gd name="connsiteX2838" fmla="*/ 190689 w 591813"/>
                    <a:gd name="connsiteY2838" fmla="*/ 467536 h 626109"/>
                    <a:gd name="connsiteX2839" fmla="*/ 191094 w 591813"/>
                    <a:gd name="connsiteY2839" fmla="*/ 469335 h 626109"/>
                    <a:gd name="connsiteX2840" fmla="*/ 191476 w 591813"/>
                    <a:gd name="connsiteY2840" fmla="*/ 471134 h 626109"/>
                    <a:gd name="connsiteX2841" fmla="*/ 191881 w 591813"/>
                    <a:gd name="connsiteY2841" fmla="*/ 472911 h 626109"/>
                    <a:gd name="connsiteX2842" fmla="*/ 192263 w 591813"/>
                    <a:gd name="connsiteY2842" fmla="*/ 474665 h 626109"/>
                    <a:gd name="connsiteX2843" fmla="*/ 192668 w 591813"/>
                    <a:gd name="connsiteY2843" fmla="*/ 476419 h 626109"/>
                    <a:gd name="connsiteX2844" fmla="*/ 193050 w 591813"/>
                    <a:gd name="connsiteY2844" fmla="*/ 478173 h 626109"/>
                    <a:gd name="connsiteX2845" fmla="*/ 193455 w 591813"/>
                    <a:gd name="connsiteY2845" fmla="*/ 479883 h 626109"/>
                    <a:gd name="connsiteX2846" fmla="*/ 193838 w 591813"/>
                    <a:gd name="connsiteY2846" fmla="*/ 481614 h 626109"/>
                    <a:gd name="connsiteX2847" fmla="*/ 194242 w 591813"/>
                    <a:gd name="connsiteY2847" fmla="*/ 483301 h 626109"/>
                    <a:gd name="connsiteX2848" fmla="*/ 194647 w 591813"/>
                    <a:gd name="connsiteY2848" fmla="*/ 485010 h 626109"/>
                    <a:gd name="connsiteX2849" fmla="*/ 195030 w 591813"/>
                    <a:gd name="connsiteY2849" fmla="*/ 486674 h 626109"/>
                    <a:gd name="connsiteX2850" fmla="*/ 195434 w 591813"/>
                    <a:gd name="connsiteY2850" fmla="*/ 488339 h 626109"/>
                    <a:gd name="connsiteX2851" fmla="*/ 195816 w 591813"/>
                    <a:gd name="connsiteY2851" fmla="*/ 490003 h 626109"/>
                    <a:gd name="connsiteX2852" fmla="*/ 196222 w 591813"/>
                    <a:gd name="connsiteY2852" fmla="*/ 491645 h 626109"/>
                    <a:gd name="connsiteX2853" fmla="*/ 196604 w 591813"/>
                    <a:gd name="connsiteY2853" fmla="*/ 493286 h 626109"/>
                    <a:gd name="connsiteX2854" fmla="*/ 197008 w 591813"/>
                    <a:gd name="connsiteY2854" fmla="*/ 494906 h 626109"/>
                    <a:gd name="connsiteX2855" fmla="*/ 197391 w 591813"/>
                    <a:gd name="connsiteY2855" fmla="*/ 496525 h 626109"/>
                    <a:gd name="connsiteX2856" fmla="*/ 197796 w 591813"/>
                    <a:gd name="connsiteY2856" fmla="*/ 498122 h 626109"/>
                    <a:gd name="connsiteX2857" fmla="*/ 198200 w 591813"/>
                    <a:gd name="connsiteY2857" fmla="*/ 499718 h 626109"/>
                    <a:gd name="connsiteX2858" fmla="*/ 198583 w 591813"/>
                    <a:gd name="connsiteY2858" fmla="*/ 501315 h 626109"/>
                    <a:gd name="connsiteX2859" fmla="*/ 198988 w 591813"/>
                    <a:gd name="connsiteY2859" fmla="*/ 502867 h 626109"/>
                    <a:gd name="connsiteX2860" fmla="*/ 199370 w 591813"/>
                    <a:gd name="connsiteY2860" fmla="*/ 504441 h 626109"/>
                    <a:gd name="connsiteX2861" fmla="*/ 199775 w 591813"/>
                    <a:gd name="connsiteY2861" fmla="*/ 505971 h 626109"/>
                    <a:gd name="connsiteX2862" fmla="*/ 200157 w 591813"/>
                    <a:gd name="connsiteY2862" fmla="*/ 507522 h 626109"/>
                    <a:gd name="connsiteX2863" fmla="*/ 200562 w 591813"/>
                    <a:gd name="connsiteY2863" fmla="*/ 509029 h 626109"/>
                    <a:gd name="connsiteX2864" fmla="*/ 200944 w 591813"/>
                    <a:gd name="connsiteY2864" fmla="*/ 510536 h 626109"/>
                    <a:gd name="connsiteX2865" fmla="*/ 201349 w 591813"/>
                    <a:gd name="connsiteY2865" fmla="*/ 512043 h 626109"/>
                    <a:gd name="connsiteX2866" fmla="*/ 201754 w 591813"/>
                    <a:gd name="connsiteY2866" fmla="*/ 513527 h 626109"/>
                    <a:gd name="connsiteX2867" fmla="*/ 202136 w 591813"/>
                    <a:gd name="connsiteY2867" fmla="*/ 514989 h 626109"/>
                    <a:gd name="connsiteX2868" fmla="*/ 202541 w 591813"/>
                    <a:gd name="connsiteY2868" fmla="*/ 516451 h 626109"/>
                    <a:gd name="connsiteX2869" fmla="*/ 202923 w 591813"/>
                    <a:gd name="connsiteY2869" fmla="*/ 517913 h 626109"/>
                    <a:gd name="connsiteX2870" fmla="*/ 203328 w 591813"/>
                    <a:gd name="connsiteY2870" fmla="*/ 519329 h 626109"/>
                    <a:gd name="connsiteX2871" fmla="*/ 203710 w 591813"/>
                    <a:gd name="connsiteY2871" fmla="*/ 520746 h 626109"/>
                    <a:gd name="connsiteX2872" fmla="*/ 204115 w 591813"/>
                    <a:gd name="connsiteY2872" fmla="*/ 522163 h 626109"/>
                    <a:gd name="connsiteX2873" fmla="*/ 204520 w 591813"/>
                    <a:gd name="connsiteY2873" fmla="*/ 523535 h 626109"/>
                    <a:gd name="connsiteX2874" fmla="*/ 204902 w 591813"/>
                    <a:gd name="connsiteY2874" fmla="*/ 524929 h 626109"/>
                    <a:gd name="connsiteX2875" fmla="*/ 205307 w 591813"/>
                    <a:gd name="connsiteY2875" fmla="*/ 526279 h 626109"/>
                    <a:gd name="connsiteX2876" fmla="*/ 205690 w 591813"/>
                    <a:gd name="connsiteY2876" fmla="*/ 527651 h 626109"/>
                    <a:gd name="connsiteX2877" fmla="*/ 206094 w 591813"/>
                    <a:gd name="connsiteY2877" fmla="*/ 528977 h 626109"/>
                    <a:gd name="connsiteX2878" fmla="*/ 206476 w 591813"/>
                    <a:gd name="connsiteY2878" fmla="*/ 530304 h 626109"/>
                    <a:gd name="connsiteX2879" fmla="*/ 206882 w 591813"/>
                    <a:gd name="connsiteY2879" fmla="*/ 531631 h 626109"/>
                    <a:gd name="connsiteX2880" fmla="*/ 207264 w 591813"/>
                    <a:gd name="connsiteY2880" fmla="*/ 532913 h 626109"/>
                    <a:gd name="connsiteX2881" fmla="*/ 207668 w 591813"/>
                    <a:gd name="connsiteY2881" fmla="*/ 534218 h 626109"/>
                    <a:gd name="connsiteX2882" fmla="*/ 208073 w 591813"/>
                    <a:gd name="connsiteY2882" fmla="*/ 535499 h 626109"/>
                    <a:gd name="connsiteX2883" fmla="*/ 208456 w 591813"/>
                    <a:gd name="connsiteY2883" fmla="*/ 536759 h 626109"/>
                    <a:gd name="connsiteX2884" fmla="*/ 208860 w 591813"/>
                    <a:gd name="connsiteY2884" fmla="*/ 538018 h 626109"/>
                    <a:gd name="connsiteX2885" fmla="*/ 209243 w 591813"/>
                    <a:gd name="connsiteY2885" fmla="*/ 539255 h 626109"/>
                    <a:gd name="connsiteX2886" fmla="*/ 209648 w 591813"/>
                    <a:gd name="connsiteY2886" fmla="*/ 540470 h 626109"/>
                    <a:gd name="connsiteX2887" fmla="*/ 210030 w 591813"/>
                    <a:gd name="connsiteY2887" fmla="*/ 541707 h 626109"/>
                    <a:gd name="connsiteX2888" fmla="*/ 210435 w 591813"/>
                    <a:gd name="connsiteY2888" fmla="*/ 542898 h 626109"/>
                    <a:gd name="connsiteX2889" fmla="*/ 210817 w 591813"/>
                    <a:gd name="connsiteY2889" fmla="*/ 544090 h 626109"/>
                    <a:gd name="connsiteX2890" fmla="*/ 211222 w 591813"/>
                    <a:gd name="connsiteY2890" fmla="*/ 545282 h 626109"/>
                    <a:gd name="connsiteX2891" fmla="*/ 211627 w 591813"/>
                    <a:gd name="connsiteY2891" fmla="*/ 546452 h 626109"/>
                    <a:gd name="connsiteX2892" fmla="*/ 212009 w 591813"/>
                    <a:gd name="connsiteY2892" fmla="*/ 547599 h 626109"/>
                    <a:gd name="connsiteX2893" fmla="*/ 212414 w 591813"/>
                    <a:gd name="connsiteY2893" fmla="*/ 548746 h 626109"/>
                    <a:gd name="connsiteX2894" fmla="*/ 212796 w 591813"/>
                    <a:gd name="connsiteY2894" fmla="*/ 549893 h 626109"/>
                    <a:gd name="connsiteX2895" fmla="*/ 213201 w 591813"/>
                    <a:gd name="connsiteY2895" fmla="*/ 550995 h 626109"/>
                    <a:gd name="connsiteX2896" fmla="*/ 213584 w 591813"/>
                    <a:gd name="connsiteY2896" fmla="*/ 552119 h 626109"/>
                    <a:gd name="connsiteX2897" fmla="*/ 213988 w 591813"/>
                    <a:gd name="connsiteY2897" fmla="*/ 553221 h 626109"/>
                    <a:gd name="connsiteX2898" fmla="*/ 214370 w 591813"/>
                    <a:gd name="connsiteY2898" fmla="*/ 554301 h 626109"/>
                    <a:gd name="connsiteX2899" fmla="*/ 214776 w 591813"/>
                    <a:gd name="connsiteY2899" fmla="*/ 555380 h 626109"/>
                    <a:gd name="connsiteX2900" fmla="*/ 215180 w 591813"/>
                    <a:gd name="connsiteY2900" fmla="*/ 556437 h 626109"/>
                    <a:gd name="connsiteX2901" fmla="*/ 215562 w 591813"/>
                    <a:gd name="connsiteY2901" fmla="*/ 557494 h 626109"/>
                    <a:gd name="connsiteX2902" fmla="*/ 215967 w 591813"/>
                    <a:gd name="connsiteY2902" fmla="*/ 558551 h 626109"/>
                    <a:gd name="connsiteX2903" fmla="*/ 216350 w 591813"/>
                    <a:gd name="connsiteY2903" fmla="*/ 559586 h 626109"/>
                    <a:gd name="connsiteX2904" fmla="*/ 216754 w 591813"/>
                    <a:gd name="connsiteY2904" fmla="*/ 560598 h 626109"/>
                    <a:gd name="connsiteX2905" fmla="*/ 217136 w 591813"/>
                    <a:gd name="connsiteY2905" fmla="*/ 561610 h 626109"/>
                    <a:gd name="connsiteX2906" fmla="*/ 217542 w 591813"/>
                    <a:gd name="connsiteY2906" fmla="*/ 562622 h 626109"/>
                    <a:gd name="connsiteX2907" fmla="*/ 217946 w 591813"/>
                    <a:gd name="connsiteY2907" fmla="*/ 563611 h 626109"/>
                    <a:gd name="connsiteX2908" fmla="*/ 218329 w 591813"/>
                    <a:gd name="connsiteY2908" fmla="*/ 564601 h 626109"/>
                    <a:gd name="connsiteX2909" fmla="*/ 218733 w 591813"/>
                    <a:gd name="connsiteY2909" fmla="*/ 565568 h 626109"/>
                    <a:gd name="connsiteX2910" fmla="*/ 219116 w 591813"/>
                    <a:gd name="connsiteY2910" fmla="*/ 566535 h 626109"/>
                    <a:gd name="connsiteX2911" fmla="*/ 219521 w 591813"/>
                    <a:gd name="connsiteY2911" fmla="*/ 567480 h 626109"/>
                    <a:gd name="connsiteX2912" fmla="*/ 219903 w 591813"/>
                    <a:gd name="connsiteY2912" fmla="*/ 568424 h 626109"/>
                    <a:gd name="connsiteX2913" fmla="*/ 220308 w 591813"/>
                    <a:gd name="connsiteY2913" fmla="*/ 569369 h 626109"/>
                    <a:gd name="connsiteX2914" fmla="*/ 220690 w 591813"/>
                    <a:gd name="connsiteY2914" fmla="*/ 570291 h 626109"/>
                    <a:gd name="connsiteX2915" fmla="*/ 221095 w 591813"/>
                    <a:gd name="connsiteY2915" fmla="*/ 571213 h 626109"/>
                    <a:gd name="connsiteX2916" fmla="*/ 221500 w 591813"/>
                    <a:gd name="connsiteY2916" fmla="*/ 572112 h 626109"/>
                    <a:gd name="connsiteX2917" fmla="*/ 221882 w 591813"/>
                    <a:gd name="connsiteY2917" fmla="*/ 573012 h 626109"/>
                    <a:gd name="connsiteX2918" fmla="*/ 222287 w 591813"/>
                    <a:gd name="connsiteY2918" fmla="*/ 573912 h 626109"/>
                    <a:gd name="connsiteX2919" fmla="*/ 222669 w 591813"/>
                    <a:gd name="connsiteY2919" fmla="*/ 574789 h 626109"/>
                    <a:gd name="connsiteX2920" fmla="*/ 223074 w 591813"/>
                    <a:gd name="connsiteY2920" fmla="*/ 575666 h 626109"/>
                    <a:gd name="connsiteX2921" fmla="*/ 223456 w 591813"/>
                    <a:gd name="connsiteY2921" fmla="*/ 576543 h 626109"/>
                    <a:gd name="connsiteX2922" fmla="*/ 223861 w 591813"/>
                    <a:gd name="connsiteY2922" fmla="*/ 577398 h 626109"/>
                    <a:gd name="connsiteX2923" fmla="*/ 224244 w 591813"/>
                    <a:gd name="connsiteY2923" fmla="*/ 578252 h 626109"/>
                    <a:gd name="connsiteX2924" fmla="*/ 224648 w 591813"/>
                    <a:gd name="connsiteY2924" fmla="*/ 579084 h 626109"/>
                    <a:gd name="connsiteX2925" fmla="*/ 225053 w 591813"/>
                    <a:gd name="connsiteY2925" fmla="*/ 579916 h 626109"/>
                    <a:gd name="connsiteX2926" fmla="*/ 225436 w 591813"/>
                    <a:gd name="connsiteY2926" fmla="*/ 580726 h 626109"/>
                    <a:gd name="connsiteX2927" fmla="*/ 225840 w 591813"/>
                    <a:gd name="connsiteY2927" fmla="*/ 581513 h 626109"/>
                    <a:gd name="connsiteX2928" fmla="*/ 226222 w 591813"/>
                    <a:gd name="connsiteY2928" fmla="*/ 582323 h 626109"/>
                    <a:gd name="connsiteX2929" fmla="*/ 226627 w 591813"/>
                    <a:gd name="connsiteY2929" fmla="*/ 583110 h 626109"/>
                    <a:gd name="connsiteX2930" fmla="*/ 227010 w 591813"/>
                    <a:gd name="connsiteY2930" fmla="*/ 583897 h 626109"/>
                    <a:gd name="connsiteX2931" fmla="*/ 227414 w 591813"/>
                    <a:gd name="connsiteY2931" fmla="*/ 584662 h 626109"/>
                    <a:gd name="connsiteX2932" fmla="*/ 227797 w 591813"/>
                    <a:gd name="connsiteY2932" fmla="*/ 585426 h 626109"/>
                    <a:gd name="connsiteX2933" fmla="*/ 228202 w 591813"/>
                    <a:gd name="connsiteY2933" fmla="*/ 586191 h 626109"/>
                    <a:gd name="connsiteX2934" fmla="*/ 228606 w 591813"/>
                    <a:gd name="connsiteY2934" fmla="*/ 586933 h 626109"/>
                    <a:gd name="connsiteX2935" fmla="*/ 228989 w 591813"/>
                    <a:gd name="connsiteY2935" fmla="*/ 587675 h 626109"/>
                    <a:gd name="connsiteX2936" fmla="*/ 229394 w 591813"/>
                    <a:gd name="connsiteY2936" fmla="*/ 588417 h 626109"/>
                    <a:gd name="connsiteX2937" fmla="*/ 229776 w 591813"/>
                    <a:gd name="connsiteY2937" fmla="*/ 589137 h 626109"/>
                    <a:gd name="connsiteX2938" fmla="*/ 230181 w 591813"/>
                    <a:gd name="connsiteY2938" fmla="*/ 589857 h 626109"/>
                    <a:gd name="connsiteX2939" fmla="*/ 230563 w 591813"/>
                    <a:gd name="connsiteY2939" fmla="*/ 590554 h 626109"/>
                    <a:gd name="connsiteX2940" fmla="*/ 230968 w 591813"/>
                    <a:gd name="connsiteY2940" fmla="*/ 591274 h 626109"/>
                    <a:gd name="connsiteX2941" fmla="*/ 231350 w 591813"/>
                    <a:gd name="connsiteY2941" fmla="*/ 591948 h 626109"/>
                    <a:gd name="connsiteX2942" fmla="*/ 231755 w 591813"/>
                    <a:gd name="connsiteY2942" fmla="*/ 592645 h 626109"/>
                    <a:gd name="connsiteX2943" fmla="*/ 232160 w 591813"/>
                    <a:gd name="connsiteY2943" fmla="*/ 593320 h 626109"/>
                    <a:gd name="connsiteX2944" fmla="*/ 232542 w 591813"/>
                    <a:gd name="connsiteY2944" fmla="*/ 593995 h 626109"/>
                    <a:gd name="connsiteX2945" fmla="*/ 232947 w 591813"/>
                    <a:gd name="connsiteY2945" fmla="*/ 594647 h 626109"/>
                    <a:gd name="connsiteX2946" fmla="*/ 233329 w 591813"/>
                    <a:gd name="connsiteY2946" fmla="*/ 595299 h 626109"/>
                    <a:gd name="connsiteX2947" fmla="*/ 233734 w 591813"/>
                    <a:gd name="connsiteY2947" fmla="*/ 595951 h 626109"/>
                    <a:gd name="connsiteX2948" fmla="*/ 234116 w 591813"/>
                    <a:gd name="connsiteY2948" fmla="*/ 596581 h 626109"/>
                    <a:gd name="connsiteX2949" fmla="*/ 234521 w 591813"/>
                    <a:gd name="connsiteY2949" fmla="*/ 597211 h 626109"/>
                    <a:gd name="connsiteX2950" fmla="*/ 234926 w 591813"/>
                    <a:gd name="connsiteY2950" fmla="*/ 597818 h 626109"/>
                    <a:gd name="connsiteX2951" fmla="*/ 235308 w 591813"/>
                    <a:gd name="connsiteY2951" fmla="*/ 598425 h 626109"/>
                    <a:gd name="connsiteX2952" fmla="*/ 235713 w 591813"/>
                    <a:gd name="connsiteY2952" fmla="*/ 599032 h 626109"/>
                    <a:gd name="connsiteX2953" fmla="*/ 236096 w 591813"/>
                    <a:gd name="connsiteY2953" fmla="*/ 599617 h 626109"/>
                    <a:gd name="connsiteX2954" fmla="*/ 236500 w 591813"/>
                    <a:gd name="connsiteY2954" fmla="*/ 600224 h 626109"/>
                    <a:gd name="connsiteX2955" fmla="*/ 236882 w 591813"/>
                    <a:gd name="connsiteY2955" fmla="*/ 600787 h 626109"/>
                    <a:gd name="connsiteX2956" fmla="*/ 237287 w 591813"/>
                    <a:gd name="connsiteY2956" fmla="*/ 601371 h 626109"/>
                    <a:gd name="connsiteX2957" fmla="*/ 237670 w 591813"/>
                    <a:gd name="connsiteY2957" fmla="*/ 601934 h 626109"/>
                    <a:gd name="connsiteX2958" fmla="*/ 238074 w 591813"/>
                    <a:gd name="connsiteY2958" fmla="*/ 602473 h 626109"/>
                    <a:gd name="connsiteX2959" fmla="*/ 238479 w 591813"/>
                    <a:gd name="connsiteY2959" fmla="*/ 603013 h 626109"/>
                    <a:gd name="connsiteX2960" fmla="*/ 238862 w 591813"/>
                    <a:gd name="connsiteY2960" fmla="*/ 603553 h 626109"/>
                    <a:gd name="connsiteX2961" fmla="*/ 239266 w 591813"/>
                    <a:gd name="connsiteY2961" fmla="*/ 604070 h 626109"/>
                    <a:gd name="connsiteX2962" fmla="*/ 239649 w 591813"/>
                    <a:gd name="connsiteY2962" fmla="*/ 604587 h 626109"/>
                    <a:gd name="connsiteX2963" fmla="*/ 240054 w 591813"/>
                    <a:gd name="connsiteY2963" fmla="*/ 605105 h 626109"/>
                    <a:gd name="connsiteX2964" fmla="*/ 240436 w 591813"/>
                    <a:gd name="connsiteY2964" fmla="*/ 605599 h 626109"/>
                    <a:gd name="connsiteX2965" fmla="*/ 240841 w 591813"/>
                    <a:gd name="connsiteY2965" fmla="*/ 606094 h 626109"/>
                    <a:gd name="connsiteX2966" fmla="*/ 241223 w 591813"/>
                    <a:gd name="connsiteY2966" fmla="*/ 606589 h 626109"/>
                    <a:gd name="connsiteX2967" fmla="*/ 241628 w 591813"/>
                    <a:gd name="connsiteY2967" fmla="*/ 607061 h 626109"/>
                    <a:gd name="connsiteX2968" fmla="*/ 242033 w 591813"/>
                    <a:gd name="connsiteY2968" fmla="*/ 607534 h 626109"/>
                    <a:gd name="connsiteX2969" fmla="*/ 242415 w 591813"/>
                    <a:gd name="connsiteY2969" fmla="*/ 607983 h 626109"/>
                    <a:gd name="connsiteX2970" fmla="*/ 242820 w 591813"/>
                    <a:gd name="connsiteY2970" fmla="*/ 608433 h 626109"/>
                    <a:gd name="connsiteX2971" fmla="*/ 243202 w 591813"/>
                    <a:gd name="connsiteY2971" fmla="*/ 608883 h 626109"/>
                    <a:gd name="connsiteX2972" fmla="*/ 243607 w 591813"/>
                    <a:gd name="connsiteY2972" fmla="*/ 609333 h 626109"/>
                    <a:gd name="connsiteX2973" fmla="*/ 243989 w 591813"/>
                    <a:gd name="connsiteY2973" fmla="*/ 609760 h 626109"/>
                    <a:gd name="connsiteX2974" fmla="*/ 244394 w 591813"/>
                    <a:gd name="connsiteY2974" fmla="*/ 610187 h 626109"/>
                    <a:gd name="connsiteX2975" fmla="*/ 244776 w 591813"/>
                    <a:gd name="connsiteY2975" fmla="*/ 610615 h 626109"/>
                    <a:gd name="connsiteX2976" fmla="*/ 245181 w 591813"/>
                    <a:gd name="connsiteY2976" fmla="*/ 611019 h 626109"/>
                    <a:gd name="connsiteX2977" fmla="*/ 245586 w 591813"/>
                    <a:gd name="connsiteY2977" fmla="*/ 611447 h 626109"/>
                    <a:gd name="connsiteX2978" fmla="*/ 245968 w 591813"/>
                    <a:gd name="connsiteY2978" fmla="*/ 611852 h 626109"/>
                    <a:gd name="connsiteX2979" fmla="*/ 246373 w 591813"/>
                    <a:gd name="connsiteY2979" fmla="*/ 612234 h 626109"/>
                    <a:gd name="connsiteX2980" fmla="*/ 246756 w 591813"/>
                    <a:gd name="connsiteY2980" fmla="*/ 612639 h 626109"/>
                    <a:gd name="connsiteX2981" fmla="*/ 247160 w 591813"/>
                    <a:gd name="connsiteY2981" fmla="*/ 613021 h 626109"/>
                    <a:gd name="connsiteX2982" fmla="*/ 247542 w 591813"/>
                    <a:gd name="connsiteY2982" fmla="*/ 613403 h 626109"/>
                    <a:gd name="connsiteX2983" fmla="*/ 247948 w 591813"/>
                    <a:gd name="connsiteY2983" fmla="*/ 613786 h 626109"/>
                    <a:gd name="connsiteX2984" fmla="*/ 248352 w 591813"/>
                    <a:gd name="connsiteY2984" fmla="*/ 614145 h 626109"/>
                    <a:gd name="connsiteX2985" fmla="*/ 248734 w 591813"/>
                    <a:gd name="connsiteY2985" fmla="*/ 614528 h 626109"/>
                    <a:gd name="connsiteX2986" fmla="*/ 249139 w 591813"/>
                    <a:gd name="connsiteY2986" fmla="*/ 614888 h 626109"/>
                    <a:gd name="connsiteX2987" fmla="*/ 249522 w 591813"/>
                    <a:gd name="connsiteY2987" fmla="*/ 615225 h 626109"/>
                    <a:gd name="connsiteX2988" fmla="*/ 249926 w 591813"/>
                    <a:gd name="connsiteY2988" fmla="*/ 615585 h 626109"/>
                    <a:gd name="connsiteX2989" fmla="*/ 250309 w 591813"/>
                    <a:gd name="connsiteY2989" fmla="*/ 615922 h 626109"/>
                    <a:gd name="connsiteX2990" fmla="*/ 250714 w 591813"/>
                    <a:gd name="connsiteY2990" fmla="*/ 616260 h 626109"/>
                    <a:gd name="connsiteX2991" fmla="*/ 251096 w 591813"/>
                    <a:gd name="connsiteY2991" fmla="*/ 616574 h 626109"/>
                    <a:gd name="connsiteX2992" fmla="*/ 251501 w 591813"/>
                    <a:gd name="connsiteY2992" fmla="*/ 616912 h 626109"/>
                    <a:gd name="connsiteX2993" fmla="*/ 251905 w 591813"/>
                    <a:gd name="connsiteY2993" fmla="*/ 617227 h 626109"/>
                    <a:gd name="connsiteX2994" fmla="*/ 252288 w 591813"/>
                    <a:gd name="connsiteY2994" fmla="*/ 617541 h 626109"/>
                    <a:gd name="connsiteX2995" fmla="*/ 252693 w 591813"/>
                    <a:gd name="connsiteY2995" fmla="*/ 617834 h 626109"/>
                    <a:gd name="connsiteX2996" fmla="*/ 253075 w 591813"/>
                    <a:gd name="connsiteY2996" fmla="*/ 618149 h 626109"/>
                    <a:gd name="connsiteX2997" fmla="*/ 253480 w 591813"/>
                    <a:gd name="connsiteY2997" fmla="*/ 618441 h 626109"/>
                    <a:gd name="connsiteX2998" fmla="*/ 253862 w 591813"/>
                    <a:gd name="connsiteY2998" fmla="*/ 618733 h 626109"/>
                    <a:gd name="connsiteX2999" fmla="*/ 254267 w 591813"/>
                    <a:gd name="connsiteY2999" fmla="*/ 619003 h 626109"/>
                    <a:gd name="connsiteX3000" fmla="*/ 254650 w 591813"/>
                    <a:gd name="connsiteY3000" fmla="*/ 619296 h 626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Lst>
                  <a:rect l="l" t="t" r="r" b="b"/>
                  <a:pathLst>
                    <a:path w="591813" h="626109">
                      <a:moveTo>
                        <a:pt x="254650" y="619296"/>
                      </a:moveTo>
                      <a:lnTo>
                        <a:pt x="255054" y="619565"/>
                      </a:lnTo>
                      <a:lnTo>
                        <a:pt x="255459" y="619835"/>
                      </a:lnTo>
                      <a:lnTo>
                        <a:pt x="255841" y="620105"/>
                      </a:lnTo>
                      <a:lnTo>
                        <a:pt x="256246" y="620353"/>
                      </a:lnTo>
                      <a:lnTo>
                        <a:pt x="256628" y="620600"/>
                      </a:lnTo>
                      <a:lnTo>
                        <a:pt x="257033" y="620847"/>
                      </a:lnTo>
                      <a:lnTo>
                        <a:pt x="257416" y="621095"/>
                      </a:lnTo>
                      <a:lnTo>
                        <a:pt x="257820" y="621320"/>
                      </a:lnTo>
                      <a:lnTo>
                        <a:pt x="258202" y="621545"/>
                      </a:lnTo>
                      <a:lnTo>
                        <a:pt x="258608" y="621769"/>
                      </a:lnTo>
                      <a:lnTo>
                        <a:pt x="259012" y="621972"/>
                      </a:lnTo>
                      <a:lnTo>
                        <a:pt x="259395" y="622174"/>
                      </a:lnTo>
                      <a:lnTo>
                        <a:pt x="259799" y="622377"/>
                      </a:lnTo>
                      <a:lnTo>
                        <a:pt x="260182" y="622579"/>
                      </a:lnTo>
                      <a:lnTo>
                        <a:pt x="260587" y="622759"/>
                      </a:lnTo>
                      <a:lnTo>
                        <a:pt x="260969" y="622939"/>
                      </a:lnTo>
                      <a:lnTo>
                        <a:pt x="261374" y="623119"/>
                      </a:lnTo>
                      <a:lnTo>
                        <a:pt x="261756" y="623299"/>
                      </a:lnTo>
                      <a:lnTo>
                        <a:pt x="262161" y="623479"/>
                      </a:lnTo>
                      <a:lnTo>
                        <a:pt x="262566" y="623636"/>
                      </a:lnTo>
                      <a:lnTo>
                        <a:pt x="262948" y="623793"/>
                      </a:lnTo>
                      <a:lnTo>
                        <a:pt x="263353" y="623951"/>
                      </a:lnTo>
                      <a:lnTo>
                        <a:pt x="263735" y="624108"/>
                      </a:lnTo>
                      <a:lnTo>
                        <a:pt x="264140" y="624243"/>
                      </a:lnTo>
                      <a:lnTo>
                        <a:pt x="264522" y="624378"/>
                      </a:lnTo>
                      <a:lnTo>
                        <a:pt x="264927" y="624513"/>
                      </a:lnTo>
                      <a:lnTo>
                        <a:pt x="265332" y="624626"/>
                      </a:lnTo>
                      <a:lnTo>
                        <a:pt x="265714" y="624761"/>
                      </a:lnTo>
                      <a:lnTo>
                        <a:pt x="266119" y="624873"/>
                      </a:lnTo>
                      <a:lnTo>
                        <a:pt x="266502" y="624985"/>
                      </a:lnTo>
                      <a:lnTo>
                        <a:pt x="266906" y="625075"/>
                      </a:lnTo>
                      <a:lnTo>
                        <a:pt x="267288" y="625165"/>
                      </a:lnTo>
                      <a:lnTo>
                        <a:pt x="267693" y="625278"/>
                      </a:lnTo>
                      <a:lnTo>
                        <a:pt x="268076" y="625345"/>
                      </a:lnTo>
                      <a:lnTo>
                        <a:pt x="268480" y="625435"/>
                      </a:lnTo>
                      <a:lnTo>
                        <a:pt x="268885" y="625525"/>
                      </a:lnTo>
                      <a:lnTo>
                        <a:pt x="269268" y="625593"/>
                      </a:lnTo>
                      <a:lnTo>
                        <a:pt x="269672" y="625660"/>
                      </a:lnTo>
                      <a:lnTo>
                        <a:pt x="270055" y="625728"/>
                      </a:lnTo>
                      <a:lnTo>
                        <a:pt x="270459" y="625795"/>
                      </a:lnTo>
                      <a:lnTo>
                        <a:pt x="270842" y="625840"/>
                      </a:lnTo>
                      <a:lnTo>
                        <a:pt x="271247" y="625907"/>
                      </a:lnTo>
                      <a:lnTo>
                        <a:pt x="271629" y="625953"/>
                      </a:lnTo>
                      <a:lnTo>
                        <a:pt x="272034" y="625975"/>
                      </a:lnTo>
                      <a:lnTo>
                        <a:pt x="272439" y="626020"/>
                      </a:lnTo>
                      <a:lnTo>
                        <a:pt x="272821" y="626042"/>
                      </a:lnTo>
                      <a:lnTo>
                        <a:pt x="273226" y="626065"/>
                      </a:lnTo>
                      <a:lnTo>
                        <a:pt x="273608" y="626087"/>
                      </a:lnTo>
                      <a:lnTo>
                        <a:pt x="274013" y="626087"/>
                      </a:lnTo>
                      <a:lnTo>
                        <a:pt x="274395" y="626110"/>
                      </a:lnTo>
                      <a:lnTo>
                        <a:pt x="274800" y="626110"/>
                      </a:lnTo>
                      <a:lnTo>
                        <a:pt x="275182" y="626110"/>
                      </a:lnTo>
                      <a:lnTo>
                        <a:pt x="275587" y="626110"/>
                      </a:lnTo>
                      <a:lnTo>
                        <a:pt x="275992" y="626087"/>
                      </a:lnTo>
                      <a:lnTo>
                        <a:pt x="276374" y="625997"/>
                      </a:lnTo>
                      <a:lnTo>
                        <a:pt x="276779" y="625907"/>
                      </a:lnTo>
                      <a:lnTo>
                        <a:pt x="277162" y="625795"/>
                      </a:lnTo>
                      <a:lnTo>
                        <a:pt x="277566" y="625705"/>
                      </a:lnTo>
                      <a:lnTo>
                        <a:pt x="277948" y="625593"/>
                      </a:lnTo>
                      <a:lnTo>
                        <a:pt x="278353" y="625458"/>
                      </a:lnTo>
                      <a:lnTo>
                        <a:pt x="278758" y="625345"/>
                      </a:lnTo>
                      <a:lnTo>
                        <a:pt x="279140" y="625233"/>
                      </a:lnTo>
                      <a:lnTo>
                        <a:pt x="279545" y="625098"/>
                      </a:lnTo>
                      <a:lnTo>
                        <a:pt x="279928" y="624963"/>
                      </a:lnTo>
                      <a:lnTo>
                        <a:pt x="280332" y="624828"/>
                      </a:lnTo>
                      <a:lnTo>
                        <a:pt x="280715" y="624693"/>
                      </a:lnTo>
                      <a:lnTo>
                        <a:pt x="281120" y="624536"/>
                      </a:lnTo>
                      <a:lnTo>
                        <a:pt x="281502" y="624378"/>
                      </a:lnTo>
                      <a:lnTo>
                        <a:pt x="281907" y="624221"/>
                      </a:lnTo>
                      <a:lnTo>
                        <a:pt x="282311" y="624063"/>
                      </a:lnTo>
                      <a:lnTo>
                        <a:pt x="282694" y="623906"/>
                      </a:lnTo>
                      <a:lnTo>
                        <a:pt x="283076" y="623749"/>
                      </a:lnTo>
                      <a:lnTo>
                        <a:pt x="283481" y="623569"/>
                      </a:lnTo>
                      <a:lnTo>
                        <a:pt x="283886" y="623411"/>
                      </a:lnTo>
                      <a:lnTo>
                        <a:pt x="284246" y="623231"/>
                      </a:lnTo>
                      <a:lnTo>
                        <a:pt x="284673" y="623051"/>
                      </a:lnTo>
                      <a:lnTo>
                        <a:pt x="285033" y="622871"/>
                      </a:lnTo>
                      <a:lnTo>
                        <a:pt x="285438" y="622692"/>
                      </a:lnTo>
                      <a:lnTo>
                        <a:pt x="285842" y="622489"/>
                      </a:lnTo>
                      <a:lnTo>
                        <a:pt x="286224" y="622309"/>
                      </a:lnTo>
                      <a:lnTo>
                        <a:pt x="286630" y="622107"/>
                      </a:lnTo>
                      <a:lnTo>
                        <a:pt x="287012" y="621927"/>
                      </a:lnTo>
                      <a:lnTo>
                        <a:pt x="287416" y="621724"/>
                      </a:lnTo>
                      <a:lnTo>
                        <a:pt x="287799" y="621522"/>
                      </a:lnTo>
                      <a:lnTo>
                        <a:pt x="288204" y="621320"/>
                      </a:lnTo>
                      <a:lnTo>
                        <a:pt x="288586" y="621095"/>
                      </a:lnTo>
                      <a:lnTo>
                        <a:pt x="288991" y="620892"/>
                      </a:lnTo>
                      <a:lnTo>
                        <a:pt x="289396" y="620667"/>
                      </a:lnTo>
                      <a:lnTo>
                        <a:pt x="289778" y="620465"/>
                      </a:lnTo>
                      <a:lnTo>
                        <a:pt x="290183" y="620240"/>
                      </a:lnTo>
                      <a:lnTo>
                        <a:pt x="290565" y="620015"/>
                      </a:lnTo>
                      <a:lnTo>
                        <a:pt x="290970" y="619790"/>
                      </a:lnTo>
                      <a:lnTo>
                        <a:pt x="291352" y="619565"/>
                      </a:lnTo>
                      <a:lnTo>
                        <a:pt x="291757" y="619318"/>
                      </a:lnTo>
                      <a:lnTo>
                        <a:pt x="292139" y="619093"/>
                      </a:lnTo>
                      <a:lnTo>
                        <a:pt x="292544" y="618846"/>
                      </a:lnTo>
                      <a:lnTo>
                        <a:pt x="292949" y="618598"/>
                      </a:lnTo>
                      <a:lnTo>
                        <a:pt x="293331" y="618351"/>
                      </a:lnTo>
                      <a:lnTo>
                        <a:pt x="293736" y="618104"/>
                      </a:lnTo>
                      <a:lnTo>
                        <a:pt x="294118" y="617834"/>
                      </a:lnTo>
                      <a:lnTo>
                        <a:pt x="294524" y="617564"/>
                      </a:lnTo>
                      <a:lnTo>
                        <a:pt x="294906" y="617294"/>
                      </a:lnTo>
                      <a:lnTo>
                        <a:pt x="295310" y="617024"/>
                      </a:lnTo>
                      <a:lnTo>
                        <a:pt x="295716" y="616754"/>
                      </a:lnTo>
                      <a:lnTo>
                        <a:pt x="296098" y="616777"/>
                      </a:lnTo>
                      <a:lnTo>
                        <a:pt x="296502" y="617227"/>
                      </a:lnTo>
                      <a:lnTo>
                        <a:pt x="296884" y="616957"/>
                      </a:lnTo>
                      <a:lnTo>
                        <a:pt x="297290" y="616664"/>
                      </a:lnTo>
                      <a:lnTo>
                        <a:pt x="297672" y="616394"/>
                      </a:lnTo>
                      <a:lnTo>
                        <a:pt x="298076" y="616102"/>
                      </a:lnTo>
                      <a:lnTo>
                        <a:pt x="298459" y="615810"/>
                      </a:lnTo>
                      <a:lnTo>
                        <a:pt x="298864" y="615517"/>
                      </a:lnTo>
                      <a:lnTo>
                        <a:pt x="299269" y="615203"/>
                      </a:lnTo>
                      <a:lnTo>
                        <a:pt x="299651" y="614910"/>
                      </a:lnTo>
                      <a:lnTo>
                        <a:pt x="300056" y="614595"/>
                      </a:lnTo>
                      <a:lnTo>
                        <a:pt x="300438" y="614280"/>
                      </a:lnTo>
                      <a:lnTo>
                        <a:pt x="300843" y="613966"/>
                      </a:lnTo>
                      <a:lnTo>
                        <a:pt x="301225" y="613651"/>
                      </a:lnTo>
                      <a:lnTo>
                        <a:pt x="301630" y="613313"/>
                      </a:lnTo>
                      <a:lnTo>
                        <a:pt x="302012" y="612999"/>
                      </a:lnTo>
                      <a:lnTo>
                        <a:pt x="302417" y="612661"/>
                      </a:lnTo>
                      <a:lnTo>
                        <a:pt x="302822" y="612324"/>
                      </a:lnTo>
                      <a:lnTo>
                        <a:pt x="303204" y="611986"/>
                      </a:lnTo>
                      <a:lnTo>
                        <a:pt x="303609" y="611649"/>
                      </a:lnTo>
                      <a:lnTo>
                        <a:pt x="303992" y="611312"/>
                      </a:lnTo>
                      <a:lnTo>
                        <a:pt x="304396" y="610974"/>
                      </a:lnTo>
                      <a:lnTo>
                        <a:pt x="304778" y="610615"/>
                      </a:lnTo>
                      <a:lnTo>
                        <a:pt x="305184" y="610277"/>
                      </a:lnTo>
                      <a:lnTo>
                        <a:pt x="305566" y="609917"/>
                      </a:lnTo>
                      <a:lnTo>
                        <a:pt x="305970" y="609558"/>
                      </a:lnTo>
                      <a:lnTo>
                        <a:pt x="306376" y="609198"/>
                      </a:lnTo>
                      <a:lnTo>
                        <a:pt x="306758" y="608838"/>
                      </a:lnTo>
                      <a:lnTo>
                        <a:pt x="307162" y="608478"/>
                      </a:lnTo>
                      <a:lnTo>
                        <a:pt x="307545" y="608096"/>
                      </a:lnTo>
                      <a:lnTo>
                        <a:pt x="307950" y="607736"/>
                      </a:lnTo>
                      <a:lnTo>
                        <a:pt x="308332" y="607354"/>
                      </a:lnTo>
                      <a:lnTo>
                        <a:pt x="308737" y="606971"/>
                      </a:lnTo>
                      <a:lnTo>
                        <a:pt x="309142" y="606611"/>
                      </a:lnTo>
                      <a:lnTo>
                        <a:pt x="309524" y="606207"/>
                      </a:lnTo>
                      <a:lnTo>
                        <a:pt x="309929" y="605824"/>
                      </a:lnTo>
                      <a:lnTo>
                        <a:pt x="310311" y="605442"/>
                      </a:lnTo>
                      <a:lnTo>
                        <a:pt x="310716" y="605037"/>
                      </a:lnTo>
                      <a:lnTo>
                        <a:pt x="311098" y="604655"/>
                      </a:lnTo>
                      <a:lnTo>
                        <a:pt x="311503" y="604250"/>
                      </a:lnTo>
                      <a:lnTo>
                        <a:pt x="311885" y="603845"/>
                      </a:lnTo>
                      <a:lnTo>
                        <a:pt x="312290" y="603440"/>
                      </a:lnTo>
                      <a:lnTo>
                        <a:pt x="312695" y="603036"/>
                      </a:lnTo>
                      <a:lnTo>
                        <a:pt x="313077" y="602631"/>
                      </a:lnTo>
                      <a:lnTo>
                        <a:pt x="313482" y="602226"/>
                      </a:lnTo>
                      <a:lnTo>
                        <a:pt x="313864" y="601799"/>
                      </a:lnTo>
                      <a:lnTo>
                        <a:pt x="314269" y="601371"/>
                      </a:lnTo>
                      <a:lnTo>
                        <a:pt x="314652" y="600944"/>
                      </a:lnTo>
                      <a:lnTo>
                        <a:pt x="315056" y="600517"/>
                      </a:lnTo>
                      <a:lnTo>
                        <a:pt x="315438" y="600090"/>
                      </a:lnTo>
                      <a:lnTo>
                        <a:pt x="315844" y="599662"/>
                      </a:lnTo>
                      <a:lnTo>
                        <a:pt x="316248" y="599212"/>
                      </a:lnTo>
                      <a:lnTo>
                        <a:pt x="316630" y="598763"/>
                      </a:lnTo>
                      <a:lnTo>
                        <a:pt x="317036" y="598335"/>
                      </a:lnTo>
                      <a:lnTo>
                        <a:pt x="317418" y="597886"/>
                      </a:lnTo>
                      <a:lnTo>
                        <a:pt x="317822" y="597436"/>
                      </a:lnTo>
                      <a:lnTo>
                        <a:pt x="318205" y="596986"/>
                      </a:lnTo>
                      <a:lnTo>
                        <a:pt x="318610" y="596514"/>
                      </a:lnTo>
                      <a:lnTo>
                        <a:pt x="318992" y="596064"/>
                      </a:lnTo>
                      <a:lnTo>
                        <a:pt x="319397" y="595614"/>
                      </a:lnTo>
                      <a:lnTo>
                        <a:pt x="319802" y="595142"/>
                      </a:lnTo>
                      <a:lnTo>
                        <a:pt x="320184" y="594670"/>
                      </a:lnTo>
                      <a:lnTo>
                        <a:pt x="320589" y="594197"/>
                      </a:lnTo>
                      <a:lnTo>
                        <a:pt x="320971" y="593725"/>
                      </a:lnTo>
                      <a:lnTo>
                        <a:pt x="321376" y="593253"/>
                      </a:lnTo>
                      <a:lnTo>
                        <a:pt x="321758" y="592780"/>
                      </a:lnTo>
                      <a:lnTo>
                        <a:pt x="322163" y="592308"/>
                      </a:lnTo>
                      <a:lnTo>
                        <a:pt x="322545" y="591813"/>
                      </a:lnTo>
                      <a:lnTo>
                        <a:pt x="322950" y="591319"/>
                      </a:lnTo>
                      <a:lnTo>
                        <a:pt x="323355" y="590846"/>
                      </a:lnTo>
                      <a:lnTo>
                        <a:pt x="323737" y="590351"/>
                      </a:lnTo>
                      <a:lnTo>
                        <a:pt x="324142" y="589857"/>
                      </a:lnTo>
                      <a:lnTo>
                        <a:pt x="324524" y="589384"/>
                      </a:lnTo>
                      <a:lnTo>
                        <a:pt x="324929" y="588890"/>
                      </a:lnTo>
                      <a:lnTo>
                        <a:pt x="325312" y="588395"/>
                      </a:lnTo>
                      <a:lnTo>
                        <a:pt x="325716" y="587900"/>
                      </a:lnTo>
                      <a:lnTo>
                        <a:pt x="326121" y="587405"/>
                      </a:lnTo>
                      <a:lnTo>
                        <a:pt x="326504" y="586911"/>
                      </a:lnTo>
                      <a:lnTo>
                        <a:pt x="326908" y="586438"/>
                      </a:lnTo>
                      <a:lnTo>
                        <a:pt x="327290" y="585944"/>
                      </a:lnTo>
                      <a:lnTo>
                        <a:pt x="327696" y="585426"/>
                      </a:lnTo>
                      <a:lnTo>
                        <a:pt x="328078" y="584931"/>
                      </a:lnTo>
                      <a:lnTo>
                        <a:pt x="328482" y="584437"/>
                      </a:lnTo>
                      <a:lnTo>
                        <a:pt x="328865" y="583942"/>
                      </a:lnTo>
                      <a:lnTo>
                        <a:pt x="329270" y="583425"/>
                      </a:lnTo>
                      <a:lnTo>
                        <a:pt x="329674" y="582930"/>
                      </a:lnTo>
                      <a:lnTo>
                        <a:pt x="330057" y="582413"/>
                      </a:lnTo>
                      <a:lnTo>
                        <a:pt x="330462" y="581918"/>
                      </a:lnTo>
                      <a:lnTo>
                        <a:pt x="330844" y="581401"/>
                      </a:lnTo>
                      <a:lnTo>
                        <a:pt x="331249" y="580906"/>
                      </a:lnTo>
                      <a:lnTo>
                        <a:pt x="331631" y="580411"/>
                      </a:lnTo>
                      <a:lnTo>
                        <a:pt x="332036" y="579894"/>
                      </a:lnTo>
                      <a:lnTo>
                        <a:pt x="332418" y="579377"/>
                      </a:lnTo>
                      <a:lnTo>
                        <a:pt x="332823" y="578859"/>
                      </a:lnTo>
                      <a:lnTo>
                        <a:pt x="333228" y="578342"/>
                      </a:lnTo>
                      <a:lnTo>
                        <a:pt x="333610" y="577825"/>
                      </a:lnTo>
                      <a:lnTo>
                        <a:pt x="334015" y="577308"/>
                      </a:lnTo>
                      <a:lnTo>
                        <a:pt x="334397" y="576790"/>
                      </a:lnTo>
                      <a:lnTo>
                        <a:pt x="334802" y="576251"/>
                      </a:lnTo>
                      <a:lnTo>
                        <a:pt x="335184" y="575733"/>
                      </a:lnTo>
                      <a:lnTo>
                        <a:pt x="335590" y="575194"/>
                      </a:lnTo>
                      <a:lnTo>
                        <a:pt x="335972" y="574654"/>
                      </a:lnTo>
                      <a:lnTo>
                        <a:pt x="336376" y="574114"/>
                      </a:lnTo>
                      <a:lnTo>
                        <a:pt x="336782" y="573574"/>
                      </a:lnTo>
                      <a:lnTo>
                        <a:pt x="337164" y="573012"/>
                      </a:lnTo>
                      <a:lnTo>
                        <a:pt x="337568" y="572472"/>
                      </a:lnTo>
                      <a:lnTo>
                        <a:pt x="337950" y="571910"/>
                      </a:lnTo>
                      <a:lnTo>
                        <a:pt x="338356" y="571348"/>
                      </a:lnTo>
                      <a:lnTo>
                        <a:pt x="338738" y="570808"/>
                      </a:lnTo>
                      <a:lnTo>
                        <a:pt x="339142" y="570223"/>
                      </a:lnTo>
                      <a:lnTo>
                        <a:pt x="339548" y="569661"/>
                      </a:lnTo>
                      <a:lnTo>
                        <a:pt x="339930" y="569099"/>
                      </a:lnTo>
                      <a:lnTo>
                        <a:pt x="340335" y="568514"/>
                      </a:lnTo>
                      <a:lnTo>
                        <a:pt x="340717" y="567952"/>
                      </a:lnTo>
                      <a:lnTo>
                        <a:pt x="341122" y="567367"/>
                      </a:lnTo>
                      <a:lnTo>
                        <a:pt x="341504" y="566782"/>
                      </a:lnTo>
                      <a:lnTo>
                        <a:pt x="341909" y="566220"/>
                      </a:lnTo>
                      <a:lnTo>
                        <a:pt x="342291" y="565635"/>
                      </a:lnTo>
                      <a:lnTo>
                        <a:pt x="342696" y="565051"/>
                      </a:lnTo>
                      <a:lnTo>
                        <a:pt x="343101" y="564444"/>
                      </a:lnTo>
                      <a:lnTo>
                        <a:pt x="343483" y="563859"/>
                      </a:lnTo>
                      <a:lnTo>
                        <a:pt x="343888" y="563274"/>
                      </a:lnTo>
                      <a:lnTo>
                        <a:pt x="344270" y="562667"/>
                      </a:lnTo>
                      <a:lnTo>
                        <a:pt x="344675" y="562082"/>
                      </a:lnTo>
                      <a:lnTo>
                        <a:pt x="345058" y="561475"/>
                      </a:lnTo>
                      <a:lnTo>
                        <a:pt x="345462" y="560868"/>
                      </a:lnTo>
                      <a:lnTo>
                        <a:pt x="345844" y="560260"/>
                      </a:lnTo>
                      <a:lnTo>
                        <a:pt x="346250" y="559676"/>
                      </a:lnTo>
                      <a:lnTo>
                        <a:pt x="346654" y="559068"/>
                      </a:lnTo>
                      <a:lnTo>
                        <a:pt x="347036" y="558461"/>
                      </a:lnTo>
                      <a:lnTo>
                        <a:pt x="347442" y="557832"/>
                      </a:lnTo>
                      <a:lnTo>
                        <a:pt x="347824" y="557224"/>
                      </a:lnTo>
                      <a:lnTo>
                        <a:pt x="348228" y="556617"/>
                      </a:lnTo>
                      <a:lnTo>
                        <a:pt x="348611" y="555987"/>
                      </a:lnTo>
                      <a:lnTo>
                        <a:pt x="349016" y="555380"/>
                      </a:lnTo>
                      <a:lnTo>
                        <a:pt x="349398" y="554751"/>
                      </a:lnTo>
                      <a:lnTo>
                        <a:pt x="349803" y="554121"/>
                      </a:lnTo>
                      <a:lnTo>
                        <a:pt x="350208" y="553491"/>
                      </a:lnTo>
                      <a:lnTo>
                        <a:pt x="350590" y="552861"/>
                      </a:lnTo>
                      <a:lnTo>
                        <a:pt x="350995" y="552232"/>
                      </a:lnTo>
                      <a:lnTo>
                        <a:pt x="351377" y="551602"/>
                      </a:lnTo>
                      <a:lnTo>
                        <a:pt x="351782" y="550950"/>
                      </a:lnTo>
                      <a:lnTo>
                        <a:pt x="352164" y="550298"/>
                      </a:lnTo>
                      <a:lnTo>
                        <a:pt x="352569" y="549668"/>
                      </a:lnTo>
                      <a:lnTo>
                        <a:pt x="352951" y="549016"/>
                      </a:lnTo>
                      <a:lnTo>
                        <a:pt x="353356" y="548363"/>
                      </a:lnTo>
                      <a:lnTo>
                        <a:pt x="353761" y="547689"/>
                      </a:lnTo>
                      <a:lnTo>
                        <a:pt x="354143" y="547037"/>
                      </a:lnTo>
                      <a:lnTo>
                        <a:pt x="354548" y="546384"/>
                      </a:lnTo>
                      <a:lnTo>
                        <a:pt x="354930" y="545710"/>
                      </a:lnTo>
                      <a:lnTo>
                        <a:pt x="355335" y="545058"/>
                      </a:lnTo>
                      <a:lnTo>
                        <a:pt x="355718" y="544383"/>
                      </a:lnTo>
                      <a:lnTo>
                        <a:pt x="356122" y="543708"/>
                      </a:lnTo>
                      <a:lnTo>
                        <a:pt x="356527" y="543033"/>
                      </a:lnTo>
                      <a:lnTo>
                        <a:pt x="356910" y="542359"/>
                      </a:lnTo>
                      <a:lnTo>
                        <a:pt x="357314" y="541684"/>
                      </a:lnTo>
                      <a:lnTo>
                        <a:pt x="357696" y="541009"/>
                      </a:lnTo>
                      <a:lnTo>
                        <a:pt x="358102" y="540312"/>
                      </a:lnTo>
                      <a:lnTo>
                        <a:pt x="358484" y="539638"/>
                      </a:lnTo>
                      <a:lnTo>
                        <a:pt x="358888" y="538940"/>
                      </a:lnTo>
                      <a:lnTo>
                        <a:pt x="359271" y="538266"/>
                      </a:lnTo>
                      <a:lnTo>
                        <a:pt x="359676" y="537568"/>
                      </a:lnTo>
                      <a:lnTo>
                        <a:pt x="360080" y="536871"/>
                      </a:lnTo>
                      <a:lnTo>
                        <a:pt x="360463" y="536174"/>
                      </a:lnTo>
                      <a:lnTo>
                        <a:pt x="360868" y="535477"/>
                      </a:lnTo>
                      <a:lnTo>
                        <a:pt x="361250" y="534780"/>
                      </a:lnTo>
                      <a:lnTo>
                        <a:pt x="361655" y="534083"/>
                      </a:lnTo>
                      <a:lnTo>
                        <a:pt x="362037" y="533385"/>
                      </a:lnTo>
                      <a:lnTo>
                        <a:pt x="362442" y="532666"/>
                      </a:lnTo>
                      <a:lnTo>
                        <a:pt x="362824" y="531969"/>
                      </a:lnTo>
                      <a:lnTo>
                        <a:pt x="363229" y="531249"/>
                      </a:lnTo>
                      <a:lnTo>
                        <a:pt x="363634" y="530552"/>
                      </a:lnTo>
                      <a:lnTo>
                        <a:pt x="364016" y="529832"/>
                      </a:lnTo>
                      <a:lnTo>
                        <a:pt x="364421" y="529112"/>
                      </a:lnTo>
                      <a:lnTo>
                        <a:pt x="364803" y="528393"/>
                      </a:lnTo>
                      <a:lnTo>
                        <a:pt x="365208" y="527673"/>
                      </a:lnTo>
                      <a:lnTo>
                        <a:pt x="365590" y="526931"/>
                      </a:lnTo>
                      <a:lnTo>
                        <a:pt x="365995" y="526211"/>
                      </a:lnTo>
                      <a:lnTo>
                        <a:pt x="366378" y="525492"/>
                      </a:lnTo>
                      <a:lnTo>
                        <a:pt x="366782" y="524772"/>
                      </a:lnTo>
                      <a:lnTo>
                        <a:pt x="367187" y="524030"/>
                      </a:lnTo>
                      <a:lnTo>
                        <a:pt x="367570" y="523310"/>
                      </a:lnTo>
                      <a:lnTo>
                        <a:pt x="367974" y="522568"/>
                      </a:lnTo>
                      <a:lnTo>
                        <a:pt x="368356" y="521826"/>
                      </a:lnTo>
                      <a:lnTo>
                        <a:pt x="368762" y="521084"/>
                      </a:lnTo>
                      <a:lnTo>
                        <a:pt x="369144" y="520364"/>
                      </a:lnTo>
                      <a:lnTo>
                        <a:pt x="369548" y="519622"/>
                      </a:lnTo>
                      <a:lnTo>
                        <a:pt x="369954" y="518857"/>
                      </a:lnTo>
                      <a:lnTo>
                        <a:pt x="370336" y="518115"/>
                      </a:lnTo>
                      <a:lnTo>
                        <a:pt x="370740" y="517373"/>
                      </a:lnTo>
                      <a:lnTo>
                        <a:pt x="371123" y="516631"/>
                      </a:lnTo>
                      <a:lnTo>
                        <a:pt x="371528" y="515888"/>
                      </a:lnTo>
                      <a:lnTo>
                        <a:pt x="371910" y="515124"/>
                      </a:lnTo>
                      <a:lnTo>
                        <a:pt x="372315" y="514382"/>
                      </a:lnTo>
                      <a:lnTo>
                        <a:pt x="372697" y="513640"/>
                      </a:lnTo>
                      <a:lnTo>
                        <a:pt x="373102" y="512875"/>
                      </a:lnTo>
                      <a:lnTo>
                        <a:pt x="373507" y="512110"/>
                      </a:lnTo>
                      <a:lnTo>
                        <a:pt x="373889" y="511368"/>
                      </a:lnTo>
                      <a:lnTo>
                        <a:pt x="374294" y="510603"/>
                      </a:lnTo>
                      <a:lnTo>
                        <a:pt x="374676" y="509839"/>
                      </a:lnTo>
                      <a:lnTo>
                        <a:pt x="375081" y="509074"/>
                      </a:lnTo>
                      <a:lnTo>
                        <a:pt x="375463" y="508332"/>
                      </a:lnTo>
                      <a:lnTo>
                        <a:pt x="375868" y="507567"/>
                      </a:lnTo>
                      <a:lnTo>
                        <a:pt x="376250" y="506803"/>
                      </a:lnTo>
                      <a:lnTo>
                        <a:pt x="376656" y="506038"/>
                      </a:lnTo>
                      <a:lnTo>
                        <a:pt x="377060" y="505273"/>
                      </a:lnTo>
                      <a:lnTo>
                        <a:pt x="377442" y="504509"/>
                      </a:lnTo>
                      <a:lnTo>
                        <a:pt x="377847" y="503744"/>
                      </a:lnTo>
                      <a:lnTo>
                        <a:pt x="378230" y="503002"/>
                      </a:lnTo>
                      <a:lnTo>
                        <a:pt x="378634" y="502237"/>
                      </a:lnTo>
                      <a:lnTo>
                        <a:pt x="379016" y="501495"/>
                      </a:lnTo>
                      <a:lnTo>
                        <a:pt x="379422" y="500730"/>
                      </a:lnTo>
                      <a:lnTo>
                        <a:pt x="379804" y="499988"/>
                      </a:lnTo>
                      <a:lnTo>
                        <a:pt x="380208" y="499224"/>
                      </a:lnTo>
                      <a:lnTo>
                        <a:pt x="380614" y="498482"/>
                      </a:lnTo>
                      <a:lnTo>
                        <a:pt x="380996" y="497717"/>
                      </a:lnTo>
                      <a:lnTo>
                        <a:pt x="381401" y="496975"/>
                      </a:lnTo>
                      <a:lnTo>
                        <a:pt x="381783" y="496210"/>
                      </a:lnTo>
                      <a:lnTo>
                        <a:pt x="382188" y="495445"/>
                      </a:lnTo>
                      <a:lnTo>
                        <a:pt x="382570" y="494703"/>
                      </a:lnTo>
                      <a:lnTo>
                        <a:pt x="382975" y="493939"/>
                      </a:lnTo>
                      <a:lnTo>
                        <a:pt x="383357" y="493174"/>
                      </a:lnTo>
                      <a:lnTo>
                        <a:pt x="383762" y="492432"/>
                      </a:lnTo>
                      <a:lnTo>
                        <a:pt x="384167" y="491667"/>
                      </a:lnTo>
                      <a:lnTo>
                        <a:pt x="384549" y="490903"/>
                      </a:lnTo>
                      <a:lnTo>
                        <a:pt x="384954" y="490138"/>
                      </a:lnTo>
                      <a:lnTo>
                        <a:pt x="385336" y="489396"/>
                      </a:lnTo>
                      <a:lnTo>
                        <a:pt x="385741" y="488631"/>
                      </a:lnTo>
                      <a:lnTo>
                        <a:pt x="386124" y="487866"/>
                      </a:lnTo>
                      <a:lnTo>
                        <a:pt x="386528" y="487102"/>
                      </a:lnTo>
                      <a:lnTo>
                        <a:pt x="386933" y="486360"/>
                      </a:lnTo>
                      <a:lnTo>
                        <a:pt x="387316" y="485595"/>
                      </a:lnTo>
                      <a:lnTo>
                        <a:pt x="387720" y="484830"/>
                      </a:lnTo>
                      <a:lnTo>
                        <a:pt x="388102" y="484066"/>
                      </a:lnTo>
                      <a:lnTo>
                        <a:pt x="388508" y="483301"/>
                      </a:lnTo>
                      <a:lnTo>
                        <a:pt x="388890" y="482536"/>
                      </a:lnTo>
                      <a:lnTo>
                        <a:pt x="389294" y="481772"/>
                      </a:lnTo>
                      <a:lnTo>
                        <a:pt x="389677" y="481007"/>
                      </a:lnTo>
                      <a:lnTo>
                        <a:pt x="390082" y="480243"/>
                      </a:lnTo>
                      <a:lnTo>
                        <a:pt x="390486" y="479478"/>
                      </a:lnTo>
                      <a:lnTo>
                        <a:pt x="390869" y="478713"/>
                      </a:lnTo>
                      <a:lnTo>
                        <a:pt x="391274" y="477949"/>
                      </a:lnTo>
                      <a:lnTo>
                        <a:pt x="391656" y="477184"/>
                      </a:lnTo>
                      <a:lnTo>
                        <a:pt x="392061" y="476419"/>
                      </a:lnTo>
                      <a:lnTo>
                        <a:pt x="392443" y="475655"/>
                      </a:lnTo>
                      <a:lnTo>
                        <a:pt x="392848" y="474867"/>
                      </a:lnTo>
                      <a:lnTo>
                        <a:pt x="393230" y="474103"/>
                      </a:lnTo>
                      <a:lnTo>
                        <a:pt x="393635" y="473338"/>
                      </a:lnTo>
                      <a:lnTo>
                        <a:pt x="394040" y="472574"/>
                      </a:lnTo>
                      <a:lnTo>
                        <a:pt x="394422" y="471809"/>
                      </a:lnTo>
                      <a:lnTo>
                        <a:pt x="394827" y="471044"/>
                      </a:lnTo>
                      <a:lnTo>
                        <a:pt x="395209" y="470257"/>
                      </a:lnTo>
                      <a:lnTo>
                        <a:pt x="395614" y="469492"/>
                      </a:lnTo>
                      <a:lnTo>
                        <a:pt x="395996" y="468728"/>
                      </a:lnTo>
                      <a:lnTo>
                        <a:pt x="396401" y="467963"/>
                      </a:lnTo>
                      <a:lnTo>
                        <a:pt x="396784" y="467199"/>
                      </a:lnTo>
                      <a:lnTo>
                        <a:pt x="397188" y="466434"/>
                      </a:lnTo>
                      <a:lnTo>
                        <a:pt x="397593" y="465669"/>
                      </a:lnTo>
                      <a:lnTo>
                        <a:pt x="397976" y="464905"/>
                      </a:lnTo>
                      <a:lnTo>
                        <a:pt x="398380" y="464140"/>
                      </a:lnTo>
                      <a:lnTo>
                        <a:pt x="398762" y="463398"/>
                      </a:lnTo>
                      <a:lnTo>
                        <a:pt x="399168" y="462633"/>
                      </a:lnTo>
                      <a:lnTo>
                        <a:pt x="399550" y="461891"/>
                      </a:lnTo>
                      <a:lnTo>
                        <a:pt x="399954" y="461149"/>
                      </a:lnTo>
                      <a:lnTo>
                        <a:pt x="400359" y="460407"/>
                      </a:lnTo>
                      <a:lnTo>
                        <a:pt x="400742" y="459665"/>
                      </a:lnTo>
                      <a:lnTo>
                        <a:pt x="401146" y="458922"/>
                      </a:lnTo>
                      <a:lnTo>
                        <a:pt x="401529" y="458180"/>
                      </a:lnTo>
                      <a:lnTo>
                        <a:pt x="401934" y="457438"/>
                      </a:lnTo>
                      <a:lnTo>
                        <a:pt x="402316" y="456696"/>
                      </a:lnTo>
                      <a:lnTo>
                        <a:pt x="402721" y="455954"/>
                      </a:lnTo>
                      <a:lnTo>
                        <a:pt x="403103" y="455234"/>
                      </a:lnTo>
                      <a:lnTo>
                        <a:pt x="403485" y="454492"/>
                      </a:lnTo>
                      <a:lnTo>
                        <a:pt x="403913" y="453750"/>
                      </a:lnTo>
                      <a:lnTo>
                        <a:pt x="404295" y="453030"/>
                      </a:lnTo>
                      <a:lnTo>
                        <a:pt x="404677" y="452310"/>
                      </a:lnTo>
                      <a:lnTo>
                        <a:pt x="405060" y="451568"/>
                      </a:lnTo>
                      <a:lnTo>
                        <a:pt x="405464" y="450849"/>
                      </a:lnTo>
                      <a:lnTo>
                        <a:pt x="405847" y="450129"/>
                      </a:lnTo>
                      <a:lnTo>
                        <a:pt x="406252" y="449409"/>
                      </a:lnTo>
                      <a:lnTo>
                        <a:pt x="406634" y="448667"/>
                      </a:lnTo>
                      <a:lnTo>
                        <a:pt x="407039" y="447947"/>
                      </a:lnTo>
                      <a:lnTo>
                        <a:pt x="407444" y="447228"/>
                      </a:lnTo>
                      <a:lnTo>
                        <a:pt x="407826" y="446508"/>
                      </a:lnTo>
                      <a:lnTo>
                        <a:pt x="408230" y="445788"/>
                      </a:lnTo>
                      <a:lnTo>
                        <a:pt x="408613" y="445069"/>
                      </a:lnTo>
                      <a:lnTo>
                        <a:pt x="409018" y="444349"/>
                      </a:lnTo>
                      <a:lnTo>
                        <a:pt x="409400" y="443652"/>
                      </a:lnTo>
                      <a:lnTo>
                        <a:pt x="409805" y="442932"/>
                      </a:lnTo>
                      <a:lnTo>
                        <a:pt x="410187" y="442213"/>
                      </a:lnTo>
                      <a:lnTo>
                        <a:pt x="410592" y="441493"/>
                      </a:lnTo>
                      <a:lnTo>
                        <a:pt x="410997" y="440773"/>
                      </a:lnTo>
                      <a:lnTo>
                        <a:pt x="411379" y="440076"/>
                      </a:lnTo>
                      <a:lnTo>
                        <a:pt x="411784" y="439356"/>
                      </a:lnTo>
                      <a:lnTo>
                        <a:pt x="412166" y="438637"/>
                      </a:lnTo>
                      <a:lnTo>
                        <a:pt x="412571" y="437940"/>
                      </a:lnTo>
                      <a:lnTo>
                        <a:pt x="412953" y="437220"/>
                      </a:lnTo>
                      <a:lnTo>
                        <a:pt x="413358" y="436523"/>
                      </a:lnTo>
                      <a:lnTo>
                        <a:pt x="413741" y="435826"/>
                      </a:lnTo>
                      <a:lnTo>
                        <a:pt x="414145" y="435106"/>
                      </a:lnTo>
                      <a:lnTo>
                        <a:pt x="414550" y="434409"/>
                      </a:lnTo>
                      <a:lnTo>
                        <a:pt x="414933" y="433712"/>
                      </a:lnTo>
                      <a:lnTo>
                        <a:pt x="415337" y="433014"/>
                      </a:lnTo>
                      <a:lnTo>
                        <a:pt x="415720" y="432317"/>
                      </a:lnTo>
                      <a:lnTo>
                        <a:pt x="416124" y="431620"/>
                      </a:lnTo>
                      <a:lnTo>
                        <a:pt x="416507" y="430923"/>
                      </a:lnTo>
                      <a:lnTo>
                        <a:pt x="416912" y="430226"/>
                      </a:lnTo>
                      <a:lnTo>
                        <a:pt x="417316" y="429529"/>
                      </a:lnTo>
                      <a:lnTo>
                        <a:pt x="417699" y="428831"/>
                      </a:lnTo>
                      <a:lnTo>
                        <a:pt x="418104" y="428134"/>
                      </a:lnTo>
                      <a:lnTo>
                        <a:pt x="418486" y="427437"/>
                      </a:lnTo>
                      <a:lnTo>
                        <a:pt x="418890" y="426740"/>
                      </a:lnTo>
                      <a:lnTo>
                        <a:pt x="419273" y="426043"/>
                      </a:lnTo>
                      <a:lnTo>
                        <a:pt x="419678" y="425345"/>
                      </a:lnTo>
                      <a:lnTo>
                        <a:pt x="420060" y="424648"/>
                      </a:lnTo>
                      <a:lnTo>
                        <a:pt x="420465" y="423951"/>
                      </a:lnTo>
                      <a:lnTo>
                        <a:pt x="420870" y="423254"/>
                      </a:lnTo>
                      <a:lnTo>
                        <a:pt x="421252" y="422557"/>
                      </a:lnTo>
                      <a:lnTo>
                        <a:pt x="421657" y="421860"/>
                      </a:lnTo>
                      <a:lnTo>
                        <a:pt x="422039" y="421162"/>
                      </a:lnTo>
                      <a:lnTo>
                        <a:pt x="422444" y="420465"/>
                      </a:lnTo>
                      <a:lnTo>
                        <a:pt x="422826" y="419768"/>
                      </a:lnTo>
                      <a:lnTo>
                        <a:pt x="423231" y="419048"/>
                      </a:lnTo>
                      <a:lnTo>
                        <a:pt x="423613" y="418351"/>
                      </a:lnTo>
                      <a:lnTo>
                        <a:pt x="424018" y="417654"/>
                      </a:lnTo>
                      <a:lnTo>
                        <a:pt x="424423" y="416934"/>
                      </a:lnTo>
                      <a:lnTo>
                        <a:pt x="424806" y="416237"/>
                      </a:lnTo>
                      <a:lnTo>
                        <a:pt x="425210" y="415540"/>
                      </a:lnTo>
                      <a:lnTo>
                        <a:pt x="425593" y="414820"/>
                      </a:lnTo>
                      <a:lnTo>
                        <a:pt x="425998" y="414123"/>
                      </a:lnTo>
                      <a:lnTo>
                        <a:pt x="426380" y="413403"/>
                      </a:lnTo>
                      <a:lnTo>
                        <a:pt x="426784" y="412706"/>
                      </a:lnTo>
                      <a:lnTo>
                        <a:pt x="427167" y="411987"/>
                      </a:lnTo>
                      <a:lnTo>
                        <a:pt x="427572" y="411289"/>
                      </a:lnTo>
                      <a:lnTo>
                        <a:pt x="427976" y="410592"/>
                      </a:lnTo>
                      <a:lnTo>
                        <a:pt x="428359" y="409873"/>
                      </a:lnTo>
                      <a:lnTo>
                        <a:pt x="428764" y="409175"/>
                      </a:lnTo>
                      <a:lnTo>
                        <a:pt x="429146" y="408478"/>
                      </a:lnTo>
                      <a:lnTo>
                        <a:pt x="429551" y="407781"/>
                      </a:lnTo>
                      <a:lnTo>
                        <a:pt x="429933" y="407061"/>
                      </a:lnTo>
                      <a:lnTo>
                        <a:pt x="430338" y="406364"/>
                      </a:lnTo>
                      <a:lnTo>
                        <a:pt x="430720" y="405667"/>
                      </a:lnTo>
                      <a:lnTo>
                        <a:pt x="431125" y="404947"/>
                      </a:lnTo>
                      <a:lnTo>
                        <a:pt x="431530" y="404250"/>
                      </a:lnTo>
                      <a:lnTo>
                        <a:pt x="431912" y="403553"/>
                      </a:lnTo>
                      <a:lnTo>
                        <a:pt x="432317" y="402856"/>
                      </a:lnTo>
                      <a:lnTo>
                        <a:pt x="432699" y="402136"/>
                      </a:lnTo>
                      <a:lnTo>
                        <a:pt x="433104" y="401439"/>
                      </a:lnTo>
                      <a:lnTo>
                        <a:pt x="433487" y="400742"/>
                      </a:lnTo>
                      <a:lnTo>
                        <a:pt x="433891" y="400022"/>
                      </a:lnTo>
                      <a:lnTo>
                        <a:pt x="434296" y="399325"/>
                      </a:lnTo>
                      <a:lnTo>
                        <a:pt x="434678" y="398628"/>
                      </a:lnTo>
                      <a:lnTo>
                        <a:pt x="435083" y="397931"/>
                      </a:lnTo>
                      <a:lnTo>
                        <a:pt x="435466" y="397211"/>
                      </a:lnTo>
                      <a:lnTo>
                        <a:pt x="435870" y="396514"/>
                      </a:lnTo>
                      <a:lnTo>
                        <a:pt x="436253" y="395817"/>
                      </a:lnTo>
                      <a:lnTo>
                        <a:pt x="436658" y="395119"/>
                      </a:lnTo>
                      <a:lnTo>
                        <a:pt x="437040" y="394422"/>
                      </a:lnTo>
                      <a:lnTo>
                        <a:pt x="437444" y="393748"/>
                      </a:lnTo>
                      <a:lnTo>
                        <a:pt x="437850" y="393050"/>
                      </a:lnTo>
                      <a:lnTo>
                        <a:pt x="438232" y="392376"/>
                      </a:lnTo>
                      <a:lnTo>
                        <a:pt x="438636" y="391701"/>
                      </a:lnTo>
                      <a:lnTo>
                        <a:pt x="439019" y="391004"/>
                      </a:lnTo>
                      <a:lnTo>
                        <a:pt x="439424" y="390329"/>
                      </a:lnTo>
                      <a:lnTo>
                        <a:pt x="439806" y="389677"/>
                      </a:lnTo>
                      <a:lnTo>
                        <a:pt x="440211" y="389002"/>
                      </a:lnTo>
                      <a:lnTo>
                        <a:pt x="440593" y="388328"/>
                      </a:lnTo>
                      <a:lnTo>
                        <a:pt x="440998" y="387675"/>
                      </a:lnTo>
                      <a:lnTo>
                        <a:pt x="441403" y="387023"/>
                      </a:lnTo>
                      <a:lnTo>
                        <a:pt x="441785" y="386349"/>
                      </a:lnTo>
                      <a:lnTo>
                        <a:pt x="442190" y="385696"/>
                      </a:lnTo>
                      <a:lnTo>
                        <a:pt x="442572" y="385044"/>
                      </a:lnTo>
                      <a:lnTo>
                        <a:pt x="442977" y="384414"/>
                      </a:lnTo>
                      <a:lnTo>
                        <a:pt x="443359" y="383762"/>
                      </a:lnTo>
                      <a:lnTo>
                        <a:pt x="443764" y="383110"/>
                      </a:lnTo>
                      <a:lnTo>
                        <a:pt x="444147" y="382480"/>
                      </a:lnTo>
                      <a:lnTo>
                        <a:pt x="444551" y="381828"/>
                      </a:lnTo>
                      <a:lnTo>
                        <a:pt x="444956" y="381198"/>
                      </a:lnTo>
                      <a:lnTo>
                        <a:pt x="445338" y="380546"/>
                      </a:lnTo>
                      <a:lnTo>
                        <a:pt x="445743" y="379916"/>
                      </a:lnTo>
                      <a:lnTo>
                        <a:pt x="446126" y="379287"/>
                      </a:lnTo>
                      <a:lnTo>
                        <a:pt x="446530" y="378657"/>
                      </a:lnTo>
                      <a:lnTo>
                        <a:pt x="446913" y="378027"/>
                      </a:lnTo>
                      <a:lnTo>
                        <a:pt x="447318" y="377398"/>
                      </a:lnTo>
                      <a:lnTo>
                        <a:pt x="447722" y="376768"/>
                      </a:lnTo>
                      <a:lnTo>
                        <a:pt x="448105" y="376138"/>
                      </a:lnTo>
                      <a:lnTo>
                        <a:pt x="448510" y="375531"/>
                      </a:lnTo>
                      <a:lnTo>
                        <a:pt x="448892" y="374901"/>
                      </a:lnTo>
                      <a:lnTo>
                        <a:pt x="449296" y="374294"/>
                      </a:lnTo>
                      <a:lnTo>
                        <a:pt x="449679" y="373664"/>
                      </a:lnTo>
                      <a:lnTo>
                        <a:pt x="450084" y="373057"/>
                      </a:lnTo>
                      <a:lnTo>
                        <a:pt x="450466" y="372450"/>
                      </a:lnTo>
                      <a:lnTo>
                        <a:pt x="450871" y="371843"/>
                      </a:lnTo>
                      <a:lnTo>
                        <a:pt x="451276" y="371236"/>
                      </a:lnTo>
                      <a:lnTo>
                        <a:pt x="451658" y="370628"/>
                      </a:lnTo>
                      <a:lnTo>
                        <a:pt x="452063" y="370021"/>
                      </a:lnTo>
                      <a:lnTo>
                        <a:pt x="452445" y="369414"/>
                      </a:lnTo>
                      <a:lnTo>
                        <a:pt x="452850" y="368784"/>
                      </a:lnTo>
                      <a:lnTo>
                        <a:pt x="453232" y="368177"/>
                      </a:lnTo>
                      <a:lnTo>
                        <a:pt x="453637" y="367570"/>
                      </a:lnTo>
                      <a:lnTo>
                        <a:pt x="454019" y="366962"/>
                      </a:lnTo>
                      <a:lnTo>
                        <a:pt x="454424" y="366355"/>
                      </a:lnTo>
                      <a:lnTo>
                        <a:pt x="454829" y="365748"/>
                      </a:lnTo>
                      <a:lnTo>
                        <a:pt x="455211" y="365141"/>
                      </a:lnTo>
                      <a:lnTo>
                        <a:pt x="455616" y="364534"/>
                      </a:lnTo>
                      <a:lnTo>
                        <a:pt x="455998" y="363926"/>
                      </a:lnTo>
                      <a:lnTo>
                        <a:pt x="456403" y="363342"/>
                      </a:lnTo>
                      <a:lnTo>
                        <a:pt x="456786" y="362734"/>
                      </a:lnTo>
                      <a:lnTo>
                        <a:pt x="457190" y="362127"/>
                      </a:lnTo>
                      <a:lnTo>
                        <a:pt x="457573" y="361543"/>
                      </a:lnTo>
                      <a:lnTo>
                        <a:pt x="457978" y="360935"/>
                      </a:lnTo>
                      <a:lnTo>
                        <a:pt x="458382" y="360328"/>
                      </a:lnTo>
                      <a:lnTo>
                        <a:pt x="458765" y="359743"/>
                      </a:lnTo>
                      <a:lnTo>
                        <a:pt x="459170" y="359136"/>
                      </a:lnTo>
                      <a:lnTo>
                        <a:pt x="459552" y="358551"/>
                      </a:lnTo>
                      <a:lnTo>
                        <a:pt x="459956" y="357967"/>
                      </a:lnTo>
                      <a:lnTo>
                        <a:pt x="460339" y="357359"/>
                      </a:lnTo>
                      <a:lnTo>
                        <a:pt x="460744" y="356775"/>
                      </a:lnTo>
                      <a:lnTo>
                        <a:pt x="461126" y="356190"/>
                      </a:lnTo>
                      <a:lnTo>
                        <a:pt x="461531" y="355605"/>
                      </a:lnTo>
                      <a:lnTo>
                        <a:pt x="461936" y="355021"/>
                      </a:lnTo>
                      <a:lnTo>
                        <a:pt x="462318" y="354413"/>
                      </a:lnTo>
                      <a:lnTo>
                        <a:pt x="462723" y="353829"/>
                      </a:lnTo>
                      <a:lnTo>
                        <a:pt x="463105" y="353244"/>
                      </a:lnTo>
                      <a:lnTo>
                        <a:pt x="463510" y="352659"/>
                      </a:lnTo>
                      <a:lnTo>
                        <a:pt x="463892" y="352074"/>
                      </a:lnTo>
                      <a:lnTo>
                        <a:pt x="464297" y="351490"/>
                      </a:lnTo>
                      <a:lnTo>
                        <a:pt x="464702" y="350905"/>
                      </a:lnTo>
                      <a:lnTo>
                        <a:pt x="465084" y="350320"/>
                      </a:lnTo>
                      <a:lnTo>
                        <a:pt x="465489" y="349735"/>
                      </a:lnTo>
                      <a:lnTo>
                        <a:pt x="465872" y="349151"/>
                      </a:lnTo>
                      <a:lnTo>
                        <a:pt x="466276" y="348566"/>
                      </a:lnTo>
                      <a:lnTo>
                        <a:pt x="466659" y="348004"/>
                      </a:lnTo>
                      <a:lnTo>
                        <a:pt x="467064" y="347419"/>
                      </a:lnTo>
                      <a:lnTo>
                        <a:pt x="467446" y="346857"/>
                      </a:lnTo>
                      <a:lnTo>
                        <a:pt x="467850" y="346272"/>
                      </a:lnTo>
                      <a:lnTo>
                        <a:pt x="468256" y="345710"/>
                      </a:lnTo>
                      <a:lnTo>
                        <a:pt x="468638" y="345125"/>
                      </a:lnTo>
                      <a:lnTo>
                        <a:pt x="469042" y="344563"/>
                      </a:lnTo>
                      <a:lnTo>
                        <a:pt x="469425" y="344001"/>
                      </a:lnTo>
                      <a:lnTo>
                        <a:pt x="469830" y="343438"/>
                      </a:lnTo>
                      <a:lnTo>
                        <a:pt x="470212" y="342876"/>
                      </a:lnTo>
                      <a:lnTo>
                        <a:pt x="470617" y="342314"/>
                      </a:lnTo>
                      <a:lnTo>
                        <a:pt x="470999" y="341774"/>
                      </a:lnTo>
                      <a:lnTo>
                        <a:pt x="471404" y="341212"/>
                      </a:lnTo>
                      <a:lnTo>
                        <a:pt x="471809" y="340650"/>
                      </a:lnTo>
                      <a:lnTo>
                        <a:pt x="472191" y="340110"/>
                      </a:lnTo>
                      <a:lnTo>
                        <a:pt x="472596" y="339548"/>
                      </a:lnTo>
                      <a:lnTo>
                        <a:pt x="472978" y="338985"/>
                      </a:lnTo>
                      <a:lnTo>
                        <a:pt x="473383" y="338446"/>
                      </a:lnTo>
                      <a:lnTo>
                        <a:pt x="473765" y="337883"/>
                      </a:lnTo>
                      <a:lnTo>
                        <a:pt x="474170" y="337344"/>
                      </a:lnTo>
                      <a:lnTo>
                        <a:pt x="474552" y="336804"/>
                      </a:lnTo>
                      <a:lnTo>
                        <a:pt x="474957" y="336264"/>
                      </a:lnTo>
                      <a:lnTo>
                        <a:pt x="475362" y="335702"/>
                      </a:lnTo>
                      <a:lnTo>
                        <a:pt x="475744" y="335162"/>
                      </a:lnTo>
                      <a:lnTo>
                        <a:pt x="476149" y="334645"/>
                      </a:lnTo>
                      <a:lnTo>
                        <a:pt x="476532" y="334105"/>
                      </a:lnTo>
                      <a:lnTo>
                        <a:pt x="476936" y="333565"/>
                      </a:lnTo>
                      <a:lnTo>
                        <a:pt x="477319" y="333026"/>
                      </a:lnTo>
                      <a:lnTo>
                        <a:pt x="477724" y="332508"/>
                      </a:lnTo>
                      <a:lnTo>
                        <a:pt x="478128" y="331969"/>
                      </a:lnTo>
                      <a:lnTo>
                        <a:pt x="478510" y="331451"/>
                      </a:lnTo>
                      <a:lnTo>
                        <a:pt x="478916" y="330934"/>
                      </a:lnTo>
                      <a:lnTo>
                        <a:pt x="479298" y="330417"/>
                      </a:lnTo>
                      <a:lnTo>
                        <a:pt x="479702" y="329900"/>
                      </a:lnTo>
                      <a:lnTo>
                        <a:pt x="480085" y="329382"/>
                      </a:lnTo>
                      <a:lnTo>
                        <a:pt x="480490" y="328865"/>
                      </a:lnTo>
                      <a:lnTo>
                        <a:pt x="480872" y="328348"/>
                      </a:lnTo>
                      <a:lnTo>
                        <a:pt x="481277" y="327831"/>
                      </a:lnTo>
                      <a:lnTo>
                        <a:pt x="481682" y="327313"/>
                      </a:lnTo>
                      <a:lnTo>
                        <a:pt x="482064" y="326774"/>
                      </a:lnTo>
                      <a:lnTo>
                        <a:pt x="482469" y="326256"/>
                      </a:lnTo>
                      <a:lnTo>
                        <a:pt x="482851" y="325739"/>
                      </a:lnTo>
                      <a:lnTo>
                        <a:pt x="483256" y="325222"/>
                      </a:lnTo>
                      <a:lnTo>
                        <a:pt x="483638" y="324705"/>
                      </a:lnTo>
                      <a:lnTo>
                        <a:pt x="484043" y="324187"/>
                      </a:lnTo>
                      <a:lnTo>
                        <a:pt x="484425" y="323670"/>
                      </a:lnTo>
                      <a:lnTo>
                        <a:pt x="484830" y="323153"/>
                      </a:lnTo>
                      <a:lnTo>
                        <a:pt x="485235" y="322636"/>
                      </a:lnTo>
                      <a:lnTo>
                        <a:pt x="485617" y="322118"/>
                      </a:lnTo>
                      <a:lnTo>
                        <a:pt x="486022" y="321601"/>
                      </a:lnTo>
                      <a:lnTo>
                        <a:pt x="486404" y="321084"/>
                      </a:lnTo>
                      <a:lnTo>
                        <a:pt x="486809" y="320566"/>
                      </a:lnTo>
                      <a:lnTo>
                        <a:pt x="487192" y="320049"/>
                      </a:lnTo>
                      <a:lnTo>
                        <a:pt x="487596" y="319532"/>
                      </a:lnTo>
                      <a:lnTo>
                        <a:pt x="487979" y="319015"/>
                      </a:lnTo>
                      <a:lnTo>
                        <a:pt x="488384" y="318497"/>
                      </a:lnTo>
                      <a:lnTo>
                        <a:pt x="488788" y="317980"/>
                      </a:lnTo>
                      <a:lnTo>
                        <a:pt x="489170" y="317463"/>
                      </a:lnTo>
                      <a:lnTo>
                        <a:pt x="489576" y="316946"/>
                      </a:lnTo>
                      <a:lnTo>
                        <a:pt x="489958" y="316428"/>
                      </a:lnTo>
                      <a:lnTo>
                        <a:pt x="490362" y="315911"/>
                      </a:lnTo>
                      <a:lnTo>
                        <a:pt x="490745" y="315394"/>
                      </a:lnTo>
                      <a:lnTo>
                        <a:pt x="491150" y="314877"/>
                      </a:lnTo>
                      <a:lnTo>
                        <a:pt x="491532" y="314359"/>
                      </a:lnTo>
                      <a:lnTo>
                        <a:pt x="491937" y="313842"/>
                      </a:lnTo>
                      <a:lnTo>
                        <a:pt x="492342" y="313325"/>
                      </a:lnTo>
                      <a:lnTo>
                        <a:pt x="492724" y="312808"/>
                      </a:lnTo>
                      <a:lnTo>
                        <a:pt x="493129" y="312290"/>
                      </a:lnTo>
                      <a:lnTo>
                        <a:pt x="493511" y="311773"/>
                      </a:lnTo>
                      <a:lnTo>
                        <a:pt x="493916" y="311256"/>
                      </a:lnTo>
                      <a:lnTo>
                        <a:pt x="494298" y="310739"/>
                      </a:lnTo>
                      <a:lnTo>
                        <a:pt x="494703" y="310244"/>
                      </a:lnTo>
                      <a:lnTo>
                        <a:pt x="495108" y="309726"/>
                      </a:lnTo>
                      <a:lnTo>
                        <a:pt x="495490" y="309209"/>
                      </a:lnTo>
                      <a:lnTo>
                        <a:pt x="495895" y="308692"/>
                      </a:lnTo>
                      <a:lnTo>
                        <a:pt x="496277" y="308175"/>
                      </a:lnTo>
                      <a:lnTo>
                        <a:pt x="496682" y="307657"/>
                      </a:lnTo>
                      <a:lnTo>
                        <a:pt x="497064" y="307163"/>
                      </a:lnTo>
                      <a:lnTo>
                        <a:pt x="497469" y="306645"/>
                      </a:lnTo>
                      <a:lnTo>
                        <a:pt x="497852" y="306128"/>
                      </a:lnTo>
                      <a:lnTo>
                        <a:pt x="498256" y="305611"/>
                      </a:lnTo>
                      <a:lnTo>
                        <a:pt x="498662" y="305116"/>
                      </a:lnTo>
                      <a:lnTo>
                        <a:pt x="499044" y="304599"/>
                      </a:lnTo>
                      <a:lnTo>
                        <a:pt x="499448" y="304104"/>
                      </a:lnTo>
                      <a:lnTo>
                        <a:pt x="499831" y="303587"/>
                      </a:lnTo>
                      <a:lnTo>
                        <a:pt x="500236" y="303092"/>
                      </a:lnTo>
                      <a:lnTo>
                        <a:pt x="500618" y="302597"/>
                      </a:lnTo>
                      <a:lnTo>
                        <a:pt x="501022" y="302080"/>
                      </a:lnTo>
                      <a:lnTo>
                        <a:pt x="501405" y="301585"/>
                      </a:lnTo>
                      <a:lnTo>
                        <a:pt x="501810" y="301091"/>
                      </a:lnTo>
                      <a:lnTo>
                        <a:pt x="502214" y="300596"/>
                      </a:lnTo>
                      <a:lnTo>
                        <a:pt x="502597" y="300101"/>
                      </a:lnTo>
                      <a:lnTo>
                        <a:pt x="503002" y="299606"/>
                      </a:lnTo>
                      <a:lnTo>
                        <a:pt x="503384" y="299134"/>
                      </a:lnTo>
                      <a:lnTo>
                        <a:pt x="503789" y="298639"/>
                      </a:lnTo>
                      <a:lnTo>
                        <a:pt x="504171" y="298144"/>
                      </a:lnTo>
                      <a:lnTo>
                        <a:pt x="504576" y="297650"/>
                      </a:lnTo>
                      <a:lnTo>
                        <a:pt x="504958" y="297155"/>
                      </a:lnTo>
                      <a:lnTo>
                        <a:pt x="505363" y="296683"/>
                      </a:lnTo>
                      <a:lnTo>
                        <a:pt x="505768" y="296188"/>
                      </a:lnTo>
                      <a:lnTo>
                        <a:pt x="506150" y="295693"/>
                      </a:lnTo>
                      <a:lnTo>
                        <a:pt x="506555" y="295198"/>
                      </a:lnTo>
                      <a:lnTo>
                        <a:pt x="506938" y="294703"/>
                      </a:lnTo>
                      <a:lnTo>
                        <a:pt x="507342" y="294231"/>
                      </a:lnTo>
                      <a:lnTo>
                        <a:pt x="507724" y="293736"/>
                      </a:lnTo>
                      <a:lnTo>
                        <a:pt x="508130" y="293242"/>
                      </a:lnTo>
                      <a:lnTo>
                        <a:pt x="508534" y="292747"/>
                      </a:lnTo>
                      <a:lnTo>
                        <a:pt x="508916" y="292275"/>
                      </a:lnTo>
                      <a:lnTo>
                        <a:pt x="509322" y="291780"/>
                      </a:lnTo>
                      <a:lnTo>
                        <a:pt x="509704" y="291308"/>
                      </a:lnTo>
                      <a:lnTo>
                        <a:pt x="510108" y="290813"/>
                      </a:lnTo>
                      <a:lnTo>
                        <a:pt x="510491" y="290340"/>
                      </a:lnTo>
                      <a:lnTo>
                        <a:pt x="510896" y="289846"/>
                      </a:lnTo>
                      <a:lnTo>
                        <a:pt x="511278" y="289373"/>
                      </a:lnTo>
                      <a:lnTo>
                        <a:pt x="511683" y="288901"/>
                      </a:lnTo>
                      <a:lnTo>
                        <a:pt x="512088" y="288429"/>
                      </a:lnTo>
                      <a:lnTo>
                        <a:pt x="512470" y="287957"/>
                      </a:lnTo>
                      <a:lnTo>
                        <a:pt x="512875" y="287484"/>
                      </a:lnTo>
                      <a:lnTo>
                        <a:pt x="513257" y="287012"/>
                      </a:lnTo>
                      <a:lnTo>
                        <a:pt x="513662" y="286540"/>
                      </a:lnTo>
                      <a:lnTo>
                        <a:pt x="514044" y="286067"/>
                      </a:lnTo>
                      <a:lnTo>
                        <a:pt x="514449" y="285595"/>
                      </a:lnTo>
                      <a:lnTo>
                        <a:pt x="514831" y="285145"/>
                      </a:lnTo>
                      <a:lnTo>
                        <a:pt x="515236" y="284673"/>
                      </a:lnTo>
                      <a:lnTo>
                        <a:pt x="515641" y="284201"/>
                      </a:lnTo>
                      <a:lnTo>
                        <a:pt x="516023" y="283751"/>
                      </a:lnTo>
                      <a:lnTo>
                        <a:pt x="516428" y="283301"/>
                      </a:lnTo>
                      <a:lnTo>
                        <a:pt x="516810" y="282829"/>
                      </a:lnTo>
                      <a:lnTo>
                        <a:pt x="517215" y="282379"/>
                      </a:lnTo>
                      <a:lnTo>
                        <a:pt x="517598" y="281929"/>
                      </a:lnTo>
                      <a:lnTo>
                        <a:pt x="518002" y="281480"/>
                      </a:lnTo>
                      <a:lnTo>
                        <a:pt x="518385" y="281052"/>
                      </a:lnTo>
                      <a:lnTo>
                        <a:pt x="518790" y="280602"/>
                      </a:lnTo>
                      <a:lnTo>
                        <a:pt x="519194" y="280153"/>
                      </a:lnTo>
                      <a:lnTo>
                        <a:pt x="519576" y="279725"/>
                      </a:lnTo>
                      <a:lnTo>
                        <a:pt x="519982" y="279276"/>
                      </a:lnTo>
                      <a:lnTo>
                        <a:pt x="520364" y="278826"/>
                      </a:lnTo>
                      <a:lnTo>
                        <a:pt x="520768" y="278399"/>
                      </a:lnTo>
                      <a:lnTo>
                        <a:pt x="521151" y="277949"/>
                      </a:lnTo>
                      <a:lnTo>
                        <a:pt x="521556" y="277521"/>
                      </a:lnTo>
                      <a:lnTo>
                        <a:pt x="521938" y="277094"/>
                      </a:lnTo>
                      <a:lnTo>
                        <a:pt x="522343" y="276644"/>
                      </a:lnTo>
                      <a:lnTo>
                        <a:pt x="522748" y="276217"/>
                      </a:lnTo>
                      <a:lnTo>
                        <a:pt x="523107" y="275767"/>
                      </a:lnTo>
                      <a:lnTo>
                        <a:pt x="523535" y="275340"/>
                      </a:lnTo>
                      <a:lnTo>
                        <a:pt x="523895" y="274913"/>
                      </a:lnTo>
                      <a:lnTo>
                        <a:pt x="524299" y="274485"/>
                      </a:lnTo>
                      <a:lnTo>
                        <a:pt x="524682" y="274058"/>
                      </a:lnTo>
                      <a:lnTo>
                        <a:pt x="525087" y="273631"/>
                      </a:lnTo>
                      <a:lnTo>
                        <a:pt x="525491" y="273203"/>
                      </a:lnTo>
                      <a:lnTo>
                        <a:pt x="525874" y="272799"/>
                      </a:lnTo>
                      <a:lnTo>
                        <a:pt x="526278" y="272371"/>
                      </a:lnTo>
                      <a:lnTo>
                        <a:pt x="526661" y="271944"/>
                      </a:lnTo>
                      <a:lnTo>
                        <a:pt x="527066" y="271539"/>
                      </a:lnTo>
                      <a:lnTo>
                        <a:pt x="527448" y="271112"/>
                      </a:lnTo>
                      <a:lnTo>
                        <a:pt x="527853" y="270707"/>
                      </a:lnTo>
                      <a:lnTo>
                        <a:pt x="528235" y="270280"/>
                      </a:lnTo>
                      <a:lnTo>
                        <a:pt x="528640" y="269875"/>
                      </a:lnTo>
                      <a:lnTo>
                        <a:pt x="529045" y="269470"/>
                      </a:lnTo>
                      <a:lnTo>
                        <a:pt x="529427" y="269065"/>
                      </a:lnTo>
                      <a:lnTo>
                        <a:pt x="529832" y="268661"/>
                      </a:lnTo>
                      <a:lnTo>
                        <a:pt x="530214" y="268256"/>
                      </a:lnTo>
                      <a:lnTo>
                        <a:pt x="530619" y="267851"/>
                      </a:lnTo>
                      <a:lnTo>
                        <a:pt x="531001" y="267446"/>
                      </a:lnTo>
                      <a:lnTo>
                        <a:pt x="531406" y="267064"/>
                      </a:lnTo>
                      <a:lnTo>
                        <a:pt x="531789" y="266659"/>
                      </a:lnTo>
                      <a:lnTo>
                        <a:pt x="532193" y="266254"/>
                      </a:lnTo>
                      <a:lnTo>
                        <a:pt x="532598" y="265872"/>
                      </a:lnTo>
                      <a:lnTo>
                        <a:pt x="532981" y="265489"/>
                      </a:lnTo>
                      <a:lnTo>
                        <a:pt x="533385" y="265085"/>
                      </a:lnTo>
                      <a:lnTo>
                        <a:pt x="533767" y="264702"/>
                      </a:lnTo>
                      <a:lnTo>
                        <a:pt x="534172" y="264320"/>
                      </a:lnTo>
                      <a:lnTo>
                        <a:pt x="534555" y="263938"/>
                      </a:lnTo>
                      <a:lnTo>
                        <a:pt x="534959" y="263555"/>
                      </a:lnTo>
                      <a:lnTo>
                        <a:pt x="535342" y="263173"/>
                      </a:lnTo>
                      <a:lnTo>
                        <a:pt x="535747" y="262791"/>
                      </a:lnTo>
                      <a:lnTo>
                        <a:pt x="536151" y="262431"/>
                      </a:lnTo>
                      <a:lnTo>
                        <a:pt x="536534" y="262049"/>
                      </a:lnTo>
                      <a:lnTo>
                        <a:pt x="536939" y="261666"/>
                      </a:lnTo>
                      <a:lnTo>
                        <a:pt x="537321" y="261284"/>
                      </a:lnTo>
                      <a:lnTo>
                        <a:pt x="537726" y="260924"/>
                      </a:lnTo>
                      <a:lnTo>
                        <a:pt x="538108" y="260542"/>
                      </a:lnTo>
                      <a:lnTo>
                        <a:pt x="538513" y="260159"/>
                      </a:lnTo>
                      <a:lnTo>
                        <a:pt x="538918" y="259800"/>
                      </a:lnTo>
                      <a:lnTo>
                        <a:pt x="539300" y="259417"/>
                      </a:lnTo>
                      <a:lnTo>
                        <a:pt x="539705" y="259057"/>
                      </a:lnTo>
                      <a:lnTo>
                        <a:pt x="540087" y="258675"/>
                      </a:lnTo>
                      <a:lnTo>
                        <a:pt x="540492" y="258315"/>
                      </a:lnTo>
                      <a:lnTo>
                        <a:pt x="540875" y="257933"/>
                      </a:lnTo>
                      <a:lnTo>
                        <a:pt x="541279" y="257573"/>
                      </a:lnTo>
                      <a:lnTo>
                        <a:pt x="541661" y="257213"/>
                      </a:lnTo>
                      <a:lnTo>
                        <a:pt x="542066" y="256831"/>
                      </a:lnTo>
                      <a:lnTo>
                        <a:pt x="542471" y="256471"/>
                      </a:lnTo>
                      <a:lnTo>
                        <a:pt x="542853" y="256111"/>
                      </a:lnTo>
                      <a:lnTo>
                        <a:pt x="543258" y="255729"/>
                      </a:lnTo>
                      <a:lnTo>
                        <a:pt x="543641" y="255369"/>
                      </a:lnTo>
                      <a:lnTo>
                        <a:pt x="544045" y="255009"/>
                      </a:lnTo>
                      <a:lnTo>
                        <a:pt x="544427" y="254627"/>
                      </a:lnTo>
                      <a:lnTo>
                        <a:pt x="544832" y="254267"/>
                      </a:lnTo>
                      <a:lnTo>
                        <a:pt x="545215" y="253907"/>
                      </a:lnTo>
                      <a:lnTo>
                        <a:pt x="545620" y="253548"/>
                      </a:lnTo>
                      <a:lnTo>
                        <a:pt x="546024" y="253188"/>
                      </a:lnTo>
                      <a:lnTo>
                        <a:pt x="546407" y="252828"/>
                      </a:lnTo>
                      <a:lnTo>
                        <a:pt x="546812" y="252468"/>
                      </a:lnTo>
                      <a:lnTo>
                        <a:pt x="547194" y="252108"/>
                      </a:lnTo>
                      <a:lnTo>
                        <a:pt x="547599" y="251748"/>
                      </a:lnTo>
                      <a:lnTo>
                        <a:pt x="547981" y="251389"/>
                      </a:lnTo>
                      <a:lnTo>
                        <a:pt x="548386" y="251051"/>
                      </a:lnTo>
                      <a:lnTo>
                        <a:pt x="548768" y="250691"/>
                      </a:lnTo>
                      <a:lnTo>
                        <a:pt x="549173" y="250332"/>
                      </a:lnTo>
                      <a:lnTo>
                        <a:pt x="549578" y="249994"/>
                      </a:lnTo>
                      <a:lnTo>
                        <a:pt x="549960" y="249634"/>
                      </a:lnTo>
                      <a:lnTo>
                        <a:pt x="550365" y="249275"/>
                      </a:lnTo>
                      <a:lnTo>
                        <a:pt x="550747" y="248937"/>
                      </a:lnTo>
                      <a:lnTo>
                        <a:pt x="551152" y="248577"/>
                      </a:lnTo>
                      <a:lnTo>
                        <a:pt x="551535" y="248218"/>
                      </a:lnTo>
                      <a:lnTo>
                        <a:pt x="551939" y="247880"/>
                      </a:lnTo>
                      <a:lnTo>
                        <a:pt x="552321" y="247520"/>
                      </a:lnTo>
                      <a:lnTo>
                        <a:pt x="552726" y="247183"/>
                      </a:lnTo>
                      <a:lnTo>
                        <a:pt x="553131" y="246823"/>
                      </a:lnTo>
                      <a:lnTo>
                        <a:pt x="553513" y="246486"/>
                      </a:lnTo>
                      <a:lnTo>
                        <a:pt x="553918" y="246126"/>
                      </a:lnTo>
                      <a:lnTo>
                        <a:pt x="554301" y="245789"/>
                      </a:lnTo>
                      <a:lnTo>
                        <a:pt x="554705" y="245429"/>
                      </a:lnTo>
                      <a:lnTo>
                        <a:pt x="555088" y="245091"/>
                      </a:lnTo>
                      <a:lnTo>
                        <a:pt x="555493" y="244732"/>
                      </a:lnTo>
                      <a:lnTo>
                        <a:pt x="555897" y="244372"/>
                      </a:lnTo>
                      <a:lnTo>
                        <a:pt x="556280" y="244034"/>
                      </a:lnTo>
                      <a:lnTo>
                        <a:pt x="556684" y="243675"/>
                      </a:lnTo>
                      <a:lnTo>
                        <a:pt x="557067" y="243315"/>
                      </a:lnTo>
                      <a:lnTo>
                        <a:pt x="557472" y="242932"/>
                      </a:lnTo>
                      <a:lnTo>
                        <a:pt x="557854" y="242573"/>
                      </a:lnTo>
                      <a:lnTo>
                        <a:pt x="558259" y="242213"/>
                      </a:lnTo>
                      <a:lnTo>
                        <a:pt x="558641" y="241830"/>
                      </a:lnTo>
                      <a:lnTo>
                        <a:pt x="559046" y="241448"/>
                      </a:lnTo>
                      <a:lnTo>
                        <a:pt x="559450" y="241066"/>
                      </a:lnTo>
                      <a:lnTo>
                        <a:pt x="559833" y="240683"/>
                      </a:lnTo>
                      <a:lnTo>
                        <a:pt x="560238" y="240301"/>
                      </a:lnTo>
                      <a:lnTo>
                        <a:pt x="560620" y="239896"/>
                      </a:lnTo>
                      <a:lnTo>
                        <a:pt x="561025" y="239514"/>
                      </a:lnTo>
                      <a:lnTo>
                        <a:pt x="561407" y="239109"/>
                      </a:lnTo>
                      <a:lnTo>
                        <a:pt x="561812" y="238704"/>
                      </a:lnTo>
                      <a:lnTo>
                        <a:pt x="562195" y="238322"/>
                      </a:lnTo>
                      <a:lnTo>
                        <a:pt x="562599" y="237917"/>
                      </a:lnTo>
                      <a:lnTo>
                        <a:pt x="563004" y="237490"/>
                      </a:lnTo>
                      <a:lnTo>
                        <a:pt x="563386" y="237085"/>
                      </a:lnTo>
                      <a:lnTo>
                        <a:pt x="563791" y="236680"/>
                      </a:lnTo>
                      <a:lnTo>
                        <a:pt x="564173" y="236253"/>
                      </a:lnTo>
                      <a:lnTo>
                        <a:pt x="564578" y="235826"/>
                      </a:lnTo>
                      <a:lnTo>
                        <a:pt x="564961" y="235421"/>
                      </a:lnTo>
                      <a:lnTo>
                        <a:pt x="565365" y="234994"/>
                      </a:lnTo>
                      <a:lnTo>
                        <a:pt x="565748" y="234566"/>
                      </a:lnTo>
                      <a:lnTo>
                        <a:pt x="566153" y="234117"/>
                      </a:lnTo>
                      <a:lnTo>
                        <a:pt x="566557" y="233689"/>
                      </a:lnTo>
                      <a:lnTo>
                        <a:pt x="566940" y="233262"/>
                      </a:lnTo>
                      <a:lnTo>
                        <a:pt x="567344" y="232812"/>
                      </a:lnTo>
                      <a:lnTo>
                        <a:pt x="567727" y="232385"/>
                      </a:lnTo>
                      <a:lnTo>
                        <a:pt x="568132" y="231935"/>
                      </a:lnTo>
                      <a:lnTo>
                        <a:pt x="568514" y="231485"/>
                      </a:lnTo>
                      <a:lnTo>
                        <a:pt x="568919" y="231035"/>
                      </a:lnTo>
                      <a:lnTo>
                        <a:pt x="569324" y="230586"/>
                      </a:lnTo>
                      <a:lnTo>
                        <a:pt x="569706" y="230113"/>
                      </a:lnTo>
                      <a:lnTo>
                        <a:pt x="570111" y="229641"/>
                      </a:lnTo>
                      <a:lnTo>
                        <a:pt x="570493" y="229169"/>
                      </a:lnTo>
                      <a:lnTo>
                        <a:pt x="570898" y="228697"/>
                      </a:lnTo>
                      <a:lnTo>
                        <a:pt x="571280" y="228202"/>
                      </a:lnTo>
                      <a:lnTo>
                        <a:pt x="571685" y="227707"/>
                      </a:lnTo>
                      <a:lnTo>
                        <a:pt x="572067" y="227212"/>
                      </a:lnTo>
                      <a:lnTo>
                        <a:pt x="572472" y="226695"/>
                      </a:lnTo>
                      <a:lnTo>
                        <a:pt x="572877" y="226178"/>
                      </a:lnTo>
                      <a:lnTo>
                        <a:pt x="573259" y="225660"/>
                      </a:lnTo>
                      <a:lnTo>
                        <a:pt x="573664" y="225121"/>
                      </a:lnTo>
                      <a:lnTo>
                        <a:pt x="574047" y="224558"/>
                      </a:lnTo>
                      <a:lnTo>
                        <a:pt x="574451" y="224019"/>
                      </a:lnTo>
                      <a:lnTo>
                        <a:pt x="574833" y="223434"/>
                      </a:lnTo>
                      <a:lnTo>
                        <a:pt x="575238" y="222849"/>
                      </a:lnTo>
                      <a:lnTo>
                        <a:pt x="575621" y="222287"/>
                      </a:lnTo>
                      <a:lnTo>
                        <a:pt x="576025" y="221657"/>
                      </a:lnTo>
                      <a:lnTo>
                        <a:pt x="576430" y="221050"/>
                      </a:lnTo>
                      <a:lnTo>
                        <a:pt x="576813" y="220398"/>
                      </a:lnTo>
                      <a:lnTo>
                        <a:pt x="577217" y="219746"/>
                      </a:lnTo>
                      <a:lnTo>
                        <a:pt x="577600" y="219071"/>
                      </a:lnTo>
                      <a:lnTo>
                        <a:pt x="578004" y="218374"/>
                      </a:lnTo>
                      <a:lnTo>
                        <a:pt x="578387" y="217677"/>
                      </a:lnTo>
                      <a:lnTo>
                        <a:pt x="578792" y="216957"/>
                      </a:lnTo>
                      <a:lnTo>
                        <a:pt x="579174" y="216192"/>
                      </a:lnTo>
                      <a:lnTo>
                        <a:pt x="579579" y="215428"/>
                      </a:lnTo>
                      <a:lnTo>
                        <a:pt x="579984" y="214641"/>
                      </a:lnTo>
                      <a:lnTo>
                        <a:pt x="580366" y="213831"/>
                      </a:lnTo>
                      <a:lnTo>
                        <a:pt x="580771" y="212976"/>
                      </a:lnTo>
                      <a:lnTo>
                        <a:pt x="581153" y="212122"/>
                      </a:lnTo>
                      <a:lnTo>
                        <a:pt x="581558" y="211222"/>
                      </a:lnTo>
                      <a:lnTo>
                        <a:pt x="581940" y="210300"/>
                      </a:lnTo>
                      <a:lnTo>
                        <a:pt x="582345" y="209333"/>
                      </a:lnTo>
                      <a:lnTo>
                        <a:pt x="582727" y="208343"/>
                      </a:lnTo>
                      <a:lnTo>
                        <a:pt x="583132" y="207309"/>
                      </a:lnTo>
                      <a:lnTo>
                        <a:pt x="583537" y="206229"/>
                      </a:lnTo>
                      <a:lnTo>
                        <a:pt x="583919" y="205127"/>
                      </a:lnTo>
                      <a:lnTo>
                        <a:pt x="584324" y="203958"/>
                      </a:lnTo>
                      <a:lnTo>
                        <a:pt x="584707" y="202744"/>
                      </a:lnTo>
                      <a:lnTo>
                        <a:pt x="585111" y="201484"/>
                      </a:lnTo>
                      <a:lnTo>
                        <a:pt x="585493" y="200157"/>
                      </a:lnTo>
                      <a:lnTo>
                        <a:pt x="585898" y="198785"/>
                      </a:lnTo>
                      <a:lnTo>
                        <a:pt x="586303" y="197346"/>
                      </a:lnTo>
                      <a:lnTo>
                        <a:pt x="586686" y="195839"/>
                      </a:lnTo>
                      <a:lnTo>
                        <a:pt x="587090" y="194265"/>
                      </a:lnTo>
                      <a:lnTo>
                        <a:pt x="587473" y="192623"/>
                      </a:lnTo>
                      <a:lnTo>
                        <a:pt x="587878" y="190869"/>
                      </a:lnTo>
                      <a:lnTo>
                        <a:pt x="588260" y="189047"/>
                      </a:lnTo>
                      <a:lnTo>
                        <a:pt x="588665" y="187113"/>
                      </a:lnTo>
                      <a:lnTo>
                        <a:pt x="589047" y="185089"/>
                      </a:lnTo>
                      <a:lnTo>
                        <a:pt x="589452" y="182975"/>
                      </a:lnTo>
                      <a:lnTo>
                        <a:pt x="589856" y="180726"/>
                      </a:lnTo>
                      <a:lnTo>
                        <a:pt x="590239" y="178387"/>
                      </a:lnTo>
                      <a:lnTo>
                        <a:pt x="590644" y="175936"/>
                      </a:lnTo>
                      <a:lnTo>
                        <a:pt x="591026" y="173417"/>
                      </a:lnTo>
                      <a:lnTo>
                        <a:pt x="591431" y="170538"/>
                      </a:lnTo>
                      <a:lnTo>
                        <a:pt x="591813" y="166783"/>
                      </a:lnTo>
                      <a:lnTo>
                        <a:pt x="591813" y="143753"/>
                      </a:lnTo>
                      <a:lnTo>
                        <a:pt x="591431" y="147082"/>
                      </a:lnTo>
                      <a:lnTo>
                        <a:pt x="591026" y="149668"/>
                      </a:lnTo>
                      <a:lnTo>
                        <a:pt x="590644" y="151985"/>
                      </a:lnTo>
                      <a:lnTo>
                        <a:pt x="590239" y="154234"/>
                      </a:lnTo>
                      <a:lnTo>
                        <a:pt x="589856" y="156348"/>
                      </a:lnTo>
                      <a:lnTo>
                        <a:pt x="589452" y="158372"/>
                      </a:lnTo>
                      <a:lnTo>
                        <a:pt x="589047" y="160283"/>
                      </a:lnTo>
                      <a:lnTo>
                        <a:pt x="588665" y="162105"/>
                      </a:lnTo>
                      <a:lnTo>
                        <a:pt x="588260" y="163814"/>
                      </a:lnTo>
                      <a:lnTo>
                        <a:pt x="587878" y="165456"/>
                      </a:lnTo>
                      <a:lnTo>
                        <a:pt x="587473" y="167008"/>
                      </a:lnTo>
                      <a:lnTo>
                        <a:pt x="587090" y="168469"/>
                      </a:lnTo>
                      <a:lnTo>
                        <a:pt x="586686" y="169841"/>
                      </a:lnTo>
                      <a:lnTo>
                        <a:pt x="586303" y="171191"/>
                      </a:lnTo>
                      <a:lnTo>
                        <a:pt x="585898" y="172473"/>
                      </a:lnTo>
                      <a:lnTo>
                        <a:pt x="585493" y="173687"/>
                      </a:lnTo>
                      <a:lnTo>
                        <a:pt x="585111" y="174856"/>
                      </a:lnTo>
                      <a:lnTo>
                        <a:pt x="584707" y="175958"/>
                      </a:lnTo>
                      <a:lnTo>
                        <a:pt x="584324" y="177038"/>
                      </a:lnTo>
                      <a:lnTo>
                        <a:pt x="583919" y="178050"/>
                      </a:lnTo>
                      <a:lnTo>
                        <a:pt x="583537" y="179040"/>
                      </a:lnTo>
                      <a:lnTo>
                        <a:pt x="583132" y="180007"/>
                      </a:lnTo>
                      <a:lnTo>
                        <a:pt x="582727" y="180906"/>
                      </a:lnTo>
                      <a:lnTo>
                        <a:pt x="582345" y="181783"/>
                      </a:lnTo>
                      <a:lnTo>
                        <a:pt x="581940" y="182638"/>
                      </a:lnTo>
                      <a:lnTo>
                        <a:pt x="581558" y="183470"/>
                      </a:lnTo>
                      <a:lnTo>
                        <a:pt x="581153" y="184257"/>
                      </a:lnTo>
                      <a:lnTo>
                        <a:pt x="580771" y="185044"/>
                      </a:lnTo>
                      <a:lnTo>
                        <a:pt x="580366" y="185786"/>
                      </a:lnTo>
                      <a:lnTo>
                        <a:pt x="579984" y="186506"/>
                      </a:lnTo>
                      <a:lnTo>
                        <a:pt x="579579" y="187226"/>
                      </a:lnTo>
                      <a:lnTo>
                        <a:pt x="579174" y="187900"/>
                      </a:lnTo>
                      <a:lnTo>
                        <a:pt x="578792" y="188575"/>
                      </a:lnTo>
                      <a:lnTo>
                        <a:pt x="578387" y="189227"/>
                      </a:lnTo>
                      <a:lnTo>
                        <a:pt x="578004" y="189857"/>
                      </a:lnTo>
                      <a:lnTo>
                        <a:pt x="577600" y="190487"/>
                      </a:lnTo>
                      <a:lnTo>
                        <a:pt x="577217" y="191094"/>
                      </a:lnTo>
                      <a:lnTo>
                        <a:pt x="576813" y="191679"/>
                      </a:lnTo>
                      <a:lnTo>
                        <a:pt x="576430" y="192263"/>
                      </a:lnTo>
                      <a:lnTo>
                        <a:pt x="576025" y="192826"/>
                      </a:lnTo>
                      <a:lnTo>
                        <a:pt x="575621" y="193388"/>
                      </a:lnTo>
                      <a:lnTo>
                        <a:pt x="575238" y="193928"/>
                      </a:lnTo>
                      <a:lnTo>
                        <a:pt x="574833" y="194445"/>
                      </a:lnTo>
                      <a:lnTo>
                        <a:pt x="574451" y="194985"/>
                      </a:lnTo>
                      <a:lnTo>
                        <a:pt x="574047" y="195479"/>
                      </a:lnTo>
                      <a:lnTo>
                        <a:pt x="573664" y="195997"/>
                      </a:lnTo>
                      <a:lnTo>
                        <a:pt x="573259" y="196469"/>
                      </a:lnTo>
                      <a:lnTo>
                        <a:pt x="572877" y="196964"/>
                      </a:lnTo>
                      <a:lnTo>
                        <a:pt x="572472" y="197436"/>
                      </a:lnTo>
                      <a:lnTo>
                        <a:pt x="572067" y="197908"/>
                      </a:lnTo>
                      <a:lnTo>
                        <a:pt x="571685" y="198358"/>
                      </a:lnTo>
                      <a:lnTo>
                        <a:pt x="571280" y="198808"/>
                      </a:lnTo>
                      <a:lnTo>
                        <a:pt x="570898" y="199258"/>
                      </a:lnTo>
                      <a:lnTo>
                        <a:pt x="570493" y="199707"/>
                      </a:lnTo>
                      <a:lnTo>
                        <a:pt x="570111" y="200135"/>
                      </a:lnTo>
                      <a:lnTo>
                        <a:pt x="569706" y="200562"/>
                      </a:lnTo>
                      <a:lnTo>
                        <a:pt x="569324" y="200989"/>
                      </a:lnTo>
                      <a:lnTo>
                        <a:pt x="568919" y="201417"/>
                      </a:lnTo>
                      <a:lnTo>
                        <a:pt x="568514" y="201821"/>
                      </a:lnTo>
                      <a:lnTo>
                        <a:pt x="568132" y="202226"/>
                      </a:lnTo>
                      <a:lnTo>
                        <a:pt x="567727" y="202631"/>
                      </a:lnTo>
                      <a:lnTo>
                        <a:pt x="567344" y="203058"/>
                      </a:lnTo>
                      <a:lnTo>
                        <a:pt x="566940" y="203463"/>
                      </a:lnTo>
                      <a:lnTo>
                        <a:pt x="566557" y="203846"/>
                      </a:lnTo>
                      <a:lnTo>
                        <a:pt x="566153" y="204250"/>
                      </a:lnTo>
                      <a:lnTo>
                        <a:pt x="565748" y="204655"/>
                      </a:lnTo>
                      <a:lnTo>
                        <a:pt x="565365" y="205060"/>
                      </a:lnTo>
                      <a:lnTo>
                        <a:pt x="564961" y="205442"/>
                      </a:lnTo>
                      <a:lnTo>
                        <a:pt x="564578" y="205825"/>
                      </a:lnTo>
                      <a:lnTo>
                        <a:pt x="564173" y="206229"/>
                      </a:lnTo>
                      <a:lnTo>
                        <a:pt x="563791" y="206612"/>
                      </a:lnTo>
                      <a:lnTo>
                        <a:pt x="563386" y="206994"/>
                      </a:lnTo>
                      <a:lnTo>
                        <a:pt x="563004" y="207376"/>
                      </a:lnTo>
                      <a:lnTo>
                        <a:pt x="562599" y="207759"/>
                      </a:lnTo>
                      <a:lnTo>
                        <a:pt x="562195" y="208119"/>
                      </a:lnTo>
                      <a:lnTo>
                        <a:pt x="561812" y="208501"/>
                      </a:lnTo>
                      <a:lnTo>
                        <a:pt x="561407" y="208883"/>
                      </a:lnTo>
                      <a:lnTo>
                        <a:pt x="561025" y="209243"/>
                      </a:lnTo>
                      <a:lnTo>
                        <a:pt x="560620" y="209603"/>
                      </a:lnTo>
                      <a:lnTo>
                        <a:pt x="560238" y="209963"/>
                      </a:lnTo>
                      <a:lnTo>
                        <a:pt x="559833" y="210345"/>
                      </a:lnTo>
                      <a:lnTo>
                        <a:pt x="559450" y="210705"/>
                      </a:lnTo>
                      <a:lnTo>
                        <a:pt x="559046" y="211042"/>
                      </a:lnTo>
                      <a:lnTo>
                        <a:pt x="558641" y="211402"/>
                      </a:lnTo>
                      <a:lnTo>
                        <a:pt x="558259" y="211762"/>
                      </a:lnTo>
                      <a:lnTo>
                        <a:pt x="557854" y="212099"/>
                      </a:lnTo>
                      <a:lnTo>
                        <a:pt x="557472" y="212459"/>
                      </a:lnTo>
                      <a:lnTo>
                        <a:pt x="557067" y="212796"/>
                      </a:lnTo>
                      <a:lnTo>
                        <a:pt x="556684" y="213134"/>
                      </a:lnTo>
                      <a:lnTo>
                        <a:pt x="556280" y="213471"/>
                      </a:lnTo>
                      <a:lnTo>
                        <a:pt x="555897" y="213808"/>
                      </a:lnTo>
                      <a:lnTo>
                        <a:pt x="555493" y="214146"/>
                      </a:lnTo>
                      <a:lnTo>
                        <a:pt x="555088" y="214483"/>
                      </a:lnTo>
                      <a:lnTo>
                        <a:pt x="554705" y="214820"/>
                      </a:lnTo>
                      <a:lnTo>
                        <a:pt x="554301" y="215158"/>
                      </a:lnTo>
                      <a:lnTo>
                        <a:pt x="553918" y="215495"/>
                      </a:lnTo>
                      <a:lnTo>
                        <a:pt x="553513" y="215810"/>
                      </a:lnTo>
                      <a:lnTo>
                        <a:pt x="553131" y="216147"/>
                      </a:lnTo>
                      <a:lnTo>
                        <a:pt x="552726" y="216485"/>
                      </a:lnTo>
                      <a:lnTo>
                        <a:pt x="552321" y="216800"/>
                      </a:lnTo>
                      <a:lnTo>
                        <a:pt x="551939" y="217137"/>
                      </a:lnTo>
                      <a:lnTo>
                        <a:pt x="551535" y="217474"/>
                      </a:lnTo>
                      <a:lnTo>
                        <a:pt x="551152" y="217812"/>
                      </a:lnTo>
                      <a:lnTo>
                        <a:pt x="550747" y="218149"/>
                      </a:lnTo>
                      <a:lnTo>
                        <a:pt x="550365" y="218464"/>
                      </a:lnTo>
                      <a:lnTo>
                        <a:pt x="549960" y="218801"/>
                      </a:lnTo>
                      <a:lnTo>
                        <a:pt x="549578" y="219138"/>
                      </a:lnTo>
                      <a:lnTo>
                        <a:pt x="549173" y="219476"/>
                      </a:lnTo>
                      <a:lnTo>
                        <a:pt x="548768" y="219791"/>
                      </a:lnTo>
                      <a:lnTo>
                        <a:pt x="548386" y="220128"/>
                      </a:lnTo>
                      <a:lnTo>
                        <a:pt x="547981" y="220465"/>
                      </a:lnTo>
                      <a:lnTo>
                        <a:pt x="547599" y="220803"/>
                      </a:lnTo>
                      <a:lnTo>
                        <a:pt x="547194" y="221140"/>
                      </a:lnTo>
                      <a:lnTo>
                        <a:pt x="546812" y="221455"/>
                      </a:lnTo>
                      <a:lnTo>
                        <a:pt x="546407" y="221792"/>
                      </a:lnTo>
                      <a:lnTo>
                        <a:pt x="546024" y="222130"/>
                      </a:lnTo>
                      <a:lnTo>
                        <a:pt x="545620" y="222467"/>
                      </a:lnTo>
                      <a:lnTo>
                        <a:pt x="545215" y="222804"/>
                      </a:lnTo>
                      <a:lnTo>
                        <a:pt x="544832" y="223142"/>
                      </a:lnTo>
                      <a:lnTo>
                        <a:pt x="544427" y="223479"/>
                      </a:lnTo>
                      <a:lnTo>
                        <a:pt x="544045" y="223839"/>
                      </a:lnTo>
                      <a:lnTo>
                        <a:pt x="543641" y="224176"/>
                      </a:lnTo>
                      <a:lnTo>
                        <a:pt x="543258" y="224513"/>
                      </a:lnTo>
                      <a:lnTo>
                        <a:pt x="542853" y="224873"/>
                      </a:lnTo>
                      <a:lnTo>
                        <a:pt x="542471" y="225211"/>
                      </a:lnTo>
                      <a:lnTo>
                        <a:pt x="542066" y="225548"/>
                      </a:lnTo>
                      <a:lnTo>
                        <a:pt x="541661" y="225908"/>
                      </a:lnTo>
                      <a:lnTo>
                        <a:pt x="541279" y="226245"/>
                      </a:lnTo>
                      <a:lnTo>
                        <a:pt x="540875" y="226605"/>
                      </a:lnTo>
                      <a:lnTo>
                        <a:pt x="540492" y="226942"/>
                      </a:lnTo>
                      <a:lnTo>
                        <a:pt x="540087" y="227280"/>
                      </a:lnTo>
                      <a:lnTo>
                        <a:pt x="539705" y="227640"/>
                      </a:lnTo>
                      <a:lnTo>
                        <a:pt x="539300" y="227977"/>
                      </a:lnTo>
                      <a:lnTo>
                        <a:pt x="538918" y="228337"/>
                      </a:lnTo>
                      <a:lnTo>
                        <a:pt x="538513" y="228697"/>
                      </a:lnTo>
                      <a:lnTo>
                        <a:pt x="538108" y="229034"/>
                      </a:lnTo>
                      <a:lnTo>
                        <a:pt x="537726" y="229394"/>
                      </a:lnTo>
                      <a:lnTo>
                        <a:pt x="537321" y="229754"/>
                      </a:lnTo>
                      <a:lnTo>
                        <a:pt x="536939" y="230091"/>
                      </a:lnTo>
                      <a:lnTo>
                        <a:pt x="536534" y="230451"/>
                      </a:lnTo>
                      <a:lnTo>
                        <a:pt x="536151" y="230811"/>
                      </a:lnTo>
                      <a:lnTo>
                        <a:pt x="535747" y="231170"/>
                      </a:lnTo>
                      <a:lnTo>
                        <a:pt x="535342" y="231508"/>
                      </a:lnTo>
                      <a:lnTo>
                        <a:pt x="534959" y="231868"/>
                      </a:lnTo>
                      <a:lnTo>
                        <a:pt x="534555" y="232227"/>
                      </a:lnTo>
                      <a:lnTo>
                        <a:pt x="534172" y="232587"/>
                      </a:lnTo>
                      <a:lnTo>
                        <a:pt x="533767" y="232947"/>
                      </a:lnTo>
                      <a:lnTo>
                        <a:pt x="533385" y="233307"/>
                      </a:lnTo>
                      <a:lnTo>
                        <a:pt x="532981" y="233667"/>
                      </a:lnTo>
                      <a:lnTo>
                        <a:pt x="532598" y="234049"/>
                      </a:lnTo>
                      <a:lnTo>
                        <a:pt x="532193" y="234409"/>
                      </a:lnTo>
                      <a:lnTo>
                        <a:pt x="531789" y="234769"/>
                      </a:lnTo>
                      <a:lnTo>
                        <a:pt x="531406" y="235151"/>
                      </a:lnTo>
                      <a:lnTo>
                        <a:pt x="531001" y="235511"/>
                      </a:lnTo>
                      <a:lnTo>
                        <a:pt x="530619" y="235893"/>
                      </a:lnTo>
                      <a:lnTo>
                        <a:pt x="530214" y="236253"/>
                      </a:lnTo>
                      <a:lnTo>
                        <a:pt x="529832" y="236635"/>
                      </a:lnTo>
                      <a:lnTo>
                        <a:pt x="529427" y="237018"/>
                      </a:lnTo>
                      <a:lnTo>
                        <a:pt x="529045" y="237400"/>
                      </a:lnTo>
                      <a:lnTo>
                        <a:pt x="528640" y="237782"/>
                      </a:lnTo>
                      <a:lnTo>
                        <a:pt x="528235" y="238165"/>
                      </a:lnTo>
                      <a:lnTo>
                        <a:pt x="527853" y="238547"/>
                      </a:lnTo>
                      <a:lnTo>
                        <a:pt x="527448" y="238929"/>
                      </a:lnTo>
                      <a:lnTo>
                        <a:pt x="527066" y="239312"/>
                      </a:lnTo>
                      <a:lnTo>
                        <a:pt x="526661" y="239694"/>
                      </a:lnTo>
                      <a:lnTo>
                        <a:pt x="526278" y="240076"/>
                      </a:lnTo>
                      <a:lnTo>
                        <a:pt x="525874" y="240481"/>
                      </a:lnTo>
                      <a:lnTo>
                        <a:pt x="525491" y="240863"/>
                      </a:lnTo>
                      <a:lnTo>
                        <a:pt x="525087" y="241246"/>
                      </a:lnTo>
                      <a:lnTo>
                        <a:pt x="524682" y="241651"/>
                      </a:lnTo>
                      <a:lnTo>
                        <a:pt x="524299" y="242033"/>
                      </a:lnTo>
                      <a:lnTo>
                        <a:pt x="523895" y="242438"/>
                      </a:lnTo>
                      <a:lnTo>
                        <a:pt x="523535" y="242842"/>
                      </a:lnTo>
                      <a:lnTo>
                        <a:pt x="523107" y="243225"/>
                      </a:lnTo>
                      <a:lnTo>
                        <a:pt x="522748" y="243630"/>
                      </a:lnTo>
                      <a:lnTo>
                        <a:pt x="522343" y="244034"/>
                      </a:lnTo>
                      <a:lnTo>
                        <a:pt x="521938" y="244439"/>
                      </a:lnTo>
                      <a:lnTo>
                        <a:pt x="521556" y="244844"/>
                      </a:lnTo>
                      <a:lnTo>
                        <a:pt x="521151" y="245249"/>
                      </a:lnTo>
                      <a:lnTo>
                        <a:pt x="520768" y="245654"/>
                      </a:lnTo>
                      <a:lnTo>
                        <a:pt x="520364" y="246058"/>
                      </a:lnTo>
                      <a:lnTo>
                        <a:pt x="519982" y="246463"/>
                      </a:lnTo>
                      <a:lnTo>
                        <a:pt x="519576" y="246868"/>
                      </a:lnTo>
                      <a:lnTo>
                        <a:pt x="519194" y="247273"/>
                      </a:lnTo>
                      <a:lnTo>
                        <a:pt x="518790" y="247678"/>
                      </a:lnTo>
                      <a:lnTo>
                        <a:pt x="518385" y="248083"/>
                      </a:lnTo>
                      <a:lnTo>
                        <a:pt x="518002" y="248487"/>
                      </a:lnTo>
                      <a:lnTo>
                        <a:pt x="517598" y="248915"/>
                      </a:lnTo>
                      <a:lnTo>
                        <a:pt x="517215" y="249319"/>
                      </a:lnTo>
                      <a:lnTo>
                        <a:pt x="516810" y="249747"/>
                      </a:lnTo>
                      <a:lnTo>
                        <a:pt x="516428" y="250152"/>
                      </a:lnTo>
                      <a:lnTo>
                        <a:pt x="516023" y="250579"/>
                      </a:lnTo>
                      <a:lnTo>
                        <a:pt x="515641" y="251006"/>
                      </a:lnTo>
                      <a:lnTo>
                        <a:pt x="515236" y="251433"/>
                      </a:lnTo>
                      <a:lnTo>
                        <a:pt x="514831" y="251861"/>
                      </a:lnTo>
                      <a:lnTo>
                        <a:pt x="514449" y="252288"/>
                      </a:lnTo>
                      <a:lnTo>
                        <a:pt x="514044" y="252715"/>
                      </a:lnTo>
                      <a:lnTo>
                        <a:pt x="513662" y="253143"/>
                      </a:lnTo>
                      <a:lnTo>
                        <a:pt x="513257" y="253570"/>
                      </a:lnTo>
                      <a:lnTo>
                        <a:pt x="512875" y="254020"/>
                      </a:lnTo>
                      <a:lnTo>
                        <a:pt x="512470" y="254447"/>
                      </a:lnTo>
                      <a:lnTo>
                        <a:pt x="512088" y="254874"/>
                      </a:lnTo>
                      <a:lnTo>
                        <a:pt x="511683" y="255324"/>
                      </a:lnTo>
                      <a:lnTo>
                        <a:pt x="511278" y="255751"/>
                      </a:lnTo>
                      <a:lnTo>
                        <a:pt x="510896" y="256201"/>
                      </a:lnTo>
                      <a:lnTo>
                        <a:pt x="510491" y="256629"/>
                      </a:lnTo>
                      <a:lnTo>
                        <a:pt x="510108" y="257078"/>
                      </a:lnTo>
                      <a:lnTo>
                        <a:pt x="509704" y="257528"/>
                      </a:lnTo>
                      <a:lnTo>
                        <a:pt x="509322" y="257978"/>
                      </a:lnTo>
                      <a:lnTo>
                        <a:pt x="508916" y="258428"/>
                      </a:lnTo>
                      <a:lnTo>
                        <a:pt x="508534" y="258878"/>
                      </a:lnTo>
                      <a:lnTo>
                        <a:pt x="508130" y="259327"/>
                      </a:lnTo>
                      <a:lnTo>
                        <a:pt x="507724" y="259777"/>
                      </a:lnTo>
                      <a:lnTo>
                        <a:pt x="507342" y="260227"/>
                      </a:lnTo>
                      <a:lnTo>
                        <a:pt x="506938" y="260677"/>
                      </a:lnTo>
                      <a:lnTo>
                        <a:pt x="506555" y="261127"/>
                      </a:lnTo>
                      <a:lnTo>
                        <a:pt x="506150" y="261576"/>
                      </a:lnTo>
                      <a:lnTo>
                        <a:pt x="505768" y="262026"/>
                      </a:lnTo>
                      <a:lnTo>
                        <a:pt x="505363" y="262476"/>
                      </a:lnTo>
                      <a:lnTo>
                        <a:pt x="504958" y="262948"/>
                      </a:lnTo>
                      <a:lnTo>
                        <a:pt x="504576" y="263398"/>
                      </a:lnTo>
                      <a:lnTo>
                        <a:pt x="504171" y="263848"/>
                      </a:lnTo>
                      <a:lnTo>
                        <a:pt x="503789" y="264298"/>
                      </a:lnTo>
                      <a:lnTo>
                        <a:pt x="503384" y="264747"/>
                      </a:lnTo>
                      <a:lnTo>
                        <a:pt x="503002" y="265197"/>
                      </a:lnTo>
                      <a:lnTo>
                        <a:pt x="502597" y="265669"/>
                      </a:lnTo>
                      <a:lnTo>
                        <a:pt x="502214" y="266119"/>
                      </a:lnTo>
                      <a:lnTo>
                        <a:pt x="501810" y="266569"/>
                      </a:lnTo>
                      <a:lnTo>
                        <a:pt x="501405" y="267041"/>
                      </a:lnTo>
                      <a:lnTo>
                        <a:pt x="501022" y="267491"/>
                      </a:lnTo>
                      <a:lnTo>
                        <a:pt x="500618" y="267963"/>
                      </a:lnTo>
                      <a:lnTo>
                        <a:pt x="500236" y="268413"/>
                      </a:lnTo>
                      <a:lnTo>
                        <a:pt x="499831" y="268885"/>
                      </a:lnTo>
                      <a:lnTo>
                        <a:pt x="499448" y="269358"/>
                      </a:lnTo>
                      <a:lnTo>
                        <a:pt x="499044" y="269830"/>
                      </a:lnTo>
                      <a:lnTo>
                        <a:pt x="498662" y="270302"/>
                      </a:lnTo>
                      <a:lnTo>
                        <a:pt x="498256" y="270775"/>
                      </a:lnTo>
                      <a:lnTo>
                        <a:pt x="497852" y="271247"/>
                      </a:lnTo>
                      <a:lnTo>
                        <a:pt x="497469" y="271719"/>
                      </a:lnTo>
                      <a:lnTo>
                        <a:pt x="497064" y="272214"/>
                      </a:lnTo>
                      <a:lnTo>
                        <a:pt x="496682" y="272686"/>
                      </a:lnTo>
                      <a:lnTo>
                        <a:pt x="496277" y="273158"/>
                      </a:lnTo>
                      <a:lnTo>
                        <a:pt x="495895" y="273631"/>
                      </a:lnTo>
                      <a:lnTo>
                        <a:pt x="495490" y="274125"/>
                      </a:lnTo>
                      <a:lnTo>
                        <a:pt x="495108" y="274598"/>
                      </a:lnTo>
                      <a:lnTo>
                        <a:pt x="494703" y="275070"/>
                      </a:lnTo>
                      <a:lnTo>
                        <a:pt x="494298" y="275565"/>
                      </a:lnTo>
                      <a:lnTo>
                        <a:pt x="493916" y="276037"/>
                      </a:lnTo>
                      <a:lnTo>
                        <a:pt x="493511" y="276532"/>
                      </a:lnTo>
                      <a:lnTo>
                        <a:pt x="493129" y="277004"/>
                      </a:lnTo>
                      <a:lnTo>
                        <a:pt x="492724" y="277499"/>
                      </a:lnTo>
                      <a:lnTo>
                        <a:pt x="492342" y="277971"/>
                      </a:lnTo>
                      <a:lnTo>
                        <a:pt x="491937" y="278466"/>
                      </a:lnTo>
                      <a:lnTo>
                        <a:pt x="491532" y="278961"/>
                      </a:lnTo>
                      <a:lnTo>
                        <a:pt x="491150" y="279433"/>
                      </a:lnTo>
                      <a:lnTo>
                        <a:pt x="490745" y="279928"/>
                      </a:lnTo>
                      <a:lnTo>
                        <a:pt x="490362" y="280423"/>
                      </a:lnTo>
                      <a:lnTo>
                        <a:pt x="489958" y="280895"/>
                      </a:lnTo>
                      <a:lnTo>
                        <a:pt x="489576" y="281390"/>
                      </a:lnTo>
                      <a:lnTo>
                        <a:pt x="489170" y="281884"/>
                      </a:lnTo>
                      <a:lnTo>
                        <a:pt x="488788" y="282357"/>
                      </a:lnTo>
                      <a:lnTo>
                        <a:pt x="488384" y="282851"/>
                      </a:lnTo>
                      <a:lnTo>
                        <a:pt x="487979" y="283346"/>
                      </a:lnTo>
                      <a:lnTo>
                        <a:pt x="487596" y="283819"/>
                      </a:lnTo>
                      <a:lnTo>
                        <a:pt x="487192" y="284313"/>
                      </a:lnTo>
                      <a:lnTo>
                        <a:pt x="486809" y="284808"/>
                      </a:lnTo>
                      <a:lnTo>
                        <a:pt x="486404" y="285303"/>
                      </a:lnTo>
                      <a:lnTo>
                        <a:pt x="486022" y="285798"/>
                      </a:lnTo>
                      <a:lnTo>
                        <a:pt x="485617" y="286270"/>
                      </a:lnTo>
                      <a:lnTo>
                        <a:pt x="485235" y="286765"/>
                      </a:lnTo>
                      <a:lnTo>
                        <a:pt x="484830" y="287259"/>
                      </a:lnTo>
                      <a:lnTo>
                        <a:pt x="484425" y="287754"/>
                      </a:lnTo>
                      <a:lnTo>
                        <a:pt x="484043" y="288226"/>
                      </a:lnTo>
                      <a:lnTo>
                        <a:pt x="483638" y="288721"/>
                      </a:lnTo>
                      <a:lnTo>
                        <a:pt x="483256" y="289216"/>
                      </a:lnTo>
                      <a:lnTo>
                        <a:pt x="482851" y="289688"/>
                      </a:lnTo>
                      <a:lnTo>
                        <a:pt x="482469" y="290183"/>
                      </a:lnTo>
                      <a:lnTo>
                        <a:pt x="482064" y="290678"/>
                      </a:lnTo>
                      <a:lnTo>
                        <a:pt x="481682" y="291173"/>
                      </a:lnTo>
                      <a:lnTo>
                        <a:pt x="481277" y="291645"/>
                      </a:lnTo>
                      <a:lnTo>
                        <a:pt x="480872" y="292140"/>
                      </a:lnTo>
                      <a:lnTo>
                        <a:pt x="480490" y="292634"/>
                      </a:lnTo>
                      <a:lnTo>
                        <a:pt x="480085" y="293107"/>
                      </a:lnTo>
                      <a:lnTo>
                        <a:pt x="479702" y="293601"/>
                      </a:lnTo>
                      <a:lnTo>
                        <a:pt x="479298" y="294074"/>
                      </a:lnTo>
                      <a:lnTo>
                        <a:pt x="478916" y="294569"/>
                      </a:lnTo>
                      <a:lnTo>
                        <a:pt x="478510" y="295063"/>
                      </a:lnTo>
                      <a:lnTo>
                        <a:pt x="478128" y="295558"/>
                      </a:lnTo>
                      <a:lnTo>
                        <a:pt x="477724" y="296053"/>
                      </a:lnTo>
                      <a:lnTo>
                        <a:pt x="477319" y="296548"/>
                      </a:lnTo>
                      <a:lnTo>
                        <a:pt x="476936" y="297042"/>
                      </a:lnTo>
                      <a:lnTo>
                        <a:pt x="476532" y="297537"/>
                      </a:lnTo>
                      <a:lnTo>
                        <a:pt x="476149" y="298032"/>
                      </a:lnTo>
                      <a:lnTo>
                        <a:pt x="475744" y="298549"/>
                      </a:lnTo>
                      <a:lnTo>
                        <a:pt x="475362" y="299044"/>
                      </a:lnTo>
                      <a:lnTo>
                        <a:pt x="474957" y="299561"/>
                      </a:lnTo>
                      <a:lnTo>
                        <a:pt x="474552" y="300078"/>
                      </a:lnTo>
                      <a:lnTo>
                        <a:pt x="474170" y="300573"/>
                      </a:lnTo>
                      <a:lnTo>
                        <a:pt x="473765" y="301091"/>
                      </a:lnTo>
                      <a:lnTo>
                        <a:pt x="473383" y="301608"/>
                      </a:lnTo>
                      <a:lnTo>
                        <a:pt x="472978" y="302125"/>
                      </a:lnTo>
                      <a:lnTo>
                        <a:pt x="472596" y="302665"/>
                      </a:lnTo>
                      <a:lnTo>
                        <a:pt x="472191" y="303182"/>
                      </a:lnTo>
                      <a:lnTo>
                        <a:pt x="471809" y="303699"/>
                      </a:lnTo>
                      <a:lnTo>
                        <a:pt x="471404" y="304239"/>
                      </a:lnTo>
                      <a:lnTo>
                        <a:pt x="470999" y="304756"/>
                      </a:lnTo>
                      <a:lnTo>
                        <a:pt x="470617" y="305296"/>
                      </a:lnTo>
                      <a:lnTo>
                        <a:pt x="470212" y="305836"/>
                      </a:lnTo>
                      <a:lnTo>
                        <a:pt x="469830" y="306376"/>
                      </a:lnTo>
                      <a:lnTo>
                        <a:pt x="469425" y="306893"/>
                      </a:lnTo>
                      <a:lnTo>
                        <a:pt x="469042" y="307433"/>
                      </a:lnTo>
                      <a:lnTo>
                        <a:pt x="468638" y="307995"/>
                      </a:lnTo>
                      <a:lnTo>
                        <a:pt x="468256" y="308535"/>
                      </a:lnTo>
                      <a:lnTo>
                        <a:pt x="467850" y="309074"/>
                      </a:lnTo>
                      <a:lnTo>
                        <a:pt x="467446" y="309614"/>
                      </a:lnTo>
                      <a:lnTo>
                        <a:pt x="467064" y="310176"/>
                      </a:lnTo>
                      <a:lnTo>
                        <a:pt x="466659" y="310716"/>
                      </a:lnTo>
                      <a:lnTo>
                        <a:pt x="466276" y="311278"/>
                      </a:lnTo>
                      <a:lnTo>
                        <a:pt x="465872" y="311818"/>
                      </a:lnTo>
                      <a:lnTo>
                        <a:pt x="465489" y="312380"/>
                      </a:lnTo>
                      <a:lnTo>
                        <a:pt x="465084" y="312943"/>
                      </a:lnTo>
                      <a:lnTo>
                        <a:pt x="464702" y="313482"/>
                      </a:lnTo>
                      <a:lnTo>
                        <a:pt x="464297" y="314044"/>
                      </a:lnTo>
                      <a:lnTo>
                        <a:pt x="463892" y="314607"/>
                      </a:lnTo>
                      <a:lnTo>
                        <a:pt x="463510" y="315169"/>
                      </a:lnTo>
                      <a:lnTo>
                        <a:pt x="463105" y="315731"/>
                      </a:lnTo>
                      <a:lnTo>
                        <a:pt x="462723" y="316293"/>
                      </a:lnTo>
                      <a:lnTo>
                        <a:pt x="462318" y="316856"/>
                      </a:lnTo>
                      <a:lnTo>
                        <a:pt x="461936" y="317418"/>
                      </a:lnTo>
                      <a:lnTo>
                        <a:pt x="461531" y="317980"/>
                      </a:lnTo>
                      <a:lnTo>
                        <a:pt x="461126" y="318542"/>
                      </a:lnTo>
                      <a:lnTo>
                        <a:pt x="460744" y="319105"/>
                      </a:lnTo>
                      <a:lnTo>
                        <a:pt x="460339" y="319667"/>
                      </a:lnTo>
                      <a:lnTo>
                        <a:pt x="459956" y="320229"/>
                      </a:lnTo>
                      <a:lnTo>
                        <a:pt x="459552" y="320791"/>
                      </a:lnTo>
                      <a:lnTo>
                        <a:pt x="459170" y="321354"/>
                      </a:lnTo>
                      <a:lnTo>
                        <a:pt x="458765" y="321916"/>
                      </a:lnTo>
                      <a:lnTo>
                        <a:pt x="458382" y="322478"/>
                      </a:lnTo>
                      <a:lnTo>
                        <a:pt x="457978" y="323040"/>
                      </a:lnTo>
                      <a:lnTo>
                        <a:pt x="457573" y="323603"/>
                      </a:lnTo>
                      <a:lnTo>
                        <a:pt x="457190" y="324165"/>
                      </a:lnTo>
                      <a:lnTo>
                        <a:pt x="456786" y="324727"/>
                      </a:lnTo>
                      <a:lnTo>
                        <a:pt x="456403" y="325312"/>
                      </a:lnTo>
                      <a:lnTo>
                        <a:pt x="455998" y="325874"/>
                      </a:lnTo>
                      <a:lnTo>
                        <a:pt x="455616" y="326436"/>
                      </a:lnTo>
                      <a:lnTo>
                        <a:pt x="455211" y="326999"/>
                      </a:lnTo>
                      <a:lnTo>
                        <a:pt x="454829" y="327561"/>
                      </a:lnTo>
                      <a:lnTo>
                        <a:pt x="454424" y="328145"/>
                      </a:lnTo>
                      <a:lnTo>
                        <a:pt x="454019" y="328708"/>
                      </a:lnTo>
                      <a:lnTo>
                        <a:pt x="453637" y="329270"/>
                      </a:lnTo>
                      <a:lnTo>
                        <a:pt x="453232" y="329855"/>
                      </a:lnTo>
                      <a:lnTo>
                        <a:pt x="452850" y="330417"/>
                      </a:lnTo>
                      <a:lnTo>
                        <a:pt x="452445" y="330979"/>
                      </a:lnTo>
                      <a:lnTo>
                        <a:pt x="452063" y="331541"/>
                      </a:lnTo>
                      <a:lnTo>
                        <a:pt x="451658" y="332104"/>
                      </a:lnTo>
                      <a:lnTo>
                        <a:pt x="451276" y="332688"/>
                      </a:lnTo>
                      <a:lnTo>
                        <a:pt x="450871" y="333251"/>
                      </a:lnTo>
                      <a:lnTo>
                        <a:pt x="450466" y="333813"/>
                      </a:lnTo>
                      <a:lnTo>
                        <a:pt x="450084" y="334375"/>
                      </a:lnTo>
                      <a:lnTo>
                        <a:pt x="449679" y="334937"/>
                      </a:lnTo>
                      <a:lnTo>
                        <a:pt x="449296" y="335522"/>
                      </a:lnTo>
                      <a:lnTo>
                        <a:pt x="448892" y="336084"/>
                      </a:lnTo>
                      <a:lnTo>
                        <a:pt x="448510" y="336669"/>
                      </a:lnTo>
                      <a:lnTo>
                        <a:pt x="448105" y="337231"/>
                      </a:lnTo>
                      <a:lnTo>
                        <a:pt x="447722" y="337816"/>
                      </a:lnTo>
                      <a:lnTo>
                        <a:pt x="447318" y="338401"/>
                      </a:lnTo>
                      <a:lnTo>
                        <a:pt x="446913" y="338985"/>
                      </a:lnTo>
                      <a:lnTo>
                        <a:pt x="446530" y="339548"/>
                      </a:lnTo>
                      <a:lnTo>
                        <a:pt x="446126" y="340132"/>
                      </a:lnTo>
                      <a:lnTo>
                        <a:pt x="445743" y="340717"/>
                      </a:lnTo>
                      <a:lnTo>
                        <a:pt x="445338" y="341302"/>
                      </a:lnTo>
                      <a:lnTo>
                        <a:pt x="444956" y="341887"/>
                      </a:lnTo>
                      <a:lnTo>
                        <a:pt x="444551" y="342471"/>
                      </a:lnTo>
                      <a:lnTo>
                        <a:pt x="444147" y="343056"/>
                      </a:lnTo>
                      <a:lnTo>
                        <a:pt x="443764" y="343641"/>
                      </a:lnTo>
                      <a:lnTo>
                        <a:pt x="443359" y="344226"/>
                      </a:lnTo>
                      <a:lnTo>
                        <a:pt x="442977" y="344833"/>
                      </a:lnTo>
                      <a:lnTo>
                        <a:pt x="442572" y="345417"/>
                      </a:lnTo>
                      <a:lnTo>
                        <a:pt x="442190" y="346025"/>
                      </a:lnTo>
                      <a:lnTo>
                        <a:pt x="441785" y="346632"/>
                      </a:lnTo>
                      <a:lnTo>
                        <a:pt x="441403" y="347217"/>
                      </a:lnTo>
                      <a:lnTo>
                        <a:pt x="440998" y="347824"/>
                      </a:lnTo>
                      <a:lnTo>
                        <a:pt x="440593" y="348431"/>
                      </a:lnTo>
                      <a:lnTo>
                        <a:pt x="440211" y="349038"/>
                      </a:lnTo>
                      <a:lnTo>
                        <a:pt x="439806" y="349645"/>
                      </a:lnTo>
                      <a:lnTo>
                        <a:pt x="439424" y="350253"/>
                      </a:lnTo>
                      <a:lnTo>
                        <a:pt x="439019" y="350860"/>
                      </a:lnTo>
                      <a:lnTo>
                        <a:pt x="438636" y="351490"/>
                      </a:lnTo>
                      <a:lnTo>
                        <a:pt x="438232" y="352097"/>
                      </a:lnTo>
                      <a:lnTo>
                        <a:pt x="437850" y="352727"/>
                      </a:lnTo>
                      <a:lnTo>
                        <a:pt x="437444" y="353334"/>
                      </a:lnTo>
                      <a:lnTo>
                        <a:pt x="437040" y="353963"/>
                      </a:lnTo>
                      <a:lnTo>
                        <a:pt x="436658" y="354593"/>
                      </a:lnTo>
                      <a:lnTo>
                        <a:pt x="436253" y="355223"/>
                      </a:lnTo>
                      <a:lnTo>
                        <a:pt x="435870" y="355853"/>
                      </a:lnTo>
                      <a:lnTo>
                        <a:pt x="435466" y="356482"/>
                      </a:lnTo>
                      <a:lnTo>
                        <a:pt x="435083" y="357135"/>
                      </a:lnTo>
                      <a:lnTo>
                        <a:pt x="434678" y="357764"/>
                      </a:lnTo>
                      <a:lnTo>
                        <a:pt x="434296" y="358394"/>
                      </a:lnTo>
                      <a:lnTo>
                        <a:pt x="433891" y="359024"/>
                      </a:lnTo>
                      <a:lnTo>
                        <a:pt x="433487" y="359653"/>
                      </a:lnTo>
                      <a:lnTo>
                        <a:pt x="433104" y="360306"/>
                      </a:lnTo>
                      <a:lnTo>
                        <a:pt x="432699" y="360935"/>
                      </a:lnTo>
                      <a:lnTo>
                        <a:pt x="432317" y="361565"/>
                      </a:lnTo>
                      <a:lnTo>
                        <a:pt x="431912" y="362195"/>
                      </a:lnTo>
                      <a:lnTo>
                        <a:pt x="431530" y="362824"/>
                      </a:lnTo>
                      <a:lnTo>
                        <a:pt x="431125" y="363454"/>
                      </a:lnTo>
                      <a:lnTo>
                        <a:pt x="430720" y="364084"/>
                      </a:lnTo>
                      <a:lnTo>
                        <a:pt x="430338" y="364714"/>
                      </a:lnTo>
                      <a:lnTo>
                        <a:pt x="429933" y="365343"/>
                      </a:lnTo>
                      <a:lnTo>
                        <a:pt x="429551" y="365973"/>
                      </a:lnTo>
                      <a:lnTo>
                        <a:pt x="429146" y="366603"/>
                      </a:lnTo>
                      <a:lnTo>
                        <a:pt x="428764" y="367232"/>
                      </a:lnTo>
                      <a:lnTo>
                        <a:pt x="428359" y="367862"/>
                      </a:lnTo>
                      <a:lnTo>
                        <a:pt x="427976" y="368492"/>
                      </a:lnTo>
                      <a:lnTo>
                        <a:pt x="427572" y="369121"/>
                      </a:lnTo>
                      <a:lnTo>
                        <a:pt x="427167" y="369751"/>
                      </a:lnTo>
                      <a:lnTo>
                        <a:pt x="426784" y="370381"/>
                      </a:lnTo>
                      <a:lnTo>
                        <a:pt x="426380" y="371011"/>
                      </a:lnTo>
                      <a:lnTo>
                        <a:pt x="425998" y="371640"/>
                      </a:lnTo>
                      <a:lnTo>
                        <a:pt x="425593" y="372270"/>
                      </a:lnTo>
                      <a:lnTo>
                        <a:pt x="425210" y="372900"/>
                      </a:lnTo>
                      <a:lnTo>
                        <a:pt x="424806" y="373529"/>
                      </a:lnTo>
                      <a:lnTo>
                        <a:pt x="424423" y="374159"/>
                      </a:lnTo>
                      <a:lnTo>
                        <a:pt x="424018" y="374766"/>
                      </a:lnTo>
                      <a:lnTo>
                        <a:pt x="423613" y="375396"/>
                      </a:lnTo>
                      <a:lnTo>
                        <a:pt x="423231" y="376026"/>
                      </a:lnTo>
                      <a:lnTo>
                        <a:pt x="422826" y="376633"/>
                      </a:lnTo>
                      <a:lnTo>
                        <a:pt x="422444" y="377263"/>
                      </a:lnTo>
                      <a:lnTo>
                        <a:pt x="422039" y="377892"/>
                      </a:lnTo>
                      <a:lnTo>
                        <a:pt x="421657" y="378500"/>
                      </a:lnTo>
                      <a:lnTo>
                        <a:pt x="421252" y="379107"/>
                      </a:lnTo>
                      <a:lnTo>
                        <a:pt x="420870" y="379737"/>
                      </a:lnTo>
                      <a:lnTo>
                        <a:pt x="420465" y="380344"/>
                      </a:lnTo>
                      <a:lnTo>
                        <a:pt x="420060" y="380973"/>
                      </a:lnTo>
                      <a:lnTo>
                        <a:pt x="419678" y="381581"/>
                      </a:lnTo>
                      <a:lnTo>
                        <a:pt x="419273" y="382188"/>
                      </a:lnTo>
                      <a:lnTo>
                        <a:pt x="418890" y="382795"/>
                      </a:lnTo>
                      <a:lnTo>
                        <a:pt x="418486" y="383425"/>
                      </a:lnTo>
                      <a:lnTo>
                        <a:pt x="418104" y="384032"/>
                      </a:lnTo>
                      <a:lnTo>
                        <a:pt x="417699" y="384639"/>
                      </a:lnTo>
                      <a:lnTo>
                        <a:pt x="417316" y="385247"/>
                      </a:lnTo>
                      <a:lnTo>
                        <a:pt x="416912" y="385854"/>
                      </a:lnTo>
                      <a:lnTo>
                        <a:pt x="416507" y="386483"/>
                      </a:lnTo>
                      <a:lnTo>
                        <a:pt x="416124" y="387091"/>
                      </a:lnTo>
                      <a:lnTo>
                        <a:pt x="415720" y="387698"/>
                      </a:lnTo>
                      <a:lnTo>
                        <a:pt x="415337" y="388305"/>
                      </a:lnTo>
                      <a:lnTo>
                        <a:pt x="414933" y="388935"/>
                      </a:lnTo>
                      <a:lnTo>
                        <a:pt x="414550" y="389542"/>
                      </a:lnTo>
                      <a:lnTo>
                        <a:pt x="414145" y="390149"/>
                      </a:lnTo>
                      <a:lnTo>
                        <a:pt x="413741" y="390779"/>
                      </a:lnTo>
                      <a:lnTo>
                        <a:pt x="413358" y="391386"/>
                      </a:lnTo>
                      <a:lnTo>
                        <a:pt x="412953" y="392016"/>
                      </a:lnTo>
                      <a:lnTo>
                        <a:pt x="412571" y="392623"/>
                      </a:lnTo>
                      <a:lnTo>
                        <a:pt x="412166" y="393253"/>
                      </a:lnTo>
                      <a:lnTo>
                        <a:pt x="411784" y="393860"/>
                      </a:lnTo>
                      <a:lnTo>
                        <a:pt x="411379" y="394490"/>
                      </a:lnTo>
                      <a:lnTo>
                        <a:pt x="410997" y="395119"/>
                      </a:lnTo>
                      <a:lnTo>
                        <a:pt x="410592" y="395727"/>
                      </a:lnTo>
                      <a:lnTo>
                        <a:pt x="410187" y="396356"/>
                      </a:lnTo>
                      <a:lnTo>
                        <a:pt x="409805" y="396986"/>
                      </a:lnTo>
                      <a:lnTo>
                        <a:pt x="409400" y="397593"/>
                      </a:lnTo>
                      <a:lnTo>
                        <a:pt x="409018" y="398223"/>
                      </a:lnTo>
                      <a:lnTo>
                        <a:pt x="408613" y="398853"/>
                      </a:lnTo>
                      <a:lnTo>
                        <a:pt x="408230" y="399482"/>
                      </a:lnTo>
                      <a:lnTo>
                        <a:pt x="407826" y="400090"/>
                      </a:lnTo>
                      <a:lnTo>
                        <a:pt x="407444" y="400719"/>
                      </a:lnTo>
                      <a:lnTo>
                        <a:pt x="407039" y="401349"/>
                      </a:lnTo>
                      <a:lnTo>
                        <a:pt x="406634" y="401979"/>
                      </a:lnTo>
                      <a:lnTo>
                        <a:pt x="406252" y="402608"/>
                      </a:lnTo>
                      <a:lnTo>
                        <a:pt x="405847" y="403238"/>
                      </a:lnTo>
                      <a:lnTo>
                        <a:pt x="405464" y="403845"/>
                      </a:lnTo>
                      <a:lnTo>
                        <a:pt x="405060" y="404475"/>
                      </a:lnTo>
                      <a:lnTo>
                        <a:pt x="404677" y="405127"/>
                      </a:lnTo>
                      <a:lnTo>
                        <a:pt x="404295" y="405757"/>
                      </a:lnTo>
                      <a:lnTo>
                        <a:pt x="403913" y="406387"/>
                      </a:lnTo>
                      <a:lnTo>
                        <a:pt x="403485" y="407016"/>
                      </a:lnTo>
                      <a:lnTo>
                        <a:pt x="403103" y="407646"/>
                      </a:lnTo>
                      <a:lnTo>
                        <a:pt x="402721" y="408298"/>
                      </a:lnTo>
                      <a:lnTo>
                        <a:pt x="402316" y="408928"/>
                      </a:lnTo>
                      <a:lnTo>
                        <a:pt x="401934" y="409580"/>
                      </a:lnTo>
                      <a:lnTo>
                        <a:pt x="401529" y="410232"/>
                      </a:lnTo>
                      <a:lnTo>
                        <a:pt x="401146" y="410862"/>
                      </a:lnTo>
                      <a:lnTo>
                        <a:pt x="400742" y="411514"/>
                      </a:lnTo>
                      <a:lnTo>
                        <a:pt x="400359" y="412167"/>
                      </a:lnTo>
                      <a:lnTo>
                        <a:pt x="399954" y="412819"/>
                      </a:lnTo>
                      <a:lnTo>
                        <a:pt x="399550" y="413471"/>
                      </a:lnTo>
                      <a:lnTo>
                        <a:pt x="399168" y="414123"/>
                      </a:lnTo>
                      <a:lnTo>
                        <a:pt x="398762" y="414798"/>
                      </a:lnTo>
                      <a:lnTo>
                        <a:pt x="398380" y="415450"/>
                      </a:lnTo>
                      <a:lnTo>
                        <a:pt x="397976" y="416102"/>
                      </a:lnTo>
                      <a:lnTo>
                        <a:pt x="397593" y="416777"/>
                      </a:lnTo>
                      <a:lnTo>
                        <a:pt x="397188" y="417429"/>
                      </a:lnTo>
                      <a:lnTo>
                        <a:pt x="396784" y="418104"/>
                      </a:lnTo>
                      <a:lnTo>
                        <a:pt x="396401" y="418778"/>
                      </a:lnTo>
                      <a:lnTo>
                        <a:pt x="395996" y="419431"/>
                      </a:lnTo>
                      <a:lnTo>
                        <a:pt x="395614" y="420105"/>
                      </a:lnTo>
                      <a:lnTo>
                        <a:pt x="395209" y="420758"/>
                      </a:lnTo>
                      <a:lnTo>
                        <a:pt x="394827" y="421432"/>
                      </a:lnTo>
                      <a:lnTo>
                        <a:pt x="394422" y="422107"/>
                      </a:lnTo>
                      <a:lnTo>
                        <a:pt x="394040" y="422759"/>
                      </a:lnTo>
                      <a:lnTo>
                        <a:pt x="393635" y="423434"/>
                      </a:lnTo>
                      <a:lnTo>
                        <a:pt x="393230" y="424109"/>
                      </a:lnTo>
                      <a:lnTo>
                        <a:pt x="392848" y="424761"/>
                      </a:lnTo>
                      <a:lnTo>
                        <a:pt x="392443" y="425435"/>
                      </a:lnTo>
                      <a:lnTo>
                        <a:pt x="392061" y="426110"/>
                      </a:lnTo>
                      <a:lnTo>
                        <a:pt x="391656" y="426762"/>
                      </a:lnTo>
                      <a:lnTo>
                        <a:pt x="391274" y="427437"/>
                      </a:lnTo>
                      <a:lnTo>
                        <a:pt x="390869" y="428089"/>
                      </a:lnTo>
                      <a:lnTo>
                        <a:pt x="390486" y="428764"/>
                      </a:lnTo>
                      <a:lnTo>
                        <a:pt x="390082" y="429416"/>
                      </a:lnTo>
                      <a:lnTo>
                        <a:pt x="389677" y="430091"/>
                      </a:lnTo>
                      <a:lnTo>
                        <a:pt x="389294" y="430743"/>
                      </a:lnTo>
                      <a:lnTo>
                        <a:pt x="388890" y="431395"/>
                      </a:lnTo>
                      <a:lnTo>
                        <a:pt x="388508" y="432070"/>
                      </a:lnTo>
                      <a:lnTo>
                        <a:pt x="388102" y="432722"/>
                      </a:lnTo>
                      <a:lnTo>
                        <a:pt x="387720" y="433374"/>
                      </a:lnTo>
                      <a:lnTo>
                        <a:pt x="387316" y="434026"/>
                      </a:lnTo>
                      <a:lnTo>
                        <a:pt x="386933" y="434701"/>
                      </a:lnTo>
                      <a:lnTo>
                        <a:pt x="386528" y="435353"/>
                      </a:lnTo>
                      <a:lnTo>
                        <a:pt x="386124" y="436005"/>
                      </a:lnTo>
                      <a:lnTo>
                        <a:pt x="385741" y="436658"/>
                      </a:lnTo>
                      <a:lnTo>
                        <a:pt x="385336" y="437310"/>
                      </a:lnTo>
                      <a:lnTo>
                        <a:pt x="384954" y="437962"/>
                      </a:lnTo>
                      <a:lnTo>
                        <a:pt x="384549" y="438637"/>
                      </a:lnTo>
                      <a:lnTo>
                        <a:pt x="384167" y="439289"/>
                      </a:lnTo>
                      <a:lnTo>
                        <a:pt x="383762" y="439941"/>
                      </a:lnTo>
                      <a:lnTo>
                        <a:pt x="383357" y="440616"/>
                      </a:lnTo>
                      <a:lnTo>
                        <a:pt x="382975" y="441268"/>
                      </a:lnTo>
                      <a:lnTo>
                        <a:pt x="382570" y="441920"/>
                      </a:lnTo>
                      <a:lnTo>
                        <a:pt x="382188" y="442572"/>
                      </a:lnTo>
                      <a:lnTo>
                        <a:pt x="381783" y="443225"/>
                      </a:lnTo>
                      <a:lnTo>
                        <a:pt x="381401" y="443899"/>
                      </a:lnTo>
                      <a:lnTo>
                        <a:pt x="380996" y="444552"/>
                      </a:lnTo>
                      <a:lnTo>
                        <a:pt x="380614" y="445204"/>
                      </a:lnTo>
                      <a:lnTo>
                        <a:pt x="380208" y="445856"/>
                      </a:lnTo>
                      <a:lnTo>
                        <a:pt x="379804" y="446508"/>
                      </a:lnTo>
                      <a:lnTo>
                        <a:pt x="379422" y="447183"/>
                      </a:lnTo>
                      <a:lnTo>
                        <a:pt x="379016" y="447835"/>
                      </a:lnTo>
                      <a:lnTo>
                        <a:pt x="378634" y="448487"/>
                      </a:lnTo>
                      <a:lnTo>
                        <a:pt x="378230" y="449139"/>
                      </a:lnTo>
                      <a:lnTo>
                        <a:pt x="377847" y="449814"/>
                      </a:lnTo>
                      <a:lnTo>
                        <a:pt x="377442" y="450466"/>
                      </a:lnTo>
                      <a:lnTo>
                        <a:pt x="377060" y="451141"/>
                      </a:lnTo>
                      <a:lnTo>
                        <a:pt x="376656" y="451816"/>
                      </a:lnTo>
                      <a:lnTo>
                        <a:pt x="376250" y="452468"/>
                      </a:lnTo>
                      <a:lnTo>
                        <a:pt x="375868" y="453143"/>
                      </a:lnTo>
                      <a:lnTo>
                        <a:pt x="375463" y="453795"/>
                      </a:lnTo>
                      <a:lnTo>
                        <a:pt x="375081" y="454469"/>
                      </a:lnTo>
                      <a:lnTo>
                        <a:pt x="374676" y="455144"/>
                      </a:lnTo>
                      <a:lnTo>
                        <a:pt x="374294" y="455796"/>
                      </a:lnTo>
                      <a:lnTo>
                        <a:pt x="373889" y="456471"/>
                      </a:lnTo>
                      <a:lnTo>
                        <a:pt x="373507" y="457123"/>
                      </a:lnTo>
                      <a:lnTo>
                        <a:pt x="373102" y="457798"/>
                      </a:lnTo>
                      <a:lnTo>
                        <a:pt x="372697" y="458450"/>
                      </a:lnTo>
                      <a:lnTo>
                        <a:pt x="372315" y="459102"/>
                      </a:lnTo>
                      <a:lnTo>
                        <a:pt x="371910" y="459777"/>
                      </a:lnTo>
                      <a:lnTo>
                        <a:pt x="371528" y="460429"/>
                      </a:lnTo>
                      <a:lnTo>
                        <a:pt x="371123" y="461081"/>
                      </a:lnTo>
                      <a:lnTo>
                        <a:pt x="370740" y="461734"/>
                      </a:lnTo>
                      <a:lnTo>
                        <a:pt x="370336" y="462386"/>
                      </a:lnTo>
                      <a:lnTo>
                        <a:pt x="369954" y="463038"/>
                      </a:lnTo>
                      <a:lnTo>
                        <a:pt x="369548" y="463690"/>
                      </a:lnTo>
                      <a:lnTo>
                        <a:pt x="369144" y="464342"/>
                      </a:lnTo>
                      <a:lnTo>
                        <a:pt x="368762" y="465017"/>
                      </a:lnTo>
                      <a:lnTo>
                        <a:pt x="368356" y="465669"/>
                      </a:lnTo>
                      <a:lnTo>
                        <a:pt x="367974" y="466321"/>
                      </a:lnTo>
                      <a:lnTo>
                        <a:pt x="367570" y="466974"/>
                      </a:lnTo>
                      <a:lnTo>
                        <a:pt x="367187" y="467626"/>
                      </a:lnTo>
                      <a:lnTo>
                        <a:pt x="366782" y="468278"/>
                      </a:lnTo>
                      <a:lnTo>
                        <a:pt x="366378" y="468930"/>
                      </a:lnTo>
                      <a:lnTo>
                        <a:pt x="365995" y="469582"/>
                      </a:lnTo>
                      <a:lnTo>
                        <a:pt x="365590" y="470235"/>
                      </a:lnTo>
                      <a:lnTo>
                        <a:pt x="365208" y="470864"/>
                      </a:lnTo>
                      <a:lnTo>
                        <a:pt x="364803" y="471517"/>
                      </a:lnTo>
                      <a:lnTo>
                        <a:pt x="364421" y="472169"/>
                      </a:lnTo>
                      <a:lnTo>
                        <a:pt x="364016" y="472821"/>
                      </a:lnTo>
                      <a:lnTo>
                        <a:pt x="363634" y="473451"/>
                      </a:lnTo>
                      <a:lnTo>
                        <a:pt x="363229" y="474103"/>
                      </a:lnTo>
                      <a:lnTo>
                        <a:pt x="362824" y="474733"/>
                      </a:lnTo>
                      <a:lnTo>
                        <a:pt x="362442" y="475385"/>
                      </a:lnTo>
                      <a:lnTo>
                        <a:pt x="362037" y="476014"/>
                      </a:lnTo>
                      <a:lnTo>
                        <a:pt x="361655" y="476644"/>
                      </a:lnTo>
                      <a:lnTo>
                        <a:pt x="361250" y="477274"/>
                      </a:lnTo>
                      <a:lnTo>
                        <a:pt x="360868" y="477904"/>
                      </a:lnTo>
                      <a:lnTo>
                        <a:pt x="360463" y="478533"/>
                      </a:lnTo>
                      <a:lnTo>
                        <a:pt x="360080" y="479163"/>
                      </a:lnTo>
                      <a:lnTo>
                        <a:pt x="359676" y="479793"/>
                      </a:lnTo>
                      <a:lnTo>
                        <a:pt x="359271" y="480422"/>
                      </a:lnTo>
                      <a:lnTo>
                        <a:pt x="358888" y="481030"/>
                      </a:lnTo>
                      <a:lnTo>
                        <a:pt x="358484" y="481659"/>
                      </a:lnTo>
                      <a:lnTo>
                        <a:pt x="358102" y="482267"/>
                      </a:lnTo>
                      <a:lnTo>
                        <a:pt x="357696" y="482896"/>
                      </a:lnTo>
                      <a:lnTo>
                        <a:pt x="357314" y="483504"/>
                      </a:lnTo>
                      <a:lnTo>
                        <a:pt x="356910" y="484111"/>
                      </a:lnTo>
                      <a:lnTo>
                        <a:pt x="356527" y="484718"/>
                      </a:lnTo>
                      <a:lnTo>
                        <a:pt x="356122" y="485325"/>
                      </a:lnTo>
                      <a:lnTo>
                        <a:pt x="355718" y="485932"/>
                      </a:lnTo>
                      <a:lnTo>
                        <a:pt x="355335" y="486540"/>
                      </a:lnTo>
                      <a:lnTo>
                        <a:pt x="354930" y="487124"/>
                      </a:lnTo>
                      <a:lnTo>
                        <a:pt x="354548" y="487732"/>
                      </a:lnTo>
                      <a:lnTo>
                        <a:pt x="354143" y="488316"/>
                      </a:lnTo>
                      <a:lnTo>
                        <a:pt x="353761" y="488923"/>
                      </a:lnTo>
                      <a:lnTo>
                        <a:pt x="353356" y="489508"/>
                      </a:lnTo>
                      <a:lnTo>
                        <a:pt x="352951" y="490093"/>
                      </a:lnTo>
                      <a:lnTo>
                        <a:pt x="352569" y="490700"/>
                      </a:lnTo>
                      <a:lnTo>
                        <a:pt x="352164" y="491285"/>
                      </a:lnTo>
                      <a:lnTo>
                        <a:pt x="351782" y="491870"/>
                      </a:lnTo>
                      <a:lnTo>
                        <a:pt x="351377" y="492432"/>
                      </a:lnTo>
                      <a:lnTo>
                        <a:pt x="350995" y="493017"/>
                      </a:lnTo>
                      <a:lnTo>
                        <a:pt x="350590" y="493579"/>
                      </a:lnTo>
                      <a:lnTo>
                        <a:pt x="350208" y="494164"/>
                      </a:lnTo>
                      <a:lnTo>
                        <a:pt x="349803" y="494726"/>
                      </a:lnTo>
                      <a:lnTo>
                        <a:pt x="349398" y="495288"/>
                      </a:lnTo>
                      <a:lnTo>
                        <a:pt x="349016" y="495850"/>
                      </a:lnTo>
                      <a:lnTo>
                        <a:pt x="348611" y="496413"/>
                      </a:lnTo>
                      <a:lnTo>
                        <a:pt x="348228" y="496975"/>
                      </a:lnTo>
                      <a:lnTo>
                        <a:pt x="347824" y="497537"/>
                      </a:lnTo>
                      <a:lnTo>
                        <a:pt x="347442" y="498077"/>
                      </a:lnTo>
                      <a:lnTo>
                        <a:pt x="347036" y="498639"/>
                      </a:lnTo>
                      <a:lnTo>
                        <a:pt x="346654" y="499179"/>
                      </a:lnTo>
                      <a:lnTo>
                        <a:pt x="346250" y="499741"/>
                      </a:lnTo>
                      <a:lnTo>
                        <a:pt x="345844" y="500281"/>
                      </a:lnTo>
                      <a:lnTo>
                        <a:pt x="345462" y="500820"/>
                      </a:lnTo>
                      <a:lnTo>
                        <a:pt x="345058" y="501360"/>
                      </a:lnTo>
                      <a:lnTo>
                        <a:pt x="344675" y="501900"/>
                      </a:lnTo>
                      <a:lnTo>
                        <a:pt x="344270" y="502440"/>
                      </a:lnTo>
                      <a:lnTo>
                        <a:pt x="343888" y="502979"/>
                      </a:lnTo>
                      <a:lnTo>
                        <a:pt x="343483" y="503519"/>
                      </a:lnTo>
                      <a:lnTo>
                        <a:pt x="343101" y="504059"/>
                      </a:lnTo>
                      <a:lnTo>
                        <a:pt x="342696" y="504576"/>
                      </a:lnTo>
                      <a:lnTo>
                        <a:pt x="342291" y="505116"/>
                      </a:lnTo>
                      <a:lnTo>
                        <a:pt x="341909" y="505633"/>
                      </a:lnTo>
                      <a:lnTo>
                        <a:pt x="341504" y="506173"/>
                      </a:lnTo>
                      <a:lnTo>
                        <a:pt x="341122" y="506690"/>
                      </a:lnTo>
                      <a:lnTo>
                        <a:pt x="340717" y="507207"/>
                      </a:lnTo>
                      <a:lnTo>
                        <a:pt x="340335" y="507725"/>
                      </a:lnTo>
                      <a:lnTo>
                        <a:pt x="339930" y="508242"/>
                      </a:lnTo>
                      <a:lnTo>
                        <a:pt x="339548" y="508759"/>
                      </a:lnTo>
                      <a:lnTo>
                        <a:pt x="339142" y="509277"/>
                      </a:lnTo>
                      <a:lnTo>
                        <a:pt x="338738" y="509794"/>
                      </a:lnTo>
                      <a:lnTo>
                        <a:pt x="338356" y="510311"/>
                      </a:lnTo>
                      <a:lnTo>
                        <a:pt x="337950" y="510806"/>
                      </a:lnTo>
                      <a:lnTo>
                        <a:pt x="337568" y="511323"/>
                      </a:lnTo>
                      <a:lnTo>
                        <a:pt x="337164" y="511818"/>
                      </a:lnTo>
                      <a:lnTo>
                        <a:pt x="336782" y="512313"/>
                      </a:lnTo>
                      <a:lnTo>
                        <a:pt x="336376" y="512807"/>
                      </a:lnTo>
                      <a:lnTo>
                        <a:pt x="335972" y="513302"/>
                      </a:lnTo>
                      <a:lnTo>
                        <a:pt x="335590" y="513797"/>
                      </a:lnTo>
                      <a:lnTo>
                        <a:pt x="335184" y="514292"/>
                      </a:lnTo>
                      <a:lnTo>
                        <a:pt x="334802" y="514764"/>
                      </a:lnTo>
                      <a:lnTo>
                        <a:pt x="334397" y="515259"/>
                      </a:lnTo>
                      <a:lnTo>
                        <a:pt x="334015" y="515731"/>
                      </a:lnTo>
                      <a:lnTo>
                        <a:pt x="333610" y="516226"/>
                      </a:lnTo>
                      <a:lnTo>
                        <a:pt x="333228" y="516698"/>
                      </a:lnTo>
                      <a:lnTo>
                        <a:pt x="332823" y="517170"/>
                      </a:lnTo>
                      <a:lnTo>
                        <a:pt x="332418" y="517643"/>
                      </a:lnTo>
                      <a:lnTo>
                        <a:pt x="332036" y="518115"/>
                      </a:lnTo>
                      <a:lnTo>
                        <a:pt x="331631" y="518587"/>
                      </a:lnTo>
                      <a:lnTo>
                        <a:pt x="331249" y="519060"/>
                      </a:lnTo>
                      <a:lnTo>
                        <a:pt x="330844" y="519532"/>
                      </a:lnTo>
                      <a:lnTo>
                        <a:pt x="330462" y="520004"/>
                      </a:lnTo>
                      <a:lnTo>
                        <a:pt x="330057" y="520476"/>
                      </a:lnTo>
                      <a:lnTo>
                        <a:pt x="329674" y="520926"/>
                      </a:lnTo>
                      <a:lnTo>
                        <a:pt x="329270" y="521398"/>
                      </a:lnTo>
                      <a:lnTo>
                        <a:pt x="328865" y="521848"/>
                      </a:lnTo>
                      <a:lnTo>
                        <a:pt x="328482" y="522320"/>
                      </a:lnTo>
                      <a:lnTo>
                        <a:pt x="328078" y="522770"/>
                      </a:lnTo>
                      <a:lnTo>
                        <a:pt x="327696" y="523243"/>
                      </a:lnTo>
                      <a:lnTo>
                        <a:pt x="327290" y="523692"/>
                      </a:lnTo>
                      <a:lnTo>
                        <a:pt x="326908" y="524142"/>
                      </a:lnTo>
                      <a:lnTo>
                        <a:pt x="326504" y="524592"/>
                      </a:lnTo>
                      <a:lnTo>
                        <a:pt x="326121" y="525064"/>
                      </a:lnTo>
                      <a:lnTo>
                        <a:pt x="325716" y="525514"/>
                      </a:lnTo>
                      <a:lnTo>
                        <a:pt x="325312" y="525964"/>
                      </a:lnTo>
                      <a:lnTo>
                        <a:pt x="324929" y="526414"/>
                      </a:lnTo>
                      <a:lnTo>
                        <a:pt x="324524" y="526863"/>
                      </a:lnTo>
                      <a:lnTo>
                        <a:pt x="324142" y="527313"/>
                      </a:lnTo>
                      <a:lnTo>
                        <a:pt x="323737" y="527763"/>
                      </a:lnTo>
                      <a:lnTo>
                        <a:pt x="323355" y="528213"/>
                      </a:lnTo>
                      <a:lnTo>
                        <a:pt x="322950" y="528663"/>
                      </a:lnTo>
                      <a:lnTo>
                        <a:pt x="322545" y="529112"/>
                      </a:lnTo>
                      <a:lnTo>
                        <a:pt x="322163" y="529540"/>
                      </a:lnTo>
                      <a:lnTo>
                        <a:pt x="321758" y="529989"/>
                      </a:lnTo>
                      <a:lnTo>
                        <a:pt x="321376" y="530439"/>
                      </a:lnTo>
                      <a:lnTo>
                        <a:pt x="320971" y="530867"/>
                      </a:lnTo>
                      <a:lnTo>
                        <a:pt x="320589" y="531294"/>
                      </a:lnTo>
                      <a:lnTo>
                        <a:pt x="320184" y="531721"/>
                      </a:lnTo>
                      <a:lnTo>
                        <a:pt x="319802" y="532148"/>
                      </a:lnTo>
                      <a:lnTo>
                        <a:pt x="319397" y="532576"/>
                      </a:lnTo>
                      <a:lnTo>
                        <a:pt x="318992" y="533003"/>
                      </a:lnTo>
                      <a:lnTo>
                        <a:pt x="318610" y="533430"/>
                      </a:lnTo>
                      <a:lnTo>
                        <a:pt x="318205" y="533835"/>
                      </a:lnTo>
                      <a:lnTo>
                        <a:pt x="317822" y="534262"/>
                      </a:lnTo>
                      <a:lnTo>
                        <a:pt x="317418" y="534667"/>
                      </a:lnTo>
                      <a:lnTo>
                        <a:pt x="317036" y="535072"/>
                      </a:lnTo>
                      <a:lnTo>
                        <a:pt x="316630" y="535477"/>
                      </a:lnTo>
                      <a:lnTo>
                        <a:pt x="316248" y="535882"/>
                      </a:lnTo>
                      <a:lnTo>
                        <a:pt x="315844" y="536287"/>
                      </a:lnTo>
                      <a:lnTo>
                        <a:pt x="315438" y="536669"/>
                      </a:lnTo>
                      <a:lnTo>
                        <a:pt x="315056" y="537074"/>
                      </a:lnTo>
                      <a:lnTo>
                        <a:pt x="314652" y="537456"/>
                      </a:lnTo>
                      <a:lnTo>
                        <a:pt x="314269" y="537838"/>
                      </a:lnTo>
                      <a:lnTo>
                        <a:pt x="313864" y="538221"/>
                      </a:lnTo>
                      <a:lnTo>
                        <a:pt x="313482" y="538603"/>
                      </a:lnTo>
                      <a:lnTo>
                        <a:pt x="313077" y="538985"/>
                      </a:lnTo>
                      <a:lnTo>
                        <a:pt x="312695" y="539345"/>
                      </a:lnTo>
                      <a:lnTo>
                        <a:pt x="312290" y="539727"/>
                      </a:lnTo>
                      <a:lnTo>
                        <a:pt x="311885" y="540087"/>
                      </a:lnTo>
                      <a:lnTo>
                        <a:pt x="311503" y="540447"/>
                      </a:lnTo>
                      <a:lnTo>
                        <a:pt x="311098" y="540807"/>
                      </a:lnTo>
                      <a:lnTo>
                        <a:pt x="310716" y="541167"/>
                      </a:lnTo>
                      <a:lnTo>
                        <a:pt x="310311" y="541504"/>
                      </a:lnTo>
                      <a:lnTo>
                        <a:pt x="309929" y="541864"/>
                      </a:lnTo>
                      <a:lnTo>
                        <a:pt x="309524" y="542224"/>
                      </a:lnTo>
                      <a:lnTo>
                        <a:pt x="309142" y="542561"/>
                      </a:lnTo>
                      <a:lnTo>
                        <a:pt x="308737" y="542921"/>
                      </a:lnTo>
                      <a:lnTo>
                        <a:pt x="308332" y="543258"/>
                      </a:lnTo>
                      <a:lnTo>
                        <a:pt x="307950" y="543596"/>
                      </a:lnTo>
                      <a:lnTo>
                        <a:pt x="307545" y="543933"/>
                      </a:lnTo>
                      <a:lnTo>
                        <a:pt x="307162" y="544270"/>
                      </a:lnTo>
                      <a:lnTo>
                        <a:pt x="306758" y="544608"/>
                      </a:lnTo>
                      <a:lnTo>
                        <a:pt x="306376" y="544945"/>
                      </a:lnTo>
                      <a:lnTo>
                        <a:pt x="305970" y="545260"/>
                      </a:lnTo>
                      <a:lnTo>
                        <a:pt x="305566" y="545597"/>
                      </a:lnTo>
                      <a:lnTo>
                        <a:pt x="305184" y="545912"/>
                      </a:lnTo>
                      <a:lnTo>
                        <a:pt x="304778" y="546249"/>
                      </a:lnTo>
                      <a:lnTo>
                        <a:pt x="304396" y="546564"/>
                      </a:lnTo>
                      <a:lnTo>
                        <a:pt x="303992" y="546879"/>
                      </a:lnTo>
                      <a:lnTo>
                        <a:pt x="303609" y="547194"/>
                      </a:lnTo>
                      <a:lnTo>
                        <a:pt x="303204" y="547509"/>
                      </a:lnTo>
                      <a:lnTo>
                        <a:pt x="302822" y="547824"/>
                      </a:lnTo>
                      <a:lnTo>
                        <a:pt x="302417" y="548139"/>
                      </a:lnTo>
                      <a:lnTo>
                        <a:pt x="302012" y="548431"/>
                      </a:lnTo>
                      <a:lnTo>
                        <a:pt x="301630" y="548746"/>
                      </a:lnTo>
                      <a:lnTo>
                        <a:pt x="301225" y="549038"/>
                      </a:lnTo>
                      <a:lnTo>
                        <a:pt x="300843" y="549331"/>
                      </a:lnTo>
                      <a:lnTo>
                        <a:pt x="300438" y="549623"/>
                      </a:lnTo>
                      <a:lnTo>
                        <a:pt x="300056" y="549915"/>
                      </a:lnTo>
                      <a:lnTo>
                        <a:pt x="299651" y="550208"/>
                      </a:lnTo>
                      <a:lnTo>
                        <a:pt x="299269" y="550500"/>
                      </a:lnTo>
                      <a:lnTo>
                        <a:pt x="298864" y="550770"/>
                      </a:lnTo>
                      <a:lnTo>
                        <a:pt x="298459" y="551062"/>
                      </a:lnTo>
                      <a:lnTo>
                        <a:pt x="298076" y="551332"/>
                      </a:lnTo>
                      <a:lnTo>
                        <a:pt x="297672" y="551602"/>
                      </a:lnTo>
                      <a:lnTo>
                        <a:pt x="297290" y="551872"/>
                      </a:lnTo>
                      <a:lnTo>
                        <a:pt x="296884" y="552119"/>
                      </a:lnTo>
                      <a:lnTo>
                        <a:pt x="296502" y="552389"/>
                      </a:lnTo>
                      <a:lnTo>
                        <a:pt x="296098" y="551692"/>
                      </a:lnTo>
                      <a:lnTo>
                        <a:pt x="295716" y="551535"/>
                      </a:lnTo>
                      <a:lnTo>
                        <a:pt x="295310" y="551804"/>
                      </a:lnTo>
                      <a:lnTo>
                        <a:pt x="294906" y="552052"/>
                      </a:lnTo>
                      <a:lnTo>
                        <a:pt x="294524" y="552322"/>
                      </a:lnTo>
                      <a:lnTo>
                        <a:pt x="294118" y="552591"/>
                      </a:lnTo>
                      <a:lnTo>
                        <a:pt x="293736" y="552839"/>
                      </a:lnTo>
                      <a:lnTo>
                        <a:pt x="293331" y="553086"/>
                      </a:lnTo>
                      <a:lnTo>
                        <a:pt x="292949" y="553334"/>
                      </a:lnTo>
                      <a:lnTo>
                        <a:pt x="292544" y="553559"/>
                      </a:lnTo>
                      <a:lnTo>
                        <a:pt x="292139" y="553806"/>
                      </a:lnTo>
                      <a:lnTo>
                        <a:pt x="291757" y="554031"/>
                      </a:lnTo>
                      <a:lnTo>
                        <a:pt x="291352" y="554256"/>
                      </a:lnTo>
                      <a:lnTo>
                        <a:pt x="290970" y="554481"/>
                      </a:lnTo>
                      <a:lnTo>
                        <a:pt x="290565" y="554705"/>
                      </a:lnTo>
                      <a:lnTo>
                        <a:pt x="290183" y="554930"/>
                      </a:lnTo>
                      <a:lnTo>
                        <a:pt x="289778" y="555133"/>
                      </a:lnTo>
                      <a:lnTo>
                        <a:pt x="289396" y="555358"/>
                      </a:lnTo>
                      <a:lnTo>
                        <a:pt x="288991" y="555583"/>
                      </a:lnTo>
                      <a:lnTo>
                        <a:pt x="288586" y="555785"/>
                      </a:lnTo>
                      <a:lnTo>
                        <a:pt x="288204" y="555987"/>
                      </a:lnTo>
                      <a:lnTo>
                        <a:pt x="287799" y="556190"/>
                      </a:lnTo>
                      <a:lnTo>
                        <a:pt x="287416" y="556392"/>
                      </a:lnTo>
                      <a:lnTo>
                        <a:pt x="287012" y="556595"/>
                      </a:lnTo>
                      <a:lnTo>
                        <a:pt x="286630" y="556797"/>
                      </a:lnTo>
                      <a:lnTo>
                        <a:pt x="286224" y="556977"/>
                      </a:lnTo>
                      <a:lnTo>
                        <a:pt x="285842" y="557179"/>
                      </a:lnTo>
                      <a:lnTo>
                        <a:pt x="285438" y="557359"/>
                      </a:lnTo>
                      <a:lnTo>
                        <a:pt x="285033" y="557562"/>
                      </a:lnTo>
                      <a:lnTo>
                        <a:pt x="284673" y="557742"/>
                      </a:lnTo>
                      <a:lnTo>
                        <a:pt x="284246" y="557922"/>
                      </a:lnTo>
                      <a:lnTo>
                        <a:pt x="283886" y="558101"/>
                      </a:lnTo>
                      <a:lnTo>
                        <a:pt x="283481" y="558259"/>
                      </a:lnTo>
                      <a:lnTo>
                        <a:pt x="283076" y="558439"/>
                      </a:lnTo>
                      <a:lnTo>
                        <a:pt x="282694" y="558619"/>
                      </a:lnTo>
                      <a:lnTo>
                        <a:pt x="282311" y="558776"/>
                      </a:lnTo>
                      <a:lnTo>
                        <a:pt x="281907" y="558934"/>
                      </a:lnTo>
                      <a:lnTo>
                        <a:pt x="281502" y="559091"/>
                      </a:lnTo>
                      <a:lnTo>
                        <a:pt x="281120" y="559248"/>
                      </a:lnTo>
                      <a:lnTo>
                        <a:pt x="280715" y="559406"/>
                      </a:lnTo>
                      <a:lnTo>
                        <a:pt x="280332" y="559541"/>
                      </a:lnTo>
                      <a:lnTo>
                        <a:pt x="279928" y="559698"/>
                      </a:lnTo>
                      <a:lnTo>
                        <a:pt x="279545" y="559833"/>
                      </a:lnTo>
                      <a:lnTo>
                        <a:pt x="279140" y="559968"/>
                      </a:lnTo>
                      <a:lnTo>
                        <a:pt x="278758" y="560103"/>
                      </a:lnTo>
                      <a:lnTo>
                        <a:pt x="278353" y="560215"/>
                      </a:lnTo>
                      <a:lnTo>
                        <a:pt x="277948" y="560350"/>
                      </a:lnTo>
                      <a:lnTo>
                        <a:pt x="277566" y="560463"/>
                      </a:lnTo>
                      <a:lnTo>
                        <a:pt x="277162" y="560575"/>
                      </a:lnTo>
                      <a:lnTo>
                        <a:pt x="276779" y="560688"/>
                      </a:lnTo>
                      <a:lnTo>
                        <a:pt x="276374" y="560800"/>
                      </a:lnTo>
                      <a:lnTo>
                        <a:pt x="275992" y="560890"/>
                      </a:lnTo>
                      <a:lnTo>
                        <a:pt x="275587" y="560913"/>
                      </a:lnTo>
                      <a:lnTo>
                        <a:pt x="275182" y="560935"/>
                      </a:lnTo>
                      <a:lnTo>
                        <a:pt x="274800" y="560935"/>
                      </a:lnTo>
                      <a:lnTo>
                        <a:pt x="274395" y="560935"/>
                      </a:lnTo>
                      <a:lnTo>
                        <a:pt x="274013" y="560935"/>
                      </a:lnTo>
                      <a:lnTo>
                        <a:pt x="273608" y="560935"/>
                      </a:lnTo>
                      <a:lnTo>
                        <a:pt x="273226" y="560935"/>
                      </a:lnTo>
                      <a:lnTo>
                        <a:pt x="272821" y="560913"/>
                      </a:lnTo>
                      <a:lnTo>
                        <a:pt x="272439" y="560913"/>
                      </a:lnTo>
                      <a:lnTo>
                        <a:pt x="272034" y="560890"/>
                      </a:lnTo>
                      <a:lnTo>
                        <a:pt x="271629" y="560868"/>
                      </a:lnTo>
                      <a:lnTo>
                        <a:pt x="271247" y="560823"/>
                      </a:lnTo>
                      <a:lnTo>
                        <a:pt x="270842" y="560800"/>
                      </a:lnTo>
                      <a:lnTo>
                        <a:pt x="270459" y="560755"/>
                      </a:lnTo>
                      <a:lnTo>
                        <a:pt x="270055" y="560710"/>
                      </a:lnTo>
                      <a:lnTo>
                        <a:pt x="269672" y="560665"/>
                      </a:lnTo>
                      <a:lnTo>
                        <a:pt x="269268" y="560598"/>
                      </a:lnTo>
                      <a:lnTo>
                        <a:pt x="268885" y="560553"/>
                      </a:lnTo>
                      <a:lnTo>
                        <a:pt x="268480" y="560485"/>
                      </a:lnTo>
                      <a:lnTo>
                        <a:pt x="268076" y="560418"/>
                      </a:lnTo>
                      <a:lnTo>
                        <a:pt x="267693" y="560350"/>
                      </a:lnTo>
                      <a:lnTo>
                        <a:pt x="267288" y="560260"/>
                      </a:lnTo>
                      <a:lnTo>
                        <a:pt x="266906" y="560193"/>
                      </a:lnTo>
                      <a:lnTo>
                        <a:pt x="266502" y="560103"/>
                      </a:lnTo>
                      <a:lnTo>
                        <a:pt x="266119" y="560013"/>
                      </a:lnTo>
                      <a:lnTo>
                        <a:pt x="265714" y="559901"/>
                      </a:lnTo>
                      <a:lnTo>
                        <a:pt x="265332" y="559811"/>
                      </a:lnTo>
                      <a:lnTo>
                        <a:pt x="264927" y="559698"/>
                      </a:lnTo>
                      <a:lnTo>
                        <a:pt x="264522" y="559586"/>
                      </a:lnTo>
                      <a:lnTo>
                        <a:pt x="264140" y="559473"/>
                      </a:lnTo>
                      <a:lnTo>
                        <a:pt x="263735" y="559338"/>
                      </a:lnTo>
                      <a:lnTo>
                        <a:pt x="263353" y="559203"/>
                      </a:lnTo>
                      <a:lnTo>
                        <a:pt x="262948" y="559068"/>
                      </a:lnTo>
                      <a:lnTo>
                        <a:pt x="262566" y="558934"/>
                      </a:lnTo>
                      <a:lnTo>
                        <a:pt x="262161" y="558776"/>
                      </a:lnTo>
                      <a:lnTo>
                        <a:pt x="261756" y="558641"/>
                      </a:lnTo>
                      <a:lnTo>
                        <a:pt x="261374" y="558484"/>
                      </a:lnTo>
                      <a:lnTo>
                        <a:pt x="260969" y="558326"/>
                      </a:lnTo>
                      <a:lnTo>
                        <a:pt x="260587" y="558169"/>
                      </a:lnTo>
                      <a:lnTo>
                        <a:pt x="260182" y="557989"/>
                      </a:lnTo>
                      <a:lnTo>
                        <a:pt x="259799" y="557832"/>
                      </a:lnTo>
                      <a:lnTo>
                        <a:pt x="259395" y="557652"/>
                      </a:lnTo>
                      <a:lnTo>
                        <a:pt x="259012" y="557472"/>
                      </a:lnTo>
                      <a:lnTo>
                        <a:pt x="258608" y="557269"/>
                      </a:lnTo>
                      <a:lnTo>
                        <a:pt x="258202" y="557089"/>
                      </a:lnTo>
                      <a:lnTo>
                        <a:pt x="257820" y="556887"/>
                      </a:lnTo>
                      <a:lnTo>
                        <a:pt x="257416" y="556685"/>
                      </a:lnTo>
                      <a:lnTo>
                        <a:pt x="257033" y="556482"/>
                      </a:lnTo>
                      <a:lnTo>
                        <a:pt x="256628" y="556280"/>
                      </a:lnTo>
                      <a:lnTo>
                        <a:pt x="256246" y="556055"/>
                      </a:lnTo>
                      <a:lnTo>
                        <a:pt x="255841" y="555830"/>
                      </a:lnTo>
                      <a:lnTo>
                        <a:pt x="255459" y="555605"/>
                      </a:lnTo>
                      <a:lnTo>
                        <a:pt x="255054" y="555380"/>
                      </a:lnTo>
                      <a:lnTo>
                        <a:pt x="254650" y="555133"/>
                      </a:lnTo>
                      <a:lnTo>
                        <a:pt x="254267" y="554885"/>
                      </a:lnTo>
                      <a:lnTo>
                        <a:pt x="253862" y="554638"/>
                      </a:lnTo>
                      <a:lnTo>
                        <a:pt x="253480" y="554391"/>
                      </a:lnTo>
                      <a:lnTo>
                        <a:pt x="253075" y="554121"/>
                      </a:lnTo>
                      <a:lnTo>
                        <a:pt x="252693" y="553873"/>
                      </a:lnTo>
                      <a:lnTo>
                        <a:pt x="252288" y="553604"/>
                      </a:lnTo>
                      <a:lnTo>
                        <a:pt x="251905" y="553334"/>
                      </a:lnTo>
                      <a:lnTo>
                        <a:pt x="251501" y="553041"/>
                      </a:lnTo>
                      <a:lnTo>
                        <a:pt x="251096" y="552771"/>
                      </a:lnTo>
                      <a:lnTo>
                        <a:pt x="250714" y="552479"/>
                      </a:lnTo>
                      <a:lnTo>
                        <a:pt x="250309" y="552187"/>
                      </a:lnTo>
                      <a:lnTo>
                        <a:pt x="249926" y="551894"/>
                      </a:lnTo>
                      <a:lnTo>
                        <a:pt x="249522" y="551579"/>
                      </a:lnTo>
                      <a:lnTo>
                        <a:pt x="249139" y="551287"/>
                      </a:lnTo>
                      <a:lnTo>
                        <a:pt x="248734" y="550950"/>
                      </a:lnTo>
                      <a:lnTo>
                        <a:pt x="248352" y="550635"/>
                      </a:lnTo>
                      <a:lnTo>
                        <a:pt x="247948" y="550320"/>
                      </a:lnTo>
                      <a:lnTo>
                        <a:pt x="247542" y="549983"/>
                      </a:lnTo>
                      <a:lnTo>
                        <a:pt x="247160" y="549645"/>
                      </a:lnTo>
                      <a:lnTo>
                        <a:pt x="246756" y="549286"/>
                      </a:lnTo>
                      <a:lnTo>
                        <a:pt x="246373" y="548948"/>
                      </a:lnTo>
                      <a:lnTo>
                        <a:pt x="245968" y="548588"/>
                      </a:lnTo>
                      <a:lnTo>
                        <a:pt x="245586" y="548229"/>
                      </a:lnTo>
                      <a:lnTo>
                        <a:pt x="245181" y="547869"/>
                      </a:lnTo>
                      <a:lnTo>
                        <a:pt x="244776" y="547486"/>
                      </a:lnTo>
                      <a:lnTo>
                        <a:pt x="244394" y="547127"/>
                      </a:lnTo>
                      <a:lnTo>
                        <a:pt x="243989" y="546744"/>
                      </a:lnTo>
                      <a:lnTo>
                        <a:pt x="243607" y="546339"/>
                      </a:lnTo>
                      <a:lnTo>
                        <a:pt x="243202" y="545957"/>
                      </a:lnTo>
                      <a:lnTo>
                        <a:pt x="242820" y="545552"/>
                      </a:lnTo>
                      <a:lnTo>
                        <a:pt x="242415" y="545147"/>
                      </a:lnTo>
                      <a:lnTo>
                        <a:pt x="242033" y="544743"/>
                      </a:lnTo>
                      <a:lnTo>
                        <a:pt x="241628" y="544315"/>
                      </a:lnTo>
                      <a:lnTo>
                        <a:pt x="241223" y="543888"/>
                      </a:lnTo>
                      <a:lnTo>
                        <a:pt x="240841" y="543438"/>
                      </a:lnTo>
                      <a:lnTo>
                        <a:pt x="240436" y="542988"/>
                      </a:lnTo>
                      <a:lnTo>
                        <a:pt x="240054" y="542539"/>
                      </a:lnTo>
                      <a:lnTo>
                        <a:pt x="239649" y="542089"/>
                      </a:lnTo>
                      <a:lnTo>
                        <a:pt x="239266" y="541617"/>
                      </a:lnTo>
                      <a:lnTo>
                        <a:pt x="238862" y="541144"/>
                      </a:lnTo>
                      <a:lnTo>
                        <a:pt x="238479" y="540649"/>
                      </a:lnTo>
                      <a:lnTo>
                        <a:pt x="238074" y="540155"/>
                      </a:lnTo>
                      <a:lnTo>
                        <a:pt x="237670" y="539660"/>
                      </a:lnTo>
                      <a:lnTo>
                        <a:pt x="237287" y="539165"/>
                      </a:lnTo>
                      <a:lnTo>
                        <a:pt x="236882" y="538648"/>
                      </a:lnTo>
                      <a:lnTo>
                        <a:pt x="236500" y="538108"/>
                      </a:lnTo>
                      <a:lnTo>
                        <a:pt x="236096" y="537591"/>
                      </a:lnTo>
                      <a:lnTo>
                        <a:pt x="235713" y="537051"/>
                      </a:lnTo>
                      <a:lnTo>
                        <a:pt x="235308" y="536489"/>
                      </a:lnTo>
                      <a:lnTo>
                        <a:pt x="234926" y="535949"/>
                      </a:lnTo>
                      <a:lnTo>
                        <a:pt x="234521" y="535387"/>
                      </a:lnTo>
                      <a:lnTo>
                        <a:pt x="234116" y="534802"/>
                      </a:lnTo>
                      <a:lnTo>
                        <a:pt x="233734" y="534240"/>
                      </a:lnTo>
                      <a:lnTo>
                        <a:pt x="233329" y="533655"/>
                      </a:lnTo>
                      <a:lnTo>
                        <a:pt x="232947" y="533048"/>
                      </a:lnTo>
                      <a:lnTo>
                        <a:pt x="232542" y="532463"/>
                      </a:lnTo>
                      <a:lnTo>
                        <a:pt x="232160" y="531834"/>
                      </a:lnTo>
                      <a:lnTo>
                        <a:pt x="231755" y="531226"/>
                      </a:lnTo>
                      <a:lnTo>
                        <a:pt x="231350" y="530597"/>
                      </a:lnTo>
                      <a:lnTo>
                        <a:pt x="230968" y="529967"/>
                      </a:lnTo>
                      <a:lnTo>
                        <a:pt x="230563" y="529337"/>
                      </a:lnTo>
                      <a:lnTo>
                        <a:pt x="230181" y="528685"/>
                      </a:lnTo>
                      <a:lnTo>
                        <a:pt x="229776" y="528033"/>
                      </a:lnTo>
                      <a:lnTo>
                        <a:pt x="229394" y="527358"/>
                      </a:lnTo>
                      <a:lnTo>
                        <a:pt x="228989" y="526683"/>
                      </a:lnTo>
                      <a:lnTo>
                        <a:pt x="228606" y="526009"/>
                      </a:lnTo>
                      <a:lnTo>
                        <a:pt x="228202" y="525334"/>
                      </a:lnTo>
                      <a:lnTo>
                        <a:pt x="227797" y="524637"/>
                      </a:lnTo>
                      <a:lnTo>
                        <a:pt x="227414" y="523940"/>
                      </a:lnTo>
                      <a:lnTo>
                        <a:pt x="227010" y="523220"/>
                      </a:lnTo>
                      <a:lnTo>
                        <a:pt x="226627" y="522500"/>
                      </a:lnTo>
                      <a:lnTo>
                        <a:pt x="226222" y="521781"/>
                      </a:lnTo>
                      <a:lnTo>
                        <a:pt x="225840" y="521039"/>
                      </a:lnTo>
                      <a:lnTo>
                        <a:pt x="225436" y="520296"/>
                      </a:lnTo>
                      <a:lnTo>
                        <a:pt x="225053" y="519532"/>
                      </a:lnTo>
                      <a:lnTo>
                        <a:pt x="224648" y="518767"/>
                      </a:lnTo>
                      <a:lnTo>
                        <a:pt x="224244" y="518003"/>
                      </a:lnTo>
                      <a:lnTo>
                        <a:pt x="223861" y="517238"/>
                      </a:lnTo>
                      <a:lnTo>
                        <a:pt x="223456" y="516451"/>
                      </a:lnTo>
                      <a:lnTo>
                        <a:pt x="223074" y="515641"/>
                      </a:lnTo>
                      <a:lnTo>
                        <a:pt x="222669" y="514831"/>
                      </a:lnTo>
                      <a:lnTo>
                        <a:pt x="222287" y="514022"/>
                      </a:lnTo>
                      <a:lnTo>
                        <a:pt x="221882" y="513212"/>
                      </a:lnTo>
                      <a:lnTo>
                        <a:pt x="221500" y="512380"/>
                      </a:lnTo>
                      <a:lnTo>
                        <a:pt x="221095" y="511526"/>
                      </a:lnTo>
                      <a:lnTo>
                        <a:pt x="220690" y="510693"/>
                      </a:lnTo>
                      <a:lnTo>
                        <a:pt x="220308" y="509839"/>
                      </a:lnTo>
                      <a:lnTo>
                        <a:pt x="219903" y="508962"/>
                      </a:lnTo>
                      <a:lnTo>
                        <a:pt x="219521" y="508107"/>
                      </a:lnTo>
                      <a:lnTo>
                        <a:pt x="219116" y="507230"/>
                      </a:lnTo>
                      <a:lnTo>
                        <a:pt x="218733" y="506330"/>
                      </a:lnTo>
                      <a:lnTo>
                        <a:pt x="218329" y="505431"/>
                      </a:lnTo>
                      <a:lnTo>
                        <a:pt x="217946" y="504531"/>
                      </a:lnTo>
                      <a:lnTo>
                        <a:pt x="217542" y="503632"/>
                      </a:lnTo>
                      <a:lnTo>
                        <a:pt x="217136" y="502710"/>
                      </a:lnTo>
                      <a:lnTo>
                        <a:pt x="216754" y="501765"/>
                      </a:lnTo>
                      <a:lnTo>
                        <a:pt x="216350" y="500843"/>
                      </a:lnTo>
                      <a:lnTo>
                        <a:pt x="215967" y="499876"/>
                      </a:lnTo>
                      <a:lnTo>
                        <a:pt x="215562" y="498931"/>
                      </a:lnTo>
                      <a:lnTo>
                        <a:pt x="215180" y="497964"/>
                      </a:lnTo>
                      <a:lnTo>
                        <a:pt x="214776" y="496975"/>
                      </a:lnTo>
                      <a:lnTo>
                        <a:pt x="214370" y="495985"/>
                      </a:lnTo>
                      <a:lnTo>
                        <a:pt x="213988" y="494996"/>
                      </a:lnTo>
                      <a:lnTo>
                        <a:pt x="213584" y="493984"/>
                      </a:lnTo>
                      <a:lnTo>
                        <a:pt x="213201" y="492972"/>
                      </a:lnTo>
                      <a:lnTo>
                        <a:pt x="212796" y="491937"/>
                      </a:lnTo>
                      <a:lnTo>
                        <a:pt x="212414" y="490903"/>
                      </a:lnTo>
                      <a:lnTo>
                        <a:pt x="212009" y="489846"/>
                      </a:lnTo>
                      <a:lnTo>
                        <a:pt x="211627" y="488789"/>
                      </a:lnTo>
                      <a:lnTo>
                        <a:pt x="211222" y="487709"/>
                      </a:lnTo>
                      <a:lnTo>
                        <a:pt x="210817" y="486630"/>
                      </a:lnTo>
                      <a:lnTo>
                        <a:pt x="210435" y="485528"/>
                      </a:lnTo>
                      <a:lnTo>
                        <a:pt x="210030" y="484426"/>
                      </a:lnTo>
                      <a:lnTo>
                        <a:pt x="209648" y="483301"/>
                      </a:lnTo>
                      <a:lnTo>
                        <a:pt x="209243" y="482177"/>
                      </a:lnTo>
                      <a:lnTo>
                        <a:pt x="208860" y="481030"/>
                      </a:lnTo>
                      <a:lnTo>
                        <a:pt x="208456" y="479883"/>
                      </a:lnTo>
                      <a:lnTo>
                        <a:pt x="208073" y="478736"/>
                      </a:lnTo>
                      <a:lnTo>
                        <a:pt x="207668" y="477566"/>
                      </a:lnTo>
                      <a:lnTo>
                        <a:pt x="207264" y="476374"/>
                      </a:lnTo>
                      <a:lnTo>
                        <a:pt x="206882" y="475182"/>
                      </a:lnTo>
                      <a:lnTo>
                        <a:pt x="206476" y="473968"/>
                      </a:lnTo>
                      <a:lnTo>
                        <a:pt x="206094" y="472731"/>
                      </a:lnTo>
                      <a:lnTo>
                        <a:pt x="205690" y="471517"/>
                      </a:lnTo>
                      <a:lnTo>
                        <a:pt x="205307" y="470257"/>
                      </a:lnTo>
                      <a:lnTo>
                        <a:pt x="204902" y="468998"/>
                      </a:lnTo>
                      <a:lnTo>
                        <a:pt x="204520" y="467738"/>
                      </a:lnTo>
                      <a:lnTo>
                        <a:pt x="204115" y="466456"/>
                      </a:lnTo>
                      <a:lnTo>
                        <a:pt x="203710" y="465152"/>
                      </a:lnTo>
                      <a:lnTo>
                        <a:pt x="203328" y="463848"/>
                      </a:lnTo>
                      <a:lnTo>
                        <a:pt x="202923" y="462521"/>
                      </a:lnTo>
                      <a:lnTo>
                        <a:pt x="202541" y="461216"/>
                      </a:lnTo>
                      <a:lnTo>
                        <a:pt x="202136" y="459867"/>
                      </a:lnTo>
                      <a:lnTo>
                        <a:pt x="201754" y="458495"/>
                      </a:lnTo>
                      <a:lnTo>
                        <a:pt x="201349" y="457123"/>
                      </a:lnTo>
                      <a:lnTo>
                        <a:pt x="200944" y="455751"/>
                      </a:lnTo>
                      <a:lnTo>
                        <a:pt x="200562" y="454357"/>
                      </a:lnTo>
                      <a:lnTo>
                        <a:pt x="200157" y="452940"/>
                      </a:lnTo>
                      <a:lnTo>
                        <a:pt x="199775" y="451523"/>
                      </a:lnTo>
                      <a:lnTo>
                        <a:pt x="199370" y="450084"/>
                      </a:lnTo>
                      <a:lnTo>
                        <a:pt x="198988" y="448645"/>
                      </a:lnTo>
                      <a:lnTo>
                        <a:pt x="198583" y="447183"/>
                      </a:lnTo>
                      <a:lnTo>
                        <a:pt x="198200" y="445721"/>
                      </a:lnTo>
                      <a:lnTo>
                        <a:pt x="197796" y="444259"/>
                      </a:lnTo>
                      <a:lnTo>
                        <a:pt x="197391" y="442775"/>
                      </a:lnTo>
                      <a:lnTo>
                        <a:pt x="197008" y="441268"/>
                      </a:lnTo>
                      <a:lnTo>
                        <a:pt x="196604" y="439761"/>
                      </a:lnTo>
                      <a:lnTo>
                        <a:pt x="196222" y="438254"/>
                      </a:lnTo>
                      <a:lnTo>
                        <a:pt x="195816" y="436725"/>
                      </a:lnTo>
                      <a:lnTo>
                        <a:pt x="195434" y="435196"/>
                      </a:lnTo>
                      <a:lnTo>
                        <a:pt x="195030" y="433644"/>
                      </a:lnTo>
                      <a:lnTo>
                        <a:pt x="194647" y="432070"/>
                      </a:lnTo>
                      <a:lnTo>
                        <a:pt x="194242" y="430518"/>
                      </a:lnTo>
                      <a:lnTo>
                        <a:pt x="193838" y="428921"/>
                      </a:lnTo>
                      <a:lnTo>
                        <a:pt x="193455" y="427325"/>
                      </a:lnTo>
                      <a:lnTo>
                        <a:pt x="193050" y="425728"/>
                      </a:lnTo>
                      <a:lnTo>
                        <a:pt x="192668" y="424109"/>
                      </a:lnTo>
                      <a:lnTo>
                        <a:pt x="192263" y="422489"/>
                      </a:lnTo>
                      <a:lnTo>
                        <a:pt x="191881" y="420848"/>
                      </a:lnTo>
                      <a:lnTo>
                        <a:pt x="191476" y="419183"/>
                      </a:lnTo>
                      <a:lnTo>
                        <a:pt x="191094" y="417519"/>
                      </a:lnTo>
                      <a:lnTo>
                        <a:pt x="190689" y="415832"/>
                      </a:lnTo>
                      <a:lnTo>
                        <a:pt x="190284" y="414146"/>
                      </a:lnTo>
                      <a:lnTo>
                        <a:pt x="189902" y="412436"/>
                      </a:lnTo>
                      <a:lnTo>
                        <a:pt x="189497" y="410727"/>
                      </a:lnTo>
                      <a:lnTo>
                        <a:pt x="189115" y="408996"/>
                      </a:lnTo>
                      <a:lnTo>
                        <a:pt x="188710" y="407241"/>
                      </a:lnTo>
                      <a:lnTo>
                        <a:pt x="188328" y="405487"/>
                      </a:lnTo>
                      <a:lnTo>
                        <a:pt x="187923" y="403710"/>
                      </a:lnTo>
                      <a:lnTo>
                        <a:pt x="187540" y="401934"/>
                      </a:lnTo>
                      <a:lnTo>
                        <a:pt x="187136" y="400135"/>
                      </a:lnTo>
                      <a:lnTo>
                        <a:pt x="186731" y="398335"/>
                      </a:lnTo>
                      <a:lnTo>
                        <a:pt x="186348" y="396514"/>
                      </a:lnTo>
                      <a:lnTo>
                        <a:pt x="185944" y="394670"/>
                      </a:lnTo>
                      <a:lnTo>
                        <a:pt x="185561" y="392826"/>
                      </a:lnTo>
                      <a:lnTo>
                        <a:pt x="185156" y="390959"/>
                      </a:lnTo>
                      <a:lnTo>
                        <a:pt x="184774" y="389092"/>
                      </a:lnTo>
                      <a:lnTo>
                        <a:pt x="184370" y="387203"/>
                      </a:lnTo>
                      <a:lnTo>
                        <a:pt x="183964" y="385314"/>
                      </a:lnTo>
                      <a:lnTo>
                        <a:pt x="183582" y="383402"/>
                      </a:lnTo>
                      <a:lnTo>
                        <a:pt x="183178" y="381491"/>
                      </a:lnTo>
                      <a:lnTo>
                        <a:pt x="182795" y="379557"/>
                      </a:lnTo>
                      <a:lnTo>
                        <a:pt x="182390" y="377623"/>
                      </a:lnTo>
                      <a:lnTo>
                        <a:pt x="182008" y="375666"/>
                      </a:lnTo>
                      <a:lnTo>
                        <a:pt x="181603" y="373687"/>
                      </a:lnTo>
                      <a:lnTo>
                        <a:pt x="181221" y="371708"/>
                      </a:lnTo>
                      <a:lnTo>
                        <a:pt x="180816" y="369729"/>
                      </a:lnTo>
                      <a:lnTo>
                        <a:pt x="180411" y="367727"/>
                      </a:lnTo>
                      <a:lnTo>
                        <a:pt x="180029" y="365703"/>
                      </a:lnTo>
                      <a:lnTo>
                        <a:pt x="179624" y="363679"/>
                      </a:lnTo>
                      <a:lnTo>
                        <a:pt x="179242" y="361655"/>
                      </a:lnTo>
                      <a:lnTo>
                        <a:pt x="178837" y="359586"/>
                      </a:lnTo>
                      <a:lnTo>
                        <a:pt x="178455" y="357539"/>
                      </a:lnTo>
                      <a:lnTo>
                        <a:pt x="178050" y="355448"/>
                      </a:lnTo>
                      <a:lnTo>
                        <a:pt x="177668" y="353379"/>
                      </a:lnTo>
                      <a:lnTo>
                        <a:pt x="177263" y="351265"/>
                      </a:lnTo>
                      <a:lnTo>
                        <a:pt x="176858" y="349151"/>
                      </a:lnTo>
                      <a:lnTo>
                        <a:pt x="176476" y="347037"/>
                      </a:lnTo>
                      <a:lnTo>
                        <a:pt x="176070" y="344900"/>
                      </a:lnTo>
                      <a:lnTo>
                        <a:pt x="175688" y="342764"/>
                      </a:lnTo>
                      <a:lnTo>
                        <a:pt x="175284" y="340627"/>
                      </a:lnTo>
                      <a:lnTo>
                        <a:pt x="174901" y="338468"/>
                      </a:lnTo>
                      <a:lnTo>
                        <a:pt x="174496" y="336287"/>
                      </a:lnTo>
                      <a:lnTo>
                        <a:pt x="174114" y="334105"/>
                      </a:lnTo>
                      <a:lnTo>
                        <a:pt x="173710" y="331901"/>
                      </a:lnTo>
                      <a:lnTo>
                        <a:pt x="173304" y="329697"/>
                      </a:lnTo>
                      <a:lnTo>
                        <a:pt x="172922" y="327493"/>
                      </a:lnTo>
                      <a:lnTo>
                        <a:pt x="172518" y="325267"/>
                      </a:lnTo>
                      <a:lnTo>
                        <a:pt x="172135" y="323018"/>
                      </a:lnTo>
                      <a:lnTo>
                        <a:pt x="171730" y="320769"/>
                      </a:lnTo>
                      <a:lnTo>
                        <a:pt x="171348" y="318520"/>
                      </a:lnTo>
                      <a:lnTo>
                        <a:pt x="170943" y="316248"/>
                      </a:lnTo>
                      <a:lnTo>
                        <a:pt x="170538" y="313977"/>
                      </a:lnTo>
                      <a:lnTo>
                        <a:pt x="170156" y="311683"/>
                      </a:lnTo>
                      <a:lnTo>
                        <a:pt x="169751" y="309389"/>
                      </a:lnTo>
                      <a:lnTo>
                        <a:pt x="169369" y="307073"/>
                      </a:lnTo>
                      <a:lnTo>
                        <a:pt x="168964" y="304756"/>
                      </a:lnTo>
                      <a:lnTo>
                        <a:pt x="168582" y="302440"/>
                      </a:lnTo>
                      <a:lnTo>
                        <a:pt x="168177" y="300123"/>
                      </a:lnTo>
                      <a:lnTo>
                        <a:pt x="167794" y="297785"/>
                      </a:lnTo>
                      <a:lnTo>
                        <a:pt x="167390" y="295423"/>
                      </a:lnTo>
                      <a:lnTo>
                        <a:pt x="166985" y="293084"/>
                      </a:lnTo>
                      <a:lnTo>
                        <a:pt x="166602" y="290700"/>
                      </a:lnTo>
                      <a:lnTo>
                        <a:pt x="166198" y="288339"/>
                      </a:lnTo>
                      <a:lnTo>
                        <a:pt x="165816" y="285955"/>
                      </a:lnTo>
                      <a:lnTo>
                        <a:pt x="165433" y="283571"/>
                      </a:lnTo>
                      <a:lnTo>
                        <a:pt x="165028" y="281165"/>
                      </a:lnTo>
                      <a:lnTo>
                        <a:pt x="164624" y="278758"/>
                      </a:lnTo>
                      <a:lnTo>
                        <a:pt x="164263" y="276352"/>
                      </a:lnTo>
                      <a:lnTo>
                        <a:pt x="163859" y="273923"/>
                      </a:lnTo>
                      <a:lnTo>
                        <a:pt x="163454" y="271494"/>
                      </a:lnTo>
                      <a:lnTo>
                        <a:pt x="163071" y="269043"/>
                      </a:lnTo>
                      <a:lnTo>
                        <a:pt x="162667" y="266591"/>
                      </a:lnTo>
                      <a:lnTo>
                        <a:pt x="162285" y="264140"/>
                      </a:lnTo>
                      <a:lnTo>
                        <a:pt x="161880" y="261666"/>
                      </a:lnTo>
                      <a:lnTo>
                        <a:pt x="161497" y="259192"/>
                      </a:lnTo>
                      <a:lnTo>
                        <a:pt x="161093" y="256719"/>
                      </a:lnTo>
                      <a:lnTo>
                        <a:pt x="160710" y="254245"/>
                      </a:lnTo>
                      <a:lnTo>
                        <a:pt x="160305" y="251748"/>
                      </a:lnTo>
                      <a:lnTo>
                        <a:pt x="159901" y="249252"/>
                      </a:lnTo>
                      <a:lnTo>
                        <a:pt x="159518" y="246756"/>
                      </a:lnTo>
                      <a:lnTo>
                        <a:pt x="159114" y="244259"/>
                      </a:lnTo>
                      <a:lnTo>
                        <a:pt x="158731" y="241740"/>
                      </a:lnTo>
                      <a:lnTo>
                        <a:pt x="158326" y="239222"/>
                      </a:lnTo>
                      <a:lnTo>
                        <a:pt x="157944" y="236703"/>
                      </a:lnTo>
                      <a:lnTo>
                        <a:pt x="157539" y="234184"/>
                      </a:lnTo>
                      <a:lnTo>
                        <a:pt x="157157" y="231643"/>
                      </a:lnTo>
                      <a:lnTo>
                        <a:pt x="156752" y="229124"/>
                      </a:lnTo>
                      <a:lnTo>
                        <a:pt x="156347" y="226583"/>
                      </a:lnTo>
                      <a:lnTo>
                        <a:pt x="155965" y="224041"/>
                      </a:lnTo>
                      <a:lnTo>
                        <a:pt x="155560" y="221522"/>
                      </a:lnTo>
                      <a:lnTo>
                        <a:pt x="155178" y="218959"/>
                      </a:lnTo>
                      <a:lnTo>
                        <a:pt x="154773" y="216417"/>
                      </a:lnTo>
                      <a:lnTo>
                        <a:pt x="154391" y="213876"/>
                      </a:lnTo>
                      <a:lnTo>
                        <a:pt x="153986" y="211312"/>
                      </a:lnTo>
                      <a:lnTo>
                        <a:pt x="153581" y="208771"/>
                      </a:lnTo>
                      <a:lnTo>
                        <a:pt x="153199" y="206207"/>
                      </a:lnTo>
                      <a:lnTo>
                        <a:pt x="152794" y="203643"/>
                      </a:lnTo>
                      <a:lnTo>
                        <a:pt x="152411" y="201102"/>
                      </a:lnTo>
                      <a:lnTo>
                        <a:pt x="152007" y="198538"/>
                      </a:lnTo>
                      <a:lnTo>
                        <a:pt x="151625" y="195974"/>
                      </a:lnTo>
                      <a:lnTo>
                        <a:pt x="151220" y="193410"/>
                      </a:lnTo>
                      <a:lnTo>
                        <a:pt x="150837" y="190847"/>
                      </a:lnTo>
                      <a:lnTo>
                        <a:pt x="150433" y="188283"/>
                      </a:lnTo>
                      <a:lnTo>
                        <a:pt x="150028" y="185741"/>
                      </a:lnTo>
                      <a:lnTo>
                        <a:pt x="149645" y="183178"/>
                      </a:lnTo>
                      <a:lnTo>
                        <a:pt x="149241" y="180614"/>
                      </a:lnTo>
                      <a:lnTo>
                        <a:pt x="148858" y="178050"/>
                      </a:lnTo>
                      <a:lnTo>
                        <a:pt x="148453" y="175509"/>
                      </a:lnTo>
                      <a:lnTo>
                        <a:pt x="148071" y="170201"/>
                      </a:lnTo>
                      <a:lnTo>
                        <a:pt x="147666" y="165613"/>
                      </a:lnTo>
                      <a:lnTo>
                        <a:pt x="147284" y="163162"/>
                      </a:lnTo>
                      <a:lnTo>
                        <a:pt x="146879" y="160688"/>
                      </a:lnTo>
                      <a:lnTo>
                        <a:pt x="146474" y="158237"/>
                      </a:lnTo>
                      <a:lnTo>
                        <a:pt x="146092" y="155785"/>
                      </a:lnTo>
                      <a:lnTo>
                        <a:pt x="145687" y="153334"/>
                      </a:lnTo>
                      <a:lnTo>
                        <a:pt x="145305" y="150883"/>
                      </a:lnTo>
                      <a:lnTo>
                        <a:pt x="144900" y="148431"/>
                      </a:lnTo>
                      <a:lnTo>
                        <a:pt x="144518" y="146002"/>
                      </a:lnTo>
                      <a:lnTo>
                        <a:pt x="144113" y="143573"/>
                      </a:lnTo>
                      <a:lnTo>
                        <a:pt x="143731" y="141167"/>
                      </a:lnTo>
                      <a:lnTo>
                        <a:pt x="143326" y="138761"/>
                      </a:lnTo>
                      <a:lnTo>
                        <a:pt x="142921" y="136354"/>
                      </a:lnTo>
                      <a:lnTo>
                        <a:pt x="142539" y="133948"/>
                      </a:lnTo>
                      <a:lnTo>
                        <a:pt x="142134" y="131564"/>
                      </a:lnTo>
                      <a:lnTo>
                        <a:pt x="141751" y="129203"/>
                      </a:lnTo>
                      <a:lnTo>
                        <a:pt x="141347" y="126841"/>
                      </a:lnTo>
                      <a:lnTo>
                        <a:pt x="140965" y="124480"/>
                      </a:lnTo>
                      <a:lnTo>
                        <a:pt x="140560" y="122163"/>
                      </a:lnTo>
                      <a:lnTo>
                        <a:pt x="140155" y="119824"/>
                      </a:lnTo>
                      <a:lnTo>
                        <a:pt x="139773" y="117531"/>
                      </a:lnTo>
                      <a:lnTo>
                        <a:pt x="139368" y="115237"/>
                      </a:lnTo>
                      <a:lnTo>
                        <a:pt x="138985" y="112943"/>
                      </a:lnTo>
                      <a:lnTo>
                        <a:pt x="138581" y="110671"/>
                      </a:lnTo>
                      <a:lnTo>
                        <a:pt x="138198" y="108422"/>
                      </a:lnTo>
                      <a:lnTo>
                        <a:pt x="137793" y="106173"/>
                      </a:lnTo>
                      <a:lnTo>
                        <a:pt x="137411" y="103969"/>
                      </a:lnTo>
                      <a:lnTo>
                        <a:pt x="137006" y="101788"/>
                      </a:lnTo>
                      <a:lnTo>
                        <a:pt x="136602" y="99584"/>
                      </a:lnTo>
                      <a:lnTo>
                        <a:pt x="136219" y="97402"/>
                      </a:lnTo>
                      <a:lnTo>
                        <a:pt x="135814" y="95266"/>
                      </a:lnTo>
                      <a:lnTo>
                        <a:pt x="135432" y="93107"/>
                      </a:lnTo>
                      <a:lnTo>
                        <a:pt x="135027" y="90993"/>
                      </a:lnTo>
                      <a:lnTo>
                        <a:pt x="134645" y="88901"/>
                      </a:lnTo>
                      <a:lnTo>
                        <a:pt x="134240" y="86810"/>
                      </a:lnTo>
                      <a:lnTo>
                        <a:pt x="133858" y="84741"/>
                      </a:lnTo>
                      <a:lnTo>
                        <a:pt x="133453" y="82694"/>
                      </a:lnTo>
                      <a:lnTo>
                        <a:pt x="133048" y="80670"/>
                      </a:lnTo>
                      <a:lnTo>
                        <a:pt x="132666" y="78646"/>
                      </a:lnTo>
                      <a:lnTo>
                        <a:pt x="132261" y="76667"/>
                      </a:lnTo>
                      <a:lnTo>
                        <a:pt x="131879" y="74688"/>
                      </a:lnTo>
                      <a:lnTo>
                        <a:pt x="131474" y="72754"/>
                      </a:lnTo>
                      <a:lnTo>
                        <a:pt x="131091" y="70820"/>
                      </a:lnTo>
                      <a:lnTo>
                        <a:pt x="130687" y="68908"/>
                      </a:lnTo>
                      <a:lnTo>
                        <a:pt x="130305" y="67019"/>
                      </a:lnTo>
                      <a:lnTo>
                        <a:pt x="129899" y="65152"/>
                      </a:lnTo>
                      <a:lnTo>
                        <a:pt x="129495" y="63308"/>
                      </a:lnTo>
                      <a:lnTo>
                        <a:pt x="129113" y="61487"/>
                      </a:lnTo>
                      <a:lnTo>
                        <a:pt x="128708" y="59710"/>
                      </a:lnTo>
                      <a:lnTo>
                        <a:pt x="128325" y="57933"/>
                      </a:lnTo>
                      <a:lnTo>
                        <a:pt x="127920" y="56179"/>
                      </a:lnTo>
                      <a:lnTo>
                        <a:pt x="127538" y="54470"/>
                      </a:lnTo>
                      <a:lnTo>
                        <a:pt x="127133" y="52761"/>
                      </a:lnTo>
                      <a:lnTo>
                        <a:pt x="126751" y="51074"/>
                      </a:lnTo>
                      <a:lnTo>
                        <a:pt x="126346" y="49432"/>
                      </a:lnTo>
                      <a:lnTo>
                        <a:pt x="125942" y="47813"/>
                      </a:lnTo>
                      <a:lnTo>
                        <a:pt x="125559" y="46216"/>
                      </a:lnTo>
                      <a:lnTo>
                        <a:pt x="125154" y="44642"/>
                      </a:lnTo>
                      <a:lnTo>
                        <a:pt x="124772" y="43113"/>
                      </a:lnTo>
                      <a:lnTo>
                        <a:pt x="124367" y="41583"/>
                      </a:lnTo>
                      <a:lnTo>
                        <a:pt x="123985" y="40099"/>
                      </a:lnTo>
                      <a:lnTo>
                        <a:pt x="123580" y="38637"/>
                      </a:lnTo>
                      <a:lnTo>
                        <a:pt x="123175" y="37198"/>
                      </a:lnTo>
                      <a:lnTo>
                        <a:pt x="122793" y="35803"/>
                      </a:lnTo>
                      <a:lnTo>
                        <a:pt x="122388" y="34409"/>
                      </a:lnTo>
                      <a:lnTo>
                        <a:pt x="122006" y="33060"/>
                      </a:lnTo>
                      <a:lnTo>
                        <a:pt x="121601" y="31733"/>
                      </a:lnTo>
                      <a:lnTo>
                        <a:pt x="121219" y="30451"/>
                      </a:lnTo>
                      <a:lnTo>
                        <a:pt x="120814" y="29191"/>
                      </a:lnTo>
                      <a:lnTo>
                        <a:pt x="120431" y="27955"/>
                      </a:lnTo>
                      <a:lnTo>
                        <a:pt x="120027" y="26740"/>
                      </a:lnTo>
                      <a:lnTo>
                        <a:pt x="119622" y="25571"/>
                      </a:lnTo>
                      <a:lnTo>
                        <a:pt x="119239" y="24401"/>
                      </a:lnTo>
                      <a:lnTo>
                        <a:pt x="118835" y="23299"/>
                      </a:lnTo>
                      <a:lnTo>
                        <a:pt x="118452" y="22197"/>
                      </a:lnTo>
                      <a:lnTo>
                        <a:pt x="118048" y="21140"/>
                      </a:lnTo>
                      <a:lnTo>
                        <a:pt x="117665" y="20106"/>
                      </a:lnTo>
                      <a:lnTo>
                        <a:pt x="117260" y="19094"/>
                      </a:lnTo>
                      <a:lnTo>
                        <a:pt x="116878" y="18127"/>
                      </a:lnTo>
                      <a:lnTo>
                        <a:pt x="116473" y="17160"/>
                      </a:lnTo>
                      <a:lnTo>
                        <a:pt x="116068" y="16237"/>
                      </a:lnTo>
                      <a:lnTo>
                        <a:pt x="115686" y="15360"/>
                      </a:lnTo>
                      <a:lnTo>
                        <a:pt x="115281" y="14483"/>
                      </a:lnTo>
                      <a:lnTo>
                        <a:pt x="114899" y="13651"/>
                      </a:lnTo>
                      <a:lnTo>
                        <a:pt x="114494" y="12842"/>
                      </a:lnTo>
                      <a:lnTo>
                        <a:pt x="114112" y="12054"/>
                      </a:lnTo>
                      <a:lnTo>
                        <a:pt x="113707" y="11312"/>
                      </a:lnTo>
                      <a:lnTo>
                        <a:pt x="113325" y="10570"/>
                      </a:lnTo>
                      <a:lnTo>
                        <a:pt x="112920" y="9873"/>
                      </a:lnTo>
                      <a:lnTo>
                        <a:pt x="112515" y="9198"/>
                      </a:lnTo>
                      <a:lnTo>
                        <a:pt x="112133" y="8569"/>
                      </a:lnTo>
                      <a:lnTo>
                        <a:pt x="111728" y="7939"/>
                      </a:lnTo>
                      <a:lnTo>
                        <a:pt x="111345" y="7354"/>
                      </a:lnTo>
                      <a:lnTo>
                        <a:pt x="110941" y="6792"/>
                      </a:lnTo>
                      <a:lnTo>
                        <a:pt x="110559" y="6252"/>
                      </a:lnTo>
                      <a:lnTo>
                        <a:pt x="110154" y="5735"/>
                      </a:lnTo>
                      <a:lnTo>
                        <a:pt x="109749" y="5240"/>
                      </a:lnTo>
                      <a:lnTo>
                        <a:pt x="109367" y="4768"/>
                      </a:lnTo>
                      <a:lnTo>
                        <a:pt x="108962" y="4340"/>
                      </a:lnTo>
                      <a:lnTo>
                        <a:pt x="108579" y="3913"/>
                      </a:lnTo>
                      <a:lnTo>
                        <a:pt x="108175" y="3531"/>
                      </a:lnTo>
                      <a:lnTo>
                        <a:pt x="107792" y="3149"/>
                      </a:lnTo>
                      <a:lnTo>
                        <a:pt x="107388" y="2811"/>
                      </a:lnTo>
                      <a:lnTo>
                        <a:pt x="107005" y="2496"/>
                      </a:lnTo>
                      <a:lnTo>
                        <a:pt x="106600" y="2181"/>
                      </a:lnTo>
                      <a:lnTo>
                        <a:pt x="106196" y="1912"/>
                      </a:lnTo>
                      <a:lnTo>
                        <a:pt x="105813" y="1642"/>
                      </a:lnTo>
                      <a:lnTo>
                        <a:pt x="105408" y="1394"/>
                      </a:lnTo>
                      <a:lnTo>
                        <a:pt x="105026" y="1192"/>
                      </a:lnTo>
                      <a:lnTo>
                        <a:pt x="104621" y="990"/>
                      </a:lnTo>
                      <a:lnTo>
                        <a:pt x="104239" y="810"/>
                      </a:lnTo>
                      <a:lnTo>
                        <a:pt x="103834" y="652"/>
                      </a:lnTo>
                      <a:lnTo>
                        <a:pt x="103452" y="517"/>
                      </a:lnTo>
                      <a:lnTo>
                        <a:pt x="103047" y="382"/>
                      </a:lnTo>
                      <a:lnTo>
                        <a:pt x="102642" y="292"/>
                      </a:lnTo>
                      <a:lnTo>
                        <a:pt x="102260" y="202"/>
                      </a:lnTo>
                      <a:lnTo>
                        <a:pt x="101855" y="135"/>
                      </a:lnTo>
                      <a:lnTo>
                        <a:pt x="101473" y="67"/>
                      </a:lnTo>
                      <a:lnTo>
                        <a:pt x="101068" y="22"/>
                      </a:lnTo>
                      <a:lnTo>
                        <a:pt x="100685" y="0"/>
                      </a:lnTo>
                      <a:lnTo>
                        <a:pt x="100281" y="0"/>
                      </a:lnTo>
                      <a:lnTo>
                        <a:pt x="99899" y="22"/>
                      </a:lnTo>
                      <a:lnTo>
                        <a:pt x="99494" y="45"/>
                      </a:lnTo>
                      <a:lnTo>
                        <a:pt x="99089" y="67"/>
                      </a:lnTo>
                      <a:lnTo>
                        <a:pt x="98707" y="135"/>
                      </a:lnTo>
                      <a:lnTo>
                        <a:pt x="98302" y="202"/>
                      </a:lnTo>
                      <a:lnTo>
                        <a:pt x="97919" y="292"/>
                      </a:lnTo>
                      <a:lnTo>
                        <a:pt x="97515" y="382"/>
                      </a:lnTo>
                      <a:lnTo>
                        <a:pt x="97132" y="472"/>
                      </a:lnTo>
                      <a:lnTo>
                        <a:pt x="96727" y="585"/>
                      </a:lnTo>
                      <a:lnTo>
                        <a:pt x="96345" y="720"/>
                      </a:lnTo>
                      <a:lnTo>
                        <a:pt x="95940" y="855"/>
                      </a:lnTo>
                      <a:lnTo>
                        <a:pt x="95536" y="1012"/>
                      </a:lnTo>
                      <a:lnTo>
                        <a:pt x="95153" y="1169"/>
                      </a:lnTo>
                      <a:lnTo>
                        <a:pt x="94748" y="1327"/>
                      </a:lnTo>
                      <a:lnTo>
                        <a:pt x="94366" y="1484"/>
                      </a:lnTo>
                      <a:lnTo>
                        <a:pt x="93961" y="1664"/>
                      </a:lnTo>
                      <a:lnTo>
                        <a:pt x="93579" y="1867"/>
                      </a:lnTo>
                      <a:lnTo>
                        <a:pt x="93174" y="2047"/>
                      </a:lnTo>
                      <a:lnTo>
                        <a:pt x="92770" y="2249"/>
                      </a:lnTo>
                      <a:lnTo>
                        <a:pt x="92387" y="2451"/>
                      </a:lnTo>
                      <a:lnTo>
                        <a:pt x="91982" y="2654"/>
                      </a:lnTo>
                      <a:lnTo>
                        <a:pt x="91600" y="2879"/>
                      </a:lnTo>
                      <a:lnTo>
                        <a:pt x="91195" y="3104"/>
                      </a:lnTo>
                      <a:lnTo>
                        <a:pt x="90813" y="3328"/>
                      </a:lnTo>
                      <a:lnTo>
                        <a:pt x="90408" y="3576"/>
                      </a:lnTo>
                      <a:lnTo>
                        <a:pt x="90025" y="3823"/>
                      </a:lnTo>
                      <a:lnTo>
                        <a:pt x="89621" y="4071"/>
                      </a:lnTo>
                      <a:lnTo>
                        <a:pt x="89216" y="4318"/>
                      </a:lnTo>
                      <a:lnTo>
                        <a:pt x="88834" y="4588"/>
                      </a:lnTo>
                      <a:lnTo>
                        <a:pt x="88429" y="4835"/>
                      </a:lnTo>
                      <a:lnTo>
                        <a:pt x="88047" y="5105"/>
                      </a:lnTo>
                      <a:lnTo>
                        <a:pt x="87642" y="5375"/>
                      </a:lnTo>
                      <a:lnTo>
                        <a:pt x="87259" y="5645"/>
                      </a:lnTo>
                      <a:lnTo>
                        <a:pt x="86854" y="5937"/>
                      </a:lnTo>
                      <a:lnTo>
                        <a:pt x="86472" y="6207"/>
                      </a:lnTo>
                      <a:lnTo>
                        <a:pt x="86067" y="6499"/>
                      </a:lnTo>
                      <a:lnTo>
                        <a:pt x="85662" y="6769"/>
                      </a:lnTo>
                      <a:lnTo>
                        <a:pt x="85280" y="7062"/>
                      </a:lnTo>
                      <a:lnTo>
                        <a:pt x="84876" y="7354"/>
                      </a:lnTo>
                      <a:lnTo>
                        <a:pt x="84493" y="7646"/>
                      </a:lnTo>
                      <a:lnTo>
                        <a:pt x="84088" y="7961"/>
                      </a:lnTo>
                      <a:lnTo>
                        <a:pt x="83706" y="8254"/>
                      </a:lnTo>
                      <a:lnTo>
                        <a:pt x="83301" y="8546"/>
                      </a:lnTo>
                      <a:lnTo>
                        <a:pt x="82919" y="8861"/>
                      </a:lnTo>
                      <a:lnTo>
                        <a:pt x="82514" y="9153"/>
                      </a:lnTo>
                      <a:lnTo>
                        <a:pt x="82109" y="9468"/>
                      </a:lnTo>
                      <a:lnTo>
                        <a:pt x="81727" y="9783"/>
                      </a:lnTo>
                      <a:lnTo>
                        <a:pt x="81322" y="10098"/>
                      </a:lnTo>
                      <a:lnTo>
                        <a:pt x="80940" y="10413"/>
                      </a:lnTo>
                      <a:lnTo>
                        <a:pt x="80535" y="10728"/>
                      </a:lnTo>
                      <a:lnTo>
                        <a:pt x="80153" y="11042"/>
                      </a:lnTo>
                      <a:lnTo>
                        <a:pt x="79748" y="11357"/>
                      </a:lnTo>
                      <a:lnTo>
                        <a:pt x="79343" y="11695"/>
                      </a:lnTo>
                      <a:lnTo>
                        <a:pt x="78961" y="12009"/>
                      </a:lnTo>
                      <a:lnTo>
                        <a:pt x="78556" y="12324"/>
                      </a:lnTo>
                      <a:lnTo>
                        <a:pt x="78173" y="12639"/>
                      </a:lnTo>
                      <a:lnTo>
                        <a:pt x="77769" y="12954"/>
                      </a:lnTo>
                      <a:lnTo>
                        <a:pt x="77386" y="13291"/>
                      </a:lnTo>
                      <a:lnTo>
                        <a:pt x="76982" y="13606"/>
                      </a:lnTo>
                      <a:lnTo>
                        <a:pt x="76599" y="13921"/>
                      </a:lnTo>
                      <a:lnTo>
                        <a:pt x="76194" y="14258"/>
                      </a:lnTo>
                      <a:lnTo>
                        <a:pt x="75790" y="14573"/>
                      </a:lnTo>
                      <a:lnTo>
                        <a:pt x="75407" y="14888"/>
                      </a:lnTo>
                      <a:lnTo>
                        <a:pt x="75002" y="15225"/>
                      </a:lnTo>
                      <a:lnTo>
                        <a:pt x="74620" y="15540"/>
                      </a:lnTo>
                      <a:lnTo>
                        <a:pt x="74216" y="15878"/>
                      </a:lnTo>
                      <a:lnTo>
                        <a:pt x="73833" y="16215"/>
                      </a:lnTo>
                      <a:lnTo>
                        <a:pt x="73428" y="16530"/>
                      </a:lnTo>
                      <a:lnTo>
                        <a:pt x="73046" y="16867"/>
                      </a:lnTo>
                      <a:lnTo>
                        <a:pt x="72641" y="17205"/>
                      </a:lnTo>
                      <a:lnTo>
                        <a:pt x="72236" y="17542"/>
                      </a:lnTo>
                      <a:lnTo>
                        <a:pt x="71854" y="17857"/>
                      </a:lnTo>
                      <a:lnTo>
                        <a:pt x="71449" y="18194"/>
                      </a:lnTo>
                      <a:lnTo>
                        <a:pt x="71067" y="18531"/>
                      </a:lnTo>
                      <a:lnTo>
                        <a:pt x="70662" y="18869"/>
                      </a:lnTo>
                      <a:lnTo>
                        <a:pt x="70280" y="19206"/>
                      </a:lnTo>
                      <a:lnTo>
                        <a:pt x="69875" y="19543"/>
                      </a:lnTo>
                      <a:lnTo>
                        <a:pt x="69493" y="19881"/>
                      </a:lnTo>
                      <a:lnTo>
                        <a:pt x="69088" y="20218"/>
                      </a:lnTo>
                      <a:lnTo>
                        <a:pt x="68683" y="20555"/>
                      </a:lnTo>
                      <a:lnTo>
                        <a:pt x="68301" y="20893"/>
                      </a:lnTo>
                      <a:lnTo>
                        <a:pt x="67896" y="21230"/>
                      </a:lnTo>
                      <a:lnTo>
                        <a:pt x="67513" y="21567"/>
                      </a:lnTo>
                      <a:lnTo>
                        <a:pt x="67109" y="21905"/>
                      </a:lnTo>
                      <a:lnTo>
                        <a:pt x="66726" y="22265"/>
                      </a:lnTo>
                      <a:lnTo>
                        <a:pt x="66322" y="22602"/>
                      </a:lnTo>
                      <a:lnTo>
                        <a:pt x="65939" y="22939"/>
                      </a:lnTo>
                      <a:lnTo>
                        <a:pt x="65534" y="23299"/>
                      </a:lnTo>
                      <a:lnTo>
                        <a:pt x="65130" y="23637"/>
                      </a:lnTo>
                      <a:lnTo>
                        <a:pt x="64747" y="23974"/>
                      </a:lnTo>
                      <a:lnTo>
                        <a:pt x="64342" y="24334"/>
                      </a:lnTo>
                      <a:lnTo>
                        <a:pt x="63960" y="24671"/>
                      </a:lnTo>
                      <a:lnTo>
                        <a:pt x="63555" y="25031"/>
                      </a:lnTo>
                      <a:lnTo>
                        <a:pt x="63173" y="25368"/>
                      </a:lnTo>
                      <a:lnTo>
                        <a:pt x="62768" y="25728"/>
                      </a:lnTo>
                      <a:lnTo>
                        <a:pt x="62364" y="26088"/>
                      </a:lnTo>
                      <a:lnTo>
                        <a:pt x="61981" y="26425"/>
                      </a:lnTo>
                      <a:lnTo>
                        <a:pt x="61576" y="26785"/>
                      </a:lnTo>
                      <a:lnTo>
                        <a:pt x="61194" y="27145"/>
                      </a:lnTo>
                      <a:lnTo>
                        <a:pt x="60789" y="27482"/>
                      </a:lnTo>
                      <a:lnTo>
                        <a:pt x="60407" y="27842"/>
                      </a:lnTo>
                      <a:lnTo>
                        <a:pt x="60002" y="28202"/>
                      </a:lnTo>
                      <a:lnTo>
                        <a:pt x="59619" y="28539"/>
                      </a:lnTo>
                      <a:lnTo>
                        <a:pt x="59215" y="28899"/>
                      </a:lnTo>
                      <a:lnTo>
                        <a:pt x="58810" y="29236"/>
                      </a:lnTo>
                      <a:lnTo>
                        <a:pt x="58428" y="29596"/>
                      </a:lnTo>
                      <a:lnTo>
                        <a:pt x="58023" y="29934"/>
                      </a:lnTo>
                      <a:lnTo>
                        <a:pt x="57641" y="30293"/>
                      </a:lnTo>
                      <a:lnTo>
                        <a:pt x="57236" y="30653"/>
                      </a:lnTo>
                      <a:lnTo>
                        <a:pt x="56853" y="30991"/>
                      </a:lnTo>
                      <a:lnTo>
                        <a:pt x="56449" y="31350"/>
                      </a:lnTo>
                      <a:lnTo>
                        <a:pt x="56066" y="31688"/>
                      </a:lnTo>
                      <a:lnTo>
                        <a:pt x="55662" y="32048"/>
                      </a:lnTo>
                      <a:lnTo>
                        <a:pt x="55257" y="32385"/>
                      </a:lnTo>
                      <a:lnTo>
                        <a:pt x="54874" y="32722"/>
                      </a:lnTo>
                      <a:lnTo>
                        <a:pt x="54470" y="33082"/>
                      </a:lnTo>
                      <a:lnTo>
                        <a:pt x="54087" y="33420"/>
                      </a:lnTo>
                      <a:lnTo>
                        <a:pt x="53682" y="33757"/>
                      </a:lnTo>
                      <a:lnTo>
                        <a:pt x="53300" y="34117"/>
                      </a:lnTo>
                      <a:lnTo>
                        <a:pt x="52895" y="34454"/>
                      </a:lnTo>
                      <a:lnTo>
                        <a:pt x="52513" y="34791"/>
                      </a:lnTo>
                      <a:lnTo>
                        <a:pt x="52108" y="35129"/>
                      </a:lnTo>
                      <a:lnTo>
                        <a:pt x="51704" y="35466"/>
                      </a:lnTo>
                      <a:lnTo>
                        <a:pt x="51321" y="35803"/>
                      </a:lnTo>
                      <a:lnTo>
                        <a:pt x="50916" y="36141"/>
                      </a:lnTo>
                      <a:lnTo>
                        <a:pt x="50534" y="36478"/>
                      </a:lnTo>
                      <a:lnTo>
                        <a:pt x="50129" y="36793"/>
                      </a:lnTo>
                      <a:lnTo>
                        <a:pt x="49747" y="37130"/>
                      </a:lnTo>
                      <a:lnTo>
                        <a:pt x="49342" y="37468"/>
                      </a:lnTo>
                      <a:lnTo>
                        <a:pt x="48959" y="37782"/>
                      </a:lnTo>
                      <a:lnTo>
                        <a:pt x="48555" y="38120"/>
                      </a:lnTo>
                      <a:lnTo>
                        <a:pt x="48150" y="38435"/>
                      </a:lnTo>
                      <a:lnTo>
                        <a:pt x="47768" y="38772"/>
                      </a:lnTo>
                      <a:lnTo>
                        <a:pt x="47363" y="39087"/>
                      </a:lnTo>
                      <a:lnTo>
                        <a:pt x="46980" y="39402"/>
                      </a:lnTo>
                      <a:lnTo>
                        <a:pt x="46576" y="39739"/>
                      </a:lnTo>
                      <a:lnTo>
                        <a:pt x="46193" y="40054"/>
                      </a:lnTo>
                      <a:lnTo>
                        <a:pt x="45811" y="40369"/>
                      </a:lnTo>
                      <a:lnTo>
                        <a:pt x="45384" y="40684"/>
                      </a:lnTo>
                      <a:lnTo>
                        <a:pt x="45024" y="40998"/>
                      </a:lnTo>
                      <a:lnTo>
                        <a:pt x="44619" y="41313"/>
                      </a:lnTo>
                      <a:lnTo>
                        <a:pt x="44214" y="41628"/>
                      </a:lnTo>
                      <a:lnTo>
                        <a:pt x="43832" y="41921"/>
                      </a:lnTo>
                      <a:lnTo>
                        <a:pt x="43449" y="42235"/>
                      </a:lnTo>
                      <a:lnTo>
                        <a:pt x="43045" y="42528"/>
                      </a:lnTo>
                      <a:lnTo>
                        <a:pt x="42663" y="42843"/>
                      </a:lnTo>
                      <a:lnTo>
                        <a:pt x="42257" y="43135"/>
                      </a:lnTo>
                      <a:lnTo>
                        <a:pt x="41853" y="43427"/>
                      </a:lnTo>
                      <a:lnTo>
                        <a:pt x="41471" y="43720"/>
                      </a:lnTo>
                      <a:lnTo>
                        <a:pt x="41065" y="44012"/>
                      </a:lnTo>
                      <a:lnTo>
                        <a:pt x="40683" y="44304"/>
                      </a:lnTo>
                      <a:lnTo>
                        <a:pt x="40279" y="44597"/>
                      </a:lnTo>
                      <a:lnTo>
                        <a:pt x="39897" y="44889"/>
                      </a:lnTo>
                      <a:lnTo>
                        <a:pt x="39491" y="45159"/>
                      </a:lnTo>
                      <a:lnTo>
                        <a:pt x="39109" y="45451"/>
                      </a:lnTo>
                      <a:lnTo>
                        <a:pt x="38704" y="45721"/>
                      </a:lnTo>
                      <a:lnTo>
                        <a:pt x="38299" y="46014"/>
                      </a:lnTo>
                      <a:lnTo>
                        <a:pt x="37917" y="46284"/>
                      </a:lnTo>
                      <a:lnTo>
                        <a:pt x="37512" y="46553"/>
                      </a:lnTo>
                      <a:lnTo>
                        <a:pt x="37130" y="46846"/>
                      </a:lnTo>
                      <a:lnTo>
                        <a:pt x="36725" y="47116"/>
                      </a:lnTo>
                      <a:lnTo>
                        <a:pt x="36343" y="47386"/>
                      </a:lnTo>
                      <a:lnTo>
                        <a:pt x="35938" y="47655"/>
                      </a:lnTo>
                      <a:lnTo>
                        <a:pt x="35556" y="47925"/>
                      </a:lnTo>
                      <a:lnTo>
                        <a:pt x="35151" y="48195"/>
                      </a:lnTo>
                      <a:lnTo>
                        <a:pt x="34746" y="48465"/>
                      </a:lnTo>
                      <a:lnTo>
                        <a:pt x="34364" y="48735"/>
                      </a:lnTo>
                      <a:lnTo>
                        <a:pt x="33959" y="49005"/>
                      </a:lnTo>
                      <a:lnTo>
                        <a:pt x="33577" y="49297"/>
                      </a:lnTo>
                      <a:lnTo>
                        <a:pt x="33172" y="49567"/>
                      </a:lnTo>
                      <a:lnTo>
                        <a:pt x="32789" y="49837"/>
                      </a:lnTo>
                      <a:lnTo>
                        <a:pt x="32385" y="50129"/>
                      </a:lnTo>
                      <a:lnTo>
                        <a:pt x="31980" y="50399"/>
                      </a:lnTo>
                      <a:lnTo>
                        <a:pt x="31597" y="50692"/>
                      </a:lnTo>
                      <a:lnTo>
                        <a:pt x="31193" y="50984"/>
                      </a:lnTo>
                      <a:lnTo>
                        <a:pt x="30811" y="51276"/>
                      </a:lnTo>
                      <a:lnTo>
                        <a:pt x="30405" y="51569"/>
                      </a:lnTo>
                      <a:lnTo>
                        <a:pt x="30023" y="51861"/>
                      </a:lnTo>
                      <a:lnTo>
                        <a:pt x="29619" y="52176"/>
                      </a:lnTo>
                      <a:lnTo>
                        <a:pt x="29236" y="52491"/>
                      </a:lnTo>
                      <a:lnTo>
                        <a:pt x="28831" y="52806"/>
                      </a:lnTo>
                      <a:lnTo>
                        <a:pt x="28427" y="53120"/>
                      </a:lnTo>
                      <a:lnTo>
                        <a:pt x="28044" y="53458"/>
                      </a:lnTo>
                      <a:lnTo>
                        <a:pt x="27639" y="53818"/>
                      </a:lnTo>
                      <a:lnTo>
                        <a:pt x="27257" y="54155"/>
                      </a:lnTo>
                      <a:lnTo>
                        <a:pt x="26852" y="54515"/>
                      </a:lnTo>
                      <a:lnTo>
                        <a:pt x="26470" y="54875"/>
                      </a:lnTo>
                      <a:lnTo>
                        <a:pt x="26065" y="55257"/>
                      </a:lnTo>
                      <a:lnTo>
                        <a:pt x="25683" y="55639"/>
                      </a:lnTo>
                      <a:lnTo>
                        <a:pt x="25278" y="56022"/>
                      </a:lnTo>
                      <a:lnTo>
                        <a:pt x="24873" y="56404"/>
                      </a:lnTo>
                      <a:lnTo>
                        <a:pt x="24491" y="56809"/>
                      </a:lnTo>
                      <a:lnTo>
                        <a:pt x="24086" y="57213"/>
                      </a:lnTo>
                      <a:lnTo>
                        <a:pt x="23704" y="57641"/>
                      </a:lnTo>
                      <a:lnTo>
                        <a:pt x="23299" y="58068"/>
                      </a:lnTo>
                      <a:lnTo>
                        <a:pt x="22917" y="58495"/>
                      </a:lnTo>
                      <a:lnTo>
                        <a:pt x="22512" y="58923"/>
                      </a:lnTo>
                      <a:lnTo>
                        <a:pt x="22129" y="59372"/>
                      </a:lnTo>
                      <a:lnTo>
                        <a:pt x="21725" y="59822"/>
                      </a:lnTo>
                      <a:lnTo>
                        <a:pt x="21320" y="60250"/>
                      </a:lnTo>
                      <a:lnTo>
                        <a:pt x="20937" y="60722"/>
                      </a:lnTo>
                      <a:lnTo>
                        <a:pt x="20533" y="61172"/>
                      </a:lnTo>
                      <a:lnTo>
                        <a:pt x="20151" y="61644"/>
                      </a:lnTo>
                      <a:lnTo>
                        <a:pt x="19745" y="62094"/>
                      </a:lnTo>
                      <a:lnTo>
                        <a:pt x="19363" y="62566"/>
                      </a:lnTo>
                      <a:lnTo>
                        <a:pt x="18959" y="63038"/>
                      </a:lnTo>
                      <a:lnTo>
                        <a:pt x="18576" y="63533"/>
                      </a:lnTo>
                      <a:lnTo>
                        <a:pt x="18171" y="64005"/>
                      </a:lnTo>
                      <a:lnTo>
                        <a:pt x="17767" y="64478"/>
                      </a:lnTo>
                      <a:lnTo>
                        <a:pt x="17384" y="64972"/>
                      </a:lnTo>
                      <a:lnTo>
                        <a:pt x="16979" y="65445"/>
                      </a:lnTo>
                      <a:lnTo>
                        <a:pt x="16597" y="65939"/>
                      </a:lnTo>
                      <a:lnTo>
                        <a:pt x="16192" y="66434"/>
                      </a:lnTo>
                      <a:lnTo>
                        <a:pt x="15810" y="66929"/>
                      </a:lnTo>
                      <a:lnTo>
                        <a:pt x="15405" y="67424"/>
                      </a:lnTo>
                      <a:lnTo>
                        <a:pt x="15000" y="67919"/>
                      </a:lnTo>
                      <a:lnTo>
                        <a:pt x="14618" y="68436"/>
                      </a:lnTo>
                      <a:lnTo>
                        <a:pt x="14213" y="68931"/>
                      </a:lnTo>
                      <a:lnTo>
                        <a:pt x="13831" y="69448"/>
                      </a:lnTo>
                      <a:lnTo>
                        <a:pt x="13426" y="69965"/>
                      </a:lnTo>
                      <a:lnTo>
                        <a:pt x="13044" y="70460"/>
                      </a:lnTo>
                      <a:lnTo>
                        <a:pt x="12639" y="70977"/>
                      </a:lnTo>
                      <a:lnTo>
                        <a:pt x="12257" y="71494"/>
                      </a:lnTo>
                      <a:lnTo>
                        <a:pt x="11852" y="72012"/>
                      </a:lnTo>
                      <a:lnTo>
                        <a:pt x="11447" y="72551"/>
                      </a:lnTo>
                      <a:lnTo>
                        <a:pt x="11065" y="73069"/>
                      </a:lnTo>
                      <a:lnTo>
                        <a:pt x="10660" y="73586"/>
                      </a:lnTo>
                      <a:lnTo>
                        <a:pt x="10277" y="74126"/>
                      </a:lnTo>
                      <a:lnTo>
                        <a:pt x="9873" y="74643"/>
                      </a:lnTo>
                      <a:lnTo>
                        <a:pt x="9491" y="75183"/>
                      </a:lnTo>
                      <a:lnTo>
                        <a:pt x="9085" y="75722"/>
                      </a:lnTo>
                      <a:lnTo>
                        <a:pt x="8703" y="76262"/>
                      </a:lnTo>
                      <a:lnTo>
                        <a:pt x="8299" y="76802"/>
                      </a:lnTo>
                      <a:lnTo>
                        <a:pt x="7893" y="77342"/>
                      </a:lnTo>
                      <a:lnTo>
                        <a:pt x="7511" y="77881"/>
                      </a:lnTo>
                      <a:lnTo>
                        <a:pt x="7107" y="78421"/>
                      </a:lnTo>
                      <a:lnTo>
                        <a:pt x="6724" y="78961"/>
                      </a:lnTo>
                      <a:lnTo>
                        <a:pt x="6319" y="79523"/>
                      </a:lnTo>
                      <a:lnTo>
                        <a:pt x="5937" y="80063"/>
                      </a:lnTo>
                      <a:lnTo>
                        <a:pt x="5532" y="80625"/>
                      </a:lnTo>
                      <a:lnTo>
                        <a:pt x="5150" y="81187"/>
                      </a:lnTo>
                      <a:lnTo>
                        <a:pt x="4745" y="81727"/>
                      </a:lnTo>
                      <a:lnTo>
                        <a:pt x="4340" y="82289"/>
                      </a:lnTo>
                      <a:lnTo>
                        <a:pt x="3958" y="82852"/>
                      </a:lnTo>
                      <a:lnTo>
                        <a:pt x="3553" y="83414"/>
                      </a:lnTo>
                      <a:lnTo>
                        <a:pt x="3171" y="83976"/>
                      </a:lnTo>
                      <a:lnTo>
                        <a:pt x="2766" y="84538"/>
                      </a:lnTo>
                      <a:lnTo>
                        <a:pt x="2383" y="85123"/>
                      </a:lnTo>
                      <a:lnTo>
                        <a:pt x="1979" y="85685"/>
                      </a:lnTo>
                      <a:lnTo>
                        <a:pt x="1574" y="86248"/>
                      </a:lnTo>
                      <a:lnTo>
                        <a:pt x="1191" y="86810"/>
                      </a:lnTo>
                      <a:lnTo>
                        <a:pt x="787" y="87395"/>
                      </a:lnTo>
                      <a:lnTo>
                        <a:pt x="405" y="87957"/>
                      </a:lnTo>
                      <a:lnTo>
                        <a:pt x="0" y="88519"/>
                      </a:lnTo>
                      <a:lnTo>
                        <a:pt x="0" y="96615"/>
                      </a:lnTo>
                      <a:lnTo>
                        <a:pt x="405" y="96120"/>
                      </a:lnTo>
                      <a:lnTo>
                        <a:pt x="787" y="95626"/>
                      </a:lnTo>
                      <a:lnTo>
                        <a:pt x="1191" y="95108"/>
                      </a:lnTo>
                      <a:lnTo>
                        <a:pt x="1574" y="94614"/>
                      </a:lnTo>
                      <a:lnTo>
                        <a:pt x="1979" y="94119"/>
                      </a:lnTo>
                      <a:lnTo>
                        <a:pt x="2383" y="93624"/>
                      </a:lnTo>
                      <a:lnTo>
                        <a:pt x="2766" y="93129"/>
                      </a:lnTo>
                      <a:lnTo>
                        <a:pt x="3171" y="92635"/>
                      </a:lnTo>
                      <a:lnTo>
                        <a:pt x="3553" y="92140"/>
                      </a:lnTo>
                      <a:lnTo>
                        <a:pt x="3958" y="91645"/>
                      </a:lnTo>
                      <a:lnTo>
                        <a:pt x="4340" y="91150"/>
                      </a:lnTo>
                      <a:lnTo>
                        <a:pt x="4745" y="90655"/>
                      </a:lnTo>
                      <a:lnTo>
                        <a:pt x="5150" y="90183"/>
                      </a:lnTo>
                      <a:lnTo>
                        <a:pt x="5532" y="89688"/>
                      </a:lnTo>
                      <a:lnTo>
                        <a:pt x="5937" y="89216"/>
                      </a:lnTo>
                      <a:lnTo>
                        <a:pt x="6319" y="88721"/>
                      </a:lnTo>
                      <a:lnTo>
                        <a:pt x="6724" y="88249"/>
                      </a:lnTo>
                      <a:lnTo>
                        <a:pt x="7107" y="87777"/>
                      </a:lnTo>
                      <a:lnTo>
                        <a:pt x="7511" y="87282"/>
                      </a:lnTo>
                      <a:lnTo>
                        <a:pt x="7893" y="86810"/>
                      </a:lnTo>
                      <a:lnTo>
                        <a:pt x="8299" y="86337"/>
                      </a:lnTo>
                      <a:lnTo>
                        <a:pt x="8703" y="85888"/>
                      </a:lnTo>
                      <a:lnTo>
                        <a:pt x="9085" y="85415"/>
                      </a:lnTo>
                      <a:lnTo>
                        <a:pt x="9491" y="84943"/>
                      </a:lnTo>
                      <a:lnTo>
                        <a:pt x="9873" y="84471"/>
                      </a:lnTo>
                      <a:lnTo>
                        <a:pt x="10277" y="84021"/>
                      </a:lnTo>
                      <a:lnTo>
                        <a:pt x="10660" y="83549"/>
                      </a:lnTo>
                      <a:lnTo>
                        <a:pt x="11065" y="83099"/>
                      </a:lnTo>
                      <a:lnTo>
                        <a:pt x="11447" y="82649"/>
                      </a:lnTo>
                      <a:lnTo>
                        <a:pt x="11852" y="82199"/>
                      </a:lnTo>
                      <a:lnTo>
                        <a:pt x="12257" y="81750"/>
                      </a:lnTo>
                      <a:lnTo>
                        <a:pt x="12639" y="81300"/>
                      </a:lnTo>
                      <a:lnTo>
                        <a:pt x="13044" y="80850"/>
                      </a:lnTo>
                      <a:lnTo>
                        <a:pt x="13426" y="80400"/>
                      </a:lnTo>
                      <a:lnTo>
                        <a:pt x="13831" y="79950"/>
                      </a:lnTo>
                      <a:lnTo>
                        <a:pt x="14213" y="79523"/>
                      </a:lnTo>
                      <a:lnTo>
                        <a:pt x="14618" y="79073"/>
                      </a:lnTo>
                      <a:lnTo>
                        <a:pt x="15000" y="78646"/>
                      </a:lnTo>
                      <a:lnTo>
                        <a:pt x="15405" y="78219"/>
                      </a:lnTo>
                      <a:lnTo>
                        <a:pt x="15810" y="77769"/>
                      </a:lnTo>
                      <a:lnTo>
                        <a:pt x="16192" y="77342"/>
                      </a:lnTo>
                      <a:lnTo>
                        <a:pt x="16597" y="76914"/>
                      </a:lnTo>
                      <a:lnTo>
                        <a:pt x="16979" y="76510"/>
                      </a:lnTo>
                      <a:lnTo>
                        <a:pt x="17384" y="76082"/>
                      </a:lnTo>
                      <a:lnTo>
                        <a:pt x="17767" y="75677"/>
                      </a:lnTo>
                      <a:lnTo>
                        <a:pt x="18171" y="75250"/>
                      </a:lnTo>
                      <a:lnTo>
                        <a:pt x="18576" y="74845"/>
                      </a:lnTo>
                      <a:lnTo>
                        <a:pt x="18959" y="74441"/>
                      </a:lnTo>
                      <a:lnTo>
                        <a:pt x="19363" y="74036"/>
                      </a:lnTo>
                      <a:lnTo>
                        <a:pt x="19745" y="73631"/>
                      </a:lnTo>
                      <a:lnTo>
                        <a:pt x="20151" y="73226"/>
                      </a:lnTo>
                      <a:lnTo>
                        <a:pt x="20533" y="72821"/>
                      </a:lnTo>
                      <a:lnTo>
                        <a:pt x="20937" y="72439"/>
                      </a:lnTo>
                      <a:lnTo>
                        <a:pt x="21320" y="72057"/>
                      </a:lnTo>
                      <a:lnTo>
                        <a:pt x="21725" y="71674"/>
                      </a:lnTo>
                      <a:lnTo>
                        <a:pt x="22129" y="71292"/>
                      </a:lnTo>
                      <a:lnTo>
                        <a:pt x="22512" y="70910"/>
                      </a:lnTo>
                      <a:lnTo>
                        <a:pt x="22917" y="70550"/>
                      </a:lnTo>
                      <a:lnTo>
                        <a:pt x="23299" y="70190"/>
                      </a:lnTo>
                      <a:lnTo>
                        <a:pt x="23704" y="69830"/>
                      </a:lnTo>
                      <a:lnTo>
                        <a:pt x="24086" y="69470"/>
                      </a:lnTo>
                      <a:lnTo>
                        <a:pt x="24491" y="69133"/>
                      </a:lnTo>
                      <a:lnTo>
                        <a:pt x="24873" y="68796"/>
                      </a:lnTo>
                      <a:lnTo>
                        <a:pt x="25278" y="68458"/>
                      </a:lnTo>
                      <a:lnTo>
                        <a:pt x="25683" y="68143"/>
                      </a:lnTo>
                      <a:lnTo>
                        <a:pt x="26065" y="67829"/>
                      </a:lnTo>
                      <a:lnTo>
                        <a:pt x="26470" y="67536"/>
                      </a:lnTo>
                      <a:lnTo>
                        <a:pt x="26852" y="67244"/>
                      </a:lnTo>
                      <a:lnTo>
                        <a:pt x="27257" y="66974"/>
                      </a:lnTo>
                      <a:lnTo>
                        <a:pt x="27639" y="66682"/>
                      </a:lnTo>
                      <a:lnTo>
                        <a:pt x="28044" y="66434"/>
                      </a:lnTo>
                      <a:lnTo>
                        <a:pt x="28427" y="66164"/>
                      </a:lnTo>
                      <a:lnTo>
                        <a:pt x="28831" y="65939"/>
                      </a:lnTo>
                      <a:lnTo>
                        <a:pt x="29236" y="65692"/>
                      </a:lnTo>
                      <a:lnTo>
                        <a:pt x="29619" y="65467"/>
                      </a:lnTo>
                      <a:lnTo>
                        <a:pt x="30023" y="65265"/>
                      </a:lnTo>
                      <a:lnTo>
                        <a:pt x="30405" y="65062"/>
                      </a:lnTo>
                      <a:lnTo>
                        <a:pt x="30811" y="64860"/>
                      </a:lnTo>
                      <a:lnTo>
                        <a:pt x="31193" y="64680"/>
                      </a:lnTo>
                      <a:lnTo>
                        <a:pt x="31597" y="64500"/>
                      </a:lnTo>
                      <a:lnTo>
                        <a:pt x="31980" y="64320"/>
                      </a:lnTo>
                      <a:lnTo>
                        <a:pt x="32385" y="64163"/>
                      </a:lnTo>
                      <a:lnTo>
                        <a:pt x="32789" y="64028"/>
                      </a:lnTo>
                      <a:lnTo>
                        <a:pt x="33172" y="63870"/>
                      </a:lnTo>
                      <a:lnTo>
                        <a:pt x="33577" y="63735"/>
                      </a:lnTo>
                      <a:lnTo>
                        <a:pt x="33959" y="63601"/>
                      </a:lnTo>
                      <a:lnTo>
                        <a:pt x="34364" y="63466"/>
                      </a:lnTo>
                      <a:lnTo>
                        <a:pt x="34746" y="63353"/>
                      </a:lnTo>
                      <a:lnTo>
                        <a:pt x="35151" y="63241"/>
                      </a:lnTo>
                      <a:lnTo>
                        <a:pt x="35556" y="63128"/>
                      </a:lnTo>
                      <a:lnTo>
                        <a:pt x="35938" y="63016"/>
                      </a:lnTo>
                      <a:lnTo>
                        <a:pt x="36343" y="62903"/>
                      </a:lnTo>
                      <a:lnTo>
                        <a:pt x="36725" y="62813"/>
                      </a:lnTo>
                      <a:lnTo>
                        <a:pt x="37130" y="62701"/>
                      </a:lnTo>
                      <a:lnTo>
                        <a:pt x="37512" y="62611"/>
                      </a:lnTo>
                      <a:lnTo>
                        <a:pt x="37917" y="62521"/>
                      </a:lnTo>
                      <a:lnTo>
                        <a:pt x="38299" y="62431"/>
                      </a:lnTo>
                      <a:lnTo>
                        <a:pt x="38704" y="62319"/>
                      </a:lnTo>
                      <a:lnTo>
                        <a:pt x="39109" y="62229"/>
                      </a:lnTo>
                      <a:lnTo>
                        <a:pt x="39491" y="62139"/>
                      </a:lnTo>
                      <a:lnTo>
                        <a:pt x="39897" y="62049"/>
                      </a:lnTo>
                      <a:lnTo>
                        <a:pt x="40279" y="61959"/>
                      </a:lnTo>
                      <a:lnTo>
                        <a:pt x="40683" y="61846"/>
                      </a:lnTo>
                      <a:lnTo>
                        <a:pt x="41065" y="61756"/>
                      </a:lnTo>
                      <a:lnTo>
                        <a:pt x="41471" y="61666"/>
                      </a:lnTo>
                      <a:lnTo>
                        <a:pt x="41853" y="61554"/>
                      </a:lnTo>
                      <a:lnTo>
                        <a:pt x="42257" y="61442"/>
                      </a:lnTo>
                      <a:lnTo>
                        <a:pt x="42663" y="61329"/>
                      </a:lnTo>
                      <a:lnTo>
                        <a:pt x="43045" y="61217"/>
                      </a:lnTo>
                      <a:lnTo>
                        <a:pt x="43449" y="61104"/>
                      </a:lnTo>
                      <a:lnTo>
                        <a:pt x="43832" y="60992"/>
                      </a:lnTo>
                      <a:lnTo>
                        <a:pt x="44214" y="60879"/>
                      </a:lnTo>
                      <a:lnTo>
                        <a:pt x="44619" y="60744"/>
                      </a:lnTo>
                      <a:lnTo>
                        <a:pt x="45024" y="60609"/>
                      </a:lnTo>
                      <a:lnTo>
                        <a:pt x="45384" y="60474"/>
                      </a:lnTo>
                      <a:lnTo>
                        <a:pt x="45811" y="60340"/>
                      </a:lnTo>
                      <a:lnTo>
                        <a:pt x="46193" y="60182"/>
                      </a:lnTo>
                      <a:lnTo>
                        <a:pt x="46576" y="60047"/>
                      </a:lnTo>
                      <a:lnTo>
                        <a:pt x="46980" y="59890"/>
                      </a:lnTo>
                      <a:lnTo>
                        <a:pt x="47363" y="59732"/>
                      </a:lnTo>
                      <a:lnTo>
                        <a:pt x="47768" y="59575"/>
                      </a:lnTo>
                      <a:lnTo>
                        <a:pt x="48150" y="59417"/>
                      </a:lnTo>
                      <a:lnTo>
                        <a:pt x="48555" y="59260"/>
                      </a:lnTo>
                      <a:lnTo>
                        <a:pt x="48959" y="59080"/>
                      </a:lnTo>
                      <a:lnTo>
                        <a:pt x="49342" y="58923"/>
                      </a:lnTo>
                      <a:lnTo>
                        <a:pt x="49747" y="58743"/>
                      </a:lnTo>
                      <a:lnTo>
                        <a:pt x="50129" y="58563"/>
                      </a:lnTo>
                      <a:lnTo>
                        <a:pt x="50534" y="58360"/>
                      </a:lnTo>
                      <a:lnTo>
                        <a:pt x="50916" y="58181"/>
                      </a:lnTo>
                      <a:lnTo>
                        <a:pt x="51321" y="57978"/>
                      </a:lnTo>
                      <a:lnTo>
                        <a:pt x="51704" y="57776"/>
                      </a:lnTo>
                      <a:lnTo>
                        <a:pt x="52108" y="57573"/>
                      </a:lnTo>
                      <a:lnTo>
                        <a:pt x="52513" y="57371"/>
                      </a:lnTo>
                      <a:lnTo>
                        <a:pt x="52895" y="57169"/>
                      </a:lnTo>
                      <a:lnTo>
                        <a:pt x="53300" y="56944"/>
                      </a:lnTo>
                      <a:lnTo>
                        <a:pt x="53682" y="56719"/>
                      </a:lnTo>
                      <a:lnTo>
                        <a:pt x="54087" y="56494"/>
                      </a:lnTo>
                      <a:lnTo>
                        <a:pt x="54470" y="56269"/>
                      </a:lnTo>
                      <a:lnTo>
                        <a:pt x="54874" y="56044"/>
                      </a:lnTo>
                      <a:lnTo>
                        <a:pt x="55257" y="55797"/>
                      </a:lnTo>
                      <a:lnTo>
                        <a:pt x="55662" y="55572"/>
                      </a:lnTo>
                      <a:lnTo>
                        <a:pt x="56066" y="55324"/>
                      </a:lnTo>
                      <a:lnTo>
                        <a:pt x="56449" y="55077"/>
                      </a:lnTo>
                      <a:lnTo>
                        <a:pt x="56853" y="54807"/>
                      </a:lnTo>
                      <a:lnTo>
                        <a:pt x="57236" y="54560"/>
                      </a:lnTo>
                      <a:lnTo>
                        <a:pt x="57641" y="54290"/>
                      </a:lnTo>
                      <a:lnTo>
                        <a:pt x="58023" y="54020"/>
                      </a:lnTo>
                      <a:lnTo>
                        <a:pt x="58428" y="53773"/>
                      </a:lnTo>
                      <a:lnTo>
                        <a:pt x="58810" y="53480"/>
                      </a:lnTo>
                      <a:lnTo>
                        <a:pt x="59215" y="53210"/>
                      </a:lnTo>
                      <a:lnTo>
                        <a:pt x="59619" y="52940"/>
                      </a:lnTo>
                      <a:lnTo>
                        <a:pt x="60002" y="52648"/>
                      </a:lnTo>
                      <a:lnTo>
                        <a:pt x="60407" y="52378"/>
                      </a:lnTo>
                      <a:lnTo>
                        <a:pt x="60789" y="52086"/>
                      </a:lnTo>
                      <a:lnTo>
                        <a:pt x="61194" y="51794"/>
                      </a:lnTo>
                      <a:lnTo>
                        <a:pt x="61576" y="51501"/>
                      </a:lnTo>
                      <a:lnTo>
                        <a:pt x="61981" y="51186"/>
                      </a:lnTo>
                      <a:lnTo>
                        <a:pt x="62364" y="50894"/>
                      </a:lnTo>
                      <a:lnTo>
                        <a:pt x="62768" y="50602"/>
                      </a:lnTo>
                      <a:lnTo>
                        <a:pt x="63173" y="50287"/>
                      </a:lnTo>
                      <a:lnTo>
                        <a:pt x="63555" y="49994"/>
                      </a:lnTo>
                      <a:lnTo>
                        <a:pt x="63960" y="49679"/>
                      </a:lnTo>
                      <a:lnTo>
                        <a:pt x="64342" y="49365"/>
                      </a:lnTo>
                      <a:lnTo>
                        <a:pt x="64747" y="49072"/>
                      </a:lnTo>
                      <a:lnTo>
                        <a:pt x="65130" y="48757"/>
                      </a:lnTo>
                      <a:lnTo>
                        <a:pt x="65534" y="48443"/>
                      </a:lnTo>
                      <a:lnTo>
                        <a:pt x="65939" y="48128"/>
                      </a:lnTo>
                      <a:lnTo>
                        <a:pt x="66322" y="47813"/>
                      </a:lnTo>
                      <a:lnTo>
                        <a:pt x="66726" y="47498"/>
                      </a:lnTo>
                      <a:lnTo>
                        <a:pt x="67109" y="47183"/>
                      </a:lnTo>
                      <a:lnTo>
                        <a:pt x="67513" y="46868"/>
                      </a:lnTo>
                      <a:lnTo>
                        <a:pt x="67896" y="46531"/>
                      </a:lnTo>
                      <a:lnTo>
                        <a:pt x="68301" y="46216"/>
                      </a:lnTo>
                      <a:lnTo>
                        <a:pt x="68683" y="45901"/>
                      </a:lnTo>
                      <a:lnTo>
                        <a:pt x="69088" y="45564"/>
                      </a:lnTo>
                      <a:lnTo>
                        <a:pt x="69493" y="45249"/>
                      </a:lnTo>
                      <a:lnTo>
                        <a:pt x="69875" y="44912"/>
                      </a:lnTo>
                      <a:lnTo>
                        <a:pt x="70280" y="44597"/>
                      </a:lnTo>
                      <a:lnTo>
                        <a:pt x="70662" y="44259"/>
                      </a:lnTo>
                      <a:lnTo>
                        <a:pt x="71067" y="43945"/>
                      </a:lnTo>
                      <a:lnTo>
                        <a:pt x="71449" y="43607"/>
                      </a:lnTo>
                      <a:lnTo>
                        <a:pt x="71854" y="43292"/>
                      </a:lnTo>
                      <a:lnTo>
                        <a:pt x="72236" y="42955"/>
                      </a:lnTo>
                      <a:lnTo>
                        <a:pt x="72641" y="42618"/>
                      </a:lnTo>
                      <a:lnTo>
                        <a:pt x="73046" y="42303"/>
                      </a:lnTo>
                      <a:lnTo>
                        <a:pt x="73428" y="41966"/>
                      </a:lnTo>
                      <a:lnTo>
                        <a:pt x="73833" y="41628"/>
                      </a:lnTo>
                      <a:lnTo>
                        <a:pt x="74216" y="41291"/>
                      </a:lnTo>
                      <a:lnTo>
                        <a:pt x="74620" y="40976"/>
                      </a:lnTo>
                      <a:lnTo>
                        <a:pt x="75002" y="40639"/>
                      </a:lnTo>
                      <a:lnTo>
                        <a:pt x="75407" y="40301"/>
                      </a:lnTo>
                      <a:lnTo>
                        <a:pt x="75790" y="39964"/>
                      </a:lnTo>
                      <a:lnTo>
                        <a:pt x="76194" y="39649"/>
                      </a:lnTo>
                      <a:lnTo>
                        <a:pt x="76599" y="39312"/>
                      </a:lnTo>
                      <a:lnTo>
                        <a:pt x="76982" y="38974"/>
                      </a:lnTo>
                      <a:lnTo>
                        <a:pt x="77386" y="38660"/>
                      </a:lnTo>
                      <a:lnTo>
                        <a:pt x="77769" y="38322"/>
                      </a:lnTo>
                      <a:lnTo>
                        <a:pt x="78173" y="37985"/>
                      </a:lnTo>
                      <a:lnTo>
                        <a:pt x="78556" y="37670"/>
                      </a:lnTo>
                      <a:lnTo>
                        <a:pt x="78961" y="37333"/>
                      </a:lnTo>
                      <a:lnTo>
                        <a:pt x="79343" y="36995"/>
                      </a:lnTo>
                      <a:lnTo>
                        <a:pt x="79748" y="36658"/>
                      </a:lnTo>
                      <a:lnTo>
                        <a:pt x="80153" y="36343"/>
                      </a:lnTo>
                      <a:lnTo>
                        <a:pt x="80535" y="36006"/>
                      </a:lnTo>
                      <a:lnTo>
                        <a:pt x="80940" y="35668"/>
                      </a:lnTo>
                      <a:lnTo>
                        <a:pt x="81322" y="35354"/>
                      </a:lnTo>
                      <a:lnTo>
                        <a:pt x="81727" y="35016"/>
                      </a:lnTo>
                      <a:lnTo>
                        <a:pt x="82109" y="34701"/>
                      </a:lnTo>
                      <a:lnTo>
                        <a:pt x="82514" y="34364"/>
                      </a:lnTo>
                      <a:lnTo>
                        <a:pt x="82919" y="34049"/>
                      </a:lnTo>
                      <a:lnTo>
                        <a:pt x="83301" y="33734"/>
                      </a:lnTo>
                      <a:lnTo>
                        <a:pt x="83706" y="33397"/>
                      </a:lnTo>
                      <a:lnTo>
                        <a:pt x="84088" y="33082"/>
                      </a:lnTo>
                      <a:lnTo>
                        <a:pt x="84493" y="32767"/>
                      </a:lnTo>
                      <a:lnTo>
                        <a:pt x="84876" y="32475"/>
                      </a:lnTo>
                      <a:lnTo>
                        <a:pt x="85280" y="32160"/>
                      </a:lnTo>
                      <a:lnTo>
                        <a:pt x="85662" y="31845"/>
                      </a:lnTo>
                      <a:lnTo>
                        <a:pt x="86067" y="31553"/>
                      </a:lnTo>
                      <a:lnTo>
                        <a:pt x="86472" y="31261"/>
                      </a:lnTo>
                      <a:lnTo>
                        <a:pt x="86854" y="30968"/>
                      </a:lnTo>
                      <a:lnTo>
                        <a:pt x="87259" y="30676"/>
                      </a:lnTo>
                      <a:lnTo>
                        <a:pt x="87642" y="30383"/>
                      </a:lnTo>
                      <a:lnTo>
                        <a:pt x="88047" y="30091"/>
                      </a:lnTo>
                      <a:lnTo>
                        <a:pt x="88429" y="29821"/>
                      </a:lnTo>
                      <a:lnTo>
                        <a:pt x="88834" y="29551"/>
                      </a:lnTo>
                      <a:lnTo>
                        <a:pt x="89216" y="29281"/>
                      </a:lnTo>
                      <a:lnTo>
                        <a:pt x="89621" y="29012"/>
                      </a:lnTo>
                      <a:lnTo>
                        <a:pt x="90025" y="28764"/>
                      </a:lnTo>
                      <a:lnTo>
                        <a:pt x="90408" y="28494"/>
                      </a:lnTo>
                      <a:lnTo>
                        <a:pt x="90813" y="28247"/>
                      </a:lnTo>
                      <a:lnTo>
                        <a:pt x="91195" y="28022"/>
                      </a:lnTo>
                      <a:lnTo>
                        <a:pt x="91600" y="27797"/>
                      </a:lnTo>
                      <a:lnTo>
                        <a:pt x="91982" y="27572"/>
                      </a:lnTo>
                      <a:lnTo>
                        <a:pt x="92387" y="27347"/>
                      </a:lnTo>
                      <a:lnTo>
                        <a:pt x="92770" y="27145"/>
                      </a:lnTo>
                      <a:lnTo>
                        <a:pt x="93174" y="26943"/>
                      </a:lnTo>
                      <a:lnTo>
                        <a:pt x="93579" y="26763"/>
                      </a:lnTo>
                      <a:lnTo>
                        <a:pt x="93961" y="26560"/>
                      </a:lnTo>
                      <a:lnTo>
                        <a:pt x="94366" y="26403"/>
                      </a:lnTo>
                      <a:lnTo>
                        <a:pt x="94748" y="26223"/>
                      </a:lnTo>
                      <a:lnTo>
                        <a:pt x="95153" y="26065"/>
                      </a:lnTo>
                      <a:lnTo>
                        <a:pt x="95536" y="25908"/>
                      </a:lnTo>
                      <a:lnTo>
                        <a:pt x="95940" y="25773"/>
                      </a:lnTo>
                      <a:lnTo>
                        <a:pt x="96345" y="25638"/>
                      </a:lnTo>
                      <a:lnTo>
                        <a:pt x="96727" y="25526"/>
                      </a:lnTo>
                      <a:lnTo>
                        <a:pt x="97132" y="25413"/>
                      </a:lnTo>
                      <a:lnTo>
                        <a:pt x="97515" y="25323"/>
                      </a:lnTo>
                      <a:lnTo>
                        <a:pt x="97919" y="25233"/>
                      </a:lnTo>
                      <a:lnTo>
                        <a:pt x="98302" y="25166"/>
                      </a:lnTo>
                      <a:lnTo>
                        <a:pt x="98707" y="25098"/>
                      </a:lnTo>
                      <a:lnTo>
                        <a:pt x="99089" y="25053"/>
                      </a:lnTo>
                      <a:lnTo>
                        <a:pt x="99494" y="25031"/>
                      </a:lnTo>
                      <a:lnTo>
                        <a:pt x="99899" y="25008"/>
                      </a:lnTo>
                      <a:lnTo>
                        <a:pt x="100281" y="25031"/>
                      </a:lnTo>
                      <a:lnTo>
                        <a:pt x="100685" y="25031"/>
                      </a:lnTo>
                      <a:lnTo>
                        <a:pt x="101068" y="25076"/>
                      </a:lnTo>
                      <a:lnTo>
                        <a:pt x="101473" y="25121"/>
                      </a:lnTo>
                      <a:lnTo>
                        <a:pt x="101855" y="25188"/>
                      </a:lnTo>
                      <a:lnTo>
                        <a:pt x="102260" y="25278"/>
                      </a:lnTo>
                      <a:lnTo>
                        <a:pt x="102642" y="25391"/>
                      </a:lnTo>
                      <a:lnTo>
                        <a:pt x="103047" y="25503"/>
                      </a:lnTo>
                      <a:lnTo>
                        <a:pt x="103452" y="25661"/>
                      </a:lnTo>
                      <a:lnTo>
                        <a:pt x="103834" y="25818"/>
                      </a:lnTo>
                      <a:lnTo>
                        <a:pt x="104239" y="25998"/>
                      </a:lnTo>
                      <a:lnTo>
                        <a:pt x="104621" y="26178"/>
                      </a:lnTo>
                      <a:lnTo>
                        <a:pt x="105026" y="26403"/>
                      </a:lnTo>
                      <a:lnTo>
                        <a:pt x="105408" y="26650"/>
                      </a:lnTo>
                      <a:lnTo>
                        <a:pt x="105813" y="26898"/>
                      </a:lnTo>
                      <a:lnTo>
                        <a:pt x="106196" y="27190"/>
                      </a:lnTo>
                      <a:lnTo>
                        <a:pt x="106600" y="27482"/>
                      </a:lnTo>
                      <a:lnTo>
                        <a:pt x="107005" y="27820"/>
                      </a:lnTo>
                      <a:lnTo>
                        <a:pt x="107388" y="28157"/>
                      </a:lnTo>
                      <a:lnTo>
                        <a:pt x="107792" y="28539"/>
                      </a:lnTo>
                      <a:lnTo>
                        <a:pt x="108175" y="28922"/>
                      </a:lnTo>
                      <a:lnTo>
                        <a:pt x="108579" y="29349"/>
                      </a:lnTo>
                      <a:lnTo>
                        <a:pt x="108962" y="29776"/>
                      </a:lnTo>
                      <a:lnTo>
                        <a:pt x="109367" y="30248"/>
                      </a:lnTo>
                      <a:lnTo>
                        <a:pt x="109749" y="30743"/>
                      </a:lnTo>
                      <a:lnTo>
                        <a:pt x="110154" y="31238"/>
                      </a:lnTo>
                      <a:lnTo>
                        <a:pt x="110559" y="31778"/>
                      </a:lnTo>
                      <a:lnTo>
                        <a:pt x="110941" y="32340"/>
                      </a:lnTo>
                      <a:lnTo>
                        <a:pt x="111345" y="32947"/>
                      </a:lnTo>
                      <a:lnTo>
                        <a:pt x="111728" y="33554"/>
                      </a:lnTo>
                      <a:lnTo>
                        <a:pt x="112133" y="34207"/>
                      </a:lnTo>
                      <a:lnTo>
                        <a:pt x="112515" y="34859"/>
                      </a:lnTo>
                      <a:lnTo>
                        <a:pt x="112920" y="35556"/>
                      </a:lnTo>
                      <a:lnTo>
                        <a:pt x="113325" y="36298"/>
                      </a:lnTo>
                      <a:lnTo>
                        <a:pt x="113707" y="37040"/>
                      </a:lnTo>
                      <a:lnTo>
                        <a:pt x="114112" y="37827"/>
                      </a:lnTo>
                      <a:lnTo>
                        <a:pt x="114494" y="38637"/>
                      </a:lnTo>
                      <a:lnTo>
                        <a:pt x="114899" y="39469"/>
                      </a:lnTo>
                      <a:lnTo>
                        <a:pt x="115281" y="40346"/>
                      </a:lnTo>
                      <a:lnTo>
                        <a:pt x="115686" y="41223"/>
                      </a:lnTo>
                      <a:lnTo>
                        <a:pt x="116068" y="42145"/>
                      </a:lnTo>
                      <a:lnTo>
                        <a:pt x="116473" y="43113"/>
                      </a:lnTo>
                      <a:lnTo>
                        <a:pt x="116878" y="44080"/>
                      </a:lnTo>
                      <a:lnTo>
                        <a:pt x="117260" y="45092"/>
                      </a:lnTo>
                      <a:lnTo>
                        <a:pt x="117665" y="46126"/>
                      </a:lnTo>
                      <a:lnTo>
                        <a:pt x="118048" y="47206"/>
                      </a:lnTo>
                      <a:lnTo>
                        <a:pt x="118452" y="48285"/>
                      </a:lnTo>
                      <a:lnTo>
                        <a:pt x="118835" y="49410"/>
                      </a:lnTo>
                      <a:lnTo>
                        <a:pt x="119239" y="50579"/>
                      </a:lnTo>
                      <a:lnTo>
                        <a:pt x="119622" y="51749"/>
                      </a:lnTo>
                      <a:lnTo>
                        <a:pt x="120027" y="52963"/>
                      </a:lnTo>
                      <a:lnTo>
                        <a:pt x="120431" y="54200"/>
                      </a:lnTo>
                      <a:lnTo>
                        <a:pt x="120814" y="55482"/>
                      </a:lnTo>
                      <a:lnTo>
                        <a:pt x="121219" y="56786"/>
                      </a:lnTo>
                      <a:lnTo>
                        <a:pt x="121601" y="58113"/>
                      </a:lnTo>
                      <a:lnTo>
                        <a:pt x="122006" y="59485"/>
                      </a:lnTo>
                      <a:lnTo>
                        <a:pt x="122388" y="60879"/>
                      </a:lnTo>
                      <a:lnTo>
                        <a:pt x="122793" y="62296"/>
                      </a:lnTo>
                      <a:lnTo>
                        <a:pt x="123175" y="63758"/>
                      </a:lnTo>
                      <a:lnTo>
                        <a:pt x="123580" y="65242"/>
                      </a:lnTo>
                      <a:lnTo>
                        <a:pt x="123985" y="66749"/>
                      </a:lnTo>
                      <a:lnTo>
                        <a:pt x="124367" y="68278"/>
                      </a:lnTo>
                      <a:lnTo>
                        <a:pt x="124772" y="69853"/>
                      </a:lnTo>
                      <a:lnTo>
                        <a:pt x="125154" y="71449"/>
                      </a:lnTo>
                      <a:lnTo>
                        <a:pt x="125559" y="73069"/>
                      </a:lnTo>
                      <a:lnTo>
                        <a:pt x="125942" y="74710"/>
                      </a:lnTo>
                      <a:lnTo>
                        <a:pt x="126346" y="76397"/>
                      </a:lnTo>
                      <a:lnTo>
                        <a:pt x="126751" y="78106"/>
                      </a:lnTo>
                      <a:lnTo>
                        <a:pt x="127133" y="79838"/>
                      </a:lnTo>
                      <a:lnTo>
                        <a:pt x="127538" y="81592"/>
                      </a:lnTo>
                      <a:lnTo>
                        <a:pt x="127920" y="83369"/>
                      </a:lnTo>
                      <a:lnTo>
                        <a:pt x="128325" y="85191"/>
                      </a:lnTo>
                      <a:lnTo>
                        <a:pt x="128708" y="87012"/>
                      </a:lnTo>
                      <a:lnTo>
                        <a:pt x="129113" y="88879"/>
                      </a:lnTo>
                      <a:lnTo>
                        <a:pt x="129495" y="90768"/>
                      </a:lnTo>
                      <a:lnTo>
                        <a:pt x="129899" y="92680"/>
                      </a:lnTo>
                      <a:lnTo>
                        <a:pt x="130305" y="94614"/>
                      </a:lnTo>
                      <a:lnTo>
                        <a:pt x="130687" y="96570"/>
                      </a:lnTo>
                      <a:lnTo>
                        <a:pt x="131091" y="98549"/>
                      </a:lnTo>
                      <a:lnTo>
                        <a:pt x="131474" y="100551"/>
                      </a:lnTo>
                      <a:lnTo>
                        <a:pt x="131879" y="102575"/>
                      </a:lnTo>
                      <a:lnTo>
                        <a:pt x="132261" y="104599"/>
                      </a:lnTo>
                      <a:lnTo>
                        <a:pt x="132666" y="106668"/>
                      </a:lnTo>
                      <a:lnTo>
                        <a:pt x="133048" y="108760"/>
                      </a:lnTo>
                      <a:lnTo>
                        <a:pt x="133453" y="110874"/>
                      </a:lnTo>
                      <a:lnTo>
                        <a:pt x="133858" y="113010"/>
                      </a:lnTo>
                      <a:lnTo>
                        <a:pt x="134240" y="115169"/>
                      </a:lnTo>
                      <a:lnTo>
                        <a:pt x="134645" y="117328"/>
                      </a:lnTo>
                      <a:lnTo>
                        <a:pt x="135027" y="119532"/>
                      </a:lnTo>
                      <a:lnTo>
                        <a:pt x="135432" y="121736"/>
                      </a:lnTo>
                      <a:lnTo>
                        <a:pt x="135814" y="123985"/>
                      </a:lnTo>
                      <a:lnTo>
                        <a:pt x="136219" y="126234"/>
                      </a:lnTo>
                      <a:lnTo>
                        <a:pt x="136602" y="128505"/>
                      </a:lnTo>
                      <a:lnTo>
                        <a:pt x="137006" y="130799"/>
                      </a:lnTo>
                      <a:lnTo>
                        <a:pt x="137411" y="133116"/>
                      </a:lnTo>
                      <a:lnTo>
                        <a:pt x="137793" y="135455"/>
                      </a:lnTo>
                      <a:lnTo>
                        <a:pt x="138198" y="137794"/>
                      </a:lnTo>
                      <a:lnTo>
                        <a:pt x="138581" y="140155"/>
                      </a:lnTo>
                      <a:lnTo>
                        <a:pt x="138985" y="142539"/>
                      </a:lnTo>
                      <a:lnTo>
                        <a:pt x="139368" y="144945"/>
                      </a:lnTo>
                      <a:lnTo>
                        <a:pt x="139773" y="147352"/>
                      </a:lnTo>
                      <a:lnTo>
                        <a:pt x="140155" y="149781"/>
                      </a:lnTo>
                      <a:lnTo>
                        <a:pt x="140560" y="152209"/>
                      </a:lnTo>
                      <a:lnTo>
                        <a:pt x="140965" y="154661"/>
                      </a:lnTo>
                      <a:lnTo>
                        <a:pt x="141347" y="157135"/>
                      </a:lnTo>
                      <a:lnTo>
                        <a:pt x="141751" y="159609"/>
                      </a:lnTo>
                      <a:lnTo>
                        <a:pt x="142134" y="162105"/>
                      </a:lnTo>
                      <a:lnTo>
                        <a:pt x="142539" y="164624"/>
                      </a:lnTo>
                      <a:lnTo>
                        <a:pt x="142921" y="167120"/>
                      </a:lnTo>
                      <a:lnTo>
                        <a:pt x="143326" y="169661"/>
                      </a:lnTo>
                      <a:lnTo>
                        <a:pt x="143731" y="172180"/>
                      </a:lnTo>
                      <a:lnTo>
                        <a:pt x="144113" y="174744"/>
                      </a:lnTo>
                      <a:lnTo>
                        <a:pt x="144518" y="177285"/>
                      </a:lnTo>
                      <a:lnTo>
                        <a:pt x="144900" y="179849"/>
                      </a:lnTo>
                      <a:lnTo>
                        <a:pt x="145305" y="182413"/>
                      </a:lnTo>
                      <a:lnTo>
                        <a:pt x="145687" y="184999"/>
                      </a:lnTo>
                      <a:lnTo>
                        <a:pt x="146092" y="187563"/>
                      </a:lnTo>
                      <a:lnTo>
                        <a:pt x="146474" y="190149"/>
                      </a:lnTo>
                      <a:lnTo>
                        <a:pt x="146879" y="192758"/>
                      </a:lnTo>
                      <a:lnTo>
                        <a:pt x="147284" y="195344"/>
                      </a:lnTo>
                      <a:lnTo>
                        <a:pt x="147666" y="197931"/>
                      </a:lnTo>
                      <a:lnTo>
                        <a:pt x="148071" y="203373"/>
                      </a:lnTo>
                      <a:lnTo>
                        <a:pt x="148453" y="210390"/>
                      </a:lnTo>
                      <a:lnTo>
                        <a:pt x="148858" y="213111"/>
                      </a:lnTo>
                      <a:lnTo>
                        <a:pt x="149241" y="215855"/>
                      </a:lnTo>
                      <a:lnTo>
                        <a:pt x="149645" y="218576"/>
                      </a:lnTo>
                      <a:lnTo>
                        <a:pt x="150028" y="221297"/>
                      </a:lnTo>
                      <a:lnTo>
                        <a:pt x="150433" y="224019"/>
                      </a:lnTo>
                      <a:lnTo>
                        <a:pt x="150837" y="226740"/>
                      </a:lnTo>
                      <a:lnTo>
                        <a:pt x="151220" y="229484"/>
                      </a:lnTo>
                      <a:lnTo>
                        <a:pt x="151625" y="232205"/>
                      </a:lnTo>
                      <a:lnTo>
                        <a:pt x="152007" y="234949"/>
                      </a:lnTo>
                      <a:lnTo>
                        <a:pt x="152411" y="237692"/>
                      </a:lnTo>
                      <a:lnTo>
                        <a:pt x="152794" y="240414"/>
                      </a:lnTo>
                      <a:lnTo>
                        <a:pt x="153199" y="243157"/>
                      </a:lnTo>
                      <a:lnTo>
                        <a:pt x="153581" y="245879"/>
                      </a:lnTo>
                      <a:lnTo>
                        <a:pt x="153986" y="248600"/>
                      </a:lnTo>
                      <a:lnTo>
                        <a:pt x="154391" y="251344"/>
                      </a:lnTo>
                      <a:lnTo>
                        <a:pt x="154773" y="254065"/>
                      </a:lnTo>
                      <a:lnTo>
                        <a:pt x="155178" y="256786"/>
                      </a:lnTo>
                      <a:lnTo>
                        <a:pt x="155560" y="259507"/>
                      </a:lnTo>
                      <a:lnTo>
                        <a:pt x="155965" y="262229"/>
                      </a:lnTo>
                      <a:lnTo>
                        <a:pt x="156347" y="264950"/>
                      </a:lnTo>
                      <a:lnTo>
                        <a:pt x="156752" y="267671"/>
                      </a:lnTo>
                      <a:lnTo>
                        <a:pt x="157157" y="270370"/>
                      </a:lnTo>
                      <a:lnTo>
                        <a:pt x="157539" y="273091"/>
                      </a:lnTo>
                      <a:lnTo>
                        <a:pt x="157944" y="275790"/>
                      </a:lnTo>
                      <a:lnTo>
                        <a:pt x="158326" y="278488"/>
                      </a:lnTo>
                      <a:lnTo>
                        <a:pt x="158731" y="281165"/>
                      </a:lnTo>
                      <a:lnTo>
                        <a:pt x="159114" y="283863"/>
                      </a:lnTo>
                      <a:lnTo>
                        <a:pt x="159518" y="286540"/>
                      </a:lnTo>
                      <a:lnTo>
                        <a:pt x="159901" y="289216"/>
                      </a:lnTo>
                      <a:lnTo>
                        <a:pt x="160305" y="291892"/>
                      </a:lnTo>
                      <a:lnTo>
                        <a:pt x="160710" y="294546"/>
                      </a:lnTo>
                      <a:lnTo>
                        <a:pt x="161093" y="297200"/>
                      </a:lnTo>
                      <a:lnTo>
                        <a:pt x="161497" y="299854"/>
                      </a:lnTo>
                      <a:lnTo>
                        <a:pt x="161880" y="302507"/>
                      </a:lnTo>
                      <a:lnTo>
                        <a:pt x="162285" y="305139"/>
                      </a:lnTo>
                      <a:lnTo>
                        <a:pt x="162667" y="307770"/>
                      </a:lnTo>
                      <a:lnTo>
                        <a:pt x="163071" y="310379"/>
                      </a:lnTo>
                      <a:lnTo>
                        <a:pt x="163454" y="313010"/>
                      </a:lnTo>
                      <a:lnTo>
                        <a:pt x="163859" y="315596"/>
                      </a:lnTo>
                      <a:lnTo>
                        <a:pt x="164263" y="318205"/>
                      </a:lnTo>
                      <a:lnTo>
                        <a:pt x="164624" y="320791"/>
                      </a:lnTo>
                      <a:lnTo>
                        <a:pt x="165028" y="323378"/>
                      </a:lnTo>
                      <a:lnTo>
                        <a:pt x="165433" y="325941"/>
                      </a:lnTo>
                      <a:lnTo>
                        <a:pt x="165816" y="328483"/>
                      </a:lnTo>
                      <a:lnTo>
                        <a:pt x="166198" y="331047"/>
                      </a:lnTo>
                      <a:lnTo>
                        <a:pt x="166602" y="333588"/>
                      </a:lnTo>
                      <a:lnTo>
                        <a:pt x="166985" y="336107"/>
                      </a:lnTo>
                      <a:lnTo>
                        <a:pt x="167390" y="338626"/>
                      </a:lnTo>
                      <a:lnTo>
                        <a:pt x="167794" y="341144"/>
                      </a:lnTo>
                      <a:lnTo>
                        <a:pt x="168177" y="343618"/>
                      </a:lnTo>
                      <a:lnTo>
                        <a:pt x="168582" y="346115"/>
                      </a:lnTo>
                      <a:lnTo>
                        <a:pt x="168964" y="348611"/>
                      </a:lnTo>
                      <a:lnTo>
                        <a:pt x="169369" y="351085"/>
                      </a:lnTo>
                      <a:lnTo>
                        <a:pt x="169751" y="353559"/>
                      </a:lnTo>
                      <a:lnTo>
                        <a:pt x="170156" y="356010"/>
                      </a:lnTo>
                      <a:lnTo>
                        <a:pt x="170538" y="358461"/>
                      </a:lnTo>
                      <a:lnTo>
                        <a:pt x="170943" y="360890"/>
                      </a:lnTo>
                      <a:lnTo>
                        <a:pt x="171348" y="363319"/>
                      </a:lnTo>
                      <a:lnTo>
                        <a:pt x="171730" y="365748"/>
                      </a:lnTo>
                      <a:lnTo>
                        <a:pt x="172135" y="368154"/>
                      </a:lnTo>
                      <a:lnTo>
                        <a:pt x="172518" y="370538"/>
                      </a:lnTo>
                      <a:lnTo>
                        <a:pt x="172922" y="372922"/>
                      </a:lnTo>
                      <a:lnTo>
                        <a:pt x="173304" y="375284"/>
                      </a:lnTo>
                      <a:lnTo>
                        <a:pt x="173710" y="377645"/>
                      </a:lnTo>
                      <a:lnTo>
                        <a:pt x="174114" y="380006"/>
                      </a:lnTo>
                      <a:lnTo>
                        <a:pt x="174496" y="382345"/>
                      </a:lnTo>
                      <a:lnTo>
                        <a:pt x="174901" y="384662"/>
                      </a:lnTo>
                      <a:lnTo>
                        <a:pt x="175284" y="386978"/>
                      </a:lnTo>
                      <a:lnTo>
                        <a:pt x="175688" y="389272"/>
                      </a:lnTo>
                      <a:lnTo>
                        <a:pt x="176070" y="391566"/>
                      </a:lnTo>
                      <a:lnTo>
                        <a:pt x="176476" y="393838"/>
                      </a:lnTo>
                      <a:lnTo>
                        <a:pt x="176858" y="396109"/>
                      </a:lnTo>
                      <a:lnTo>
                        <a:pt x="177263" y="398358"/>
                      </a:lnTo>
                      <a:lnTo>
                        <a:pt x="177668" y="400607"/>
                      </a:lnTo>
                      <a:lnTo>
                        <a:pt x="178050" y="402833"/>
                      </a:lnTo>
                      <a:lnTo>
                        <a:pt x="178455" y="405060"/>
                      </a:lnTo>
                      <a:lnTo>
                        <a:pt x="178837" y="407264"/>
                      </a:lnTo>
                      <a:lnTo>
                        <a:pt x="179242" y="409468"/>
                      </a:lnTo>
                      <a:lnTo>
                        <a:pt x="179624" y="411649"/>
                      </a:lnTo>
                      <a:lnTo>
                        <a:pt x="180029" y="413808"/>
                      </a:lnTo>
                      <a:lnTo>
                        <a:pt x="180411" y="415967"/>
                      </a:lnTo>
                      <a:lnTo>
                        <a:pt x="180816" y="418104"/>
                      </a:lnTo>
                      <a:lnTo>
                        <a:pt x="181221" y="420240"/>
                      </a:lnTo>
                      <a:lnTo>
                        <a:pt x="181603" y="422354"/>
                      </a:lnTo>
                      <a:lnTo>
                        <a:pt x="182008" y="424468"/>
                      </a:lnTo>
                      <a:lnTo>
                        <a:pt x="182390" y="426560"/>
                      </a:lnTo>
                      <a:lnTo>
                        <a:pt x="182795" y="428629"/>
                      </a:lnTo>
                      <a:lnTo>
                        <a:pt x="183178" y="430698"/>
                      </a:lnTo>
                      <a:lnTo>
                        <a:pt x="183582" y="432767"/>
                      </a:lnTo>
                      <a:lnTo>
                        <a:pt x="183964" y="434814"/>
                      </a:lnTo>
                      <a:lnTo>
                        <a:pt x="184370" y="436838"/>
                      </a:lnTo>
                      <a:lnTo>
                        <a:pt x="184774" y="438862"/>
                      </a:lnTo>
                      <a:lnTo>
                        <a:pt x="185156" y="440863"/>
                      </a:lnTo>
                      <a:lnTo>
                        <a:pt x="185561" y="442842"/>
                      </a:lnTo>
                      <a:lnTo>
                        <a:pt x="185944" y="444821"/>
                      </a:lnTo>
                      <a:lnTo>
                        <a:pt x="186348" y="446801"/>
                      </a:lnTo>
                      <a:lnTo>
                        <a:pt x="186731" y="448757"/>
                      </a:lnTo>
                      <a:lnTo>
                        <a:pt x="187136" y="450691"/>
                      </a:lnTo>
                      <a:lnTo>
                        <a:pt x="187540" y="452625"/>
                      </a:lnTo>
                      <a:lnTo>
                        <a:pt x="187923" y="454537"/>
                      </a:lnTo>
                      <a:lnTo>
                        <a:pt x="188328" y="456426"/>
                      </a:lnTo>
                      <a:lnTo>
                        <a:pt x="188710" y="458315"/>
                      </a:lnTo>
                      <a:lnTo>
                        <a:pt x="189115" y="460182"/>
                      </a:lnTo>
                      <a:lnTo>
                        <a:pt x="189497" y="462026"/>
                      </a:lnTo>
                      <a:lnTo>
                        <a:pt x="189902" y="463870"/>
                      </a:lnTo>
                      <a:lnTo>
                        <a:pt x="190284" y="465714"/>
                      </a:lnTo>
                      <a:lnTo>
                        <a:pt x="190689" y="467536"/>
                      </a:lnTo>
                      <a:lnTo>
                        <a:pt x="191094" y="469335"/>
                      </a:lnTo>
                      <a:lnTo>
                        <a:pt x="191476" y="471134"/>
                      </a:lnTo>
                      <a:lnTo>
                        <a:pt x="191881" y="472911"/>
                      </a:lnTo>
                      <a:lnTo>
                        <a:pt x="192263" y="474665"/>
                      </a:lnTo>
                      <a:lnTo>
                        <a:pt x="192668" y="476419"/>
                      </a:lnTo>
                      <a:lnTo>
                        <a:pt x="193050" y="478173"/>
                      </a:lnTo>
                      <a:lnTo>
                        <a:pt x="193455" y="479883"/>
                      </a:lnTo>
                      <a:lnTo>
                        <a:pt x="193838" y="481614"/>
                      </a:lnTo>
                      <a:lnTo>
                        <a:pt x="194242" y="483301"/>
                      </a:lnTo>
                      <a:lnTo>
                        <a:pt x="194647" y="485010"/>
                      </a:lnTo>
                      <a:lnTo>
                        <a:pt x="195030" y="486674"/>
                      </a:lnTo>
                      <a:lnTo>
                        <a:pt x="195434" y="488339"/>
                      </a:lnTo>
                      <a:lnTo>
                        <a:pt x="195816" y="490003"/>
                      </a:lnTo>
                      <a:lnTo>
                        <a:pt x="196222" y="491645"/>
                      </a:lnTo>
                      <a:lnTo>
                        <a:pt x="196604" y="493286"/>
                      </a:lnTo>
                      <a:lnTo>
                        <a:pt x="197008" y="494906"/>
                      </a:lnTo>
                      <a:lnTo>
                        <a:pt x="197391" y="496525"/>
                      </a:lnTo>
                      <a:lnTo>
                        <a:pt x="197796" y="498122"/>
                      </a:lnTo>
                      <a:lnTo>
                        <a:pt x="198200" y="499718"/>
                      </a:lnTo>
                      <a:lnTo>
                        <a:pt x="198583" y="501315"/>
                      </a:lnTo>
                      <a:lnTo>
                        <a:pt x="198988" y="502867"/>
                      </a:lnTo>
                      <a:lnTo>
                        <a:pt x="199370" y="504441"/>
                      </a:lnTo>
                      <a:lnTo>
                        <a:pt x="199775" y="505971"/>
                      </a:lnTo>
                      <a:lnTo>
                        <a:pt x="200157" y="507522"/>
                      </a:lnTo>
                      <a:lnTo>
                        <a:pt x="200562" y="509029"/>
                      </a:lnTo>
                      <a:lnTo>
                        <a:pt x="200944" y="510536"/>
                      </a:lnTo>
                      <a:lnTo>
                        <a:pt x="201349" y="512043"/>
                      </a:lnTo>
                      <a:lnTo>
                        <a:pt x="201754" y="513527"/>
                      </a:lnTo>
                      <a:lnTo>
                        <a:pt x="202136" y="514989"/>
                      </a:lnTo>
                      <a:lnTo>
                        <a:pt x="202541" y="516451"/>
                      </a:lnTo>
                      <a:lnTo>
                        <a:pt x="202923" y="517913"/>
                      </a:lnTo>
                      <a:lnTo>
                        <a:pt x="203328" y="519329"/>
                      </a:lnTo>
                      <a:lnTo>
                        <a:pt x="203710" y="520746"/>
                      </a:lnTo>
                      <a:lnTo>
                        <a:pt x="204115" y="522163"/>
                      </a:lnTo>
                      <a:lnTo>
                        <a:pt x="204520" y="523535"/>
                      </a:lnTo>
                      <a:lnTo>
                        <a:pt x="204902" y="524929"/>
                      </a:lnTo>
                      <a:lnTo>
                        <a:pt x="205307" y="526279"/>
                      </a:lnTo>
                      <a:lnTo>
                        <a:pt x="205690" y="527651"/>
                      </a:lnTo>
                      <a:lnTo>
                        <a:pt x="206094" y="528977"/>
                      </a:lnTo>
                      <a:lnTo>
                        <a:pt x="206476" y="530304"/>
                      </a:lnTo>
                      <a:lnTo>
                        <a:pt x="206882" y="531631"/>
                      </a:lnTo>
                      <a:lnTo>
                        <a:pt x="207264" y="532913"/>
                      </a:lnTo>
                      <a:lnTo>
                        <a:pt x="207668" y="534218"/>
                      </a:lnTo>
                      <a:lnTo>
                        <a:pt x="208073" y="535499"/>
                      </a:lnTo>
                      <a:lnTo>
                        <a:pt x="208456" y="536759"/>
                      </a:lnTo>
                      <a:lnTo>
                        <a:pt x="208860" y="538018"/>
                      </a:lnTo>
                      <a:lnTo>
                        <a:pt x="209243" y="539255"/>
                      </a:lnTo>
                      <a:lnTo>
                        <a:pt x="209648" y="540470"/>
                      </a:lnTo>
                      <a:lnTo>
                        <a:pt x="210030" y="541707"/>
                      </a:lnTo>
                      <a:lnTo>
                        <a:pt x="210435" y="542898"/>
                      </a:lnTo>
                      <a:lnTo>
                        <a:pt x="210817" y="544090"/>
                      </a:lnTo>
                      <a:lnTo>
                        <a:pt x="211222" y="545282"/>
                      </a:lnTo>
                      <a:lnTo>
                        <a:pt x="211627" y="546452"/>
                      </a:lnTo>
                      <a:lnTo>
                        <a:pt x="212009" y="547599"/>
                      </a:lnTo>
                      <a:lnTo>
                        <a:pt x="212414" y="548746"/>
                      </a:lnTo>
                      <a:lnTo>
                        <a:pt x="212796" y="549893"/>
                      </a:lnTo>
                      <a:lnTo>
                        <a:pt x="213201" y="550995"/>
                      </a:lnTo>
                      <a:lnTo>
                        <a:pt x="213584" y="552119"/>
                      </a:lnTo>
                      <a:lnTo>
                        <a:pt x="213988" y="553221"/>
                      </a:lnTo>
                      <a:lnTo>
                        <a:pt x="214370" y="554301"/>
                      </a:lnTo>
                      <a:lnTo>
                        <a:pt x="214776" y="555380"/>
                      </a:lnTo>
                      <a:lnTo>
                        <a:pt x="215180" y="556437"/>
                      </a:lnTo>
                      <a:lnTo>
                        <a:pt x="215562" y="557494"/>
                      </a:lnTo>
                      <a:lnTo>
                        <a:pt x="215967" y="558551"/>
                      </a:lnTo>
                      <a:lnTo>
                        <a:pt x="216350" y="559586"/>
                      </a:lnTo>
                      <a:lnTo>
                        <a:pt x="216754" y="560598"/>
                      </a:lnTo>
                      <a:lnTo>
                        <a:pt x="217136" y="561610"/>
                      </a:lnTo>
                      <a:lnTo>
                        <a:pt x="217542" y="562622"/>
                      </a:lnTo>
                      <a:lnTo>
                        <a:pt x="217946" y="563611"/>
                      </a:lnTo>
                      <a:lnTo>
                        <a:pt x="218329" y="564601"/>
                      </a:lnTo>
                      <a:lnTo>
                        <a:pt x="218733" y="565568"/>
                      </a:lnTo>
                      <a:lnTo>
                        <a:pt x="219116" y="566535"/>
                      </a:lnTo>
                      <a:lnTo>
                        <a:pt x="219521" y="567480"/>
                      </a:lnTo>
                      <a:lnTo>
                        <a:pt x="219903" y="568424"/>
                      </a:lnTo>
                      <a:lnTo>
                        <a:pt x="220308" y="569369"/>
                      </a:lnTo>
                      <a:lnTo>
                        <a:pt x="220690" y="570291"/>
                      </a:lnTo>
                      <a:lnTo>
                        <a:pt x="221095" y="571213"/>
                      </a:lnTo>
                      <a:lnTo>
                        <a:pt x="221500" y="572112"/>
                      </a:lnTo>
                      <a:lnTo>
                        <a:pt x="221882" y="573012"/>
                      </a:lnTo>
                      <a:lnTo>
                        <a:pt x="222287" y="573912"/>
                      </a:lnTo>
                      <a:lnTo>
                        <a:pt x="222669" y="574789"/>
                      </a:lnTo>
                      <a:lnTo>
                        <a:pt x="223074" y="575666"/>
                      </a:lnTo>
                      <a:lnTo>
                        <a:pt x="223456" y="576543"/>
                      </a:lnTo>
                      <a:lnTo>
                        <a:pt x="223861" y="577398"/>
                      </a:lnTo>
                      <a:lnTo>
                        <a:pt x="224244" y="578252"/>
                      </a:lnTo>
                      <a:lnTo>
                        <a:pt x="224648" y="579084"/>
                      </a:lnTo>
                      <a:lnTo>
                        <a:pt x="225053" y="579916"/>
                      </a:lnTo>
                      <a:lnTo>
                        <a:pt x="225436" y="580726"/>
                      </a:lnTo>
                      <a:lnTo>
                        <a:pt x="225840" y="581513"/>
                      </a:lnTo>
                      <a:lnTo>
                        <a:pt x="226222" y="582323"/>
                      </a:lnTo>
                      <a:lnTo>
                        <a:pt x="226627" y="583110"/>
                      </a:lnTo>
                      <a:lnTo>
                        <a:pt x="227010" y="583897"/>
                      </a:lnTo>
                      <a:lnTo>
                        <a:pt x="227414" y="584662"/>
                      </a:lnTo>
                      <a:lnTo>
                        <a:pt x="227797" y="585426"/>
                      </a:lnTo>
                      <a:lnTo>
                        <a:pt x="228202" y="586191"/>
                      </a:lnTo>
                      <a:lnTo>
                        <a:pt x="228606" y="586933"/>
                      </a:lnTo>
                      <a:lnTo>
                        <a:pt x="228989" y="587675"/>
                      </a:lnTo>
                      <a:lnTo>
                        <a:pt x="229394" y="588417"/>
                      </a:lnTo>
                      <a:lnTo>
                        <a:pt x="229776" y="589137"/>
                      </a:lnTo>
                      <a:lnTo>
                        <a:pt x="230181" y="589857"/>
                      </a:lnTo>
                      <a:lnTo>
                        <a:pt x="230563" y="590554"/>
                      </a:lnTo>
                      <a:lnTo>
                        <a:pt x="230968" y="591274"/>
                      </a:lnTo>
                      <a:lnTo>
                        <a:pt x="231350" y="591948"/>
                      </a:lnTo>
                      <a:lnTo>
                        <a:pt x="231755" y="592645"/>
                      </a:lnTo>
                      <a:lnTo>
                        <a:pt x="232160" y="593320"/>
                      </a:lnTo>
                      <a:lnTo>
                        <a:pt x="232542" y="593995"/>
                      </a:lnTo>
                      <a:lnTo>
                        <a:pt x="232947" y="594647"/>
                      </a:lnTo>
                      <a:lnTo>
                        <a:pt x="233329" y="595299"/>
                      </a:lnTo>
                      <a:lnTo>
                        <a:pt x="233734" y="595951"/>
                      </a:lnTo>
                      <a:lnTo>
                        <a:pt x="234116" y="596581"/>
                      </a:lnTo>
                      <a:lnTo>
                        <a:pt x="234521" y="597211"/>
                      </a:lnTo>
                      <a:lnTo>
                        <a:pt x="234926" y="597818"/>
                      </a:lnTo>
                      <a:lnTo>
                        <a:pt x="235308" y="598425"/>
                      </a:lnTo>
                      <a:lnTo>
                        <a:pt x="235713" y="599032"/>
                      </a:lnTo>
                      <a:lnTo>
                        <a:pt x="236096" y="599617"/>
                      </a:lnTo>
                      <a:lnTo>
                        <a:pt x="236500" y="600224"/>
                      </a:lnTo>
                      <a:lnTo>
                        <a:pt x="236882" y="600787"/>
                      </a:lnTo>
                      <a:lnTo>
                        <a:pt x="237287" y="601371"/>
                      </a:lnTo>
                      <a:lnTo>
                        <a:pt x="237670" y="601934"/>
                      </a:lnTo>
                      <a:lnTo>
                        <a:pt x="238074" y="602473"/>
                      </a:lnTo>
                      <a:lnTo>
                        <a:pt x="238479" y="603013"/>
                      </a:lnTo>
                      <a:lnTo>
                        <a:pt x="238862" y="603553"/>
                      </a:lnTo>
                      <a:lnTo>
                        <a:pt x="239266" y="604070"/>
                      </a:lnTo>
                      <a:lnTo>
                        <a:pt x="239649" y="604587"/>
                      </a:lnTo>
                      <a:lnTo>
                        <a:pt x="240054" y="605105"/>
                      </a:lnTo>
                      <a:lnTo>
                        <a:pt x="240436" y="605599"/>
                      </a:lnTo>
                      <a:lnTo>
                        <a:pt x="240841" y="606094"/>
                      </a:lnTo>
                      <a:lnTo>
                        <a:pt x="241223" y="606589"/>
                      </a:lnTo>
                      <a:lnTo>
                        <a:pt x="241628" y="607061"/>
                      </a:lnTo>
                      <a:lnTo>
                        <a:pt x="242033" y="607534"/>
                      </a:lnTo>
                      <a:lnTo>
                        <a:pt x="242415" y="607983"/>
                      </a:lnTo>
                      <a:lnTo>
                        <a:pt x="242820" y="608433"/>
                      </a:lnTo>
                      <a:lnTo>
                        <a:pt x="243202" y="608883"/>
                      </a:lnTo>
                      <a:lnTo>
                        <a:pt x="243607" y="609333"/>
                      </a:lnTo>
                      <a:lnTo>
                        <a:pt x="243989" y="609760"/>
                      </a:lnTo>
                      <a:lnTo>
                        <a:pt x="244394" y="610187"/>
                      </a:lnTo>
                      <a:lnTo>
                        <a:pt x="244776" y="610615"/>
                      </a:lnTo>
                      <a:lnTo>
                        <a:pt x="245181" y="611019"/>
                      </a:lnTo>
                      <a:lnTo>
                        <a:pt x="245586" y="611447"/>
                      </a:lnTo>
                      <a:lnTo>
                        <a:pt x="245968" y="611852"/>
                      </a:lnTo>
                      <a:lnTo>
                        <a:pt x="246373" y="612234"/>
                      </a:lnTo>
                      <a:lnTo>
                        <a:pt x="246756" y="612639"/>
                      </a:lnTo>
                      <a:lnTo>
                        <a:pt x="247160" y="613021"/>
                      </a:lnTo>
                      <a:lnTo>
                        <a:pt x="247542" y="613403"/>
                      </a:lnTo>
                      <a:lnTo>
                        <a:pt x="247948" y="613786"/>
                      </a:lnTo>
                      <a:lnTo>
                        <a:pt x="248352" y="614145"/>
                      </a:lnTo>
                      <a:lnTo>
                        <a:pt x="248734" y="614528"/>
                      </a:lnTo>
                      <a:lnTo>
                        <a:pt x="249139" y="614888"/>
                      </a:lnTo>
                      <a:lnTo>
                        <a:pt x="249522" y="615225"/>
                      </a:lnTo>
                      <a:lnTo>
                        <a:pt x="249926" y="615585"/>
                      </a:lnTo>
                      <a:lnTo>
                        <a:pt x="250309" y="615922"/>
                      </a:lnTo>
                      <a:lnTo>
                        <a:pt x="250714" y="616260"/>
                      </a:lnTo>
                      <a:lnTo>
                        <a:pt x="251096" y="616574"/>
                      </a:lnTo>
                      <a:lnTo>
                        <a:pt x="251501" y="616912"/>
                      </a:lnTo>
                      <a:lnTo>
                        <a:pt x="251905" y="617227"/>
                      </a:lnTo>
                      <a:lnTo>
                        <a:pt x="252288" y="617541"/>
                      </a:lnTo>
                      <a:lnTo>
                        <a:pt x="252693" y="617834"/>
                      </a:lnTo>
                      <a:lnTo>
                        <a:pt x="253075" y="618149"/>
                      </a:lnTo>
                      <a:lnTo>
                        <a:pt x="253480" y="618441"/>
                      </a:lnTo>
                      <a:lnTo>
                        <a:pt x="253862" y="618733"/>
                      </a:lnTo>
                      <a:lnTo>
                        <a:pt x="254267" y="619003"/>
                      </a:lnTo>
                      <a:lnTo>
                        <a:pt x="254650" y="619296"/>
                      </a:lnTo>
                      <a:close/>
                    </a:path>
                  </a:pathLst>
                </a:custGeom>
                <a:solidFill>
                  <a:srgbClr val="8172B4">
                    <a:alpha val="20000"/>
                  </a:srgbClr>
                </a:solidFill>
                <a:ln w="2249" cap="flat">
                  <a:noFill/>
                  <a:prstDash val="solid"/>
                  <a:miter/>
                </a:ln>
              </p:spPr>
              <p:txBody>
                <a:bodyPr rtlCol="0" anchor="ctr"/>
                <a:lstStyle/>
                <a:p>
                  <a:endParaRPr lang="en-US"/>
                </a:p>
              </p:txBody>
            </p:sp>
            <p:sp>
              <p:nvSpPr>
                <p:cNvPr id="1896" name="Freeform 1895">
                  <a:extLst>
                    <a:ext uri="{FF2B5EF4-FFF2-40B4-BE49-F238E27FC236}">
                      <a16:creationId xmlns:a16="http://schemas.microsoft.com/office/drawing/2014/main" id="{C598E64A-CEF5-3C2D-A16D-F08B56210900}"/>
                    </a:ext>
                  </a:extLst>
                </p:cNvPr>
                <p:cNvSpPr/>
                <p:nvPr/>
              </p:nvSpPr>
              <p:spPr>
                <a:xfrm>
                  <a:off x="1194948" y="1194579"/>
                  <a:ext cx="2848717" cy="2860841"/>
                </a:xfrm>
                <a:custGeom>
                  <a:avLst/>
                  <a:gdLst>
                    <a:gd name="connsiteX0" fmla="*/ 0 w 591813"/>
                    <a:gd name="connsiteY0" fmla="*/ 75295 h 594332"/>
                    <a:gd name="connsiteX1" fmla="*/ 405 w 591813"/>
                    <a:gd name="connsiteY1" fmla="*/ 74733 h 594332"/>
                    <a:gd name="connsiteX2" fmla="*/ 787 w 591813"/>
                    <a:gd name="connsiteY2" fmla="*/ 74171 h 594332"/>
                    <a:gd name="connsiteX3" fmla="*/ 1191 w 591813"/>
                    <a:gd name="connsiteY3" fmla="*/ 73608 h 594332"/>
                    <a:gd name="connsiteX4" fmla="*/ 1574 w 591813"/>
                    <a:gd name="connsiteY4" fmla="*/ 73046 h 594332"/>
                    <a:gd name="connsiteX5" fmla="*/ 1979 w 591813"/>
                    <a:gd name="connsiteY5" fmla="*/ 72506 h 594332"/>
                    <a:gd name="connsiteX6" fmla="*/ 2383 w 591813"/>
                    <a:gd name="connsiteY6" fmla="*/ 71944 h 594332"/>
                    <a:gd name="connsiteX7" fmla="*/ 2766 w 591813"/>
                    <a:gd name="connsiteY7" fmla="*/ 71404 h 594332"/>
                    <a:gd name="connsiteX8" fmla="*/ 3171 w 591813"/>
                    <a:gd name="connsiteY8" fmla="*/ 70842 h 594332"/>
                    <a:gd name="connsiteX9" fmla="*/ 3553 w 591813"/>
                    <a:gd name="connsiteY9" fmla="*/ 70302 h 594332"/>
                    <a:gd name="connsiteX10" fmla="*/ 3958 w 591813"/>
                    <a:gd name="connsiteY10" fmla="*/ 69740 h 594332"/>
                    <a:gd name="connsiteX11" fmla="*/ 4340 w 591813"/>
                    <a:gd name="connsiteY11" fmla="*/ 69200 h 594332"/>
                    <a:gd name="connsiteX12" fmla="*/ 4745 w 591813"/>
                    <a:gd name="connsiteY12" fmla="*/ 68638 h 594332"/>
                    <a:gd name="connsiteX13" fmla="*/ 5150 w 591813"/>
                    <a:gd name="connsiteY13" fmla="*/ 68098 h 594332"/>
                    <a:gd name="connsiteX14" fmla="*/ 5532 w 591813"/>
                    <a:gd name="connsiteY14" fmla="*/ 67559 h 594332"/>
                    <a:gd name="connsiteX15" fmla="*/ 5937 w 591813"/>
                    <a:gd name="connsiteY15" fmla="*/ 67019 h 594332"/>
                    <a:gd name="connsiteX16" fmla="*/ 6319 w 591813"/>
                    <a:gd name="connsiteY16" fmla="*/ 66479 h 594332"/>
                    <a:gd name="connsiteX17" fmla="*/ 6724 w 591813"/>
                    <a:gd name="connsiteY17" fmla="*/ 65917 h 594332"/>
                    <a:gd name="connsiteX18" fmla="*/ 7107 w 591813"/>
                    <a:gd name="connsiteY18" fmla="*/ 65377 h 594332"/>
                    <a:gd name="connsiteX19" fmla="*/ 7511 w 591813"/>
                    <a:gd name="connsiteY19" fmla="*/ 64837 h 594332"/>
                    <a:gd name="connsiteX20" fmla="*/ 7893 w 591813"/>
                    <a:gd name="connsiteY20" fmla="*/ 64320 h 594332"/>
                    <a:gd name="connsiteX21" fmla="*/ 8299 w 591813"/>
                    <a:gd name="connsiteY21" fmla="*/ 63780 h 594332"/>
                    <a:gd name="connsiteX22" fmla="*/ 8703 w 591813"/>
                    <a:gd name="connsiteY22" fmla="*/ 63241 h 594332"/>
                    <a:gd name="connsiteX23" fmla="*/ 9085 w 591813"/>
                    <a:gd name="connsiteY23" fmla="*/ 62701 h 594332"/>
                    <a:gd name="connsiteX24" fmla="*/ 9491 w 591813"/>
                    <a:gd name="connsiteY24" fmla="*/ 62184 h 594332"/>
                    <a:gd name="connsiteX25" fmla="*/ 9873 w 591813"/>
                    <a:gd name="connsiteY25" fmla="*/ 61644 h 594332"/>
                    <a:gd name="connsiteX26" fmla="*/ 10277 w 591813"/>
                    <a:gd name="connsiteY26" fmla="*/ 61127 h 594332"/>
                    <a:gd name="connsiteX27" fmla="*/ 10660 w 591813"/>
                    <a:gd name="connsiteY27" fmla="*/ 60587 h 594332"/>
                    <a:gd name="connsiteX28" fmla="*/ 11065 w 591813"/>
                    <a:gd name="connsiteY28" fmla="*/ 60070 h 594332"/>
                    <a:gd name="connsiteX29" fmla="*/ 11447 w 591813"/>
                    <a:gd name="connsiteY29" fmla="*/ 59552 h 594332"/>
                    <a:gd name="connsiteX30" fmla="*/ 11852 w 591813"/>
                    <a:gd name="connsiteY30" fmla="*/ 59013 h 594332"/>
                    <a:gd name="connsiteX31" fmla="*/ 12257 w 591813"/>
                    <a:gd name="connsiteY31" fmla="*/ 58495 h 594332"/>
                    <a:gd name="connsiteX32" fmla="*/ 12639 w 591813"/>
                    <a:gd name="connsiteY32" fmla="*/ 57978 h 594332"/>
                    <a:gd name="connsiteX33" fmla="*/ 13044 w 591813"/>
                    <a:gd name="connsiteY33" fmla="*/ 57461 h 594332"/>
                    <a:gd name="connsiteX34" fmla="*/ 13426 w 591813"/>
                    <a:gd name="connsiteY34" fmla="*/ 56944 h 594332"/>
                    <a:gd name="connsiteX35" fmla="*/ 13831 w 591813"/>
                    <a:gd name="connsiteY35" fmla="*/ 56426 h 594332"/>
                    <a:gd name="connsiteX36" fmla="*/ 14213 w 591813"/>
                    <a:gd name="connsiteY36" fmla="*/ 55909 h 594332"/>
                    <a:gd name="connsiteX37" fmla="*/ 14618 w 591813"/>
                    <a:gd name="connsiteY37" fmla="*/ 55414 h 594332"/>
                    <a:gd name="connsiteX38" fmla="*/ 15000 w 591813"/>
                    <a:gd name="connsiteY38" fmla="*/ 54897 h 594332"/>
                    <a:gd name="connsiteX39" fmla="*/ 15405 w 591813"/>
                    <a:gd name="connsiteY39" fmla="*/ 54402 h 594332"/>
                    <a:gd name="connsiteX40" fmla="*/ 15810 w 591813"/>
                    <a:gd name="connsiteY40" fmla="*/ 53908 h 594332"/>
                    <a:gd name="connsiteX41" fmla="*/ 16192 w 591813"/>
                    <a:gd name="connsiteY41" fmla="*/ 53390 h 594332"/>
                    <a:gd name="connsiteX42" fmla="*/ 16597 w 591813"/>
                    <a:gd name="connsiteY42" fmla="*/ 52896 h 594332"/>
                    <a:gd name="connsiteX43" fmla="*/ 16979 w 591813"/>
                    <a:gd name="connsiteY43" fmla="*/ 52401 h 594332"/>
                    <a:gd name="connsiteX44" fmla="*/ 17384 w 591813"/>
                    <a:gd name="connsiteY44" fmla="*/ 51928 h 594332"/>
                    <a:gd name="connsiteX45" fmla="*/ 17767 w 591813"/>
                    <a:gd name="connsiteY45" fmla="*/ 51434 h 594332"/>
                    <a:gd name="connsiteX46" fmla="*/ 18171 w 591813"/>
                    <a:gd name="connsiteY46" fmla="*/ 50939 h 594332"/>
                    <a:gd name="connsiteX47" fmla="*/ 18576 w 591813"/>
                    <a:gd name="connsiteY47" fmla="*/ 50467 h 594332"/>
                    <a:gd name="connsiteX48" fmla="*/ 18959 w 591813"/>
                    <a:gd name="connsiteY48" fmla="*/ 49994 h 594332"/>
                    <a:gd name="connsiteX49" fmla="*/ 19363 w 591813"/>
                    <a:gd name="connsiteY49" fmla="*/ 49522 h 594332"/>
                    <a:gd name="connsiteX50" fmla="*/ 19745 w 591813"/>
                    <a:gd name="connsiteY50" fmla="*/ 49050 h 594332"/>
                    <a:gd name="connsiteX51" fmla="*/ 20151 w 591813"/>
                    <a:gd name="connsiteY51" fmla="*/ 48577 h 594332"/>
                    <a:gd name="connsiteX52" fmla="*/ 20533 w 591813"/>
                    <a:gd name="connsiteY52" fmla="*/ 48128 h 594332"/>
                    <a:gd name="connsiteX53" fmla="*/ 20937 w 591813"/>
                    <a:gd name="connsiteY53" fmla="*/ 47655 h 594332"/>
                    <a:gd name="connsiteX54" fmla="*/ 21320 w 591813"/>
                    <a:gd name="connsiteY54" fmla="*/ 47206 h 594332"/>
                    <a:gd name="connsiteX55" fmla="*/ 21725 w 591813"/>
                    <a:gd name="connsiteY55" fmla="*/ 46778 h 594332"/>
                    <a:gd name="connsiteX56" fmla="*/ 22129 w 591813"/>
                    <a:gd name="connsiteY56" fmla="*/ 46329 h 594332"/>
                    <a:gd name="connsiteX57" fmla="*/ 22512 w 591813"/>
                    <a:gd name="connsiteY57" fmla="*/ 45901 h 594332"/>
                    <a:gd name="connsiteX58" fmla="*/ 22917 w 591813"/>
                    <a:gd name="connsiteY58" fmla="*/ 45474 h 594332"/>
                    <a:gd name="connsiteX59" fmla="*/ 23299 w 591813"/>
                    <a:gd name="connsiteY59" fmla="*/ 45069 h 594332"/>
                    <a:gd name="connsiteX60" fmla="*/ 23704 w 591813"/>
                    <a:gd name="connsiteY60" fmla="*/ 44664 h 594332"/>
                    <a:gd name="connsiteX61" fmla="*/ 24086 w 591813"/>
                    <a:gd name="connsiteY61" fmla="*/ 44259 h 594332"/>
                    <a:gd name="connsiteX62" fmla="*/ 24491 w 591813"/>
                    <a:gd name="connsiteY62" fmla="*/ 43877 h 594332"/>
                    <a:gd name="connsiteX63" fmla="*/ 24873 w 591813"/>
                    <a:gd name="connsiteY63" fmla="*/ 43495 h 594332"/>
                    <a:gd name="connsiteX64" fmla="*/ 25278 w 591813"/>
                    <a:gd name="connsiteY64" fmla="*/ 43135 h 594332"/>
                    <a:gd name="connsiteX65" fmla="*/ 25683 w 591813"/>
                    <a:gd name="connsiteY65" fmla="*/ 42753 h 594332"/>
                    <a:gd name="connsiteX66" fmla="*/ 26065 w 591813"/>
                    <a:gd name="connsiteY66" fmla="*/ 42415 h 594332"/>
                    <a:gd name="connsiteX67" fmla="*/ 26470 w 591813"/>
                    <a:gd name="connsiteY67" fmla="*/ 42056 h 594332"/>
                    <a:gd name="connsiteX68" fmla="*/ 26852 w 591813"/>
                    <a:gd name="connsiteY68" fmla="*/ 41718 h 594332"/>
                    <a:gd name="connsiteX69" fmla="*/ 27257 w 591813"/>
                    <a:gd name="connsiteY69" fmla="*/ 41403 h 594332"/>
                    <a:gd name="connsiteX70" fmla="*/ 27639 w 591813"/>
                    <a:gd name="connsiteY70" fmla="*/ 41088 h 594332"/>
                    <a:gd name="connsiteX71" fmla="*/ 28044 w 591813"/>
                    <a:gd name="connsiteY71" fmla="*/ 40796 h 594332"/>
                    <a:gd name="connsiteX72" fmla="*/ 28427 w 591813"/>
                    <a:gd name="connsiteY72" fmla="*/ 40481 h 594332"/>
                    <a:gd name="connsiteX73" fmla="*/ 28831 w 591813"/>
                    <a:gd name="connsiteY73" fmla="*/ 40211 h 594332"/>
                    <a:gd name="connsiteX74" fmla="*/ 29236 w 591813"/>
                    <a:gd name="connsiteY74" fmla="*/ 39942 h 594332"/>
                    <a:gd name="connsiteX75" fmla="*/ 29619 w 591813"/>
                    <a:gd name="connsiteY75" fmla="*/ 39672 h 594332"/>
                    <a:gd name="connsiteX76" fmla="*/ 30023 w 591813"/>
                    <a:gd name="connsiteY76" fmla="*/ 39424 h 594332"/>
                    <a:gd name="connsiteX77" fmla="*/ 30405 w 591813"/>
                    <a:gd name="connsiteY77" fmla="*/ 39177 h 594332"/>
                    <a:gd name="connsiteX78" fmla="*/ 30811 w 591813"/>
                    <a:gd name="connsiteY78" fmla="*/ 38929 h 594332"/>
                    <a:gd name="connsiteX79" fmla="*/ 31193 w 591813"/>
                    <a:gd name="connsiteY79" fmla="*/ 38705 h 594332"/>
                    <a:gd name="connsiteX80" fmla="*/ 31597 w 591813"/>
                    <a:gd name="connsiteY80" fmla="*/ 38502 h 594332"/>
                    <a:gd name="connsiteX81" fmla="*/ 31980 w 591813"/>
                    <a:gd name="connsiteY81" fmla="*/ 38277 h 594332"/>
                    <a:gd name="connsiteX82" fmla="*/ 32385 w 591813"/>
                    <a:gd name="connsiteY82" fmla="*/ 38075 h 594332"/>
                    <a:gd name="connsiteX83" fmla="*/ 32789 w 591813"/>
                    <a:gd name="connsiteY83" fmla="*/ 37850 h 594332"/>
                    <a:gd name="connsiteX84" fmla="*/ 33172 w 591813"/>
                    <a:gd name="connsiteY84" fmla="*/ 37670 h 594332"/>
                    <a:gd name="connsiteX85" fmla="*/ 33577 w 591813"/>
                    <a:gd name="connsiteY85" fmla="*/ 37468 h 594332"/>
                    <a:gd name="connsiteX86" fmla="*/ 33959 w 591813"/>
                    <a:gd name="connsiteY86" fmla="*/ 37265 h 594332"/>
                    <a:gd name="connsiteX87" fmla="*/ 34364 w 591813"/>
                    <a:gd name="connsiteY87" fmla="*/ 37085 h 594332"/>
                    <a:gd name="connsiteX88" fmla="*/ 34746 w 591813"/>
                    <a:gd name="connsiteY88" fmla="*/ 36905 h 594332"/>
                    <a:gd name="connsiteX89" fmla="*/ 35151 w 591813"/>
                    <a:gd name="connsiteY89" fmla="*/ 36725 h 594332"/>
                    <a:gd name="connsiteX90" fmla="*/ 35556 w 591813"/>
                    <a:gd name="connsiteY90" fmla="*/ 36546 h 594332"/>
                    <a:gd name="connsiteX91" fmla="*/ 35938 w 591813"/>
                    <a:gd name="connsiteY91" fmla="*/ 36388 h 594332"/>
                    <a:gd name="connsiteX92" fmla="*/ 36343 w 591813"/>
                    <a:gd name="connsiteY92" fmla="*/ 36208 h 594332"/>
                    <a:gd name="connsiteX93" fmla="*/ 36725 w 591813"/>
                    <a:gd name="connsiteY93" fmla="*/ 36051 h 594332"/>
                    <a:gd name="connsiteX94" fmla="*/ 37130 w 591813"/>
                    <a:gd name="connsiteY94" fmla="*/ 35871 h 594332"/>
                    <a:gd name="connsiteX95" fmla="*/ 37512 w 591813"/>
                    <a:gd name="connsiteY95" fmla="*/ 35713 h 594332"/>
                    <a:gd name="connsiteX96" fmla="*/ 37917 w 591813"/>
                    <a:gd name="connsiteY96" fmla="*/ 35556 h 594332"/>
                    <a:gd name="connsiteX97" fmla="*/ 38299 w 591813"/>
                    <a:gd name="connsiteY97" fmla="*/ 35376 h 594332"/>
                    <a:gd name="connsiteX98" fmla="*/ 38704 w 591813"/>
                    <a:gd name="connsiteY98" fmla="*/ 35219 h 594332"/>
                    <a:gd name="connsiteX99" fmla="*/ 39109 w 591813"/>
                    <a:gd name="connsiteY99" fmla="*/ 35061 h 594332"/>
                    <a:gd name="connsiteX100" fmla="*/ 39491 w 591813"/>
                    <a:gd name="connsiteY100" fmla="*/ 34881 h 594332"/>
                    <a:gd name="connsiteX101" fmla="*/ 39897 w 591813"/>
                    <a:gd name="connsiteY101" fmla="*/ 34724 h 594332"/>
                    <a:gd name="connsiteX102" fmla="*/ 40279 w 591813"/>
                    <a:gd name="connsiteY102" fmla="*/ 34544 h 594332"/>
                    <a:gd name="connsiteX103" fmla="*/ 40683 w 591813"/>
                    <a:gd name="connsiteY103" fmla="*/ 34387 h 594332"/>
                    <a:gd name="connsiteX104" fmla="*/ 41065 w 591813"/>
                    <a:gd name="connsiteY104" fmla="*/ 34207 h 594332"/>
                    <a:gd name="connsiteX105" fmla="*/ 41471 w 591813"/>
                    <a:gd name="connsiteY105" fmla="*/ 34027 h 594332"/>
                    <a:gd name="connsiteX106" fmla="*/ 41853 w 591813"/>
                    <a:gd name="connsiteY106" fmla="*/ 33847 h 594332"/>
                    <a:gd name="connsiteX107" fmla="*/ 42257 w 591813"/>
                    <a:gd name="connsiteY107" fmla="*/ 33667 h 594332"/>
                    <a:gd name="connsiteX108" fmla="*/ 42663 w 591813"/>
                    <a:gd name="connsiteY108" fmla="*/ 33487 h 594332"/>
                    <a:gd name="connsiteX109" fmla="*/ 43045 w 591813"/>
                    <a:gd name="connsiteY109" fmla="*/ 33307 h 594332"/>
                    <a:gd name="connsiteX110" fmla="*/ 43449 w 591813"/>
                    <a:gd name="connsiteY110" fmla="*/ 33127 h 594332"/>
                    <a:gd name="connsiteX111" fmla="*/ 43832 w 591813"/>
                    <a:gd name="connsiteY111" fmla="*/ 32947 h 594332"/>
                    <a:gd name="connsiteX112" fmla="*/ 44214 w 591813"/>
                    <a:gd name="connsiteY112" fmla="*/ 32745 h 594332"/>
                    <a:gd name="connsiteX113" fmla="*/ 44619 w 591813"/>
                    <a:gd name="connsiteY113" fmla="*/ 32542 h 594332"/>
                    <a:gd name="connsiteX114" fmla="*/ 45024 w 591813"/>
                    <a:gd name="connsiteY114" fmla="*/ 32363 h 594332"/>
                    <a:gd name="connsiteX115" fmla="*/ 45384 w 591813"/>
                    <a:gd name="connsiteY115" fmla="*/ 32160 h 594332"/>
                    <a:gd name="connsiteX116" fmla="*/ 45811 w 591813"/>
                    <a:gd name="connsiteY116" fmla="*/ 31958 h 594332"/>
                    <a:gd name="connsiteX117" fmla="*/ 46193 w 591813"/>
                    <a:gd name="connsiteY117" fmla="*/ 31733 h 594332"/>
                    <a:gd name="connsiteX118" fmla="*/ 46576 w 591813"/>
                    <a:gd name="connsiteY118" fmla="*/ 31530 h 594332"/>
                    <a:gd name="connsiteX119" fmla="*/ 46980 w 591813"/>
                    <a:gd name="connsiteY119" fmla="*/ 31328 h 594332"/>
                    <a:gd name="connsiteX120" fmla="*/ 47363 w 591813"/>
                    <a:gd name="connsiteY120" fmla="*/ 31103 h 594332"/>
                    <a:gd name="connsiteX121" fmla="*/ 47768 w 591813"/>
                    <a:gd name="connsiteY121" fmla="*/ 30901 h 594332"/>
                    <a:gd name="connsiteX122" fmla="*/ 48150 w 591813"/>
                    <a:gd name="connsiteY122" fmla="*/ 30676 h 594332"/>
                    <a:gd name="connsiteX123" fmla="*/ 48555 w 591813"/>
                    <a:gd name="connsiteY123" fmla="*/ 30451 h 594332"/>
                    <a:gd name="connsiteX124" fmla="*/ 48959 w 591813"/>
                    <a:gd name="connsiteY124" fmla="*/ 30226 h 594332"/>
                    <a:gd name="connsiteX125" fmla="*/ 49342 w 591813"/>
                    <a:gd name="connsiteY125" fmla="*/ 30001 h 594332"/>
                    <a:gd name="connsiteX126" fmla="*/ 49747 w 591813"/>
                    <a:gd name="connsiteY126" fmla="*/ 29754 h 594332"/>
                    <a:gd name="connsiteX127" fmla="*/ 50129 w 591813"/>
                    <a:gd name="connsiteY127" fmla="*/ 29529 h 594332"/>
                    <a:gd name="connsiteX128" fmla="*/ 50534 w 591813"/>
                    <a:gd name="connsiteY128" fmla="*/ 29281 h 594332"/>
                    <a:gd name="connsiteX129" fmla="*/ 50916 w 591813"/>
                    <a:gd name="connsiteY129" fmla="*/ 29034 h 594332"/>
                    <a:gd name="connsiteX130" fmla="*/ 51321 w 591813"/>
                    <a:gd name="connsiteY130" fmla="*/ 28787 h 594332"/>
                    <a:gd name="connsiteX131" fmla="*/ 51704 w 591813"/>
                    <a:gd name="connsiteY131" fmla="*/ 28539 h 594332"/>
                    <a:gd name="connsiteX132" fmla="*/ 52108 w 591813"/>
                    <a:gd name="connsiteY132" fmla="*/ 28292 h 594332"/>
                    <a:gd name="connsiteX133" fmla="*/ 52513 w 591813"/>
                    <a:gd name="connsiteY133" fmla="*/ 28045 h 594332"/>
                    <a:gd name="connsiteX134" fmla="*/ 52895 w 591813"/>
                    <a:gd name="connsiteY134" fmla="*/ 27797 h 594332"/>
                    <a:gd name="connsiteX135" fmla="*/ 53300 w 591813"/>
                    <a:gd name="connsiteY135" fmla="*/ 27527 h 594332"/>
                    <a:gd name="connsiteX136" fmla="*/ 53682 w 591813"/>
                    <a:gd name="connsiteY136" fmla="*/ 27280 h 594332"/>
                    <a:gd name="connsiteX137" fmla="*/ 54087 w 591813"/>
                    <a:gd name="connsiteY137" fmla="*/ 27010 h 594332"/>
                    <a:gd name="connsiteX138" fmla="*/ 54470 w 591813"/>
                    <a:gd name="connsiteY138" fmla="*/ 26740 h 594332"/>
                    <a:gd name="connsiteX139" fmla="*/ 54874 w 591813"/>
                    <a:gd name="connsiteY139" fmla="*/ 26470 h 594332"/>
                    <a:gd name="connsiteX140" fmla="*/ 55257 w 591813"/>
                    <a:gd name="connsiteY140" fmla="*/ 26200 h 594332"/>
                    <a:gd name="connsiteX141" fmla="*/ 55662 w 591813"/>
                    <a:gd name="connsiteY141" fmla="*/ 25930 h 594332"/>
                    <a:gd name="connsiteX142" fmla="*/ 56066 w 591813"/>
                    <a:gd name="connsiteY142" fmla="*/ 25661 h 594332"/>
                    <a:gd name="connsiteX143" fmla="*/ 56449 w 591813"/>
                    <a:gd name="connsiteY143" fmla="*/ 25391 h 594332"/>
                    <a:gd name="connsiteX144" fmla="*/ 56853 w 591813"/>
                    <a:gd name="connsiteY144" fmla="*/ 25098 h 594332"/>
                    <a:gd name="connsiteX145" fmla="*/ 57236 w 591813"/>
                    <a:gd name="connsiteY145" fmla="*/ 24828 h 594332"/>
                    <a:gd name="connsiteX146" fmla="*/ 57641 w 591813"/>
                    <a:gd name="connsiteY146" fmla="*/ 24559 h 594332"/>
                    <a:gd name="connsiteX147" fmla="*/ 58023 w 591813"/>
                    <a:gd name="connsiteY147" fmla="*/ 24266 h 594332"/>
                    <a:gd name="connsiteX148" fmla="*/ 58428 w 591813"/>
                    <a:gd name="connsiteY148" fmla="*/ 23996 h 594332"/>
                    <a:gd name="connsiteX149" fmla="*/ 58810 w 591813"/>
                    <a:gd name="connsiteY149" fmla="*/ 23704 h 594332"/>
                    <a:gd name="connsiteX150" fmla="*/ 59215 w 591813"/>
                    <a:gd name="connsiteY150" fmla="*/ 23434 h 594332"/>
                    <a:gd name="connsiteX151" fmla="*/ 59619 w 591813"/>
                    <a:gd name="connsiteY151" fmla="*/ 23142 h 594332"/>
                    <a:gd name="connsiteX152" fmla="*/ 60002 w 591813"/>
                    <a:gd name="connsiteY152" fmla="*/ 22872 h 594332"/>
                    <a:gd name="connsiteX153" fmla="*/ 60407 w 591813"/>
                    <a:gd name="connsiteY153" fmla="*/ 22580 h 594332"/>
                    <a:gd name="connsiteX154" fmla="*/ 60789 w 591813"/>
                    <a:gd name="connsiteY154" fmla="*/ 22310 h 594332"/>
                    <a:gd name="connsiteX155" fmla="*/ 61194 w 591813"/>
                    <a:gd name="connsiteY155" fmla="*/ 22040 h 594332"/>
                    <a:gd name="connsiteX156" fmla="*/ 61576 w 591813"/>
                    <a:gd name="connsiteY156" fmla="*/ 21747 h 594332"/>
                    <a:gd name="connsiteX157" fmla="*/ 61981 w 591813"/>
                    <a:gd name="connsiteY157" fmla="*/ 21478 h 594332"/>
                    <a:gd name="connsiteX158" fmla="*/ 62364 w 591813"/>
                    <a:gd name="connsiteY158" fmla="*/ 21185 h 594332"/>
                    <a:gd name="connsiteX159" fmla="*/ 62768 w 591813"/>
                    <a:gd name="connsiteY159" fmla="*/ 20915 h 594332"/>
                    <a:gd name="connsiteX160" fmla="*/ 63173 w 591813"/>
                    <a:gd name="connsiteY160" fmla="*/ 20645 h 594332"/>
                    <a:gd name="connsiteX161" fmla="*/ 63555 w 591813"/>
                    <a:gd name="connsiteY161" fmla="*/ 20353 h 594332"/>
                    <a:gd name="connsiteX162" fmla="*/ 63960 w 591813"/>
                    <a:gd name="connsiteY162" fmla="*/ 20083 h 594332"/>
                    <a:gd name="connsiteX163" fmla="*/ 64342 w 591813"/>
                    <a:gd name="connsiteY163" fmla="*/ 19791 h 594332"/>
                    <a:gd name="connsiteX164" fmla="*/ 64747 w 591813"/>
                    <a:gd name="connsiteY164" fmla="*/ 19521 h 594332"/>
                    <a:gd name="connsiteX165" fmla="*/ 65130 w 591813"/>
                    <a:gd name="connsiteY165" fmla="*/ 19229 h 594332"/>
                    <a:gd name="connsiteX166" fmla="*/ 65534 w 591813"/>
                    <a:gd name="connsiteY166" fmla="*/ 18959 h 594332"/>
                    <a:gd name="connsiteX167" fmla="*/ 65939 w 591813"/>
                    <a:gd name="connsiteY167" fmla="*/ 18666 h 594332"/>
                    <a:gd name="connsiteX168" fmla="*/ 66322 w 591813"/>
                    <a:gd name="connsiteY168" fmla="*/ 18396 h 594332"/>
                    <a:gd name="connsiteX169" fmla="*/ 66726 w 591813"/>
                    <a:gd name="connsiteY169" fmla="*/ 18104 h 594332"/>
                    <a:gd name="connsiteX170" fmla="*/ 67109 w 591813"/>
                    <a:gd name="connsiteY170" fmla="*/ 17834 h 594332"/>
                    <a:gd name="connsiteX171" fmla="*/ 67513 w 591813"/>
                    <a:gd name="connsiteY171" fmla="*/ 17542 h 594332"/>
                    <a:gd name="connsiteX172" fmla="*/ 67896 w 591813"/>
                    <a:gd name="connsiteY172" fmla="*/ 17272 h 594332"/>
                    <a:gd name="connsiteX173" fmla="*/ 68301 w 591813"/>
                    <a:gd name="connsiteY173" fmla="*/ 16980 h 594332"/>
                    <a:gd name="connsiteX174" fmla="*/ 68683 w 591813"/>
                    <a:gd name="connsiteY174" fmla="*/ 16710 h 594332"/>
                    <a:gd name="connsiteX175" fmla="*/ 69088 w 591813"/>
                    <a:gd name="connsiteY175" fmla="*/ 16417 h 594332"/>
                    <a:gd name="connsiteX176" fmla="*/ 69493 w 591813"/>
                    <a:gd name="connsiteY176" fmla="*/ 16148 h 594332"/>
                    <a:gd name="connsiteX177" fmla="*/ 69875 w 591813"/>
                    <a:gd name="connsiteY177" fmla="*/ 15855 h 594332"/>
                    <a:gd name="connsiteX178" fmla="*/ 70280 w 591813"/>
                    <a:gd name="connsiteY178" fmla="*/ 15585 h 594332"/>
                    <a:gd name="connsiteX179" fmla="*/ 70662 w 591813"/>
                    <a:gd name="connsiteY179" fmla="*/ 15315 h 594332"/>
                    <a:gd name="connsiteX180" fmla="*/ 71067 w 591813"/>
                    <a:gd name="connsiteY180" fmla="*/ 15023 h 594332"/>
                    <a:gd name="connsiteX181" fmla="*/ 71449 w 591813"/>
                    <a:gd name="connsiteY181" fmla="*/ 14753 h 594332"/>
                    <a:gd name="connsiteX182" fmla="*/ 71854 w 591813"/>
                    <a:gd name="connsiteY182" fmla="*/ 14483 h 594332"/>
                    <a:gd name="connsiteX183" fmla="*/ 72236 w 591813"/>
                    <a:gd name="connsiteY183" fmla="*/ 14191 h 594332"/>
                    <a:gd name="connsiteX184" fmla="*/ 72641 w 591813"/>
                    <a:gd name="connsiteY184" fmla="*/ 13921 h 594332"/>
                    <a:gd name="connsiteX185" fmla="*/ 73046 w 591813"/>
                    <a:gd name="connsiteY185" fmla="*/ 13651 h 594332"/>
                    <a:gd name="connsiteX186" fmla="*/ 73428 w 591813"/>
                    <a:gd name="connsiteY186" fmla="*/ 13359 h 594332"/>
                    <a:gd name="connsiteX187" fmla="*/ 73833 w 591813"/>
                    <a:gd name="connsiteY187" fmla="*/ 13089 h 594332"/>
                    <a:gd name="connsiteX188" fmla="*/ 74216 w 591813"/>
                    <a:gd name="connsiteY188" fmla="*/ 12819 h 594332"/>
                    <a:gd name="connsiteX189" fmla="*/ 74620 w 591813"/>
                    <a:gd name="connsiteY189" fmla="*/ 12527 h 594332"/>
                    <a:gd name="connsiteX190" fmla="*/ 75002 w 591813"/>
                    <a:gd name="connsiteY190" fmla="*/ 12257 h 594332"/>
                    <a:gd name="connsiteX191" fmla="*/ 75407 w 591813"/>
                    <a:gd name="connsiteY191" fmla="*/ 11987 h 594332"/>
                    <a:gd name="connsiteX192" fmla="*/ 75790 w 591813"/>
                    <a:gd name="connsiteY192" fmla="*/ 11695 h 594332"/>
                    <a:gd name="connsiteX193" fmla="*/ 76194 w 591813"/>
                    <a:gd name="connsiteY193" fmla="*/ 11425 h 594332"/>
                    <a:gd name="connsiteX194" fmla="*/ 76599 w 591813"/>
                    <a:gd name="connsiteY194" fmla="*/ 11155 h 594332"/>
                    <a:gd name="connsiteX195" fmla="*/ 76982 w 591813"/>
                    <a:gd name="connsiteY195" fmla="*/ 10862 h 594332"/>
                    <a:gd name="connsiteX196" fmla="*/ 77386 w 591813"/>
                    <a:gd name="connsiteY196" fmla="*/ 10593 h 594332"/>
                    <a:gd name="connsiteX197" fmla="*/ 77769 w 591813"/>
                    <a:gd name="connsiteY197" fmla="*/ 10323 h 594332"/>
                    <a:gd name="connsiteX198" fmla="*/ 78173 w 591813"/>
                    <a:gd name="connsiteY198" fmla="*/ 10053 h 594332"/>
                    <a:gd name="connsiteX199" fmla="*/ 78556 w 591813"/>
                    <a:gd name="connsiteY199" fmla="*/ 9783 h 594332"/>
                    <a:gd name="connsiteX200" fmla="*/ 78961 w 591813"/>
                    <a:gd name="connsiteY200" fmla="*/ 9513 h 594332"/>
                    <a:gd name="connsiteX201" fmla="*/ 79343 w 591813"/>
                    <a:gd name="connsiteY201" fmla="*/ 9243 h 594332"/>
                    <a:gd name="connsiteX202" fmla="*/ 79748 w 591813"/>
                    <a:gd name="connsiteY202" fmla="*/ 8973 h 594332"/>
                    <a:gd name="connsiteX203" fmla="*/ 80153 w 591813"/>
                    <a:gd name="connsiteY203" fmla="*/ 8703 h 594332"/>
                    <a:gd name="connsiteX204" fmla="*/ 80535 w 591813"/>
                    <a:gd name="connsiteY204" fmla="*/ 8434 h 594332"/>
                    <a:gd name="connsiteX205" fmla="*/ 80940 w 591813"/>
                    <a:gd name="connsiteY205" fmla="*/ 8186 h 594332"/>
                    <a:gd name="connsiteX206" fmla="*/ 81322 w 591813"/>
                    <a:gd name="connsiteY206" fmla="*/ 7916 h 594332"/>
                    <a:gd name="connsiteX207" fmla="*/ 81727 w 591813"/>
                    <a:gd name="connsiteY207" fmla="*/ 7669 h 594332"/>
                    <a:gd name="connsiteX208" fmla="*/ 82109 w 591813"/>
                    <a:gd name="connsiteY208" fmla="*/ 7422 h 594332"/>
                    <a:gd name="connsiteX209" fmla="*/ 82514 w 591813"/>
                    <a:gd name="connsiteY209" fmla="*/ 7152 h 594332"/>
                    <a:gd name="connsiteX210" fmla="*/ 82919 w 591813"/>
                    <a:gd name="connsiteY210" fmla="*/ 6904 h 594332"/>
                    <a:gd name="connsiteX211" fmla="*/ 83301 w 591813"/>
                    <a:gd name="connsiteY211" fmla="*/ 6657 h 594332"/>
                    <a:gd name="connsiteX212" fmla="*/ 83706 w 591813"/>
                    <a:gd name="connsiteY212" fmla="*/ 6410 h 594332"/>
                    <a:gd name="connsiteX213" fmla="*/ 84088 w 591813"/>
                    <a:gd name="connsiteY213" fmla="*/ 6140 h 594332"/>
                    <a:gd name="connsiteX214" fmla="*/ 84493 w 591813"/>
                    <a:gd name="connsiteY214" fmla="*/ 5915 h 594332"/>
                    <a:gd name="connsiteX215" fmla="*/ 84876 w 591813"/>
                    <a:gd name="connsiteY215" fmla="*/ 5667 h 594332"/>
                    <a:gd name="connsiteX216" fmla="*/ 85280 w 591813"/>
                    <a:gd name="connsiteY216" fmla="*/ 5420 h 594332"/>
                    <a:gd name="connsiteX217" fmla="*/ 85662 w 591813"/>
                    <a:gd name="connsiteY217" fmla="*/ 5173 h 594332"/>
                    <a:gd name="connsiteX218" fmla="*/ 86067 w 591813"/>
                    <a:gd name="connsiteY218" fmla="*/ 4948 h 594332"/>
                    <a:gd name="connsiteX219" fmla="*/ 86472 w 591813"/>
                    <a:gd name="connsiteY219" fmla="*/ 4723 h 594332"/>
                    <a:gd name="connsiteX220" fmla="*/ 86854 w 591813"/>
                    <a:gd name="connsiteY220" fmla="*/ 4498 h 594332"/>
                    <a:gd name="connsiteX221" fmla="*/ 87259 w 591813"/>
                    <a:gd name="connsiteY221" fmla="*/ 4273 h 594332"/>
                    <a:gd name="connsiteX222" fmla="*/ 87642 w 591813"/>
                    <a:gd name="connsiteY222" fmla="*/ 4048 h 594332"/>
                    <a:gd name="connsiteX223" fmla="*/ 88047 w 591813"/>
                    <a:gd name="connsiteY223" fmla="*/ 3846 h 594332"/>
                    <a:gd name="connsiteX224" fmla="*/ 88429 w 591813"/>
                    <a:gd name="connsiteY224" fmla="*/ 3621 h 594332"/>
                    <a:gd name="connsiteX225" fmla="*/ 88834 w 591813"/>
                    <a:gd name="connsiteY225" fmla="*/ 3418 h 594332"/>
                    <a:gd name="connsiteX226" fmla="*/ 89216 w 591813"/>
                    <a:gd name="connsiteY226" fmla="*/ 3216 h 594332"/>
                    <a:gd name="connsiteX227" fmla="*/ 89621 w 591813"/>
                    <a:gd name="connsiteY227" fmla="*/ 3014 h 594332"/>
                    <a:gd name="connsiteX228" fmla="*/ 90025 w 591813"/>
                    <a:gd name="connsiteY228" fmla="*/ 2811 h 594332"/>
                    <a:gd name="connsiteX229" fmla="*/ 90408 w 591813"/>
                    <a:gd name="connsiteY229" fmla="*/ 2631 h 594332"/>
                    <a:gd name="connsiteX230" fmla="*/ 90813 w 591813"/>
                    <a:gd name="connsiteY230" fmla="*/ 2429 h 594332"/>
                    <a:gd name="connsiteX231" fmla="*/ 91195 w 591813"/>
                    <a:gd name="connsiteY231" fmla="*/ 2249 h 594332"/>
                    <a:gd name="connsiteX232" fmla="*/ 91600 w 591813"/>
                    <a:gd name="connsiteY232" fmla="*/ 2069 h 594332"/>
                    <a:gd name="connsiteX233" fmla="*/ 91982 w 591813"/>
                    <a:gd name="connsiteY233" fmla="*/ 1889 h 594332"/>
                    <a:gd name="connsiteX234" fmla="*/ 92387 w 591813"/>
                    <a:gd name="connsiteY234" fmla="*/ 1732 h 594332"/>
                    <a:gd name="connsiteX235" fmla="*/ 92770 w 591813"/>
                    <a:gd name="connsiteY235" fmla="*/ 1574 h 594332"/>
                    <a:gd name="connsiteX236" fmla="*/ 93174 w 591813"/>
                    <a:gd name="connsiteY236" fmla="*/ 1394 h 594332"/>
                    <a:gd name="connsiteX237" fmla="*/ 93579 w 591813"/>
                    <a:gd name="connsiteY237" fmla="*/ 1259 h 594332"/>
                    <a:gd name="connsiteX238" fmla="*/ 93961 w 591813"/>
                    <a:gd name="connsiteY238" fmla="*/ 1102 h 594332"/>
                    <a:gd name="connsiteX239" fmla="*/ 94366 w 591813"/>
                    <a:gd name="connsiteY239" fmla="*/ 967 h 594332"/>
                    <a:gd name="connsiteX240" fmla="*/ 94748 w 591813"/>
                    <a:gd name="connsiteY240" fmla="*/ 832 h 594332"/>
                    <a:gd name="connsiteX241" fmla="*/ 95153 w 591813"/>
                    <a:gd name="connsiteY241" fmla="*/ 720 h 594332"/>
                    <a:gd name="connsiteX242" fmla="*/ 95536 w 591813"/>
                    <a:gd name="connsiteY242" fmla="*/ 585 h 594332"/>
                    <a:gd name="connsiteX243" fmla="*/ 95940 w 591813"/>
                    <a:gd name="connsiteY243" fmla="*/ 495 h 594332"/>
                    <a:gd name="connsiteX244" fmla="*/ 96345 w 591813"/>
                    <a:gd name="connsiteY244" fmla="*/ 382 h 594332"/>
                    <a:gd name="connsiteX245" fmla="*/ 96727 w 591813"/>
                    <a:gd name="connsiteY245" fmla="*/ 292 h 594332"/>
                    <a:gd name="connsiteX246" fmla="*/ 97132 w 591813"/>
                    <a:gd name="connsiteY246" fmla="*/ 225 h 594332"/>
                    <a:gd name="connsiteX247" fmla="*/ 97515 w 591813"/>
                    <a:gd name="connsiteY247" fmla="*/ 157 h 594332"/>
                    <a:gd name="connsiteX248" fmla="*/ 97919 w 591813"/>
                    <a:gd name="connsiteY248" fmla="*/ 112 h 594332"/>
                    <a:gd name="connsiteX249" fmla="*/ 98302 w 591813"/>
                    <a:gd name="connsiteY249" fmla="*/ 67 h 594332"/>
                    <a:gd name="connsiteX250" fmla="*/ 98707 w 591813"/>
                    <a:gd name="connsiteY250" fmla="*/ 22 h 594332"/>
                    <a:gd name="connsiteX251" fmla="*/ 99089 w 591813"/>
                    <a:gd name="connsiteY251" fmla="*/ 22 h 594332"/>
                    <a:gd name="connsiteX252" fmla="*/ 99494 w 591813"/>
                    <a:gd name="connsiteY252" fmla="*/ 0 h 594332"/>
                    <a:gd name="connsiteX253" fmla="*/ 99899 w 591813"/>
                    <a:gd name="connsiteY253" fmla="*/ 22 h 594332"/>
                    <a:gd name="connsiteX254" fmla="*/ 100281 w 591813"/>
                    <a:gd name="connsiteY254" fmla="*/ 45 h 594332"/>
                    <a:gd name="connsiteX255" fmla="*/ 100685 w 591813"/>
                    <a:gd name="connsiteY255" fmla="*/ 67 h 594332"/>
                    <a:gd name="connsiteX256" fmla="*/ 101068 w 591813"/>
                    <a:gd name="connsiteY256" fmla="*/ 112 h 594332"/>
                    <a:gd name="connsiteX257" fmla="*/ 101473 w 591813"/>
                    <a:gd name="connsiteY257" fmla="*/ 180 h 594332"/>
                    <a:gd name="connsiteX258" fmla="*/ 101855 w 591813"/>
                    <a:gd name="connsiteY258" fmla="*/ 270 h 594332"/>
                    <a:gd name="connsiteX259" fmla="*/ 102260 w 591813"/>
                    <a:gd name="connsiteY259" fmla="*/ 360 h 594332"/>
                    <a:gd name="connsiteX260" fmla="*/ 102642 w 591813"/>
                    <a:gd name="connsiteY260" fmla="*/ 472 h 594332"/>
                    <a:gd name="connsiteX261" fmla="*/ 103047 w 591813"/>
                    <a:gd name="connsiteY261" fmla="*/ 607 h 594332"/>
                    <a:gd name="connsiteX262" fmla="*/ 103452 w 591813"/>
                    <a:gd name="connsiteY262" fmla="*/ 765 h 594332"/>
                    <a:gd name="connsiteX263" fmla="*/ 103834 w 591813"/>
                    <a:gd name="connsiteY263" fmla="*/ 922 h 594332"/>
                    <a:gd name="connsiteX264" fmla="*/ 104239 w 591813"/>
                    <a:gd name="connsiteY264" fmla="*/ 1124 h 594332"/>
                    <a:gd name="connsiteX265" fmla="*/ 104621 w 591813"/>
                    <a:gd name="connsiteY265" fmla="*/ 1327 h 594332"/>
                    <a:gd name="connsiteX266" fmla="*/ 105026 w 591813"/>
                    <a:gd name="connsiteY266" fmla="*/ 1552 h 594332"/>
                    <a:gd name="connsiteX267" fmla="*/ 105408 w 591813"/>
                    <a:gd name="connsiteY267" fmla="*/ 1799 h 594332"/>
                    <a:gd name="connsiteX268" fmla="*/ 105813 w 591813"/>
                    <a:gd name="connsiteY268" fmla="*/ 2047 h 594332"/>
                    <a:gd name="connsiteX269" fmla="*/ 106196 w 591813"/>
                    <a:gd name="connsiteY269" fmla="*/ 2339 h 594332"/>
                    <a:gd name="connsiteX270" fmla="*/ 106600 w 591813"/>
                    <a:gd name="connsiteY270" fmla="*/ 2631 h 594332"/>
                    <a:gd name="connsiteX271" fmla="*/ 107005 w 591813"/>
                    <a:gd name="connsiteY271" fmla="*/ 2969 h 594332"/>
                    <a:gd name="connsiteX272" fmla="*/ 107388 w 591813"/>
                    <a:gd name="connsiteY272" fmla="*/ 3306 h 594332"/>
                    <a:gd name="connsiteX273" fmla="*/ 107792 w 591813"/>
                    <a:gd name="connsiteY273" fmla="*/ 3688 h 594332"/>
                    <a:gd name="connsiteX274" fmla="*/ 108175 w 591813"/>
                    <a:gd name="connsiteY274" fmla="*/ 4071 h 594332"/>
                    <a:gd name="connsiteX275" fmla="*/ 108579 w 591813"/>
                    <a:gd name="connsiteY275" fmla="*/ 4475 h 594332"/>
                    <a:gd name="connsiteX276" fmla="*/ 108962 w 591813"/>
                    <a:gd name="connsiteY276" fmla="*/ 4925 h 594332"/>
                    <a:gd name="connsiteX277" fmla="*/ 109367 w 591813"/>
                    <a:gd name="connsiteY277" fmla="*/ 5375 h 594332"/>
                    <a:gd name="connsiteX278" fmla="*/ 109749 w 591813"/>
                    <a:gd name="connsiteY278" fmla="*/ 5847 h 594332"/>
                    <a:gd name="connsiteX279" fmla="*/ 110154 w 591813"/>
                    <a:gd name="connsiteY279" fmla="*/ 6365 h 594332"/>
                    <a:gd name="connsiteX280" fmla="*/ 110559 w 591813"/>
                    <a:gd name="connsiteY280" fmla="*/ 6882 h 594332"/>
                    <a:gd name="connsiteX281" fmla="*/ 110941 w 591813"/>
                    <a:gd name="connsiteY281" fmla="*/ 7444 h 594332"/>
                    <a:gd name="connsiteX282" fmla="*/ 111345 w 591813"/>
                    <a:gd name="connsiteY282" fmla="*/ 8029 h 594332"/>
                    <a:gd name="connsiteX283" fmla="*/ 111728 w 591813"/>
                    <a:gd name="connsiteY283" fmla="*/ 8636 h 594332"/>
                    <a:gd name="connsiteX284" fmla="*/ 112133 w 591813"/>
                    <a:gd name="connsiteY284" fmla="*/ 9288 h 594332"/>
                    <a:gd name="connsiteX285" fmla="*/ 112515 w 591813"/>
                    <a:gd name="connsiteY285" fmla="*/ 9940 h 594332"/>
                    <a:gd name="connsiteX286" fmla="*/ 112920 w 591813"/>
                    <a:gd name="connsiteY286" fmla="*/ 10638 h 594332"/>
                    <a:gd name="connsiteX287" fmla="*/ 113325 w 591813"/>
                    <a:gd name="connsiteY287" fmla="*/ 11357 h 594332"/>
                    <a:gd name="connsiteX288" fmla="*/ 113707 w 591813"/>
                    <a:gd name="connsiteY288" fmla="*/ 12099 h 594332"/>
                    <a:gd name="connsiteX289" fmla="*/ 114112 w 591813"/>
                    <a:gd name="connsiteY289" fmla="*/ 12864 h 594332"/>
                    <a:gd name="connsiteX290" fmla="*/ 114494 w 591813"/>
                    <a:gd name="connsiteY290" fmla="*/ 13674 h 594332"/>
                    <a:gd name="connsiteX291" fmla="*/ 114899 w 591813"/>
                    <a:gd name="connsiteY291" fmla="*/ 14506 h 594332"/>
                    <a:gd name="connsiteX292" fmla="*/ 115281 w 591813"/>
                    <a:gd name="connsiteY292" fmla="*/ 15360 h 594332"/>
                    <a:gd name="connsiteX293" fmla="*/ 115686 w 591813"/>
                    <a:gd name="connsiteY293" fmla="*/ 16260 h 594332"/>
                    <a:gd name="connsiteX294" fmla="*/ 116068 w 591813"/>
                    <a:gd name="connsiteY294" fmla="*/ 17182 h 594332"/>
                    <a:gd name="connsiteX295" fmla="*/ 116473 w 591813"/>
                    <a:gd name="connsiteY295" fmla="*/ 18127 h 594332"/>
                    <a:gd name="connsiteX296" fmla="*/ 116878 w 591813"/>
                    <a:gd name="connsiteY296" fmla="*/ 19116 h 594332"/>
                    <a:gd name="connsiteX297" fmla="*/ 117260 w 591813"/>
                    <a:gd name="connsiteY297" fmla="*/ 20128 h 594332"/>
                    <a:gd name="connsiteX298" fmla="*/ 117665 w 591813"/>
                    <a:gd name="connsiteY298" fmla="*/ 21163 h 594332"/>
                    <a:gd name="connsiteX299" fmla="*/ 118048 w 591813"/>
                    <a:gd name="connsiteY299" fmla="*/ 22220 h 594332"/>
                    <a:gd name="connsiteX300" fmla="*/ 118452 w 591813"/>
                    <a:gd name="connsiteY300" fmla="*/ 23322 h 594332"/>
                    <a:gd name="connsiteX301" fmla="*/ 118835 w 591813"/>
                    <a:gd name="connsiteY301" fmla="*/ 24469 h 594332"/>
                    <a:gd name="connsiteX302" fmla="*/ 119239 w 591813"/>
                    <a:gd name="connsiteY302" fmla="*/ 25616 h 594332"/>
                    <a:gd name="connsiteX303" fmla="*/ 119622 w 591813"/>
                    <a:gd name="connsiteY303" fmla="*/ 26808 h 594332"/>
                    <a:gd name="connsiteX304" fmla="*/ 120027 w 591813"/>
                    <a:gd name="connsiteY304" fmla="*/ 28045 h 594332"/>
                    <a:gd name="connsiteX305" fmla="*/ 120431 w 591813"/>
                    <a:gd name="connsiteY305" fmla="*/ 29281 h 594332"/>
                    <a:gd name="connsiteX306" fmla="*/ 120814 w 591813"/>
                    <a:gd name="connsiteY306" fmla="*/ 30563 h 594332"/>
                    <a:gd name="connsiteX307" fmla="*/ 121219 w 591813"/>
                    <a:gd name="connsiteY307" fmla="*/ 31868 h 594332"/>
                    <a:gd name="connsiteX308" fmla="*/ 121601 w 591813"/>
                    <a:gd name="connsiteY308" fmla="*/ 33217 h 594332"/>
                    <a:gd name="connsiteX309" fmla="*/ 122006 w 591813"/>
                    <a:gd name="connsiteY309" fmla="*/ 34566 h 594332"/>
                    <a:gd name="connsiteX310" fmla="*/ 122388 w 591813"/>
                    <a:gd name="connsiteY310" fmla="*/ 35961 h 594332"/>
                    <a:gd name="connsiteX311" fmla="*/ 122793 w 591813"/>
                    <a:gd name="connsiteY311" fmla="*/ 37400 h 594332"/>
                    <a:gd name="connsiteX312" fmla="*/ 123175 w 591813"/>
                    <a:gd name="connsiteY312" fmla="*/ 38840 h 594332"/>
                    <a:gd name="connsiteX313" fmla="*/ 123580 w 591813"/>
                    <a:gd name="connsiteY313" fmla="*/ 40346 h 594332"/>
                    <a:gd name="connsiteX314" fmla="*/ 123985 w 591813"/>
                    <a:gd name="connsiteY314" fmla="*/ 41853 h 594332"/>
                    <a:gd name="connsiteX315" fmla="*/ 124367 w 591813"/>
                    <a:gd name="connsiteY315" fmla="*/ 43382 h 594332"/>
                    <a:gd name="connsiteX316" fmla="*/ 124772 w 591813"/>
                    <a:gd name="connsiteY316" fmla="*/ 44957 h 594332"/>
                    <a:gd name="connsiteX317" fmla="*/ 125154 w 591813"/>
                    <a:gd name="connsiteY317" fmla="*/ 46553 h 594332"/>
                    <a:gd name="connsiteX318" fmla="*/ 125559 w 591813"/>
                    <a:gd name="connsiteY318" fmla="*/ 48195 h 594332"/>
                    <a:gd name="connsiteX319" fmla="*/ 125942 w 591813"/>
                    <a:gd name="connsiteY319" fmla="*/ 49837 h 594332"/>
                    <a:gd name="connsiteX320" fmla="*/ 126346 w 591813"/>
                    <a:gd name="connsiteY320" fmla="*/ 51524 h 594332"/>
                    <a:gd name="connsiteX321" fmla="*/ 126751 w 591813"/>
                    <a:gd name="connsiteY321" fmla="*/ 53233 h 594332"/>
                    <a:gd name="connsiteX322" fmla="*/ 127133 w 591813"/>
                    <a:gd name="connsiteY322" fmla="*/ 54987 h 594332"/>
                    <a:gd name="connsiteX323" fmla="*/ 127538 w 591813"/>
                    <a:gd name="connsiteY323" fmla="*/ 56741 h 594332"/>
                    <a:gd name="connsiteX324" fmla="*/ 127920 w 591813"/>
                    <a:gd name="connsiteY324" fmla="*/ 58540 h 594332"/>
                    <a:gd name="connsiteX325" fmla="*/ 128325 w 591813"/>
                    <a:gd name="connsiteY325" fmla="*/ 60362 h 594332"/>
                    <a:gd name="connsiteX326" fmla="*/ 128708 w 591813"/>
                    <a:gd name="connsiteY326" fmla="*/ 62206 h 594332"/>
                    <a:gd name="connsiteX327" fmla="*/ 129113 w 591813"/>
                    <a:gd name="connsiteY327" fmla="*/ 64073 h 594332"/>
                    <a:gd name="connsiteX328" fmla="*/ 129495 w 591813"/>
                    <a:gd name="connsiteY328" fmla="*/ 65962 h 594332"/>
                    <a:gd name="connsiteX329" fmla="*/ 129899 w 591813"/>
                    <a:gd name="connsiteY329" fmla="*/ 67896 h 594332"/>
                    <a:gd name="connsiteX330" fmla="*/ 130305 w 591813"/>
                    <a:gd name="connsiteY330" fmla="*/ 69830 h 594332"/>
                    <a:gd name="connsiteX331" fmla="*/ 130687 w 591813"/>
                    <a:gd name="connsiteY331" fmla="*/ 71787 h 594332"/>
                    <a:gd name="connsiteX332" fmla="*/ 131091 w 591813"/>
                    <a:gd name="connsiteY332" fmla="*/ 73788 h 594332"/>
                    <a:gd name="connsiteX333" fmla="*/ 131474 w 591813"/>
                    <a:gd name="connsiteY333" fmla="*/ 75812 h 594332"/>
                    <a:gd name="connsiteX334" fmla="*/ 131879 w 591813"/>
                    <a:gd name="connsiteY334" fmla="*/ 77836 h 594332"/>
                    <a:gd name="connsiteX335" fmla="*/ 132261 w 591813"/>
                    <a:gd name="connsiteY335" fmla="*/ 79883 h 594332"/>
                    <a:gd name="connsiteX336" fmla="*/ 132666 w 591813"/>
                    <a:gd name="connsiteY336" fmla="*/ 81975 h 594332"/>
                    <a:gd name="connsiteX337" fmla="*/ 133048 w 591813"/>
                    <a:gd name="connsiteY337" fmla="*/ 84066 h 594332"/>
                    <a:gd name="connsiteX338" fmla="*/ 133453 w 591813"/>
                    <a:gd name="connsiteY338" fmla="*/ 86180 h 594332"/>
                    <a:gd name="connsiteX339" fmla="*/ 133858 w 591813"/>
                    <a:gd name="connsiteY339" fmla="*/ 88317 h 594332"/>
                    <a:gd name="connsiteX340" fmla="*/ 134240 w 591813"/>
                    <a:gd name="connsiteY340" fmla="*/ 90476 h 594332"/>
                    <a:gd name="connsiteX341" fmla="*/ 134645 w 591813"/>
                    <a:gd name="connsiteY341" fmla="*/ 92635 h 594332"/>
                    <a:gd name="connsiteX342" fmla="*/ 135027 w 591813"/>
                    <a:gd name="connsiteY342" fmla="*/ 94839 h 594332"/>
                    <a:gd name="connsiteX343" fmla="*/ 135432 w 591813"/>
                    <a:gd name="connsiteY343" fmla="*/ 97043 h 594332"/>
                    <a:gd name="connsiteX344" fmla="*/ 135814 w 591813"/>
                    <a:gd name="connsiteY344" fmla="*/ 99269 h 594332"/>
                    <a:gd name="connsiteX345" fmla="*/ 136219 w 591813"/>
                    <a:gd name="connsiteY345" fmla="*/ 101518 h 594332"/>
                    <a:gd name="connsiteX346" fmla="*/ 136602 w 591813"/>
                    <a:gd name="connsiteY346" fmla="*/ 103767 h 594332"/>
                    <a:gd name="connsiteX347" fmla="*/ 137006 w 591813"/>
                    <a:gd name="connsiteY347" fmla="*/ 106038 h 594332"/>
                    <a:gd name="connsiteX348" fmla="*/ 137411 w 591813"/>
                    <a:gd name="connsiteY348" fmla="*/ 108332 h 594332"/>
                    <a:gd name="connsiteX349" fmla="*/ 137793 w 591813"/>
                    <a:gd name="connsiteY349" fmla="*/ 110626 h 594332"/>
                    <a:gd name="connsiteX350" fmla="*/ 138198 w 591813"/>
                    <a:gd name="connsiteY350" fmla="*/ 112943 h 594332"/>
                    <a:gd name="connsiteX351" fmla="*/ 138581 w 591813"/>
                    <a:gd name="connsiteY351" fmla="*/ 115259 h 594332"/>
                    <a:gd name="connsiteX352" fmla="*/ 138985 w 591813"/>
                    <a:gd name="connsiteY352" fmla="*/ 117598 h 594332"/>
                    <a:gd name="connsiteX353" fmla="*/ 139368 w 591813"/>
                    <a:gd name="connsiteY353" fmla="*/ 119959 h 594332"/>
                    <a:gd name="connsiteX354" fmla="*/ 139773 w 591813"/>
                    <a:gd name="connsiteY354" fmla="*/ 122321 h 594332"/>
                    <a:gd name="connsiteX355" fmla="*/ 140155 w 591813"/>
                    <a:gd name="connsiteY355" fmla="*/ 124682 h 594332"/>
                    <a:gd name="connsiteX356" fmla="*/ 140560 w 591813"/>
                    <a:gd name="connsiteY356" fmla="*/ 127066 h 594332"/>
                    <a:gd name="connsiteX357" fmla="*/ 140965 w 591813"/>
                    <a:gd name="connsiteY357" fmla="*/ 129473 h 594332"/>
                    <a:gd name="connsiteX358" fmla="*/ 141347 w 591813"/>
                    <a:gd name="connsiteY358" fmla="*/ 131879 h 594332"/>
                    <a:gd name="connsiteX359" fmla="*/ 141751 w 591813"/>
                    <a:gd name="connsiteY359" fmla="*/ 134285 h 594332"/>
                    <a:gd name="connsiteX360" fmla="*/ 142134 w 591813"/>
                    <a:gd name="connsiteY360" fmla="*/ 136714 h 594332"/>
                    <a:gd name="connsiteX361" fmla="*/ 142539 w 591813"/>
                    <a:gd name="connsiteY361" fmla="*/ 139143 h 594332"/>
                    <a:gd name="connsiteX362" fmla="*/ 142921 w 591813"/>
                    <a:gd name="connsiteY362" fmla="*/ 141594 h 594332"/>
                    <a:gd name="connsiteX363" fmla="*/ 143326 w 591813"/>
                    <a:gd name="connsiteY363" fmla="*/ 144046 h 594332"/>
                    <a:gd name="connsiteX364" fmla="*/ 143731 w 591813"/>
                    <a:gd name="connsiteY364" fmla="*/ 146497 h 594332"/>
                    <a:gd name="connsiteX365" fmla="*/ 144113 w 591813"/>
                    <a:gd name="connsiteY365" fmla="*/ 148949 h 594332"/>
                    <a:gd name="connsiteX366" fmla="*/ 144518 w 591813"/>
                    <a:gd name="connsiteY366" fmla="*/ 151422 h 594332"/>
                    <a:gd name="connsiteX367" fmla="*/ 144900 w 591813"/>
                    <a:gd name="connsiteY367" fmla="*/ 153896 h 594332"/>
                    <a:gd name="connsiteX368" fmla="*/ 145305 w 591813"/>
                    <a:gd name="connsiteY368" fmla="*/ 156370 h 594332"/>
                    <a:gd name="connsiteX369" fmla="*/ 145687 w 591813"/>
                    <a:gd name="connsiteY369" fmla="*/ 158866 h 594332"/>
                    <a:gd name="connsiteX370" fmla="*/ 146092 w 591813"/>
                    <a:gd name="connsiteY370" fmla="*/ 161363 h 594332"/>
                    <a:gd name="connsiteX371" fmla="*/ 146474 w 591813"/>
                    <a:gd name="connsiteY371" fmla="*/ 163837 h 594332"/>
                    <a:gd name="connsiteX372" fmla="*/ 146879 w 591813"/>
                    <a:gd name="connsiteY372" fmla="*/ 166355 h 594332"/>
                    <a:gd name="connsiteX373" fmla="*/ 147284 w 591813"/>
                    <a:gd name="connsiteY373" fmla="*/ 168852 h 594332"/>
                    <a:gd name="connsiteX374" fmla="*/ 147666 w 591813"/>
                    <a:gd name="connsiteY374" fmla="*/ 171348 h 594332"/>
                    <a:gd name="connsiteX375" fmla="*/ 148071 w 591813"/>
                    <a:gd name="connsiteY375" fmla="*/ 175869 h 594332"/>
                    <a:gd name="connsiteX376" fmla="*/ 148453 w 591813"/>
                    <a:gd name="connsiteY376" fmla="*/ 179602 h 594332"/>
                    <a:gd name="connsiteX377" fmla="*/ 148858 w 591813"/>
                    <a:gd name="connsiteY377" fmla="*/ 182233 h 594332"/>
                    <a:gd name="connsiteX378" fmla="*/ 149241 w 591813"/>
                    <a:gd name="connsiteY378" fmla="*/ 184887 h 594332"/>
                    <a:gd name="connsiteX379" fmla="*/ 149645 w 591813"/>
                    <a:gd name="connsiteY379" fmla="*/ 187541 h 594332"/>
                    <a:gd name="connsiteX380" fmla="*/ 150028 w 591813"/>
                    <a:gd name="connsiteY380" fmla="*/ 190194 h 594332"/>
                    <a:gd name="connsiteX381" fmla="*/ 150433 w 591813"/>
                    <a:gd name="connsiteY381" fmla="*/ 192848 h 594332"/>
                    <a:gd name="connsiteX382" fmla="*/ 150837 w 591813"/>
                    <a:gd name="connsiteY382" fmla="*/ 195502 h 594332"/>
                    <a:gd name="connsiteX383" fmla="*/ 151220 w 591813"/>
                    <a:gd name="connsiteY383" fmla="*/ 198178 h 594332"/>
                    <a:gd name="connsiteX384" fmla="*/ 151625 w 591813"/>
                    <a:gd name="connsiteY384" fmla="*/ 200832 h 594332"/>
                    <a:gd name="connsiteX385" fmla="*/ 152007 w 591813"/>
                    <a:gd name="connsiteY385" fmla="*/ 203486 h 594332"/>
                    <a:gd name="connsiteX386" fmla="*/ 152411 w 591813"/>
                    <a:gd name="connsiteY386" fmla="*/ 206139 h 594332"/>
                    <a:gd name="connsiteX387" fmla="*/ 152794 w 591813"/>
                    <a:gd name="connsiteY387" fmla="*/ 208793 h 594332"/>
                    <a:gd name="connsiteX388" fmla="*/ 153199 w 591813"/>
                    <a:gd name="connsiteY388" fmla="*/ 211470 h 594332"/>
                    <a:gd name="connsiteX389" fmla="*/ 153581 w 591813"/>
                    <a:gd name="connsiteY389" fmla="*/ 214123 h 594332"/>
                    <a:gd name="connsiteX390" fmla="*/ 153986 w 591813"/>
                    <a:gd name="connsiteY390" fmla="*/ 216777 h 594332"/>
                    <a:gd name="connsiteX391" fmla="*/ 154391 w 591813"/>
                    <a:gd name="connsiteY391" fmla="*/ 219431 h 594332"/>
                    <a:gd name="connsiteX392" fmla="*/ 154773 w 591813"/>
                    <a:gd name="connsiteY392" fmla="*/ 222107 h 594332"/>
                    <a:gd name="connsiteX393" fmla="*/ 155178 w 591813"/>
                    <a:gd name="connsiteY393" fmla="*/ 224761 h 594332"/>
                    <a:gd name="connsiteX394" fmla="*/ 155560 w 591813"/>
                    <a:gd name="connsiteY394" fmla="*/ 227392 h 594332"/>
                    <a:gd name="connsiteX395" fmla="*/ 155965 w 591813"/>
                    <a:gd name="connsiteY395" fmla="*/ 230046 h 594332"/>
                    <a:gd name="connsiteX396" fmla="*/ 156347 w 591813"/>
                    <a:gd name="connsiteY396" fmla="*/ 232700 h 594332"/>
                    <a:gd name="connsiteX397" fmla="*/ 156752 w 591813"/>
                    <a:gd name="connsiteY397" fmla="*/ 235331 h 594332"/>
                    <a:gd name="connsiteX398" fmla="*/ 157157 w 591813"/>
                    <a:gd name="connsiteY398" fmla="*/ 237985 h 594332"/>
                    <a:gd name="connsiteX399" fmla="*/ 157539 w 591813"/>
                    <a:gd name="connsiteY399" fmla="*/ 240616 h 594332"/>
                    <a:gd name="connsiteX400" fmla="*/ 157944 w 591813"/>
                    <a:gd name="connsiteY400" fmla="*/ 243247 h 594332"/>
                    <a:gd name="connsiteX401" fmla="*/ 158326 w 591813"/>
                    <a:gd name="connsiteY401" fmla="*/ 245879 h 594332"/>
                    <a:gd name="connsiteX402" fmla="*/ 158731 w 591813"/>
                    <a:gd name="connsiteY402" fmla="*/ 248510 h 594332"/>
                    <a:gd name="connsiteX403" fmla="*/ 159114 w 591813"/>
                    <a:gd name="connsiteY403" fmla="*/ 251119 h 594332"/>
                    <a:gd name="connsiteX404" fmla="*/ 159518 w 591813"/>
                    <a:gd name="connsiteY404" fmla="*/ 253727 h 594332"/>
                    <a:gd name="connsiteX405" fmla="*/ 159901 w 591813"/>
                    <a:gd name="connsiteY405" fmla="*/ 256336 h 594332"/>
                    <a:gd name="connsiteX406" fmla="*/ 160305 w 591813"/>
                    <a:gd name="connsiteY406" fmla="*/ 258945 h 594332"/>
                    <a:gd name="connsiteX407" fmla="*/ 160710 w 591813"/>
                    <a:gd name="connsiteY407" fmla="*/ 261531 h 594332"/>
                    <a:gd name="connsiteX408" fmla="*/ 161093 w 591813"/>
                    <a:gd name="connsiteY408" fmla="*/ 264118 h 594332"/>
                    <a:gd name="connsiteX409" fmla="*/ 161497 w 591813"/>
                    <a:gd name="connsiteY409" fmla="*/ 266704 h 594332"/>
                    <a:gd name="connsiteX410" fmla="*/ 161880 w 591813"/>
                    <a:gd name="connsiteY410" fmla="*/ 269290 h 594332"/>
                    <a:gd name="connsiteX411" fmla="*/ 162285 w 591813"/>
                    <a:gd name="connsiteY411" fmla="*/ 271854 h 594332"/>
                    <a:gd name="connsiteX412" fmla="*/ 162667 w 591813"/>
                    <a:gd name="connsiteY412" fmla="*/ 274418 h 594332"/>
                    <a:gd name="connsiteX413" fmla="*/ 163071 w 591813"/>
                    <a:gd name="connsiteY413" fmla="*/ 276982 h 594332"/>
                    <a:gd name="connsiteX414" fmla="*/ 163454 w 591813"/>
                    <a:gd name="connsiteY414" fmla="*/ 279545 h 594332"/>
                    <a:gd name="connsiteX415" fmla="*/ 163859 w 591813"/>
                    <a:gd name="connsiteY415" fmla="*/ 282087 h 594332"/>
                    <a:gd name="connsiteX416" fmla="*/ 164263 w 591813"/>
                    <a:gd name="connsiteY416" fmla="*/ 284628 h 594332"/>
                    <a:gd name="connsiteX417" fmla="*/ 164624 w 591813"/>
                    <a:gd name="connsiteY417" fmla="*/ 287147 h 594332"/>
                    <a:gd name="connsiteX418" fmla="*/ 165028 w 591813"/>
                    <a:gd name="connsiteY418" fmla="*/ 289666 h 594332"/>
                    <a:gd name="connsiteX419" fmla="*/ 165433 w 591813"/>
                    <a:gd name="connsiteY419" fmla="*/ 292185 h 594332"/>
                    <a:gd name="connsiteX420" fmla="*/ 165816 w 591813"/>
                    <a:gd name="connsiteY420" fmla="*/ 294703 h 594332"/>
                    <a:gd name="connsiteX421" fmla="*/ 166198 w 591813"/>
                    <a:gd name="connsiteY421" fmla="*/ 297200 h 594332"/>
                    <a:gd name="connsiteX422" fmla="*/ 166602 w 591813"/>
                    <a:gd name="connsiteY422" fmla="*/ 299674 h 594332"/>
                    <a:gd name="connsiteX423" fmla="*/ 166985 w 591813"/>
                    <a:gd name="connsiteY423" fmla="*/ 302170 h 594332"/>
                    <a:gd name="connsiteX424" fmla="*/ 167390 w 591813"/>
                    <a:gd name="connsiteY424" fmla="*/ 304644 h 594332"/>
                    <a:gd name="connsiteX425" fmla="*/ 167794 w 591813"/>
                    <a:gd name="connsiteY425" fmla="*/ 307095 h 594332"/>
                    <a:gd name="connsiteX426" fmla="*/ 168177 w 591813"/>
                    <a:gd name="connsiteY426" fmla="*/ 309547 h 594332"/>
                    <a:gd name="connsiteX427" fmla="*/ 168582 w 591813"/>
                    <a:gd name="connsiteY427" fmla="*/ 311998 h 594332"/>
                    <a:gd name="connsiteX428" fmla="*/ 168964 w 591813"/>
                    <a:gd name="connsiteY428" fmla="*/ 314427 h 594332"/>
                    <a:gd name="connsiteX429" fmla="*/ 169369 w 591813"/>
                    <a:gd name="connsiteY429" fmla="*/ 316856 h 594332"/>
                    <a:gd name="connsiteX430" fmla="*/ 169751 w 591813"/>
                    <a:gd name="connsiteY430" fmla="*/ 319285 h 594332"/>
                    <a:gd name="connsiteX431" fmla="*/ 170156 w 591813"/>
                    <a:gd name="connsiteY431" fmla="*/ 321691 h 594332"/>
                    <a:gd name="connsiteX432" fmla="*/ 170538 w 591813"/>
                    <a:gd name="connsiteY432" fmla="*/ 324075 h 594332"/>
                    <a:gd name="connsiteX433" fmla="*/ 170943 w 591813"/>
                    <a:gd name="connsiteY433" fmla="*/ 326436 h 594332"/>
                    <a:gd name="connsiteX434" fmla="*/ 171348 w 591813"/>
                    <a:gd name="connsiteY434" fmla="*/ 328798 h 594332"/>
                    <a:gd name="connsiteX435" fmla="*/ 171730 w 591813"/>
                    <a:gd name="connsiteY435" fmla="*/ 331182 h 594332"/>
                    <a:gd name="connsiteX436" fmla="*/ 172135 w 591813"/>
                    <a:gd name="connsiteY436" fmla="*/ 333520 h 594332"/>
                    <a:gd name="connsiteX437" fmla="*/ 172518 w 591813"/>
                    <a:gd name="connsiteY437" fmla="*/ 335859 h 594332"/>
                    <a:gd name="connsiteX438" fmla="*/ 172922 w 591813"/>
                    <a:gd name="connsiteY438" fmla="*/ 338198 h 594332"/>
                    <a:gd name="connsiteX439" fmla="*/ 173304 w 591813"/>
                    <a:gd name="connsiteY439" fmla="*/ 340537 h 594332"/>
                    <a:gd name="connsiteX440" fmla="*/ 173710 w 591813"/>
                    <a:gd name="connsiteY440" fmla="*/ 342831 h 594332"/>
                    <a:gd name="connsiteX441" fmla="*/ 174114 w 591813"/>
                    <a:gd name="connsiteY441" fmla="*/ 345148 h 594332"/>
                    <a:gd name="connsiteX442" fmla="*/ 174496 w 591813"/>
                    <a:gd name="connsiteY442" fmla="*/ 347442 h 594332"/>
                    <a:gd name="connsiteX443" fmla="*/ 174901 w 591813"/>
                    <a:gd name="connsiteY443" fmla="*/ 349713 h 594332"/>
                    <a:gd name="connsiteX444" fmla="*/ 175284 w 591813"/>
                    <a:gd name="connsiteY444" fmla="*/ 351984 h 594332"/>
                    <a:gd name="connsiteX445" fmla="*/ 175688 w 591813"/>
                    <a:gd name="connsiteY445" fmla="*/ 354256 h 594332"/>
                    <a:gd name="connsiteX446" fmla="*/ 176070 w 591813"/>
                    <a:gd name="connsiteY446" fmla="*/ 356505 h 594332"/>
                    <a:gd name="connsiteX447" fmla="*/ 176476 w 591813"/>
                    <a:gd name="connsiteY447" fmla="*/ 358731 h 594332"/>
                    <a:gd name="connsiteX448" fmla="*/ 176858 w 591813"/>
                    <a:gd name="connsiteY448" fmla="*/ 360958 h 594332"/>
                    <a:gd name="connsiteX449" fmla="*/ 177263 w 591813"/>
                    <a:gd name="connsiteY449" fmla="*/ 363162 h 594332"/>
                    <a:gd name="connsiteX450" fmla="*/ 177668 w 591813"/>
                    <a:gd name="connsiteY450" fmla="*/ 365366 h 594332"/>
                    <a:gd name="connsiteX451" fmla="*/ 178050 w 591813"/>
                    <a:gd name="connsiteY451" fmla="*/ 367570 h 594332"/>
                    <a:gd name="connsiteX452" fmla="*/ 178455 w 591813"/>
                    <a:gd name="connsiteY452" fmla="*/ 369729 h 594332"/>
                    <a:gd name="connsiteX453" fmla="*/ 178837 w 591813"/>
                    <a:gd name="connsiteY453" fmla="*/ 371910 h 594332"/>
                    <a:gd name="connsiteX454" fmla="*/ 179242 w 591813"/>
                    <a:gd name="connsiteY454" fmla="*/ 374069 h 594332"/>
                    <a:gd name="connsiteX455" fmla="*/ 179624 w 591813"/>
                    <a:gd name="connsiteY455" fmla="*/ 376206 h 594332"/>
                    <a:gd name="connsiteX456" fmla="*/ 180029 w 591813"/>
                    <a:gd name="connsiteY456" fmla="*/ 378320 h 594332"/>
                    <a:gd name="connsiteX457" fmla="*/ 180411 w 591813"/>
                    <a:gd name="connsiteY457" fmla="*/ 380456 h 594332"/>
                    <a:gd name="connsiteX458" fmla="*/ 180816 w 591813"/>
                    <a:gd name="connsiteY458" fmla="*/ 382548 h 594332"/>
                    <a:gd name="connsiteX459" fmla="*/ 181221 w 591813"/>
                    <a:gd name="connsiteY459" fmla="*/ 384639 h 594332"/>
                    <a:gd name="connsiteX460" fmla="*/ 181603 w 591813"/>
                    <a:gd name="connsiteY460" fmla="*/ 386731 h 594332"/>
                    <a:gd name="connsiteX461" fmla="*/ 182008 w 591813"/>
                    <a:gd name="connsiteY461" fmla="*/ 388800 h 594332"/>
                    <a:gd name="connsiteX462" fmla="*/ 182390 w 591813"/>
                    <a:gd name="connsiteY462" fmla="*/ 390846 h 594332"/>
                    <a:gd name="connsiteX463" fmla="*/ 182795 w 591813"/>
                    <a:gd name="connsiteY463" fmla="*/ 392893 h 594332"/>
                    <a:gd name="connsiteX464" fmla="*/ 183178 w 591813"/>
                    <a:gd name="connsiteY464" fmla="*/ 394917 h 594332"/>
                    <a:gd name="connsiteX465" fmla="*/ 183582 w 591813"/>
                    <a:gd name="connsiteY465" fmla="*/ 396941 h 594332"/>
                    <a:gd name="connsiteX466" fmla="*/ 183964 w 591813"/>
                    <a:gd name="connsiteY466" fmla="*/ 398943 h 594332"/>
                    <a:gd name="connsiteX467" fmla="*/ 184370 w 591813"/>
                    <a:gd name="connsiteY467" fmla="*/ 400922 h 594332"/>
                    <a:gd name="connsiteX468" fmla="*/ 184774 w 591813"/>
                    <a:gd name="connsiteY468" fmla="*/ 402901 h 594332"/>
                    <a:gd name="connsiteX469" fmla="*/ 185156 w 591813"/>
                    <a:gd name="connsiteY469" fmla="*/ 404880 h 594332"/>
                    <a:gd name="connsiteX470" fmla="*/ 185561 w 591813"/>
                    <a:gd name="connsiteY470" fmla="*/ 406837 h 594332"/>
                    <a:gd name="connsiteX471" fmla="*/ 185944 w 591813"/>
                    <a:gd name="connsiteY471" fmla="*/ 408771 h 594332"/>
                    <a:gd name="connsiteX472" fmla="*/ 186348 w 591813"/>
                    <a:gd name="connsiteY472" fmla="*/ 410705 h 594332"/>
                    <a:gd name="connsiteX473" fmla="*/ 186731 w 591813"/>
                    <a:gd name="connsiteY473" fmla="*/ 412616 h 594332"/>
                    <a:gd name="connsiteX474" fmla="*/ 187136 w 591813"/>
                    <a:gd name="connsiteY474" fmla="*/ 414505 h 594332"/>
                    <a:gd name="connsiteX475" fmla="*/ 187540 w 591813"/>
                    <a:gd name="connsiteY475" fmla="*/ 416395 h 594332"/>
                    <a:gd name="connsiteX476" fmla="*/ 187923 w 591813"/>
                    <a:gd name="connsiteY476" fmla="*/ 418261 h 594332"/>
                    <a:gd name="connsiteX477" fmla="*/ 188328 w 591813"/>
                    <a:gd name="connsiteY477" fmla="*/ 420128 h 594332"/>
                    <a:gd name="connsiteX478" fmla="*/ 188710 w 591813"/>
                    <a:gd name="connsiteY478" fmla="*/ 421972 h 594332"/>
                    <a:gd name="connsiteX479" fmla="*/ 189115 w 591813"/>
                    <a:gd name="connsiteY479" fmla="*/ 423816 h 594332"/>
                    <a:gd name="connsiteX480" fmla="*/ 189497 w 591813"/>
                    <a:gd name="connsiteY480" fmla="*/ 425638 h 594332"/>
                    <a:gd name="connsiteX481" fmla="*/ 189902 w 591813"/>
                    <a:gd name="connsiteY481" fmla="*/ 427437 h 594332"/>
                    <a:gd name="connsiteX482" fmla="*/ 190284 w 591813"/>
                    <a:gd name="connsiteY482" fmla="*/ 429236 h 594332"/>
                    <a:gd name="connsiteX483" fmla="*/ 190689 w 591813"/>
                    <a:gd name="connsiteY483" fmla="*/ 431035 h 594332"/>
                    <a:gd name="connsiteX484" fmla="*/ 191094 w 591813"/>
                    <a:gd name="connsiteY484" fmla="*/ 432790 h 594332"/>
                    <a:gd name="connsiteX485" fmla="*/ 191476 w 591813"/>
                    <a:gd name="connsiteY485" fmla="*/ 434566 h 594332"/>
                    <a:gd name="connsiteX486" fmla="*/ 191881 w 591813"/>
                    <a:gd name="connsiteY486" fmla="*/ 436298 h 594332"/>
                    <a:gd name="connsiteX487" fmla="*/ 192263 w 591813"/>
                    <a:gd name="connsiteY487" fmla="*/ 438052 h 594332"/>
                    <a:gd name="connsiteX488" fmla="*/ 192668 w 591813"/>
                    <a:gd name="connsiteY488" fmla="*/ 439761 h 594332"/>
                    <a:gd name="connsiteX489" fmla="*/ 193050 w 591813"/>
                    <a:gd name="connsiteY489" fmla="*/ 441470 h 594332"/>
                    <a:gd name="connsiteX490" fmla="*/ 193455 w 591813"/>
                    <a:gd name="connsiteY490" fmla="*/ 443180 h 594332"/>
                    <a:gd name="connsiteX491" fmla="*/ 193838 w 591813"/>
                    <a:gd name="connsiteY491" fmla="*/ 444866 h 594332"/>
                    <a:gd name="connsiteX492" fmla="*/ 194242 w 591813"/>
                    <a:gd name="connsiteY492" fmla="*/ 446508 h 594332"/>
                    <a:gd name="connsiteX493" fmla="*/ 194647 w 591813"/>
                    <a:gd name="connsiteY493" fmla="*/ 448172 h 594332"/>
                    <a:gd name="connsiteX494" fmla="*/ 195030 w 591813"/>
                    <a:gd name="connsiteY494" fmla="*/ 449837 h 594332"/>
                    <a:gd name="connsiteX495" fmla="*/ 195434 w 591813"/>
                    <a:gd name="connsiteY495" fmla="*/ 451478 h 594332"/>
                    <a:gd name="connsiteX496" fmla="*/ 195816 w 591813"/>
                    <a:gd name="connsiteY496" fmla="*/ 453098 h 594332"/>
                    <a:gd name="connsiteX497" fmla="*/ 196222 w 591813"/>
                    <a:gd name="connsiteY497" fmla="*/ 454717 h 594332"/>
                    <a:gd name="connsiteX498" fmla="*/ 196604 w 591813"/>
                    <a:gd name="connsiteY498" fmla="*/ 456314 h 594332"/>
                    <a:gd name="connsiteX499" fmla="*/ 197008 w 591813"/>
                    <a:gd name="connsiteY499" fmla="*/ 457888 h 594332"/>
                    <a:gd name="connsiteX500" fmla="*/ 197391 w 591813"/>
                    <a:gd name="connsiteY500" fmla="*/ 459462 h 594332"/>
                    <a:gd name="connsiteX501" fmla="*/ 197796 w 591813"/>
                    <a:gd name="connsiteY501" fmla="*/ 461036 h 594332"/>
                    <a:gd name="connsiteX502" fmla="*/ 198200 w 591813"/>
                    <a:gd name="connsiteY502" fmla="*/ 462588 h 594332"/>
                    <a:gd name="connsiteX503" fmla="*/ 198583 w 591813"/>
                    <a:gd name="connsiteY503" fmla="*/ 464140 h 594332"/>
                    <a:gd name="connsiteX504" fmla="*/ 198988 w 591813"/>
                    <a:gd name="connsiteY504" fmla="*/ 465669 h 594332"/>
                    <a:gd name="connsiteX505" fmla="*/ 199370 w 591813"/>
                    <a:gd name="connsiteY505" fmla="*/ 467176 h 594332"/>
                    <a:gd name="connsiteX506" fmla="*/ 199775 w 591813"/>
                    <a:gd name="connsiteY506" fmla="*/ 468683 h 594332"/>
                    <a:gd name="connsiteX507" fmla="*/ 200157 w 591813"/>
                    <a:gd name="connsiteY507" fmla="*/ 470190 h 594332"/>
                    <a:gd name="connsiteX508" fmla="*/ 200562 w 591813"/>
                    <a:gd name="connsiteY508" fmla="*/ 471651 h 594332"/>
                    <a:gd name="connsiteX509" fmla="*/ 200944 w 591813"/>
                    <a:gd name="connsiteY509" fmla="*/ 473136 h 594332"/>
                    <a:gd name="connsiteX510" fmla="*/ 201349 w 591813"/>
                    <a:gd name="connsiteY510" fmla="*/ 474598 h 594332"/>
                    <a:gd name="connsiteX511" fmla="*/ 201754 w 591813"/>
                    <a:gd name="connsiteY511" fmla="*/ 476037 h 594332"/>
                    <a:gd name="connsiteX512" fmla="*/ 202136 w 591813"/>
                    <a:gd name="connsiteY512" fmla="*/ 477476 h 594332"/>
                    <a:gd name="connsiteX513" fmla="*/ 202541 w 591813"/>
                    <a:gd name="connsiteY513" fmla="*/ 478893 h 594332"/>
                    <a:gd name="connsiteX514" fmla="*/ 202923 w 591813"/>
                    <a:gd name="connsiteY514" fmla="*/ 480310 h 594332"/>
                    <a:gd name="connsiteX515" fmla="*/ 203328 w 591813"/>
                    <a:gd name="connsiteY515" fmla="*/ 481704 h 594332"/>
                    <a:gd name="connsiteX516" fmla="*/ 203710 w 591813"/>
                    <a:gd name="connsiteY516" fmla="*/ 483099 h 594332"/>
                    <a:gd name="connsiteX517" fmla="*/ 204115 w 591813"/>
                    <a:gd name="connsiteY517" fmla="*/ 484471 h 594332"/>
                    <a:gd name="connsiteX518" fmla="*/ 204520 w 591813"/>
                    <a:gd name="connsiteY518" fmla="*/ 485842 h 594332"/>
                    <a:gd name="connsiteX519" fmla="*/ 204902 w 591813"/>
                    <a:gd name="connsiteY519" fmla="*/ 487192 h 594332"/>
                    <a:gd name="connsiteX520" fmla="*/ 205307 w 591813"/>
                    <a:gd name="connsiteY520" fmla="*/ 488541 h 594332"/>
                    <a:gd name="connsiteX521" fmla="*/ 205690 w 591813"/>
                    <a:gd name="connsiteY521" fmla="*/ 489868 h 594332"/>
                    <a:gd name="connsiteX522" fmla="*/ 206094 w 591813"/>
                    <a:gd name="connsiteY522" fmla="*/ 491195 h 594332"/>
                    <a:gd name="connsiteX523" fmla="*/ 206476 w 591813"/>
                    <a:gd name="connsiteY523" fmla="*/ 492499 h 594332"/>
                    <a:gd name="connsiteX524" fmla="*/ 206882 w 591813"/>
                    <a:gd name="connsiteY524" fmla="*/ 493804 h 594332"/>
                    <a:gd name="connsiteX525" fmla="*/ 207264 w 591813"/>
                    <a:gd name="connsiteY525" fmla="*/ 495086 h 594332"/>
                    <a:gd name="connsiteX526" fmla="*/ 207668 w 591813"/>
                    <a:gd name="connsiteY526" fmla="*/ 496368 h 594332"/>
                    <a:gd name="connsiteX527" fmla="*/ 208073 w 591813"/>
                    <a:gd name="connsiteY527" fmla="*/ 497627 h 594332"/>
                    <a:gd name="connsiteX528" fmla="*/ 208456 w 591813"/>
                    <a:gd name="connsiteY528" fmla="*/ 498886 h 594332"/>
                    <a:gd name="connsiteX529" fmla="*/ 208860 w 591813"/>
                    <a:gd name="connsiteY529" fmla="*/ 500146 h 594332"/>
                    <a:gd name="connsiteX530" fmla="*/ 209243 w 591813"/>
                    <a:gd name="connsiteY530" fmla="*/ 501360 h 594332"/>
                    <a:gd name="connsiteX531" fmla="*/ 209648 w 591813"/>
                    <a:gd name="connsiteY531" fmla="*/ 502597 h 594332"/>
                    <a:gd name="connsiteX532" fmla="*/ 210030 w 591813"/>
                    <a:gd name="connsiteY532" fmla="*/ 503789 h 594332"/>
                    <a:gd name="connsiteX533" fmla="*/ 210435 w 591813"/>
                    <a:gd name="connsiteY533" fmla="*/ 505004 h 594332"/>
                    <a:gd name="connsiteX534" fmla="*/ 210817 w 591813"/>
                    <a:gd name="connsiteY534" fmla="*/ 506173 h 594332"/>
                    <a:gd name="connsiteX535" fmla="*/ 211222 w 591813"/>
                    <a:gd name="connsiteY535" fmla="*/ 507365 h 594332"/>
                    <a:gd name="connsiteX536" fmla="*/ 211627 w 591813"/>
                    <a:gd name="connsiteY536" fmla="*/ 508512 h 594332"/>
                    <a:gd name="connsiteX537" fmla="*/ 212009 w 591813"/>
                    <a:gd name="connsiteY537" fmla="*/ 509681 h 594332"/>
                    <a:gd name="connsiteX538" fmla="*/ 212414 w 591813"/>
                    <a:gd name="connsiteY538" fmla="*/ 510828 h 594332"/>
                    <a:gd name="connsiteX539" fmla="*/ 212796 w 591813"/>
                    <a:gd name="connsiteY539" fmla="*/ 511953 h 594332"/>
                    <a:gd name="connsiteX540" fmla="*/ 213201 w 591813"/>
                    <a:gd name="connsiteY540" fmla="*/ 513077 h 594332"/>
                    <a:gd name="connsiteX541" fmla="*/ 213584 w 591813"/>
                    <a:gd name="connsiteY541" fmla="*/ 514179 h 594332"/>
                    <a:gd name="connsiteX542" fmla="*/ 213988 w 591813"/>
                    <a:gd name="connsiteY542" fmla="*/ 515281 h 594332"/>
                    <a:gd name="connsiteX543" fmla="*/ 214370 w 591813"/>
                    <a:gd name="connsiteY543" fmla="*/ 516361 h 594332"/>
                    <a:gd name="connsiteX544" fmla="*/ 214776 w 591813"/>
                    <a:gd name="connsiteY544" fmla="*/ 517440 h 594332"/>
                    <a:gd name="connsiteX545" fmla="*/ 215180 w 591813"/>
                    <a:gd name="connsiteY545" fmla="*/ 518520 h 594332"/>
                    <a:gd name="connsiteX546" fmla="*/ 215562 w 591813"/>
                    <a:gd name="connsiteY546" fmla="*/ 519577 h 594332"/>
                    <a:gd name="connsiteX547" fmla="*/ 215967 w 591813"/>
                    <a:gd name="connsiteY547" fmla="*/ 520611 h 594332"/>
                    <a:gd name="connsiteX548" fmla="*/ 216350 w 591813"/>
                    <a:gd name="connsiteY548" fmla="*/ 521668 h 594332"/>
                    <a:gd name="connsiteX549" fmla="*/ 216754 w 591813"/>
                    <a:gd name="connsiteY549" fmla="*/ 522703 h 594332"/>
                    <a:gd name="connsiteX550" fmla="*/ 217136 w 591813"/>
                    <a:gd name="connsiteY550" fmla="*/ 523715 h 594332"/>
                    <a:gd name="connsiteX551" fmla="*/ 217542 w 591813"/>
                    <a:gd name="connsiteY551" fmla="*/ 524727 h 594332"/>
                    <a:gd name="connsiteX552" fmla="*/ 217946 w 591813"/>
                    <a:gd name="connsiteY552" fmla="*/ 525739 h 594332"/>
                    <a:gd name="connsiteX553" fmla="*/ 218329 w 591813"/>
                    <a:gd name="connsiteY553" fmla="*/ 526728 h 594332"/>
                    <a:gd name="connsiteX554" fmla="*/ 218733 w 591813"/>
                    <a:gd name="connsiteY554" fmla="*/ 527718 h 594332"/>
                    <a:gd name="connsiteX555" fmla="*/ 219116 w 591813"/>
                    <a:gd name="connsiteY555" fmla="*/ 528685 h 594332"/>
                    <a:gd name="connsiteX556" fmla="*/ 219521 w 591813"/>
                    <a:gd name="connsiteY556" fmla="*/ 529652 h 594332"/>
                    <a:gd name="connsiteX557" fmla="*/ 219903 w 591813"/>
                    <a:gd name="connsiteY557" fmla="*/ 530619 h 594332"/>
                    <a:gd name="connsiteX558" fmla="*/ 220308 w 591813"/>
                    <a:gd name="connsiteY558" fmla="*/ 531564 h 594332"/>
                    <a:gd name="connsiteX559" fmla="*/ 220690 w 591813"/>
                    <a:gd name="connsiteY559" fmla="*/ 532508 h 594332"/>
                    <a:gd name="connsiteX560" fmla="*/ 221095 w 591813"/>
                    <a:gd name="connsiteY560" fmla="*/ 533453 h 594332"/>
                    <a:gd name="connsiteX561" fmla="*/ 221500 w 591813"/>
                    <a:gd name="connsiteY561" fmla="*/ 534375 h 594332"/>
                    <a:gd name="connsiteX562" fmla="*/ 221882 w 591813"/>
                    <a:gd name="connsiteY562" fmla="*/ 535297 h 594332"/>
                    <a:gd name="connsiteX563" fmla="*/ 222287 w 591813"/>
                    <a:gd name="connsiteY563" fmla="*/ 536197 h 594332"/>
                    <a:gd name="connsiteX564" fmla="*/ 222669 w 591813"/>
                    <a:gd name="connsiteY564" fmla="*/ 537074 h 594332"/>
                    <a:gd name="connsiteX565" fmla="*/ 223074 w 591813"/>
                    <a:gd name="connsiteY565" fmla="*/ 537973 h 594332"/>
                    <a:gd name="connsiteX566" fmla="*/ 223456 w 591813"/>
                    <a:gd name="connsiteY566" fmla="*/ 538850 h 594332"/>
                    <a:gd name="connsiteX567" fmla="*/ 223861 w 591813"/>
                    <a:gd name="connsiteY567" fmla="*/ 539705 h 594332"/>
                    <a:gd name="connsiteX568" fmla="*/ 224244 w 591813"/>
                    <a:gd name="connsiteY568" fmla="*/ 540560 h 594332"/>
                    <a:gd name="connsiteX569" fmla="*/ 224648 w 591813"/>
                    <a:gd name="connsiteY569" fmla="*/ 541392 h 594332"/>
                    <a:gd name="connsiteX570" fmla="*/ 225053 w 591813"/>
                    <a:gd name="connsiteY570" fmla="*/ 542224 h 594332"/>
                    <a:gd name="connsiteX571" fmla="*/ 225436 w 591813"/>
                    <a:gd name="connsiteY571" fmla="*/ 543056 h 594332"/>
                    <a:gd name="connsiteX572" fmla="*/ 225840 w 591813"/>
                    <a:gd name="connsiteY572" fmla="*/ 543866 h 594332"/>
                    <a:gd name="connsiteX573" fmla="*/ 226222 w 591813"/>
                    <a:gd name="connsiteY573" fmla="*/ 544675 h 594332"/>
                    <a:gd name="connsiteX574" fmla="*/ 226627 w 591813"/>
                    <a:gd name="connsiteY574" fmla="*/ 545485 h 594332"/>
                    <a:gd name="connsiteX575" fmla="*/ 227010 w 591813"/>
                    <a:gd name="connsiteY575" fmla="*/ 546272 h 594332"/>
                    <a:gd name="connsiteX576" fmla="*/ 227414 w 591813"/>
                    <a:gd name="connsiteY576" fmla="*/ 547059 h 594332"/>
                    <a:gd name="connsiteX577" fmla="*/ 227797 w 591813"/>
                    <a:gd name="connsiteY577" fmla="*/ 547846 h 594332"/>
                    <a:gd name="connsiteX578" fmla="*/ 228202 w 591813"/>
                    <a:gd name="connsiteY578" fmla="*/ 548611 h 594332"/>
                    <a:gd name="connsiteX579" fmla="*/ 228606 w 591813"/>
                    <a:gd name="connsiteY579" fmla="*/ 549375 h 594332"/>
                    <a:gd name="connsiteX580" fmla="*/ 228989 w 591813"/>
                    <a:gd name="connsiteY580" fmla="*/ 550140 h 594332"/>
                    <a:gd name="connsiteX581" fmla="*/ 229394 w 591813"/>
                    <a:gd name="connsiteY581" fmla="*/ 550882 h 594332"/>
                    <a:gd name="connsiteX582" fmla="*/ 229776 w 591813"/>
                    <a:gd name="connsiteY582" fmla="*/ 551624 h 594332"/>
                    <a:gd name="connsiteX583" fmla="*/ 230181 w 591813"/>
                    <a:gd name="connsiteY583" fmla="*/ 552367 h 594332"/>
                    <a:gd name="connsiteX584" fmla="*/ 230563 w 591813"/>
                    <a:gd name="connsiteY584" fmla="*/ 553086 h 594332"/>
                    <a:gd name="connsiteX585" fmla="*/ 230968 w 591813"/>
                    <a:gd name="connsiteY585" fmla="*/ 553806 h 594332"/>
                    <a:gd name="connsiteX586" fmla="*/ 231350 w 591813"/>
                    <a:gd name="connsiteY586" fmla="*/ 554526 h 594332"/>
                    <a:gd name="connsiteX587" fmla="*/ 231755 w 591813"/>
                    <a:gd name="connsiteY587" fmla="*/ 555223 h 594332"/>
                    <a:gd name="connsiteX588" fmla="*/ 232160 w 591813"/>
                    <a:gd name="connsiteY588" fmla="*/ 555942 h 594332"/>
                    <a:gd name="connsiteX589" fmla="*/ 232542 w 591813"/>
                    <a:gd name="connsiteY589" fmla="*/ 556617 h 594332"/>
                    <a:gd name="connsiteX590" fmla="*/ 232947 w 591813"/>
                    <a:gd name="connsiteY590" fmla="*/ 557314 h 594332"/>
                    <a:gd name="connsiteX591" fmla="*/ 233329 w 591813"/>
                    <a:gd name="connsiteY591" fmla="*/ 557989 h 594332"/>
                    <a:gd name="connsiteX592" fmla="*/ 233734 w 591813"/>
                    <a:gd name="connsiteY592" fmla="*/ 558664 h 594332"/>
                    <a:gd name="connsiteX593" fmla="*/ 234116 w 591813"/>
                    <a:gd name="connsiteY593" fmla="*/ 559316 h 594332"/>
                    <a:gd name="connsiteX594" fmla="*/ 234521 w 591813"/>
                    <a:gd name="connsiteY594" fmla="*/ 559991 h 594332"/>
                    <a:gd name="connsiteX595" fmla="*/ 234926 w 591813"/>
                    <a:gd name="connsiteY595" fmla="*/ 560643 h 594332"/>
                    <a:gd name="connsiteX596" fmla="*/ 235308 w 591813"/>
                    <a:gd name="connsiteY596" fmla="*/ 561273 h 594332"/>
                    <a:gd name="connsiteX597" fmla="*/ 235713 w 591813"/>
                    <a:gd name="connsiteY597" fmla="*/ 561902 h 594332"/>
                    <a:gd name="connsiteX598" fmla="*/ 236096 w 591813"/>
                    <a:gd name="connsiteY598" fmla="*/ 562532 h 594332"/>
                    <a:gd name="connsiteX599" fmla="*/ 236500 w 591813"/>
                    <a:gd name="connsiteY599" fmla="*/ 563162 h 594332"/>
                    <a:gd name="connsiteX600" fmla="*/ 236882 w 591813"/>
                    <a:gd name="connsiteY600" fmla="*/ 563791 h 594332"/>
                    <a:gd name="connsiteX601" fmla="*/ 237287 w 591813"/>
                    <a:gd name="connsiteY601" fmla="*/ 564399 h 594332"/>
                    <a:gd name="connsiteX602" fmla="*/ 237670 w 591813"/>
                    <a:gd name="connsiteY602" fmla="*/ 564983 h 594332"/>
                    <a:gd name="connsiteX603" fmla="*/ 238074 w 591813"/>
                    <a:gd name="connsiteY603" fmla="*/ 565568 h 594332"/>
                    <a:gd name="connsiteX604" fmla="*/ 238479 w 591813"/>
                    <a:gd name="connsiteY604" fmla="*/ 566153 h 594332"/>
                    <a:gd name="connsiteX605" fmla="*/ 238862 w 591813"/>
                    <a:gd name="connsiteY605" fmla="*/ 566737 h 594332"/>
                    <a:gd name="connsiteX606" fmla="*/ 239266 w 591813"/>
                    <a:gd name="connsiteY606" fmla="*/ 567322 h 594332"/>
                    <a:gd name="connsiteX607" fmla="*/ 239649 w 591813"/>
                    <a:gd name="connsiteY607" fmla="*/ 567907 h 594332"/>
                    <a:gd name="connsiteX608" fmla="*/ 240054 w 591813"/>
                    <a:gd name="connsiteY608" fmla="*/ 568469 h 594332"/>
                    <a:gd name="connsiteX609" fmla="*/ 240436 w 591813"/>
                    <a:gd name="connsiteY609" fmla="*/ 569031 h 594332"/>
                    <a:gd name="connsiteX610" fmla="*/ 240841 w 591813"/>
                    <a:gd name="connsiteY610" fmla="*/ 569594 h 594332"/>
                    <a:gd name="connsiteX611" fmla="*/ 241223 w 591813"/>
                    <a:gd name="connsiteY611" fmla="*/ 570156 h 594332"/>
                    <a:gd name="connsiteX612" fmla="*/ 241628 w 591813"/>
                    <a:gd name="connsiteY612" fmla="*/ 570696 h 594332"/>
                    <a:gd name="connsiteX613" fmla="*/ 242033 w 591813"/>
                    <a:gd name="connsiteY613" fmla="*/ 571235 h 594332"/>
                    <a:gd name="connsiteX614" fmla="*/ 242415 w 591813"/>
                    <a:gd name="connsiteY614" fmla="*/ 571775 h 594332"/>
                    <a:gd name="connsiteX615" fmla="*/ 242820 w 591813"/>
                    <a:gd name="connsiteY615" fmla="*/ 572292 h 594332"/>
                    <a:gd name="connsiteX616" fmla="*/ 243202 w 591813"/>
                    <a:gd name="connsiteY616" fmla="*/ 572832 h 594332"/>
                    <a:gd name="connsiteX617" fmla="*/ 243607 w 591813"/>
                    <a:gd name="connsiteY617" fmla="*/ 573349 h 594332"/>
                    <a:gd name="connsiteX618" fmla="*/ 243989 w 591813"/>
                    <a:gd name="connsiteY618" fmla="*/ 573844 h 594332"/>
                    <a:gd name="connsiteX619" fmla="*/ 244394 w 591813"/>
                    <a:gd name="connsiteY619" fmla="*/ 574361 h 594332"/>
                    <a:gd name="connsiteX620" fmla="*/ 244776 w 591813"/>
                    <a:gd name="connsiteY620" fmla="*/ 574856 h 594332"/>
                    <a:gd name="connsiteX621" fmla="*/ 245181 w 591813"/>
                    <a:gd name="connsiteY621" fmla="*/ 575351 h 594332"/>
                    <a:gd name="connsiteX622" fmla="*/ 245586 w 591813"/>
                    <a:gd name="connsiteY622" fmla="*/ 575823 h 594332"/>
                    <a:gd name="connsiteX623" fmla="*/ 245968 w 591813"/>
                    <a:gd name="connsiteY623" fmla="*/ 576296 h 594332"/>
                    <a:gd name="connsiteX624" fmla="*/ 246373 w 591813"/>
                    <a:gd name="connsiteY624" fmla="*/ 576768 h 594332"/>
                    <a:gd name="connsiteX625" fmla="*/ 246756 w 591813"/>
                    <a:gd name="connsiteY625" fmla="*/ 577218 h 594332"/>
                    <a:gd name="connsiteX626" fmla="*/ 247160 w 591813"/>
                    <a:gd name="connsiteY626" fmla="*/ 577690 h 594332"/>
                    <a:gd name="connsiteX627" fmla="*/ 247542 w 591813"/>
                    <a:gd name="connsiteY627" fmla="*/ 578117 h 594332"/>
                    <a:gd name="connsiteX628" fmla="*/ 247948 w 591813"/>
                    <a:gd name="connsiteY628" fmla="*/ 578567 h 594332"/>
                    <a:gd name="connsiteX629" fmla="*/ 248352 w 591813"/>
                    <a:gd name="connsiteY629" fmla="*/ 578994 h 594332"/>
                    <a:gd name="connsiteX630" fmla="*/ 248734 w 591813"/>
                    <a:gd name="connsiteY630" fmla="*/ 579422 h 594332"/>
                    <a:gd name="connsiteX631" fmla="*/ 249139 w 591813"/>
                    <a:gd name="connsiteY631" fmla="*/ 579826 h 594332"/>
                    <a:gd name="connsiteX632" fmla="*/ 249522 w 591813"/>
                    <a:gd name="connsiteY632" fmla="*/ 580254 h 594332"/>
                    <a:gd name="connsiteX633" fmla="*/ 249926 w 591813"/>
                    <a:gd name="connsiteY633" fmla="*/ 580659 h 594332"/>
                    <a:gd name="connsiteX634" fmla="*/ 250309 w 591813"/>
                    <a:gd name="connsiteY634" fmla="*/ 581041 h 594332"/>
                    <a:gd name="connsiteX635" fmla="*/ 250714 w 591813"/>
                    <a:gd name="connsiteY635" fmla="*/ 581446 h 594332"/>
                    <a:gd name="connsiteX636" fmla="*/ 251096 w 591813"/>
                    <a:gd name="connsiteY636" fmla="*/ 581828 h 594332"/>
                    <a:gd name="connsiteX637" fmla="*/ 251501 w 591813"/>
                    <a:gd name="connsiteY637" fmla="*/ 582188 h 594332"/>
                    <a:gd name="connsiteX638" fmla="*/ 251905 w 591813"/>
                    <a:gd name="connsiteY638" fmla="*/ 582570 h 594332"/>
                    <a:gd name="connsiteX639" fmla="*/ 252288 w 591813"/>
                    <a:gd name="connsiteY639" fmla="*/ 582930 h 594332"/>
                    <a:gd name="connsiteX640" fmla="*/ 252693 w 591813"/>
                    <a:gd name="connsiteY640" fmla="*/ 583290 h 594332"/>
                    <a:gd name="connsiteX641" fmla="*/ 253075 w 591813"/>
                    <a:gd name="connsiteY641" fmla="*/ 583627 h 594332"/>
                    <a:gd name="connsiteX642" fmla="*/ 253480 w 591813"/>
                    <a:gd name="connsiteY642" fmla="*/ 583964 h 594332"/>
                    <a:gd name="connsiteX643" fmla="*/ 253862 w 591813"/>
                    <a:gd name="connsiteY643" fmla="*/ 584302 h 594332"/>
                    <a:gd name="connsiteX644" fmla="*/ 254267 w 591813"/>
                    <a:gd name="connsiteY644" fmla="*/ 584639 h 594332"/>
                    <a:gd name="connsiteX645" fmla="*/ 254650 w 591813"/>
                    <a:gd name="connsiteY645" fmla="*/ 584954 h 594332"/>
                    <a:gd name="connsiteX646" fmla="*/ 255054 w 591813"/>
                    <a:gd name="connsiteY646" fmla="*/ 585269 h 594332"/>
                    <a:gd name="connsiteX647" fmla="*/ 255459 w 591813"/>
                    <a:gd name="connsiteY647" fmla="*/ 585584 h 594332"/>
                    <a:gd name="connsiteX648" fmla="*/ 255841 w 591813"/>
                    <a:gd name="connsiteY648" fmla="*/ 585876 h 594332"/>
                    <a:gd name="connsiteX649" fmla="*/ 256246 w 591813"/>
                    <a:gd name="connsiteY649" fmla="*/ 586191 h 594332"/>
                    <a:gd name="connsiteX650" fmla="*/ 256628 w 591813"/>
                    <a:gd name="connsiteY650" fmla="*/ 586483 h 594332"/>
                    <a:gd name="connsiteX651" fmla="*/ 257033 w 591813"/>
                    <a:gd name="connsiteY651" fmla="*/ 586753 h 594332"/>
                    <a:gd name="connsiteX652" fmla="*/ 257416 w 591813"/>
                    <a:gd name="connsiteY652" fmla="*/ 587046 h 594332"/>
                    <a:gd name="connsiteX653" fmla="*/ 257820 w 591813"/>
                    <a:gd name="connsiteY653" fmla="*/ 587315 h 594332"/>
                    <a:gd name="connsiteX654" fmla="*/ 258202 w 591813"/>
                    <a:gd name="connsiteY654" fmla="*/ 587585 h 594332"/>
                    <a:gd name="connsiteX655" fmla="*/ 258608 w 591813"/>
                    <a:gd name="connsiteY655" fmla="*/ 587855 h 594332"/>
                    <a:gd name="connsiteX656" fmla="*/ 259012 w 591813"/>
                    <a:gd name="connsiteY656" fmla="*/ 588103 h 594332"/>
                    <a:gd name="connsiteX657" fmla="*/ 259395 w 591813"/>
                    <a:gd name="connsiteY657" fmla="*/ 588350 h 594332"/>
                    <a:gd name="connsiteX658" fmla="*/ 259799 w 591813"/>
                    <a:gd name="connsiteY658" fmla="*/ 588597 h 594332"/>
                    <a:gd name="connsiteX659" fmla="*/ 260182 w 591813"/>
                    <a:gd name="connsiteY659" fmla="*/ 588845 h 594332"/>
                    <a:gd name="connsiteX660" fmla="*/ 260587 w 591813"/>
                    <a:gd name="connsiteY660" fmla="*/ 589092 h 594332"/>
                    <a:gd name="connsiteX661" fmla="*/ 260969 w 591813"/>
                    <a:gd name="connsiteY661" fmla="*/ 589317 h 594332"/>
                    <a:gd name="connsiteX662" fmla="*/ 261374 w 591813"/>
                    <a:gd name="connsiteY662" fmla="*/ 589564 h 594332"/>
                    <a:gd name="connsiteX663" fmla="*/ 261756 w 591813"/>
                    <a:gd name="connsiteY663" fmla="*/ 589789 h 594332"/>
                    <a:gd name="connsiteX664" fmla="*/ 262161 w 591813"/>
                    <a:gd name="connsiteY664" fmla="*/ 589992 h 594332"/>
                    <a:gd name="connsiteX665" fmla="*/ 262566 w 591813"/>
                    <a:gd name="connsiteY665" fmla="*/ 590217 h 594332"/>
                    <a:gd name="connsiteX666" fmla="*/ 262948 w 591813"/>
                    <a:gd name="connsiteY666" fmla="*/ 590419 h 594332"/>
                    <a:gd name="connsiteX667" fmla="*/ 263353 w 591813"/>
                    <a:gd name="connsiteY667" fmla="*/ 590621 h 594332"/>
                    <a:gd name="connsiteX668" fmla="*/ 263735 w 591813"/>
                    <a:gd name="connsiteY668" fmla="*/ 590824 h 594332"/>
                    <a:gd name="connsiteX669" fmla="*/ 264140 w 591813"/>
                    <a:gd name="connsiteY669" fmla="*/ 591026 h 594332"/>
                    <a:gd name="connsiteX670" fmla="*/ 264522 w 591813"/>
                    <a:gd name="connsiteY670" fmla="*/ 591206 h 594332"/>
                    <a:gd name="connsiteX671" fmla="*/ 264927 w 591813"/>
                    <a:gd name="connsiteY671" fmla="*/ 591386 h 594332"/>
                    <a:gd name="connsiteX672" fmla="*/ 265332 w 591813"/>
                    <a:gd name="connsiteY672" fmla="*/ 591566 h 594332"/>
                    <a:gd name="connsiteX673" fmla="*/ 265714 w 591813"/>
                    <a:gd name="connsiteY673" fmla="*/ 591723 h 594332"/>
                    <a:gd name="connsiteX674" fmla="*/ 266119 w 591813"/>
                    <a:gd name="connsiteY674" fmla="*/ 591881 h 594332"/>
                    <a:gd name="connsiteX675" fmla="*/ 266502 w 591813"/>
                    <a:gd name="connsiteY675" fmla="*/ 592038 h 594332"/>
                    <a:gd name="connsiteX676" fmla="*/ 266906 w 591813"/>
                    <a:gd name="connsiteY676" fmla="*/ 592196 h 594332"/>
                    <a:gd name="connsiteX677" fmla="*/ 267288 w 591813"/>
                    <a:gd name="connsiteY677" fmla="*/ 592353 h 594332"/>
                    <a:gd name="connsiteX678" fmla="*/ 267693 w 591813"/>
                    <a:gd name="connsiteY678" fmla="*/ 592488 h 594332"/>
                    <a:gd name="connsiteX679" fmla="*/ 268076 w 591813"/>
                    <a:gd name="connsiteY679" fmla="*/ 592623 h 594332"/>
                    <a:gd name="connsiteX680" fmla="*/ 268480 w 591813"/>
                    <a:gd name="connsiteY680" fmla="*/ 592758 h 594332"/>
                    <a:gd name="connsiteX681" fmla="*/ 268885 w 591813"/>
                    <a:gd name="connsiteY681" fmla="*/ 592893 h 594332"/>
                    <a:gd name="connsiteX682" fmla="*/ 269268 w 591813"/>
                    <a:gd name="connsiteY682" fmla="*/ 593028 h 594332"/>
                    <a:gd name="connsiteX683" fmla="*/ 269672 w 591813"/>
                    <a:gd name="connsiteY683" fmla="*/ 593140 h 594332"/>
                    <a:gd name="connsiteX684" fmla="*/ 270055 w 591813"/>
                    <a:gd name="connsiteY684" fmla="*/ 593253 h 594332"/>
                    <a:gd name="connsiteX685" fmla="*/ 270459 w 591813"/>
                    <a:gd name="connsiteY685" fmla="*/ 593365 h 594332"/>
                    <a:gd name="connsiteX686" fmla="*/ 270842 w 591813"/>
                    <a:gd name="connsiteY686" fmla="*/ 593478 h 594332"/>
                    <a:gd name="connsiteX687" fmla="*/ 271247 w 591813"/>
                    <a:gd name="connsiteY687" fmla="*/ 593568 h 594332"/>
                    <a:gd name="connsiteX688" fmla="*/ 271629 w 591813"/>
                    <a:gd name="connsiteY688" fmla="*/ 593657 h 594332"/>
                    <a:gd name="connsiteX689" fmla="*/ 272034 w 591813"/>
                    <a:gd name="connsiteY689" fmla="*/ 593747 h 594332"/>
                    <a:gd name="connsiteX690" fmla="*/ 272439 w 591813"/>
                    <a:gd name="connsiteY690" fmla="*/ 593815 h 594332"/>
                    <a:gd name="connsiteX691" fmla="*/ 272821 w 591813"/>
                    <a:gd name="connsiteY691" fmla="*/ 593905 h 594332"/>
                    <a:gd name="connsiteX692" fmla="*/ 273226 w 591813"/>
                    <a:gd name="connsiteY692" fmla="*/ 593972 h 594332"/>
                    <a:gd name="connsiteX693" fmla="*/ 273608 w 591813"/>
                    <a:gd name="connsiteY693" fmla="*/ 594040 h 594332"/>
                    <a:gd name="connsiteX694" fmla="*/ 274013 w 591813"/>
                    <a:gd name="connsiteY694" fmla="*/ 594085 h 594332"/>
                    <a:gd name="connsiteX695" fmla="*/ 274395 w 591813"/>
                    <a:gd name="connsiteY695" fmla="*/ 594152 h 594332"/>
                    <a:gd name="connsiteX696" fmla="*/ 274800 w 591813"/>
                    <a:gd name="connsiteY696" fmla="*/ 594197 h 594332"/>
                    <a:gd name="connsiteX697" fmla="*/ 275182 w 591813"/>
                    <a:gd name="connsiteY697" fmla="*/ 594242 h 594332"/>
                    <a:gd name="connsiteX698" fmla="*/ 275587 w 591813"/>
                    <a:gd name="connsiteY698" fmla="*/ 594287 h 594332"/>
                    <a:gd name="connsiteX699" fmla="*/ 275992 w 591813"/>
                    <a:gd name="connsiteY699" fmla="*/ 594332 h 594332"/>
                    <a:gd name="connsiteX700" fmla="*/ 276374 w 591813"/>
                    <a:gd name="connsiteY700" fmla="*/ 594332 h 594332"/>
                    <a:gd name="connsiteX701" fmla="*/ 276779 w 591813"/>
                    <a:gd name="connsiteY701" fmla="*/ 594310 h 594332"/>
                    <a:gd name="connsiteX702" fmla="*/ 277162 w 591813"/>
                    <a:gd name="connsiteY702" fmla="*/ 594310 h 594332"/>
                    <a:gd name="connsiteX703" fmla="*/ 277566 w 591813"/>
                    <a:gd name="connsiteY703" fmla="*/ 594287 h 594332"/>
                    <a:gd name="connsiteX704" fmla="*/ 277948 w 591813"/>
                    <a:gd name="connsiteY704" fmla="*/ 594265 h 594332"/>
                    <a:gd name="connsiteX705" fmla="*/ 278353 w 591813"/>
                    <a:gd name="connsiteY705" fmla="*/ 594220 h 594332"/>
                    <a:gd name="connsiteX706" fmla="*/ 278758 w 591813"/>
                    <a:gd name="connsiteY706" fmla="*/ 594197 h 594332"/>
                    <a:gd name="connsiteX707" fmla="*/ 279140 w 591813"/>
                    <a:gd name="connsiteY707" fmla="*/ 594152 h 594332"/>
                    <a:gd name="connsiteX708" fmla="*/ 279545 w 591813"/>
                    <a:gd name="connsiteY708" fmla="*/ 594107 h 594332"/>
                    <a:gd name="connsiteX709" fmla="*/ 279928 w 591813"/>
                    <a:gd name="connsiteY709" fmla="*/ 594040 h 594332"/>
                    <a:gd name="connsiteX710" fmla="*/ 280332 w 591813"/>
                    <a:gd name="connsiteY710" fmla="*/ 593995 h 594332"/>
                    <a:gd name="connsiteX711" fmla="*/ 280715 w 591813"/>
                    <a:gd name="connsiteY711" fmla="*/ 593927 h 594332"/>
                    <a:gd name="connsiteX712" fmla="*/ 281120 w 591813"/>
                    <a:gd name="connsiteY712" fmla="*/ 593860 h 594332"/>
                    <a:gd name="connsiteX713" fmla="*/ 281502 w 591813"/>
                    <a:gd name="connsiteY713" fmla="*/ 593792 h 594332"/>
                    <a:gd name="connsiteX714" fmla="*/ 281907 w 591813"/>
                    <a:gd name="connsiteY714" fmla="*/ 593702 h 594332"/>
                    <a:gd name="connsiteX715" fmla="*/ 282311 w 591813"/>
                    <a:gd name="connsiteY715" fmla="*/ 593635 h 594332"/>
                    <a:gd name="connsiteX716" fmla="*/ 282694 w 591813"/>
                    <a:gd name="connsiteY716" fmla="*/ 593545 h 594332"/>
                    <a:gd name="connsiteX717" fmla="*/ 283076 w 591813"/>
                    <a:gd name="connsiteY717" fmla="*/ 593455 h 594332"/>
                    <a:gd name="connsiteX718" fmla="*/ 283481 w 591813"/>
                    <a:gd name="connsiteY718" fmla="*/ 593365 h 594332"/>
                    <a:gd name="connsiteX719" fmla="*/ 283886 w 591813"/>
                    <a:gd name="connsiteY719" fmla="*/ 593253 h 594332"/>
                    <a:gd name="connsiteX720" fmla="*/ 284246 w 591813"/>
                    <a:gd name="connsiteY720" fmla="*/ 593140 h 594332"/>
                    <a:gd name="connsiteX721" fmla="*/ 284673 w 591813"/>
                    <a:gd name="connsiteY721" fmla="*/ 593028 h 594332"/>
                    <a:gd name="connsiteX722" fmla="*/ 285033 w 591813"/>
                    <a:gd name="connsiteY722" fmla="*/ 592915 h 594332"/>
                    <a:gd name="connsiteX723" fmla="*/ 285438 w 591813"/>
                    <a:gd name="connsiteY723" fmla="*/ 592780 h 594332"/>
                    <a:gd name="connsiteX724" fmla="*/ 285842 w 591813"/>
                    <a:gd name="connsiteY724" fmla="*/ 592668 h 594332"/>
                    <a:gd name="connsiteX725" fmla="*/ 286224 w 591813"/>
                    <a:gd name="connsiteY725" fmla="*/ 592510 h 594332"/>
                    <a:gd name="connsiteX726" fmla="*/ 286630 w 591813"/>
                    <a:gd name="connsiteY726" fmla="*/ 592376 h 594332"/>
                    <a:gd name="connsiteX727" fmla="*/ 287012 w 591813"/>
                    <a:gd name="connsiteY727" fmla="*/ 592241 h 594332"/>
                    <a:gd name="connsiteX728" fmla="*/ 287416 w 591813"/>
                    <a:gd name="connsiteY728" fmla="*/ 592083 h 594332"/>
                    <a:gd name="connsiteX729" fmla="*/ 287799 w 591813"/>
                    <a:gd name="connsiteY729" fmla="*/ 591926 h 594332"/>
                    <a:gd name="connsiteX730" fmla="*/ 288204 w 591813"/>
                    <a:gd name="connsiteY730" fmla="*/ 591768 h 594332"/>
                    <a:gd name="connsiteX731" fmla="*/ 288586 w 591813"/>
                    <a:gd name="connsiteY731" fmla="*/ 591611 h 594332"/>
                    <a:gd name="connsiteX732" fmla="*/ 288991 w 591813"/>
                    <a:gd name="connsiteY732" fmla="*/ 591431 h 594332"/>
                    <a:gd name="connsiteX733" fmla="*/ 289396 w 591813"/>
                    <a:gd name="connsiteY733" fmla="*/ 591274 h 594332"/>
                    <a:gd name="connsiteX734" fmla="*/ 289778 w 591813"/>
                    <a:gd name="connsiteY734" fmla="*/ 591094 h 594332"/>
                    <a:gd name="connsiteX735" fmla="*/ 290183 w 591813"/>
                    <a:gd name="connsiteY735" fmla="*/ 590914 h 594332"/>
                    <a:gd name="connsiteX736" fmla="*/ 290565 w 591813"/>
                    <a:gd name="connsiteY736" fmla="*/ 590734 h 594332"/>
                    <a:gd name="connsiteX737" fmla="*/ 290970 w 591813"/>
                    <a:gd name="connsiteY737" fmla="*/ 590554 h 594332"/>
                    <a:gd name="connsiteX738" fmla="*/ 291352 w 591813"/>
                    <a:gd name="connsiteY738" fmla="*/ 590352 h 594332"/>
                    <a:gd name="connsiteX739" fmla="*/ 291757 w 591813"/>
                    <a:gd name="connsiteY739" fmla="*/ 590172 h 594332"/>
                    <a:gd name="connsiteX740" fmla="*/ 292139 w 591813"/>
                    <a:gd name="connsiteY740" fmla="*/ 589969 h 594332"/>
                    <a:gd name="connsiteX741" fmla="*/ 292544 w 591813"/>
                    <a:gd name="connsiteY741" fmla="*/ 589767 h 594332"/>
                    <a:gd name="connsiteX742" fmla="*/ 292949 w 591813"/>
                    <a:gd name="connsiteY742" fmla="*/ 589564 h 594332"/>
                    <a:gd name="connsiteX743" fmla="*/ 293331 w 591813"/>
                    <a:gd name="connsiteY743" fmla="*/ 589362 h 594332"/>
                    <a:gd name="connsiteX744" fmla="*/ 293736 w 591813"/>
                    <a:gd name="connsiteY744" fmla="*/ 589137 h 594332"/>
                    <a:gd name="connsiteX745" fmla="*/ 294118 w 591813"/>
                    <a:gd name="connsiteY745" fmla="*/ 588935 h 594332"/>
                    <a:gd name="connsiteX746" fmla="*/ 294524 w 591813"/>
                    <a:gd name="connsiteY746" fmla="*/ 588710 h 594332"/>
                    <a:gd name="connsiteX747" fmla="*/ 294906 w 591813"/>
                    <a:gd name="connsiteY747" fmla="*/ 588485 h 594332"/>
                    <a:gd name="connsiteX748" fmla="*/ 295310 w 591813"/>
                    <a:gd name="connsiteY748" fmla="*/ 588485 h 594332"/>
                    <a:gd name="connsiteX749" fmla="*/ 295716 w 591813"/>
                    <a:gd name="connsiteY749" fmla="*/ 588260 h 594332"/>
                    <a:gd name="connsiteX750" fmla="*/ 296098 w 591813"/>
                    <a:gd name="connsiteY750" fmla="*/ 591476 h 594332"/>
                    <a:gd name="connsiteX751" fmla="*/ 296502 w 591813"/>
                    <a:gd name="connsiteY751" fmla="*/ 592421 h 594332"/>
                    <a:gd name="connsiteX752" fmla="*/ 296884 w 591813"/>
                    <a:gd name="connsiteY752" fmla="*/ 592196 h 594332"/>
                    <a:gd name="connsiteX753" fmla="*/ 297290 w 591813"/>
                    <a:gd name="connsiteY753" fmla="*/ 591971 h 594332"/>
                    <a:gd name="connsiteX754" fmla="*/ 297672 w 591813"/>
                    <a:gd name="connsiteY754" fmla="*/ 591746 h 594332"/>
                    <a:gd name="connsiteX755" fmla="*/ 298076 w 591813"/>
                    <a:gd name="connsiteY755" fmla="*/ 591498 h 594332"/>
                    <a:gd name="connsiteX756" fmla="*/ 298459 w 591813"/>
                    <a:gd name="connsiteY756" fmla="*/ 591274 h 594332"/>
                    <a:gd name="connsiteX757" fmla="*/ 298864 w 591813"/>
                    <a:gd name="connsiteY757" fmla="*/ 591026 h 594332"/>
                    <a:gd name="connsiteX758" fmla="*/ 299269 w 591813"/>
                    <a:gd name="connsiteY758" fmla="*/ 590779 h 594332"/>
                    <a:gd name="connsiteX759" fmla="*/ 299651 w 591813"/>
                    <a:gd name="connsiteY759" fmla="*/ 590509 h 594332"/>
                    <a:gd name="connsiteX760" fmla="*/ 300056 w 591813"/>
                    <a:gd name="connsiteY760" fmla="*/ 590262 h 594332"/>
                    <a:gd name="connsiteX761" fmla="*/ 300438 w 591813"/>
                    <a:gd name="connsiteY761" fmla="*/ 590014 h 594332"/>
                    <a:gd name="connsiteX762" fmla="*/ 300843 w 591813"/>
                    <a:gd name="connsiteY762" fmla="*/ 589744 h 594332"/>
                    <a:gd name="connsiteX763" fmla="*/ 301225 w 591813"/>
                    <a:gd name="connsiteY763" fmla="*/ 589474 h 594332"/>
                    <a:gd name="connsiteX764" fmla="*/ 301630 w 591813"/>
                    <a:gd name="connsiteY764" fmla="*/ 589205 h 594332"/>
                    <a:gd name="connsiteX765" fmla="*/ 302012 w 591813"/>
                    <a:gd name="connsiteY765" fmla="*/ 588935 h 594332"/>
                    <a:gd name="connsiteX766" fmla="*/ 302417 w 591813"/>
                    <a:gd name="connsiteY766" fmla="*/ 588642 h 594332"/>
                    <a:gd name="connsiteX767" fmla="*/ 302822 w 591813"/>
                    <a:gd name="connsiteY767" fmla="*/ 588350 h 594332"/>
                    <a:gd name="connsiteX768" fmla="*/ 303204 w 591813"/>
                    <a:gd name="connsiteY768" fmla="*/ 588058 h 594332"/>
                    <a:gd name="connsiteX769" fmla="*/ 303609 w 591813"/>
                    <a:gd name="connsiteY769" fmla="*/ 587765 h 594332"/>
                    <a:gd name="connsiteX770" fmla="*/ 303992 w 591813"/>
                    <a:gd name="connsiteY770" fmla="*/ 587473 h 594332"/>
                    <a:gd name="connsiteX771" fmla="*/ 304396 w 591813"/>
                    <a:gd name="connsiteY771" fmla="*/ 587158 h 594332"/>
                    <a:gd name="connsiteX772" fmla="*/ 304778 w 591813"/>
                    <a:gd name="connsiteY772" fmla="*/ 586866 h 594332"/>
                    <a:gd name="connsiteX773" fmla="*/ 305184 w 591813"/>
                    <a:gd name="connsiteY773" fmla="*/ 586551 h 594332"/>
                    <a:gd name="connsiteX774" fmla="*/ 305566 w 591813"/>
                    <a:gd name="connsiteY774" fmla="*/ 586236 h 594332"/>
                    <a:gd name="connsiteX775" fmla="*/ 305970 w 591813"/>
                    <a:gd name="connsiteY775" fmla="*/ 585921 h 594332"/>
                    <a:gd name="connsiteX776" fmla="*/ 306376 w 591813"/>
                    <a:gd name="connsiteY776" fmla="*/ 585584 h 594332"/>
                    <a:gd name="connsiteX777" fmla="*/ 306758 w 591813"/>
                    <a:gd name="connsiteY777" fmla="*/ 585246 h 594332"/>
                    <a:gd name="connsiteX778" fmla="*/ 307162 w 591813"/>
                    <a:gd name="connsiteY778" fmla="*/ 584932 h 594332"/>
                    <a:gd name="connsiteX779" fmla="*/ 307545 w 591813"/>
                    <a:gd name="connsiteY779" fmla="*/ 584572 h 594332"/>
                    <a:gd name="connsiteX780" fmla="*/ 307950 w 591813"/>
                    <a:gd name="connsiteY780" fmla="*/ 584234 h 594332"/>
                    <a:gd name="connsiteX781" fmla="*/ 308332 w 591813"/>
                    <a:gd name="connsiteY781" fmla="*/ 583897 h 594332"/>
                    <a:gd name="connsiteX782" fmla="*/ 308737 w 591813"/>
                    <a:gd name="connsiteY782" fmla="*/ 583537 h 594332"/>
                    <a:gd name="connsiteX783" fmla="*/ 309142 w 591813"/>
                    <a:gd name="connsiteY783" fmla="*/ 583177 h 594332"/>
                    <a:gd name="connsiteX784" fmla="*/ 309524 w 591813"/>
                    <a:gd name="connsiteY784" fmla="*/ 582817 h 594332"/>
                    <a:gd name="connsiteX785" fmla="*/ 309929 w 591813"/>
                    <a:gd name="connsiteY785" fmla="*/ 582458 h 594332"/>
                    <a:gd name="connsiteX786" fmla="*/ 310311 w 591813"/>
                    <a:gd name="connsiteY786" fmla="*/ 582098 h 594332"/>
                    <a:gd name="connsiteX787" fmla="*/ 310716 w 591813"/>
                    <a:gd name="connsiteY787" fmla="*/ 581716 h 594332"/>
                    <a:gd name="connsiteX788" fmla="*/ 311098 w 591813"/>
                    <a:gd name="connsiteY788" fmla="*/ 581356 h 594332"/>
                    <a:gd name="connsiteX789" fmla="*/ 311503 w 591813"/>
                    <a:gd name="connsiteY789" fmla="*/ 580973 h 594332"/>
                    <a:gd name="connsiteX790" fmla="*/ 311885 w 591813"/>
                    <a:gd name="connsiteY790" fmla="*/ 580591 h 594332"/>
                    <a:gd name="connsiteX791" fmla="*/ 312290 w 591813"/>
                    <a:gd name="connsiteY791" fmla="*/ 580209 h 594332"/>
                    <a:gd name="connsiteX792" fmla="*/ 312695 w 591813"/>
                    <a:gd name="connsiteY792" fmla="*/ 579826 h 594332"/>
                    <a:gd name="connsiteX793" fmla="*/ 313077 w 591813"/>
                    <a:gd name="connsiteY793" fmla="*/ 579444 h 594332"/>
                    <a:gd name="connsiteX794" fmla="*/ 313482 w 591813"/>
                    <a:gd name="connsiteY794" fmla="*/ 579039 h 594332"/>
                    <a:gd name="connsiteX795" fmla="*/ 313864 w 591813"/>
                    <a:gd name="connsiteY795" fmla="*/ 578634 h 594332"/>
                    <a:gd name="connsiteX796" fmla="*/ 314269 w 591813"/>
                    <a:gd name="connsiteY796" fmla="*/ 578252 h 594332"/>
                    <a:gd name="connsiteX797" fmla="*/ 314652 w 591813"/>
                    <a:gd name="connsiteY797" fmla="*/ 577847 h 594332"/>
                    <a:gd name="connsiteX798" fmla="*/ 315056 w 591813"/>
                    <a:gd name="connsiteY798" fmla="*/ 577420 h 594332"/>
                    <a:gd name="connsiteX799" fmla="*/ 315438 w 591813"/>
                    <a:gd name="connsiteY799" fmla="*/ 577015 h 594332"/>
                    <a:gd name="connsiteX800" fmla="*/ 315844 w 591813"/>
                    <a:gd name="connsiteY800" fmla="*/ 576610 h 594332"/>
                    <a:gd name="connsiteX801" fmla="*/ 316248 w 591813"/>
                    <a:gd name="connsiteY801" fmla="*/ 576183 h 594332"/>
                    <a:gd name="connsiteX802" fmla="*/ 316630 w 591813"/>
                    <a:gd name="connsiteY802" fmla="*/ 575756 h 594332"/>
                    <a:gd name="connsiteX803" fmla="*/ 317036 w 591813"/>
                    <a:gd name="connsiteY803" fmla="*/ 575328 h 594332"/>
                    <a:gd name="connsiteX804" fmla="*/ 317418 w 591813"/>
                    <a:gd name="connsiteY804" fmla="*/ 574901 h 594332"/>
                    <a:gd name="connsiteX805" fmla="*/ 317822 w 591813"/>
                    <a:gd name="connsiteY805" fmla="*/ 574474 h 594332"/>
                    <a:gd name="connsiteX806" fmla="*/ 318205 w 591813"/>
                    <a:gd name="connsiteY806" fmla="*/ 574047 h 594332"/>
                    <a:gd name="connsiteX807" fmla="*/ 318610 w 591813"/>
                    <a:gd name="connsiteY807" fmla="*/ 573597 h 594332"/>
                    <a:gd name="connsiteX808" fmla="*/ 318992 w 591813"/>
                    <a:gd name="connsiteY808" fmla="*/ 573169 h 594332"/>
                    <a:gd name="connsiteX809" fmla="*/ 319397 w 591813"/>
                    <a:gd name="connsiteY809" fmla="*/ 572720 h 594332"/>
                    <a:gd name="connsiteX810" fmla="*/ 319802 w 591813"/>
                    <a:gd name="connsiteY810" fmla="*/ 572270 h 594332"/>
                    <a:gd name="connsiteX811" fmla="*/ 320184 w 591813"/>
                    <a:gd name="connsiteY811" fmla="*/ 571820 h 594332"/>
                    <a:gd name="connsiteX812" fmla="*/ 320589 w 591813"/>
                    <a:gd name="connsiteY812" fmla="*/ 571370 h 594332"/>
                    <a:gd name="connsiteX813" fmla="*/ 320971 w 591813"/>
                    <a:gd name="connsiteY813" fmla="*/ 570920 h 594332"/>
                    <a:gd name="connsiteX814" fmla="*/ 321376 w 591813"/>
                    <a:gd name="connsiteY814" fmla="*/ 570448 h 594332"/>
                    <a:gd name="connsiteX815" fmla="*/ 321758 w 591813"/>
                    <a:gd name="connsiteY815" fmla="*/ 569998 h 594332"/>
                    <a:gd name="connsiteX816" fmla="*/ 322163 w 591813"/>
                    <a:gd name="connsiteY816" fmla="*/ 569526 h 594332"/>
                    <a:gd name="connsiteX817" fmla="*/ 322545 w 591813"/>
                    <a:gd name="connsiteY817" fmla="*/ 569076 h 594332"/>
                    <a:gd name="connsiteX818" fmla="*/ 322950 w 591813"/>
                    <a:gd name="connsiteY818" fmla="*/ 568604 h 594332"/>
                    <a:gd name="connsiteX819" fmla="*/ 323355 w 591813"/>
                    <a:gd name="connsiteY819" fmla="*/ 568132 h 594332"/>
                    <a:gd name="connsiteX820" fmla="*/ 323737 w 591813"/>
                    <a:gd name="connsiteY820" fmla="*/ 567660 h 594332"/>
                    <a:gd name="connsiteX821" fmla="*/ 324142 w 591813"/>
                    <a:gd name="connsiteY821" fmla="*/ 567187 h 594332"/>
                    <a:gd name="connsiteX822" fmla="*/ 324524 w 591813"/>
                    <a:gd name="connsiteY822" fmla="*/ 566715 h 594332"/>
                    <a:gd name="connsiteX823" fmla="*/ 324929 w 591813"/>
                    <a:gd name="connsiteY823" fmla="*/ 566243 h 594332"/>
                    <a:gd name="connsiteX824" fmla="*/ 325312 w 591813"/>
                    <a:gd name="connsiteY824" fmla="*/ 565748 h 594332"/>
                    <a:gd name="connsiteX825" fmla="*/ 325716 w 591813"/>
                    <a:gd name="connsiteY825" fmla="*/ 565253 h 594332"/>
                    <a:gd name="connsiteX826" fmla="*/ 326121 w 591813"/>
                    <a:gd name="connsiteY826" fmla="*/ 564781 h 594332"/>
                    <a:gd name="connsiteX827" fmla="*/ 326504 w 591813"/>
                    <a:gd name="connsiteY827" fmla="*/ 564286 h 594332"/>
                    <a:gd name="connsiteX828" fmla="*/ 326908 w 591813"/>
                    <a:gd name="connsiteY828" fmla="*/ 563791 h 594332"/>
                    <a:gd name="connsiteX829" fmla="*/ 327290 w 591813"/>
                    <a:gd name="connsiteY829" fmla="*/ 563297 h 594332"/>
                    <a:gd name="connsiteX830" fmla="*/ 327696 w 591813"/>
                    <a:gd name="connsiteY830" fmla="*/ 562779 h 594332"/>
                    <a:gd name="connsiteX831" fmla="*/ 328078 w 591813"/>
                    <a:gd name="connsiteY831" fmla="*/ 562262 h 594332"/>
                    <a:gd name="connsiteX832" fmla="*/ 328482 w 591813"/>
                    <a:gd name="connsiteY832" fmla="*/ 561745 h 594332"/>
                    <a:gd name="connsiteX833" fmla="*/ 328865 w 591813"/>
                    <a:gd name="connsiteY833" fmla="*/ 561227 h 594332"/>
                    <a:gd name="connsiteX834" fmla="*/ 329270 w 591813"/>
                    <a:gd name="connsiteY834" fmla="*/ 560710 h 594332"/>
                    <a:gd name="connsiteX835" fmla="*/ 329674 w 591813"/>
                    <a:gd name="connsiteY835" fmla="*/ 560193 h 594332"/>
                    <a:gd name="connsiteX836" fmla="*/ 330057 w 591813"/>
                    <a:gd name="connsiteY836" fmla="*/ 559653 h 594332"/>
                    <a:gd name="connsiteX837" fmla="*/ 330462 w 591813"/>
                    <a:gd name="connsiteY837" fmla="*/ 559113 h 594332"/>
                    <a:gd name="connsiteX838" fmla="*/ 330844 w 591813"/>
                    <a:gd name="connsiteY838" fmla="*/ 558574 h 594332"/>
                    <a:gd name="connsiteX839" fmla="*/ 331249 w 591813"/>
                    <a:gd name="connsiteY839" fmla="*/ 558034 h 594332"/>
                    <a:gd name="connsiteX840" fmla="*/ 331631 w 591813"/>
                    <a:gd name="connsiteY840" fmla="*/ 557472 h 594332"/>
                    <a:gd name="connsiteX841" fmla="*/ 332036 w 591813"/>
                    <a:gd name="connsiteY841" fmla="*/ 556932 h 594332"/>
                    <a:gd name="connsiteX842" fmla="*/ 332418 w 591813"/>
                    <a:gd name="connsiteY842" fmla="*/ 556370 h 594332"/>
                    <a:gd name="connsiteX843" fmla="*/ 332823 w 591813"/>
                    <a:gd name="connsiteY843" fmla="*/ 555807 h 594332"/>
                    <a:gd name="connsiteX844" fmla="*/ 333228 w 591813"/>
                    <a:gd name="connsiteY844" fmla="*/ 555245 h 594332"/>
                    <a:gd name="connsiteX845" fmla="*/ 333610 w 591813"/>
                    <a:gd name="connsiteY845" fmla="*/ 554661 h 594332"/>
                    <a:gd name="connsiteX846" fmla="*/ 334015 w 591813"/>
                    <a:gd name="connsiteY846" fmla="*/ 554098 h 594332"/>
                    <a:gd name="connsiteX847" fmla="*/ 334397 w 591813"/>
                    <a:gd name="connsiteY847" fmla="*/ 553514 h 594332"/>
                    <a:gd name="connsiteX848" fmla="*/ 334802 w 591813"/>
                    <a:gd name="connsiteY848" fmla="*/ 552951 h 594332"/>
                    <a:gd name="connsiteX849" fmla="*/ 335184 w 591813"/>
                    <a:gd name="connsiteY849" fmla="*/ 552367 h 594332"/>
                    <a:gd name="connsiteX850" fmla="*/ 335590 w 591813"/>
                    <a:gd name="connsiteY850" fmla="*/ 551782 h 594332"/>
                    <a:gd name="connsiteX851" fmla="*/ 335972 w 591813"/>
                    <a:gd name="connsiteY851" fmla="*/ 551197 h 594332"/>
                    <a:gd name="connsiteX852" fmla="*/ 336376 w 591813"/>
                    <a:gd name="connsiteY852" fmla="*/ 550612 h 594332"/>
                    <a:gd name="connsiteX853" fmla="*/ 336782 w 591813"/>
                    <a:gd name="connsiteY853" fmla="*/ 550028 h 594332"/>
                    <a:gd name="connsiteX854" fmla="*/ 337164 w 591813"/>
                    <a:gd name="connsiteY854" fmla="*/ 549443 h 594332"/>
                    <a:gd name="connsiteX855" fmla="*/ 337568 w 591813"/>
                    <a:gd name="connsiteY855" fmla="*/ 548858 h 594332"/>
                    <a:gd name="connsiteX856" fmla="*/ 337950 w 591813"/>
                    <a:gd name="connsiteY856" fmla="*/ 548274 h 594332"/>
                    <a:gd name="connsiteX857" fmla="*/ 338356 w 591813"/>
                    <a:gd name="connsiteY857" fmla="*/ 547689 h 594332"/>
                    <a:gd name="connsiteX858" fmla="*/ 338738 w 591813"/>
                    <a:gd name="connsiteY858" fmla="*/ 547082 h 594332"/>
                    <a:gd name="connsiteX859" fmla="*/ 339142 w 591813"/>
                    <a:gd name="connsiteY859" fmla="*/ 546497 h 594332"/>
                    <a:gd name="connsiteX860" fmla="*/ 339548 w 591813"/>
                    <a:gd name="connsiteY860" fmla="*/ 545912 h 594332"/>
                    <a:gd name="connsiteX861" fmla="*/ 339930 w 591813"/>
                    <a:gd name="connsiteY861" fmla="*/ 545305 h 594332"/>
                    <a:gd name="connsiteX862" fmla="*/ 340335 w 591813"/>
                    <a:gd name="connsiteY862" fmla="*/ 544720 h 594332"/>
                    <a:gd name="connsiteX863" fmla="*/ 340717 w 591813"/>
                    <a:gd name="connsiteY863" fmla="*/ 544113 h 594332"/>
                    <a:gd name="connsiteX864" fmla="*/ 341122 w 591813"/>
                    <a:gd name="connsiteY864" fmla="*/ 543528 h 594332"/>
                    <a:gd name="connsiteX865" fmla="*/ 341504 w 591813"/>
                    <a:gd name="connsiteY865" fmla="*/ 542921 h 594332"/>
                    <a:gd name="connsiteX866" fmla="*/ 341909 w 591813"/>
                    <a:gd name="connsiteY866" fmla="*/ 542314 h 594332"/>
                    <a:gd name="connsiteX867" fmla="*/ 342291 w 591813"/>
                    <a:gd name="connsiteY867" fmla="*/ 541707 h 594332"/>
                    <a:gd name="connsiteX868" fmla="*/ 342696 w 591813"/>
                    <a:gd name="connsiteY868" fmla="*/ 541099 h 594332"/>
                    <a:gd name="connsiteX869" fmla="*/ 343101 w 591813"/>
                    <a:gd name="connsiteY869" fmla="*/ 540492 h 594332"/>
                    <a:gd name="connsiteX870" fmla="*/ 343483 w 591813"/>
                    <a:gd name="connsiteY870" fmla="*/ 539862 h 594332"/>
                    <a:gd name="connsiteX871" fmla="*/ 343888 w 591813"/>
                    <a:gd name="connsiteY871" fmla="*/ 539255 h 594332"/>
                    <a:gd name="connsiteX872" fmla="*/ 344270 w 591813"/>
                    <a:gd name="connsiteY872" fmla="*/ 538625 h 594332"/>
                    <a:gd name="connsiteX873" fmla="*/ 344675 w 591813"/>
                    <a:gd name="connsiteY873" fmla="*/ 537996 h 594332"/>
                    <a:gd name="connsiteX874" fmla="*/ 345058 w 591813"/>
                    <a:gd name="connsiteY874" fmla="*/ 537366 h 594332"/>
                    <a:gd name="connsiteX875" fmla="*/ 345462 w 591813"/>
                    <a:gd name="connsiteY875" fmla="*/ 536736 h 594332"/>
                    <a:gd name="connsiteX876" fmla="*/ 345844 w 591813"/>
                    <a:gd name="connsiteY876" fmla="*/ 536107 h 594332"/>
                    <a:gd name="connsiteX877" fmla="*/ 346250 w 591813"/>
                    <a:gd name="connsiteY877" fmla="*/ 535477 h 594332"/>
                    <a:gd name="connsiteX878" fmla="*/ 346654 w 591813"/>
                    <a:gd name="connsiteY878" fmla="*/ 534847 h 594332"/>
                    <a:gd name="connsiteX879" fmla="*/ 347036 w 591813"/>
                    <a:gd name="connsiteY879" fmla="*/ 534218 h 594332"/>
                    <a:gd name="connsiteX880" fmla="*/ 347442 w 591813"/>
                    <a:gd name="connsiteY880" fmla="*/ 533588 h 594332"/>
                    <a:gd name="connsiteX881" fmla="*/ 347824 w 591813"/>
                    <a:gd name="connsiteY881" fmla="*/ 532958 h 594332"/>
                    <a:gd name="connsiteX882" fmla="*/ 348228 w 591813"/>
                    <a:gd name="connsiteY882" fmla="*/ 532328 h 594332"/>
                    <a:gd name="connsiteX883" fmla="*/ 348611 w 591813"/>
                    <a:gd name="connsiteY883" fmla="*/ 531676 h 594332"/>
                    <a:gd name="connsiteX884" fmla="*/ 349016 w 591813"/>
                    <a:gd name="connsiteY884" fmla="*/ 531047 h 594332"/>
                    <a:gd name="connsiteX885" fmla="*/ 349398 w 591813"/>
                    <a:gd name="connsiteY885" fmla="*/ 530417 h 594332"/>
                    <a:gd name="connsiteX886" fmla="*/ 349803 w 591813"/>
                    <a:gd name="connsiteY886" fmla="*/ 529765 h 594332"/>
                    <a:gd name="connsiteX887" fmla="*/ 350208 w 591813"/>
                    <a:gd name="connsiteY887" fmla="*/ 529135 h 594332"/>
                    <a:gd name="connsiteX888" fmla="*/ 350590 w 591813"/>
                    <a:gd name="connsiteY888" fmla="*/ 528505 h 594332"/>
                    <a:gd name="connsiteX889" fmla="*/ 350995 w 591813"/>
                    <a:gd name="connsiteY889" fmla="*/ 527853 h 594332"/>
                    <a:gd name="connsiteX890" fmla="*/ 351377 w 591813"/>
                    <a:gd name="connsiteY890" fmla="*/ 527223 h 594332"/>
                    <a:gd name="connsiteX891" fmla="*/ 351782 w 591813"/>
                    <a:gd name="connsiteY891" fmla="*/ 526571 h 594332"/>
                    <a:gd name="connsiteX892" fmla="*/ 352164 w 591813"/>
                    <a:gd name="connsiteY892" fmla="*/ 525941 h 594332"/>
                    <a:gd name="connsiteX893" fmla="*/ 352569 w 591813"/>
                    <a:gd name="connsiteY893" fmla="*/ 525289 h 594332"/>
                    <a:gd name="connsiteX894" fmla="*/ 352951 w 591813"/>
                    <a:gd name="connsiteY894" fmla="*/ 524659 h 594332"/>
                    <a:gd name="connsiteX895" fmla="*/ 353356 w 591813"/>
                    <a:gd name="connsiteY895" fmla="*/ 524030 h 594332"/>
                    <a:gd name="connsiteX896" fmla="*/ 353761 w 591813"/>
                    <a:gd name="connsiteY896" fmla="*/ 523378 h 594332"/>
                    <a:gd name="connsiteX897" fmla="*/ 354143 w 591813"/>
                    <a:gd name="connsiteY897" fmla="*/ 522748 h 594332"/>
                    <a:gd name="connsiteX898" fmla="*/ 354548 w 591813"/>
                    <a:gd name="connsiteY898" fmla="*/ 522118 h 594332"/>
                    <a:gd name="connsiteX899" fmla="*/ 354930 w 591813"/>
                    <a:gd name="connsiteY899" fmla="*/ 521466 h 594332"/>
                    <a:gd name="connsiteX900" fmla="*/ 355335 w 591813"/>
                    <a:gd name="connsiteY900" fmla="*/ 520836 h 594332"/>
                    <a:gd name="connsiteX901" fmla="*/ 355718 w 591813"/>
                    <a:gd name="connsiteY901" fmla="*/ 520206 h 594332"/>
                    <a:gd name="connsiteX902" fmla="*/ 356122 w 591813"/>
                    <a:gd name="connsiteY902" fmla="*/ 519554 h 594332"/>
                    <a:gd name="connsiteX903" fmla="*/ 356527 w 591813"/>
                    <a:gd name="connsiteY903" fmla="*/ 518925 h 594332"/>
                    <a:gd name="connsiteX904" fmla="*/ 356910 w 591813"/>
                    <a:gd name="connsiteY904" fmla="*/ 518295 h 594332"/>
                    <a:gd name="connsiteX905" fmla="*/ 357314 w 591813"/>
                    <a:gd name="connsiteY905" fmla="*/ 517643 h 594332"/>
                    <a:gd name="connsiteX906" fmla="*/ 357696 w 591813"/>
                    <a:gd name="connsiteY906" fmla="*/ 517013 h 594332"/>
                    <a:gd name="connsiteX907" fmla="*/ 358102 w 591813"/>
                    <a:gd name="connsiteY907" fmla="*/ 516361 h 594332"/>
                    <a:gd name="connsiteX908" fmla="*/ 358484 w 591813"/>
                    <a:gd name="connsiteY908" fmla="*/ 515731 h 594332"/>
                    <a:gd name="connsiteX909" fmla="*/ 358888 w 591813"/>
                    <a:gd name="connsiteY909" fmla="*/ 515079 h 594332"/>
                    <a:gd name="connsiteX910" fmla="*/ 359271 w 591813"/>
                    <a:gd name="connsiteY910" fmla="*/ 514449 h 594332"/>
                    <a:gd name="connsiteX911" fmla="*/ 359676 w 591813"/>
                    <a:gd name="connsiteY911" fmla="*/ 513797 h 594332"/>
                    <a:gd name="connsiteX912" fmla="*/ 360080 w 591813"/>
                    <a:gd name="connsiteY912" fmla="*/ 513167 h 594332"/>
                    <a:gd name="connsiteX913" fmla="*/ 360463 w 591813"/>
                    <a:gd name="connsiteY913" fmla="*/ 512515 h 594332"/>
                    <a:gd name="connsiteX914" fmla="*/ 360868 w 591813"/>
                    <a:gd name="connsiteY914" fmla="*/ 511885 h 594332"/>
                    <a:gd name="connsiteX915" fmla="*/ 361250 w 591813"/>
                    <a:gd name="connsiteY915" fmla="*/ 511233 h 594332"/>
                    <a:gd name="connsiteX916" fmla="*/ 361655 w 591813"/>
                    <a:gd name="connsiteY916" fmla="*/ 510581 h 594332"/>
                    <a:gd name="connsiteX917" fmla="*/ 362037 w 591813"/>
                    <a:gd name="connsiteY917" fmla="*/ 509951 h 594332"/>
                    <a:gd name="connsiteX918" fmla="*/ 362442 w 591813"/>
                    <a:gd name="connsiteY918" fmla="*/ 509299 h 594332"/>
                    <a:gd name="connsiteX919" fmla="*/ 362824 w 591813"/>
                    <a:gd name="connsiteY919" fmla="*/ 508647 h 594332"/>
                    <a:gd name="connsiteX920" fmla="*/ 363229 w 591813"/>
                    <a:gd name="connsiteY920" fmla="*/ 507995 h 594332"/>
                    <a:gd name="connsiteX921" fmla="*/ 363634 w 591813"/>
                    <a:gd name="connsiteY921" fmla="*/ 507342 h 594332"/>
                    <a:gd name="connsiteX922" fmla="*/ 364016 w 591813"/>
                    <a:gd name="connsiteY922" fmla="*/ 506668 h 594332"/>
                    <a:gd name="connsiteX923" fmla="*/ 364421 w 591813"/>
                    <a:gd name="connsiteY923" fmla="*/ 506016 h 594332"/>
                    <a:gd name="connsiteX924" fmla="*/ 364803 w 591813"/>
                    <a:gd name="connsiteY924" fmla="*/ 505363 h 594332"/>
                    <a:gd name="connsiteX925" fmla="*/ 365208 w 591813"/>
                    <a:gd name="connsiteY925" fmla="*/ 504711 h 594332"/>
                    <a:gd name="connsiteX926" fmla="*/ 365590 w 591813"/>
                    <a:gd name="connsiteY926" fmla="*/ 504036 h 594332"/>
                    <a:gd name="connsiteX927" fmla="*/ 365995 w 591813"/>
                    <a:gd name="connsiteY927" fmla="*/ 503384 h 594332"/>
                    <a:gd name="connsiteX928" fmla="*/ 366378 w 591813"/>
                    <a:gd name="connsiteY928" fmla="*/ 502710 h 594332"/>
                    <a:gd name="connsiteX929" fmla="*/ 366782 w 591813"/>
                    <a:gd name="connsiteY929" fmla="*/ 502057 h 594332"/>
                    <a:gd name="connsiteX930" fmla="*/ 367187 w 591813"/>
                    <a:gd name="connsiteY930" fmla="*/ 501383 h 594332"/>
                    <a:gd name="connsiteX931" fmla="*/ 367570 w 591813"/>
                    <a:gd name="connsiteY931" fmla="*/ 500731 h 594332"/>
                    <a:gd name="connsiteX932" fmla="*/ 367974 w 591813"/>
                    <a:gd name="connsiteY932" fmla="*/ 500056 h 594332"/>
                    <a:gd name="connsiteX933" fmla="*/ 368356 w 591813"/>
                    <a:gd name="connsiteY933" fmla="*/ 499381 h 594332"/>
                    <a:gd name="connsiteX934" fmla="*/ 368762 w 591813"/>
                    <a:gd name="connsiteY934" fmla="*/ 498729 h 594332"/>
                    <a:gd name="connsiteX935" fmla="*/ 369144 w 591813"/>
                    <a:gd name="connsiteY935" fmla="*/ 498054 h 594332"/>
                    <a:gd name="connsiteX936" fmla="*/ 369548 w 591813"/>
                    <a:gd name="connsiteY936" fmla="*/ 497402 h 594332"/>
                    <a:gd name="connsiteX937" fmla="*/ 369954 w 591813"/>
                    <a:gd name="connsiteY937" fmla="*/ 496727 h 594332"/>
                    <a:gd name="connsiteX938" fmla="*/ 370336 w 591813"/>
                    <a:gd name="connsiteY938" fmla="*/ 496053 h 594332"/>
                    <a:gd name="connsiteX939" fmla="*/ 370740 w 591813"/>
                    <a:gd name="connsiteY939" fmla="*/ 495400 h 594332"/>
                    <a:gd name="connsiteX940" fmla="*/ 371123 w 591813"/>
                    <a:gd name="connsiteY940" fmla="*/ 494726 h 594332"/>
                    <a:gd name="connsiteX941" fmla="*/ 371528 w 591813"/>
                    <a:gd name="connsiteY941" fmla="*/ 494051 h 594332"/>
                    <a:gd name="connsiteX942" fmla="*/ 371910 w 591813"/>
                    <a:gd name="connsiteY942" fmla="*/ 493376 h 594332"/>
                    <a:gd name="connsiteX943" fmla="*/ 372315 w 591813"/>
                    <a:gd name="connsiteY943" fmla="*/ 492724 h 594332"/>
                    <a:gd name="connsiteX944" fmla="*/ 372697 w 591813"/>
                    <a:gd name="connsiteY944" fmla="*/ 492050 h 594332"/>
                    <a:gd name="connsiteX945" fmla="*/ 373102 w 591813"/>
                    <a:gd name="connsiteY945" fmla="*/ 491375 h 594332"/>
                    <a:gd name="connsiteX946" fmla="*/ 373507 w 591813"/>
                    <a:gd name="connsiteY946" fmla="*/ 490678 h 594332"/>
                    <a:gd name="connsiteX947" fmla="*/ 373889 w 591813"/>
                    <a:gd name="connsiteY947" fmla="*/ 490003 h 594332"/>
                    <a:gd name="connsiteX948" fmla="*/ 374294 w 591813"/>
                    <a:gd name="connsiteY948" fmla="*/ 489328 h 594332"/>
                    <a:gd name="connsiteX949" fmla="*/ 374676 w 591813"/>
                    <a:gd name="connsiteY949" fmla="*/ 488654 h 594332"/>
                    <a:gd name="connsiteX950" fmla="*/ 375081 w 591813"/>
                    <a:gd name="connsiteY950" fmla="*/ 487979 h 594332"/>
                    <a:gd name="connsiteX951" fmla="*/ 375463 w 591813"/>
                    <a:gd name="connsiteY951" fmla="*/ 487304 h 594332"/>
                    <a:gd name="connsiteX952" fmla="*/ 375868 w 591813"/>
                    <a:gd name="connsiteY952" fmla="*/ 486630 h 594332"/>
                    <a:gd name="connsiteX953" fmla="*/ 376250 w 591813"/>
                    <a:gd name="connsiteY953" fmla="*/ 485955 h 594332"/>
                    <a:gd name="connsiteX954" fmla="*/ 376656 w 591813"/>
                    <a:gd name="connsiteY954" fmla="*/ 485303 h 594332"/>
                    <a:gd name="connsiteX955" fmla="*/ 377060 w 591813"/>
                    <a:gd name="connsiteY955" fmla="*/ 484628 h 594332"/>
                    <a:gd name="connsiteX956" fmla="*/ 377442 w 591813"/>
                    <a:gd name="connsiteY956" fmla="*/ 483953 h 594332"/>
                    <a:gd name="connsiteX957" fmla="*/ 377847 w 591813"/>
                    <a:gd name="connsiteY957" fmla="*/ 483301 h 594332"/>
                    <a:gd name="connsiteX958" fmla="*/ 378230 w 591813"/>
                    <a:gd name="connsiteY958" fmla="*/ 482626 h 594332"/>
                    <a:gd name="connsiteX959" fmla="*/ 378634 w 591813"/>
                    <a:gd name="connsiteY959" fmla="*/ 481974 h 594332"/>
                    <a:gd name="connsiteX960" fmla="*/ 379016 w 591813"/>
                    <a:gd name="connsiteY960" fmla="*/ 481322 h 594332"/>
                    <a:gd name="connsiteX961" fmla="*/ 379422 w 591813"/>
                    <a:gd name="connsiteY961" fmla="*/ 480647 h 594332"/>
                    <a:gd name="connsiteX962" fmla="*/ 379804 w 591813"/>
                    <a:gd name="connsiteY962" fmla="*/ 479995 h 594332"/>
                    <a:gd name="connsiteX963" fmla="*/ 380208 w 591813"/>
                    <a:gd name="connsiteY963" fmla="*/ 479343 h 594332"/>
                    <a:gd name="connsiteX964" fmla="*/ 380614 w 591813"/>
                    <a:gd name="connsiteY964" fmla="*/ 478691 h 594332"/>
                    <a:gd name="connsiteX965" fmla="*/ 380996 w 591813"/>
                    <a:gd name="connsiteY965" fmla="*/ 478039 h 594332"/>
                    <a:gd name="connsiteX966" fmla="*/ 381401 w 591813"/>
                    <a:gd name="connsiteY966" fmla="*/ 477386 h 594332"/>
                    <a:gd name="connsiteX967" fmla="*/ 381783 w 591813"/>
                    <a:gd name="connsiteY967" fmla="*/ 476734 h 594332"/>
                    <a:gd name="connsiteX968" fmla="*/ 382188 w 591813"/>
                    <a:gd name="connsiteY968" fmla="*/ 476104 h 594332"/>
                    <a:gd name="connsiteX969" fmla="*/ 382570 w 591813"/>
                    <a:gd name="connsiteY969" fmla="*/ 475452 h 594332"/>
                    <a:gd name="connsiteX970" fmla="*/ 382975 w 591813"/>
                    <a:gd name="connsiteY970" fmla="*/ 474800 h 594332"/>
                    <a:gd name="connsiteX971" fmla="*/ 383357 w 591813"/>
                    <a:gd name="connsiteY971" fmla="*/ 474148 h 594332"/>
                    <a:gd name="connsiteX972" fmla="*/ 383762 w 591813"/>
                    <a:gd name="connsiteY972" fmla="*/ 473518 h 594332"/>
                    <a:gd name="connsiteX973" fmla="*/ 384167 w 591813"/>
                    <a:gd name="connsiteY973" fmla="*/ 472866 h 594332"/>
                    <a:gd name="connsiteX974" fmla="*/ 384549 w 591813"/>
                    <a:gd name="connsiteY974" fmla="*/ 472236 h 594332"/>
                    <a:gd name="connsiteX975" fmla="*/ 384954 w 591813"/>
                    <a:gd name="connsiteY975" fmla="*/ 471584 h 594332"/>
                    <a:gd name="connsiteX976" fmla="*/ 385336 w 591813"/>
                    <a:gd name="connsiteY976" fmla="*/ 470954 h 594332"/>
                    <a:gd name="connsiteX977" fmla="*/ 385741 w 591813"/>
                    <a:gd name="connsiteY977" fmla="*/ 470302 h 594332"/>
                    <a:gd name="connsiteX978" fmla="*/ 386124 w 591813"/>
                    <a:gd name="connsiteY978" fmla="*/ 469672 h 594332"/>
                    <a:gd name="connsiteX979" fmla="*/ 386528 w 591813"/>
                    <a:gd name="connsiteY979" fmla="*/ 469043 h 594332"/>
                    <a:gd name="connsiteX980" fmla="*/ 386933 w 591813"/>
                    <a:gd name="connsiteY980" fmla="*/ 468390 h 594332"/>
                    <a:gd name="connsiteX981" fmla="*/ 387316 w 591813"/>
                    <a:gd name="connsiteY981" fmla="*/ 467761 h 594332"/>
                    <a:gd name="connsiteX982" fmla="*/ 387720 w 591813"/>
                    <a:gd name="connsiteY982" fmla="*/ 467131 h 594332"/>
                    <a:gd name="connsiteX983" fmla="*/ 388102 w 591813"/>
                    <a:gd name="connsiteY983" fmla="*/ 466479 h 594332"/>
                    <a:gd name="connsiteX984" fmla="*/ 388508 w 591813"/>
                    <a:gd name="connsiteY984" fmla="*/ 465849 h 594332"/>
                    <a:gd name="connsiteX985" fmla="*/ 388890 w 591813"/>
                    <a:gd name="connsiteY985" fmla="*/ 465219 h 594332"/>
                    <a:gd name="connsiteX986" fmla="*/ 389294 w 591813"/>
                    <a:gd name="connsiteY986" fmla="*/ 464567 h 594332"/>
                    <a:gd name="connsiteX987" fmla="*/ 389677 w 591813"/>
                    <a:gd name="connsiteY987" fmla="*/ 463938 h 594332"/>
                    <a:gd name="connsiteX988" fmla="*/ 390082 w 591813"/>
                    <a:gd name="connsiteY988" fmla="*/ 463308 h 594332"/>
                    <a:gd name="connsiteX989" fmla="*/ 390486 w 591813"/>
                    <a:gd name="connsiteY989" fmla="*/ 462678 h 594332"/>
                    <a:gd name="connsiteX990" fmla="*/ 390869 w 591813"/>
                    <a:gd name="connsiteY990" fmla="*/ 462048 h 594332"/>
                    <a:gd name="connsiteX991" fmla="*/ 391274 w 591813"/>
                    <a:gd name="connsiteY991" fmla="*/ 461419 h 594332"/>
                    <a:gd name="connsiteX992" fmla="*/ 391656 w 591813"/>
                    <a:gd name="connsiteY992" fmla="*/ 460789 h 594332"/>
                    <a:gd name="connsiteX993" fmla="*/ 392061 w 591813"/>
                    <a:gd name="connsiteY993" fmla="*/ 460182 h 594332"/>
                    <a:gd name="connsiteX994" fmla="*/ 392443 w 591813"/>
                    <a:gd name="connsiteY994" fmla="*/ 459552 h 594332"/>
                    <a:gd name="connsiteX995" fmla="*/ 392848 w 591813"/>
                    <a:gd name="connsiteY995" fmla="*/ 458922 h 594332"/>
                    <a:gd name="connsiteX996" fmla="*/ 393230 w 591813"/>
                    <a:gd name="connsiteY996" fmla="*/ 458293 h 594332"/>
                    <a:gd name="connsiteX997" fmla="*/ 393635 w 591813"/>
                    <a:gd name="connsiteY997" fmla="*/ 457685 h 594332"/>
                    <a:gd name="connsiteX998" fmla="*/ 394040 w 591813"/>
                    <a:gd name="connsiteY998" fmla="*/ 457056 h 594332"/>
                    <a:gd name="connsiteX999" fmla="*/ 394422 w 591813"/>
                    <a:gd name="connsiteY999" fmla="*/ 456426 h 594332"/>
                    <a:gd name="connsiteX1000" fmla="*/ 394827 w 591813"/>
                    <a:gd name="connsiteY1000" fmla="*/ 455819 h 594332"/>
                    <a:gd name="connsiteX1001" fmla="*/ 395209 w 591813"/>
                    <a:gd name="connsiteY1001" fmla="*/ 455189 h 594332"/>
                    <a:gd name="connsiteX1002" fmla="*/ 395614 w 591813"/>
                    <a:gd name="connsiteY1002" fmla="*/ 454559 h 594332"/>
                    <a:gd name="connsiteX1003" fmla="*/ 395996 w 591813"/>
                    <a:gd name="connsiteY1003" fmla="*/ 453952 h 594332"/>
                    <a:gd name="connsiteX1004" fmla="*/ 396401 w 591813"/>
                    <a:gd name="connsiteY1004" fmla="*/ 453323 h 594332"/>
                    <a:gd name="connsiteX1005" fmla="*/ 396784 w 591813"/>
                    <a:gd name="connsiteY1005" fmla="*/ 452693 h 594332"/>
                    <a:gd name="connsiteX1006" fmla="*/ 397188 w 591813"/>
                    <a:gd name="connsiteY1006" fmla="*/ 452086 h 594332"/>
                    <a:gd name="connsiteX1007" fmla="*/ 397593 w 591813"/>
                    <a:gd name="connsiteY1007" fmla="*/ 451456 h 594332"/>
                    <a:gd name="connsiteX1008" fmla="*/ 397976 w 591813"/>
                    <a:gd name="connsiteY1008" fmla="*/ 450826 h 594332"/>
                    <a:gd name="connsiteX1009" fmla="*/ 398380 w 591813"/>
                    <a:gd name="connsiteY1009" fmla="*/ 450219 h 594332"/>
                    <a:gd name="connsiteX1010" fmla="*/ 398762 w 591813"/>
                    <a:gd name="connsiteY1010" fmla="*/ 449589 h 594332"/>
                    <a:gd name="connsiteX1011" fmla="*/ 399168 w 591813"/>
                    <a:gd name="connsiteY1011" fmla="*/ 448982 h 594332"/>
                    <a:gd name="connsiteX1012" fmla="*/ 399550 w 591813"/>
                    <a:gd name="connsiteY1012" fmla="*/ 448352 h 594332"/>
                    <a:gd name="connsiteX1013" fmla="*/ 399954 w 591813"/>
                    <a:gd name="connsiteY1013" fmla="*/ 447745 h 594332"/>
                    <a:gd name="connsiteX1014" fmla="*/ 400359 w 591813"/>
                    <a:gd name="connsiteY1014" fmla="*/ 447115 h 594332"/>
                    <a:gd name="connsiteX1015" fmla="*/ 400742 w 591813"/>
                    <a:gd name="connsiteY1015" fmla="*/ 446508 h 594332"/>
                    <a:gd name="connsiteX1016" fmla="*/ 401146 w 591813"/>
                    <a:gd name="connsiteY1016" fmla="*/ 445878 h 594332"/>
                    <a:gd name="connsiteX1017" fmla="*/ 401529 w 591813"/>
                    <a:gd name="connsiteY1017" fmla="*/ 445271 h 594332"/>
                    <a:gd name="connsiteX1018" fmla="*/ 401934 w 591813"/>
                    <a:gd name="connsiteY1018" fmla="*/ 444686 h 594332"/>
                    <a:gd name="connsiteX1019" fmla="*/ 402316 w 591813"/>
                    <a:gd name="connsiteY1019" fmla="*/ 444079 h 594332"/>
                    <a:gd name="connsiteX1020" fmla="*/ 402721 w 591813"/>
                    <a:gd name="connsiteY1020" fmla="*/ 443472 h 594332"/>
                    <a:gd name="connsiteX1021" fmla="*/ 403103 w 591813"/>
                    <a:gd name="connsiteY1021" fmla="*/ 442865 h 594332"/>
                    <a:gd name="connsiteX1022" fmla="*/ 403485 w 591813"/>
                    <a:gd name="connsiteY1022" fmla="*/ 442258 h 594332"/>
                    <a:gd name="connsiteX1023" fmla="*/ 403913 w 591813"/>
                    <a:gd name="connsiteY1023" fmla="*/ 441650 h 594332"/>
                    <a:gd name="connsiteX1024" fmla="*/ 404295 w 591813"/>
                    <a:gd name="connsiteY1024" fmla="*/ 441043 h 594332"/>
                    <a:gd name="connsiteX1025" fmla="*/ 404677 w 591813"/>
                    <a:gd name="connsiteY1025" fmla="*/ 440458 h 594332"/>
                    <a:gd name="connsiteX1026" fmla="*/ 405060 w 591813"/>
                    <a:gd name="connsiteY1026" fmla="*/ 439851 h 594332"/>
                    <a:gd name="connsiteX1027" fmla="*/ 405464 w 591813"/>
                    <a:gd name="connsiteY1027" fmla="*/ 439244 h 594332"/>
                    <a:gd name="connsiteX1028" fmla="*/ 405847 w 591813"/>
                    <a:gd name="connsiteY1028" fmla="*/ 438659 h 594332"/>
                    <a:gd name="connsiteX1029" fmla="*/ 406252 w 591813"/>
                    <a:gd name="connsiteY1029" fmla="*/ 438052 h 594332"/>
                    <a:gd name="connsiteX1030" fmla="*/ 406634 w 591813"/>
                    <a:gd name="connsiteY1030" fmla="*/ 437445 h 594332"/>
                    <a:gd name="connsiteX1031" fmla="*/ 407039 w 591813"/>
                    <a:gd name="connsiteY1031" fmla="*/ 436860 h 594332"/>
                    <a:gd name="connsiteX1032" fmla="*/ 407444 w 591813"/>
                    <a:gd name="connsiteY1032" fmla="*/ 436253 h 594332"/>
                    <a:gd name="connsiteX1033" fmla="*/ 407826 w 591813"/>
                    <a:gd name="connsiteY1033" fmla="*/ 435668 h 594332"/>
                    <a:gd name="connsiteX1034" fmla="*/ 408230 w 591813"/>
                    <a:gd name="connsiteY1034" fmla="*/ 435061 h 594332"/>
                    <a:gd name="connsiteX1035" fmla="*/ 408613 w 591813"/>
                    <a:gd name="connsiteY1035" fmla="*/ 434476 h 594332"/>
                    <a:gd name="connsiteX1036" fmla="*/ 409018 w 591813"/>
                    <a:gd name="connsiteY1036" fmla="*/ 433869 h 594332"/>
                    <a:gd name="connsiteX1037" fmla="*/ 409400 w 591813"/>
                    <a:gd name="connsiteY1037" fmla="*/ 433284 h 594332"/>
                    <a:gd name="connsiteX1038" fmla="*/ 409805 w 591813"/>
                    <a:gd name="connsiteY1038" fmla="*/ 432677 h 594332"/>
                    <a:gd name="connsiteX1039" fmla="*/ 410187 w 591813"/>
                    <a:gd name="connsiteY1039" fmla="*/ 432092 h 594332"/>
                    <a:gd name="connsiteX1040" fmla="*/ 410592 w 591813"/>
                    <a:gd name="connsiteY1040" fmla="*/ 431485 h 594332"/>
                    <a:gd name="connsiteX1041" fmla="*/ 410997 w 591813"/>
                    <a:gd name="connsiteY1041" fmla="*/ 430900 h 594332"/>
                    <a:gd name="connsiteX1042" fmla="*/ 411379 w 591813"/>
                    <a:gd name="connsiteY1042" fmla="*/ 430316 h 594332"/>
                    <a:gd name="connsiteX1043" fmla="*/ 411784 w 591813"/>
                    <a:gd name="connsiteY1043" fmla="*/ 429708 h 594332"/>
                    <a:gd name="connsiteX1044" fmla="*/ 412166 w 591813"/>
                    <a:gd name="connsiteY1044" fmla="*/ 429124 h 594332"/>
                    <a:gd name="connsiteX1045" fmla="*/ 412571 w 591813"/>
                    <a:gd name="connsiteY1045" fmla="*/ 428517 h 594332"/>
                    <a:gd name="connsiteX1046" fmla="*/ 412953 w 591813"/>
                    <a:gd name="connsiteY1046" fmla="*/ 427932 h 594332"/>
                    <a:gd name="connsiteX1047" fmla="*/ 413358 w 591813"/>
                    <a:gd name="connsiteY1047" fmla="*/ 427324 h 594332"/>
                    <a:gd name="connsiteX1048" fmla="*/ 413741 w 591813"/>
                    <a:gd name="connsiteY1048" fmla="*/ 426740 h 594332"/>
                    <a:gd name="connsiteX1049" fmla="*/ 414145 w 591813"/>
                    <a:gd name="connsiteY1049" fmla="*/ 426133 h 594332"/>
                    <a:gd name="connsiteX1050" fmla="*/ 414550 w 591813"/>
                    <a:gd name="connsiteY1050" fmla="*/ 425548 h 594332"/>
                    <a:gd name="connsiteX1051" fmla="*/ 414933 w 591813"/>
                    <a:gd name="connsiteY1051" fmla="*/ 424941 h 594332"/>
                    <a:gd name="connsiteX1052" fmla="*/ 415337 w 591813"/>
                    <a:gd name="connsiteY1052" fmla="*/ 424333 h 594332"/>
                    <a:gd name="connsiteX1053" fmla="*/ 415720 w 591813"/>
                    <a:gd name="connsiteY1053" fmla="*/ 423749 h 594332"/>
                    <a:gd name="connsiteX1054" fmla="*/ 416124 w 591813"/>
                    <a:gd name="connsiteY1054" fmla="*/ 423141 h 594332"/>
                    <a:gd name="connsiteX1055" fmla="*/ 416507 w 591813"/>
                    <a:gd name="connsiteY1055" fmla="*/ 422534 h 594332"/>
                    <a:gd name="connsiteX1056" fmla="*/ 416912 w 591813"/>
                    <a:gd name="connsiteY1056" fmla="*/ 421927 h 594332"/>
                    <a:gd name="connsiteX1057" fmla="*/ 417316 w 591813"/>
                    <a:gd name="connsiteY1057" fmla="*/ 421320 h 594332"/>
                    <a:gd name="connsiteX1058" fmla="*/ 417699 w 591813"/>
                    <a:gd name="connsiteY1058" fmla="*/ 420713 h 594332"/>
                    <a:gd name="connsiteX1059" fmla="*/ 418104 w 591813"/>
                    <a:gd name="connsiteY1059" fmla="*/ 420105 h 594332"/>
                    <a:gd name="connsiteX1060" fmla="*/ 418486 w 591813"/>
                    <a:gd name="connsiteY1060" fmla="*/ 419498 h 594332"/>
                    <a:gd name="connsiteX1061" fmla="*/ 418890 w 591813"/>
                    <a:gd name="connsiteY1061" fmla="*/ 418891 h 594332"/>
                    <a:gd name="connsiteX1062" fmla="*/ 419273 w 591813"/>
                    <a:gd name="connsiteY1062" fmla="*/ 418261 h 594332"/>
                    <a:gd name="connsiteX1063" fmla="*/ 419678 w 591813"/>
                    <a:gd name="connsiteY1063" fmla="*/ 417654 h 594332"/>
                    <a:gd name="connsiteX1064" fmla="*/ 420060 w 591813"/>
                    <a:gd name="connsiteY1064" fmla="*/ 417047 h 594332"/>
                    <a:gd name="connsiteX1065" fmla="*/ 420465 w 591813"/>
                    <a:gd name="connsiteY1065" fmla="*/ 416440 h 594332"/>
                    <a:gd name="connsiteX1066" fmla="*/ 420870 w 591813"/>
                    <a:gd name="connsiteY1066" fmla="*/ 415810 h 594332"/>
                    <a:gd name="connsiteX1067" fmla="*/ 421252 w 591813"/>
                    <a:gd name="connsiteY1067" fmla="*/ 415203 h 594332"/>
                    <a:gd name="connsiteX1068" fmla="*/ 421657 w 591813"/>
                    <a:gd name="connsiteY1068" fmla="*/ 414595 h 594332"/>
                    <a:gd name="connsiteX1069" fmla="*/ 422039 w 591813"/>
                    <a:gd name="connsiteY1069" fmla="*/ 413988 h 594332"/>
                    <a:gd name="connsiteX1070" fmla="*/ 422444 w 591813"/>
                    <a:gd name="connsiteY1070" fmla="*/ 413381 h 594332"/>
                    <a:gd name="connsiteX1071" fmla="*/ 422826 w 591813"/>
                    <a:gd name="connsiteY1071" fmla="*/ 412751 h 594332"/>
                    <a:gd name="connsiteX1072" fmla="*/ 423231 w 591813"/>
                    <a:gd name="connsiteY1072" fmla="*/ 412144 h 594332"/>
                    <a:gd name="connsiteX1073" fmla="*/ 423613 w 591813"/>
                    <a:gd name="connsiteY1073" fmla="*/ 411537 h 594332"/>
                    <a:gd name="connsiteX1074" fmla="*/ 424018 w 591813"/>
                    <a:gd name="connsiteY1074" fmla="*/ 410930 h 594332"/>
                    <a:gd name="connsiteX1075" fmla="*/ 424423 w 591813"/>
                    <a:gd name="connsiteY1075" fmla="*/ 410322 h 594332"/>
                    <a:gd name="connsiteX1076" fmla="*/ 424806 w 591813"/>
                    <a:gd name="connsiteY1076" fmla="*/ 409738 h 594332"/>
                    <a:gd name="connsiteX1077" fmla="*/ 425210 w 591813"/>
                    <a:gd name="connsiteY1077" fmla="*/ 409130 h 594332"/>
                    <a:gd name="connsiteX1078" fmla="*/ 425593 w 591813"/>
                    <a:gd name="connsiteY1078" fmla="*/ 408523 h 594332"/>
                    <a:gd name="connsiteX1079" fmla="*/ 425998 w 591813"/>
                    <a:gd name="connsiteY1079" fmla="*/ 407916 h 594332"/>
                    <a:gd name="connsiteX1080" fmla="*/ 426380 w 591813"/>
                    <a:gd name="connsiteY1080" fmla="*/ 407309 h 594332"/>
                    <a:gd name="connsiteX1081" fmla="*/ 426784 w 591813"/>
                    <a:gd name="connsiteY1081" fmla="*/ 406724 h 594332"/>
                    <a:gd name="connsiteX1082" fmla="*/ 427167 w 591813"/>
                    <a:gd name="connsiteY1082" fmla="*/ 406117 h 594332"/>
                    <a:gd name="connsiteX1083" fmla="*/ 427572 w 591813"/>
                    <a:gd name="connsiteY1083" fmla="*/ 405532 h 594332"/>
                    <a:gd name="connsiteX1084" fmla="*/ 427976 w 591813"/>
                    <a:gd name="connsiteY1084" fmla="*/ 404925 h 594332"/>
                    <a:gd name="connsiteX1085" fmla="*/ 428359 w 591813"/>
                    <a:gd name="connsiteY1085" fmla="*/ 404340 h 594332"/>
                    <a:gd name="connsiteX1086" fmla="*/ 428764 w 591813"/>
                    <a:gd name="connsiteY1086" fmla="*/ 403733 h 594332"/>
                    <a:gd name="connsiteX1087" fmla="*/ 429146 w 591813"/>
                    <a:gd name="connsiteY1087" fmla="*/ 403148 h 594332"/>
                    <a:gd name="connsiteX1088" fmla="*/ 429551 w 591813"/>
                    <a:gd name="connsiteY1088" fmla="*/ 402541 h 594332"/>
                    <a:gd name="connsiteX1089" fmla="*/ 429933 w 591813"/>
                    <a:gd name="connsiteY1089" fmla="*/ 401956 h 594332"/>
                    <a:gd name="connsiteX1090" fmla="*/ 430338 w 591813"/>
                    <a:gd name="connsiteY1090" fmla="*/ 401372 h 594332"/>
                    <a:gd name="connsiteX1091" fmla="*/ 430720 w 591813"/>
                    <a:gd name="connsiteY1091" fmla="*/ 400764 h 594332"/>
                    <a:gd name="connsiteX1092" fmla="*/ 431125 w 591813"/>
                    <a:gd name="connsiteY1092" fmla="*/ 400180 h 594332"/>
                    <a:gd name="connsiteX1093" fmla="*/ 431530 w 591813"/>
                    <a:gd name="connsiteY1093" fmla="*/ 399595 h 594332"/>
                    <a:gd name="connsiteX1094" fmla="*/ 431912 w 591813"/>
                    <a:gd name="connsiteY1094" fmla="*/ 399010 h 594332"/>
                    <a:gd name="connsiteX1095" fmla="*/ 432317 w 591813"/>
                    <a:gd name="connsiteY1095" fmla="*/ 398425 h 594332"/>
                    <a:gd name="connsiteX1096" fmla="*/ 432699 w 591813"/>
                    <a:gd name="connsiteY1096" fmla="*/ 397841 h 594332"/>
                    <a:gd name="connsiteX1097" fmla="*/ 433104 w 591813"/>
                    <a:gd name="connsiteY1097" fmla="*/ 397256 h 594332"/>
                    <a:gd name="connsiteX1098" fmla="*/ 433487 w 591813"/>
                    <a:gd name="connsiteY1098" fmla="*/ 396694 h 594332"/>
                    <a:gd name="connsiteX1099" fmla="*/ 433891 w 591813"/>
                    <a:gd name="connsiteY1099" fmla="*/ 396109 h 594332"/>
                    <a:gd name="connsiteX1100" fmla="*/ 434296 w 591813"/>
                    <a:gd name="connsiteY1100" fmla="*/ 395524 h 594332"/>
                    <a:gd name="connsiteX1101" fmla="*/ 434678 w 591813"/>
                    <a:gd name="connsiteY1101" fmla="*/ 394940 h 594332"/>
                    <a:gd name="connsiteX1102" fmla="*/ 435083 w 591813"/>
                    <a:gd name="connsiteY1102" fmla="*/ 394355 h 594332"/>
                    <a:gd name="connsiteX1103" fmla="*/ 435466 w 591813"/>
                    <a:gd name="connsiteY1103" fmla="*/ 393793 h 594332"/>
                    <a:gd name="connsiteX1104" fmla="*/ 435870 w 591813"/>
                    <a:gd name="connsiteY1104" fmla="*/ 393208 h 594332"/>
                    <a:gd name="connsiteX1105" fmla="*/ 436253 w 591813"/>
                    <a:gd name="connsiteY1105" fmla="*/ 392646 h 594332"/>
                    <a:gd name="connsiteX1106" fmla="*/ 436658 w 591813"/>
                    <a:gd name="connsiteY1106" fmla="*/ 392061 h 594332"/>
                    <a:gd name="connsiteX1107" fmla="*/ 437040 w 591813"/>
                    <a:gd name="connsiteY1107" fmla="*/ 391499 h 594332"/>
                    <a:gd name="connsiteX1108" fmla="*/ 437444 w 591813"/>
                    <a:gd name="connsiteY1108" fmla="*/ 390914 h 594332"/>
                    <a:gd name="connsiteX1109" fmla="*/ 437850 w 591813"/>
                    <a:gd name="connsiteY1109" fmla="*/ 390352 h 594332"/>
                    <a:gd name="connsiteX1110" fmla="*/ 438232 w 591813"/>
                    <a:gd name="connsiteY1110" fmla="*/ 389789 h 594332"/>
                    <a:gd name="connsiteX1111" fmla="*/ 438636 w 591813"/>
                    <a:gd name="connsiteY1111" fmla="*/ 389205 h 594332"/>
                    <a:gd name="connsiteX1112" fmla="*/ 439019 w 591813"/>
                    <a:gd name="connsiteY1112" fmla="*/ 388642 h 594332"/>
                    <a:gd name="connsiteX1113" fmla="*/ 439424 w 591813"/>
                    <a:gd name="connsiteY1113" fmla="*/ 388080 h 594332"/>
                    <a:gd name="connsiteX1114" fmla="*/ 439806 w 591813"/>
                    <a:gd name="connsiteY1114" fmla="*/ 387518 h 594332"/>
                    <a:gd name="connsiteX1115" fmla="*/ 440211 w 591813"/>
                    <a:gd name="connsiteY1115" fmla="*/ 386956 h 594332"/>
                    <a:gd name="connsiteX1116" fmla="*/ 440593 w 591813"/>
                    <a:gd name="connsiteY1116" fmla="*/ 386393 h 594332"/>
                    <a:gd name="connsiteX1117" fmla="*/ 440998 w 591813"/>
                    <a:gd name="connsiteY1117" fmla="*/ 385831 h 594332"/>
                    <a:gd name="connsiteX1118" fmla="*/ 441403 w 591813"/>
                    <a:gd name="connsiteY1118" fmla="*/ 385269 h 594332"/>
                    <a:gd name="connsiteX1119" fmla="*/ 441785 w 591813"/>
                    <a:gd name="connsiteY1119" fmla="*/ 384707 h 594332"/>
                    <a:gd name="connsiteX1120" fmla="*/ 442190 w 591813"/>
                    <a:gd name="connsiteY1120" fmla="*/ 384167 h 594332"/>
                    <a:gd name="connsiteX1121" fmla="*/ 442572 w 591813"/>
                    <a:gd name="connsiteY1121" fmla="*/ 383605 h 594332"/>
                    <a:gd name="connsiteX1122" fmla="*/ 442977 w 591813"/>
                    <a:gd name="connsiteY1122" fmla="*/ 383043 h 594332"/>
                    <a:gd name="connsiteX1123" fmla="*/ 443359 w 591813"/>
                    <a:gd name="connsiteY1123" fmla="*/ 382503 h 594332"/>
                    <a:gd name="connsiteX1124" fmla="*/ 443764 w 591813"/>
                    <a:gd name="connsiteY1124" fmla="*/ 381963 h 594332"/>
                    <a:gd name="connsiteX1125" fmla="*/ 444147 w 591813"/>
                    <a:gd name="connsiteY1125" fmla="*/ 381423 h 594332"/>
                    <a:gd name="connsiteX1126" fmla="*/ 444551 w 591813"/>
                    <a:gd name="connsiteY1126" fmla="*/ 380884 h 594332"/>
                    <a:gd name="connsiteX1127" fmla="*/ 444956 w 591813"/>
                    <a:gd name="connsiteY1127" fmla="*/ 380344 h 594332"/>
                    <a:gd name="connsiteX1128" fmla="*/ 445338 w 591813"/>
                    <a:gd name="connsiteY1128" fmla="*/ 379804 h 594332"/>
                    <a:gd name="connsiteX1129" fmla="*/ 445743 w 591813"/>
                    <a:gd name="connsiteY1129" fmla="*/ 379264 h 594332"/>
                    <a:gd name="connsiteX1130" fmla="*/ 446126 w 591813"/>
                    <a:gd name="connsiteY1130" fmla="*/ 378725 h 594332"/>
                    <a:gd name="connsiteX1131" fmla="*/ 446530 w 591813"/>
                    <a:gd name="connsiteY1131" fmla="*/ 378207 h 594332"/>
                    <a:gd name="connsiteX1132" fmla="*/ 446913 w 591813"/>
                    <a:gd name="connsiteY1132" fmla="*/ 377668 h 594332"/>
                    <a:gd name="connsiteX1133" fmla="*/ 447318 w 591813"/>
                    <a:gd name="connsiteY1133" fmla="*/ 377150 h 594332"/>
                    <a:gd name="connsiteX1134" fmla="*/ 447722 w 591813"/>
                    <a:gd name="connsiteY1134" fmla="*/ 376633 h 594332"/>
                    <a:gd name="connsiteX1135" fmla="*/ 448105 w 591813"/>
                    <a:gd name="connsiteY1135" fmla="*/ 376116 h 594332"/>
                    <a:gd name="connsiteX1136" fmla="*/ 448510 w 591813"/>
                    <a:gd name="connsiteY1136" fmla="*/ 375598 h 594332"/>
                    <a:gd name="connsiteX1137" fmla="*/ 448892 w 591813"/>
                    <a:gd name="connsiteY1137" fmla="*/ 375081 h 594332"/>
                    <a:gd name="connsiteX1138" fmla="*/ 449296 w 591813"/>
                    <a:gd name="connsiteY1138" fmla="*/ 374564 h 594332"/>
                    <a:gd name="connsiteX1139" fmla="*/ 449679 w 591813"/>
                    <a:gd name="connsiteY1139" fmla="*/ 374047 h 594332"/>
                    <a:gd name="connsiteX1140" fmla="*/ 450084 w 591813"/>
                    <a:gd name="connsiteY1140" fmla="*/ 373529 h 594332"/>
                    <a:gd name="connsiteX1141" fmla="*/ 450466 w 591813"/>
                    <a:gd name="connsiteY1141" fmla="*/ 373012 h 594332"/>
                    <a:gd name="connsiteX1142" fmla="*/ 450871 w 591813"/>
                    <a:gd name="connsiteY1142" fmla="*/ 372517 h 594332"/>
                    <a:gd name="connsiteX1143" fmla="*/ 451276 w 591813"/>
                    <a:gd name="connsiteY1143" fmla="*/ 372000 h 594332"/>
                    <a:gd name="connsiteX1144" fmla="*/ 451658 w 591813"/>
                    <a:gd name="connsiteY1144" fmla="*/ 371505 h 594332"/>
                    <a:gd name="connsiteX1145" fmla="*/ 452063 w 591813"/>
                    <a:gd name="connsiteY1145" fmla="*/ 370988 h 594332"/>
                    <a:gd name="connsiteX1146" fmla="*/ 452445 w 591813"/>
                    <a:gd name="connsiteY1146" fmla="*/ 370493 h 594332"/>
                    <a:gd name="connsiteX1147" fmla="*/ 452850 w 591813"/>
                    <a:gd name="connsiteY1147" fmla="*/ 369999 h 594332"/>
                    <a:gd name="connsiteX1148" fmla="*/ 453232 w 591813"/>
                    <a:gd name="connsiteY1148" fmla="*/ 369481 h 594332"/>
                    <a:gd name="connsiteX1149" fmla="*/ 453637 w 591813"/>
                    <a:gd name="connsiteY1149" fmla="*/ 368987 h 594332"/>
                    <a:gd name="connsiteX1150" fmla="*/ 454019 w 591813"/>
                    <a:gd name="connsiteY1150" fmla="*/ 368469 h 594332"/>
                    <a:gd name="connsiteX1151" fmla="*/ 454424 w 591813"/>
                    <a:gd name="connsiteY1151" fmla="*/ 367975 h 594332"/>
                    <a:gd name="connsiteX1152" fmla="*/ 454829 w 591813"/>
                    <a:gd name="connsiteY1152" fmla="*/ 367480 h 594332"/>
                    <a:gd name="connsiteX1153" fmla="*/ 455211 w 591813"/>
                    <a:gd name="connsiteY1153" fmla="*/ 366962 h 594332"/>
                    <a:gd name="connsiteX1154" fmla="*/ 455616 w 591813"/>
                    <a:gd name="connsiteY1154" fmla="*/ 366468 h 594332"/>
                    <a:gd name="connsiteX1155" fmla="*/ 455998 w 591813"/>
                    <a:gd name="connsiteY1155" fmla="*/ 365973 h 594332"/>
                    <a:gd name="connsiteX1156" fmla="*/ 456403 w 591813"/>
                    <a:gd name="connsiteY1156" fmla="*/ 365478 h 594332"/>
                    <a:gd name="connsiteX1157" fmla="*/ 456786 w 591813"/>
                    <a:gd name="connsiteY1157" fmla="*/ 364983 h 594332"/>
                    <a:gd name="connsiteX1158" fmla="*/ 457190 w 591813"/>
                    <a:gd name="connsiteY1158" fmla="*/ 364489 h 594332"/>
                    <a:gd name="connsiteX1159" fmla="*/ 457573 w 591813"/>
                    <a:gd name="connsiteY1159" fmla="*/ 363994 h 594332"/>
                    <a:gd name="connsiteX1160" fmla="*/ 457978 w 591813"/>
                    <a:gd name="connsiteY1160" fmla="*/ 363499 h 594332"/>
                    <a:gd name="connsiteX1161" fmla="*/ 458382 w 591813"/>
                    <a:gd name="connsiteY1161" fmla="*/ 363027 h 594332"/>
                    <a:gd name="connsiteX1162" fmla="*/ 458765 w 591813"/>
                    <a:gd name="connsiteY1162" fmla="*/ 362532 h 594332"/>
                    <a:gd name="connsiteX1163" fmla="*/ 459170 w 591813"/>
                    <a:gd name="connsiteY1163" fmla="*/ 362037 h 594332"/>
                    <a:gd name="connsiteX1164" fmla="*/ 459552 w 591813"/>
                    <a:gd name="connsiteY1164" fmla="*/ 361565 h 594332"/>
                    <a:gd name="connsiteX1165" fmla="*/ 459956 w 591813"/>
                    <a:gd name="connsiteY1165" fmla="*/ 361070 h 594332"/>
                    <a:gd name="connsiteX1166" fmla="*/ 460339 w 591813"/>
                    <a:gd name="connsiteY1166" fmla="*/ 360598 h 594332"/>
                    <a:gd name="connsiteX1167" fmla="*/ 460744 w 591813"/>
                    <a:gd name="connsiteY1167" fmla="*/ 360126 h 594332"/>
                    <a:gd name="connsiteX1168" fmla="*/ 461126 w 591813"/>
                    <a:gd name="connsiteY1168" fmla="*/ 359631 h 594332"/>
                    <a:gd name="connsiteX1169" fmla="*/ 461531 w 591813"/>
                    <a:gd name="connsiteY1169" fmla="*/ 359159 h 594332"/>
                    <a:gd name="connsiteX1170" fmla="*/ 461936 w 591813"/>
                    <a:gd name="connsiteY1170" fmla="*/ 358686 h 594332"/>
                    <a:gd name="connsiteX1171" fmla="*/ 462318 w 591813"/>
                    <a:gd name="connsiteY1171" fmla="*/ 358214 h 594332"/>
                    <a:gd name="connsiteX1172" fmla="*/ 462723 w 591813"/>
                    <a:gd name="connsiteY1172" fmla="*/ 357742 h 594332"/>
                    <a:gd name="connsiteX1173" fmla="*/ 463105 w 591813"/>
                    <a:gd name="connsiteY1173" fmla="*/ 357269 h 594332"/>
                    <a:gd name="connsiteX1174" fmla="*/ 463510 w 591813"/>
                    <a:gd name="connsiteY1174" fmla="*/ 356797 h 594332"/>
                    <a:gd name="connsiteX1175" fmla="*/ 463892 w 591813"/>
                    <a:gd name="connsiteY1175" fmla="*/ 356325 h 594332"/>
                    <a:gd name="connsiteX1176" fmla="*/ 464297 w 591813"/>
                    <a:gd name="connsiteY1176" fmla="*/ 355853 h 594332"/>
                    <a:gd name="connsiteX1177" fmla="*/ 464702 w 591813"/>
                    <a:gd name="connsiteY1177" fmla="*/ 355380 h 594332"/>
                    <a:gd name="connsiteX1178" fmla="*/ 465084 w 591813"/>
                    <a:gd name="connsiteY1178" fmla="*/ 354908 h 594332"/>
                    <a:gd name="connsiteX1179" fmla="*/ 465489 w 591813"/>
                    <a:gd name="connsiteY1179" fmla="*/ 354436 h 594332"/>
                    <a:gd name="connsiteX1180" fmla="*/ 465872 w 591813"/>
                    <a:gd name="connsiteY1180" fmla="*/ 353964 h 594332"/>
                    <a:gd name="connsiteX1181" fmla="*/ 466276 w 591813"/>
                    <a:gd name="connsiteY1181" fmla="*/ 353491 h 594332"/>
                    <a:gd name="connsiteX1182" fmla="*/ 466659 w 591813"/>
                    <a:gd name="connsiteY1182" fmla="*/ 353019 h 594332"/>
                    <a:gd name="connsiteX1183" fmla="*/ 467064 w 591813"/>
                    <a:gd name="connsiteY1183" fmla="*/ 352569 h 594332"/>
                    <a:gd name="connsiteX1184" fmla="*/ 467446 w 591813"/>
                    <a:gd name="connsiteY1184" fmla="*/ 352097 h 594332"/>
                    <a:gd name="connsiteX1185" fmla="*/ 467850 w 591813"/>
                    <a:gd name="connsiteY1185" fmla="*/ 351625 h 594332"/>
                    <a:gd name="connsiteX1186" fmla="*/ 468256 w 591813"/>
                    <a:gd name="connsiteY1186" fmla="*/ 351152 h 594332"/>
                    <a:gd name="connsiteX1187" fmla="*/ 468638 w 591813"/>
                    <a:gd name="connsiteY1187" fmla="*/ 350680 h 594332"/>
                    <a:gd name="connsiteX1188" fmla="*/ 469042 w 591813"/>
                    <a:gd name="connsiteY1188" fmla="*/ 350230 h 594332"/>
                    <a:gd name="connsiteX1189" fmla="*/ 469425 w 591813"/>
                    <a:gd name="connsiteY1189" fmla="*/ 349758 h 594332"/>
                    <a:gd name="connsiteX1190" fmla="*/ 469830 w 591813"/>
                    <a:gd name="connsiteY1190" fmla="*/ 349286 h 594332"/>
                    <a:gd name="connsiteX1191" fmla="*/ 470212 w 591813"/>
                    <a:gd name="connsiteY1191" fmla="*/ 348813 h 594332"/>
                    <a:gd name="connsiteX1192" fmla="*/ 470617 w 591813"/>
                    <a:gd name="connsiteY1192" fmla="*/ 348364 h 594332"/>
                    <a:gd name="connsiteX1193" fmla="*/ 470999 w 591813"/>
                    <a:gd name="connsiteY1193" fmla="*/ 347891 h 594332"/>
                    <a:gd name="connsiteX1194" fmla="*/ 471404 w 591813"/>
                    <a:gd name="connsiteY1194" fmla="*/ 347442 h 594332"/>
                    <a:gd name="connsiteX1195" fmla="*/ 471809 w 591813"/>
                    <a:gd name="connsiteY1195" fmla="*/ 346969 h 594332"/>
                    <a:gd name="connsiteX1196" fmla="*/ 472191 w 591813"/>
                    <a:gd name="connsiteY1196" fmla="*/ 346519 h 594332"/>
                    <a:gd name="connsiteX1197" fmla="*/ 472596 w 591813"/>
                    <a:gd name="connsiteY1197" fmla="*/ 346070 h 594332"/>
                    <a:gd name="connsiteX1198" fmla="*/ 472978 w 591813"/>
                    <a:gd name="connsiteY1198" fmla="*/ 345620 h 594332"/>
                    <a:gd name="connsiteX1199" fmla="*/ 473383 w 591813"/>
                    <a:gd name="connsiteY1199" fmla="*/ 345170 h 594332"/>
                    <a:gd name="connsiteX1200" fmla="*/ 473765 w 591813"/>
                    <a:gd name="connsiteY1200" fmla="*/ 344720 h 594332"/>
                    <a:gd name="connsiteX1201" fmla="*/ 474170 w 591813"/>
                    <a:gd name="connsiteY1201" fmla="*/ 344270 h 594332"/>
                    <a:gd name="connsiteX1202" fmla="*/ 474552 w 591813"/>
                    <a:gd name="connsiteY1202" fmla="*/ 343821 h 594332"/>
                    <a:gd name="connsiteX1203" fmla="*/ 474957 w 591813"/>
                    <a:gd name="connsiteY1203" fmla="*/ 343393 h 594332"/>
                    <a:gd name="connsiteX1204" fmla="*/ 475362 w 591813"/>
                    <a:gd name="connsiteY1204" fmla="*/ 342944 h 594332"/>
                    <a:gd name="connsiteX1205" fmla="*/ 475744 w 591813"/>
                    <a:gd name="connsiteY1205" fmla="*/ 342494 h 594332"/>
                    <a:gd name="connsiteX1206" fmla="*/ 476149 w 591813"/>
                    <a:gd name="connsiteY1206" fmla="*/ 342067 h 594332"/>
                    <a:gd name="connsiteX1207" fmla="*/ 476532 w 591813"/>
                    <a:gd name="connsiteY1207" fmla="*/ 341617 h 594332"/>
                    <a:gd name="connsiteX1208" fmla="*/ 476936 w 591813"/>
                    <a:gd name="connsiteY1208" fmla="*/ 341167 h 594332"/>
                    <a:gd name="connsiteX1209" fmla="*/ 477319 w 591813"/>
                    <a:gd name="connsiteY1209" fmla="*/ 340740 h 594332"/>
                    <a:gd name="connsiteX1210" fmla="*/ 477724 w 591813"/>
                    <a:gd name="connsiteY1210" fmla="*/ 340290 h 594332"/>
                    <a:gd name="connsiteX1211" fmla="*/ 478128 w 591813"/>
                    <a:gd name="connsiteY1211" fmla="*/ 339863 h 594332"/>
                    <a:gd name="connsiteX1212" fmla="*/ 478510 w 591813"/>
                    <a:gd name="connsiteY1212" fmla="*/ 339413 h 594332"/>
                    <a:gd name="connsiteX1213" fmla="*/ 478916 w 591813"/>
                    <a:gd name="connsiteY1213" fmla="*/ 338985 h 594332"/>
                    <a:gd name="connsiteX1214" fmla="*/ 479298 w 591813"/>
                    <a:gd name="connsiteY1214" fmla="*/ 338558 h 594332"/>
                    <a:gd name="connsiteX1215" fmla="*/ 479702 w 591813"/>
                    <a:gd name="connsiteY1215" fmla="*/ 338131 h 594332"/>
                    <a:gd name="connsiteX1216" fmla="*/ 480085 w 591813"/>
                    <a:gd name="connsiteY1216" fmla="*/ 337704 h 594332"/>
                    <a:gd name="connsiteX1217" fmla="*/ 480490 w 591813"/>
                    <a:gd name="connsiteY1217" fmla="*/ 337254 h 594332"/>
                    <a:gd name="connsiteX1218" fmla="*/ 480872 w 591813"/>
                    <a:gd name="connsiteY1218" fmla="*/ 336826 h 594332"/>
                    <a:gd name="connsiteX1219" fmla="*/ 481277 w 591813"/>
                    <a:gd name="connsiteY1219" fmla="*/ 336399 h 594332"/>
                    <a:gd name="connsiteX1220" fmla="*/ 481682 w 591813"/>
                    <a:gd name="connsiteY1220" fmla="*/ 335972 h 594332"/>
                    <a:gd name="connsiteX1221" fmla="*/ 482064 w 591813"/>
                    <a:gd name="connsiteY1221" fmla="*/ 335545 h 594332"/>
                    <a:gd name="connsiteX1222" fmla="*/ 482469 w 591813"/>
                    <a:gd name="connsiteY1222" fmla="*/ 335117 h 594332"/>
                    <a:gd name="connsiteX1223" fmla="*/ 482851 w 591813"/>
                    <a:gd name="connsiteY1223" fmla="*/ 334712 h 594332"/>
                    <a:gd name="connsiteX1224" fmla="*/ 483256 w 591813"/>
                    <a:gd name="connsiteY1224" fmla="*/ 334285 h 594332"/>
                    <a:gd name="connsiteX1225" fmla="*/ 483638 w 591813"/>
                    <a:gd name="connsiteY1225" fmla="*/ 333858 h 594332"/>
                    <a:gd name="connsiteX1226" fmla="*/ 484043 w 591813"/>
                    <a:gd name="connsiteY1226" fmla="*/ 333453 h 594332"/>
                    <a:gd name="connsiteX1227" fmla="*/ 484425 w 591813"/>
                    <a:gd name="connsiteY1227" fmla="*/ 333026 h 594332"/>
                    <a:gd name="connsiteX1228" fmla="*/ 484830 w 591813"/>
                    <a:gd name="connsiteY1228" fmla="*/ 332621 h 594332"/>
                    <a:gd name="connsiteX1229" fmla="*/ 485235 w 591813"/>
                    <a:gd name="connsiteY1229" fmla="*/ 332216 h 594332"/>
                    <a:gd name="connsiteX1230" fmla="*/ 485617 w 591813"/>
                    <a:gd name="connsiteY1230" fmla="*/ 331789 h 594332"/>
                    <a:gd name="connsiteX1231" fmla="*/ 486022 w 591813"/>
                    <a:gd name="connsiteY1231" fmla="*/ 331384 h 594332"/>
                    <a:gd name="connsiteX1232" fmla="*/ 486404 w 591813"/>
                    <a:gd name="connsiteY1232" fmla="*/ 330979 h 594332"/>
                    <a:gd name="connsiteX1233" fmla="*/ 486809 w 591813"/>
                    <a:gd name="connsiteY1233" fmla="*/ 330574 h 594332"/>
                    <a:gd name="connsiteX1234" fmla="*/ 487192 w 591813"/>
                    <a:gd name="connsiteY1234" fmla="*/ 330192 h 594332"/>
                    <a:gd name="connsiteX1235" fmla="*/ 487596 w 591813"/>
                    <a:gd name="connsiteY1235" fmla="*/ 329787 h 594332"/>
                    <a:gd name="connsiteX1236" fmla="*/ 487979 w 591813"/>
                    <a:gd name="connsiteY1236" fmla="*/ 329382 h 594332"/>
                    <a:gd name="connsiteX1237" fmla="*/ 488384 w 591813"/>
                    <a:gd name="connsiteY1237" fmla="*/ 329000 h 594332"/>
                    <a:gd name="connsiteX1238" fmla="*/ 488788 w 591813"/>
                    <a:gd name="connsiteY1238" fmla="*/ 328595 h 594332"/>
                    <a:gd name="connsiteX1239" fmla="*/ 489170 w 591813"/>
                    <a:gd name="connsiteY1239" fmla="*/ 328213 h 594332"/>
                    <a:gd name="connsiteX1240" fmla="*/ 489576 w 591813"/>
                    <a:gd name="connsiteY1240" fmla="*/ 327808 h 594332"/>
                    <a:gd name="connsiteX1241" fmla="*/ 489958 w 591813"/>
                    <a:gd name="connsiteY1241" fmla="*/ 327403 h 594332"/>
                    <a:gd name="connsiteX1242" fmla="*/ 490362 w 591813"/>
                    <a:gd name="connsiteY1242" fmla="*/ 327021 h 594332"/>
                    <a:gd name="connsiteX1243" fmla="*/ 490745 w 591813"/>
                    <a:gd name="connsiteY1243" fmla="*/ 326616 h 594332"/>
                    <a:gd name="connsiteX1244" fmla="*/ 491150 w 591813"/>
                    <a:gd name="connsiteY1244" fmla="*/ 326211 h 594332"/>
                    <a:gd name="connsiteX1245" fmla="*/ 491532 w 591813"/>
                    <a:gd name="connsiteY1245" fmla="*/ 325807 h 594332"/>
                    <a:gd name="connsiteX1246" fmla="*/ 491937 w 591813"/>
                    <a:gd name="connsiteY1246" fmla="*/ 325447 h 594332"/>
                    <a:gd name="connsiteX1247" fmla="*/ 492342 w 591813"/>
                    <a:gd name="connsiteY1247" fmla="*/ 325042 h 594332"/>
                    <a:gd name="connsiteX1248" fmla="*/ 492724 w 591813"/>
                    <a:gd name="connsiteY1248" fmla="*/ 324637 h 594332"/>
                    <a:gd name="connsiteX1249" fmla="*/ 493129 w 591813"/>
                    <a:gd name="connsiteY1249" fmla="*/ 324255 h 594332"/>
                    <a:gd name="connsiteX1250" fmla="*/ 493511 w 591813"/>
                    <a:gd name="connsiteY1250" fmla="*/ 323850 h 594332"/>
                    <a:gd name="connsiteX1251" fmla="*/ 493916 w 591813"/>
                    <a:gd name="connsiteY1251" fmla="*/ 323445 h 594332"/>
                    <a:gd name="connsiteX1252" fmla="*/ 494298 w 591813"/>
                    <a:gd name="connsiteY1252" fmla="*/ 323040 h 594332"/>
                    <a:gd name="connsiteX1253" fmla="*/ 494703 w 591813"/>
                    <a:gd name="connsiteY1253" fmla="*/ 322658 h 594332"/>
                    <a:gd name="connsiteX1254" fmla="*/ 495108 w 591813"/>
                    <a:gd name="connsiteY1254" fmla="*/ 322253 h 594332"/>
                    <a:gd name="connsiteX1255" fmla="*/ 495490 w 591813"/>
                    <a:gd name="connsiteY1255" fmla="*/ 321848 h 594332"/>
                    <a:gd name="connsiteX1256" fmla="*/ 495895 w 591813"/>
                    <a:gd name="connsiteY1256" fmla="*/ 321466 h 594332"/>
                    <a:gd name="connsiteX1257" fmla="*/ 496277 w 591813"/>
                    <a:gd name="connsiteY1257" fmla="*/ 321061 h 594332"/>
                    <a:gd name="connsiteX1258" fmla="*/ 496682 w 591813"/>
                    <a:gd name="connsiteY1258" fmla="*/ 320656 h 594332"/>
                    <a:gd name="connsiteX1259" fmla="*/ 497064 w 591813"/>
                    <a:gd name="connsiteY1259" fmla="*/ 320274 h 594332"/>
                    <a:gd name="connsiteX1260" fmla="*/ 497469 w 591813"/>
                    <a:gd name="connsiteY1260" fmla="*/ 319869 h 594332"/>
                    <a:gd name="connsiteX1261" fmla="*/ 497852 w 591813"/>
                    <a:gd name="connsiteY1261" fmla="*/ 319464 h 594332"/>
                    <a:gd name="connsiteX1262" fmla="*/ 498256 w 591813"/>
                    <a:gd name="connsiteY1262" fmla="*/ 319060 h 594332"/>
                    <a:gd name="connsiteX1263" fmla="*/ 498662 w 591813"/>
                    <a:gd name="connsiteY1263" fmla="*/ 318677 h 594332"/>
                    <a:gd name="connsiteX1264" fmla="*/ 499044 w 591813"/>
                    <a:gd name="connsiteY1264" fmla="*/ 318273 h 594332"/>
                    <a:gd name="connsiteX1265" fmla="*/ 499448 w 591813"/>
                    <a:gd name="connsiteY1265" fmla="*/ 317868 h 594332"/>
                    <a:gd name="connsiteX1266" fmla="*/ 499831 w 591813"/>
                    <a:gd name="connsiteY1266" fmla="*/ 317463 h 594332"/>
                    <a:gd name="connsiteX1267" fmla="*/ 500236 w 591813"/>
                    <a:gd name="connsiteY1267" fmla="*/ 317058 h 594332"/>
                    <a:gd name="connsiteX1268" fmla="*/ 500618 w 591813"/>
                    <a:gd name="connsiteY1268" fmla="*/ 316653 h 594332"/>
                    <a:gd name="connsiteX1269" fmla="*/ 501022 w 591813"/>
                    <a:gd name="connsiteY1269" fmla="*/ 316248 h 594332"/>
                    <a:gd name="connsiteX1270" fmla="*/ 501405 w 591813"/>
                    <a:gd name="connsiteY1270" fmla="*/ 315844 h 594332"/>
                    <a:gd name="connsiteX1271" fmla="*/ 501810 w 591813"/>
                    <a:gd name="connsiteY1271" fmla="*/ 315439 h 594332"/>
                    <a:gd name="connsiteX1272" fmla="*/ 502214 w 591813"/>
                    <a:gd name="connsiteY1272" fmla="*/ 315012 h 594332"/>
                    <a:gd name="connsiteX1273" fmla="*/ 502597 w 591813"/>
                    <a:gd name="connsiteY1273" fmla="*/ 314607 h 594332"/>
                    <a:gd name="connsiteX1274" fmla="*/ 503002 w 591813"/>
                    <a:gd name="connsiteY1274" fmla="*/ 314202 h 594332"/>
                    <a:gd name="connsiteX1275" fmla="*/ 503384 w 591813"/>
                    <a:gd name="connsiteY1275" fmla="*/ 313797 h 594332"/>
                    <a:gd name="connsiteX1276" fmla="*/ 503789 w 591813"/>
                    <a:gd name="connsiteY1276" fmla="*/ 313392 h 594332"/>
                    <a:gd name="connsiteX1277" fmla="*/ 504171 w 591813"/>
                    <a:gd name="connsiteY1277" fmla="*/ 312988 h 594332"/>
                    <a:gd name="connsiteX1278" fmla="*/ 504576 w 591813"/>
                    <a:gd name="connsiteY1278" fmla="*/ 312560 h 594332"/>
                    <a:gd name="connsiteX1279" fmla="*/ 504958 w 591813"/>
                    <a:gd name="connsiteY1279" fmla="*/ 312155 h 594332"/>
                    <a:gd name="connsiteX1280" fmla="*/ 505363 w 591813"/>
                    <a:gd name="connsiteY1280" fmla="*/ 311751 h 594332"/>
                    <a:gd name="connsiteX1281" fmla="*/ 505768 w 591813"/>
                    <a:gd name="connsiteY1281" fmla="*/ 311346 h 594332"/>
                    <a:gd name="connsiteX1282" fmla="*/ 506150 w 591813"/>
                    <a:gd name="connsiteY1282" fmla="*/ 310941 h 594332"/>
                    <a:gd name="connsiteX1283" fmla="*/ 506555 w 591813"/>
                    <a:gd name="connsiteY1283" fmla="*/ 310536 h 594332"/>
                    <a:gd name="connsiteX1284" fmla="*/ 506938 w 591813"/>
                    <a:gd name="connsiteY1284" fmla="*/ 310109 h 594332"/>
                    <a:gd name="connsiteX1285" fmla="*/ 507342 w 591813"/>
                    <a:gd name="connsiteY1285" fmla="*/ 309704 h 594332"/>
                    <a:gd name="connsiteX1286" fmla="*/ 507724 w 591813"/>
                    <a:gd name="connsiteY1286" fmla="*/ 309299 h 594332"/>
                    <a:gd name="connsiteX1287" fmla="*/ 508130 w 591813"/>
                    <a:gd name="connsiteY1287" fmla="*/ 308894 h 594332"/>
                    <a:gd name="connsiteX1288" fmla="*/ 508534 w 591813"/>
                    <a:gd name="connsiteY1288" fmla="*/ 308490 h 594332"/>
                    <a:gd name="connsiteX1289" fmla="*/ 508916 w 591813"/>
                    <a:gd name="connsiteY1289" fmla="*/ 308085 h 594332"/>
                    <a:gd name="connsiteX1290" fmla="*/ 509322 w 591813"/>
                    <a:gd name="connsiteY1290" fmla="*/ 307680 h 594332"/>
                    <a:gd name="connsiteX1291" fmla="*/ 509704 w 591813"/>
                    <a:gd name="connsiteY1291" fmla="*/ 307275 h 594332"/>
                    <a:gd name="connsiteX1292" fmla="*/ 510108 w 591813"/>
                    <a:gd name="connsiteY1292" fmla="*/ 306870 h 594332"/>
                    <a:gd name="connsiteX1293" fmla="*/ 510491 w 591813"/>
                    <a:gd name="connsiteY1293" fmla="*/ 306443 h 594332"/>
                    <a:gd name="connsiteX1294" fmla="*/ 510896 w 591813"/>
                    <a:gd name="connsiteY1294" fmla="*/ 306038 h 594332"/>
                    <a:gd name="connsiteX1295" fmla="*/ 511278 w 591813"/>
                    <a:gd name="connsiteY1295" fmla="*/ 305633 h 594332"/>
                    <a:gd name="connsiteX1296" fmla="*/ 511683 w 591813"/>
                    <a:gd name="connsiteY1296" fmla="*/ 305229 h 594332"/>
                    <a:gd name="connsiteX1297" fmla="*/ 512088 w 591813"/>
                    <a:gd name="connsiteY1297" fmla="*/ 304824 h 594332"/>
                    <a:gd name="connsiteX1298" fmla="*/ 512470 w 591813"/>
                    <a:gd name="connsiteY1298" fmla="*/ 304419 h 594332"/>
                    <a:gd name="connsiteX1299" fmla="*/ 512875 w 591813"/>
                    <a:gd name="connsiteY1299" fmla="*/ 303992 h 594332"/>
                    <a:gd name="connsiteX1300" fmla="*/ 513257 w 591813"/>
                    <a:gd name="connsiteY1300" fmla="*/ 303587 h 594332"/>
                    <a:gd name="connsiteX1301" fmla="*/ 513662 w 591813"/>
                    <a:gd name="connsiteY1301" fmla="*/ 303182 h 594332"/>
                    <a:gd name="connsiteX1302" fmla="*/ 514044 w 591813"/>
                    <a:gd name="connsiteY1302" fmla="*/ 302777 h 594332"/>
                    <a:gd name="connsiteX1303" fmla="*/ 514449 w 591813"/>
                    <a:gd name="connsiteY1303" fmla="*/ 302350 h 594332"/>
                    <a:gd name="connsiteX1304" fmla="*/ 514831 w 591813"/>
                    <a:gd name="connsiteY1304" fmla="*/ 301945 h 594332"/>
                    <a:gd name="connsiteX1305" fmla="*/ 515236 w 591813"/>
                    <a:gd name="connsiteY1305" fmla="*/ 301540 h 594332"/>
                    <a:gd name="connsiteX1306" fmla="*/ 515641 w 591813"/>
                    <a:gd name="connsiteY1306" fmla="*/ 301135 h 594332"/>
                    <a:gd name="connsiteX1307" fmla="*/ 516023 w 591813"/>
                    <a:gd name="connsiteY1307" fmla="*/ 300731 h 594332"/>
                    <a:gd name="connsiteX1308" fmla="*/ 516428 w 591813"/>
                    <a:gd name="connsiteY1308" fmla="*/ 300303 h 594332"/>
                    <a:gd name="connsiteX1309" fmla="*/ 516810 w 591813"/>
                    <a:gd name="connsiteY1309" fmla="*/ 299899 h 594332"/>
                    <a:gd name="connsiteX1310" fmla="*/ 517215 w 591813"/>
                    <a:gd name="connsiteY1310" fmla="*/ 299494 h 594332"/>
                    <a:gd name="connsiteX1311" fmla="*/ 517598 w 591813"/>
                    <a:gd name="connsiteY1311" fmla="*/ 299089 h 594332"/>
                    <a:gd name="connsiteX1312" fmla="*/ 518002 w 591813"/>
                    <a:gd name="connsiteY1312" fmla="*/ 298684 h 594332"/>
                    <a:gd name="connsiteX1313" fmla="*/ 518385 w 591813"/>
                    <a:gd name="connsiteY1313" fmla="*/ 298302 h 594332"/>
                    <a:gd name="connsiteX1314" fmla="*/ 518790 w 591813"/>
                    <a:gd name="connsiteY1314" fmla="*/ 297897 h 594332"/>
                    <a:gd name="connsiteX1315" fmla="*/ 519194 w 591813"/>
                    <a:gd name="connsiteY1315" fmla="*/ 297492 h 594332"/>
                    <a:gd name="connsiteX1316" fmla="*/ 519576 w 591813"/>
                    <a:gd name="connsiteY1316" fmla="*/ 297110 h 594332"/>
                    <a:gd name="connsiteX1317" fmla="*/ 519982 w 591813"/>
                    <a:gd name="connsiteY1317" fmla="*/ 296705 h 594332"/>
                    <a:gd name="connsiteX1318" fmla="*/ 520364 w 591813"/>
                    <a:gd name="connsiteY1318" fmla="*/ 296300 h 594332"/>
                    <a:gd name="connsiteX1319" fmla="*/ 520768 w 591813"/>
                    <a:gd name="connsiteY1319" fmla="*/ 295918 h 594332"/>
                    <a:gd name="connsiteX1320" fmla="*/ 521151 w 591813"/>
                    <a:gd name="connsiteY1320" fmla="*/ 295536 h 594332"/>
                    <a:gd name="connsiteX1321" fmla="*/ 521556 w 591813"/>
                    <a:gd name="connsiteY1321" fmla="*/ 295131 h 594332"/>
                    <a:gd name="connsiteX1322" fmla="*/ 521938 w 591813"/>
                    <a:gd name="connsiteY1322" fmla="*/ 294748 h 594332"/>
                    <a:gd name="connsiteX1323" fmla="*/ 522343 w 591813"/>
                    <a:gd name="connsiteY1323" fmla="*/ 294344 h 594332"/>
                    <a:gd name="connsiteX1324" fmla="*/ 522748 w 591813"/>
                    <a:gd name="connsiteY1324" fmla="*/ 293961 h 594332"/>
                    <a:gd name="connsiteX1325" fmla="*/ 523107 w 591813"/>
                    <a:gd name="connsiteY1325" fmla="*/ 293579 h 594332"/>
                    <a:gd name="connsiteX1326" fmla="*/ 523535 w 591813"/>
                    <a:gd name="connsiteY1326" fmla="*/ 293197 h 594332"/>
                    <a:gd name="connsiteX1327" fmla="*/ 523895 w 591813"/>
                    <a:gd name="connsiteY1327" fmla="*/ 292792 h 594332"/>
                    <a:gd name="connsiteX1328" fmla="*/ 524299 w 591813"/>
                    <a:gd name="connsiteY1328" fmla="*/ 292410 h 594332"/>
                    <a:gd name="connsiteX1329" fmla="*/ 524682 w 591813"/>
                    <a:gd name="connsiteY1329" fmla="*/ 292027 h 594332"/>
                    <a:gd name="connsiteX1330" fmla="*/ 525087 w 591813"/>
                    <a:gd name="connsiteY1330" fmla="*/ 291622 h 594332"/>
                    <a:gd name="connsiteX1331" fmla="*/ 525491 w 591813"/>
                    <a:gd name="connsiteY1331" fmla="*/ 291240 h 594332"/>
                    <a:gd name="connsiteX1332" fmla="*/ 525874 w 591813"/>
                    <a:gd name="connsiteY1332" fmla="*/ 290858 h 594332"/>
                    <a:gd name="connsiteX1333" fmla="*/ 526278 w 591813"/>
                    <a:gd name="connsiteY1333" fmla="*/ 290475 h 594332"/>
                    <a:gd name="connsiteX1334" fmla="*/ 526661 w 591813"/>
                    <a:gd name="connsiteY1334" fmla="*/ 290071 h 594332"/>
                    <a:gd name="connsiteX1335" fmla="*/ 527066 w 591813"/>
                    <a:gd name="connsiteY1335" fmla="*/ 289688 h 594332"/>
                    <a:gd name="connsiteX1336" fmla="*/ 527448 w 591813"/>
                    <a:gd name="connsiteY1336" fmla="*/ 289306 h 594332"/>
                    <a:gd name="connsiteX1337" fmla="*/ 527853 w 591813"/>
                    <a:gd name="connsiteY1337" fmla="*/ 288924 h 594332"/>
                    <a:gd name="connsiteX1338" fmla="*/ 528235 w 591813"/>
                    <a:gd name="connsiteY1338" fmla="*/ 288541 h 594332"/>
                    <a:gd name="connsiteX1339" fmla="*/ 528640 w 591813"/>
                    <a:gd name="connsiteY1339" fmla="*/ 288159 h 594332"/>
                    <a:gd name="connsiteX1340" fmla="*/ 529045 w 591813"/>
                    <a:gd name="connsiteY1340" fmla="*/ 287754 h 594332"/>
                    <a:gd name="connsiteX1341" fmla="*/ 529427 w 591813"/>
                    <a:gd name="connsiteY1341" fmla="*/ 287372 h 594332"/>
                    <a:gd name="connsiteX1342" fmla="*/ 529832 w 591813"/>
                    <a:gd name="connsiteY1342" fmla="*/ 286990 h 594332"/>
                    <a:gd name="connsiteX1343" fmla="*/ 530214 w 591813"/>
                    <a:gd name="connsiteY1343" fmla="*/ 286607 h 594332"/>
                    <a:gd name="connsiteX1344" fmla="*/ 530619 w 591813"/>
                    <a:gd name="connsiteY1344" fmla="*/ 286225 h 594332"/>
                    <a:gd name="connsiteX1345" fmla="*/ 531001 w 591813"/>
                    <a:gd name="connsiteY1345" fmla="*/ 285843 h 594332"/>
                    <a:gd name="connsiteX1346" fmla="*/ 531406 w 591813"/>
                    <a:gd name="connsiteY1346" fmla="*/ 285483 h 594332"/>
                    <a:gd name="connsiteX1347" fmla="*/ 531789 w 591813"/>
                    <a:gd name="connsiteY1347" fmla="*/ 285100 h 594332"/>
                    <a:gd name="connsiteX1348" fmla="*/ 532193 w 591813"/>
                    <a:gd name="connsiteY1348" fmla="*/ 284718 h 594332"/>
                    <a:gd name="connsiteX1349" fmla="*/ 532598 w 591813"/>
                    <a:gd name="connsiteY1349" fmla="*/ 284336 h 594332"/>
                    <a:gd name="connsiteX1350" fmla="*/ 532981 w 591813"/>
                    <a:gd name="connsiteY1350" fmla="*/ 283976 h 594332"/>
                    <a:gd name="connsiteX1351" fmla="*/ 533385 w 591813"/>
                    <a:gd name="connsiteY1351" fmla="*/ 283594 h 594332"/>
                    <a:gd name="connsiteX1352" fmla="*/ 533767 w 591813"/>
                    <a:gd name="connsiteY1352" fmla="*/ 283211 h 594332"/>
                    <a:gd name="connsiteX1353" fmla="*/ 534172 w 591813"/>
                    <a:gd name="connsiteY1353" fmla="*/ 282851 h 594332"/>
                    <a:gd name="connsiteX1354" fmla="*/ 534555 w 591813"/>
                    <a:gd name="connsiteY1354" fmla="*/ 282469 h 594332"/>
                    <a:gd name="connsiteX1355" fmla="*/ 534959 w 591813"/>
                    <a:gd name="connsiteY1355" fmla="*/ 282109 h 594332"/>
                    <a:gd name="connsiteX1356" fmla="*/ 535342 w 591813"/>
                    <a:gd name="connsiteY1356" fmla="*/ 281749 h 594332"/>
                    <a:gd name="connsiteX1357" fmla="*/ 535747 w 591813"/>
                    <a:gd name="connsiteY1357" fmla="*/ 281367 h 594332"/>
                    <a:gd name="connsiteX1358" fmla="*/ 536151 w 591813"/>
                    <a:gd name="connsiteY1358" fmla="*/ 281007 h 594332"/>
                    <a:gd name="connsiteX1359" fmla="*/ 536534 w 591813"/>
                    <a:gd name="connsiteY1359" fmla="*/ 280647 h 594332"/>
                    <a:gd name="connsiteX1360" fmla="*/ 536939 w 591813"/>
                    <a:gd name="connsiteY1360" fmla="*/ 280265 h 594332"/>
                    <a:gd name="connsiteX1361" fmla="*/ 537321 w 591813"/>
                    <a:gd name="connsiteY1361" fmla="*/ 279905 h 594332"/>
                    <a:gd name="connsiteX1362" fmla="*/ 537726 w 591813"/>
                    <a:gd name="connsiteY1362" fmla="*/ 279523 h 594332"/>
                    <a:gd name="connsiteX1363" fmla="*/ 538108 w 591813"/>
                    <a:gd name="connsiteY1363" fmla="*/ 279163 h 594332"/>
                    <a:gd name="connsiteX1364" fmla="*/ 538513 w 591813"/>
                    <a:gd name="connsiteY1364" fmla="*/ 278781 h 594332"/>
                    <a:gd name="connsiteX1365" fmla="*/ 538918 w 591813"/>
                    <a:gd name="connsiteY1365" fmla="*/ 278421 h 594332"/>
                    <a:gd name="connsiteX1366" fmla="*/ 539300 w 591813"/>
                    <a:gd name="connsiteY1366" fmla="*/ 278039 h 594332"/>
                    <a:gd name="connsiteX1367" fmla="*/ 539705 w 591813"/>
                    <a:gd name="connsiteY1367" fmla="*/ 277679 h 594332"/>
                    <a:gd name="connsiteX1368" fmla="*/ 540087 w 591813"/>
                    <a:gd name="connsiteY1368" fmla="*/ 277297 h 594332"/>
                    <a:gd name="connsiteX1369" fmla="*/ 540492 w 591813"/>
                    <a:gd name="connsiteY1369" fmla="*/ 276937 h 594332"/>
                    <a:gd name="connsiteX1370" fmla="*/ 540875 w 591813"/>
                    <a:gd name="connsiteY1370" fmla="*/ 276554 h 594332"/>
                    <a:gd name="connsiteX1371" fmla="*/ 541279 w 591813"/>
                    <a:gd name="connsiteY1371" fmla="*/ 276172 h 594332"/>
                    <a:gd name="connsiteX1372" fmla="*/ 541661 w 591813"/>
                    <a:gd name="connsiteY1372" fmla="*/ 275812 h 594332"/>
                    <a:gd name="connsiteX1373" fmla="*/ 542066 w 591813"/>
                    <a:gd name="connsiteY1373" fmla="*/ 275430 h 594332"/>
                    <a:gd name="connsiteX1374" fmla="*/ 542471 w 591813"/>
                    <a:gd name="connsiteY1374" fmla="*/ 275070 h 594332"/>
                    <a:gd name="connsiteX1375" fmla="*/ 542853 w 591813"/>
                    <a:gd name="connsiteY1375" fmla="*/ 274688 h 594332"/>
                    <a:gd name="connsiteX1376" fmla="*/ 543258 w 591813"/>
                    <a:gd name="connsiteY1376" fmla="*/ 274305 h 594332"/>
                    <a:gd name="connsiteX1377" fmla="*/ 543641 w 591813"/>
                    <a:gd name="connsiteY1377" fmla="*/ 273946 h 594332"/>
                    <a:gd name="connsiteX1378" fmla="*/ 544045 w 591813"/>
                    <a:gd name="connsiteY1378" fmla="*/ 273563 h 594332"/>
                    <a:gd name="connsiteX1379" fmla="*/ 544427 w 591813"/>
                    <a:gd name="connsiteY1379" fmla="*/ 273203 h 594332"/>
                    <a:gd name="connsiteX1380" fmla="*/ 544832 w 591813"/>
                    <a:gd name="connsiteY1380" fmla="*/ 272821 h 594332"/>
                    <a:gd name="connsiteX1381" fmla="*/ 545215 w 591813"/>
                    <a:gd name="connsiteY1381" fmla="*/ 272461 h 594332"/>
                    <a:gd name="connsiteX1382" fmla="*/ 545620 w 591813"/>
                    <a:gd name="connsiteY1382" fmla="*/ 272101 h 594332"/>
                    <a:gd name="connsiteX1383" fmla="*/ 546024 w 591813"/>
                    <a:gd name="connsiteY1383" fmla="*/ 271742 h 594332"/>
                    <a:gd name="connsiteX1384" fmla="*/ 546407 w 591813"/>
                    <a:gd name="connsiteY1384" fmla="*/ 271382 h 594332"/>
                    <a:gd name="connsiteX1385" fmla="*/ 546812 w 591813"/>
                    <a:gd name="connsiteY1385" fmla="*/ 271022 h 594332"/>
                    <a:gd name="connsiteX1386" fmla="*/ 547194 w 591813"/>
                    <a:gd name="connsiteY1386" fmla="*/ 270662 h 594332"/>
                    <a:gd name="connsiteX1387" fmla="*/ 547599 w 591813"/>
                    <a:gd name="connsiteY1387" fmla="*/ 270302 h 594332"/>
                    <a:gd name="connsiteX1388" fmla="*/ 547981 w 591813"/>
                    <a:gd name="connsiteY1388" fmla="*/ 269942 h 594332"/>
                    <a:gd name="connsiteX1389" fmla="*/ 548386 w 591813"/>
                    <a:gd name="connsiteY1389" fmla="*/ 269605 h 594332"/>
                    <a:gd name="connsiteX1390" fmla="*/ 548768 w 591813"/>
                    <a:gd name="connsiteY1390" fmla="*/ 269245 h 594332"/>
                    <a:gd name="connsiteX1391" fmla="*/ 549173 w 591813"/>
                    <a:gd name="connsiteY1391" fmla="*/ 268885 h 594332"/>
                    <a:gd name="connsiteX1392" fmla="*/ 549578 w 591813"/>
                    <a:gd name="connsiteY1392" fmla="*/ 268526 h 594332"/>
                    <a:gd name="connsiteX1393" fmla="*/ 549960 w 591813"/>
                    <a:gd name="connsiteY1393" fmla="*/ 268188 h 594332"/>
                    <a:gd name="connsiteX1394" fmla="*/ 550365 w 591813"/>
                    <a:gd name="connsiteY1394" fmla="*/ 267828 h 594332"/>
                    <a:gd name="connsiteX1395" fmla="*/ 550747 w 591813"/>
                    <a:gd name="connsiteY1395" fmla="*/ 267469 h 594332"/>
                    <a:gd name="connsiteX1396" fmla="*/ 551152 w 591813"/>
                    <a:gd name="connsiteY1396" fmla="*/ 267131 h 594332"/>
                    <a:gd name="connsiteX1397" fmla="*/ 551535 w 591813"/>
                    <a:gd name="connsiteY1397" fmla="*/ 266771 h 594332"/>
                    <a:gd name="connsiteX1398" fmla="*/ 551939 w 591813"/>
                    <a:gd name="connsiteY1398" fmla="*/ 266434 h 594332"/>
                    <a:gd name="connsiteX1399" fmla="*/ 552321 w 591813"/>
                    <a:gd name="connsiteY1399" fmla="*/ 266074 h 594332"/>
                    <a:gd name="connsiteX1400" fmla="*/ 552726 w 591813"/>
                    <a:gd name="connsiteY1400" fmla="*/ 265737 h 594332"/>
                    <a:gd name="connsiteX1401" fmla="*/ 553131 w 591813"/>
                    <a:gd name="connsiteY1401" fmla="*/ 265400 h 594332"/>
                    <a:gd name="connsiteX1402" fmla="*/ 553513 w 591813"/>
                    <a:gd name="connsiteY1402" fmla="*/ 265062 h 594332"/>
                    <a:gd name="connsiteX1403" fmla="*/ 553918 w 591813"/>
                    <a:gd name="connsiteY1403" fmla="*/ 264725 h 594332"/>
                    <a:gd name="connsiteX1404" fmla="*/ 554301 w 591813"/>
                    <a:gd name="connsiteY1404" fmla="*/ 264365 h 594332"/>
                    <a:gd name="connsiteX1405" fmla="*/ 554705 w 591813"/>
                    <a:gd name="connsiteY1405" fmla="*/ 264028 h 594332"/>
                    <a:gd name="connsiteX1406" fmla="*/ 555088 w 591813"/>
                    <a:gd name="connsiteY1406" fmla="*/ 263690 h 594332"/>
                    <a:gd name="connsiteX1407" fmla="*/ 555493 w 591813"/>
                    <a:gd name="connsiteY1407" fmla="*/ 263353 h 594332"/>
                    <a:gd name="connsiteX1408" fmla="*/ 555897 w 591813"/>
                    <a:gd name="connsiteY1408" fmla="*/ 263038 h 594332"/>
                    <a:gd name="connsiteX1409" fmla="*/ 556280 w 591813"/>
                    <a:gd name="connsiteY1409" fmla="*/ 262701 h 594332"/>
                    <a:gd name="connsiteX1410" fmla="*/ 556684 w 591813"/>
                    <a:gd name="connsiteY1410" fmla="*/ 262363 h 594332"/>
                    <a:gd name="connsiteX1411" fmla="*/ 557067 w 591813"/>
                    <a:gd name="connsiteY1411" fmla="*/ 262026 h 594332"/>
                    <a:gd name="connsiteX1412" fmla="*/ 557472 w 591813"/>
                    <a:gd name="connsiteY1412" fmla="*/ 261689 h 594332"/>
                    <a:gd name="connsiteX1413" fmla="*/ 557854 w 591813"/>
                    <a:gd name="connsiteY1413" fmla="*/ 261351 h 594332"/>
                    <a:gd name="connsiteX1414" fmla="*/ 558259 w 591813"/>
                    <a:gd name="connsiteY1414" fmla="*/ 261014 h 594332"/>
                    <a:gd name="connsiteX1415" fmla="*/ 558641 w 591813"/>
                    <a:gd name="connsiteY1415" fmla="*/ 260677 h 594332"/>
                    <a:gd name="connsiteX1416" fmla="*/ 559046 w 591813"/>
                    <a:gd name="connsiteY1416" fmla="*/ 260339 h 594332"/>
                    <a:gd name="connsiteX1417" fmla="*/ 559450 w 591813"/>
                    <a:gd name="connsiteY1417" fmla="*/ 260002 h 594332"/>
                    <a:gd name="connsiteX1418" fmla="*/ 559833 w 591813"/>
                    <a:gd name="connsiteY1418" fmla="*/ 259665 h 594332"/>
                    <a:gd name="connsiteX1419" fmla="*/ 560238 w 591813"/>
                    <a:gd name="connsiteY1419" fmla="*/ 259327 h 594332"/>
                    <a:gd name="connsiteX1420" fmla="*/ 560620 w 591813"/>
                    <a:gd name="connsiteY1420" fmla="*/ 258990 h 594332"/>
                    <a:gd name="connsiteX1421" fmla="*/ 561025 w 591813"/>
                    <a:gd name="connsiteY1421" fmla="*/ 258653 h 594332"/>
                    <a:gd name="connsiteX1422" fmla="*/ 561407 w 591813"/>
                    <a:gd name="connsiteY1422" fmla="*/ 258315 h 594332"/>
                    <a:gd name="connsiteX1423" fmla="*/ 561812 w 591813"/>
                    <a:gd name="connsiteY1423" fmla="*/ 257978 h 594332"/>
                    <a:gd name="connsiteX1424" fmla="*/ 562195 w 591813"/>
                    <a:gd name="connsiteY1424" fmla="*/ 257618 h 594332"/>
                    <a:gd name="connsiteX1425" fmla="*/ 562599 w 591813"/>
                    <a:gd name="connsiteY1425" fmla="*/ 257281 h 594332"/>
                    <a:gd name="connsiteX1426" fmla="*/ 563004 w 591813"/>
                    <a:gd name="connsiteY1426" fmla="*/ 256921 h 594332"/>
                    <a:gd name="connsiteX1427" fmla="*/ 563386 w 591813"/>
                    <a:gd name="connsiteY1427" fmla="*/ 256561 h 594332"/>
                    <a:gd name="connsiteX1428" fmla="*/ 563791 w 591813"/>
                    <a:gd name="connsiteY1428" fmla="*/ 256224 h 594332"/>
                    <a:gd name="connsiteX1429" fmla="*/ 564173 w 591813"/>
                    <a:gd name="connsiteY1429" fmla="*/ 255864 h 594332"/>
                    <a:gd name="connsiteX1430" fmla="*/ 564578 w 591813"/>
                    <a:gd name="connsiteY1430" fmla="*/ 255482 h 594332"/>
                    <a:gd name="connsiteX1431" fmla="*/ 564961 w 591813"/>
                    <a:gd name="connsiteY1431" fmla="*/ 255122 h 594332"/>
                    <a:gd name="connsiteX1432" fmla="*/ 565365 w 591813"/>
                    <a:gd name="connsiteY1432" fmla="*/ 254762 h 594332"/>
                    <a:gd name="connsiteX1433" fmla="*/ 565748 w 591813"/>
                    <a:gd name="connsiteY1433" fmla="*/ 254380 h 594332"/>
                    <a:gd name="connsiteX1434" fmla="*/ 566153 w 591813"/>
                    <a:gd name="connsiteY1434" fmla="*/ 254020 h 594332"/>
                    <a:gd name="connsiteX1435" fmla="*/ 566557 w 591813"/>
                    <a:gd name="connsiteY1435" fmla="*/ 253638 h 594332"/>
                    <a:gd name="connsiteX1436" fmla="*/ 566940 w 591813"/>
                    <a:gd name="connsiteY1436" fmla="*/ 253278 h 594332"/>
                    <a:gd name="connsiteX1437" fmla="*/ 567344 w 591813"/>
                    <a:gd name="connsiteY1437" fmla="*/ 252895 h 594332"/>
                    <a:gd name="connsiteX1438" fmla="*/ 567727 w 591813"/>
                    <a:gd name="connsiteY1438" fmla="*/ 252513 h 594332"/>
                    <a:gd name="connsiteX1439" fmla="*/ 568132 w 591813"/>
                    <a:gd name="connsiteY1439" fmla="*/ 252108 h 594332"/>
                    <a:gd name="connsiteX1440" fmla="*/ 568514 w 591813"/>
                    <a:gd name="connsiteY1440" fmla="*/ 251726 h 594332"/>
                    <a:gd name="connsiteX1441" fmla="*/ 568919 w 591813"/>
                    <a:gd name="connsiteY1441" fmla="*/ 251321 h 594332"/>
                    <a:gd name="connsiteX1442" fmla="*/ 569324 w 591813"/>
                    <a:gd name="connsiteY1442" fmla="*/ 250939 h 594332"/>
                    <a:gd name="connsiteX1443" fmla="*/ 569706 w 591813"/>
                    <a:gd name="connsiteY1443" fmla="*/ 250511 h 594332"/>
                    <a:gd name="connsiteX1444" fmla="*/ 570111 w 591813"/>
                    <a:gd name="connsiteY1444" fmla="*/ 250107 h 594332"/>
                    <a:gd name="connsiteX1445" fmla="*/ 570493 w 591813"/>
                    <a:gd name="connsiteY1445" fmla="*/ 249679 h 594332"/>
                    <a:gd name="connsiteX1446" fmla="*/ 570898 w 591813"/>
                    <a:gd name="connsiteY1446" fmla="*/ 249252 h 594332"/>
                    <a:gd name="connsiteX1447" fmla="*/ 571280 w 591813"/>
                    <a:gd name="connsiteY1447" fmla="*/ 248825 h 594332"/>
                    <a:gd name="connsiteX1448" fmla="*/ 571685 w 591813"/>
                    <a:gd name="connsiteY1448" fmla="*/ 248375 h 594332"/>
                    <a:gd name="connsiteX1449" fmla="*/ 572067 w 591813"/>
                    <a:gd name="connsiteY1449" fmla="*/ 247925 h 594332"/>
                    <a:gd name="connsiteX1450" fmla="*/ 572472 w 591813"/>
                    <a:gd name="connsiteY1450" fmla="*/ 247453 h 594332"/>
                    <a:gd name="connsiteX1451" fmla="*/ 572877 w 591813"/>
                    <a:gd name="connsiteY1451" fmla="*/ 246981 h 594332"/>
                    <a:gd name="connsiteX1452" fmla="*/ 573259 w 591813"/>
                    <a:gd name="connsiteY1452" fmla="*/ 246508 h 594332"/>
                    <a:gd name="connsiteX1453" fmla="*/ 573664 w 591813"/>
                    <a:gd name="connsiteY1453" fmla="*/ 246014 h 594332"/>
                    <a:gd name="connsiteX1454" fmla="*/ 574047 w 591813"/>
                    <a:gd name="connsiteY1454" fmla="*/ 245496 h 594332"/>
                    <a:gd name="connsiteX1455" fmla="*/ 574451 w 591813"/>
                    <a:gd name="connsiteY1455" fmla="*/ 244979 h 594332"/>
                    <a:gd name="connsiteX1456" fmla="*/ 574833 w 591813"/>
                    <a:gd name="connsiteY1456" fmla="*/ 244439 h 594332"/>
                    <a:gd name="connsiteX1457" fmla="*/ 575238 w 591813"/>
                    <a:gd name="connsiteY1457" fmla="*/ 243900 h 594332"/>
                    <a:gd name="connsiteX1458" fmla="*/ 575621 w 591813"/>
                    <a:gd name="connsiteY1458" fmla="*/ 243360 h 594332"/>
                    <a:gd name="connsiteX1459" fmla="*/ 576025 w 591813"/>
                    <a:gd name="connsiteY1459" fmla="*/ 242775 h 594332"/>
                    <a:gd name="connsiteX1460" fmla="*/ 576430 w 591813"/>
                    <a:gd name="connsiteY1460" fmla="*/ 242190 h 594332"/>
                    <a:gd name="connsiteX1461" fmla="*/ 576813 w 591813"/>
                    <a:gd name="connsiteY1461" fmla="*/ 241606 h 594332"/>
                    <a:gd name="connsiteX1462" fmla="*/ 577217 w 591813"/>
                    <a:gd name="connsiteY1462" fmla="*/ 240976 h 594332"/>
                    <a:gd name="connsiteX1463" fmla="*/ 577600 w 591813"/>
                    <a:gd name="connsiteY1463" fmla="*/ 240346 h 594332"/>
                    <a:gd name="connsiteX1464" fmla="*/ 578004 w 591813"/>
                    <a:gd name="connsiteY1464" fmla="*/ 239694 h 594332"/>
                    <a:gd name="connsiteX1465" fmla="*/ 578387 w 591813"/>
                    <a:gd name="connsiteY1465" fmla="*/ 239042 h 594332"/>
                    <a:gd name="connsiteX1466" fmla="*/ 578792 w 591813"/>
                    <a:gd name="connsiteY1466" fmla="*/ 238345 h 594332"/>
                    <a:gd name="connsiteX1467" fmla="*/ 579174 w 591813"/>
                    <a:gd name="connsiteY1467" fmla="*/ 237647 h 594332"/>
                    <a:gd name="connsiteX1468" fmla="*/ 579579 w 591813"/>
                    <a:gd name="connsiteY1468" fmla="*/ 236905 h 594332"/>
                    <a:gd name="connsiteX1469" fmla="*/ 579984 w 591813"/>
                    <a:gd name="connsiteY1469" fmla="*/ 236163 h 594332"/>
                    <a:gd name="connsiteX1470" fmla="*/ 580366 w 591813"/>
                    <a:gd name="connsiteY1470" fmla="*/ 235376 h 594332"/>
                    <a:gd name="connsiteX1471" fmla="*/ 580771 w 591813"/>
                    <a:gd name="connsiteY1471" fmla="*/ 234589 h 594332"/>
                    <a:gd name="connsiteX1472" fmla="*/ 581153 w 591813"/>
                    <a:gd name="connsiteY1472" fmla="*/ 233757 h 594332"/>
                    <a:gd name="connsiteX1473" fmla="*/ 581558 w 591813"/>
                    <a:gd name="connsiteY1473" fmla="*/ 232902 h 594332"/>
                    <a:gd name="connsiteX1474" fmla="*/ 581940 w 591813"/>
                    <a:gd name="connsiteY1474" fmla="*/ 232025 h 594332"/>
                    <a:gd name="connsiteX1475" fmla="*/ 582345 w 591813"/>
                    <a:gd name="connsiteY1475" fmla="*/ 231103 h 594332"/>
                    <a:gd name="connsiteX1476" fmla="*/ 582727 w 591813"/>
                    <a:gd name="connsiteY1476" fmla="*/ 230136 h 594332"/>
                    <a:gd name="connsiteX1477" fmla="*/ 583132 w 591813"/>
                    <a:gd name="connsiteY1477" fmla="*/ 229169 h 594332"/>
                    <a:gd name="connsiteX1478" fmla="*/ 583537 w 591813"/>
                    <a:gd name="connsiteY1478" fmla="*/ 228134 h 594332"/>
                    <a:gd name="connsiteX1479" fmla="*/ 583919 w 591813"/>
                    <a:gd name="connsiteY1479" fmla="*/ 227055 h 594332"/>
                    <a:gd name="connsiteX1480" fmla="*/ 584324 w 591813"/>
                    <a:gd name="connsiteY1480" fmla="*/ 225953 h 594332"/>
                    <a:gd name="connsiteX1481" fmla="*/ 584707 w 591813"/>
                    <a:gd name="connsiteY1481" fmla="*/ 224783 h 594332"/>
                    <a:gd name="connsiteX1482" fmla="*/ 585111 w 591813"/>
                    <a:gd name="connsiteY1482" fmla="*/ 223569 h 594332"/>
                    <a:gd name="connsiteX1483" fmla="*/ 585493 w 591813"/>
                    <a:gd name="connsiteY1483" fmla="*/ 222287 h 594332"/>
                    <a:gd name="connsiteX1484" fmla="*/ 585898 w 591813"/>
                    <a:gd name="connsiteY1484" fmla="*/ 220960 h 594332"/>
                    <a:gd name="connsiteX1485" fmla="*/ 586303 w 591813"/>
                    <a:gd name="connsiteY1485" fmla="*/ 219566 h 594332"/>
                    <a:gd name="connsiteX1486" fmla="*/ 586686 w 591813"/>
                    <a:gd name="connsiteY1486" fmla="*/ 218104 h 594332"/>
                    <a:gd name="connsiteX1487" fmla="*/ 587090 w 591813"/>
                    <a:gd name="connsiteY1487" fmla="*/ 216575 h 594332"/>
                    <a:gd name="connsiteX1488" fmla="*/ 587473 w 591813"/>
                    <a:gd name="connsiteY1488" fmla="*/ 214955 h 594332"/>
                    <a:gd name="connsiteX1489" fmla="*/ 587878 w 591813"/>
                    <a:gd name="connsiteY1489" fmla="*/ 213269 h 594332"/>
                    <a:gd name="connsiteX1490" fmla="*/ 588260 w 591813"/>
                    <a:gd name="connsiteY1490" fmla="*/ 211492 h 594332"/>
                    <a:gd name="connsiteX1491" fmla="*/ 588665 w 591813"/>
                    <a:gd name="connsiteY1491" fmla="*/ 209625 h 594332"/>
                    <a:gd name="connsiteX1492" fmla="*/ 589047 w 591813"/>
                    <a:gd name="connsiteY1492" fmla="*/ 207646 h 594332"/>
                    <a:gd name="connsiteX1493" fmla="*/ 589452 w 591813"/>
                    <a:gd name="connsiteY1493" fmla="*/ 205600 h 594332"/>
                    <a:gd name="connsiteX1494" fmla="*/ 589856 w 591813"/>
                    <a:gd name="connsiteY1494" fmla="*/ 203396 h 594332"/>
                    <a:gd name="connsiteX1495" fmla="*/ 590239 w 591813"/>
                    <a:gd name="connsiteY1495" fmla="*/ 201102 h 594332"/>
                    <a:gd name="connsiteX1496" fmla="*/ 590644 w 591813"/>
                    <a:gd name="connsiteY1496" fmla="*/ 198695 h 594332"/>
                    <a:gd name="connsiteX1497" fmla="*/ 591026 w 591813"/>
                    <a:gd name="connsiteY1497" fmla="*/ 196199 h 594332"/>
                    <a:gd name="connsiteX1498" fmla="*/ 591431 w 591813"/>
                    <a:gd name="connsiteY1498" fmla="*/ 193815 h 594332"/>
                    <a:gd name="connsiteX1499" fmla="*/ 591813 w 591813"/>
                    <a:gd name="connsiteY1499" fmla="*/ 191139 h 594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Lst>
                  <a:rect l="l" t="t" r="r" b="b"/>
                  <a:pathLst>
                    <a:path w="591813" h="594332">
                      <a:moveTo>
                        <a:pt x="0" y="75295"/>
                      </a:moveTo>
                      <a:lnTo>
                        <a:pt x="405" y="74733"/>
                      </a:lnTo>
                      <a:lnTo>
                        <a:pt x="787" y="74171"/>
                      </a:lnTo>
                      <a:lnTo>
                        <a:pt x="1191" y="73608"/>
                      </a:lnTo>
                      <a:lnTo>
                        <a:pt x="1574" y="73046"/>
                      </a:lnTo>
                      <a:lnTo>
                        <a:pt x="1979" y="72506"/>
                      </a:lnTo>
                      <a:lnTo>
                        <a:pt x="2383" y="71944"/>
                      </a:lnTo>
                      <a:lnTo>
                        <a:pt x="2766" y="71404"/>
                      </a:lnTo>
                      <a:lnTo>
                        <a:pt x="3171" y="70842"/>
                      </a:lnTo>
                      <a:lnTo>
                        <a:pt x="3553" y="70302"/>
                      </a:lnTo>
                      <a:lnTo>
                        <a:pt x="3958" y="69740"/>
                      </a:lnTo>
                      <a:lnTo>
                        <a:pt x="4340" y="69200"/>
                      </a:lnTo>
                      <a:lnTo>
                        <a:pt x="4745" y="68638"/>
                      </a:lnTo>
                      <a:lnTo>
                        <a:pt x="5150" y="68098"/>
                      </a:lnTo>
                      <a:lnTo>
                        <a:pt x="5532" y="67559"/>
                      </a:lnTo>
                      <a:lnTo>
                        <a:pt x="5937" y="67019"/>
                      </a:lnTo>
                      <a:lnTo>
                        <a:pt x="6319" y="66479"/>
                      </a:lnTo>
                      <a:lnTo>
                        <a:pt x="6724" y="65917"/>
                      </a:lnTo>
                      <a:lnTo>
                        <a:pt x="7107" y="65377"/>
                      </a:lnTo>
                      <a:lnTo>
                        <a:pt x="7511" y="64837"/>
                      </a:lnTo>
                      <a:lnTo>
                        <a:pt x="7893" y="64320"/>
                      </a:lnTo>
                      <a:lnTo>
                        <a:pt x="8299" y="63780"/>
                      </a:lnTo>
                      <a:lnTo>
                        <a:pt x="8703" y="63241"/>
                      </a:lnTo>
                      <a:lnTo>
                        <a:pt x="9085" y="62701"/>
                      </a:lnTo>
                      <a:lnTo>
                        <a:pt x="9491" y="62184"/>
                      </a:lnTo>
                      <a:lnTo>
                        <a:pt x="9873" y="61644"/>
                      </a:lnTo>
                      <a:lnTo>
                        <a:pt x="10277" y="61127"/>
                      </a:lnTo>
                      <a:lnTo>
                        <a:pt x="10660" y="60587"/>
                      </a:lnTo>
                      <a:lnTo>
                        <a:pt x="11065" y="60070"/>
                      </a:lnTo>
                      <a:lnTo>
                        <a:pt x="11447" y="59552"/>
                      </a:lnTo>
                      <a:lnTo>
                        <a:pt x="11852" y="59013"/>
                      </a:lnTo>
                      <a:lnTo>
                        <a:pt x="12257" y="58495"/>
                      </a:lnTo>
                      <a:lnTo>
                        <a:pt x="12639" y="57978"/>
                      </a:lnTo>
                      <a:lnTo>
                        <a:pt x="13044" y="57461"/>
                      </a:lnTo>
                      <a:lnTo>
                        <a:pt x="13426" y="56944"/>
                      </a:lnTo>
                      <a:lnTo>
                        <a:pt x="13831" y="56426"/>
                      </a:lnTo>
                      <a:lnTo>
                        <a:pt x="14213" y="55909"/>
                      </a:lnTo>
                      <a:lnTo>
                        <a:pt x="14618" y="55414"/>
                      </a:lnTo>
                      <a:lnTo>
                        <a:pt x="15000" y="54897"/>
                      </a:lnTo>
                      <a:lnTo>
                        <a:pt x="15405" y="54402"/>
                      </a:lnTo>
                      <a:lnTo>
                        <a:pt x="15810" y="53908"/>
                      </a:lnTo>
                      <a:lnTo>
                        <a:pt x="16192" y="53390"/>
                      </a:lnTo>
                      <a:lnTo>
                        <a:pt x="16597" y="52896"/>
                      </a:lnTo>
                      <a:lnTo>
                        <a:pt x="16979" y="52401"/>
                      </a:lnTo>
                      <a:lnTo>
                        <a:pt x="17384" y="51928"/>
                      </a:lnTo>
                      <a:lnTo>
                        <a:pt x="17767" y="51434"/>
                      </a:lnTo>
                      <a:lnTo>
                        <a:pt x="18171" y="50939"/>
                      </a:lnTo>
                      <a:lnTo>
                        <a:pt x="18576" y="50467"/>
                      </a:lnTo>
                      <a:lnTo>
                        <a:pt x="18959" y="49994"/>
                      </a:lnTo>
                      <a:lnTo>
                        <a:pt x="19363" y="49522"/>
                      </a:lnTo>
                      <a:lnTo>
                        <a:pt x="19745" y="49050"/>
                      </a:lnTo>
                      <a:lnTo>
                        <a:pt x="20151" y="48577"/>
                      </a:lnTo>
                      <a:lnTo>
                        <a:pt x="20533" y="48128"/>
                      </a:lnTo>
                      <a:lnTo>
                        <a:pt x="20937" y="47655"/>
                      </a:lnTo>
                      <a:lnTo>
                        <a:pt x="21320" y="47206"/>
                      </a:lnTo>
                      <a:lnTo>
                        <a:pt x="21725" y="46778"/>
                      </a:lnTo>
                      <a:lnTo>
                        <a:pt x="22129" y="46329"/>
                      </a:lnTo>
                      <a:lnTo>
                        <a:pt x="22512" y="45901"/>
                      </a:lnTo>
                      <a:lnTo>
                        <a:pt x="22917" y="45474"/>
                      </a:lnTo>
                      <a:lnTo>
                        <a:pt x="23299" y="45069"/>
                      </a:lnTo>
                      <a:lnTo>
                        <a:pt x="23704" y="44664"/>
                      </a:lnTo>
                      <a:lnTo>
                        <a:pt x="24086" y="44259"/>
                      </a:lnTo>
                      <a:lnTo>
                        <a:pt x="24491" y="43877"/>
                      </a:lnTo>
                      <a:lnTo>
                        <a:pt x="24873" y="43495"/>
                      </a:lnTo>
                      <a:lnTo>
                        <a:pt x="25278" y="43135"/>
                      </a:lnTo>
                      <a:lnTo>
                        <a:pt x="25683" y="42753"/>
                      </a:lnTo>
                      <a:lnTo>
                        <a:pt x="26065" y="42415"/>
                      </a:lnTo>
                      <a:lnTo>
                        <a:pt x="26470" y="42056"/>
                      </a:lnTo>
                      <a:lnTo>
                        <a:pt x="26852" y="41718"/>
                      </a:lnTo>
                      <a:lnTo>
                        <a:pt x="27257" y="41403"/>
                      </a:lnTo>
                      <a:lnTo>
                        <a:pt x="27639" y="41088"/>
                      </a:lnTo>
                      <a:lnTo>
                        <a:pt x="28044" y="40796"/>
                      </a:lnTo>
                      <a:lnTo>
                        <a:pt x="28427" y="40481"/>
                      </a:lnTo>
                      <a:lnTo>
                        <a:pt x="28831" y="40211"/>
                      </a:lnTo>
                      <a:lnTo>
                        <a:pt x="29236" y="39942"/>
                      </a:lnTo>
                      <a:lnTo>
                        <a:pt x="29619" y="39672"/>
                      </a:lnTo>
                      <a:lnTo>
                        <a:pt x="30023" y="39424"/>
                      </a:lnTo>
                      <a:lnTo>
                        <a:pt x="30405" y="39177"/>
                      </a:lnTo>
                      <a:lnTo>
                        <a:pt x="30811" y="38929"/>
                      </a:lnTo>
                      <a:lnTo>
                        <a:pt x="31193" y="38705"/>
                      </a:lnTo>
                      <a:lnTo>
                        <a:pt x="31597" y="38502"/>
                      </a:lnTo>
                      <a:lnTo>
                        <a:pt x="31980" y="38277"/>
                      </a:lnTo>
                      <a:lnTo>
                        <a:pt x="32385" y="38075"/>
                      </a:lnTo>
                      <a:lnTo>
                        <a:pt x="32789" y="37850"/>
                      </a:lnTo>
                      <a:lnTo>
                        <a:pt x="33172" y="37670"/>
                      </a:lnTo>
                      <a:lnTo>
                        <a:pt x="33577" y="37468"/>
                      </a:lnTo>
                      <a:lnTo>
                        <a:pt x="33959" y="37265"/>
                      </a:lnTo>
                      <a:lnTo>
                        <a:pt x="34364" y="37085"/>
                      </a:lnTo>
                      <a:lnTo>
                        <a:pt x="34746" y="36905"/>
                      </a:lnTo>
                      <a:lnTo>
                        <a:pt x="35151" y="36725"/>
                      </a:lnTo>
                      <a:lnTo>
                        <a:pt x="35556" y="36546"/>
                      </a:lnTo>
                      <a:lnTo>
                        <a:pt x="35938" y="36388"/>
                      </a:lnTo>
                      <a:lnTo>
                        <a:pt x="36343" y="36208"/>
                      </a:lnTo>
                      <a:lnTo>
                        <a:pt x="36725" y="36051"/>
                      </a:lnTo>
                      <a:lnTo>
                        <a:pt x="37130" y="35871"/>
                      </a:lnTo>
                      <a:lnTo>
                        <a:pt x="37512" y="35713"/>
                      </a:lnTo>
                      <a:lnTo>
                        <a:pt x="37917" y="35556"/>
                      </a:lnTo>
                      <a:lnTo>
                        <a:pt x="38299" y="35376"/>
                      </a:lnTo>
                      <a:lnTo>
                        <a:pt x="38704" y="35219"/>
                      </a:lnTo>
                      <a:lnTo>
                        <a:pt x="39109" y="35061"/>
                      </a:lnTo>
                      <a:lnTo>
                        <a:pt x="39491" y="34881"/>
                      </a:lnTo>
                      <a:lnTo>
                        <a:pt x="39897" y="34724"/>
                      </a:lnTo>
                      <a:lnTo>
                        <a:pt x="40279" y="34544"/>
                      </a:lnTo>
                      <a:lnTo>
                        <a:pt x="40683" y="34387"/>
                      </a:lnTo>
                      <a:lnTo>
                        <a:pt x="41065" y="34207"/>
                      </a:lnTo>
                      <a:lnTo>
                        <a:pt x="41471" y="34027"/>
                      </a:lnTo>
                      <a:lnTo>
                        <a:pt x="41853" y="33847"/>
                      </a:lnTo>
                      <a:lnTo>
                        <a:pt x="42257" y="33667"/>
                      </a:lnTo>
                      <a:lnTo>
                        <a:pt x="42663" y="33487"/>
                      </a:lnTo>
                      <a:lnTo>
                        <a:pt x="43045" y="33307"/>
                      </a:lnTo>
                      <a:lnTo>
                        <a:pt x="43449" y="33127"/>
                      </a:lnTo>
                      <a:lnTo>
                        <a:pt x="43832" y="32947"/>
                      </a:lnTo>
                      <a:lnTo>
                        <a:pt x="44214" y="32745"/>
                      </a:lnTo>
                      <a:lnTo>
                        <a:pt x="44619" y="32542"/>
                      </a:lnTo>
                      <a:lnTo>
                        <a:pt x="45024" y="32363"/>
                      </a:lnTo>
                      <a:lnTo>
                        <a:pt x="45384" y="32160"/>
                      </a:lnTo>
                      <a:lnTo>
                        <a:pt x="45811" y="31958"/>
                      </a:lnTo>
                      <a:lnTo>
                        <a:pt x="46193" y="31733"/>
                      </a:lnTo>
                      <a:lnTo>
                        <a:pt x="46576" y="31530"/>
                      </a:lnTo>
                      <a:lnTo>
                        <a:pt x="46980" y="31328"/>
                      </a:lnTo>
                      <a:lnTo>
                        <a:pt x="47363" y="31103"/>
                      </a:lnTo>
                      <a:lnTo>
                        <a:pt x="47768" y="30901"/>
                      </a:lnTo>
                      <a:lnTo>
                        <a:pt x="48150" y="30676"/>
                      </a:lnTo>
                      <a:lnTo>
                        <a:pt x="48555" y="30451"/>
                      </a:lnTo>
                      <a:lnTo>
                        <a:pt x="48959" y="30226"/>
                      </a:lnTo>
                      <a:lnTo>
                        <a:pt x="49342" y="30001"/>
                      </a:lnTo>
                      <a:lnTo>
                        <a:pt x="49747" y="29754"/>
                      </a:lnTo>
                      <a:lnTo>
                        <a:pt x="50129" y="29529"/>
                      </a:lnTo>
                      <a:lnTo>
                        <a:pt x="50534" y="29281"/>
                      </a:lnTo>
                      <a:lnTo>
                        <a:pt x="50916" y="29034"/>
                      </a:lnTo>
                      <a:lnTo>
                        <a:pt x="51321" y="28787"/>
                      </a:lnTo>
                      <a:lnTo>
                        <a:pt x="51704" y="28539"/>
                      </a:lnTo>
                      <a:lnTo>
                        <a:pt x="52108" y="28292"/>
                      </a:lnTo>
                      <a:lnTo>
                        <a:pt x="52513" y="28045"/>
                      </a:lnTo>
                      <a:lnTo>
                        <a:pt x="52895" y="27797"/>
                      </a:lnTo>
                      <a:lnTo>
                        <a:pt x="53300" y="27527"/>
                      </a:lnTo>
                      <a:lnTo>
                        <a:pt x="53682" y="27280"/>
                      </a:lnTo>
                      <a:lnTo>
                        <a:pt x="54087" y="27010"/>
                      </a:lnTo>
                      <a:lnTo>
                        <a:pt x="54470" y="26740"/>
                      </a:lnTo>
                      <a:lnTo>
                        <a:pt x="54874" y="26470"/>
                      </a:lnTo>
                      <a:lnTo>
                        <a:pt x="55257" y="26200"/>
                      </a:lnTo>
                      <a:lnTo>
                        <a:pt x="55662" y="25930"/>
                      </a:lnTo>
                      <a:lnTo>
                        <a:pt x="56066" y="25661"/>
                      </a:lnTo>
                      <a:lnTo>
                        <a:pt x="56449" y="25391"/>
                      </a:lnTo>
                      <a:lnTo>
                        <a:pt x="56853" y="25098"/>
                      </a:lnTo>
                      <a:lnTo>
                        <a:pt x="57236" y="24828"/>
                      </a:lnTo>
                      <a:lnTo>
                        <a:pt x="57641" y="24559"/>
                      </a:lnTo>
                      <a:lnTo>
                        <a:pt x="58023" y="24266"/>
                      </a:lnTo>
                      <a:lnTo>
                        <a:pt x="58428" y="23996"/>
                      </a:lnTo>
                      <a:lnTo>
                        <a:pt x="58810" y="23704"/>
                      </a:lnTo>
                      <a:lnTo>
                        <a:pt x="59215" y="23434"/>
                      </a:lnTo>
                      <a:lnTo>
                        <a:pt x="59619" y="23142"/>
                      </a:lnTo>
                      <a:lnTo>
                        <a:pt x="60002" y="22872"/>
                      </a:lnTo>
                      <a:lnTo>
                        <a:pt x="60407" y="22580"/>
                      </a:lnTo>
                      <a:lnTo>
                        <a:pt x="60789" y="22310"/>
                      </a:lnTo>
                      <a:lnTo>
                        <a:pt x="61194" y="22040"/>
                      </a:lnTo>
                      <a:lnTo>
                        <a:pt x="61576" y="21747"/>
                      </a:lnTo>
                      <a:lnTo>
                        <a:pt x="61981" y="21478"/>
                      </a:lnTo>
                      <a:lnTo>
                        <a:pt x="62364" y="21185"/>
                      </a:lnTo>
                      <a:lnTo>
                        <a:pt x="62768" y="20915"/>
                      </a:lnTo>
                      <a:lnTo>
                        <a:pt x="63173" y="20645"/>
                      </a:lnTo>
                      <a:lnTo>
                        <a:pt x="63555" y="20353"/>
                      </a:lnTo>
                      <a:lnTo>
                        <a:pt x="63960" y="20083"/>
                      </a:lnTo>
                      <a:lnTo>
                        <a:pt x="64342" y="19791"/>
                      </a:lnTo>
                      <a:lnTo>
                        <a:pt x="64747" y="19521"/>
                      </a:lnTo>
                      <a:lnTo>
                        <a:pt x="65130" y="19229"/>
                      </a:lnTo>
                      <a:lnTo>
                        <a:pt x="65534" y="18959"/>
                      </a:lnTo>
                      <a:lnTo>
                        <a:pt x="65939" y="18666"/>
                      </a:lnTo>
                      <a:lnTo>
                        <a:pt x="66322" y="18396"/>
                      </a:lnTo>
                      <a:lnTo>
                        <a:pt x="66726" y="18104"/>
                      </a:lnTo>
                      <a:lnTo>
                        <a:pt x="67109" y="17834"/>
                      </a:lnTo>
                      <a:lnTo>
                        <a:pt x="67513" y="17542"/>
                      </a:lnTo>
                      <a:lnTo>
                        <a:pt x="67896" y="17272"/>
                      </a:lnTo>
                      <a:lnTo>
                        <a:pt x="68301" y="16980"/>
                      </a:lnTo>
                      <a:lnTo>
                        <a:pt x="68683" y="16710"/>
                      </a:lnTo>
                      <a:lnTo>
                        <a:pt x="69088" y="16417"/>
                      </a:lnTo>
                      <a:lnTo>
                        <a:pt x="69493" y="16148"/>
                      </a:lnTo>
                      <a:lnTo>
                        <a:pt x="69875" y="15855"/>
                      </a:lnTo>
                      <a:lnTo>
                        <a:pt x="70280" y="15585"/>
                      </a:lnTo>
                      <a:lnTo>
                        <a:pt x="70662" y="15315"/>
                      </a:lnTo>
                      <a:lnTo>
                        <a:pt x="71067" y="15023"/>
                      </a:lnTo>
                      <a:lnTo>
                        <a:pt x="71449" y="14753"/>
                      </a:lnTo>
                      <a:lnTo>
                        <a:pt x="71854" y="14483"/>
                      </a:lnTo>
                      <a:lnTo>
                        <a:pt x="72236" y="14191"/>
                      </a:lnTo>
                      <a:lnTo>
                        <a:pt x="72641" y="13921"/>
                      </a:lnTo>
                      <a:lnTo>
                        <a:pt x="73046" y="13651"/>
                      </a:lnTo>
                      <a:lnTo>
                        <a:pt x="73428" y="13359"/>
                      </a:lnTo>
                      <a:lnTo>
                        <a:pt x="73833" y="13089"/>
                      </a:lnTo>
                      <a:lnTo>
                        <a:pt x="74216" y="12819"/>
                      </a:lnTo>
                      <a:lnTo>
                        <a:pt x="74620" y="12527"/>
                      </a:lnTo>
                      <a:lnTo>
                        <a:pt x="75002" y="12257"/>
                      </a:lnTo>
                      <a:lnTo>
                        <a:pt x="75407" y="11987"/>
                      </a:lnTo>
                      <a:lnTo>
                        <a:pt x="75790" y="11695"/>
                      </a:lnTo>
                      <a:lnTo>
                        <a:pt x="76194" y="11425"/>
                      </a:lnTo>
                      <a:lnTo>
                        <a:pt x="76599" y="11155"/>
                      </a:lnTo>
                      <a:lnTo>
                        <a:pt x="76982" y="10862"/>
                      </a:lnTo>
                      <a:lnTo>
                        <a:pt x="77386" y="10593"/>
                      </a:lnTo>
                      <a:lnTo>
                        <a:pt x="77769" y="10323"/>
                      </a:lnTo>
                      <a:lnTo>
                        <a:pt x="78173" y="10053"/>
                      </a:lnTo>
                      <a:lnTo>
                        <a:pt x="78556" y="9783"/>
                      </a:lnTo>
                      <a:lnTo>
                        <a:pt x="78961" y="9513"/>
                      </a:lnTo>
                      <a:lnTo>
                        <a:pt x="79343" y="9243"/>
                      </a:lnTo>
                      <a:lnTo>
                        <a:pt x="79748" y="8973"/>
                      </a:lnTo>
                      <a:lnTo>
                        <a:pt x="80153" y="8703"/>
                      </a:lnTo>
                      <a:lnTo>
                        <a:pt x="80535" y="8434"/>
                      </a:lnTo>
                      <a:lnTo>
                        <a:pt x="80940" y="8186"/>
                      </a:lnTo>
                      <a:lnTo>
                        <a:pt x="81322" y="7916"/>
                      </a:lnTo>
                      <a:lnTo>
                        <a:pt x="81727" y="7669"/>
                      </a:lnTo>
                      <a:lnTo>
                        <a:pt x="82109" y="7422"/>
                      </a:lnTo>
                      <a:lnTo>
                        <a:pt x="82514" y="7152"/>
                      </a:lnTo>
                      <a:lnTo>
                        <a:pt x="82919" y="6904"/>
                      </a:lnTo>
                      <a:lnTo>
                        <a:pt x="83301" y="6657"/>
                      </a:lnTo>
                      <a:lnTo>
                        <a:pt x="83706" y="6410"/>
                      </a:lnTo>
                      <a:lnTo>
                        <a:pt x="84088" y="6140"/>
                      </a:lnTo>
                      <a:lnTo>
                        <a:pt x="84493" y="5915"/>
                      </a:lnTo>
                      <a:lnTo>
                        <a:pt x="84876" y="5667"/>
                      </a:lnTo>
                      <a:lnTo>
                        <a:pt x="85280" y="5420"/>
                      </a:lnTo>
                      <a:lnTo>
                        <a:pt x="85662" y="5173"/>
                      </a:lnTo>
                      <a:lnTo>
                        <a:pt x="86067" y="4948"/>
                      </a:lnTo>
                      <a:lnTo>
                        <a:pt x="86472" y="4723"/>
                      </a:lnTo>
                      <a:lnTo>
                        <a:pt x="86854" y="4498"/>
                      </a:lnTo>
                      <a:lnTo>
                        <a:pt x="87259" y="4273"/>
                      </a:lnTo>
                      <a:lnTo>
                        <a:pt x="87642" y="4048"/>
                      </a:lnTo>
                      <a:lnTo>
                        <a:pt x="88047" y="3846"/>
                      </a:lnTo>
                      <a:lnTo>
                        <a:pt x="88429" y="3621"/>
                      </a:lnTo>
                      <a:lnTo>
                        <a:pt x="88834" y="3418"/>
                      </a:lnTo>
                      <a:lnTo>
                        <a:pt x="89216" y="3216"/>
                      </a:lnTo>
                      <a:lnTo>
                        <a:pt x="89621" y="3014"/>
                      </a:lnTo>
                      <a:lnTo>
                        <a:pt x="90025" y="2811"/>
                      </a:lnTo>
                      <a:lnTo>
                        <a:pt x="90408" y="2631"/>
                      </a:lnTo>
                      <a:lnTo>
                        <a:pt x="90813" y="2429"/>
                      </a:lnTo>
                      <a:lnTo>
                        <a:pt x="91195" y="2249"/>
                      </a:lnTo>
                      <a:lnTo>
                        <a:pt x="91600" y="2069"/>
                      </a:lnTo>
                      <a:lnTo>
                        <a:pt x="91982" y="1889"/>
                      </a:lnTo>
                      <a:lnTo>
                        <a:pt x="92387" y="1732"/>
                      </a:lnTo>
                      <a:lnTo>
                        <a:pt x="92770" y="1574"/>
                      </a:lnTo>
                      <a:lnTo>
                        <a:pt x="93174" y="1394"/>
                      </a:lnTo>
                      <a:lnTo>
                        <a:pt x="93579" y="1259"/>
                      </a:lnTo>
                      <a:lnTo>
                        <a:pt x="93961" y="1102"/>
                      </a:lnTo>
                      <a:lnTo>
                        <a:pt x="94366" y="967"/>
                      </a:lnTo>
                      <a:lnTo>
                        <a:pt x="94748" y="832"/>
                      </a:lnTo>
                      <a:lnTo>
                        <a:pt x="95153" y="720"/>
                      </a:lnTo>
                      <a:lnTo>
                        <a:pt x="95536" y="585"/>
                      </a:lnTo>
                      <a:lnTo>
                        <a:pt x="95940" y="495"/>
                      </a:lnTo>
                      <a:lnTo>
                        <a:pt x="96345" y="382"/>
                      </a:lnTo>
                      <a:lnTo>
                        <a:pt x="96727" y="292"/>
                      </a:lnTo>
                      <a:lnTo>
                        <a:pt x="97132" y="225"/>
                      </a:lnTo>
                      <a:lnTo>
                        <a:pt x="97515" y="157"/>
                      </a:lnTo>
                      <a:lnTo>
                        <a:pt x="97919" y="112"/>
                      </a:lnTo>
                      <a:lnTo>
                        <a:pt x="98302" y="67"/>
                      </a:lnTo>
                      <a:lnTo>
                        <a:pt x="98707" y="22"/>
                      </a:lnTo>
                      <a:lnTo>
                        <a:pt x="99089" y="22"/>
                      </a:lnTo>
                      <a:lnTo>
                        <a:pt x="99494" y="0"/>
                      </a:lnTo>
                      <a:lnTo>
                        <a:pt x="99899" y="22"/>
                      </a:lnTo>
                      <a:lnTo>
                        <a:pt x="100281" y="45"/>
                      </a:lnTo>
                      <a:lnTo>
                        <a:pt x="100685" y="67"/>
                      </a:lnTo>
                      <a:lnTo>
                        <a:pt x="101068" y="112"/>
                      </a:lnTo>
                      <a:lnTo>
                        <a:pt x="101473" y="180"/>
                      </a:lnTo>
                      <a:lnTo>
                        <a:pt x="101855" y="270"/>
                      </a:lnTo>
                      <a:lnTo>
                        <a:pt x="102260" y="360"/>
                      </a:lnTo>
                      <a:lnTo>
                        <a:pt x="102642" y="472"/>
                      </a:lnTo>
                      <a:lnTo>
                        <a:pt x="103047" y="607"/>
                      </a:lnTo>
                      <a:lnTo>
                        <a:pt x="103452" y="765"/>
                      </a:lnTo>
                      <a:lnTo>
                        <a:pt x="103834" y="922"/>
                      </a:lnTo>
                      <a:lnTo>
                        <a:pt x="104239" y="1124"/>
                      </a:lnTo>
                      <a:lnTo>
                        <a:pt x="104621" y="1327"/>
                      </a:lnTo>
                      <a:lnTo>
                        <a:pt x="105026" y="1552"/>
                      </a:lnTo>
                      <a:lnTo>
                        <a:pt x="105408" y="1799"/>
                      </a:lnTo>
                      <a:lnTo>
                        <a:pt x="105813" y="2047"/>
                      </a:lnTo>
                      <a:lnTo>
                        <a:pt x="106196" y="2339"/>
                      </a:lnTo>
                      <a:lnTo>
                        <a:pt x="106600" y="2631"/>
                      </a:lnTo>
                      <a:lnTo>
                        <a:pt x="107005" y="2969"/>
                      </a:lnTo>
                      <a:lnTo>
                        <a:pt x="107388" y="3306"/>
                      </a:lnTo>
                      <a:lnTo>
                        <a:pt x="107792" y="3688"/>
                      </a:lnTo>
                      <a:lnTo>
                        <a:pt x="108175" y="4071"/>
                      </a:lnTo>
                      <a:lnTo>
                        <a:pt x="108579" y="4475"/>
                      </a:lnTo>
                      <a:lnTo>
                        <a:pt x="108962" y="4925"/>
                      </a:lnTo>
                      <a:lnTo>
                        <a:pt x="109367" y="5375"/>
                      </a:lnTo>
                      <a:lnTo>
                        <a:pt x="109749" y="5847"/>
                      </a:lnTo>
                      <a:lnTo>
                        <a:pt x="110154" y="6365"/>
                      </a:lnTo>
                      <a:lnTo>
                        <a:pt x="110559" y="6882"/>
                      </a:lnTo>
                      <a:lnTo>
                        <a:pt x="110941" y="7444"/>
                      </a:lnTo>
                      <a:lnTo>
                        <a:pt x="111345" y="8029"/>
                      </a:lnTo>
                      <a:lnTo>
                        <a:pt x="111728" y="8636"/>
                      </a:lnTo>
                      <a:lnTo>
                        <a:pt x="112133" y="9288"/>
                      </a:lnTo>
                      <a:lnTo>
                        <a:pt x="112515" y="9940"/>
                      </a:lnTo>
                      <a:lnTo>
                        <a:pt x="112920" y="10638"/>
                      </a:lnTo>
                      <a:lnTo>
                        <a:pt x="113325" y="11357"/>
                      </a:lnTo>
                      <a:lnTo>
                        <a:pt x="113707" y="12099"/>
                      </a:lnTo>
                      <a:lnTo>
                        <a:pt x="114112" y="12864"/>
                      </a:lnTo>
                      <a:lnTo>
                        <a:pt x="114494" y="13674"/>
                      </a:lnTo>
                      <a:lnTo>
                        <a:pt x="114899" y="14506"/>
                      </a:lnTo>
                      <a:lnTo>
                        <a:pt x="115281" y="15360"/>
                      </a:lnTo>
                      <a:lnTo>
                        <a:pt x="115686" y="16260"/>
                      </a:lnTo>
                      <a:lnTo>
                        <a:pt x="116068" y="17182"/>
                      </a:lnTo>
                      <a:lnTo>
                        <a:pt x="116473" y="18127"/>
                      </a:lnTo>
                      <a:lnTo>
                        <a:pt x="116878" y="19116"/>
                      </a:lnTo>
                      <a:lnTo>
                        <a:pt x="117260" y="20128"/>
                      </a:lnTo>
                      <a:lnTo>
                        <a:pt x="117665" y="21163"/>
                      </a:lnTo>
                      <a:lnTo>
                        <a:pt x="118048" y="22220"/>
                      </a:lnTo>
                      <a:lnTo>
                        <a:pt x="118452" y="23322"/>
                      </a:lnTo>
                      <a:lnTo>
                        <a:pt x="118835" y="24469"/>
                      </a:lnTo>
                      <a:lnTo>
                        <a:pt x="119239" y="25616"/>
                      </a:lnTo>
                      <a:lnTo>
                        <a:pt x="119622" y="26808"/>
                      </a:lnTo>
                      <a:lnTo>
                        <a:pt x="120027" y="28045"/>
                      </a:lnTo>
                      <a:lnTo>
                        <a:pt x="120431" y="29281"/>
                      </a:lnTo>
                      <a:lnTo>
                        <a:pt x="120814" y="30563"/>
                      </a:lnTo>
                      <a:lnTo>
                        <a:pt x="121219" y="31868"/>
                      </a:lnTo>
                      <a:lnTo>
                        <a:pt x="121601" y="33217"/>
                      </a:lnTo>
                      <a:lnTo>
                        <a:pt x="122006" y="34566"/>
                      </a:lnTo>
                      <a:lnTo>
                        <a:pt x="122388" y="35961"/>
                      </a:lnTo>
                      <a:lnTo>
                        <a:pt x="122793" y="37400"/>
                      </a:lnTo>
                      <a:lnTo>
                        <a:pt x="123175" y="38840"/>
                      </a:lnTo>
                      <a:lnTo>
                        <a:pt x="123580" y="40346"/>
                      </a:lnTo>
                      <a:lnTo>
                        <a:pt x="123985" y="41853"/>
                      </a:lnTo>
                      <a:lnTo>
                        <a:pt x="124367" y="43382"/>
                      </a:lnTo>
                      <a:lnTo>
                        <a:pt x="124772" y="44957"/>
                      </a:lnTo>
                      <a:lnTo>
                        <a:pt x="125154" y="46553"/>
                      </a:lnTo>
                      <a:lnTo>
                        <a:pt x="125559" y="48195"/>
                      </a:lnTo>
                      <a:lnTo>
                        <a:pt x="125942" y="49837"/>
                      </a:lnTo>
                      <a:lnTo>
                        <a:pt x="126346" y="51524"/>
                      </a:lnTo>
                      <a:lnTo>
                        <a:pt x="126751" y="53233"/>
                      </a:lnTo>
                      <a:lnTo>
                        <a:pt x="127133" y="54987"/>
                      </a:lnTo>
                      <a:lnTo>
                        <a:pt x="127538" y="56741"/>
                      </a:lnTo>
                      <a:lnTo>
                        <a:pt x="127920" y="58540"/>
                      </a:lnTo>
                      <a:lnTo>
                        <a:pt x="128325" y="60362"/>
                      </a:lnTo>
                      <a:lnTo>
                        <a:pt x="128708" y="62206"/>
                      </a:lnTo>
                      <a:lnTo>
                        <a:pt x="129113" y="64073"/>
                      </a:lnTo>
                      <a:lnTo>
                        <a:pt x="129495" y="65962"/>
                      </a:lnTo>
                      <a:lnTo>
                        <a:pt x="129899" y="67896"/>
                      </a:lnTo>
                      <a:lnTo>
                        <a:pt x="130305" y="69830"/>
                      </a:lnTo>
                      <a:lnTo>
                        <a:pt x="130687" y="71787"/>
                      </a:lnTo>
                      <a:lnTo>
                        <a:pt x="131091" y="73788"/>
                      </a:lnTo>
                      <a:lnTo>
                        <a:pt x="131474" y="75812"/>
                      </a:lnTo>
                      <a:lnTo>
                        <a:pt x="131879" y="77836"/>
                      </a:lnTo>
                      <a:lnTo>
                        <a:pt x="132261" y="79883"/>
                      </a:lnTo>
                      <a:lnTo>
                        <a:pt x="132666" y="81975"/>
                      </a:lnTo>
                      <a:lnTo>
                        <a:pt x="133048" y="84066"/>
                      </a:lnTo>
                      <a:lnTo>
                        <a:pt x="133453" y="86180"/>
                      </a:lnTo>
                      <a:lnTo>
                        <a:pt x="133858" y="88317"/>
                      </a:lnTo>
                      <a:lnTo>
                        <a:pt x="134240" y="90476"/>
                      </a:lnTo>
                      <a:lnTo>
                        <a:pt x="134645" y="92635"/>
                      </a:lnTo>
                      <a:lnTo>
                        <a:pt x="135027" y="94839"/>
                      </a:lnTo>
                      <a:lnTo>
                        <a:pt x="135432" y="97043"/>
                      </a:lnTo>
                      <a:lnTo>
                        <a:pt x="135814" y="99269"/>
                      </a:lnTo>
                      <a:lnTo>
                        <a:pt x="136219" y="101518"/>
                      </a:lnTo>
                      <a:lnTo>
                        <a:pt x="136602" y="103767"/>
                      </a:lnTo>
                      <a:lnTo>
                        <a:pt x="137006" y="106038"/>
                      </a:lnTo>
                      <a:lnTo>
                        <a:pt x="137411" y="108332"/>
                      </a:lnTo>
                      <a:lnTo>
                        <a:pt x="137793" y="110626"/>
                      </a:lnTo>
                      <a:lnTo>
                        <a:pt x="138198" y="112943"/>
                      </a:lnTo>
                      <a:lnTo>
                        <a:pt x="138581" y="115259"/>
                      </a:lnTo>
                      <a:lnTo>
                        <a:pt x="138985" y="117598"/>
                      </a:lnTo>
                      <a:lnTo>
                        <a:pt x="139368" y="119959"/>
                      </a:lnTo>
                      <a:lnTo>
                        <a:pt x="139773" y="122321"/>
                      </a:lnTo>
                      <a:lnTo>
                        <a:pt x="140155" y="124682"/>
                      </a:lnTo>
                      <a:lnTo>
                        <a:pt x="140560" y="127066"/>
                      </a:lnTo>
                      <a:lnTo>
                        <a:pt x="140965" y="129473"/>
                      </a:lnTo>
                      <a:lnTo>
                        <a:pt x="141347" y="131879"/>
                      </a:lnTo>
                      <a:lnTo>
                        <a:pt x="141751" y="134285"/>
                      </a:lnTo>
                      <a:lnTo>
                        <a:pt x="142134" y="136714"/>
                      </a:lnTo>
                      <a:lnTo>
                        <a:pt x="142539" y="139143"/>
                      </a:lnTo>
                      <a:lnTo>
                        <a:pt x="142921" y="141594"/>
                      </a:lnTo>
                      <a:lnTo>
                        <a:pt x="143326" y="144046"/>
                      </a:lnTo>
                      <a:lnTo>
                        <a:pt x="143731" y="146497"/>
                      </a:lnTo>
                      <a:lnTo>
                        <a:pt x="144113" y="148949"/>
                      </a:lnTo>
                      <a:lnTo>
                        <a:pt x="144518" y="151422"/>
                      </a:lnTo>
                      <a:lnTo>
                        <a:pt x="144900" y="153896"/>
                      </a:lnTo>
                      <a:lnTo>
                        <a:pt x="145305" y="156370"/>
                      </a:lnTo>
                      <a:lnTo>
                        <a:pt x="145687" y="158866"/>
                      </a:lnTo>
                      <a:lnTo>
                        <a:pt x="146092" y="161363"/>
                      </a:lnTo>
                      <a:lnTo>
                        <a:pt x="146474" y="163837"/>
                      </a:lnTo>
                      <a:lnTo>
                        <a:pt x="146879" y="166355"/>
                      </a:lnTo>
                      <a:lnTo>
                        <a:pt x="147284" y="168852"/>
                      </a:lnTo>
                      <a:lnTo>
                        <a:pt x="147666" y="171348"/>
                      </a:lnTo>
                      <a:lnTo>
                        <a:pt x="148071" y="175869"/>
                      </a:lnTo>
                      <a:lnTo>
                        <a:pt x="148453" y="179602"/>
                      </a:lnTo>
                      <a:lnTo>
                        <a:pt x="148858" y="182233"/>
                      </a:lnTo>
                      <a:lnTo>
                        <a:pt x="149241" y="184887"/>
                      </a:lnTo>
                      <a:lnTo>
                        <a:pt x="149645" y="187541"/>
                      </a:lnTo>
                      <a:lnTo>
                        <a:pt x="150028" y="190194"/>
                      </a:lnTo>
                      <a:lnTo>
                        <a:pt x="150433" y="192848"/>
                      </a:lnTo>
                      <a:lnTo>
                        <a:pt x="150837" y="195502"/>
                      </a:lnTo>
                      <a:lnTo>
                        <a:pt x="151220" y="198178"/>
                      </a:lnTo>
                      <a:lnTo>
                        <a:pt x="151625" y="200832"/>
                      </a:lnTo>
                      <a:lnTo>
                        <a:pt x="152007" y="203486"/>
                      </a:lnTo>
                      <a:lnTo>
                        <a:pt x="152411" y="206139"/>
                      </a:lnTo>
                      <a:lnTo>
                        <a:pt x="152794" y="208793"/>
                      </a:lnTo>
                      <a:lnTo>
                        <a:pt x="153199" y="211470"/>
                      </a:lnTo>
                      <a:lnTo>
                        <a:pt x="153581" y="214123"/>
                      </a:lnTo>
                      <a:lnTo>
                        <a:pt x="153986" y="216777"/>
                      </a:lnTo>
                      <a:lnTo>
                        <a:pt x="154391" y="219431"/>
                      </a:lnTo>
                      <a:lnTo>
                        <a:pt x="154773" y="222107"/>
                      </a:lnTo>
                      <a:lnTo>
                        <a:pt x="155178" y="224761"/>
                      </a:lnTo>
                      <a:lnTo>
                        <a:pt x="155560" y="227392"/>
                      </a:lnTo>
                      <a:lnTo>
                        <a:pt x="155965" y="230046"/>
                      </a:lnTo>
                      <a:lnTo>
                        <a:pt x="156347" y="232700"/>
                      </a:lnTo>
                      <a:lnTo>
                        <a:pt x="156752" y="235331"/>
                      </a:lnTo>
                      <a:lnTo>
                        <a:pt x="157157" y="237985"/>
                      </a:lnTo>
                      <a:lnTo>
                        <a:pt x="157539" y="240616"/>
                      </a:lnTo>
                      <a:lnTo>
                        <a:pt x="157944" y="243247"/>
                      </a:lnTo>
                      <a:lnTo>
                        <a:pt x="158326" y="245879"/>
                      </a:lnTo>
                      <a:lnTo>
                        <a:pt x="158731" y="248510"/>
                      </a:lnTo>
                      <a:lnTo>
                        <a:pt x="159114" y="251119"/>
                      </a:lnTo>
                      <a:lnTo>
                        <a:pt x="159518" y="253727"/>
                      </a:lnTo>
                      <a:lnTo>
                        <a:pt x="159901" y="256336"/>
                      </a:lnTo>
                      <a:lnTo>
                        <a:pt x="160305" y="258945"/>
                      </a:lnTo>
                      <a:lnTo>
                        <a:pt x="160710" y="261531"/>
                      </a:lnTo>
                      <a:lnTo>
                        <a:pt x="161093" y="264118"/>
                      </a:lnTo>
                      <a:lnTo>
                        <a:pt x="161497" y="266704"/>
                      </a:lnTo>
                      <a:lnTo>
                        <a:pt x="161880" y="269290"/>
                      </a:lnTo>
                      <a:lnTo>
                        <a:pt x="162285" y="271854"/>
                      </a:lnTo>
                      <a:lnTo>
                        <a:pt x="162667" y="274418"/>
                      </a:lnTo>
                      <a:lnTo>
                        <a:pt x="163071" y="276982"/>
                      </a:lnTo>
                      <a:lnTo>
                        <a:pt x="163454" y="279545"/>
                      </a:lnTo>
                      <a:lnTo>
                        <a:pt x="163859" y="282087"/>
                      </a:lnTo>
                      <a:lnTo>
                        <a:pt x="164263" y="284628"/>
                      </a:lnTo>
                      <a:lnTo>
                        <a:pt x="164624" y="287147"/>
                      </a:lnTo>
                      <a:lnTo>
                        <a:pt x="165028" y="289666"/>
                      </a:lnTo>
                      <a:lnTo>
                        <a:pt x="165433" y="292185"/>
                      </a:lnTo>
                      <a:lnTo>
                        <a:pt x="165816" y="294703"/>
                      </a:lnTo>
                      <a:lnTo>
                        <a:pt x="166198" y="297200"/>
                      </a:lnTo>
                      <a:lnTo>
                        <a:pt x="166602" y="299674"/>
                      </a:lnTo>
                      <a:lnTo>
                        <a:pt x="166985" y="302170"/>
                      </a:lnTo>
                      <a:lnTo>
                        <a:pt x="167390" y="304644"/>
                      </a:lnTo>
                      <a:lnTo>
                        <a:pt x="167794" y="307095"/>
                      </a:lnTo>
                      <a:lnTo>
                        <a:pt x="168177" y="309547"/>
                      </a:lnTo>
                      <a:lnTo>
                        <a:pt x="168582" y="311998"/>
                      </a:lnTo>
                      <a:lnTo>
                        <a:pt x="168964" y="314427"/>
                      </a:lnTo>
                      <a:lnTo>
                        <a:pt x="169369" y="316856"/>
                      </a:lnTo>
                      <a:lnTo>
                        <a:pt x="169751" y="319285"/>
                      </a:lnTo>
                      <a:lnTo>
                        <a:pt x="170156" y="321691"/>
                      </a:lnTo>
                      <a:lnTo>
                        <a:pt x="170538" y="324075"/>
                      </a:lnTo>
                      <a:lnTo>
                        <a:pt x="170943" y="326436"/>
                      </a:lnTo>
                      <a:lnTo>
                        <a:pt x="171348" y="328798"/>
                      </a:lnTo>
                      <a:lnTo>
                        <a:pt x="171730" y="331182"/>
                      </a:lnTo>
                      <a:lnTo>
                        <a:pt x="172135" y="333520"/>
                      </a:lnTo>
                      <a:lnTo>
                        <a:pt x="172518" y="335859"/>
                      </a:lnTo>
                      <a:lnTo>
                        <a:pt x="172922" y="338198"/>
                      </a:lnTo>
                      <a:lnTo>
                        <a:pt x="173304" y="340537"/>
                      </a:lnTo>
                      <a:lnTo>
                        <a:pt x="173710" y="342831"/>
                      </a:lnTo>
                      <a:lnTo>
                        <a:pt x="174114" y="345148"/>
                      </a:lnTo>
                      <a:lnTo>
                        <a:pt x="174496" y="347442"/>
                      </a:lnTo>
                      <a:lnTo>
                        <a:pt x="174901" y="349713"/>
                      </a:lnTo>
                      <a:lnTo>
                        <a:pt x="175284" y="351984"/>
                      </a:lnTo>
                      <a:lnTo>
                        <a:pt x="175688" y="354256"/>
                      </a:lnTo>
                      <a:lnTo>
                        <a:pt x="176070" y="356505"/>
                      </a:lnTo>
                      <a:lnTo>
                        <a:pt x="176476" y="358731"/>
                      </a:lnTo>
                      <a:lnTo>
                        <a:pt x="176858" y="360958"/>
                      </a:lnTo>
                      <a:lnTo>
                        <a:pt x="177263" y="363162"/>
                      </a:lnTo>
                      <a:lnTo>
                        <a:pt x="177668" y="365366"/>
                      </a:lnTo>
                      <a:lnTo>
                        <a:pt x="178050" y="367570"/>
                      </a:lnTo>
                      <a:lnTo>
                        <a:pt x="178455" y="369729"/>
                      </a:lnTo>
                      <a:lnTo>
                        <a:pt x="178837" y="371910"/>
                      </a:lnTo>
                      <a:lnTo>
                        <a:pt x="179242" y="374069"/>
                      </a:lnTo>
                      <a:lnTo>
                        <a:pt x="179624" y="376206"/>
                      </a:lnTo>
                      <a:lnTo>
                        <a:pt x="180029" y="378320"/>
                      </a:lnTo>
                      <a:lnTo>
                        <a:pt x="180411" y="380456"/>
                      </a:lnTo>
                      <a:lnTo>
                        <a:pt x="180816" y="382548"/>
                      </a:lnTo>
                      <a:lnTo>
                        <a:pt x="181221" y="384639"/>
                      </a:lnTo>
                      <a:lnTo>
                        <a:pt x="181603" y="386731"/>
                      </a:lnTo>
                      <a:lnTo>
                        <a:pt x="182008" y="388800"/>
                      </a:lnTo>
                      <a:lnTo>
                        <a:pt x="182390" y="390846"/>
                      </a:lnTo>
                      <a:lnTo>
                        <a:pt x="182795" y="392893"/>
                      </a:lnTo>
                      <a:lnTo>
                        <a:pt x="183178" y="394917"/>
                      </a:lnTo>
                      <a:lnTo>
                        <a:pt x="183582" y="396941"/>
                      </a:lnTo>
                      <a:lnTo>
                        <a:pt x="183964" y="398943"/>
                      </a:lnTo>
                      <a:lnTo>
                        <a:pt x="184370" y="400922"/>
                      </a:lnTo>
                      <a:lnTo>
                        <a:pt x="184774" y="402901"/>
                      </a:lnTo>
                      <a:lnTo>
                        <a:pt x="185156" y="404880"/>
                      </a:lnTo>
                      <a:lnTo>
                        <a:pt x="185561" y="406837"/>
                      </a:lnTo>
                      <a:lnTo>
                        <a:pt x="185944" y="408771"/>
                      </a:lnTo>
                      <a:lnTo>
                        <a:pt x="186348" y="410705"/>
                      </a:lnTo>
                      <a:lnTo>
                        <a:pt x="186731" y="412616"/>
                      </a:lnTo>
                      <a:lnTo>
                        <a:pt x="187136" y="414505"/>
                      </a:lnTo>
                      <a:lnTo>
                        <a:pt x="187540" y="416395"/>
                      </a:lnTo>
                      <a:lnTo>
                        <a:pt x="187923" y="418261"/>
                      </a:lnTo>
                      <a:lnTo>
                        <a:pt x="188328" y="420128"/>
                      </a:lnTo>
                      <a:lnTo>
                        <a:pt x="188710" y="421972"/>
                      </a:lnTo>
                      <a:lnTo>
                        <a:pt x="189115" y="423816"/>
                      </a:lnTo>
                      <a:lnTo>
                        <a:pt x="189497" y="425638"/>
                      </a:lnTo>
                      <a:lnTo>
                        <a:pt x="189902" y="427437"/>
                      </a:lnTo>
                      <a:lnTo>
                        <a:pt x="190284" y="429236"/>
                      </a:lnTo>
                      <a:lnTo>
                        <a:pt x="190689" y="431035"/>
                      </a:lnTo>
                      <a:lnTo>
                        <a:pt x="191094" y="432790"/>
                      </a:lnTo>
                      <a:lnTo>
                        <a:pt x="191476" y="434566"/>
                      </a:lnTo>
                      <a:lnTo>
                        <a:pt x="191881" y="436298"/>
                      </a:lnTo>
                      <a:lnTo>
                        <a:pt x="192263" y="438052"/>
                      </a:lnTo>
                      <a:lnTo>
                        <a:pt x="192668" y="439761"/>
                      </a:lnTo>
                      <a:lnTo>
                        <a:pt x="193050" y="441470"/>
                      </a:lnTo>
                      <a:lnTo>
                        <a:pt x="193455" y="443180"/>
                      </a:lnTo>
                      <a:lnTo>
                        <a:pt x="193838" y="444866"/>
                      </a:lnTo>
                      <a:lnTo>
                        <a:pt x="194242" y="446508"/>
                      </a:lnTo>
                      <a:lnTo>
                        <a:pt x="194647" y="448172"/>
                      </a:lnTo>
                      <a:lnTo>
                        <a:pt x="195030" y="449837"/>
                      </a:lnTo>
                      <a:lnTo>
                        <a:pt x="195434" y="451478"/>
                      </a:lnTo>
                      <a:lnTo>
                        <a:pt x="195816" y="453098"/>
                      </a:lnTo>
                      <a:lnTo>
                        <a:pt x="196222" y="454717"/>
                      </a:lnTo>
                      <a:lnTo>
                        <a:pt x="196604" y="456314"/>
                      </a:lnTo>
                      <a:lnTo>
                        <a:pt x="197008" y="457888"/>
                      </a:lnTo>
                      <a:lnTo>
                        <a:pt x="197391" y="459462"/>
                      </a:lnTo>
                      <a:lnTo>
                        <a:pt x="197796" y="461036"/>
                      </a:lnTo>
                      <a:lnTo>
                        <a:pt x="198200" y="462588"/>
                      </a:lnTo>
                      <a:lnTo>
                        <a:pt x="198583" y="464140"/>
                      </a:lnTo>
                      <a:lnTo>
                        <a:pt x="198988" y="465669"/>
                      </a:lnTo>
                      <a:lnTo>
                        <a:pt x="199370" y="467176"/>
                      </a:lnTo>
                      <a:lnTo>
                        <a:pt x="199775" y="468683"/>
                      </a:lnTo>
                      <a:lnTo>
                        <a:pt x="200157" y="470190"/>
                      </a:lnTo>
                      <a:lnTo>
                        <a:pt x="200562" y="471651"/>
                      </a:lnTo>
                      <a:lnTo>
                        <a:pt x="200944" y="473136"/>
                      </a:lnTo>
                      <a:lnTo>
                        <a:pt x="201349" y="474598"/>
                      </a:lnTo>
                      <a:lnTo>
                        <a:pt x="201754" y="476037"/>
                      </a:lnTo>
                      <a:lnTo>
                        <a:pt x="202136" y="477476"/>
                      </a:lnTo>
                      <a:lnTo>
                        <a:pt x="202541" y="478893"/>
                      </a:lnTo>
                      <a:lnTo>
                        <a:pt x="202923" y="480310"/>
                      </a:lnTo>
                      <a:lnTo>
                        <a:pt x="203328" y="481704"/>
                      </a:lnTo>
                      <a:lnTo>
                        <a:pt x="203710" y="483099"/>
                      </a:lnTo>
                      <a:lnTo>
                        <a:pt x="204115" y="484471"/>
                      </a:lnTo>
                      <a:lnTo>
                        <a:pt x="204520" y="485842"/>
                      </a:lnTo>
                      <a:lnTo>
                        <a:pt x="204902" y="487192"/>
                      </a:lnTo>
                      <a:lnTo>
                        <a:pt x="205307" y="488541"/>
                      </a:lnTo>
                      <a:lnTo>
                        <a:pt x="205690" y="489868"/>
                      </a:lnTo>
                      <a:lnTo>
                        <a:pt x="206094" y="491195"/>
                      </a:lnTo>
                      <a:lnTo>
                        <a:pt x="206476" y="492499"/>
                      </a:lnTo>
                      <a:lnTo>
                        <a:pt x="206882" y="493804"/>
                      </a:lnTo>
                      <a:lnTo>
                        <a:pt x="207264" y="495086"/>
                      </a:lnTo>
                      <a:lnTo>
                        <a:pt x="207668" y="496368"/>
                      </a:lnTo>
                      <a:lnTo>
                        <a:pt x="208073" y="497627"/>
                      </a:lnTo>
                      <a:lnTo>
                        <a:pt x="208456" y="498886"/>
                      </a:lnTo>
                      <a:lnTo>
                        <a:pt x="208860" y="500146"/>
                      </a:lnTo>
                      <a:lnTo>
                        <a:pt x="209243" y="501360"/>
                      </a:lnTo>
                      <a:lnTo>
                        <a:pt x="209648" y="502597"/>
                      </a:lnTo>
                      <a:lnTo>
                        <a:pt x="210030" y="503789"/>
                      </a:lnTo>
                      <a:lnTo>
                        <a:pt x="210435" y="505004"/>
                      </a:lnTo>
                      <a:lnTo>
                        <a:pt x="210817" y="506173"/>
                      </a:lnTo>
                      <a:lnTo>
                        <a:pt x="211222" y="507365"/>
                      </a:lnTo>
                      <a:lnTo>
                        <a:pt x="211627" y="508512"/>
                      </a:lnTo>
                      <a:lnTo>
                        <a:pt x="212009" y="509681"/>
                      </a:lnTo>
                      <a:lnTo>
                        <a:pt x="212414" y="510828"/>
                      </a:lnTo>
                      <a:lnTo>
                        <a:pt x="212796" y="511953"/>
                      </a:lnTo>
                      <a:lnTo>
                        <a:pt x="213201" y="513077"/>
                      </a:lnTo>
                      <a:lnTo>
                        <a:pt x="213584" y="514179"/>
                      </a:lnTo>
                      <a:lnTo>
                        <a:pt x="213988" y="515281"/>
                      </a:lnTo>
                      <a:lnTo>
                        <a:pt x="214370" y="516361"/>
                      </a:lnTo>
                      <a:lnTo>
                        <a:pt x="214776" y="517440"/>
                      </a:lnTo>
                      <a:lnTo>
                        <a:pt x="215180" y="518520"/>
                      </a:lnTo>
                      <a:lnTo>
                        <a:pt x="215562" y="519577"/>
                      </a:lnTo>
                      <a:lnTo>
                        <a:pt x="215967" y="520611"/>
                      </a:lnTo>
                      <a:lnTo>
                        <a:pt x="216350" y="521668"/>
                      </a:lnTo>
                      <a:lnTo>
                        <a:pt x="216754" y="522703"/>
                      </a:lnTo>
                      <a:lnTo>
                        <a:pt x="217136" y="523715"/>
                      </a:lnTo>
                      <a:lnTo>
                        <a:pt x="217542" y="524727"/>
                      </a:lnTo>
                      <a:lnTo>
                        <a:pt x="217946" y="525739"/>
                      </a:lnTo>
                      <a:lnTo>
                        <a:pt x="218329" y="526728"/>
                      </a:lnTo>
                      <a:lnTo>
                        <a:pt x="218733" y="527718"/>
                      </a:lnTo>
                      <a:lnTo>
                        <a:pt x="219116" y="528685"/>
                      </a:lnTo>
                      <a:lnTo>
                        <a:pt x="219521" y="529652"/>
                      </a:lnTo>
                      <a:lnTo>
                        <a:pt x="219903" y="530619"/>
                      </a:lnTo>
                      <a:lnTo>
                        <a:pt x="220308" y="531564"/>
                      </a:lnTo>
                      <a:lnTo>
                        <a:pt x="220690" y="532508"/>
                      </a:lnTo>
                      <a:lnTo>
                        <a:pt x="221095" y="533453"/>
                      </a:lnTo>
                      <a:lnTo>
                        <a:pt x="221500" y="534375"/>
                      </a:lnTo>
                      <a:lnTo>
                        <a:pt x="221882" y="535297"/>
                      </a:lnTo>
                      <a:lnTo>
                        <a:pt x="222287" y="536197"/>
                      </a:lnTo>
                      <a:lnTo>
                        <a:pt x="222669" y="537074"/>
                      </a:lnTo>
                      <a:lnTo>
                        <a:pt x="223074" y="537973"/>
                      </a:lnTo>
                      <a:lnTo>
                        <a:pt x="223456" y="538850"/>
                      </a:lnTo>
                      <a:lnTo>
                        <a:pt x="223861" y="539705"/>
                      </a:lnTo>
                      <a:lnTo>
                        <a:pt x="224244" y="540560"/>
                      </a:lnTo>
                      <a:lnTo>
                        <a:pt x="224648" y="541392"/>
                      </a:lnTo>
                      <a:lnTo>
                        <a:pt x="225053" y="542224"/>
                      </a:lnTo>
                      <a:lnTo>
                        <a:pt x="225436" y="543056"/>
                      </a:lnTo>
                      <a:lnTo>
                        <a:pt x="225840" y="543866"/>
                      </a:lnTo>
                      <a:lnTo>
                        <a:pt x="226222" y="544675"/>
                      </a:lnTo>
                      <a:lnTo>
                        <a:pt x="226627" y="545485"/>
                      </a:lnTo>
                      <a:lnTo>
                        <a:pt x="227010" y="546272"/>
                      </a:lnTo>
                      <a:lnTo>
                        <a:pt x="227414" y="547059"/>
                      </a:lnTo>
                      <a:lnTo>
                        <a:pt x="227797" y="547846"/>
                      </a:lnTo>
                      <a:lnTo>
                        <a:pt x="228202" y="548611"/>
                      </a:lnTo>
                      <a:lnTo>
                        <a:pt x="228606" y="549375"/>
                      </a:lnTo>
                      <a:lnTo>
                        <a:pt x="228989" y="550140"/>
                      </a:lnTo>
                      <a:lnTo>
                        <a:pt x="229394" y="550882"/>
                      </a:lnTo>
                      <a:lnTo>
                        <a:pt x="229776" y="551624"/>
                      </a:lnTo>
                      <a:lnTo>
                        <a:pt x="230181" y="552367"/>
                      </a:lnTo>
                      <a:lnTo>
                        <a:pt x="230563" y="553086"/>
                      </a:lnTo>
                      <a:lnTo>
                        <a:pt x="230968" y="553806"/>
                      </a:lnTo>
                      <a:lnTo>
                        <a:pt x="231350" y="554526"/>
                      </a:lnTo>
                      <a:lnTo>
                        <a:pt x="231755" y="555223"/>
                      </a:lnTo>
                      <a:lnTo>
                        <a:pt x="232160" y="555942"/>
                      </a:lnTo>
                      <a:lnTo>
                        <a:pt x="232542" y="556617"/>
                      </a:lnTo>
                      <a:lnTo>
                        <a:pt x="232947" y="557314"/>
                      </a:lnTo>
                      <a:lnTo>
                        <a:pt x="233329" y="557989"/>
                      </a:lnTo>
                      <a:lnTo>
                        <a:pt x="233734" y="558664"/>
                      </a:lnTo>
                      <a:lnTo>
                        <a:pt x="234116" y="559316"/>
                      </a:lnTo>
                      <a:lnTo>
                        <a:pt x="234521" y="559991"/>
                      </a:lnTo>
                      <a:lnTo>
                        <a:pt x="234926" y="560643"/>
                      </a:lnTo>
                      <a:lnTo>
                        <a:pt x="235308" y="561273"/>
                      </a:lnTo>
                      <a:lnTo>
                        <a:pt x="235713" y="561902"/>
                      </a:lnTo>
                      <a:lnTo>
                        <a:pt x="236096" y="562532"/>
                      </a:lnTo>
                      <a:lnTo>
                        <a:pt x="236500" y="563162"/>
                      </a:lnTo>
                      <a:lnTo>
                        <a:pt x="236882" y="563791"/>
                      </a:lnTo>
                      <a:lnTo>
                        <a:pt x="237287" y="564399"/>
                      </a:lnTo>
                      <a:lnTo>
                        <a:pt x="237670" y="564983"/>
                      </a:lnTo>
                      <a:lnTo>
                        <a:pt x="238074" y="565568"/>
                      </a:lnTo>
                      <a:lnTo>
                        <a:pt x="238479" y="566153"/>
                      </a:lnTo>
                      <a:lnTo>
                        <a:pt x="238862" y="566737"/>
                      </a:lnTo>
                      <a:lnTo>
                        <a:pt x="239266" y="567322"/>
                      </a:lnTo>
                      <a:lnTo>
                        <a:pt x="239649" y="567907"/>
                      </a:lnTo>
                      <a:lnTo>
                        <a:pt x="240054" y="568469"/>
                      </a:lnTo>
                      <a:lnTo>
                        <a:pt x="240436" y="569031"/>
                      </a:lnTo>
                      <a:lnTo>
                        <a:pt x="240841" y="569594"/>
                      </a:lnTo>
                      <a:lnTo>
                        <a:pt x="241223" y="570156"/>
                      </a:lnTo>
                      <a:lnTo>
                        <a:pt x="241628" y="570696"/>
                      </a:lnTo>
                      <a:lnTo>
                        <a:pt x="242033" y="571235"/>
                      </a:lnTo>
                      <a:lnTo>
                        <a:pt x="242415" y="571775"/>
                      </a:lnTo>
                      <a:lnTo>
                        <a:pt x="242820" y="572292"/>
                      </a:lnTo>
                      <a:lnTo>
                        <a:pt x="243202" y="572832"/>
                      </a:lnTo>
                      <a:lnTo>
                        <a:pt x="243607" y="573349"/>
                      </a:lnTo>
                      <a:lnTo>
                        <a:pt x="243989" y="573844"/>
                      </a:lnTo>
                      <a:lnTo>
                        <a:pt x="244394" y="574361"/>
                      </a:lnTo>
                      <a:lnTo>
                        <a:pt x="244776" y="574856"/>
                      </a:lnTo>
                      <a:lnTo>
                        <a:pt x="245181" y="575351"/>
                      </a:lnTo>
                      <a:lnTo>
                        <a:pt x="245586" y="575823"/>
                      </a:lnTo>
                      <a:lnTo>
                        <a:pt x="245968" y="576296"/>
                      </a:lnTo>
                      <a:lnTo>
                        <a:pt x="246373" y="576768"/>
                      </a:lnTo>
                      <a:lnTo>
                        <a:pt x="246756" y="577218"/>
                      </a:lnTo>
                      <a:lnTo>
                        <a:pt x="247160" y="577690"/>
                      </a:lnTo>
                      <a:lnTo>
                        <a:pt x="247542" y="578117"/>
                      </a:lnTo>
                      <a:lnTo>
                        <a:pt x="247948" y="578567"/>
                      </a:lnTo>
                      <a:lnTo>
                        <a:pt x="248352" y="578994"/>
                      </a:lnTo>
                      <a:lnTo>
                        <a:pt x="248734" y="579422"/>
                      </a:lnTo>
                      <a:lnTo>
                        <a:pt x="249139" y="579826"/>
                      </a:lnTo>
                      <a:lnTo>
                        <a:pt x="249522" y="580254"/>
                      </a:lnTo>
                      <a:lnTo>
                        <a:pt x="249926" y="580659"/>
                      </a:lnTo>
                      <a:lnTo>
                        <a:pt x="250309" y="581041"/>
                      </a:lnTo>
                      <a:lnTo>
                        <a:pt x="250714" y="581446"/>
                      </a:lnTo>
                      <a:lnTo>
                        <a:pt x="251096" y="581828"/>
                      </a:lnTo>
                      <a:lnTo>
                        <a:pt x="251501" y="582188"/>
                      </a:lnTo>
                      <a:lnTo>
                        <a:pt x="251905" y="582570"/>
                      </a:lnTo>
                      <a:lnTo>
                        <a:pt x="252288" y="582930"/>
                      </a:lnTo>
                      <a:lnTo>
                        <a:pt x="252693" y="583290"/>
                      </a:lnTo>
                      <a:lnTo>
                        <a:pt x="253075" y="583627"/>
                      </a:lnTo>
                      <a:lnTo>
                        <a:pt x="253480" y="583964"/>
                      </a:lnTo>
                      <a:lnTo>
                        <a:pt x="253862" y="584302"/>
                      </a:lnTo>
                      <a:lnTo>
                        <a:pt x="254267" y="584639"/>
                      </a:lnTo>
                      <a:lnTo>
                        <a:pt x="254650" y="584954"/>
                      </a:lnTo>
                      <a:lnTo>
                        <a:pt x="255054" y="585269"/>
                      </a:lnTo>
                      <a:lnTo>
                        <a:pt x="255459" y="585584"/>
                      </a:lnTo>
                      <a:lnTo>
                        <a:pt x="255841" y="585876"/>
                      </a:lnTo>
                      <a:lnTo>
                        <a:pt x="256246" y="586191"/>
                      </a:lnTo>
                      <a:lnTo>
                        <a:pt x="256628" y="586483"/>
                      </a:lnTo>
                      <a:lnTo>
                        <a:pt x="257033" y="586753"/>
                      </a:lnTo>
                      <a:lnTo>
                        <a:pt x="257416" y="587046"/>
                      </a:lnTo>
                      <a:lnTo>
                        <a:pt x="257820" y="587315"/>
                      </a:lnTo>
                      <a:lnTo>
                        <a:pt x="258202" y="587585"/>
                      </a:lnTo>
                      <a:lnTo>
                        <a:pt x="258608" y="587855"/>
                      </a:lnTo>
                      <a:lnTo>
                        <a:pt x="259012" y="588103"/>
                      </a:lnTo>
                      <a:lnTo>
                        <a:pt x="259395" y="588350"/>
                      </a:lnTo>
                      <a:lnTo>
                        <a:pt x="259799" y="588597"/>
                      </a:lnTo>
                      <a:lnTo>
                        <a:pt x="260182" y="588845"/>
                      </a:lnTo>
                      <a:lnTo>
                        <a:pt x="260587" y="589092"/>
                      </a:lnTo>
                      <a:lnTo>
                        <a:pt x="260969" y="589317"/>
                      </a:lnTo>
                      <a:lnTo>
                        <a:pt x="261374" y="589564"/>
                      </a:lnTo>
                      <a:lnTo>
                        <a:pt x="261756" y="589789"/>
                      </a:lnTo>
                      <a:lnTo>
                        <a:pt x="262161" y="589992"/>
                      </a:lnTo>
                      <a:lnTo>
                        <a:pt x="262566" y="590217"/>
                      </a:lnTo>
                      <a:lnTo>
                        <a:pt x="262948" y="590419"/>
                      </a:lnTo>
                      <a:lnTo>
                        <a:pt x="263353" y="590621"/>
                      </a:lnTo>
                      <a:lnTo>
                        <a:pt x="263735" y="590824"/>
                      </a:lnTo>
                      <a:lnTo>
                        <a:pt x="264140" y="591026"/>
                      </a:lnTo>
                      <a:lnTo>
                        <a:pt x="264522" y="591206"/>
                      </a:lnTo>
                      <a:lnTo>
                        <a:pt x="264927" y="591386"/>
                      </a:lnTo>
                      <a:lnTo>
                        <a:pt x="265332" y="591566"/>
                      </a:lnTo>
                      <a:lnTo>
                        <a:pt x="265714" y="591723"/>
                      </a:lnTo>
                      <a:lnTo>
                        <a:pt x="266119" y="591881"/>
                      </a:lnTo>
                      <a:lnTo>
                        <a:pt x="266502" y="592038"/>
                      </a:lnTo>
                      <a:lnTo>
                        <a:pt x="266906" y="592196"/>
                      </a:lnTo>
                      <a:lnTo>
                        <a:pt x="267288" y="592353"/>
                      </a:lnTo>
                      <a:lnTo>
                        <a:pt x="267693" y="592488"/>
                      </a:lnTo>
                      <a:lnTo>
                        <a:pt x="268076" y="592623"/>
                      </a:lnTo>
                      <a:lnTo>
                        <a:pt x="268480" y="592758"/>
                      </a:lnTo>
                      <a:lnTo>
                        <a:pt x="268885" y="592893"/>
                      </a:lnTo>
                      <a:lnTo>
                        <a:pt x="269268" y="593028"/>
                      </a:lnTo>
                      <a:lnTo>
                        <a:pt x="269672" y="593140"/>
                      </a:lnTo>
                      <a:lnTo>
                        <a:pt x="270055" y="593253"/>
                      </a:lnTo>
                      <a:lnTo>
                        <a:pt x="270459" y="593365"/>
                      </a:lnTo>
                      <a:lnTo>
                        <a:pt x="270842" y="593478"/>
                      </a:lnTo>
                      <a:lnTo>
                        <a:pt x="271247" y="593568"/>
                      </a:lnTo>
                      <a:lnTo>
                        <a:pt x="271629" y="593657"/>
                      </a:lnTo>
                      <a:lnTo>
                        <a:pt x="272034" y="593747"/>
                      </a:lnTo>
                      <a:lnTo>
                        <a:pt x="272439" y="593815"/>
                      </a:lnTo>
                      <a:lnTo>
                        <a:pt x="272821" y="593905"/>
                      </a:lnTo>
                      <a:lnTo>
                        <a:pt x="273226" y="593972"/>
                      </a:lnTo>
                      <a:lnTo>
                        <a:pt x="273608" y="594040"/>
                      </a:lnTo>
                      <a:lnTo>
                        <a:pt x="274013" y="594085"/>
                      </a:lnTo>
                      <a:lnTo>
                        <a:pt x="274395" y="594152"/>
                      </a:lnTo>
                      <a:lnTo>
                        <a:pt x="274800" y="594197"/>
                      </a:lnTo>
                      <a:lnTo>
                        <a:pt x="275182" y="594242"/>
                      </a:lnTo>
                      <a:lnTo>
                        <a:pt x="275587" y="594287"/>
                      </a:lnTo>
                      <a:lnTo>
                        <a:pt x="275992" y="594332"/>
                      </a:lnTo>
                      <a:lnTo>
                        <a:pt x="276374" y="594332"/>
                      </a:lnTo>
                      <a:lnTo>
                        <a:pt x="276779" y="594310"/>
                      </a:lnTo>
                      <a:lnTo>
                        <a:pt x="277162" y="594310"/>
                      </a:lnTo>
                      <a:lnTo>
                        <a:pt x="277566" y="594287"/>
                      </a:lnTo>
                      <a:lnTo>
                        <a:pt x="277948" y="594265"/>
                      </a:lnTo>
                      <a:lnTo>
                        <a:pt x="278353" y="594220"/>
                      </a:lnTo>
                      <a:lnTo>
                        <a:pt x="278758" y="594197"/>
                      </a:lnTo>
                      <a:lnTo>
                        <a:pt x="279140" y="594152"/>
                      </a:lnTo>
                      <a:lnTo>
                        <a:pt x="279545" y="594107"/>
                      </a:lnTo>
                      <a:lnTo>
                        <a:pt x="279928" y="594040"/>
                      </a:lnTo>
                      <a:lnTo>
                        <a:pt x="280332" y="593995"/>
                      </a:lnTo>
                      <a:lnTo>
                        <a:pt x="280715" y="593927"/>
                      </a:lnTo>
                      <a:lnTo>
                        <a:pt x="281120" y="593860"/>
                      </a:lnTo>
                      <a:lnTo>
                        <a:pt x="281502" y="593792"/>
                      </a:lnTo>
                      <a:lnTo>
                        <a:pt x="281907" y="593702"/>
                      </a:lnTo>
                      <a:lnTo>
                        <a:pt x="282311" y="593635"/>
                      </a:lnTo>
                      <a:lnTo>
                        <a:pt x="282694" y="593545"/>
                      </a:lnTo>
                      <a:lnTo>
                        <a:pt x="283076" y="593455"/>
                      </a:lnTo>
                      <a:lnTo>
                        <a:pt x="283481" y="593365"/>
                      </a:lnTo>
                      <a:lnTo>
                        <a:pt x="283886" y="593253"/>
                      </a:lnTo>
                      <a:lnTo>
                        <a:pt x="284246" y="593140"/>
                      </a:lnTo>
                      <a:lnTo>
                        <a:pt x="284673" y="593028"/>
                      </a:lnTo>
                      <a:lnTo>
                        <a:pt x="285033" y="592915"/>
                      </a:lnTo>
                      <a:lnTo>
                        <a:pt x="285438" y="592780"/>
                      </a:lnTo>
                      <a:lnTo>
                        <a:pt x="285842" y="592668"/>
                      </a:lnTo>
                      <a:lnTo>
                        <a:pt x="286224" y="592510"/>
                      </a:lnTo>
                      <a:lnTo>
                        <a:pt x="286630" y="592376"/>
                      </a:lnTo>
                      <a:lnTo>
                        <a:pt x="287012" y="592241"/>
                      </a:lnTo>
                      <a:lnTo>
                        <a:pt x="287416" y="592083"/>
                      </a:lnTo>
                      <a:lnTo>
                        <a:pt x="287799" y="591926"/>
                      </a:lnTo>
                      <a:lnTo>
                        <a:pt x="288204" y="591768"/>
                      </a:lnTo>
                      <a:lnTo>
                        <a:pt x="288586" y="591611"/>
                      </a:lnTo>
                      <a:lnTo>
                        <a:pt x="288991" y="591431"/>
                      </a:lnTo>
                      <a:lnTo>
                        <a:pt x="289396" y="591274"/>
                      </a:lnTo>
                      <a:lnTo>
                        <a:pt x="289778" y="591094"/>
                      </a:lnTo>
                      <a:lnTo>
                        <a:pt x="290183" y="590914"/>
                      </a:lnTo>
                      <a:lnTo>
                        <a:pt x="290565" y="590734"/>
                      </a:lnTo>
                      <a:lnTo>
                        <a:pt x="290970" y="590554"/>
                      </a:lnTo>
                      <a:lnTo>
                        <a:pt x="291352" y="590352"/>
                      </a:lnTo>
                      <a:lnTo>
                        <a:pt x="291757" y="590172"/>
                      </a:lnTo>
                      <a:lnTo>
                        <a:pt x="292139" y="589969"/>
                      </a:lnTo>
                      <a:lnTo>
                        <a:pt x="292544" y="589767"/>
                      </a:lnTo>
                      <a:lnTo>
                        <a:pt x="292949" y="589564"/>
                      </a:lnTo>
                      <a:lnTo>
                        <a:pt x="293331" y="589362"/>
                      </a:lnTo>
                      <a:lnTo>
                        <a:pt x="293736" y="589137"/>
                      </a:lnTo>
                      <a:lnTo>
                        <a:pt x="294118" y="588935"/>
                      </a:lnTo>
                      <a:lnTo>
                        <a:pt x="294524" y="588710"/>
                      </a:lnTo>
                      <a:lnTo>
                        <a:pt x="294906" y="588485"/>
                      </a:lnTo>
                      <a:lnTo>
                        <a:pt x="295310" y="588485"/>
                      </a:lnTo>
                      <a:lnTo>
                        <a:pt x="295716" y="588260"/>
                      </a:lnTo>
                      <a:lnTo>
                        <a:pt x="296098" y="591476"/>
                      </a:lnTo>
                      <a:lnTo>
                        <a:pt x="296502" y="592421"/>
                      </a:lnTo>
                      <a:lnTo>
                        <a:pt x="296884" y="592196"/>
                      </a:lnTo>
                      <a:lnTo>
                        <a:pt x="297290" y="591971"/>
                      </a:lnTo>
                      <a:lnTo>
                        <a:pt x="297672" y="591746"/>
                      </a:lnTo>
                      <a:lnTo>
                        <a:pt x="298076" y="591498"/>
                      </a:lnTo>
                      <a:lnTo>
                        <a:pt x="298459" y="591274"/>
                      </a:lnTo>
                      <a:lnTo>
                        <a:pt x="298864" y="591026"/>
                      </a:lnTo>
                      <a:lnTo>
                        <a:pt x="299269" y="590779"/>
                      </a:lnTo>
                      <a:lnTo>
                        <a:pt x="299651" y="590509"/>
                      </a:lnTo>
                      <a:lnTo>
                        <a:pt x="300056" y="590262"/>
                      </a:lnTo>
                      <a:lnTo>
                        <a:pt x="300438" y="590014"/>
                      </a:lnTo>
                      <a:lnTo>
                        <a:pt x="300843" y="589744"/>
                      </a:lnTo>
                      <a:lnTo>
                        <a:pt x="301225" y="589474"/>
                      </a:lnTo>
                      <a:lnTo>
                        <a:pt x="301630" y="589205"/>
                      </a:lnTo>
                      <a:lnTo>
                        <a:pt x="302012" y="588935"/>
                      </a:lnTo>
                      <a:lnTo>
                        <a:pt x="302417" y="588642"/>
                      </a:lnTo>
                      <a:lnTo>
                        <a:pt x="302822" y="588350"/>
                      </a:lnTo>
                      <a:lnTo>
                        <a:pt x="303204" y="588058"/>
                      </a:lnTo>
                      <a:lnTo>
                        <a:pt x="303609" y="587765"/>
                      </a:lnTo>
                      <a:lnTo>
                        <a:pt x="303992" y="587473"/>
                      </a:lnTo>
                      <a:lnTo>
                        <a:pt x="304396" y="587158"/>
                      </a:lnTo>
                      <a:lnTo>
                        <a:pt x="304778" y="586866"/>
                      </a:lnTo>
                      <a:lnTo>
                        <a:pt x="305184" y="586551"/>
                      </a:lnTo>
                      <a:lnTo>
                        <a:pt x="305566" y="586236"/>
                      </a:lnTo>
                      <a:lnTo>
                        <a:pt x="305970" y="585921"/>
                      </a:lnTo>
                      <a:lnTo>
                        <a:pt x="306376" y="585584"/>
                      </a:lnTo>
                      <a:lnTo>
                        <a:pt x="306758" y="585246"/>
                      </a:lnTo>
                      <a:lnTo>
                        <a:pt x="307162" y="584932"/>
                      </a:lnTo>
                      <a:lnTo>
                        <a:pt x="307545" y="584572"/>
                      </a:lnTo>
                      <a:lnTo>
                        <a:pt x="307950" y="584234"/>
                      </a:lnTo>
                      <a:lnTo>
                        <a:pt x="308332" y="583897"/>
                      </a:lnTo>
                      <a:lnTo>
                        <a:pt x="308737" y="583537"/>
                      </a:lnTo>
                      <a:lnTo>
                        <a:pt x="309142" y="583177"/>
                      </a:lnTo>
                      <a:lnTo>
                        <a:pt x="309524" y="582817"/>
                      </a:lnTo>
                      <a:lnTo>
                        <a:pt x="309929" y="582458"/>
                      </a:lnTo>
                      <a:lnTo>
                        <a:pt x="310311" y="582098"/>
                      </a:lnTo>
                      <a:lnTo>
                        <a:pt x="310716" y="581716"/>
                      </a:lnTo>
                      <a:lnTo>
                        <a:pt x="311098" y="581356"/>
                      </a:lnTo>
                      <a:lnTo>
                        <a:pt x="311503" y="580973"/>
                      </a:lnTo>
                      <a:lnTo>
                        <a:pt x="311885" y="580591"/>
                      </a:lnTo>
                      <a:lnTo>
                        <a:pt x="312290" y="580209"/>
                      </a:lnTo>
                      <a:lnTo>
                        <a:pt x="312695" y="579826"/>
                      </a:lnTo>
                      <a:lnTo>
                        <a:pt x="313077" y="579444"/>
                      </a:lnTo>
                      <a:lnTo>
                        <a:pt x="313482" y="579039"/>
                      </a:lnTo>
                      <a:lnTo>
                        <a:pt x="313864" y="578634"/>
                      </a:lnTo>
                      <a:lnTo>
                        <a:pt x="314269" y="578252"/>
                      </a:lnTo>
                      <a:lnTo>
                        <a:pt x="314652" y="577847"/>
                      </a:lnTo>
                      <a:lnTo>
                        <a:pt x="315056" y="577420"/>
                      </a:lnTo>
                      <a:lnTo>
                        <a:pt x="315438" y="577015"/>
                      </a:lnTo>
                      <a:lnTo>
                        <a:pt x="315844" y="576610"/>
                      </a:lnTo>
                      <a:lnTo>
                        <a:pt x="316248" y="576183"/>
                      </a:lnTo>
                      <a:lnTo>
                        <a:pt x="316630" y="575756"/>
                      </a:lnTo>
                      <a:lnTo>
                        <a:pt x="317036" y="575328"/>
                      </a:lnTo>
                      <a:lnTo>
                        <a:pt x="317418" y="574901"/>
                      </a:lnTo>
                      <a:lnTo>
                        <a:pt x="317822" y="574474"/>
                      </a:lnTo>
                      <a:lnTo>
                        <a:pt x="318205" y="574047"/>
                      </a:lnTo>
                      <a:lnTo>
                        <a:pt x="318610" y="573597"/>
                      </a:lnTo>
                      <a:lnTo>
                        <a:pt x="318992" y="573169"/>
                      </a:lnTo>
                      <a:lnTo>
                        <a:pt x="319397" y="572720"/>
                      </a:lnTo>
                      <a:lnTo>
                        <a:pt x="319802" y="572270"/>
                      </a:lnTo>
                      <a:lnTo>
                        <a:pt x="320184" y="571820"/>
                      </a:lnTo>
                      <a:lnTo>
                        <a:pt x="320589" y="571370"/>
                      </a:lnTo>
                      <a:lnTo>
                        <a:pt x="320971" y="570920"/>
                      </a:lnTo>
                      <a:lnTo>
                        <a:pt x="321376" y="570448"/>
                      </a:lnTo>
                      <a:lnTo>
                        <a:pt x="321758" y="569998"/>
                      </a:lnTo>
                      <a:lnTo>
                        <a:pt x="322163" y="569526"/>
                      </a:lnTo>
                      <a:lnTo>
                        <a:pt x="322545" y="569076"/>
                      </a:lnTo>
                      <a:lnTo>
                        <a:pt x="322950" y="568604"/>
                      </a:lnTo>
                      <a:lnTo>
                        <a:pt x="323355" y="568132"/>
                      </a:lnTo>
                      <a:lnTo>
                        <a:pt x="323737" y="567660"/>
                      </a:lnTo>
                      <a:lnTo>
                        <a:pt x="324142" y="567187"/>
                      </a:lnTo>
                      <a:lnTo>
                        <a:pt x="324524" y="566715"/>
                      </a:lnTo>
                      <a:lnTo>
                        <a:pt x="324929" y="566243"/>
                      </a:lnTo>
                      <a:lnTo>
                        <a:pt x="325312" y="565748"/>
                      </a:lnTo>
                      <a:lnTo>
                        <a:pt x="325716" y="565253"/>
                      </a:lnTo>
                      <a:lnTo>
                        <a:pt x="326121" y="564781"/>
                      </a:lnTo>
                      <a:lnTo>
                        <a:pt x="326504" y="564286"/>
                      </a:lnTo>
                      <a:lnTo>
                        <a:pt x="326908" y="563791"/>
                      </a:lnTo>
                      <a:lnTo>
                        <a:pt x="327290" y="563297"/>
                      </a:lnTo>
                      <a:lnTo>
                        <a:pt x="327696" y="562779"/>
                      </a:lnTo>
                      <a:lnTo>
                        <a:pt x="328078" y="562262"/>
                      </a:lnTo>
                      <a:lnTo>
                        <a:pt x="328482" y="561745"/>
                      </a:lnTo>
                      <a:lnTo>
                        <a:pt x="328865" y="561227"/>
                      </a:lnTo>
                      <a:lnTo>
                        <a:pt x="329270" y="560710"/>
                      </a:lnTo>
                      <a:lnTo>
                        <a:pt x="329674" y="560193"/>
                      </a:lnTo>
                      <a:lnTo>
                        <a:pt x="330057" y="559653"/>
                      </a:lnTo>
                      <a:lnTo>
                        <a:pt x="330462" y="559113"/>
                      </a:lnTo>
                      <a:lnTo>
                        <a:pt x="330844" y="558574"/>
                      </a:lnTo>
                      <a:lnTo>
                        <a:pt x="331249" y="558034"/>
                      </a:lnTo>
                      <a:lnTo>
                        <a:pt x="331631" y="557472"/>
                      </a:lnTo>
                      <a:lnTo>
                        <a:pt x="332036" y="556932"/>
                      </a:lnTo>
                      <a:lnTo>
                        <a:pt x="332418" y="556370"/>
                      </a:lnTo>
                      <a:lnTo>
                        <a:pt x="332823" y="555807"/>
                      </a:lnTo>
                      <a:lnTo>
                        <a:pt x="333228" y="555245"/>
                      </a:lnTo>
                      <a:lnTo>
                        <a:pt x="333610" y="554661"/>
                      </a:lnTo>
                      <a:lnTo>
                        <a:pt x="334015" y="554098"/>
                      </a:lnTo>
                      <a:lnTo>
                        <a:pt x="334397" y="553514"/>
                      </a:lnTo>
                      <a:lnTo>
                        <a:pt x="334802" y="552951"/>
                      </a:lnTo>
                      <a:lnTo>
                        <a:pt x="335184" y="552367"/>
                      </a:lnTo>
                      <a:lnTo>
                        <a:pt x="335590" y="551782"/>
                      </a:lnTo>
                      <a:lnTo>
                        <a:pt x="335972" y="551197"/>
                      </a:lnTo>
                      <a:lnTo>
                        <a:pt x="336376" y="550612"/>
                      </a:lnTo>
                      <a:lnTo>
                        <a:pt x="336782" y="550028"/>
                      </a:lnTo>
                      <a:lnTo>
                        <a:pt x="337164" y="549443"/>
                      </a:lnTo>
                      <a:lnTo>
                        <a:pt x="337568" y="548858"/>
                      </a:lnTo>
                      <a:lnTo>
                        <a:pt x="337950" y="548274"/>
                      </a:lnTo>
                      <a:lnTo>
                        <a:pt x="338356" y="547689"/>
                      </a:lnTo>
                      <a:lnTo>
                        <a:pt x="338738" y="547082"/>
                      </a:lnTo>
                      <a:lnTo>
                        <a:pt x="339142" y="546497"/>
                      </a:lnTo>
                      <a:lnTo>
                        <a:pt x="339548" y="545912"/>
                      </a:lnTo>
                      <a:lnTo>
                        <a:pt x="339930" y="545305"/>
                      </a:lnTo>
                      <a:lnTo>
                        <a:pt x="340335" y="544720"/>
                      </a:lnTo>
                      <a:lnTo>
                        <a:pt x="340717" y="544113"/>
                      </a:lnTo>
                      <a:lnTo>
                        <a:pt x="341122" y="543528"/>
                      </a:lnTo>
                      <a:lnTo>
                        <a:pt x="341504" y="542921"/>
                      </a:lnTo>
                      <a:lnTo>
                        <a:pt x="341909" y="542314"/>
                      </a:lnTo>
                      <a:lnTo>
                        <a:pt x="342291" y="541707"/>
                      </a:lnTo>
                      <a:lnTo>
                        <a:pt x="342696" y="541099"/>
                      </a:lnTo>
                      <a:lnTo>
                        <a:pt x="343101" y="540492"/>
                      </a:lnTo>
                      <a:lnTo>
                        <a:pt x="343483" y="539862"/>
                      </a:lnTo>
                      <a:lnTo>
                        <a:pt x="343888" y="539255"/>
                      </a:lnTo>
                      <a:lnTo>
                        <a:pt x="344270" y="538625"/>
                      </a:lnTo>
                      <a:lnTo>
                        <a:pt x="344675" y="537996"/>
                      </a:lnTo>
                      <a:lnTo>
                        <a:pt x="345058" y="537366"/>
                      </a:lnTo>
                      <a:lnTo>
                        <a:pt x="345462" y="536736"/>
                      </a:lnTo>
                      <a:lnTo>
                        <a:pt x="345844" y="536107"/>
                      </a:lnTo>
                      <a:lnTo>
                        <a:pt x="346250" y="535477"/>
                      </a:lnTo>
                      <a:lnTo>
                        <a:pt x="346654" y="534847"/>
                      </a:lnTo>
                      <a:lnTo>
                        <a:pt x="347036" y="534218"/>
                      </a:lnTo>
                      <a:lnTo>
                        <a:pt x="347442" y="533588"/>
                      </a:lnTo>
                      <a:lnTo>
                        <a:pt x="347824" y="532958"/>
                      </a:lnTo>
                      <a:lnTo>
                        <a:pt x="348228" y="532328"/>
                      </a:lnTo>
                      <a:lnTo>
                        <a:pt x="348611" y="531676"/>
                      </a:lnTo>
                      <a:lnTo>
                        <a:pt x="349016" y="531047"/>
                      </a:lnTo>
                      <a:lnTo>
                        <a:pt x="349398" y="530417"/>
                      </a:lnTo>
                      <a:lnTo>
                        <a:pt x="349803" y="529765"/>
                      </a:lnTo>
                      <a:lnTo>
                        <a:pt x="350208" y="529135"/>
                      </a:lnTo>
                      <a:lnTo>
                        <a:pt x="350590" y="528505"/>
                      </a:lnTo>
                      <a:lnTo>
                        <a:pt x="350995" y="527853"/>
                      </a:lnTo>
                      <a:lnTo>
                        <a:pt x="351377" y="527223"/>
                      </a:lnTo>
                      <a:lnTo>
                        <a:pt x="351782" y="526571"/>
                      </a:lnTo>
                      <a:lnTo>
                        <a:pt x="352164" y="525941"/>
                      </a:lnTo>
                      <a:lnTo>
                        <a:pt x="352569" y="525289"/>
                      </a:lnTo>
                      <a:lnTo>
                        <a:pt x="352951" y="524659"/>
                      </a:lnTo>
                      <a:lnTo>
                        <a:pt x="353356" y="524030"/>
                      </a:lnTo>
                      <a:lnTo>
                        <a:pt x="353761" y="523378"/>
                      </a:lnTo>
                      <a:lnTo>
                        <a:pt x="354143" y="522748"/>
                      </a:lnTo>
                      <a:lnTo>
                        <a:pt x="354548" y="522118"/>
                      </a:lnTo>
                      <a:lnTo>
                        <a:pt x="354930" y="521466"/>
                      </a:lnTo>
                      <a:lnTo>
                        <a:pt x="355335" y="520836"/>
                      </a:lnTo>
                      <a:lnTo>
                        <a:pt x="355718" y="520206"/>
                      </a:lnTo>
                      <a:lnTo>
                        <a:pt x="356122" y="519554"/>
                      </a:lnTo>
                      <a:lnTo>
                        <a:pt x="356527" y="518925"/>
                      </a:lnTo>
                      <a:lnTo>
                        <a:pt x="356910" y="518295"/>
                      </a:lnTo>
                      <a:lnTo>
                        <a:pt x="357314" y="517643"/>
                      </a:lnTo>
                      <a:lnTo>
                        <a:pt x="357696" y="517013"/>
                      </a:lnTo>
                      <a:lnTo>
                        <a:pt x="358102" y="516361"/>
                      </a:lnTo>
                      <a:lnTo>
                        <a:pt x="358484" y="515731"/>
                      </a:lnTo>
                      <a:lnTo>
                        <a:pt x="358888" y="515079"/>
                      </a:lnTo>
                      <a:lnTo>
                        <a:pt x="359271" y="514449"/>
                      </a:lnTo>
                      <a:lnTo>
                        <a:pt x="359676" y="513797"/>
                      </a:lnTo>
                      <a:lnTo>
                        <a:pt x="360080" y="513167"/>
                      </a:lnTo>
                      <a:lnTo>
                        <a:pt x="360463" y="512515"/>
                      </a:lnTo>
                      <a:lnTo>
                        <a:pt x="360868" y="511885"/>
                      </a:lnTo>
                      <a:lnTo>
                        <a:pt x="361250" y="511233"/>
                      </a:lnTo>
                      <a:lnTo>
                        <a:pt x="361655" y="510581"/>
                      </a:lnTo>
                      <a:lnTo>
                        <a:pt x="362037" y="509951"/>
                      </a:lnTo>
                      <a:lnTo>
                        <a:pt x="362442" y="509299"/>
                      </a:lnTo>
                      <a:lnTo>
                        <a:pt x="362824" y="508647"/>
                      </a:lnTo>
                      <a:lnTo>
                        <a:pt x="363229" y="507995"/>
                      </a:lnTo>
                      <a:lnTo>
                        <a:pt x="363634" y="507342"/>
                      </a:lnTo>
                      <a:lnTo>
                        <a:pt x="364016" y="506668"/>
                      </a:lnTo>
                      <a:lnTo>
                        <a:pt x="364421" y="506016"/>
                      </a:lnTo>
                      <a:lnTo>
                        <a:pt x="364803" y="505363"/>
                      </a:lnTo>
                      <a:lnTo>
                        <a:pt x="365208" y="504711"/>
                      </a:lnTo>
                      <a:lnTo>
                        <a:pt x="365590" y="504036"/>
                      </a:lnTo>
                      <a:lnTo>
                        <a:pt x="365995" y="503384"/>
                      </a:lnTo>
                      <a:lnTo>
                        <a:pt x="366378" y="502710"/>
                      </a:lnTo>
                      <a:lnTo>
                        <a:pt x="366782" y="502057"/>
                      </a:lnTo>
                      <a:lnTo>
                        <a:pt x="367187" y="501383"/>
                      </a:lnTo>
                      <a:lnTo>
                        <a:pt x="367570" y="500731"/>
                      </a:lnTo>
                      <a:lnTo>
                        <a:pt x="367974" y="500056"/>
                      </a:lnTo>
                      <a:lnTo>
                        <a:pt x="368356" y="499381"/>
                      </a:lnTo>
                      <a:lnTo>
                        <a:pt x="368762" y="498729"/>
                      </a:lnTo>
                      <a:lnTo>
                        <a:pt x="369144" y="498054"/>
                      </a:lnTo>
                      <a:lnTo>
                        <a:pt x="369548" y="497402"/>
                      </a:lnTo>
                      <a:lnTo>
                        <a:pt x="369954" y="496727"/>
                      </a:lnTo>
                      <a:lnTo>
                        <a:pt x="370336" y="496053"/>
                      </a:lnTo>
                      <a:lnTo>
                        <a:pt x="370740" y="495400"/>
                      </a:lnTo>
                      <a:lnTo>
                        <a:pt x="371123" y="494726"/>
                      </a:lnTo>
                      <a:lnTo>
                        <a:pt x="371528" y="494051"/>
                      </a:lnTo>
                      <a:lnTo>
                        <a:pt x="371910" y="493376"/>
                      </a:lnTo>
                      <a:lnTo>
                        <a:pt x="372315" y="492724"/>
                      </a:lnTo>
                      <a:lnTo>
                        <a:pt x="372697" y="492050"/>
                      </a:lnTo>
                      <a:lnTo>
                        <a:pt x="373102" y="491375"/>
                      </a:lnTo>
                      <a:lnTo>
                        <a:pt x="373507" y="490678"/>
                      </a:lnTo>
                      <a:lnTo>
                        <a:pt x="373889" y="490003"/>
                      </a:lnTo>
                      <a:lnTo>
                        <a:pt x="374294" y="489328"/>
                      </a:lnTo>
                      <a:lnTo>
                        <a:pt x="374676" y="488654"/>
                      </a:lnTo>
                      <a:lnTo>
                        <a:pt x="375081" y="487979"/>
                      </a:lnTo>
                      <a:lnTo>
                        <a:pt x="375463" y="487304"/>
                      </a:lnTo>
                      <a:lnTo>
                        <a:pt x="375868" y="486630"/>
                      </a:lnTo>
                      <a:lnTo>
                        <a:pt x="376250" y="485955"/>
                      </a:lnTo>
                      <a:lnTo>
                        <a:pt x="376656" y="485303"/>
                      </a:lnTo>
                      <a:lnTo>
                        <a:pt x="377060" y="484628"/>
                      </a:lnTo>
                      <a:lnTo>
                        <a:pt x="377442" y="483953"/>
                      </a:lnTo>
                      <a:lnTo>
                        <a:pt x="377847" y="483301"/>
                      </a:lnTo>
                      <a:lnTo>
                        <a:pt x="378230" y="482626"/>
                      </a:lnTo>
                      <a:lnTo>
                        <a:pt x="378634" y="481974"/>
                      </a:lnTo>
                      <a:lnTo>
                        <a:pt x="379016" y="481322"/>
                      </a:lnTo>
                      <a:lnTo>
                        <a:pt x="379422" y="480647"/>
                      </a:lnTo>
                      <a:lnTo>
                        <a:pt x="379804" y="479995"/>
                      </a:lnTo>
                      <a:lnTo>
                        <a:pt x="380208" y="479343"/>
                      </a:lnTo>
                      <a:lnTo>
                        <a:pt x="380614" y="478691"/>
                      </a:lnTo>
                      <a:lnTo>
                        <a:pt x="380996" y="478039"/>
                      </a:lnTo>
                      <a:lnTo>
                        <a:pt x="381401" y="477386"/>
                      </a:lnTo>
                      <a:lnTo>
                        <a:pt x="381783" y="476734"/>
                      </a:lnTo>
                      <a:lnTo>
                        <a:pt x="382188" y="476104"/>
                      </a:lnTo>
                      <a:lnTo>
                        <a:pt x="382570" y="475452"/>
                      </a:lnTo>
                      <a:lnTo>
                        <a:pt x="382975" y="474800"/>
                      </a:lnTo>
                      <a:lnTo>
                        <a:pt x="383357" y="474148"/>
                      </a:lnTo>
                      <a:lnTo>
                        <a:pt x="383762" y="473518"/>
                      </a:lnTo>
                      <a:lnTo>
                        <a:pt x="384167" y="472866"/>
                      </a:lnTo>
                      <a:lnTo>
                        <a:pt x="384549" y="472236"/>
                      </a:lnTo>
                      <a:lnTo>
                        <a:pt x="384954" y="471584"/>
                      </a:lnTo>
                      <a:lnTo>
                        <a:pt x="385336" y="470954"/>
                      </a:lnTo>
                      <a:lnTo>
                        <a:pt x="385741" y="470302"/>
                      </a:lnTo>
                      <a:lnTo>
                        <a:pt x="386124" y="469672"/>
                      </a:lnTo>
                      <a:lnTo>
                        <a:pt x="386528" y="469043"/>
                      </a:lnTo>
                      <a:lnTo>
                        <a:pt x="386933" y="468390"/>
                      </a:lnTo>
                      <a:lnTo>
                        <a:pt x="387316" y="467761"/>
                      </a:lnTo>
                      <a:lnTo>
                        <a:pt x="387720" y="467131"/>
                      </a:lnTo>
                      <a:lnTo>
                        <a:pt x="388102" y="466479"/>
                      </a:lnTo>
                      <a:lnTo>
                        <a:pt x="388508" y="465849"/>
                      </a:lnTo>
                      <a:lnTo>
                        <a:pt x="388890" y="465219"/>
                      </a:lnTo>
                      <a:lnTo>
                        <a:pt x="389294" y="464567"/>
                      </a:lnTo>
                      <a:lnTo>
                        <a:pt x="389677" y="463938"/>
                      </a:lnTo>
                      <a:lnTo>
                        <a:pt x="390082" y="463308"/>
                      </a:lnTo>
                      <a:lnTo>
                        <a:pt x="390486" y="462678"/>
                      </a:lnTo>
                      <a:lnTo>
                        <a:pt x="390869" y="462048"/>
                      </a:lnTo>
                      <a:lnTo>
                        <a:pt x="391274" y="461419"/>
                      </a:lnTo>
                      <a:lnTo>
                        <a:pt x="391656" y="460789"/>
                      </a:lnTo>
                      <a:lnTo>
                        <a:pt x="392061" y="460182"/>
                      </a:lnTo>
                      <a:lnTo>
                        <a:pt x="392443" y="459552"/>
                      </a:lnTo>
                      <a:lnTo>
                        <a:pt x="392848" y="458922"/>
                      </a:lnTo>
                      <a:lnTo>
                        <a:pt x="393230" y="458293"/>
                      </a:lnTo>
                      <a:lnTo>
                        <a:pt x="393635" y="457685"/>
                      </a:lnTo>
                      <a:lnTo>
                        <a:pt x="394040" y="457056"/>
                      </a:lnTo>
                      <a:lnTo>
                        <a:pt x="394422" y="456426"/>
                      </a:lnTo>
                      <a:lnTo>
                        <a:pt x="394827" y="455819"/>
                      </a:lnTo>
                      <a:lnTo>
                        <a:pt x="395209" y="455189"/>
                      </a:lnTo>
                      <a:lnTo>
                        <a:pt x="395614" y="454559"/>
                      </a:lnTo>
                      <a:lnTo>
                        <a:pt x="395996" y="453952"/>
                      </a:lnTo>
                      <a:lnTo>
                        <a:pt x="396401" y="453323"/>
                      </a:lnTo>
                      <a:lnTo>
                        <a:pt x="396784" y="452693"/>
                      </a:lnTo>
                      <a:lnTo>
                        <a:pt x="397188" y="452086"/>
                      </a:lnTo>
                      <a:lnTo>
                        <a:pt x="397593" y="451456"/>
                      </a:lnTo>
                      <a:lnTo>
                        <a:pt x="397976" y="450826"/>
                      </a:lnTo>
                      <a:lnTo>
                        <a:pt x="398380" y="450219"/>
                      </a:lnTo>
                      <a:lnTo>
                        <a:pt x="398762" y="449589"/>
                      </a:lnTo>
                      <a:lnTo>
                        <a:pt x="399168" y="448982"/>
                      </a:lnTo>
                      <a:lnTo>
                        <a:pt x="399550" y="448352"/>
                      </a:lnTo>
                      <a:lnTo>
                        <a:pt x="399954" y="447745"/>
                      </a:lnTo>
                      <a:lnTo>
                        <a:pt x="400359" y="447115"/>
                      </a:lnTo>
                      <a:lnTo>
                        <a:pt x="400742" y="446508"/>
                      </a:lnTo>
                      <a:lnTo>
                        <a:pt x="401146" y="445878"/>
                      </a:lnTo>
                      <a:lnTo>
                        <a:pt x="401529" y="445271"/>
                      </a:lnTo>
                      <a:lnTo>
                        <a:pt x="401934" y="444686"/>
                      </a:lnTo>
                      <a:lnTo>
                        <a:pt x="402316" y="444079"/>
                      </a:lnTo>
                      <a:lnTo>
                        <a:pt x="402721" y="443472"/>
                      </a:lnTo>
                      <a:lnTo>
                        <a:pt x="403103" y="442865"/>
                      </a:lnTo>
                      <a:lnTo>
                        <a:pt x="403485" y="442258"/>
                      </a:lnTo>
                      <a:lnTo>
                        <a:pt x="403913" y="441650"/>
                      </a:lnTo>
                      <a:lnTo>
                        <a:pt x="404295" y="441043"/>
                      </a:lnTo>
                      <a:lnTo>
                        <a:pt x="404677" y="440458"/>
                      </a:lnTo>
                      <a:lnTo>
                        <a:pt x="405060" y="439851"/>
                      </a:lnTo>
                      <a:lnTo>
                        <a:pt x="405464" y="439244"/>
                      </a:lnTo>
                      <a:lnTo>
                        <a:pt x="405847" y="438659"/>
                      </a:lnTo>
                      <a:lnTo>
                        <a:pt x="406252" y="438052"/>
                      </a:lnTo>
                      <a:lnTo>
                        <a:pt x="406634" y="437445"/>
                      </a:lnTo>
                      <a:lnTo>
                        <a:pt x="407039" y="436860"/>
                      </a:lnTo>
                      <a:lnTo>
                        <a:pt x="407444" y="436253"/>
                      </a:lnTo>
                      <a:lnTo>
                        <a:pt x="407826" y="435668"/>
                      </a:lnTo>
                      <a:lnTo>
                        <a:pt x="408230" y="435061"/>
                      </a:lnTo>
                      <a:lnTo>
                        <a:pt x="408613" y="434476"/>
                      </a:lnTo>
                      <a:lnTo>
                        <a:pt x="409018" y="433869"/>
                      </a:lnTo>
                      <a:lnTo>
                        <a:pt x="409400" y="433284"/>
                      </a:lnTo>
                      <a:lnTo>
                        <a:pt x="409805" y="432677"/>
                      </a:lnTo>
                      <a:lnTo>
                        <a:pt x="410187" y="432092"/>
                      </a:lnTo>
                      <a:lnTo>
                        <a:pt x="410592" y="431485"/>
                      </a:lnTo>
                      <a:lnTo>
                        <a:pt x="410997" y="430900"/>
                      </a:lnTo>
                      <a:lnTo>
                        <a:pt x="411379" y="430316"/>
                      </a:lnTo>
                      <a:lnTo>
                        <a:pt x="411784" y="429708"/>
                      </a:lnTo>
                      <a:lnTo>
                        <a:pt x="412166" y="429124"/>
                      </a:lnTo>
                      <a:lnTo>
                        <a:pt x="412571" y="428517"/>
                      </a:lnTo>
                      <a:lnTo>
                        <a:pt x="412953" y="427932"/>
                      </a:lnTo>
                      <a:lnTo>
                        <a:pt x="413358" y="427324"/>
                      </a:lnTo>
                      <a:lnTo>
                        <a:pt x="413741" y="426740"/>
                      </a:lnTo>
                      <a:lnTo>
                        <a:pt x="414145" y="426133"/>
                      </a:lnTo>
                      <a:lnTo>
                        <a:pt x="414550" y="425548"/>
                      </a:lnTo>
                      <a:lnTo>
                        <a:pt x="414933" y="424941"/>
                      </a:lnTo>
                      <a:lnTo>
                        <a:pt x="415337" y="424333"/>
                      </a:lnTo>
                      <a:lnTo>
                        <a:pt x="415720" y="423749"/>
                      </a:lnTo>
                      <a:lnTo>
                        <a:pt x="416124" y="423141"/>
                      </a:lnTo>
                      <a:lnTo>
                        <a:pt x="416507" y="422534"/>
                      </a:lnTo>
                      <a:lnTo>
                        <a:pt x="416912" y="421927"/>
                      </a:lnTo>
                      <a:lnTo>
                        <a:pt x="417316" y="421320"/>
                      </a:lnTo>
                      <a:lnTo>
                        <a:pt x="417699" y="420713"/>
                      </a:lnTo>
                      <a:lnTo>
                        <a:pt x="418104" y="420105"/>
                      </a:lnTo>
                      <a:lnTo>
                        <a:pt x="418486" y="419498"/>
                      </a:lnTo>
                      <a:lnTo>
                        <a:pt x="418890" y="418891"/>
                      </a:lnTo>
                      <a:lnTo>
                        <a:pt x="419273" y="418261"/>
                      </a:lnTo>
                      <a:lnTo>
                        <a:pt x="419678" y="417654"/>
                      </a:lnTo>
                      <a:lnTo>
                        <a:pt x="420060" y="417047"/>
                      </a:lnTo>
                      <a:lnTo>
                        <a:pt x="420465" y="416440"/>
                      </a:lnTo>
                      <a:lnTo>
                        <a:pt x="420870" y="415810"/>
                      </a:lnTo>
                      <a:lnTo>
                        <a:pt x="421252" y="415203"/>
                      </a:lnTo>
                      <a:lnTo>
                        <a:pt x="421657" y="414595"/>
                      </a:lnTo>
                      <a:lnTo>
                        <a:pt x="422039" y="413988"/>
                      </a:lnTo>
                      <a:lnTo>
                        <a:pt x="422444" y="413381"/>
                      </a:lnTo>
                      <a:lnTo>
                        <a:pt x="422826" y="412751"/>
                      </a:lnTo>
                      <a:lnTo>
                        <a:pt x="423231" y="412144"/>
                      </a:lnTo>
                      <a:lnTo>
                        <a:pt x="423613" y="411537"/>
                      </a:lnTo>
                      <a:lnTo>
                        <a:pt x="424018" y="410930"/>
                      </a:lnTo>
                      <a:lnTo>
                        <a:pt x="424423" y="410322"/>
                      </a:lnTo>
                      <a:lnTo>
                        <a:pt x="424806" y="409738"/>
                      </a:lnTo>
                      <a:lnTo>
                        <a:pt x="425210" y="409130"/>
                      </a:lnTo>
                      <a:lnTo>
                        <a:pt x="425593" y="408523"/>
                      </a:lnTo>
                      <a:lnTo>
                        <a:pt x="425998" y="407916"/>
                      </a:lnTo>
                      <a:lnTo>
                        <a:pt x="426380" y="407309"/>
                      </a:lnTo>
                      <a:lnTo>
                        <a:pt x="426784" y="406724"/>
                      </a:lnTo>
                      <a:lnTo>
                        <a:pt x="427167" y="406117"/>
                      </a:lnTo>
                      <a:lnTo>
                        <a:pt x="427572" y="405532"/>
                      </a:lnTo>
                      <a:lnTo>
                        <a:pt x="427976" y="404925"/>
                      </a:lnTo>
                      <a:lnTo>
                        <a:pt x="428359" y="404340"/>
                      </a:lnTo>
                      <a:lnTo>
                        <a:pt x="428764" y="403733"/>
                      </a:lnTo>
                      <a:lnTo>
                        <a:pt x="429146" y="403148"/>
                      </a:lnTo>
                      <a:lnTo>
                        <a:pt x="429551" y="402541"/>
                      </a:lnTo>
                      <a:lnTo>
                        <a:pt x="429933" y="401956"/>
                      </a:lnTo>
                      <a:lnTo>
                        <a:pt x="430338" y="401372"/>
                      </a:lnTo>
                      <a:lnTo>
                        <a:pt x="430720" y="400764"/>
                      </a:lnTo>
                      <a:lnTo>
                        <a:pt x="431125" y="400180"/>
                      </a:lnTo>
                      <a:lnTo>
                        <a:pt x="431530" y="399595"/>
                      </a:lnTo>
                      <a:lnTo>
                        <a:pt x="431912" y="399010"/>
                      </a:lnTo>
                      <a:lnTo>
                        <a:pt x="432317" y="398425"/>
                      </a:lnTo>
                      <a:lnTo>
                        <a:pt x="432699" y="397841"/>
                      </a:lnTo>
                      <a:lnTo>
                        <a:pt x="433104" y="397256"/>
                      </a:lnTo>
                      <a:lnTo>
                        <a:pt x="433487" y="396694"/>
                      </a:lnTo>
                      <a:lnTo>
                        <a:pt x="433891" y="396109"/>
                      </a:lnTo>
                      <a:lnTo>
                        <a:pt x="434296" y="395524"/>
                      </a:lnTo>
                      <a:lnTo>
                        <a:pt x="434678" y="394940"/>
                      </a:lnTo>
                      <a:lnTo>
                        <a:pt x="435083" y="394355"/>
                      </a:lnTo>
                      <a:lnTo>
                        <a:pt x="435466" y="393793"/>
                      </a:lnTo>
                      <a:lnTo>
                        <a:pt x="435870" y="393208"/>
                      </a:lnTo>
                      <a:lnTo>
                        <a:pt x="436253" y="392646"/>
                      </a:lnTo>
                      <a:lnTo>
                        <a:pt x="436658" y="392061"/>
                      </a:lnTo>
                      <a:lnTo>
                        <a:pt x="437040" y="391499"/>
                      </a:lnTo>
                      <a:lnTo>
                        <a:pt x="437444" y="390914"/>
                      </a:lnTo>
                      <a:lnTo>
                        <a:pt x="437850" y="390352"/>
                      </a:lnTo>
                      <a:lnTo>
                        <a:pt x="438232" y="389789"/>
                      </a:lnTo>
                      <a:lnTo>
                        <a:pt x="438636" y="389205"/>
                      </a:lnTo>
                      <a:lnTo>
                        <a:pt x="439019" y="388642"/>
                      </a:lnTo>
                      <a:lnTo>
                        <a:pt x="439424" y="388080"/>
                      </a:lnTo>
                      <a:lnTo>
                        <a:pt x="439806" y="387518"/>
                      </a:lnTo>
                      <a:lnTo>
                        <a:pt x="440211" y="386956"/>
                      </a:lnTo>
                      <a:lnTo>
                        <a:pt x="440593" y="386393"/>
                      </a:lnTo>
                      <a:lnTo>
                        <a:pt x="440998" y="385831"/>
                      </a:lnTo>
                      <a:lnTo>
                        <a:pt x="441403" y="385269"/>
                      </a:lnTo>
                      <a:lnTo>
                        <a:pt x="441785" y="384707"/>
                      </a:lnTo>
                      <a:lnTo>
                        <a:pt x="442190" y="384167"/>
                      </a:lnTo>
                      <a:lnTo>
                        <a:pt x="442572" y="383605"/>
                      </a:lnTo>
                      <a:lnTo>
                        <a:pt x="442977" y="383043"/>
                      </a:lnTo>
                      <a:lnTo>
                        <a:pt x="443359" y="382503"/>
                      </a:lnTo>
                      <a:lnTo>
                        <a:pt x="443764" y="381963"/>
                      </a:lnTo>
                      <a:lnTo>
                        <a:pt x="444147" y="381423"/>
                      </a:lnTo>
                      <a:lnTo>
                        <a:pt x="444551" y="380884"/>
                      </a:lnTo>
                      <a:lnTo>
                        <a:pt x="444956" y="380344"/>
                      </a:lnTo>
                      <a:lnTo>
                        <a:pt x="445338" y="379804"/>
                      </a:lnTo>
                      <a:lnTo>
                        <a:pt x="445743" y="379264"/>
                      </a:lnTo>
                      <a:lnTo>
                        <a:pt x="446126" y="378725"/>
                      </a:lnTo>
                      <a:lnTo>
                        <a:pt x="446530" y="378207"/>
                      </a:lnTo>
                      <a:lnTo>
                        <a:pt x="446913" y="377668"/>
                      </a:lnTo>
                      <a:lnTo>
                        <a:pt x="447318" y="377150"/>
                      </a:lnTo>
                      <a:lnTo>
                        <a:pt x="447722" y="376633"/>
                      </a:lnTo>
                      <a:lnTo>
                        <a:pt x="448105" y="376116"/>
                      </a:lnTo>
                      <a:lnTo>
                        <a:pt x="448510" y="375598"/>
                      </a:lnTo>
                      <a:lnTo>
                        <a:pt x="448892" y="375081"/>
                      </a:lnTo>
                      <a:lnTo>
                        <a:pt x="449296" y="374564"/>
                      </a:lnTo>
                      <a:lnTo>
                        <a:pt x="449679" y="374047"/>
                      </a:lnTo>
                      <a:lnTo>
                        <a:pt x="450084" y="373529"/>
                      </a:lnTo>
                      <a:lnTo>
                        <a:pt x="450466" y="373012"/>
                      </a:lnTo>
                      <a:lnTo>
                        <a:pt x="450871" y="372517"/>
                      </a:lnTo>
                      <a:lnTo>
                        <a:pt x="451276" y="372000"/>
                      </a:lnTo>
                      <a:lnTo>
                        <a:pt x="451658" y="371505"/>
                      </a:lnTo>
                      <a:lnTo>
                        <a:pt x="452063" y="370988"/>
                      </a:lnTo>
                      <a:lnTo>
                        <a:pt x="452445" y="370493"/>
                      </a:lnTo>
                      <a:lnTo>
                        <a:pt x="452850" y="369999"/>
                      </a:lnTo>
                      <a:lnTo>
                        <a:pt x="453232" y="369481"/>
                      </a:lnTo>
                      <a:lnTo>
                        <a:pt x="453637" y="368987"/>
                      </a:lnTo>
                      <a:lnTo>
                        <a:pt x="454019" y="368469"/>
                      </a:lnTo>
                      <a:lnTo>
                        <a:pt x="454424" y="367975"/>
                      </a:lnTo>
                      <a:lnTo>
                        <a:pt x="454829" y="367480"/>
                      </a:lnTo>
                      <a:lnTo>
                        <a:pt x="455211" y="366962"/>
                      </a:lnTo>
                      <a:lnTo>
                        <a:pt x="455616" y="366468"/>
                      </a:lnTo>
                      <a:lnTo>
                        <a:pt x="455998" y="365973"/>
                      </a:lnTo>
                      <a:lnTo>
                        <a:pt x="456403" y="365478"/>
                      </a:lnTo>
                      <a:lnTo>
                        <a:pt x="456786" y="364983"/>
                      </a:lnTo>
                      <a:lnTo>
                        <a:pt x="457190" y="364489"/>
                      </a:lnTo>
                      <a:lnTo>
                        <a:pt x="457573" y="363994"/>
                      </a:lnTo>
                      <a:lnTo>
                        <a:pt x="457978" y="363499"/>
                      </a:lnTo>
                      <a:lnTo>
                        <a:pt x="458382" y="363027"/>
                      </a:lnTo>
                      <a:lnTo>
                        <a:pt x="458765" y="362532"/>
                      </a:lnTo>
                      <a:lnTo>
                        <a:pt x="459170" y="362037"/>
                      </a:lnTo>
                      <a:lnTo>
                        <a:pt x="459552" y="361565"/>
                      </a:lnTo>
                      <a:lnTo>
                        <a:pt x="459956" y="361070"/>
                      </a:lnTo>
                      <a:lnTo>
                        <a:pt x="460339" y="360598"/>
                      </a:lnTo>
                      <a:lnTo>
                        <a:pt x="460744" y="360126"/>
                      </a:lnTo>
                      <a:lnTo>
                        <a:pt x="461126" y="359631"/>
                      </a:lnTo>
                      <a:lnTo>
                        <a:pt x="461531" y="359159"/>
                      </a:lnTo>
                      <a:lnTo>
                        <a:pt x="461936" y="358686"/>
                      </a:lnTo>
                      <a:lnTo>
                        <a:pt x="462318" y="358214"/>
                      </a:lnTo>
                      <a:lnTo>
                        <a:pt x="462723" y="357742"/>
                      </a:lnTo>
                      <a:lnTo>
                        <a:pt x="463105" y="357269"/>
                      </a:lnTo>
                      <a:lnTo>
                        <a:pt x="463510" y="356797"/>
                      </a:lnTo>
                      <a:lnTo>
                        <a:pt x="463892" y="356325"/>
                      </a:lnTo>
                      <a:lnTo>
                        <a:pt x="464297" y="355853"/>
                      </a:lnTo>
                      <a:lnTo>
                        <a:pt x="464702" y="355380"/>
                      </a:lnTo>
                      <a:lnTo>
                        <a:pt x="465084" y="354908"/>
                      </a:lnTo>
                      <a:lnTo>
                        <a:pt x="465489" y="354436"/>
                      </a:lnTo>
                      <a:lnTo>
                        <a:pt x="465872" y="353964"/>
                      </a:lnTo>
                      <a:lnTo>
                        <a:pt x="466276" y="353491"/>
                      </a:lnTo>
                      <a:lnTo>
                        <a:pt x="466659" y="353019"/>
                      </a:lnTo>
                      <a:lnTo>
                        <a:pt x="467064" y="352569"/>
                      </a:lnTo>
                      <a:lnTo>
                        <a:pt x="467446" y="352097"/>
                      </a:lnTo>
                      <a:lnTo>
                        <a:pt x="467850" y="351625"/>
                      </a:lnTo>
                      <a:lnTo>
                        <a:pt x="468256" y="351152"/>
                      </a:lnTo>
                      <a:lnTo>
                        <a:pt x="468638" y="350680"/>
                      </a:lnTo>
                      <a:lnTo>
                        <a:pt x="469042" y="350230"/>
                      </a:lnTo>
                      <a:lnTo>
                        <a:pt x="469425" y="349758"/>
                      </a:lnTo>
                      <a:lnTo>
                        <a:pt x="469830" y="349286"/>
                      </a:lnTo>
                      <a:lnTo>
                        <a:pt x="470212" y="348813"/>
                      </a:lnTo>
                      <a:lnTo>
                        <a:pt x="470617" y="348364"/>
                      </a:lnTo>
                      <a:lnTo>
                        <a:pt x="470999" y="347891"/>
                      </a:lnTo>
                      <a:lnTo>
                        <a:pt x="471404" y="347442"/>
                      </a:lnTo>
                      <a:lnTo>
                        <a:pt x="471809" y="346969"/>
                      </a:lnTo>
                      <a:lnTo>
                        <a:pt x="472191" y="346519"/>
                      </a:lnTo>
                      <a:lnTo>
                        <a:pt x="472596" y="346070"/>
                      </a:lnTo>
                      <a:lnTo>
                        <a:pt x="472978" y="345620"/>
                      </a:lnTo>
                      <a:lnTo>
                        <a:pt x="473383" y="345170"/>
                      </a:lnTo>
                      <a:lnTo>
                        <a:pt x="473765" y="344720"/>
                      </a:lnTo>
                      <a:lnTo>
                        <a:pt x="474170" y="344270"/>
                      </a:lnTo>
                      <a:lnTo>
                        <a:pt x="474552" y="343821"/>
                      </a:lnTo>
                      <a:lnTo>
                        <a:pt x="474957" y="343393"/>
                      </a:lnTo>
                      <a:lnTo>
                        <a:pt x="475362" y="342944"/>
                      </a:lnTo>
                      <a:lnTo>
                        <a:pt x="475744" y="342494"/>
                      </a:lnTo>
                      <a:lnTo>
                        <a:pt x="476149" y="342067"/>
                      </a:lnTo>
                      <a:lnTo>
                        <a:pt x="476532" y="341617"/>
                      </a:lnTo>
                      <a:lnTo>
                        <a:pt x="476936" y="341167"/>
                      </a:lnTo>
                      <a:lnTo>
                        <a:pt x="477319" y="340740"/>
                      </a:lnTo>
                      <a:lnTo>
                        <a:pt x="477724" y="340290"/>
                      </a:lnTo>
                      <a:lnTo>
                        <a:pt x="478128" y="339863"/>
                      </a:lnTo>
                      <a:lnTo>
                        <a:pt x="478510" y="339413"/>
                      </a:lnTo>
                      <a:lnTo>
                        <a:pt x="478916" y="338985"/>
                      </a:lnTo>
                      <a:lnTo>
                        <a:pt x="479298" y="338558"/>
                      </a:lnTo>
                      <a:lnTo>
                        <a:pt x="479702" y="338131"/>
                      </a:lnTo>
                      <a:lnTo>
                        <a:pt x="480085" y="337704"/>
                      </a:lnTo>
                      <a:lnTo>
                        <a:pt x="480490" y="337254"/>
                      </a:lnTo>
                      <a:lnTo>
                        <a:pt x="480872" y="336826"/>
                      </a:lnTo>
                      <a:lnTo>
                        <a:pt x="481277" y="336399"/>
                      </a:lnTo>
                      <a:lnTo>
                        <a:pt x="481682" y="335972"/>
                      </a:lnTo>
                      <a:lnTo>
                        <a:pt x="482064" y="335545"/>
                      </a:lnTo>
                      <a:lnTo>
                        <a:pt x="482469" y="335117"/>
                      </a:lnTo>
                      <a:lnTo>
                        <a:pt x="482851" y="334712"/>
                      </a:lnTo>
                      <a:lnTo>
                        <a:pt x="483256" y="334285"/>
                      </a:lnTo>
                      <a:lnTo>
                        <a:pt x="483638" y="333858"/>
                      </a:lnTo>
                      <a:lnTo>
                        <a:pt x="484043" y="333453"/>
                      </a:lnTo>
                      <a:lnTo>
                        <a:pt x="484425" y="333026"/>
                      </a:lnTo>
                      <a:lnTo>
                        <a:pt x="484830" y="332621"/>
                      </a:lnTo>
                      <a:lnTo>
                        <a:pt x="485235" y="332216"/>
                      </a:lnTo>
                      <a:lnTo>
                        <a:pt x="485617" y="331789"/>
                      </a:lnTo>
                      <a:lnTo>
                        <a:pt x="486022" y="331384"/>
                      </a:lnTo>
                      <a:lnTo>
                        <a:pt x="486404" y="330979"/>
                      </a:lnTo>
                      <a:lnTo>
                        <a:pt x="486809" y="330574"/>
                      </a:lnTo>
                      <a:lnTo>
                        <a:pt x="487192" y="330192"/>
                      </a:lnTo>
                      <a:lnTo>
                        <a:pt x="487596" y="329787"/>
                      </a:lnTo>
                      <a:lnTo>
                        <a:pt x="487979" y="329382"/>
                      </a:lnTo>
                      <a:lnTo>
                        <a:pt x="488384" y="329000"/>
                      </a:lnTo>
                      <a:lnTo>
                        <a:pt x="488788" y="328595"/>
                      </a:lnTo>
                      <a:lnTo>
                        <a:pt x="489170" y="328213"/>
                      </a:lnTo>
                      <a:lnTo>
                        <a:pt x="489576" y="327808"/>
                      </a:lnTo>
                      <a:lnTo>
                        <a:pt x="489958" y="327403"/>
                      </a:lnTo>
                      <a:lnTo>
                        <a:pt x="490362" y="327021"/>
                      </a:lnTo>
                      <a:lnTo>
                        <a:pt x="490745" y="326616"/>
                      </a:lnTo>
                      <a:lnTo>
                        <a:pt x="491150" y="326211"/>
                      </a:lnTo>
                      <a:lnTo>
                        <a:pt x="491532" y="325807"/>
                      </a:lnTo>
                      <a:lnTo>
                        <a:pt x="491937" y="325447"/>
                      </a:lnTo>
                      <a:lnTo>
                        <a:pt x="492342" y="325042"/>
                      </a:lnTo>
                      <a:lnTo>
                        <a:pt x="492724" y="324637"/>
                      </a:lnTo>
                      <a:lnTo>
                        <a:pt x="493129" y="324255"/>
                      </a:lnTo>
                      <a:lnTo>
                        <a:pt x="493511" y="323850"/>
                      </a:lnTo>
                      <a:lnTo>
                        <a:pt x="493916" y="323445"/>
                      </a:lnTo>
                      <a:lnTo>
                        <a:pt x="494298" y="323040"/>
                      </a:lnTo>
                      <a:lnTo>
                        <a:pt x="494703" y="322658"/>
                      </a:lnTo>
                      <a:lnTo>
                        <a:pt x="495108" y="322253"/>
                      </a:lnTo>
                      <a:lnTo>
                        <a:pt x="495490" y="321848"/>
                      </a:lnTo>
                      <a:lnTo>
                        <a:pt x="495895" y="321466"/>
                      </a:lnTo>
                      <a:lnTo>
                        <a:pt x="496277" y="321061"/>
                      </a:lnTo>
                      <a:lnTo>
                        <a:pt x="496682" y="320656"/>
                      </a:lnTo>
                      <a:lnTo>
                        <a:pt x="497064" y="320274"/>
                      </a:lnTo>
                      <a:lnTo>
                        <a:pt x="497469" y="319869"/>
                      </a:lnTo>
                      <a:lnTo>
                        <a:pt x="497852" y="319464"/>
                      </a:lnTo>
                      <a:lnTo>
                        <a:pt x="498256" y="319060"/>
                      </a:lnTo>
                      <a:lnTo>
                        <a:pt x="498662" y="318677"/>
                      </a:lnTo>
                      <a:lnTo>
                        <a:pt x="499044" y="318273"/>
                      </a:lnTo>
                      <a:lnTo>
                        <a:pt x="499448" y="317868"/>
                      </a:lnTo>
                      <a:lnTo>
                        <a:pt x="499831" y="317463"/>
                      </a:lnTo>
                      <a:lnTo>
                        <a:pt x="500236" y="317058"/>
                      </a:lnTo>
                      <a:lnTo>
                        <a:pt x="500618" y="316653"/>
                      </a:lnTo>
                      <a:lnTo>
                        <a:pt x="501022" y="316248"/>
                      </a:lnTo>
                      <a:lnTo>
                        <a:pt x="501405" y="315844"/>
                      </a:lnTo>
                      <a:lnTo>
                        <a:pt x="501810" y="315439"/>
                      </a:lnTo>
                      <a:lnTo>
                        <a:pt x="502214" y="315012"/>
                      </a:lnTo>
                      <a:lnTo>
                        <a:pt x="502597" y="314607"/>
                      </a:lnTo>
                      <a:lnTo>
                        <a:pt x="503002" y="314202"/>
                      </a:lnTo>
                      <a:lnTo>
                        <a:pt x="503384" y="313797"/>
                      </a:lnTo>
                      <a:lnTo>
                        <a:pt x="503789" y="313392"/>
                      </a:lnTo>
                      <a:lnTo>
                        <a:pt x="504171" y="312988"/>
                      </a:lnTo>
                      <a:lnTo>
                        <a:pt x="504576" y="312560"/>
                      </a:lnTo>
                      <a:lnTo>
                        <a:pt x="504958" y="312155"/>
                      </a:lnTo>
                      <a:lnTo>
                        <a:pt x="505363" y="311751"/>
                      </a:lnTo>
                      <a:lnTo>
                        <a:pt x="505768" y="311346"/>
                      </a:lnTo>
                      <a:lnTo>
                        <a:pt x="506150" y="310941"/>
                      </a:lnTo>
                      <a:lnTo>
                        <a:pt x="506555" y="310536"/>
                      </a:lnTo>
                      <a:lnTo>
                        <a:pt x="506938" y="310109"/>
                      </a:lnTo>
                      <a:lnTo>
                        <a:pt x="507342" y="309704"/>
                      </a:lnTo>
                      <a:lnTo>
                        <a:pt x="507724" y="309299"/>
                      </a:lnTo>
                      <a:lnTo>
                        <a:pt x="508130" y="308894"/>
                      </a:lnTo>
                      <a:lnTo>
                        <a:pt x="508534" y="308490"/>
                      </a:lnTo>
                      <a:lnTo>
                        <a:pt x="508916" y="308085"/>
                      </a:lnTo>
                      <a:lnTo>
                        <a:pt x="509322" y="307680"/>
                      </a:lnTo>
                      <a:lnTo>
                        <a:pt x="509704" y="307275"/>
                      </a:lnTo>
                      <a:lnTo>
                        <a:pt x="510108" y="306870"/>
                      </a:lnTo>
                      <a:lnTo>
                        <a:pt x="510491" y="306443"/>
                      </a:lnTo>
                      <a:lnTo>
                        <a:pt x="510896" y="306038"/>
                      </a:lnTo>
                      <a:lnTo>
                        <a:pt x="511278" y="305633"/>
                      </a:lnTo>
                      <a:lnTo>
                        <a:pt x="511683" y="305229"/>
                      </a:lnTo>
                      <a:lnTo>
                        <a:pt x="512088" y="304824"/>
                      </a:lnTo>
                      <a:lnTo>
                        <a:pt x="512470" y="304419"/>
                      </a:lnTo>
                      <a:lnTo>
                        <a:pt x="512875" y="303992"/>
                      </a:lnTo>
                      <a:lnTo>
                        <a:pt x="513257" y="303587"/>
                      </a:lnTo>
                      <a:lnTo>
                        <a:pt x="513662" y="303182"/>
                      </a:lnTo>
                      <a:lnTo>
                        <a:pt x="514044" y="302777"/>
                      </a:lnTo>
                      <a:lnTo>
                        <a:pt x="514449" y="302350"/>
                      </a:lnTo>
                      <a:lnTo>
                        <a:pt x="514831" y="301945"/>
                      </a:lnTo>
                      <a:lnTo>
                        <a:pt x="515236" y="301540"/>
                      </a:lnTo>
                      <a:lnTo>
                        <a:pt x="515641" y="301135"/>
                      </a:lnTo>
                      <a:lnTo>
                        <a:pt x="516023" y="300731"/>
                      </a:lnTo>
                      <a:lnTo>
                        <a:pt x="516428" y="300303"/>
                      </a:lnTo>
                      <a:lnTo>
                        <a:pt x="516810" y="299899"/>
                      </a:lnTo>
                      <a:lnTo>
                        <a:pt x="517215" y="299494"/>
                      </a:lnTo>
                      <a:lnTo>
                        <a:pt x="517598" y="299089"/>
                      </a:lnTo>
                      <a:lnTo>
                        <a:pt x="518002" y="298684"/>
                      </a:lnTo>
                      <a:lnTo>
                        <a:pt x="518385" y="298302"/>
                      </a:lnTo>
                      <a:lnTo>
                        <a:pt x="518790" y="297897"/>
                      </a:lnTo>
                      <a:lnTo>
                        <a:pt x="519194" y="297492"/>
                      </a:lnTo>
                      <a:lnTo>
                        <a:pt x="519576" y="297110"/>
                      </a:lnTo>
                      <a:lnTo>
                        <a:pt x="519982" y="296705"/>
                      </a:lnTo>
                      <a:lnTo>
                        <a:pt x="520364" y="296300"/>
                      </a:lnTo>
                      <a:lnTo>
                        <a:pt x="520768" y="295918"/>
                      </a:lnTo>
                      <a:lnTo>
                        <a:pt x="521151" y="295536"/>
                      </a:lnTo>
                      <a:lnTo>
                        <a:pt x="521556" y="295131"/>
                      </a:lnTo>
                      <a:lnTo>
                        <a:pt x="521938" y="294748"/>
                      </a:lnTo>
                      <a:lnTo>
                        <a:pt x="522343" y="294344"/>
                      </a:lnTo>
                      <a:lnTo>
                        <a:pt x="522748" y="293961"/>
                      </a:lnTo>
                      <a:lnTo>
                        <a:pt x="523107" y="293579"/>
                      </a:lnTo>
                      <a:lnTo>
                        <a:pt x="523535" y="293197"/>
                      </a:lnTo>
                      <a:lnTo>
                        <a:pt x="523895" y="292792"/>
                      </a:lnTo>
                      <a:lnTo>
                        <a:pt x="524299" y="292410"/>
                      </a:lnTo>
                      <a:lnTo>
                        <a:pt x="524682" y="292027"/>
                      </a:lnTo>
                      <a:lnTo>
                        <a:pt x="525087" y="291622"/>
                      </a:lnTo>
                      <a:lnTo>
                        <a:pt x="525491" y="291240"/>
                      </a:lnTo>
                      <a:lnTo>
                        <a:pt x="525874" y="290858"/>
                      </a:lnTo>
                      <a:lnTo>
                        <a:pt x="526278" y="290475"/>
                      </a:lnTo>
                      <a:lnTo>
                        <a:pt x="526661" y="290071"/>
                      </a:lnTo>
                      <a:lnTo>
                        <a:pt x="527066" y="289688"/>
                      </a:lnTo>
                      <a:lnTo>
                        <a:pt x="527448" y="289306"/>
                      </a:lnTo>
                      <a:lnTo>
                        <a:pt x="527853" y="288924"/>
                      </a:lnTo>
                      <a:lnTo>
                        <a:pt x="528235" y="288541"/>
                      </a:lnTo>
                      <a:lnTo>
                        <a:pt x="528640" y="288159"/>
                      </a:lnTo>
                      <a:lnTo>
                        <a:pt x="529045" y="287754"/>
                      </a:lnTo>
                      <a:lnTo>
                        <a:pt x="529427" y="287372"/>
                      </a:lnTo>
                      <a:lnTo>
                        <a:pt x="529832" y="286990"/>
                      </a:lnTo>
                      <a:lnTo>
                        <a:pt x="530214" y="286607"/>
                      </a:lnTo>
                      <a:lnTo>
                        <a:pt x="530619" y="286225"/>
                      </a:lnTo>
                      <a:lnTo>
                        <a:pt x="531001" y="285843"/>
                      </a:lnTo>
                      <a:lnTo>
                        <a:pt x="531406" y="285483"/>
                      </a:lnTo>
                      <a:lnTo>
                        <a:pt x="531789" y="285100"/>
                      </a:lnTo>
                      <a:lnTo>
                        <a:pt x="532193" y="284718"/>
                      </a:lnTo>
                      <a:lnTo>
                        <a:pt x="532598" y="284336"/>
                      </a:lnTo>
                      <a:lnTo>
                        <a:pt x="532981" y="283976"/>
                      </a:lnTo>
                      <a:lnTo>
                        <a:pt x="533385" y="283594"/>
                      </a:lnTo>
                      <a:lnTo>
                        <a:pt x="533767" y="283211"/>
                      </a:lnTo>
                      <a:lnTo>
                        <a:pt x="534172" y="282851"/>
                      </a:lnTo>
                      <a:lnTo>
                        <a:pt x="534555" y="282469"/>
                      </a:lnTo>
                      <a:lnTo>
                        <a:pt x="534959" y="282109"/>
                      </a:lnTo>
                      <a:lnTo>
                        <a:pt x="535342" y="281749"/>
                      </a:lnTo>
                      <a:lnTo>
                        <a:pt x="535747" y="281367"/>
                      </a:lnTo>
                      <a:lnTo>
                        <a:pt x="536151" y="281007"/>
                      </a:lnTo>
                      <a:lnTo>
                        <a:pt x="536534" y="280647"/>
                      </a:lnTo>
                      <a:lnTo>
                        <a:pt x="536939" y="280265"/>
                      </a:lnTo>
                      <a:lnTo>
                        <a:pt x="537321" y="279905"/>
                      </a:lnTo>
                      <a:lnTo>
                        <a:pt x="537726" y="279523"/>
                      </a:lnTo>
                      <a:lnTo>
                        <a:pt x="538108" y="279163"/>
                      </a:lnTo>
                      <a:lnTo>
                        <a:pt x="538513" y="278781"/>
                      </a:lnTo>
                      <a:lnTo>
                        <a:pt x="538918" y="278421"/>
                      </a:lnTo>
                      <a:lnTo>
                        <a:pt x="539300" y="278039"/>
                      </a:lnTo>
                      <a:lnTo>
                        <a:pt x="539705" y="277679"/>
                      </a:lnTo>
                      <a:lnTo>
                        <a:pt x="540087" y="277297"/>
                      </a:lnTo>
                      <a:lnTo>
                        <a:pt x="540492" y="276937"/>
                      </a:lnTo>
                      <a:lnTo>
                        <a:pt x="540875" y="276554"/>
                      </a:lnTo>
                      <a:lnTo>
                        <a:pt x="541279" y="276172"/>
                      </a:lnTo>
                      <a:lnTo>
                        <a:pt x="541661" y="275812"/>
                      </a:lnTo>
                      <a:lnTo>
                        <a:pt x="542066" y="275430"/>
                      </a:lnTo>
                      <a:lnTo>
                        <a:pt x="542471" y="275070"/>
                      </a:lnTo>
                      <a:lnTo>
                        <a:pt x="542853" y="274688"/>
                      </a:lnTo>
                      <a:lnTo>
                        <a:pt x="543258" y="274305"/>
                      </a:lnTo>
                      <a:lnTo>
                        <a:pt x="543641" y="273946"/>
                      </a:lnTo>
                      <a:lnTo>
                        <a:pt x="544045" y="273563"/>
                      </a:lnTo>
                      <a:lnTo>
                        <a:pt x="544427" y="273203"/>
                      </a:lnTo>
                      <a:lnTo>
                        <a:pt x="544832" y="272821"/>
                      </a:lnTo>
                      <a:lnTo>
                        <a:pt x="545215" y="272461"/>
                      </a:lnTo>
                      <a:lnTo>
                        <a:pt x="545620" y="272101"/>
                      </a:lnTo>
                      <a:lnTo>
                        <a:pt x="546024" y="271742"/>
                      </a:lnTo>
                      <a:lnTo>
                        <a:pt x="546407" y="271382"/>
                      </a:lnTo>
                      <a:lnTo>
                        <a:pt x="546812" y="271022"/>
                      </a:lnTo>
                      <a:lnTo>
                        <a:pt x="547194" y="270662"/>
                      </a:lnTo>
                      <a:lnTo>
                        <a:pt x="547599" y="270302"/>
                      </a:lnTo>
                      <a:lnTo>
                        <a:pt x="547981" y="269942"/>
                      </a:lnTo>
                      <a:lnTo>
                        <a:pt x="548386" y="269605"/>
                      </a:lnTo>
                      <a:lnTo>
                        <a:pt x="548768" y="269245"/>
                      </a:lnTo>
                      <a:lnTo>
                        <a:pt x="549173" y="268885"/>
                      </a:lnTo>
                      <a:lnTo>
                        <a:pt x="549578" y="268526"/>
                      </a:lnTo>
                      <a:lnTo>
                        <a:pt x="549960" y="268188"/>
                      </a:lnTo>
                      <a:lnTo>
                        <a:pt x="550365" y="267828"/>
                      </a:lnTo>
                      <a:lnTo>
                        <a:pt x="550747" y="267469"/>
                      </a:lnTo>
                      <a:lnTo>
                        <a:pt x="551152" y="267131"/>
                      </a:lnTo>
                      <a:lnTo>
                        <a:pt x="551535" y="266771"/>
                      </a:lnTo>
                      <a:lnTo>
                        <a:pt x="551939" y="266434"/>
                      </a:lnTo>
                      <a:lnTo>
                        <a:pt x="552321" y="266074"/>
                      </a:lnTo>
                      <a:lnTo>
                        <a:pt x="552726" y="265737"/>
                      </a:lnTo>
                      <a:lnTo>
                        <a:pt x="553131" y="265400"/>
                      </a:lnTo>
                      <a:lnTo>
                        <a:pt x="553513" y="265062"/>
                      </a:lnTo>
                      <a:lnTo>
                        <a:pt x="553918" y="264725"/>
                      </a:lnTo>
                      <a:lnTo>
                        <a:pt x="554301" y="264365"/>
                      </a:lnTo>
                      <a:lnTo>
                        <a:pt x="554705" y="264028"/>
                      </a:lnTo>
                      <a:lnTo>
                        <a:pt x="555088" y="263690"/>
                      </a:lnTo>
                      <a:lnTo>
                        <a:pt x="555493" y="263353"/>
                      </a:lnTo>
                      <a:lnTo>
                        <a:pt x="555897" y="263038"/>
                      </a:lnTo>
                      <a:lnTo>
                        <a:pt x="556280" y="262701"/>
                      </a:lnTo>
                      <a:lnTo>
                        <a:pt x="556684" y="262363"/>
                      </a:lnTo>
                      <a:lnTo>
                        <a:pt x="557067" y="262026"/>
                      </a:lnTo>
                      <a:lnTo>
                        <a:pt x="557472" y="261689"/>
                      </a:lnTo>
                      <a:lnTo>
                        <a:pt x="557854" y="261351"/>
                      </a:lnTo>
                      <a:lnTo>
                        <a:pt x="558259" y="261014"/>
                      </a:lnTo>
                      <a:lnTo>
                        <a:pt x="558641" y="260677"/>
                      </a:lnTo>
                      <a:lnTo>
                        <a:pt x="559046" y="260339"/>
                      </a:lnTo>
                      <a:lnTo>
                        <a:pt x="559450" y="260002"/>
                      </a:lnTo>
                      <a:lnTo>
                        <a:pt x="559833" y="259665"/>
                      </a:lnTo>
                      <a:lnTo>
                        <a:pt x="560238" y="259327"/>
                      </a:lnTo>
                      <a:lnTo>
                        <a:pt x="560620" y="258990"/>
                      </a:lnTo>
                      <a:lnTo>
                        <a:pt x="561025" y="258653"/>
                      </a:lnTo>
                      <a:lnTo>
                        <a:pt x="561407" y="258315"/>
                      </a:lnTo>
                      <a:lnTo>
                        <a:pt x="561812" y="257978"/>
                      </a:lnTo>
                      <a:lnTo>
                        <a:pt x="562195" y="257618"/>
                      </a:lnTo>
                      <a:lnTo>
                        <a:pt x="562599" y="257281"/>
                      </a:lnTo>
                      <a:lnTo>
                        <a:pt x="563004" y="256921"/>
                      </a:lnTo>
                      <a:lnTo>
                        <a:pt x="563386" y="256561"/>
                      </a:lnTo>
                      <a:lnTo>
                        <a:pt x="563791" y="256224"/>
                      </a:lnTo>
                      <a:lnTo>
                        <a:pt x="564173" y="255864"/>
                      </a:lnTo>
                      <a:lnTo>
                        <a:pt x="564578" y="255482"/>
                      </a:lnTo>
                      <a:lnTo>
                        <a:pt x="564961" y="255122"/>
                      </a:lnTo>
                      <a:lnTo>
                        <a:pt x="565365" y="254762"/>
                      </a:lnTo>
                      <a:lnTo>
                        <a:pt x="565748" y="254380"/>
                      </a:lnTo>
                      <a:lnTo>
                        <a:pt x="566153" y="254020"/>
                      </a:lnTo>
                      <a:lnTo>
                        <a:pt x="566557" y="253638"/>
                      </a:lnTo>
                      <a:lnTo>
                        <a:pt x="566940" y="253278"/>
                      </a:lnTo>
                      <a:lnTo>
                        <a:pt x="567344" y="252895"/>
                      </a:lnTo>
                      <a:lnTo>
                        <a:pt x="567727" y="252513"/>
                      </a:lnTo>
                      <a:lnTo>
                        <a:pt x="568132" y="252108"/>
                      </a:lnTo>
                      <a:lnTo>
                        <a:pt x="568514" y="251726"/>
                      </a:lnTo>
                      <a:lnTo>
                        <a:pt x="568919" y="251321"/>
                      </a:lnTo>
                      <a:lnTo>
                        <a:pt x="569324" y="250939"/>
                      </a:lnTo>
                      <a:lnTo>
                        <a:pt x="569706" y="250511"/>
                      </a:lnTo>
                      <a:lnTo>
                        <a:pt x="570111" y="250107"/>
                      </a:lnTo>
                      <a:lnTo>
                        <a:pt x="570493" y="249679"/>
                      </a:lnTo>
                      <a:lnTo>
                        <a:pt x="570898" y="249252"/>
                      </a:lnTo>
                      <a:lnTo>
                        <a:pt x="571280" y="248825"/>
                      </a:lnTo>
                      <a:lnTo>
                        <a:pt x="571685" y="248375"/>
                      </a:lnTo>
                      <a:lnTo>
                        <a:pt x="572067" y="247925"/>
                      </a:lnTo>
                      <a:lnTo>
                        <a:pt x="572472" y="247453"/>
                      </a:lnTo>
                      <a:lnTo>
                        <a:pt x="572877" y="246981"/>
                      </a:lnTo>
                      <a:lnTo>
                        <a:pt x="573259" y="246508"/>
                      </a:lnTo>
                      <a:lnTo>
                        <a:pt x="573664" y="246014"/>
                      </a:lnTo>
                      <a:lnTo>
                        <a:pt x="574047" y="245496"/>
                      </a:lnTo>
                      <a:lnTo>
                        <a:pt x="574451" y="244979"/>
                      </a:lnTo>
                      <a:lnTo>
                        <a:pt x="574833" y="244439"/>
                      </a:lnTo>
                      <a:lnTo>
                        <a:pt x="575238" y="243900"/>
                      </a:lnTo>
                      <a:lnTo>
                        <a:pt x="575621" y="243360"/>
                      </a:lnTo>
                      <a:lnTo>
                        <a:pt x="576025" y="242775"/>
                      </a:lnTo>
                      <a:lnTo>
                        <a:pt x="576430" y="242190"/>
                      </a:lnTo>
                      <a:lnTo>
                        <a:pt x="576813" y="241606"/>
                      </a:lnTo>
                      <a:lnTo>
                        <a:pt x="577217" y="240976"/>
                      </a:lnTo>
                      <a:lnTo>
                        <a:pt x="577600" y="240346"/>
                      </a:lnTo>
                      <a:lnTo>
                        <a:pt x="578004" y="239694"/>
                      </a:lnTo>
                      <a:lnTo>
                        <a:pt x="578387" y="239042"/>
                      </a:lnTo>
                      <a:lnTo>
                        <a:pt x="578792" y="238345"/>
                      </a:lnTo>
                      <a:lnTo>
                        <a:pt x="579174" y="237647"/>
                      </a:lnTo>
                      <a:lnTo>
                        <a:pt x="579579" y="236905"/>
                      </a:lnTo>
                      <a:lnTo>
                        <a:pt x="579984" y="236163"/>
                      </a:lnTo>
                      <a:lnTo>
                        <a:pt x="580366" y="235376"/>
                      </a:lnTo>
                      <a:lnTo>
                        <a:pt x="580771" y="234589"/>
                      </a:lnTo>
                      <a:lnTo>
                        <a:pt x="581153" y="233757"/>
                      </a:lnTo>
                      <a:lnTo>
                        <a:pt x="581558" y="232902"/>
                      </a:lnTo>
                      <a:lnTo>
                        <a:pt x="581940" y="232025"/>
                      </a:lnTo>
                      <a:lnTo>
                        <a:pt x="582345" y="231103"/>
                      </a:lnTo>
                      <a:lnTo>
                        <a:pt x="582727" y="230136"/>
                      </a:lnTo>
                      <a:lnTo>
                        <a:pt x="583132" y="229169"/>
                      </a:lnTo>
                      <a:lnTo>
                        <a:pt x="583537" y="228134"/>
                      </a:lnTo>
                      <a:lnTo>
                        <a:pt x="583919" y="227055"/>
                      </a:lnTo>
                      <a:lnTo>
                        <a:pt x="584324" y="225953"/>
                      </a:lnTo>
                      <a:lnTo>
                        <a:pt x="584707" y="224783"/>
                      </a:lnTo>
                      <a:lnTo>
                        <a:pt x="585111" y="223569"/>
                      </a:lnTo>
                      <a:lnTo>
                        <a:pt x="585493" y="222287"/>
                      </a:lnTo>
                      <a:lnTo>
                        <a:pt x="585898" y="220960"/>
                      </a:lnTo>
                      <a:lnTo>
                        <a:pt x="586303" y="219566"/>
                      </a:lnTo>
                      <a:lnTo>
                        <a:pt x="586686" y="218104"/>
                      </a:lnTo>
                      <a:lnTo>
                        <a:pt x="587090" y="216575"/>
                      </a:lnTo>
                      <a:lnTo>
                        <a:pt x="587473" y="214955"/>
                      </a:lnTo>
                      <a:lnTo>
                        <a:pt x="587878" y="213269"/>
                      </a:lnTo>
                      <a:lnTo>
                        <a:pt x="588260" y="211492"/>
                      </a:lnTo>
                      <a:lnTo>
                        <a:pt x="588665" y="209625"/>
                      </a:lnTo>
                      <a:lnTo>
                        <a:pt x="589047" y="207646"/>
                      </a:lnTo>
                      <a:lnTo>
                        <a:pt x="589452" y="205600"/>
                      </a:lnTo>
                      <a:lnTo>
                        <a:pt x="589856" y="203396"/>
                      </a:lnTo>
                      <a:lnTo>
                        <a:pt x="590239" y="201102"/>
                      </a:lnTo>
                      <a:lnTo>
                        <a:pt x="590644" y="198695"/>
                      </a:lnTo>
                      <a:lnTo>
                        <a:pt x="591026" y="196199"/>
                      </a:lnTo>
                      <a:lnTo>
                        <a:pt x="591431" y="193815"/>
                      </a:lnTo>
                      <a:lnTo>
                        <a:pt x="591813" y="191139"/>
                      </a:lnTo>
                    </a:path>
                  </a:pathLst>
                </a:custGeom>
                <a:noFill/>
                <a:ln w="4498" cap="flat">
                  <a:solidFill>
                    <a:srgbClr val="B4E4FA"/>
                  </a:solidFill>
                  <a:prstDash val="solid"/>
                  <a:round/>
                </a:ln>
              </p:spPr>
              <p:txBody>
                <a:bodyPr rtlCol="0" anchor="ctr"/>
                <a:lstStyle/>
                <a:p>
                  <a:endParaRPr lang="en-US"/>
                </a:p>
              </p:txBody>
            </p:sp>
            <p:sp>
              <p:nvSpPr>
                <p:cNvPr id="1897" name="Freeform 1896">
                  <a:extLst>
                    <a:ext uri="{FF2B5EF4-FFF2-40B4-BE49-F238E27FC236}">
                      <a16:creationId xmlns:a16="http://schemas.microsoft.com/office/drawing/2014/main" id="{1B86F17A-859C-9AC0-B8BD-AE28E725D4B5}"/>
                    </a:ext>
                  </a:extLst>
                </p:cNvPr>
                <p:cNvSpPr/>
                <p:nvPr/>
              </p:nvSpPr>
              <p:spPr>
                <a:xfrm>
                  <a:off x="1194948" y="1132873"/>
                  <a:ext cx="2848717" cy="3084926"/>
                </a:xfrm>
                <a:custGeom>
                  <a:avLst/>
                  <a:gdLst>
                    <a:gd name="connsiteX0" fmla="*/ 104621 w 591813"/>
                    <a:gd name="connsiteY0" fmla="*/ 27122 h 640885"/>
                    <a:gd name="connsiteX1" fmla="*/ 105026 w 591813"/>
                    <a:gd name="connsiteY1" fmla="*/ 27347 h 640885"/>
                    <a:gd name="connsiteX2" fmla="*/ 105408 w 591813"/>
                    <a:gd name="connsiteY2" fmla="*/ 27617 h 640885"/>
                    <a:gd name="connsiteX3" fmla="*/ 105813 w 591813"/>
                    <a:gd name="connsiteY3" fmla="*/ 27887 h 640885"/>
                    <a:gd name="connsiteX4" fmla="*/ 106196 w 591813"/>
                    <a:gd name="connsiteY4" fmla="*/ 28179 h 640885"/>
                    <a:gd name="connsiteX5" fmla="*/ 106600 w 591813"/>
                    <a:gd name="connsiteY5" fmla="*/ 28494 h 640885"/>
                    <a:gd name="connsiteX6" fmla="*/ 107005 w 591813"/>
                    <a:gd name="connsiteY6" fmla="*/ 28832 h 640885"/>
                    <a:gd name="connsiteX7" fmla="*/ 107388 w 591813"/>
                    <a:gd name="connsiteY7" fmla="*/ 29191 h 640885"/>
                    <a:gd name="connsiteX8" fmla="*/ 107792 w 591813"/>
                    <a:gd name="connsiteY8" fmla="*/ 29574 h 640885"/>
                    <a:gd name="connsiteX9" fmla="*/ 108175 w 591813"/>
                    <a:gd name="connsiteY9" fmla="*/ 29979 h 640885"/>
                    <a:gd name="connsiteX10" fmla="*/ 108579 w 591813"/>
                    <a:gd name="connsiteY10" fmla="*/ 30406 h 640885"/>
                    <a:gd name="connsiteX11" fmla="*/ 108962 w 591813"/>
                    <a:gd name="connsiteY11" fmla="*/ 30856 h 640885"/>
                    <a:gd name="connsiteX12" fmla="*/ 109367 w 591813"/>
                    <a:gd name="connsiteY12" fmla="*/ 31328 h 640885"/>
                    <a:gd name="connsiteX13" fmla="*/ 109749 w 591813"/>
                    <a:gd name="connsiteY13" fmla="*/ 31823 h 640885"/>
                    <a:gd name="connsiteX14" fmla="*/ 110154 w 591813"/>
                    <a:gd name="connsiteY14" fmla="*/ 32340 h 640885"/>
                    <a:gd name="connsiteX15" fmla="*/ 110559 w 591813"/>
                    <a:gd name="connsiteY15" fmla="*/ 32880 h 640885"/>
                    <a:gd name="connsiteX16" fmla="*/ 110941 w 591813"/>
                    <a:gd name="connsiteY16" fmla="*/ 33442 h 640885"/>
                    <a:gd name="connsiteX17" fmla="*/ 111345 w 591813"/>
                    <a:gd name="connsiteY17" fmla="*/ 34049 h 640885"/>
                    <a:gd name="connsiteX18" fmla="*/ 111728 w 591813"/>
                    <a:gd name="connsiteY18" fmla="*/ 34679 h 640885"/>
                    <a:gd name="connsiteX19" fmla="*/ 112133 w 591813"/>
                    <a:gd name="connsiteY19" fmla="*/ 35331 h 640885"/>
                    <a:gd name="connsiteX20" fmla="*/ 112515 w 591813"/>
                    <a:gd name="connsiteY20" fmla="*/ 36006 h 640885"/>
                    <a:gd name="connsiteX21" fmla="*/ 112920 w 591813"/>
                    <a:gd name="connsiteY21" fmla="*/ 36703 h 640885"/>
                    <a:gd name="connsiteX22" fmla="*/ 113325 w 591813"/>
                    <a:gd name="connsiteY22" fmla="*/ 37445 h 640885"/>
                    <a:gd name="connsiteX23" fmla="*/ 113707 w 591813"/>
                    <a:gd name="connsiteY23" fmla="*/ 38210 h 640885"/>
                    <a:gd name="connsiteX24" fmla="*/ 114112 w 591813"/>
                    <a:gd name="connsiteY24" fmla="*/ 38997 h 640885"/>
                    <a:gd name="connsiteX25" fmla="*/ 114494 w 591813"/>
                    <a:gd name="connsiteY25" fmla="*/ 39807 h 640885"/>
                    <a:gd name="connsiteX26" fmla="*/ 114899 w 591813"/>
                    <a:gd name="connsiteY26" fmla="*/ 40661 h 640885"/>
                    <a:gd name="connsiteX27" fmla="*/ 115281 w 591813"/>
                    <a:gd name="connsiteY27" fmla="*/ 41538 h 640885"/>
                    <a:gd name="connsiteX28" fmla="*/ 115686 w 591813"/>
                    <a:gd name="connsiteY28" fmla="*/ 42438 h 640885"/>
                    <a:gd name="connsiteX29" fmla="*/ 116068 w 591813"/>
                    <a:gd name="connsiteY29" fmla="*/ 43382 h 640885"/>
                    <a:gd name="connsiteX30" fmla="*/ 116473 w 591813"/>
                    <a:gd name="connsiteY30" fmla="*/ 44349 h 640885"/>
                    <a:gd name="connsiteX31" fmla="*/ 116878 w 591813"/>
                    <a:gd name="connsiteY31" fmla="*/ 45339 h 640885"/>
                    <a:gd name="connsiteX32" fmla="*/ 117260 w 591813"/>
                    <a:gd name="connsiteY32" fmla="*/ 46374 h 640885"/>
                    <a:gd name="connsiteX33" fmla="*/ 117665 w 591813"/>
                    <a:gd name="connsiteY33" fmla="*/ 47431 h 640885"/>
                    <a:gd name="connsiteX34" fmla="*/ 118048 w 591813"/>
                    <a:gd name="connsiteY34" fmla="*/ 48510 h 640885"/>
                    <a:gd name="connsiteX35" fmla="*/ 118452 w 591813"/>
                    <a:gd name="connsiteY35" fmla="*/ 49635 h 640885"/>
                    <a:gd name="connsiteX36" fmla="*/ 118835 w 591813"/>
                    <a:gd name="connsiteY36" fmla="*/ 50781 h 640885"/>
                    <a:gd name="connsiteX37" fmla="*/ 119239 w 591813"/>
                    <a:gd name="connsiteY37" fmla="*/ 51973 h 640885"/>
                    <a:gd name="connsiteX38" fmla="*/ 119622 w 591813"/>
                    <a:gd name="connsiteY38" fmla="*/ 53165 h 640885"/>
                    <a:gd name="connsiteX39" fmla="*/ 120027 w 591813"/>
                    <a:gd name="connsiteY39" fmla="*/ 54425 h 640885"/>
                    <a:gd name="connsiteX40" fmla="*/ 120431 w 591813"/>
                    <a:gd name="connsiteY40" fmla="*/ 55684 h 640885"/>
                    <a:gd name="connsiteX41" fmla="*/ 120814 w 591813"/>
                    <a:gd name="connsiteY41" fmla="*/ 56989 h 640885"/>
                    <a:gd name="connsiteX42" fmla="*/ 121219 w 591813"/>
                    <a:gd name="connsiteY42" fmla="*/ 58315 h 640885"/>
                    <a:gd name="connsiteX43" fmla="*/ 121601 w 591813"/>
                    <a:gd name="connsiteY43" fmla="*/ 59665 h 640885"/>
                    <a:gd name="connsiteX44" fmla="*/ 122006 w 591813"/>
                    <a:gd name="connsiteY44" fmla="*/ 61059 h 640885"/>
                    <a:gd name="connsiteX45" fmla="*/ 122388 w 591813"/>
                    <a:gd name="connsiteY45" fmla="*/ 62476 h 640885"/>
                    <a:gd name="connsiteX46" fmla="*/ 122793 w 591813"/>
                    <a:gd name="connsiteY46" fmla="*/ 63915 h 640885"/>
                    <a:gd name="connsiteX47" fmla="*/ 123175 w 591813"/>
                    <a:gd name="connsiteY47" fmla="*/ 65400 h 640885"/>
                    <a:gd name="connsiteX48" fmla="*/ 123580 w 591813"/>
                    <a:gd name="connsiteY48" fmla="*/ 66907 h 640885"/>
                    <a:gd name="connsiteX49" fmla="*/ 123985 w 591813"/>
                    <a:gd name="connsiteY49" fmla="*/ 68458 h 640885"/>
                    <a:gd name="connsiteX50" fmla="*/ 124367 w 591813"/>
                    <a:gd name="connsiteY50" fmla="*/ 70010 h 640885"/>
                    <a:gd name="connsiteX51" fmla="*/ 124772 w 591813"/>
                    <a:gd name="connsiteY51" fmla="*/ 71607 h 640885"/>
                    <a:gd name="connsiteX52" fmla="*/ 125154 w 591813"/>
                    <a:gd name="connsiteY52" fmla="*/ 73249 h 640885"/>
                    <a:gd name="connsiteX53" fmla="*/ 125559 w 591813"/>
                    <a:gd name="connsiteY53" fmla="*/ 74890 h 640885"/>
                    <a:gd name="connsiteX54" fmla="*/ 125942 w 591813"/>
                    <a:gd name="connsiteY54" fmla="*/ 76577 h 640885"/>
                    <a:gd name="connsiteX55" fmla="*/ 126346 w 591813"/>
                    <a:gd name="connsiteY55" fmla="*/ 78286 h 640885"/>
                    <a:gd name="connsiteX56" fmla="*/ 126751 w 591813"/>
                    <a:gd name="connsiteY56" fmla="*/ 80018 h 640885"/>
                    <a:gd name="connsiteX57" fmla="*/ 127133 w 591813"/>
                    <a:gd name="connsiteY57" fmla="*/ 81795 h 640885"/>
                    <a:gd name="connsiteX58" fmla="*/ 127538 w 591813"/>
                    <a:gd name="connsiteY58" fmla="*/ 83594 h 640885"/>
                    <a:gd name="connsiteX59" fmla="*/ 127920 w 591813"/>
                    <a:gd name="connsiteY59" fmla="*/ 85393 h 640885"/>
                    <a:gd name="connsiteX60" fmla="*/ 128325 w 591813"/>
                    <a:gd name="connsiteY60" fmla="*/ 87260 h 640885"/>
                    <a:gd name="connsiteX61" fmla="*/ 128708 w 591813"/>
                    <a:gd name="connsiteY61" fmla="*/ 89126 h 640885"/>
                    <a:gd name="connsiteX62" fmla="*/ 129113 w 591813"/>
                    <a:gd name="connsiteY62" fmla="*/ 91015 h 640885"/>
                    <a:gd name="connsiteX63" fmla="*/ 129495 w 591813"/>
                    <a:gd name="connsiteY63" fmla="*/ 92949 h 640885"/>
                    <a:gd name="connsiteX64" fmla="*/ 129899 w 591813"/>
                    <a:gd name="connsiteY64" fmla="*/ 94906 h 640885"/>
                    <a:gd name="connsiteX65" fmla="*/ 130305 w 591813"/>
                    <a:gd name="connsiteY65" fmla="*/ 96885 h 640885"/>
                    <a:gd name="connsiteX66" fmla="*/ 130687 w 591813"/>
                    <a:gd name="connsiteY66" fmla="*/ 98864 h 640885"/>
                    <a:gd name="connsiteX67" fmla="*/ 131091 w 591813"/>
                    <a:gd name="connsiteY67" fmla="*/ 100866 h 640885"/>
                    <a:gd name="connsiteX68" fmla="*/ 131474 w 591813"/>
                    <a:gd name="connsiteY68" fmla="*/ 102912 h 640885"/>
                    <a:gd name="connsiteX69" fmla="*/ 131879 w 591813"/>
                    <a:gd name="connsiteY69" fmla="*/ 104981 h 640885"/>
                    <a:gd name="connsiteX70" fmla="*/ 132261 w 591813"/>
                    <a:gd name="connsiteY70" fmla="*/ 107073 h 640885"/>
                    <a:gd name="connsiteX71" fmla="*/ 132666 w 591813"/>
                    <a:gd name="connsiteY71" fmla="*/ 109187 h 640885"/>
                    <a:gd name="connsiteX72" fmla="*/ 133048 w 591813"/>
                    <a:gd name="connsiteY72" fmla="*/ 111323 h 640885"/>
                    <a:gd name="connsiteX73" fmla="*/ 133453 w 591813"/>
                    <a:gd name="connsiteY73" fmla="*/ 113482 h 640885"/>
                    <a:gd name="connsiteX74" fmla="*/ 133858 w 591813"/>
                    <a:gd name="connsiteY74" fmla="*/ 115641 h 640885"/>
                    <a:gd name="connsiteX75" fmla="*/ 134240 w 591813"/>
                    <a:gd name="connsiteY75" fmla="*/ 117845 h 640885"/>
                    <a:gd name="connsiteX76" fmla="*/ 134645 w 591813"/>
                    <a:gd name="connsiteY76" fmla="*/ 120049 h 640885"/>
                    <a:gd name="connsiteX77" fmla="*/ 135027 w 591813"/>
                    <a:gd name="connsiteY77" fmla="*/ 122276 h 640885"/>
                    <a:gd name="connsiteX78" fmla="*/ 135432 w 591813"/>
                    <a:gd name="connsiteY78" fmla="*/ 124525 h 640885"/>
                    <a:gd name="connsiteX79" fmla="*/ 135814 w 591813"/>
                    <a:gd name="connsiteY79" fmla="*/ 126774 h 640885"/>
                    <a:gd name="connsiteX80" fmla="*/ 136219 w 591813"/>
                    <a:gd name="connsiteY80" fmla="*/ 129068 h 640885"/>
                    <a:gd name="connsiteX81" fmla="*/ 136602 w 591813"/>
                    <a:gd name="connsiteY81" fmla="*/ 131362 h 640885"/>
                    <a:gd name="connsiteX82" fmla="*/ 137006 w 591813"/>
                    <a:gd name="connsiteY82" fmla="*/ 133656 h 640885"/>
                    <a:gd name="connsiteX83" fmla="*/ 137411 w 591813"/>
                    <a:gd name="connsiteY83" fmla="*/ 135994 h 640885"/>
                    <a:gd name="connsiteX84" fmla="*/ 137793 w 591813"/>
                    <a:gd name="connsiteY84" fmla="*/ 138333 h 640885"/>
                    <a:gd name="connsiteX85" fmla="*/ 138198 w 591813"/>
                    <a:gd name="connsiteY85" fmla="*/ 140672 h 640885"/>
                    <a:gd name="connsiteX86" fmla="*/ 138581 w 591813"/>
                    <a:gd name="connsiteY86" fmla="*/ 143056 h 640885"/>
                    <a:gd name="connsiteX87" fmla="*/ 138985 w 591813"/>
                    <a:gd name="connsiteY87" fmla="*/ 145440 h 640885"/>
                    <a:gd name="connsiteX88" fmla="*/ 139368 w 591813"/>
                    <a:gd name="connsiteY88" fmla="*/ 147824 h 640885"/>
                    <a:gd name="connsiteX89" fmla="*/ 139773 w 591813"/>
                    <a:gd name="connsiteY89" fmla="*/ 150230 h 640885"/>
                    <a:gd name="connsiteX90" fmla="*/ 140155 w 591813"/>
                    <a:gd name="connsiteY90" fmla="*/ 152637 h 640885"/>
                    <a:gd name="connsiteX91" fmla="*/ 140560 w 591813"/>
                    <a:gd name="connsiteY91" fmla="*/ 155066 h 640885"/>
                    <a:gd name="connsiteX92" fmla="*/ 140965 w 591813"/>
                    <a:gd name="connsiteY92" fmla="*/ 157517 h 640885"/>
                    <a:gd name="connsiteX93" fmla="*/ 141347 w 591813"/>
                    <a:gd name="connsiteY93" fmla="*/ 159968 h 640885"/>
                    <a:gd name="connsiteX94" fmla="*/ 141751 w 591813"/>
                    <a:gd name="connsiteY94" fmla="*/ 162420 h 640885"/>
                    <a:gd name="connsiteX95" fmla="*/ 142134 w 591813"/>
                    <a:gd name="connsiteY95" fmla="*/ 164894 h 640885"/>
                    <a:gd name="connsiteX96" fmla="*/ 142539 w 591813"/>
                    <a:gd name="connsiteY96" fmla="*/ 167367 h 640885"/>
                    <a:gd name="connsiteX97" fmla="*/ 142921 w 591813"/>
                    <a:gd name="connsiteY97" fmla="*/ 169864 h 640885"/>
                    <a:gd name="connsiteX98" fmla="*/ 143326 w 591813"/>
                    <a:gd name="connsiteY98" fmla="*/ 172360 h 640885"/>
                    <a:gd name="connsiteX99" fmla="*/ 143731 w 591813"/>
                    <a:gd name="connsiteY99" fmla="*/ 174856 h 640885"/>
                    <a:gd name="connsiteX100" fmla="*/ 144113 w 591813"/>
                    <a:gd name="connsiteY100" fmla="*/ 177375 h 640885"/>
                    <a:gd name="connsiteX101" fmla="*/ 144518 w 591813"/>
                    <a:gd name="connsiteY101" fmla="*/ 179894 h 640885"/>
                    <a:gd name="connsiteX102" fmla="*/ 144900 w 591813"/>
                    <a:gd name="connsiteY102" fmla="*/ 182413 h 640885"/>
                    <a:gd name="connsiteX103" fmla="*/ 145305 w 591813"/>
                    <a:gd name="connsiteY103" fmla="*/ 184954 h 640885"/>
                    <a:gd name="connsiteX104" fmla="*/ 145687 w 591813"/>
                    <a:gd name="connsiteY104" fmla="*/ 187473 h 640885"/>
                    <a:gd name="connsiteX105" fmla="*/ 146092 w 591813"/>
                    <a:gd name="connsiteY105" fmla="*/ 190037 h 640885"/>
                    <a:gd name="connsiteX106" fmla="*/ 146474 w 591813"/>
                    <a:gd name="connsiteY106" fmla="*/ 192578 h 640885"/>
                    <a:gd name="connsiteX107" fmla="*/ 146879 w 591813"/>
                    <a:gd name="connsiteY107" fmla="*/ 195120 h 640885"/>
                    <a:gd name="connsiteX108" fmla="*/ 147284 w 591813"/>
                    <a:gd name="connsiteY108" fmla="*/ 197683 h 640885"/>
                    <a:gd name="connsiteX109" fmla="*/ 147666 w 591813"/>
                    <a:gd name="connsiteY109" fmla="*/ 200247 h 640885"/>
                    <a:gd name="connsiteX110" fmla="*/ 148071 w 591813"/>
                    <a:gd name="connsiteY110" fmla="*/ 204970 h 640885"/>
                    <a:gd name="connsiteX111" fmla="*/ 148453 w 591813"/>
                    <a:gd name="connsiteY111" fmla="*/ 209198 h 640885"/>
                    <a:gd name="connsiteX112" fmla="*/ 148858 w 591813"/>
                    <a:gd name="connsiteY112" fmla="*/ 211942 h 640885"/>
                    <a:gd name="connsiteX113" fmla="*/ 149241 w 591813"/>
                    <a:gd name="connsiteY113" fmla="*/ 214663 h 640885"/>
                    <a:gd name="connsiteX114" fmla="*/ 149645 w 591813"/>
                    <a:gd name="connsiteY114" fmla="*/ 217407 h 640885"/>
                    <a:gd name="connsiteX115" fmla="*/ 150028 w 591813"/>
                    <a:gd name="connsiteY115" fmla="*/ 220128 h 640885"/>
                    <a:gd name="connsiteX116" fmla="*/ 150433 w 591813"/>
                    <a:gd name="connsiteY116" fmla="*/ 222872 h 640885"/>
                    <a:gd name="connsiteX117" fmla="*/ 150837 w 591813"/>
                    <a:gd name="connsiteY117" fmla="*/ 225615 h 640885"/>
                    <a:gd name="connsiteX118" fmla="*/ 151220 w 591813"/>
                    <a:gd name="connsiteY118" fmla="*/ 228359 h 640885"/>
                    <a:gd name="connsiteX119" fmla="*/ 151625 w 591813"/>
                    <a:gd name="connsiteY119" fmla="*/ 231103 h 640885"/>
                    <a:gd name="connsiteX120" fmla="*/ 152007 w 591813"/>
                    <a:gd name="connsiteY120" fmla="*/ 233847 h 640885"/>
                    <a:gd name="connsiteX121" fmla="*/ 152411 w 591813"/>
                    <a:gd name="connsiteY121" fmla="*/ 236613 h 640885"/>
                    <a:gd name="connsiteX122" fmla="*/ 152794 w 591813"/>
                    <a:gd name="connsiteY122" fmla="*/ 239357 h 640885"/>
                    <a:gd name="connsiteX123" fmla="*/ 153199 w 591813"/>
                    <a:gd name="connsiteY123" fmla="*/ 242100 h 640885"/>
                    <a:gd name="connsiteX124" fmla="*/ 153581 w 591813"/>
                    <a:gd name="connsiteY124" fmla="*/ 244844 h 640885"/>
                    <a:gd name="connsiteX125" fmla="*/ 153986 w 591813"/>
                    <a:gd name="connsiteY125" fmla="*/ 247588 h 640885"/>
                    <a:gd name="connsiteX126" fmla="*/ 154391 w 591813"/>
                    <a:gd name="connsiteY126" fmla="*/ 250332 h 640885"/>
                    <a:gd name="connsiteX127" fmla="*/ 154773 w 591813"/>
                    <a:gd name="connsiteY127" fmla="*/ 253098 h 640885"/>
                    <a:gd name="connsiteX128" fmla="*/ 155178 w 591813"/>
                    <a:gd name="connsiteY128" fmla="*/ 255819 h 640885"/>
                    <a:gd name="connsiteX129" fmla="*/ 155560 w 591813"/>
                    <a:gd name="connsiteY129" fmla="*/ 258563 h 640885"/>
                    <a:gd name="connsiteX130" fmla="*/ 155965 w 591813"/>
                    <a:gd name="connsiteY130" fmla="*/ 261306 h 640885"/>
                    <a:gd name="connsiteX131" fmla="*/ 156347 w 591813"/>
                    <a:gd name="connsiteY131" fmla="*/ 264050 h 640885"/>
                    <a:gd name="connsiteX132" fmla="*/ 156752 w 591813"/>
                    <a:gd name="connsiteY132" fmla="*/ 266771 h 640885"/>
                    <a:gd name="connsiteX133" fmla="*/ 157157 w 591813"/>
                    <a:gd name="connsiteY133" fmla="*/ 269493 h 640885"/>
                    <a:gd name="connsiteX134" fmla="*/ 157539 w 591813"/>
                    <a:gd name="connsiteY134" fmla="*/ 272214 h 640885"/>
                    <a:gd name="connsiteX135" fmla="*/ 157944 w 591813"/>
                    <a:gd name="connsiteY135" fmla="*/ 274935 h 640885"/>
                    <a:gd name="connsiteX136" fmla="*/ 158326 w 591813"/>
                    <a:gd name="connsiteY136" fmla="*/ 277656 h 640885"/>
                    <a:gd name="connsiteX137" fmla="*/ 158731 w 591813"/>
                    <a:gd name="connsiteY137" fmla="*/ 280378 h 640885"/>
                    <a:gd name="connsiteX138" fmla="*/ 159114 w 591813"/>
                    <a:gd name="connsiteY138" fmla="*/ 283076 h 640885"/>
                    <a:gd name="connsiteX139" fmla="*/ 159518 w 591813"/>
                    <a:gd name="connsiteY139" fmla="*/ 285775 h 640885"/>
                    <a:gd name="connsiteX140" fmla="*/ 159901 w 591813"/>
                    <a:gd name="connsiteY140" fmla="*/ 288474 h 640885"/>
                    <a:gd name="connsiteX141" fmla="*/ 160305 w 591813"/>
                    <a:gd name="connsiteY141" fmla="*/ 291173 h 640885"/>
                    <a:gd name="connsiteX142" fmla="*/ 160710 w 591813"/>
                    <a:gd name="connsiteY142" fmla="*/ 293849 h 640885"/>
                    <a:gd name="connsiteX143" fmla="*/ 161093 w 591813"/>
                    <a:gd name="connsiteY143" fmla="*/ 296525 h 640885"/>
                    <a:gd name="connsiteX144" fmla="*/ 161497 w 591813"/>
                    <a:gd name="connsiteY144" fmla="*/ 299201 h 640885"/>
                    <a:gd name="connsiteX145" fmla="*/ 161880 w 591813"/>
                    <a:gd name="connsiteY145" fmla="*/ 301878 h 640885"/>
                    <a:gd name="connsiteX146" fmla="*/ 162285 w 591813"/>
                    <a:gd name="connsiteY146" fmla="*/ 304531 h 640885"/>
                    <a:gd name="connsiteX147" fmla="*/ 162667 w 591813"/>
                    <a:gd name="connsiteY147" fmla="*/ 307185 h 640885"/>
                    <a:gd name="connsiteX148" fmla="*/ 163071 w 591813"/>
                    <a:gd name="connsiteY148" fmla="*/ 309839 h 640885"/>
                    <a:gd name="connsiteX149" fmla="*/ 163454 w 591813"/>
                    <a:gd name="connsiteY149" fmla="*/ 312470 h 640885"/>
                    <a:gd name="connsiteX150" fmla="*/ 163859 w 591813"/>
                    <a:gd name="connsiteY150" fmla="*/ 315102 h 640885"/>
                    <a:gd name="connsiteX151" fmla="*/ 164263 w 591813"/>
                    <a:gd name="connsiteY151" fmla="*/ 317733 h 640885"/>
                    <a:gd name="connsiteX152" fmla="*/ 164624 w 591813"/>
                    <a:gd name="connsiteY152" fmla="*/ 320342 h 640885"/>
                    <a:gd name="connsiteX153" fmla="*/ 165028 w 591813"/>
                    <a:gd name="connsiteY153" fmla="*/ 322950 h 640885"/>
                    <a:gd name="connsiteX154" fmla="*/ 165433 w 591813"/>
                    <a:gd name="connsiteY154" fmla="*/ 325559 h 640885"/>
                    <a:gd name="connsiteX155" fmla="*/ 165816 w 591813"/>
                    <a:gd name="connsiteY155" fmla="*/ 328145 h 640885"/>
                    <a:gd name="connsiteX156" fmla="*/ 166198 w 591813"/>
                    <a:gd name="connsiteY156" fmla="*/ 330732 h 640885"/>
                    <a:gd name="connsiteX157" fmla="*/ 166602 w 591813"/>
                    <a:gd name="connsiteY157" fmla="*/ 333318 h 640885"/>
                    <a:gd name="connsiteX158" fmla="*/ 166985 w 591813"/>
                    <a:gd name="connsiteY158" fmla="*/ 335882 h 640885"/>
                    <a:gd name="connsiteX159" fmla="*/ 167390 w 591813"/>
                    <a:gd name="connsiteY159" fmla="*/ 338423 h 640885"/>
                    <a:gd name="connsiteX160" fmla="*/ 167794 w 591813"/>
                    <a:gd name="connsiteY160" fmla="*/ 340965 h 640885"/>
                    <a:gd name="connsiteX161" fmla="*/ 168177 w 591813"/>
                    <a:gd name="connsiteY161" fmla="*/ 343506 h 640885"/>
                    <a:gd name="connsiteX162" fmla="*/ 168582 w 591813"/>
                    <a:gd name="connsiteY162" fmla="*/ 346047 h 640885"/>
                    <a:gd name="connsiteX163" fmla="*/ 168964 w 591813"/>
                    <a:gd name="connsiteY163" fmla="*/ 348566 h 640885"/>
                    <a:gd name="connsiteX164" fmla="*/ 169369 w 591813"/>
                    <a:gd name="connsiteY164" fmla="*/ 351085 h 640885"/>
                    <a:gd name="connsiteX165" fmla="*/ 169751 w 591813"/>
                    <a:gd name="connsiteY165" fmla="*/ 353581 h 640885"/>
                    <a:gd name="connsiteX166" fmla="*/ 170156 w 591813"/>
                    <a:gd name="connsiteY166" fmla="*/ 356078 h 640885"/>
                    <a:gd name="connsiteX167" fmla="*/ 170538 w 591813"/>
                    <a:gd name="connsiteY167" fmla="*/ 358551 h 640885"/>
                    <a:gd name="connsiteX168" fmla="*/ 170943 w 591813"/>
                    <a:gd name="connsiteY168" fmla="*/ 361025 h 640885"/>
                    <a:gd name="connsiteX169" fmla="*/ 171348 w 591813"/>
                    <a:gd name="connsiteY169" fmla="*/ 363477 h 640885"/>
                    <a:gd name="connsiteX170" fmla="*/ 171730 w 591813"/>
                    <a:gd name="connsiteY170" fmla="*/ 365928 h 640885"/>
                    <a:gd name="connsiteX171" fmla="*/ 172135 w 591813"/>
                    <a:gd name="connsiteY171" fmla="*/ 368357 h 640885"/>
                    <a:gd name="connsiteX172" fmla="*/ 172518 w 591813"/>
                    <a:gd name="connsiteY172" fmla="*/ 370786 h 640885"/>
                    <a:gd name="connsiteX173" fmla="*/ 172922 w 591813"/>
                    <a:gd name="connsiteY173" fmla="*/ 373215 h 640885"/>
                    <a:gd name="connsiteX174" fmla="*/ 173304 w 591813"/>
                    <a:gd name="connsiteY174" fmla="*/ 375621 h 640885"/>
                    <a:gd name="connsiteX175" fmla="*/ 173710 w 591813"/>
                    <a:gd name="connsiteY175" fmla="*/ 378027 h 640885"/>
                    <a:gd name="connsiteX176" fmla="*/ 174114 w 591813"/>
                    <a:gd name="connsiteY176" fmla="*/ 380411 h 640885"/>
                    <a:gd name="connsiteX177" fmla="*/ 174496 w 591813"/>
                    <a:gd name="connsiteY177" fmla="*/ 382773 h 640885"/>
                    <a:gd name="connsiteX178" fmla="*/ 174901 w 591813"/>
                    <a:gd name="connsiteY178" fmla="*/ 385157 h 640885"/>
                    <a:gd name="connsiteX179" fmla="*/ 175284 w 591813"/>
                    <a:gd name="connsiteY179" fmla="*/ 387495 h 640885"/>
                    <a:gd name="connsiteX180" fmla="*/ 175688 w 591813"/>
                    <a:gd name="connsiteY180" fmla="*/ 389834 h 640885"/>
                    <a:gd name="connsiteX181" fmla="*/ 176070 w 591813"/>
                    <a:gd name="connsiteY181" fmla="*/ 392173 h 640885"/>
                    <a:gd name="connsiteX182" fmla="*/ 176476 w 591813"/>
                    <a:gd name="connsiteY182" fmla="*/ 394490 h 640885"/>
                    <a:gd name="connsiteX183" fmla="*/ 176858 w 591813"/>
                    <a:gd name="connsiteY183" fmla="*/ 396806 h 640885"/>
                    <a:gd name="connsiteX184" fmla="*/ 177263 w 591813"/>
                    <a:gd name="connsiteY184" fmla="*/ 399100 h 640885"/>
                    <a:gd name="connsiteX185" fmla="*/ 177668 w 591813"/>
                    <a:gd name="connsiteY185" fmla="*/ 401372 h 640885"/>
                    <a:gd name="connsiteX186" fmla="*/ 178050 w 591813"/>
                    <a:gd name="connsiteY186" fmla="*/ 403643 h 640885"/>
                    <a:gd name="connsiteX187" fmla="*/ 178455 w 591813"/>
                    <a:gd name="connsiteY187" fmla="*/ 405914 h 640885"/>
                    <a:gd name="connsiteX188" fmla="*/ 178837 w 591813"/>
                    <a:gd name="connsiteY188" fmla="*/ 408141 h 640885"/>
                    <a:gd name="connsiteX189" fmla="*/ 179242 w 591813"/>
                    <a:gd name="connsiteY189" fmla="*/ 410390 h 640885"/>
                    <a:gd name="connsiteX190" fmla="*/ 179624 w 591813"/>
                    <a:gd name="connsiteY190" fmla="*/ 412616 h 640885"/>
                    <a:gd name="connsiteX191" fmla="*/ 180029 w 591813"/>
                    <a:gd name="connsiteY191" fmla="*/ 414820 h 640885"/>
                    <a:gd name="connsiteX192" fmla="*/ 180411 w 591813"/>
                    <a:gd name="connsiteY192" fmla="*/ 417024 h 640885"/>
                    <a:gd name="connsiteX193" fmla="*/ 180816 w 591813"/>
                    <a:gd name="connsiteY193" fmla="*/ 419206 h 640885"/>
                    <a:gd name="connsiteX194" fmla="*/ 181221 w 591813"/>
                    <a:gd name="connsiteY194" fmla="*/ 421365 h 640885"/>
                    <a:gd name="connsiteX195" fmla="*/ 181603 w 591813"/>
                    <a:gd name="connsiteY195" fmla="*/ 423524 h 640885"/>
                    <a:gd name="connsiteX196" fmla="*/ 182008 w 591813"/>
                    <a:gd name="connsiteY196" fmla="*/ 425683 h 640885"/>
                    <a:gd name="connsiteX197" fmla="*/ 182390 w 591813"/>
                    <a:gd name="connsiteY197" fmla="*/ 427819 h 640885"/>
                    <a:gd name="connsiteX198" fmla="*/ 182795 w 591813"/>
                    <a:gd name="connsiteY198" fmla="*/ 429933 h 640885"/>
                    <a:gd name="connsiteX199" fmla="*/ 183178 w 591813"/>
                    <a:gd name="connsiteY199" fmla="*/ 432047 h 640885"/>
                    <a:gd name="connsiteX200" fmla="*/ 183582 w 591813"/>
                    <a:gd name="connsiteY200" fmla="*/ 434139 h 640885"/>
                    <a:gd name="connsiteX201" fmla="*/ 183964 w 591813"/>
                    <a:gd name="connsiteY201" fmla="*/ 436208 h 640885"/>
                    <a:gd name="connsiteX202" fmla="*/ 184370 w 591813"/>
                    <a:gd name="connsiteY202" fmla="*/ 438277 h 640885"/>
                    <a:gd name="connsiteX203" fmla="*/ 184774 w 591813"/>
                    <a:gd name="connsiteY203" fmla="*/ 440346 h 640885"/>
                    <a:gd name="connsiteX204" fmla="*/ 185156 w 591813"/>
                    <a:gd name="connsiteY204" fmla="*/ 442370 h 640885"/>
                    <a:gd name="connsiteX205" fmla="*/ 185561 w 591813"/>
                    <a:gd name="connsiteY205" fmla="*/ 444417 h 640885"/>
                    <a:gd name="connsiteX206" fmla="*/ 185944 w 591813"/>
                    <a:gd name="connsiteY206" fmla="*/ 446418 h 640885"/>
                    <a:gd name="connsiteX207" fmla="*/ 186348 w 591813"/>
                    <a:gd name="connsiteY207" fmla="*/ 448420 h 640885"/>
                    <a:gd name="connsiteX208" fmla="*/ 186731 w 591813"/>
                    <a:gd name="connsiteY208" fmla="*/ 450421 h 640885"/>
                    <a:gd name="connsiteX209" fmla="*/ 187136 w 591813"/>
                    <a:gd name="connsiteY209" fmla="*/ 452378 h 640885"/>
                    <a:gd name="connsiteX210" fmla="*/ 187540 w 591813"/>
                    <a:gd name="connsiteY210" fmla="*/ 454335 h 640885"/>
                    <a:gd name="connsiteX211" fmla="*/ 187923 w 591813"/>
                    <a:gd name="connsiteY211" fmla="*/ 456291 h 640885"/>
                    <a:gd name="connsiteX212" fmla="*/ 188328 w 591813"/>
                    <a:gd name="connsiteY212" fmla="*/ 458225 h 640885"/>
                    <a:gd name="connsiteX213" fmla="*/ 188710 w 591813"/>
                    <a:gd name="connsiteY213" fmla="*/ 460114 h 640885"/>
                    <a:gd name="connsiteX214" fmla="*/ 189115 w 591813"/>
                    <a:gd name="connsiteY214" fmla="*/ 462026 h 640885"/>
                    <a:gd name="connsiteX215" fmla="*/ 189497 w 591813"/>
                    <a:gd name="connsiteY215" fmla="*/ 463915 h 640885"/>
                    <a:gd name="connsiteX216" fmla="*/ 189902 w 591813"/>
                    <a:gd name="connsiteY216" fmla="*/ 465804 h 640885"/>
                    <a:gd name="connsiteX217" fmla="*/ 190284 w 591813"/>
                    <a:gd name="connsiteY217" fmla="*/ 467671 h 640885"/>
                    <a:gd name="connsiteX218" fmla="*/ 190689 w 591813"/>
                    <a:gd name="connsiteY218" fmla="*/ 469537 h 640885"/>
                    <a:gd name="connsiteX219" fmla="*/ 191094 w 591813"/>
                    <a:gd name="connsiteY219" fmla="*/ 471382 h 640885"/>
                    <a:gd name="connsiteX220" fmla="*/ 191476 w 591813"/>
                    <a:gd name="connsiteY220" fmla="*/ 473203 h 640885"/>
                    <a:gd name="connsiteX221" fmla="*/ 191881 w 591813"/>
                    <a:gd name="connsiteY221" fmla="*/ 475025 h 640885"/>
                    <a:gd name="connsiteX222" fmla="*/ 192263 w 591813"/>
                    <a:gd name="connsiteY222" fmla="*/ 476847 h 640885"/>
                    <a:gd name="connsiteX223" fmla="*/ 192668 w 591813"/>
                    <a:gd name="connsiteY223" fmla="*/ 478623 h 640885"/>
                    <a:gd name="connsiteX224" fmla="*/ 193050 w 591813"/>
                    <a:gd name="connsiteY224" fmla="*/ 480422 h 640885"/>
                    <a:gd name="connsiteX225" fmla="*/ 193455 w 591813"/>
                    <a:gd name="connsiteY225" fmla="*/ 482177 h 640885"/>
                    <a:gd name="connsiteX226" fmla="*/ 193838 w 591813"/>
                    <a:gd name="connsiteY226" fmla="*/ 483931 h 640885"/>
                    <a:gd name="connsiteX227" fmla="*/ 194242 w 591813"/>
                    <a:gd name="connsiteY227" fmla="*/ 485685 h 640885"/>
                    <a:gd name="connsiteX228" fmla="*/ 194647 w 591813"/>
                    <a:gd name="connsiteY228" fmla="*/ 487417 h 640885"/>
                    <a:gd name="connsiteX229" fmla="*/ 195030 w 591813"/>
                    <a:gd name="connsiteY229" fmla="*/ 489148 h 640885"/>
                    <a:gd name="connsiteX230" fmla="*/ 195434 w 591813"/>
                    <a:gd name="connsiteY230" fmla="*/ 490858 h 640885"/>
                    <a:gd name="connsiteX231" fmla="*/ 195816 w 591813"/>
                    <a:gd name="connsiteY231" fmla="*/ 492544 h 640885"/>
                    <a:gd name="connsiteX232" fmla="*/ 196222 w 591813"/>
                    <a:gd name="connsiteY232" fmla="*/ 494231 h 640885"/>
                    <a:gd name="connsiteX233" fmla="*/ 196604 w 591813"/>
                    <a:gd name="connsiteY233" fmla="*/ 495895 h 640885"/>
                    <a:gd name="connsiteX234" fmla="*/ 197008 w 591813"/>
                    <a:gd name="connsiteY234" fmla="*/ 497560 h 640885"/>
                    <a:gd name="connsiteX235" fmla="*/ 197391 w 591813"/>
                    <a:gd name="connsiteY235" fmla="*/ 499201 h 640885"/>
                    <a:gd name="connsiteX236" fmla="*/ 197796 w 591813"/>
                    <a:gd name="connsiteY236" fmla="*/ 500843 h 640885"/>
                    <a:gd name="connsiteX237" fmla="*/ 198200 w 591813"/>
                    <a:gd name="connsiteY237" fmla="*/ 502462 h 640885"/>
                    <a:gd name="connsiteX238" fmla="*/ 198583 w 591813"/>
                    <a:gd name="connsiteY238" fmla="*/ 504059 h 640885"/>
                    <a:gd name="connsiteX239" fmla="*/ 198988 w 591813"/>
                    <a:gd name="connsiteY239" fmla="*/ 505656 h 640885"/>
                    <a:gd name="connsiteX240" fmla="*/ 199370 w 591813"/>
                    <a:gd name="connsiteY240" fmla="*/ 507253 h 640885"/>
                    <a:gd name="connsiteX241" fmla="*/ 199775 w 591813"/>
                    <a:gd name="connsiteY241" fmla="*/ 508827 h 640885"/>
                    <a:gd name="connsiteX242" fmla="*/ 200157 w 591813"/>
                    <a:gd name="connsiteY242" fmla="*/ 510379 h 640885"/>
                    <a:gd name="connsiteX243" fmla="*/ 200562 w 591813"/>
                    <a:gd name="connsiteY243" fmla="*/ 511930 h 640885"/>
                    <a:gd name="connsiteX244" fmla="*/ 200944 w 591813"/>
                    <a:gd name="connsiteY244" fmla="*/ 513460 h 640885"/>
                    <a:gd name="connsiteX245" fmla="*/ 201349 w 591813"/>
                    <a:gd name="connsiteY245" fmla="*/ 514989 h 640885"/>
                    <a:gd name="connsiteX246" fmla="*/ 201754 w 591813"/>
                    <a:gd name="connsiteY246" fmla="*/ 516496 h 640885"/>
                    <a:gd name="connsiteX247" fmla="*/ 202136 w 591813"/>
                    <a:gd name="connsiteY247" fmla="*/ 518003 h 640885"/>
                    <a:gd name="connsiteX248" fmla="*/ 202541 w 591813"/>
                    <a:gd name="connsiteY248" fmla="*/ 519487 h 640885"/>
                    <a:gd name="connsiteX249" fmla="*/ 202923 w 591813"/>
                    <a:gd name="connsiteY249" fmla="*/ 520971 h 640885"/>
                    <a:gd name="connsiteX250" fmla="*/ 203328 w 591813"/>
                    <a:gd name="connsiteY250" fmla="*/ 522433 h 640885"/>
                    <a:gd name="connsiteX251" fmla="*/ 203710 w 591813"/>
                    <a:gd name="connsiteY251" fmla="*/ 523872 h 640885"/>
                    <a:gd name="connsiteX252" fmla="*/ 204115 w 591813"/>
                    <a:gd name="connsiteY252" fmla="*/ 525312 h 640885"/>
                    <a:gd name="connsiteX253" fmla="*/ 204520 w 591813"/>
                    <a:gd name="connsiteY253" fmla="*/ 526751 h 640885"/>
                    <a:gd name="connsiteX254" fmla="*/ 204902 w 591813"/>
                    <a:gd name="connsiteY254" fmla="*/ 528168 h 640885"/>
                    <a:gd name="connsiteX255" fmla="*/ 205307 w 591813"/>
                    <a:gd name="connsiteY255" fmla="*/ 529562 h 640885"/>
                    <a:gd name="connsiteX256" fmla="*/ 205690 w 591813"/>
                    <a:gd name="connsiteY256" fmla="*/ 530956 h 640885"/>
                    <a:gd name="connsiteX257" fmla="*/ 206094 w 591813"/>
                    <a:gd name="connsiteY257" fmla="*/ 532351 h 640885"/>
                    <a:gd name="connsiteX258" fmla="*/ 206476 w 591813"/>
                    <a:gd name="connsiteY258" fmla="*/ 533723 h 640885"/>
                    <a:gd name="connsiteX259" fmla="*/ 206882 w 591813"/>
                    <a:gd name="connsiteY259" fmla="*/ 535072 h 640885"/>
                    <a:gd name="connsiteX260" fmla="*/ 207264 w 591813"/>
                    <a:gd name="connsiteY260" fmla="*/ 536422 h 640885"/>
                    <a:gd name="connsiteX261" fmla="*/ 207668 w 591813"/>
                    <a:gd name="connsiteY261" fmla="*/ 537771 h 640885"/>
                    <a:gd name="connsiteX262" fmla="*/ 208073 w 591813"/>
                    <a:gd name="connsiteY262" fmla="*/ 539098 h 640885"/>
                    <a:gd name="connsiteX263" fmla="*/ 208456 w 591813"/>
                    <a:gd name="connsiteY263" fmla="*/ 540402 h 640885"/>
                    <a:gd name="connsiteX264" fmla="*/ 208860 w 591813"/>
                    <a:gd name="connsiteY264" fmla="*/ 541707 h 640885"/>
                    <a:gd name="connsiteX265" fmla="*/ 209243 w 591813"/>
                    <a:gd name="connsiteY265" fmla="*/ 543011 h 640885"/>
                    <a:gd name="connsiteX266" fmla="*/ 209648 w 591813"/>
                    <a:gd name="connsiteY266" fmla="*/ 544293 h 640885"/>
                    <a:gd name="connsiteX267" fmla="*/ 210030 w 591813"/>
                    <a:gd name="connsiteY267" fmla="*/ 545552 h 640885"/>
                    <a:gd name="connsiteX268" fmla="*/ 210435 w 591813"/>
                    <a:gd name="connsiteY268" fmla="*/ 546812 h 640885"/>
                    <a:gd name="connsiteX269" fmla="*/ 210817 w 591813"/>
                    <a:gd name="connsiteY269" fmla="*/ 548049 h 640885"/>
                    <a:gd name="connsiteX270" fmla="*/ 211222 w 591813"/>
                    <a:gd name="connsiteY270" fmla="*/ 549286 h 640885"/>
                    <a:gd name="connsiteX271" fmla="*/ 211627 w 591813"/>
                    <a:gd name="connsiteY271" fmla="*/ 550522 h 640885"/>
                    <a:gd name="connsiteX272" fmla="*/ 212009 w 591813"/>
                    <a:gd name="connsiteY272" fmla="*/ 551737 h 640885"/>
                    <a:gd name="connsiteX273" fmla="*/ 212414 w 591813"/>
                    <a:gd name="connsiteY273" fmla="*/ 552929 h 640885"/>
                    <a:gd name="connsiteX274" fmla="*/ 212796 w 591813"/>
                    <a:gd name="connsiteY274" fmla="*/ 554121 h 640885"/>
                    <a:gd name="connsiteX275" fmla="*/ 213201 w 591813"/>
                    <a:gd name="connsiteY275" fmla="*/ 555290 h 640885"/>
                    <a:gd name="connsiteX276" fmla="*/ 213584 w 591813"/>
                    <a:gd name="connsiteY276" fmla="*/ 556460 h 640885"/>
                    <a:gd name="connsiteX277" fmla="*/ 213988 w 591813"/>
                    <a:gd name="connsiteY277" fmla="*/ 557607 h 640885"/>
                    <a:gd name="connsiteX278" fmla="*/ 214370 w 591813"/>
                    <a:gd name="connsiteY278" fmla="*/ 558754 h 640885"/>
                    <a:gd name="connsiteX279" fmla="*/ 214776 w 591813"/>
                    <a:gd name="connsiteY279" fmla="*/ 559878 h 640885"/>
                    <a:gd name="connsiteX280" fmla="*/ 215180 w 591813"/>
                    <a:gd name="connsiteY280" fmla="*/ 561003 h 640885"/>
                    <a:gd name="connsiteX281" fmla="*/ 215562 w 591813"/>
                    <a:gd name="connsiteY281" fmla="*/ 562127 h 640885"/>
                    <a:gd name="connsiteX282" fmla="*/ 215967 w 591813"/>
                    <a:gd name="connsiteY282" fmla="*/ 563229 h 640885"/>
                    <a:gd name="connsiteX283" fmla="*/ 216350 w 591813"/>
                    <a:gd name="connsiteY283" fmla="*/ 564309 h 640885"/>
                    <a:gd name="connsiteX284" fmla="*/ 216754 w 591813"/>
                    <a:gd name="connsiteY284" fmla="*/ 565411 h 640885"/>
                    <a:gd name="connsiteX285" fmla="*/ 217136 w 591813"/>
                    <a:gd name="connsiteY285" fmla="*/ 566468 h 640885"/>
                    <a:gd name="connsiteX286" fmla="*/ 217542 w 591813"/>
                    <a:gd name="connsiteY286" fmla="*/ 567547 h 640885"/>
                    <a:gd name="connsiteX287" fmla="*/ 217946 w 591813"/>
                    <a:gd name="connsiteY287" fmla="*/ 568604 h 640885"/>
                    <a:gd name="connsiteX288" fmla="*/ 218329 w 591813"/>
                    <a:gd name="connsiteY288" fmla="*/ 569639 h 640885"/>
                    <a:gd name="connsiteX289" fmla="*/ 218733 w 591813"/>
                    <a:gd name="connsiteY289" fmla="*/ 570673 h 640885"/>
                    <a:gd name="connsiteX290" fmla="*/ 219116 w 591813"/>
                    <a:gd name="connsiteY290" fmla="*/ 571708 h 640885"/>
                    <a:gd name="connsiteX291" fmla="*/ 219521 w 591813"/>
                    <a:gd name="connsiteY291" fmla="*/ 572720 h 640885"/>
                    <a:gd name="connsiteX292" fmla="*/ 219903 w 591813"/>
                    <a:gd name="connsiteY292" fmla="*/ 573732 h 640885"/>
                    <a:gd name="connsiteX293" fmla="*/ 220308 w 591813"/>
                    <a:gd name="connsiteY293" fmla="*/ 574744 h 640885"/>
                    <a:gd name="connsiteX294" fmla="*/ 220690 w 591813"/>
                    <a:gd name="connsiteY294" fmla="*/ 575733 h 640885"/>
                    <a:gd name="connsiteX295" fmla="*/ 221095 w 591813"/>
                    <a:gd name="connsiteY295" fmla="*/ 576723 h 640885"/>
                    <a:gd name="connsiteX296" fmla="*/ 221500 w 591813"/>
                    <a:gd name="connsiteY296" fmla="*/ 577667 h 640885"/>
                    <a:gd name="connsiteX297" fmla="*/ 221882 w 591813"/>
                    <a:gd name="connsiteY297" fmla="*/ 578634 h 640885"/>
                    <a:gd name="connsiteX298" fmla="*/ 222287 w 591813"/>
                    <a:gd name="connsiteY298" fmla="*/ 579579 h 640885"/>
                    <a:gd name="connsiteX299" fmla="*/ 222669 w 591813"/>
                    <a:gd name="connsiteY299" fmla="*/ 580524 h 640885"/>
                    <a:gd name="connsiteX300" fmla="*/ 223074 w 591813"/>
                    <a:gd name="connsiteY300" fmla="*/ 581468 h 640885"/>
                    <a:gd name="connsiteX301" fmla="*/ 223456 w 591813"/>
                    <a:gd name="connsiteY301" fmla="*/ 582390 h 640885"/>
                    <a:gd name="connsiteX302" fmla="*/ 223861 w 591813"/>
                    <a:gd name="connsiteY302" fmla="*/ 583290 h 640885"/>
                    <a:gd name="connsiteX303" fmla="*/ 224244 w 591813"/>
                    <a:gd name="connsiteY303" fmla="*/ 584189 h 640885"/>
                    <a:gd name="connsiteX304" fmla="*/ 224648 w 591813"/>
                    <a:gd name="connsiteY304" fmla="*/ 585089 h 640885"/>
                    <a:gd name="connsiteX305" fmla="*/ 225053 w 591813"/>
                    <a:gd name="connsiteY305" fmla="*/ 585966 h 640885"/>
                    <a:gd name="connsiteX306" fmla="*/ 225436 w 591813"/>
                    <a:gd name="connsiteY306" fmla="*/ 586843 h 640885"/>
                    <a:gd name="connsiteX307" fmla="*/ 225840 w 591813"/>
                    <a:gd name="connsiteY307" fmla="*/ 587698 h 640885"/>
                    <a:gd name="connsiteX308" fmla="*/ 226222 w 591813"/>
                    <a:gd name="connsiteY308" fmla="*/ 588552 h 640885"/>
                    <a:gd name="connsiteX309" fmla="*/ 226627 w 591813"/>
                    <a:gd name="connsiteY309" fmla="*/ 589407 h 640885"/>
                    <a:gd name="connsiteX310" fmla="*/ 227010 w 591813"/>
                    <a:gd name="connsiteY310" fmla="*/ 590239 h 640885"/>
                    <a:gd name="connsiteX311" fmla="*/ 227414 w 591813"/>
                    <a:gd name="connsiteY311" fmla="*/ 591071 h 640885"/>
                    <a:gd name="connsiteX312" fmla="*/ 227797 w 591813"/>
                    <a:gd name="connsiteY312" fmla="*/ 591903 h 640885"/>
                    <a:gd name="connsiteX313" fmla="*/ 228202 w 591813"/>
                    <a:gd name="connsiteY313" fmla="*/ 592713 h 640885"/>
                    <a:gd name="connsiteX314" fmla="*/ 228606 w 591813"/>
                    <a:gd name="connsiteY314" fmla="*/ 593523 h 640885"/>
                    <a:gd name="connsiteX315" fmla="*/ 228989 w 591813"/>
                    <a:gd name="connsiteY315" fmla="*/ 594310 h 640885"/>
                    <a:gd name="connsiteX316" fmla="*/ 229394 w 591813"/>
                    <a:gd name="connsiteY316" fmla="*/ 595119 h 640885"/>
                    <a:gd name="connsiteX317" fmla="*/ 229776 w 591813"/>
                    <a:gd name="connsiteY317" fmla="*/ 595884 h 640885"/>
                    <a:gd name="connsiteX318" fmla="*/ 230181 w 591813"/>
                    <a:gd name="connsiteY318" fmla="*/ 596671 h 640885"/>
                    <a:gd name="connsiteX319" fmla="*/ 230563 w 591813"/>
                    <a:gd name="connsiteY319" fmla="*/ 597436 h 640885"/>
                    <a:gd name="connsiteX320" fmla="*/ 230968 w 591813"/>
                    <a:gd name="connsiteY320" fmla="*/ 598200 h 640885"/>
                    <a:gd name="connsiteX321" fmla="*/ 231350 w 591813"/>
                    <a:gd name="connsiteY321" fmla="*/ 598965 h 640885"/>
                    <a:gd name="connsiteX322" fmla="*/ 231755 w 591813"/>
                    <a:gd name="connsiteY322" fmla="*/ 599707 h 640885"/>
                    <a:gd name="connsiteX323" fmla="*/ 232160 w 591813"/>
                    <a:gd name="connsiteY323" fmla="*/ 600449 h 640885"/>
                    <a:gd name="connsiteX324" fmla="*/ 232542 w 591813"/>
                    <a:gd name="connsiteY324" fmla="*/ 601169 h 640885"/>
                    <a:gd name="connsiteX325" fmla="*/ 232947 w 591813"/>
                    <a:gd name="connsiteY325" fmla="*/ 601911 h 640885"/>
                    <a:gd name="connsiteX326" fmla="*/ 233329 w 591813"/>
                    <a:gd name="connsiteY326" fmla="*/ 602608 h 640885"/>
                    <a:gd name="connsiteX327" fmla="*/ 233734 w 591813"/>
                    <a:gd name="connsiteY327" fmla="*/ 603328 h 640885"/>
                    <a:gd name="connsiteX328" fmla="*/ 234116 w 591813"/>
                    <a:gd name="connsiteY328" fmla="*/ 604025 h 640885"/>
                    <a:gd name="connsiteX329" fmla="*/ 234521 w 591813"/>
                    <a:gd name="connsiteY329" fmla="*/ 604722 h 640885"/>
                    <a:gd name="connsiteX330" fmla="*/ 234926 w 591813"/>
                    <a:gd name="connsiteY330" fmla="*/ 605420 h 640885"/>
                    <a:gd name="connsiteX331" fmla="*/ 235308 w 591813"/>
                    <a:gd name="connsiteY331" fmla="*/ 606094 h 640885"/>
                    <a:gd name="connsiteX332" fmla="*/ 235713 w 591813"/>
                    <a:gd name="connsiteY332" fmla="*/ 606769 h 640885"/>
                    <a:gd name="connsiteX333" fmla="*/ 236096 w 591813"/>
                    <a:gd name="connsiteY333" fmla="*/ 607421 h 640885"/>
                    <a:gd name="connsiteX334" fmla="*/ 236500 w 591813"/>
                    <a:gd name="connsiteY334" fmla="*/ 608073 h 640885"/>
                    <a:gd name="connsiteX335" fmla="*/ 236882 w 591813"/>
                    <a:gd name="connsiteY335" fmla="*/ 608725 h 640885"/>
                    <a:gd name="connsiteX336" fmla="*/ 237287 w 591813"/>
                    <a:gd name="connsiteY336" fmla="*/ 609378 h 640885"/>
                    <a:gd name="connsiteX337" fmla="*/ 237670 w 591813"/>
                    <a:gd name="connsiteY337" fmla="*/ 610007 h 640885"/>
                    <a:gd name="connsiteX338" fmla="*/ 238074 w 591813"/>
                    <a:gd name="connsiteY338" fmla="*/ 610637 h 640885"/>
                    <a:gd name="connsiteX339" fmla="*/ 238479 w 591813"/>
                    <a:gd name="connsiteY339" fmla="*/ 611267 h 640885"/>
                    <a:gd name="connsiteX340" fmla="*/ 238862 w 591813"/>
                    <a:gd name="connsiteY340" fmla="*/ 611897 h 640885"/>
                    <a:gd name="connsiteX341" fmla="*/ 239266 w 591813"/>
                    <a:gd name="connsiteY341" fmla="*/ 612504 h 640885"/>
                    <a:gd name="connsiteX342" fmla="*/ 239649 w 591813"/>
                    <a:gd name="connsiteY342" fmla="*/ 613111 h 640885"/>
                    <a:gd name="connsiteX343" fmla="*/ 240054 w 591813"/>
                    <a:gd name="connsiteY343" fmla="*/ 613718 h 640885"/>
                    <a:gd name="connsiteX344" fmla="*/ 240436 w 591813"/>
                    <a:gd name="connsiteY344" fmla="*/ 614303 h 640885"/>
                    <a:gd name="connsiteX345" fmla="*/ 240841 w 591813"/>
                    <a:gd name="connsiteY345" fmla="*/ 614888 h 640885"/>
                    <a:gd name="connsiteX346" fmla="*/ 241223 w 591813"/>
                    <a:gd name="connsiteY346" fmla="*/ 615472 h 640885"/>
                    <a:gd name="connsiteX347" fmla="*/ 241628 w 591813"/>
                    <a:gd name="connsiteY347" fmla="*/ 616057 h 640885"/>
                    <a:gd name="connsiteX348" fmla="*/ 242033 w 591813"/>
                    <a:gd name="connsiteY348" fmla="*/ 616619 h 640885"/>
                    <a:gd name="connsiteX349" fmla="*/ 242415 w 591813"/>
                    <a:gd name="connsiteY349" fmla="*/ 617182 h 640885"/>
                    <a:gd name="connsiteX350" fmla="*/ 242820 w 591813"/>
                    <a:gd name="connsiteY350" fmla="*/ 617744 h 640885"/>
                    <a:gd name="connsiteX351" fmla="*/ 243202 w 591813"/>
                    <a:gd name="connsiteY351" fmla="*/ 618306 h 640885"/>
                    <a:gd name="connsiteX352" fmla="*/ 243607 w 591813"/>
                    <a:gd name="connsiteY352" fmla="*/ 618846 h 640885"/>
                    <a:gd name="connsiteX353" fmla="*/ 243989 w 591813"/>
                    <a:gd name="connsiteY353" fmla="*/ 619386 h 640885"/>
                    <a:gd name="connsiteX354" fmla="*/ 244394 w 591813"/>
                    <a:gd name="connsiteY354" fmla="*/ 619925 h 640885"/>
                    <a:gd name="connsiteX355" fmla="*/ 244776 w 591813"/>
                    <a:gd name="connsiteY355" fmla="*/ 620443 h 640885"/>
                    <a:gd name="connsiteX356" fmla="*/ 245181 w 591813"/>
                    <a:gd name="connsiteY356" fmla="*/ 620960 h 640885"/>
                    <a:gd name="connsiteX357" fmla="*/ 245586 w 591813"/>
                    <a:gd name="connsiteY357" fmla="*/ 621477 h 640885"/>
                    <a:gd name="connsiteX358" fmla="*/ 245968 w 591813"/>
                    <a:gd name="connsiteY358" fmla="*/ 621972 h 640885"/>
                    <a:gd name="connsiteX359" fmla="*/ 246373 w 591813"/>
                    <a:gd name="connsiteY359" fmla="*/ 622467 h 640885"/>
                    <a:gd name="connsiteX360" fmla="*/ 246756 w 591813"/>
                    <a:gd name="connsiteY360" fmla="*/ 622961 h 640885"/>
                    <a:gd name="connsiteX361" fmla="*/ 247160 w 591813"/>
                    <a:gd name="connsiteY361" fmla="*/ 623434 h 640885"/>
                    <a:gd name="connsiteX362" fmla="*/ 247542 w 591813"/>
                    <a:gd name="connsiteY362" fmla="*/ 623906 h 640885"/>
                    <a:gd name="connsiteX363" fmla="*/ 247948 w 591813"/>
                    <a:gd name="connsiteY363" fmla="*/ 624378 h 640885"/>
                    <a:gd name="connsiteX364" fmla="*/ 248352 w 591813"/>
                    <a:gd name="connsiteY364" fmla="*/ 624828 h 640885"/>
                    <a:gd name="connsiteX365" fmla="*/ 248734 w 591813"/>
                    <a:gd name="connsiteY365" fmla="*/ 625278 h 640885"/>
                    <a:gd name="connsiteX366" fmla="*/ 249139 w 591813"/>
                    <a:gd name="connsiteY366" fmla="*/ 625728 h 640885"/>
                    <a:gd name="connsiteX367" fmla="*/ 249522 w 591813"/>
                    <a:gd name="connsiteY367" fmla="*/ 626155 h 640885"/>
                    <a:gd name="connsiteX368" fmla="*/ 249926 w 591813"/>
                    <a:gd name="connsiteY368" fmla="*/ 626582 h 640885"/>
                    <a:gd name="connsiteX369" fmla="*/ 250309 w 591813"/>
                    <a:gd name="connsiteY369" fmla="*/ 627010 h 640885"/>
                    <a:gd name="connsiteX370" fmla="*/ 250714 w 591813"/>
                    <a:gd name="connsiteY370" fmla="*/ 627414 h 640885"/>
                    <a:gd name="connsiteX371" fmla="*/ 251096 w 591813"/>
                    <a:gd name="connsiteY371" fmla="*/ 627819 h 640885"/>
                    <a:gd name="connsiteX372" fmla="*/ 251501 w 591813"/>
                    <a:gd name="connsiteY372" fmla="*/ 628224 h 640885"/>
                    <a:gd name="connsiteX373" fmla="*/ 251905 w 591813"/>
                    <a:gd name="connsiteY373" fmla="*/ 628606 h 640885"/>
                    <a:gd name="connsiteX374" fmla="*/ 252288 w 591813"/>
                    <a:gd name="connsiteY374" fmla="*/ 628989 h 640885"/>
                    <a:gd name="connsiteX375" fmla="*/ 252693 w 591813"/>
                    <a:gd name="connsiteY375" fmla="*/ 629371 h 640885"/>
                    <a:gd name="connsiteX376" fmla="*/ 253075 w 591813"/>
                    <a:gd name="connsiteY376" fmla="*/ 629731 h 640885"/>
                    <a:gd name="connsiteX377" fmla="*/ 253480 w 591813"/>
                    <a:gd name="connsiteY377" fmla="*/ 630091 h 640885"/>
                    <a:gd name="connsiteX378" fmla="*/ 253862 w 591813"/>
                    <a:gd name="connsiteY378" fmla="*/ 630450 h 640885"/>
                    <a:gd name="connsiteX379" fmla="*/ 254267 w 591813"/>
                    <a:gd name="connsiteY379" fmla="*/ 630788 h 640885"/>
                    <a:gd name="connsiteX380" fmla="*/ 254650 w 591813"/>
                    <a:gd name="connsiteY380" fmla="*/ 631125 h 640885"/>
                    <a:gd name="connsiteX381" fmla="*/ 255054 w 591813"/>
                    <a:gd name="connsiteY381" fmla="*/ 631462 h 640885"/>
                    <a:gd name="connsiteX382" fmla="*/ 255459 w 591813"/>
                    <a:gd name="connsiteY382" fmla="*/ 631800 h 640885"/>
                    <a:gd name="connsiteX383" fmla="*/ 255841 w 591813"/>
                    <a:gd name="connsiteY383" fmla="*/ 632115 h 640885"/>
                    <a:gd name="connsiteX384" fmla="*/ 256246 w 591813"/>
                    <a:gd name="connsiteY384" fmla="*/ 632429 h 640885"/>
                    <a:gd name="connsiteX385" fmla="*/ 256628 w 591813"/>
                    <a:gd name="connsiteY385" fmla="*/ 632744 h 640885"/>
                    <a:gd name="connsiteX386" fmla="*/ 257033 w 591813"/>
                    <a:gd name="connsiteY386" fmla="*/ 633037 h 640885"/>
                    <a:gd name="connsiteX387" fmla="*/ 257416 w 591813"/>
                    <a:gd name="connsiteY387" fmla="*/ 633329 h 640885"/>
                    <a:gd name="connsiteX388" fmla="*/ 257820 w 591813"/>
                    <a:gd name="connsiteY388" fmla="*/ 633621 h 640885"/>
                    <a:gd name="connsiteX389" fmla="*/ 258202 w 591813"/>
                    <a:gd name="connsiteY389" fmla="*/ 633891 h 640885"/>
                    <a:gd name="connsiteX390" fmla="*/ 258608 w 591813"/>
                    <a:gd name="connsiteY390" fmla="*/ 634184 h 640885"/>
                    <a:gd name="connsiteX391" fmla="*/ 259012 w 591813"/>
                    <a:gd name="connsiteY391" fmla="*/ 634454 h 640885"/>
                    <a:gd name="connsiteX392" fmla="*/ 259395 w 591813"/>
                    <a:gd name="connsiteY392" fmla="*/ 634701 h 640885"/>
                    <a:gd name="connsiteX393" fmla="*/ 259799 w 591813"/>
                    <a:gd name="connsiteY393" fmla="*/ 634971 h 640885"/>
                    <a:gd name="connsiteX394" fmla="*/ 260182 w 591813"/>
                    <a:gd name="connsiteY394" fmla="*/ 635218 h 640885"/>
                    <a:gd name="connsiteX395" fmla="*/ 260587 w 591813"/>
                    <a:gd name="connsiteY395" fmla="*/ 635466 h 640885"/>
                    <a:gd name="connsiteX396" fmla="*/ 260969 w 591813"/>
                    <a:gd name="connsiteY396" fmla="*/ 635713 h 640885"/>
                    <a:gd name="connsiteX397" fmla="*/ 261374 w 591813"/>
                    <a:gd name="connsiteY397" fmla="*/ 635960 h 640885"/>
                    <a:gd name="connsiteX398" fmla="*/ 261756 w 591813"/>
                    <a:gd name="connsiteY398" fmla="*/ 636208 h 640885"/>
                    <a:gd name="connsiteX399" fmla="*/ 262161 w 591813"/>
                    <a:gd name="connsiteY399" fmla="*/ 636433 h 640885"/>
                    <a:gd name="connsiteX400" fmla="*/ 262566 w 591813"/>
                    <a:gd name="connsiteY400" fmla="*/ 636658 h 640885"/>
                    <a:gd name="connsiteX401" fmla="*/ 262948 w 591813"/>
                    <a:gd name="connsiteY401" fmla="*/ 636882 h 640885"/>
                    <a:gd name="connsiteX402" fmla="*/ 263353 w 591813"/>
                    <a:gd name="connsiteY402" fmla="*/ 637085 h 640885"/>
                    <a:gd name="connsiteX403" fmla="*/ 263735 w 591813"/>
                    <a:gd name="connsiteY403" fmla="*/ 637287 h 640885"/>
                    <a:gd name="connsiteX404" fmla="*/ 264140 w 591813"/>
                    <a:gd name="connsiteY404" fmla="*/ 637490 h 640885"/>
                    <a:gd name="connsiteX405" fmla="*/ 264522 w 591813"/>
                    <a:gd name="connsiteY405" fmla="*/ 637692 h 640885"/>
                    <a:gd name="connsiteX406" fmla="*/ 264927 w 591813"/>
                    <a:gd name="connsiteY406" fmla="*/ 637872 h 640885"/>
                    <a:gd name="connsiteX407" fmla="*/ 265332 w 591813"/>
                    <a:gd name="connsiteY407" fmla="*/ 638052 h 640885"/>
                    <a:gd name="connsiteX408" fmla="*/ 265714 w 591813"/>
                    <a:gd name="connsiteY408" fmla="*/ 638232 h 640885"/>
                    <a:gd name="connsiteX409" fmla="*/ 266119 w 591813"/>
                    <a:gd name="connsiteY409" fmla="*/ 638389 h 640885"/>
                    <a:gd name="connsiteX410" fmla="*/ 266502 w 591813"/>
                    <a:gd name="connsiteY410" fmla="*/ 638569 h 640885"/>
                    <a:gd name="connsiteX411" fmla="*/ 266906 w 591813"/>
                    <a:gd name="connsiteY411" fmla="*/ 638727 h 640885"/>
                    <a:gd name="connsiteX412" fmla="*/ 267288 w 591813"/>
                    <a:gd name="connsiteY412" fmla="*/ 638884 h 640885"/>
                    <a:gd name="connsiteX413" fmla="*/ 267693 w 591813"/>
                    <a:gd name="connsiteY413" fmla="*/ 639019 h 640885"/>
                    <a:gd name="connsiteX414" fmla="*/ 268076 w 591813"/>
                    <a:gd name="connsiteY414" fmla="*/ 639154 h 640885"/>
                    <a:gd name="connsiteX415" fmla="*/ 268480 w 591813"/>
                    <a:gd name="connsiteY415" fmla="*/ 639311 h 640885"/>
                    <a:gd name="connsiteX416" fmla="*/ 268885 w 591813"/>
                    <a:gd name="connsiteY416" fmla="*/ 639446 h 640885"/>
                    <a:gd name="connsiteX417" fmla="*/ 269268 w 591813"/>
                    <a:gd name="connsiteY417" fmla="*/ 639559 h 640885"/>
                    <a:gd name="connsiteX418" fmla="*/ 269672 w 591813"/>
                    <a:gd name="connsiteY418" fmla="*/ 639694 h 640885"/>
                    <a:gd name="connsiteX419" fmla="*/ 270055 w 591813"/>
                    <a:gd name="connsiteY419" fmla="*/ 639806 h 640885"/>
                    <a:gd name="connsiteX420" fmla="*/ 270459 w 591813"/>
                    <a:gd name="connsiteY420" fmla="*/ 639919 h 640885"/>
                    <a:gd name="connsiteX421" fmla="*/ 270842 w 591813"/>
                    <a:gd name="connsiteY421" fmla="*/ 640031 h 640885"/>
                    <a:gd name="connsiteX422" fmla="*/ 271247 w 591813"/>
                    <a:gd name="connsiteY422" fmla="*/ 640121 h 640885"/>
                    <a:gd name="connsiteX423" fmla="*/ 271629 w 591813"/>
                    <a:gd name="connsiteY423" fmla="*/ 640211 h 640885"/>
                    <a:gd name="connsiteX424" fmla="*/ 272034 w 591813"/>
                    <a:gd name="connsiteY424" fmla="*/ 640301 h 640885"/>
                    <a:gd name="connsiteX425" fmla="*/ 272439 w 591813"/>
                    <a:gd name="connsiteY425" fmla="*/ 640391 h 640885"/>
                    <a:gd name="connsiteX426" fmla="*/ 272821 w 591813"/>
                    <a:gd name="connsiteY426" fmla="*/ 640458 h 640885"/>
                    <a:gd name="connsiteX427" fmla="*/ 273226 w 591813"/>
                    <a:gd name="connsiteY427" fmla="*/ 640526 h 640885"/>
                    <a:gd name="connsiteX428" fmla="*/ 273608 w 591813"/>
                    <a:gd name="connsiteY428" fmla="*/ 640593 h 640885"/>
                    <a:gd name="connsiteX429" fmla="*/ 274013 w 591813"/>
                    <a:gd name="connsiteY429" fmla="*/ 640661 h 640885"/>
                    <a:gd name="connsiteX430" fmla="*/ 274395 w 591813"/>
                    <a:gd name="connsiteY430" fmla="*/ 640706 h 640885"/>
                    <a:gd name="connsiteX431" fmla="*/ 274800 w 591813"/>
                    <a:gd name="connsiteY431" fmla="*/ 640751 h 640885"/>
                    <a:gd name="connsiteX432" fmla="*/ 275182 w 591813"/>
                    <a:gd name="connsiteY432" fmla="*/ 640796 h 640885"/>
                    <a:gd name="connsiteX433" fmla="*/ 275587 w 591813"/>
                    <a:gd name="connsiteY433" fmla="*/ 640841 h 640885"/>
                    <a:gd name="connsiteX434" fmla="*/ 275992 w 591813"/>
                    <a:gd name="connsiteY434" fmla="*/ 640886 h 640885"/>
                    <a:gd name="connsiteX435" fmla="*/ 276374 w 591813"/>
                    <a:gd name="connsiteY435" fmla="*/ 640863 h 640885"/>
                    <a:gd name="connsiteX436" fmla="*/ 276779 w 591813"/>
                    <a:gd name="connsiteY436" fmla="*/ 640863 h 640885"/>
                    <a:gd name="connsiteX437" fmla="*/ 277162 w 591813"/>
                    <a:gd name="connsiteY437" fmla="*/ 640841 h 640885"/>
                    <a:gd name="connsiteX438" fmla="*/ 277566 w 591813"/>
                    <a:gd name="connsiteY438" fmla="*/ 640818 h 640885"/>
                    <a:gd name="connsiteX439" fmla="*/ 277948 w 591813"/>
                    <a:gd name="connsiteY439" fmla="*/ 640796 h 640885"/>
                    <a:gd name="connsiteX440" fmla="*/ 278353 w 591813"/>
                    <a:gd name="connsiteY440" fmla="*/ 640751 h 640885"/>
                    <a:gd name="connsiteX441" fmla="*/ 278758 w 591813"/>
                    <a:gd name="connsiteY441" fmla="*/ 640728 h 640885"/>
                    <a:gd name="connsiteX442" fmla="*/ 279140 w 591813"/>
                    <a:gd name="connsiteY442" fmla="*/ 640661 h 640885"/>
                    <a:gd name="connsiteX443" fmla="*/ 279545 w 591813"/>
                    <a:gd name="connsiteY443" fmla="*/ 640616 h 640885"/>
                    <a:gd name="connsiteX444" fmla="*/ 279928 w 591813"/>
                    <a:gd name="connsiteY444" fmla="*/ 640571 h 640885"/>
                    <a:gd name="connsiteX445" fmla="*/ 280332 w 591813"/>
                    <a:gd name="connsiteY445" fmla="*/ 640503 h 640885"/>
                    <a:gd name="connsiteX446" fmla="*/ 280715 w 591813"/>
                    <a:gd name="connsiteY446" fmla="*/ 640436 h 640885"/>
                    <a:gd name="connsiteX447" fmla="*/ 281120 w 591813"/>
                    <a:gd name="connsiteY447" fmla="*/ 640346 h 640885"/>
                    <a:gd name="connsiteX448" fmla="*/ 281502 w 591813"/>
                    <a:gd name="connsiteY448" fmla="*/ 640278 h 640885"/>
                    <a:gd name="connsiteX449" fmla="*/ 281907 w 591813"/>
                    <a:gd name="connsiteY449" fmla="*/ 640188 h 640885"/>
                    <a:gd name="connsiteX450" fmla="*/ 282311 w 591813"/>
                    <a:gd name="connsiteY450" fmla="*/ 640098 h 640885"/>
                    <a:gd name="connsiteX451" fmla="*/ 282694 w 591813"/>
                    <a:gd name="connsiteY451" fmla="*/ 640009 h 640885"/>
                    <a:gd name="connsiteX452" fmla="*/ 283076 w 591813"/>
                    <a:gd name="connsiteY452" fmla="*/ 639919 h 640885"/>
                    <a:gd name="connsiteX453" fmla="*/ 283481 w 591813"/>
                    <a:gd name="connsiteY453" fmla="*/ 639806 h 640885"/>
                    <a:gd name="connsiteX454" fmla="*/ 283886 w 591813"/>
                    <a:gd name="connsiteY454" fmla="*/ 639694 h 640885"/>
                    <a:gd name="connsiteX455" fmla="*/ 284246 w 591813"/>
                    <a:gd name="connsiteY455" fmla="*/ 639581 h 640885"/>
                    <a:gd name="connsiteX456" fmla="*/ 284673 w 591813"/>
                    <a:gd name="connsiteY456" fmla="*/ 639469 h 640885"/>
                    <a:gd name="connsiteX457" fmla="*/ 285033 w 591813"/>
                    <a:gd name="connsiteY457" fmla="*/ 639334 h 640885"/>
                    <a:gd name="connsiteX458" fmla="*/ 285438 w 591813"/>
                    <a:gd name="connsiteY458" fmla="*/ 639199 h 640885"/>
                    <a:gd name="connsiteX459" fmla="*/ 285842 w 591813"/>
                    <a:gd name="connsiteY459" fmla="*/ 639064 h 640885"/>
                    <a:gd name="connsiteX460" fmla="*/ 286224 w 591813"/>
                    <a:gd name="connsiteY460" fmla="*/ 638929 h 640885"/>
                    <a:gd name="connsiteX461" fmla="*/ 286630 w 591813"/>
                    <a:gd name="connsiteY461" fmla="*/ 638772 h 640885"/>
                    <a:gd name="connsiteX462" fmla="*/ 287012 w 591813"/>
                    <a:gd name="connsiteY462" fmla="*/ 638614 h 640885"/>
                    <a:gd name="connsiteX463" fmla="*/ 287416 w 591813"/>
                    <a:gd name="connsiteY463" fmla="*/ 638457 h 640885"/>
                    <a:gd name="connsiteX464" fmla="*/ 287799 w 591813"/>
                    <a:gd name="connsiteY464" fmla="*/ 638299 h 640885"/>
                    <a:gd name="connsiteX465" fmla="*/ 288204 w 591813"/>
                    <a:gd name="connsiteY465" fmla="*/ 638119 h 640885"/>
                    <a:gd name="connsiteX466" fmla="*/ 288586 w 591813"/>
                    <a:gd name="connsiteY466" fmla="*/ 637939 h 640885"/>
                    <a:gd name="connsiteX467" fmla="*/ 288991 w 591813"/>
                    <a:gd name="connsiteY467" fmla="*/ 637760 h 640885"/>
                    <a:gd name="connsiteX468" fmla="*/ 289396 w 591813"/>
                    <a:gd name="connsiteY468" fmla="*/ 637580 h 640885"/>
                    <a:gd name="connsiteX469" fmla="*/ 289778 w 591813"/>
                    <a:gd name="connsiteY469" fmla="*/ 637400 h 640885"/>
                    <a:gd name="connsiteX470" fmla="*/ 290183 w 591813"/>
                    <a:gd name="connsiteY470" fmla="*/ 637197 h 640885"/>
                    <a:gd name="connsiteX471" fmla="*/ 290565 w 591813"/>
                    <a:gd name="connsiteY471" fmla="*/ 637017 h 640885"/>
                    <a:gd name="connsiteX472" fmla="*/ 290970 w 591813"/>
                    <a:gd name="connsiteY472" fmla="*/ 636815 h 640885"/>
                    <a:gd name="connsiteX473" fmla="*/ 291352 w 591813"/>
                    <a:gd name="connsiteY473" fmla="*/ 636613 h 640885"/>
                    <a:gd name="connsiteX474" fmla="*/ 291757 w 591813"/>
                    <a:gd name="connsiteY474" fmla="*/ 636410 h 640885"/>
                    <a:gd name="connsiteX475" fmla="*/ 292139 w 591813"/>
                    <a:gd name="connsiteY475" fmla="*/ 636185 h 640885"/>
                    <a:gd name="connsiteX476" fmla="*/ 292544 w 591813"/>
                    <a:gd name="connsiteY476" fmla="*/ 635983 h 640885"/>
                    <a:gd name="connsiteX477" fmla="*/ 292949 w 591813"/>
                    <a:gd name="connsiteY477" fmla="*/ 635758 h 640885"/>
                    <a:gd name="connsiteX478" fmla="*/ 293331 w 591813"/>
                    <a:gd name="connsiteY478" fmla="*/ 635533 h 640885"/>
                    <a:gd name="connsiteX479" fmla="*/ 293736 w 591813"/>
                    <a:gd name="connsiteY479" fmla="*/ 635308 h 640885"/>
                    <a:gd name="connsiteX480" fmla="*/ 294118 w 591813"/>
                    <a:gd name="connsiteY480" fmla="*/ 635083 h 640885"/>
                    <a:gd name="connsiteX481" fmla="*/ 294524 w 591813"/>
                    <a:gd name="connsiteY481" fmla="*/ 634858 h 640885"/>
                    <a:gd name="connsiteX482" fmla="*/ 294906 w 591813"/>
                    <a:gd name="connsiteY482" fmla="*/ 634611 h 640885"/>
                    <a:gd name="connsiteX483" fmla="*/ 295310 w 591813"/>
                    <a:gd name="connsiteY483" fmla="*/ 634589 h 640885"/>
                    <a:gd name="connsiteX484" fmla="*/ 295716 w 591813"/>
                    <a:gd name="connsiteY484" fmla="*/ 634341 h 640885"/>
                    <a:gd name="connsiteX485" fmla="*/ 296098 w 591813"/>
                    <a:gd name="connsiteY485" fmla="*/ 637602 h 640885"/>
                    <a:gd name="connsiteX486" fmla="*/ 296502 w 591813"/>
                    <a:gd name="connsiteY486" fmla="*/ 638637 h 640885"/>
                    <a:gd name="connsiteX487" fmla="*/ 296884 w 591813"/>
                    <a:gd name="connsiteY487" fmla="*/ 638389 h 640885"/>
                    <a:gd name="connsiteX488" fmla="*/ 297290 w 591813"/>
                    <a:gd name="connsiteY488" fmla="*/ 638142 h 640885"/>
                    <a:gd name="connsiteX489" fmla="*/ 297672 w 591813"/>
                    <a:gd name="connsiteY489" fmla="*/ 637894 h 640885"/>
                    <a:gd name="connsiteX490" fmla="*/ 298076 w 591813"/>
                    <a:gd name="connsiteY490" fmla="*/ 637647 h 640885"/>
                    <a:gd name="connsiteX491" fmla="*/ 298459 w 591813"/>
                    <a:gd name="connsiteY491" fmla="*/ 637377 h 640885"/>
                    <a:gd name="connsiteX492" fmla="*/ 298864 w 591813"/>
                    <a:gd name="connsiteY492" fmla="*/ 637130 h 640885"/>
                    <a:gd name="connsiteX493" fmla="*/ 299269 w 591813"/>
                    <a:gd name="connsiteY493" fmla="*/ 636860 h 640885"/>
                    <a:gd name="connsiteX494" fmla="*/ 299651 w 591813"/>
                    <a:gd name="connsiteY494" fmla="*/ 636590 h 640885"/>
                    <a:gd name="connsiteX495" fmla="*/ 300056 w 591813"/>
                    <a:gd name="connsiteY495" fmla="*/ 636298 h 640885"/>
                    <a:gd name="connsiteX496" fmla="*/ 300438 w 591813"/>
                    <a:gd name="connsiteY496" fmla="*/ 636028 h 640885"/>
                    <a:gd name="connsiteX497" fmla="*/ 300843 w 591813"/>
                    <a:gd name="connsiteY497" fmla="*/ 635735 h 640885"/>
                    <a:gd name="connsiteX498" fmla="*/ 301225 w 591813"/>
                    <a:gd name="connsiteY498" fmla="*/ 635443 h 640885"/>
                    <a:gd name="connsiteX499" fmla="*/ 301630 w 591813"/>
                    <a:gd name="connsiteY499" fmla="*/ 635151 h 640885"/>
                    <a:gd name="connsiteX500" fmla="*/ 302012 w 591813"/>
                    <a:gd name="connsiteY500" fmla="*/ 634858 h 640885"/>
                    <a:gd name="connsiteX501" fmla="*/ 302417 w 591813"/>
                    <a:gd name="connsiteY501" fmla="*/ 634543 h 640885"/>
                    <a:gd name="connsiteX502" fmla="*/ 302822 w 591813"/>
                    <a:gd name="connsiteY502" fmla="*/ 634229 h 640885"/>
                    <a:gd name="connsiteX503" fmla="*/ 303204 w 591813"/>
                    <a:gd name="connsiteY503" fmla="*/ 633914 h 640885"/>
                    <a:gd name="connsiteX504" fmla="*/ 303609 w 591813"/>
                    <a:gd name="connsiteY504" fmla="*/ 633599 h 640885"/>
                    <a:gd name="connsiteX505" fmla="*/ 303992 w 591813"/>
                    <a:gd name="connsiteY505" fmla="*/ 633284 h 640885"/>
                    <a:gd name="connsiteX506" fmla="*/ 304396 w 591813"/>
                    <a:gd name="connsiteY506" fmla="*/ 632947 h 640885"/>
                    <a:gd name="connsiteX507" fmla="*/ 304778 w 591813"/>
                    <a:gd name="connsiteY507" fmla="*/ 632632 h 640885"/>
                    <a:gd name="connsiteX508" fmla="*/ 305184 w 591813"/>
                    <a:gd name="connsiteY508" fmla="*/ 632295 h 640885"/>
                    <a:gd name="connsiteX509" fmla="*/ 305566 w 591813"/>
                    <a:gd name="connsiteY509" fmla="*/ 631957 h 640885"/>
                    <a:gd name="connsiteX510" fmla="*/ 305970 w 591813"/>
                    <a:gd name="connsiteY510" fmla="*/ 631597 h 640885"/>
                    <a:gd name="connsiteX511" fmla="*/ 306376 w 591813"/>
                    <a:gd name="connsiteY511" fmla="*/ 631260 h 640885"/>
                    <a:gd name="connsiteX512" fmla="*/ 306758 w 591813"/>
                    <a:gd name="connsiteY512" fmla="*/ 630900 h 640885"/>
                    <a:gd name="connsiteX513" fmla="*/ 307162 w 591813"/>
                    <a:gd name="connsiteY513" fmla="*/ 630540 h 640885"/>
                    <a:gd name="connsiteX514" fmla="*/ 307545 w 591813"/>
                    <a:gd name="connsiteY514" fmla="*/ 630181 h 640885"/>
                    <a:gd name="connsiteX515" fmla="*/ 307950 w 591813"/>
                    <a:gd name="connsiteY515" fmla="*/ 629798 h 640885"/>
                    <a:gd name="connsiteX516" fmla="*/ 308332 w 591813"/>
                    <a:gd name="connsiteY516" fmla="*/ 629438 h 640885"/>
                    <a:gd name="connsiteX517" fmla="*/ 308737 w 591813"/>
                    <a:gd name="connsiteY517" fmla="*/ 629056 h 640885"/>
                    <a:gd name="connsiteX518" fmla="*/ 309142 w 591813"/>
                    <a:gd name="connsiteY518" fmla="*/ 628674 h 640885"/>
                    <a:gd name="connsiteX519" fmla="*/ 309524 w 591813"/>
                    <a:gd name="connsiteY519" fmla="*/ 628291 h 640885"/>
                    <a:gd name="connsiteX520" fmla="*/ 309929 w 591813"/>
                    <a:gd name="connsiteY520" fmla="*/ 627909 h 640885"/>
                    <a:gd name="connsiteX521" fmla="*/ 310311 w 591813"/>
                    <a:gd name="connsiteY521" fmla="*/ 627504 h 640885"/>
                    <a:gd name="connsiteX522" fmla="*/ 310716 w 591813"/>
                    <a:gd name="connsiteY522" fmla="*/ 627122 h 640885"/>
                    <a:gd name="connsiteX523" fmla="*/ 311098 w 591813"/>
                    <a:gd name="connsiteY523" fmla="*/ 626717 h 640885"/>
                    <a:gd name="connsiteX524" fmla="*/ 311503 w 591813"/>
                    <a:gd name="connsiteY524" fmla="*/ 626312 h 640885"/>
                    <a:gd name="connsiteX525" fmla="*/ 311885 w 591813"/>
                    <a:gd name="connsiteY525" fmla="*/ 625907 h 640885"/>
                    <a:gd name="connsiteX526" fmla="*/ 312290 w 591813"/>
                    <a:gd name="connsiteY526" fmla="*/ 625503 h 640885"/>
                    <a:gd name="connsiteX527" fmla="*/ 312695 w 591813"/>
                    <a:gd name="connsiteY527" fmla="*/ 625098 h 640885"/>
                    <a:gd name="connsiteX528" fmla="*/ 313077 w 591813"/>
                    <a:gd name="connsiteY528" fmla="*/ 624671 h 640885"/>
                    <a:gd name="connsiteX529" fmla="*/ 313482 w 591813"/>
                    <a:gd name="connsiteY529" fmla="*/ 624243 h 640885"/>
                    <a:gd name="connsiteX530" fmla="*/ 313864 w 591813"/>
                    <a:gd name="connsiteY530" fmla="*/ 623838 h 640885"/>
                    <a:gd name="connsiteX531" fmla="*/ 314269 w 591813"/>
                    <a:gd name="connsiteY531" fmla="*/ 623411 h 640885"/>
                    <a:gd name="connsiteX532" fmla="*/ 314652 w 591813"/>
                    <a:gd name="connsiteY532" fmla="*/ 622961 h 640885"/>
                    <a:gd name="connsiteX533" fmla="*/ 315056 w 591813"/>
                    <a:gd name="connsiteY533" fmla="*/ 622534 h 640885"/>
                    <a:gd name="connsiteX534" fmla="*/ 315438 w 591813"/>
                    <a:gd name="connsiteY534" fmla="*/ 622107 h 640885"/>
                    <a:gd name="connsiteX535" fmla="*/ 315844 w 591813"/>
                    <a:gd name="connsiteY535" fmla="*/ 621657 h 640885"/>
                    <a:gd name="connsiteX536" fmla="*/ 316248 w 591813"/>
                    <a:gd name="connsiteY536" fmla="*/ 621207 h 640885"/>
                    <a:gd name="connsiteX537" fmla="*/ 316630 w 591813"/>
                    <a:gd name="connsiteY537" fmla="*/ 620757 h 640885"/>
                    <a:gd name="connsiteX538" fmla="*/ 317036 w 591813"/>
                    <a:gd name="connsiteY538" fmla="*/ 620308 h 640885"/>
                    <a:gd name="connsiteX539" fmla="*/ 317418 w 591813"/>
                    <a:gd name="connsiteY539" fmla="*/ 619858 h 640885"/>
                    <a:gd name="connsiteX540" fmla="*/ 317822 w 591813"/>
                    <a:gd name="connsiteY540" fmla="*/ 619408 h 640885"/>
                    <a:gd name="connsiteX541" fmla="*/ 318205 w 591813"/>
                    <a:gd name="connsiteY541" fmla="*/ 618936 h 640885"/>
                    <a:gd name="connsiteX542" fmla="*/ 318610 w 591813"/>
                    <a:gd name="connsiteY542" fmla="*/ 618486 h 640885"/>
                    <a:gd name="connsiteX543" fmla="*/ 318992 w 591813"/>
                    <a:gd name="connsiteY543" fmla="*/ 618014 h 640885"/>
                    <a:gd name="connsiteX544" fmla="*/ 319397 w 591813"/>
                    <a:gd name="connsiteY544" fmla="*/ 617541 h 640885"/>
                    <a:gd name="connsiteX545" fmla="*/ 319802 w 591813"/>
                    <a:gd name="connsiteY545" fmla="*/ 617069 h 640885"/>
                    <a:gd name="connsiteX546" fmla="*/ 320184 w 591813"/>
                    <a:gd name="connsiteY546" fmla="*/ 616597 h 640885"/>
                    <a:gd name="connsiteX547" fmla="*/ 320589 w 591813"/>
                    <a:gd name="connsiteY547" fmla="*/ 616102 h 640885"/>
                    <a:gd name="connsiteX548" fmla="*/ 320971 w 591813"/>
                    <a:gd name="connsiteY548" fmla="*/ 615630 h 640885"/>
                    <a:gd name="connsiteX549" fmla="*/ 321376 w 591813"/>
                    <a:gd name="connsiteY549" fmla="*/ 615135 h 640885"/>
                    <a:gd name="connsiteX550" fmla="*/ 321758 w 591813"/>
                    <a:gd name="connsiteY550" fmla="*/ 614640 h 640885"/>
                    <a:gd name="connsiteX551" fmla="*/ 322163 w 591813"/>
                    <a:gd name="connsiteY551" fmla="*/ 614168 h 640885"/>
                    <a:gd name="connsiteX552" fmla="*/ 322545 w 591813"/>
                    <a:gd name="connsiteY552" fmla="*/ 613673 h 640885"/>
                    <a:gd name="connsiteX553" fmla="*/ 322950 w 591813"/>
                    <a:gd name="connsiteY553" fmla="*/ 613178 h 640885"/>
                    <a:gd name="connsiteX554" fmla="*/ 323355 w 591813"/>
                    <a:gd name="connsiteY554" fmla="*/ 612684 h 640885"/>
                    <a:gd name="connsiteX555" fmla="*/ 323737 w 591813"/>
                    <a:gd name="connsiteY555" fmla="*/ 612166 h 640885"/>
                    <a:gd name="connsiteX556" fmla="*/ 324142 w 591813"/>
                    <a:gd name="connsiteY556" fmla="*/ 611672 h 640885"/>
                    <a:gd name="connsiteX557" fmla="*/ 324524 w 591813"/>
                    <a:gd name="connsiteY557" fmla="*/ 611154 h 640885"/>
                    <a:gd name="connsiteX558" fmla="*/ 324929 w 591813"/>
                    <a:gd name="connsiteY558" fmla="*/ 610637 h 640885"/>
                    <a:gd name="connsiteX559" fmla="*/ 325312 w 591813"/>
                    <a:gd name="connsiteY559" fmla="*/ 610120 h 640885"/>
                    <a:gd name="connsiteX560" fmla="*/ 325716 w 591813"/>
                    <a:gd name="connsiteY560" fmla="*/ 609603 h 640885"/>
                    <a:gd name="connsiteX561" fmla="*/ 326121 w 591813"/>
                    <a:gd name="connsiteY561" fmla="*/ 609063 h 640885"/>
                    <a:gd name="connsiteX562" fmla="*/ 326504 w 591813"/>
                    <a:gd name="connsiteY562" fmla="*/ 608546 h 640885"/>
                    <a:gd name="connsiteX563" fmla="*/ 326908 w 591813"/>
                    <a:gd name="connsiteY563" fmla="*/ 608006 h 640885"/>
                    <a:gd name="connsiteX564" fmla="*/ 327290 w 591813"/>
                    <a:gd name="connsiteY564" fmla="*/ 607466 h 640885"/>
                    <a:gd name="connsiteX565" fmla="*/ 327696 w 591813"/>
                    <a:gd name="connsiteY565" fmla="*/ 606926 h 640885"/>
                    <a:gd name="connsiteX566" fmla="*/ 328078 w 591813"/>
                    <a:gd name="connsiteY566" fmla="*/ 606387 h 640885"/>
                    <a:gd name="connsiteX567" fmla="*/ 328482 w 591813"/>
                    <a:gd name="connsiteY567" fmla="*/ 605824 h 640885"/>
                    <a:gd name="connsiteX568" fmla="*/ 328865 w 591813"/>
                    <a:gd name="connsiteY568" fmla="*/ 605262 h 640885"/>
                    <a:gd name="connsiteX569" fmla="*/ 329270 w 591813"/>
                    <a:gd name="connsiteY569" fmla="*/ 604722 h 640885"/>
                    <a:gd name="connsiteX570" fmla="*/ 329674 w 591813"/>
                    <a:gd name="connsiteY570" fmla="*/ 604138 h 640885"/>
                    <a:gd name="connsiteX571" fmla="*/ 330057 w 591813"/>
                    <a:gd name="connsiteY571" fmla="*/ 603575 h 640885"/>
                    <a:gd name="connsiteX572" fmla="*/ 330462 w 591813"/>
                    <a:gd name="connsiteY572" fmla="*/ 602991 h 640885"/>
                    <a:gd name="connsiteX573" fmla="*/ 330844 w 591813"/>
                    <a:gd name="connsiteY573" fmla="*/ 602428 h 640885"/>
                    <a:gd name="connsiteX574" fmla="*/ 331249 w 591813"/>
                    <a:gd name="connsiteY574" fmla="*/ 601844 h 640885"/>
                    <a:gd name="connsiteX575" fmla="*/ 331631 w 591813"/>
                    <a:gd name="connsiteY575" fmla="*/ 601259 h 640885"/>
                    <a:gd name="connsiteX576" fmla="*/ 332036 w 591813"/>
                    <a:gd name="connsiteY576" fmla="*/ 600652 h 640885"/>
                    <a:gd name="connsiteX577" fmla="*/ 332418 w 591813"/>
                    <a:gd name="connsiteY577" fmla="*/ 600067 h 640885"/>
                    <a:gd name="connsiteX578" fmla="*/ 332823 w 591813"/>
                    <a:gd name="connsiteY578" fmla="*/ 599460 h 640885"/>
                    <a:gd name="connsiteX579" fmla="*/ 333228 w 591813"/>
                    <a:gd name="connsiteY579" fmla="*/ 598853 h 640885"/>
                    <a:gd name="connsiteX580" fmla="*/ 333610 w 591813"/>
                    <a:gd name="connsiteY580" fmla="*/ 598245 h 640885"/>
                    <a:gd name="connsiteX581" fmla="*/ 334015 w 591813"/>
                    <a:gd name="connsiteY581" fmla="*/ 597638 h 640885"/>
                    <a:gd name="connsiteX582" fmla="*/ 334397 w 591813"/>
                    <a:gd name="connsiteY582" fmla="*/ 597031 h 640885"/>
                    <a:gd name="connsiteX583" fmla="*/ 334802 w 591813"/>
                    <a:gd name="connsiteY583" fmla="*/ 596424 h 640885"/>
                    <a:gd name="connsiteX584" fmla="*/ 335184 w 591813"/>
                    <a:gd name="connsiteY584" fmla="*/ 595794 h 640885"/>
                    <a:gd name="connsiteX585" fmla="*/ 335590 w 591813"/>
                    <a:gd name="connsiteY585" fmla="*/ 595187 h 640885"/>
                    <a:gd name="connsiteX586" fmla="*/ 335972 w 591813"/>
                    <a:gd name="connsiteY586" fmla="*/ 594557 h 640885"/>
                    <a:gd name="connsiteX587" fmla="*/ 336376 w 591813"/>
                    <a:gd name="connsiteY587" fmla="*/ 593950 h 640885"/>
                    <a:gd name="connsiteX588" fmla="*/ 336782 w 591813"/>
                    <a:gd name="connsiteY588" fmla="*/ 593320 h 640885"/>
                    <a:gd name="connsiteX589" fmla="*/ 337164 w 591813"/>
                    <a:gd name="connsiteY589" fmla="*/ 592690 h 640885"/>
                    <a:gd name="connsiteX590" fmla="*/ 337568 w 591813"/>
                    <a:gd name="connsiteY590" fmla="*/ 592061 h 640885"/>
                    <a:gd name="connsiteX591" fmla="*/ 337950 w 591813"/>
                    <a:gd name="connsiteY591" fmla="*/ 591454 h 640885"/>
                    <a:gd name="connsiteX592" fmla="*/ 338356 w 591813"/>
                    <a:gd name="connsiteY592" fmla="*/ 590824 h 640885"/>
                    <a:gd name="connsiteX593" fmla="*/ 338738 w 591813"/>
                    <a:gd name="connsiteY593" fmla="*/ 590194 h 640885"/>
                    <a:gd name="connsiteX594" fmla="*/ 339142 w 591813"/>
                    <a:gd name="connsiteY594" fmla="*/ 589564 h 640885"/>
                    <a:gd name="connsiteX595" fmla="*/ 339548 w 591813"/>
                    <a:gd name="connsiteY595" fmla="*/ 588935 h 640885"/>
                    <a:gd name="connsiteX596" fmla="*/ 339930 w 591813"/>
                    <a:gd name="connsiteY596" fmla="*/ 588305 h 640885"/>
                    <a:gd name="connsiteX597" fmla="*/ 340335 w 591813"/>
                    <a:gd name="connsiteY597" fmla="*/ 587675 h 640885"/>
                    <a:gd name="connsiteX598" fmla="*/ 340717 w 591813"/>
                    <a:gd name="connsiteY598" fmla="*/ 587046 h 640885"/>
                    <a:gd name="connsiteX599" fmla="*/ 341122 w 591813"/>
                    <a:gd name="connsiteY599" fmla="*/ 586416 h 640885"/>
                    <a:gd name="connsiteX600" fmla="*/ 341504 w 591813"/>
                    <a:gd name="connsiteY600" fmla="*/ 585786 h 640885"/>
                    <a:gd name="connsiteX601" fmla="*/ 341909 w 591813"/>
                    <a:gd name="connsiteY601" fmla="*/ 585134 h 640885"/>
                    <a:gd name="connsiteX602" fmla="*/ 342291 w 591813"/>
                    <a:gd name="connsiteY602" fmla="*/ 584504 h 640885"/>
                    <a:gd name="connsiteX603" fmla="*/ 342696 w 591813"/>
                    <a:gd name="connsiteY603" fmla="*/ 583852 h 640885"/>
                    <a:gd name="connsiteX604" fmla="*/ 343101 w 591813"/>
                    <a:gd name="connsiteY604" fmla="*/ 583200 h 640885"/>
                    <a:gd name="connsiteX605" fmla="*/ 343483 w 591813"/>
                    <a:gd name="connsiteY605" fmla="*/ 582548 h 640885"/>
                    <a:gd name="connsiteX606" fmla="*/ 343888 w 591813"/>
                    <a:gd name="connsiteY606" fmla="*/ 581895 h 640885"/>
                    <a:gd name="connsiteX607" fmla="*/ 344270 w 591813"/>
                    <a:gd name="connsiteY607" fmla="*/ 581243 h 640885"/>
                    <a:gd name="connsiteX608" fmla="*/ 344675 w 591813"/>
                    <a:gd name="connsiteY608" fmla="*/ 580591 h 640885"/>
                    <a:gd name="connsiteX609" fmla="*/ 345058 w 591813"/>
                    <a:gd name="connsiteY609" fmla="*/ 579916 h 640885"/>
                    <a:gd name="connsiteX610" fmla="*/ 345462 w 591813"/>
                    <a:gd name="connsiteY610" fmla="*/ 579264 h 640885"/>
                    <a:gd name="connsiteX611" fmla="*/ 345844 w 591813"/>
                    <a:gd name="connsiteY611" fmla="*/ 578589 h 640885"/>
                    <a:gd name="connsiteX612" fmla="*/ 346250 w 591813"/>
                    <a:gd name="connsiteY612" fmla="*/ 577937 h 640885"/>
                    <a:gd name="connsiteX613" fmla="*/ 346654 w 591813"/>
                    <a:gd name="connsiteY613" fmla="*/ 577285 h 640885"/>
                    <a:gd name="connsiteX614" fmla="*/ 347036 w 591813"/>
                    <a:gd name="connsiteY614" fmla="*/ 576610 h 640885"/>
                    <a:gd name="connsiteX615" fmla="*/ 347442 w 591813"/>
                    <a:gd name="connsiteY615" fmla="*/ 575958 h 640885"/>
                    <a:gd name="connsiteX616" fmla="*/ 347824 w 591813"/>
                    <a:gd name="connsiteY616" fmla="*/ 575284 h 640885"/>
                    <a:gd name="connsiteX617" fmla="*/ 348228 w 591813"/>
                    <a:gd name="connsiteY617" fmla="*/ 574609 h 640885"/>
                    <a:gd name="connsiteX618" fmla="*/ 348611 w 591813"/>
                    <a:gd name="connsiteY618" fmla="*/ 573934 h 640885"/>
                    <a:gd name="connsiteX619" fmla="*/ 349016 w 591813"/>
                    <a:gd name="connsiteY619" fmla="*/ 573282 h 640885"/>
                    <a:gd name="connsiteX620" fmla="*/ 349398 w 591813"/>
                    <a:gd name="connsiteY620" fmla="*/ 572607 h 640885"/>
                    <a:gd name="connsiteX621" fmla="*/ 349803 w 591813"/>
                    <a:gd name="connsiteY621" fmla="*/ 571933 h 640885"/>
                    <a:gd name="connsiteX622" fmla="*/ 350208 w 591813"/>
                    <a:gd name="connsiteY622" fmla="*/ 571258 h 640885"/>
                    <a:gd name="connsiteX623" fmla="*/ 350590 w 591813"/>
                    <a:gd name="connsiteY623" fmla="*/ 570583 h 640885"/>
                    <a:gd name="connsiteX624" fmla="*/ 350995 w 591813"/>
                    <a:gd name="connsiteY624" fmla="*/ 569908 h 640885"/>
                    <a:gd name="connsiteX625" fmla="*/ 351377 w 591813"/>
                    <a:gd name="connsiteY625" fmla="*/ 569234 h 640885"/>
                    <a:gd name="connsiteX626" fmla="*/ 351782 w 591813"/>
                    <a:gd name="connsiteY626" fmla="*/ 568559 h 640885"/>
                    <a:gd name="connsiteX627" fmla="*/ 352164 w 591813"/>
                    <a:gd name="connsiteY627" fmla="*/ 567884 h 640885"/>
                    <a:gd name="connsiteX628" fmla="*/ 352569 w 591813"/>
                    <a:gd name="connsiteY628" fmla="*/ 567232 h 640885"/>
                    <a:gd name="connsiteX629" fmla="*/ 352951 w 591813"/>
                    <a:gd name="connsiteY629" fmla="*/ 566558 h 640885"/>
                    <a:gd name="connsiteX630" fmla="*/ 353356 w 591813"/>
                    <a:gd name="connsiteY630" fmla="*/ 565883 h 640885"/>
                    <a:gd name="connsiteX631" fmla="*/ 353761 w 591813"/>
                    <a:gd name="connsiteY631" fmla="*/ 565208 h 640885"/>
                    <a:gd name="connsiteX632" fmla="*/ 354143 w 591813"/>
                    <a:gd name="connsiteY632" fmla="*/ 564556 h 640885"/>
                    <a:gd name="connsiteX633" fmla="*/ 354548 w 591813"/>
                    <a:gd name="connsiteY633" fmla="*/ 563881 h 640885"/>
                    <a:gd name="connsiteX634" fmla="*/ 354930 w 591813"/>
                    <a:gd name="connsiteY634" fmla="*/ 563207 h 640885"/>
                    <a:gd name="connsiteX635" fmla="*/ 355335 w 591813"/>
                    <a:gd name="connsiteY635" fmla="*/ 562554 h 640885"/>
                    <a:gd name="connsiteX636" fmla="*/ 355718 w 591813"/>
                    <a:gd name="connsiteY636" fmla="*/ 561880 h 640885"/>
                    <a:gd name="connsiteX637" fmla="*/ 356122 w 591813"/>
                    <a:gd name="connsiteY637" fmla="*/ 561205 h 640885"/>
                    <a:gd name="connsiteX638" fmla="*/ 356527 w 591813"/>
                    <a:gd name="connsiteY638" fmla="*/ 560530 h 640885"/>
                    <a:gd name="connsiteX639" fmla="*/ 356910 w 591813"/>
                    <a:gd name="connsiteY639" fmla="*/ 559856 h 640885"/>
                    <a:gd name="connsiteX640" fmla="*/ 357314 w 591813"/>
                    <a:gd name="connsiteY640" fmla="*/ 559203 h 640885"/>
                    <a:gd name="connsiteX641" fmla="*/ 357696 w 591813"/>
                    <a:gd name="connsiteY641" fmla="*/ 558529 h 640885"/>
                    <a:gd name="connsiteX642" fmla="*/ 358102 w 591813"/>
                    <a:gd name="connsiteY642" fmla="*/ 557854 h 640885"/>
                    <a:gd name="connsiteX643" fmla="*/ 358484 w 591813"/>
                    <a:gd name="connsiteY643" fmla="*/ 557179 h 640885"/>
                    <a:gd name="connsiteX644" fmla="*/ 358888 w 591813"/>
                    <a:gd name="connsiteY644" fmla="*/ 556505 h 640885"/>
                    <a:gd name="connsiteX645" fmla="*/ 359271 w 591813"/>
                    <a:gd name="connsiteY645" fmla="*/ 555830 h 640885"/>
                    <a:gd name="connsiteX646" fmla="*/ 359676 w 591813"/>
                    <a:gd name="connsiteY646" fmla="*/ 555155 h 640885"/>
                    <a:gd name="connsiteX647" fmla="*/ 360080 w 591813"/>
                    <a:gd name="connsiteY647" fmla="*/ 554481 h 640885"/>
                    <a:gd name="connsiteX648" fmla="*/ 360463 w 591813"/>
                    <a:gd name="connsiteY648" fmla="*/ 553806 h 640885"/>
                    <a:gd name="connsiteX649" fmla="*/ 360868 w 591813"/>
                    <a:gd name="connsiteY649" fmla="*/ 553131 h 640885"/>
                    <a:gd name="connsiteX650" fmla="*/ 361250 w 591813"/>
                    <a:gd name="connsiteY650" fmla="*/ 552457 h 640885"/>
                    <a:gd name="connsiteX651" fmla="*/ 361655 w 591813"/>
                    <a:gd name="connsiteY651" fmla="*/ 551782 h 640885"/>
                    <a:gd name="connsiteX652" fmla="*/ 362037 w 591813"/>
                    <a:gd name="connsiteY652" fmla="*/ 551107 h 640885"/>
                    <a:gd name="connsiteX653" fmla="*/ 362442 w 591813"/>
                    <a:gd name="connsiteY653" fmla="*/ 550432 h 640885"/>
                    <a:gd name="connsiteX654" fmla="*/ 362824 w 591813"/>
                    <a:gd name="connsiteY654" fmla="*/ 549735 h 640885"/>
                    <a:gd name="connsiteX655" fmla="*/ 363229 w 591813"/>
                    <a:gd name="connsiteY655" fmla="*/ 549061 h 640885"/>
                    <a:gd name="connsiteX656" fmla="*/ 363634 w 591813"/>
                    <a:gd name="connsiteY656" fmla="*/ 548363 h 640885"/>
                    <a:gd name="connsiteX657" fmla="*/ 364016 w 591813"/>
                    <a:gd name="connsiteY657" fmla="*/ 547689 h 640885"/>
                    <a:gd name="connsiteX658" fmla="*/ 364421 w 591813"/>
                    <a:gd name="connsiteY658" fmla="*/ 546992 h 640885"/>
                    <a:gd name="connsiteX659" fmla="*/ 364803 w 591813"/>
                    <a:gd name="connsiteY659" fmla="*/ 546294 h 640885"/>
                    <a:gd name="connsiteX660" fmla="*/ 365208 w 591813"/>
                    <a:gd name="connsiteY660" fmla="*/ 545597 h 640885"/>
                    <a:gd name="connsiteX661" fmla="*/ 365590 w 591813"/>
                    <a:gd name="connsiteY661" fmla="*/ 544923 h 640885"/>
                    <a:gd name="connsiteX662" fmla="*/ 365995 w 591813"/>
                    <a:gd name="connsiteY662" fmla="*/ 544225 h 640885"/>
                    <a:gd name="connsiteX663" fmla="*/ 366378 w 591813"/>
                    <a:gd name="connsiteY663" fmla="*/ 543528 h 640885"/>
                    <a:gd name="connsiteX664" fmla="*/ 366782 w 591813"/>
                    <a:gd name="connsiteY664" fmla="*/ 542831 h 640885"/>
                    <a:gd name="connsiteX665" fmla="*/ 367187 w 591813"/>
                    <a:gd name="connsiteY665" fmla="*/ 542111 h 640885"/>
                    <a:gd name="connsiteX666" fmla="*/ 367570 w 591813"/>
                    <a:gd name="connsiteY666" fmla="*/ 541414 h 640885"/>
                    <a:gd name="connsiteX667" fmla="*/ 367974 w 591813"/>
                    <a:gd name="connsiteY667" fmla="*/ 540717 h 640885"/>
                    <a:gd name="connsiteX668" fmla="*/ 368356 w 591813"/>
                    <a:gd name="connsiteY668" fmla="*/ 540020 h 640885"/>
                    <a:gd name="connsiteX669" fmla="*/ 368762 w 591813"/>
                    <a:gd name="connsiteY669" fmla="*/ 539323 h 640885"/>
                    <a:gd name="connsiteX670" fmla="*/ 369144 w 591813"/>
                    <a:gd name="connsiteY670" fmla="*/ 538625 h 640885"/>
                    <a:gd name="connsiteX671" fmla="*/ 369548 w 591813"/>
                    <a:gd name="connsiteY671" fmla="*/ 537906 h 640885"/>
                    <a:gd name="connsiteX672" fmla="*/ 369954 w 591813"/>
                    <a:gd name="connsiteY672" fmla="*/ 537209 h 640885"/>
                    <a:gd name="connsiteX673" fmla="*/ 370336 w 591813"/>
                    <a:gd name="connsiteY673" fmla="*/ 536511 h 640885"/>
                    <a:gd name="connsiteX674" fmla="*/ 370740 w 591813"/>
                    <a:gd name="connsiteY674" fmla="*/ 535814 h 640885"/>
                    <a:gd name="connsiteX675" fmla="*/ 371123 w 591813"/>
                    <a:gd name="connsiteY675" fmla="*/ 535117 h 640885"/>
                    <a:gd name="connsiteX676" fmla="*/ 371528 w 591813"/>
                    <a:gd name="connsiteY676" fmla="*/ 534397 h 640885"/>
                    <a:gd name="connsiteX677" fmla="*/ 371910 w 591813"/>
                    <a:gd name="connsiteY677" fmla="*/ 533700 h 640885"/>
                    <a:gd name="connsiteX678" fmla="*/ 372315 w 591813"/>
                    <a:gd name="connsiteY678" fmla="*/ 533003 h 640885"/>
                    <a:gd name="connsiteX679" fmla="*/ 372697 w 591813"/>
                    <a:gd name="connsiteY679" fmla="*/ 532283 h 640885"/>
                    <a:gd name="connsiteX680" fmla="*/ 373102 w 591813"/>
                    <a:gd name="connsiteY680" fmla="*/ 531586 h 640885"/>
                    <a:gd name="connsiteX681" fmla="*/ 373507 w 591813"/>
                    <a:gd name="connsiteY681" fmla="*/ 530867 h 640885"/>
                    <a:gd name="connsiteX682" fmla="*/ 373889 w 591813"/>
                    <a:gd name="connsiteY682" fmla="*/ 530147 h 640885"/>
                    <a:gd name="connsiteX683" fmla="*/ 374294 w 591813"/>
                    <a:gd name="connsiteY683" fmla="*/ 529450 h 640885"/>
                    <a:gd name="connsiteX684" fmla="*/ 374676 w 591813"/>
                    <a:gd name="connsiteY684" fmla="*/ 528730 h 640885"/>
                    <a:gd name="connsiteX685" fmla="*/ 375081 w 591813"/>
                    <a:gd name="connsiteY685" fmla="*/ 528010 h 640885"/>
                    <a:gd name="connsiteX686" fmla="*/ 375463 w 591813"/>
                    <a:gd name="connsiteY686" fmla="*/ 527313 h 640885"/>
                    <a:gd name="connsiteX687" fmla="*/ 375868 w 591813"/>
                    <a:gd name="connsiteY687" fmla="*/ 526594 h 640885"/>
                    <a:gd name="connsiteX688" fmla="*/ 376250 w 591813"/>
                    <a:gd name="connsiteY688" fmla="*/ 525896 h 640885"/>
                    <a:gd name="connsiteX689" fmla="*/ 376656 w 591813"/>
                    <a:gd name="connsiteY689" fmla="*/ 525199 h 640885"/>
                    <a:gd name="connsiteX690" fmla="*/ 377060 w 591813"/>
                    <a:gd name="connsiteY690" fmla="*/ 524479 h 640885"/>
                    <a:gd name="connsiteX691" fmla="*/ 377442 w 591813"/>
                    <a:gd name="connsiteY691" fmla="*/ 523782 h 640885"/>
                    <a:gd name="connsiteX692" fmla="*/ 377847 w 591813"/>
                    <a:gd name="connsiteY692" fmla="*/ 523085 h 640885"/>
                    <a:gd name="connsiteX693" fmla="*/ 378230 w 591813"/>
                    <a:gd name="connsiteY693" fmla="*/ 522388 h 640885"/>
                    <a:gd name="connsiteX694" fmla="*/ 378634 w 591813"/>
                    <a:gd name="connsiteY694" fmla="*/ 521691 h 640885"/>
                    <a:gd name="connsiteX695" fmla="*/ 379016 w 591813"/>
                    <a:gd name="connsiteY695" fmla="*/ 521016 h 640885"/>
                    <a:gd name="connsiteX696" fmla="*/ 379422 w 591813"/>
                    <a:gd name="connsiteY696" fmla="*/ 520319 h 640885"/>
                    <a:gd name="connsiteX697" fmla="*/ 379804 w 591813"/>
                    <a:gd name="connsiteY697" fmla="*/ 519622 h 640885"/>
                    <a:gd name="connsiteX698" fmla="*/ 380208 w 591813"/>
                    <a:gd name="connsiteY698" fmla="*/ 518947 h 640885"/>
                    <a:gd name="connsiteX699" fmla="*/ 380614 w 591813"/>
                    <a:gd name="connsiteY699" fmla="*/ 518272 h 640885"/>
                    <a:gd name="connsiteX700" fmla="*/ 380996 w 591813"/>
                    <a:gd name="connsiteY700" fmla="*/ 517575 h 640885"/>
                    <a:gd name="connsiteX701" fmla="*/ 381401 w 591813"/>
                    <a:gd name="connsiteY701" fmla="*/ 516900 h 640885"/>
                    <a:gd name="connsiteX702" fmla="*/ 381783 w 591813"/>
                    <a:gd name="connsiteY702" fmla="*/ 516226 h 640885"/>
                    <a:gd name="connsiteX703" fmla="*/ 382188 w 591813"/>
                    <a:gd name="connsiteY703" fmla="*/ 515551 h 640885"/>
                    <a:gd name="connsiteX704" fmla="*/ 382570 w 591813"/>
                    <a:gd name="connsiteY704" fmla="*/ 514854 h 640885"/>
                    <a:gd name="connsiteX705" fmla="*/ 382975 w 591813"/>
                    <a:gd name="connsiteY705" fmla="*/ 514179 h 640885"/>
                    <a:gd name="connsiteX706" fmla="*/ 383357 w 591813"/>
                    <a:gd name="connsiteY706" fmla="*/ 513505 h 640885"/>
                    <a:gd name="connsiteX707" fmla="*/ 383762 w 591813"/>
                    <a:gd name="connsiteY707" fmla="*/ 512830 h 640885"/>
                    <a:gd name="connsiteX708" fmla="*/ 384167 w 591813"/>
                    <a:gd name="connsiteY708" fmla="*/ 512178 h 640885"/>
                    <a:gd name="connsiteX709" fmla="*/ 384549 w 591813"/>
                    <a:gd name="connsiteY709" fmla="*/ 511503 h 640885"/>
                    <a:gd name="connsiteX710" fmla="*/ 384954 w 591813"/>
                    <a:gd name="connsiteY710" fmla="*/ 510828 h 640885"/>
                    <a:gd name="connsiteX711" fmla="*/ 385336 w 591813"/>
                    <a:gd name="connsiteY711" fmla="*/ 510154 h 640885"/>
                    <a:gd name="connsiteX712" fmla="*/ 385741 w 591813"/>
                    <a:gd name="connsiteY712" fmla="*/ 509501 h 640885"/>
                    <a:gd name="connsiteX713" fmla="*/ 386124 w 591813"/>
                    <a:gd name="connsiteY713" fmla="*/ 508827 h 640885"/>
                    <a:gd name="connsiteX714" fmla="*/ 386528 w 591813"/>
                    <a:gd name="connsiteY714" fmla="*/ 508152 h 640885"/>
                    <a:gd name="connsiteX715" fmla="*/ 386933 w 591813"/>
                    <a:gd name="connsiteY715" fmla="*/ 507500 h 640885"/>
                    <a:gd name="connsiteX716" fmla="*/ 387316 w 591813"/>
                    <a:gd name="connsiteY716" fmla="*/ 506825 h 640885"/>
                    <a:gd name="connsiteX717" fmla="*/ 387720 w 591813"/>
                    <a:gd name="connsiteY717" fmla="*/ 506150 h 640885"/>
                    <a:gd name="connsiteX718" fmla="*/ 388102 w 591813"/>
                    <a:gd name="connsiteY718" fmla="*/ 505498 h 640885"/>
                    <a:gd name="connsiteX719" fmla="*/ 388508 w 591813"/>
                    <a:gd name="connsiteY719" fmla="*/ 504824 h 640885"/>
                    <a:gd name="connsiteX720" fmla="*/ 388890 w 591813"/>
                    <a:gd name="connsiteY720" fmla="*/ 504149 h 640885"/>
                    <a:gd name="connsiteX721" fmla="*/ 389294 w 591813"/>
                    <a:gd name="connsiteY721" fmla="*/ 503497 h 640885"/>
                    <a:gd name="connsiteX722" fmla="*/ 389677 w 591813"/>
                    <a:gd name="connsiteY722" fmla="*/ 502822 h 640885"/>
                    <a:gd name="connsiteX723" fmla="*/ 390082 w 591813"/>
                    <a:gd name="connsiteY723" fmla="*/ 502170 h 640885"/>
                    <a:gd name="connsiteX724" fmla="*/ 390486 w 591813"/>
                    <a:gd name="connsiteY724" fmla="*/ 501518 h 640885"/>
                    <a:gd name="connsiteX725" fmla="*/ 390869 w 591813"/>
                    <a:gd name="connsiteY725" fmla="*/ 500843 h 640885"/>
                    <a:gd name="connsiteX726" fmla="*/ 391274 w 591813"/>
                    <a:gd name="connsiteY726" fmla="*/ 500191 h 640885"/>
                    <a:gd name="connsiteX727" fmla="*/ 391656 w 591813"/>
                    <a:gd name="connsiteY727" fmla="*/ 499539 h 640885"/>
                    <a:gd name="connsiteX728" fmla="*/ 392061 w 591813"/>
                    <a:gd name="connsiteY728" fmla="*/ 498864 h 640885"/>
                    <a:gd name="connsiteX729" fmla="*/ 392443 w 591813"/>
                    <a:gd name="connsiteY729" fmla="*/ 498212 h 640885"/>
                    <a:gd name="connsiteX730" fmla="*/ 392848 w 591813"/>
                    <a:gd name="connsiteY730" fmla="*/ 497560 h 640885"/>
                    <a:gd name="connsiteX731" fmla="*/ 393230 w 591813"/>
                    <a:gd name="connsiteY731" fmla="*/ 496907 h 640885"/>
                    <a:gd name="connsiteX732" fmla="*/ 393635 w 591813"/>
                    <a:gd name="connsiteY732" fmla="*/ 496255 h 640885"/>
                    <a:gd name="connsiteX733" fmla="*/ 394040 w 591813"/>
                    <a:gd name="connsiteY733" fmla="*/ 495603 h 640885"/>
                    <a:gd name="connsiteX734" fmla="*/ 394422 w 591813"/>
                    <a:gd name="connsiteY734" fmla="*/ 494951 h 640885"/>
                    <a:gd name="connsiteX735" fmla="*/ 394827 w 591813"/>
                    <a:gd name="connsiteY735" fmla="*/ 494276 h 640885"/>
                    <a:gd name="connsiteX736" fmla="*/ 395209 w 591813"/>
                    <a:gd name="connsiteY736" fmla="*/ 493624 h 640885"/>
                    <a:gd name="connsiteX737" fmla="*/ 395614 w 591813"/>
                    <a:gd name="connsiteY737" fmla="*/ 492972 h 640885"/>
                    <a:gd name="connsiteX738" fmla="*/ 395996 w 591813"/>
                    <a:gd name="connsiteY738" fmla="*/ 492319 h 640885"/>
                    <a:gd name="connsiteX739" fmla="*/ 396401 w 591813"/>
                    <a:gd name="connsiteY739" fmla="*/ 491667 h 640885"/>
                    <a:gd name="connsiteX740" fmla="*/ 396784 w 591813"/>
                    <a:gd name="connsiteY740" fmla="*/ 491015 h 640885"/>
                    <a:gd name="connsiteX741" fmla="*/ 397188 w 591813"/>
                    <a:gd name="connsiteY741" fmla="*/ 490363 h 640885"/>
                    <a:gd name="connsiteX742" fmla="*/ 397593 w 591813"/>
                    <a:gd name="connsiteY742" fmla="*/ 489711 h 640885"/>
                    <a:gd name="connsiteX743" fmla="*/ 397976 w 591813"/>
                    <a:gd name="connsiteY743" fmla="*/ 489058 h 640885"/>
                    <a:gd name="connsiteX744" fmla="*/ 398380 w 591813"/>
                    <a:gd name="connsiteY744" fmla="*/ 488406 h 640885"/>
                    <a:gd name="connsiteX745" fmla="*/ 398762 w 591813"/>
                    <a:gd name="connsiteY745" fmla="*/ 487754 h 640885"/>
                    <a:gd name="connsiteX746" fmla="*/ 399168 w 591813"/>
                    <a:gd name="connsiteY746" fmla="*/ 487102 h 640885"/>
                    <a:gd name="connsiteX747" fmla="*/ 399550 w 591813"/>
                    <a:gd name="connsiteY747" fmla="*/ 486450 h 640885"/>
                    <a:gd name="connsiteX748" fmla="*/ 399954 w 591813"/>
                    <a:gd name="connsiteY748" fmla="*/ 485797 h 640885"/>
                    <a:gd name="connsiteX749" fmla="*/ 400359 w 591813"/>
                    <a:gd name="connsiteY749" fmla="*/ 485145 h 640885"/>
                    <a:gd name="connsiteX750" fmla="*/ 400742 w 591813"/>
                    <a:gd name="connsiteY750" fmla="*/ 484493 h 640885"/>
                    <a:gd name="connsiteX751" fmla="*/ 401146 w 591813"/>
                    <a:gd name="connsiteY751" fmla="*/ 483841 h 640885"/>
                    <a:gd name="connsiteX752" fmla="*/ 401529 w 591813"/>
                    <a:gd name="connsiteY752" fmla="*/ 483211 h 640885"/>
                    <a:gd name="connsiteX753" fmla="*/ 401934 w 591813"/>
                    <a:gd name="connsiteY753" fmla="*/ 482559 h 640885"/>
                    <a:gd name="connsiteX754" fmla="*/ 402316 w 591813"/>
                    <a:gd name="connsiteY754" fmla="*/ 481929 h 640885"/>
                    <a:gd name="connsiteX755" fmla="*/ 402721 w 591813"/>
                    <a:gd name="connsiteY755" fmla="*/ 481277 h 640885"/>
                    <a:gd name="connsiteX756" fmla="*/ 403103 w 591813"/>
                    <a:gd name="connsiteY756" fmla="*/ 480647 h 640885"/>
                    <a:gd name="connsiteX757" fmla="*/ 403485 w 591813"/>
                    <a:gd name="connsiteY757" fmla="*/ 479995 h 640885"/>
                    <a:gd name="connsiteX758" fmla="*/ 403913 w 591813"/>
                    <a:gd name="connsiteY758" fmla="*/ 479365 h 640885"/>
                    <a:gd name="connsiteX759" fmla="*/ 404295 w 591813"/>
                    <a:gd name="connsiteY759" fmla="*/ 478736 h 640885"/>
                    <a:gd name="connsiteX760" fmla="*/ 404677 w 591813"/>
                    <a:gd name="connsiteY760" fmla="*/ 478106 h 640885"/>
                    <a:gd name="connsiteX761" fmla="*/ 405060 w 591813"/>
                    <a:gd name="connsiteY761" fmla="*/ 477476 h 640885"/>
                    <a:gd name="connsiteX762" fmla="*/ 405464 w 591813"/>
                    <a:gd name="connsiteY762" fmla="*/ 476847 h 640885"/>
                    <a:gd name="connsiteX763" fmla="*/ 405847 w 591813"/>
                    <a:gd name="connsiteY763" fmla="*/ 476217 h 640885"/>
                    <a:gd name="connsiteX764" fmla="*/ 406252 w 591813"/>
                    <a:gd name="connsiteY764" fmla="*/ 475587 h 640885"/>
                    <a:gd name="connsiteX765" fmla="*/ 406634 w 591813"/>
                    <a:gd name="connsiteY765" fmla="*/ 474957 h 640885"/>
                    <a:gd name="connsiteX766" fmla="*/ 407039 w 591813"/>
                    <a:gd name="connsiteY766" fmla="*/ 474328 h 640885"/>
                    <a:gd name="connsiteX767" fmla="*/ 407444 w 591813"/>
                    <a:gd name="connsiteY767" fmla="*/ 473698 h 640885"/>
                    <a:gd name="connsiteX768" fmla="*/ 407826 w 591813"/>
                    <a:gd name="connsiteY768" fmla="*/ 473068 h 640885"/>
                    <a:gd name="connsiteX769" fmla="*/ 408230 w 591813"/>
                    <a:gd name="connsiteY769" fmla="*/ 472439 h 640885"/>
                    <a:gd name="connsiteX770" fmla="*/ 408613 w 591813"/>
                    <a:gd name="connsiteY770" fmla="*/ 471831 h 640885"/>
                    <a:gd name="connsiteX771" fmla="*/ 409018 w 591813"/>
                    <a:gd name="connsiteY771" fmla="*/ 471202 h 640885"/>
                    <a:gd name="connsiteX772" fmla="*/ 409400 w 591813"/>
                    <a:gd name="connsiteY772" fmla="*/ 470572 h 640885"/>
                    <a:gd name="connsiteX773" fmla="*/ 409805 w 591813"/>
                    <a:gd name="connsiteY773" fmla="*/ 469942 h 640885"/>
                    <a:gd name="connsiteX774" fmla="*/ 410187 w 591813"/>
                    <a:gd name="connsiteY774" fmla="*/ 469335 h 640885"/>
                    <a:gd name="connsiteX775" fmla="*/ 410592 w 591813"/>
                    <a:gd name="connsiteY775" fmla="*/ 468705 h 640885"/>
                    <a:gd name="connsiteX776" fmla="*/ 410997 w 591813"/>
                    <a:gd name="connsiteY776" fmla="*/ 468076 h 640885"/>
                    <a:gd name="connsiteX777" fmla="*/ 411379 w 591813"/>
                    <a:gd name="connsiteY777" fmla="*/ 467446 h 640885"/>
                    <a:gd name="connsiteX778" fmla="*/ 411784 w 591813"/>
                    <a:gd name="connsiteY778" fmla="*/ 466839 h 640885"/>
                    <a:gd name="connsiteX779" fmla="*/ 412166 w 591813"/>
                    <a:gd name="connsiteY779" fmla="*/ 466209 h 640885"/>
                    <a:gd name="connsiteX780" fmla="*/ 412571 w 591813"/>
                    <a:gd name="connsiteY780" fmla="*/ 465579 h 640885"/>
                    <a:gd name="connsiteX781" fmla="*/ 412953 w 591813"/>
                    <a:gd name="connsiteY781" fmla="*/ 464950 h 640885"/>
                    <a:gd name="connsiteX782" fmla="*/ 413358 w 591813"/>
                    <a:gd name="connsiteY782" fmla="*/ 464320 h 640885"/>
                    <a:gd name="connsiteX783" fmla="*/ 413741 w 591813"/>
                    <a:gd name="connsiteY783" fmla="*/ 463690 h 640885"/>
                    <a:gd name="connsiteX784" fmla="*/ 414145 w 591813"/>
                    <a:gd name="connsiteY784" fmla="*/ 463083 h 640885"/>
                    <a:gd name="connsiteX785" fmla="*/ 414550 w 591813"/>
                    <a:gd name="connsiteY785" fmla="*/ 462453 h 640885"/>
                    <a:gd name="connsiteX786" fmla="*/ 414933 w 591813"/>
                    <a:gd name="connsiteY786" fmla="*/ 461824 h 640885"/>
                    <a:gd name="connsiteX787" fmla="*/ 415337 w 591813"/>
                    <a:gd name="connsiteY787" fmla="*/ 461194 h 640885"/>
                    <a:gd name="connsiteX788" fmla="*/ 415720 w 591813"/>
                    <a:gd name="connsiteY788" fmla="*/ 460542 h 640885"/>
                    <a:gd name="connsiteX789" fmla="*/ 416124 w 591813"/>
                    <a:gd name="connsiteY789" fmla="*/ 459912 h 640885"/>
                    <a:gd name="connsiteX790" fmla="*/ 416507 w 591813"/>
                    <a:gd name="connsiteY790" fmla="*/ 459282 h 640885"/>
                    <a:gd name="connsiteX791" fmla="*/ 416912 w 591813"/>
                    <a:gd name="connsiteY791" fmla="*/ 458652 h 640885"/>
                    <a:gd name="connsiteX792" fmla="*/ 417316 w 591813"/>
                    <a:gd name="connsiteY792" fmla="*/ 458000 h 640885"/>
                    <a:gd name="connsiteX793" fmla="*/ 417699 w 591813"/>
                    <a:gd name="connsiteY793" fmla="*/ 457393 h 640885"/>
                    <a:gd name="connsiteX794" fmla="*/ 418104 w 591813"/>
                    <a:gd name="connsiteY794" fmla="*/ 456741 h 640885"/>
                    <a:gd name="connsiteX795" fmla="*/ 418486 w 591813"/>
                    <a:gd name="connsiteY795" fmla="*/ 456111 h 640885"/>
                    <a:gd name="connsiteX796" fmla="*/ 418890 w 591813"/>
                    <a:gd name="connsiteY796" fmla="*/ 455459 h 640885"/>
                    <a:gd name="connsiteX797" fmla="*/ 419273 w 591813"/>
                    <a:gd name="connsiteY797" fmla="*/ 454807 h 640885"/>
                    <a:gd name="connsiteX798" fmla="*/ 419678 w 591813"/>
                    <a:gd name="connsiteY798" fmla="*/ 454155 h 640885"/>
                    <a:gd name="connsiteX799" fmla="*/ 420060 w 591813"/>
                    <a:gd name="connsiteY799" fmla="*/ 453525 h 640885"/>
                    <a:gd name="connsiteX800" fmla="*/ 420465 w 591813"/>
                    <a:gd name="connsiteY800" fmla="*/ 452873 h 640885"/>
                    <a:gd name="connsiteX801" fmla="*/ 420870 w 591813"/>
                    <a:gd name="connsiteY801" fmla="*/ 452221 h 640885"/>
                    <a:gd name="connsiteX802" fmla="*/ 421252 w 591813"/>
                    <a:gd name="connsiteY802" fmla="*/ 451591 h 640885"/>
                    <a:gd name="connsiteX803" fmla="*/ 421657 w 591813"/>
                    <a:gd name="connsiteY803" fmla="*/ 450939 h 640885"/>
                    <a:gd name="connsiteX804" fmla="*/ 422039 w 591813"/>
                    <a:gd name="connsiteY804" fmla="*/ 450286 h 640885"/>
                    <a:gd name="connsiteX805" fmla="*/ 422444 w 591813"/>
                    <a:gd name="connsiteY805" fmla="*/ 449657 h 640885"/>
                    <a:gd name="connsiteX806" fmla="*/ 422826 w 591813"/>
                    <a:gd name="connsiteY806" fmla="*/ 449004 h 640885"/>
                    <a:gd name="connsiteX807" fmla="*/ 423231 w 591813"/>
                    <a:gd name="connsiteY807" fmla="*/ 448375 h 640885"/>
                    <a:gd name="connsiteX808" fmla="*/ 423613 w 591813"/>
                    <a:gd name="connsiteY808" fmla="*/ 447723 h 640885"/>
                    <a:gd name="connsiteX809" fmla="*/ 424018 w 591813"/>
                    <a:gd name="connsiteY809" fmla="*/ 447093 h 640885"/>
                    <a:gd name="connsiteX810" fmla="*/ 424423 w 591813"/>
                    <a:gd name="connsiteY810" fmla="*/ 446463 h 640885"/>
                    <a:gd name="connsiteX811" fmla="*/ 424806 w 591813"/>
                    <a:gd name="connsiteY811" fmla="*/ 445833 h 640885"/>
                    <a:gd name="connsiteX812" fmla="*/ 425210 w 591813"/>
                    <a:gd name="connsiteY812" fmla="*/ 445181 h 640885"/>
                    <a:gd name="connsiteX813" fmla="*/ 425593 w 591813"/>
                    <a:gd name="connsiteY813" fmla="*/ 444552 h 640885"/>
                    <a:gd name="connsiteX814" fmla="*/ 425998 w 591813"/>
                    <a:gd name="connsiteY814" fmla="*/ 443922 h 640885"/>
                    <a:gd name="connsiteX815" fmla="*/ 426380 w 591813"/>
                    <a:gd name="connsiteY815" fmla="*/ 443292 h 640885"/>
                    <a:gd name="connsiteX816" fmla="*/ 426784 w 591813"/>
                    <a:gd name="connsiteY816" fmla="*/ 442662 h 640885"/>
                    <a:gd name="connsiteX817" fmla="*/ 427167 w 591813"/>
                    <a:gd name="connsiteY817" fmla="*/ 442033 h 640885"/>
                    <a:gd name="connsiteX818" fmla="*/ 427572 w 591813"/>
                    <a:gd name="connsiteY818" fmla="*/ 441403 h 640885"/>
                    <a:gd name="connsiteX819" fmla="*/ 427976 w 591813"/>
                    <a:gd name="connsiteY819" fmla="*/ 440773 h 640885"/>
                    <a:gd name="connsiteX820" fmla="*/ 428359 w 591813"/>
                    <a:gd name="connsiteY820" fmla="*/ 440144 h 640885"/>
                    <a:gd name="connsiteX821" fmla="*/ 428764 w 591813"/>
                    <a:gd name="connsiteY821" fmla="*/ 439536 h 640885"/>
                    <a:gd name="connsiteX822" fmla="*/ 429146 w 591813"/>
                    <a:gd name="connsiteY822" fmla="*/ 438907 h 640885"/>
                    <a:gd name="connsiteX823" fmla="*/ 429551 w 591813"/>
                    <a:gd name="connsiteY823" fmla="*/ 438277 h 640885"/>
                    <a:gd name="connsiteX824" fmla="*/ 429933 w 591813"/>
                    <a:gd name="connsiteY824" fmla="*/ 437647 h 640885"/>
                    <a:gd name="connsiteX825" fmla="*/ 430338 w 591813"/>
                    <a:gd name="connsiteY825" fmla="*/ 437040 h 640885"/>
                    <a:gd name="connsiteX826" fmla="*/ 430720 w 591813"/>
                    <a:gd name="connsiteY826" fmla="*/ 436410 h 640885"/>
                    <a:gd name="connsiteX827" fmla="*/ 431125 w 591813"/>
                    <a:gd name="connsiteY827" fmla="*/ 435803 h 640885"/>
                    <a:gd name="connsiteX828" fmla="*/ 431530 w 591813"/>
                    <a:gd name="connsiteY828" fmla="*/ 435196 h 640885"/>
                    <a:gd name="connsiteX829" fmla="*/ 431912 w 591813"/>
                    <a:gd name="connsiteY829" fmla="*/ 434566 h 640885"/>
                    <a:gd name="connsiteX830" fmla="*/ 432317 w 591813"/>
                    <a:gd name="connsiteY830" fmla="*/ 433959 h 640885"/>
                    <a:gd name="connsiteX831" fmla="*/ 432699 w 591813"/>
                    <a:gd name="connsiteY831" fmla="*/ 433352 h 640885"/>
                    <a:gd name="connsiteX832" fmla="*/ 433104 w 591813"/>
                    <a:gd name="connsiteY832" fmla="*/ 432722 h 640885"/>
                    <a:gd name="connsiteX833" fmla="*/ 433487 w 591813"/>
                    <a:gd name="connsiteY833" fmla="*/ 432115 h 640885"/>
                    <a:gd name="connsiteX834" fmla="*/ 433891 w 591813"/>
                    <a:gd name="connsiteY834" fmla="*/ 431508 h 640885"/>
                    <a:gd name="connsiteX835" fmla="*/ 434296 w 591813"/>
                    <a:gd name="connsiteY835" fmla="*/ 430900 h 640885"/>
                    <a:gd name="connsiteX836" fmla="*/ 434678 w 591813"/>
                    <a:gd name="connsiteY836" fmla="*/ 430293 h 640885"/>
                    <a:gd name="connsiteX837" fmla="*/ 435083 w 591813"/>
                    <a:gd name="connsiteY837" fmla="*/ 429686 h 640885"/>
                    <a:gd name="connsiteX838" fmla="*/ 435466 w 591813"/>
                    <a:gd name="connsiteY838" fmla="*/ 429079 h 640885"/>
                    <a:gd name="connsiteX839" fmla="*/ 435870 w 591813"/>
                    <a:gd name="connsiteY839" fmla="*/ 428472 h 640885"/>
                    <a:gd name="connsiteX840" fmla="*/ 436253 w 591813"/>
                    <a:gd name="connsiteY840" fmla="*/ 427864 h 640885"/>
                    <a:gd name="connsiteX841" fmla="*/ 436658 w 591813"/>
                    <a:gd name="connsiteY841" fmla="*/ 427257 h 640885"/>
                    <a:gd name="connsiteX842" fmla="*/ 437040 w 591813"/>
                    <a:gd name="connsiteY842" fmla="*/ 426650 h 640885"/>
                    <a:gd name="connsiteX843" fmla="*/ 437444 w 591813"/>
                    <a:gd name="connsiteY843" fmla="*/ 426043 h 640885"/>
                    <a:gd name="connsiteX844" fmla="*/ 437850 w 591813"/>
                    <a:gd name="connsiteY844" fmla="*/ 425458 h 640885"/>
                    <a:gd name="connsiteX845" fmla="*/ 438232 w 591813"/>
                    <a:gd name="connsiteY845" fmla="*/ 424851 h 640885"/>
                    <a:gd name="connsiteX846" fmla="*/ 438636 w 591813"/>
                    <a:gd name="connsiteY846" fmla="*/ 424266 h 640885"/>
                    <a:gd name="connsiteX847" fmla="*/ 439019 w 591813"/>
                    <a:gd name="connsiteY847" fmla="*/ 423659 h 640885"/>
                    <a:gd name="connsiteX848" fmla="*/ 439424 w 591813"/>
                    <a:gd name="connsiteY848" fmla="*/ 423074 h 640885"/>
                    <a:gd name="connsiteX849" fmla="*/ 439806 w 591813"/>
                    <a:gd name="connsiteY849" fmla="*/ 422467 h 640885"/>
                    <a:gd name="connsiteX850" fmla="*/ 440211 w 591813"/>
                    <a:gd name="connsiteY850" fmla="*/ 421882 h 640885"/>
                    <a:gd name="connsiteX851" fmla="*/ 440593 w 591813"/>
                    <a:gd name="connsiteY851" fmla="*/ 421297 h 640885"/>
                    <a:gd name="connsiteX852" fmla="*/ 440998 w 591813"/>
                    <a:gd name="connsiteY852" fmla="*/ 420690 h 640885"/>
                    <a:gd name="connsiteX853" fmla="*/ 441403 w 591813"/>
                    <a:gd name="connsiteY853" fmla="*/ 420105 h 640885"/>
                    <a:gd name="connsiteX854" fmla="*/ 441785 w 591813"/>
                    <a:gd name="connsiteY854" fmla="*/ 419521 h 640885"/>
                    <a:gd name="connsiteX855" fmla="*/ 442190 w 591813"/>
                    <a:gd name="connsiteY855" fmla="*/ 418936 h 640885"/>
                    <a:gd name="connsiteX856" fmla="*/ 442572 w 591813"/>
                    <a:gd name="connsiteY856" fmla="*/ 418351 h 640885"/>
                    <a:gd name="connsiteX857" fmla="*/ 442977 w 591813"/>
                    <a:gd name="connsiteY857" fmla="*/ 417766 h 640885"/>
                    <a:gd name="connsiteX858" fmla="*/ 443359 w 591813"/>
                    <a:gd name="connsiteY858" fmla="*/ 417204 h 640885"/>
                    <a:gd name="connsiteX859" fmla="*/ 443764 w 591813"/>
                    <a:gd name="connsiteY859" fmla="*/ 416619 h 640885"/>
                    <a:gd name="connsiteX860" fmla="*/ 444147 w 591813"/>
                    <a:gd name="connsiteY860" fmla="*/ 416057 h 640885"/>
                    <a:gd name="connsiteX861" fmla="*/ 444551 w 591813"/>
                    <a:gd name="connsiteY861" fmla="*/ 415473 h 640885"/>
                    <a:gd name="connsiteX862" fmla="*/ 444956 w 591813"/>
                    <a:gd name="connsiteY862" fmla="*/ 414910 h 640885"/>
                    <a:gd name="connsiteX863" fmla="*/ 445338 w 591813"/>
                    <a:gd name="connsiteY863" fmla="*/ 414348 h 640885"/>
                    <a:gd name="connsiteX864" fmla="*/ 445743 w 591813"/>
                    <a:gd name="connsiteY864" fmla="*/ 413786 h 640885"/>
                    <a:gd name="connsiteX865" fmla="*/ 446126 w 591813"/>
                    <a:gd name="connsiteY865" fmla="*/ 413224 h 640885"/>
                    <a:gd name="connsiteX866" fmla="*/ 446530 w 591813"/>
                    <a:gd name="connsiteY866" fmla="*/ 412684 h 640885"/>
                    <a:gd name="connsiteX867" fmla="*/ 446913 w 591813"/>
                    <a:gd name="connsiteY867" fmla="*/ 412122 h 640885"/>
                    <a:gd name="connsiteX868" fmla="*/ 447318 w 591813"/>
                    <a:gd name="connsiteY868" fmla="*/ 411559 h 640885"/>
                    <a:gd name="connsiteX869" fmla="*/ 447722 w 591813"/>
                    <a:gd name="connsiteY869" fmla="*/ 411020 h 640885"/>
                    <a:gd name="connsiteX870" fmla="*/ 448105 w 591813"/>
                    <a:gd name="connsiteY870" fmla="*/ 410480 h 640885"/>
                    <a:gd name="connsiteX871" fmla="*/ 448510 w 591813"/>
                    <a:gd name="connsiteY871" fmla="*/ 409940 h 640885"/>
                    <a:gd name="connsiteX872" fmla="*/ 448892 w 591813"/>
                    <a:gd name="connsiteY872" fmla="*/ 409400 h 640885"/>
                    <a:gd name="connsiteX873" fmla="*/ 449296 w 591813"/>
                    <a:gd name="connsiteY873" fmla="*/ 408838 h 640885"/>
                    <a:gd name="connsiteX874" fmla="*/ 449679 w 591813"/>
                    <a:gd name="connsiteY874" fmla="*/ 408298 h 640885"/>
                    <a:gd name="connsiteX875" fmla="*/ 450084 w 591813"/>
                    <a:gd name="connsiteY875" fmla="*/ 407759 h 640885"/>
                    <a:gd name="connsiteX876" fmla="*/ 450466 w 591813"/>
                    <a:gd name="connsiteY876" fmla="*/ 407241 h 640885"/>
                    <a:gd name="connsiteX877" fmla="*/ 450871 w 591813"/>
                    <a:gd name="connsiteY877" fmla="*/ 406702 h 640885"/>
                    <a:gd name="connsiteX878" fmla="*/ 451276 w 591813"/>
                    <a:gd name="connsiteY878" fmla="*/ 406162 h 640885"/>
                    <a:gd name="connsiteX879" fmla="*/ 451658 w 591813"/>
                    <a:gd name="connsiteY879" fmla="*/ 405645 h 640885"/>
                    <a:gd name="connsiteX880" fmla="*/ 452063 w 591813"/>
                    <a:gd name="connsiteY880" fmla="*/ 405105 h 640885"/>
                    <a:gd name="connsiteX881" fmla="*/ 452445 w 591813"/>
                    <a:gd name="connsiteY881" fmla="*/ 404588 h 640885"/>
                    <a:gd name="connsiteX882" fmla="*/ 452850 w 591813"/>
                    <a:gd name="connsiteY882" fmla="*/ 404048 h 640885"/>
                    <a:gd name="connsiteX883" fmla="*/ 453232 w 591813"/>
                    <a:gd name="connsiteY883" fmla="*/ 403531 h 640885"/>
                    <a:gd name="connsiteX884" fmla="*/ 453637 w 591813"/>
                    <a:gd name="connsiteY884" fmla="*/ 402991 h 640885"/>
                    <a:gd name="connsiteX885" fmla="*/ 454019 w 591813"/>
                    <a:gd name="connsiteY885" fmla="*/ 402473 h 640885"/>
                    <a:gd name="connsiteX886" fmla="*/ 454424 w 591813"/>
                    <a:gd name="connsiteY886" fmla="*/ 401956 h 640885"/>
                    <a:gd name="connsiteX887" fmla="*/ 454829 w 591813"/>
                    <a:gd name="connsiteY887" fmla="*/ 401417 h 640885"/>
                    <a:gd name="connsiteX888" fmla="*/ 455211 w 591813"/>
                    <a:gd name="connsiteY888" fmla="*/ 400899 h 640885"/>
                    <a:gd name="connsiteX889" fmla="*/ 455616 w 591813"/>
                    <a:gd name="connsiteY889" fmla="*/ 400382 h 640885"/>
                    <a:gd name="connsiteX890" fmla="*/ 455998 w 591813"/>
                    <a:gd name="connsiteY890" fmla="*/ 399865 h 640885"/>
                    <a:gd name="connsiteX891" fmla="*/ 456403 w 591813"/>
                    <a:gd name="connsiteY891" fmla="*/ 399347 h 640885"/>
                    <a:gd name="connsiteX892" fmla="*/ 456786 w 591813"/>
                    <a:gd name="connsiteY892" fmla="*/ 398830 h 640885"/>
                    <a:gd name="connsiteX893" fmla="*/ 457190 w 591813"/>
                    <a:gd name="connsiteY893" fmla="*/ 398313 h 640885"/>
                    <a:gd name="connsiteX894" fmla="*/ 457573 w 591813"/>
                    <a:gd name="connsiteY894" fmla="*/ 397796 h 640885"/>
                    <a:gd name="connsiteX895" fmla="*/ 457978 w 591813"/>
                    <a:gd name="connsiteY895" fmla="*/ 397301 h 640885"/>
                    <a:gd name="connsiteX896" fmla="*/ 458382 w 591813"/>
                    <a:gd name="connsiteY896" fmla="*/ 396784 h 640885"/>
                    <a:gd name="connsiteX897" fmla="*/ 458765 w 591813"/>
                    <a:gd name="connsiteY897" fmla="*/ 396266 h 640885"/>
                    <a:gd name="connsiteX898" fmla="*/ 459170 w 591813"/>
                    <a:gd name="connsiteY898" fmla="*/ 395772 h 640885"/>
                    <a:gd name="connsiteX899" fmla="*/ 459552 w 591813"/>
                    <a:gd name="connsiteY899" fmla="*/ 395277 h 640885"/>
                    <a:gd name="connsiteX900" fmla="*/ 459956 w 591813"/>
                    <a:gd name="connsiteY900" fmla="*/ 394760 h 640885"/>
                    <a:gd name="connsiteX901" fmla="*/ 460339 w 591813"/>
                    <a:gd name="connsiteY901" fmla="*/ 394265 h 640885"/>
                    <a:gd name="connsiteX902" fmla="*/ 460744 w 591813"/>
                    <a:gd name="connsiteY902" fmla="*/ 393770 h 640885"/>
                    <a:gd name="connsiteX903" fmla="*/ 461126 w 591813"/>
                    <a:gd name="connsiteY903" fmla="*/ 393275 h 640885"/>
                    <a:gd name="connsiteX904" fmla="*/ 461531 w 591813"/>
                    <a:gd name="connsiteY904" fmla="*/ 392780 h 640885"/>
                    <a:gd name="connsiteX905" fmla="*/ 461936 w 591813"/>
                    <a:gd name="connsiteY905" fmla="*/ 392286 h 640885"/>
                    <a:gd name="connsiteX906" fmla="*/ 462318 w 591813"/>
                    <a:gd name="connsiteY906" fmla="*/ 391791 h 640885"/>
                    <a:gd name="connsiteX907" fmla="*/ 462723 w 591813"/>
                    <a:gd name="connsiteY907" fmla="*/ 391296 h 640885"/>
                    <a:gd name="connsiteX908" fmla="*/ 463105 w 591813"/>
                    <a:gd name="connsiteY908" fmla="*/ 390801 h 640885"/>
                    <a:gd name="connsiteX909" fmla="*/ 463510 w 591813"/>
                    <a:gd name="connsiteY909" fmla="*/ 390329 h 640885"/>
                    <a:gd name="connsiteX910" fmla="*/ 463892 w 591813"/>
                    <a:gd name="connsiteY910" fmla="*/ 389834 h 640885"/>
                    <a:gd name="connsiteX911" fmla="*/ 464297 w 591813"/>
                    <a:gd name="connsiteY911" fmla="*/ 389362 h 640885"/>
                    <a:gd name="connsiteX912" fmla="*/ 464702 w 591813"/>
                    <a:gd name="connsiteY912" fmla="*/ 388867 h 640885"/>
                    <a:gd name="connsiteX913" fmla="*/ 465084 w 591813"/>
                    <a:gd name="connsiteY913" fmla="*/ 388373 h 640885"/>
                    <a:gd name="connsiteX914" fmla="*/ 465489 w 591813"/>
                    <a:gd name="connsiteY914" fmla="*/ 387900 h 640885"/>
                    <a:gd name="connsiteX915" fmla="*/ 465872 w 591813"/>
                    <a:gd name="connsiteY915" fmla="*/ 387406 h 640885"/>
                    <a:gd name="connsiteX916" fmla="*/ 466276 w 591813"/>
                    <a:gd name="connsiteY916" fmla="*/ 386933 h 640885"/>
                    <a:gd name="connsiteX917" fmla="*/ 466659 w 591813"/>
                    <a:gd name="connsiteY917" fmla="*/ 386438 h 640885"/>
                    <a:gd name="connsiteX918" fmla="*/ 467064 w 591813"/>
                    <a:gd name="connsiteY918" fmla="*/ 385944 h 640885"/>
                    <a:gd name="connsiteX919" fmla="*/ 467446 w 591813"/>
                    <a:gd name="connsiteY919" fmla="*/ 385471 h 640885"/>
                    <a:gd name="connsiteX920" fmla="*/ 467850 w 591813"/>
                    <a:gd name="connsiteY920" fmla="*/ 384977 h 640885"/>
                    <a:gd name="connsiteX921" fmla="*/ 468256 w 591813"/>
                    <a:gd name="connsiteY921" fmla="*/ 384504 h 640885"/>
                    <a:gd name="connsiteX922" fmla="*/ 468638 w 591813"/>
                    <a:gd name="connsiteY922" fmla="*/ 384032 h 640885"/>
                    <a:gd name="connsiteX923" fmla="*/ 469042 w 591813"/>
                    <a:gd name="connsiteY923" fmla="*/ 383537 h 640885"/>
                    <a:gd name="connsiteX924" fmla="*/ 469425 w 591813"/>
                    <a:gd name="connsiteY924" fmla="*/ 383065 h 640885"/>
                    <a:gd name="connsiteX925" fmla="*/ 469830 w 591813"/>
                    <a:gd name="connsiteY925" fmla="*/ 382593 h 640885"/>
                    <a:gd name="connsiteX926" fmla="*/ 470212 w 591813"/>
                    <a:gd name="connsiteY926" fmla="*/ 382098 h 640885"/>
                    <a:gd name="connsiteX927" fmla="*/ 470617 w 591813"/>
                    <a:gd name="connsiteY927" fmla="*/ 381626 h 640885"/>
                    <a:gd name="connsiteX928" fmla="*/ 470999 w 591813"/>
                    <a:gd name="connsiteY928" fmla="*/ 381153 h 640885"/>
                    <a:gd name="connsiteX929" fmla="*/ 471404 w 591813"/>
                    <a:gd name="connsiteY929" fmla="*/ 380681 h 640885"/>
                    <a:gd name="connsiteX930" fmla="*/ 471809 w 591813"/>
                    <a:gd name="connsiteY930" fmla="*/ 380209 h 640885"/>
                    <a:gd name="connsiteX931" fmla="*/ 472191 w 591813"/>
                    <a:gd name="connsiteY931" fmla="*/ 379737 h 640885"/>
                    <a:gd name="connsiteX932" fmla="*/ 472596 w 591813"/>
                    <a:gd name="connsiteY932" fmla="*/ 379264 h 640885"/>
                    <a:gd name="connsiteX933" fmla="*/ 472978 w 591813"/>
                    <a:gd name="connsiteY933" fmla="*/ 378814 h 640885"/>
                    <a:gd name="connsiteX934" fmla="*/ 473383 w 591813"/>
                    <a:gd name="connsiteY934" fmla="*/ 378342 h 640885"/>
                    <a:gd name="connsiteX935" fmla="*/ 473765 w 591813"/>
                    <a:gd name="connsiteY935" fmla="*/ 377892 h 640885"/>
                    <a:gd name="connsiteX936" fmla="*/ 474170 w 591813"/>
                    <a:gd name="connsiteY936" fmla="*/ 377420 h 640885"/>
                    <a:gd name="connsiteX937" fmla="*/ 474552 w 591813"/>
                    <a:gd name="connsiteY937" fmla="*/ 376970 h 640885"/>
                    <a:gd name="connsiteX938" fmla="*/ 474957 w 591813"/>
                    <a:gd name="connsiteY938" fmla="*/ 376521 h 640885"/>
                    <a:gd name="connsiteX939" fmla="*/ 475362 w 591813"/>
                    <a:gd name="connsiteY939" fmla="*/ 376048 h 640885"/>
                    <a:gd name="connsiteX940" fmla="*/ 475744 w 591813"/>
                    <a:gd name="connsiteY940" fmla="*/ 375598 h 640885"/>
                    <a:gd name="connsiteX941" fmla="*/ 476149 w 591813"/>
                    <a:gd name="connsiteY941" fmla="*/ 375149 h 640885"/>
                    <a:gd name="connsiteX942" fmla="*/ 476532 w 591813"/>
                    <a:gd name="connsiteY942" fmla="*/ 374699 h 640885"/>
                    <a:gd name="connsiteX943" fmla="*/ 476936 w 591813"/>
                    <a:gd name="connsiteY943" fmla="*/ 374227 h 640885"/>
                    <a:gd name="connsiteX944" fmla="*/ 477319 w 591813"/>
                    <a:gd name="connsiteY944" fmla="*/ 373777 h 640885"/>
                    <a:gd name="connsiteX945" fmla="*/ 477724 w 591813"/>
                    <a:gd name="connsiteY945" fmla="*/ 373327 h 640885"/>
                    <a:gd name="connsiteX946" fmla="*/ 478128 w 591813"/>
                    <a:gd name="connsiteY946" fmla="*/ 372877 h 640885"/>
                    <a:gd name="connsiteX947" fmla="*/ 478510 w 591813"/>
                    <a:gd name="connsiteY947" fmla="*/ 372427 h 640885"/>
                    <a:gd name="connsiteX948" fmla="*/ 478916 w 591813"/>
                    <a:gd name="connsiteY948" fmla="*/ 371978 h 640885"/>
                    <a:gd name="connsiteX949" fmla="*/ 479298 w 591813"/>
                    <a:gd name="connsiteY949" fmla="*/ 371528 h 640885"/>
                    <a:gd name="connsiteX950" fmla="*/ 479702 w 591813"/>
                    <a:gd name="connsiteY950" fmla="*/ 371101 h 640885"/>
                    <a:gd name="connsiteX951" fmla="*/ 480085 w 591813"/>
                    <a:gd name="connsiteY951" fmla="*/ 370651 h 640885"/>
                    <a:gd name="connsiteX952" fmla="*/ 480490 w 591813"/>
                    <a:gd name="connsiteY952" fmla="*/ 370201 h 640885"/>
                    <a:gd name="connsiteX953" fmla="*/ 480872 w 591813"/>
                    <a:gd name="connsiteY953" fmla="*/ 369751 h 640885"/>
                    <a:gd name="connsiteX954" fmla="*/ 481277 w 591813"/>
                    <a:gd name="connsiteY954" fmla="*/ 369324 h 640885"/>
                    <a:gd name="connsiteX955" fmla="*/ 481682 w 591813"/>
                    <a:gd name="connsiteY955" fmla="*/ 368874 h 640885"/>
                    <a:gd name="connsiteX956" fmla="*/ 482064 w 591813"/>
                    <a:gd name="connsiteY956" fmla="*/ 368447 h 640885"/>
                    <a:gd name="connsiteX957" fmla="*/ 482469 w 591813"/>
                    <a:gd name="connsiteY957" fmla="*/ 367997 h 640885"/>
                    <a:gd name="connsiteX958" fmla="*/ 482851 w 591813"/>
                    <a:gd name="connsiteY958" fmla="*/ 367570 h 640885"/>
                    <a:gd name="connsiteX959" fmla="*/ 483256 w 591813"/>
                    <a:gd name="connsiteY959" fmla="*/ 367120 h 640885"/>
                    <a:gd name="connsiteX960" fmla="*/ 483638 w 591813"/>
                    <a:gd name="connsiteY960" fmla="*/ 366693 h 640885"/>
                    <a:gd name="connsiteX961" fmla="*/ 484043 w 591813"/>
                    <a:gd name="connsiteY961" fmla="*/ 366265 h 640885"/>
                    <a:gd name="connsiteX962" fmla="*/ 484425 w 591813"/>
                    <a:gd name="connsiteY962" fmla="*/ 365816 h 640885"/>
                    <a:gd name="connsiteX963" fmla="*/ 484830 w 591813"/>
                    <a:gd name="connsiteY963" fmla="*/ 365411 h 640885"/>
                    <a:gd name="connsiteX964" fmla="*/ 485235 w 591813"/>
                    <a:gd name="connsiteY964" fmla="*/ 364983 h 640885"/>
                    <a:gd name="connsiteX965" fmla="*/ 485617 w 591813"/>
                    <a:gd name="connsiteY965" fmla="*/ 364556 h 640885"/>
                    <a:gd name="connsiteX966" fmla="*/ 486022 w 591813"/>
                    <a:gd name="connsiteY966" fmla="*/ 364129 h 640885"/>
                    <a:gd name="connsiteX967" fmla="*/ 486404 w 591813"/>
                    <a:gd name="connsiteY967" fmla="*/ 363724 h 640885"/>
                    <a:gd name="connsiteX968" fmla="*/ 486809 w 591813"/>
                    <a:gd name="connsiteY968" fmla="*/ 363297 h 640885"/>
                    <a:gd name="connsiteX969" fmla="*/ 487192 w 591813"/>
                    <a:gd name="connsiteY969" fmla="*/ 362892 h 640885"/>
                    <a:gd name="connsiteX970" fmla="*/ 487596 w 591813"/>
                    <a:gd name="connsiteY970" fmla="*/ 362465 h 640885"/>
                    <a:gd name="connsiteX971" fmla="*/ 487979 w 591813"/>
                    <a:gd name="connsiteY971" fmla="*/ 362060 h 640885"/>
                    <a:gd name="connsiteX972" fmla="*/ 488384 w 591813"/>
                    <a:gd name="connsiteY972" fmla="*/ 361655 h 640885"/>
                    <a:gd name="connsiteX973" fmla="*/ 488788 w 591813"/>
                    <a:gd name="connsiteY973" fmla="*/ 361250 h 640885"/>
                    <a:gd name="connsiteX974" fmla="*/ 489170 w 591813"/>
                    <a:gd name="connsiteY974" fmla="*/ 360823 h 640885"/>
                    <a:gd name="connsiteX975" fmla="*/ 489576 w 591813"/>
                    <a:gd name="connsiteY975" fmla="*/ 360418 h 640885"/>
                    <a:gd name="connsiteX976" fmla="*/ 489958 w 591813"/>
                    <a:gd name="connsiteY976" fmla="*/ 360013 h 640885"/>
                    <a:gd name="connsiteX977" fmla="*/ 490362 w 591813"/>
                    <a:gd name="connsiteY977" fmla="*/ 359608 h 640885"/>
                    <a:gd name="connsiteX978" fmla="*/ 490745 w 591813"/>
                    <a:gd name="connsiteY978" fmla="*/ 359181 h 640885"/>
                    <a:gd name="connsiteX979" fmla="*/ 491150 w 591813"/>
                    <a:gd name="connsiteY979" fmla="*/ 358776 h 640885"/>
                    <a:gd name="connsiteX980" fmla="*/ 491532 w 591813"/>
                    <a:gd name="connsiteY980" fmla="*/ 358371 h 640885"/>
                    <a:gd name="connsiteX981" fmla="*/ 491937 w 591813"/>
                    <a:gd name="connsiteY981" fmla="*/ 357944 h 640885"/>
                    <a:gd name="connsiteX982" fmla="*/ 492342 w 591813"/>
                    <a:gd name="connsiteY982" fmla="*/ 357539 h 640885"/>
                    <a:gd name="connsiteX983" fmla="*/ 492724 w 591813"/>
                    <a:gd name="connsiteY983" fmla="*/ 357135 h 640885"/>
                    <a:gd name="connsiteX984" fmla="*/ 493129 w 591813"/>
                    <a:gd name="connsiteY984" fmla="*/ 356730 h 640885"/>
                    <a:gd name="connsiteX985" fmla="*/ 493511 w 591813"/>
                    <a:gd name="connsiteY985" fmla="*/ 356302 h 640885"/>
                    <a:gd name="connsiteX986" fmla="*/ 493916 w 591813"/>
                    <a:gd name="connsiteY986" fmla="*/ 355898 h 640885"/>
                    <a:gd name="connsiteX987" fmla="*/ 494298 w 591813"/>
                    <a:gd name="connsiteY987" fmla="*/ 355493 h 640885"/>
                    <a:gd name="connsiteX988" fmla="*/ 494703 w 591813"/>
                    <a:gd name="connsiteY988" fmla="*/ 355065 h 640885"/>
                    <a:gd name="connsiteX989" fmla="*/ 495108 w 591813"/>
                    <a:gd name="connsiteY989" fmla="*/ 354661 h 640885"/>
                    <a:gd name="connsiteX990" fmla="*/ 495490 w 591813"/>
                    <a:gd name="connsiteY990" fmla="*/ 354256 h 640885"/>
                    <a:gd name="connsiteX991" fmla="*/ 495895 w 591813"/>
                    <a:gd name="connsiteY991" fmla="*/ 353851 h 640885"/>
                    <a:gd name="connsiteX992" fmla="*/ 496277 w 591813"/>
                    <a:gd name="connsiteY992" fmla="*/ 353424 h 640885"/>
                    <a:gd name="connsiteX993" fmla="*/ 496682 w 591813"/>
                    <a:gd name="connsiteY993" fmla="*/ 353019 h 640885"/>
                    <a:gd name="connsiteX994" fmla="*/ 497064 w 591813"/>
                    <a:gd name="connsiteY994" fmla="*/ 352614 h 640885"/>
                    <a:gd name="connsiteX995" fmla="*/ 497469 w 591813"/>
                    <a:gd name="connsiteY995" fmla="*/ 352209 h 640885"/>
                    <a:gd name="connsiteX996" fmla="*/ 497852 w 591813"/>
                    <a:gd name="connsiteY996" fmla="*/ 351782 h 640885"/>
                    <a:gd name="connsiteX997" fmla="*/ 498256 w 591813"/>
                    <a:gd name="connsiteY997" fmla="*/ 351377 h 640885"/>
                    <a:gd name="connsiteX998" fmla="*/ 498662 w 591813"/>
                    <a:gd name="connsiteY998" fmla="*/ 350972 h 640885"/>
                    <a:gd name="connsiteX999" fmla="*/ 499044 w 591813"/>
                    <a:gd name="connsiteY999" fmla="*/ 350545 h 640885"/>
                    <a:gd name="connsiteX1000" fmla="*/ 499448 w 591813"/>
                    <a:gd name="connsiteY1000" fmla="*/ 350140 h 640885"/>
                    <a:gd name="connsiteX1001" fmla="*/ 499831 w 591813"/>
                    <a:gd name="connsiteY1001" fmla="*/ 349713 h 640885"/>
                    <a:gd name="connsiteX1002" fmla="*/ 500236 w 591813"/>
                    <a:gd name="connsiteY1002" fmla="*/ 349286 h 640885"/>
                    <a:gd name="connsiteX1003" fmla="*/ 500618 w 591813"/>
                    <a:gd name="connsiteY1003" fmla="*/ 348858 h 640885"/>
                    <a:gd name="connsiteX1004" fmla="*/ 501022 w 591813"/>
                    <a:gd name="connsiteY1004" fmla="*/ 348454 h 640885"/>
                    <a:gd name="connsiteX1005" fmla="*/ 501405 w 591813"/>
                    <a:gd name="connsiteY1005" fmla="*/ 348026 h 640885"/>
                    <a:gd name="connsiteX1006" fmla="*/ 501810 w 591813"/>
                    <a:gd name="connsiteY1006" fmla="*/ 347599 h 640885"/>
                    <a:gd name="connsiteX1007" fmla="*/ 502214 w 591813"/>
                    <a:gd name="connsiteY1007" fmla="*/ 347172 h 640885"/>
                    <a:gd name="connsiteX1008" fmla="*/ 502597 w 591813"/>
                    <a:gd name="connsiteY1008" fmla="*/ 346744 h 640885"/>
                    <a:gd name="connsiteX1009" fmla="*/ 503002 w 591813"/>
                    <a:gd name="connsiteY1009" fmla="*/ 346317 h 640885"/>
                    <a:gd name="connsiteX1010" fmla="*/ 503384 w 591813"/>
                    <a:gd name="connsiteY1010" fmla="*/ 345890 h 640885"/>
                    <a:gd name="connsiteX1011" fmla="*/ 503789 w 591813"/>
                    <a:gd name="connsiteY1011" fmla="*/ 345462 h 640885"/>
                    <a:gd name="connsiteX1012" fmla="*/ 504171 w 591813"/>
                    <a:gd name="connsiteY1012" fmla="*/ 345035 h 640885"/>
                    <a:gd name="connsiteX1013" fmla="*/ 504576 w 591813"/>
                    <a:gd name="connsiteY1013" fmla="*/ 344608 h 640885"/>
                    <a:gd name="connsiteX1014" fmla="*/ 504958 w 591813"/>
                    <a:gd name="connsiteY1014" fmla="*/ 344181 h 640885"/>
                    <a:gd name="connsiteX1015" fmla="*/ 505363 w 591813"/>
                    <a:gd name="connsiteY1015" fmla="*/ 343776 h 640885"/>
                    <a:gd name="connsiteX1016" fmla="*/ 505768 w 591813"/>
                    <a:gd name="connsiteY1016" fmla="*/ 343348 h 640885"/>
                    <a:gd name="connsiteX1017" fmla="*/ 506150 w 591813"/>
                    <a:gd name="connsiteY1017" fmla="*/ 342921 h 640885"/>
                    <a:gd name="connsiteX1018" fmla="*/ 506555 w 591813"/>
                    <a:gd name="connsiteY1018" fmla="*/ 342494 h 640885"/>
                    <a:gd name="connsiteX1019" fmla="*/ 506938 w 591813"/>
                    <a:gd name="connsiteY1019" fmla="*/ 342067 h 640885"/>
                    <a:gd name="connsiteX1020" fmla="*/ 507342 w 591813"/>
                    <a:gd name="connsiteY1020" fmla="*/ 341639 h 640885"/>
                    <a:gd name="connsiteX1021" fmla="*/ 507724 w 591813"/>
                    <a:gd name="connsiteY1021" fmla="*/ 341212 h 640885"/>
                    <a:gd name="connsiteX1022" fmla="*/ 508130 w 591813"/>
                    <a:gd name="connsiteY1022" fmla="*/ 340807 h 640885"/>
                    <a:gd name="connsiteX1023" fmla="*/ 508534 w 591813"/>
                    <a:gd name="connsiteY1023" fmla="*/ 340380 h 640885"/>
                    <a:gd name="connsiteX1024" fmla="*/ 508916 w 591813"/>
                    <a:gd name="connsiteY1024" fmla="*/ 339952 h 640885"/>
                    <a:gd name="connsiteX1025" fmla="*/ 509322 w 591813"/>
                    <a:gd name="connsiteY1025" fmla="*/ 339525 h 640885"/>
                    <a:gd name="connsiteX1026" fmla="*/ 509704 w 591813"/>
                    <a:gd name="connsiteY1026" fmla="*/ 339098 h 640885"/>
                    <a:gd name="connsiteX1027" fmla="*/ 510108 w 591813"/>
                    <a:gd name="connsiteY1027" fmla="*/ 338671 h 640885"/>
                    <a:gd name="connsiteX1028" fmla="*/ 510491 w 591813"/>
                    <a:gd name="connsiteY1028" fmla="*/ 338266 h 640885"/>
                    <a:gd name="connsiteX1029" fmla="*/ 510896 w 591813"/>
                    <a:gd name="connsiteY1029" fmla="*/ 337861 h 640885"/>
                    <a:gd name="connsiteX1030" fmla="*/ 511278 w 591813"/>
                    <a:gd name="connsiteY1030" fmla="*/ 337434 h 640885"/>
                    <a:gd name="connsiteX1031" fmla="*/ 511683 w 591813"/>
                    <a:gd name="connsiteY1031" fmla="*/ 337006 h 640885"/>
                    <a:gd name="connsiteX1032" fmla="*/ 512088 w 591813"/>
                    <a:gd name="connsiteY1032" fmla="*/ 336579 h 640885"/>
                    <a:gd name="connsiteX1033" fmla="*/ 512470 w 591813"/>
                    <a:gd name="connsiteY1033" fmla="*/ 336152 h 640885"/>
                    <a:gd name="connsiteX1034" fmla="*/ 512875 w 591813"/>
                    <a:gd name="connsiteY1034" fmla="*/ 335724 h 640885"/>
                    <a:gd name="connsiteX1035" fmla="*/ 513257 w 591813"/>
                    <a:gd name="connsiteY1035" fmla="*/ 335297 h 640885"/>
                    <a:gd name="connsiteX1036" fmla="*/ 513662 w 591813"/>
                    <a:gd name="connsiteY1036" fmla="*/ 334870 h 640885"/>
                    <a:gd name="connsiteX1037" fmla="*/ 514044 w 591813"/>
                    <a:gd name="connsiteY1037" fmla="*/ 334465 h 640885"/>
                    <a:gd name="connsiteX1038" fmla="*/ 514449 w 591813"/>
                    <a:gd name="connsiteY1038" fmla="*/ 334038 h 640885"/>
                    <a:gd name="connsiteX1039" fmla="*/ 514831 w 591813"/>
                    <a:gd name="connsiteY1039" fmla="*/ 333610 h 640885"/>
                    <a:gd name="connsiteX1040" fmla="*/ 515236 w 591813"/>
                    <a:gd name="connsiteY1040" fmla="*/ 333183 h 640885"/>
                    <a:gd name="connsiteX1041" fmla="*/ 515641 w 591813"/>
                    <a:gd name="connsiteY1041" fmla="*/ 332756 h 640885"/>
                    <a:gd name="connsiteX1042" fmla="*/ 516023 w 591813"/>
                    <a:gd name="connsiteY1042" fmla="*/ 332329 h 640885"/>
                    <a:gd name="connsiteX1043" fmla="*/ 516428 w 591813"/>
                    <a:gd name="connsiteY1043" fmla="*/ 331901 h 640885"/>
                    <a:gd name="connsiteX1044" fmla="*/ 516810 w 591813"/>
                    <a:gd name="connsiteY1044" fmla="*/ 331496 h 640885"/>
                    <a:gd name="connsiteX1045" fmla="*/ 517215 w 591813"/>
                    <a:gd name="connsiteY1045" fmla="*/ 331069 h 640885"/>
                    <a:gd name="connsiteX1046" fmla="*/ 517598 w 591813"/>
                    <a:gd name="connsiteY1046" fmla="*/ 330642 h 640885"/>
                    <a:gd name="connsiteX1047" fmla="*/ 518002 w 591813"/>
                    <a:gd name="connsiteY1047" fmla="*/ 330237 h 640885"/>
                    <a:gd name="connsiteX1048" fmla="*/ 518385 w 591813"/>
                    <a:gd name="connsiteY1048" fmla="*/ 329810 h 640885"/>
                    <a:gd name="connsiteX1049" fmla="*/ 518790 w 591813"/>
                    <a:gd name="connsiteY1049" fmla="*/ 329405 h 640885"/>
                    <a:gd name="connsiteX1050" fmla="*/ 519194 w 591813"/>
                    <a:gd name="connsiteY1050" fmla="*/ 329000 h 640885"/>
                    <a:gd name="connsiteX1051" fmla="*/ 519576 w 591813"/>
                    <a:gd name="connsiteY1051" fmla="*/ 328573 h 640885"/>
                    <a:gd name="connsiteX1052" fmla="*/ 519982 w 591813"/>
                    <a:gd name="connsiteY1052" fmla="*/ 328168 h 640885"/>
                    <a:gd name="connsiteX1053" fmla="*/ 520364 w 591813"/>
                    <a:gd name="connsiteY1053" fmla="*/ 327763 h 640885"/>
                    <a:gd name="connsiteX1054" fmla="*/ 520768 w 591813"/>
                    <a:gd name="connsiteY1054" fmla="*/ 327358 h 640885"/>
                    <a:gd name="connsiteX1055" fmla="*/ 521151 w 591813"/>
                    <a:gd name="connsiteY1055" fmla="*/ 326931 h 640885"/>
                    <a:gd name="connsiteX1056" fmla="*/ 521556 w 591813"/>
                    <a:gd name="connsiteY1056" fmla="*/ 326526 h 640885"/>
                    <a:gd name="connsiteX1057" fmla="*/ 521938 w 591813"/>
                    <a:gd name="connsiteY1057" fmla="*/ 326121 h 640885"/>
                    <a:gd name="connsiteX1058" fmla="*/ 522343 w 591813"/>
                    <a:gd name="connsiteY1058" fmla="*/ 325717 h 640885"/>
                    <a:gd name="connsiteX1059" fmla="*/ 522748 w 591813"/>
                    <a:gd name="connsiteY1059" fmla="*/ 325312 h 640885"/>
                    <a:gd name="connsiteX1060" fmla="*/ 523107 w 591813"/>
                    <a:gd name="connsiteY1060" fmla="*/ 324907 h 640885"/>
                    <a:gd name="connsiteX1061" fmla="*/ 523535 w 591813"/>
                    <a:gd name="connsiteY1061" fmla="*/ 324502 h 640885"/>
                    <a:gd name="connsiteX1062" fmla="*/ 523895 w 591813"/>
                    <a:gd name="connsiteY1062" fmla="*/ 324097 h 640885"/>
                    <a:gd name="connsiteX1063" fmla="*/ 524299 w 591813"/>
                    <a:gd name="connsiteY1063" fmla="*/ 323693 h 640885"/>
                    <a:gd name="connsiteX1064" fmla="*/ 524682 w 591813"/>
                    <a:gd name="connsiteY1064" fmla="*/ 323288 h 640885"/>
                    <a:gd name="connsiteX1065" fmla="*/ 525087 w 591813"/>
                    <a:gd name="connsiteY1065" fmla="*/ 322883 h 640885"/>
                    <a:gd name="connsiteX1066" fmla="*/ 525491 w 591813"/>
                    <a:gd name="connsiteY1066" fmla="*/ 322501 h 640885"/>
                    <a:gd name="connsiteX1067" fmla="*/ 525874 w 591813"/>
                    <a:gd name="connsiteY1067" fmla="*/ 322096 h 640885"/>
                    <a:gd name="connsiteX1068" fmla="*/ 526278 w 591813"/>
                    <a:gd name="connsiteY1068" fmla="*/ 321691 h 640885"/>
                    <a:gd name="connsiteX1069" fmla="*/ 526661 w 591813"/>
                    <a:gd name="connsiteY1069" fmla="*/ 321286 h 640885"/>
                    <a:gd name="connsiteX1070" fmla="*/ 527066 w 591813"/>
                    <a:gd name="connsiteY1070" fmla="*/ 320881 h 640885"/>
                    <a:gd name="connsiteX1071" fmla="*/ 527448 w 591813"/>
                    <a:gd name="connsiteY1071" fmla="*/ 320477 h 640885"/>
                    <a:gd name="connsiteX1072" fmla="*/ 527853 w 591813"/>
                    <a:gd name="connsiteY1072" fmla="*/ 320072 h 640885"/>
                    <a:gd name="connsiteX1073" fmla="*/ 528235 w 591813"/>
                    <a:gd name="connsiteY1073" fmla="*/ 319689 h 640885"/>
                    <a:gd name="connsiteX1074" fmla="*/ 528640 w 591813"/>
                    <a:gd name="connsiteY1074" fmla="*/ 319285 h 640885"/>
                    <a:gd name="connsiteX1075" fmla="*/ 529045 w 591813"/>
                    <a:gd name="connsiteY1075" fmla="*/ 318880 h 640885"/>
                    <a:gd name="connsiteX1076" fmla="*/ 529427 w 591813"/>
                    <a:gd name="connsiteY1076" fmla="*/ 318475 h 640885"/>
                    <a:gd name="connsiteX1077" fmla="*/ 529832 w 591813"/>
                    <a:gd name="connsiteY1077" fmla="*/ 318093 h 640885"/>
                    <a:gd name="connsiteX1078" fmla="*/ 530214 w 591813"/>
                    <a:gd name="connsiteY1078" fmla="*/ 317688 h 640885"/>
                    <a:gd name="connsiteX1079" fmla="*/ 530619 w 591813"/>
                    <a:gd name="connsiteY1079" fmla="*/ 317283 h 640885"/>
                    <a:gd name="connsiteX1080" fmla="*/ 531001 w 591813"/>
                    <a:gd name="connsiteY1080" fmla="*/ 316901 h 640885"/>
                    <a:gd name="connsiteX1081" fmla="*/ 531406 w 591813"/>
                    <a:gd name="connsiteY1081" fmla="*/ 316496 h 640885"/>
                    <a:gd name="connsiteX1082" fmla="*/ 531789 w 591813"/>
                    <a:gd name="connsiteY1082" fmla="*/ 316114 h 640885"/>
                    <a:gd name="connsiteX1083" fmla="*/ 532193 w 591813"/>
                    <a:gd name="connsiteY1083" fmla="*/ 315731 h 640885"/>
                    <a:gd name="connsiteX1084" fmla="*/ 532598 w 591813"/>
                    <a:gd name="connsiteY1084" fmla="*/ 315326 h 640885"/>
                    <a:gd name="connsiteX1085" fmla="*/ 532981 w 591813"/>
                    <a:gd name="connsiteY1085" fmla="*/ 314944 h 640885"/>
                    <a:gd name="connsiteX1086" fmla="*/ 533385 w 591813"/>
                    <a:gd name="connsiteY1086" fmla="*/ 314562 h 640885"/>
                    <a:gd name="connsiteX1087" fmla="*/ 533767 w 591813"/>
                    <a:gd name="connsiteY1087" fmla="*/ 314157 h 640885"/>
                    <a:gd name="connsiteX1088" fmla="*/ 534172 w 591813"/>
                    <a:gd name="connsiteY1088" fmla="*/ 313775 h 640885"/>
                    <a:gd name="connsiteX1089" fmla="*/ 534555 w 591813"/>
                    <a:gd name="connsiteY1089" fmla="*/ 313392 h 640885"/>
                    <a:gd name="connsiteX1090" fmla="*/ 534959 w 591813"/>
                    <a:gd name="connsiteY1090" fmla="*/ 313010 h 640885"/>
                    <a:gd name="connsiteX1091" fmla="*/ 535342 w 591813"/>
                    <a:gd name="connsiteY1091" fmla="*/ 312628 h 640885"/>
                    <a:gd name="connsiteX1092" fmla="*/ 535747 w 591813"/>
                    <a:gd name="connsiteY1092" fmla="*/ 312245 h 640885"/>
                    <a:gd name="connsiteX1093" fmla="*/ 536151 w 591813"/>
                    <a:gd name="connsiteY1093" fmla="*/ 311863 h 640885"/>
                    <a:gd name="connsiteX1094" fmla="*/ 536534 w 591813"/>
                    <a:gd name="connsiteY1094" fmla="*/ 311481 h 640885"/>
                    <a:gd name="connsiteX1095" fmla="*/ 536939 w 591813"/>
                    <a:gd name="connsiteY1095" fmla="*/ 311098 h 640885"/>
                    <a:gd name="connsiteX1096" fmla="*/ 537321 w 591813"/>
                    <a:gd name="connsiteY1096" fmla="*/ 310716 h 640885"/>
                    <a:gd name="connsiteX1097" fmla="*/ 537726 w 591813"/>
                    <a:gd name="connsiteY1097" fmla="*/ 310334 h 640885"/>
                    <a:gd name="connsiteX1098" fmla="*/ 538108 w 591813"/>
                    <a:gd name="connsiteY1098" fmla="*/ 309951 h 640885"/>
                    <a:gd name="connsiteX1099" fmla="*/ 538513 w 591813"/>
                    <a:gd name="connsiteY1099" fmla="*/ 309569 h 640885"/>
                    <a:gd name="connsiteX1100" fmla="*/ 538918 w 591813"/>
                    <a:gd name="connsiteY1100" fmla="*/ 309187 h 640885"/>
                    <a:gd name="connsiteX1101" fmla="*/ 539300 w 591813"/>
                    <a:gd name="connsiteY1101" fmla="*/ 308782 h 640885"/>
                    <a:gd name="connsiteX1102" fmla="*/ 539705 w 591813"/>
                    <a:gd name="connsiteY1102" fmla="*/ 308400 h 640885"/>
                    <a:gd name="connsiteX1103" fmla="*/ 540087 w 591813"/>
                    <a:gd name="connsiteY1103" fmla="*/ 308017 h 640885"/>
                    <a:gd name="connsiteX1104" fmla="*/ 540492 w 591813"/>
                    <a:gd name="connsiteY1104" fmla="*/ 307635 h 640885"/>
                    <a:gd name="connsiteX1105" fmla="*/ 540875 w 591813"/>
                    <a:gd name="connsiteY1105" fmla="*/ 307253 h 640885"/>
                    <a:gd name="connsiteX1106" fmla="*/ 541279 w 591813"/>
                    <a:gd name="connsiteY1106" fmla="*/ 306870 h 640885"/>
                    <a:gd name="connsiteX1107" fmla="*/ 541661 w 591813"/>
                    <a:gd name="connsiteY1107" fmla="*/ 306488 h 640885"/>
                    <a:gd name="connsiteX1108" fmla="*/ 542066 w 591813"/>
                    <a:gd name="connsiteY1108" fmla="*/ 306106 h 640885"/>
                    <a:gd name="connsiteX1109" fmla="*/ 542471 w 591813"/>
                    <a:gd name="connsiteY1109" fmla="*/ 305723 h 640885"/>
                    <a:gd name="connsiteX1110" fmla="*/ 542853 w 591813"/>
                    <a:gd name="connsiteY1110" fmla="*/ 305341 h 640885"/>
                    <a:gd name="connsiteX1111" fmla="*/ 543258 w 591813"/>
                    <a:gd name="connsiteY1111" fmla="*/ 304936 h 640885"/>
                    <a:gd name="connsiteX1112" fmla="*/ 543641 w 591813"/>
                    <a:gd name="connsiteY1112" fmla="*/ 304554 h 640885"/>
                    <a:gd name="connsiteX1113" fmla="*/ 544045 w 591813"/>
                    <a:gd name="connsiteY1113" fmla="*/ 304172 h 640885"/>
                    <a:gd name="connsiteX1114" fmla="*/ 544427 w 591813"/>
                    <a:gd name="connsiteY1114" fmla="*/ 303789 h 640885"/>
                    <a:gd name="connsiteX1115" fmla="*/ 544832 w 591813"/>
                    <a:gd name="connsiteY1115" fmla="*/ 303429 h 640885"/>
                    <a:gd name="connsiteX1116" fmla="*/ 545215 w 591813"/>
                    <a:gd name="connsiteY1116" fmla="*/ 303047 h 640885"/>
                    <a:gd name="connsiteX1117" fmla="*/ 545620 w 591813"/>
                    <a:gd name="connsiteY1117" fmla="*/ 302665 h 640885"/>
                    <a:gd name="connsiteX1118" fmla="*/ 546024 w 591813"/>
                    <a:gd name="connsiteY1118" fmla="*/ 302305 h 640885"/>
                    <a:gd name="connsiteX1119" fmla="*/ 546407 w 591813"/>
                    <a:gd name="connsiteY1119" fmla="*/ 301923 h 640885"/>
                    <a:gd name="connsiteX1120" fmla="*/ 546812 w 591813"/>
                    <a:gd name="connsiteY1120" fmla="*/ 301563 h 640885"/>
                    <a:gd name="connsiteX1121" fmla="*/ 547194 w 591813"/>
                    <a:gd name="connsiteY1121" fmla="*/ 301180 h 640885"/>
                    <a:gd name="connsiteX1122" fmla="*/ 547599 w 591813"/>
                    <a:gd name="connsiteY1122" fmla="*/ 300821 h 640885"/>
                    <a:gd name="connsiteX1123" fmla="*/ 547981 w 591813"/>
                    <a:gd name="connsiteY1123" fmla="*/ 300461 h 640885"/>
                    <a:gd name="connsiteX1124" fmla="*/ 548386 w 591813"/>
                    <a:gd name="connsiteY1124" fmla="*/ 300101 h 640885"/>
                    <a:gd name="connsiteX1125" fmla="*/ 548768 w 591813"/>
                    <a:gd name="connsiteY1125" fmla="*/ 299719 h 640885"/>
                    <a:gd name="connsiteX1126" fmla="*/ 549173 w 591813"/>
                    <a:gd name="connsiteY1126" fmla="*/ 299359 h 640885"/>
                    <a:gd name="connsiteX1127" fmla="*/ 549578 w 591813"/>
                    <a:gd name="connsiteY1127" fmla="*/ 298999 h 640885"/>
                    <a:gd name="connsiteX1128" fmla="*/ 549960 w 591813"/>
                    <a:gd name="connsiteY1128" fmla="*/ 298639 h 640885"/>
                    <a:gd name="connsiteX1129" fmla="*/ 550365 w 591813"/>
                    <a:gd name="connsiteY1129" fmla="*/ 298279 h 640885"/>
                    <a:gd name="connsiteX1130" fmla="*/ 550747 w 591813"/>
                    <a:gd name="connsiteY1130" fmla="*/ 297919 h 640885"/>
                    <a:gd name="connsiteX1131" fmla="*/ 551152 w 591813"/>
                    <a:gd name="connsiteY1131" fmla="*/ 297560 h 640885"/>
                    <a:gd name="connsiteX1132" fmla="*/ 551535 w 591813"/>
                    <a:gd name="connsiteY1132" fmla="*/ 297200 h 640885"/>
                    <a:gd name="connsiteX1133" fmla="*/ 551939 w 591813"/>
                    <a:gd name="connsiteY1133" fmla="*/ 296840 h 640885"/>
                    <a:gd name="connsiteX1134" fmla="*/ 552321 w 591813"/>
                    <a:gd name="connsiteY1134" fmla="*/ 296480 h 640885"/>
                    <a:gd name="connsiteX1135" fmla="*/ 552726 w 591813"/>
                    <a:gd name="connsiteY1135" fmla="*/ 296120 h 640885"/>
                    <a:gd name="connsiteX1136" fmla="*/ 553131 w 591813"/>
                    <a:gd name="connsiteY1136" fmla="*/ 295760 h 640885"/>
                    <a:gd name="connsiteX1137" fmla="*/ 553513 w 591813"/>
                    <a:gd name="connsiteY1137" fmla="*/ 295423 h 640885"/>
                    <a:gd name="connsiteX1138" fmla="*/ 553918 w 591813"/>
                    <a:gd name="connsiteY1138" fmla="*/ 295063 h 640885"/>
                    <a:gd name="connsiteX1139" fmla="*/ 554301 w 591813"/>
                    <a:gd name="connsiteY1139" fmla="*/ 294726 h 640885"/>
                    <a:gd name="connsiteX1140" fmla="*/ 554705 w 591813"/>
                    <a:gd name="connsiteY1140" fmla="*/ 294366 h 640885"/>
                    <a:gd name="connsiteX1141" fmla="*/ 555088 w 591813"/>
                    <a:gd name="connsiteY1141" fmla="*/ 294006 h 640885"/>
                    <a:gd name="connsiteX1142" fmla="*/ 555493 w 591813"/>
                    <a:gd name="connsiteY1142" fmla="*/ 293669 h 640885"/>
                    <a:gd name="connsiteX1143" fmla="*/ 555897 w 591813"/>
                    <a:gd name="connsiteY1143" fmla="*/ 293332 h 640885"/>
                    <a:gd name="connsiteX1144" fmla="*/ 556280 w 591813"/>
                    <a:gd name="connsiteY1144" fmla="*/ 292972 h 640885"/>
                    <a:gd name="connsiteX1145" fmla="*/ 556684 w 591813"/>
                    <a:gd name="connsiteY1145" fmla="*/ 292634 h 640885"/>
                    <a:gd name="connsiteX1146" fmla="*/ 557067 w 591813"/>
                    <a:gd name="connsiteY1146" fmla="*/ 292275 h 640885"/>
                    <a:gd name="connsiteX1147" fmla="*/ 557472 w 591813"/>
                    <a:gd name="connsiteY1147" fmla="*/ 291937 h 640885"/>
                    <a:gd name="connsiteX1148" fmla="*/ 557854 w 591813"/>
                    <a:gd name="connsiteY1148" fmla="*/ 291577 h 640885"/>
                    <a:gd name="connsiteX1149" fmla="*/ 558259 w 591813"/>
                    <a:gd name="connsiteY1149" fmla="*/ 291218 h 640885"/>
                    <a:gd name="connsiteX1150" fmla="*/ 558641 w 591813"/>
                    <a:gd name="connsiteY1150" fmla="*/ 290880 h 640885"/>
                    <a:gd name="connsiteX1151" fmla="*/ 559046 w 591813"/>
                    <a:gd name="connsiteY1151" fmla="*/ 290520 h 640885"/>
                    <a:gd name="connsiteX1152" fmla="*/ 559450 w 591813"/>
                    <a:gd name="connsiteY1152" fmla="*/ 290183 h 640885"/>
                    <a:gd name="connsiteX1153" fmla="*/ 559833 w 591813"/>
                    <a:gd name="connsiteY1153" fmla="*/ 289823 h 640885"/>
                    <a:gd name="connsiteX1154" fmla="*/ 560238 w 591813"/>
                    <a:gd name="connsiteY1154" fmla="*/ 289463 h 640885"/>
                    <a:gd name="connsiteX1155" fmla="*/ 560620 w 591813"/>
                    <a:gd name="connsiteY1155" fmla="*/ 289126 h 640885"/>
                    <a:gd name="connsiteX1156" fmla="*/ 561025 w 591813"/>
                    <a:gd name="connsiteY1156" fmla="*/ 288766 h 640885"/>
                    <a:gd name="connsiteX1157" fmla="*/ 561407 w 591813"/>
                    <a:gd name="connsiteY1157" fmla="*/ 288406 h 640885"/>
                    <a:gd name="connsiteX1158" fmla="*/ 561812 w 591813"/>
                    <a:gd name="connsiteY1158" fmla="*/ 288047 h 640885"/>
                    <a:gd name="connsiteX1159" fmla="*/ 562195 w 591813"/>
                    <a:gd name="connsiteY1159" fmla="*/ 287687 h 640885"/>
                    <a:gd name="connsiteX1160" fmla="*/ 562599 w 591813"/>
                    <a:gd name="connsiteY1160" fmla="*/ 287327 h 640885"/>
                    <a:gd name="connsiteX1161" fmla="*/ 563004 w 591813"/>
                    <a:gd name="connsiteY1161" fmla="*/ 286967 h 640885"/>
                    <a:gd name="connsiteX1162" fmla="*/ 563386 w 591813"/>
                    <a:gd name="connsiteY1162" fmla="*/ 286585 h 640885"/>
                    <a:gd name="connsiteX1163" fmla="*/ 563791 w 591813"/>
                    <a:gd name="connsiteY1163" fmla="*/ 286202 h 640885"/>
                    <a:gd name="connsiteX1164" fmla="*/ 564173 w 591813"/>
                    <a:gd name="connsiteY1164" fmla="*/ 285843 h 640885"/>
                    <a:gd name="connsiteX1165" fmla="*/ 564578 w 591813"/>
                    <a:gd name="connsiteY1165" fmla="*/ 285460 h 640885"/>
                    <a:gd name="connsiteX1166" fmla="*/ 564961 w 591813"/>
                    <a:gd name="connsiteY1166" fmla="*/ 285078 h 640885"/>
                    <a:gd name="connsiteX1167" fmla="*/ 565365 w 591813"/>
                    <a:gd name="connsiteY1167" fmla="*/ 284696 h 640885"/>
                    <a:gd name="connsiteX1168" fmla="*/ 565748 w 591813"/>
                    <a:gd name="connsiteY1168" fmla="*/ 284313 h 640885"/>
                    <a:gd name="connsiteX1169" fmla="*/ 566153 w 591813"/>
                    <a:gd name="connsiteY1169" fmla="*/ 283908 h 640885"/>
                    <a:gd name="connsiteX1170" fmla="*/ 566557 w 591813"/>
                    <a:gd name="connsiteY1170" fmla="*/ 283526 h 640885"/>
                    <a:gd name="connsiteX1171" fmla="*/ 566940 w 591813"/>
                    <a:gd name="connsiteY1171" fmla="*/ 283121 h 640885"/>
                    <a:gd name="connsiteX1172" fmla="*/ 567344 w 591813"/>
                    <a:gd name="connsiteY1172" fmla="*/ 282739 h 640885"/>
                    <a:gd name="connsiteX1173" fmla="*/ 567727 w 591813"/>
                    <a:gd name="connsiteY1173" fmla="*/ 282334 h 640885"/>
                    <a:gd name="connsiteX1174" fmla="*/ 568132 w 591813"/>
                    <a:gd name="connsiteY1174" fmla="*/ 281929 h 640885"/>
                    <a:gd name="connsiteX1175" fmla="*/ 568514 w 591813"/>
                    <a:gd name="connsiteY1175" fmla="*/ 281525 h 640885"/>
                    <a:gd name="connsiteX1176" fmla="*/ 568919 w 591813"/>
                    <a:gd name="connsiteY1176" fmla="*/ 281097 h 640885"/>
                    <a:gd name="connsiteX1177" fmla="*/ 569324 w 591813"/>
                    <a:gd name="connsiteY1177" fmla="*/ 280692 h 640885"/>
                    <a:gd name="connsiteX1178" fmla="*/ 569706 w 591813"/>
                    <a:gd name="connsiteY1178" fmla="*/ 280265 h 640885"/>
                    <a:gd name="connsiteX1179" fmla="*/ 570111 w 591813"/>
                    <a:gd name="connsiteY1179" fmla="*/ 279838 h 640885"/>
                    <a:gd name="connsiteX1180" fmla="*/ 570493 w 591813"/>
                    <a:gd name="connsiteY1180" fmla="*/ 279388 h 640885"/>
                    <a:gd name="connsiteX1181" fmla="*/ 570898 w 591813"/>
                    <a:gd name="connsiteY1181" fmla="*/ 278938 h 640885"/>
                    <a:gd name="connsiteX1182" fmla="*/ 571280 w 591813"/>
                    <a:gd name="connsiteY1182" fmla="*/ 278488 h 640885"/>
                    <a:gd name="connsiteX1183" fmla="*/ 571685 w 591813"/>
                    <a:gd name="connsiteY1183" fmla="*/ 278016 h 640885"/>
                    <a:gd name="connsiteX1184" fmla="*/ 572067 w 591813"/>
                    <a:gd name="connsiteY1184" fmla="*/ 277544 h 640885"/>
                    <a:gd name="connsiteX1185" fmla="*/ 572472 w 591813"/>
                    <a:gd name="connsiteY1185" fmla="*/ 277049 h 640885"/>
                    <a:gd name="connsiteX1186" fmla="*/ 572877 w 591813"/>
                    <a:gd name="connsiteY1186" fmla="*/ 276554 h 640885"/>
                    <a:gd name="connsiteX1187" fmla="*/ 573259 w 591813"/>
                    <a:gd name="connsiteY1187" fmla="*/ 276060 h 640885"/>
                    <a:gd name="connsiteX1188" fmla="*/ 573664 w 591813"/>
                    <a:gd name="connsiteY1188" fmla="*/ 275542 h 640885"/>
                    <a:gd name="connsiteX1189" fmla="*/ 574047 w 591813"/>
                    <a:gd name="connsiteY1189" fmla="*/ 275003 h 640885"/>
                    <a:gd name="connsiteX1190" fmla="*/ 574451 w 591813"/>
                    <a:gd name="connsiteY1190" fmla="*/ 274463 h 640885"/>
                    <a:gd name="connsiteX1191" fmla="*/ 574833 w 591813"/>
                    <a:gd name="connsiteY1191" fmla="*/ 273901 h 640885"/>
                    <a:gd name="connsiteX1192" fmla="*/ 575238 w 591813"/>
                    <a:gd name="connsiteY1192" fmla="*/ 273338 h 640885"/>
                    <a:gd name="connsiteX1193" fmla="*/ 575621 w 591813"/>
                    <a:gd name="connsiteY1193" fmla="*/ 272754 h 640885"/>
                    <a:gd name="connsiteX1194" fmla="*/ 576025 w 591813"/>
                    <a:gd name="connsiteY1194" fmla="*/ 272146 h 640885"/>
                    <a:gd name="connsiteX1195" fmla="*/ 576430 w 591813"/>
                    <a:gd name="connsiteY1195" fmla="*/ 271517 h 640885"/>
                    <a:gd name="connsiteX1196" fmla="*/ 576813 w 591813"/>
                    <a:gd name="connsiteY1196" fmla="*/ 270887 h 640885"/>
                    <a:gd name="connsiteX1197" fmla="*/ 577217 w 591813"/>
                    <a:gd name="connsiteY1197" fmla="*/ 270235 h 640885"/>
                    <a:gd name="connsiteX1198" fmla="*/ 577600 w 591813"/>
                    <a:gd name="connsiteY1198" fmla="*/ 269560 h 640885"/>
                    <a:gd name="connsiteX1199" fmla="*/ 578004 w 591813"/>
                    <a:gd name="connsiteY1199" fmla="*/ 268885 h 640885"/>
                    <a:gd name="connsiteX1200" fmla="*/ 578387 w 591813"/>
                    <a:gd name="connsiteY1200" fmla="*/ 268166 h 640885"/>
                    <a:gd name="connsiteX1201" fmla="*/ 578792 w 591813"/>
                    <a:gd name="connsiteY1201" fmla="*/ 267446 h 640885"/>
                    <a:gd name="connsiteX1202" fmla="*/ 579174 w 591813"/>
                    <a:gd name="connsiteY1202" fmla="*/ 266681 h 640885"/>
                    <a:gd name="connsiteX1203" fmla="*/ 579579 w 591813"/>
                    <a:gd name="connsiteY1203" fmla="*/ 265917 h 640885"/>
                    <a:gd name="connsiteX1204" fmla="*/ 579984 w 591813"/>
                    <a:gd name="connsiteY1204" fmla="*/ 265107 h 640885"/>
                    <a:gd name="connsiteX1205" fmla="*/ 580366 w 591813"/>
                    <a:gd name="connsiteY1205" fmla="*/ 264275 h 640885"/>
                    <a:gd name="connsiteX1206" fmla="*/ 580771 w 591813"/>
                    <a:gd name="connsiteY1206" fmla="*/ 263420 h 640885"/>
                    <a:gd name="connsiteX1207" fmla="*/ 581153 w 591813"/>
                    <a:gd name="connsiteY1207" fmla="*/ 262521 h 640885"/>
                    <a:gd name="connsiteX1208" fmla="*/ 581558 w 591813"/>
                    <a:gd name="connsiteY1208" fmla="*/ 261599 h 640885"/>
                    <a:gd name="connsiteX1209" fmla="*/ 581940 w 591813"/>
                    <a:gd name="connsiteY1209" fmla="*/ 260654 h 640885"/>
                    <a:gd name="connsiteX1210" fmla="*/ 582345 w 591813"/>
                    <a:gd name="connsiteY1210" fmla="*/ 259642 h 640885"/>
                    <a:gd name="connsiteX1211" fmla="*/ 582727 w 591813"/>
                    <a:gd name="connsiteY1211" fmla="*/ 258630 h 640885"/>
                    <a:gd name="connsiteX1212" fmla="*/ 583132 w 591813"/>
                    <a:gd name="connsiteY1212" fmla="*/ 257551 h 640885"/>
                    <a:gd name="connsiteX1213" fmla="*/ 583537 w 591813"/>
                    <a:gd name="connsiteY1213" fmla="*/ 256426 h 640885"/>
                    <a:gd name="connsiteX1214" fmla="*/ 583919 w 591813"/>
                    <a:gd name="connsiteY1214" fmla="*/ 255257 h 640885"/>
                    <a:gd name="connsiteX1215" fmla="*/ 584324 w 591813"/>
                    <a:gd name="connsiteY1215" fmla="*/ 254042 h 640885"/>
                    <a:gd name="connsiteX1216" fmla="*/ 584707 w 591813"/>
                    <a:gd name="connsiteY1216" fmla="*/ 252783 h 640885"/>
                    <a:gd name="connsiteX1217" fmla="*/ 585111 w 591813"/>
                    <a:gd name="connsiteY1217" fmla="*/ 251456 h 640885"/>
                    <a:gd name="connsiteX1218" fmla="*/ 585493 w 591813"/>
                    <a:gd name="connsiteY1218" fmla="*/ 250062 h 640885"/>
                    <a:gd name="connsiteX1219" fmla="*/ 585898 w 591813"/>
                    <a:gd name="connsiteY1219" fmla="*/ 248600 h 640885"/>
                    <a:gd name="connsiteX1220" fmla="*/ 586303 w 591813"/>
                    <a:gd name="connsiteY1220" fmla="*/ 247071 h 640885"/>
                    <a:gd name="connsiteX1221" fmla="*/ 586686 w 591813"/>
                    <a:gd name="connsiteY1221" fmla="*/ 245474 h 640885"/>
                    <a:gd name="connsiteX1222" fmla="*/ 587090 w 591813"/>
                    <a:gd name="connsiteY1222" fmla="*/ 243787 h 640885"/>
                    <a:gd name="connsiteX1223" fmla="*/ 587473 w 591813"/>
                    <a:gd name="connsiteY1223" fmla="*/ 242010 h 640885"/>
                    <a:gd name="connsiteX1224" fmla="*/ 587878 w 591813"/>
                    <a:gd name="connsiteY1224" fmla="*/ 240166 h 640885"/>
                    <a:gd name="connsiteX1225" fmla="*/ 588260 w 591813"/>
                    <a:gd name="connsiteY1225" fmla="*/ 238210 h 640885"/>
                    <a:gd name="connsiteX1226" fmla="*/ 588665 w 591813"/>
                    <a:gd name="connsiteY1226" fmla="*/ 236141 h 640885"/>
                    <a:gd name="connsiteX1227" fmla="*/ 589047 w 591813"/>
                    <a:gd name="connsiteY1227" fmla="*/ 233982 h 640885"/>
                    <a:gd name="connsiteX1228" fmla="*/ 589452 w 591813"/>
                    <a:gd name="connsiteY1228" fmla="*/ 231710 h 640885"/>
                    <a:gd name="connsiteX1229" fmla="*/ 589856 w 591813"/>
                    <a:gd name="connsiteY1229" fmla="*/ 229304 h 640885"/>
                    <a:gd name="connsiteX1230" fmla="*/ 590239 w 591813"/>
                    <a:gd name="connsiteY1230" fmla="*/ 226785 h 640885"/>
                    <a:gd name="connsiteX1231" fmla="*/ 590644 w 591813"/>
                    <a:gd name="connsiteY1231" fmla="*/ 224154 h 640885"/>
                    <a:gd name="connsiteX1232" fmla="*/ 591026 w 591813"/>
                    <a:gd name="connsiteY1232" fmla="*/ 221410 h 640885"/>
                    <a:gd name="connsiteX1233" fmla="*/ 591431 w 591813"/>
                    <a:gd name="connsiteY1233" fmla="*/ 218801 h 640885"/>
                    <a:gd name="connsiteX1234" fmla="*/ 591813 w 591813"/>
                    <a:gd name="connsiteY1234" fmla="*/ 215877 h 640885"/>
                    <a:gd name="connsiteX1235" fmla="*/ 591813 w 591813"/>
                    <a:gd name="connsiteY1235" fmla="*/ 192039 h 640885"/>
                    <a:gd name="connsiteX1236" fmla="*/ 591431 w 591813"/>
                    <a:gd name="connsiteY1236" fmla="*/ 194467 h 640885"/>
                    <a:gd name="connsiteX1237" fmla="*/ 591026 w 591813"/>
                    <a:gd name="connsiteY1237" fmla="*/ 196581 h 640885"/>
                    <a:gd name="connsiteX1238" fmla="*/ 590644 w 591813"/>
                    <a:gd name="connsiteY1238" fmla="*/ 198853 h 640885"/>
                    <a:gd name="connsiteX1239" fmla="*/ 590239 w 591813"/>
                    <a:gd name="connsiteY1239" fmla="*/ 201034 h 640885"/>
                    <a:gd name="connsiteX1240" fmla="*/ 589856 w 591813"/>
                    <a:gd name="connsiteY1240" fmla="*/ 203103 h 640885"/>
                    <a:gd name="connsiteX1241" fmla="*/ 589452 w 591813"/>
                    <a:gd name="connsiteY1241" fmla="*/ 205082 h 640885"/>
                    <a:gd name="connsiteX1242" fmla="*/ 589047 w 591813"/>
                    <a:gd name="connsiteY1242" fmla="*/ 206949 h 640885"/>
                    <a:gd name="connsiteX1243" fmla="*/ 588665 w 591813"/>
                    <a:gd name="connsiteY1243" fmla="*/ 208748 h 640885"/>
                    <a:gd name="connsiteX1244" fmla="*/ 588260 w 591813"/>
                    <a:gd name="connsiteY1244" fmla="*/ 210435 h 640885"/>
                    <a:gd name="connsiteX1245" fmla="*/ 587878 w 591813"/>
                    <a:gd name="connsiteY1245" fmla="*/ 212032 h 640885"/>
                    <a:gd name="connsiteX1246" fmla="*/ 587473 w 591813"/>
                    <a:gd name="connsiteY1246" fmla="*/ 213561 h 640885"/>
                    <a:gd name="connsiteX1247" fmla="*/ 587090 w 591813"/>
                    <a:gd name="connsiteY1247" fmla="*/ 215023 h 640885"/>
                    <a:gd name="connsiteX1248" fmla="*/ 586686 w 591813"/>
                    <a:gd name="connsiteY1248" fmla="*/ 216395 h 640885"/>
                    <a:gd name="connsiteX1249" fmla="*/ 586303 w 591813"/>
                    <a:gd name="connsiteY1249" fmla="*/ 217722 h 640885"/>
                    <a:gd name="connsiteX1250" fmla="*/ 585898 w 591813"/>
                    <a:gd name="connsiteY1250" fmla="*/ 218959 h 640885"/>
                    <a:gd name="connsiteX1251" fmla="*/ 585493 w 591813"/>
                    <a:gd name="connsiteY1251" fmla="*/ 220173 h 640885"/>
                    <a:gd name="connsiteX1252" fmla="*/ 585111 w 591813"/>
                    <a:gd name="connsiteY1252" fmla="*/ 221320 h 640885"/>
                    <a:gd name="connsiteX1253" fmla="*/ 584707 w 591813"/>
                    <a:gd name="connsiteY1253" fmla="*/ 222422 h 640885"/>
                    <a:gd name="connsiteX1254" fmla="*/ 584324 w 591813"/>
                    <a:gd name="connsiteY1254" fmla="*/ 223479 h 640885"/>
                    <a:gd name="connsiteX1255" fmla="*/ 583919 w 591813"/>
                    <a:gd name="connsiteY1255" fmla="*/ 224491 h 640885"/>
                    <a:gd name="connsiteX1256" fmla="*/ 583537 w 591813"/>
                    <a:gd name="connsiteY1256" fmla="*/ 225481 h 640885"/>
                    <a:gd name="connsiteX1257" fmla="*/ 583132 w 591813"/>
                    <a:gd name="connsiteY1257" fmla="*/ 226403 h 640885"/>
                    <a:gd name="connsiteX1258" fmla="*/ 582727 w 591813"/>
                    <a:gd name="connsiteY1258" fmla="*/ 227302 h 640885"/>
                    <a:gd name="connsiteX1259" fmla="*/ 582345 w 591813"/>
                    <a:gd name="connsiteY1259" fmla="*/ 228179 h 640885"/>
                    <a:gd name="connsiteX1260" fmla="*/ 581940 w 591813"/>
                    <a:gd name="connsiteY1260" fmla="*/ 229034 h 640885"/>
                    <a:gd name="connsiteX1261" fmla="*/ 581558 w 591813"/>
                    <a:gd name="connsiteY1261" fmla="*/ 229844 h 640885"/>
                    <a:gd name="connsiteX1262" fmla="*/ 581153 w 591813"/>
                    <a:gd name="connsiteY1262" fmla="*/ 230631 h 640885"/>
                    <a:gd name="connsiteX1263" fmla="*/ 580771 w 591813"/>
                    <a:gd name="connsiteY1263" fmla="*/ 231395 h 640885"/>
                    <a:gd name="connsiteX1264" fmla="*/ 580366 w 591813"/>
                    <a:gd name="connsiteY1264" fmla="*/ 232137 h 640885"/>
                    <a:gd name="connsiteX1265" fmla="*/ 579984 w 591813"/>
                    <a:gd name="connsiteY1265" fmla="*/ 232857 h 640885"/>
                    <a:gd name="connsiteX1266" fmla="*/ 579579 w 591813"/>
                    <a:gd name="connsiteY1266" fmla="*/ 233554 h 640885"/>
                    <a:gd name="connsiteX1267" fmla="*/ 579174 w 591813"/>
                    <a:gd name="connsiteY1267" fmla="*/ 234229 h 640885"/>
                    <a:gd name="connsiteX1268" fmla="*/ 578792 w 591813"/>
                    <a:gd name="connsiteY1268" fmla="*/ 234881 h 640885"/>
                    <a:gd name="connsiteX1269" fmla="*/ 578387 w 591813"/>
                    <a:gd name="connsiteY1269" fmla="*/ 235533 h 640885"/>
                    <a:gd name="connsiteX1270" fmla="*/ 578004 w 591813"/>
                    <a:gd name="connsiteY1270" fmla="*/ 236163 h 640885"/>
                    <a:gd name="connsiteX1271" fmla="*/ 577600 w 591813"/>
                    <a:gd name="connsiteY1271" fmla="*/ 236770 h 640885"/>
                    <a:gd name="connsiteX1272" fmla="*/ 577217 w 591813"/>
                    <a:gd name="connsiteY1272" fmla="*/ 237355 h 640885"/>
                    <a:gd name="connsiteX1273" fmla="*/ 576813 w 591813"/>
                    <a:gd name="connsiteY1273" fmla="*/ 237940 h 640885"/>
                    <a:gd name="connsiteX1274" fmla="*/ 576430 w 591813"/>
                    <a:gd name="connsiteY1274" fmla="*/ 238502 h 640885"/>
                    <a:gd name="connsiteX1275" fmla="*/ 576025 w 591813"/>
                    <a:gd name="connsiteY1275" fmla="*/ 239064 h 640885"/>
                    <a:gd name="connsiteX1276" fmla="*/ 575621 w 591813"/>
                    <a:gd name="connsiteY1276" fmla="*/ 239604 h 640885"/>
                    <a:gd name="connsiteX1277" fmla="*/ 575238 w 591813"/>
                    <a:gd name="connsiteY1277" fmla="*/ 240121 h 640885"/>
                    <a:gd name="connsiteX1278" fmla="*/ 574833 w 591813"/>
                    <a:gd name="connsiteY1278" fmla="*/ 240638 h 640885"/>
                    <a:gd name="connsiteX1279" fmla="*/ 574451 w 591813"/>
                    <a:gd name="connsiteY1279" fmla="*/ 241133 h 640885"/>
                    <a:gd name="connsiteX1280" fmla="*/ 574047 w 591813"/>
                    <a:gd name="connsiteY1280" fmla="*/ 241628 h 640885"/>
                    <a:gd name="connsiteX1281" fmla="*/ 573664 w 591813"/>
                    <a:gd name="connsiteY1281" fmla="*/ 242123 h 640885"/>
                    <a:gd name="connsiteX1282" fmla="*/ 573259 w 591813"/>
                    <a:gd name="connsiteY1282" fmla="*/ 242595 h 640885"/>
                    <a:gd name="connsiteX1283" fmla="*/ 572877 w 591813"/>
                    <a:gd name="connsiteY1283" fmla="*/ 243045 h 640885"/>
                    <a:gd name="connsiteX1284" fmla="*/ 572472 w 591813"/>
                    <a:gd name="connsiteY1284" fmla="*/ 243495 h 640885"/>
                    <a:gd name="connsiteX1285" fmla="*/ 572067 w 591813"/>
                    <a:gd name="connsiteY1285" fmla="*/ 243944 h 640885"/>
                    <a:gd name="connsiteX1286" fmla="*/ 571685 w 591813"/>
                    <a:gd name="connsiteY1286" fmla="*/ 244372 h 640885"/>
                    <a:gd name="connsiteX1287" fmla="*/ 571280 w 591813"/>
                    <a:gd name="connsiteY1287" fmla="*/ 244799 h 640885"/>
                    <a:gd name="connsiteX1288" fmla="*/ 570898 w 591813"/>
                    <a:gd name="connsiteY1288" fmla="*/ 245226 h 640885"/>
                    <a:gd name="connsiteX1289" fmla="*/ 570493 w 591813"/>
                    <a:gd name="connsiteY1289" fmla="*/ 245631 h 640885"/>
                    <a:gd name="connsiteX1290" fmla="*/ 570111 w 591813"/>
                    <a:gd name="connsiteY1290" fmla="*/ 246036 h 640885"/>
                    <a:gd name="connsiteX1291" fmla="*/ 569706 w 591813"/>
                    <a:gd name="connsiteY1291" fmla="*/ 246418 h 640885"/>
                    <a:gd name="connsiteX1292" fmla="*/ 569324 w 591813"/>
                    <a:gd name="connsiteY1292" fmla="*/ 246801 h 640885"/>
                    <a:gd name="connsiteX1293" fmla="*/ 568919 w 591813"/>
                    <a:gd name="connsiteY1293" fmla="*/ 247183 h 640885"/>
                    <a:gd name="connsiteX1294" fmla="*/ 568514 w 591813"/>
                    <a:gd name="connsiteY1294" fmla="*/ 247565 h 640885"/>
                    <a:gd name="connsiteX1295" fmla="*/ 568132 w 591813"/>
                    <a:gd name="connsiteY1295" fmla="*/ 247948 h 640885"/>
                    <a:gd name="connsiteX1296" fmla="*/ 567727 w 591813"/>
                    <a:gd name="connsiteY1296" fmla="*/ 248307 h 640885"/>
                    <a:gd name="connsiteX1297" fmla="*/ 567344 w 591813"/>
                    <a:gd name="connsiteY1297" fmla="*/ 248690 h 640885"/>
                    <a:gd name="connsiteX1298" fmla="*/ 566940 w 591813"/>
                    <a:gd name="connsiteY1298" fmla="*/ 249050 h 640885"/>
                    <a:gd name="connsiteX1299" fmla="*/ 566557 w 591813"/>
                    <a:gd name="connsiteY1299" fmla="*/ 249409 h 640885"/>
                    <a:gd name="connsiteX1300" fmla="*/ 566153 w 591813"/>
                    <a:gd name="connsiteY1300" fmla="*/ 249769 h 640885"/>
                    <a:gd name="connsiteX1301" fmla="*/ 565748 w 591813"/>
                    <a:gd name="connsiteY1301" fmla="*/ 250107 h 640885"/>
                    <a:gd name="connsiteX1302" fmla="*/ 565365 w 591813"/>
                    <a:gd name="connsiteY1302" fmla="*/ 250466 h 640885"/>
                    <a:gd name="connsiteX1303" fmla="*/ 564961 w 591813"/>
                    <a:gd name="connsiteY1303" fmla="*/ 250826 h 640885"/>
                    <a:gd name="connsiteX1304" fmla="*/ 564578 w 591813"/>
                    <a:gd name="connsiteY1304" fmla="*/ 251164 h 640885"/>
                    <a:gd name="connsiteX1305" fmla="*/ 564173 w 591813"/>
                    <a:gd name="connsiteY1305" fmla="*/ 251501 h 640885"/>
                    <a:gd name="connsiteX1306" fmla="*/ 563791 w 591813"/>
                    <a:gd name="connsiteY1306" fmla="*/ 251861 h 640885"/>
                    <a:gd name="connsiteX1307" fmla="*/ 563386 w 591813"/>
                    <a:gd name="connsiteY1307" fmla="*/ 252198 h 640885"/>
                    <a:gd name="connsiteX1308" fmla="*/ 563004 w 591813"/>
                    <a:gd name="connsiteY1308" fmla="*/ 252535 h 640885"/>
                    <a:gd name="connsiteX1309" fmla="*/ 562599 w 591813"/>
                    <a:gd name="connsiteY1309" fmla="*/ 252873 h 640885"/>
                    <a:gd name="connsiteX1310" fmla="*/ 562195 w 591813"/>
                    <a:gd name="connsiteY1310" fmla="*/ 253188 h 640885"/>
                    <a:gd name="connsiteX1311" fmla="*/ 561812 w 591813"/>
                    <a:gd name="connsiteY1311" fmla="*/ 253525 h 640885"/>
                    <a:gd name="connsiteX1312" fmla="*/ 561407 w 591813"/>
                    <a:gd name="connsiteY1312" fmla="*/ 253862 h 640885"/>
                    <a:gd name="connsiteX1313" fmla="*/ 561025 w 591813"/>
                    <a:gd name="connsiteY1313" fmla="*/ 254177 h 640885"/>
                    <a:gd name="connsiteX1314" fmla="*/ 560620 w 591813"/>
                    <a:gd name="connsiteY1314" fmla="*/ 254492 h 640885"/>
                    <a:gd name="connsiteX1315" fmla="*/ 560238 w 591813"/>
                    <a:gd name="connsiteY1315" fmla="*/ 254829 h 640885"/>
                    <a:gd name="connsiteX1316" fmla="*/ 559833 w 591813"/>
                    <a:gd name="connsiteY1316" fmla="*/ 255144 h 640885"/>
                    <a:gd name="connsiteX1317" fmla="*/ 559450 w 591813"/>
                    <a:gd name="connsiteY1317" fmla="*/ 255482 h 640885"/>
                    <a:gd name="connsiteX1318" fmla="*/ 559046 w 591813"/>
                    <a:gd name="connsiteY1318" fmla="*/ 255796 h 640885"/>
                    <a:gd name="connsiteX1319" fmla="*/ 558641 w 591813"/>
                    <a:gd name="connsiteY1319" fmla="*/ 256111 h 640885"/>
                    <a:gd name="connsiteX1320" fmla="*/ 558259 w 591813"/>
                    <a:gd name="connsiteY1320" fmla="*/ 256449 h 640885"/>
                    <a:gd name="connsiteX1321" fmla="*/ 557854 w 591813"/>
                    <a:gd name="connsiteY1321" fmla="*/ 256764 h 640885"/>
                    <a:gd name="connsiteX1322" fmla="*/ 557472 w 591813"/>
                    <a:gd name="connsiteY1322" fmla="*/ 257078 h 640885"/>
                    <a:gd name="connsiteX1323" fmla="*/ 557067 w 591813"/>
                    <a:gd name="connsiteY1323" fmla="*/ 257416 h 640885"/>
                    <a:gd name="connsiteX1324" fmla="*/ 556684 w 591813"/>
                    <a:gd name="connsiteY1324" fmla="*/ 257731 h 640885"/>
                    <a:gd name="connsiteX1325" fmla="*/ 556280 w 591813"/>
                    <a:gd name="connsiteY1325" fmla="*/ 258045 h 640885"/>
                    <a:gd name="connsiteX1326" fmla="*/ 555897 w 591813"/>
                    <a:gd name="connsiteY1326" fmla="*/ 258383 h 640885"/>
                    <a:gd name="connsiteX1327" fmla="*/ 555493 w 591813"/>
                    <a:gd name="connsiteY1327" fmla="*/ 258698 h 640885"/>
                    <a:gd name="connsiteX1328" fmla="*/ 555088 w 591813"/>
                    <a:gd name="connsiteY1328" fmla="*/ 259013 h 640885"/>
                    <a:gd name="connsiteX1329" fmla="*/ 554705 w 591813"/>
                    <a:gd name="connsiteY1329" fmla="*/ 259350 h 640885"/>
                    <a:gd name="connsiteX1330" fmla="*/ 554301 w 591813"/>
                    <a:gd name="connsiteY1330" fmla="*/ 259665 h 640885"/>
                    <a:gd name="connsiteX1331" fmla="*/ 553918 w 591813"/>
                    <a:gd name="connsiteY1331" fmla="*/ 260002 h 640885"/>
                    <a:gd name="connsiteX1332" fmla="*/ 553513 w 591813"/>
                    <a:gd name="connsiteY1332" fmla="*/ 260339 h 640885"/>
                    <a:gd name="connsiteX1333" fmla="*/ 553131 w 591813"/>
                    <a:gd name="connsiteY1333" fmla="*/ 260654 h 640885"/>
                    <a:gd name="connsiteX1334" fmla="*/ 552726 w 591813"/>
                    <a:gd name="connsiteY1334" fmla="*/ 260992 h 640885"/>
                    <a:gd name="connsiteX1335" fmla="*/ 552321 w 591813"/>
                    <a:gd name="connsiteY1335" fmla="*/ 261329 h 640885"/>
                    <a:gd name="connsiteX1336" fmla="*/ 551939 w 591813"/>
                    <a:gd name="connsiteY1336" fmla="*/ 261666 h 640885"/>
                    <a:gd name="connsiteX1337" fmla="*/ 551535 w 591813"/>
                    <a:gd name="connsiteY1337" fmla="*/ 262004 h 640885"/>
                    <a:gd name="connsiteX1338" fmla="*/ 551152 w 591813"/>
                    <a:gd name="connsiteY1338" fmla="*/ 262341 h 640885"/>
                    <a:gd name="connsiteX1339" fmla="*/ 550747 w 591813"/>
                    <a:gd name="connsiteY1339" fmla="*/ 262678 h 640885"/>
                    <a:gd name="connsiteX1340" fmla="*/ 550365 w 591813"/>
                    <a:gd name="connsiteY1340" fmla="*/ 263016 h 640885"/>
                    <a:gd name="connsiteX1341" fmla="*/ 549960 w 591813"/>
                    <a:gd name="connsiteY1341" fmla="*/ 263353 h 640885"/>
                    <a:gd name="connsiteX1342" fmla="*/ 549578 w 591813"/>
                    <a:gd name="connsiteY1342" fmla="*/ 263713 h 640885"/>
                    <a:gd name="connsiteX1343" fmla="*/ 549173 w 591813"/>
                    <a:gd name="connsiteY1343" fmla="*/ 264050 h 640885"/>
                    <a:gd name="connsiteX1344" fmla="*/ 548768 w 591813"/>
                    <a:gd name="connsiteY1344" fmla="*/ 264388 h 640885"/>
                    <a:gd name="connsiteX1345" fmla="*/ 548386 w 591813"/>
                    <a:gd name="connsiteY1345" fmla="*/ 264747 h 640885"/>
                    <a:gd name="connsiteX1346" fmla="*/ 547981 w 591813"/>
                    <a:gd name="connsiteY1346" fmla="*/ 265085 h 640885"/>
                    <a:gd name="connsiteX1347" fmla="*/ 547599 w 591813"/>
                    <a:gd name="connsiteY1347" fmla="*/ 265422 h 640885"/>
                    <a:gd name="connsiteX1348" fmla="*/ 547194 w 591813"/>
                    <a:gd name="connsiteY1348" fmla="*/ 265782 h 640885"/>
                    <a:gd name="connsiteX1349" fmla="*/ 546812 w 591813"/>
                    <a:gd name="connsiteY1349" fmla="*/ 266119 h 640885"/>
                    <a:gd name="connsiteX1350" fmla="*/ 546407 w 591813"/>
                    <a:gd name="connsiteY1350" fmla="*/ 266479 h 640885"/>
                    <a:gd name="connsiteX1351" fmla="*/ 546024 w 591813"/>
                    <a:gd name="connsiteY1351" fmla="*/ 266816 h 640885"/>
                    <a:gd name="connsiteX1352" fmla="*/ 545620 w 591813"/>
                    <a:gd name="connsiteY1352" fmla="*/ 267176 h 640885"/>
                    <a:gd name="connsiteX1353" fmla="*/ 545215 w 591813"/>
                    <a:gd name="connsiteY1353" fmla="*/ 267536 h 640885"/>
                    <a:gd name="connsiteX1354" fmla="*/ 544832 w 591813"/>
                    <a:gd name="connsiteY1354" fmla="*/ 267873 h 640885"/>
                    <a:gd name="connsiteX1355" fmla="*/ 544427 w 591813"/>
                    <a:gd name="connsiteY1355" fmla="*/ 268233 h 640885"/>
                    <a:gd name="connsiteX1356" fmla="*/ 544045 w 591813"/>
                    <a:gd name="connsiteY1356" fmla="*/ 268593 h 640885"/>
                    <a:gd name="connsiteX1357" fmla="*/ 543641 w 591813"/>
                    <a:gd name="connsiteY1357" fmla="*/ 268953 h 640885"/>
                    <a:gd name="connsiteX1358" fmla="*/ 543258 w 591813"/>
                    <a:gd name="connsiteY1358" fmla="*/ 269313 h 640885"/>
                    <a:gd name="connsiteX1359" fmla="*/ 542853 w 591813"/>
                    <a:gd name="connsiteY1359" fmla="*/ 269695 h 640885"/>
                    <a:gd name="connsiteX1360" fmla="*/ 542471 w 591813"/>
                    <a:gd name="connsiteY1360" fmla="*/ 270055 h 640885"/>
                    <a:gd name="connsiteX1361" fmla="*/ 542066 w 591813"/>
                    <a:gd name="connsiteY1361" fmla="*/ 270415 h 640885"/>
                    <a:gd name="connsiteX1362" fmla="*/ 541661 w 591813"/>
                    <a:gd name="connsiteY1362" fmla="*/ 270775 h 640885"/>
                    <a:gd name="connsiteX1363" fmla="*/ 541279 w 591813"/>
                    <a:gd name="connsiteY1363" fmla="*/ 271134 h 640885"/>
                    <a:gd name="connsiteX1364" fmla="*/ 540875 w 591813"/>
                    <a:gd name="connsiteY1364" fmla="*/ 271494 h 640885"/>
                    <a:gd name="connsiteX1365" fmla="*/ 540492 w 591813"/>
                    <a:gd name="connsiteY1365" fmla="*/ 271854 h 640885"/>
                    <a:gd name="connsiteX1366" fmla="*/ 540087 w 591813"/>
                    <a:gd name="connsiteY1366" fmla="*/ 272214 h 640885"/>
                    <a:gd name="connsiteX1367" fmla="*/ 539705 w 591813"/>
                    <a:gd name="connsiteY1367" fmla="*/ 272574 h 640885"/>
                    <a:gd name="connsiteX1368" fmla="*/ 539300 w 591813"/>
                    <a:gd name="connsiteY1368" fmla="*/ 272934 h 640885"/>
                    <a:gd name="connsiteX1369" fmla="*/ 538918 w 591813"/>
                    <a:gd name="connsiteY1369" fmla="*/ 273293 h 640885"/>
                    <a:gd name="connsiteX1370" fmla="*/ 538513 w 591813"/>
                    <a:gd name="connsiteY1370" fmla="*/ 273653 h 640885"/>
                    <a:gd name="connsiteX1371" fmla="*/ 538108 w 591813"/>
                    <a:gd name="connsiteY1371" fmla="*/ 274013 h 640885"/>
                    <a:gd name="connsiteX1372" fmla="*/ 537726 w 591813"/>
                    <a:gd name="connsiteY1372" fmla="*/ 274373 h 640885"/>
                    <a:gd name="connsiteX1373" fmla="*/ 537321 w 591813"/>
                    <a:gd name="connsiteY1373" fmla="*/ 274710 h 640885"/>
                    <a:gd name="connsiteX1374" fmla="*/ 536939 w 591813"/>
                    <a:gd name="connsiteY1374" fmla="*/ 275070 h 640885"/>
                    <a:gd name="connsiteX1375" fmla="*/ 536534 w 591813"/>
                    <a:gd name="connsiteY1375" fmla="*/ 275430 h 640885"/>
                    <a:gd name="connsiteX1376" fmla="*/ 536151 w 591813"/>
                    <a:gd name="connsiteY1376" fmla="*/ 275790 h 640885"/>
                    <a:gd name="connsiteX1377" fmla="*/ 535747 w 591813"/>
                    <a:gd name="connsiteY1377" fmla="*/ 276150 h 640885"/>
                    <a:gd name="connsiteX1378" fmla="*/ 535342 w 591813"/>
                    <a:gd name="connsiteY1378" fmla="*/ 276487 h 640885"/>
                    <a:gd name="connsiteX1379" fmla="*/ 534959 w 591813"/>
                    <a:gd name="connsiteY1379" fmla="*/ 276847 h 640885"/>
                    <a:gd name="connsiteX1380" fmla="*/ 534555 w 591813"/>
                    <a:gd name="connsiteY1380" fmla="*/ 277207 h 640885"/>
                    <a:gd name="connsiteX1381" fmla="*/ 534172 w 591813"/>
                    <a:gd name="connsiteY1381" fmla="*/ 277544 h 640885"/>
                    <a:gd name="connsiteX1382" fmla="*/ 533767 w 591813"/>
                    <a:gd name="connsiteY1382" fmla="*/ 277904 h 640885"/>
                    <a:gd name="connsiteX1383" fmla="*/ 533385 w 591813"/>
                    <a:gd name="connsiteY1383" fmla="*/ 278264 h 640885"/>
                    <a:gd name="connsiteX1384" fmla="*/ 532981 w 591813"/>
                    <a:gd name="connsiteY1384" fmla="*/ 278623 h 640885"/>
                    <a:gd name="connsiteX1385" fmla="*/ 532598 w 591813"/>
                    <a:gd name="connsiteY1385" fmla="*/ 278983 h 640885"/>
                    <a:gd name="connsiteX1386" fmla="*/ 532193 w 591813"/>
                    <a:gd name="connsiteY1386" fmla="*/ 279343 h 640885"/>
                    <a:gd name="connsiteX1387" fmla="*/ 531789 w 591813"/>
                    <a:gd name="connsiteY1387" fmla="*/ 279703 h 640885"/>
                    <a:gd name="connsiteX1388" fmla="*/ 531406 w 591813"/>
                    <a:gd name="connsiteY1388" fmla="*/ 280085 h 640885"/>
                    <a:gd name="connsiteX1389" fmla="*/ 531001 w 591813"/>
                    <a:gd name="connsiteY1389" fmla="*/ 280445 h 640885"/>
                    <a:gd name="connsiteX1390" fmla="*/ 530619 w 591813"/>
                    <a:gd name="connsiteY1390" fmla="*/ 280805 h 640885"/>
                    <a:gd name="connsiteX1391" fmla="*/ 530214 w 591813"/>
                    <a:gd name="connsiteY1391" fmla="*/ 281187 h 640885"/>
                    <a:gd name="connsiteX1392" fmla="*/ 529832 w 591813"/>
                    <a:gd name="connsiteY1392" fmla="*/ 281547 h 640885"/>
                    <a:gd name="connsiteX1393" fmla="*/ 529427 w 591813"/>
                    <a:gd name="connsiteY1393" fmla="*/ 281907 h 640885"/>
                    <a:gd name="connsiteX1394" fmla="*/ 529045 w 591813"/>
                    <a:gd name="connsiteY1394" fmla="*/ 282289 h 640885"/>
                    <a:gd name="connsiteX1395" fmla="*/ 528640 w 591813"/>
                    <a:gd name="connsiteY1395" fmla="*/ 282649 h 640885"/>
                    <a:gd name="connsiteX1396" fmla="*/ 528235 w 591813"/>
                    <a:gd name="connsiteY1396" fmla="*/ 283031 h 640885"/>
                    <a:gd name="connsiteX1397" fmla="*/ 527853 w 591813"/>
                    <a:gd name="connsiteY1397" fmla="*/ 283391 h 640885"/>
                    <a:gd name="connsiteX1398" fmla="*/ 527448 w 591813"/>
                    <a:gd name="connsiteY1398" fmla="*/ 283774 h 640885"/>
                    <a:gd name="connsiteX1399" fmla="*/ 527066 w 591813"/>
                    <a:gd name="connsiteY1399" fmla="*/ 284133 h 640885"/>
                    <a:gd name="connsiteX1400" fmla="*/ 526661 w 591813"/>
                    <a:gd name="connsiteY1400" fmla="*/ 284516 h 640885"/>
                    <a:gd name="connsiteX1401" fmla="*/ 526278 w 591813"/>
                    <a:gd name="connsiteY1401" fmla="*/ 284898 h 640885"/>
                    <a:gd name="connsiteX1402" fmla="*/ 525874 w 591813"/>
                    <a:gd name="connsiteY1402" fmla="*/ 285258 h 640885"/>
                    <a:gd name="connsiteX1403" fmla="*/ 525491 w 591813"/>
                    <a:gd name="connsiteY1403" fmla="*/ 285640 h 640885"/>
                    <a:gd name="connsiteX1404" fmla="*/ 525087 w 591813"/>
                    <a:gd name="connsiteY1404" fmla="*/ 286000 h 640885"/>
                    <a:gd name="connsiteX1405" fmla="*/ 524682 w 591813"/>
                    <a:gd name="connsiteY1405" fmla="*/ 286382 h 640885"/>
                    <a:gd name="connsiteX1406" fmla="*/ 524299 w 591813"/>
                    <a:gd name="connsiteY1406" fmla="*/ 286742 h 640885"/>
                    <a:gd name="connsiteX1407" fmla="*/ 523895 w 591813"/>
                    <a:gd name="connsiteY1407" fmla="*/ 287124 h 640885"/>
                    <a:gd name="connsiteX1408" fmla="*/ 523535 w 591813"/>
                    <a:gd name="connsiteY1408" fmla="*/ 287507 h 640885"/>
                    <a:gd name="connsiteX1409" fmla="*/ 523107 w 591813"/>
                    <a:gd name="connsiteY1409" fmla="*/ 287867 h 640885"/>
                    <a:gd name="connsiteX1410" fmla="*/ 522748 w 591813"/>
                    <a:gd name="connsiteY1410" fmla="*/ 288249 h 640885"/>
                    <a:gd name="connsiteX1411" fmla="*/ 522343 w 591813"/>
                    <a:gd name="connsiteY1411" fmla="*/ 288631 h 640885"/>
                    <a:gd name="connsiteX1412" fmla="*/ 521938 w 591813"/>
                    <a:gd name="connsiteY1412" fmla="*/ 288991 h 640885"/>
                    <a:gd name="connsiteX1413" fmla="*/ 521556 w 591813"/>
                    <a:gd name="connsiteY1413" fmla="*/ 289373 h 640885"/>
                    <a:gd name="connsiteX1414" fmla="*/ 521151 w 591813"/>
                    <a:gd name="connsiteY1414" fmla="*/ 289756 h 640885"/>
                    <a:gd name="connsiteX1415" fmla="*/ 520768 w 591813"/>
                    <a:gd name="connsiteY1415" fmla="*/ 290116 h 640885"/>
                    <a:gd name="connsiteX1416" fmla="*/ 520364 w 591813"/>
                    <a:gd name="connsiteY1416" fmla="*/ 290498 h 640885"/>
                    <a:gd name="connsiteX1417" fmla="*/ 519982 w 591813"/>
                    <a:gd name="connsiteY1417" fmla="*/ 290880 h 640885"/>
                    <a:gd name="connsiteX1418" fmla="*/ 519576 w 591813"/>
                    <a:gd name="connsiteY1418" fmla="*/ 291263 h 640885"/>
                    <a:gd name="connsiteX1419" fmla="*/ 519194 w 591813"/>
                    <a:gd name="connsiteY1419" fmla="*/ 291645 h 640885"/>
                    <a:gd name="connsiteX1420" fmla="*/ 518790 w 591813"/>
                    <a:gd name="connsiteY1420" fmla="*/ 292027 h 640885"/>
                    <a:gd name="connsiteX1421" fmla="*/ 518385 w 591813"/>
                    <a:gd name="connsiteY1421" fmla="*/ 292410 h 640885"/>
                    <a:gd name="connsiteX1422" fmla="*/ 518002 w 591813"/>
                    <a:gd name="connsiteY1422" fmla="*/ 292792 h 640885"/>
                    <a:gd name="connsiteX1423" fmla="*/ 517598 w 591813"/>
                    <a:gd name="connsiteY1423" fmla="*/ 293174 h 640885"/>
                    <a:gd name="connsiteX1424" fmla="*/ 517215 w 591813"/>
                    <a:gd name="connsiteY1424" fmla="*/ 293579 h 640885"/>
                    <a:gd name="connsiteX1425" fmla="*/ 516810 w 591813"/>
                    <a:gd name="connsiteY1425" fmla="*/ 293961 h 640885"/>
                    <a:gd name="connsiteX1426" fmla="*/ 516428 w 591813"/>
                    <a:gd name="connsiteY1426" fmla="*/ 294344 h 640885"/>
                    <a:gd name="connsiteX1427" fmla="*/ 516023 w 591813"/>
                    <a:gd name="connsiteY1427" fmla="*/ 294748 h 640885"/>
                    <a:gd name="connsiteX1428" fmla="*/ 515641 w 591813"/>
                    <a:gd name="connsiteY1428" fmla="*/ 295131 h 640885"/>
                    <a:gd name="connsiteX1429" fmla="*/ 515236 w 591813"/>
                    <a:gd name="connsiteY1429" fmla="*/ 295536 h 640885"/>
                    <a:gd name="connsiteX1430" fmla="*/ 514831 w 591813"/>
                    <a:gd name="connsiteY1430" fmla="*/ 295940 h 640885"/>
                    <a:gd name="connsiteX1431" fmla="*/ 514449 w 591813"/>
                    <a:gd name="connsiteY1431" fmla="*/ 296323 h 640885"/>
                    <a:gd name="connsiteX1432" fmla="*/ 514044 w 591813"/>
                    <a:gd name="connsiteY1432" fmla="*/ 296728 h 640885"/>
                    <a:gd name="connsiteX1433" fmla="*/ 513662 w 591813"/>
                    <a:gd name="connsiteY1433" fmla="*/ 297110 h 640885"/>
                    <a:gd name="connsiteX1434" fmla="*/ 513257 w 591813"/>
                    <a:gd name="connsiteY1434" fmla="*/ 297515 h 640885"/>
                    <a:gd name="connsiteX1435" fmla="*/ 512875 w 591813"/>
                    <a:gd name="connsiteY1435" fmla="*/ 297919 h 640885"/>
                    <a:gd name="connsiteX1436" fmla="*/ 512470 w 591813"/>
                    <a:gd name="connsiteY1436" fmla="*/ 298302 h 640885"/>
                    <a:gd name="connsiteX1437" fmla="*/ 512088 w 591813"/>
                    <a:gd name="connsiteY1437" fmla="*/ 298707 h 640885"/>
                    <a:gd name="connsiteX1438" fmla="*/ 511683 w 591813"/>
                    <a:gd name="connsiteY1438" fmla="*/ 299089 h 640885"/>
                    <a:gd name="connsiteX1439" fmla="*/ 511278 w 591813"/>
                    <a:gd name="connsiteY1439" fmla="*/ 299494 h 640885"/>
                    <a:gd name="connsiteX1440" fmla="*/ 510896 w 591813"/>
                    <a:gd name="connsiteY1440" fmla="*/ 299876 h 640885"/>
                    <a:gd name="connsiteX1441" fmla="*/ 510491 w 591813"/>
                    <a:gd name="connsiteY1441" fmla="*/ 300258 h 640885"/>
                    <a:gd name="connsiteX1442" fmla="*/ 510108 w 591813"/>
                    <a:gd name="connsiteY1442" fmla="*/ 300663 h 640885"/>
                    <a:gd name="connsiteX1443" fmla="*/ 509704 w 591813"/>
                    <a:gd name="connsiteY1443" fmla="*/ 301046 h 640885"/>
                    <a:gd name="connsiteX1444" fmla="*/ 509322 w 591813"/>
                    <a:gd name="connsiteY1444" fmla="*/ 301450 h 640885"/>
                    <a:gd name="connsiteX1445" fmla="*/ 508916 w 591813"/>
                    <a:gd name="connsiteY1445" fmla="*/ 301833 h 640885"/>
                    <a:gd name="connsiteX1446" fmla="*/ 508534 w 591813"/>
                    <a:gd name="connsiteY1446" fmla="*/ 302215 h 640885"/>
                    <a:gd name="connsiteX1447" fmla="*/ 508130 w 591813"/>
                    <a:gd name="connsiteY1447" fmla="*/ 302620 h 640885"/>
                    <a:gd name="connsiteX1448" fmla="*/ 507724 w 591813"/>
                    <a:gd name="connsiteY1448" fmla="*/ 303002 h 640885"/>
                    <a:gd name="connsiteX1449" fmla="*/ 507342 w 591813"/>
                    <a:gd name="connsiteY1449" fmla="*/ 303407 h 640885"/>
                    <a:gd name="connsiteX1450" fmla="*/ 506938 w 591813"/>
                    <a:gd name="connsiteY1450" fmla="*/ 303789 h 640885"/>
                    <a:gd name="connsiteX1451" fmla="*/ 506555 w 591813"/>
                    <a:gd name="connsiteY1451" fmla="*/ 304172 h 640885"/>
                    <a:gd name="connsiteX1452" fmla="*/ 506150 w 591813"/>
                    <a:gd name="connsiteY1452" fmla="*/ 304576 h 640885"/>
                    <a:gd name="connsiteX1453" fmla="*/ 505768 w 591813"/>
                    <a:gd name="connsiteY1453" fmla="*/ 304959 h 640885"/>
                    <a:gd name="connsiteX1454" fmla="*/ 505363 w 591813"/>
                    <a:gd name="connsiteY1454" fmla="*/ 305364 h 640885"/>
                    <a:gd name="connsiteX1455" fmla="*/ 504958 w 591813"/>
                    <a:gd name="connsiteY1455" fmla="*/ 305746 h 640885"/>
                    <a:gd name="connsiteX1456" fmla="*/ 504576 w 591813"/>
                    <a:gd name="connsiteY1456" fmla="*/ 306128 h 640885"/>
                    <a:gd name="connsiteX1457" fmla="*/ 504171 w 591813"/>
                    <a:gd name="connsiteY1457" fmla="*/ 306533 h 640885"/>
                    <a:gd name="connsiteX1458" fmla="*/ 503789 w 591813"/>
                    <a:gd name="connsiteY1458" fmla="*/ 306915 h 640885"/>
                    <a:gd name="connsiteX1459" fmla="*/ 503384 w 591813"/>
                    <a:gd name="connsiteY1459" fmla="*/ 307320 h 640885"/>
                    <a:gd name="connsiteX1460" fmla="*/ 503002 w 591813"/>
                    <a:gd name="connsiteY1460" fmla="*/ 307702 h 640885"/>
                    <a:gd name="connsiteX1461" fmla="*/ 502597 w 591813"/>
                    <a:gd name="connsiteY1461" fmla="*/ 308085 h 640885"/>
                    <a:gd name="connsiteX1462" fmla="*/ 502214 w 591813"/>
                    <a:gd name="connsiteY1462" fmla="*/ 308490 h 640885"/>
                    <a:gd name="connsiteX1463" fmla="*/ 501810 w 591813"/>
                    <a:gd name="connsiteY1463" fmla="*/ 308872 h 640885"/>
                    <a:gd name="connsiteX1464" fmla="*/ 501405 w 591813"/>
                    <a:gd name="connsiteY1464" fmla="*/ 309277 h 640885"/>
                    <a:gd name="connsiteX1465" fmla="*/ 501022 w 591813"/>
                    <a:gd name="connsiteY1465" fmla="*/ 309659 h 640885"/>
                    <a:gd name="connsiteX1466" fmla="*/ 500618 w 591813"/>
                    <a:gd name="connsiteY1466" fmla="*/ 310064 h 640885"/>
                    <a:gd name="connsiteX1467" fmla="*/ 500236 w 591813"/>
                    <a:gd name="connsiteY1467" fmla="*/ 310446 h 640885"/>
                    <a:gd name="connsiteX1468" fmla="*/ 499831 w 591813"/>
                    <a:gd name="connsiteY1468" fmla="*/ 310828 h 640885"/>
                    <a:gd name="connsiteX1469" fmla="*/ 499448 w 591813"/>
                    <a:gd name="connsiteY1469" fmla="*/ 311233 h 640885"/>
                    <a:gd name="connsiteX1470" fmla="*/ 499044 w 591813"/>
                    <a:gd name="connsiteY1470" fmla="*/ 311616 h 640885"/>
                    <a:gd name="connsiteX1471" fmla="*/ 498662 w 591813"/>
                    <a:gd name="connsiteY1471" fmla="*/ 311998 h 640885"/>
                    <a:gd name="connsiteX1472" fmla="*/ 498256 w 591813"/>
                    <a:gd name="connsiteY1472" fmla="*/ 312380 h 640885"/>
                    <a:gd name="connsiteX1473" fmla="*/ 497852 w 591813"/>
                    <a:gd name="connsiteY1473" fmla="*/ 312763 h 640885"/>
                    <a:gd name="connsiteX1474" fmla="*/ 497469 w 591813"/>
                    <a:gd name="connsiteY1474" fmla="*/ 313145 h 640885"/>
                    <a:gd name="connsiteX1475" fmla="*/ 497064 w 591813"/>
                    <a:gd name="connsiteY1475" fmla="*/ 313527 h 640885"/>
                    <a:gd name="connsiteX1476" fmla="*/ 496682 w 591813"/>
                    <a:gd name="connsiteY1476" fmla="*/ 313910 h 640885"/>
                    <a:gd name="connsiteX1477" fmla="*/ 496277 w 591813"/>
                    <a:gd name="connsiteY1477" fmla="*/ 314292 h 640885"/>
                    <a:gd name="connsiteX1478" fmla="*/ 495895 w 591813"/>
                    <a:gd name="connsiteY1478" fmla="*/ 314697 h 640885"/>
                    <a:gd name="connsiteX1479" fmla="*/ 495490 w 591813"/>
                    <a:gd name="connsiteY1479" fmla="*/ 315079 h 640885"/>
                    <a:gd name="connsiteX1480" fmla="*/ 495108 w 591813"/>
                    <a:gd name="connsiteY1480" fmla="*/ 315461 h 640885"/>
                    <a:gd name="connsiteX1481" fmla="*/ 494703 w 591813"/>
                    <a:gd name="connsiteY1481" fmla="*/ 315844 h 640885"/>
                    <a:gd name="connsiteX1482" fmla="*/ 494298 w 591813"/>
                    <a:gd name="connsiteY1482" fmla="*/ 316226 h 640885"/>
                    <a:gd name="connsiteX1483" fmla="*/ 493916 w 591813"/>
                    <a:gd name="connsiteY1483" fmla="*/ 316608 h 640885"/>
                    <a:gd name="connsiteX1484" fmla="*/ 493511 w 591813"/>
                    <a:gd name="connsiteY1484" fmla="*/ 317013 h 640885"/>
                    <a:gd name="connsiteX1485" fmla="*/ 493129 w 591813"/>
                    <a:gd name="connsiteY1485" fmla="*/ 317395 h 640885"/>
                    <a:gd name="connsiteX1486" fmla="*/ 492724 w 591813"/>
                    <a:gd name="connsiteY1486" fmla="*/ 317778 h 640885"/>
                    <a:gd name="connsiteX1487" fmla="*/ 492342 w 591813"/>
                    <a:gd name="connsiteY1487" fmla="*/ 318160 h 640885"/>
                    <a:gd name="connsiteX1488" fmla="*/ 491937 w 591813"/>
                    <a:gd name="connsiteY1488" fmla="*/ 318542 h 640885"/>
                    <a:gd name="connsiteX1489" fmla="*/ 491532 w 591813"/>
                    <a:gd name="connsiteY1489" fmla="*/ 318925 h 640885"/>
                    <a:gd name="connsiteX1490" fmla="*/ 491150 w 591813"/>
                    <a:gd name="connsiteY1490" fmla="*/ 319307 h 640885"/>
                    <a:gd name="connsiteX1491" fmla="*/ 490745 w 591813"/>
                    <a:gd name="connsiteY1491" fmla="*/ 319689 h 640885"/>
                    <a:gd name="connsiteX1492" fmla="*/ 490362 w 591813"/>
                    <a:gd name="connsiteY1492" fmla="*/ 320072 h 640885"/>
                    <a:gd name="connsiteX1493" fmla="*/ 489958 w 591813"/>
                    <a:gd name="connsiteY1493" fmla="*/ 320477 h 640885"/>
                    <a:gd name="connsiteX1494" fmla="*/ 489576 w 591813"/>
                    <a:gd name="connsiteY1494" fmla="*/ 320859 h 640885"/>
                    <a:gd name="connsiteX1495" fmla="*/ 489170 w 591813"/>
                    <a:gd name="connsiteY1495" fmla="*/ 321241 h 640885"/>
                    <a:gd name="connsiteX1496" fmla="*/ 488788 w 591813"/>
                    <a:gd name="connsiteY1496" fmla="*/ 321623 h 640885"/>
                    <a:gd name="connsiteX1497" fmla="*/ 488384 w 591813"/>
                    <a:gd name="connsiteY1497" fmla="*/ 322006 h 640885"/>
                    <a:gd name="connsiteX1498" fmla="*/ 487979 w 591813"/>
                    <a:gd name="connsiteY1498" fmla="*/ 322388 h 640885"/>
                    <a:gd name="connsiteX1499" fmla="*/ 487596 w 591813"/>
                    <a:gd name="connsiteY1499" fmla="*/ 322770 h 640885"/>
                    <a:gd name="connsiteX1500" fmla="*/ 487192 w 591813"/>
                    <a:gd name="connsiteY1500" fmla="*/ 323153 h 640885"/>
                    <a:gd name="connsiteX1501" fmla="*/ 486809 w 591813"/>
                    <a:gd name="connsiteY1501" fmla="*/ 323535 h 640885"/>
                    <a:gd name="connsiteX1502" fmla="*/ 486404 w 591813"/>
                    <a:gd name="connsiteY1502" fmla="*/ 323917 h 640885"/>
                    <a:gd name="connsiteX1503" fmla="*/ 486022 w 591813"/>
                    <a:gd name="connsiteY1503" fmla="*/ 324300 h 640885"/>
                    <a:gd name="connsiteX1504" fmla="*/ 485617 w 591813"/>
                    <a:gd name="connsiteY1504" fmla="*/ 324705 h 640885"/>
                    <a:gd name="connsiteX1505" fmla="*/ 485235 w 591813"/>
                    <a:gd name="connsiteY1505" fmla="*/ 325087 h 640885"/>
                    <a:gd name="connsiteX1506" fmla="*/ 484830 w 591813"/>
                    <a:gd name="connsiteY1506" fmla="*/ 325492 h 640885"/>
                    <a:gd name="connsiteX1507" fmla="*/ 484425 w 591813"/>
                    <a:gd name="connsiteY1507" fmla="*/ 325897 h 640885"/>
                    <a:gd name="connsiteX1508" fmla="*/ 484043 w 591813"/>
                    <a:gd name="connsiteY1508" fmla="*/ 326301 h 640885"/>
                    <a:gd name="connsiteX1509" fmla="*/ 483638 w 591813"/>
                    <a:gd name="connsiteY1509" fmla="*/ 326706 h 640885"/>
                    <a:gd name="connsiteX1510" fmla="*/ 483256 w 591813"/>
                    <a:gd name="connsiteY1510" fmla="*/ 327111 h 640885"/>
                    <a:gd name="connsiteX1511" fmla="*/ 482851 w 591813"/>
                    <a:gd name="connsiteY1511" fmla="*/ 327516 h 640885"/>
                    <a:gd name="connsiteX1512" fmla="*/ 482469 w 591813"/>
                    <a:gd name="connsiteY1512" fmla="*/ 327921 h 640885"/>
                    <a:gd name="connsiteX1513" fmla="*/ 482064 w 591813"/>
                    <a:gd name="connsiteY1513" fmla="*/ 328325 h 640885"/>
                    <a:gd name="connsiteX1514" fmla="*/ 481682 w 591813"/>
                    <a:gd name="connsiteY1514" fmla="*/ 328730 h 640885"/>
                    <a:gd name="connsiteX1515" fmla="*/ 481277 w 591813"/>
                    <a:gd name="connsiteY1515" fmla="*/ 329157 h 640885"/>
                    <a:gd name="connsiteX1516" fmla="*/ 480872 w 591813"/>
                    <a:gd name="connsiteY1516" fmla="*/ 329562 h 640885"/>
                    <a:gd name="connsiteX1517" fmla="*/ 480490 w 591813"/>
                    <a:gd name="connsiteY1517" fmla="*/ 329990 h 640885"/>
                    <a:gd name="connsiteX1518" fmla="*/ 480085 w 591813"/>
                    <a:gd name="connsiteY1518" fmla="*/ 330394 h 640885"/>
                    <a:gd name="connsiteX1519" fmla="*/ 479702 w 591813"/>
                    <a:gd name="connsiteY1519" fmla="*/ 330822 h 640885"/>
                    <a:gd name="connsiteX1520" fmla="*/ 479298 w 591813"/>
                    <a:gd name="connsiteY1520" fmla="*/ 331227 h 640885"/>
                    <a:gd name="connsiteX1521" fmla="*/ 478916 w 591813"/>
                    <a:gd name="connsiteY1521" fmla="*/ 331654 h 640885"/>
                    <a:gd name="connsiteX1522" fmla="*/ 478510 w 591813"/>
                    <a:gd name="connsiteY1522" fmla="*/ 332081 h 640885"/>
                    <a:gd name="connsiteX1523" fmla="*/ 478128 w 591813"/>
                    <a:gd name="connsiteY1523" fmla="*/ 332486 h 640885"/>
                    <a:gd name="connsiteX1524" fmla="*/ 477724 w 591813"/>
                    <a:gd name="connsiteY1524" fmla="*/ 332913 h 640885"/>
                    <a:gd name="connsiteX1525" fmla="*/ 477319 w 591813"/>
                    <a:gd name="connsiteY1525" fmla="*/ 333341 h 640885"/>
                    <a:gd name="connsiteX1526" fmla="*/ 476936 w 591813"/>
                    <a:gd name="connsiteY1526" fmla="*/ 333768 h 640885"/>
                    <a:gd name="connsiteX1527" fmla="*/ 476532 w 591813"/>
                    <a:gd name="connsiteY1527" fmla="*/ 334195 h 640885"/>
                    <a:gd name="connsiteX1528" fmla="*/ 476149 w 591813"/>
                    <a:gd name="connsiteY1528" fmla="*/ 334622 h 640885"/>
                    <a:gd name="connsiteX1529" fmla="*/ 475744 w 591813"/>
                    <a:gd name="connsiteY1529" fmla="*/ 335050 h 640885"/>
                    <a:gd name="connsiteX1530" fmla="*/ 475362 w 591813"/>
                    <a:gd name="connsiteY1530" fmla="*/ 335477 h 640885"/>
                    <a:gd name="connsiteX1531" fmla="*/ 474957 w 591813"/>
                    <a:gd name="connsiteY1531" fmla="*/ 335927 h 640885"/>
                    <a:gd name="connsiteX1532" fmla="*/ 474552 w 591813"/>
                    <a:gd name="connsiteY1532" fmla="*/ 336354 h 640885"/>
                    <a:gd name="connsiteX1533" fmla="*/ 474170 w 591813"/>
                    <a:gd name="connsiteY1533" fmla="*/ 336781 h 640885"/>
                    <a:gd name="connsiteX1534" fmla="*/ 473765 w 591813"/>
                    <a:gd name="connsiteY1534" fmla="*/ 337209 h 640885"/>
                    <a:gd name="connsiteX1535" fmla="*/ 473383 w 591813"/>
                    <a:gd name="connsiteY1535" fmla="*/ 337659 h 640885"/>
                    <a:gd name="connsiteX1536" fmla="*/ 472978 w 591813"/>
                    <a:gd name="connsiteY1536" fmla="*/ 338086 h 640885"/>
                    <a:gd name="connsiteX1537" fmla="*/ 472596 w 591813"/>
                    <a:gd name="connsiteY1537" fmla="*/ 338513 h 640885"/>
                    <a:gd name="connsiteX1538" fmla="*/ 472191 w 591813"/>
                    <a:gd name="connsiteY1538" fmla="*/ 338940 h 640885"/>
                    <a:gd name="connsiteX1539" fmla="*/ 471809 w 591813"/>
                    <a:gd name="connsiteY1539" fmla="*/ 339390 h 640885"/>
                    <a:gd name="connsiteX1540" fmla="*/ 471404 w 591813"/>
                    <a:gd name="connsiteY1540" fmla="*/ 339840 h 640885"/>
                    <a:gd name="connsiteX1541" fmla="*/ 470999 w 591813"/>
                    <a:gd name="connsiteY1541" fmla="*/ 340267 h 640885"/>
                    <a:gd name="connsiteX1542" fmla="*/ 470617 w 591813"/>
                    <a:gd name="connsiteY1542" fmla="*/ 340717 h 640885"/>
                    <a:gd name="connsiteX1543" fmla="*/ 470212 w 591813"/>
                    <a:gd name="connsiteY1543" fmla="*/ 341167 h 640885"/>
                    <a:gd name="connsiteX1544" fmla="*/ 469830 w 591813"/>
                    <a:gd name="connsiteY1544" fmla="*/ 341639 h 640885"/>
                    <a:gd name="connsiteX1545" fmla="*/ 469425 w 591813"/>
                    <a:gd name="connsiteY1545" fmla="*/ 342089 h 640885"/>
                    <a:gd name="connsiteX1546" fmla="*/ 469042 w 591813"/>
                    <a:gd name="connsiteY1546" fmla="*/ 342539 h 640885"/>
                    <a:gd name="connsiteX1547" fmla="*/ 468638 w 591813"/>
                    <a:gd name="connsiteY1547" fmla="*/ 342989 h 640885"/>
                    <a:gd name="connsiteX1548" fmla="*/ 468256 w 591813"/>
                    <a:gd name="connsiteY1548" fmla="*/ 343438 h 640885"/>
                    <a:gd name="connsiteX1549" fmla="*/ 467850 w 591813"/>
                    <a:gd name="connsiteY1549" fmla="*/ 343888 h 640885"/>
                    <a:gd name="connsiteX1550" fmla="*/ 467446 w 591813"/>
                    <a:gd name="connsiteY1550" fmla="*/ 344338 h 640885"/>
                    <a:gd name="connsiteX1551" fmla="*/ 467064 w 591813"/>
                    <a:gd name="connsiteY1551" fmla="*/ 344810 h 640885"/>
                    <a:gd name="connsiteX1552" fmla="*/ 466659 w 591813"/>
                    <a:gd name="connsiteY1552" fmla="*/ 345260 h 640885"/>
                    <a:gd name="connsiteX1553" fmla="*/ 466276 w 591813"/>
                    <a:gd name="connsiteY1553" fmla="*/ 345710 h 640885"/>
                    <a:gd name="connsiteX1554" fmla="*/ 465872 w 591813"/>
                    <a:gd name="connsiteY1554" fmla="*/ 346182 h 640885"/>
                    <a:gd name="connsiteX1555" fmla="*/ 465489 w 591813"/>
                    <a:gd name="connsiteY1555" fmla="*/ 346632 h 640885"/>
                    <a:gd name="connsiteX1556" fmla="*/ 465084 w 591813"/>
                    <a:gd name="connsiteY1556" fmla="*/ 347082 h 640885"/>
                    <a:gd name="connsiteX1557" fmla="*/ 464702 w 591813"/>
                    <a:gd name="connsiteY1557" fmla="*/ 347554 h 640885"/>
                    <a:gd name="connsiteX1558" fmla="*/ 464297 w 591813"/>
                    <a:gd name="connsiteY1558" fmla="*/ 348004 h 640885"/>
                    <a:gd name="connsiteX1559" fmla="*/ 463892 w 591813"/>
                    <a:gd name="connsiteY1559" fmla="*/ 348454 h 640885"/>
                    <a:gd name="connsiteX1560" fmla="*/ 463510 w 591813"/>
                    <a:gd name="connsiteY1560" fmla="*/ 348903 h 640885"/>
                    <a:gd name="connsiteX1561" fmla="*/ 463105 w 591813"/>
                    <a:gd name="connsiteY1561" fmla="*/ 349376 h 640885"/>
                    <a:gd name="connsiteX1562" fmla="*/ 462723 w 591813"/>
                    <a:gd name="connsiteY1562" fmla="*/ 349825 h 640885"/>
                    <a:gd name="connsiteX1563" fmla="*/ 462318 w 591813"/>
                    <a:gd name="connsiteY1563" fmla="*/ 350275 h 640885"/>
                    <a:gd name="connsiteX1564" fmla="*/ 461936 w 591813"/>
                    <a:gd name="connsiteY1564" fmla="*/ 350725 h 640885"/>
                    <a:gd name="connsiteX1565" fmla="*/ 461531 w 591813"/>
                    <a:gd name="connsiteY1565" fmla="*/ 351197 h 640885"/>
                    <a:gd name="connsiteX1566" fmla="*/ 461126 w 591813"/>
                    <a:gd name="connsiteY1566" fmla="*/ 351647 h 640885"/>
                    <a:gd name="connsiteX1567" fmla="*/ 460744 w 591813"/>
                    <a:gd name="connsiteY1567" fmla="*/ 352097 h 640885"/>
                    <a:gd name="connsiteX1568" fmla="*/ 460339 w 591813"/>
                    <a:gd name="connsiteY1568" fmla="*/ 352569 h 640885"/>
                    <a:gd name="connsiteX1569" fmla="*/ 459956 w 591813"/>
                    <a:gd name="connsiteY1569" fmla="*/ 353041 h 640885"/>
                    <a:gd name="connsiteX1570" fmla="*/ 459552 w 591813"/>
                    <a:gd name="connsiteY1570" fmla="*/ 353491 h 640885"/>
                    <a:gd name="connsiteX1571" fmla="*/ 459170 w 591813"/>
                    <a:gd name="connsiteY1571" fmla="*/ 353963 h 640885"/>
                    <a:gd name="connsiteX1572" fmla="*/ 458765 w 591813"/>
                    <a:gd name="connsiteY1572" fmla="*/ 354436 h 640885"/>
                    <a:gd name="connsiteX1573" fmla="*/ 458382 w 591813"/>
                    <a:gd name="connsiteY1573" fmla="*/ 354886 h 640885"/>
                    <a:gd name="connsiteX1574" fmla="*/ 457978 w 591813"/>
                    <a:gd name="connsiteY1574" fmla="*/ 355358 h 640885"/>
                    <a:gd name="connsiteX1575" fmla="*/ 457573 w 591813"/>
                    <a:gd name="connsiteY1575" fmla="*/ 355830 h 640885"/>
                    <a:gd name="connsiteX1576" fmla="*/ 457190 w 591813"/>
                    <a:gd name="connsiteY1576" fmla="*/ 356302 h 640885"/>
                    <a:gd name="connsiteX1577" fmla="*/ 456786 w 591813"/>
                    <a:gd name="connsiteY1577" fmla="*/ 356775 h 640885"/>
                    <a:gd name="connsiteX1578" fmla="*/ 456403 w 591813"/>
                    <a:gd name="connsiteY1578" fmla="*/ 357247 h 640885"/>
                    <a:gd name="connsiteX1579" fmla="*/ 455998 w 591813"/>
                    <a:gd name="connsiteY1579" fmla="*/ 357719 h 640885"/>
                    <a:gd name="connsiteX1580" fmla="*/ 455616 w 591813"/>
                    <a:gd name="connsiteY1580" fmla="*/ 358192 h 640885"/>
                    <a:gd name="connsiteX1581" fmla="*/ 455211 w 591813"/>
                    <a:gd name="connsiteY1581" fmla="*/ 358686 h 640885"/>
                    <a:gd name="connsiteX1582" fmla="*/ 454829 w 591813"/>
                    <a:gd name="connsiteY1582" fmla="*/ 359159 h 640885"/>
                    <a:gd name="connsiteX1583" fmla="*/ 454424 w 591813"/>
                    <a:gd name="connsiteY1583" fmla="*/ 359631 h 640885"/>
                    <a:gd name="connsiteX1584" fmla="*/ 454019 w 591813"/>
                    <a:gd name="connsiteY1584" fmla="*/ 360126 h 640885"/>
                    <a:gd name="connsiteX1585" fmla="*/ 453637 w 591813"/>
                    <a:gd name="connsiteY1585" fmla="*/ 360598 h 640885"/>
                    <a:gd name="connsiteX1586" fmla="*/ 453232 w 591813"/>
                    <a:gd name="connsiteY1586" fmla="*/ 361093 h 640885"/>
                    <a:gd name="connsiteX1587" fmla="*/ 452850 w 591813"/>
                    <a:gd name="connsiteY1587" fmla="*/ 361565 h 640885"/>
                    <a:gd name="connsiteX1588" fmla="*/ 452445 w 591813"/>
                    <a:gd name="connsiteY1588" fmla="*/ 362037 h 640885"/>
                    <a:gd name="connsiteX1589" fmla="*/ 452063 w 591813"/>
                    <a:gd name="connsiteY1589" fmla="*/ 362532 h 640885"/>
                    <a:gd name="connsiteX1590" fmla="*/ 451658 w 591813"/>
                    <a:gd name="connsiteY1590" fmla="*/ 363004 h 640885"/>
                    <a:gd name="connsiteX1591" fmla="*/ 451276 w 591813"/>
                    <a:gd name="connsiteY1591" fmla="*/ 363477 h 640885"/>
                    <a:gd name="connsiteX1592" fmla="*/ 450871 w 591813"/>
                    <a:gd name="connsiteY1592" fmla="*/ 363971 h 640885"/>
                    <a:gd name="connsiteX1593" fmla="*/ 450466 w 591813"/>
                    <a:gd name="connsiteY1593" fmla="*/ 364444 h 640885"/>
                    <a:gd name="connsiteX1594" fmla="*/ 450084 w 591813"/>
                    <a:gd name="connsiteY1594" fmla="*/ 364938 h 640885"/>
                    <a:gd name="connsiteX1595" fmla="*/ 449679 w 591813"/>
                    <a:gd name="connsiteY1595" fmla="*/ 365433 h 640885"/>
                    <a:gd name="connsiteX1596" fmla="*/ 449296 w 591813"/>
                    <a:gd name="connsiteY1596" fmla="*/ 365905 h 640885"/>
                    <a:gd name="connsiteX1597" fmla="*/ 448892 w 591813"/>
                    <a:gd name="connsiteY1597" fmla="*/ 366400 h 640885"/>
                    <a:gd name="connsiteX1598" fmla="*/ 448510 w 591813"/>
                    <a:gd name="connsiteY1598" fmla="*/ 366895 h 640885"/>
                    <a:gd name="connsiteX1599" fmla="*/ 448105 w 591813"/>
                    <a:gd name="connsiteY1599" fmla="*/ 367390 h 640885"/>
                    <a:gd name="connsiteX1600" fmla="*/ 447722 w 591813"/>
                    <a:gd name="connsiteY1600" fmla="*/ 367885 h 640885"/>
                    <a:gd name="connsiteX1601" fmla="*/ 447318 w 591813"/>
                    <a:gd name="connsiteY1601" fmla="*/ 368379 h 640885"/>
                    <a:gd name="connsiteX1602" fmla="*/ 446913 w 591813"/>
                    <a:gd name="connsiteY1602" fmla="*/ 368874 h 640885"/>
                    <a:gd name="connsiteX1603" fmla="*/ 446530 w 591813"/>
                    <a:gd name="connsiteY1603" fmla="*/ 369369 h 640885"/>
                    <a:gd name="connsiteX1604" fmla="*/ 446126 w 591813"/>
                    <a:gd name="connsiteY1604" fmla="*/ 369864 h 640885"/>
                    <a:gd name="connsiteX1605" fmla="*/ 445743 w 591813"/>
                    <a:gd name="connsiteY1605" fmla="*/ 370381 h 640885"/>
                    <a:gd name="connsiteX1606" fmla="*/ 445338 w 591813"/>
                    <a:gd name="connsiteY1606" fmla="*/ 370876 h 640885"/>
                    <a:gd name="connsiteX1607" fmla="*/ 444956 w 591813"/>
                    <a:gd name="connsiteY1607" fmla="*/ 371393 h 640885"/>
                    <a:gd name="connsiteX1608" fmla="*/ 444551 w 591813"/>
                    <a:gd name="connsiteY1608" fmla="*/ 371910 h 640885"/>
                    <a:gd name="connsiteX1609" fmla="*/ 444147 w 591813"/>
                    <a:gd name="connsiteY1609" fmla="*/ 372427 h 640885"/>
                    <a:gd name="connsiteX1610" fmla="*/ 443764 w 591813"/>
                    <a:gd name="connsiteY1610" fmla="*/ 372922 h 640885"/>
                    <a:gd name="connsiteX1611" fmla="*/ 443359 w 591813"/>
                    <a:gd name="connsiteY1611" fmla="*/ 373439 h 640885"/>
                    <a:gd name="connsiteX1612" fmla="*/ 442977 w 591813"/>
                    <a:gd name="connsiteY1612" fmla="*/ 373979 h 640885"/>
                    <a:gd name="connsiteX1613" fmla="*/ 442572 w 591813"/>
                    <a:gd name="connsiteY1613" fmla="*/ 374496 h 640885"/>
                    <a:gd name="connsiteX1614" fmla="*/ 442190 w 591813"/>
                    <a:gd name="connsiteY1614" fmla="*/ 375014 h 640885"/>
                    <a:gd name="connsiteX1615" fmla="*/ 441785 w 591813"/>
                    <a:gd name="connsiteY1615" fmla="*/ 375554 h 640885"/>
                    <a:gd name="connsiteX1616" fmla="*/ 441403 w 591813"/>
                    <a:gd name="connsiteY1616" fmla="*/ 376071 h 640885"/>
                    <a:gd name="connsiteX1617" fmla="*/ 440998 w 591813"/>
                    <a:gd name="connsiteY1617" fmla="*/ 376610 h 640885"/>
                    <a:gd name="connsiteX1618" fmla="*/ 440593 w 591813"/>
                    <a:gd name="connsiteY1618" fmla="*/ 377150 h 640885"/>
                    <a:gd name="connsiteX1619" fmla="*/ 440211 w 591813"/>
                    <a:gd name="connsiteY1619" fmla="*/ 377667 h 640885"/>
                    <a:gd name="connsiteX1620" fmla="*/ 439806 w 591813"/>
                    <a:gd name="connsiteY1620" fmla="*/ 378207 h 640885"/>
                    <a:gd name="connsiteX1621" fmla="*/ 439424 w 591813"/>
                    <a:gd name="connsiteY1621" fmla="*/ 378747 h 640885"/>
                    <a:gd name="connsiteX1622" fmla="*/ 439019 w 591813"/>
                    <a:gd name="connsiteY1622" fmla="*/ 379264 h 640885"/>
                    <a:gd name="connsiteX1623" fmla="*/ 438636 w 591813"/>
                    <a:gd name="connsiteY1623" fmla="*/ 379804 h 640885"/>
                    <a:gd name="connsiteX1624" fmla="*/ 438232 w 591813"/>
                    <a:gd name="connsiteY1624" fmla="*/ 380344 h 640885"/>
                    <a:gd name="connsiteX1625" fmla="*/ 437850 w 591813"/>
                    <a:gd name="connsiteY1625" fmla="*/ 380884 h 640885"/>
                    <a:gd name="connsiteX1626" fmla="*/ 437444 w 591813"/>
                    <a:gd name="connsiteY1626" fmla="*/ 381423 h 640885"/>
                    <a:gd name="connsiteX1627" fmla="*/ 437040 w 591813"/>
                    <a:gd name="connsiteY1627" fmla="*/ 381963 h 640885"/>
                    <a:gd name="connsiteX1628" fmla="*/ 436658 w 591813"/>
                    <a:gd name="connsiteY1628" fmla="*/ 382503 h 640885"/>
                    <a:gd name="connsiteX1629" fmla="*/ 436253 w 591813"/>
                    <a:gd name="connsiteY1629" fmla="*/ 383043 h 640885"/>
                    <a:gd name="connsiteX1630" fmla="*/ 435870 w 591813"/>
                    <a:gd name="connsiteY1630" fmla="*/ 383605 h 640885"/>
                    <a:gd name="connsiteX1631" fmla="*/ 435466 w 591813"/>
                    <a:gd name="connsiteY1631" fmla="*/ 384145 h 640885"/>
                    <a:gd name="connsiteX1632" fmla="*/ 435083 w 591813"/>
                    <a:gd name="connsiteY1632" fmla="*/ 384684 h 640885"/>
                    <a:gd name="connsiteX1633" fmla="*/ 434678 w 591813"/>
                    <a:gd name="connsiteY1633" fmla="*/ 385247 h 640885"/>
                    <a:gd name="connsiteX1634" fmla="*/ 434296 w 591813"/>
                    <a:gd name="connsiteY1634" fmla="*/ 385786 h 640885"/>
                    <a:gd name="connsiteX1635" fmla="*/ 433891 w 591813"/>
                    <a:gd name="connsiteY1635" fmla="*/ 386326 h 640885"/>
                    <a:gd name="connsiteX1636" fmla="*/ 433487 w 591813"/>
                    <a:gd name="connsiteY1636" fmla="*/ 386888 h 640885"/>
                    <a:gd name="connsiteX1637" fmla="*/ 433104 w 591813"/>
                    <a:gd name="connsiteY1637" fmla="*/ 387450 h 640885"/>
                    <a:gd name="connsiteX1638" fmla="*/ 432699 w 591813"/>
                    <a:gd name="connsiteY1638" fmla="*/ 387990 h 640885"/>
                    <a:gd name="connsiteX1639" fmla="*/ 432317 w 591813"/>
                    <a:gd name="connsiteY1639" fmla="*/ 388553 h 640885"/>
                    <a:gd name="connsiteX1640" fmla="*/ 431912 w 591813"/>
                    <a:gd name="connsiteY1640" fmla="*/ 389092 h 640885"/>
                    <a:gd name="connsiteX1641" fmla="*/ 431530 w 591813"/>
                    <a:gd name="connsiteY1641" fmla="*/ 389654 h 640885"/>
                    <a:gd name="connsiteX1642" fmla="*/ 431125 w 591813"/>
                    <a:gd name="connsiteY1642" fmla="*/ 390217 h 640885"/>
                    <a:gd name="connsiteX1643" fmla="*/ 430720 w 591813"/>
                    <a:gd name="connsiteY1643" fmla="*/ 390779 h 640885"/>
                    <a:gd name="connsiteX1644" fmla="*/ 430338 w 591813"/>
                    <a:gd name="connsiteY1644" fmla="*/ 391319 h 640885"/>
                    <a:gd name="connsiteX1645" fmla="*/ 429933 w 591813"/>
                    <a:gd name="connsiteY1645" fmla="*/ 391881 h 640885"/>
                    <a:gd name="connsiteX1646" fmla="*/ 429551 w 591813"/>
                    <a:gd name="connsiteY1646" fmla="*/ 392443 h 640885"/>
                    <a:gd name="connsiteX1647" fmla="*/ 429146 w 591813"/>
                    <a:gd name="connsiteY1647" fmla="*/ 393005 h 640885"/>
                    <a:gd name="connsiteX1648" fmla="*/ 428764 w 591813"/>
                    <a:gd name="connsiteY1648" fmla="*/ 393590 h 640885"/>
                    <a:gd name="connsiteX1649" fmla="*/ 428359 w 591813"/>
                    <a:gd name="connsiteY1649" fmla="*/ 394152 h 640885"/>
                    <a:gd name="connsiteX1650" fmla="*/ 427976 w 591813"/>
                    <a:gd name="connsiteY1650" fmla="*/ 394715 h 640885"/>
                    <a:gd name="connsiteX1651" fmla="*/ 427572 w 591813"/>
                    <a:gd name="connsiteY1651" fmla="*/ 395277 h 640885"/>
                    <a:gd name="connsiteX1652" fmla="*/ 427167 w 591813"/>
                    <a:gd name="connsiteY1652" fmla="*/ 395839 h 640885"/>
                    <a:gd name="connsiteX1653" fmla="*/ 426784 w 591813"/>
                    <a:gd name="connsiteY1653" fmla="*/ 396424 h 640885"/>
                    <a:gd name="connsiteX1654" fmla="*/ 426380 w 591813"/>
                    <a:gd name="connsiteY1654" fmla="*/ 396986 h 640885"/>
                    <a:gd name="connsiteX1655" fmla="*/ 425998 w 591813"/>
                    <a:gd name="connsiteY1655" fmla="*/ 397548 h 640885"/>
                    <a:gd name="connsiteX1656" fmla="*/ 425593 w 591813"/>
                    <a:gd name="connsiteY1656" fmla="*/ 398133 h 640885"/>
                    <a:gd name="connsiteX1657" fmla="*/ 425210 w 591813"/>
                    <a:gd name="connsiteY1657" fmla="*/ 398695 h 640885"/>
                    <a:gd name="connsiteX1658" fmla="*/ 424806 w 591813"/>
                    <a:gd name="connsiteY1658" fmla="*/ 399280 h 640885"/>
                    <a:gd name="connsiteX1659" fmla="*/ 424423 w 591813"/>
                    <a:gd name="connsiteY1659" fmla="*/ 399842 h 640885"/>
                    <a:gd name="connsiteX1660" fmla="*/ 424018 w 591813"/>
                    <a:gd name="connsiteY1660" fmla="*/ 400427 h 640885"/>
                    <a:gd name="connsiteX1661" fmla="*/ 423613 w 591813"/>
                    <a:gd name="connsiteY1661" fmla="*/ 400989 h 640885"/>
                    <a:gd name="connsiteX1662" fmla="*/ 423231 w 591813"/>
                    <a:gd name="connsiteY1662" fmla="*/ 401574 h 640885"/>
                    <a:gd name="connsiteX1663" fmla="*/ 422826 w 591813"/>
                    <a:gd name="connsiteY1663" fmla="*/ 402136 h 640885"/>
                    <a:gd name="connsiteX1664" fmla="*/ 422444 w 591813"/>
                    <a:gd name="connsiteY1664" fmla="*/ 402721 h 640885"/>
                    <a:gd name="connsiteX1665" fmla="*/ 422039 w 591813"/>
                    <a:gd name="connsiteY1665" fmla="*/ 403306 h 640885"/>
                    <a:gd name="connsiteX1666" fmla="*/ 421657 w 591813"/>
                    <a:gd name="connsiteY1666" fmla="*/ 403890 h 640885"/>
                    <a:gd name="connsiteX1667" fmla="*/ 421252 w 591813"/>
                    <a:gd name="connsiteY1667" fmla="*/ 404475 h 640885"/>
                    <a:gd name="connsiteX1668" fmla="*/ 420870 w 591813"/>
                    <a:gd name="connsiteY1668" fmla="*/ 405037 h 640885"/>
                    <a:gd name="connsiteX1669" fmla="*/ 420465 w 591813"/>
                    <a:gd name="connsiteY1669" fmla="*/ 405622 h 640885"/>
                    <a:gd name="connsiteX1670" fmla="*/ 420060 w 591813"/>
                    <a:gd name="connsiteY1670" fmla="*/ 406207 h 640885"/>
                    <a:gd name="connsiteX1671" fmla="*/ 419678 w 591813"/>
                    <a:gd name="connsiteY1671" fmla="*/ 406792 h 640885"/>
                    <a:gd name="connsiteX1672" fmla="*/ 419273 w 591813"/>
                    <a:gd name="connsiteY1672" fmla="*/ 407376 h 640885"/>
                    <a:gd name="connsiteX1673" fmla="*/ 418890 w 591813"/>
                    <a:gd name="connsiteY1673" fmla="*/ 407961 h 640885"/>
                    <a:gd name="connsiteX1674" fmla="*/ 418486 w 591813"/>
                    <a:gd name="connsiteY1674" fmla="*/ 408523 h 640885"/>
                    <a:gd name="connsiteX1675" fmla="*/ 418104 w 591813"/>
                    <a:gd name="connsiteY1675" fmla="*/ 409108 h 640885"/>
                    <a:gd name="connsiteX1676" fmla="*/ 417699 w 591813"/>
                    <a:gd name="connsiteY1676" fmla="*/ 409693 h 640885"/>
                    <a:gd name="connsiteX1677" fmla="*/ 417316 w 591813"/>
                    <a:gd name="connsiteY1677" fmla="*/ 410255 h 640885"/>
                    <a:gd name="connsiteX1678" fmla="*/ 416912 w 591813"/>
                    <a:gd name="connsiteY1678" fmla="*/ 410840 h 640885"/>
                    <a:gd name="connsiteX1679" fmla="*/ 416507 w 591813"/>
                    <a:gd name="connsiteY1679" fmla="*/ 411402 h 640885"/>
                    <a:gd name="connsiteX1680" fmla="*/ 416124 w 591813"/>
                    <a:gd name="connsiteY1680" fmla="*/ 411987 h 640885"/>
                    <a:gd name="connsiteX1681" fmla="*/ 415720 w 591813"/>
                    <a:gd name="connsiteY1681" fmla="*/ 412549 h 640885"/>
                    <a:gd name="connsiteX1682" fmla="*/ 415337 w 591813"/>
                    <a:gd name="connsiteY1682" fmla="*/ 413111 h 640885"/>
                    <a:gd name="connsiteX1683" fmla="*/ 414933 w 591813"/>
                    <a:gd name="connsiteY1683" fmla="*/ 413696 h 640885"/>
                    <a:gd name="connsiteX1684" fmla="*/ 414550 w 591813"/>
                    <a:gd name="connsiteY1684" fmla="*/ 414258 h 640885"/>
                    <a:gd name="connsiteX1685" fmla="*/ 414145 w 591813"/>
                    <a:gd name="connsiteY1685" fmla="*/ 414820 h 640885"/>
                    <a:gd name="connsiteX1686" fmla="*/ 413741 w 591813"/>
                    <a:gd name="connsiteY1686" fmla="*/ 415383 h 640885"/>
                    <a:gd name="connsiteX1687" fmla="*/ 413358 w 591813"/>
                    <a:gd name="connsiteY1687" fmla="*/ 415945 h 640885"/>
                    <a:gd name="connsiteX1688" fmla="*/ 412953 w 591813"/>
                    <a:gd name="connsiteY1688" fmla="*/ 416507 h 640885"/>
                    <a:gd name="connsiteX1689" fmla="*/ 412571 w 591813"/>
                    <a:gd name="connsiteY1689" fmla="*/ 417069 h 640885"/>
                    <a:gd name="connsiteX1690" fmla="*/ 412166 w 591813"/>
                    <a:gd name="connsiteY1690" fmla="*/ 417632 h 640885"/>
                    <a:gd name="connsiteX1691" fmla="*/ 411784 w 591813"/>
                    <a:gd name="connsiteY1691" fmla="*/ 418216 h 640885"/>
                    <a:gd name="connsiteX1692" fmla="*/ 411379 w 591813"/>
                    <a:gd name="connsiteY1692" fmla="*/ 418778 h 640885"/>
                    <a:gd name="connsiteX1693" fmla="*/ 410997 w 591813"/>
                    <a:gd name="connsiteY1693" fmla="*/ 419341 h 640885"/>
                    <a:gd name="connsiteX1694" fmla="*/ 410592 w 591813"/>
                    <a:gd name="connsiteY1694" fmla="*/ 419903 h 640885"/>
                    <a:gd name="connsiteX1695" fmla="*/ 410187 w 591813"/>
                    <a:gd name="connsiteY1695" fmla="*/ 420465 h 640885"/>
                    <a:gd name="connsiteX1696" fmla="*/ 409805 w 591813"/>
                    <a:gd name="connsiteY1696" fmla="*/ 421027 h 640885"/>
                    <a:gd name="connsiteX1697" fmla="*/ 409400 w 591813"/>
                    <a:gd name="connsiteY1697" fmla="*/ 421612 h 640885"/>
                    <a:gd name="connsiteX1698" fmla="*/ 409018 w 591813"/>
                    <a:gd name="connsiteY1698" fmla="*/ 422174 h 640885"/>
                    <a:gd name="connsiteX1699" fmla="*/ 408613 w 591813"/>
                    <a:gd name="connsiteY1699" fmla="*/ 422737 h 640885"/>
                    <a:gd name="connsiteX1700" fmla="*/ 408230 w 591813"/>
                    <a:gd name="connsiteY1700" fmla="*/ 423299 h 640885"/>
                    <a:gd name="connsiteX1701" fmla="*/ 407826 w 591813"/>
                    <a:gd name="connsiteY1701" fmla="*/ 423861 h 640885"/>
                    <a:gd name="connsiteX1702" fmla="*/ 407444 w 591813"/>
                    <a:gd name="connsiteY1702" fmla="*/ 424446 h 640885"/>
                    <a:gd name="connsiteX1703" fmla="*/ 407039 w 591813"/>
                    <a:gd name="connsiteY1703" fmla="*/ 425008 h 640885"/>
                    <a:gd name="connsiteX1704" fmla="*/ 406634 w 591813"/>
                    <a:gd name="connsiteY1704" fmla="*/ 425570 h 640885"/>
                    <a:gd name="connsiteX1705" fmla="*/ 406252 w 591813"/>
                    <a:gd name="connsiteY1705" fmla="*/ 426133 h 640885"/>
                    <a:gd name="connsiteX1706" fmla="*/ 405847 w 591813"/>
                    <a:gd name="connsiteY1706" fmla="*/ 426717 h 640885"/>
                    <a:gd name="connsiteX1707" fmla="*/ 405464 w 591813"/>
                    <a:gd name="connsiteY1707" fmla="*/ 427280 h 640885"/>
                    <a:gd name="connsiteX1708" fmla="*/ 405060 w 591813"/>
                    <a:gd name="connsiteY1708" fmla="*/ 427842 h 640885"/>
                    <a:gd name="connsiteX1709" fmla="*/ 404677 w 591813"/>
                    <a:gd name="connsiteY1709" fmla="*/ 428426 h 640885"/>
                    <a:gd name="connsiteX1710" fmla="*/ 404295 w 591813"/>
                    <a:gd name="connsiteY1710" fmla="*/ 428989 h 640885"/>
                    <a:gd name="connsiteX1711" fmla="*/ 403913 w 591813"/>
                    <a:gd name="connsiteY1711" fmla="*/ 429551 h 640885"/>
                    <a:gd name="connsiteX1712" fmla="*/ 403485 w 591813"/>
                    <a:gd name="connsiteY1712" fmla="*/ 430136 h 640885"/>
                    <a:gd name="connsiteX1713" fmla="*/ 403103 w 591813"/>
                    <a:gd name="connsiteY1713" fmla="*/ 430698 h 640885"/>
                    <a:gd name="connsiteX1714" fmla="*/ 402721 w 591813"/>
                    <a:gd name="connsiteY1714" fmla="*/ 431283 h 640885"/>
                    <a:gd name="connsiteX1715" fmla="*/ 402316 w 591813"/>
                    <a:gd name="connsiteY1715" fmla="*/ 431845 h 640885"/>
                    <a:gd name="connsiteX1716" fmla="*/ 401934 w 591813"/>
                    <a:gd name="connsiteY1716" fmla="*/ 432430 h 640885"/>
                    <a:gd name="connsiteX1717" fmla="*/ 401529 w 591813"/>
                    <a:gd name="connsiteY1717" fmla="*/ 432992 h 640885"/>
                    <a:gd name="connsiteX1718" fmla="*/ 401146 w 591813"/>
                    <a:gd name="connsiteY1718" fmla="*/ 433577 h 640885"/>
                    <a:gd name="connsiteX1719" fmla="*/ 400742 w 591813"/>
                    <a:gd name="connsiteY1719" fmla="*/ 434161 h 640885"/>
                    <a:gd name="connsiteX1720" fmla="*/ 400359 w 591813"/>
                    <a:gd name="connsiteY1720" fmla="*/ 434746 h 640885"/>
                    <a:gd name="connsiteX1721" fmla="*/ 399954 w 591813"/>
                    <a:gd name="connsiteY1721" fmla="*/ 435331 h 640885"/>
                    <a:gd name="connsiteX1722" fmla="*/ 399550 w 591813"/>
                    <a:gd name="connsiteY1722" fmla="*/ 435916 h 640885"/>
                    <a:gd name="connsiteX1723" fmla="*/ 399168 w 591813"/>
                    <a:gd name="connsiteY1723" fmla="*/ 436500 h 640885"/>
                    <a:gd name="connsiteX1724" fmla="*/ 398762 w 591813"/>
                    <a:gd name="connsiteY1724" fmla="*/ 437085 h 640885"/>
                    <a:gd name="connsiteX1725" fmla="*/ 398380 w 591813"/>
                    <a:gd name="connsiteY1725" fmla="*/ 437670 h 640885"/>
                    <a:gd name="connsiteX1726" fmla="*/ 397976 w 591813"/>
                    <a:gd name="connsiteY1726" fmla="*/ 438277 h 640885"/>
                    <a:gd name="connsiteX1727" fmla="*/ 397593 w 591813"/>
                    <a:gd name="connsiteY1727" fmla="*/ 438862 h 640885"/>
                    <a:gd name="connsiteX1728" fmla="*/ 397188 w 591813"/>
                    <a:gd name="connsiteY1728" fmla="*/ 439446 h 640885"/>
                    <a:gd name="connsiteX1729" fmla="*/ 396784 w 591813"/>
                    <a:gd name="connsiteY1729" fmla="*/ 440031 h 640885"/>
                    <a:gd name="connsiteX1730" fmla="*/ 396401 w 591813"/>
                    <a:gd name="connsiteY1730" fmla="*/ 440638 h 640885"/>
                    <a:gd name="connsiteX1731" fmla="*/ 395996 w 591813"/>
                    <a:gd name="connsiteY1731" fmla="*/ 441223 h 640885"/>
                    <a:gd name="connsiteX1732" fmla="*/ 395614 w 591813"/>
                    <a:gd name="connsiteY1732" fmla="*/ 441808 h 640885"/>
                    <a:gd name="connsiteX1733" fmla="*/ 395209 w 591813"/>
                    <a:gd name="connsiteY1733" fmla="*/ 442415 h 640885"/>
                    <a:gd name="connsiteX1734" fmla="*/ 394827 w 591813"/>
                    <a:gd name="connsiteY1734" fmla="*/ 443000 h 640885"/>
                    <a:gd name="connsiteX1735" fmla="*/ 394422 w 591813"/>
                    <a:gd name="connsiteY1735" fmla="*/ 443585 h 640885"/>
                    <a:gd name="connsiteX1736" fmla="*/ 394040 w 591813"/>
                    <a:gd name="connsiteY1736" fmla="*/ 444169 h 640885"/>
                    <a:gd name="connsiteX1737" fmla="*/ 393635 w 591813"/>
                    <a:gd name="connsiteY1737" fmla="*/ 444754 h 640885"/>
                    <a:gd name="connsiteX1738" fmla="*/ 393230 w 591813"/>
                    <a:gd name="connsiteY1738" fmla="*/ 445361 h 640885"/>
                    <a:gd name="connsiteX1739" fmla="*/ 392848 w 591813"/>
                    <a:gd name="connsiteY1739" fmla="*/ 445946 h 640885"/>
                    <a:gd name="connsiteX1740" fmla="*/ 392443 w 591813"/>
                    <a:gd name="connsiteY1740" fmla="*/ 446531 h 640885"/>
                    <a:gd name="connsiteX1741" fmla="*/ 392061 w 591813"/>
                    <a:gd name="connsiteY1741" fmla="*/ 447138 h 640885"/>
                    <a:gd name="connsiteX1742" fmla="*/ 391656 w 591813"/>
                    <a:gd name="connsiteY1742" fmla="*/ 447723 h 640885"/>
                    <a:gd name="connsiteX1743" fmla="*/ 391274 w 591813"/>
                    <a:gd name="connsiteY1743" fmla="*/ 448330 h 640885"/>
                    <a:gd name="connsiteX1744" fmla="*/ 390869 w 591813"/>
                    <a:gd name="connsiteY1744" fmla="*/ 448915 h 640885"/>
                    <a:gd name="connsiteX1745" fmla="*/ 390486 w 591813"/>
                    <a:gd name="connsiteY1745" fmla="*/ 449522 h 640885"/>
                    <a:gd name="connsiteX1746" fmla="*/ 390082 w 591813"/>
                    <a:gd name="connsiteY1746" fmla="*/ 450106 h 640885"/>
                    <a:gd name="connsiteX1747" fmla="*/ 389677 w 591813"/>
                    <a:gd name="connsiteY1747" fmla="*/ 450714 h 640885"/>
                    <a:gd name="connsiteX1748" fmla="*/ 389294 w 591813"/>
                    <a:gd name="connsiteY1748" fmla="*/ 451321 h 640885"/>
                    <a:gd name="connsiteX1749" fmla="*/ 388890 w 591813"/>
                    <a:gd name="connsiteY1749" fmla="*/ 451928 h 640885"/>
                    <a:gd name="connsiteX1750" fmla="*/ 388508 w 591813"/>
                    <a:gd name="connsiteY1750" fmla="*/ 452535 h 640885"/>
                    <a:gd name="connsiteX1751" fmla="*/ 388102 w 591813"/>
                    <a:gd name="connsiteY1751" fmla="*/ 453143 h 640885"/>
                    <a:gd name="connsiteX1752" fmla="*/ 387720 w 591813"/>
                    <a:gd name="connsiteY1752" fmla="*/ 453750 h 640885"/>
                    <a:gd name="connsiteX1753" fmla="*/ 387316 w 591813"/>
                    <a:gd name="connsiteY1753" fmla="*/ 454357 h 640885"/>
                    <a:gd name="connsiteX1754" fmla="*/ 386933 w 591813"/>
                    <a:gd name="connsiteY1754" fmla="*/ 454964 h 640885"/>
                    <a:gd name="connsiteX1755" fmla="*/ 386528 w 591813"/>
                    <a:gd name="connsiteY1755" fmla="*/ 455571 h 640885"/>
                    <a:gd name="connsiteX1756" fmla="*/ 386124 w 591813"/>
                    <a:gd name="connsiteY1756" fmla="*/ 456179 h 640885"/>
                    <a:gd name="connsiteX1757" fmla="*/ 385741 w 591813"/>
                    <a:gd name="connsiteY1757" fmla="*/ 456786 h 640885"/>
                    <a:gd name="connsiteX1758" fmla="*/ 385336 w 591813"/>
                    <a:gd name="connsiteY1758" fmla="*/ 457393 h 640885"/>
                    <a:gd name="connsiteX1759" fmla="*/ 384954 w 591813"/>
                    <a:gd name="connsiteY1759" fmla="*/ 458000 h 640885"/>
                    <a:gd name="connsiteX1760" fmla="*/ 384549 w 591813"/>
                    <a:gd name="connsiteY1760" fmla="*/ 458608 h 640885"/>
                    <a:gd name="connsiteX1761" fmla="*/ 384167 w 591813"/>
                    <a:gd name="connsiteY1761" fmla="*/ 459215 h 640885"/>
                    <a:gd name="connsiteX1762" fmla="*/ 383762 w 591813"/>
                    <a:gd name="connsiteY1762" fmla="*/ 459822 h 640885"/>
                    <a:gd name="connsiteX1763" fmla="*/ 383357 w 591813"/>
                    <a:gd name="connsiteY1763" fmla="*/ 460429 h 640885"/>
                    <a:gd name="connsiteX1764" fmla="*/ 382975 w 591813"/>
                    <a:gd name="connsiteY1764" fmla="*/ 461059 h 640885"/>
                    <a:gd name="connsiteX1765" fmla="*/ 382570 w 591813"/>
                    <a:gd name="connsiteY1765" fmla="*/ 461666 h 640885"/>
                    <a:gd name="connsiteX1766" fmla="*/ 382188 w 591813"/>
                    <a:gd name="connsiteY1766" fmla="*/ 462296 h 640885"/>
                    <a:gd name="connsiteX1767" fmla="*/ 381783 w 591813"/>
                    <a:gd name="connsiteY1767" fmla="*/ 462903 h 640885"/>
                    <a:gd name="connsiteX1768" fmla="*/ 381401 w 591813"/>
                    <a:gd name="connsiteY1768" fmla="*/ 463533 h 640885"/>
                    <a:gd name="connsiteX1769" fmla="*/ 380996 w 591813"/>
                    <a:gd name="connsiteY1769" fmla="*/ 464140 h 640885"/>
                    <a:gd name="connsiteX1770" fmla="*/ 380614 w 591813"/>
                    <a:gd name="connsiteY1770" fmla="*/ 464770 h 640885"/>
                    <a:gd name="connsiteX1771" fmla="*/ 380208 w 591813"/>
                    <a:gd name="connsiteY1771" fmla="*/ 465377 h 640885"/>
                    <a:gd name="connsiteX1772" fmla="*/ 379804 w 591813"/>
                    <a:gd name="connsiteY1772" fmla="*/ 466007 h 640885"/>
                    <a:gd name="connsiteX1773" fmla="*/ 379422 w 591813"/>
                    <a:gd name="connsiteY1773" fmla="*/ 466636 h 640885"/>
                    <a:gd name="connsiteX1774" fmla="*/ 379016 w 591813"/>
                    <a:gd name="connsiteY1774" fmla="*/ 467244 h 640885"/>
                    <a:gd name="connsiteX1775" fmla="*/ 378634 w 591813"/>
                    <a:gd name="connsiteY1775" fmla="*/ 467873 h 640885"/>
                    <a:gd name="connsiteX1776" fmla="*/ 378230 w 591813"/>
                    <a:gd name="connsiteY1776" fmla="*/ 468503 h 640885"/>
                    <a:gd name="connsiteX1777" fmla="*/ 377847 w 591813"/>
                    <a:gd name="connsiteY1777" fmla="*/ 469133 h 640885"/>
                    <a:gd name="connsiteX1778" fmla="*/ 377442 w 591813"/>
                    <a:gd name="connsiteY1778" fmla="*/ 469762 h 640885"/>
                    <a:gd name="connsiteX1779" fmla="*/ 377060 w 591813"/>
                    <a:gd name="connsiteY1779" fmla="*/ 470392 h 640885"/>
                    <a:gd name="connsiteX1780" fmla="*/ 376656 w 591813"/>
                    <a:gd name="connsiteY1780" fmla="*/ 471022 h 640885"/>
                    <a:gd name="connsiteX1781" fmla="*/ 376250 w 591813"/>
                    <a:gd name="connsiteY1781" fmla="*/ 471674 h 640885"/>
                    <a:gd name="connsiteX1782" fmla="*/ 375868 w 591813"/>
                    <a:gd name="connsiteY1782" fmla="*/ 472304 h 640885"/>
                    <a:gd name="connsiteX1783" fmla="*/ 375463 w 591813"/>
                    <a:gd name="connsiteY1783" fmla="*/ 472933 h 640885"/>
                    <a:gd name="connsiteX1784" fmla="*/ 375081 w 591813"/>
                    <a:gd name="connsiteY1784" fmla="*/ 473586 h 640885"/>
                    <a:gd name="connsiteX1785" fmla="*/ 374676 w 591813"/>
                    <a:gd name="connsiteY1785" fmla="*/ 474215 h 640885"/>
                    <a:gd name="connsiteX1786" fmla="*/ 374294 w 591813"/>
                    <a:gd name="connsiteY1786" fmla="*/ 474867 h 640885"/>
                    <a:gd name="connsiteX1787" fmla="*/ 373889 w 591813"/>
                    <a:gd name="connsiteY1787" fmla="*/ 475497 h 640885"/>
                    <a:gd name="connsiteX1788" fmla="*/ 373507 w 591813"/>
                    <a:gd name="connsiteY1788" fmla="*/ 476149 h 640885"/>
                    <a:gd name="connsiteX1789" fmla="*/ 373102 w 591813"/>
                    <a:gd name="connsiteY1789" fmla="*/ 476802 h 640885"/>
                    <a:gd name="connsiteX1790" fmla="*/ 372697 w 591813"/>
                    <a:gd name="connsiteY1790" fmla="*/ 477431 h 640885"/>
                    <a:gd name="connsiteX1791" fmla="*/ 372315 w 591813"/>
                    <a:gd name="connsiteY1791" fmla="*/ 478061 h 640885"/>
                    <a:gd name="connsiteX1792" fmla="*/ 371910 w 591813"/>
                    <a:gd name="connsiteY1792" fmla="*/ 478713 h 640885"/>
                    <a:gd name="connsiteX1793" fmla="*/ 371528 w 591813"/>
                    <a:gd name="connsiteY1793" fmla="*/ 479343 h 640885"/>
                    <a:gd name="connsiteX1794" fmla="*/ 371123 w 591813"/>
                    <a:gd name="connsiteY1794" fmla="*/ 479973 h 640885"/>
                    <a:gd name="connsiteX1795" fmla="*/ 370740 w 591813"/>
                    <a:gd name="connsiteY1795" fmla="*/ 480602 h 640885"/>
                    <a:gd name="connsiteX1796" fmla="*/ 370336 w 591813"/>
                    <a:gd name="connsiteY1796" fmla="*/ 481255 h 640885"/>
                    <a:gd name="connsiteX1797" fmla="*/ 369954 w 591813"/>
                    <a:gd name="connsiteY1797" fmla="*/ 481884 h 640885"/>
                    <a:gd name="connsiteX1798" fmla="*/ 369548 w 591813"/>
                    <a:gd name="connsiteY1798" fmla="*/ 482514 h 640885"/>
                    <a:gd name="connsiteX1799" fmla="*/ 369144 w 591813"/>
                    <a:gd name="connsiteY1799" fmla="*/ 483144 h 640885"/>
                    <a:gd name="connsiteX1800" fmla="*/ 368762 w 591813"/>
                    <a:gd name="connsiteY1800" fmla="*/ 483773 h 640885"/>
                    <a:gd name="connsiteX1801" fmla="*/ 368356 w 591813"/>
                    <a:gd name="connsiteY1801" fmla="*/ 484403 h 640885"/>
                    <a:gd name="connsiteX1802" fmla="*/ 367974 w 591813"/>
                    <a:gd name="connsiteY1802" fmla="*/ 485033 h 640885"/>
                    <a:gd name="connsiteX1803" fmla="*/ 367570 w 591813"/>
                    <a:gd name="connsiteY1803" fmla="*/ 485662 h 640885"/>
                    <a:gd name="connsiteX1804" fmla="*/ 367187 w 591813"/>
                    <a:gd name="connsiteY1804" fmla="*/ 486292 h 640885"/>
                    <a:gd name="connsiteX1805" fmla="*/ 366782 w 591813"/>
                    <a:gd name="connsiteY1805" fmla="*/ 486922 h 640885"/>
                    <a:gd name="connsiteX1806" fmla="*/ 366378 w 591813"/>
                    <a:gd name="connsiteY1806" fmla="*/ 487552 h 640885"/>
                    <a:gd name="connsiteX1807" fmla="*/ 365995 w 591813"/>
                    <a:gd name="connsiteY1807" fmla="*/ 488181 h 640885"/>
                    <a:gd name="connsiteX1808" fmla="*/ 365590 w 591813"/>
                    <a:gd name="connsiteY1808" fmla="*/ 488811 h 640885"/>
                    <a:gd name="connsiteX1809" fmla="*/ 365208 w 591813"/>
                    <a:gd name="connsiteY1809" fmla="*/ 489441 h 640885"/>
                    <a:gd name="connsiteX1810" fmla="*/ 364803 w 591813"/>
                    <a:gd name="connsiteY1810" fmla="*/ 490070 h 640885"/>
                    <a:gd name="connsiteX1811" fmla="*/ 364421 w 591813"/>
                    <a:gd name="connsiteY1811" fmla="*/ 490700 h 640885"/>
                    <a:gd name="connsiteX1812" fmla="*/ 364016 w 591813"/>
                    <a:gd name="connsiteY1812" fmla="*/ 491307 h 640885"/>
                    <a:gd name="connsiteX1813" fmla="*/ 363634 w 591813"/>
                    <a:gd name="connsiteY1813" fmla="*/ 491937 h 640885"/>
                    <a:gd name="connsiteX1814" fmla="*/ 363229 w 591813"/>
                    <a:gd name="connsiteY1814" fmla="*/ 492567 h 640885"/>
                    <a:gd name="connsiteX1815" fmla="*/ 362824 w 591813"/>
                    <a:gd name="connsiteY1815" fmla="*/ 493174 h 640885"/>
                    <a:gd name="connsiteX1816" fmla="*/ 362442 w 591813"/>
                    <a:gd name="connsiteY1816" fmla="*/ 493804 h 640885"/>
                    <a:gd name="connsiteX1817" fmla="*/ 362037 w 591813"/>
                    <a:gd name="connsiteY1817" fmla="*/ 494411 h 640885"/>
                    <a:gd name="connsiteX1818" fmla="*/ 361655 w 591813"/>
                    <a:gd name="connsiteY1818" fmla="*/ 495018 h 640885"/>
                    <a:gd name="connsiteX1819" fmla="*/ 361250 w 591813"/>
                    <a:gd name="connsiteY1819" fmla="*/ 495648 h 640885"/>
                    <a:gd name="connsiteX1820" fmla="*/ 360868 w 591813"/>
                    <a:gd name="connsiteY1820" fmla="*/ 496255 h 640885"/>
                    <a:gd name="connsiteX1821" fmla="*/ 360463 w 591813"/>
                    <a:gd name="connsiteY1821" fmla="*/ 496862 h 640885"/>
                    <a:gd name="connsiteX1822" fmla="*/ 360080 w 591813"/>
                    <a:gd name="connsiteY1822" fmla="*/ 497470 h 640885"/>
                    <a:gd name="connsiteX1823" fmla="*/ 359676 w 591813"/>
                    <a:gd name="connsiteY1823" fmla="*/ 498077 h 640885"/>
                    <a:gd name="connsiteX1824" fmla="*/ 359271 w 591813"/>
                    <a:gd name="connsiteY1824" fmla="*/ 498684 h 640885"/>
                    <a:gd name="connsiteX1825" fmla="*/ 358888 w 591813"/>
                    <a:gd name="connsiteY1825" fmla="*/ 499291 h 640885"/>
                    <a:gd name="connsiteX1826" fmla="*/ 358484 w 591813"/>
                    <a:gd name="connsiteY1826" fmla="*/ 499921 h 640885"/>
                    <a:gd name="connsiteX1827" fmla="*/ 358102 w 591813"/>
                    <a:gd name="connsiteY1827" fmla="*/ 500528 h 640885"/>
                    <a:gd name="connsiteX1828" fmla="*/ 357696 w 591813"/>
                    <a:gd name="connsiteY1828" fmla="*/ 501135 h 640885"/>
                    <a:gd name="connsiteX1829" fmla="*/ 357314 w 591813"/>
                    <a:gd name="connsiteY1829" fmla="*/ 501743 h 640885"/>
                    <a:gd name="connsiteX1830" fmla="*/ 356910 w 591813"/>
                    <a:gd name="connsiteY1830" fmla="*/ 502350 h 640885"/>
                    <a:gd name="connsiteX1831" fmla="*/ 356527 w 591813"/>
                    <a:gd name="connsiteY1831" fmla="*/ 502957 h 640885"/>
                    <a:gd name="connsiteX1832" fmla="*/ 356122 w 591813"/>
                    <a:gd name="connsiteY1832" fmla="*/ 503564 h 640885"/>
                    <a:gd name="connsiteX1833" fmla="*/ 355718 w 591813"/>
                    <a:gd name="connsiteY1833" fmla="*/ 504171 h 640885"/>
                    <a:gd name="connsiteX1834" fmla="*/ 355335 w 591813"/>
                    <a:gd name="connsiteY1834" fmla="*/ 504779 h 640885"/>
                    <a:gd name="connsiteX1835" fmla="*/ 354930 w 591813"/>
                    <a:gd name="connsiteY1835" fmla="*/ 505363 h 640885"/>
                    <a:gd name="connsiteX1836" fmla="*/ 354548 w 591813"/>
                    <a:gd name="connsiteY1836" fmla="*/ 505971 h 640885"/>
                    <a:gd name="connsiteX1837" fmla="*/ 354143 w 591813"/>
                    <a:gd name="connsiteY1837" fmla="*/ 506578 h 640885"/>
                    <a:gd name="connsiteX1838" fmla="*/ 353761 w 591813"/>
                    <a:gd name="connsiteY1838" fmla="*/ 507185 h 640885"/>
                    <a:gd name="connsiteX1839" fmla="*/ 353356 w 591813"/>
                    <a:gd name="connsiteY1839" fmla="*/ 507792 h 640885"/>
                    <a:gd name="connsiteX1840" fmla="*/ 352951 w 591813"/>
                    <a:gd name="connsiteY1840" fmla="*/ 508399 h 640885"/>
                    <a:gd name="connsiteX1841" fmla="*/ 352569 w 591813"/>
                    <a:gd name="connsiteY1841" fmla="*/ 509007 h 640885"/>
                    <a:gd name="connsiteX1842" fmla="*/ 352164 w 591813"/>
                    <a:gd name="connsiteY1842" fmla="*/ 509614 h 640885"/>
                    <a:gd name="connsiteX1843" fmla="*/ 351782 w 591813"/>
                    <a:gd name="connsiteY1843" fmla="*/ 510221 h 640885"/>
                    <a:gd name="connsiteX1844" fmla="*/ 351377 w 591813"/>
                    <a:gd name="connsiteY1844" fmla="*/ 510828 h 640885"/>
                    <a:gd name="connsiteX1845" fmla="*/ 350995 w 591813"/>
                    <a:gd name="connsiteY1845" fmla="*/ 511436 h 640885"/>
                    <a:gd name="connsiteX1846" fmla="*/ 350590 w 591813"/>
                    <a:gd name="connsiteY1846" fmla="*/ 512043 h 640885"/>
                    <a:gd name="connsiteX1847" fmla="*/ 350208 w 591813"/>
                    <a:gd name="connsiteY1847" fmla="*/ 512650 h 640885"/>
                    <a:gd name="connsiteX1848" fmla="*/ 349803 w 591813"/>
                    <a:gd name="connsiteY1848" fmla="*/ 513257 h 640885"/>
                    <a:gd name="connsiteX1849" fmla="*/ 349398 w 591813"/>
                    <a:gd name="connsiteY1849" fmla="*/ 513864 h 640885"/>
                    <a:gd name="connsiteX1850" fmla="*/ 349016 w 591813"/>
                    <a:gd name="connsiteY1850" fmla="*/ 514472 h 640885"/>
                    <a:gd name="connsiteX1851" fmla="*/ 348611 w 591813"/>
                    <a:gd name="connsiteY1851" fmla="*/ 515079 h 640885"/>
                    <a:gd name="connsiteX1852" fmla="*/ 348228 w 591813"/>
                    <a:gd name="connsiteY1852" fmla="*/ 515664 h 640885"/>
                    <a:gd name="connsiteX1853" fmla="*/ 347824 w 591813"/>
                    <a:gd name="connsiteY1853" fmla="*/ 516271 h 640885"/>
                    <a:gd name="connsiteX1854" fmla="*/ 347442 w 591813"/>
                    <a:gd name="connsiteY1854" fmla="*/ 516878 h 640885"/>
                    <a:gd name="connsiteX1855" fmla="*/ 347036 w 591813"/>
                    <a:gd name="connsiteY1855" fmla="*/ 517463 h 640885"/>
                    <a:gd name="connsiteX1856" fmla="*/ 346654 w 591813"/>
                    <a:gd name="connsiteY1856" fmla="*/ 518070 h 640885"/>
                    <a:gd name="connsiteX1857" fmla="*/ 346250 w 591813"/>
                    <a:gd name="connsiteY1857" fmla="*/ 518655 h 640885"/>
                    <a:gd name="connsiteX1858" fmla="*/ 345844 w 591813"/>
                    <a:gd name="connsiteY1858" fmla="*/ 519262 h 640885"/>
                    <a:gd name="connsiteX1859" fmla="*/ 345462 w 591813"/>
                    <a:gd name="connsiteY1859" fmla="*/ 519847 h 640885"/>
                    <a:gd name="connsiteX1860" fmla="*/ 345058 w 591813"/>
                    <a:gd name="connsiteY1860" fmla="*/ 520454 h 640885"/>
                    <a:gd name="connsiteX1861" fmla="*/ 344675 w 591813"/>
                    <a:gd name="connsiteY1861" fmla="*/ 521039 h 640885"/>
                    <a:gd name="connsiteX1862" fmla="*/ 344270 w 591813"/>
                    <a:gd name="connsiteY1862" fmla="*/ 521623 h 640885"/>
                    <a:gd name="connsiteX1863" fmla="*/ 343888 w 591813"/>
                    <a:gd name="connsiteY1863" fmla="*/ 522208 h 640885"/>
                    <a:gd name="connsiteX1864" fmla="*/ 343483 w 591813"/>
                    <a:gd name="connsiteY1864" fmla="*/ 522793 h 640885"/>
                    <a:gd name="connsiteX1865" fmla="*/ 343101 w 591813"/>
                    <a:gd name="connsiteY1865" fmla="*/ 523377 h 640885"/>
                    <a:gd name="connsiteX1866" fmla="*/ 342696 w 591813"/>
                    <a:gd name="connsiteY1866" fmla="*/ 523962 h 640885"/>
                    <a:gd name="connsiteX1867" fmla="*/ 342291 w 591813"/>
                    <a:gd name="connsiteY1867" fmla="*/ 524547 h 640885"/>
                    <a:gd name="connsiteX1868" fmla="*/ 341909 w 591813"/>
                    <a:gd name="connsiteY1868" fmla="*/ 525109 h 640885"/>
                    <a:gd name="connsiteX1869" fmla="*/ 341504 w 591813"/>
                    <a:gd name="connsiteY1869" fmla="*/ 525671 h 640885"/>
                    <a:gd name="connsiteX1870" fmla="*/ 341122 w 591813"/>
                    <a:gd name="connsiteY1870" fmla="*/ 526234 h 640885"/>
                    <a:gd name="connsiteX1871" fmla="*/ 340717 w 591813"/>
                    <a:gd name="connsiteY1871" fmla="*/ 526818 h 640885"/>
                    <a:gd name="connsiteX1872" fmla="*/ 340335 w 591813"/>
                    <a:gd name="connsiteY1872" fmla="*/ 527381 h 640885"/>
                    <a:gd name="connsiteX1873" fmla="*/ 339930 w 591813"/>
                    <a:gd name="connsiteY1873" fmla="*/ 527920 h 640885"/>
                    <a:gd name="connsiteX1874" fmla="*/ 339548 w 591813"/>
                    <a:gd name="connsiteY1874" fmla="*/ 528483 h 640885"/>
                    <a:gd name="connsiteX1875" fmla="*/ 339142 w 591813"/>
                    <a:gd name="connsiteY1875" fmla="*/ 529045 h 640885"/>
                    <a:gd name="connsiteX1876" fmla="*/ 338738 w 591813"/>
                    <a:gd name="connsiteY1876" fmla="*/ 529607 h 640885"/>
                    <a:gd name="connsiteX1877" fmla="*/ 338356 w 591813"/>
                    <a:gd name="connsiteY1877" fmla="*/ 530147 h 640885"/>
                    <a:gd name="connsiteX1878" fmla="*/ 337950 w 591813"/>
                    <a:gd name="connsiteY1878" fmla="*/ 530709 h 640885"/>
                    <a:gd name="connsiteX1879" fmla="*/ 337568 w 591813"/>
                    <a:gd name="connsiteY1879" fmla="*/ 531271 h 640885"/>
                    <a:gd name="connsiteX1880" fmla="*/ 337164 w 591813"/>
                    <a:gd name="connsiteY1880" fmla="*/ 531811 h 640885"/>
                    <a:gd name="connsiteX1881" fmla="*/ 336782 w 591813"/>
                    <a:gd name="connsiteY1881" fmla="*/ 532373 h 640885"/>
                    <a:gd name="connsiteX1882" fmla="*/ 336376 w 591813"/>
                    <a:gd name="connsiteY1882" fmla="*/ 532913 h 640885"/>
                    <a:gd name="connsiteX1883" fmla="*/ 335972 w 591813"/>
                    <a:gd name="connsiteY1883" fmla="*/ 533453 h 640885"/>
                    <a:gd name="connsiteX1884" fmla="*/ 335590 w 591813"/>
                    <a:gd name="connsiteY1884" fmla="*/ 533993 h 640885"/>
                    <a:gd name="connsiteX1885" fmla="*/ 335184 w 591813"/>
                    <a:gd name="connsiteY1885" fmla="*/ 534555 h 640885"/>
                    <a:gd name="connsiteX1886" fmla="*/ 334802 w 591813"/>
                    <a:gd name="connsiteY1886" fmla="*/ 535095 h 640885"/>
                    <a:gd name="connsiteX1887" fmla="*/ 334397 w 591813"/>
                    <a:gd name="connsiteY1887" fmla="*/ 535634 h 640885"/>
                    <a:gd name="connsiteX1888" fmla="*/ 334015 w 591813"/>
                    <a:gd name="connsiteY1888" fmla="*/ 536174 h 640885"/>
                    <a:gd name="connsiteX1889" fmla="*/ 333610 w 591813"/>
                    <a:gd name="connsiteY1889" fmla="*/ 536691 h 640885"/>
                    <a:gd name="connsiteX1890" fmla="*/ 333228 w 591813"/>
                    <a:gd name="connsiteY1890" fmla="*/ 537231 h 640885"/>
                    <a:gd name="connsiteX1891" fmla="*/ 332823 w 591813"/>
                    <a:gd name="connsiteY1891" fmla="*/ 537748 h 640885"/>
                    <a:gd name="connsiteX1892" fmla="*/ 332418 w 591813"/>
                    <a:gd name="connsiteY1892" fmla="*/ 538288 h 640885"/>
                    <a:gd name="connsiteX1893" fmla="*/ 332036 w 591813"/>
                    <a:gd name="connsiteY1893" fmla="*/ 538805 h 640885"/>
                    <a:gd name="connsiteX1894" fmla="*/ 331631 w 591813"/>
                    <a:gd name="connsiteY1894" fmla="*/ 539323 h 640885"/>
                    <a:gd name="connsiteX1895" fmla="*/ 331249 w 591813"/>
                    <a:gd name="connsiteY1895" fmla="*/ 539817 h 640885"/>
                    <a:gd name="connsiteX1896" fmla="*/ 330844 w 591813"/>
                    <a:gd name="connsiteY1896" fmla="*/ 540335 h 640885"/>
                    <a:gd name="connsiteX1897" fmla="*/ 330462 w 591813"/>
                    <a:gd name="connsiteY1897" fmla="*/ 540829 h 640885"/>
                    <a:gd name="connsiteX1898" fmla="*/ 330057 w 591813"/>
                    <a:gd name="connsiteY1898" fmla="*/ 541347 h 640885"/>
                    <a:gd name="connsiteX1899" fmla="*/ 329674 w 591813"/>
                    <a:gd name="connsiteY1899" fmla="*/ 541841 h 640885"/>
                    <a:gd name="connsiteX1900" fmla="*/ 329270 w 591813"/>
                    <a:gd name="connsiteY1900" fmla="*/ 542336 h 640885"/>
                    <a:gd name="connsiteX1901" fmla="*/ 328865 w 591813"/>
                    <a:gd name="connsiteY1901" fmla="*/ 542809 h 640885"/>
                    <a:gd name="connsiteX1902" fmla="*/ 328482 w 591813"/>
                    <a:gd name="connsiteY1902" fmla="*/ 543303 h 640885"/>
                    <a:gd name="connsiteX1903" fmla="*/ 328078 w 591813"/>
                    <a:gd name="connsiteY1903" fmla="*/ 543776 h 640885"/>
                    <a:gd name="connsiteX1904" fmla="*/ 327696 w 591813"/>
                    <a:gd name="connsiteY1904" fmla="*/ 544248 h 640885"/>
                    <a:gd name="connsiteX1905" fmla="*/ 327290 w 591813"/>
                    <a:gd name="connsiteY1905" fmla="*/ 544720 h 640885"/>
                    <a:gd name="connsiteX1906" fmla="*/ 326908 w 591813"/>
                    <a:gd name="connsiteY1906" fmla="*/ 545192 h 640885"/>
                    <a:gd name="connsiteX1907" fmla="*/ 326504 w 591813"/>
                    <a:gd name="connsiteY1907" fmla="*/ 545665 h 640885"/>
                    <a:gd name="connsiteX1908" fmla="*/ 326121 w 591813"/>
                    <a:gd name="connsiteY1908" fmla="*/ 546115 h 640885"/>
                    <a:gd name="connsiteX1909" fmla="*/ 325716 w 591813"/>
                    <a:gd name="connsiteY1909" fmla="*/ 546564 h 640885"/>
                    <a:gd name="connsiteX1910" fmla="*/ 325312 w 591813"/>
                    <a:gd name="connsiteY1910" fmla="*/ 547037 h 640885"/>
                    <a:gd name="connsiteX1911" fmla="*/ 324929 w 591813"/>
                    <a:gd name="connsiteY1911" fmla="*/ 547486 h 640885"/>
                    <a:gd name="connsiteX1912" fmla="*/ 324524 w 591813"/>
                    <a:gd name="connsiteY1912" fmla="*/ 547936 h 640885"/>
                    <a:gd name="connsiteX1913" fmla="*/ 324142 w 591813"/>
                    <a:gd name="connsiteY1913" fmla="*/ 548386 h 640885"/>
                    <a:gd name="connsiteX1914" fmla="*/ 323737 w 591813"/>
                    <a:gd name="connsiteY1914" fmla="*/ 548813 h 640885"/>
                    <a:gd name="connsiteX1915" fmla="*/ 323355 w 591813"/>
                    <a:gd name="connsiteY1915" fmla="*/ 549263 h 640885"/>
                    <a:gd name="connsiteX1916" fmla="*/ 322950 w 591813"/>
                    <a:gd name="connsiteY1916" fmla="*/ 549690 h 640885"/>
                    <a:gd name="connsiteX1917" fmla="*/ 322545 w 591813"/>
                    <a:gd name="connsiteY1917" fmla="*/ 550140 h 640885"/>
                    <a:gd name="connsiteX1918" fmla="*/ 322163 w 591813"/>
                    <a:gd name="connsiteY1918" fmla="*/ 550567 h 640885"/>
                    <a:gd name="connsiteX1919" fmla="*/ 321758 w 591813"/>
                    <a:gd name="connsiteY1919" fmla="*/ 550995 h 640885"/>
                    <a:gd name="connsiteX1920" fmla="*/ 321376 w 591813"/>
                    <a:gd name="connsiteY1920" fmla="*/ 551422 h 640885"/>
                    <a:gd name="connsiteX1921" fmla="*/ 320971 w 591813"/>
                    <a:gd name="connsiteY1921" fmla="*/ 551872 h 640885"/>
                    <a:gd name="connsiteX1922" fmla="*/ 320589 w 591813"/>
                    <a:gd name="connsiteY1922" fmla="*/ 552299 h 640885"/>
                    <a:gd name="connsiteX1923" fmla="*/ 320184 w 591813"/>
                    <a:gd name="connsiteY1923" fmla="*/ 552704 h 640885"/>
                    <a:gd name="connsiteX1924" fmla="*/ 319802 w 591813"/>
                    <a:gd name="connsiteY1924" fmla="*/ 553131 h 640885"/>
                    <a:gd name="connsiteX1925" fmla="*/ 319397 w 591813"/>
                    <a:gd name="connsiteY1925" fmla="*/ 553559 h 640885"/>
                    <a:gd name="connsiteX1926" fmla="*/ 318992 w 591813"/>
                    <a:gd name="connsiteY1926" fmla="*/ 553963 h 640885"/>
                    <a:gd name="connsiteX1927" fmla="*/ 318610 w 591813"/>
                    <a:gd name="connsiteY1927" fmla="*/ 554391 h 640885"/>
                    <a:gd name="connsiteX1928" fmla="*/ 318205 w 591813"/>
                    <a:gd name="connsiteY1928" fmla="*/ 554795 h 640885"/>
                    <a:gd name="connsiteX1929" fmla="*/ 317822 w 591813"/>
                    <a:gd name="connsiteY1929" fmla="*/ 555200 h 640885"/>
                    <a:gd name="connsiteX1930" fmla="*/ 317418 w 591813"/>
                    <a:gd name="connsiteY1930" fmla="*/ 555605 h 640885"/>
                    <a:gd name="connsiteX1931" fmla="*/ 317036 w 591813"/>
                    <a:gd name="connsiteY1931" fmla="*/ 556010 h 640885"/>
                    <a:gd name="connsiteX1932" fmla="*/ 316630 w 591813"/>
                    <a:gd name="connsiteY1932" fmla="*/ 556415 h 640885"/>
                    <a:gd name="connsiteX1933" fmla="*/ 316248 w 591813"/>
                    <a:gd name="connsiteY1933" fmla="*/ 556820 h 640885"/>
                    <a:gd name="connsiteX1934" fmla="*/ 315844 w 591813"/>
                    <a:gd name="connsiteY1934" fmla="*/ 557202 h 640885"/>
                    <a:gd name="connsiteX1935" fmla="*/ 315438 w 591813"/>
                    <a:gd name="connsiteY1935" fmla="*/ 557584 h 640885"/>
                    <a:gd name="connsiteX1936" fmla="*/ 315056 w 591813"/>
                    <a:gd name="connsiteY1936" fmla="*/ 557989 h 640885"/>
                    <a:gd name="connsiteX1937" fmla="*/ 314652 w 591813"/>
                    <a:gd name="connsiteY1937" fmla="*/ 558371 h 640885"/>
                    <a:gd name="connsiteX1938" fmla="*/ 314269 w 591813"/>
                    <a:gd name="connsiteY1938" fmla="*/ 558754 h 640885"/>
                    <a:gd name="connsiteX1939" fmla="*/ 313864 w 591813"/>
                    <a:gd name="connsiteY1939" fmla="*/ 559113 h 640885"/>
                    <a:gd name="connsiteX1940" fmla="*/ 313482 w 591813"/>
                    <a:gd name="connsiteY1940" fmla="*/ 559496 h 640885"/>
                    <a:gd name="connsiteX1941" fmla="*/ 313077 w 591813"/>
                    <a:gd name="connsiteY1941" fmla="*/ 559856 h 640885"/>
                    <a:gd name="connsiteX1942" fmla="*/ 312695 w 591813"/>
                    <a:gd name="connsiteY1942" fmla="*/ 560215 h 640885"/>
                    <a:gd name="connsiteX1943" fmla="*/ 312290 w 591813"/>
                    <a:gd name="connsiteY1943" fmla="*/ 560575 h 640885"/>
                    <a:gd name="connsiteX1944" fmla="*/ 311885 w 591813"/>
                    <a:gd name="connsiteY1944" fmla="*/ 560935 h 640885"/>
                    <a:gd name="connsiteX1945" fmla="*/ 311503 w 591813"/>
                    <a:gd name="connsiteY1945" fmla="*/ 561295 h 640885"/>
                    <a:gd name="connsiteX1946" fmla="*/ 311098 w 591813"/>
                    <a:gd name="connsiteY1946" fmla="*/ 561655 h 640885"/>
                    <a:gd name="connsiteX1947" fmla="*/ 310716 w 591813"/>
                    <a:gd name="connsiteY1947" fmla="*/ 561992 h 640885"/>
                    <a:gd name="connsiteX1948" fmla="*/ 310311 w 591813"/>
                    <a:gd name="connsiteY1948" fmla="*/ 562329 h 640885"/>
                    <a:gd name="connsiteX1949" fmla="*/ 309929 w 591813"/>
                    <a:gd name="connsiteY1949" fmla="*/ 562667 h 640885"/>
                    <a:gd name="connsiteX1950" fmla="*/ 309524 w 591813"/>
                    <a:gd name="connsiteY1950" fmla="*/ 563004 h 640885"/>
                    <a:gd name="connsiteX1951" fmla="*/ 309142 w 591813"/>
                    <a:gd name="connsiteY1951" fmla="*/ 563342 h 640885"/>
                    <a:gd name="connsiteX1952" fmla="*/ 308737 w 591813"/>
                    <a:gd name="connsiteY1952" fmla="*/ 563679 h 640885"/>
                    <a:gd name="connsiteX1953" fmla="*/ 308332 w 591813"/>
                    <a:gd name="connsiteY1953" fmla="*/ 564016 h 640885"/>
                    <a:gd name="connsiteX1954" fmla="*/ 307950 w 591813"/>
                    <a:gd name="connsiteY1954" fmla="*/ 564331 h 640885"/>
                    <a:gd name="connsiteX1955" fmla="*/ 307545 w 591813"/>
                    <a:gd name="connsiteY1955" fmla="*/ 564646 h 640885"/>
                    <a:gd name="connsiteX1956" fmla="*/ 307162 w 591813"/>
                    <a:gd name="connsiteY1956" fmla="*/ 564961 h 640885"/>
                    <a:gd name="connsiteX1957" fmla="*/ 306758 w 591813"/>
                    <a:gd name="connsiteY1957" fmla="*/ 565276 h 640885"/>
                    <a:gd name="connsiteX1958" fmla="*/ 306376 w 591813"/>
                    <a:gd name="connsiteY1958" fmla="*/ 565590 h 640885"/>
                    <a:gd name="connsiteX1959" fmla="*/ 305970 w 591813"/>
                    <a:gd name="connsiteY1959" fmla="*/ 565883 h 640885"/>
                    <a:gd name="connsiteX1960" fmla="*/ 305566 w 591813"/>
                    <a:gd name="connsiteY1960" fmla="*/ 566175 h 640885"/>
                    <a:gd name="connsiteX1961" fmla="*/ 305184 w 591813"/>
                    <a:gd name="connsiteY1961" fmla="*/ 566468 h 640885"/>
                    <a:gd name="connsiteX1962" fmla="*/ 304778 w 591813"/>
                    <a:gd name="connsiteY1962" fmla="*/ 566760 h 640885"/>
                    <a:gd name="connsiteX1963" fmla="*/ 304396 w 591813"/>
                    <a:gd name="connsiteY1963" fmla="*/ 567052 h 640885"/>
                    <a:gd name="connsiteX1964" fmla="*/ 303992 w 591813"/>
                    <a:gd name="connsiteY1964" fmla="*/ 567322 h 640885"/>
                    <a:gd name="connsiteX1965" fmla="*/ 303609 w 591813"/>
                    <a:gd name="connsiteY1965" fmla="*/ 567592 h 640885"/>
                    <a:gd name="connsiteX1966" fmla="*/ 303204 w 591813"/>
                    <a:gd name="connsiteY1966" fmla="*/ 567862 h 640885"/>
                    <a:gd name="connsiteX1967" fmla="*/ 302822 w 591813"/>
                    <a:gd name="connsiteY1967" fmla="*/ 568132 h 640885"/>
                    <a:gd name="connsiteX1968" fmla="*/ 302417 w 591813"/>
                    <a:gd name="connsiteY1968" fmla="*/ 568402 h 640885"/>
                    <a:gd name="connsiteX1969" fmla="*/ 302012 w 591813"/>
                    <a:gd name="connsiteY1969" fmla="*/ 568649 h 640885"/>
                    <a:gd name="connsiteX1970" fmla="*/ 301630 w 591813"/>
                    <a:gd name="connsiteY1970" fmla="*/ 568919 h 640885"/>
                    <a:gd name="connsiteX1971" fmla="*/ 301225 w 591813"/>
                    <a:gd name="connsiteY1971" fmla="*/ 569166 h 640885"/>
                    <a:gd name="connsiteX1972" fmla="*/ 300843 w 591813"/>
                    <a:gd name="connsiteY1972" fmla="*/ 569414 h 640885"/>
                    <a:gd name="connsiteX1973" fmla="*/ 300438 w 591813"/>
                    <a:gd name="connsiteY1973" fmla="*/ 569639 h 640885"/>
                    <a:gd name="connsiteX1974" fmla="*/ 300056 w 591813"/>
                    <a:gd name="connsiteY1974" fmla="*/ 569886 h 640885"/>
                    <a:gd name="connsiteX1975" fmla="*/ 299651 w 591813"/>
                    <a:gd name="connsiteY1975" fmla="*/ 570111 h 640885"/>
                    <a:gd name="connsiteX1976" fmla="*/ 299269 w 591813"/>
                    <a:gd name="connsiteY1976" fmla="*/ 570358 h 640885"/>
                    <a:gd name="connsiteX1977" fmla="*/ 298864 w 591813"/>
                    <a:gd name="connsiteY1977" fmla="*/ 570583 h 640885"/>
                    <a:gd name="connsiteX1978" fmla="*/ 298459 w 591813"/>
                    <a:gd name="connsiteY1978" fmla="*/ 570808 h 640885"/>
                    <a:gd name="connsiteX1979" fmla="*/ 298076 w 591813"/>
                    <a:gd name="connsiteY1979" fmla="*/ 571010 h 640885"/>
                    <a:gd name="connsiteX1980" fmla="*/ 297672 w 591813"/>
                    <a:gd name="connsiteY1980" fmla="*/ 571235 h 640885"/>
                    <a:gd name="connsiteX1981" fmla="*/ 297290 w 591813"/>
                    <a:gd name="connsiteY1981" fmla="*/ 571438 h 640885"/>
                    <a:gd name="connsiteX1982" fmla="*/ 296884 w 591813"/>
                    <a:gd name="connsiteY1982" fmla="*/ 571663 h 640885"/>
                    <a:gd name="connsiteX1983" fmla="*/ 296502 w 591813"/>
                    <a:gd name="connsiteY1983" fmla="*/ 571865 h 640885"/>
                    <a:gd name="connsiteX1984" fmla="*/ 296098 w 591813"/>
                    <a:gd name="connsiteY1984" fmla="*/ 570988 h 640885"/>
                    <a:gd name="connsiteX1985" fmla="*/ 295716 w 591813"/>
                    <a:gd name="connsiteY1985" fmla="*/ 567862 h 640885"/>
                    <a:gd name="connsiteX1986" fmla="*/ 295310 w 591813"/>
                    <a:gd name="connsiteY1986" fmla="*/ 568064 h 640885"/>
                    <a:gd name="connsiteX1987" fmla="*/ 294906 w 591813"/>
                    <a:gd name="connsiteY1987" fmla="*/ 568042 h 640885"/>
                    <a:gd name="connsiteX1988" fmla="*/ 294524 w 591813"/>
                    <a:gd name="connsiteY1988" fmla="*/ 568244 h 640885"/>
                    <a:gd name="connsiteX1989" fmla="*/ 294118 w 591813"/>
                    <a:gd name="connsiteY1989" fmla="*/ 568447 h 640885"/>
                    <a:gd name="connsiteX1990" fmla="*/ 293736 w 591813"/>
                    <a:gd name="connsiteY1990" fmla="*/ 568649 h 640885"/>
                    <a:gd name="connsiteX1991" fmla="*/ 293331 w 591813"/>
                    <a:gd name="connsiteY1991" fmla="*/ 568829 h 640885"/>
                    <a:gd name="connsiteX1992" fmla="*/ 292949 w 591813"/>
                    <a:gd name="connsiteY1992" fmla="*/ 569031 h 640885"/>
                    <a:gd name="connsiteX1993" fmla="*/ 292544 w 591813"/>
                    <a:gd name="connsiteY1993" fmla="*/ 569211 h 640885"/>
                    <a:gd name="connsiteX1994" fmla="*/ 292139 w 591813"/>
                    <a:gd name="connsiteY1994" fmla="*/ 569391 h 640885"/>
                    <a:gd name="connsiteX1995" fmla="*/ 291757 w 591813"/>
                    <a:gd name="connsiteY1995" fmla="*/ 569594 h 640885"/>
                    <a:gd name="connsiteX1996" fmla="*/ 291352 w 591813"/>
                    <a:gd name="connsiteY1996" fmla="*/ 569751 h 640885"/>
                    <a:gd name="connsiteX1997" fmla="*/ 290970 w 591813"/>
                    <a:gd name="connsiteY1997" fmla="*/ 569931 h 640885"/>
                    <a:gd name="connsiteX1998" fmla="*/ 290565 w 591813"/>
                    <a:gd name="connsiteY1998" fmla="*/ 570111 h 640885"/>
                    <a:gd name="connsiteX1999" fmla="*/ 290183 w 591813"/>
                    <a:gd name="connsiteY1999" fmla="*/ 570291 h 640885"/>
                    <a:gd name="connsiteX2000" fmla="*/ 289778 w 591813"/>
                    <a:gd name="connsiteY2000" fmla="*/ 570448 h 640885"/>
                    <a:gd name="connsiteX2001" fmla="*/ 289396 w 591813"/>
                    <a:gd name="connsiteY2001" fmla="*/ 570606 h 640885"/>
                    <a:gd name="connsiteX2002" fmla="*/ 288991 w 591813"/>
                    <a:gd name="connsiteY2002" fmla="*/ 570763 h 640885"/>
                    <a:gd name="connsiteX2003" fmla="*/ 288586 w 591813"/>
                    <a:gd name="connsiteY2003" fmla="*/ 570921 h 640885"/>
                    <a:gd name="connsiteX2004" fmla="*/ 288204 w 591813"/>
                    <a:gd name="connsiteY2004" fmla="*/ 571078 h 640885"/>
                    <a:gd name="connsiteX2005" fmla="*/ 287799 w 591813"/>
                    <a:gd name="connsiteY2005" fmla="*/ 571235 h 640885"/>
                    <a:gd name="connsiteX2006" fmla="*/ 287416 w 591813"/>
                    <a:gd name="connsiteY2006" fmla="*/ 571370 h 640885"/>
                    <a:gd name="connsiteX2007" fmla="*/ 287012 w 591813"/>
                    <a:gd name="connsiteY2007" fmla="*/ 571505 h 640885"/>
                    <a:gd name="connsiteX2008" fmla="*/ 286630 w 591813"/>
                    <a:gd name="connsiteY2008" fmla="*/ 571640 h 640885"/>
                    <a:gd name="connsiteX2009" fmla="*/ 286224 w 591813"/>
                    <a:gd name="connsiteY2009" fmla="*/ 571775 h 640885"/>
                    <a:gd name="connsiteX2010" fmla="*/ 285842 w 591813"/>
                    <a:gd name="connsiteY2010" fmla="*/ 571910 h 640885"/>
                    <a:gd name="connsiteX2011" fmla="*/ 285438 w 591813"/>
                    <a:gd name="connsiteY2011" fmla="*/ 572022 h 640885"/>
                    <a:gd name="connsiteX2012" fmla="*/ 285033 w 591813"/>
                    <a:gd name="connsiteY2012" fmla="*/ 572157 h 640885"/>
                    <a:gd name="connsiteX2013" fmla="*/ 284673 w 591813"/>
                    <a:gd name="connsiteY2013" fmla="*/ 572270 h 640885"/>
                    <a:gd name="connsiteX2014" fmla="*/ 284246 w 591813"/>
                    <a:gd name="connsiteY2014" fmla="*/ 572360 h 640885"/>
                    <a:gd name="connsiteX2015" fmla="*/ 283886 w 591813"/>
                    <a:gd name="connsiteY2015" fmla="*/ 572472 h 640885"/>
                    <a:gd name="connsiteX2016" fmla="*/ 283481 w 591813"/>
                    <a:gd name="connsiteY2016" fmla="*/ 572562 h 640885"/>
                    <a:gd name="connsiteX2017" fmla="*/ 283076 w 591813"/>
                    <a:gd name="connsiteY2017" fmla="*/ 572652 h 640885"/>
                    <a:gd name="connsiteX2018" fmla="*/ 282694 w 591813"/>
                    <a:gd name="connsiteY2018" fmla="*/ 572742 h 640885"/>
                    <a:gd name="connsiteX2019" fmla="*/ 282311 w 591813"/>
                    <a:gd name="connsiteY2019" fmla="*/ 572810 h 640885"/>
                    <a:gd name="connsiteX2020" fmla="*/ 281907 w 591813"/>
                    <a:gd name="connsiteY2020" fmla="*/ 572877 h 640885"/>
                    <a:gd name="connsiteX2021" fmla="*/ 281502 w 591813"/>
                    <a:gd name="connsiteY2021" fmla="*/ 572967 h 640885"/>
                    <a:gd name="connsiteX2022" fmla="*/ 281120 w 591813"/>
                    <a:gd name="connsiteY2022" fmla="*/ 573035 h 640885"/>
                    <a:gd name="connsiteX2023" fmla="*/ 280715 w 591813"/>
                    <a:gd name="connsiteY2023" fmla="*/ 573079 h 640885"/>
                    <a:gd name="connsiteX2024" fmla="*/ 280332 w 591813"/>
                    <a:gd name="connsiteY2024" fmla="*/ 573147 h 640885"/>
                    <a:gd name="connsiteX2025" fmla="*/ 279928 w 591813"/>
                    <a:gd name="connsiteY2025" fmla="*/ 573192 h 640885"/>
                    <a:gd name="connsiteX2026" fmla="*/ 279545 w 591813"/>
                    <a:gd name="connsiteY2026" fmla="*/ 573237 h 640885"/>
                    <a:gd name="connsiteX2027" fmla="*/ 279140 w 591813"/>
                    <a:gd name="connsiteY2027" fmla="*/ 573282 h 640885"/>
                    <a:gd name="connsiteX2028" fmla="*/ 278758 w 591813"/>
                    <a:gd name="connsiteY2028" fmla="*/ 573327 h 640885"/>
                    <a:gd name="connsiteX2029" fmla="*/ 278353 w 591813"/>
                    <a:gd name="connsiteY2029" fmla="*/ 573349 h 640885"/>
                    <a:gd name="connsiteX2030" fmla="*/ 277948 w 591813"/>
                    <a:gd name="connsiteY2030" fmla="*/ 573372 h 640885"/>
                    <a:gd name="connsiteX2031" fmla="*/ 277566 w 591813"/>
                    <a:gd name="connsiteY2031" fmla="*/ 573394 h 640885"/>
                    <a:gd name="connsiteX2032" fmla="*/ 277162 w 591813"/>
                    <a:gd name="connsiteY2032" fmla="*/ 573417 h 640885"/>
                    <a:gd name="connsiteX2033" fmla="*/ 276779 w 591813"/>
                    <a:gd name="connsiteY2033" fmla="*/ 573439 h 640885"/>
                    <a:gd name="connsiteX2034" fmla="*/ 276374 w 591813"/>
                    <a:gd name="connsiteY2034" fmla="*/ 573439 h 640885"/>
                    <a:gd name="connsiteX2035" fmla="*/ 275992 w 591813"/>
                    <a:gd name="connsiteY2035" fmla="*/ 573439 h 640885"/>
                    <a:gd name="connsiteX2036" fmla="*/ 275587 w 591813"/>
                    <a:gd name="connsiteY2036" fmla="*/ 573394 h 640885"/>
                    <a:gd name="connsiteX2037" fmla="*/ 275182 w 591813"/>
                    <a:gd name="connsiteY2037" fmla="*/ 573349 h 640885"/>
                    <a:gd name="connsiteX2038" fmla="*/ 274800 w 591813"/>
                    <a:gd name="connsiteY2038" fmla="*/ 573304 h 640885"/>
                    <a:gd name="connsiteX2039" fmla="*/ 274395 w 591813"/>
                    <a:gd name="connsiteY2039" fmla="*/ 573259 h 640885"/>
                    <a:gd name="connsiteX2040" fmla="*/ 274013 w 591813"/>
                    <a:gd name="connsiteY2040" fmla="*/ 573192 h 640885"/>
                    <a:gd name="connsiteX2041" fmla="*/ 273608 w 591813"/>
                    <a:gd name="connsiteY2041" fmla="*/ 573124 h 640885"/>
                    <a:gd name="connsiteX2042" fmla="*/ 273226 w 591813"/>
                    <a:gd name="connsiteY2042" fmla="*/ 573079 h 640885"/>
                    <a:gd name="connsiteX2043" fmla="*/ 272821 w 591813"/>
                    <a:gd name="connsiteY2043" fmla="*/ 572990 h 640885"/>
                    <a:gd name="connsiteX2044" fmla="*/ 272439 w 591813"/>
                    <a:gd name="connsiteY2044" fmla="*/ 572922 h 640885"/>
                    <a:gd name="connsiteX2045" fmla="*/ 272034 w 591813"/>
                    <a:gd name="connsiteY2045" fmla="*/ 572855 h 640885"/>
                    <a:gd name="connsiteX2046" fmla="*/ 271629 w 591813"/>
                    <a:gd name="connsiteY2046" fmla="*/ 572765 h 640885"/>
                    <a:gd name="connsiteX2047" fmla="*/ 271247 w 591813"/>
                    <a:gd name="connsiteY2047" fmla="*/ 572675 h 640885"/>
                    <a:gd name="connsiteX2048" fmla="*/ 270842 w 591813"/>
                    <a:gd name="connsiteY2048" fmla="*/ 572585 h 640885"/>
                    <a:gd name="connsiteX2049" fmla="*/ 270459 w 591813"/>
                    <a:gd name="connsiteY2049" fmla="*/ 572472 h 640885"/>
                    <a:gd name="connsiteX2050" fmla="*/ 270055 w 591813"/>
                    <a:gd name="connsiteY2050" fmla="*/ 572360 h 640885"/>
                    <a:gd name="connsiteX2051" fmla="*/ 269672 w 591813"/>
                    <a:gd name="connsiteY2051" fmla="*/ 572247 h 640885"/>
                    <a:gd name="connsiteX2052" fmla="*/ 269268 w 591813"/>
                    <a:gd name="connsiteY2052" fmla="*/ 572135 h 640885"/>
                    <a:gd name="connsiteX2053" fmla="*/ 268885 w 591813"/>
                    <a:gd name="connsiteY2053" fmla="*/ 572022 h 640885"/>
                    <a:gd name="connsiteX2054" fmla="*/ 268480 w 591813"/>
                    <a:gd name="connsiteY2054" fmla="*/ 571888 h 640885"/>
                    <a:gd name="connsiteX2055" fmla="*/ 268076 w 591813"/>
                    <a:gd name="connsiteY2055" fmla="*/ 571753 h 640885"/>
                    <a:gd name="connsiteX2056" fmla="*/ 267693 w 591813"/>
                    <a:gd name="connsiteY2056" fmla="*/ 571618 h 640885"/>
                    <a:gd name="connsiteX2057" fmla="*/ 267288 w 591813"/>
                    <a:gd name="connsiteY2057" fmla="*/ 571483 h 640885"/>
                    <a:gd name="connsiteX2058" fmla="*/ 266906 w 591813"/>
                    <a:gd name="connsiteY2058" fmla="*/ 571348 h 640885"/>
                    <a:gd name="connsiteX2059" fmla="*/ 266502 w 591813"/>
                    <a:gd name="connsiteY2059" fmla="*/ 571190 h 640885"/>
                    <a:gd name="connsiteX2060" fmla="*/ 266119 w 591813"/>
                    <a:gd name="connsiteY2060" fmla="*/ 571033 h 640885"/>
                    <a:gd name="connsiteX2061" fmla="*/ 265714 w 591813"/>
                    <a:gd name="connsiteY2061" fmla="*/ 570875 h 640885"/>
                    <a:gd name="connsiteX2062" fmla="*/ 265332 w 591813"/>
                    <a:gd name="connsiteY2062" fmla="*/ 570718 h 640885"/>
                    <a:gd name="connsiteX2063" fmla="*/ 264927 w 591813"/>
                    <a:gd name="connsiteY2063" fmla="*/ 570561 h 640885"/>
                    <a:gd name="connsiteX2064" fmla="*/ 264522 w 591813"/>
                    <a:gd name="connsiteY2064" fmla="*/ 570381 h 640885"/>
                    <a:gd name="connsiteX2065" fmla="*/ 264140 w 591813"/>
                    <a:gd name="connsiteY2065" fmla="*/ 570201 h 640885"/>
                    <a:gd name="connsiteX2066" fmla="*/ 263735 w 591813"/>
                    <a:gd name="connsiteY2066" fmla="*/ 570021 h 640885"/>
                    <a:gd name="connsiteX2067" fmla="*/ 263353 w 591813"/>
                    <a:gd name="connsiteY2067" fmla="*/ 569841 h 640885"/>
                    <a:gd name="connsiteX2068" fmla="*/ 262948 w 591813"/>
                    <a:gd name="connsiteY2068" fmla="*/ 569639 h 640885"/>
                    <a:gd name="connsiteX2069" fmla="*/ 262566 w 591813"/>
                    <a:gd name="connsiteY2069" fmla="*/ 569436 h 640885"/>
                    <a:gd name="connsiteX2070" fmla="*/ 262161 w 591813"/>
                    <a:gd name="connsiteY2070" fmla="*/ 569234 h 640885"/>
                    <a:gd name="connsiteX2071" fmla="*/ 261756 w 591813"/>
                    <a:gd name="connsiteY2071" fmla="*/ 569031 h 640885"/>
                    <a:gd name="connsiteX2072" fmla="*/ 261374 w 591813"/>
                    <a:gd name="connsiteY2072" fmla="*/ 568806 h 640885"/>
                    <a:gd name="connsiteX2073" fmla="*/ 260969 w 591813"/>
                    <a:gd name="connsiteY2073" fmla="*/ 568582 h 640885"/>
                    <a:gd name="connsiteX2074" fmla="*/ 260587 w 591813"/>
                    <a:gd name="connsiteY2074" fmla="*/ 568357 h 640885"/>
                    <a:gd name="connsiteX2075" fmla="*/ 260182 w 591813"/>
                    <a:gd name="connsiteY2075" fmla="*/ 568132 h 640885"/>
                    <a:gd name="connsiteX2076" fmla="*/ 259799 w 591813"/>
                    <a:gd name="connsiteY2076" fmla="*/ 567907 h 640885"/>
                    <a:gd name="connsiteX2077" fmla="*/ 259395 w 591813"/>
                    <a:gd name="connsiteY2077" fmla="*/ 567660 h 640885"/>
                    <a:gd name="connsiteX2078" fmla="*/ 259012 w 591813"/>
                    <a:gd name="connsiteY2078" fmla="*/ 567435 h 640885"/>
                    <a:gd name="connsiteX2079" fmla="*/ 258608 w 591813"/>
                    <a:gd name="connsiteY2079" fmla="*/ 567187 h 640885"/>
                    <a:gd name="connsiteX2080" fmla="*/ 258202 w 591813"/>
                    <a:gd name="connsiteY2080" fmla="*/ 566940 h 640885"/>
                    <a:gd name="connsiteX2081" fmla="*/ 257820 w 591813"/>
                    <a:gd name="connsiteY2081" fmla="*/ 566670 h 640885"/>
                    <a:gd name="connsiteX2082" fmla="*/ 257416 w 591813"/>
                    <a:gd name="connsiteY2082" fmla="*/ 566423 h 640885"/>
                    <a:gd name="connsiteX2083" fmla="*/ 257033 w 591813"/>
                    <a:gd name="connsiteY2083" fmla="*/ 566153 h 640885"/>
                    <a:gd name="connsiteX2084" fmla="*/ 256628 w 591813"/>
                    <a:gd name="connsiteY2084" fmla="*/ 565883 h 640885"/>
                    <a:gd name="connsiteX2085" fmla="*/ 256246 w 591813"/>
                    <a:gd name="connsiteY2085" fmla="*/ 565590 h 640885"/>
                    <a:gd name="connsiteX2086" fmla="*/ 255841 w 591813"/>
                    <a:gd name="connsiteY2086" fmla="*/ 565321 h 640885"/>
                    <a:gd name="connsiteX2087" fmla="*/ 255459 w 591813"/>
                    <a:gd name="connsiteY2087" fmla="*/ 565028 h 640885"/>
                    <a:gd name="connsiteX2088" fmla="*/ 255054 w 591813"/>
                    <a:gd name="connsiteY2088" fmla="*/ 564736 h 640885"/>
                    <a:gd name="connsiteX2089" fmla="*/ 254650 w 591813"/>
                    <a:gd name="connsiteY2089" fmla="*/ 564444 h 640885"/>
                    <a:gd name="connsiteX2090" fmla="*/ 254267 w 591813"/>
                    <a:gd name="connsiteY2090" fmla="*/ 564129 h 640885"/>
                    <a:gd name="connsiteX2091" fmla="*/ 253862 w 591813"/>
                    <a:gd name="connsiteY2091" fmla="*/ 563814 h 640885"/>
                    <a:gd name="connsiteX2092" fmla="*/ 253480 w 591813"/>
                    <a:gd name="connsiteY2092" fmla="*/ 563499 h 640885"/>
                    <a:gd name="connsiteX2093" fmla="*/ 253075 w 591813"/>
                    <a:gd name="connsiteY2093" fmla="*/ 563184 h 640885"/>
                    <a:gd name="connsiteX2094" fmla="*/ 252693 w 591813"/>
                    <a:gd name="connsiteY2094" fmla="*/ 562869 h 640885"/>
                    <a:gd name="connsiteX2095" fmla="*/ 252288 w 591813"/>
                    <a:gd name="connsiteY2095" fmla="*/ 562532 h 640885"/>
                    <a:gd name="connsiteX2096" fmla="*/ 251905 w 591813"/>
                    <a:gd name="connsiteY2096" fmla="*/ 562172 h 640885"/>
                    <a:gd name="connsiteX2097" fmla="*/ 251501 w 591813"/>
                    <a:gd name="connsiteY2097" fmla="*/ 561835 h 640885"/>
                    <a:gd name="connsiteX2098" fmla="*/ 251096 w 591813"/>
                    <a:gd name="connsiteY2098" fmla="*/ 561475 h 640885"/>
                    <a:gd name="connsiteX2099" fmla="*/ 250714 w 591813"/>
                    <a:gd name="connsiteY2099" fmla="*/ 561115 h 640885"/>
                    <a:gd name="connsiteX2100" fmla="*/ 250309 w 591813"/>
                    <a:gd name="connsiteY2100" fmla="*/ 560755 h 640885"/>
                    <a:gd name="connsiteX2101" fmla="*/ 249926 w 591813"/>
                    <a:gd name="connsiteY2101" fmla="*/ 560373 h 640885"/>
                    <a:gd name="connsiteX2102" fmla="*/ 249522 w 591813"/>
                    <a:gd name="connsiteY2102" fmla="*/ 559991 h 640885"/>
                    <a:gd name="connsiteX2103" fmla="*/ 249139 w 591813"/>
                    <a:gd name="connsiteY2103" fmla="*/ 559608 h 640885"/>
                    <a:gd name="connsiteX2104" fmla="*/ 248734 w 591813"/>
                    <a:gd name="connsiteY2104" fmla="*/ 559226 h 640885"/>
                    <a:gd name="connsiteX2105" fmla="*/ 248352 w 591813"/>
                    <a:gd name="connsiteY2105" fmla="*/ 558821 h 640885"/>
                    <a:gd name="connsiteX2106" fmla="*/ 247948 w 591813"/>
                    <a:gd name="connsiteY2106" fmla="*/ 558416 h 640885"/>
                    <a:gd name="connsiteX2107" fmla="*/ 247542 w 591813"/>
                    <a:gd name="connsiteY2107" fmla="*/ 558011 h 640885"/>
                    <a:gd name="connsiteX2108" fmla="*/ 247160 w 591813"/>
                    <a:gd name="connsiteY2108" fmla="*/ 557584 h 640885"/>
                    <a:gd name="connsiteX2109" fmla="*/ 246756 w 591813"/>
                    <a:gd name="connsiteY2109" fmla="*/ 557157 h 640885"/>
                    <a:gd name="connsiteX2110" fmla="*/ 246373 w 591813"/>
                    <a:gd name="connsiteY2110" fmla="*/ 556730 h 640885"/>
                    <a:gd name="connsiteX2111" fmla="*/ 245968 w 591813"/>
                    <a:gd name="connsiteY2111" fmla="*/ 556280 h 640885"/>
                    <a:gd name="connsiteX2112" fmla="*/ 245586 w 591813"/>
                    <a:gd name="connsiteY2112" fmla="*/ 555830 h 640885"/>
                    <a:gd name="connsiteX2113" fmla="*/ 245181 w 591813"/>
                    <a:gd name="connsiteY2113" fmla="*/ 555380 h 640885"/>
                    <a:gd name="connsiteX2114" fmla="*/ 244776 w 591813"/>
                    <a:gd name="connsiteY2114" fmla="*/ 554908 h 640885"/>
                    <a:gd name="connsiteX2115" fmla="*/ 244394 w 591813"/>
                    <a:gd name="connsiteY2115" fmla="*/ 554458 h 640885"/>
                    <a:gd name="connsiteX2116" fmla="*/ 243989 w 591813"/>
                    <a:gd name="connsiteY2116" fmla="*/ 553986 h 640885"/>
                    <a:gd name="connsiteX2117" fmla="*/ 243607 w 591813"/>
                    <a:gd name="connsiteY2117" fmla="*/ 553491 h 640885"/>
                    <a:gd name="connsiteX2118" fmla="*/ 243202 w 591813"/>
                    <a:gd name="connsiteY2118" fmla="*/ 553019 h 640885"/>
                    <a:gd name="connsiteX2119" fmla="*/ 242820 w 591813"/>
                    <a:gd name="connsiteY2119" fmla="*/ 552502 h 640885"/>
                    <a:gd name="connsiteX2120" fmla="*/ 242415 w 591813"/>
                    <a:gd name="connsiteY2120" fmla="*/ 552007 h 640885"/>
                    <a:gd name="connsiteX2121" fmla="*/ 242033 w 591813"/>
                    <a:gd name="connsiteY2121" fmla="*/ 551512 h 640885"/>
                    <a:gd name="connsiteX2122" fmla="*/ 241628 w 591813"/>
                    <a:gd name="connsiteY2122" fmla="*/ 550995 h 640885"/>
                    <a:gd name="connsiteX2123" fmla="*/ 241223 w 591813"/>
                    <a:gd name="connsiteY2123" fmla="*/ 550477 h 640885"/>
                    <a:gd name="connsiteX2124" fmla="*/ 240841 w 591813"/>
                    <a:gd name="connsiteY2124" fmla="*/ 549960 h 640885"/>
                    <a:gd name="connsiteX2125" fmla="*/ 240436 w 591813"/>
                    <a:gd name="connsiteY2125" fmla="*/ 549420 h 640885"/>
                    <a:gd name="connsiteX2126" fmla="*/ 240054 w 591813"/>
                    <a:gd name="connsiteY2126" fmla="*/ 548903 h 640885"/>
                    <a:gd name="connsiteX2127" fmla="*/ 239649 w 591813"/>
                    <a:gd name="connsiteY2127" fmla="*/ 548363 h 640885"/>
                    <a:gd name="connsiteX2128" fmla="*/ 239266 w 591813"/>
                    <a:gd name="connsiteY2128" fmla="*/ 547824 h 640885"/>
                    <a:gd name="connsiteX2129" fmla="*/ 238862 w 591813"/>
                    <a:gd name="connsiteY2129" fmla="*/ 547261 h 640885"/>
                    <a:gd name="connsiteX2130" fmla="*/ 238479 w 591813"/>
                    <a:gd name="connsiteY2130" fmla="*/ 546699 h 640885"/>
                    <a:gd name="connsiteX2131" fmla="*/ 238074 w 591813"/>
                    <a:gd name="connsiteY2131" fmla="*/ 546159 h 640885"/>
                    <a:gd name="connsiteX2132" fmla="*/ 237670 w 591813"/>
                    <a:gd name="connsiteY2132" fmla="*/ 545597 h 640885"/>
                    <a:gd name="connsiteX2133" fmla="*/ 237287 w 591813"/>
                    <a:gd name="connsiteY2133" fmla="*/ 545012 h 640885"/>
                    <a:gd name="connsiteX2134" fmla="*/ 236882 w 591813"/>
                    <a:gd name="connsiteY2134" fmla="*/ 544450 h 640885"/>
                    <a:gd name="connsiteX2135" fmla="*/ 236500 w 591813"/>
                    <a:gd name="connsiteY2135" fmla="*/ 543866 h 640885"/>
                    <a:gd name="connsiteX2136" fmla="*/ 236096 w 591813"/>
                    <a:gd name="connsiteY2136" fmla="*/ 543281 h 640885"/>
                    <a:gd name="connsiteX2137" fmla="*/ 235713 w 591813"/>
                    <a:gd name="connsiteY2137" fmla="*/ 542674 h 640885"/>
                    <a:gd name="connsiteX2138" fmla="*/ 235308 w 591813"/>
                    <a:gd name="connsiteY2138" fmla="*/ 542089 h 640885"/>
                    <a:gd name="connsiteX2139" fmla="*/ 234926 w 591813"/>
                    <a:gd name="connsiteY2139" fmla="*/ 541482 h 640885"/>
                    <a:gd name="connsiteX2140" fmla="*/ 234521 w 591813"/>
                    <a:gd name="connsiteY2140" fmla="*/ 540852 h 640885"/>
                    <a:gd name="connsiteX2141" fmla="*/ 234116 w 591813"/>
                    <a:gd name="connsiteY2141" fmla="*/ 540245 h 640885"/>
                    <a:gd name="connsiteX2142" fmla="*/ 233734 w 591813"/>
                    <a:gd name="connsiteY2142" fmla="*/ 539615 h 640885"/>
                    <a:gd name="connsiteX2143" fmla="*/ 233329 w 591813"/>
                    <a:gd name="connsiteY2143" fmla="*/ 538985 h 640885"/>
                    <a:gd name="connsiteX2144" fmla="*/ 232947 w 591813"/>
                    <a:gd name="connsiteY2144" fmla="*/ 538333 h 640885"/>
                    <a:gd name="connsiteX2145" fmla="*/ 232542 w 591813"/>
                    <a:gd name="connsiteY2145" fmla="*/ 537681 h 640885"/>
                    <a:gd name="connsiteX2146" fmla="*/ 232160 w 591813"/>
                    <a:gd name="connsiteY2146" fmla="*/ 537029 h 640885"/>
                    <a:gd name="connsiteX2147" fmla="*/ 231755 w 591813"/>
                    <a:gd name="connsiteY2147" fmla="*/ 536376 h 640885"/>
                    <a:gd name="connsiteX2148" fmla="*/ 231350 w 591813"/>
                    <a:gd name="connsiteY2148" fmla="*/ 535702 h 640885"/>
                    <a:gd name="connsiteX2149" fmla="*/ 230968 w 591813"/>
                    <a:gd name="connsiteY2149" fmla="*/ 535027 h 640885"/>
                    <a:gd name="connsiteX2150" fmla="*/ 230563 w 591813"/>
                    <a:gd name="connsiteY2150" fmla="*/ 534352 h 640885"/>
                    <a:gd name="connsiteX2151" fmla="*/ 230181 w 591813"/>
                    <a:gd name="connsiteY2151" fmla="*/ 533655 h 640885"/>
                    <a:gd name="connsiteX2152" fmla="*/ 229776 w 591813"/>
                    <a:gd name="connsiteY2152" fmla="*/ 532958 h 640885"/>
                    <a:gd name="connsiteX2153" fmla="*/ 229394 w 591813"/>
                    <a:gd name="connsiteY2153" fmla="*/ 532261 h 640885"/>
                    <a:gd name="connsiteX2154" fmla="*/ 228989 w 591813"/>
                    <a:gd name="connsiteY2154" fmla="*/ 531564 h 640885"/>
                    <a:gd name="connsiteX2155" fmla="*/ 228606 w 591813"/>
                    <a:gd name="connsiteY2155" fmla="*/ 530844 h 640885"/>
                    <a:gd name="connsiteX2156" fmla="*/ 228202 w 591813"/>
                    <a:gd name="connsiteY2156" fmla="*/ 530124 h 640885"/>
                    <a:gd name="connsiteX2157" fmla="*/ 227797 w 591813"/>
                    <a:gd name="connsiteY2157" fmla="*/ 529405 h 640885"/>
                    <a:gd name="connsiteX2158" fmla="*/ 227414 w 591813"/>
                    <a:gd name="connsiteY2158" fmla="*/ 528663 h 640885"/>
                    <a:gd name="connsiteX2159" fmla="*/ 227010 w 591813"/>
                    <a:gd name="connsiteY2159" fmla="*/ 527920 h 640885"/>
                    <a:gd name="connsiteX2160" fmla="*/ 226627 w 591813"/>
                    <a:gd name="connsiteY2160" fmla="*/ 527178 h 640885"/>
                    <a:gd name="connsiteX2161" fmla="*/ 226222 w 591813"/>
                    <a:gd name="connsiteY2161" fmla="*/ 526436 h 640885"/>
                    <a:gd name="connsiteX2162" fmla="*/ 225840 w 591813"/>
                    <a:gd name="connsiteY2162" fmla="*/ 525671 h 640885"/>
                    <a:gd name="connsiteX2163" fmla="*/ 225436 w 591813"/>
                    <a:gd name="connsiteY2163" fmla="*/ 524884 h 640885"/>
                    <a:gd name="connsiteX2164" fmla="*/ 225053 w 591813"/>
                    <a:gd name="connsiteY2164" fmla="*/ 524120 h 640885"/>
                    <a:gd name="connsiteX2165" fmla="*/ 224648 w 591813"/>
                    <a:gd name="connsiteY2165" fmla="*/ 523333 h 640885"/>
                    <a:gd name="connsiteX2166" fmla="*/ 224244 w 591813"/>
                    <a:gd name="connsiteY2166" fmla="*/ 522545 h 640885"/>
                    <a:gd name="connsiteX2167" fmla="*/ 223861 w 591813"/>
                    <a:gd name="connsiteY2167" fmla="*/ 521736 h 640885"/>
                    <a:gd name="connsiteX2168" fmla="*/ 223456 w 591813"/>
                    <a:gd name="connsiteY2168" fmla="*/ 520926 h 640885"/>
                    <a:gd name="connsiteX2169" fmla="*/ 223074 w 591813"/>
                    <a:gd name="connsiteY2169" fmla="*/ 520094 h 640885"/>
                    <a:gd name="connsiteX2170" fmla="*/ 222669 w 591813"/>
                    <a:gd name="connsiteY2170" fmla="*/ 519262 h 640885"/>
                    <a:gd name="connsiteX2171" fmla="*/ 222287 w 591813"/>
                    <a:gd name="connsiteY2171" fmla="*/ 518407 h 640885"/>
                    <a:gd name="connsiteX2172" fmla="*/ 221882 w 591813"/>
                    <a:gd name="connsiteY2172" fmla="*/ 517553 h 640885"/>
                    <a:gd name="connsiteX2173" fmla="*/ 221500 w 591813"/>
                    <a:gd name="connsiteY2173" fmla="*/ 516698 h 640885"/>
                    <a:gd name="connsiteX2174" fmla="*/ 221095 w 591813"/>
                    <a:gd name="connsiteY2174" fmla="*/ 515821 h 640885"/>
                    <a:gd name="connsiteX2175" fmla="*/ 220690 w 591813"/>
                    <a:gd name="connsiteY2175" fmla="*/ 514944 h 640885"/>
                    <a:gd name="connsiteX2176" fmla="*/ 220308 w 591813"/>
                    <a:gd name="connsiteY2176" fmla="*/ 514044 h 640885"/>
                    <a:gd name="connsiteX2177" fmla="*/ 219903 w 591813"/>
                    <a:gd name="connsiteY2177" fmla="*/ 513145 h 640885"/>
                    <a:gd name="connsiteX2178" fmla="*/ 219521 w 591813"/>
                    <a:gd name="connsiteY2178" fmla="*/ 512223 h 640885"/>
                    <a:gd name="connsiteX2179" fmla="*/ 219116 w 591813"/>
                    <a:gd name="connsiteY2179" fmla="*/ 511301 h 640885"/>
                    <a:gd name="connsiteX2180" fmla="*/ 218733 w 591813"/>
                    <a:gd name="connsiteY2180" fmla="*/ 510379 h 640885"/>
                    <a:gd name="connsiteX2181" fmla="*/ 218329 w 591813"/>
                    <a:gd name="connsiteY2181" fmla="*/ 509434 h 640885"/>
                    <a:gd name="connsiteX2182" fmla="*/ 217946 w 591813"/>
                    <a:gd name="connsiteY2182" fmla="*/ 508512 h 640885"/>
                    <a:gd name="connsiteX2183" fmla="*/ 217542 w 591813"/>
                    <a:gd name="connsiteY2183" fmla="*/ 507545 h 640885"/>
                    <a:gd name="connsiteX2184" fmla="*/ 217136 w 591813"/>
                    <a:gd name="connsiteY2184" fmla="*/ 506600 h 640885"/>
                    <a:gd name="connsiteX2185" fmla="*/ 216754 w 591813"/>
                    <a:gd name="connsiteY2185" fmla="*/ 505611 h 640885"/>
                    <a:gd name="connsiteX2186" fmla="*/ 216350 w 591813"/>
                    <a:gd name="connsiteY2186" fmla="*/ 504644 h 640885"/>
                    <a:gd name="connsiteX2187" fmla="*/ 215967 w 591813"/>
                    <a:gd name="connsiteY2187" fmla="*/ 503654 h 640885"/>
                    <a:gd name="connsiteX2188" fmla="*/ 215562 w 591813"/>
                    <a:gd name="connsiteY2188" fmla="*/ 502665 h 640885"/>
                    <a:gd name="connsiteX2189" fmla="*/ 215180 w 591813"/>
                    <a:gd name="connsiteY2189" fmla="*/ 501653 h 640885"/>
                    <a:gd name="connsiteX2190" fmla="*/ 214776 w 591813"/>
                    <a:gd name="connsiteY2190" fmla="*/ 500641 h 640885"/>
                    <a:gd name="connsiteX2191" fmla="*/ 214370 w 591813"/>
                    <a:gd name="connsiteY2191" fmla="*/ 499606 h 640885"/>
                    <a:gd name="connsiteX2192" fmla="*/ 213988 w 591813"/>
                    <a:gd name="connsiteY2192" fmla="*/ 498571 h 640885"/>
                    <a:gd name="connsiteX2193" fmla="*/ 213584 w 591813"/>
                    <a:gd name="connsiteY2193" fmla="*/ 497537 h 640885"/>
                    <a:gd name="connsiteX2194" fmla="*/ 213201 w 591813"/>
                    <a:gd name="connsiteY2194" fmla="*/ 496480 h 640885"/>
                    <a:gd name="connsiteX2195" fmla="*/ 212796 w 591813"/>
                    <a:gd name="connsiteY2195" fmla="*/ 495423 h 640885"/>
                    <a:gd name="connsiteX2196" fmla="*/ 212414 w 591813"/>
                    <a:gd name="connsiteY2196" fmla="*/ 494343 h 640885"/>
                    <a:gd name="connsiteX2197" fmla="*/ 212009 w 591813"/>
                    <a:gd name="connsiteY2197" fmla="*/ 493264 h 640885"/>
                    <a:gd name="connsiteX2198" fmla="*/ 211627 w 591813"/>
                    <a:gd name="connsiteY2198" fmla="*/ 492162 h 640885"/>
                    <a:gd name="connsiteX2199" fmla="*/ 211222 w 591813"/>
                    <a:gd name="connsiteY2199" fmla="*/ 491060 h 640885"/>
                    <a:gd name="connsiteX2200" fmla="*/ 210817 w 591813"/>
                    <a:gd name="connsiteY2200" fmla="*/ 489936 h 640885"/>
                    <a:gd name="connsiteX2201" fmla="*/ 210435 w 591813"/>
                    <a:gd name="connsiteY2201" fmla="*/ 488811 h 640885"/>
                    <a:gd name="connsiteX2202" fmla="*/ 210030 w 591813"/>
                    <a:gd name="connsiteY2202" fmla="*/ 487687 h 640885"/>
                    <a:gd name="connsiteX2203" fmla="*/ 209648 w 591813"/>
                    <a:gd name="connsiteY2203" fmla="*/ 486517 h 640885"/>
                    <a:gd name="connsiteX2204" fmla="*/ 209243 w 591813"/>
                    <a:gd name="connsiteY2204" fmla="*/ 485370 h 640885"/>
                    <a:gd name="connsiteX2205" fmla="*/ 208860 w 591813"/>
                    <a:gd name="connsiteY2205" fmla="*/ 484201 h 640885"/>
                    <a:gd name="connsiteX2206" fmla="*/ 208456 w 591813"/>
                    <a:gd name="connsiteY2206" fmla="*/ 483009 h 640885"/>
                    <a:gd name="connsiteX2207" fmla="*/ 208073 w 591813"/>
                    <a:gd name="connsiteY2207" fmla="*/ 481817 h 640885"/>
                    <a:gd name="connsiteX2208" fmla="*/ 207668 w 591813"/>
                    <a:gd name="connsiteY2208" fmla="*/ 480602 h 640885"/>
                    <a:gd name="connsiteX2209" fmla="*/ 207264 w 591813"/>
                    <a:gd name="connsiteY2209" fmla="*/ 479388 h 640885"/>
                    <a:gd name="connsiteX2210" fmla="*/ 206882 w 591813"/>
                    <a:gd name="connsiteY2210" fmla="*/ 478151 h 640885"/>
                    <a:gd name="connsiteX2211" fmla="*/ 206476 w 591813"/>
                    <a:gd name="connsiteY2211" fmla="*/ 476914 h 640885"/>
                    <a:gd name="connsiteX2212" fmla="*/ 206094 w 591813"/>
                    <a:gd name="connsiteY2212" fmla="*/ 475677 h 640885"/>
                    <a:gd name="connsiteX2213" fmla="*/ 205690 w 591813"/>
                    <a:gd name="connsiteY2213" fmla="*/ 474418 h 640885"/>
                    <a:gd name="connsiteX2214" fmla="*/ 205307 w 591813"/>
                    <a:gd name="connsiteY2214" fmla="*/ 473136 h 640885"/>
                    <a:gd name="connsiteX2215" fmla="*/ 204902 w 591813"/>
                    <a:gd name="connsiteY2215" fmla="*/ 471854 h 640885"/>
                    <a:gd name="connsiteX2216" fmla="*/ 204520 w 591813"/>
                    <a:gd name="connsiteY2216" fmla="*/ 470572 h 640885"/>
                    <a:gd name="connsiteX2217" fmla="*/ 204115 w 591813"/>
                    <a:gd name="connsiteY2217" fmla="*/ 469268 h 640885"/>
                    <a:gd name="connsiteX2218" fmla="*/ 203710 w 591813"/>
                    <a:gd name="connsiteY2218" fmla="*/ 467941 h 640885"/>
                    <a:gd name="connsiteX2219" fmla="*/ 203328 w 591813"/>
                    <a:gd name="connsiteY2219" fmla="*/ 466614 h 640885"/>
                    <a:gd name="connsiteX2220" fmla="*/ 202923 w 591813"/>
                    <a:gd name="connsiteY2220" fmla="*/ 465287 h 640885"/>
                    <a:gd name="connsiteX2221" fmla="*/ 202541 w 591813"/>
                    <a:gd name="connsiteY2221" fmla="*/ 463938 h 640885"/>
                    <a:gd name="connsiteX2222" fmla="*/ 202136 w 591813"/>
                    <a:gd name="connsiteY2222" fmla="*/ 462566 h 640885"/>
                    <a:gd name="connsiteX2223" fmla="*/ 201754 w 591813"/>
                    <a:gd name="connsiteY2223" fmla="*/ 461216 h 640885"/>
                    <a:gd name="connsiteX2224" fmla="*/ 201349 w 591813"/>
                    <a:gd name="connsiteY2224" fmla="*/ 459822 h 640885"/>
                    <a:gd name="connsiteX2225" fmla="*/ 200944 w 591813"/>
                    <a:gd name="connsiteY2225" fmla="*/ 458428 h 640885"/>
                    <a:gd name="connsiteX2226" fmla="*/ 200562 w 591813"/>
                    <a:gd name="connsiteY2226" fmla="*/ 457056 h 640885"/>
                    <a:gd name="connsiteX2227" fmla="*/ 200157 w 591813"/>
                    <a:gd name="connsiteY2227" fmla="*/ 455639 h 640885"/>
                    <a:gd name="connsiteX2228" fmla="*/ 199775 w 591813"/>
                    <a:gd name="connsiteY2228" fmla="*/ 454222 h 640885"/>
                    <a:gd name="connsiteX2229" fmla="*/ 199370 w 591813"/>
                    <a:gd name="connsiteY2229" fmla="*/ 452783 h 640885"/>
                    <a:gd name="connsiteX2230" fmla="*/ 198988 w 591813"/>
                    <a:gd name="connsiteY2230" fmla="*/ 451321 h 640885"/>
                    <a:gd name="connsiteX2231" fmla="*/ 198583 w 591813"/>
                    <a:gd name="connsiteY2231" fmla="*/ 449859 h 640885"/>
                    <a:gd name="connsiteX2232" fmla="*/ 198200 w 591813"/>
                    <a:gd name="connsiteY2232" fmla="*/ 448375 h 640885"/>
                    <a:gd name="connsiteX2233" fmla="*/ 197796 w 591813"/>
                    <a:gd name="connsiteY2233" fmla="*/ 446890 h 640885"/>
                    <a:gd name="connsiteX2234" fmla="*/ 197391 w 591813"/>
                    <a:gd name="connsiteY2234" fmla="*/ 445406 h 640885"/>
                    <a:gd name="connsiteX2235" fmla="*/ 197008 w 591813"/>
                    <a:gd name="connsiteY2235" fmla="*/ 443899 h 640885"/>
                    <a:gd name="connsiteX2236" fmla="*/ 196604 w 591813"/>
                    <a:gd name="connsiteY2236" fmla="*/ 442370 h 640885"/>
                    <a:gd name="connsiteX2237" fmla="*/ 196222 w 591813"/>
                    <a:gd name="connsiteY2237" fmla="*/ 440841 h 640885"/>
                    <a:gd name="connsiteX2238" fmla="*/ 195816 w 591813"/>
                    <a:gd name="connsiteY2238" fmla="*/ 439311 h 640885"/>
                    <a:gd name="connsiteX2239" fmla="*/ 195434 w 591813"/>
                    <a:gd name="connsiteY2239" fmla="*/ 437737 h 640885"/>
                    <a:gd name="connsiteX2240" fmla="*/ 195030 w 591813"/>
                    <a:gd name="connsiteY2240" fmla="*/ 436185 h 640885"/>
                    <a:gd name="connsiteX2241" fmla="*/ 194647 w 591813"/>
                    <a:gd name="connsiteY2241" fmla="*/ 434589 h 640885"/>
                    <a:gd name="connsiteX2242" fmla="*/ 194242 w 591813"/>
                    <a:gd name="connsiteY2242" fmla="*/ 432992 h 640885"/>
                    <a:gd name="connsiteX2243" fmla="*/ 193838 w 591813"/>
                    <a:gd name="connsiteY2243" fmla="*/ 431395 h 640885"/>
                    <a:gd name="connsiteX2244" fmla="*/ 193455 w 591813"/>
                    <a:gd name="connsiteY2244" fmla="*/ 429776 h 640885"/>
                    <a:gd name="connsiteX2245" fmla="*/ 193050 w 591813"/>
                    <a:gd name="connsiteY2245" fmla="*/ 428157 h 640885"/>
                    <a:gd name="connsiteX2246" fmla="*/ 192668 w 591813"/>
                    <a:gd name="connsiteY2246" fmla="*/ 426515 h 640885"/>
                    <a:gd name="connsiteX2247" fmla="*/ 192263 w 591813"/>
                    <a:gd name="connsiteY2247" fmla="*/ 424873 h 640885"/>
                    <a:gd name="connsiteX2248" fmla="*/ 191881 w 591813"/>
                    <a:gd name="connsiteY2248" fmla="*/ 423209 h 640885"/>
                    <a:gd name="connsiteX2249" fmla="*/ 191476 w 591813"/>
                    <a:gd name="connsiteY2249" fmla="*/ 421522 h 640885"/>
                    <a:gd name="connsiteX2250" fmla="*/ 191094 w 591813"/>
                    <a:gd name="connsiteY2250" fmla="*/ 419835 h 640885"/>
                    <a:gd name="connsiteX2251" fmla="*/ 190689 w 591813"/>
                    <a:gd name="connsiteY2251" fmla="*/ 418126 h 640885"/>
                    <a:gd name="connsiteX2252" fmla="*/ 190284 w 591813"/>
                    <a:gd name="connsiteY2252" fmla="*/ 416417 h 640885"/>
                    <a:gd name="connsiteX2253" fmla="*/ 189902 w 591813"/>
                    <a:gd name="connsiteY2253" fmla="*/ 414685 h 640885"/>
                    <a:gd name="connsiteX2254" fmla="*/ 189497 w 591813"/>
                    <a:gd name="connsiteY2254" fmla="*/ 412954 h 640885"/>
                    <a:gd name="connsiteX2255" fmla="*/ 189115 w 591813"/>
                    <a:gd name="connsiteY2255" fmla="*/ 411199 h 640885"/>
                    <a:gd name="connsiteX2256" fmla="*/ 188710 w 591813"/>
                    <a:gd name="connsiteY2256" fmla="*/ 409445 h 640885"/>
                    <a:gd name="connsiteX2257" fmla="*/ 188328 w 591813"/>
                    <a:gd name="connsiteY2257" fmla="*/ 407669 h 640885"/>
                    <a:gd name="connsiteX2258" fmla="*/ 187923 w 591813"/>
                    <a:gd name="connsiteY2258" fmla="*/ 405892 h 640885"/>
                    <a:gd name="connsiteX2259" fmla="*/ 187540 w 591813"/>
                    <a:gd name="connsiteY2259" fmla="*/ 404093 h 640885"/>
                    <a:gd name="connsiteX2260" fmla="*/ 187136 w 591813"/>
                    <a:gd name="connsiteY2260" fmla="*/ 402271 h 640885"/>
                    <a:gd name="connsiteX2261" fmla="*/ 186731 w 591813"/>
                    <a:gd name="connsiteY2261" fmla="*/ 400449 h 640885"/>
                    <a:gd name="connsiteX2262" fmla="*/ 186348 w 591813"/>
                    <a:gd name="connsiteY2262" fmla="*/ 398605 h 640885"/>
                    <a:gd name="connsiteX2263" fmla="*/ 185944 w 591813"/>
                    <a:gd name="connsiteY2263" fmla="*/ 396761 h 640885"/>
                    <a:gd name="connsiteX2264" fmla="*/ 185561 w 591813"/>
                    <a:gd name="connsiteY2264" fmla="*/ 394895 h 640885"/>
                    <a:gd name="connsiteX2265" fmla="*/ 185156 w 591813"/>
                    <a:gd name="connsiteY2265" fmla="*/ 393005 h 640885"/>
                    <a:gd name="connsiteX2266" fmla="*/ 184774 w 591813"/>
                    <a:gd name="connsiteY2266" fmla="*/ 391116 h 640885"/>
                    <a:gd name="connsiteX2267" fmla="*/ 184370 w 591813"/>
                    <a:gd name="connsiteY2267" fmla="*/ 389227 h 640885"/>
                    <a:gd name="connsiteX2268" fmla="*/ 183964 w 591813"/>
                    <a:gd name="connsiteY2268" fmla="*/ 387316 h 640885"/>
                    <a:gd name="connsiteX2269" fmla="*/ 183582 w 591813"/>
                    <a:gd name="connsiteY2269" fmla="*/ 385381 h 640885"/>
                    <a:gd name="connsiteX2270" fmla="*/ 183178 w 591813"/>
                    <a:gd name="connsiteY2270" fmla="*/ 383447 h 640885"/>
                    <a:gd name="connsiteX2271" fmla="*/ 182795 w 591813"/>
                    <a:gd name="connsiteY2271" fmla="*/ 381491 h 640885"/>
                    <a:gd name="connsiteX2272" fmla="*/ 182390 w 591813"/>
                    <a:gd name="connsiteY2272" fmla="*/ 379534 h 640885"/>
                    <a:gd name="connsiteX2273" fmla="*/ 182008 w 591813"/>
                    <a:gd name="connsiteY2273" fmla="*/ 377555 h 640885"/>
                    <a:gd name="connsiteX2274" fmla="*/ 181603 w 591813"/>
                    <a:gd name="connsiteY2274" fmla="*/ 375554 h 640885"/>
                    <a:gd name="connsiteX2275" fmla="*/ 181221 w 591813"/>
                    <a:gd name="connsiteY2275" fmla="*/ 373552 h 640885"/>
                    <a:gd name="connsiteX2276" fmla="*/ 180816 w 591813"/>
                    <a:gd name="connsiteY2276" fmla="*/ 371550 h 640885"/>
                    <a:gd name="connsiteX2277" fmla="*/ 180411 w 591813"/>
                    <a:gd name="connsiteY2277" fmla="*/ 369526 h 640885"/>
                    <a:gd name="connsiteX2278" fmla="*/ 180029 w 591813"/>
                    <a:gd name="connsiteY2278" fmla="*/ 367480 h 640885"/>
                    <a:gd name="connsiteX2279" fmla="*/ 179624 w 591813"/>
                    <a:gd name="connsiteY2279" fmla="*/ 365433 h 640885"/>
                    <a:gd name="connsiteX2280" fmla="*/ 179242 w 591813"/>
                    <a:gd name="connsiteY2280" fmla="*/ 363364 h 640885"/>
                    <a:gd name="connsiteX2281" fmla="*/ 178837 w 591813"/>
                    <a:gd name="connsiteY2281" fmla="*/ 361295 h 640885"/>
                    <a:gd name="connsiteX2282" fmla="*/ 178455 w 591813"/>
                    <a:gd name="connsiteY2282" fmla="*/ 359204 h 640885"/>
                    <a:gd name="connsiteX2283" fmla="*/ 178050 w 591813"/>
                    <a:gd name="connsiteY2283" fmla="*/ 357112 h 640885"/>
                    <a:gd name="connsiteX2284" fmla="*/ 177668 w 591813"/>
                    <a:gd name="connsiteY2284" fmla="*/ 354998 h 640885"/>
                    <a:gd name="connsiteX2285" fmla="*/ 177263 w 591813"/>
                    <a:gd name="connsiteY2285" fmla="*/ 352884 h 640885"/>
                    <a:gd name="connsiteX2286" fmla="*/ 176858 w 591813"/>
                    <a:gd name="connsiteY2286" fmla="*/ 350747 h 640885"/>
                    <a:gd name="connsiteX2287" fmla="*/ 176476 w 591813"/>
                    <a:gd name="connsiteY2287" fmla="*/ 348611 h 640885"/>
                    <a:gd name="connsiteX2288" fmla="*/ 176070 w 591813"/>
                    <a:gd name="connsiteY2288" fmla="*/ 346452 h 640885"/>
                    <a:gd name="connsiteX2289" fmla="*/ 175688 w 591813"/>
                    <a:gd name="connsiteY2289" fmla="*/ 344293 h 640885"/>
                    <a:gd name="connsiteX2290" fmla="*/ 175284 w 591813"/>
                    <a:gd name="connsiteY2290" fmla="*/ 342112 h 640885"/>
                    <a:gd name="connsiteX2291" fmla="*/ 174901 w 591813"/>
                    <a:gd name="connsiteY2291" fmla="*/ 339930 h 640885"/>
                    <a:gd name="connsiteX2292" fmla="*/ 174496 w 591813"/>
                    <a:gd name="connsiteY2292" fmla="*/ 337749 h 640885"/>
                    <a:gd name="connsiteX2293" fmla="*/ 174114 w 591813"/>
                    <a:gd name="connsiteY2293" fmla="*/ 335545 h 640885"/>
                    <a:gd name="connsiteX2294" fmla="*/ 173710 w 591813"/>
                    <a:gd name="connsiteY2294" fmla="*/ 333318 h 640885"/>
                    <a:gd name="connsiteX2295" fmla="*/ 173304 w 591813"/>
                    <a:gd name="connsiteY2295" fmla="*/ 331092 h 640885"/>
                    <a:gd name="connsiteX2296" fmla="*/ 172922 w 591813"/>
                    <a:gd name="connsiteY2296" fmla="*/ 328843 h 640885"/>
                    <a:gd name="connsiteX2297" fmla="*/ 172518 w 591813"/>
                    <a:gd name="connsiteY2297" fmla="*/ 326594 h 640885"/>
                    <a:gd name="connsiteX2298" fmla="*/ 172135 w 591813"/>
                    <a:gd name="connsiteY2298" fmla="*/ 324345 h 640885"/>
                    <a:gd name="connsiteX2299" fmla="*/ 171730 w 591813"/>
                    <a:gd name="connsiteY2299" fmla="*/ 322073 h 640885"/>
                    <a:gd name="connsiteX2300" fmla="*/ 171348 w 591813"/>
                    <a:gd name="connsiteY2300" fmla="*/ 319802 h 640885"/>
                    <a:gd name="connsiteX2301" fmla="*/ 170943 w 591813"/>
                    <a:gd name="connsiteY2301" fmla="*/ 317508 h 640885"/>
                    <a:gd name="connsiteX2302" fmla="*/ 170538 w 591813"/>
                    <a:gd name="connsiteY2302" fmla="*/ 315214 h 640885"/>
                    <a:gd name="connsiteX2303" fmla="*/ 170156 w 591813"/>
                    <a:gd name="connsiteY2303" fmla="*/ 312898 h 640885"/>
                    <a:gd name="connsiteX2304" fmla="*/ 169751 w 591813"/>
                    <a:gd name="connsiteY2304" fmla="*/ 310581 h 640885"/>
                    <a:gd name="connsiteX2305" fmla="*/ 169369 w 591813"/>
                    <a:gd name="connsiteY2305" fmla="*/ 308265 h 640885"/>
                    <a:gd name="connsiteX2306" fmla="*/ 168964 w 591813"/>
                    <a:gd name="connsiteY2306" fmla="*/ 305926 h 640885"/>
                    <a:gd name="connsiteX2307" fmla="*/ 168582 w 591813"/>
                    <a:gd name="connsiteY2307" fmla="*/ 303564 h 640885"/>
                    <a:gd name="connsiteX2308" fmla="*/ 168177 w 591813"/>
                    <a:gd name="connsiteY2308" fmla="*/ 301203 h 640885"/>
                    <a:gd name="connsiteX2309" fmla="*/ 167794 w 591813"/>
                    <a:gd name="connsiteY2309" fmla="*/ 298842 h 640885"/>
                    <a:gd name="connsiteX2310" fmla="*/ 167390 w 591813"/>
                    <a:gd name="connsiteY2310" fmla="*/ 296458 h 640885"/>
                    <a:gd name="connsiteX2311" fmla="*/ 166985 w 591813"/>
                    <a:gd name="connsiteY2311" fmla="*/ 294074 h 640885"/>
                    <a:gd name="connsiteX2312" fmla="*/ 166602 w 591813"/>
                    <a:gd name="connsiteY2312" fmla="*/ 291690 h 640885"/>
                    <a:gd name="connsiteX2313" fmla="*/ 166198 w 591813"/>
                    <a:gd name="connsiteY2313" fmla="*/ 289283 h 640885"/>
                    <a:gd name="connsiteX2314" fmla="*/ 165816 w 591813"/>
                    <a:gd name="connsiteY2314" fmla="*/ 286877 h 640885"/>
                    <a:gd name="connsiteX2315" fmla="*/ 165433 w 591813"/>
                    <a:gd name="connsiteY2315" fmla="*/ 284448 h 640885"/>
                    <a:gd name="connsiteX2316" fmla="*/ 165028 w 591813"/>
                    <a:gd name="connsiteY2316" fmla="*/ 282019 h 640885"/>
                    <a:gd name="connsiteX2317" fmla="*/ 164624 w 591813"/>
                    <a:gd name="connsiteY2317" fmla="*/ 279590 h 640885"/>
                    <a:gd name="connsiteX2318" fmla="*/ 164263 w 591813"/>
                    <a:gd name="connsiteY2318" fmla="*/ 277139 h 640885"/>
                    <a:gd name="connsiteX2319" fmla="*/ 163859 w 591813"/>
                    <a:gd name="connsiteY2319" fmla="*/ 274688 h 640885"/>
                    <a:gd name="connsiteX2320" fmla="*/ 163454 w 591813"/>
                    <a:gd name="connsiteY2320" fmla="*/ 272236 h 640885"/>
                    <a:gd name="connsiteX2321" fmla="*/ 163071 w 591813"/>
                    <a:gd name="connsiteY2321" fmla="*/ 269785 h 640885"/>
                    <a:gd name="connsiteX2322" fmla="*/ 162667 w 591813"/>
                    <a:gd name="connsiteY2322" fmla="*/ 267311 h 640885"/>
                    <a:gd name="connsiteX2323" fmla="*/ 162285 w 591813"/>
                    <a:gd name="connsiteY2323" fmla="*/ 264837 h 640885"/>
                    <a:gd name="connsiteX2324" fmla="*/ 161880 w 591813"/>
                    <a:gd name="connsiteY2324" fmla="*/ 262341 h 640885"/>
                    <a:gd name="connsiteX2325" fmla="*/ 161497 w 591813"/>
                    <a:gd name="connsiteY2325" fmla="*/ 259867 h 640885"/>
                    <a:gd name="connsiteX2326" fmla="*/ 161093 w 591813"/>
                    <a:gd name="connsiteY2326" fmla="*/ 257371 h 640885"/>
                    <a:gd name="connsiteX2327" fmla="*/ 160710 w 591813"/>
                    <a:gd name="connsiteY2327" fmla="*/ 254852 h 640885"/>
                    <a:gd name="connsiteX2328" fmla="*/ 160305 w 591813"/>
                    <a:gd name="connsiteY2328" fmla="*/ 252356 h 640885"/>
                    <a:gd name="connsiteX2329" fmla="*/ 159901 w 591813"/>
                    <a:gd name="connsiteY2329" fmla="*/ 249837 h 640885"/>
                    <a:gd name="connsiteX2330" fmla="*/ 159518 w 591813"/>
                    <a:gd name="connsiteY2330" fmla="*/ 247318 h 640885"/>
                    <a:gd name="connsiteX2331" fmla="*/ 159114 w 591813"/>
                    <a:gd name="connsiteY2331" fmla="*/ 244799 h 640885"/>
                    <a:gd name="connsiteX2332" fmla="*/ 158731 w 591813"/>
                    <a:gd name="connsiteY2332" fmla="*/ 242258 h 640885"/>
                    <a:gd name="connsiteX2333" fmla="*/ 158326 w 591813"/>
                    <a:gd name="connsiteY2333" fmla="*/ 239739 h 640885"/>
                    <a:gd name="connsiteX2334" fmla="*/ 157944 w 591813"/>
                    <a:gd name="connsiteY2334" fmla="*/ 237198 h 640885"/>
                    <a:gd name="connsiteX2335" fmla="*/ 157539 w 591813"/>
                    <a:gd name="connsiteY2335" fmla="*/ 234656 h 640885"/>
                    <a:gd name="connsiteX2336" fmla="*/ 157157 w 591813"/>
                    <a:gd name="connsiteY2336" fmla="*/ 232092 h 640885"/>
                    <a:gd name="connsiteX2337" fmla="*/ 156752 w 591813"/>
                    <a:gd name="connsiteY2337" fmla="*/ 229551 h 640885"/>
                    <a:gd name="connsiteX2338" fmla="*/ 156347 w 591813"/>
                    <a:gd name="connsiteY2338" fmla="*/ 226987 h 640885"/>
                    <a:gd name="connsiteX2339" fmla="*/ 155965 w 591813"/>
                    <a:gd name="connsiteY2339" fmla="*/ 224446 h 640885"/>
                    <a:gd name="connsiteX2340" fmla="*/ 155560 w 591813"/>
                    <a:gd name="connsiteY2340" fmla="*/ 221882 h 640885"/>
                    <a:gd name="connsiteX2341" fmla="*/ 155178 w 591813"/>
                    <a:gd name="connsiteY2341" fmla="*/ 219318 h 640885"/>
                    <a:gd name="connsiteX2342" fmla="*/ 154773 w 591813"/>
                    <a:gd name="connsiteY2342" fmla="*/ 216777 h 640885"/>
                    <a:gd name="connsiteX2343" fmla="*/ 154391 w 591813"/>
                    <a:gd name="connsiteY2343" fmla="*/ 214191 h 640885"/>
                    <a:gd name="connsiteX2344" fmla="*/ 153986 w 591813"/>
                    <a:gd name="connsiteY2344" fmla="*/ 211627 h 640885"/>
                    <a:gd name="connsiteX2345" fmla="*/ 153581 w 591813"/>
                    <a:gd name="connsiteY2345" fmla="*/ 209063 h 640885"/>
                    <a:gd name="connsiteX2346" fmla="*/ 153199 w 591813"/>
                    <a:gd name="connsiteY2346" fmla="*/ 206477 h 640885"/>
                    <a:gd name="connsiteX2347" fmla="*/ 152794 w 591813"/>
                    <a:gd name="connsiteY2347" fmla="*/ 203913 h 640885"/>
                    <a:gd name="connsiteX2348" fmla="*/ 152411 w 591813"/>
                    <a:gd name="connsiteY2348" fmla="*/ 201327 h 640885"/>
                    <a:gd name="connsiteX2349" fmla="*/ 152007 w 591813"/>
                    <a:gd name="connsiteY2349" fmla="*/ 198763 h 640885"/>
                    <a:gd name="connsiteX2350" fmla="*/ 151625 w 591813"/>
                    <a:gd name="connsiteY2350" fmla="*/ 196177 h 640885"/>
                    <a:gd name="connsiteX2351" fmla="*/ 151220 w 591813"/>
                    <a:gd name="connsiteY2351" fmla="*/ 193590 h 640885"/>
                    <a:gd name="connsiteX2352" fmla="*/ 150837 w 591813"/>
                    <a:gd name="connsiteY2352" fmla="*/ 191026 h 640885"/>
                    <a:gd name="connsiteX2353" fmla="*/ 150433 w 591813"/>
                    <a:gd name="connsiteY2353" fmla="*/ 188463 h 640885"/>
                    <a:gd name="connsiteX2354" fmla="*/ 150028 w 591813"/>
                    <a:gd name="connsiteY2354" fmla="*/ 185876 h 640885"/>
                    <a:gd name="connsiteX2355" fmla="*/ 149645 w 591813"/>
                    <a:gd name="connsiteY2355" fmla="*/ 183313 h 640885"/>
                    <a:gd name="connsiteX2356" fmla="*/ 149241 w 591813"/>
                    <a:gd name="connsiteY2356" fmla="*/ 180749 h 640885"/>
                    <a:gd name="connsiteX2357" fmla="*/ 148858 w 591813"/>
                    <a:gd name="connsiteY2357" fmla="*/ 178185 h 640885"/>
                    <a:gd name="connsiteX2358" fmla="*/ 148453 w 591813"/>
                    <a:gd name="connsiteY2358" fmla="*/ 175621 h 640885"/>
                    <a:gd name="connsiteX2359" fmla="*/ 148071 w 591813"/>
                    <a:gd name="connsiteY2359" fmla="*/ 172405 h 640885"/>
                    <a:gd name="connsiteX2360" fmla="*/ 147666 w 591813"/>
                    <a:gd name="connsiteY2360" fmla="*/ 168110 h 640885"/>
                    <a:gd name="connsiteX2361" fmla="*/ 147284 w 591813"/>
                    <a:gd name="connsiteY2361" fmla="*/ 165658 h 640885"/>
                    <a:gd name="connsiteX2362" fmla="*/ 146879 w 591813"/>
                    <a:gd name="connsiteY2362" fmla="*/ 163207 h 640885"/>
                    <a:gd name="connsiteX2363" fmla="*/ 146474 w 591813"/>
                    <a:gd name="connsiteY2363" fmla="*/ 160756 h 640885"/>
                    <a:gd name="connsiteX2364" fmla="*/ 146092 w 591813"/>
                    <a:gd name="connsiteY2364" fmla="*/ 158327 h 640885"/>
                    <a:gd name="connsiteX2365" fmla="*/ 145687 w 591813"/>
                    <a:gd name="connsiteY2365" fmla="*/ 155875 h 640885"/>
                    <a:gd name="connsiteX2366" fmla="*/ 145305 w 591813"/>
                    <a:gd name="connsiteY2366" fmla="*/ 153446 h 640885"/>
                    <a:gd name="connsiteX2367" fmla="*/ 144900 w 591813"/>
                    <a:gd name="connsiteY2367" fmla="*/ 151018 h 640885"/>
                    <a:gd name="connsiteX2368" fmla="*/ 144518 w 591813"/>
                    <a:gd name="connsiteY2368" fmla="*/ 148589 h 640885"/>
                    <a:gd name="connsiteX2369" fmla="*/ 144113 w 591813"/>
                    <a:gd name="connsiteY2369" fmla="*/ 146182 h 640885"/>
                    <a:gd name="connsiteX2370" fmla="*/ 143731 w 591813"/>
                    <a:gd name="connsiteY2370" fmla="*/ 143753 h 640885"/>
                    <a:gd name="connsiteX2371" fmla="*/ 143326 w 591813"/>
                    <a:gd name="connsiteY2371" fmla="*/ 141347 h 640885"/>
                    <a:gd name="connsiteX2372" fmla="*/ 142921 w 591813"/>
                    <a:gd name="connsiteY2372" fmla="*/ 138963 h 640885"/>
                    <a:gd name="connsiteX2373" fmla="*/ 142539 w 591813"/>
                    <a:gd name="connsiteY2373" fmla="*/ 136557 h 640885"/>
                    <a:gd name="connsiteX2374" fmla="*/ 142134 w 591813"/>
                    <a:gd name="connsiteY2374" fmla="*/ 134173 h 640885"/>
                    <a:gd name="connsiteX2375" fmla="*/ 141751 w 591813"/>
                    <a:gd name="connsiteY2375" fmla="*/ 131789 h 640885"/>
                    <a:gd name="connsiteX2376" fmla="*/ 141347 w 591813"/>
                    <a:gd name="connsiteY2376" fmla="*/ 129428 h 640885"/>
                    <a:gd name="connsiteX2377" fmla="*/ 140965 w 591813"/>
                    <a:gd name="connsiteY2377" fmla="*/ 127066 h 640885"/>
                    <a:gd name="connsiteX2378" fmla="*/ 140560 w 591813"/>
                    <a:gd name="connsiteY2378" fmla="*/ 124705 h 640885"/>
                    <a:gd name="connsiteX2379" fmla="*/ 140155 w 591813"/>
                    <a:gd name="connsiteY2379" fmla="*/ 122366 h 640885"/>
                    <a:gd name="connsiteX2380" fmla="*/ 139773 w 591813"/>
                    <a:gd name="connsiteY2380" fmla="*/ 120049 h 640885"/>
                    <a:gd name="connsiteX2381" fmla="*/ 139368 w 591813"/>
                    <a:gd name="connsiteY2381" fmla="*/ 117733 h 640885"/>
                    <a:gd name="connsiteX2382" fmla="*/ 138985 w 591813"/>
                    <a:gd name="connsiteY2382" fmla="*/ 115417 h 640885"/>
                    <a:gd name="connsiteX2383" fmla="*/ 138581 w 591813"/>
                    <a:gd name="connsiteY2383" fmla="*/ 113123 h 640885"/>
                    <a:gd name="connsiteX2384" fmla="*/ 138198 w 591813"/>
                    <a:gd name="connsiteY2384" fmla="*/ 110829 h 640885"/>
                    <a:gd name="connsiteX2385" fmla="*/ 137793 w 591813"/>
                    <a:gd name="connsiteY2385" fmla="*/ 108557 h 640885"/>
                    <a:gd name="connsiteX2386" fmla="*/ 137411 w 591813"/>
                    <a:gd name="connsiteY2386" fmla="*/ 106286 h 640885"/>
                    <a:gd name="connsiteX2387" fmla="*/ 137006 w 591813"/>
                    <a:gd name="connsiteY2387" fmla="*/ 104059 h 640885"/>
                    <a:gd name="connsiteX2388" fmla="*/ 136602 w 591813"/>
                    <a:gd name="connsiteY2388" fmla="*/ 101810 h 640885"/>
                    <a:gd name="connsiteX2389" fmla="*/ 136219 w 591813"/>
                    <a:gd name="connsiteY2389" fmla="*/ 99606 h 640885"/>
                    <a:gd name="connsiteX2390" fmla="*/ 135814 w 591813"/>
                    <a:gd name="connsiteY2390" fmla="*/ 97402 h 640885"/>
                    <a:gd name="connsiteX2391" fmla="*/ 135432 w 591813"/>
                    <a:gd name="connsiteY2391" fmla="*/ 95221 h 640885"/>
                    <a:gd name="connsiteX2392" fmla="*/ 135027 w 591813"/>
                    <a:gd name="connsiteY2392" fmla="*/ 93039 h 640885"/>
                    <a:gd name="connsiteX2393" fmla="*/ 134645 w 591813"/>
                    <a:gd name="connsiteY2393" fmla="*/ 90903 h 640885"/>
                    <a:gd name="connsiteX2394" fmla="*/ 134240 w 591813"/>
                    <a:gd name="connsiteY2394" fmla="*/ 88744 h 640885"/>
                    <a:gd name="connsiteX2395" fmla="*/ 133858 w 591813"/>
                    <a:gd name="connsiteY2395" fmla="*/ 86630 h 640885"/>
                    <a:gd name="connsiteX2396" fmla="*/ 133453 w 591813"/>
                    <a:gd name="connsiteY2396" fmla="*/ 84516 h 640885"/>
                    <a:gd name="connsiteX2397" fmla="*/ 133048 w 591813"/>
                    <a:gd name="connsiteY2397" fmla="*/ 82447 h 640885"/>
                    <a:gd name="connsiteX2398" fmla="*/ 132666 w 591813"/>
                    <a:gd name="connsiteY2398" fmla="*/ 80378 h 640885"/>
                    <a:gd name="connsiteX2399" fmla="*/ 132261 w 591813"/>
                    <a:gd name="connsiteY2399" fmla="*/ 78331 h 640885"/>
                    <a:gd name="connsiteX2400" fmla="*/ 131879 w 591813"/>
                    <a:gd name="connsiteY2400" fmla="*/ 76307 h 640885"/>
                    <a:gd name="connsiteX2401" fmla="*/ 131474 w 591813"/>
                    <a:gd name="connsiteY2401" fmla="*/ 74306 h 640885"/>
                    <a:gd name="connsiteX2402" fmla="*/ 131091 w 591813"/>
                    <a:gd name="connsiteY2402" fmla="*/ 72326 h 640885"/>
                    <a:gd name="connsiteX2403" fmla="*/ 130687 w 591813"/>
                    <a:gd name="connsiteY2403" fmla="*/ 70370 h 640885"/>
                    <a:gd name="connsiteX2404" fmla="*/ 130305 w 591813"/>
                    <a:gd name="connsiteY2404" fmla="*/ 68413 h 640885"/>
                    <a:gd name="connsiteX2405" fmla="*/ 129899 w 591813"/>
                    <a:gd name="connsiteY2405" fmla="*/ 66502 h 640885"/>
                    <a:gd name="connsiteX2406" fmla="*/ 129495 w 591813"/>
                    <a:gd name="connsiteY2406" fmla="*/ 64613 h 640885"/>
                    <a:gd name="connsiteX2407" fmla="*/ 129113 w 591813"/>
                    <a:gd name="connsiteY2407" fmla="*/ 62746 h 640885"/>
                    <a:gd name="connsiteX2408" fmla="*/ 128708 w 591813"/>
                    <a:gd name="connsiteY2408" fmla="*/ 60902 h 640885"/>
                    <a:gd name="connsiteX2409" fmla="*/ 128325 w 591813"/>
                    <a:gd name="connsiteY2409" fmla="*/ 59103 h 640885"/>
                    <a:gd name="connsiteX2410" fmla="*/ 127920 w 591813"/>
                    <a:gd name="connsiteY2410" fmla="*/ 57303 h 640885"/>
                    <a:gd name="connsiteX2411" fmla="*/ 127538 w 591813"/>
                    <a:gd name="connsiteY2411" fmla="*/ 55527 h 640885"/>
                    <a:gd name="connsiteX2412" fmla="*/ 127133 w 591813"/>
                    <a:gd name="connsiteY2412" fmla="*/ 53795 h 640885"/>
                    <a:gd name="connsiteX2413" fmla="*/ 126751 w 591813"/>
                    <a:gd name="connsiteY2413" fmla="*/ 52086 h 640885"/>
                    <a:gd name="connsiteX2414" fmla="*/ 126346 w 591813"/>
                    <a:gd name="connsiteY2414" fmla="*/ 50399 h 640885"/>
                    <a:gd name="connsiteX2415" fmla="*/ 125942 w 591813"/>
                    <a:gd name="connsiteY2415" fmla="*/ 48757 h 640885"/>
                    <a:gd name="connsiteX2416" fmla="*/ 125559 w 591813"/>
                    <a:gd name="connsiteY2416" fmla="*/ 47116 h 640885"/>
                    <a:gd name="connsiteX2417" fmla="*/ 125154 w 591813"/>
                    <a:gd name="connsiteY2417" fmla="*/ 45519 h 640885"/>
                    <a:gd name="connsiteX2418" fmla="*/ 124772 w 591813"/>
                    <a:gd name="connsiteY2418" fmla="*/ 43945 h 640885"/>
                    <a:gd name="connsiteX2419" fmla="*/ 124367 w 591813"/>
                    <a:gd name="connsiteY2419" fmla="*/ 42415 h 640885"/>
                    <a:gd name="connsiteX2420" fmla="*/ 123985 w 591813"/>
                    <a:gd name="connsiteY2420" fmla="*/ 40886 h 640885"/>
                    <a:gd name="connsiteX2421" fmla="*/ 123580 w 591813"/>
                    <a:gd name="connsiteY2421" fmla="*/ 39402 h 640885"/>
                    <a:gd name="connsiteX2422" fmla="*/ 123175 w 591813"/>
                    <a:gd name="connsiteY2422" fmla="*/ 37940 h 640885"/>
                    <a:gd name="connsiteX2423" fmla="*/ 122793 w 591813"/>
                    <a:gd name="connsiteY2423" fmla="*/ 36501 h 640885"/>
                    <a:gd name="connsiteX2424" fmla="*/ 122388 w 591813"/>
                    <a:gd name="connsiteY2424" fmla="*/ 35106 h 640885"/>
                    <a:gd name="connsiteX2425" fmla="*/ 122006 w 591813"/>
                    <a:gd name="connsiteY2425" fmla="*/ 33734 h 640885"/>
                    <a:gd name="connsiteX2426" fmla="*/ 121601 w 591813"/>
                    <a:gd name="connsiteY2426" fmla="*/ 32385 h 640885"/>
                    <a:gd name="connsiteX2427" fmla="*/ 121219 w 591813"/>
                    <a:gd name="connsiteY2427" fmla="*/ 31058 h 640885"/>
                    <a:gd name="connsiteX2428" fmla="*/ 120814 w 591813"/>
                    <a:gd name="connsiteY2428" fmla="*/ 29776 h 640885"/>
                    <a:gd name="connsiteX2429" fmla="*/ 120431 w 591813"/>
                    <a:gd name="connsiteY2429" fmla="*/ 28517 h 640885"/>
                    <a:gd name="connsiteX2430" fmla="*/ 120027 w 591813"/>
                    <a:gd name="connsiteY2430" fmla="*/ 27302 h 640885"/>
                    <a:gd name="connsiteX2431" fmla="*/ 119622 w 591813"/>
                    <a:gd name="connsiteY2431" fmla="*/ 26088 h 640885"/>
                    <a:gd name="connsiteX2432" fmla="*/ 119239 w 591813"/>
                    <a:gd name="connsiteY2432" fmla="*/ 24918 h 640885"/>
                    <a:gd name="connsiteX2433" fmla="*/ 118835 w 591813"/>
                    <a:gd name="connsiteY2433" fmla="*/ 23771 h 640885"/>
                    <a:gd name="connsiteX2434" fmla="*/ 118452 w 591813"/>
                    <a:gd name="connsiteY2434" fmla="*/ 22670 h 640885"/>
                    <a:gd name="connsiteX2435" fmla="*/ 118048 w 591813"/>
                    <a:gd name="connsiteY2435" fmla="*/ 21590 h 640885"/>
                    <a:gd name="connsiteX2436" fmla="*/ 117665 w 591813"/>
                    <a:gd name="connsiteY2436" fmla="*/ 20533 h 640885"/>
                    <a:gd name="connsiteX2437" fmla="*/ 117260 w 591813"/>
                    <a:gd name="connsiteY2437" fmla="*/ 19498 h 640885"/>
                    <a:gd name="connsiteX2438" fmla="*/ 116878 w 591813"/>
                    <a:gd name="connsiteY2438" fmla="*/ 18509 h 640885"/>
                    <a:gd name="connsiteX2439" fmla="*/ 116473 w 591813"/>
                    <a:gd name="connsiteY2439" fmla="*/ 17564 h 640885"/>
                    <a:gd name="connsiteX2440" fmla="*/ 116068 w 591813"/>
                    <a:gd name="connsiteY2440" fmla="*/ 16620 h 640885"/>
                    <a:gd name="connsiteX2441" fmla="*/ 115686 w 591813"/>
                    <a:gd name="connsiteY2441" fmla="*/ 15720 h 640885"/>
                    <a:gd name="connsiteX2442" fmla="*/ 115281 w 591813"/>
                    <a:gd name="connsiteY2442" fmla="*/ 14843 h 640885"/>
                    <a:gd name="connsiteX2443" fmla="*/ 114899 w 591813"/>
                    <a:gd name="connsiteY2443" fmla="*/ 14011 h 640885"/>
                    <a:gd name="connsiteX2444" fmla="*/ 114494 w 591813"/>
                    <a:gd name="connsiteY2444" fmla="*/ 13179 h 640885"/>
                    <a:gd name="connsiteX2445" fmla="*/ 114112 w 591813"/>
                    <a:gd name="connsiteY2445" fmla="*/ 12392 h 640885"/>
                    <a:gd name="connsiteX2446" fmla="*/ 113707 w 591813"/>
                    <a:gd name="connsiteY2446" fmla="*/ 11627 h 640885"/>
                    <a:gd name="connsiteX2447" fmla="*/ 113325 w 591813"/>
                    <a:gd name="connsiteY2447" fmla="*/ 10907 h 640885"/>
                    <a:gd name="connsiteX2448" fmla="*/ 112920 w 591813"/>
                    <a:gd name="connsiteY2448" fmla="*/ 10188 h 640885"/>
                    <a:gd name="connsiteX2449" fmla="*/ 112515 w 591813"/>
                    <a:gd name="connsiteY2449" fmla="*/ 9513 h 640885"/>
                    <a:gd name="connsiteX2450" fmla="*/ 112133 w 591813"/>
                    <a:gd name="connsiteY2450" fmla="*/ 8883 h 640885"/>
                    <a:gd name="connsiteX2451" fmla="*/ 111728 w 591813"/>
                    <a:gd name="connsiteY2451" fmla="*/ 8254 h 640885"/>
                    <a:gd name="connsiteX2452" fmla="*/ 111345 w 591813"/>
                    <a:gd name="connsiteY2452" fmla="*/ 7646 h 640885"/>
                    <a:gd name="connsiteX2453" fmla="*/ 110941 w 591813"/>
                    <a:gd name="connsiteY2453" fmla="*/ 7084 h 640885"/>
                    <a:gd name="connsiteX2454" fmla="*/ 110559 w 591813"/>
                    <a:gd name="connsiteY2454" fmla="*/ 6544 h 640885"/>
                    <a:gd name="connsiteX2455" fmla="*/ 110154 w 591813"/>
                    <a:gd name="connsiteY2455" fmla="*/ 6027 h 640885"/>
                    <a:gd name="connsiteX2456" fmla="*/ 109749 w 591813"/>
                    <a:gd name="connsiteY2456" fmla="*/ 5532 h 640885"/>
                    <a:gd name="connsiteX2457" fmla="*/ 109367 w 591813"/>
                    <a:gd name="connsiteY2457" fmla="*/ 5060 h 640885"/>
                    <a:gd name="connsiteX2458" fmla="*/ 108962 w 591813"/>
                    <a:gd name="connsiteY2458" fmla="*/ 4610 h 640885"/>
                    <a:gd name="connsiteX2459" fmla="*/ 108579 w 591813"/>
                    <a:gd name="connsiteY2459" fmla="*/ 4183 h 640885"/>
                    <a:gd name="connsiteX2460" fmla="*/ 108175 w 591813"/>
                    <a:gd name="connsiteY2460" fmla="*/ 3801 h 640885"/>
                    <a:gd name="connsiteX2461" fmla="*/ 107792 w 591813"/>
                    <a:gd name="connsiteY2461" fmla="*/ 3418 h 640885"/>
                    <a:gd name="connsiteX2462" fmla="*/ 107388 w 591813"/>
                    <a:gd name="connsiteY2462" fmla="*/ 3059 h 640885"/>
                    <a:gd name="connsiteX2463" fmla="*/ 107005 w 591813"/>
                    <a:gd name="connsiteY2463" fmla="*/ 2721 h 640885"/>
                    <a:gd name="connsiteX2464" fmla="*/ 106600 w 591813"/>
                    <a:gd name="connsiteY2464" fmla="*/ 2429 h 640885"/>
                    <a:gd name="connsiteX2465" fmla="*/ 106196 w 591813"/>
                    <a:gd name="connsiteY2465" fmla="*/ 2137 h 640885"/>
                    <a:gd name="connsiteX2466" fmla="*/ 105813 w 591813"/>
                    <a:gd name="connsiteY2466" fmla="*/ 1867 h 640885"/>
                    <a:gd name="connsiteX2467" fmla="*/ 105408 w 591813"/>
                    <a:gd name="connsiteY2467" fmla="*/ 1597 h 640885"/>
                    <a:gd name="connsiteX2468" fmla="*/ 105026 w 591813"/>
                    <a:gd name="connsiteY2468" fmla="*/ 1372 h 640885"/>
                    <a:gd name="connsiteX2469" fmla="*/ 104621 w 591813"/>
                    <a:gd name="connsiteY2469" fmla="*/ 1169 h 640885"/>
                    <a:gd name="connsiteX2470" fmla="*/ 104239 w 591813"/>
                    <a:gd name="connsiteY2470" fmla="*/ 967 h 640885"/>
                    <a:gd name="connsiteX2471" fmla="*/ 103834 w 591813"/>
                    <a:gd name="connsiteY2471" fmla="*/ 787 h 640885"/>
                    <a:gd name="connsiteX2472" fmla="*/ 103452 w 591813"/>
                    <a:gd name="connsiteY2472" fmla="*/ 630 h 640885"/>
                    <a:gd name="connsiteX2473" fmla="*/ 103047 w 591813"/>
                    <a:gd name="connsiteY2473" fmla="*/ 495 h 640885"/>
                    <a:gd name="connsiteX2474" fmla="*/ 102642 w 591813"/>
                    <a:gd name="connsiteY2474" fmla="*/ 382 h 640885"/>
                    <a:gd name="connsiteX2475" fmla="*/ 102260 w 591813"/>
                    <a:gd name="connsiteY2475" fmla="*/ 270 h 640885"/>
                    <a:gd name="connsiteX2476" fmla="*/ 101855 w 591813"/>
                    <a:gd name="connsiteY2476" fmla="*/ 202 h 640885"/>
                    <a:gd name="connsiteX2477" fmla="*/ 101473 w 591813"/>
                    <a:gd name="connsiteY2477" fmla="*/ 135 h 640885"/>
                    <a:gd name="connsiteX2478" fmla="*/ 101068 w 591813"/>
                    <a:gd name="connsiteY2478" fmla="*/ 67 h 640885"/>
                    <a:gd name="connsiteX2479" fmla="*/ 100685 w 591813"/>
                    <a:gd name="connsiteY2479" fmla="*/ 45 h 640885"/>
                    <a:gd name="connsiteX2480" fmla="*/ 100281 w 591813"/>
                    <a:gd name="connsiteY2480" fmla="*/ 0 h 640885"/>
                    <a:gd name="connsiteX2481" fmla="*/ 99899 w 591813"/>
                    <a:gd name="connsiteY2481" fmla="*/ 0 h 640885"/>
                    <a:gd name="connsiteX2482" fmla="*/ 99494 w 591813"/>
                    <a:gd name="connsiteY2482" fmla="*/ 0 h 640885"/>
                    <a:gd name="connsiteX2483" fmla="*/ 99089 w 591813"/>
                    <a:gd name="connsiteY2483" fmla="*/ 22 h 640885"/>
                    <a:gd name="connsiteX2484" fmla="*/ 98707 w 591813"/>
                    <a:gd name="connsiteY2484" fmla="*/ 45 h 640885"/>
                    <a:gd name="connsiteX2485" fmla="*/ 98302 w 591813"/>
                    <a:gd name="connsiteY2485" fmla="*/ 90 h 640885"/>
                    <a:gd name="connsiteX2486" fmla="*/ 97919 w 591813"/>
                    <a:gd name="connsiteY2486" fmla="*/ 135 h 640885"/>
                    <a:gd name="connsiteX2487" fmla="*/ 97515 w 591813"/>
                    <a:gd name="connsiteY2487" fmla="*/ 202 h 640885"/>
                    <a:gd name="connsiteX2488" fmla="*/ 97132 w 591813"/>
                    <a:gd name="connsiteY2488" fmla="*/ 292 h 640885"/>
                    <a:gd name="connsiteX2489" fmla="*/ 96727 w 591813"/>
                    <a:gd name="connsiteY2489" fmla="*/ 382 h 640885"/>
                    <a:gd name="connsiteX2490" fmla="*/ 96345 w 591813"/>
                    <a:gd name="connsiteY2490" fmla="*/ 472 h 640885"/>
                    <a:gd name="connsiteX2491" fmla="*/ 95940 w 591813"/>
                    <a:gd name="connsiteY2491" fmla="*/ 585 h 640885"/>
                    <a:gd name="connsiteX2492" fmla="*/ 95536 w 591813"/>
                    <a:gd name="connsiteY2492" fmla="*/ 697 h 640885"/>
                    <a:gd name="connsiteX2493" fmla="*/ 95153 w 591813"/>
                    <a:gd name="connsiteY2493" fmla="*/ 810 h 640885"/>
                    <a:gd name="connsiteX2494" fmla="*/ 94748 w 591813"/>
                    <a:gd name="connsiteY2494" fmla="*/ 945 h 640885"/>
                    <a:gd name="connsiteX2495" fmla="*/ 94366 w 591813"/>
                    <a:gd name="connsiteY2495" fmla="*/ 1079 h 640885"/>
                    <a:gd name="connsiteX2496" fmla="*/ 93961 w 591813"/>
                    <a:gd name="connsiteY2496" fmla="*/ 1237 h 640885"/>
                    <a:gd name="connsiteX2497" fmla="*/ 93579 w 591813"/>
                    <a:gd name="connsiteY2497" fmla="*/ 1394 h 640885"/>
                    <a:gd name="connsiteX2498" fmla="*/ 93174 w 591813"/>
                    <a:gd name="connsiteY2498" fmla="*/ 1552 h 640885"/>
                    <a:gd name="connsiteX2499" fmla="*/ 92770 w 591813"/>
                    <a:gd name="connsiteY2499" fmla="*/ 1709 h 640885"/>
                    <a:gd name="connsiteX2500" fmla="*/ 92387 w 591813"/>
                    <a:gd name="connsiteY2500" fmla="*/ 1889 h 640885"/>
                    <a:gd name="connsiteX2501" fmla="*/ 91982 w 591813"/>
                    <a:gd name="connsiteY2501" fmla="*/ 2047 h 640885"/>
                    <a:gd name="connsiteX2502" fmla="*/ 91600 w 591813"/>
                    <a:gd name="connsiteY2502" fmla="*/ 2226 h 640885"/>
                    <a:gd name="connsiteX2503" fmla="*/ 91195 w 591813"/>
                    <a:gd name="connsiteY2503" fmla="*/ 2406 h 640885"/>
                    <a:gd name="connsiteX2504" fmla="*/ 90813 w 591813"/>
                    <a:gd name="connsiteY2504" fmla="*/ 2609 h 640885"/>
                    <a:gd name="connsiteX2505" fmla="*/ 90408 w 591813"/>
                    <a:gd name="connsiteY2505" fmla="*/ 2789 h 640885"/>
                    <a:gd name="connsiteX2506" fmla="*/ 90025 w 591813"/>
                    <a:gd name="connsiteY2506" fmla="*/ 2991 h 640885"/>
                    <a:gd name="connsiteX2507" fmla="*/ 89621 w 591813"/>
                    <a:gd name="connsiteY2507" fmla="*/ 3194 h 640885"/>
                    <a:gd name="connsiteX2508" fmla="*/ 89216 w 591813"/>
                    <a:gd name="connsiteY2508" fmla="*/ 3396 h 640885"/>
                    <a:gd name="connsiteX2509" fmla="*/ 88834 w 591813"/>
                    <a:gd name="connsiteY2509" fmla="*/ 3598 h 640885"/>
                    <a:gd name="connsiteX2510" fmla="*/ 88429 w 591813"/>
                    <a:gd name="connsiteY2510" fmla="*/ 3823 h 640885"/>
                    <a:gd name="connsiteX2511" fmla="*/ 88047 w 591813"/>
                    <a:gd name="connsiteY2511" fmla="*/ 4026 h 640885"/>
                    <a:gd name="connsiteX2512" fmla="*/ 87642 w 591813"/>
                    <a:gd name="connsiteY2512" fmla="*/ 4251 h 640885"/>
                    <a:gd name="connsiteX2513" fmla="*/ 87259 w 591813"/>
                    <a:gd name="connsiteY2513" fmla="*/ 4475 h 640885"/>
                    <a:gd name="connsiteX2514" fmla="*/ 86854 w 591813"/>
                    <a:gd name="connsiteY2514" fmla="*/ 4700 h 640885"/>
                    <a:gd name="connsiteX2515" fmla="*/ 86472 w 591813"/>
                    <a:gd name="connsiteY2515" fmla="*/ 4925 h 640885"/>
                    <a:gd name="connsiteX2516" fmla="*/ 86067 w 591813"/>
                    <a:gd name="connsiteY2516" fmla="*/ 5150 h 640885"/>
                    <a:gd name="connsiteX2517" fmla="*/ 85662 w 591813"/>
                    <a:gd name="connsiteY2517" fmla="*/ 5375 h 640885"/>
                    <a:gd name="connsiteX2518" fmla="*/ 85280 w 591813"/>
                    <a:gd name="connsiteY2518" fmla="*/ 5622 h 640885"/>
                    <a:gd name="connsiteX2519" fmla="*/ 84876 w 591813"/>
                    <a:gd name="connsiteY2519" fmla="*/ 5870 h 640885"/>
                    <a:gd name="connsiteX2520" fmla="*/ 84493 w 591813"/>
                    <a:gd name="connsiteY2520" fmla="*/ 6095 h 640885"/>
                    <a:gd name="connsiteX2521" fmla="*/ 84088 w 591813"/>
                    <a:gd name="connsiteY2521" fmla="*/ 6342 h 640885"/>
                    <a:gd name="connsiteX2522" fmla="*/ 83706 w 591813"/>
                    <a:gd name="connsiteY2522" fmla="*/ 6589 h 640885"/>
                    <a:gd name="connsiteX2523" fmla="*/ 83301 w 591813"/>
                    <a:gd name="connsiteY2523" fmla="*/ 6859 h 640885"/>
                    <a:gd name="connsiteX2524" fmla="*/ 82919 w 591813"/>
                    <a:gd name="connsiteY2524" fmla="*/ 7107 h 640885"/>
                    <a:gd name="connsiteX2525" fmla="*/ 82514 w 591813"/>
                    <a:gd name="connsiteY2525" fmla="*/ 7354 h 640885"/>
                    <a:gd name="connsiteX2526" fmla="*/ 82109 w 591813"/>
                    <a:gd name="connsiteY2526" fmla="*/ 7601 h 640885"/>
                    <a:gd name="connsiteX2527" fmla="*/ 81727 w 591813"/>
                    <a:gd name="connsiteY2527" fmla="*/ 7871 h 640885"/>
                    <a:gd name="connsiteX2528" fmla="*/ 81322 w 591813"/>
                    <a:gd name="connsiteY2528" fmla="*/ 8119 h 640885"/>
                    <a:gd name="connsiteX2529" fmla="*/ 80940 w 591813"/>
                    <a:gd name="connsiteY2529" fmla="*/ 8389 h 640885"/>
                    <a:gd name="connsiteX2530" fmla="*/ 80535 w 591813"/>
                    <a:gd name="connsiteY2530" fmla="*/ 8636 h 640885"/>
                    <a:gd name="connsiteX2531" fmla="*/ 80153 w 591813"/>
                    <a:gd name="connsiteY2531" fmla="*/ 8906 h 640885"/>
                    <a:gd name="connsiteX2532" fmla="*/ 79748 w 591813"/>
                    <a:gd name="connsiteY2532" fmla="*/ 9176 h 640885"/>
                    <a:gd name="connsiteX2533" fmla="*/ 79343 w 591813"/>
                    <a:gd name="connsiteY2533" fmla="*/ 9446 h 640885"/>
                    <a:gd name="connsiteX2534" fmla="*/ 78961 w 591813"/>
                    <a:gd name="connsiteY2534" fmla="*/ 9715 h 640885"/>
                    <a:gd name="connsiteX2535" fmla="*/ 78556 w 591813"/>
                    <a:gd name="connsiteY2535" fmla="*/ 9985 h 640885"/>
                    <a:gd name="connsiteX2536" fmla="*/ 78173 w 591813"/>
                    <a:gd name="connsiteY2536" fmla="*/ 10255 h 640885"/>
                    <a:gd name="connsiteX2537" fmla="*/ 77769 w 591813"/>
                    <a:gd name="connsiteY2537" fmla="*/ 10525 h 640885"/>
                    <a:gd name="connsiteX2538" fmla="*/ 77386 w 591813"/>
                    <a:gd name="connsiteY2538" fmla="*/ 10817 h 640885"/>
                    <a:gd name="connsiteX2539" fmla="*/ 76982 w 591813"/>
                    <a:gd name="connsiteY2539" fmla="*/ 11087 h 640885"/>
                    <a:gd name="connsiteX2540" fmla="*/ 76599 w 591813"/>
                    <a:gd name="connsiteY2540" fmla="*/ 11357 h 640885"/>
                    <a:gd name="connsiteX2541" fmla="*/ 76194 w 591813"/>
                    <a:gd name="connsiteY2541" fmla="*/ 11650 h 640885"/>
                    <a:gd name="connsiteX2542" fmla="*/ 75790 w 591813"/>
                    <a:gd name="connsiteY2542" fmla="*/ 11919 h 640885"/>
                    <a:gd name="connsiteX2543" fmla="*/ 75407 w 591813"/>
                    <a:gd name="connsiteY2543" fmla="*/ 12212 h 640885"/>
                    <a:gd name="connsiteX2544" fmla="*/ 75002 w 591813"/>
                    <a:gd name="connsiteY2544" fmla="*/ 12482 h 640885"/>
                    <a:gd name="connsiteX2545" fmla="*/ 74620 w 591813"/>
                    <a:gd name="connsiteY2545" fmla="*/ 12774 h 640885"/>
                    <a:gd name="connsiteX2546" fmla="*/ 74216 w 591813"/>
                    <a:gd name="connsiteY2546" fmla="*/ 13044 h 640885"/>
                    <a:gd name="connsiteX2547" fmla="*/ 73833 w 591813"/>
                    <a:gd name="connsiteY2547" fmla="*/ 13336 h 640885"/>
                    <a:gd name="connsiteX2548" fmla="*/ 73428 w 591813"/>
                    <a:gd name="connsiteY2548" fmla="*/ 13629 h 640885"/>
                    <a:gd name="connsiteX2549" fmla="*/ 73046 w 591813"/>
                    <a:gd name="connsiteY2549" fmla="*/ 13899 h 640885"/>
                    <a:gd name="connsiteX2550" fmla="*/ 72641 w 591813"/>
                    <a:gd name="connsiteY2550" fmla="*/ 14191 h 640885"/>
                    <a:gd name="connsiteX2551" fmla="*/ 72236 w 591813"/>
                    <a:gd name="connsiteY2551" fmla="*/ 14461 h 640885"/>
                    <a:gd name="connsiteX2552" fmla="*/ 71854 w 591813"/>
                    <a:gd name="connsiteY2552" fmla="*/ 14753 h 640885"/>
                    <a:gd name="connsiteX2553" fmla="*/ 71449 w 591813"/>
                    <a:gd name="connsiteY2553" fmla="*/ 15046 h 640885"/>
                    <a:gd name="connsiteX2554" fmla="*/ 71067 w 591813"/>
                    <a:gd name="connsiteY2554" fmla="*/ 15315 h 640885"/>
                    <a:gd name="connsiteX2555" fmla="*/ 70662 w 591813"/>
                    <a:gd name="connsiteY2555" fmla="*/ 15608 h 640885"/>
                    <a:gd name="connsiteX2556" fmla="*/ 70280 w 591813"/>
                    <a:gd name="connsiteY2556" fmla="*/ 15900 h 640885"/>
                    <a:gd name="connsiteX2557" fmla="*/ 69875 w 591813"/>
                    <a:gd name="connsiteY2557" fmla="*/ 16192 h 640885"/>
                    <a:gd name="connsiteX2558" fmla="*/ 69493 w 591813"/>
                    <a:gd name="connsiteY2558" fmla="*/ 16485 h 640885"/>
                    <a:gd name="connsiteX2559" fmla="*/ 69088 w 591813"/>
                    <a:gd name="connsiteY2559" fmla="*/ 16777 h 640885"/>
                    <a:gd name="connsiteX2560" fmla="*/ 68683 w 591813"/>
                    <a:gd name="connsiteY2560" fmla="*/ 17070 h 640885"/>
                    <a:gd name="connsiteX2561" fmla="*/ 68301 w 591813"/>
                    <a:gd name="connsiteY2561" fmla="*/ 17362 h 640885"/>
                    <a:gd name="connsiteX2562" fmla="*/ 67896 w 591813"/>
                    <a:gd name="connsiteY2562" fmla="*/ 17654 h 640885"/>
                    <a:gd name="connsiteX2563" fmla="*/ 67513 w 591813"/>
                    <a:gd name="connsiteY2563" fmla="*/ 17947 h 640885"/>
                    <a:gd name="connsiteX2564" fmla="*/ 67109 w 591813"/>
                    <a:gd name="connsiteY2564" fmla="*/ 18239 h 640885"/>
                    <a:gd name="connsiteX2565" fmla="*/ 66726 w 591813"/>
                    <a:gd name="connsiteY2565" fmla="*/ 18554 h 640885"/>
                    <a:gd name="connsiteX2566" fmla="*/ 66322 w 591813"/>
                    <a:gd name="connsiteY2566" fmla="*/ 18846 h 640885"/>
                    <a:gd name="connsiteX2567" fmla="*/ 65939 w 591813"/>
                    <a:gd name="connsiteY2567" fmla="*/ 19139 h 640885"/>
                    <a:gd name="connsiteX2568" fmla="*/ 65534 w 591813"/>
                    <a:gd name="connsiteY2568" fmla="*/ 19453 h 640885"/>
                    <a:gd name="connsiteX2569" fmla="*/ 65130 w 591813"/>
                    <a:gd name="connsiteY2569" fmla="*/ 19746 h 640885"/>
                    <a:gd name="connsiteX2570" fmla="*/ 64747 w 591813"/>
                    <a:gd name="connsiteY2570" fmla="*/ 20038 h 640885"/>
                    <a:gd name="connsiteX2571" fmla="*/ 64342 w 591813"/>
                    <a:gd name="connsiteY2571" fmla="*/ 20331 h 640885"/>
                    <a:gd name="connsiteX2572" fmla="*/ 63960 w 591813"/>
                    <a:gd name="connsiteY2572" fmla="*/ 20645 h 640885"/>
                    <a:gd name="connsiteX2573" fmla="*/ 63555 w 591813"/>
                    <a:gd name="connsiteY2573" fmla="*/ 20938 h 640885"/>
                    <a:gd name="connsiteX2574" fmla="*/ 63173 w 591813"/>
                    <a:gd name="connsiteY2574" fmla="*/ 21253 h 640885"/>
                    <a:gd name="connsiteX2575" fmla="*/ 62768 w 591813"/>
                    <a:gd name="connsiteY2575" fmla="*/ 21545 h 640885"/>
                    <a:gd name="connsiteX2576" fmla="*/ 62364 w 591813"/>
                    <a:gd name="connsiteY2576" fmla="*/ 21860 h 640885"/>
                    <a:gd name="connsiteX2577" fmla="*/ 61981 w 591813"/>
                    <a:gd name="connsiteY2577" fmla="*/ 22152 h 640885"/>
                    <a:gd name="connsiteX2578" fmla="*/ 61576 w 591813"/>
                    <a:gd name="connsiteY2578" fmla="*/ 22467 h 640885"/>
                    <a:gd name="connsiteX2579" fmla="*/ 61194 w 591813"/>
                    <a:gd name="connsiteY2579" fmla="*/ 22759 h 640885"/>
                    <a:gd name="connsiteX2580" fmla="*/ 60789 w 591813"/>
                    <a:gd name="connsiteY2580" fmla="*/ 23074 h 640885"/>
                    <a:gd name="connsiteX2581" fmla="*/ 60407 w 591813"/>
                    <a:gd name="connsiteY2581" fmla="*/ 23389 h 640885"/>
                    <a:gd name="connsiteX2582" fmla="*/ 60002 w 591813"/>
                    <a:gd name="connsiteY2582" fmla="*/ 23704 h 640885"/>
                    <a:gd name="connsiteX2583" fmla="*/ 59619 w 591813"/>
                    <a:gd name="connsiteY2583" fmla="*/ 24019 h 640885"/>
                    <a:gd name="connsiteX2584" fmla="*/ 59215 w 591813"/>
                    <a:gd name="connsiteY2584" fmla="*/ 24334 h 640885"/>
                    <a:gd name="connsiteX2585" fmla="*/ 58810 w 591813"/>
                    <a:gd name="connsiteY2585" fmla="*/ 24649 h 640885"/>
                    <a:gd name="connsiteX2586" fmla="*/ 58428 w 591813"/>
                    <a:gd name="connsiteY2586" fmla="*/ 24963 h 640885"/>
                    <a:gd name="connsiteX2587" fmla="*/ 58023 w 591813"/>
                    <a:gd name="connsiteY2587" fmla="*/ 25278 h 640885"/>
                    <a:gd name="connsiteX2588" fmla="*/ 57641 w 591813"/>
                    <a:gd name="connsiteY2588" fmla="*/ 25593 h 640885"/>
                    <a:gd name="connsiteX2589" fmla="*/ 57236 w 591813"/>
                    <a:gd name="connsiteY2589" fmla="*/ 25930 h 640885"/>
                    <a:gd name="connsiteX2590" fmla="*/ 56853 w 591813"/>
                    <a:gd name="connsiteY2590" fmla="*/ 26245 h 640885"/>
                    <a:gd name="connsiteX2591" fmla="*/ 56449 w 591813"/>
                    <a:gd name="connsiteY2591" fmla="*/ 26560 h 640885"/>
                    <a:gd name="connsiteX2592" fmla="*/ 56066 w 591813"/>
                    <a:gd name="connsiteY2592" fmla="*/ 26875 h 640885"/>
                    <a:gd name="connsiteX2593" fmla="*/ 55662 w 591813"/>
                    <a:gd name="connsiteY2593" fmla="*/ 27212 h 640885"/>
                    <a:gd name="connsiteX2594" fmla="*/ 55257 w 591813"/>
                    <a:gd name="connsiteY2594" fmla="*/ 27527 h 640885"/>
                    <a:gd name="connsiteX2595" fmla="*/ 54874 w 591813"/>
                    <a:gd name="connsiteY2595" fmla="*/ 27842 h 640885"/>
                    <a:gd name="connsiteX2596" fmla="*/ 54470 w 591813"/>
                    <a:gd name="connsiteY2596" fmla="*/ 28157 h 640885"/>
                    <a:gd name="connsiteX2597" fmla="*/ 54087 w 591813"/>
                    <a:gd name="connsiteY2597" fmla="*/ 28494 h 640885"/>
                    <a:gd name="connsiteX2598" fmla="*/ 53682 w 591813"/>
                    <a:gd name="connsiteY2598" fmla="*/ 28809 h 640885"/>
                    <a:gd name="connsiteX2599" fmla="*/ 53300 w 591813"/>
                    <a:gd name="connsiteY2599" fmla="*/ 29124 h 640885"/>
                    <a:gd name="connsiteX2600" fmla="*/ 52895 w 591813"/>
                    <a:gd name="connsiteY2600" fmla="*/ 29416 h 640885"/>
                    <a:gd name="connsiteX2601" fmla="*/ 52513 w 591813"/>
                    <a:gd name="connsiteY2601" fmla="*/ 29731 h 640885"/>
                    <a:gd name="connsiteX2602" fmla="*/ 52108 w 591813"/>
                    <a:gd name="connsiteY2602" fmla="*/ 30046 h 640885"/>
                    <a:gd name="connsiteX2603" fmla="*/ 51704 w 591813"/>
                    <a:gd name="connsiteY2603" fmla="*/ 30361 h 640885"/>
                    <a:gd name="connsiteX2604" fmla="*/ 51321 w 591813"/>
                    <a:gd name="connsiteY2604" fmla="*/ 30676 h 640885"/>
                    <a:gd name="connsiteX2605" fmla="*/ 50916 w 591813"/>
                    <a:gd name="connsiteY2605" fmla="*/ 30968 h 640885"/>
                    <a:gd name="connsiteX2606" fmla="*/ 50534 w 591813"/>
                    <a:gd name="connsiteY2606" fmla="*/ 31283 h 640885"/>
                    <a:gd name="connsiteX2607" fmla="*/ 50129 w 591813"/>
                    <a:gd name="connsiteY2607" fmla="*/ 31598 h 640885"/>
                    <a:gd name="connsiteX2608" fmla="*/ 49747 w 591813"/>
                    <a:gd name="connsiteY2608" fmla="*/ 31890 h 640885"/>
                    <a:gd name="connsiteX2609" fmla="*/ 49342 w 591813"/>
                    <a:gd name="connsiteY2609" fmla="*/ 32205 h 640885"/>
                    <a:gd name="connsiteX2610" fmla="*/ 48959 w 591813"/>
                    <a:gd name="connsiteY2610" fmla="*/ 32497 h 640885"/>
                    <a:gd name="connsiteX2611" fmla="*/ 48555 w 591813"/>
                    <a:gd name="connsiteY2611" fmla="*/ 32790 h 640885"/>
                    <a:gd name="connsiteX2612" fmla="*/ 48150 w 591813"/>
                    <a:gd name="connsiteY2612" fmla="*/ 33082 h 640885"/>
                    <a:gd name="connsiteX2613" fmla="*/ 47768 w 591813"/>
                    <a:gd name="connsiteY2613" fmla="*/ 33375 h 640885"/>
                    <a:gd name="connsiteX2614" fmla="*/ 47363 w 591813"/>
                    <a:gd name="connsiteY2614" fmla="*/ 33667 h 640885"/>
                    <a:gd name="connsiteX2615" fmla="*/ 46980 w 591813"/>
                    <a:gd name="connsiteY2615" fmla="*/ 33959 h 640885"/>
                    <a:gd name="connsiteX2616" fmla="*/ 46576 w 591813"/>
                    <a:gd name="connsiteY2616" fmla="*/ 34252 h 640885"/>
                    <a:gd name="connsiteX2617" fmla="*/ 46193 w 591813"/>
                    <a:gd name="connsiteY2617" fmla="*/ 34544 h 640885"/>
                    <a:gd name="connsiteX2618" fmla="*/ 45811 w 591813"/>
                    <a:gd name="connsiteY2618" fmla="*/ 34836 h 640885"/>
                    <a:gd name="connsiteX2619" fmla="*/ 45384 w 591813"/>
                    <a:gd name="connsiteY2619" fmla="*/ 35129 h 640885"/>
                    <a:gd name="connsiteX2620" fmla="*/ 45024 w 591813"/>
                    <a:gd name="connsiteY2620" fmla="*/ 35399 h 640885"/>
                    <a:gd name="connsiteX2621" fmla="*/ 44619 w 591813"/>
                    <a:gd name="connsiteY2621" fmla="*/ 35691 h 640885"/>
                    <a:gd name="connsiteX2622" fmla="*/ 44214 w 591813"/>
                    <a:gd name="connsiteY2622" fmla="*/ 35961 h 640885"/>
                    <a:gd name="connsiteX2623" fmla="*/ 43832 w 591813"/>
                    <a:gd name="connsiteY2623" fmla="*/ 36253 h 640885"/>
                    <a:gd name="connsiteX2624" fmla="*/ 43449 w 591813"/>
                    <a:gd name="connsiteY2624" fmla="*/ 36523 h 640885"/>
                    <a:gd name="connsiteX2625" fmla="*/ 43045 w 591813"/>
                    <a:gd name="connsiteY2625" fmla="*/ 36793 h 640885"/>
                    <a:gd name="connsiteX2626" fmla="*/ 42663 w 591813"/>
                    <a:gd name="connsiteY2626" fmla="*/ 37063 h 640885"/>
                    <a:gd name="connsiteX2627" fmla="*/ 42257 w 591813"/>
                    <a:gd name="connsiteY2627" fmla="*/ 37333 h 640885"/>
                    <a:gd name="connsiteX2628" fmla="*/ 41853 w 591813"/>
                    <a:gd name="connsiteY2628" fmla="*/ 37603 h 640885"/>
                    <a:gd name="connsiteX2629" fmla="*/ 41471 w 591813"/>
                    <a:gd name="connsiteY2629" fmla="*/ 37872 h 640885"/>
                    <a:gd name="connsiteX2630" fmla="*/ 41065 w 591813"/>
                    <a:gd name="connsiteY2630" fmla="*/ 38120 h 640885"/>
                    <a:gd name="connsiteX2631" fmla="*/ 40683 w 591813"/>
                    <a:gd name="connsiteY2631" fmla="*/ 38390 h 640885"/>
                    <a:gd name="connsiteX2632" fmla="*/ 40279 w 591813"/>
                    <a:gd name="connsiteY2632" fmla="*/ 38660 h 640885"/>
                    <a:gd name="connsiteX2633" fmla="*/ 39897 w 591813"/>
                    <a:gd name="connsiteY2633" fmla="*/ 38907 h 640885"/>
                    <a:gd name="connsiteX2634" fmla="*/ 39491 w 591813"/>
                    <a:gd name="connsiteY2634" fmla="*/ 39154 h 640885"/>
                    <a:gd name="connsiteX2635" fmla="*/ 39109 w 591813"/>
                    <a:gd name="connsiteY2635" fmla="*/ 39424 h 640885"/>
                    <a:gd name="connsiteX2636" fmla="*/ 38704 w 591813"/>
                    <a:gd name="connsiteY2636" fmla="*/ 39672 h 640885"/>
                    <a:gd name="connsiteX2637" fmla="*/ 38299 w 591813"/>
                    <a:gd name="connsiteY2637" fmla="*/ 39919 h 640885"/>
                    <a:gd name="connsiteX2638" fmla="*/ 37917 w 591813"/>
                    <a:gd name="connsiteY2638" fmla="*/ 40166 h 640885"/>
                    <a:gd name="connsiteX2639" fmla="*/ 37512 w 591813"/>
                    <a:gd name="connsiteY2639" fmla="*/ 40414 h 640885"/>
                    <a:gd name="connsiteX2640" fmla="*/ 37130 w 591813"/>
                    <a:gd name="connsiteY2640" fmla="*/ 40661 h 640885"/>
                    <a:gd name="connsiteX2641" fmla="*/ 36725 w 591813"/>
                    <a:gd name="connsiteY2641" fmla="*/ 40886 h 640885"/>
                    <a:gd name="connsiteX2642" fmla="*/ 36343 w 591813"/>
                    <a:gd name="connsiteY2642" fmla="*/ 41133 h 640885"/>
                    <a:gd name="connsiteX2643" fmla="*/ 35938 w 591813"/>
                    <a:gd name="connsiteY2643" fmla="*/ 41381 h 640885"/>
                    <a:gd name="connsiteX2644" fmla="*/ 35556 w 591813"/>
                    <a:gd name="connsiteY2644" fmla="*/ 41628 h 640885"/>
                    <a:gd name="connsiteX2645" fmla="*/ 35151 w 591813"/>
                    <a:gd name="connsiteY2645" fmla="*/ 41876 h 640885"/>
                    <a:gd name="connsiteX2646" fmla="*/ 34746 w 591813"/>
                    <a:gd name="connsiteY2646" fmla="*/ 42100 h 640885"/>
                    <a:gd name="connsiteX2647" fmla="*/ 34364 w 591813"/>
                    <a:gd name="connsiteY2647" fmla="*/ 42348 h 640885"/>
                    <a:gd name="connsiteX2648" fmla="*/ 33959 w 591813"/>
                    <a:gd name="connsiteY2648" fmla="*/ 42595 h 640885"/>
                    <a:gd name="connsiteX2649" fmla="*/ 33577 w 591813"/>
                    <a:gd name="connsiteY2649" fmla="*/ 42843 h 640885"/>
                    <a:gd name="connsiteX2650" fmla="*/ 33172 w 591813"/>
                    <a:gd name="connsiteY2650" fmla="*/ 43113 h 640885"/>
                    <a:gd name="connsiteX2651" fmla="*/ 32789 w 591813"/>
                    <a:gd name="connsiteY2651" fmla="*/ 43360 h 640885"/>
                    <a:gd name="connsiteX2652" fmla="*/ 32385 w 591813"/>
                    <a:gd name="connsiteY2652" fmla="*/ 43607 h 640885"/>
                    <a:gd name="connsiteX2653" fmla="*/ 31980 w 591813"/>
                    <a:gd name="connsiteY2653" fmla="*/ 43877 h 640885"/>
                    <a:gd name="connsiteX2654" fmla="*/ 31597 w 591813"/>
                    <a:gd name="connsiteY2654" fmla="*/ 44125 h 640885"/>
                    <a:gd name="connsiteX2655" fmla="*/ 31193 w 591813"/>
                    <a:gd name="connsiteY2655" fmla="*/ 44394 h 640885"/>
                    <a:gd name="connsiteX2656" fmla="*/ 30811 w 591813"/>
                    <a:gd name="connsiteY2656" fmla="*/ 44664 h 640885"/>
                    <a:gd name="connsiteX2657" fmla="*/ 30405 w 591813"/>
                    <a:gd name="connsiteY2657" fmla="*/ 44934 h 640885"/>
                    <a:gd name="connsiteX2658" fmla="*/ 30023 w 591813"/>
                    <a:gd name="connsiteY2658" fmla="*/ 45227 h 640885"/>
                    <a:gd name="connsiteX2659" fmla="*/ 29619 w 591813"/>
                    <a:gd name="connsiteY2659" fmla="*/ 45519 h 640885"/>
                    <a:gd name="connsiteX2660" fmla="*/ 29236 w 591813"/>
                    <a:gd name="connsiteY2660" fmla="*/ 45811 h 640885"/>
                    <a:gd name="connsiteX2661" fmla="*/ 28831 w 591813"/>
                    <a:gd name="connsiteY2661" fmla="*/ 46104 h 640885"/>
                    <a:gd name="connsiteX2662" fmla="*/ 28427 w 591813"/>
                    <a:gd name="connsiteY2662" fmla="*/ 46418 h 640885"/>
                    <a:gd name="connsiteX2663" fmla="*/ 28044 w 591813"/>
                    <a:gd name="connsiteY2663" fmla="*/ 46756 h 640885"/>
                    <a:gd name="connsiteX2664" fmla="*/ 27639 w 591813"/>
                    <a:gd name="connsiteY2664" fmla="*/ 47071 h 640885"/>
                    <a:gd name="connsiteX2665" fmla="*/ 27257 w 591813"/>
                    <a:gd name="connsiteY2665" fmla="*/ 47431 h 640885"/>
                    <a:gd name="connsiteX2666" fmla="*/ 26852 w 591813"/>
                    <a:gd name="connsiteY2666" fmla="*/ 47768 h 640885"/>
                    <a:gd name="connsiteX2667" fmla="*/ 26470 w 591813"/>
                    <a:gd name="connsiteY2667" fmla="*/ 48128 h 640885"/>
                    <a:gd name="connsiteX2668" fmla="*/ 26065 w 591813"/>
                    <a:gd name="connsiteY2668" fmla="*/ 48510 h 640885"/>
                    <a:gd name="connsiteX2669" fmla="*/ 25683 w 591813"/>
                    <a:gd name="connsiteY2669" fmla="*/ 48892 h 640885"/>
                    <a:gd name="connsiteX2670" fmla="*/ 25278 w 591813"/>
                    <a:gd name="connsiteY2670" fmla="*/ 49275 h 640885"/>
                    <a:gd name="connsiteX2671" fmla="*/ 24873 w 591813"/>
                    <a:gd name="connsiteY2671" fmla="*/ 49679 h 640885"/>
                    <a:gd name="connsiteX2672" fmla="*/ 24491 w 591813"/>
                    <a:gd name="connsiteY2672" fmla="*/ 50084 h 640885"/>
                    <a:gd name="connsiteX2673" fmla="*/ 24086 w 591813"/>
                    <a:gd name="connsiteY2673" fmla="*/ 50489 h 640885"/>
                    <a:gd name="connsiteX2674" fmla="*/ 23704 w 591813"/>
                    <a:gd name="connsiteY2674" fmla="*/ 50916 h 640885"/>
                    <a:gd name="connsiteX2675" fmla="*/ 23299 w 591813"/>
                    <a:gd name="connsiteY2675" fmla="*/ 51344 h 640885"/>
                    <a:gd name="connsiteX2676" fmla="*/ 22917 w 591813"/>
                    <a:gd name="connsiteY2676" fmla="*/ 51794 h 640885"/>
                    <a:gd name="connsiteX2677" fmla="*/ 22512 w 591813"/>
                    <a:gd name="connsiteY2677" fmla="*/ 52221 h 640885"/>
                    <a:gd name="connsiteX2678" fmla="*/ 22129 w 591813"/>
                    <a:gd name="connsiteY2678" fmla="*/ 52693 h 640885"/>
                    <a:gd name="connsiteX2679" fmla="*/ 21725 w 591813"/>
                    <a:gd name="connsiteY2679" fmla="*/ 53143 h 640885"/>
                    <a:gd name="connsiteX2680" fmla="*/ 21320 w 591813"/>
                    <a:gd name="connsiteY2680" fmla="*/ 53615 h 640885"/>
                    <a:gd name="connsiteX2681" fmla="*/ 20937 w 591813"/>
                    <a:gd name="connsiteY2681" fmla="*/ 54087 h 640885"/>
                    <a:gd name="connsiteX2682" fmla="*/ 20533 w 591813"/>
                    <a:gd name="connsiteY2682" fmla="*/ 54560 h 640885"/>
                    <a:gd name="connsiteX2683" fmla="*/ 20151 w 591813"/>
                    <a:gd name="connsiteY2683" fmla="*/ 55054 h 640885"/>
                    <a:gd name="connsiteX2684" fmla="*/ 19745 w 591813"/>
                    <a:gd name="connsiteY2684" fmla="*/ 55549 h 640885"/>
                    <a:gd name="connsiteX2685" fmla="*/ 19363 w 591813"/>
                    <a:gd name="connsiteY2685" fmla="*/ 56044 h 640885"/>
                    <a:gd name="connsiteX2686" fmla="*/ 18959 w 591813"/>
                    <a:gd name="connsiteY2686" fmla="*/ 56561 h 640885"/>
                    <a:gd name="connsiteX2687" fmla="*/ 18576 w 591813"/>
                    <a:gd name="connsiteY2687" fmla="*/ 57056 h 640885"/>
                    <a:gd name="connsiteX2688" fmla="*/ 18171 w 591813"/>
                    <a:gd name="connsiteY2688" fmla="*/ 57573 h 640885"/>
                    <a:gd name="connsiteX2689" fmla="*/ 17767 w 591813"/>
                    <a:gd name="connsiteY2689" fmla="*/ 58091 h 640885"/>
                    <a:gd name="connsiteX2690" fmla="*/ 17384 w 591813"/>
                    <a:gd name="connsiteY2690" fmla="*/ 58608 h 640885"/>
                    <a:gd name="connsiteX2691" fmla="*/ 16979 w 591813"/>
                    <a:gd name="connsiteY2691" fmla="*/ 59125 h 640885"/>
                    <a:gd name="connsiteX2692" fmla="*/ 16597 w 591813"/>
                    <a:gd name="connsiteY2692" fmla="*/ 59642 h 640885"/>
                    <a:gd name="connsiteX2693" fmla="*/ 16192 w 591813"/>
                    <a:gd name="connsiteY2693" fmla="*/ 60182 h 640885"/>
                    <a:gd name="connsiteX2694" fmla="*/ 15810 w 591813"/>
                    <a:gd name="connsiteY2694" fmla="*/ 60722 h 640885"/>
                    <a:gd name="connsiteX2695" fmla="*/ 15405 w 591813"/>
                    <a:gd name="connsiteY2695" fmla="*/ 61239 h 640885"/>
                    <a:gd name="connsiteX2696" fmla="*/ 15000 w 591813"/>
                    <a:gd name="connsiteY2696" fmla="*/ 61779 h 640885"/>
                    <a:gd name="connsiteX2697" fmla="*/ 14618 w 591813"/>
                    <a:gd name="connsiteY2697" fmla="*/ 62319 h 640885"/>
                    <a:gd name="connsiteX2698" fmla="*/ 14213 w 591813"/>
                    <a:gd name="connsiteY2698" fmla="*/ 62858 h 640885"/>
                    <a:gd name="connsiteX2699" fmla="*/ 13831 w 591813"/>
                    <a:gd name="connsiteY2699" fmla="*/ 63421 h 640885"/>
                    <a:gd name="connsiteX2700" fmla="*/ 13426 w 591813"/>
                    <a:gd name="connsiteY2700" fmla="*/ 63960 h 640885"/>
                    <a:gd name="connsiteX2701" fmla="*/ 13044 w 591813"/>
                    <a:gd name="connsiteY2701" fmla="*/ 64500 h 640885"/>
                    <a:gd name="connsiteX2702" fmla="*/ 12639 w 591813"/>
                    <a:gd name="connsiteY2702" fmla="*/ 65062 h 640885"/>
                    <a:gd name="connsiteX2703" fmla="*/ 12257 w 591813"/>
                    <a:gd name="connsiteY2703" fmla="*/ 65625 h 640885"/>
                    <a:gd name="connsiteX2704" fmla="*/ 11852 w 591813"/>
                    <a:gd name="connsiteY2704" fmla="*/ 66187 h 640885"/>
                    <a:gd name="connsiteX2705" fmla="*/ 11447 w 591813"/>
                    <a:gd name="connsiteY2705" fmla="*/ 66727 h 640885"/>
                    <a:gd name="connsiteX2706" fmla="*/ 11065 w 591813"/>
                    <a:gd name="connsiteY2706" fmla="*/ 67289 h 640885"/>
                    <a:gd name="connsiteX2707" fmla="*/ 10660 w 591813"/>
                    <a:gd name="connsiteY2707" fmla="*/ 67851 h 640885"/>
                    <a:gd name="connsiteX2708" fmla="*/ 10277 w 591813"/>
                    <a:gd name="connsiteY2708" fmla="*/ 68413 h 640885"/>
                    <a:gd name="connsiteX2709" fmla="*/ 9873 w 591813"/>
                    <a:gd name="connsiteY2709" fmla="*/ 68998 h 640885"/>
                    <a:gd name="connsiteX2710" fmla="*/ 9491 w 591813"/>
                    <a:gd name="connsiteY2710" fmla="*/ 69560 h 640885"/>
                    <a:gd name="connsiteX2711" fmla="*/ 9085 w 591813"/>
                    <a:gd name="connsiteY2711" fmla="*/ 70123 h 640885"/>
                    <a:gd name="connsiteX2712" fmla="*/ 8703 w 591813"/>
                    <a:gd name="connsiteY2712" fmla="*/ 70707 h 640885"/>
                    <a:gd name="connsiteX2713" fmla="*/ 8299 w 591813"/>
                    <a:gd name="connsiteY2713" fmla="*/ 71269 h 640885"/>
                    <a:gd name="connsiteX2714" fmla="*/ 7893 w 591813"/>
                    <a:gd name="connsiteY2714" fmla="*/ 71854 h 640885"/>
                    <a:gd name="connsiteX2715" fmla="*/ 7511 w 591813"/>
                    <a:gd name="connsiteY2715" fmla="*/ 72416 h 640885"/>
                    <a:gd name="connsiteX2716" fmla="*/ 7107 w 591813"/>
                    <a:gd name="connsiteY2716" fmla="*/ 73001 h 640885"/>
                    <a:gd name="connsiteX2717" fmla="*/ 6724 w 591813"/>
                    <a:gd name="connsiteY2717" fmla="*/ 73586 h 640885"/>
                    <a:gd name="connsiteX2718" fmla="*/ 6319 w 591813"/>
                    <a:gd name="connsiteY2718" fmla="*/ 74171 h 640885"/>
                    <a:gd name="connsiteX2719" fmla="*/ 5937 w 591813"/>
                    <a:gd name="connsiteY2719" fmla="*/ 74755 h 640885"/>
                    <a:gd name="connsiteX2720" fmla="*/ 5532 w 591813"/>
                    <a:gd name="connsiteY2720" fmla="*/ 75340 h 640885"/>
                    <a:gd name="connsiteX2721" fmla="*/ 5150 w 591813"/>
                    <a:gd name="connsiteY2721" fmla="*/ 75925 h 640885"/>
                    <a:gd name="connsiteX2722" fmla="*/ 4745 w 591813"/>
                    <a:gd name="connsiteY2722" fmla="*/ 76510 h 640885"/>
                    <a:gd name="connsiteX2723" fmla="*/ 4340 w 591813"/>
                    <a:gd name="connsiteY2723" fmla="*/ 77094 h 640885"/>
                    <a:gd name="connsiteX2724" fmla="*/ 3958 w 591813"/>
                    <a:gd name="connsiteY2724" fmla="*/ 77701 h 640885"/>
                    <a:gd name="connsiteX2725" fmla="*/ 3553 w 591813"/>
                    <a:gd name="connsiteY2725" fmla="*/ 78286 h 640885"/>
                    <a:gd name="connsiteX2726" fmla="*/ 3171 w 591813"/>
                    <a:gd name="connsiteY2726" fmla="*/ 78871 h 640885"/>
                    <a:gd name="connsiteX2727" fmla="*/ 2766 w 591813"/>
                    <a:gd name="connsiteY2727" fmla="*/ 79478 h 640885"/>
                    <a:gd name="connsiteX2728" fmla="*/ 2383 w 591813"/>
                    <a:gd name="connsiteY2728" fmla="*/ 80063 h 640885"/>
                    <a:gd name="connsiteX2729" fmla="*/ 1979 w 591813"/>
                    <a:gd name="connsiteY2729" fmla="*/ 80670 h 640885"/>
                    <a:gd name="connsiteX2730" fmla="*/ 1574 w 591813"/>
                    <a:gd name="connsiteY2730" fmla="*/ 81255 h 640885"/>
                    <a:gd name="connsiteX2731" fmla="*/ 1191 w 591813"/>
                    <a:gd name="connsiteY2731" fmla="*/ 81862 h 640885"/>
                    <a:gd name="connsiteX2732" fmla="*/ 787 w 591813"/>
                    <a:gd name="connsiteY2732" fmla="*/ 82469 h 640885"/>
                    <a:gd name="connsiteX2733" fmla="*/ 405 w 591813"/>
                    <a:gd name="connsiteY2733" fmla="*/ 83054 h 640885"/>
                    <a:gd name="connsiteX2734" fmla="*/ 0 w 591813"/>
                    <a:gd name="connsiteY2734" fmla="*/ 83661 h 640885"/>
                    <a:gd name="connsiteX2735" fmla="*/ 0 w 591813"/>
                    <a:gd name="connsiteY2735" fmla="*/ 92545 h 640885"/>
                    <a:gd name="connsiteX2736" fmla="*/ 405 w 591813"/>
                    <a:gd name="connsiteY2736" fmla="*/ 92027 h 640885"/>
                    <a:gd name="connsiteX2737" fmla="*/ 787 w 591813"/>
                    <a:gd name="connsiteY2737" fmla="*/ 91510 h 640885"/>
                    <a:gd name="connsiteX2738" fmla="*/ 1191 w 591813"/>
                    <a:gd name="connsiteY2738" fmla="*/ 90993 h 640885"/>
                    <a:gd name="connsiteX2739" fmla="*/ 1574 w 591813"/>
                    <a:gd name="connsiteY2739" fmla="*/ 90498 h 640885"/>
                    <a:gd name="connsiteX2740" fmla="*/ 1979 w 591813"/>
                    <a:gd name="connsiteY2740" fmla="*/ 89981 h 640885"/>
                    <a:gd name="connsiteX2741" fmla="*/ 2383 w 591813"/>
                    <a:gd name="connsiteY2741" fmla="*/ 89464 h 640885"/>
                    <a:gd name="connsiteX2742" fmla="*/ 2766 w 591813"/>
                    <a:gd name="connsiteY2742" fmla="*/ 88946 h 640885"/>
                    <a:gd name="connsiteX2743" fmla="*/ 3171 w 591813"/>
                    <a:gd name="connsiteY2743" fmla="*/ 88452 h 640885"/>
                    <a:gd name="connsiteX2744" fmla="*/ 3553 w 591813"/>
                    <a:gd name="connsiteY2744" fmla="*/ 87934 h 640885"/>
                    <a:gd name="connsiteX2745" fmla="*/ 3958 w 591813"/>
                    <a:gd name="connsiteY2745" fmla="*/ 87439 h 640885"/>
                    <a:gd name="connsiteX2746" fmla="*/ 4340 w 591813"/>
                    <a:gd name="connsiteY2746" fmla="*/ 86922 h 640885"/>
                    <a:gd name="connsiteX2747" fmla="*/ 4745 w 591813"/>
                    <a:gd name="connsiteY2747" fmla="*/ 86427 h 640885"/>
                    <a:gd name="connsiteX2748" fmla="*/ 5150 w 591813"/>
                    <a:gd name="connsiteY2748" fmla="*/ 85910 h 640885"/>
                    <a:gd name="connsiteX2749" fmla="*/ 5532 w 591813"/>
                    <a:gd name="connsiteY2749" fmla="*/ 85415 h 640885"/>
                    <a:gd name="connsiteX2750" fmla="*/ 5937 w 591813"/>
                    <a:gd name="connsiteY2750" fmla="*/ 84898 h 640885"/>
                    <a:gd name="connsiteX2751" fmla="*/ 6319 w 591813"/>
                    <a:gd name="connsiteY2751" fmla="*/ 84403 h 640885"/>
                    <a:gd name="connsiteX2752" fmla="*/ 6724 w 591813"/>
                    <a:gd name="connsiteY2752" fmla="*/ 83909 h 640885"/>
                    <a:gd name="connsiteX2753" fmla="*/ 7107 w 591813"/>
                    <a:gd name="connsiteY2753" fmla="*/ 83414 h 640885"/>
                    <a:gd name="connsiteX2754" fmla="*/ 7511 w 591813"/>
                    <a:gd name="connsiteY2754" fmla="*/ 82919 h 640885"/>
                    <a:gd name="connsiteX2755" fmla="*/ 7893 w 591813"/>
                    <a:gd name="connsiteY2755" fmla="*/ 82402 h 640885"/>
                    <a:gd name="connsiteX2756" fmla="*/ 8299 w 591813"/>
                    <a:gd name="connsiteY2756" fmla="*/ 81907 h 640885"/>
                    <a:gd name="connsiteX2757" fmla="*/ 8703 w 591813"/>
                    <a:gd name="connsiteY2757" fmla="*/ 81412 h 640885"/>
                    <a:gd name="connsiteX2758" fmla="*/ 9085 w 591813"/>
                    <a:gd name="connsiteY2758" fmla="*/ 80918 h 640885"/>
                    <a:gd name="connsiteX2759" fmla="*/ 9491 w 591813"/>
                    <a:gd name="connsiteY2759" fmla="*/ 80423 h 640885"/>
                    <a:gd name="connsiteX2760" fmla="*/ 9873 w 591813"/>
                    <a:gd name="connsiteY2760" fmla="*/ 79950 h 640885"/>
                    <a:gd name="connsiteX2761" fmla="*/ 10277 w 591813"/>
                    <a:gd name="connsiteY2761" fmla="*/ 79456 h 640885"/>
                    <a:gd name="connsiteX2762" fmla="*/ 10660 w 591813"/>
                    <a:gd name="connsiteY2762" fmla="*/ 78961 h 640885"/>
                    <a:gd name="connsiteX2763" fmla="*/ 11065 w 591813"/>
                    <a:gd name="connsiteY2763" fmla="*/ 78466 h 640885"/>
                    <a:gd name="connsiteX2764" fmla="*/ 11447 w 591813"/>
                    <a:gd name="connsiteY2764" fmla="*/ 77994 h 640885"/>
                    <a:gd name="connsiteX2765" fmla="*/ 11852 w 591813"/>
                    <a:gd name="connsiteY2765" fmla="*/ 77499 h 640885"/>
                    <a:gd name="connsiteX2766" fmla="*/ 12257 w 591813"/>
                    <a:gd name="connsiteY2766" fmla="*/ 77027 h 640885"/>
                    <a:gd name="connsiteX2767" fmla="*/ 12639 w 591813"/>
                    <a:gd name="connsiteY2767" fmla="*/ 76532 h 640885"/>
                    <a:gd name="connsiteX2768" fmla="*/ 13044 w 591813"/>
                    <a:gd name="connsiteY2768" fmla="*/ 76060 h 640885"/>
                    <a:gd name="connsiteX2769" fmla="*/ 13426 w 591813"/>
                    <a:gd name="connsiteY2769" fmla="*/ 75565 h 640885"/>
                    <a:gd name="connsiteX2770" fmla="*/ 13831 w 591813"/>
                    <a:gd name="connsiteY2770" fmla="*/ 75093 h 640885"/>
                    <a:gd name="connsiteX2771" fmla="*/ 14213 w 591813"/>
                    <a:gd name="connsiteY2771" fmla="*/ 74620 h 640885"/>
                    <a:gd name="connsiteX2772" fmla="*/ 14618 w 591813"/>
                    <a:gd name="connsiteY2772" fmla="*/ 74148 h 640885"/>
                    <a:gd name="connsiteX2773" fmla="*/ 15000 w 591813"/>
                    <a:gd name="connsiteY2773" fmla="*/ 73676 h 640885"/>
                    <a:gd name="connsiteX2774" fmla="*/ 15405 w 591813"/>
                    <a:gd name="connsiteY2774" fmla="*/ 73204 h 640885"/>
                    <a:gd name="connsiteX2775" fmla="*/ 15810 w 591813"/>
                    <a:gd name="connsiteY2775" fmla="*/ 72731 h 640885"/>
                    <a:gd name="connsiteX2776" fmla="*/ 16192 w 591813"/>
                    <a:gd name="connsiteY2776" fmla="*/ 72259 h 640885"/>
                    <a:gd name="connsiteX2777" fmla="*/ 16597 w 591813"/>
                    <a:gd name="connsiteY2777" fmla="*/ 71787 h 640885"/>
                    <a:gd name="connsiteX2778" fmla="*/ 16979 w 591813"/>
                    <a:gd name="connsiteY2778" fmla="*/ 71337 h 640885"/>
                    <a:gd name="connsiteX2779" fmla="*/ 17384 w 591813"/>
                    <a:gd name="connsiteY2779" fmla="*/ 70865 h 640885"/>
                    <a:gd name="connsiteX2780" fmla="*/ 17767 w 591813"/>
                    <a:gd name="connsiteY2780" fmla="*/ 70415 h 640885"/>
                    <a:gd name="connsiteX2781" fmla="*/ 18171 w 591813"/>
                    <a:gd name="connsiteY2781" fmla="*/ 69965 h 640885"/>
                    <a:gd name="connsiteX2782" fmla="*/ 18576 w 591813"/>
                    <a:gd name="connsiteY2782" fmla="*/ 69515 h 640885"/>
                    <a:gd name="connsiteX2783" fmla="*/ 18959 w 591813"/>
                    <a:gd name="connsiteY2783" fmla="*/ 69066 h 640885"/>
                    <a:gd name="connsiteX2784" fmla="*/ 19363 w 591813"/>
                    <a:gd name="connsiteY2784" fmla="*/ 68616 h 640885"/>
                    <a:gd name="connsiteX2785" fmla="*/ 19745 w 591813"/>
                    <a:gd name="connsiteY2785" fmla="*/ 68188 h 640885"/>
                    <a:gd name="connsiteX2786" fmla="*/ 20151 w 591813"/>
                    <a:gd name="connsiteY2786" fmla="*/ 67739 h 640885"/>
                    <a:gd name="connsiteX2787" fmla="*/ 20533 w 591813"/>
                    <a:gd name="connsiteY2787" fmla="*/ 67311 h 640885"/>
                    <a:gd name="connsiteX2788" fmla="*/ 20937 w 591813"/>
                    <a:gd name="connsiteY2788" fmla="*/ 66884 h 640885"/>
                    <a:gd name="connsiteX2789" fmla="*/ 21320 w 591813"/>
                    <a:gd name="connsiteY2789" fmla="*/ 66457 h 640885"/>
                    <a:gd name="connsiteX2790" fmla="*/ 21725 w 591813"/>
                    <a:gd name="connsiteY2790" fmla="*/ 66029 h 640885"/>
                    <a:gd name="connsiteX2791" fmla="*/ 22129 w 591813"/>
                    <a:gd name="connsiteY2791" fmla="*/ 65625 h 640885"/>
                    <a:gd name="connsiteX2792" fmla="*/ 22512 w 591813"/>
                    <a:gd name="connsiteY2792" fmla="*/ 65220 h 640885"/>
                    <a:gd name="connsiteX2793" fmla="*/ 22917 w 591813"/>
                    <a:gd name="connsiteY2793" fmla="*/ 64815 h 640885"/>
                    <a:gd name="connsiteX2794" fmla="*/ 23299 w 591813"/>
                    <a:gd name="connsiteY2794" fmla="*/ 64433 h 640885"/>
                    <a:gd name="connsiteX2795" fmla="*/ 23704 w 591813"/>
                    <a:gd name="connsiteY2795" fmla="*/ 64050 h 640885"/>
                    <a:gd name="connsiteX2796" fmla="*/ 24086 w 591813"/>
                    <a:gd name="connsiteY2796" fmla="*/ 63690 h 640885"/>
                    <a:gd name="connsiteX2797" fmla="*/ 24491 w 591813"/>
                    <a:gd name="connsiteY2797" fmla="*/ 63331 h 640885"/>
                    <a:gd name="connsiteX2798" fmla="*/ 24873 w 591813"/>
                    <a:gd name="connsiteY2798" fmla="*/ 62971 h 640885"/>
                    <a:gd name="connsiteX2799" fmla="*/ 25278 w 591813"/>
                    <a:gd name="connsiteY2799" fmla="*/ 62611 h 640885"/>
                    <a:gd name="connsiteX2800" fmla="*/ 25683 w 591813"/>
                    <a:gd name="connsiteY2800" fmla="*/ 62274 h 640885"/>
                    <a:gd name="connsiteX2801" fmla="*/ 26065 w 591813"/>
                    <a:gd name="connsiteY2801" fmla="*/ 61959 h 640885"/>
                    <a:gd name="connsiteX2802" fmla="*/ 26470 w 591813"/>
                    <a:gd name="connsiteY2802" fmla="*/ 61621 h 640885"/>
                    <a:gd name="connsiteX2803" fmla="*/ 26852 w 591813"/>
                    <a:gd name="connsiteY2803" fmla="*/ 61329 h 640885"/>
                    <a:gd name="connsiteX2804" fmla="*/ 27257 w 591813"/>
                    <a:gd name="connsiteY2804" fmla="*/ 61014 h 640885"/>
                    <a:gd name="connsiteX2805" fmla="*/ 27639 w 591813"/>
                    <a:gd name="connsiteY2805" fmla="*/ 60744 h 640885"/>
                    <a:gd name="connsiteX2806" fmla="*/ 28044 w 591813"/>
                    <a:gd name="connsiteY2806" fmla="*/ 60452 h 640885"/>
                    <a:gd name="connsiteX2807" fmla="*/ 28427 w 591813"/>
                    <a:gd name="connsiteY2807" fmla="*/ 60205 h 640885"/>
                    <a:gd name="connsiteX2808" fmla="*/ 28831 w 591813"/>
                    <a:gd name="connsiteY2808" fmla="*/ 59935 h 640885"/>
                    <a:gd name="connsiteX2809" fmla="*/ 29236 w 591813"/>
                    <a:gd name="connsiteY2809" fmla="*/ 59710 h 640885"/>
                    <a:gd name="connsiteX2810" fmla="*/ 29619 w 591813"/>
                    <a:gd name="connsiteY2810" fmla="*/ 59485 h 640885"/>
                    <a:gd name="connsiteX2811" fmla="*/ 30023 w 591813"/>
                    <a:gd name="connsiteY2811" fmla="*/ 59260 h 640885"/>
                    <a:gd name="connsiteX2812" fmla="*/ 30405 w 591813"/>
                    <a:gd name="connsiteY2812" fmla="*/ 59058 h 640885"/>
                    <a:gd name="connsiteX2813" fmla="*/ 30811 w 591813"/>
                    <a:gd name="connsiteY2813" fmla="*/ 58855 h 640885"/>
                    <a:gd name="connsiteX2814" fmla="*/ 31193 w 591813"/>
                    <a:gd name="connsiteY2814" fmla="*/ 58675 h 640885"/>
                    <a:gd name="connsiteX2815" fmla="*/ 31597 w 591813"/>
                    <a:gd name="connsiteY2815" fmla="*/ 58495 h 640885"/>
                    <a:gd name="connsiteX2816" fmla="*/ 31980 w 591813"/>
                    <a:gd name="connsiteY2816" fmla="*/ 58315 h 640885"/>
                    <a:gd name="connsiteX2817" fmla="*/ 32385 w 591813"/>
                    <a:gd name="connsiteY2817" fmla="*/ 58158 h 640885"/>
                    <a:gd name="connsiteX2818" fmla="*/ 32789 w 591813"/>
                    <a:gd name="connsiteY2818" fmla="*/ 58001 h 640885"/>
                    <a:gd name="connsiteX2819" fmla="*/ 33172 w 591813"/>
                    <a:gd name="connsiteY2819" fmla="*/ 57866 h 640885"/>
                    <a:gd name="connsiteX2820" fmla="*/ 33577 w 591813"/>
                    <a:gd name="connsiteY2820" fmla="*/ 57708 h 640885"/>
                    <a:gd name="connsiteX2821" fmla="*/ 33959 w 591813"/>
                    <a:gd name="connsiteY2821" fmla="*/ 57573 h 640885"/>
                    <a:gd name="connsiteX2822" fmla="*/ 34364 w 591813"/>
                    <a:gd name="connsiteY2822" fmla="*/ 57461 h 640885"/>
                    <a:gd name="connsiteX2823" fmla="*/ 34746 w 591813"/>
                    <a:gd name="connsiteY2823" fmla="*/ 57348 h 640885"/>
                    <a:gd name="connsiteX2824" fmla="*/ 35151 w 591813"/>
                    <a:gd name="connsiteY2824" fmla="*/ 57236 h 640885"/>
                    <a:gd name="connsiteX2825" fmla="*/ 35556 w 591813"/>
                    <a:gd name="connsiteY2825" fmla="*/ 57124 h 640885"/>
                    <a:gd name="connsiteX2826" fmla="*/ 35938 w 591813"/>
                    <a:gd name="connsiteY2826" fmla="*/ 57011 h 640885"/>
                    <a:gd name="connsiteX2827" fmla="*/ 36343 w 591813"/>
                    <a:gd name="connsiteY2827" fmla="*/ 56921 h 640885"/>
                    <a:gd name="connsiteX2828" fmla="*/ 36725 w 591813"/>
                    <a:gd name="connsiteY2828" fmla="*/ 56831 h 640885"/>
                    <a:gd name="connsiteX2829" fmla="*/ 37130 w 591813"/>
                    <a:gd name="connsiteY2829" fmla="*/ 56741 h 640885"/>
                    <a:gd name="connsiteX2830" fmla="*/ 37512 w 591813"/>
                    <a:gd name="connsiteY2830" fmla="*/ 56651 h 640885"/>
                    <a:gd name="connsiteX2831" fmla="*/ 37917 w 591813"/>
                    <a:gd name="connsiteY2831" fmla="*/ 56584 h 640885"/>
                    <a:gd name="connsiteX2832" fmla="*/ 38299 w 591813"/>
                    <a:gd name="connsiteY2832" fmla="*/ 56494 h 640885"/>
                    <a:gd name="connsiteX2833" fmla="*/ 38704 w 591813"/>
                    <a:gd name="connsiteY2833" fmla="*/ 56404 h 640885"/>
                    <a:gd name="connsiteX2834" fmla="*/ 39109 w 591813"/>
                    <a:gd name="connsiteY2834" fmla="*/ 56336 h 640885"/>
                    <a:gd name="connsiteX2835" fmla="*/ 39491 w 591813"/>
                    <a:gd name="connsiteY2835" fmla="*/ 56246 h 640885"/>
                    <a:gd name="connsiteX2836" fmla="*/ 39897 w 591813"/>
                    <a:gd name="connsiteY2836" fmla="*/ 56156 h 640885"/>
                    <a:gd name="connsiteX2837" fmla="*/ 40279 w 591813"/>
                    <a:gd name="connsiteY2837" fmla="*/ 56089 h 640885"/>
                    <a:gd name="connsiteX2838" fmla="*/ 40683 w 591813"/>
                    <a:gd name="connsiteY2838" fmla="*/ 55999 h 640885"/>
                    <a:gd name="connsiteX2839" fmla="*/ 41065 w 591813"/>
                    <a:gd name="connsiteY2839" fmla="*/ 55909 h 640885"/>
                    <a:gd name="connsiteX2840" fmla="*/ 41471 w 591813"/>
                    <a:gd name="connsiteY2840" fmla="*/ 55819 h 640885"/>
                    <a:gd name="connsiteX2841" fmla="*/ 41853 w 591813"/>
                    <a:gd name="connsiteY2841" fmla="*/ 55752 h 640885"/>
                    <a:gd name="connsiteX2842" fmla="*/ 42257 w 591813"/>
                    <a:gd name="connsiteY2842" fmla="*/ 55662 h 640885"/>
                    <a:gd name="connsiteX2843" fmla="*/ 42663 w 591813"/>
                    <a:gd name="connsiteY2843" fmla="*/ 55572 h 640885"/>
                    <a:gd name="connsiteX2844" fmla="*/ 43045 w 591813"/>
                    <a:gd name="connsiteY2844" fmla="*/ 55459 h 640885"/>
                    <a:gd name="connsiteX2845" fmla="*/ 43449 w 591813"/>
                    <a:gd name="connsiteY2845" fmla="*/ 55369 h 640885"/>
                    <a:gd name="connsiteX2846" fmla="*/ 43832 w 591813"/>
                    <a:gd name="connsiteY2846" fmla="*/ 55257 h 640885"/>
                    <a:gd name="connsiteX2847" fmla="*/ 44214 w 591813"/>
                    <a:gd name="connsiteY2847" fmla="*/ 55167 h 640885"/>
                    <a:gd name="connsiteX2848" fmla="*/ 44619 w 591813"/>
                    <a:gd name="connsiteY2848" fmla="*/ 55054 h 640885"/>
                    <a:gd name="connsiteX2849" fmla="*/ 45024 w 591813"/>
                    <a:gd name="connsiteY2849" fmla="*/ 54942 h 640885"/>
                    <a:gd name="connsiteX2850" fmla="*/ 45384 w 591813"/>
                    <a:gd name="connsiteY2850" fmla="*/ 54830 h 640885"/>
                    <a:gd name="connsiteX2851" fmla="*/ 45811 w 591813"/>
                    <a:gd name="connsiteY2851" fmla="*/ 54695 h 640885"/>
                    <a:gd name="connsiteX2852" fmla="*/ 46193 w 591813"/>
                    <a:gd name="connsiteY2852" fmla="*/ 54582 h 640885"/>
                    <a:gd name="connsiteX2853" fmla="*/ 46576 w 591813"/>
                    <a:gd name="connsiteY2853" fmla="*/ 54447 h 640885"/>
                    <a:gd name="connsiteX2854" fmla="*/ 46980 w 591813"/>
                    <a:gd name="connsiteY2854" fmla="*/ 54312 h 640885"/>
                    <a:gd name="connsiteX2855" fmla="*/ 47363 w 591813"/>
                    <a:gd name="connsiteY2855" fmla="*/ 54177 h 640885"/>
                    <a:gd name="connsiteX2856" fmla="*/ 47768 w 591813"/>
                    <a:gd name="connsiteY2856" fmla="*/ 54042 h 640885"/>
                    <a:gd name="connsiteX2857" fmla="*/ 48150 w 591813"/>
                    <a:gd name="connsiteY2857" fmla="*/ 53885 h 640885"/>
                    <a:gd name="connsiteX2858" fmla="*/ 48555 w 591813"/>
                    <a:gd name="connsiteY2858" fmla="*/ 53750 h 640885"/>
                    <a:gd name="connsiteX2859" fmla="*/ 48959 w 591813"/>
                    <a:gd name="connsiteY2859" fmla="*/ 53593 h 640885"/>
                    <a:gd name="connsiteX2860" fmla="*/ 49342 w 591813"/>
                    <a:gd name="connsiteY2860" fmla="*/ 53435 h 640885"/>
                    <a:gd name="connsiteX2861" fmla="*/ 49747 w 591813"/>
                    <a:gd name="connsiteY2861" fmla="*/ 53278 h 640885"/>
                    <a:gd name="connsiteX2862" fmla="*/ 50129 w 591813"/>
                    <a:gd name="connsiteY2862" fmla="*/ 53098 h 640885"/>
                    <a:gd name="connsiteX2863" fmla="*/ 50534 w 591813"/>
                    <a:gd name="connsiteY2863" fmla="*/ 52918 h 640885"/>
                    <a:gd name="connsiteX2864" fmla="*/ 50916 w 591813"/>
                    <a:gd name="connsiteY2864" fmla="*/ 52738 h 640885"/>
                    <a:gd name="connsiteX2865" fmla="*/ 51321 w 591813"/>
                    <a:gd name="connsiteY2865" fmla="*/ 52558 h 640885"/>
                    <a:gd name="connsiteX2866" fmla="*/ 51704 w 591813"/>
                    <a:gd name="connsiteY2866" fmla="*/ 52378 h 640885"/>
                    <a:gd name="connsiteX2867" fmla="*/ 52108 w 591813"/>
                    <a:gd name="connsiteY2867" fmla="*/ 52198 h 640885"/>
                    <a:gd name="connsiteX2868" fmla="*/ 52513 w 591813"/>
                    <a:gd name="connsiteY2868" fmla="*/ 51996 h 640885"/>
                    <a:gd name="connsiteX2869" fmla="*/ 52895 w 591813"/>
                    <a:gd name="connsiteY2869" fmla="*/ 51794 h 640885"/>
                    <a:gd name="connsiteX2870" fmla="*/ 53300 w 591813"/>
                    <a:gd name="connsiteY2870" fmla="*/ 51591 h 640885"/>
                    <a:gd name="connsiteX2871" fmla="*/ 53682 w 591813"/>
                    <a:gd name="connsiteY2871" fmla="*/ 51389 h 640885"/>
                    <a:gd name="connsiteX2872" fmla="*/ 54087 w 591813"/>
                    <a:gd name="connsiteY2872" fmla="*/ 51186 h 640885"/>
                    <a:gd name="connsiteX2873" fmla="*/ 54470 w 591813"/>
                    <a:gd name="connsiteY2873" fmla="*/ 50961 h 640885"/>
                    <a:gd name="connsiteX2874" fmla="*/ 54874 w 591813"/>
                    <a:gd name="connsiteY2874" fmla="*/ 50736 h 640885"/>
                    <a:gd name="connsiteX2875" fmla="*/ 55257 w 591813"/>
                    <a:gd name="connsiteY2875" fmla="*/ 50534 h 640885"/>
                    <a:gd name="connsiteX2876" fmla="*/ 55662 w 591813"/>
                    <a:gd name="connsiteY2876" fmla="*/ 50287 h 640885"/>
                    <a:gd name="connsiteX2877" fmla="*/ 56066 w 591813"/>
                    <a:gd name="connsiteY2877" fmla="*/ 50062 h 640885"/>
                    <a:gd name="connsiteX2878" fmla="*/ 56449 w 591813"/>
                    <a:gd name="connsiteY2878" fmla="*/ 49837 h 640885"/>
                    <a:gd name="connsiteX2879" fmla="*/ 56853 w 591813"/>
                    <a:gd name="connsiteY2879" fmla="*/ 49612 h 640885"/>
                    <a:gd name="connsiteX2880" fmla="*/ 57236 w 591813"/>
                    <a:gd name="connsiteY2880" fmla="*/ 49365 h 640885"/>
                    <a:gd name="connsiteX2881" fmla="*/ 57641 w 591813"/>
                    <a:gd name="connsiteY2881" fmla="*/ 49140 h 640885"/>
                    <a:gd name="connsiteX2882" fmla="*/ 58023 w 591813"/>
                    <a:gd name="connsiteY2882" fmla="*/ 48892 h 640885"/>
                    <a:gd name="connsiteX2883" fmla="*/ 58428 w 591813"/>
                    <a:gd name="connsiteY2883" fmla="*/ 48667 h 640885"/>
                    <a:gd name="connsiteX2884" fmla="*/ 58810 w 591813"/>
                    <a:gd name="connsiteY2884" fmla="*/ 48420 h 640885"/>
                    <a:gd name="connsiteX2885" fmla="*/ 59215 w 591813"/>
                    <a:gd name="connsiteY2885" fmla="*/ 48173 h 640885"/>
                    <a:gd name="connsiteX2886" fmla="*/ 59619 w 591813"/>
                    <a:gd name="connsiteY2886" fmla="*/ 47925 h 640885"/>
                    <a:gd name="connsiteX2887" fmla="*/ 60002 w 591813"/>
                    <a:gd name="connsiteY2887" fmla="*/ 47678 h 640885"/>
                    <a:gd name="connsiteX2888" fmla="*/ 60407 w 591813"/>
                    <a:gd name="connsiteY2888" fmla="*/ 47431 h 640885"/>
                    <a:gd name="connsiteX2889" fmla="*/ 60789 w 591813"/>
                    <a:gd name="connsiteY2889" fmla="*/ 47183 h 640885"/>
                    <a:gd name="connsiteX2890" fmla="*/ 61194 w 591813"/>
                    <a:gd name="connsiteY2890" fmla="*/ 46936 h 640885"/>
                    <a:gd name="connsiteX2891" fmla="*/ 61576 w 591813"/>
                    <a:gd name="connsiteY2891" fmla="*/ 46688 h 640885"/>
                    <a:gd name="connsiteX2892" fmla="*/ 61981 w 591813"/>
                    <a:gd name="connsiteY2892" fmla="*/ 46441 h 640885"/>
                    <a:gd name="connsiteX2893" fmla="*/ 62364 w 591813"/>
                    <a:gd name="connsiteY2893" fmla="*/ 46171 h 640885"/>
                    <a:gd name="connsiteX2894" fmla="*/ 62768 w 591813"/>
                    <a:gd name="connsiteY2894" fmla="*/ 45924 h 640885"/>
                    <a:gd name="connsiteX2895" fmla="*/ 63173 w 591813"/>
                    <a:gd name="connsiteY2895" fmla="*/ 45676 h 640885"/>
                    <a:gd name="connsiteX2896" fmla="*/ 63555 w 591813"/>
                    <a:gd name="connsiteY2896" fmla="*/ 45406 h 640885"/>
                    <a:gd name="connsiteX2897" fmla="*/ 63960 w 591813"/>
                    <a:gd name="connsiteY2897" fmla="*/ 45159 h 640885"/>
                    <a:gd name="connsiteX2898" fmla="*/ 64342 w 591813"/>
                    <a:gd name="connsiteY2898" fmla="*/ 44889 h 640885"/>
                    <a:gd name="connsiteX2899" fmla="*/ 64747 w 591813"/>
                    <a:gd name="connsiteY2899" fmla="*/ 44642 h 640885"/>
                    <a:gd name="connsiteX2900" fmla="*/ 65130 w 591813"/>
                    <a:gd name="connsiteY2900" fmla="*/ 44372 h 640885"/>
                    <a:gd name="connsiteX2901" fmla="*/ 65534 w 591813"/>
                    <a:gd name="connsiteY2901" fmla="*/ 44102 h 640885"/>
                    <a:gd name="connsiteX2902" fmla="*/ 65939 w 591813"/>
                    <a:gd name="connsiteY2902" fmla="*/ 43855 h 640885"/>
                    <a:gd name="connsiteX2903" fmla="*/ 66322 w 591813"/>
                    <a:gd name="connsiteY2903" fmla="*/ 43585 h 640885"/>
                    <a:gd name="connsiteX2904" fmla="*/ 66726 w 591813"/>
                    <a:gd name="connsiteY2904" fmla="*/ 43315 h 640885"/>
                    <a:gd name="connsiteX2905" fmla="*/ 67109 w 591813"/>
                    <a:gd name="connsiteY2905" fmla="*/ 43045 h 640885"/>
                    <a:gd name="connsiteX2906" fmla="*/ 67513 w 591813"/>
                    <a:gd name="connsiteY2906" fmla="*/ 42775 h 640885"/>
                    <a:gd name="connsiteX2907" fmla="*/ 67896 w 591813"/>
                    <a:gd name="connsiteY2907" fmla="*/ 42528 h 640885"/>
                    <a:gd name="connsiteX2908" fmla="*/ 68301 w 591813"/>
                    <a:gd name="connsiteY2908" fmla="*/ 42258 h 640885"/>
                    <a:gd name="connsiteX2909" fmla="*/ 68683 w 591813"/>
                    <a:gd name="connsiteY2909" fmla="*/ 41988 h 640885"/>
                    <a:gd name="connsiteX2910" fmla="*/ 69088 w 591813"/>
                    <a:gd name="connsiteY2910" fmla="*/ 41718 h 640885"/>
                    <a:gd name="connsiteX2911" fmla="*/ 69493 w 591813"/>
                    <a:gd name="connsiteY2911" fmla="*/ 41448 h 640885"/>
                    <a:gd name="connsiteX2912" fmla="*/ 69875 w 591813"/>
                    <a:gd name="connsiteY2912" fmla="*/ 41178 h 640885"/>
                    <a:gd name="connsiteX2913" fmla="*/ 70280 w 591813"/>
                    <a:gd name="connsiteY2913" fmla="*/ 40909 h 640885"/>
                    <a:gd name="connsiteX2914" fmla="*/ 70662 w 591813"/>
                    <a:gd name="connsiteY2914" fmla="*/ 40639 h 640885"/>
                    <a:gd name="connsiteX2915" fmla="*/ 71067 w 591813"/>
                    <a:gd name="connsiteY2915" fmla="*/ 40369 h 640885"/>
                    <a:gd name="connsiteX2916" fmla="*/ 71449 w 591813"/>
                    <a:gd name="connsiteY2916" fmla="*/ 40099 h 640885"/>
                    <a:gd name="connsiteX2917" fmla="*/ 71854 w 591813"/>
                    <a:gd name="connsiteY2917" fmla="*/ 39829 h 640885"/>
                    <a:gd name="connsiteX2918" fmla="*/ 72236 w 591813"/>
                    <a:gd name="connsiteY2918" fmla="*/ 39559 h 640885"/>
                    <a:gd name="connsiteX2919" fmla="*/ 72641 w 591813"/>
                    <a:gd name="connsiteY2919" fmla="*/ 39289 h 640885"/>
                    <a:gd name="connsiteX2920" fmla="*/ 73046 w 591813"/>
                    <a:gd name="connsiteY2920" fmla="*/ 39019 h 640885"/>
                    <a:gd name="connsiteX2921" fmla="*/ 73428 w 591813"/>
                    <a:gd name="connsiteY2921" fmla="*/ 38750 h 640885"/>
                    <a:gd name="connsiteX2922" fmla="*/ 73833 w 591813"/>
                    <a:gd name="connsiteY2922" fmla="*/ 38480 h 640885"/>
                    <a:gd name="connsiteX2923" fmla="*/ 74216 w 591813"/>
                    <a:gd name="connsiteY2923" fmla="*/ 38210 h 640885"/>
                    <a:gd name="connsiteX2924" fmla="*/ 74620 w 591813"/>
                    <a:gd name="connsiteY2924" fmla="*/ 37940 h 640885"/>
                    <a:gd name="connsiteX2925" fmla="*/ 75002 w 591813"/>
                    <a:gd name="connsiteY2925" fmla="*/ 37670 h 640885"/>
                    <a:gd name="connsiteX2926" fmla="*/ 75407 w 591813"/>
                    <a:gd name="connsiteY2926" fmla="*/ 37400 h 640885"/>
                    <a:gd name="connsiteX2927" fmla="*/ 75790 w 591813"/>
                    <a:gd name="connsiteY2927" fmla="*/ 37108 h 640885"/>
                    <a:gd name="connsiteX2928" fmla="*/ 76194 w 591813"/>
                    <a:gd name="connsiteY2928" fmla="*/ 36838 h 640885"/>
                    <a:gd name="connsiteX2929" fmla="*/ 76599 w 591813"/>
                    <a:gd name="connsiteY2929" fmla="*/ 36568 h 640885"/>
                    <a:gd name="connsiteX2930" fmla="*/ 76982 w 591813"/>
                    <a:gd name="connsiteY2930" fmla="*/ 36298 h 640885"/>
                    <a:gd name="connsiteX2931" fmla="*/ 77386 w 591813"/>
                    <a:gd name="connsiteY2931" fmla="*/ 36028 h 640885"/>
                    <a:gd name="connsiteX2932" fmla="*/ 77769 w 591813"/>
                    <a:gd name="connsiteY2932" fmla="*/ 35736 h 640885"/>
                    <a:gd name="connsiteX2933" fmla="*/ 78173 w 591813"/>
                    <a:gd name="connsiteY2933" fmla="*/ 35466 h 640885"/>
                    <a:gd name="connsiteX2934" fmla="*/ 78556 w 591813"/>
                    <a:gd name="connsiteY2934" fmla="*/ 35196 h 640885"/>
                    <a:gd name="connsiteX2935" fmla="*/ 78961 w 591813"/>
                    <a:gd name="connsiteY2935" fmla="*/ 34926 h 640885"/>
                    <a:gd name="connsiteX2936" fmla="*/ 79343 w 591813"/>
                    <a:gd name="connsiteY2936" fmla="*/ 34656 h 640885"/>
                    <a:gd name="connsiteX2937" fmla="*/ 79748 w 591813"/>
                    <a:gd name="connsiteY2937" fmla="*/ 34409 h 640885"/>
                    <a:gd name="connsiteX2938" fmla="*/ 80153 w 591813"/>
                    <a:gd name="connsiteY2938" fmla="*/ 34139 h 640885"/>
                    <a:gd name="connsiteX2939" fmla="*/ 80535 w 591813"/>
                    <a:gd name="connsiteY2939" fmla="*/ 33869 h 640885"/>
                    <a:gd name="connsiteX2940" fmla="*/ 80940 w 591813"/>
                    <a:gd name="connsiteY2940" fmla="*/ 33622 h 640885"/>
                    <a:gd name="connsiteX2941" fmla="*/ 81322 w 591813"/>
                    <a:gd name="connsiteY2941" fmla="*/ 33352 h 640885"/>
                    <a:gd name="connsiteX2942" fmla="*/ 81727 w 591813"/>
                    <a:gd name="connsiteY2942" fmla="*/ 33105 h 640885"/>
                    <a:gd name="connsiteX2943" fmla="*/ 82109 w 591813"/>
                    <a:gd name="connsiteY2943" fmla="*/ 32857 h 640885"/>
                    <a:gd name="connsiteX2944" fmla="*/ 82514 w 591813"/>
                    <a:gd name="connsiteY2944" fmla="*/ 32587 h 640885"/>
                    <a:gd name="connsiteX2945" fmla="*/ 82919 w 591813"/>
                    <a:gd name="connsiteY2945" fmla="*/ 32340 h 640885"/>
                    <a:gd name="connsiteX2946" fmla="*/ 83301 w 591813"/>
                    <a:gd name="connsiteY2946" fmla="*/ 32093 h 640885"/>
                    <a:gd name="connsiteX2947" fmla="*/ 83706 w 591813"/>
                    <a:gd name="connsiteY2947" fmla="*/ 31845 h 640885"/>
                    <a:gd name="connsiteX2948" fmla="*/ 84088 w 591813"/>
                    <a:gd name="connsiteY2948" fmla="*/ 31598 h 640885"/>
                    <a:gd name="connsiteX2949" fmla="*/ 84493 w 591813"/>
                    <a:gd name="connsiteY2949" fmla="*/ 31350 h 640885"/>
                    <a:gd name="connsiteX2950" fmla="*/ 84876 w 591813"/>
                    <a:gd name="connsiteY2950" fmla="*/ 31103 h 640885"/>
                    <a:gd name="connsiteX2951" fmla="*/ 85280 w 591813"/>
                    <a:gd name="connsiteY2951" fmla="*/ 30856 h 640885"/>
                    <a:gd name="connsiteX2952" fmla="*/ 85662 w 591813"/>
                    <a:gd name="connsiteY2952" fmla="*/ 30631 h 640885"/>
                    <a:gd name="connsiteX2953" fmla="*/ 86067 w 591813"/>
                    <a:gd name="connsiteY2953" fmla="*/ 30383 h 640885"/>
                    <a:gd name="connsiteX2954" fmla="*/ 86472 w 591813"/>
                    <a:gd name="connsiteY2954" fmla="*/ 30159 h 640885"/>
                    <a:gd name="connsiteX2955" fmla="*/ 86854 w 591813"/>
                    <a:gd name="connsiteY2955" fmla="*/ 29934 h 640885"/>
                    <a:gd name="connsiteX2956" fmla="*/ 87259 w 591813"/>
                    <a:gd name="connsiteY2956" fmla="*/ 29709 h 640885"/>
                    <a:gd name="connsiteX2957" fmla="*/ 87642 w 591813"/>
                    <a:gd name="connsiteY2957" fmla="*/ 29506 h 640885"/>
                    <a:gd name="connsiteX2958" fmla="*/ 88047 w 591813"/>
                    <a:gd name="connsiteY2958" fmla="*/ 29281 h 640885"/>
                    <a:gd name="connsiteX2959" fmla="*/ 88429 w 591813"/>
                    <a:gd name="connsiteY2959" fmla="*/ 29079 h 640885"/>
                    <a:gd name="connsiteX2960" fmla="*/ 88834 w 591813"/>
                    <a:gd name="connsiteY2960" fmla="*/ 28877 h 640885"/>
                    <a:gd name="connsiteX2961" fmla="*/ 89216 w 591813"/>
                    <a:gd name="connsiteY2961" fmla="*/ 28674 h 640885"/>
                    <a:gd name="connsiteX2962" fmla="*/ 89621 w 591813"/>
                    <a:gd name="connsiteY2962" fmla="*/ 28472 h 640885"/>
                    <a:gd name="connsiteX2963" fmla="*/ 90025 w 591813"/>
                    <a:gd name="connsiteY2963" fmla="*/ 28269 h 640885"/>
                    <a:gd name="connsiteX2964" fmla="*/ 90408 w 591813"/>
                    <a:gd name="connsiteY2964" fmla="*/ 28089 h 640885"/>
                    <a:gd name="connsiteX2965" fmla="*/ 90813 w 591813"/>
                    <a:gd name="connsiteY2965" fmla="*/ 27910 h 640885"/>
                    <a:gd name="connsiteX2966" fmla="*/ 91195 w 591813"/>
                    <a:gd name="connsiteY2966" fmla="*/ 27730 h 640885"/>
                    <a:gd name="connsiteX2967" fmla="*/ 91600 w 591813"/>
                    <a:gd name="connsiteY2967" fmla="*/ 27550 h 640885"/>
                    <a:gd name="connsiteX2968" fmla="*/ 91982 w 591813"/>
                    <a:gd name="connsiteY2968" fmla="*/ 27370 h 640885"/>
                    <a:gd name="connsiteX2969" fmla="*/ 92387 w 591813"/>
                    <a:gd name="connsiteY2969" fmla="*/ 27212 h 640885"/>
                    <a:gd name="connsiteX2970" fmla="*/ 92770 w 591813"/>
                    <a:gd name="connsiteY2970" fmla="*/ 27055 h 640885"/>
                    <a:gd name="connsiteX2971" fmla="*/ 93174 w 591813"/>
                    <a:gd name="connsiteY2971" fmla="*/ 26898 h 640885"/>
                    <a:gd name="connsiteX2972" fmla="*/ 93579 w 591813"/>
                    <a:gd name="connsiteY2972" fmla="*/ 26763 h 640885"/>
                    <a:gd name="connsiteX2973" fmla="*/ 93961 w 591813"/>
                    <a:gd name="connsiteY2973" fmla="*/ 26628 h 640885"/>
                    <a:gd name="connsiteX2974" fmla="*/ 94366 w 591813"/>
                    <a:gd name="connsiteY2974" fmla="*/ 26493 h 640885"/>
                    <a:gd name="connsiteX2975" fmla="*/ 94748 w 591813"/>
                    <a:gd name="connsiteY2975" fmla="*/ 26358 h 640885"/>
                    <a:gd name="connsiteX2976" fmla="*/ 95153 w 591813"/>
                    <a:gd name="connsiteY2976" fmla="*/ 26245 h 640885"/>
                    <a:gd name="connsiteX2977" fmla="*/ 95536 w 591813"/>
                    <a:gd name="connsiteY2977" fmla="*/ 26133 h 640885"/>
                    <a:gd name="connsiteX2978" fmla="*/ 95940 w 591813"/>
                    <a:gd name="connsiteY2978" fmla="*/ 26043 h 640885"/>
                    <a:gd name="connsiteX2979" fmla="*/ 96345 w 591813"/>
                    <a:gd name="connsiteY2979" fmla="*/ 25953 h 640885"/>
                    <a:gd name="connsiteX2980" fmla="*/ 96727 w 591813"/>
                    <a:gd name="connsiteY2980" fmla="*/ 25863 h 640885"/>
                    <a:gd name="connsiteX2981" fmla="*/ 97132 w 591813"/>
                    <a:gd name="connsiteY2981" fmla="*/ 25796 h 640885"/>
                    <a:gd name="connsiteX2982" fmla="*/ 97515 w 591813"/>
                    <a:gd name="connsiteY2982" fmla="*/ 25751 h 640885"/>
                    <a:gd name="connsiteX2983" fmla="*/ 97919 w 591813"/>
                    <a:gd name="connsiteY2983" fmla="*/ 25706 h 640885"/>
                    <a:gd name="connsiteX2984" fmla="*/ 98302 w 591813"/>
                    <a:gd name="connsiteY2984" fmla="*/ 25661 h 640885"/>
                    <a:gd name="connsiteX2985" fmla="*/ 98707 w 591813"/>
                    <a:gd name="connsiteY2985" fmla="*/ 25638 h 640885"/>
                    <a:gd name="connsiteX2986" fmla="*/ 99089 w 591813"/>
                    <a:gd name="connsiteY2986" fmla="*/ 25638 h 640885"/>
                    <a:gd name="connsiteX2987" fmla="*/ 99494 w 591813"/>
                    <a:gd name="connsiteY2987" fmla="*/ 25638 h 640885"/>
                    <a:gd name="connsiteX2988" fmla="*/ 99899 w 591813"/>
                    <a:gd name="connsiteY2988" fmla="*/ 25661 h 640885"/>
                    <a:gd name="connsiteX2989" fmla="*/ 100281 w 591813"/>
                    <a:gd name="connsiteY2989" fmla="*/ 25706 h 640885"/>
                    <a:gd name="connsiteX2990" fmla="*/ 100685 w 591813"/>
                    <a:gd name="connsiteY2990" fmla="*/ 25751 h 640885"/>
                    <a:gd name="connsiteX2991" fmla="*/ 101068 w 591813"/>
                    <a:gd name="connsiteY2991" fmla="*/ 25796 h 640885"/>
                    <a:gd name="connsiteX2992" fmla="*/ 101473 w 591813"/>
                    <a:gd name="connsiteY2992" fmla="*/ 25886 h 640885"/>
                    <a:gd name="connsiteX2993" fmla="*/ 101855 w 591813"/>
                    <a:gd name="connsiteY2993" fmla="*/ 25975 h 640885"/>
                    <a:gd name="connsiteX2994" fmla="*/ 102260 w 591813"/>
                    <a:gd name="connsiteY2994" fmla="*/ 26088 h 640885"/>
                    <a:gd name="connsiteX2995" fmla="*/ 102642 w 591813"/>
                    <a:gd name="connsiteY2995" fmla="*/ 26200 h 640885"/>
                    <a:gd name="connsiteX2996" fmla="*/ 103047 w 591813"/>
                    <a:gd name="connsiteY2996" fmla="*/ 26358 h 640885"/>
                    <a:gd name="connsiteX2997" fmla="*/ 103452 w 591813"/>
                    <a:gd name="connsiteY2997" fmla="*/ 26515 h 640885"/>
                    <a:gd name="connsiteX2998" fmla="*/ 103834 w 591813"/>
                    <a:gd name="connsiteY2998" fmla="*/ 26695 h 640885"/>
                    <a:gd name="connsiteX2999" fmla="*/ 104239 w 591813"/>
                    <a:gd name="connsiteY2999" fmla="*/ 26898 h 640885"/>
                    <a:gd name="connsiteX3000" fmla="*/ 104621 w 591813"/>
                    <a:gd name="connsiteY3000" fmla="*/ 27122 h 6408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Lst>
                  <a:rect l="l" t="t" r="r" b="b"/>
                  <a:pathLst>
                    <a:path w="591813" h="640885">
                      <a:moveTo>
                        <a:pt x="104621" y="27122"/>
                      </a:moveTo>
                      <a:lnTo>
                        <a:pt x="105026" y="27347"/>
                      </a:lnTo>
                      <a:lnTo>
                        <a:pt x="105408" y="27617"/>
                      </a:lnTo>
                      <a:lnTo>
                        <a:pt x="105813" y="27887"/>
                      </a:lnTo>
                      <a:lnTo>
                        <a:pt x="106196" y="28179"/>
                      </a:lnTo>
                      <a:lnTo>
                        <a:pt x="106600" y="28494"/>
                      </a:lnTo>
                      <a:lnTo>
                        <a:pt x="107005" y="28832"/>
                      </a:lnTo>
                      <a:lnTo>
                        <a:pt x="107388" y="29191"/>
                      </a:lnTo>
                      <a:lnTo>
                        <a:pt x="107792" y="29574"/>
                      </a:lnTo>
                      <a:lnTo>
                        <a:pt x="108175" y="29979"/>
                      </a:lnTo>
                      <a:lnTo>
                        <a:pt x="108579" y="30406"/>
                      </a:lnTo>
                      <a:lnTo>
                        <a:pt x="108962" y="30856"/>
                      </a:lnTo>
                      <a:lnTo>
                        <a:pt x="109367" y="31328"/>
                      </a:lnTo>
                      <a:lnTo>
                        <a:pt x="109749" y="31823"/>
                      </a:lnTo>
                      <a:lnTo>
                        <a:pt x="110154" y="32340"/>
                      </a:lnTo>
                      <a:lnTo>
                        <a:pt x="110559" y="32880"/>
                      </a:lnTo>
                      <a:lnTo>
                        <a:pt x="110941" y="33442"/>
                      </a:lnTo>
                      <a:lnTo>
                        <a:pt x="111345" y="34049"/>
                      </a:lnTo>
                      <a:lnTo>
                        <a:pt x="111728" y="34679"/>
                      </a:lnTo>
                      <a:lnTo>
                        <a:pt x="112133" y="35331"/>
                      </a:lnTo>
                      <a:lnTo>
                        <a:pt x="112515" y="36006"/>
                      </a:lnTo>
                      <a:lnTo>
                        <a:pt x="112920" y="36703"/>
                      </a:lnTo>
                      <a:lnTo>
                        <a:pt x="113325" y="37445"/>
                      </a:lnTo>
                      <a:lnTo>
                        <a:pt x="113707" y="38210"/>
                      </a:lnTo>
                      <a:lnTo>
                        <a:pt x="114112" y="38997"/>
                      </a:lnTo>
                      <a:lnTo>
                        <a:pt x="114494" y="39807"/>
                      </a:lnTo>
                      <a:lnTo>
                        <a:pt x="114899" y="40661"/>
                      </a:lnTo>
                      <a:lnTo>
                        <a:pt x="115281" y="41538"/>
                      </a:lnTo>
                      <a:lnTo>
                        <a:pt x="115686" y="42438"/>
                      </a:lnTo>
                      <a:lnTo>
                        <a:pt x="116068" y="43382"/>
                      </a:lnTo>
                      <a:lnTo>
                        <a:pt x="116473" y="44349"/>
                      </a:lnTo>
                      <a:lnTo>
                        <a:pt x="116878" y="45339"/>
                      </a:lnTo>
                      <a:lnTo>
                        <a:pt x="117260" y="46374"/>
                      </a:lnTo>
                      <a:lnTo>
                        <a:pt x="117665" y="47431"/>
                      </a:lnTo>
                      <a:lnTo>
                        <a:pt x="118048" y="48510"/>
                      </a:lnTo>
                      <a:lnTo>
                        <a:pt x="118452" y="49635"/>
                      </a:lnTo>
                      <a:lnTo>
                        <a:pt x="118835" y="50781"/>
                      </a:lnTo>
                      <a:lnTo>
                        <a:pt x="119239" y="51973"/>
                      </a:lnTo>
                      <a:lnTo>
                        <a:pt x="119622" y="53165"/>
                      </a:lnTo>
                      <a:lnTo>
                        <a:pt x="120027" y="54425"/>
                      </a:lnTo>
                      <a:lnTo>
                        <a:pt x="120431" y="55684"/>
                      </a:lnTo>
                      <a:lnTo>
                        <a:pt x="120814" y="56989"/>
                      </a:lnTo>
                      <a:lnTo>
                        <a:pt x="121219" y="58315"/>
                      </a:lnTo>
                      <a:lnTo>
                        <a:pt x="121601" y="59665"/>
                      </a:lnTo>
                      <a:lnTo>
                        <a:pt x="122006" y="61059"/>
                      </a:lnTo>
                      <a:lnTo>
                        <a:pt x="122388" y="62476"/>
                      </a:lnTo>
                      <a:lnTo>
                        <a:pt x="122793" y="63915"/>
                      </a:lnTo>
                      <a:lnTo>
                        <a:pt x="123175" y="65400"/>
                      </a:lnTo>
                      <a:lnTo>
                        <a:pt x="123580" y="66907"/>
                      </a:lnTo>
                      <a:lnTo>
                        <a:pt x="123985" y="68458"/>
                      </a:lnTo>
                      <a:lnTo>
                        <a:pt x="124367" y="70010"/>
                      </a:lnTo>
                      <a:lnTo>
                        <a:pt x="124772" y="71607"/>
                      </a:lnTo>
                      <a:lnTo>
                        <a:pt x="125154" y="73249"/>
                      </a:lnTo>
                      <a:lnTo>
                        <a:pt x="125559" y="74890"/>
                      </a:lnTo>
                      <a:lnTo>
                        <a:pt x="125942" y="76577"/>
                      </a:lnTo>
                      <a:lnTo>
                        <a:pt x="126346" y="78286"/>
                      </a:lnTo>
                      <a:lnTo>
                        <a:pt x="126751" y="80018"/>
                      </a:lnTo>
                      <a:lnTo>
                        <a:pt x="127133" y="81795"/>
                      </a:lnTo>
                      <a:lnTo>
                        <a:pt x="127538" y="83594"/>
                      </a:lnTo>
                      <a:lnTo>
                        <a:pt x="127920" y="85393"/>
                      </a:lnTo>
                      <a:lnTo>
                        <a:pt x="128325" y="87260"/>
                      </a:lnTo>
                      <a:lnTo>
                        <a:pt x="128708" y="89126"/>
                      </a:lnTo>
                      <a:lnTo>
                        <a:pt x="129113" y="91015"/>
                      </a:lnTo>
                      <a:lnTo>
                        <a:pt x="129495" y="92949"/>
                      </a:lnTo>
                      <a:lnTo>
                        <a:pt x="129899" y="94906"/>
                      </a:lnTo>
                      <a:lnTo>
                        <a:pt x="130305" y="96885"/>
                      </a:lnTo>
                      <a:lnTo>
                        <a:pt x="130687" y="98864"/>
                      </a:lnTo>
                      <a:lnTo>
                        <a:pt x="131091" y="100866"/>
                      </a:lnTo>
                      <a:lnTo>
                        <a:pt x="131474" y="102912"/>
                      </a:lnTo>
                      <a:lnTo>
                        <a:pt x="131879" y="104981"/>
                      </a:lnTo>
                      <a:lnTo>
                        <a:pt x="132261" y="107073"/>
                      </a:lnTo>
                      <a:lnTo>
                        <a:pt x="132666" y="109187"/>
                      </a:lnTo>
                      <a:lnTo>
                        <a:pt x="133048" y="111323"/>
                      </a:lnTo>
                      <a:lnTo>
                        <a:pt x="133453" y="113482"/>
                      </a:lnTo>
                      <a:lnTo>
                        <a:pt x="133858" y="115641"/>
                      </a:lnTo>
                      <a:lnTo>
                        <a:pt x="134240" y="117845"/>
                      </a:lnTo>
                      <a:lnTo>
                        <a:pt x="134645" y="120049"/>
                      </a:lnTo>
                      <a:lnTo>
                        <a:pt x="135027" y="122276"/>
                      </a:lnTo>
                      <a:lnTo>
                        <a:pt x="135432" y="124525"/>
                      </a:lnTo>
                      <a:lnTo>
                        <a:pt x="135814" y="126774"/>
                      </a:lnTo>
                      <a:lnTo>
                        <a:pt x="136219" y="129068"/>
                      </a:lnTo>
                      <a:lnTo>
                        <a:pt x="136602" y="131362"/>
                      </a:lnTo>
                      <a:lnTo>
                        <a:pt x="137006" y="133656"/>
                      </a:lnTo>
                      <a:lnTo>
                        <a:pt x="137411" y="135994"/>
                      </a:lnTo>
                      <a:lnTo>
                        <a:pt x="137793" y="138333"/>
                      </a:lnTo>
                      <a:lnTo>
                        <a:pt x="138198" y="140672"/>
                      </a:lnTo>
                      <a:lnTo>
                        <a:pt x="138581" y="143056"/>
                      </a:lnTo>
                      <a:lnTo>
                        <a:pt x="138985" y="145440"/>
                      </a:lnTo>
                      <a:lnTo>
                        <a:pt x="139368" y="147824"/>
                      </a:lnTo>
                      <a:lnTo>
                        <a:pt x="139773" y="150230"/>
                      </a:lnTo>
                      <a:lnTo>
                        <a:pt x="140155" y="152637"/>
                      </a:lnTo>
                      <a:lnTo>
                        <a:pt x="140560" y="155066"/>
                      </a:lnTo>
                      <a:lnTo>
                        <a:pt x="140965" y="157517"/>
                      </a:lnTo>
                      <a:lnTo>
                        <a:pt x="141347" y="159968"/>
                      </a:lnTo>
                      <a:lnTo>
                        <a:pt x="141751" y="162420"/>
                      </a:lnTo>
                      <a:lnTo>
                        <a:pt x="142134" y="164894"/>
                      </a:lnTo>
                      <a:lnTo>
                        <a:pt x="142539" y="167367"/>
                      </a:lnTo>
                      <a:lnTo>
                        <a:pt x="142921" y="169864"/>
                      </a:lnTo>
                      <a:lnTo>
                        <a:pt x="143326" y="172360"/>
                      </a:lnTo>
                      <a:lnTo>
                        <a:pt x="143731" y="174856"/>
                      </a:lnTo>
                      <a:lnTo>
                        <a:pt x="144113" y="177375"/>
                      </a:lnTo>
                      <a:lnTo>
                        <a:pt x="144518" y="179894"/>
                      </a:lnTo>
                      <a:lnTo>
                        <a:pt x="144900" y="182413"/>
                      </a:lnTo>
                      <a:lnTo>
                        <a:pt x="145305" y="184954"/>
                      </a:lnTo>
                      <a:lnTo>
                        <a:pt x="145687" y="187473"/>
                      </a:lnTo>
                      <a:lnTo>
                        <a:pt x="146092" y="190037"/>
                      </a:lnTo>
                      <a:lnTo>
                        <a:pt x="146474" y="192578"/>
                      </a:lnTo>
                      <a:lnTo>
                        <a:pt x="146879" y="195120"/>
                      </a:lnTo>
                      <a:lnTo>
                        <a:pt x="147284" y="197683"/>
                      </a:lnTo>
                      <a:lnTo>
                        <a:pt x="147666" y="200247"/>
                      </a:lnTo>
                      <a:lnTo>
                        <a:pt x="148071" y="204970"/>
                      </a:lnTo>
                      <a:lnTo>
                        <a:pt x="148453" y="209198"/>
                      </a:lnTo>
                      <a:lnTo>
                        <a:pt x="148858" y="211942"/>
                      </a:lnTo>
                      <a:lnTo>
                        <a:pt x="149241" y="214663"/>
                      </a:lnTo>
                      <a:lnTo>
                        <a:pt x="149645" y="217407"/>
                      </a:lnTo>
                      <a:lnTo>
                        <a:pt x="150028" y="220128"/>
                      </a:lnTo>
                      <a:lnTo>
                        <a:pt x="150433" y="222872"/>
                      </a:lnTo>
                      <a:lnTo>
                        <a:pt x="150837" y="225615"/>
                      </a:lnTo>
                      <a:lnTo>
                        <a:pt x="151220" y="228359"/>
                      </a:lnTo>
                      <a:lnTo>
                        <a:pt x="151625" y="231103"/>
                      </a:lnTo>
                      <a:lnTo>
                        <a:pt x="152007" y="233847"/>
                      </a:lnTo>
                      <a:lnTo>
                        <a:pt x="152411" y="236613"/>
                      </a:lnTo>
                      <a:lnTo>
                        <a:pt x="152794" y="239357"/>
                      </a:lnTo>
                      <a:lnTo>
                        <a:pt x="153199" y="242100"/>
                      </a:lnTo>
                      <a:lnTo>
                        <a:pt x="153581" y="244844"/>
                      </a:lnTo>
                      <a:lnTo>
                        <a:pt x="153986" y="247588"/>
                      </a:lnTo>
                      <a:lnTo>
                        <a:pt x="154391" y="250332"/>
                      </a:lnTo>
                      <a:lnTo>
                        <a:pt x="154773" y="253098"/>
                      </a:lnTo>
                      <a:lnTo>
                        <a:pt x="155178" y="255819"/>
                      </a:lnTo>
                      <a:lnTo>
                        <a:pt x="155560" y="258563"/>
                      </a:lnTo>
                      <a:lnTo>
                        <a:pt x="155965" y="261306"/>
                      </a:lnTo>
                      <a:lnTo>
                        <a:pt x="156347" y="264050"/>
                      </a:lnTo>
                      <a:lnTo>
                        <a:pt x="156752" y="266771"/>
                      </a:lnTo>
                      <a:lnTo>
                        <a:pt x="157157" y="269493"/>
                      </a:lnTo>
                      <a:lnTo>
                        <a:pt x="157539" y="272214"/>
                      </a:lnTo>
                      <a:lnTo>
                        <a:pt x="157944" y="274935"/>
                      </a:lnTo>
                      <a:lnTo>
                        <a:pt x="158326" y="277656"/>
                      </a:lnTo>
                      <a:lnTo>
                        <a:pt x="158731" y="280378"/>
                      </a:lnTo>
                      <a:lnTo>
                        <a:pt x="159114" y="283076"/>
                      </a:lnTo>
                      <a:lnTo>
                        <a:pt x="159518" y="285775"/>
                      </a:lnTo>
                      <a:lnTo>
                        <a:pt x="159901" y="288474"/>
                      </a:lnTo>
                      <a:lnTo>
                        <a:pt x="160305" y="291173"/>
                      </a:lnTo>
                      <a:lnTo>
                        <a:pt x="160710" y="293849"/>
                      </a:lnTo>
                      <a:lnTo>
                        <a:pt x="161093" y="296525"/>
                      </a:lnTo>
                      <a:lnTo>
                        <a:pt x="161497" y="299201"/>
                      </a:lnTo>
                      <a:lnTo>
                        <a:pt x="161880" y="301878"/>
                      </a:lnTo>
                      <a:lnTo>
                        <a:pt x="162285" y="304531"/>
                      </a:lnTo>
                      <a:lnTo>
                        <a:pt x="162667" y="307185"/>
                      </a:lnTo>
                      <a:lnTo>
                        <a:pt x="163071" y="309839"/>
                      </a:lnTo>
                      <a:lnTo>
                        <a:pt x="163454" y="312470"/>
                      </a:lnTo>
                      <a:lnTo>
                        <a:pt x="163859" y="315102"/>
                      </a:lnTo>
                      <a:lnTo>
                        <a:pt x="164263" y="317733"/>
                      </a:lnTo>
                      <a:lnTo>
                        <a:pt x="164624" y="320342"/>
                      </a:lnTo>
                      <a:lnTo>
                        <a:pt x="165028" y="322950"/>
                      </a:lnTo>
                      <a:lnTo>
                        <a:pt x="165433" y="325559"/>
                      </a:lnTo>
                      <a:lnTo>
                        <a:pt x="165816" y="328145"/>
                      </a:lnTo>
                      <a:lnTo>
                        <a:pt x="166198" y="330732"/>
                      </a:lnTo>
                      <a:lnTo>
                        <a:pt x="166602" y="333318"/>
                      </a:lnTo>
                      <a:lnTo>
                        <a:pt x="166985" y="335882"/>
                      </a:lnTo>
                      <a:lnTo>
                        <a:pt x="167390" y="338423"/>
                      </a:lnTo>
                      <a:lnTo>
                        <a:pt x="167794" y="340965"/>
                      </a:lnTo>
                      <a:lnTo>
                        <a:pt x="168177" y="343506"/>
                      </a:lnTo>
                      <a:lnTo>
                        <a:pt x="168582" y="346047"/>
                      </a:lnTo>
                      <a:lnTo>
                        <a:pt x="168964" y="348566"/>
                      </a:lnTo>
                      <a:lnTo>
                        <a:pt x="169369" y="351085"/>
                      </a:lnTo>
                      <a:lnTo>
                        <a:pt x="169751" y="353581"/>
                      </a:lnTo>
                      <a:lnTo>
                        <a:pt x="170156" y="356078"/>
                      </a:lnTo>
                      <a:lnTo>
                        <a:pt x="170538" y="358551"/>
                      </a:lnTo>
                      <a:lnTo>
                        <a:pt x="170943" y="361025"/>
                      </a:lnTo>
                      <a:lnTo>
                        <a:pt x="171348" y="363477"/>
                      </a:lnTo>
                      <a:lnTo>
                        <a:pt x="171730" y="365928"/>
                      </a:lnTo>
                      <a:lnTo>
                        <a:pt x="172135" y="368357"/>
                      </a:lnTo>
                      <a:lnTo>
                        <a:pt x="172518" y="370786"/>
                      </a:lnTo>
                      <a:lnTo>
                        <a:pt x="172922" y="373215"/>
                      </a:lnTo>
                      <a:lnTo>
                        <a:pt x="173304" y="375621"/>
                      </a:lnTo>
                      <a:lnTo>
                        <a:pt x="173710" y="378027"/>
                      </a:lnTo>
                      <a:lnTo>
                        <a:pt x="174114" y="380411"/>
                      </a:lnTo>
                      <a:lnTo>
                        <a:pt x="174496" y="382773"/>
                      </a:lnTo>
                      <a:lnTo>
                        <a:pt x="174901" y="385157"/>
                      </a:lnTo>
                      <a:lnTo>
                        <a:pt x="175284" y="387495"/>
                      </a:lnTo>
                      <a:lnTo>
                        <a:pt x="175688" y="389834"/>
                      </a:lnTo>
                      <a:lnTo>
                        <a:pt x="176070" y="392173"/>
                      </a:lnTo>
                      <a:lnTo>
                        <a:pt x="176476" y="394490"/>
                      </a:lnTo>
                      <a:lnTo>
                        <a:pt x="176858" y="396806"/>
                      </a:lnTo>
                      <a:lnTo>
                        <a:pt x="177263" y="399100"/>
                      </a:lnTo>
                      <a:lnTo>
                        <a:pt x="177668" y="401372"/>
                      </a:lnTo>
                      <a:lnTo>
                        <a:pt x="178050" y="403643"/>
                      </a:lnTo>
                      <a:lnTo>
                        <a:pt x="178455" y="405914"/>
                      </a:lnTo>
                      <a:lnTo>
                        <a:pt x="178837" y="408141"/>
                      </a:lnTo>
                      <a:lnTo>
                        <a:pt x="179242" y="410390"/>
                      </a:lnTo>
                      <a:lnTo>
                        <a:pt x="179624" y="412616"/>
                      </a:lnTo>
                      <a:lnTo>
                        <a:pt x="180029" y="414820"/>
                      </a:lnTo>
                      <a:lnTo>
                        <a:pt x="180411" y="417024"/>
                      </a:lnTo>
                      <a:lnTo>
                        <a:pt x="180816" y="419206"/>
                      </a:lnTo>
                      <a:lnTo>
                        <a:pt x="181221" y="421365"/>
                      </a:lnTo>
                      <a:lnTo>
                        <a:pt x="181603" y="423524"/>
                      </a:lnTo>
                      <a:lnTo>
                        <a:pt x="182008" y="425683"/>
                      </a:lnTo>
                      <a:lnTo>
                        <a:pt x="182390" y="427819"/>
                      </a:lnTo>
                      <a:lnTo>
                        <a:pt x="182795" y="429933"/>
                      </a:lnTo>
                      <a:lnTo>
                        <a:pt x="183178" y="432047"/>
                      </a:lnTo>
                      <a:lnTo>
                        <a:pt x="183582" y="434139"/>
                      </a:lnTo>
                      <a:lnTo>
                        <a:pt x="183964" y="436208"/>
                      </a:lnTo>
                      <a:lnTo>
                        <a:pt x="184370" y="438277"/>
                      </a:lnTo>
                      <a:lnTo>
                        <a:pt x="184774" y="440346"/>
                      </a:lnTo>
                      <a:lnTo>
                        <a:pt x="185156" y="442370"/>
                      </a:lnTo>
                      <a:lnTo>
                        <a:pt x="185561" y="444417"/>
                      </a:lnTo>
                      <a:lnTo>
                        <a:pt x="185944" y="446418"/>
                      </a:lnTo>
                      <a:lnTo>
                        <a:pt x="186348" y="448420"/>
                      </a:lnTo>
                      <a:lnTo>
                        <a:pt x="186731" y="450421"/>
                      </a:lnTo>
                      <a:lnTo>
                        <a:pt x="187136" y="452378"/>
                      </a:lnTo>
                      <a:lnTo>
                        <a:pt x="187540" y="454335"/>
                      </a:lnTo>
                      <a:lnTo>
                        <a:pt x="187923" y="456291"/>
                      </a:lnTo>
                      <a:lnTo>
                        <a:pt x="188328" y="458225"/>
                      </a:lnTo>
                      <a:lnTo>
                        <a:pt x="188710" y="460114"/>
                      </a:lnTo>
                      <a:lnTo>
                        <a:pt x="189115" y="462026"/>
                      </a:lnTo>
                      <a:lnTo>
                        <a:pt x="189497" y="463915"/>
                      </a:lnTo>
                      <a:lnTo>
                        <a:pt x="189902" y="465804"/>
                      </a:lnTo>
                      <a:lnTo>
                        <a:pt x="190284" y="467671"/>
                      </a:lnTo>
                      <a:lnTo>
                        <a:pt x="190689" y="469537"/>
                      </a:lnTo>
                      <a:lnTo>
                        <a:pt x="191094" y="471382"/>
                      </a:lnTo>
                      <a:lnTo>
                        <a:pt x="191476" y="473203"/>
                      </a:lnTo>
                      <a:lnTo>
                        <a:pt x="191881" y="475025"/>
                      </a:lnTo>
                      <a:lnTo>
                        <a:pt x="192263" y="476847"/>
                      </a:lnTo>
                      <a:lnTo>
                        <a:pt x="192668" y="478623"/>
                      </a:lnTo>
                      <a:lnTo>
                        <a:pt x="193050" y="480422"/>
                      </a:lnTo>
                      <a:lnTo>
                        <a:pt x="193455" y="482177"/>
                      </a:lnTo>
                      <a:lnTo>
                        <a:pt x="193838" y="483931"/>
                      </a:lnTo>
                      <a:lnTo>
                        <a:pt x="194242" y="485685"/>
                      </a:lnTo>
                      <a:lnTo>
                        <a:pt x="194647" y="487417"/>
                      </a:lnTo>
                      <a:lnTo>
                        <a:pt x="195030" y="489148"/>
                      </a:lnTo>
                      <a:lnTo>
                        <a:pt x="195434" y="490858"/>
                      </a:lnTo>
                      <a:lnTo>
                        <a:pt x="195816" y="492544"/>
                      </a:lnTo>
                      <a:lnTo>
                        <a:pt x="196222" y="494231"/>
                      </a:lnTo>
                      <a:lnTo>
                        <a:pt x="196604" y="495895"/>
                      </a:lnTo>
                      <a:lnTo>
                        <a:pt x="197008" y="497560"/>
                      </a:lnTo>
                      <a:lnTo>
                        <a:pt x="197391" y="499201"/>
                      </a:lnTo>
                      <a:lnTo>
                        <a:pt x="197796" y="500843"/>
                      </a:lnTo>
                      <a:lnTo>
                        <a:pt x="198200" y="502462"/>
                      </a:lnTo>
                      <a:lnTo>
                        <a:pt x="198583" y="504059"/>
                      </a:lnTo>
                      <a:lnTo>
                        <a:pt x="198988" y="505656"/>
                      </a:lnTo>
                      <a:lnTo>
                        <a:pt x="199370" y="507253"/>
                      </a:lnTo>
                      <a:lnTo>
                        <a:pt x="199775" y="508827"/>
                      </a:lnTo>
                      <a:lnTo>
                        <a:pt x="200157" y="510379"/>
                      </a:lnTo>
                      <a:lnTo>
                        <a:pt x="200562" y="511930"/>
                      </a:lnTo>
                      <a:lnTo>
                        <a:pt x="200944" y="513460"/>
                      </a:lnTo>
                      <a:lnTo>
                        <a:pt x="201349" y="514989"/>
                      </a:lnTo>
                      <a:lnTo>
                        <a:pt x="201754" y="516496"/>
                      </a:lnTo>
                      <a:lnTo>
                        <a:pt x="202136" y="518003"/>
                      </a:lnTo>
                      <a:lnTo>
                        <a:pt x="202541" y="519487"/>
                      </a:lnTo>
                      <a:lnTo>
                        <a:pt x="202923" y="520971"/>
                      </a:lnTo>
                      <a:lnTo>
                        <a:pt x="203328" y="522433"/>
                      </a:lnTo>
                      <a:lnTo>
                        <a:pt x="203710" y="523872"/>
                      </a:lnTo>
                      <a:lnTo>
                        <a:pt x="204115" y="525312"/>
                      </a:lnTo>
                      <a:lnTo>
                        <a:pt x="204520" y="526751"/>
                      </a:lnTo>
                      <a:lnTo>
                        <a:pt x="204902" y="528168"/>
                      </a:lnTo>
                      <a:lnTo>
                        <a:pt x="205307" y="529562"/>
                      </a:lnTo>
                      <a:lnTo>
                        <a:pt x="205690" y="530956"/>
                      </a:lnTo>
                      <a:lnTo>
                        <a:pt x="206094" y="532351"/>
                      </a:lnTo>
                      <a:lnTo>
                        <a:pt x="206476" y="533723"/>
                      </a:lnTo>
                      <a:lnTo>
                        <a:pt x="206882" y="535072"/>
                      </a:lnTo>
                      <a:lnTo>
                        <a:pt x="207264" y="536422"/>
                      </a:lnTo>
                      <a:lnTo>
                        <a:pt x="207668" y="537771"/>
                      </a:lnTo>
                      <a:lnTo>
                        <a:pt x="208073" y="539098"/>
                      </a:lnTo>
                      <a:lnTo>
                        <a:pt x="208456" y="540402"/>
                      </a:lnTo>
                      <a:lnTo>
                        <a:pt x="208860" y="541707"/>
                      </a:lnTo>
                      <a:lnTo>
                        <a:pt x="209243" y="543011"/>
                      </a:lnTo>
                      <a:lnTo>
                        <a:pt x="209648" y="544293"/>
                      </a:lnTo>
                      <a:lnTo>
                        <a:pt x="210030" y="545552"/>
                      </a:lnTo>
                      <a:lnTo>
                        <a:pt x="210435" y="546812"/>
                      </a:lnTo>
                      <a:lnTo>
                        <a:pt x="210817" y="548049"/>
                      </a:lnTo>
                      <a:lnTo>
                        <a:pt x="211222" y="549286"/>
                      </a:lnTo>
                      <a:lnTo>
                        <a:pt x="211627" y="550522"/>
                      </a:lnTo>
                      <a:lnTo>
                        <a:pt x="212009" y="551737"/>
                      </a:lnTo>
                      <a:lnTo>
                        <a:pt x="212414" y="552929"/>
                      </a:lnTo>
                      <a:lnTo>
                        <a:pt x="212796" y="554121"/>
                      </a:lnTo>
                      <a:lnTo>
                        <a:pt x="213201" y="555290"/>
                      </a:lnTo>
                      <a:lnTo>
                        <a:pt x="213584" y="556460"/>
                      </a:lnTo>
                      <a:lnTo>
                        <a:pt x="213988" y="557607"/>
                      </a:lnTo>
                      <a:lnTo>
                        <a:pt x="214370" y="558754"/>
                      </a:lnTo>
                      <a:lnTo>
                        <a:pt x="214776" y="559878"/>
                      </a:lnTo>
                      <a:lnTo>
                        <a:pt x="215180" y="561003"/>
                      </a:lnTo>
                      <a:lnTo>
                        <a:pt x="215562" y="562127"/>
                      </a:lnTo>
                      <a:lnTo>
                        <a:pt x="215967" y="563229"/>
                      </a:lnTo>
                      <a:lnTo>
                        <a:pt x="216350" y="564309"/>
                      </a:lnTo>
                      <a:lnTo>
                        <a:pt x="216754" y="565411"/>
                      </a:lnTo>
                      <a:lnTo>
                        <a:pt x="217136" y="566468"/>
                      </a:lnTo>
                      <a:lnTo>
                        <a:pt x="217542" y="567547"/>
                      </a:lnTo>
                      <a:lnTo>
                        <a:pt x="217946" y="568604"/>
                      </a:lnTo>
                      <a:lnTo>
                        <a:pt x="218329" y="569639"/>
                      </a:lnTo>
                      <a:lnTo>
                        <a:pt x="218733" y="570673"/>
                      </a:lnTo>
                      <a:lnTo>
                        <a:pt x="219116" y="571708"/>
                      </a:lnTo>
                      <a:lnTo>
                        <a:pt x="219521" y="572720"/>
                      </a:lnTo>
                      <a:lnTo>
                        <a:pt x="219903" y="573732"/>
                      </a:lnTo>
                      <a:lnTo>
                        <a:pt x="220308" y="574744"/>
                      </a:lnTo>
                      <a:lnTo>
                        <a:pt x="220690" y="575733"/>
                      </a:lnTo>
                      <a:lnTo>
                        <a:pt x="221095" y="576723"/>
                      </a:lnTo>
                      <a:lnTo>
                        <a:pt x="221500" y="577667"/>
                      </a:lnTo>
                      <a:lnTo>
                        <a:pt x="221882" y="578634"/>
                      </a:lnTo>
                      <a:lnTo>
                        <a:pt x="222287" y="579579"/>
                      </a:lnTo>
                      <a:lnTo>
                        <a:pt x="222669" y="580524"/>
                      </a:lnTo>
                      <a:lnTo>
                        <a:pt x="223074" y="581468"/>
                      </a:lnTo>
                      <a:lnTo>
                        <a:pt x="223456" y="582390"/>
                      </a:lnTo>
                      <a:lnTo>
                        <a:pt x="223861" y="583290"/>
                      </a:lnTo>
                      <a:lnTo>
                        <a:pt x="224244" y="584189"/>
                      </a:lnTo>
                      <a:lnTo>
                        <a:pt x="224648" y="585089"/>
                      </a:lnTo>
                      <a:lnTo>
                        <a:pt x="225053" y="585966"/>
                      </a:lnTo>
                      <a:lnTo>
                        <a:pt x="225436" y="586843"/>
                      </a:lnTo>
                      <a:lnTo>
                        <a:pt x="225840" y="587698"/>
                      </a:lnTo>
                      <a:lnTo>
                        <a:pt x="226222" y="588552"/>
                      </a:lnTo>
                      <a:lnTo>
                        <a:pt x="226627" y="589407"/>
                      </a:lnTo>
                      <a:lnTo>
                        <a:pt x="227010" y="590239"/>
                      </a:lnTo>
                      <a:lnTo>
                        <a:pt x="227414" y="591071"/>
                      </a:lnTo>
                      <a:lnTo>
                        <a:pt x="227797" y="591903"/>
                      </a:lnTo>
                      <a:lnTo>
                        <a:pt x="228202" y="592713"/>
                      </a:lnTo>
                      <a:lnTo>
                        <a:pt x="228606" y="593523"/>
                      </a:lnTo>
                      <a:lnTo>
                        <a:pt x="228989" y="594310"/>
                      </a:lnTo>
                      <a:lnTo>
                        <a:pt x="229394" y="595119"/>
                      </a:lnTo>
                      <a:lnTo>
                        <a:pt x="229776" y="595884"/>
                      </a:lnTo>
                      <a:lnTo>
                        <a:pt x="230181" y="596671"/>
                      </a:lnTo>
                      <a:lnTo>
                        <a:pt x="230563" y="597436"/>
                      </a:lnTo>
                      <a:lnTo>
                        <a:pt x="230968" y="598200"/>
                      </a:lnTo>
                      <a:lnTo>
                        <a:pt x="231350" y="598965"/>
                      </a:lnTo>
                      <a:lnTo>
                        <a:pt x="231755" y="599707"/>
                      </a:lnTo>
                      <a:lnTo>
                        <a:pt x="232160" y="600449"/>
                      </a:lnTo>
                      <a:lnTo>
                        <a:pt x="232542" y="601169"/>
                      </a:lnTo>
                      <a:lnTo>
                        <a:pt x="232947" y="601911"/>
                      </a:lnTo>
                      <a:lnTo>
                        <a:pt x="233329" y="602608"/>
                      </a:lnTo>
                      <a:lnTo>
                        <a:pt x="233734" y="603328"/>
                      </a:lnTo>
                      <a:lnTo>
                        <a:pt x="234116" y="604025"/>
                      </a:lnTo>
                      <a:lnTo>
                        <a:pt x="234521" y="604722"/>
                      </a:lnTo>
                      <a:lnTo>
                        <a:pt x="234926" y="605420"/>
                      </a:lnTo>
                      <a:lnTo>
                        <a:pt x="235308" y="606094"/>
                      </a:lnTo>
                      <a:lnTo>
                        <a:pt x="235713" y="606769"/>
                      </a:lnTo>
                      <a:lnTo>
                        <a:pt x="236096" y="607421"/>
                      </a:lnTo>
                      <a:lnTo>
                        <a:pt x="236500" y="608073"/>
                      </a:lnTo>
                      <a:lnTo>
                        <a:pt x="236882" y="608725"/>
                      </a:lnTo>
                      <a:lnTo>
                        <a:pt x="237287" y="609378"/>
                      </a:lnTo>
                      <a:lnTo>
                        <a:pt x="237670" y="610007"/>
                      </a:lnTo>
                      <a:lnTo>
                        <a:pt x="238074" y="610637"/>
                      </a:lnTo>
                      <a:lnTo>
                        <a:pt x="238479" y="611267"/>
                      </a:lnTo>
                      <a:lnTo>
                        <a:pt x="238862" y="611897"/>
                      </a:lnTo>
                      <a:lnTo>
                        <a:pt x="239266" y="612504"/>
                      </a:lnTo>
                      <a:lnTo>
                        <a:pt x="239649" y="613111"/>
                      </a:lnTo>
                      <a:lnTo>
                        <a:pt x="240054" y="613718"/>
                      </a:lnTo>
                      <a:lnTo>
                        <a:pt x="240436" y="614303"/>
                      </a:lnTo>
                      <a:lnTo>
                        <a:pt x="240841" y="614888"/>
                      </a:lnTo>
                      <a:lnTo>
                        <a:pt x="241223" y="615472"/>
                      </a:lnTo>
                      <a:lnTo>
                        <a:pt x="241628" y="616057"/>
                      </a:lnTo>
                      <a:lnTo>
                        <a:pt x="242033" y="616619"/>
                      </a:lnTo>
                      <a:lnTo>
                        <a:pt x="242415" y="617182"/>
                      </a:lnTo>
                      <a:lnTo>
                        <a:pt x="242820" y="617744"/>
                      </a:lnTo>
                      <a:lnTo>
                        <a:pt x="243202" y="618306"/>
                      </a:lnTo>
                      <a:lnTo>
                        <a:pt x="243607" y="618846"/>
                      </a:lnTo>
                      <a:lnTo>
                        <a:pt x="243989" y="619386"/>
                      </a:lnTo>
                      <a:lnTo>
                        <a:pt x="244394" y="619925"/>
                      </a:lnTo>
                      <a:lnTo>
                        <a:pt x="244776" y="620443"/>
                      </a:lnTo>
                      <a:lnTo>
                        <a:pt x="245181" y="620960"/>
                      </a:lnTo>
                      <a:lnTo>
                        <a:pt x="245586" y="621477"/>
                      </a:lnTo>
                      <a:lnTo>
                        <a:pt x="245968" y="621972"/>
                      </a:lnTo>
                      <a:lnTo>
                        <a:pt x="246373" y="622467"/>
                      </a:lnTo>
                      <a:lnTo>
                        <a:pt x="246756" y="622961"/>
                      </a:lnTo>
                      <a:lnTo>
                        <a:pt x="247160" y="623434"/>
                      </a:lnTo>
                      <a:lnTo>
                        <a:pt x="247542" y="623906"/>
                      </a:lnTo>
                      <a:lnTo>
                        <a:pt x="247948" y="624378"/>
                      </a:lnTo>
                      <a:lnTo>
                        <a:pt x="248352" y="624828"/>
                      </a:lnTo>
                      <a:lnTo>
                        <a:pt x="248734" y="625278"/>
                      </a:lnTo>
                      <a:lnTo>
                        <a:pt x="249139" y="625728"/>
                      </a:lnTo>
                      <a:lnTo>
                        <a:pt x="249522" y="626155"/>
                      </a:lnTo>
                      <a:lnTo>
                        <a:pt x="249926" y="626582"/>
                      </a:lnTo>
                      <a:lnTo>
                        <a:pt x="250309" y="627010"/>
                      </a:lnTo>
                      <a:lnTo>
                        <a:pt x="250714" y="627414"/>
                      </a:lnTo>
                      <a:lnTo>
                        <a:pt x="251096" y="627819"/>
                      </a:lnTo>
                      <a:lnTo>
                        <a:pt x="251501" y="628224"/>
                      </a:lnTo>
                      <a:lnTo>
                        <a:pt x="251905" y="628606"/>
                      </a:lnTo>
                      <a:lnTo>
                        <a:pt x="252288" y="628989"/>
                      </a:lnTo>
                      <a:lnTo>
                        <a:pt x="252693" y="629371"/>
                      </a:lnTo>
                      <a:lnTo>
                        <a:pt x="253075" y="629731"/>
                      </a:lnTo>
                      <a:lnTo>
                        <a:pt x="253480" y="630091"/>
                      </a:lnTo>
                      <a:lnTo>
                        <a:pt x="253862" y="630450"/>
                      </a:lnTo>
                      <a:lnTo>
                        <a:pt x="254267" y="630788"/>
                      </a:lnTo>
                      <a:lnTo>
                        <a:pt x="254650" y="631125"/>
                      </a:lnTo>
                      <a:lnTo>
                        <a:pt x="255054" y="631462"/>
                      </a:lnTo>
                      <a:lnTo>
                        <a:pt x="255459" y="631800"/>
                      </a:lnTo>
                      <a:lnTo>
                        <a:pt x="255841" y="632115"/>
                      </a:lnTo>
                      <a:lnTo>
                        <a:pt x="256246" y="632429"/>
                      </a:lnTo>
                      <a:lnTo>
                        <a:pt x="256628" y="632744"/>
                      </a:lnTo>
                      <a:lnTo>
                        <a:pt x="257033" y="633037"/>
                      </a:lnTo>
                      <a:lnTo>
                        <a:pt x="257416" y="633329"/>
                      </a:lnTo>
                      <a:lnTo>
                        <a:pt x="257820" y="633621"/>
                      </a:lnTo>
                      <a:lnTo>
                        <a:pt x="258202" y="633891"/>
                      </a:lnTo>
                      <a:lnTo>
                        <a:pt x="258608" y="634184"/>
                      </a:lnTo>
                      <a:lnTo>
                        <a:pt x="259012" y="634454"/>
                      </a:lnTo>
                      <a:lnTo>
                        <a:pt x="259395" y="634701"/>
                      </a:lnTo>
                      <a:lnTo>
                        <a:pt x="259799" y="634971"/>
                      </a:lnTo>
                      <a:lnTo>
                        <a:pt x="260182" y="635218"/>
                      </a:lnTo>
                      <a:lnTo>
                        <a:pt x="260587" y="635466"/>
                      </a:lnTo>
                      <a:lnTo>
                        <a:pt x="260969" y="635713"/>
                      </a:lnTo>
                      <a:lnTo>
                        <a:pt x="261374" y="635960"/>
                      </a:lnTo>
                      <a:lnTo>
                        <a:pt x="261756" y="636208"/>
                      </a:lnTo>
                      <a:lnTo>
                        <a:pt x="262161" y="636433"/>
                      </a:lnTo>
                      <a:lnTo>
                        <a:pt x="262566" y="636658"/>
                      </a:lnTo>
                      <a:lnTo>
                        <a:pt x="262948" y="636882"/>
                      </a:lnTo>
                      <a:lnTo>
                        <a:pt x="263353" y="637085"/>
                      </a:lnTo>
                      <a:lnTo>
                        <a:pt x="263735" y="637287"/>
                      </a:lnTo>
                      <a:lnTo>
                        <a:pt x="264140" y="637490"/>
                      </a:lnTo>
                      <a:lnTo>
                        <a:pt x="264522" y="637692"/>
                      </a:lnTo>
                      <a:lnTo>
                        <a:pt x="264927" y="637872"/>
                      </a:lnTo>
                      <a:lnTo>
                        <a:pt x="265332" y="638052"/>
                      </a:lnTo>
                      <a:lnTo>
                        <a:pt x="265714" y="638232"/>
                      </a:lnTo>
                      <a:lnTo>
                        <a:pt x="266119" y="638389"/>
                      </a:lnTo>
                      <a:lnTo>
                        <a:pt x="266502" y="638569"/>
                      </a:lnTo>
                      <a:lnTo>
                        <a:pt x="266906" y="638727"/>
                      </a:lnTo>
                      <a:lnTo>
                        <a:pt x="267288" y="638884"/>
                      </a:lnTo>
                      <a:lnTo>
                        <a:pt x="267693" y="639019"/>
                      </a:lnTo>
                      <a:lnTo>
                        <a:pt x="268076" y="639154"/>
                      </a:lnTo>
                      <a:lnTo>
                        <a:pt x="268480" y="639311"/>
                      </a:lnTo>
                      <a:lnTo>
                        <a:pt x="268885" y="639446"/>
                      </a:lnTo>
                      <a:lnTo>
                        <a:pt x="269268" y="639559"/>
                      </a:lnTo>
                      <a:lnTo>
                        <a:pt x="269672" y="639694"/>
                      </a:lnTo>
                      <a:lnTo>
                        <a:pt x="270055" y="639806"/>
                      </a:lnTo>
                      <a:lnTo>
                        <a:pt x="270459" y="639919"/>
                      </a:lnTo>
                      <a:lnTo>
                        <a:pt x="270842" y="640031"/>
                      </a:lnTo>
                      <a:lnTo>
                        <a:pt x="271247" y="640121"/>
                      </a:lnTo>
                      <a:lnTo>
                        <a:pt x="271629" y="640211"/>
                      </a:lnTo>
                      <a:lnTo>
                        <a:pt x="272034" y="640301"/>
                      </a:lnTo>
                      <a:lnTo>
                        <a:pt x="272439" y="640391"/>
                      </a:lnTo>
                      <a:lnTo>
                        <a:pt x="272821" y="640458"/>
                      </a:lnTo>
                      <a:lnTo>
                        <a:pt x="273226" y="640526"/>
                      </a:lnTo>
                      <a:lnTo>
                        <a:pt x="273608" y="640593"/>
                      </a:lnTo>
                      <a:lnTo>
                        <a:pt x="274013" y="640661"/>
                      </a:lnTo>
                      <a:lnTo>
                        <a:pt x="274395" y="640706"/>
                      </a:lnTo>
                      <a:lnTo>
                        <a:pt x="274800" y="640751"/>
                      </a:lnTo>
                      <a:lnTo>
                        <a:pt x="275182" y="640796"/>
                      </a:lnTo>
                      <a:lnTo>
                        <a:pt x="275587" y="640841"/>
                      </a:lnTo>
                      <a:lnTo>
                        <a:pt x="275992" y="640886"/>
                      </a:lnTo>
                      <a:lnTo>
                        <a:pt x="276374" y="640863"/>
                      </a:lnTo>
                      <a:lnTo>
                        <a:pt x="276779" y="640863"/>
                      </a:lnTo>
                      <a:lnTo>
                        <a:pt x="277162" y="640841"/>
                      </a:lnTo>
                      <a:lnTo>
                        <a:pt x="277566" y="640818"/>
                      </a:lnTo>
                      <a:lnTo>
                        <a:pt x="277948" y="640796"/>
                      </a:lnTo>
                      <a:lnTo>
                        <a:pt x="278353" y="640751"/>
                      </a:lnTo>
                      <a:lnTo>
                        <a:pt x="278758" y="640728"/>
                      </a:lnTo>
                      <a:lnTo>
                        <a:pt x="279140" y="640661"/>
                      </a:lnTo>
                      <a:lnTo>
                        <a:pt x="279545" y="640616"/>
                      </a:lnTo>
                      <a:lnTo>
                        <a:pt x="279928" y="640571"/>
                      </a:lnTo>
                      <a:lnTo>
                        <a:pt x="280332" y="640503"/>
                      </a:lnTo>
                      <a:lnTo>
                        <a:pt x="280715" y="640436"/>
                      </a:lnTo>
                      <a:lnTo>
                        <a:pt x="281120" y="640346"/>
                      </a:lnTo>
                      <a:lnTo>
                        <a:pt x="281502" y="640278"/>
                      </a:lnTo>
                      <a:lnTo>
                        <a:pt x="281907" y="640188"/>
                      </a:lnTo>
                      <a:lnTo>
                        <a:pt x="282311" y="640098"/>
                      </a:lnTo>
                      <a:lnTo>
                        <a:pt x="282694" y="640009"/>
                      </a:lnTo>
                      <a:lnTo>
                        <a:pt x="283076" y="639919"/>
                      </a:lnTo>
                      <a:lnTo>
                        <a:pt x="283481" y="639806"/>
                      </a:lnTo>
                      <a:lnTo>
                        <a:pt x="283886" y="639694"/>
                      </a:lnTo>
                      <a:lnTo>
                        <a:pt x="284246" y="639581"/>
                      </a:lnTo>
                      <a:lnTo>
                        <a:pt x="284673" y="639469"/>
                      </a:lnTo>
                      <a:lnTo>
                        <a:pt x="285033" y="639334"/>
                      </a:lnTo>
                      <a:lnTo>
                        <a:pt x="285438" y="639199"/>
                      </a:lnTo>
                      <a:lnTo>
                        <a:pt x="285842" y="639064"/>
                      </a:lnTo>
                      <a:lnTo>
                        <a:pt x="286224" y="638929"/>
                      </a:lnTo>
                      <a:lnTo>
                        <a:pt x="286630" y="638772"/>
                      </a:lnTo>
                      <a:lnTo>
                        <a:pt x="287012" y="638614"/>
                      </a:lnTo>
                      <a:lnTo>
                        <a:pt x="287416" y="638457"/>
                      </a:lnTo>
                      <a:lnTo>
                        <a:pt x="287799" y="638299"/>
                      </a:lnTo>
                      <a:lnTo>
                        <a:pt x="288204" y="638119"/>
                      </a:lnTo>
                      <a:lnTo>
                        <a:pt x="288586" y="637939"/>
                      </a:lnTo>
                      <a:lnTo>
                        <a:pt x="288991" y="637760"/>
                      </a:lnTo>
                      <a:lnTo>
                        <a:pt x="289396" y="637580"/>
                      </a:lnTo>
                      <a:lnTo>
                        <a:pt x="289778" y="637400"/>
                      </a:lnTo>
                      <a:lnTo>
                        <a:pt x="290183" y="637197"/>
                      </a:lnTo>
                      <a:lnTo>
                        <a:pt x="290565" y="637017"/>
                      </a:lnTo>
                      <a:lnTo>
                        <a:pt x="290970" y="636815"/>
                      </a:lnTo>
                      <a:lnTo>
                        <a:pt x="291352" y="636613"/>
                      </a:lnTo>
                      <a:lnTo>
                        <a:pt x="291757" y="636410"/>
                      </a:lnTo>
                      <a:lnTo>
                        <a:pt x="292139" y="636185"/>
                      </a:lnTo>
                      <a:lnTo>
                        <a:pt x="292544" y="635983"/>
                      </a:lnTo>
                      <a:lnTo>
                        <a:pt x="292949" y="635758"/>
                      </a:lnTo>
                      <a:lnTo>
                        <a:pt x="293331" y="635533"/>
                      </a:lnTo>
                      <a:lnTo>
                        <a:pt x="293736" y="635308"/>
                      </a:lnTo>
                      <a:lnTo>
                        <a:pt x="294118" y="635083"/>
                      </a:lnTo>
                      <a:lnTo>
                        <a:pt x="294524" y="634858"/>
                      </a:lnTo>
                      <a:lnTo>
                        <a:pt x="294906" y="634611"/>
                      </a:lnTo>
                      <a:lnTo>
                        <a:pt x="295310" y="634589"/>
                      </a:lnTo>
                      <a:lnTo>
                        <a:pt x="295716" y="634341"/>
                      </a:lnTo>
                      <a:lnTo>
                        <a:pt x="296098" y="637602"/>
                      </a:lnTo>
                      <a:lnTo>
                        <a:pt x="296502" y="638637"/>
                      </a:lnTo>
                      <a:lnTo>
                        <a:pt x="296884" y="638389"/>
                      </a:lnTo>
                      <a:lnTo>
                        <a:pt x="297290" y="638142"/>
                      </a:lnTo>
                      <a:lnTo>
                        <a:pt x="297672" y="637894"/>
                      </a:lnTo>
                      <a:lnTo>
                        <a:pt x="298076" y="637647"/>
                      </a:lnTo>
                      <a:lnTo>
                        <a:pt x="298459" y="637377"/>
                      </a:lnTo>
                      <a:lnTo>
                        <a:pt x="298864" y="637130"/>
                      </a:lnTo>
                      <a:lnTo>
                        <a:pt x="299269" y="636860"/>
                      </a:lnTo>
                      <a:lnTo>
                        <a:pt x="299651" y="636590"/>
                      </a:lnTo>
                      <a:lnTo>
                        <a:pt x="300056" y="636298"/>
                      </a:lnTo>
                      <a:lnTo>
                        <a:pt x="300438" y="636028"/>
                      </a:lnTo>
                      <a:lnTo>
                        <a:pt x="300843" y="635735"/>
                      </a:lnTo>
                      <a:lnTo>
                        <a:pt x="301225" y="635443"/>
                      </a:lnTo>
                      <a:lnTo>
                        <a:pt x="301630" y="635151"/>
                      </a:lnTo>
                      <a:lnTo>
                        <a:pt x="302012" y="634858"/>
                      </a:lnTo>
                      <a:lnTo>
                        <a:pt x="302417" y="634543"/>
                      </a:lnTo>
                      <a:lnTo>
                        <a:pt x="302822" y="634229"/>
                      </a:lnTo>
                      <a:lnTo>
                        <a:pt x="303204" y="633914"/>
                      </a:lnTo>
                      <a:lnTo>
                        <a:pt x="303609" y="633599"/>
                      </a:lnTo>
                      <a:lnTo>
                        <a:pt x="303992" y="633284"/>
                      </a:lnTo>
                      <a:lnTo>
                        <a:pt x="304396" y="632947"/>
                      </a:lnTo>
                      <a:lnTo>
                        <a:pt x="304778" y="632632"/>
                      </a:lnTo>
                      <a:lnTo>
                        <a:pt x="305184" y="632295"/>
                      </a:lnTo>
                      <a:lnTo>
                        <a:pt x="305566" y="631957"/>
                      </a:lnTo>
                      <a:lnTo>
                        <a:pt x="305970" y="631597"/>
                      </a:lnTo>
                      <a:lnTo>
                        <a:pt x="306376" y="631260"/>
                      </a:lnTo>
                      <a:lnTo>
                        <a:pt x="306758" y="630900"/>
                      </a:lnTo>
                      <a:lnTo>
                        <a:pt x="307162" y="630540"/>
                      </a:lnTo>
                      <a:lnTo>
                        <a:pt x="307545" y="630181"/>
                      </a:lnTo>
                      <a:lnTo>
                        <a:pt x="307950" y="629798"/>
                      </a:lnTo>
                      <a:lnTo>
                        <a:pt x="308332" y="629438"/>
                      </a:lnTo>
                      <a:lnTo>
                        <a:pt x="308737" y="629056"/>
                      </a:lnTo>
                      <a:lnTo>
                        <a:pt x="309142" y="628674"/>
                      </a:lnTo>
                      <a:lnTo>
                        <a:pt x="309524" y="628291"/>
                      </a:lnTo>
                      <a:lnTo>
                        <a:pt x="309929" y="627909"/>
                      </a:lnTo>
                      <a:lnTo>
                        <a:pt x="310311" y="627504"/>
                      </a:lnTo>
                      <a:lnTo>
                        <a:pt x="310716" y="627122"/>
                      </a:lnTo>
                      <a:lnTo>
                        <a:pt x="311098" y="626717"/>
                      </a:lnTo>
                      <a:lnTo>
                        <a:pt x="311503" y="626312"/>
                      </a:lnTo>
                      <a:lnTo>
                        <a:pt x="311885" y="625907"/>
                      </a:lnTo>
                      <a:lnTo>
                        <a:pt x="312290" y="625503"/>
                      </a:lnTo>
                      <a:lnTo>
                        <a:pt x="312695" y="625098"/>
                      </a:lnTo>
                      <a:lnTo>
                        <a:pt x="313077" y="624671"/>
                      </a:lnTo>
                      <a:lnTo>
                        <a:pt x="313482" y="624243"/>
                      </a:lnTo>
                      <a:lnTo>
                        <a:pt x="313864" y="623838"/>
                      </a:lnTo>
                      <a:lnTo>
                        <a:pt x="314269" y="623411"/>
                      </a:lnTo>
                      <a:lnTo>
                        <a:pt x="314652" y="622961"/>
                      </a:lnTo>
                      <a:lnTo>
                        <a:pt x="315056" y="622534"/>
                      </a:lnTo>
                      <a:lnTo>
                        <a:pt x="315438" y="622107"/>
                      </a:lnTo>
                      <a:lnTo>
                        <a:pt x="315844" y="621657"/>
                      </a:lnTo>
                      <a:lnTo>
                        <a:pt x="316248" y="621207"/>
                      </a:lnTo>
                      <a:lnTo>
                        <a:pt x="316630" y="620757"/>
                      </a:lnTo>
                      <a:lnTo>
                        <a:pt x="317036" y="620308"/>
                      </a:lnTo>
                      <a:lnTo>
                        <a:pt x="317418" y="619858"/>
                      </a:lnTo>
                      <a:lnTo>
                        <a:pt x="317822" y="619408"/>
                      </a:lnTo>
                      <a:lnTo>
                        <a:pt x="318205" y="618936"/>
                      </a:lnTo>
                      <a:lnTo>
                        <a:pt x="318610" y="618486"/>
                      </a:lnTo>
                      <a:lnTo>
                        <a:pt x="318992" y="618014"/>
                      </a:lnTo>
                      <a:lnTo>
                        <a:pt x="319397" y="617541"/>
                      </a:lnTo>
                      <a:lnTo>
                        <a:pt x="319802" y="617069"/>
                      </a:lnTo>
                      <a:lnTo>
                        <a:pt x="320184" y="616597"/>
                      </a:lnTo>
                      <a:lnTo>
                        <a:pt x="320589" y="616102"/>
                      </a:lnTo>
                      <a:lnTo>
                        <a:pt x="320971" y="615630"/>
                      </a:lnTo>
                      <a:lnTo>
                        <a:pt x="321376" y="615135"/>
                      </a:lnTo>
                      <a:lnTo>
                        <a:pt x="321758" y="614640"/>
                      </a:lnTo>
                      <a:lnTo>
                        <a:pt x="322163" y="614168"/>
                      </a:lnTo>
                      <a:lnTo>
                        <a:pt x="322545" y="613673"/>
                      </a:lnTo>
                      <a:lnTo>
                        <a:pt x="322950" y="613178"/>
                      </a:lnTo>
                      <a:lnTo>
                        <a:pt x="323355" y="612684"/>
                      </a:lnTo>
                      <a:lnTo>
                        <a:pt x="323737" y="612166"/>
                      </a:lnTo>
                      <a:lnTo>
                        <a:pt x="324142" y="611672"/>
                      </a:lnTo>
                      <a:lnTo>
                        <a:pt x="324524" y="611154"/>
                      </a:lnTo>
                      <a:lnTo>
                        <a:pt x="324929" y="610637"/>
                      </a:lnTo>
                      <a:lnTo>
                        <a:pt x="325312" y="610120"/>
                      </a:lnTo>
                      <a:lnTo>
                        <a:pt x="325716" y="609603"/>
                      </a:lnTo>
                      <a:lnTo>
                        <a:pt x="326121" y="609063"/>
                      </a:lnTo>
                      <a:lnTo>
                        <a:pt x="326504" y="608546"/>
                      </a:lnTo>
                      <a:lnTo>
                        <a:pt x="326908" y="608006"/>
                      </a:lnTo>
                      <a:lnTo>
                        <a:pt x="327290" y="607466"/>
                      </a:lnTo>
                      <a:lnTo>
                        <a:pt x="327696" y="606926"/>
                      </a:lnTo>
                      <a:lnTo>
                        <a:pt x="328078" y="606387"/>
                      </a:lnTo>
                      <a:lnTo>
                        <a:pt x="328482" y="605824"/>
                      </a:lnTo>
                      <a:lnTo>
                        <a:pt x="328865" y="605262"/>
                      </a:lnTo>
                      <a:lnTo>
                        <a:pt x="329270" y="604722"/>
                      </a:lnTo>
                      <a:lnTo>
                        <a:pt x="329674" y="604138"/>
                      </a:lnTo>
                      <a:lnTo>
                        <a:pt x="330057" y="603575"/>
                      </a:lnTo>
                      <a:lnTo>
                        <a:pt x="330462" y="602991"/>
                      </a:lnTo>
                      <a:lnTo>
                        <a:pt x="330844" y="602428"/>
                      </a:lnTo>
                      <a:lnTo>
                        <a:pt x="331249" y="601844"/>
                      </a:lnTo>
                      <a:lnTo>
                        <a:pt x="331631" y="601259"/>
                      </a:lnTo>
                      <a:lnTo>
                        <a:pt x="332036" y="600652"/>
                      </a:lnTo>
                      <a:lnTo>
                        <a:pt x="332418" y="600067"/>
                      </a:lnTo>
                      <a:lnTo>
                        <a:pt x="332823" y="599460"/>
                      </a:lnTo>
                      <a:lnTo>
                        <a:pt x="333228" y="598853"/>
                      </a:lnTo>
                      <a:lnTo>
                        <a:pt x="333610" y="598245"/>
                      </a:lnTo>
                      <a:lnTo>
                        <a:pt x="334015" y="597638"/>
                      </a:lnTo>
                      <a:lnTo>
                        <a:pt x="334397" y="597031"/>
                      </a:lnTo>
                      <a:lnTo>
                        <a:pt x="334802" y="596424"/>
                      </a:lnTo>
                      <a:lnTo>
                        <a:pt x="335184" y="595794"/>
                      </a:lnTo>
                      <a:lnTo>
                        <a:pt x="335590" y="595187"/>
                      </a:lnTo>
                      <a:lnTo>
                        <a:pt x="335972" y="594557"/>
                      </a:lnTo>
                      <a:lnTo>
                        <a:pt x="336376" y="593950"/>
                      </a:lnTo>
                      <a:lnTo>
                        <a:pt x="336782" y="593320"/>
                      </a:lnTo>
                      <a:lnTo>
                        <a:pt x="337164" y="592690"/>
                      </a:lnTo>
                      <a:lnTo>
                        <a:pt x="337568" y="592061"/>
                      </a:lnTo>
                      <a:lnTo>
                        <a:pt x="337950" y="591454"/>
                      </a:lnTo>
                      <a:lnTo>
                        <a:pt x="338356" y="590824"/>
                      </a:lnTo>
                      <a:lnTo>
                        <a:pt x="338738" y="590194"/>
                      </a:lnTo>
                      <a:lnTo>
                        <a:pt x="339142" y="589564"/>
                      </a:lnTo>
                      <a:lnTo>
                        <a:pt x="339548" y="588935"/>
                      </a:lnTo>
                      <a:lnTo>
                        <a:pt x="339930" y="588305"/>
                      </a:lnTo>
                      <a:lnTo>
                        <a:pt x="340335" y="587675"/>
                      </a:lnTo>
                      <a:lnTo>
                        <a:pt x="340717" y="587046"/>
                      </a:lnTo>
                      <a:lnTo>
                        <a:pt x="341122" y="586416"/>
                      </a:lnTo>
                      <a:lnTo>
                        <a:pt x="341504" y="585786"/>
                      </a:lnTo>
                      <a:lnTo>
                        <a:pt x="341909" y="585134"/>
                      </a:lnTo>
                      <a:lnTo>
                        <a:pt x="342291" y="584504"/>
                      </a:lnTo>
                      <a:lnTo>
                        <a:pt x="342696" y="583852"/>
                      </a:lnTo>
                      <a:lnTo>
                        <a:pt x="343101" y="583200"/>
                      </a:lnTo>
                      <a:lnTo>
                        <a:pt x="343483" y="582548"/>
                      </a:lnTo>
                      <a:lnTo>
                        <a:pt x="343888" y="581895"/>
                      </a:lnTo>
                      <a:lnTo>
                        <a:pt x="344270" y="581243"/>
                      </a:lnTo>
                      <a:lnTo>
                        <a:pt x="344675" y="580591"/>
                      </a:lnTo>
                      <a:lnTo>
                        <a:pt x="345058" y="579916"/>
                      </a:lnTo>
                      <a:lnTo>
                        <a:pt x="345462" y="579264"/>
                      </a:lnTo>
                      <a:lnTo>
                        <a:pt x="345844" y="578589"/>
                      </a:lnTo>
                      <a:lnTo>
                        <a:pt x="346250" y="577937"/>
                      </a:lnTo>
                      <a:lnTo>
                        <a:pt x="346654" y="577285"/>
                      </a:lnTo>
                      <a:lnTo>
                        <a:pt x="347036" y="576610"/>
                      </a:lnTo>
                      <a:lnTo>
                        <a:pt x="347442" y="575958"/>
                      </a:lnTo>
                      <a:lnTo>
                        <a:pt x="347824" y="575284"/>
                      </a:lnTo>
                      <a:lnTo>
                        <a:pt x="348228" y="574609"/>
                      </a:lnTo>
                      <a:lnTo>
                        <a:pt x="348611" y="573934"/>
                      </a:lnTo>
                      <a:lnTo>
                        <a:pt x="349016" y="573282"/>
                      </a:lnTo>
                      <a:lnTo>
                        <a:pt x="349398" y="572607"/>
                      </a:lnTo>
                      <a:lnTo>
                        <a:pt x="349803" y="571933"/>
                      </a:lnTo>
                      <a:lnTo>
                        <a:pt x="350208" y="571258"/>
                      </a:lnTo>
                      <a:lnTo>
                        <a:pt x="350590" y="570583"/>
                      </a:lnTo>
                      <a:lnTo>
                        <a:pt x="350995" y="569908"/>
                      </a:lnTo>
                      <a:lnTo>
                        <a:pt x="351377" y="569234"/>
                      </a:lnTo>
                      <a:lnTo>
                        <a:pt x="351782" y="568559"/>
                      </a:lnTo>
                      <a:lnTo>
                        <a:pt x="352164" y="567884"/>
                      </a:lnTo>
                      <a:lnTo>
                        <a:pt x="352569" y="567232"/>
                      </a:lnTo>
                      <a:lnTo>
                        <a:pt x="352951" y="566558"/>
                      </a:lnTo>
                      <a:lnTo>
                        <a:pt x="353356" y="565883"/>
                      </a:lnTo>
                      <a:lnTo>
                        <a:pt x="353761" y="565208"/>
                      </a:lnTo>
                      <a:lnTo>
                        <a:pt x="354143" y="564556"/>
                      </a:lnTo>
                      <a:lnTo>
                        <a:pt x="354548" y="563881"/>
                      </a:lnTo>
                      <a:lnTo>
                        <a:pt x="354930" y="563207"/>
                      </a:lnTo>
                      <a:lnTo>
                        <a:pt x="355335" y="562554"/>
                      </a:lnTo>
                      <a:lnTo>
                        <a:pt x="355718" y="561880"/>
                      </a:lnTo>
                      <a:lnTo>
                        <a:pt x="356122" y="561205"/>
                      </a:lnTo>
                      <a:lnTo>
                        <a:pt x="356527" y="560530"/>
                      </a:lnTo>
                      <a:lnTo>
                        <a:pt x="356910" y="559856"/>
                      </a:lnTo>
                      <a:lnTo>
                        <a:pt x="357314" y="559203"/>
                      </a:lnTo>
                      <a:lnTo>
                        <a:pt x="357696" y="558529"/>
                      </a:lnTo>
                      <a:lnTo>
                        <a:pt x="358102" y="557854"/>
                      </a:lnTo>
                      <a:lnTo>
                        <a:pt x="358484" y="557179"/>
                      </a:lnTo>
                      <a:lnTo>
                        <a:pt x="358888" y="556505"/>
                      </a:lnTo>
                      <a:lnTo>
                        <a:pt x="359271" y="555830"/>
                      </a:lnTo>
                      <a:lnTo>
                        <a:pt x="359676" y="555155"/>
                      </a:lnTo>
                      <a:lnTo>
                        <a:pt x="360080" y="554481"/>
                      </a:lnTo>
                      <a:lnTo>
                        <a:pt x="360463" y="553806"/>
                      </a:lnTo>
                      <a:lnTo>
                        <a:pt x="360868" y="553131"/>
                      </a:lnTo>
                      <a:lnTo>
                        <a:pt x="361250" y="552457"/>
                      </a:lnTo>
                      <a:lnTo>
                        <a:pt x="361655" y="551782"/>
                      </a:lnTo>
                      <a:lnTo>
                        <a:pt x="362037" y="551107"/>
                      </a:lnTo>
                      <a:lnTo>
                        <a:pt x="362442" y="550432"/>
                      </a:lnTo>
                      <a:lnTo>
                        <a:pt x="362824" y="549735"/>
                      </a:lnTo>
                      <a:lnTo>
                        <a:pt x="363229" y="549061"/>
                      </a:lnTo>
                      <a:lnTo>
                        <a:pt x="363634" y="548363"/>
                      </a:lnTo>
                      <a:lnTo>
                        <a:pt x="364016" y="547689"/>
                      </a:lnTo>
                      <a:lnTo>
                        <a:pt x="364421" y="546992"/>
                      </a:lnTo>
                      <a:lnTo>
                        <a:pt x="364803" y="546294"/>
                      </a:lnTo>
                      <a:lnTo>
                        <a:pt x="365208" y="545597"/>
                      </a:lnTo>
                      <a:lnTo>
                        <a:pt x="365590" y="544923"/>
                      </a:lnTo>
                      <a:lnTo>
                        <a:pt x="365995" y="544225"/>
                      </a:lnTo>
                      <a:lnTo>
                        <a:pt x="366378" y="543528"/>
                      </a:lnTo>
                      <a:lnTo>
                        <a:pt x="366782" y="542831"/>
                      </a:lnTo>
                      <a:lnTo>
                        <a:pt x="367187" y="542111"/>
                      </a:lnTo>
                      <a:lnTo>
                        <a:pt x="367570" y="541414"/>
                      </a:lnTo>
                      <a:lnTo>
                        <a:pt x="367974" y="540717"/>
                      </a:lnTo>
                      <a:lnTo>
                        <a:pt x="368356" y="540020"/>
                      </a:lnTo>
                      <a:lnTo>
                        <a:pt x="368762" y="539323"/>
                      </a:lnTo>
                      <a:lnTo>
                        <a:pt x="369144" y="538625"/>
                      </a:lnTo>
                      <a:lnTo>
                        <a:pt x="369548" y="537906"/>
                      </a:lnTo>
                      <a:lnTo>
                        <a:pt x="369954" y="537209"/>
                      </a:lnTo>
                      <a:lnTo>
                        <a:pt x="370336" y="536511"/>
                      </a:lnTo>
                      <a:lnTo>
                        <a:pt x="370740" y="535814"/>
                      </a:lnTo>
                      <a:lnTo>
                        <a:pt x="371123" y="535117"/>
                      </a:lnTo>
                      <a:lnTo>
                        <a:pt x="371528" y="534397"/>
                      </a:lnTo>
                      <a:lnTo>
                        <a:pt x="371910" y="533700"/>
                      </a:lnTo>
                      <a:lnTo>
                        <a:pt x="372315" y="533003"/>
                      </a:lnTo>
                      <a:lnTo>
                        <a:pt x="372697" y="532283"/>
                      </a:lnTo>
                      <a:lnTo>
                        <a:pt x="373102" y="531586"/>
                      </a:lnTo>
                      <a:lnTo>
                        <a:pt x="373507" y="530867"/>
                      </a:lnTo>
                      <a:lnTo>
                        <a:pt x="373889" y="530147"/>
                      </a:lnTo>
                      <a:lnTo>
                        <a:pt x="374294" y="529450"/>
                      </a:lnTo>
                      <a:lnTo>
                        <a:pt x="374676" y="528730"/>
                      </a:lnTo>
                      <a:lnTo>
                        <a:pt x="375081" y="528010"/>
                      </a:lnTo>
                      <a:lnTo>
                        <a:pt x="375463" y="527313"/>
                      </a:lnTo>
                      <a:lnTo>
                        <a:pt x="375868" y="526594"/>
                      </a:lnTo>
                      <a:lnTo>
                        <a:pt x="376250" y="525896"/>
                      </a:lnTo>
                      <a:lnTo>
                        <a:pt x="376656" y="525199"/>
                      </a:lnTo>
                      <a:lnTo>
                        <a:pt x="377060" y="524479"/>
                      </a:lnTo>
                      <a:lnTo>
                        <a:pt x="377442" y="523782"/>
                      </a:lnTo>
                      <a:lnTo>
                        <a:pt x="377847" y="523085"/>
                      </a:lnTo>
                      <a:lnTo>
                        <a:pt x="378230" y="522388"/>
                      </a:lnTo>
                      <a:lnTo>
                        <a:pt x="378634" y="521691"/>
                      </a:lnTo>
                      <a:lnTo>
                        <a:pt x="379016" y="521016"/>
                      </a:lnTo>
                      <a:lnTo>
                        <a:pt x="379422" y="520319"/>
                      </a:lnTo>
                      <a:lnTo>
                        <a:pt x="379804" y="519622"/>
                      </a:lnTo>
                      <a:lnTo>
                        <a:pt x="380208" y="518947"/>
                      </a:lnTo>
                      <a:lnTo>
                        <a:pt x="380614" y="518272"/>
                      </a:lnTo>
                      <a:lnTo>
                        <a:pt x="380996" y="517575"/>
                      </a:lnTo>
                      <a:lnTo>
                        <a:pt x="381401" y="516900"/>
                      </a:lnTo>
                      <a:lnTo>
                        <a:pt x="381783" y="516226"/>
                      </a:lnTo>
                      <a:lnTo>
                        <a:pt x="382188" y="515551"/>
                      </a:lnTo>
                      <a:lnTo>
                        <a:pt x="382570" y="514854"/>
                      </a:lnTo>
                      <a:lnTo>
                        <a:pt x="382975" y="514179"/>
                      </a:lnTo>
                      <a:lnTo>
                        <a:pt x="383357" y="513505"/>
                      </a:lnTo>
                      <a:lnTo>
                        <a:pt x="383762" y="512830"/>
                      </a:lnTo>
                      <a:lnTo>
                        <a:pt x="384167" y="512178"/>
                      </a:lnTo>
                      <a:lnTo>
                        <a:pt x="384549" y="511503"/>
                      </a:lnTo>
                      <a:lnTo>
                        <a:pt x="384954" y="510828"/>
                      </a:lnTo>
                      <a:lnTo>
                        <a:pt x="385336" y="510154"/>
                      </a:lnTo>
                      <a:lnTo>
                        <a:pt x="385741" y="509501"/>
                      </a:lnTo>
                      <a:lnTo>
                        <a:pt x="386124" y="508827"/>
                      </a:lnTo>
                      <a:lnTo>
                        <a:pt x="386528" y="508152"/>
                      </a:lnTo>
                      <a:lnTo>
                        <a:pt x="386933" y="507500"/>
                      </a:lnTo>
                      <a:lnTo>
                        <a:pt x="387316" y="506825"/>
                      </a:lnTo>
                      <a:lnTo>
                        <a:pt x="387720" y="506150"/>
                      </a:lnTo>
                      <a:lnTo>
                        <a:pt x="388102" y="505498"/>
                      </a:lnTo>
                      <a:lnTo>
                        <a:pt x="388508" y="504824"/>
                      </a:lnTo>
                      <a:lnTo>
                        <a:pt x="388890" y="504149"/>
                      </a:lnTo>
                      <a:lnTo>
                        <a:pt x="389294" y="503497"/>
                      </a:lnTo>
                      <a:lnTo>
                        <a:pt x="389677" y="502822"/>
                      </a:lnTo>
                      <a:lnTo>
                        <a:pt x="390082" y="502170"/>
                      </a:lnTo>
                      <a:lnTo>
                        <a:pt x="390486" y="501518"/>
                      </a:lnTo>
                      <a:lnTo>
                        <a:pt x="390869" y="500843"/>
                      </a:lnTo>
                      <a:lnTo>
                        <a:pt x="391274" y="500191"/>
                      </a:lnTo>
                      <a:lnTo>
                        <a:pt x="391656" y="499539"/>
                      </a:lnTo>
                      <a:lnTo>
                        <a:pt x="392061" y="498864"/>
                      </a:lnTo>
                      <a:lnTo>
                        <a:pt x="392443" y="498212"/>
                      </a:lnTo>
                      <a:lnTo>
                        <a:pt x="392848" y="497560"/>
                      </a:lnTo>
                      <a:lnTo>
                        <a:pt x="393230" y="496907"/>
                      </a:lnTo>
                      <a:lnTo>
                        <a:pt x="393635" y="496255"/>
                      </a:lnTo>
                      <a:lnTo>
                        <a:pt x="394040" y="495603"/>
                      </a:lnTo>
                      <a:lnTo>
                        <a:pt x="394422" y="494951"/>
                      </a:lnTo>
                      <a:lnTo>
                        <a:pt x="394827" y="494276"/>
                      </a:lnTo>
                      <a:lnTo>
                        <a:pt x="395209" y="493624"/>
                      </a:lnTo>
                      <a:lnTo>
                        <a:pt x="395614" y="492972"/>
                      </a:lnTo>
                      <a:lnTo>
                        <a:pt x="395996" y="492319"/>
                      </a:lnTo>
                      <a:lnTo>
                        <a:pt x="396401" y="491667"/>
                      </a:lnTo>
                      <a:lnTo>
                        <a:pt x="396784" y="491015"/>
                      </a:lnTo>
                      <a:lnTo>
                        <a:pt x="397188" y="490363"/>
                      </a:lnTo>
                      <a:lnTo>
                        <a:pt x="397593" y="489711"/>
                      </a:lnTo>
                      <a:lnTo>
                        <a:pt x="397976" y="489058"/>
                      </a:lnTo>
                      <a:lnTo>
                        <a:pt x="398380" y="488406"/>
                      </a:lnTo>
                      <a:lnTo>
                        <a:pt x="398762" y="487754"/>
                      </a:lnTo>
                      <a:lnTo>
                        <a:pt x="399168" y="487102"/>
                      </a:lnTo>
                      <a:lnTo>
                        <a:pt x="399550" y="486450"/>
                      </a:lnTo>
                      <a:lnTo>
                        <a:pt x="399954" y="485797"/>
                      </a:lnTo>
                      <a:lnTo>
                        <a:pt x="400359" y="485145"/>
                      </a:lnTo>
                      <a:lnTo>
                        <a:pt x="400742" y="484493"/>
                      </a:lnTo>
                      <a:lnTo>
                        <a:pt x="401146" y="483841"/>
                      </a:lnTo>
                      <a:lnTo>
                        <a:pt x="401529" y="483211"/>
                      </a:lnTo>
                      <a:lnTo>
                        <a:pt x="401934" y="482559"/>
                      </a:lnTo>
                      <a:lnTo>
                        <a:pt x="402316" y="481929"/>
                      </a:lnTo>
                      <a:lnTo>
                        <a:pt x="402721" y="481277"/>
                      </a:lnTo>
                      <a:lnTo>
                        <a:pt x="403103" y="480647"/>
                      </a:lnTo>
                      <a:lnTo>
                        <a:pt x="403485" y="479995"/>
                      </a:lnTo>
                      <a:lnTo>
                        <a:pt x="403913" y="479365"/>
                      </a:lnTo>
                      <a:lnTo>
                        <a:pt x="404295" y="478736"/>
                      </a:lnTo>
                      <a:lnTo>
                        <a:pt x="404677" y="478106"/>
                      </a:lnTo>
                      <a:lnTo>
                        <a:pt x="405060" y="477476"/>
                      </a:lnTo>
                      <a:lnTo>
                        <a:pt x="405464" y="476847"/>
                      </a:lnTo>
                      <a:lnTo>
                        <a:pt x="405847" y="476217"/>
                      </a:lnTo>
                      <a:lnTo>
                        <a:pt x="406252" y="475587"/>
                      </a:lnTo>
                      <a:lnTo>
                        <a:pt x="406634" y="474957"/>
                      </a:lnTo>
                      <a:lnTo>
                        <a:pt x="407039" y="474328"/>
                      </a:lnTo>
                      <a:lnTo>
                        <a:pt x="407444" y="473698"/>
                      </a:lnTo>
                      <a:lnTo>
                        <a:pt x="407826" y="473068"/>
                      </a:lnTo>
                      <a:lnTo>
                        <a:pt x="408230" y="472439"/>
                      </a:lnTo>
                      <a:lnTo>
                        <a:pt x="408613" y="471831"/>
                      </a:lnTo>
                      <a:lnTo>
                        <a:pt x="409018" y="471202"/>
                      </a:lnTo>
                      <a:lnTo>
                        <a:pt x="409400" y="470572"/>
                      </a:lnTo>
                      <a:lnTo>
                        <a:pt x="409805" y="469942"/>
                      </a:lnTo>
                      <a:lnTo>
                        <a:pt x="410187" y="469335"/>
                      </a:lnTo>
                      <a:lnTo>
                        <a:pt x="410592" y="468705"/>
                      </a:lnTo>
                      <a:lnTo>
                        <a:pt x="410997" y="468076"/>
                      </a:lnTo>
                      <a:lnTo>
                        <a:pt x="411379" y="467446"/>
                      </a:lnTo>
                      <a:lnTo>
                        <a:pt x="411784" y="466839"/>
                      </a:lnTo>
                      <a:lnTo>
                        <a:pt x="412166" y="466209"/>
                      </a:lnTo>
                      <a:lnTo>
                        <a:pt x="412571" y="465579"/>
                      </a:lnTo>
                      <a:lnTo>
                        <a:pt x="412953" y="464950"/>
                      </a:lnTo>
                      <a:lnTo>
                        <a:pt x="413358" y="464320"/>
                      </a:lnTo>
                      <a:lnTo>
                        <a:pt x="413741" y="463690"/>
                      </a:lnTo>
                      <a:lnTo>
                        <a:pt x="414145" y="463083"/>
                      </a:lnTo>
                      <a:lnTo>
                        <a:pt x="414550" y="462453"/>
                      </a:lnTo>
                      <a:lnTo>
                        <a:pt x="414933" y="461824"/>
                      </a:lnTo>
                      <a:lnTo>
                        <a:pt x="415337" y="461194"/>
                      </a:lnTo>
                      <a:lnTo>
                        <a:pt x="415720" y="460542"/>
                      </a:lnTo>
                      <a:lnTo>
                        <a:pt x="416124" y="459912"/>
                      </a:lnTo>
                      <a:lnTo>
                        <a:pt x="416507" y="459282"/>
                      </a:lnTo>
                      <a:lnTo>
                        <a:pt x="416912" y="458652"/>
                      </a:lnTo>
                      <a:lnTo>
                        <a:pt x="417316" y="458000"/>
                      </a:lnTo>
                      <a:lnTo>
                        <a:pt x="417699" y="457393"/>
                      </a:lnTo>
                      <a:lnTo>
                        <a:pt x="418104" y="456741"/>
                      </a:lnTo>
                      <a:lnTo>
                        <a:pt x="418486" y="456111"/>
                      </a:lnTo>
                      <a:lnTo>
                        <a:pt x="418890" y="455459"/>
                      </a:lnTo>
                      <a:lnTo>
                        <a:pt x="419273" y="454807"/>
                      </a:lnTo>
                      <a:lnTo>
                        <a:pt x="419678" y="454155"/>
                      </a:lnTo>
                      <a:lnTo>
                        <a:pt x="420060" y="453525"/>
                      </a:lnTo>
                      <a:lnTo>
                        <a:pt x="420465" y="452873"/>
                      </a:lnTo>
                      <a:lnTo>
                        <a:pt x="420870" y="452221"/>
                      </a:lnTo>
                      <a:lnTo>
                        <a:pt x="421252" y="451591"/>
                      </a:lnTo>
                      <a:lnTo>
                        <a:pt x="421657" y="450939"/>
                      </a:lnTo>
                      <a:lnTo>
                        <a:pt x="422039" y="450286"/>
                      </a:lnTo>
                      <a:lnTo>
                        <a:pt x="422444" y="449657"/>
                      </a:lnTo>
                      <a:lnTo>
                        <a:pt x="422826" y="449004"/>
                      </a:lnTo>
                      <a:lnTo>
                        <a:pt x="423231" y="448375"/>
                      </a:lnTo>
                      <a:lnTo>
                        <a:pt x="423613" y="447723"/>
                      </a:lnTo>
                      <a:lnTo>
                        <a:pt x="424018" y="447093"/>
                      </a:lnTo>
                      <a:lnTo>
                        <a:pt x="424423" y="446463"/>
                      </a:lnTo>
                      <a:lnTo>
                        <a:pt x="424806" y="445833"/>
                      </a:lnTo>
                      <a:lnTo>
                        <a:pt x="425210" y="445181"/>
                      </a:lnTo>
                      <a:lnTo>
                        <a:pt x="425593" y="444552"/>
                      </a:lnTo>
                      <a:lnTo>
                        <a:pt x="425998" y="443922"/>
                      </a:lnTo>
                      <a:lnTo>
                        <a:pt x="426380" y="443292"/>
                      </a:lnTo>
                      <a:lnTo>
                        <a:pt x="426784" y="442662"/>
                      </a:lnTo>
                      <a:lnTo>
                        <a:pt x="427167" y="442033"/>
                      </a:lnTo>
                      <a:lnTo>
                        <a:pt x="427572" y="441403"/>
                      </a:lnTo>
                      <a:lnTo>
                        <a:pt x="427976" y="440773"/>
                      </a:lnTo>
                      <a:lnTo>
                        <a:pt x="428359" y="440144"/>
                      </a:lnTo>
                      <a:lnTo>
                        <a:pt x="428764" y="439536"/>
                      </a:lnTo>
                      <a:lnTo>
                        <a:pt x="429146" y="438907"/>
                      </a:lnTo>
                      <a:lnTo>
                        <a:pt x="429551" y="438277"/>
                      </a:lnTo>
                      <a:lnTo>
                        <a:pt x="429933" y="437647"/>
                      </a:lnTo>
                      <a:lnTo>
                        <a:pt x="430338" y="437040"/>
                      </a:lnTo>
                      <a:lnTo>
                        <a:pt x="430720" y="436410"/>
                      </a:lnTo>
                      <a:lnTo>
                        <a:pt x="431125" y="435803"/>
                      </a:lnTo>
                      <a:lnTo>
                        <a:pt x="431530" y="435196"/>
                      </a:lnTo>
                      <a:lnTo>
                        <a:pt x="431912" y="434566"/>
                      </a:lnTo>
                      <a:lnTo>
                        <a:pt x="432317" y="433959"/>
                      </a:lnTo>
                      <a:lnTo>
                        <a:pt x="432699" y="433352"/>
                      </a:lnTo>
                      <a:lnTo>
                        <a:pt x="433104" y="432722"/>
                      </a:lnTo>
                      <a:lnTo>
                        <a:pt x="433487" y="432115"/>
                      </a:lnTo>
                      <a:lnTo>
                        <a:pt x="433891" y="431508"/>
                      </a:lnTo>
                      <a:lnTo>
                        <a:pt x="434296" y="430900"/>
                      </a:lnTo>
                      <a:lnTo>
                        <a:pt x="434678" y="430293"/>
                      </a:lnTo>
                      <a:lnTo>
                        <a:pt x="435083" y="429686"/>
                      </a:lnTo>
                      <a:lnTo>
                        <a:pt x="435466" y="429079"/>
                      </a:lnTo>
                      <a:lnTo>
                        <a:pt x="435870" y="428472"/>
                      </a:lnTo>
                      <a:lnTo>
                        <a:pt x="436253" y="427864"/>
                      </a:lnTo>
                      <a:lnTo>
                        <a:pt x="436658" y="427257"/>
                      </a:lnTo>
                      <a:lnTo>
                        <a:pt x="437040" y="426650"/>
                      </a:lnTo>
                      <a:lnTo>
                        <a:pt x="437444" y="426043"/>
                      </a:lnTo>
                      <a:lnTo>
                        <a:pt x="437850" y="425458"/>
                      </a:lnTo>
                      <a:lnTo>
                        <a:pt x="438232" y="424851"/>
                      </a:lnTo>
                      <a:lnTo>
                        <a:pt x="438636" y="424266"/>
                      </a:lnTo>
                      <a:lnTo>
                        <a:pt x="439019" y="423659"/>
                      </a:lnTo>
                      <a:lnTo>
                        <a:pt x="439424" y="423074"/>
                      </a:lnTo>
                      <a:lnTo>
                        <a:pt x="439806" y="422467"/>
                      </a:lnTo>
                      <a:lnTo>
                        <a:pt x="440211" y="421882"/>
                      </a:lnTo>
                      <a:lnTo>
                        <a:pt x="440593" y="421297"/>
                      </a:lnTo>
                      <a:lnTo>
                        <a:pt x="440998" y="420690"/>
                      </a:lnTo>
                      <a:lnTo>
                        <a:pt x="441403" y="420105"/>
                      </a:lnTo>
                      <a:lnTo>
                        <a:pt x="441785" y="419521"/>
                      </a:lnTo>
                      <a:lnTo>
                        <a:pt x="442190" y="418936"/>
                      </a:lnTo>
                      <a:lnTo>
                        <a:pt x="442572" y="418351"/>
                      </a:lnTo>
                      <a:lnTo>
                        <a:pt x="442977" y="417766"/>
                      </a:lnTo>
                      <a:lnTo>
                        <a:pt x="443359" y="417204"/>
                      </a:lnTo>
                      <a:lnTo>
                        <a:pt x="443764" y="416619"/>
                      </a:lnTo>
                      <a:lnTo>
                        <a:pt x="444147" y="416057"/>
                      </a:lnTo>
                      <a:lnTo>
                        <a:pt x="444551" y="415473"/>
                      </a:lnTo>
                      <a:lnTo>
                        <a:pt x="444956" y="414910"/>
                      </a:lnTo>
                      <a:lnTo>
                        <a:pt x="445338" y="414348"/>
                      </a:lnTo>
                      <a:lnTo>
                        <a:pt x="445743" y="413786"/>
                      </a:lnTo>
                      <a:lnTo>
                        <a:pt x="446126" y="413224"/>
                      </a:lnTo>
                      <a:lnTo>
                        <a:pt x="446530" y="412684"/>
                      </a:lnTo>
                      <a:lnTo>
                        <a:pt x="446913" y="412122"/>
                      </a:lnTo>
                      <a:lnTo>
                        <a:pt x="447318" y="411559"/>
                      </a:lnTo>
                      <a:lnTo>
                        <a:pt x="447722" y="411020"/>
                      </a:lnTo>
                      <a:lnTo>
                        <a:pt x="448105" y="410480"/>
                      </a:lnTo>
                      <a:lnTo>
                        <a:pt x="448510" y="409940"/>
                      </a:lnTo>
                      <a:lnTo>
                        <a:pt x="448892" y="409400"/>
                      </a:lnTo>
                      <a:lnTo>
                        <a:pt x="449296" y="408838"/>
                      </a:lnTo>
                      <a:lnTo>
                        <a:pt x="449679" y="408298"/>
                      </a:lnTo>
                      <a:lnTo>
                        <a:pt x="450084" y="407759"/>
                      </a:lnTo>
                      <a:lnTo>
                        <a:pt x="450466" y="407241"/>
                      </a:lnTo>
                      <a:lnTo>
                        <a:pt x="450871" y="406702"/>
                      </a:lnTo>
                      <a:lnTo>
                        <a:pt x="451276" y="406162"/>
                      </a:lnTo>
                      <a:lnTo>
                        <a:pt x="451658" y="405645"/>
                      </a:lnTo>
                      <a:lnTo>
                        <a:pt x="452063" y="405105"/>
                      </a:lnTo>
                      <a:lnTo>
                        <a:pt x="452445" y="404588"/>
                      </a:lnTo>
                      <a:lnTo>
                        <a:pt x="452850" y="404048"/>
                      </a:lnTo>
                      <a:lnTo>
                        <a:pt x="453232" y="403531"/>
                      </a:lnTo>
                      <a:lnTo>
                        <a:pt x="453637" y="402991"/>
                      </a:lnTo>
                      <a:lnTo>
                        <a:pt x="454019" y="402473"/>
                      </a:lnTo>
                      <a:lnTo>
                        <a:pt x="454424" y="401956"/>
                      </a:lnTo>
                      <a:lnTo>
                        <a:pt x="454829" y="401417"/>
                      </a:lnTo>
                      <a:lnTo>
                        <a:pt x="455211" y="400899"/>
                      </a:lnTo>
                      <a:lnTo>
                        <a:pt x="455616" y="400382"/>
                      </a:lnTo>
                      <a:lnTo>
                        <a:pt x="455998" y="399865"/>
                      </a:lnTo>
                      <a:lnTo>
                        <a:pt x="456403" y="399347"/>
                      </a:lnTo>
                      <a:lnTo>
                        <a:pt x="456786" y="398830"/>
                      </a:lnTo>
                      <a:lnTo>
                        <a:pt x="457190" y="398313"/>
                      </a:lnTo>
                      <a:lnTo>
                        <a:pt x="457573" y="397796"/>
                      </a:lnTo>
                      <a:lnTo>
                        <a:pt x="457978" y="397301"/>
                      </a:lnTo>
                      <a:lnTo>
                        <a:pt x="458382" y="396784"/>
                      </a:lnTo>
                      <a:lnTo>
                        <a:pt x="458765" y="396266"/>
                      </a:lnTo>
                      <a:lnTo>
                        <a:pt x="459170" y="395772"/>
                      </a:lnTo>
                      <a:lnTo>
                        <a:pt x="459552" y="395277"/>
                      </a:lnTo>
                      <a:lnTo>
                        <a:pt x="459956" y="394760"/>
                      </a:lnTo>
                      <a:lnTo>
                        <a:pt x="460339" y="394265"/>
                      </a:lnTo>
                      <a:lnTo>
                        <a:pt x="460744" y="393770"/>
                      </a:lnTo>
                      <a:lnTo>
                        <a:pt x="461126" y="393275"/>
                      </a:lnTo>
                      <a:lnTo>
                        <a:pt x="461531" y="392780"/>
                      </a:lnTo>
                      <a:lnTo>
                        <a:pt x="461936" y="392286"/>
                      </a:lnTo>
                      <a:lnTo>
                        <a:pt x="462318" y="391791"/>
                      </a:lnTo>
                      <a:lnTo>
                        <a:pt x="462723" y="391296"/>
                      </a:lnTo>
                      <a:lnTo>
                        <a:pt x="463105" y="390801"/>
                      </a:lnTo>
                      <a:lnTo>
                        <a:pt x="463510" y="390329"/>
                      </a:lnTo>
                      <a:lnTo>
                        <a:pt x="463892" y="389834"/>
                      </a:lnTo>
                      <a:lnTo>
                        <a:pt x="464297" y="389362"/>
                      </a:lnTo>
                      <a:lnTo>
                        <a:pt x="464702" y="388867"/>
                      </a:lnTo>
                      <a:lnTo>
                        <a:pt x="465084" y="388373"/>
                      </a:lnTo>
                      <a:lnTo>
                        <a:pt x="465489" y="387900"/>
                      </a:lnTo>
                      <a:lnTo>
                        <a:pt x="465872" y="387406"/>
                      </a:lnTo>
                      <a:lnTo>
                        <a:pt x="466276" y="386933"/>
                      </a:lnTo>
                      <a:lnTo>
                        <a:pt x="466659" y="386438"/>
                      </a:lnTo>
                      <a:lnTo>
                        <a:pt x="467064" y="385944"/>
                      </a:lnTo>
                      <a:lnTo>
                        <a:pt x="467446" y="385471"/>
                      </a:lnTo>
                      <a:lnTo>
                        <a:pt x="467850" y="384977"/>
                      </a:lnTo>
                      <a:lnTo>
                        <a:pt x="468256" y="384504"/>
                      </a:lnTo>
                      <a:lnTo>
                        <a:pt x="468638" y="384032"/>
                      </a:lnTo>
                      <a:lnTo>
                        <a:pt x="469042" y="383537"/>
                      </a:lnTo>
                      <a:lnTo>
                        <a:pt x="469425" y="383065"/>
                      </a:lnTo>
                      <a:lnTo>
                        <a:pt x="469830" y="382593"/>
                      </a:lnTo>
                      <a:lnTo>
                        <a:pt x="470212" y="382098"/>
                      </a:lnTo>
                      <a:lnTo>
                        <a:pt x="470617" y="381626"/>
                      </a:lnTo>
                      <a:lnTo>
                        <a:pt x="470999" y="381153"/>
                      </a:lnTo>
                      <a:lnTo>
                        <a:pt x="471404" y="380681"/>
                      </a:lnTo>
                      <a:lnTo>
                        <a:pt x="471809" y="380209"/>
                      </a:lnTo>
                      <a:lnTo>
                        <a:pt x="472191" y="379737"/>
                      </a:lnTo>
                      <a:lnTo>
                        <a:pt x="472596" y="379264"/>
                      </a:lnTo>
                      <a:lnTo>
                        <a:pt x="472978" y="378814"/>
                      </a:lnTo>
                      <a:lnTo>
                        <a:pt x="473383" y="378342"/>
                      </a:lnTo>
                      <a:lnTo>
                        <a:pt x="473765" y="377892"/>
                      </a:lnTo>
                      <a:lnTo>
                        <a:pt x="474170" y="377420"/>
                      </a:lnTo>
                      <a:lnTo>
                        <a:pt x="474552" y="376970"/>
                      </a:lnTo>
                      <a:lnTo>
                        <a:pt x="474957" y="376521"/>
                      </a:lnTo>
                      <a:lnTo>
                        <a:pt x="475362" y="376048"/>
                      </a:lnTo>
                      <a:lnTo>
                        <a:pt x="475744" y="375598"/>
                      </a:lnTo>
                      <a:lnTo>
                        <a:pt x="476149" y="375149"/>
                      </a:lnTo>
                      <a:lnTo>
                        <a:pt x="476532" y="374699"/>
                      </a:lnTo>
                      <a:lnTo>
                        <a:pt x="476936" y="374227"/>
                      </a:lnTo>
                      <a:lnTo>
                        <a:pt x="477319" y="373777"/>
                      </a:lnTo>
                      <a:lnTo>
                        <a:pt x="477724" y="373327"/>
                      </a:lnTo>
                      <a:lnTo>
                        <a:pt x="478128" y="372877"/>
                      </a:lnTo>
                      <a:lnTo>
                        <a:pt x="478510" y="372427"/>
                      </a:lnTo>
                      <a:lnTo>
                        <a:pt x="478916" y="371978"/>
                      </a:lnTo>
                      <a:lnTo>
                        <a:pt x="479298" y="371528"/>
                      </a:lnTo>
                      <a:lnTo>
                        <a:pt x="479702" y="371101"/>
                      </a:lnTo>
                      <a:lnTo>
                        <a:pt x="480085" y="370651"/>
                      </a:lnTo>
                      <a:lnTo>
                        <a:pt x="480490" y="370201"/>
                      </a:lnTo>
                      <a:lnTo>
                        <a:pt x="480872" y="369751"/>
                      </a:lnTo>
                      <a:lnTo>
                        <a:pt x="481277" y="369324"/>
                      </a:lnTo>
                      <a:lnTo>
                        <a:pt x="481682" y="368874"/>
                      </a:lnTo>
                      <a:lnTo>
                        <a:pt x="482064" y="368447"/>
                      </a:lnTo>
                      <a:lnTo>
                        <a:pt x="482469" y="367997"/>
                      </a:lnTo>
                      <a:lnTo>
                        <a:pt x="482851" y="367570"/>
                      </a:lnTo>
                      <a:lnTo>
                        <a:pt x="483256" y="367120"/>
                      </a:lnTo>
                      <a:lnTo>
                        <a:pt x="483638" y="366693"/>
                      </a:lnTo>
                      <a:lnTo>
                        <a:pt x="484043" y="366265"/>
                      </a:lnTo>
                      <a:lnTo>
                        <a:pt x="484425" y="365816"/>
                      </a:lnTo>
                      <a:lnTo>
                        <a:pt x="484830" y="365411"/>
                      </a:lnTo>
                      <a:lnTo>
                        <a:pt x="485235" y="364983"/>
                      </a:lnTo>
                      <a:lnTo>
                        <a:pt x="485617" y="364556"/>
                      </a:lnTo>
                      <a:lnTo>
                        <a:pt x="486022" y="364129"/>
                      </a:lnTo>
                      <a:lnTo>
                        <a:pt x="486404" y="363724"/>
                      </a:lnTo>
                      <a:lnTo>
                        <a:pt x="486809" y="363297"/>
                      </a:lnTo>
                      <a:lnTo>
                        <a:pt x="487192" y="362892"/>
                      </a:lnTo>
                      <a:lnTo>
                        <a:pt x="487596" y="362465"/>
                      </a:lnTo>
                      <a:lnTo>
                        <a:pt x="487979" y="362060"/>
                      </a:lnTo>
                      <a:lnTo>
                        <a:pt x="488384" y="361655"/>
                      </a:lnTo>
                      <a:lnTo>
                        <a:pt x="488788" y="361250"/>
                      </a:lnTo>
                      <a:lnTo>
                        <a:pt x="489170" y="360823"/>
                      </a:lnTo>
                      <a:lnTo>
                        <a:pt x="489576" y="360418"/>
                      </a:lnTo>
                      <a:lnTo>
                        <a:pt x="489958" y="360013"/>
                      </a:lnTo>
                      <a:lnTo>
                        <a:pt x="490362" y="359608"/>
                      </a:lnTo>
                      <a:lnTo>
                        <a:pt x="490745" y="359181"/>
                      </a:lnTo>
                      <a:lnTo>
                        <a:pt x="491150" y="358776"/>
                      </a:lnTo>
                      <a:lnTo>
                        <a:pt x="491532" y="358371"/>
                      </a:lnTo>
                      <a:lnTo>
                        <a:pt x="491937" y="357944"/>
                      </a:lnTo>
                      <a:lnTo>
                        <a:pt x="492342" y="357539"/>
                      </a:lnTo>
                      <a:lnTo>
                        <a:pt x="492724" y="357135"/>
                      </a:lnTo>
                      <a:lnTo>
                        <a:pt x="493129" y="356730"/>
                      </a:lnTo>
                      <a:lnTo>
                        <a:pt x="493511" y="356302"/>
                      </a:lnTo>
                      <a:lnTo>
                        <a:pt x="493916" y="355898"/>
                      </a:lnTo>
                      <a:lnTo>
                        <a:pt x="494298" y="355493"/>
                      </a:lnTo>
                      <a:lnTo>
                        <a:pt x="494703" y="355065"/>
                      </a:lnTo>
                      <a:lnTo>
                        <a:pt x="495108" y="354661"/>
                      </a:lnTo>
                      <a:lnTo>
                        <a:pt x="495490" y="354256"/>
                      </a:lnTo>
                      <a:lnTo>
                        <a:pt x="495895" y="353851"/>
                      </a:lnTo>
                      <a:lnTo>
                        <a:pt x="496277" y="353424"/>
                      </a:lnTo>
                      <a:lnTo>
                        <a:pt x="496682" y="353019"/>
                      </a:lnTo>
                      <a:lnTo>
                        <a:pt x="497064" y="352614"/>
                      </a:lnTo>
                      <a:lnTo>
                        <a:pt x="497469" y="352209"/>
                      </a:lnTo>
                      <a:lnTo>
                        <a:pt x="497852" y="351782"/>
                      </a:lnTo>
                      <a:lnTo>
                        <a:pt x="498256" y="351377"/>
                      </a:lnTo>
                      <a:lnTo>
                        <a:pt x="498662" y="350972"/>
                      </a:lnTo>
                      <a:lnTo>
                        <a:pt x="499044" y="350545"/>
                      </a:lnTo>
                      <a:lnTo>
                        <a:pt x="499448" y="350140"/>
                      </a:lnTo>
                      <a:lnTo>
                        <a:pt x="499831" y="349713"/>
                      </a:lnTo>
                      <a:lnTo>
                        <a:pt x="500236" y="349286"/>
                      </a:lnTo>
                      <a:lnTo>
                        <a:pt x="500618" y="348858"/>
                      </a:lnTo>
                      <a:lnTo>
                        <a:pt x="501022" y="348454"/>
                      </a:lnTo>
                      <a:lnTo>
                        <a:pt x="501405" y="348026"/>
                      </a:lnTo>
                      <a:lnTo>
                        <a:pt x="501810" y="347599"/>
                      </a:lnTo>
                      <a:lnTo>
                        <a:pt x="502214" y="347172"/>
                      </a:lnTo>
                      <a:lnTo>
                        <a:pt x="502597" y="346744"/>
                      </a:lnTo>
                      <a:lnTo>
                        <a:pt x="503002" y="346317"/>
                      </a:lnTo>
                      <a:lnTo>
                        <a:pt x="503384" y="345890"/>
                      </a:lnTo>
                      <a:lnTo>
                        <a:pt x="503789" y="345462"/>
                      </a:lnTo>
                      <a:lnTo>
                        <a:pt x="504171" y="345035"/>
                      </a:lnTo>
                      <a:lnTo>
                        <a:pt x="504576" y="344608"/>
                      </a:lnTo>
                      <a:lnTo>
                        <a:pt x="504958" y="344181"/>
                      </a:lnTo>
                      <a:lnTo>
                        <a:pt x="505363" y="343776"/>
                      </a:lnTo>
                      <a:lnTo>
                        <a:pt x="505768" y="343348"/>
                      </a:lnTo>
                      <a:lnTo>
                        <a:pt x="506150" y="342921"/>
                      </a:lnTo>
                      <a:lnTo>
                        <a:pt x="506555" y="342494"/>
                      </a:lnTo>
                      <a:lnTo>
                        <a:pt x="506938" y="342067"/>
                      </a:lnTo>
                      <a:lnTo>
                        <a:pt x="507342" y="341639"/>
                      </a:lnTo>
                      <a:lnTo>
                        <a:pt x="507724" y="341212"/>
                      </a:lnTo>
                      <a:lnTo>
                        <a:pt x="508130" y="340807"/>
                      </a:lnTo>
                      <a:lnTo>
                        <a:pt x="508534" y="340380"/>
                      </a:lnTo>
                      <a:lnTo>
                        <a:pt x="508916" y="339952"/>
                      </a:lnTo>
                      <a:lnTo>
                        <a:pt x="509322" y="339525"/>
                      </a:lnTo>
                      <a:lnTo>
                        <a:pt x="509704" y="339098"/>
                      </a:lnTo>
                      <a:lnTo>
                        <a:pt x="510108" y="338671"/>
                      </a:lnTo>
                      <a:lnTo>
                        <a:pt x="510491" y="338266"/>
                      </a:lnTo>
                      <a:lnTo>
                        <a:pt x="510896" y="337861"/>
                      </a:lnTo>
                      <a:lnTo>
                        <a:pt x="511278" y="337434"/>
                      </a:lnTo>
                      <a:lnTo>
                        <a:pt x="511683" y="337006"/>
                      </a:lnTo>
                      <a:lnTo>
                        <a:pt x="512088" y="336579"/>
                      </a:lnTo>
                      <a:lnTo>
                        <a:pt x="512470" y="336152"/>
                      </a:lnTo>
                      <a:lnTo>
                        <a:pt x="512875" y="335724"/>
                      </a:lnTo>
                      <a:lnTo>
                        <a:pt x="513257" y="335297"/>
                      </a:lnTo>
                      <a:lnTo>
                        <a:pt x="513662" y="334870"/>
                      </a:lnTo>
                      <a:lnTo>
                        <a:pt x="514044" y="334465"/>
                      </a:lnTo>
                      <a:lnTo>
                        <a:pt x="514449" y="334038"/>
                      </a:lnTo>
                      <a:lnTo>
                        <a:pt x="514831" y="333610"/>
                      </a:lnTo>
                      <a:lnTo>
                        <a:pt x="515236" y="333183"/>
                      </a:lnTo>
                      <a:lnTo>
                        <a:pt x="515641" y="332756"/>
                      </a:lnTo>
                      <a:lnTo>
                        <a:pt x="516023" y="332329"/>
                      </a:lnTo>
                      <a:lnTo>
                        <a:pt x="516428" y="331901"/>
                      </a:lnTo>
                      <a:lnTo>
                        <a:pt x="516810" y="331496"/>
                      </a:lnTo>
                      <a:lnTo>
                        <a:pt x="517215" y="331069"/>
                      </a:lnTo>
                      <a:lnTo>
                        <a:pt x="517598" y="330642"/>
                      </a:lnTo>
                      <a:lnTo>
                        <a:pt x="518002" y="330237"/>
                      </a:lnTo>
                      <a:lnTo>
                        <a:pt x="518385" y="329810"/>
                      </a:lnTo>
                      <a:lnTo>
                        <a:pt x="518790" y="329405"/>
                      </a:lnTo>
                      <a:lnTo>
                        <a:pt x="519194" y="329000"/>
                      </a:lnTo>
                      <a:lnTo>
                        <a:pt x="519576" y="328573"/>
                      </a:lnTo>
                      <a:lnTo>
                        <a:pt x="519982" y="328168"/>
                      </a:lnTo>
                      <a:lnTo>
                        <a:pt x="520364" y="327763"/>
                      </a:lnTo>
                      <a:lnTo>
                        <a:pt x="520768" y="327358"/>
                      </a:lnTo>
                      <a:lnTo>
                        <a:pt x="521151" y="326931"/>
                      </a:lnTo>
                      <a:lnTo>
                        <a:pt x="521556" y="326526"/>
                      </a:lnTo>
                      <a:lnTo>
                        <a:pt x="521938" y="326121"/>
                      </a:lnTo>
                      <a:lnTo>
                        <a:pt x="522343" y="325717"/>
                      </a:lnTo>
                      <a:lnTo>
                        <a:pt x="522748" y="325312"/>
                      </a:lnTo>
                      <a:lnTo>
                        <a:pt x="523107" y="324907"/>
                      </a:lnTo>
                      <a:lnTo>
                        <a:pt x="523535" y="324502"/>
                      </a:lnTo>
                      <a:lnTo>
                        <a:pt x="523895" y="324097"/>
                      </a:lnTo>
                      <a:lnTo>
                        <a:pt x="524299" y="323693"/>
                      </a:lnTo>
                      <a:lnTo>
                        <a:pt x="524682" y="323288"/>
                      </a:lnTo>
                      <a:lnTo>
                        <a:pt x="525087" y="322883"/>
                      </a:lnTo>
                      <a:lnTo>
                        <a:pt x="525491" y="322501"/>
                      </a:lnTo>
                      <a:lnTo>
                        <a:pt x="525874" y="322096"/>
                      </a:lnTo>
                      <a:lnTo>
                        <a:pt x="526278" y="321691"/>
                      </a:lnTo>
                      <a:lnTo>
                        <a:pt x="526661" y="321286"/>
                      </a:lnTo>
                      <a:lnTo>
                        <a:pt x="527066" y="320881"/>
                      </a:lnTo>
                      <a:lnTo>
                        <a:pt x="527448" y="320477"/>
                      </a:lnTo>
                      <a:lnTo>
                        <a:pt x="527853" y="320072"/>
                      </a:lnTo>
                      <a:lnTo>
                        <a:pt x="528235" y="319689"/>
                      </a:lnTo>
                      <a:lnTo>
                        <a:pt x="528640" y="319285"/>
                      </a:lnTo>
                      <a:lnTo>
                        <a:pt x="529045" y="318880"/>
                      </a:lnTo>
                      <a:lnTo>
                        <a:pt x="529427" y="318475"/>
                      </a:lnTo>
                      <a:lnTo>
                        <a:pt x="529832" y="318093"/>
                      </a:lnTo>
                      <a:lnTo>
                        <a:pt x="530214" y="317688"/>
                      </a:lnTo>
                      <a:lnTo>
                        <a:pt x="530619" y="317283"/>
                      </a:lnTo>
                      <a:lnTo>
                        <a:pt x="531001" y="316901"/>
                      </a:lnTo>
                      <a:lnTo>
                        <a:pt x="531406" y="316496"/>
                      </a:lnTo>
                      <a:lnTo>
                        <a:pt x="531789" y="316114"/>
                      </a:lnTo>
                      <a:lnTo>
                        <a:pt x="532193" y="315731"/>
                      </a:lnTo>
                      <a:lnTo>
                        <a:pt x="532598" y="315326"/>
                      </a:lnTo>
                      <a:lnTo>
                        <a:pt x="532981" y="314944"/>
                      </a:lnTo>
                      <a:lnTo>
                        <a:pt x="533385" y="314562"/>
                      </a:lnTo>
                      <a:lnTo>
                        <a:pt x="533767" y="314157"/>
                      </a:lnTo>
                      <a:lnTo>
                        <a:pt x="534172" y="313775"/>
                      </a:lnTo>
                      <a:lnTo>
                        <a:pt x="534555" y="313392"/>
                      </a:lnTo>
                      <a:lnTo>
                        <a:pt x="534959" y="313010"/>
                      </a:lnTo>
                      <a:lnTo>
                        <a:pt x="535342" y="312628"/>
                      </a:lnTo>
                      <a:lnTo>
                        <a:pt x="535747" y="312245"/>
                      </a:lnTo>
                      <a:lnTo>
                        <a:pt x="536151" y="311863"/>
                      </a:lnTo>
                      <a:lnTo>
                        <a:pt x="536534" y="311481"/>
                      </a:lnTo>
                      <a:lnTo>
                        <a:pt x="536939" y="311098"/>
                      </a:lnTo>
                      <a:lnTo>
                        <a:pt x="537321" y="310716"/>
                      </a:lnTo>
                      <a:lnTo>
                        <a:pt x="537726" y="310334"/>
                      </a:lnTo>
                      <a:lnTo>
                        <a:pt x="538108" y="309951"/>
                      </a:lnTo>
                      <a:lnTo>
                        <a:pt x="538513" y="309569"/>
                      </a:lnTo>
                      <a:lnTo>
                        <a:pt x="538918" y="309187"/>
                      </a:lnTo>
                      <a:lnTo>
                        <a:pt x="539300" y="308782"/>
                      </a:lnTo>
                      <a:lnTo>
                        <a:pt x="539705" y="308400"/>
                      </a:lnTo>
                      <a:lnTo>
                        <a:pt x="540087" y="308017"/>
                      </a:lnTo>
                      <a:lnTo>
                        <a:pt x="540492" y="307635"/>
                      </a:lnTo>
                      <a:lnTo>
                        <a:pt x="540875" y="307253"/>
                      </a:lnTo>
                      <a:lnTo>
                        <a:pt x="541279" y="306870"/>
                      </a:lnTo>
                      <a:lnTo>
                        <a:pt x="541661" y="306488"/>
                      </a:lnTo>
                      <a:lnTo>
                        <a:pt x="542066" y="306106"/>
                      </a:lnTo>
                      <a:lnTo>
                        <a:pt x="542471" y="305723"/>
                      </a:lnTo>
                      <a:lnTo>
                        <a:pt x="542853" y="305341"/>
                      </a:lnTo>
                      <a:lnTo>
                        <a:pt x="543258" y="304936"/>
                      </a:lnTo>
                      <a:lnTo>
                        <a:pt x="543641" y="304554"/>
                      </a:lnTo>
                      <a:lnTo>
                        <a:pt x="544045" y="304172"/>
                      </a:lnTo>
                      <a:lnTo>
                        <a:pt x="544427" y="303789"/>
                      </a:lnTo>
                      <a:lnTo>
                        <a:pt x="544832" y="303429"/>
                      </a:lnTo>
                      <a:lnTo>
                        <a:pt x="545215" y="303047"/>
                      </a:lnTo>
                      <a:lnTo>
                        <a:pt x="545620" y="302665"/>
                      </a:lnTo>
                      <a:lnTo>
                        <a:pt x="546024" y="302305"/>
                      </a:lnTo>
                      <a:lnTo>
                        <a:pt x="546407" y="301923"/>
                      </a:lnTo>
                      <a:lnTo>
                        <a:pt x="546812" y="301563"/>
                      </a:lnTo>
                      <a:lnTo>
                        <a:pt x="547194" y="301180"/>
                      </a:lnTo>
                      <a:lnTo>
                        <a:pt x="547599" y="300821"/>
                      </a:lnTo>
                      <a:lnTo>
                        <a:pt x="547981" y="300461"/>
                      </a:lnTo>
                      <a:lnTo>
                        <a:pt x="548386" y="300101"/>
                      </a:lnTo>
                      <a:lnTo>
                        <a:pt x="548768" y="299719"/>
                      </a:lnTo>
                      <a:lnTo>
                        <a:pt x="549173" y="299359"/>
                      </a:lnTo>
                      <a:lnTo>
                        <a:pt x="549578" y="298999"/>
                      </a:lnTo>
                      <a:lnTo>
                        <a:pt x="549960" y="298639"/>
                      </a:lnTo>
                      <a:lnTo>
                        <a:pt x="550365" y="298279"/>
                      </a:lnTo>
                      <a:lnTo>
                        <a:pt x="550747" y="297919"/>
                      </a:lnTo>
                      <a:lnTo>
                        <a:pt x="551152" y="297560"/>
                      </a:lnTo>
                      <a:lnTo>
                        <a:pt x="551535" y="297200"/>
                      </a:lnTo>
                      <a:lnTo>
                        <a:pt x="551939" y="296840"/>
                      </a:lnTo>
                      <a:lnTo>
                        <a:pt x="552321" y="296480"/>
                      </a:lnTo>
                      <a:lnTo>
                        <a:pt x="552726" y="296120"/>
                      </a:lnTo>
                      <a:lnTo>
                        <a:pt x="553131" y="295760"/>
                      </a:lnTo>
                      <a:lnTo>
                        <a:pt x="553513" y="295423"/>
                      </a:lnTo>
                      <a:lnTo>
                        <a:pt x="553918" y="295063"/>
                      </a:lnTo>
                      <a:lnTo>
                        <a:pt x="554301" y="294726"/>
                      </a:lnTo>
                      <a:lnTo>
                        <a:pt x="554705" y="294366"/>
                      </a:lnTo>
                      <a:lnTo>
                        <a:pt x="555088" y="294006"/>
                      </a:lnTo>
                      <a:lnTo>
                        <a:pt x="555493" y="293669"/>
                      </a:lnTo>
                      <a:lnTo>
                        <a:pt x="555897" y="293332"/>
                      </a:lnTo>
                      <a:lnTo>
                        <a:pt x="556280" y="292972"/>
                      </a:lnTo>
                      <a:lnTo>
                        <a:pt x="556684" y="292634"/>
                      </a:lnTo>
                      <a:lnTo>
                        <a:pt x="557067" y="292275"/>
                      </a:lnTo>
                      <a:lnTo>
                        <a:pt x="557472" y="291937"/>
                      </a:lnTo>
                      <a:lnTo>
                        <a:pt x="557854" y="291577"/>
                      </a:lnTo>
                      <a:lnTo>
                        <a:pt x="558259" y="291218"/>
                      </a:lnTo>
                      <a:lnTo>
                        <a:pt x="558641" y="290880"/>
                      </a:lnTo>
                      <a:lnTo>
                        <a:pt x="559046" y="290520"/>
                      </a:lnTo>
                      <a:lnTo>
                        <a:pt x="559450" y="290183"/>
                      </a:lnTo>
                      <a:lnTo>
                        <a:pt x="559833" y="289823"/>
                      </a:lnTo>
                      <a:lnTo>
                        <a:pt x="560238" y="289463"/>
                      </a:lnTo>
                      <a:lnTo>
                        <a:pt x="560620" y="289126"/>
                      </a:lnTo>
                      <a:lnTo>
                        <a:pt x="561025" y="288766"/>
                      </a:lnTo>
                      <a:lnTo>
                        <a:pt x="561407" y="288406"/>
                      </a:lnTo>
                      <a:lnTo>
                        <a:pt x="561812" y="288047"/>
                      </a:lnTo>
                      <a:lnTo>
                        <a:pt x="562195" y="287687"/>
                      </a:lnTo>
                      <a:lnTo>
                        <a:pt x="562599" y="287327"/>
                      </a:lnTo>
                      <a:lnTo>
                        <a:pt x="563004" y="286967"/>
                      </a:lnTo>
                      <a:lnTo>
                        <a:pt x="563386" y="286585"/>
                      </a:lnTo>
                      <a:lnTo>
                        <a:pt x="563791" y="286202"/>
                      </a:lnTo>
                      <a:lnTo>
                        <a:pt x="564173" y="285843"/>
                      </a:lnTo>
                      <a:lnTo>
                        <a:pt x="564578" y="285460"/>
                      </a:lnTo>
                      <a:lnTo>
                        <a:pt x="564961" y="285078"/>
                      </a:lnTo>
                      <a:lnTo>
                        <a:pt x="565365" y="284696"/>
                      </a:lnTo>
                      <a:lnTo>
                        <a:pt x="565748" y="284313"/>
                      </a:lnTo>
                      <a:lnTo>
                        <a:pt x="566153" y="283908"/>
                      </a:lnTo>
                      <a:lnTo>
                        <a:pt x="566557" y="283526"/>
                      </a:lnTo>
                      <a:lnTo>
                        <a:pt x="566940" y="283121"/>
                      </a:lnTo>
                      <a:lnTo>
                        <a:pt x="567344" y="282739"/>
                      </a:lnTo>
                      <a:lnTo>
                        <a:pt x="567727" y="282334"/>
                      </a:lnTo>
                      <a:lnTo>
                        <a:pt x="568132" y="281929"/>
                      </a:lnTo>
                      <a:lnTo>
                        <a:pt x="568514" y="281525"/>
                      </a:lnTo>
                      <a:lnTo>
                        <a:pt x="568919" y="281097"/>
                      </a:lnTo>
                      <a:lnTo>
                        <a:pt x="569324" y="280692"/>
                      </a:lnTo>
                      <a:lnTo>
                        <a:pt x="569706" y="280265"/>
                      </a:lnTo>
                      <a:lnTo>
                        <a:pt x="570111" y="279838"/>
                      </a:lnTo>
                      <a:lnTo>
                        <a:pt x="570493" y="279388"/>
                      </a:lnTo>
                      <a:lnTo>
                        <a:pt x="570898" y="278938"/>
                      </a:lnTo>
                      <a:lnTo>
                        <a:pt x="571280" y="278488"/>
                      </a:lnTo>
                      <a:lnTo>
                        <a:pt x="571685" y="278016"/>
                      </a:lnTo>
                      <a:lnTo>
                        <a:pt x="572067" y="277544"/>
                      </a:lnTo>
                      <a:lnTo>
                        <a:pt x="572472" y="277049"/>
                      </a:lnTo>
                      <a:lnTo>
                        <a:pt x="572877" y="276554"/>
                      </a:lnTo>
                      <a:lnTo>
                        <a:pt x="573259" y="276060"/>
                      </a:lnTo>
                      <a:lnTo>
                        <a:pt x="573664" y="275542"/>
                      </a:lnTo>
                      <a:lnTo>
                        <a:pt x="574047" y="275003"/>
                      </a:lnTo>
                      <a:lnTo>
                        <a:pt x="574451" y="274463"/>
                      </a:lnTo>
                      <a:lnTo>
                        <a:pt x="574833" y="273901"/>
                      </a:lnTo>
                      <a:lnTo>
                        <a:pt x="575238" y="273338"/>
                      </a:lnTo>
                      <a:lnTo>
                        <a:pt x="575621" y="272754"/>
                      </a:lnTo>
                      <a:lnTo>
                        <a:pt x="576025" y="272146"/>
                      </a:lnTo>
                      <a:lnTo>
                        <a:pt x="576430" y="271517"/>
                      </a:lnTo>
                      <a:lnTo>
                        <a:pt x="576813" y="270887"/>
                      </a:lnTo>
                      <a:lnTo>
                        <a:pt x="577217" y="270235"/>
                      </a:lnTo>
                      <a:lnTo>
                        <a:pt x="577600" y="269560"/>
                      </a:lnTo>
                      <a:lnTo>
                        <a:pt x="578004" y="268885"/>
                      </a:lnTo>
                      <a:lnTo>
                        <a:pt x="578387" y="268166"/>
                      </a:lnTo>
                      <a:lnTo>
                        <a:pt x="578792" y="267446"/>
                      </a:lnTo>
                      <a:lnTo>
                        <a:pt x="579174" y="266681"/>
                      </a:lnTo>
                      <a:lnTo>
                        <a:pt x="579579" y="265917"/>
                      </a:lnTo>
                      <a:lnTo>
                        <a:pt x="579984" y="265107"/>
                      </a:lnTo>
                      <a:lnTo>
                        <a:pt x="580366" y="264275"/>
                      </a:lnTo>
                      <a:lnTo>
                        <a:pt x="580771" y="263420"/>
                      </a:lnTo>
                      <a:lnTo>
                        <a:pt x="581153" y="262521"/>
                      </a:lnTo>
                      <a:lnTo>
                        <a:pt x="581558" y="261599"/>
                      </a:lnTo>
                      <a:lnTo>
                        <a:pt x="581940" y="260654"/>
                      </a:lnTo>
                      <a:lnTo>
                        <a:pt x="582345" y="259642"/>
                      </a:lnTo>
                      <a:lnTo>
                        <a:pt x="582727" y="258630"/>
                      </a:lnTo>
                      <a:lnTo>
                        <a:pt x="583132" y="257551"/>
                      </a:lnTo>
                      <a:lnTo>
                        <a:pt x="583537" y="256426"/>
                      </a:lnTo>
                      <a:lnTo>
                        <a:pt x="583919" y="255257"/>
                      </a:lnTo>
                      <a:lnTo>
                        <a:pt x="584324" y="254042"/>
                      </a:lnTo>
                      <a:lnTo>
                        <a:pt x="584707" y="252783"/>
                      </a:lnTo>
                      <a:lnTo>
                        <a:pt x="585111" y="251456"/>
                      </a:lnTo>
                      <a:lnTo>
                        <a:pt x="585493" y="250062"/>
                      </a:lnTo>
                      <a:lnTo>
                        <a:pt x="585898" y="248600"/>
                      </a:lnTo>
                      <a:lnTo>
                        <a:pt x="586303" y="247071"/>
                      </a:lnTo>
                      <a:lnTo>
                        <a:pt x="586686" y="245474"/>
                      </a:lnTo>
                      <a:lnTo>
                        <a:pt x="587090" y="243787"/>
                      </a:lnTo>
                      <a:lnTo>
                        <a:pt x="587473" y="242010"/>
                      </a:lnTo>
                      <a:lnTo>
                        <a:pt x="587878" y="240166"/>
                      </a:lnTo>
                      <a:lnTo>
                        <a:pt x="588260" y="238210"/>
                      </a:lnTo>
                      <a:lnTo>
                        <a:pt x="588665" y="236141"/>
                      </a:lnTo>
                      <a:lnTo>
                        <a:pt x="589047" y="233982"/>
                      </a:lnTo>
                      <a:lnTo>
                        <a:pt x="589452" y="231710"/>
                      </a:lnTo>
                      <a:lnTo>
                        <a:pt x="589856" y="229304"/>
                      </a:lnTo>
                      <a:lnTo>
                        <a:pt x="590239" y="226785"/>
                      </a:lnTo>
                      <a:lnTo>
                        <a:pt x="590644" y="224154"/>
                      </a:lnTo>
                      <a:lnTo>
                        <a:pt x="591026" y="221410"/>
                      </a:lnTo>
                      <a:lnTo>
                        <a:pt x="591431" y="218801"/>
                      </a:lnTo>
                      <a:lnTo>
                        <a:pt x="591813" y="215877"/>
                      </a:lnTo>
                      <a:lnTo>
                        <a:pt x="591813" y="192039"/>
                      </a:lnTo>
                      <a:lnTo>
                        <a:pt x="591431" y="194467"/>
                      </a:lnTo>
                      <a:lnTo>
                        <a:pt x="591026" y="196581"/>
                      </a:lnTo>
                      <a:lnTo>
                        <a:pt x="590644" y="198853"/>
                      </a:lnTo>
                      <a:lnTo>
                        <a:pt x="590239" y="201034"/>
                      </a:lnTo>
                      <a:lnTo>
                        <a:pt x="589856" y="203103"/>
                      </a:lnTo>
                      <a:lnTo>
                        <a:pt x="589452" y="205082"/>
                      </a:lnTo>
                      <a:lnTo>
                        <a:pt x="589047" y="206949"/>
                      </a:lnTo>
                      <a:lnTo>
                        <a:pt x="588665" y="208748"/>
                      </a:lnTo>
                      <a:lnTo>
                        <a:pt x="588260" y="210435"/>
                      </a:lnTo>
                      <a:lnTo>
                        <a:pt x="587878" y="212032"/>
                      </a:lnTo>
                      <a:lnTo>
                        <a:pt x="587473" y="213561"/>
                      </a:lnTo>
                      <a:lnTo>
                        <a:pt x="587090" y="215023"/>
                      </a:lnTo>
                      <a:lnTo>
                        <a:pt x="586686" y="216395"/>
                      </a:lnTo>
                      <a:lnTo>
                        <a:pt x="586303" y="217722"/>
                      </a:lnTo>
                      <a:lnTo>
                        <a:pt x="585898" y="218959"/>
                      </a:lnTo>
                      <a:lnTo>
                        <a:pt x="585493" y="220173"/>
                      </a:lnTo>
                      <a:lnTo>
                        <a:pt x="585111" y="221320"/>
                      </a:lnTo>
                      <a:lnTo>
                        <a:pt x="584707" y="222422"/>
                      </a:lnTo>
                      <a:lnTo>
                        <a:pt x="584324" y="223479"/>
                      </a:lnTo>
                      <a:lnTo>
                        <a:pt x="583919" y="224491"/>
                      </a:lnTo>
                      <a:lnTo>
                        <a:pt x="583537" y="225481"/>
                      </a:lnTo>
                      <a:lnTo>
                        <a:pt x="583132" y="226403"/>
                      </a:lnTo>
                      <a:lnTo>
                        <a:pt x="582727" y="227302"/>
                      </a:lnTo>
                      <a:lnTo>
                        <a:pt x="582345" y="228179"/>
                      </a:lnTo>
                      <a:lnTo>
                        <a:pt x="581940" y="229034"/>
                      </a:lnTo>
                      <a:lnTo>
                        <a:pt x="581558" y="229844"/>
                      </a:lnTo>
                      <a:lnTo>
                        <a:pt x="581153" y="230631"/>
                      </a:lnTo>
                      <a:lnTo>
                        <a:pt x="580771" y="231395"/>
                      </a:lnTo>
                      <a:lnTo>
                        <a:pt x="580366" y="232137"/>
                      </a:lnTo>
                      <a:lnTo>
                        <a:pt x="579984" y="232857"/>
                      </a:lnTo>
                      <a:lnTo>
                        <a:pt x="579579" y="233554"/>
                      </a:lnTo>
                      <a:lnTo>
                        <a:pt x="579174" y="234229"/>
                      </a:lnTo>
                      <a:lnTo>
                        <a:pt x="578792" y="234881"/>
                      </a:lnTo>
                      <a:lnTo>
                        <a:pt x="578387" y="235533"/>
                      </a:lnTo>
                      <a:lnTo>
                        <a:pt x="578004" y="236163"/>
                      </a:lnTo>
                      <a:lnTo>
                        <a:pt x="577600" y="236770"/>
                      </a:lnTo>
                      <a:lnTo>
                        <a:pt x="577217" y="237355"/>
                      </a:lnTo>
                      <a:lnTo>
                        <a:pt x="576813" y="237940"/>
                      </a:lnTo>
                      <a:lnTo>
                        <a:pt x="576430" y="238502"/>
                      </a:lnTo>
                      <a:lnTo>
                        <a:pt x="576025" y="239064"/>
                      </a:lnTo>
                      <a:lnTo>
                        <a:pt x="575621" y="239604"/>
                      </a:lnTo>
                      <a:lnTo>
                        <a:pt x="575238" y="240121"/>
                      </a:lnTo>
                      <a:lnTo>
                        <a:pt x="574833" y="240638"/>
                      </a:lnTo>
                      <a:lnTo>
                        <a:pt x="574451" y="241133"/>
                      </a:lnTo>
                      <a:lnTo>
                        <a:pt x="574047" y="241628"/>
                      </a:lnTo>
                      <a:lnTo>
                        <a:pt x="573664" y="242123"/>
                      </a:lnTo>
                      <a:lnTo>
                        <a:pt x="573259" y="242595"/>
                      </a:lnTo>
                      <a:lnTo>
                        <a:pt x="572877" y="243045"/>
                      </a:lnTo>
                      <a:lnTo>
                        <a:pt x="572472" y="243495"/>
                      </a:lnTo>
                      <a:lnTo>
                        <a:pt x="572067" y="243944"/>
                      </a:lnTo>
                      <a:lnTo>
                        <a:pt x="571685" y="244372"/>
                      </a:lnTo>
                      <a:lnTo>
                        <a:pt x="571280" y="244799"/>
                      </a:lnTo>
                      <a:lnTo>
                        <a:pt x="570898" y="245226"/>
                      </a:lnTo>
                      <a:lnTo>
                        <a:pt x="570493" y="245631"/>
                      </a:lnTo>
                      <a:lnTo>
                        <a:pt x="570111" y="246036"/>
                      </a:lnTo>
                      <a:lnTo>
                        <a:pt x="569706" y="246418"/>
                      </a:lnTo>
                      <a:lnTo>
                        <a:pt x="569324" y="246801"/>
                      </a:lnTo>
                      <a:lnTo>
                        <a:pt x="568919" y="247183"/>
                      </a:lnTo>
                      <a:lnTo>
                        <a:pt x="568514" y="247565"/>
                      </a:lnTo>
                      <a:lnTo>
                        <a:pt x="568132" y="247948"/>
                      </a:lnTo>
                      <a:lnTo>
                        <a:pt x="567727" y="248307"/>
                      </a:lnTo>
                      <a:lnTo>
                        <a:pt x="567344" y="248690"/>
                      </a:lnTo>
                      <a:lnTo>
                        <a:pt x="566940" y="249050"/>
                      </a:lnTo>
                      <a:lnTo>
                        <a:pt x="566557" y="249409"/>
                      </a:lnTo>
                      <a:lnTo>
                        <a:pt x="566153" y="249769"/>
                      </a:lnTo>
                      <a:lnTo>
                        <a:pt x="565748" y="250107"/>
                      </a:lnTo>
                      <a:lnTo>
                        <a:pt x="565365" y="250466"/>
                      </a:lnTo>
                      <a:lnTo>
                        <a:pt x="564961" y="250826"/>
                      </a:lnTo>
                      <a:lnTo>
                        <a:pt x="564578" y="251164"/>
                      </a:lnTo>
                      <a:lnTo>
                        <a:pt x="564173" y="251501"/>
                      </a:lnTo>
                      <a:lnTo>
                        <a:pt x="563791" y="251861"/>
                      </a:lnTo>
                      <a:lnTo>
                        <a:pt x="563386" y="252198"/>
                      </a:lnTo>
                      <a:lnTo>
                        <a:pt x="563004" y="252535"/>
                      </a:lnTo>
                      <a:lnTo>
                        <a:pt x="562599" y="252873"/>
                      </a:lnTo>
                      <a:lnTo>
                        <a:pt x="562195" y="253188"/>
                      </a:lnTo>
                      <a:lnTo>
                        <a:pt x="561812" y="253525"/>
                      </a:lnTo>
                      <a:lnTo>
                        <a:pt x="561407" y="253862"/>
                      </a:lnTo>
                      <a:lnTo>
                        <a:pt x="561025" y="254177"/>
                      </a:lnTo>
                      <a:lnTo>
                        <a:pt x="560620" y="254492"/>
                      </a:lnTo>
                      <a:lnTo>
                        <a:pt x="560238" y="254829"/>
                      </a:lnTo>
                      <a:lnTo>
                        <a:pt x="559833" y="255144"/>
                      </a:lnTo>
                      <a:lnTo>
                        <a:pt x="559450" y="255482"/>
                      </a:lnTo>
                      <a:lnTo>
                        <a:pt x="559046" y="255796"/>
                      </a:lnTo>
                      <a:lnTo>
                        <a:pt x="558641" y="256111"/>
                      </a:lnTo>
                      <a:lnTo>
                        <a:pt x="558259" y="256449"/>
                      </a:lnTo>
                      <a:lnTo>
                        <a:pt x="557854" y="256764"/>
                      </a:lnTo>
                      <a:lnTo>
                        <a:pt x="557472" y="257078"/>
                      </a:lnTo>
                      <a:lnTo>
                        <a:pt x="557067" y="257416"/>
                      </a:lnTo>
                      <a:lnTo>
                        <a:pt x="556684" y="257731"/>
                      </a:lnTo>
                      <a:lnTo>
                        <a:pt x="556280" y="258045"/>
                      </a:lnTo>
                      <a:lnTo>
                        <a:pt x="555897" y="258383"/>
                      </a:lnTo>
                      <a:lnTo>
                        <a:pt x="555493" y="258698"/>
                      </a:lnTo>
                      <a:lnTo>
                        <a:pt x="555088" y="259013"/>
                      </a:lnTo>
                      <a:lnTo>
                        <a:pt x="554705" y="259350"/>
                      </a:lnTo>
                      <a:lnTo>
                        <a:pt x="554301" y="259665"/>
                      </a:lnTo>
                      <a:lnTo>
                        <a:pt x="553918" y="260002"/>
                      </a:lnTo>
                      <a:lnTo>
                        <a:pt x="553513" y="260339"/>
                      </a:lnTo>
                      <a:lnTo>
                        <a:pt x="553131" y="260654"/>
                      </a:lnTo>
                      <a:lnTo>
                        <a:pt x="552726" y="260992"/>
                      </a:lnTo>
                      <a:lnTo>
                        <a:pt x="552321" y="261329"/>
                      </a:lnTo>
                      <a:lnTo>
                        <a:pt x="551939" y="261666"/>
                      </a:lnTo>
                      <a:lnTo>
                        <a:pt x="551535" y="262004"/>
                      </a:lnTo>
                      <a:lnTo>
                        <a:pt x="551152" y="262341"/>
                      </a:lnTo>
                      <a:lnTo>
                        <a:pt x="550747" y="262678"/>
                      </a:lnTo>
                      <a:lnTo>
                        <a:pt x="550365" y="263016"/>
                      </a:lnTo>
                      <a:lnTo>
                        <a:pt x="549960" y="263353"/>
                      </a:lnTo>
                      <a:lnTo>
                        <a:pt x="549578" y="263713"/>
                      </a:lnTo>
                      <a:lnTo>
                        <a:pt x="549173" y="264050"/>
                      </a:lnTo>
                      <a:lnTo>
                        <a:pt x="548768" y="264388"/>
                      </a:lnTo>
                      <a:lnTo>
                        <a:pt x="548386" y="264747"/>
                      </a:lnTo>
                      <a:lnTo>
                        <a:pt x="547981" y="265085"/>
                      </a:lnTo>
                      <a:lnTo>
                        <a:pt x="547599" y="265422"/>
                      </a:lnTo>
                      <a:lnTo>
                        <a:pt x="547194" y="265782"/>
                      </a:lnTo>
                      <a:lnTo>
                        <a:pt x="546812" y="266119"/>
                      </a:lnTo>
                      <a:lnTo>
                        <a:pt x="546407" y="266479"/>
                      </a:lnTo>
                      <a:lnTo>
                        <a:pt x="546024" y="266816"/>
                      </a:lnTo>
                      <a:lnTo>
                        <a:pt x="545620" y="267176"/>
                      </a:lnTo>
                      <a:lnTo>
                        <a:pt x="545215" y="267536"/>
                      </a:lnTo>
                      <a:lnTo>
                        <a:pt x="544832" y="267873"/>
                      </a:lnTo>
                      <a:lnTo>
                        <a:pt x="544427" y="268233"/>
                      </a:lnTo>
                      <a:lnTo>
                        <a:pt x="544045" y="268593"/>
                      </a:lnTo>
                      <a:lnTo>
                        <a:pt x="543641" y="268953"/>
                      </a:lnTo>
                      <a:lnTo>
                        <a:pt x="543258" y="269313"/>
                      </a:lnTo>
                      <a:lnTo>
                        <a:pt x="542853" y="269695"/>
                      </a:lnTo>
                      <a:lnTo>
                        <a:pt x="542471" y="270055"/>
                      </a:lnTo>
                      <a:lnTo>
                        <a:pt x="542066" y="270415"/>
                      </a:lnTo>
                      <a:lnTo>
                        <a:pt x="541661" y="270775"/>
                      </a:lnTo>
                      <a:lnTo>
                        <a:pt x="541279" y="271134"/>
                      </a:lnTo>
                      <a:lnTo>
                        <a:pt x="540875" y="271494"/>
                      </a:lnTo>
                      <a:lnTo>
                        <a:pt x="540492" y="271854"/>
                      </a:lnTo>
                      <a:lnTo>
                        <a:pt x="540087" y="272214"/>
                      </a:lnTo>
                      <a:lnTo>
                        <a:pt x="539705" y="272574"/>
                      </a:lnTo>
                      <a:lnTo>
                        <a:pt x="539300" y="272934"/>
                      </a:lnTo>
                      <a:lnTo>
                        <a:pt x="538918" y="273293"/>
                      </a:lnTo>
                      <a:lnTo>
                        <a:pt x="538513" y="273653"/>
                      </a:lnTo>
                      <a:lnTo>
                        <a:pt x="538108" y="274013"/>
                      </a:lnTo>
                      <a:lnTo>
                        <a:pt x="537726" y="274373"/>
                      </a:lnTo>
                      <a:lnTo>
                        <a:pt x="537321" y="274710"/>
                      </a:lnTo>
                      <a:lnTo>
                        <a:pt x="536939" y="275070"/>
                      </a:lnTo>
                      <a:lnTo>
                        <a:pt x="536534" y="275430"/>
                      </a:lnTo>
                      <a:lnTo>
                        <a:pt x="536151" y="275790"/>
                      </a:lnTo>
                      <a:lnTo>
                        <a:pt x="535747" y="276150"/>
                      </a:lnTo>
                      <a:lnTo>
                        <a:pt x="535342" y="276487"/>
                      </a:lnTo>
                      <a:lnTo>
                        <a:pt x="534959" y="276847"/>
                      </a:lnTo>
                      <a:lnTo>
                        <a:pt x="534555" y="277207"/>
                      </a:lnTo>
                      <a:lnTo>
                        <a:pt x="534172" y="277544"/>
                      </a:lnTo>
                      <a:lnTo>
                        <a:pt x="533767" y="277904"/>
                      </a:lnTo>
                      <a:lnTo>
                        <a:pt x="533385" y="278264"/>
                      </a:lnTo>
                      <a:lnTo>
                        <a:pt x="532981" y="278623"/>
                      </a:lnTo>
                      <a:lnTo>
                        <a:pt x="532598" y="278983"/>
                      </a:lnTo>
                      <a:lnTo>
                        <a:pt x="532193" y="279343"/>
                      </a:lnTo>
                      <a:lnTo>
                        <a:pt x="531789" y="279703"/>
                      </a:lnTo>
                      <a:lnTo>
                        <a:pt x="531406" y="280085"/>
                      </a:lnTo>
                      <a:lnTo>
                        <a:pt x="531001" y="280445"/>
                      </a:lnTo>
                      <a:lnTo>
                        <a:pt x="530619" y="280805"/>
                      </a:lnTo>
                      <a:lnTo>
                        <a:pt x="530214" y="281187"/>
                      </a:lnTo>
                      <a:lnTo>
                        <a:pt x="529832" y="281547"/>
                      </a:lnTo>
                      <a:lnTo>
                        <a:pt x="529427" y="281907"/>
                      </a:lnTo>
                      <a:lnTo>
                        <a:pt x="529045" y="282289"/>
                      </a:lnTo>
                      <a:lnTo>
                        <a:pt x="528640" y="282649"/>
                      </a:lnTo>
                      <a:lnTo>
                        <a:pt x="528235" y="283031"/>
                      </a:lnTo>
                      <a:lnTo>
                        <a:pt x="527853" y="283391"/>
                      </a:lnTo>
                      <a:lnTo>
                        <a:pt x="527448" y="283774"/>
                      </a:lnTo>
                      <a:lnTo>
                        <a:pt x="527066" y="284133"/>
                      </a:lnTo>
                      <a:lnTo>
                        <a:pt x="526661" y="284516"/>
                      </a:lnTo>
                      <a:lnTo>
                        <a:pt x="526278" y="284898"/>
                      </a:lnTo>
                      <a:lnTo>
                        <a:pt x="525874" y="285258"/>
                      </a:lnTo>
                      <a:lnTo>
                        <a:pt x="525491" y="285640"/>
                      </a:lnTo>
                      <a:lnTo>
                        <a:pt x="525087" y="286000"/>
                      </a:lnTo>
                      <a:lnTo>
                        <a:pt x="524682" y="286382"/>
                      </a:lnTo>
                      <a:lnTo>
                        <a:pt x="524299" y="286742"/>
                      </a:lnTo>
                      <a:lnTo>
                        <a:pt x="523895" y="287124"/>
                      </a:lnTo>
                      <a:lnTo>
                        <a:pt x="523535" y="287507"/>
                      </a:lnTo>
                      <a:lnTo>
                        <a:pt x="523107" y="287867"/>
                      </a:lnTo>
                      <a:lnTo>
                        <a:pt x="522748" y="288249"/>
                      </a:lnTo>
                      <a:lnTo>
                        <a:pt x="522343" y="288631"/>
                      </a:lnTo>
                      <a:lnTo>
                        <a:pt x="521938" y="288991"/>
                      </a:lnTo>
                      <a:lnTo>
                        <a:pt x="521556" y="289373"/>
                      </a:lnTo>
                      <a:lnTo>
                        <a:pt x="521151" y="289756"/>
                      </a:lnTo>
                      <a:lnTo>
                        <a:pt x="520768" y="290116"/>
                      </a:lnTo>
                      <a:lnTo>
                        <a:pt x="520364" y="290498"/>
                      </a:lnTo>
                      <a:lnTo>
                        <a:pt x="519982" y="290880"/>
                      </a:lnTo>
                      <a:lnTo>
                        <a:pt x="519576" y="291263"/>
                      </a:lnTo>
                      <a:lnTo>
                        <a:pt x="519194" y="291645"/>
                      </a:lnTo>
                      <a:lnTo>
                        <a:pt x="518790" y="292027"/>
                      </a:lnTo>
                      <a:lnTo>
                        <a:pt x="518385" y="292410"/>
                      </a:lnTo>
                      <a:lnTo>
                        <a:pt x="518002" y="292792"/>
                      </a:lnTo>
                      <a:lnTo>
                        <a:pt x="517598" y="293174"/>
                      </a:lnTo>
                      <a:lnTo>
                        <a:pt x="517215" y="293579"/>
                      </a:lnTo>
                      <a:lnTo>
                        <a:pt x="516810" y="293961"/>
                      </a:lnTo>
                      <a:lnTo>
                        <a:pt x="516428" y="294344"/>
                      </a:lnTo>
                      <a:lnTo>
                        <a:pt x="516023" y="294748"/>
                      </a:lnTo>
                      <a:lnTo>
                        <a:pt x="515641" y="295131"/>
                      </a:lnTo>
                      <a:lnTo>
                        <a:pt x="515236" y="295536"/>
                      </a:lnTo>
                      <a:lnTo>
                        <a:pt x="514831" y="295940"/>
                      </a:lnTo>
                      <a:lnTo>
                        <a:pt x="514449" y="296323"/>
                      </a:lnTo>
                      <a:lnTo>
                        <a:pt x="514044" y="296728"/>
                      </a:lnTo>
                      <a:lnTo>
                        <a:pt x="513662" y="297110"/>
                      </a:lnTo>
                      <a:lnTo>
                        <a:pt x="513257" y="297515"/>
                      </a:lnTo>
                      <a:lnTo>
                        <a:pt x="512875" y="297919"/>
                      </a:lnTo>
                      <a:lnTo>
                        <a:pt x="512470" y="298302"/>
                      </a:lnTo>
                      <a:lnTo>
                        <a:pt x="512088" y="298707"/>
                      </a:lnTo>
                      <a:lnTo>
                        <a:pt x="511683" y="299089"/>
                      </a:lnTo>
                      <a:lnTo>
                        <a:pt x="511278" y="299494"/>
                      </a:lnTo>
                      <a:lnTo>
                        <a:pt x="510896" y="299876"/>
                      </a:lnTo>
                      <a:lnTo>
                        <a:pt x="510491" y="300258"/>
                      </a:lnTo>
                      <a:lnTo>
                        <a:pt x="510108" y="300663"/>
                      </a:lnTo>
                      <a:lnTo>
                        <a:pt x="509704" y="301046"/>
                      </a:lnTo>
                      <a:lnTo>
                        <a:pt x="509322" y="301450"/>
                      </a:lnTo>
                      <a:lnTo>
                        <a:pt x="508916" y="301833"/>
                      </a:lnTo>
                      <a:lnTo>
                        <a:pt x="508534" y="302215"/>
                      </a:lnTo>
                      <a:lnTo>
                        <a:pt x="508130" y="302620"/>
                      </a:lnTo>
                      <a:lnTo>
                        <a:pt x="507724" y="303002"/>
                      </a:lnTo>
                      <a:lnTo>
                        <a:pt x="507342" y="303407"/>
                      </a:lnTo>
                      <a:lnTo>
                        <a:pt x="506938" y="303789"/>
                      </a:lnTo>
                      <a:lnTo>
                        <a:pt x="506555" y="304172"/>
                      </a:lnTo>
                      <a:lnTo>
                        <a:pt x="506150" y="304576"/>
                      </a:lnTo>
                      <a:lnTo>
                        <a:pt x="505768" y="304959"/>
                      </a:lnTo>
                      <a:lnTo>
                        <a:pt x="505363" y="305364"/>
                      </a:lnTo>
                      <a:lnTo>
                        <a:pt x="504958" y="305746"/>
                      </a:lnTo>
                      <a:lnTo>
                        <a:pt x="504576" y="306128"/>
                      </a:lnTo>
                      <a:lnTo>
                        <a:pt x="504171" y="306533"/>
                      </a:lnTo>
                      <a:lnTo>
                        <a:pt x="503789" y="306915"/>
                      </a:lnTo>
                      <a:lnTo>
                        <a:pt x="503384" y="307320"/>
                      </a:lnTo>
                      <a:lnTo>
                        <a:pt x="503002" y="307702"/>
                      </a:lnTo>
                      <a:lnTo>
                        <a:pt x="502597" y="308085"/>
                      </a:lnTo>
                      <a:lnTo>
                        <a:pt x="502214" y="308490"/>
                      </a:lnTo>
                      <a:lnTo>
                        <a:pt x="501810" y="308872"/>
                      </a:lnTo>
                      <a:lnTo>
                        <a:pt x="501405" y="309277"/>
                      </a:lnTo>
                      <a:lnTo>
                        <a:pt x="501022" y="309659"/>
                      </a:lnTo>
                      <a:lnTo>
                        <a:pt x="500618" y="310064"/>
                      </a:lnTo>
                      <a:lnTo>
                        <a:pt x="500236" y="310446"/>
                      </a:lnTo>
                      <a:lnTo>
                        <a:pt x="499831" y="310828"/>
                      </a:lnTo>
                      <a:lnTo>
                        <a:pt x="499448" y="311233"/>
                      </a:lnTo>
                      <a:lnTo>
                        <a:pt x="499044" y="311616"/>
                      </a:lnTo>
                      <a:lnTo>
                        <a:pt x="498662" y="311998"/>
                      </a:lnTo>
                      <a:lnTo>
                        <a:pt x="498256" y="312380"/>
                      </a:lnTo>
                      <a:lnTo>
                        <a:pt x="497852" y="312763"/>
                      </a:lnTo>
                      <a:lnTo>
                        <a:pt x="497469" y="313145"/>
                      </a:lnTo>
                      <a:lnTo>
                        <a:pt x="497064" y="313527"/>
                      </a:lnTo>
                      <a:lnTo>
                        <a:pt x="496682" y="313910"/>
                      </a:lnTo>
                      <a:lnTo>
                        <a:pt x="496277" y="314292"/>
                      </a:lnTo>
                      <a:lnTo>
                        <a:pt x="495895" y="314697"/>
                      </a:lnTo>
                      <a:lnTo>
                        <a:pt x="495490" y="315079"/>
                      </a:lnTo>
                      <a:lnTo>
                        <a:pt x="495108" y="315461"/>
                      </a:lnTo>
                      <a:lnTo>
                        <a:pt x="494703" y="315844"/>
                      </a:lnTo>
                      <a:lnTo>
                        <a:pt x="494298" y="316226"/>
                      </a:lnTo>
                      <a:lnTo>
                        <a:pt x="493916" y="316608"/>
                      </a:lnTo>
                      <a:lnTo>
                        <a:pt x="493511" y="317013"/>
                      </a:lnTo>
                      <a:lnTo>
                        <a:pt x="493129" y="317395"/>
                      </a:lnTo>
                      <a:lnTo>
                        <a:pt x="492724" y="317778"/>
                      </a:lnTo>
                      <a:lnTo>
                        <a:pt x="492342" y="318160"/>
                      </a:lnTo>
                      <a:lnTo>
                        <a:pt x="491937" y="318542"/>
                      </a:lnTo>
                      <a:lnTo>
                        <a:pt x="491532" y="318925"/>
                      </a:lnTo>
                      <a:lnTo>
                        <a:pt x="491150" y="319307"/>
                      </a:lnTo>
                      <a:lnTo>
                        <a:pt x="490745" y="319689"/>
                      </a:lnTo>
                      <a:lnTo>
                        <a:pt x="490362" y="320072"/>
                      </a:lnTo>
                      <a:lnTo>
                        <a:pt x="489958" y="320477"/>
                      </a:lnTo>
                      <a:lnTo>
                        <a:pt x="489576" y="320859"/>
                      </a:lnTo>
                      <a:lnTo>
                        <a:pt x="489170" y="321241"/>
                      </a:lnTo>
                      <a:lnTo>
                        <a:pt x="488788" y="321623"/>
                      </a:lnTo>
                      <a:lnTo>
                        <a:pt x="488384" y="322006"/>
                      </a:lnTo>
                      <a:lnTo>
                        <a:pt x="487979" y="322388"/>
                      </a:lnTo>
                      <a:lnTo>
                        <a:pt x="487596" y="322770"/>
                      </a:lnTo>
                      <a:lnTo>
                        <a:pt x="487192" y="323153"/>
                      </a:lnTo>
                      <a:lnTo>
                        <a:pt x="486809" y="323535"/>
                      </a:lnTo>
                      <a:lnTo>
                        <a:pt x="486404" y="323917"/>
                      </a:lnTo>
                      <a:lnTo>
                        <a:pt x="486022" y="324300"/>
                      </a:lnTo>
                      <a:lnTo>
                        <a:pt x="485617" y="324705"/>
                      </a:lnTo>
                      <a:lnTo>
                        <a:pt x="485235" y="325087"/>
                      </a:lnTo>
                      <a:lnTo>
                        <a:pt x="484830" y="325492"/>
                      </a:lnTo>
                      <a:lnTo>
                        <a:pt x="484425" y="325897"/>
                      </a:lnTo>
                      <a:lnTo>
                        <a:pt x="484043" y="326301"/>
                      </a:lnTo>
                      <a:lnTo>
                        <a:pt x="483638" y="326706"/>
                      </a:lnTo>
                      <a:lnTo>
                        <a:pt x="483256" y="327111"/>
                      </a:lnTo>
                      <a:lnTo>
                        <a:pt x="482851" y="327516"/>
                      </a:lnTo>
                      <a:lnTo>
                        <a:pt x="482469" y="327921"/>
                      </a:lnTo>
                      <a:lnTo>
                        <a:pt x="482064" y="328325"/>
                      </a:lnTo>
                      <a:lnTo>
                        <a:pt x="481682" y="328730"/>
                      </a:lnTo>
                      <a:lnTo>
                        <a:pt x="481277" y="329157"/>
                      </a:lnTo>
                      <a:lnTo>
                        <a:pt x="480872" y="329562"/>
                      </a:lnTo>
                      <a:lnTo>
                        <a:pt x="480490" y="329990"/>
                      </a:lnTo>
                      <a:lnTo>
                        <a:pt x="480085" y="330394"/>
                      </a:lnTo>
                      <a:lnTo>
                        <a:pt x="479702" y="330822"/>
                      </a:lnTo>
                      <a:lnTo>
                        <a:pt x="479298" y="331227"/>
                      </a:lnTo>
                      <a:lnTo>
                        <a:pt x="478916" y="331654"/>
                      </a:lnTo>
                      <a:lnTo>
                        <a:pt x="478510" y="332081"/>
                      </a:lnTo>
                      <a:lnTo>
                        <a:pt x="478128" y="332486"/>
                      </a:lnTo>
                      <a:lnTo>
                        <a:pt x="477724" y="332913"/>
                      </a:lnTo>
                      <a:lnTo>
                        <a:pt x="477319" y="333341"/>
                      </a:lnTo>
                      <a:lnTo>
                        <a:pt x="476936" y="333768"/>
                      </a:lnTo>
                      <a:lnTo>
                        <a:pt x="476532" y="334195"/>
                      </a:lnTo>
                      <a:lnTo>
                        <a:pt x="476149" y="334622"/>
                      </a:lnTo>
                      <a:lnTo>
                        <a:pt x="475744" y="335050"/>
                      </a:lnTo>
                      <a:lnTo>
                        <a:pt x="475362" y="335477"/>
                      </a:lnTo>
                      <a:lnTo>
                        <a:pt x="474957" y="335927"/>
                      </a:lnTo>
                      <a:lnTo>
                        <a:pt x="474552" y="336354"/>
                      </a:lnTo>
                      <a:lnTo>
                        <a:pt x="474170" y="336781"/>
                      </a:lnTo>
                      <a:lnTo>
                        <a:pt x="473765" y="337209"/>
                      </a:lnTo>
                      <a:lnTo>
                        <a:pt x="473383" y="337659"/>
                      </a:lnTo>
                      <a:lnTo>
                        <a:pt x="472978" y="338086"/>
                      </a:lnTo>
                      <a:lnTo>
                        <a:pt x="472596" y="338513"/>
                      </a:lnTo>
                      <a:lnTo>
                        <a:pt x="472191" y="338940"/>
                      </a:lnTo>
                      <a:lnTo>
                        <a:pt x="471809" y="339390"/>
                      </a:lnTo>
                      <a:lnTo>
                        <a:pt x="471404" y="339840"/>
                      </a:lnTo>
                      <a:lnTo>
                        <a:pt x="470999" y="340267"/>
                      </a:lnTo>
                      <a:lnTo>
                        <a:pt x="470617" y="340717"/>
                      </a:lnTo>
                      <a:lnTo>
                        <a:pt x="470212" y="341167"/>
                      </a:lnTo>
                      <a:lnTo>
                        <a:pt x="469830" y="341639"/>
                      </a:lnTo>
                      <a:lnTo>
                        <a:pt x="469425" y="342089"/>
                      </a:lnTo>
                      <a:lnTo>
                        <a:pt x="469042" y="342539"/>
                      </a:lnTo>
                      <a:lnTo>
                        <a:pt x="468638" y="342989"/>
                      </a:lnTo>
                      <a:lnTo>
                        <a:pt x="468256" y="343438"/>
                      </a:lnTo>
                      <a:lnTo>
                        <a:pt x="467850" y="343888"/>
                      </a:lnTo>
                      <a:lnTo>
                        <a:pt x="467446" y="344338"/>
                      </a:lnTo>
                      <a:lnTo>
                        <a:pt x="467064" y="344810"/>
                      </a:lnTo>
                      <a:lnTo>
                        <a:pt x="466659" y="345260"/>
                      </a:lnTo>
                      <a:lnTo>
                        <a:pt x="466276" y="345710"/>
                      </a:lnTo>
                      <a:lnTo>
                        <a:pt x="465872" y="346182"/>
                      </a:lnTo>
                      <a:lnTo>
                        <a:pt x="465489" y="346632"/>
                      </a:lnTo>
                      <a:lnTo>
                        <a:pt x="465084" y="347082"/>
                      </a:lnTo>
                      <a:lnTo>
                        <a:pt x="464702" y="347554"/>
                      </a:lnTo>
                      <a:lnTo>
                        <a:pt x="464297" y="348004"/>
                      </a:lnTo>
                      <a:lnTo>
                        <a:pt x="463892" y="348454"/>
                      </a:lnTo>
                      <a:lnTo>
                        <a:pt x="463510" y="348903"/>
                      </a:lnTo>
                      <a:lnTo>
                        <a:pt x="463105" y="349376"/>
                      </a:lnTo>
                      <a:lnTo>
                        <a:pt x="462723" y="349825"/>
                      </a:lnTo>
                      <a:lnTo>
                        <a:pt x="462318" y="350275"/>
                      </a:lnTo>
                      <a:lnTo>
                        <a:pt x="461936" y="350725"/>
                      </a:lnTo>
                      <a:lnTo>
                        <a:pt x="461531" y="351197"/>
                      </a:lnTo>
                      <a:lnTo>
                        <a:pt x="461126" y="351647"/>
                      </a:lnTo>
                      <a:lnTo>
                        <a:pt x="460744" y="352097"/>
                      </a:lnTo>
                      <a:lnTo>
                        <a:pt x="460339" y="352569"/>
                      </a:lnTo>
                      <a:lnTo>
                        <a:pt x="459956" y="353041"/>
                      </a:lnTo>
                      <a:lnTo>
                        <a:pt x="459552" y="353491"/>
                      </a:lnTo>
                      <a:lnTo>
                        <a:pt x="459170" y="353963"/>
                      </a:lnTo>
                      <a:lnTo>
                        <a:pt x="458765" y="354436"/>
                      </a:lnTo>
                      <a:lnTo>
                        <a:pt x="458382" y="354886"/>
                      </a:lnTo>
                      <a:lnTo>
                        <a:pt x="457978" y="355358"/>
                      </a:lnTo>
                      <a:lnTo>
                        <a:pt x="457573" y="355830"/>
                      </a:lnTo>
                      <a:lnTo>
                        <a:pt x="457190" y="356302"/>
                      </a:lnTo>
                      <a:lnTo>
                        <a:pt x="456786" y="356775"/>
                      </a:lnTo>
                      <a:lnTo>
                        <a:pt x="456403" y="357247"/>
                      </a:lnTo>
                      <a:lnTo>
                        <a:pt x="455998" y="357719"/>
                      </a:lnTo>
                      <a:lnTo>
                        <a:pt x="455616" y="358192"/>
                      </a:lnTo>
                      <a:lnTo>
                        <a:pt x="455211" y="358686"/>
                      </a:lnTo>
                      <a:lnTo>
                        <a:pt x="454829" y="359159"/>
                      </a:lnTo>
                      <a:lnTo>
                        <a:pt x="454424" y="359631"/>
                      </a:lnTo>
                      <a:lnTo>
                        <a:pt x="454019" y="360126"/>
                      </a:lnTo>
                      <a:lnTo>
                        <a:pt x="453637" y="360598"/>
                      </a:lnTo>
                      <a:lnTo>
                        <a:pt x="453232" y="361093"/>
                      </a:lnTo>
                      <a:lnTo>
                        <a:pt x="452850" y="361565"/>
                      </a:lnTo>
                      <a:lnTo>
                        <a:pt x="452445" y="362037"/>
                      </a:lnTo>
                      <a:lnTo>
                        <a:pt x="452063" y="362532"/>
                      </a:lnTo>
                      <a:lnTo>
                        <a:pt x="451658" y="363004"/>
                      </a:lnTo>
                      <a:lnTo>
                        <a:pt x="451276" y="363477"/>
                      </a:lnTo>
                      <a:lnTo>
                        <a:pt x="450871" y="363971"/>
                      </a:lnTo>
                      <a:lnTo>
                        <a:pt x="450466" y="364444"/>
                      </a:lnTo>
                      <a:lnTo>
                        <a:pt x="450084" y="364938"/>
                      </a:lnTo>
                      <a:lnTo>
                        <a:pt x="449679" y="365433"/>
                      </a:lnTo>
                      <a:lnTo>
                        <a:pt x="449296" y="365905"/>
                      </a:lnTo>
                      <a:lnTo>
                        <a:pt x="448892" y="366400"/>
                      </a:lnTo>
                      <a:lnTo>
                        <a:pt x="448510" y="366895"/>
                      </a:lnTo>
                      <a:lnTo>
                        <a:pt x="448105" y="367390"/>
                      </a:lnTo>
                      <a:lnTo>
                        <a:pt x="447722" y="367885"/>
                      </a:lnTo>
                      <a:lnTo>
                        <a:pt x="447318" y="368379"/>
                      </a:lnTo>
                      <a:lnTo>
                        <a:pt x="446913" y="368874"/>
                      </a:lnTo>
                      <a:lnTo>
                        <a:pt x="446530" y="369369"/>
                      </a:lnTo>
                      <a:lnTo>
                        <a:pt x="446126" y="369864"/>
                      </a:lnTo>
                      <a:lnTo>
                        <a:pt x="445743" y="370381"/>
                      </a:lnTo>
                      <a:lnTo>
                        <a:pt x="445338" y="370876"/>
                      </a:lnTo>
                      <a:lnTo>
                        <a:pt x="444956" y="371393"/>
                      </a:lnTo>
                      <a:lnTo>
                        <a:pt x="444551" y="371910"/>
                      </a:lnTo>
                      <a:lnTo>
                        <a:pt x="444147" y="372427"/>
                      </a:lnTo>
                      <a:lnTo>
                        <a:pt x="443764" y="372922"/>
                      </a:lnTo>
                      <a:lnTo>
                        <a:pt x="443359" y="373439"/>
                      </a:lnTo>
                      <a:lnTo>
                        <a:pt x="442977" y="373979"/>
                      </a:lnTo>
                      <a:lnTo>
                        <a:pt x="442572" y="374496"/>
                      </a:lnTo>
                      <a:lnTo>
                        <a:pt x="442190" y="375014"/>
                      </a:lnTo>
                      <a:lnTo>
                        <a:pt x="441785" y="375554"/>
                      </a:lnTo>
                      <a:lnTo>
                        <a:pt x="441403" y="376071"/>
                      </a:lnTo>
                      <a:lnTo>
                        <a:pt x="440998" y="376610"/>
                      </a:lnTo>
                      <a:lnTo>
                        <a:pt x="440593" y="377150"/>
                      </a:lnTo>
                      <a:lnTo>
                        <a:pt x="440211" y="377667"/>
                      </a:lnTo>
                      <a:lnTo>
                        <a:pt x="439806" y="378207"/>
                      </a:lnTo>
                      <a:lnTo>
                        <a:pt x="439424" y="378747"/>
                      </a:lnTo>
                      <a:lnTo>
                        <a:pt x="439019" y="379264"/>
                      </a:lnTo>
                      <a:lnTo>
                        <a:pt x="438636" y="379804"/>
                      </a:lnTo>
                      <a:lnTo>
                        <a:pt x="438232" y="380344"/>
                      </a:lnTo>
                      <a:lnTo>
                        <a:pt x="437850" y="380884"/>
                      </a:lnTo>
                      <a:lnTo>
                        <a:pt x="437444" y="381423"/>
                      </a:lnTo>
                      <a:lnTo>
                        <a:pt x="437040" y="381963"/>
                      </a:lnTo>
                      <a:lnTo>
                        <a:pt x="436658" y="382503"/>
                      </a:lnTo>
                      <a:lnTo>
                        <a:pt x="436253" y="383043"/>
                      </a:lnTo>
                      <a:lnTo>
                        <a:pt x="435870" y="383605"/>
                      </a:lnTo>
                      <a:lnTo>
                        <a:pt x="435466" y="384145"/>
                      </a:lnTo>
                      <a:lnTo>
                        <a:pt x="435083" y="384684"/>
                      </a:lnTo>
                      <a:lnTo>
                        <a:pt x="434678" y="385247"/>
                      </a:lnTo>
                      <a:lnTo>
                        <a:pt x="434296" y="385786"/>
                      </a:lnTo>
                      <a:lnTo>
                        <a:pt x="433891" y="386326"/>
                      </a:lnTo>
                      <a:lnTo>
                        <a:pt x="433487" y="386888"/>
                      </a:lnTo>
                      <a:lnTo>
                        <a:pt x="433104" y="387450"/>
                      </a:lnTo>
                      <a:lnTo>
                        <a:pt x="432699" y="387990"/>
                      </a:lnTo>
                      <a:lnTo>
                        <a:pt x="432317" y="388553"/>
                      </a:lnTo>
                      <a:lnTo>
                        <a:pt x="431912" y="389092"/>
                      </a:lnTo>
                      <a:lnTo>
                        <a:pt x="431530" y="389654"/>
                      </a:lnTo>
                      <a:lnTo>
                        <a:pt x="431125" y="390217"/>
                      </a:lnTo>
                      <a:lnTo>
                        <a:pt x="430720" y="390779"/>
                      </a:lnTo>
                      <a:lnTo>
                        <a:pt x="430338" y="391319"/>
                      </a:lnTo>
                      <a:lnTo>
                        <a:pt x="429933" y="391881"/>
                      </a:lnTo>
                      <a:lnTo>
                        <a:pt x="429551" y="392443"/>
                      </a:lnTo>
                      <a:lnTo>
                        <a:pt x="429146" y="393005"/>
                      </a:lnTo>
                      <a:lnTo>
                        <a:pt x="428764" y="393590"/>
                      </a:lnTo>
                      <a:lnTo>
                        <a:pt x="428359" y="394152"/>
                      </a:lnTo>
                      <a:lnTo>
                        <a:pt x="427976" y="394715"/>
                      </a:lnTo>
                      <a:lnTo>
                        <a:pt x="427572" y="395277"/>
                      </a:lnTo>
                      <a:lnTo>
                        <a:pt x="427167" y="395839"/>
                      </a:lnTo>
                      <a:lnTo>
                        <a:pt x="426784" y="396424"/>
                      </a:lnTo>
                      <a:lnTo>
                        <a:pt x="426380" y="396986"/>
                      </a:lnTo>
                      <a:lnTo>
                        <a:pt x="425998" y="397548"/>
                      </a:lnTo>
                      <a:lnTo>
                        <a:pt x="425593" y="398133"/>
                      </a:lnTo>
                      <a:lnTo>
                        <a:pt x="425210" y="398695"/>
                      </a:lnTo>
                      <a:lnTo>
                        <a:pt x="424806" y="399280"/>
                      </a:lnTo>
                      <a:lnTo>
                        <a:pt x="424423" y="399842"/>
                      </a:lnTo>
                      <a:lnTo>
                        <a:pt x="424018" y="400427"/>
                      </a:lnTo>
                      <a:lnTo>
                        <a:pt x="423613" y="400989"/>
                      </a:lnTo>
                      <a:lnTo>
                        <a:pt x="423231" y="401574"/>
                      </a:lnTo>
                      <a:lnTo>
                        <a:pt x="422826" y="402136"/>
                      </a:lnTo>
                      <a:lnTo>
                        <a:pt x="422444" y="402721"/>
                      </a:lnTo>
                      <a:lnTo>
                        <a:pt x="422039" y="403306"/>
                      </a:lnTo>
                      <a:lnTo>
                        <a:pt x="421657" y="403890"/>
                      </a:lnTo>
                      <a:lnTo>
                        <a:pt x="421252" y="404475"/>
                      </a:lnTo>
                      <a:lnTo>
                        <a:pt x="420870" y="405037"/>
                      </a:lnTo>
                      <a:lnTo>
                        <a:pt x="420465" y="405622"/>
                      </a:lnTo>
                      <a:lnTo>
                        <a:pt x="420060" y="406207"/>
                      </a:lnTo>
                      <a:lnTo>
                        <a:pt x="419678" y="406792"/>
                      </a:lnTo>
                      <a:lnTo>
                        <a:pt x="419273" y="407376"/>
                      </a:lnTo>
                      <a:lnTo>
                        <a:pt x="418890" y="407961"/>
                      </a:lnTo>
                      <a:lnTo>
                        <a:pt x="418486" y="408523"/>
                      </a:lnTo>
                      <a:lnTo>
                        <a:pt x="418104" y="409108"/>
                      </a:lnTo>
                      <a:lnTo>
                        <a:pt x="417699" y="409693"/>
                      </a:lnTo>
                      <a:lnTo>
                        <a:pt x="417316" y="410255"/>
                      </a:lnTo>
                      <a:lnTo>
                        <a:pt x="416912" y="410840"/>
                      </a:lnTo>
                      <a:lnTo>
                        <a:pt x="416507" y="411402"/>
                      </a:lnTo>
                      <a:lnTo>
                        <a:pt x="416124" y="411987"/>
                      </a:lnTo>
                      <a:lnTo>
                        <a:pt x="415720" y="412549"/>
                      </a:lnTo>
                      <a:lnTo>
                        <a:pt x="415337" y="413111"/>
                      </a:lnTo>
                      <a:lnTo>
                        <a:pt x="414933" y="413696"/>
                      </a:lnTo>
                      <a:lnTo>
                        <a:pt x="414550" y="414258"/>
                      </a:lnTo>
                      <a:lnTo>
                        <a:pt x="414145" y="414820"/>
                      </a:lnTo>
                      <a:lnTo>
                        <a:pt x="413741" y="415383"/>
                      </a:lnTo>
                      <a:lnTo>
                        <a:pt x="413358" y="415945"/>
                      </a:lnTo>
                      <a:lnTo>
                        <a:pt x="412953" y="416507"/>
                      </a:lnTo>
                      <a:lnTo>
                        <a:pt x="412571" y="417069"/>
                      </a:lnTo>
                      <a:lnTo>
                        <a:pt x="412166" y="417632"/>
                      </a:lnTo>
                      <a:lnTo>
                        <a:pt x="411784" y="418216"/>
                      </a:lnTo>
                      <a:lnTo>
                        <a:pt x="411379" y="418778"/>
                      </a:lnTo>
                      <a:lnTo>
                        <a:pt x="410997" y="419341"/>
                      </a:lnTo>
                      <a:lnTo>
                        <a:pt x="410592" y="419903"/>
                      </a:lnTo>
                      <a:lnTo>
                        <a:pt x="410187" y="420465"/>
                      </a:lnTo>
                      <a:lnTo>
                        <a:pt x="409805" y="421027"/>
                      </a:lnTo>
                      <a:lnTo>
                        <a:pt x="409400" y="421612"/>
                      </a:lnTo>
                      <a:lnTo>
                        <a:pt x="409018" y="422174"/>
                      </a:lnTo>
                      <a:lnTo>
                        <a:pt x="408613" y="422737"/>
                      </a:lnTo>
                      <a:lnTo>
                        <a:pt x="408230" y="423299"/>
                      </a:lnTo>
                      <a:lnTo>
                        <a:pt x="407826" y="423861"/>
                      </a:lnTo>
                      <a:lnTo>
                        <a:pt x="407444" y="424446"/>
                      </a:lnTo>
                      <a:lnTo>
                        <a:pt x="407039" y="425008"/>
                      </a:lnTo>
                      <a:lnTo>
                        <a:pt x="406634" y="425570"/>
                      </a:lnTo>
                      <a:lnTo>
                        <a:pt x="406252" y="426133"/>
                      </a:lnTo>
                      <a:lnTo>
                        <a:pt x="405847" y="426717"/>
                      </a:lnTo>
                      <a:lnTo>
                        <a:pt x="405464" y="427280"/>
                      </a:lnTo>
                      <a:lnTo>
                        <a:pt x="405060" y="427842"/>
                      </a:lnTo>
                      <a:lnTo>
                        <a:pt x="404677" y="428426"/>
                      </a:lnTo>
                      <a:lnTo>
                        <a:pt x="404295" y="428989"/>
                      </a:lnTo>
                      <a:lnTo>
                        <a:pt x="403913" y="429551"/>
                      </a:lnTo>
                      <a:lnTo>
                        <a:pt x="403485" y="430136"/>
                      </a:lnTo>
                      <a:lnTo>
                        <a:pt x="403103" y="430698"/>
                      </a:lnTo>
                      <a:lnTo>
                        <a:pt x="402721" y="431283"/>
                      </a:lnTo>
                      <a:lnTo>
                        <a:pt x="402316" y="431845"/>
                      </a:lnTo>
                      <a:lnTo>
                        <a:pt x="401934" y="432430"/>
                      </a:lnTo>
                      <a:lnTo>
                        <a:pt x="401529" y="432992"/>
                      </a:lnTo>
                      <a:lnTo>
                        <a:pt x="401146" y="433577"/>
                      </a:lnTo>
                      <a:lnTo>
                        <a:pt x="400742" y="434161"/>
                      </a:lnTo>
                      <a:lnTo>
                        <a:pt x="400359" y="434746"/>
                      </a:lnTo>
                      <a:lnTo>
                        <a:pt x="399954" y="435331"/>
                      </a:lnTo>
                      <a:lnTo>
                        <a:pt x="399550" y="435916"/>
                      </a:lnTo>
                      <a:lnTo>
                        <a:pt x="399168" y="436500"/>
                      </a:lnTo>
                      <a:lnTo>
                        <a:pt x="398762" y="437085"/>
                      </a:lnTo>
                      <a:lnTo>
                        <a:pt x="398380" y="437670"/>
                      </a:lnTo>
                      <a:lnTo>
                        <a:pt x="397976" y="438277"/>
                      </a:lnTo>
                      <a:lnTo>
                        <a:pt x="397593" y="438862"/>
                      </a:lnTo>
                      <a:lnTo>
                        <a:pt x="397188" y="439446"/>
                      </a:lnTo>
                      <a:lnTo>
                        <a:pt x="396784" y="440031"/>
                      </a:lnTo>
                      <a:lnTo>
                        <a:pt x="396401" y="440638"/>
                      </a:lnTo>
                      <a:lnTo>
                        <a:pt x="395996" y="441223"/>
                      </a:lnTo>
                      <a:lnTo>
                        <a:pt x="395614" y="441808"/>
                      </a:lnTo>
                      <a:lnTo>
                        <a:pt x="395209" y="442415"/>
                      </a:lnTo>
                      <a:lnTo>
                        <a:pt x="394827" y="443000"/>
                      </a:lnTo>
                      <a:lnTo>
                        <a:pt x="394422" y="443585"/>
                      </a:lnTo>
                      <a:lnTo>
                        <a:pt x="394040" y="444169"/>
                      </a:lnTo>
                      <a:lnTo>
                        <a:pt x="393635" y="444754"/>
                      </a:lnTo>
                      <a:lnTo>
                        <a:pt x="393230" y="445361"/>
                      </a:lnTo>
                      <a:lnTo>
                        <a:pt x="392848" y="445946"/>
                      </a:lnTo>
                      <a:lnTo>
                        <a:pt x="392443" y="446531"/>
                      </a:lnTo>
                      <a:lnTo>
                        <a:pt x="392061" y="447138"/>
                      </a:lnTo>
                      <a:lnTo>
                        <a:pt x="391656" y="447723"/>
                      </a:lnTo>
                      <a:lnTo>
                        <a:pt x="391274" y="448330"/>
                      </a:lnTo>
                      <a:lnTo>
                        <a:pt x="390869" y="448915"/>
                      </a:lnTo>
                      <a:lnTo>
                        <a:pt x="390486" y="449522"/>
                      </a:lnTo>
                      <a:lnTo>
                        <a:pt x="390082" y="450106"/>
                      </a:lnTo>
                      <a:lnTo>
                        <a:pt x="389677" y="450714"/>
                      </a:lnTo>
                      <a:lnTo>
                        <a:pt x="389294" y="451321"/>
                      </a:lnTo>
                      <a:lnTo>
                        <a:pt x="388890" y="451928"/>
                      </a:lnTo>
                      <a:lnTo>
                        <a:pt x="388508" y="452535"/>
                      </a:lnTo>
                      <a:lnTo>
                        <a:pt x="388102" y="453143"/>
                      </a:lnTo>
                      <a:lnTo>
                        <a:pt x="387720" y="453750"/>
                      </a:lnTo>
                      <a:lnTo>
                        <a:pt x="387316" y="454357"/>
                      </a:lnTo>
                      <a:lnTo>
                        <a:pt x="386933" y="454964"/>
                      </a:lnTo>
                      <a:lnTo>
                        <a:pt x="386528" y="455571"/>
                      </a:lnTo>
                      <a:lnTo>
                        <a:pt x="386124" y="456179"/>
                      </a:lnTo>
                      <a:lnTo>
                        <a:pt x="385741" y="456786"/>
                      </a:lnTo>
                      <a:lnTo>
                        <a:pt x="385336" y="457393"/>
                      </a:lnTo>
                      <a:lnTo>
                        <a:pt x="384954" y="458000"/>
                      </a:lnTo>
                      <a:lnTo>
                        <a:pt x="384549" y="458608"/>
                      </a:lnTo>
                      <a:lnTo>
                        <a:pt x="384167" y="459215"/>
                      </a:lnTo>
                      <a:lnTo>
                        <a:pt x="383762" y="459822"/>
                      </a:lnTo>
                      <a:lnTo>
                        <a:pt x="383357" y="460429"/>
                      </a:lnTo>
                      <a:lnTo>
                        <a:pt x="382975" y="461059"/>
                      </a:lnTo>
                      <a:lnTo>
                        <a:pt x="382570" y="461666"/>
                      </a:lnTo>
                      <a:lnTo>
                        <a:pt x="382188" y="462296"/>
                      </a:lnTo>
                      <a:lnTo>
                        <a:pt x="381783" y="462903"/>
                      </a:lnTo>
                      <a:lnTo>
                        <a:pt x="381401" y="463533"/>
                      </a:lnTo>
                      <a:lnTo>
                        <a:pt x="380996" y="464140"/>
                      </a:lnTo>
                      <a:lnTo>
                        <a:pt x="380614" y="464770"/>
                      </a:lnTo>
                      <a:lnTo>
                        <a:pt x="380208" y="465377"/>
                      </a:lnTo>
                      <a:lnTo>
                        <a:pt x="379804" y="466007"/>
                      </a:lnTo>
                      <a:lnTo>
                        <a:pt x="379422" y="466636"/>
                      </a:lnTo>
                      <a:lnTo>
                        <a:pt x="379016" y="467244"/>
                      </a:lnTo>
                      <a:lnTo>
                        <a:pt x="378634" y="467873"/>
                      </a:lnTo>
                      <a:lnTo>
                        <a:pt x="378230" y="468503"/>
                      </a:lnTo>
                      <a:lnTo>
                        <a:pt x="377847" y="469133"/>
                      </a:lnTo>
                      <a:lnTo>
                        <a:pt x="377442" y="469762"/>
                      </a:lnTo>
                      <a:lnTo>
                        <a:pt x="377060" y="470392"/>
                      </a:lnTo>
                      <a:lnTo>
                        <a:pt x="376656" y="471022"/>
                      </a:lnTo>
                      <a:lnTo>
                        <a:pt x="376250" y="471674"/>
                      </a:lnTo>
                      <a:lnTo>
                        <a:pt x="375868" y="472304"/>
                      </a:lnTo>
                      <a:lnTo>
                        <a:pt x="375463" y="472933"/>
                      </a:lnTo>
                      <a:lnTo>
                        <a:pt x="375081" y="473586"/>
                      </a:lnTo>
                      <a:lnTo>
                        <a:pt x="374676" y="474215"/>
                      </a:lnTo>
                      <a:lnTo>
                        <a:pt x="374294" y="474867"/>
                      </a:lnTo>
                      <a:lnTo>
                        <a:pt x="373889" y="475497"/>
                      </a:lnTo>
                      <a:lnTo>
                        <a:pt x="373507" y="476149"/>
                      </a:lnTo>
                      <a:lnTo>
                        <a:pt x="373102" y="476802"/>
                      </a:lnTo>
                      <a:lnTo>
                        <a:pt x="372697" y="477431"/>
                      </a:lnTo>
                      <a:lnTo>
                        <a:pt x="372315" y="478061"/>
                      </a:lnTo>
                      <a:lnTo>
                        <a:pt x="371910" y="478713"/>
                      </a:lnTo>
                      <a:lnTo>
                        <a:pt x="371528" y="479343"/>
                      </a:lnTo>
                      <a:lnTo>
                        <a:pt x="371123" y="479973"/>
                      </a:lnTo>
                      <a:lnTo>
                        <a:pt x="370740" y="480602"/>
                      </a:lnTo>
                      <a:lnTo>
                        <a:pt x="370336" y="481255"/>
                      </a:lnTo>
                      <a:lnTo>
                        <a:pt x="369954" y="481884"/>
                      </a:lnTo>
                      <a:lnTo>
                        <a:pt x="369548" y="482514"/>
                      </a:lnTo>
                      <a:lnTo>
                        <a:pt x="369144" y="483144"/>
                      </a:lnTo>
                      <a:lnTo>
                        <a:pt x="368762" y="483773"/>
                      </a:lnTo>
                      <a:lnTo>
                        <a:pt x="368356" y="484403"/>
                      </a:lnTo>
                      <a:lnTo>
                        <a:pt x="367974" y="485033"/>
                      </a:lnTo>
                      <a:lnTo>
                        <a:pt x="367570" y="485662"/>
                      </a:lnTo>
                      <a:lnTo>
                        <a:pt x="367187" y="486292"/>
                      </a:lnTo>
                      <a:lnTo>
                        <a:pt x="366782" y="486922"/>
                      </a:lnTo>
                      <a:lnTo>
                        <a:pt x="366378" y="487552"/>
                      </a:lnTo>
                      <a:lnTo>
                        <a:pt x="365995" y="488181"/>
                      </a:lnTo>
                      <a:lnTo>
                        <a:pt x="365590" y="488811"/>
                      </a:lnTo>
                      <a:lnTo>
                        <a:pt x="365208" y="489441"/>
                      </a:lnTo>
                      <a:lnTo>
                        <a:pt x="364803" y="490070"/>
                      </a:lnTo>
                      <a:lnTo>
                        <a:pt x="364421" y="490700"/>
                      </a:lnTo>
                      <a:lnTo>
                        <a:pt x="364016" y="491307"/>
                      </a:lnTo>
                      <a:lnTo>
                        <a:pt x="363634" y="491937"/>
                      </a:lnTo>
                      <a:lnTo>
                        <a:pt x="363229" y="492567"/>
                      </a:lnTo>
                      <a:lnTo>
                        <a:pt x="362824" y="493174"/>
                      </a:lnTo>
                      <a:lnTo>
                        <a:pt x="362442" y="493804"/>
                      </a:lnTo>
                      <a:lnTo>
                        <a:pt x="362037" y="494411"/>
                      </a:lnTo>
                      <a:lnTo>
                        <a:pt x="361655" y="495018"/>
                      </a:lnTo>
                      <a:lnTo>
                        <a:pt x="361250" y="495648"/>
                      </a:lnTo>
                      <a:lnTo>
                        <a:pt x="360868" y="496255"/>
                      </a:lnTo>
                      <a:lnTo>
                        <a:pt x="360463" y="496862"/>
                      </a:lnTo>
                      <a:lnTo>
                        <a:pt x="360080" y="497470"/>
                      </a:lnTo>
                      <a:lnTo>
                        <a:pt x="359676" y="498077"/>
                      </a:lnTo>
                      <a:lnTo>
                        <a:pt x="359271" y="498684"/>
                      </a:lnTo>
                      <a:lnTo>
                        <a:pt x="358888" y="499291"/>
                      </a:lnTo>
                      <a:lnTo>
                        <a:pt x="358484" y="499921"/>
                      </a:lnTo>
                      <a:lnTo>
                        <a:pt x="358102" y="500528"/>
                      </a:lnTo>
                      <a:lnTo>
                        <a:pt x="357696" y="501135"/>
                      </a:lnTo>
                      <a:lnTo>
                        <a:pt x="357314" y="501743"/>
                      </a:lnTo>
                      <a:lnTo>
                        <a:pt x="356910" y="502350"/>
                      </a:lnTo>
                      <a:lnTo>
                        <a:pt x="356527" y="502957"/>
                      </a:lnTo>
                      <a:lnTo>
                        <a:pt x="356122" y="503564"/>
                      </a:lnTo>
                      <a:lnTo>
                        <a:pt x="355718" y="504171"/>
                      </a:lnTo>
                      <a:lnTo>
                        <a:pt x="355335" y="504779"/>
                      </a:lnTo>
                      <a:lnTo>
                        <a:pt x="354930" y="505363"/>
                      </a:lnTo>
                      <a:lnTo>
                        <a:pt x="354548" y="505971"/>
                      </a:lnTo>
                      <a:lnTo>
                        <a:pt x="354143" y="506578"/>
                      </a:lnTo>
                      <a:lnTo>
                        <a:pt x="353761" y="507185"/>
                      </a:lnTo>
                      <a:lnTo>
                        <a:pt x="353356" y="507792"/>
                      </a:lnTo>
                      <a:lnTo>
                        <a:pt x="352951" y="508399"/>
                      </a:lnTo>
                      <a:lnTo>
                        <a:pt x="352569" y="509007"/>
                      </a:lnTo>
                      <a:lnTo>
                        <a:pt x="352164" y="509614"/>
                      </a:lnTo>
                      <a:lnTo>
                        <a:pt x="351782" y="510221"/>
                      </a:lnTo>
                      <a:lnTo>
                        <a:pt x="351377" y="510828"/>
                      </a:lnTo>
                      <a:lnTo>
                        <a:pt x="350995" y="511436"/>
                      </a:lnTo>
                      <a:lnTo>
                        <a:pt x="350590" y="512043"/>
                      </a:lnTo>
                      <a:lnTo>
                        <a:pt x="350208" y="512650"/>
                      </a:lnTo>
                      <a:lnTo>
                        <a:pt x="349803" y="513257"/>
                      </a:lnTo>
                      <a:lnTo>
                        <a:pt x="349398" y="513864"/>
                      </a:lnTo>
                      <a:lnTo>
                        <a:pt x="349016" y="514472"/>
                      </a:lnTo>
                      <a:lnTo>
                        <a:pt x="348611" y="515079"/>
                      </a:lnTo>
                      <a:lnTo>
                        <a:pt x="348228" y="515664"/>
                      </a:lnTo>
                      <a:lnTo>
                        <a:pt x="347824" y="516271"/>
                      </a:lnTo>
                      <a:lnTo>
                        <a:pt x="347442" y="516878"/>
                      </a:lnTo>
                      <a:lnTo>
                        <a:pt x="347036" y="517463"/>
                      </a:lnTo>
                      <a:lnTo>
                        <a:pt x="346654" y="518070"/>
                      </a:lnTo>
                      <a:lnTo>
                        <a:pt x="346250" y="518655"/>
                      </a:lnTo>
                      <a:lnTo>
                        <a:pt x="345844" y="519262"/>
                      </a:lnTo>
                      <a:lnTo>
                        <a:pt x="345462" y="519847"/>
                      </a:lnTo>
                      <a:lnTo>
                        <a:pt x="345058" y="520454"/>
                      </a:lnTo>
                      <a:lnTo>
                        <a:pt x="344675" y="521039"/>
                      </a:lnTo>
                      <a:lnTo>
                        <a:pt x="344270" y="521623"/>
                      </a:lnTo>
                      <a:lnTo>
                        <a:pt x="343888" y="522208"/>
                      </a:lnTo>
                      <a:lnTo>
                        <a:pt x="343483" y="522793"/>
                      </a:lnTo>
                      <a:lnTo>
                        <a:pt x="343101" y="523377"/>
                      </a:lnTo>
                      <a:lnTo>
                        <a:pt x="342696" y="523962"/>
                      </a:lnTo>
                      <a:lnTo>
                        <a:pt x="342291" y="524547"/>
                      </a:lnTo>
                      <a:lnTo>
                        <a:pt x="341909" y="525109"/>
                      </a:lnTo>
                      <a:lnTo>
                        <a:pt x="341504" y="525671"/>
                      </a:lnTo>
                      <a:lnTo>
                        <a:pt x="341122" y="526234"/>
                      </a:lnTo>
                      <a:lnTo>
                        <a:pt x="340717" y="526818"/>
                      </a:lnTo>
                      <a:lnTo>
                        <a:pt x="340335" y="527381"/>
                      </a:lnTo>
                      <a:lnTo>
                        <a:pt x="339930" y="527920"/>
                      </a:lnTo>
                      <a:lnTo>
                        <a:pt x="339548" y="528483"/>
                      </a:lnTo>
                      <a:lnTo>
                        <a:pt x="339142" y="529045"/>
                      </a:lnTo>
                      <a:lnTo>
                        <a:pt x="338738" y="529607"/>
                      </a:lnTo>
                      <a:lnTo>
                        <a:pt x="338356" y="530147"/>
                      </a:lnTo>
                      <a:lnTo>
                        <a:pt x="337950" y="530709"/>
                      </a:lnTo>
                      <a:lnTo>
                        <a:pt x="337568" y="531271"/>
                      </a:lnTo>
                      <a:lnTo>
                        <a:pt x="337164" y="531811"/>
                      </a:lnTo>
                      <a:lnTo>
                        <a:pt x="336782" y="532373"/>
                      </a:lnTo>
                      <a:lnTo>
                        <a:pt x="336376" y="532913"/>
                      </a:lnTo>
                      <a:lnTo>
                        <a:pt x="335972" y="533453"/>
                      </a:lnTo>
                      <a:lnTo>
                        <a:pt x="335590" y="533993"/>
                      </a:lnTo>
                      <a:lnTo>
                        <a:pt x="335184" y="534555"/>
                      </a:lnTo>
                      <a:lnTo>
                        <a:pt x="334802" y="535095"/>
                      </a:lnTo>
                      <a:lnTo>
                        <a:pt x="334397" y="535634"/>
                      </a:lnTo>
                      <a:lnTo>
                        <a:pt x="334015" y="536174"/>
                      </a:lnTo>
                      <a:lnTo>
                        <a:pt x="333610" y="536691"/>
                      </a:lnTo>
                      <a:lnTo>
                        <a:pt x="333228" y="537231"/>
                      </a:lnTo>
                      <a:lnTo>
                        <a:pt x="332823" y="537748"/>
                      </a:lnTo>
                      <a:lnTo>
                        <a:pt x="332418" y="538288"/>
                      </a:lnTo>
                      <a:lnTo>
                        <a:pt x="332036" y="538805"/>
                      </a:lnTo>
                      <a:lnTo>
                        <a:pt x="331631" y="539323"/>
                      </a:lnTo>
                      <a:lnTo>
                        <a:pt x="331249" y="539817"/>
                      </a:lnTo>
                      <a:lnTo>
                        <a:pt x="330844" y="540335"/>
                      </a:lnTo>
                      <a:lnTo>
                        <a:pt x="330462" y="540829"/>
                      </a:lnTo>
                      <a:lnTo>
                        <a:pt x="330057" y="541347"/>
                      </a:lnTo>
                      <a:lnTo>
                        <a:pt x="329674" y="541841"/>
                      </a:lnTo>
                      <a:lnTo>
                        <a:pt x="329270" y="542336"/>
                      </a:lnTo>
                      <a:lnTo>
                        <a:pt x="328865" y="542809"/>
                      </a:lnTo>
                      <a:lnTo>
                        <a:pt x="328482" y="543303"/>
                      </a:lnTo>
                      <a:lnTo>
                        <a:pt x="328078" y="543776"/>
                      </a:lnTo>
                      <a:lnTo>
                        <a:pt x="327696" y="544248"/>
                      </a:lnTo>
                      <a:lnTo>
                        <a:pt x="327290" y="544720"/>
                      </a:lnTo>
                      <a:lnTo>
                        <a:pt x="326908" y="545192"/>
                      </a:lnTo>
                      <a:lnTo>
                        <a:pt x="326504" y="545665"/>
                      </a:lnTo>
                      <a:lnTo>
                        <a:pt x="326121" y="546115"/>
                      </a:lnTo>
                      <a:lnTo>
                        <a:pt x="325716" y="546564"/>
                      </a:lnTo>
                      <a:lnTo>
                        <a:pt x="325312" y="547037"/>
                      </a:lnTo>
                      <a:lnTo>
                        <a:pt x="324929" y="547486"/>
                      </a:lnTo>
                      <a:lnTo>
                        <a:pt x="324524" y="547936"/>
                      </a:lnTo>
                      <a:lnTo>
                        <a:pt x="324142" y="548386"/>
                      </a:lnTo>
                      <a:lnTo>
                        <a:pt x="323737" y="548813"/>
                      </a:lnTo>
                      <a:lnTo>
                        <a:pt x="323355" y="549263"/>
                      </a:lnTo>
                      <a:lnTo>
                        <a:pt x="322950" y="549690"/>
                      </a:lnTo>
                      <a:lnTo>
                        <a:pt x="322545" y="550140"/>
                      </a:lnTo>
                      <a:lnTo>
                        <a:pt x="322163" y="550567"/>
                      </a:lnTo>
                      <a:lnTo>
                        <a:pt x="321758" y="550995"/>
                      </a:lnTo>
                      <a:lnTo>
                        <a:pt x="321376" y="551422"/>
                      </a:lnTo>
                      <a:lnTo>
                        <a:pt x="320971" y="551872"/>
                      </a:lnTo>
                      <a:lnTo>
                        <a:pt x="320589" y="552299"/>
                      </a:lnTo>
                      <a:lnTo>
                        <a:pt x="320184" y="552704"/>
                      </a:lnTo>
                      <a:lnTo>
                        <a:pt x="319802" y="553131"/>
                      </a:lnTo>
                      <a:lnTo>
                        <a:pt x="319397" y="553559"/>
                      </a:lnTo>
                      <a:lnTo>
                        <a:pt x="318992" y="553963"/>
                      </a:lnTo>
                      <a:lnTo>
                        <a:pt x="318610" y="554391"/>
                      </a:lnTo>
                      <a:lnTo>
                        <a:pt x="318205" y="554795"/>
                      </a:lnTo>
                      <a:lnTo>
                        <a:pt x="317822" y="555200"/>
                      </a:lnTo>
                      <a:lnTo>
                        <a:pt x="317418" y="555605"/>
                      </a:lnTo>
                      <a:lnTo>
                        <a:pt x="317036" y="556010"/>
                      </a:lnTo>
                      <a:lnTo>
                        <a:pt x="316630" y="556415"/>
                      </a:lnTo>
                      <a:lnTo>
                        <a:pt x="316248" y="556820"/>
                      </a:lnTo>
                      <a:lnTo>
                        <a:pt x="315844" y="557202"/>
                      </a:lnTo>
                      <a:lnTo>
                        <a:pt x="315438" y="557584"/>
                      </a:lnTo>
                      <a:lnTo>
                        <a:pt x="315056" y="557989"/>
                      </a:lnTo>
                      <a:lnTo>
                        <a:pt x="314652" y="558371"/>
                      </a:lnTo>
                      <a:lnTo>
                        <a:pt x="314269" y="558754"/>
                      </a:lnTo>
                      <a:lnTo>
                        <a:pt x="313864" y="559113"/>
                      </a:lnTo>
                      <a:lnTo>
                        <a:pt x="313482" y="559496"/>
                      </a:lnTo>
                      <a:lnTo>
                        <a:pt x="313077" y="559856"/>
                      </a:lnTo>
                      <a:lnTo>
                        <a:pt x="312695" y="560215"/>
                      </a:lnTo>
                      <a:lnTo>
                        <a:pt x="312290" y="560575"/>
                      </a:lnTo>
                      <a:lnTo>
                        <a:pt x="311885" y="560935"/>
                      </a:lnTo>
                      <a:lnTo>
                        <a:pt x="311503" y="561295"/>
                      </a:lnTo>
                      <a:lnTo>
                        <a:pt x="311098" y="561655"/>
                      </a:lnTo>
                      <a:lnTo>
                        <a:pt x="310716" y="561992"/>
                      </a:lnTo>
                      <a:lnTo>
                        <a:pt x="310311" y="562329"/>
                      </a:lnTo>
                      <a:lnTo>
                        <a:pt x="309929" y="562667"/>
                      </a:lnTo>
                      <a:lnTo>
                        <a:pt x="309524" y="563004"/>
                      </a:lnTo>
                      <a:lnTo>
                        <a:pt x="309142" y="563342"/>
                      </a:lnTo>
                      <a:lnTo>
                        <a:pt x="308737" y="563679"/>
                      </a:lnTo>
                      <a:lnTo>
                        <a:pt x="308332" y="564016"/>
                      </a:lnTo>
                      <a:lnTo>
                        <a:pt x="307950" y="564331"/>
                      </a:lnTo>
                      <a:lnTo>
                        <a:pt x="307545" y="564646"/>
                      </a:lnTo>
                      <a:lnTo>
                        <a:pt x="307162" y="564961"/>
                      </a:lnTo>
                      <a:lnTo>
                        <a:pt x="306758" y="565276"/>
                      </a:lnTo>
                      <a:lnTo>
                        <a:pt x="306376" y="565590"/>
                      </a:lnTo>
                      <a:lnTo>
                        <a:pt x="305970" y="565883"/>
                      </a:lnTo>
                      <a:lnTo>
                        <a:pt x="305566" y="566175"/>
                      </a:lnTo>
                      <a:lnTo>
                        <a:pt x="305184" y="566468"/>
                      </a:lnTo>
                      <a:lnTo>
                        <a:pt x="304778" y="566760"/>
                      </a:lnTo>
                      <a:lnTo>
                        <a:pt x="304396" y="567052"/>
                      </a:lnTo>
                      <a:lnTo>
                        <a:pt x="303992" y="567322"/>
                      </a:lnTo>
                      <a:lnTo>
                        <a:pt x="303609" y="567592"/>
                      </a:lnTo>
                      <a:lnTo>
                        <a:pt x="303204" y="567862"/>
                      </a:lnTo>
                      <a:lnTo>
                        <a:pt x="302822" y="568132"/>
                      </a:lnTo>
                      <a:lnTo>
                        <a:pt x="302417" y="568402"/>
                      </a:lnTo>
                      <a:lnTo>
                        <a:pt x="302012" y="568649"/>
                      </a:lnTo>
                      <a:lnTo>
                        <a:pt x="301630" y="568919"/>
                      </a:lnTo>
                      <a:lnTo>
                        <a:pt x="301225" y="569166"/>
                      </a:lnTo>
                      <a:lnTo>
                        <a:pt x="300843" y="569414"/>
                      </a:lnTo>
                      <a:lnTo>
                        <a:pt x="300438" y="569639"/>
                      </a:lnTo>
                      <a:lnTo>
                        <a:pt x="300056" y="569886"/>
                      </a:lnTo>
                      <a:lnTo>
                        <a:pt x="299651" y="570111"/>
                      </a:lnTo>
                      <a:lnTo>
                        <a:pt x="299269" y="570358"/>
                      </a:lnTo>
                      <a:lnTo>
                        <a:pt x="298864" y="570583"/>
                      </a:lnTo>
                      <a:lnTo>
                        <a:pt x="298459" y="570808"/>
                      </a:lnTo>
                      <a:lnTo>
                        <a:pt x="298076" y="571010"/>
                      </a:lnTo>
                      <a:lnTo>
                        <a:pt x="297672" y="571235"/>
                      </a:lnTo>
                      <a:lnTo>
                        <a:pt x="297290" y="571438"/>
                      </a:lnTo>
                      <a:lnTo>
                        <a:pt x="296884" y="571663"/>
                      </a:lnTo>
                      <a:lnTo>
                        <a:pt x="296502" y="571865"/>
                      </a:lnTo>
                      <a:lnTo>
                        <a:pt x="296098" y="570988"/>
                      </a:lnTo>
                      <a:lnTo>
                        <a:pt x="295716" y="567862"/>
                      </a:lnTo>
                      <a:lnTo>
                        <a:pt x="295310" y="568064"/>
                      </a:lnTo>
                      <a:lnTo>
                        <a:pt x="294906" y="568042"/>
                      </a:lnTo>
                      <a:lnTo>
                        <a:pt x="294524" y="568244"/>
                      </a:lnTo>
                      <a:lnTo>
                        <a:pt x="294118" y="568447"/>
                      </a:lnTo>
                      <a:lnTo>
                        <a:pt x="293736" y="568649"/>
                      </a:lnTo>
                      <a:lnTo>
                        <a:pt x="293331" y="568829"/>
                      </a:lnTo>
                      <a:lnTo>
                        <a:pt x="292949" y="569031"/>
                      </a:lnTo>
                      <a:lnTo>
                        <a:pt x="292544" y="569211"/>
                      </a:lnTo>
                      <a:lnTo>
                        <a:pt x="292139" y="569391"/>
                      </a:lnTo>
                      <a:lnTo>
                        <a:pt x="291757" y="569594"/>
                      </a:lnTo>
                      <a:lnTo>
                        <a:pt x="291352" y="569751"/>
                      </a:lnTo>
                      <a:lnTo>
                        <a:pt x="290970" y="569931"/>
                      </a:lnTo>
                      <a:lnTo>
                        <a:pt x="290565" y="570111"/>
                      </a:lnTo>
                      <a:lnTo>
                        <a:pt x="290183" y="570291"/>
                      </a:lnTo>
                      <a:lnTo>
                        <a:pt x="289778" y="570448"/>
                      </a:lnTo>
                      <a:lnTo>
                        <a:pt x="289396" y="570606"/>
                      </a:lnTo>
                      <a:lnTo>
                        <a:pt x="288991" y="570763"/>
                      </a:lnTo>
                      <a:lnTo>
                        <a:pt x="288586" y="570921"/>
                      </a:lnTo>
                      <a:lnTo>
                        <a:pt x="288204" y="571078"/>
                      </a:lnTo>
                      <a:lnTo>
                        <a:pt x="287799" y="571235"/>
                      </a:lnTo>
                      <a:lnTo>
                        <a:pt x="287416" y="571370"/>
                      </a:lnTo>
                      <a:lnTo>
                        <a:pt x="287012" y="571505"/>
                      </a:lnTo>
                      <a:lnTo>
                        <a:pt x="286630" y="571640"/>
                      </a:lnTo>
                      <a:lnTo>
                        <a:pt x="286224" y="571775"/>
                      </a:lnTo>
                      <a:lnTo>
                        <a:pt x="285842" y="571910"/>
                      </a:lnTo>
                      <a:lnTo>
                        <a:pt x="285438" y="572022"/>
                      </a:lnTo>
                      <a:lnTo>
                        <a:pt x="285033" y="572157"/>
                      </a:lnTo>
                      <a:lnTo>
                        <a:pt x="284673" y="572270"/>
                      </a:lnTo>
                      <a:lnTo>
                        <a:pt x="284246" y="572360"/>
                      </a:lnTo>
                      <a:lnTo>
                        <a:pt x="283886" y="572472"/>
                      </a:lnTo>
                      <a:lnTo>
                        <a:pt x="283481" y="572562"/>
                      </a:lnTo>
                      <a:lnTo>
                        <a:pt x="283076" y="572652"/>
                      </a:lnTo>
                      <a:lnTo>
                        <a:pt x="282694" y="572742"/>
                      </a:lnTo>
                      <a:lnTo>
                        <a:pt x="282311" y="572810"/>
                      </a:lnTo>
                      <a:lnTo>
                        <a:pt x="281907" y="572877"/>
                      </a:lnTo>
                      <a:lnTo>
                        <a:pt x="281502" y="572967"/>
                      </a:lnTo>
                      <a:lnTo>
                        <a:pt x="281120" y="573035"/>
                      </a:lnTo>
                      <a:lnTo>
                        <a:pt x="280715" y="573079"/>
                      </a:lnTo>
                      <a:lnTo>
                        <a:pt x="280332" y="573147"/>
                      </a:lnTo>
                      <a:lnTo>
                        <a:pt x="279928" y="573192"/>
                      </a:lnTo>
                      <a:lnTo>
                        <a:pt x="279545" y="573237"/>
                      </a:lnTo>
                      <a:lnTo>
                        <a:pt x="279140" y="573282"/>
                      </a:lnTo>
                      <a:lnTo>
                        <a:pt x="278758" y="573327"/>
                      </a:lnTo>
                      <a:lnTo>
                        <a:pt x="278353" y="573349"/>
                      </a:lnTo>
                      <a:lnTo>
                        <a:pt x="277948" y="573372"/>
                      </a:lnTo>
                      <a:lnTo>
                        <a:pt x="277566" y="573394"/>
                      </a:lnTo>
                      <a:lnTo>
                        <a:pt x="277162" y="573417"/>
                      </a:lnTo>
                      <a:lnTo>
                        <a:pt x="276779" y="573439"/>
                      </a:lnTo>
                      <a:lnTo>
                        <a:pt x="276374" y="573439"/>
                      </a:lnTo>
                      <a:lnTo>
                        <a:pt x="275992" y="573439"/>
                      </a:lnTo>
                      <a:lnTo>
                        <a:pt x="275587" y="573394"/>
                      </a:lnTo>
                      <a:lnTo>
                        <a:pt x="275182" y="573349"/>
                      </a:lnTo>
                      <a:lnTo>
                        <a:pt x="274800" y="573304"/>
                      </a:lnTo>
                      <a:lnTo>
                        <a:pt x="274395" y="573259"/>
                      </a:lnTo>
                      <a:lnTo>
                        <a:pt x="274013" y="573192"/>
                      </a:lnTo>
                      <a:lnTo>
                        <a:pt x="273608" y="573124"/>
                      </a:lnTo>
                      <a:lnTo>
                        <a:pt x="273226" y="573079"/>
                      </a:lnTo>
                      <a:lnTo>
                        <a:pt x="272821" y="572990"/>
                      </a:lnTo>
                      <a:lnTo>
                        <a:pt x="272439" y="572922"/>
                      </a:lnTo>
                      <a:lnTo>
                        <a:pt x="272034" y="572855"/>
                      </a:lnTo>
                      <a:lnTo>
                        <a:pt x="271629" y="572765"/>
                      </a:lnTo>
                      <a:lnTo>
                        <a:pt x="271247" y="572675"/>
                      </a:lnTo>
                      <a:lnTo>
                        <a:pt x="270842" y="572585"/>
                      </a:lnTo>
                      <a:lnTo>
                        <a:pt x="270459" y="572472"/>
                      </a:lnTo>
                      <a:lnTo>
                        <a:pt x="270055" y="572360"/>
                      </a:lnTo>
                      <a:lnTo>
                        <a:pt x="269672" y="572247"/>
                      </a:lnTo>
                      <a:lnTo>
                        <a:pt x="269268" y="572135"/>
                      </a:lnTo>
                      <a:lnTo>
                        <a:pt x="268885" y="572022"/>
                      </a:lnTo>
                      <a:lnTo>
                        <a:pt x="268480" y="571888"/>
                      </a:lnTo>
                      <a:lnTo>
                        <a:pt x="268076" y="571753"/>
                      </a:lnTo>
                      <a:lnTo>
                        <a:pt x="267693" y="571618"/>
                      </a:lnTo>
                      <a:lnTo>
                        <a:pt x="267288" y="571483"/>
                      </a:lnTo>
                      <a:lnTo>
                        <a:pt x="266906" y="571348"/>
                      </a:lnTo>
                      <a:lnTo>
                        <a:pt x="266502" y="571190"/>
                      </a:lnTo>
                      <a:lnTo>
                        <a:pt x="266119" y="571033"/>
                      </a:lnTo>
                      <a:lnTo>
                        <a:pt x="265714" y="570875"/>
                      </a:lnTo>
                      <a:lnTo>
                        <a:pt x="265332" y="570718"/>
                      </a:lnTo>
                      <a:lnTo>
                        <a:pt x="264927" y="570561"/>
                      </a:lnTo>
                      <a:lnTo>
                        <a:pt x="264522" y="570381"/>
                      </a:lnTo>
                      <a:lnTo>
                        <a:pt x="264140" y="570201"/>
                      </a:lnTo>
                      <a:lnTo>
                        <a:pt x="263735" y="570021"/>
                      </a:lnTo>
                      <a:lnTo>
                        <a:pt x="263353" y="569841"/>
                      </a:lnTo>
                      <a:lnTo>
                        <a:pt x="262948" y="569639"/>
                      </a:lnTo>
                      <a:lnTo>
                        <a:pt x="262566" y="569436"/>
                      </a:lnTo>
                      <a:lnTo>
                        <a:pt x="262161" y="569234"/>
                      </a:lnTo>
                      <a:lnTo>
                        <a:pt x="261756" y="569031"/>
                      </a:lnTo>
                      <a:lnTo>
                        <a:pt x="261374" y="568806"/>
                      </a:lnTo>
                      <a:lnTo>
                        <a:pt x="260969" y="568582"/>
                      </a:lnTo>
                      <a:lnTo>
                        <a:pt x="260587" y="568357"/>
                      </a:lnTo>
                      <a:lnTo>
                        <a:pt x="260182" y="568132"/>
                      </a:lnTo>
                      <a:lnTo>
                        <a:pt x="259799" y="567907"/>
                      </a:lnTo>
                      <a:lnTo>
                        <a:pt x="259395" y="567660"/>
                      </a:lnTo>
                      <a:lnTo>
                        <a:pt x="259012" y="567435"/>
                      </a:lnTo>
                      <a:lnTo>
                        <a:pt x="258608" y="567187"/>
                      </a:lnTo>
                      <a:lnTo>
                        <a:pt x="258202" y="566940"/>
                      </a:lnTo>
                      <a:lnTo>
                        <a:pt x="257820" y="566670"/>
                      </a:lnTo>
                      <a:lnTo>
                        <a:pt x="257416" y="566423"/>
                      </a:lnTo>
                      <a:lnTo>
                        <a:pt x="257033" y="566153"/>
                      </a:lnTo>
                      <a:lnTo>
                        <a:pt x="256628" y="565883"/>
                      </a:lnTo>
                      <a:lnTo>
                        <a:pt x="256246" y="565590"/>
                      </a:lnTo>
                      <a:lnTo>
                        <a:pt x="255841" y="565321"/>
                      </a:lnTo>
                      <a:lnTo>
                        <a:pt x="255459" y="565028"/>
                      </a:lnTo>
                      <a:lnTo>
                        <a:pt x="255054" y="564736"/>
                      </a:lnTo>
                      <a:lnTo>
                        <a:pt x="254650" y="564444"/>
                      </a:lnTo>
                      <a:lnTo>
                        <a:pt x="254267" y="564129"/>
                      </a:lnTo>
                      <a:lnTo>
                        <a:pt x="253862" y="563814"/>
                      </a:lnTo>
                      <a:lnTo>
                        <a:pt x="253480" y="563499"/>
                      </a:lnTo>
                      <a:lnTo>
                        <a:pt x="253075" y="563184"/>
                      </a:lnTo>
                      <a:lnTo>
                        <a:pt x="252693" y="562869"/>
                      </a:lnTo>
                      <a:lnTo>
                        <a:pt x="252288" y="562532"/>
                      </a:lnTo>
                      <a:lnTo>
                        <a:pt x="251905" y="562172"/>
                      </a:lnTo>
                      <a:lnTo>
                        <a:pt x="251501" y="561835"/>
                      </a:lnTo>
                      <a:lnTo>
                        <a:pt x="251096" y="561475"/>
                      </a:lnTo>
                      <a:lnTo>
                        <a:pt x="250714" y="561115"/>
                      </a:lnTo>
                      <a:lnTo>
                        <a:pt x="250309" y="560755"/>
                      </a:lnTo>
                      <a:lnTo>
                        <a:pt x="249926" y="560373"/>
                      </a:lnTo>
                      <a:lnTo>
                        <a:pt x="249522" y="559991"/>
                      </a:lnTo>
                      <a:lnTo>
                        <a:pt x="249139" y="559608"/>
                      </a:lnTo>
                      <a:lnTo>
                        <a:pt x="248734" y="559226"/>
                      </a:lnTo>
                      <a:lnTo>
                        <a:pt x="248352" y="558821"/>
                      </a:lnTo>
                      <a:lnTo>
                        <a:pt x="247948" y="558416"/>
                      </a:lnTo>
                      <a:lnTo>
                        <a:pt x="247542" y="558011"/>
                      </a:lnTo>
                      <a:lnTo>
                        <a:pt x="247160" y="557584"/>
                      </a:lnTo>
                      <a:lnTo>
                        <a:pt x="246756" y="557157"/>
                      </a:lnTo>
                      <a:lnTo>
                        <a:pt x="246373" y="556730"/>
                      </a:lnTo>
                      <a:lnTo>
                        <a:pt x="245968" y="556280"/>
                      </a:lnTo>
                      <a:lnTo>
                        <a:pt x="245586" y="555830"/>
                      </a:lnTo>
                      <a:lnTo>
                        <a:pt x="245181" y="555380"/>
                      </a:lnTo>
                      <a:lnTo>
                        <a:pt x="244776" y="554908"/>
                      </a:lnTo>
                      <a:lnTo>
                        <a:pt x="244394" y="554458"/>
                      </a:lnTo>
                      <a:lnTo>
                        <a:pt x="243989" y="553986"/>
                      </a:lnTo>
                      <a:lnTo>
                        <a:pt x="243607" y="553491"/>
                      </a:lnTo>
                      <a:lnTo>
                        <a:pt x="243202" y="553019"/>
                      </a:lnTo>
                      <a:lnTo>
                        <a:pt x="242820" y="552502"/>
                      </a:lnTo>
                      <a:lnTo>
                        <a:pt x="242415" y="552007"/>
                      </a:lnTo>
                      <a:lnTo>
                        <a:pt x="242033" y="551512"/>
                      </a:lnTo>
                      <a:lnTo>
                        <a:pt x="241628" y="550995"/>
                      </a:lnTo>
                      <a:lnTo>
                        <a:pt x="241223" y="550477"/>
                      </a:lnTo>
                      <a:lnTo>
                        <a:pt x="240841" y="549960"/>
                      </a:lnTo>
                      <a:lnTo>
                        <a:pt x="240436" y="549420"/>
                      </a:lnTo>
                      <a:lnTo>
                        <a:pt x="240054" y="548903"/>
                      </a:lnTo>
                      <a:lnTo>
                        <a:pt x="239649" y="548363"/>
                      </a:lnTo>
                      <a:lnTo>
                        <a:pt x="239266" y="547824"/>
                      </a:lnTo>
                      <a:lnTo>
                        <a:pt x="238862" y="547261"/>
                      </a:lnTo>
                      <a:lnTo>
                        <a:pt x="238479" y="546699"/>
                      </a:lnTo>
                      <a:lnTo>
                        <a:pt x="238074" y="546159"/>
                      </a:lnTo>
                      <a:lnTo>
                        <a:pt x="237670" y="545597"/>
                      </a:lnTo>
                      <a:lnTo>
                        <a:pt x="237287" y="545012"/>
                      </a:lnTo>
                      <a:lnTo>
                        <a:pt x="236882" y="544450"/>
                      </a:lnTo>
                      <a:lnTo>
                        <a:pt x="236500" y="543866"/>
                      </a:lnTo>
                      <a:lnTo>
                        <a:pt x="236096" y="543281"/>
                      </a:lnTo>
                      <a:lnTo>
                        <a:pt x="235713" y="542674"/>
                      </a:lnTo>
                      <a:lnTo>
                        <a:pt x="235308" y="542089"/>
                      </a:lnTo>
                      <a:lnTo>
                        <a:pt x="234926" y="541482"/>
                      </a:lnTo>
                      <a:lnTo>
                        <a:pt x="234521" y="540852"/>
                      </a:lnTo>
                      <a:lnTo>
                        <a:pt x="234116" y="540245"/>
                      </a:lnTo>
                      <a:lnTo>
                        <a:pt x="233734" y="539615"/>
                      </a:lnTo>
                      <a:lnTo>
                        <a:pt x="233329" y="538985"/>
                      </a:lnTo>
                      <a:lnTo>
                        <a:pt x="232947" y="538333"/>
                      </a:lnTo>
                      <a:lnTo>
                        <a:pt x="232542" y="537681"/>
                      </a:lnTo>
                      <a:lnTo>
                        <a:pt x="232160" y="537029"/>
                      </a:lnTo>
                      <a:lnTo>
                        <a:pt x="231755" y="536376"/>
                      </a:lnTo>
                      <a:lnTo>
                        <a:pt x="231350" y="535702"/>
                      </a:lnTo>
                      <a:lnTo>
                        <a:pt x="230968" y="535027"/>
                      </a:lnTo>
                      <a:lnTo>
                        <a:pt x="230563" y="534352"/>
                      </a:lnTo>
                      <a:lnTo>
                        <a:pt x="230181" y="533655"/>
                      </a:lnTo>
                      <a:lnTo>
                        <a:pt x="229776" y="532958"/>
                      </a:lnTo>
                      <a:lnTo>
                        <a:pt x="229394" y="532261"/>
                      </a:lnTo>
                      <a:lnTo>
                        <a:pt x="228989" y="531564"/>
                      </a:lnTo>
                      <a:lnTo>
                        <a:pt x="228606" y="530844"/>
                      </a:lnTo>
                      <a:lnTo>
                        <a:pt x="228202" y="530124"/>
                      </a:lnTo>
                      <a:lnTo>
                        <a:pt x="227797" y="529405"/>
                      </a:lnTo>
                      <a:lnTo>
                        <a:pt x="227414" y="528663"/>
                      </a:lnTo>
                      <a:lnTo>
                        <a:pt x="227010" y="527920"/>
                      </a:lnTo>
                      <a:lnTo>
                        <a:pt x="226627" y="527178"/>
                      </a:lnTo>
                      <a:lnTo>
                        <a:pt x="226222" y="526436"/>
                      </a:lnTo>
                      <a:lnTo>
                        <a:pt x="225840" y="525671"/>
                      </a:lnTo>
                      <a:lnTo>
                        <a:pt x="225436" y="524884"/>
                      </a:lnTo>
                      <a:lnTo>
                        <a:pt x="225053" y="524120"/>
                      </a:lnTo>
                      <a:lnTo>
                        <a:pt x="224648" y="523333"/>
                      </a:lnTo>
                      <a:lnTo>
                        <a:pt x="224244" y="522545"/>
                      </a:lnTo>
                      <a:lnTo>
                        <a:pt x="223861" y="521736"/>
                      </a:lnTo>
                      <a:lnTo>
                        <a:pt x="223456" y="520926"/>
                      </a:lnTo>
                      <a:lnTo>
                        <a:pt x="223074" y="520094"/>
                      </a:lnTo>
                      <a:lnTo>
                        <a:pt x="222669" y="519262"/>
                      </a:lnTo>
                      <a:lnTo>
                        <a:pt x="222287" y="518407"/>
                      </a:lnTo>
                      <a:lnTo>
                        <a:pt x="221882" y="517553"/>
                      </a:lnTo>
                      <a:lnTo>
                        <a:pt x="221500" y="516698"/>
                      </a:lnTo>
                      <a:lnTo>
                        <a:pt x="221095" y="515821"/>
                      </a:lnTo>
                      <a:lnTo>
                        <a:pt x="220690" y="514944"/>
                      </a:lnTo>
                      <a:lnTo>
                        <a:pt x="220308" y="514044"/>
                      </a:lnTo>
                      <a:lnTo>
                        <a:pt x="219903" y="513145"/>
                      </a:lnTo>
                      <a:lnTo>
                        <a:pt x="219521" y="512223"/>
                      </a:lnTo>
                      <a:lnTo>
                        <a:pt x="219116" y="511301"/>
                      </a:lnTo>
                      <a:lnTo>
                        <a:pt x="218733" y="510379"/>
                      </a:lnTo>
                      <a:lnTo>
                        <a:pt x="218329" y="509434"/>
                      </a:lnTo>
                      <a:lnTo>
                        <a:pt x="217946" y="508512"/>
                      </a:lnTo>
                      <a:lnTo>
                        <a:pt x="217542" y="507545"/>
                      </a:lnTo>
                      <a:lnTo>
                        <a:pt x="217136" y="506600"/>
                      </a:lnTo>
                      <a:lnTo>
                        <a:pt x="216754" y="505611"/>
                      </a:lnTo>
                      <a:lnTo>
                        <a:pt x="216350" y="504644"/>
                      </a:lnTo>
                      <a:lnTo>
                        <a:pt x="215967" y="503654"/>
                      </a:lnTo>
                      <a:lnTo>
                        <a:pt x="215562" y="502665"/>
                      </a:lnTo>
                      <a:lnTo>
                        <a:pt x="215180" y="501653"/>
                      </a:lnTo>
                      <a:lnTo>
                        <a:pt x="214776" y="500641"/>
                      </a:lnTo>
                      <a:lnTo>
                        <a:pt x="214370" y="499606"/>
                      </a:lnTo>
                      <a:lnTo>
                        <a:pt x="213988" y="498571"/>
                      </a:lnTo>
                      <a:lnTo>
                        <a:pt x="213584" y="497537"/>
                      </a:lnTo>
                      <a:lnTo>
                        <a:pt x="213201" y="496480"/>
                      </a:lnTo>
                      <a:lnTo>
                        <a:pt x="212796" y="495423"/>
                      </a:lnTo>
                      <a:lnTo>
                        <a:pt x="212414" y="494343"/>
                      </a:lnTo>
                      <a:lnTo>
                        <a:pt x="212009" y="493264"/>
                      </a:lnTo>
                      <a:lnTo>
                        <a:pt x="211627" y="492162"/>
                      </a:lnTo>
                      <a:lnTo>
                        <a:pt x="211222" y="491060"/>
                      </a:lnTo>
                      <a:lnTo>
                        <a:pt x="210817" y="489936"/>
                      </a:lnTo>
                      <a:lnTo>
                        <a:pt x="210435" y="488811"/>
                      </a:lnTo>
                      <a:lnTo>
                        <a:pt x="210030" y="487687"/>
                      </a:lnTo>
                      <a:lnTo>
                        <a:pt x="209648" y="486517"/>
                      </a:lnTo>
                      <a:lnTo>
                        <a:pt x="209243" y="485370"/>
                      </a:lnTo>
                      <a:lnTo>
                        <a:pt x="208860" y="484201"/>
                      </a:lnTo>
                      <a:lnTo>
                        <a:pt x="208456" y="483009"/>
                      </a:lnTo>
                      <a:lnTo>
                        <a:pt x="208073" y="481817"/>
                      </a:lnTo>
                      <a:lnTo>
                        <a:pt x="207668" y="480602"/>
                      </a:lnTo>
                      <a:lnTo>
                        <a:pt x="207264" y="479388"/>
                      </a:lnTo>
                      <a:lnTo>
                        <a:pt x="206882" y="478151"/>
                      </a:lnTo>
                      <a:lnTo>
                        <a:pt x="206476" y="476914"/>
                      </a:lnTo>
                      <a:lnTo>
                        <a:pt x="206094" y="475677"/>
                      </a:lnTo>
                      <a:lnTo>
                        <a:pt x="205690" y="474418"/>
                      </a:lnTo>
                      <a:lnTo>
                        <a:pt x="205307" y="473136"/>
                      </a:lnTo>
                      <a:lnTo>
                        <a:pt x="204902" y="471854"/>
                      </a:lnTo>
                      <a:lnTo>
                        <a:pt x="204520" y="470572"/>
                      </a:lnTo>
                      <a:lnTo>
                        <a:pt x="204115" y="469268"/>
                      </a:lnTo>
                      <a:lnTo>
                        <a:pt x="203710" y="467941"/>
                      </a:lnTo>
                      <a:lnTo>
                        <a:pt x="203328" y="466614"/>
                      </a:lnTo>
                      <a:lnTo>
                        <a:pt x="202923" y="465287"/>
                      </a:lnTo>
                      <a:lnTo>
                        <a:pt x="202541" y="463938"/>
                      </a:lnTo>
                      <a:lnTo>
                        <a:pt x="202136" y="462566"/>
                      </a:lnTo>
                      <a:lnTo>
                        <a:pt x="201754" y="461216"/>
                      </a:lnTo>
                      <a:lnTo>
                        <a:pt x="201349" y="459822"/>
                      </a:lnTo>
                      <a:lnTo>
                        <a:pt x="200944" y="458428"/>
                      </a:lnTo>
                      <a:lnTo>
                        <a:pt x="200562" y="457056"/>
                      </a:lnTo>
                      <a:lnTo>
                        <a:pt x="200157" y="455639"/>
                      </a:lnTo>
                      <a:lnTo>
                        <a:pt x="199775" y="454222"/>
                      </a:lnTo>
                      <a:lnTo>
                        <a:pt x="199370" y="452783"/>
                      </a:lnTo>
                      <a:lnTo>
                        <a:pt x="198988" y="451321"/>
                      </a:lnTo>
                      <a:lnTo>
                        <a:pt x="198583" y="449859"/>
                      </a:lnTo>
                      <a:lnTo>
                        <a:pt x="198200" y="448375"/>
                      </a:lnTo>
                      <a:lnTo>
                        <a:pt x="197796" y="446890"/>
                      </a:lnTo>
                      <a:lnTo>
                        <a:pt x="197391" y="445406"/>
                      </a:lnTo>
                      <a:lnTo>
                        <a:pt x="197008" y="443899"/>
                      </a:lnTo>
                      <a:lnTo>
                        <a:pt x="196604" y="442370"/>
                      </a:lnTo>
                      <a:lnTo>
                        <a:pt x="196222" y="440841"/>
                      </a:lnTo>
                      <a:lnTo>
                        <a:pt x="195816" y="439311"/>
                      </a:lnTo>
                      <a:lnTo>
                        <a:pt x="195434" y="437737"/>
                      </a:lnTo>
                      <a:lnTo>
                        <a:pt x="195030" y="436185"/>
                      </a:lnTo>
                      <a:lnTo>
                        <a:pt x="194647" y="434589"/>
                      </a:lnTo>
                      <a:lnTo>
                        <a:pt x="194242" y="432992"/>
                      </a:lnTo>
                      <a:lnTo>
                        <a:pt x="193838" y="431395"/>
                      </a:lnTo>
                      <a:lnTo>
                        <a:pt x="193455" y="429776"/>
                      </a:lnTo>
                      <a:lnTo>
                        <a:pt x="193050" y="428157"/>
                      </a:lnTo>
                      <a:lnTo>
                        <a:pt x="192668" y="426515"/>
                      </a:lnTo>
                      <a:lnTo>
                        <a:pt x="192263" y="424873"/>
                      </a:lnTo>
                      <a:lnTo>
                        <a:pt x="191881" y="423209"/>
                      </a:lnTo>
                      <a:lnTo>
                        <a:pt x="191476" y="421522"/>
                      </a:lnTo>
                      <a:lnTo>
                        <a:pt x="191094" y="419835"/>
                      </a:lnTo>
                      <a:lnTo>
                        <a:pt x="190689" y="418126"/>
                      </a:lnTo>
                      <a:lnTo>
                        <a:pt x="190284" y="416417"/>
                      </a:lnTo>
                      <a:lnTo>
                        <a:pt x="189902" y="414685"/>
                      </a:lnTo>
                      <a:lnTo>
                        <a:pt x="189497" y="412954"/>
                      </a:lnTo>
                      <a:lnTo>
                        <a:pt x="189115" y="411199"/>
                      </a:lnTo>
                      <a:lnTo>
                        <a:pt x="188710" y="409445"/>
                      </a:lnTo>
                      <a:lnTo>
                        <a:pt x="188328" y="407669"/>
                      </a:lnTo>
                      <a:lnTo>
                        <a:pt x="187923" y="405892"/>
                      </a:lnTo>
                      <a:lnTo>
                        <a:pt x="187540" y="404093"/>
                      </a:lnTo>
                      <a:lnTo>
                        <a:pt x="187136" y="402271"/>
                      </a:lnTo>
                      <a:lnTo>
                        <a:pt x="186731" y="400449"/>
                      </a:lnTo>
                      <a:lnTo>
                        <a:pt x="186348" y="398605"/>
                      </a:lnTo>
                      <a:lnTo>
                        <a:pt x="185944" y="396761"/>
                      </a:lnTo>
                      <a:lnTo>
                        <a:pt x="185561" y="394895"/>
                      </a:lnTo>
                      <a:lnTo>
                        <a:pt x="185156" y="393005"/>
                      </a:lnTo>
                      <a:lnTo>
                        <a:pt x="184774" y="391116"/>
                      </a:lnTo>
                      <a:lnTo>
                        <a:pt x="184370" y="389227"/>
                      </a:lnTo>
                      <a:lnTo>
                        <a:pt x="183964" y="387316"/>
                      </a:lnTo>
                      <a:lnTo>
                        <a:pt x="183582" y="385381"/>
                      </a:lnTo>
                      <a:lnTo>
                        <a:pt x="183178" y="383447"/>
                      </a:lnTo>
                      <a:lnTo>
                        <a:pt x="182795" y="381491"/>
                      </a:lnTo>
                      <a:lnTo>
                        <a:pt x="182390" y="379534"/>
                      </a:lnTo>
                      <a:lnTo>
                        <a:pt x="182008" y="377555"/>
                      </a:lnTo>
                      <a:lnTo>
                        <a:pt x="181603" y="375554"/>
                      </a:lnTo>
                      <a:lnTo>
                        <a:pt x="181221" y="373552"/>
                      </a:lnTo>
                      <a:lnTo>
                        <a:pt x="180816" y="371550"/>
                      </a:lnTo>
                      <a:lnTo>
                        <a:pt x="180411" y="369526"/>
                      </a:lnTo>
                      <a:lnTo>
                        <a:pt x="180029" y="367480"/>
                      </a:lnTo>
                      <a:lnTo>
                        <a:pt x="179624" y="365433"/>
                      </a:lnTo>
                      <a:lnTo>
                        <a:pt x="179242" y="363364"/>
                      </a:lnTo>
                      <a:lnTo>
                        <a:pt x="178837" y="361295"/>
                      </a:lnTo>
                      <a:lnTo>
                        <a:pt x="178455" y="359204"/>
                      </a:lnTo>
                      <a:lnTo>
                        <a:pt x="178050" y="357112"/>
                      </a:lnTo>
                      <a:lnTo>
                        <a:pt x="177668" y="354998"/>
                      </a:lnTo>
                      <a:lnTo>
                        <a:pt x="177263" y="352884"/>
                      </a:lnTo>
                      <a:lnTo>
                        <a:pt x="176858" y="350747"/>
                      </a:lnTo>
                      <a:lnTo>
                        <a:pt x="176476" y="348611"/>
                      </a:lnTo>
                      <a:lnTo>
                        <a:pt x="176070" y="346452"/>
                      </a:lnTo>
                      <a:lnTo>
                        <a:pt x="175688" y="344293"/>
                      </a:lnTo>
                      <a:lnTo>
                        <a:pt x="175284" y="342112"/>
                      </a:lnTo>
                      <a:lnTo>
                        <a:pt x="174901" y="339930"/>
                      </a:lnTo>
                      <a:lnTo>
                        <a:pt x="174496" y="337749"/>
                      </a:lnTo>
                      <a:lnTo>
                        <a:pt x="174114" y="335545"/>
                      </a:lnTo>
                      <a:lnTo>
                        <a:pt x="173710" y="333318"/>
                      </a:lnTo>
                      <a:lnTo>
                        <a:pt x="173304" y="331092"/>
                      </a:lnTo>
                      <a:lnTo>
                        <a:pt x="172922" y="328843"/>
                      </a:lnTo>
                      <a:lnTo>
                        <a:pt x="172518" y="326594"/>
                      </a:lnTo>
                      <a:lnTo>
                        <a:pt x="172135" y="324345"/>
                      </a:lnTo>
                      <a:lnTo>
                        <a:pt x="171730" y="322073"/>
                      </a:lnTo>
                      <a:lnTo>
                        <a:pt x="171348" y="319802"/>
                      </a:lnTo>
                      <a:lnTo>
                        <a:pt x="170943" y="317508"/>
                      </a:lnTo>
                      <a:lnTo>
                        <a:pt x="170538" y="315214"/>
                      </a:lnTo>
                      <a:lnTo>
                        <a:pt x="170156" y="312898"/>
                      </a:lnTo>
                      <a:lnTo>
                        <a:pt x="169751" y="310581"/>
                      </a:lnTo>
                      <a:lnTo>
                        <a:pt x="169369" y="308265"/>
                      </a:lnTo>
                      <a:lnTo>
                        <a:pt x="168964" y="305926"/>
                      </a:lnTo>
                      <a:lnTo>
                        <a:pt x="168582" y="303564"/>
                      </a:lnTo>
                      <a:lnTo>
                        <a:pt x="168177" y="301203"/>
                      </a:lnTo>
                      <a:lnTo>
                        <a:pt x="167794" y="298842"/>
                      </a:lnTo>
                      <a:lnTo>
                        <a:pt x="167390" y="296458"/>
                      </a:lnTo>
                      <a:lnTo>
                        <a:pt x="166985" y="294074"/>
                      </a:lnTo>
                      <a:lnTo>
                        <a:pt x="166602" y="291690"/>
                      </a:lnTo>
                      <a:lnTo>
                        <a:pt x="166198" y="289283"/>
                      </a:lnTo>
                      <a:lnTo>
                        <a:pt x="165816" y="286877"/>
                      </a:lnTo>
                      <a:lnTo>
                        <a:pt x="165433" y="284448"/>
                      </a:lnTo>
                      <a:lnTo>
                        <a:pt x="165028" y="282019"/>
                      </a:lnTo>
                      <a:lnTo>
                        <a:pt x="164624" y="279590"/>
                      </a:lnTo>
                      <a:lnTo>
                        <a:pt x="164263" y="277139"/>
                      </a:lnTo>
                      <a:lnTo>
                        <a:pt x="163859" y="274688"/>
                      </a:lnTo>
                      <a:lnTo>
                        <a:pt x="163454" y="272236"/>
                      </a:lnTo>
                      <a:lnTo>
                        <a:pt x="163071" y="269785"/>
                      </a:lnTo>
                      <a:lnTo>
                        <a:pt x="162667" y="267311"/>
                      </a:lnTo>
                      <a:lnTo>
                        <a:pt x="162285" y="264837"/>
                      </a:lnTo>
                      <a:lnTo>
                        <a:pt x="161880" y="262341"/>
                      </a:lnTo>
                      <a:lnTo>
                        <a:pt x="161497" y="259867"/>
                      </a:lnTo>
                      <a:lnTo>
                        <a:pt x="161093" y="257371"/>
                      </a:lnTo>
                      <a:lnTo>
                        <a:pt x="160710" y="254852"/>
                      </a:lnTo>
                      <a:lnTo>
                        <a:pt x="160305" y="252356"/>
                      </a:lnTo>
                      <a:lnTo>
                        <a:pt x="159901" y="249837"/>
                      </a:lnTo>
                      <a:lnTo>
                        <a:pt x="159518" y="247318"/>
                      </a:lnTo>
                      <a:lnTo>
                        <a:pt x="159114" y="244799"/>
                      </a:lnTo>
                      <a:lnTo>
                        <a:pt x="158731" y="242258"/>
                      </a:lnTo>
                      <a:lnTo>
                        <a:pt x="158326" y="239739"/>
                      </a:lnTo>
                      <a:lnTo>
                        <a:pt x="157944" y="237198"/>
                      </a:lnTo>
                      <a:lnTo>
                        <a:pt x="157539" y="234656"/>
                      </a:lnTo>
                      <a:lnTo>
                        <a:pt x="157157" y="232092"/>
                      </a:lnTo>
                      <a:lnTo>
                        <a:pt x="156752" y="229551"/>
                      </a:lnTo>
                      <a:lnTo>
                        <a:pt x="156347" y="226987"/>
                      </a:lnTo>
                      <a:lnTo>
                        <a:pt x="155965" y="224446"/>
                      </a:lnTo>
                      <a:lnTo>
                        <a:pt x="155560" y="221882"/>
                      </a:lnTo>
                      <a:lnTo>
                        <a:pt x="155178" y="219318"/>
                      </a:lnTo>
                      <a:lnTo>
                        <a:pt x="154773" y="216777"/>
                      </a:lnTo>
                      <a:lnTo>
                        <a:pt x="154391" y="214191"/>
                      </a:lnTo>
                      <a:lnTo>
                        <a:pt x="153986" y="211627"/>
                      </a:lnTo>
                      <a:lnTo>
                        <a:pt x="153581" y="209063"/>
                      </a:lnTo>
                      <a:lnTo>
                        <a:pt x="153199" y="206477"/>
                      </a:lnTo>
                      <a:lnTo>
                        <a:pt x="152794" y="203913"/>
                      </a:lnTo>
                      <a:lnTo>
                        <a:pt x="152411" y="201327"/>
                      </a:lnTo>
                      <a:lnTo>
                        <a:pt x="152007" y="198763"/>
                      </a:lnTo>
                      <a:lnTo>
                        <a:pt x="151625" y="196177"/>
                      </a:lnTo>
                      <a:lnTo>
                        <a:pt x="151220" y="193590"/>
                      </a:lnTo>
                      <a:lnTo>
                        <a:pt x="150837" y="191026"/>
                      </a:lnTo>
                      <a:lnTo>
                        <a:pt x="150433" y="188463"/>
                      </a:lnTo>
                      <a:lnTo>
                        <a:pt x="150028" y="185876"/>
                      </a:lnTo>
                      <a:lnTo>
                        <a:pt x="149645" y="183313"/>
                      </a:lnTo>
                      <a:lnTo>
                        <a:pt x="149241" y="180749"/>
                      </a:lnTo>
                      <a:lnTo>
                        <a:pt x="148858" y="178185"/>
                      </a:lnTo>
                      <a:lnTo>
                        <a:pt x="148453" y="175621"/>
                      </a:lnTo>
                      <a:lnTo>
                        <a:pt x="148071" y="172405"/>
                      </a:lnTo>
                      <a:lnTo>
                        <a:pt x="147666" y="168110"/>
                      </a:lnTo>
                      <a:lnTo>
                        <a:pt x="147284" y="165658"/>
                      </a:lnTo>
                      <a:lnTo>
                        <a:pt x="146879" y="163207"/>
                      </a:lnTo>
                      <a:lnTo>
                        <a:pt x="146474" y="160756"/>
                      </a:lnTo>
                      <a:lnTo>
                        <a:pt x="146092" y="158327"/>
                      </a:lnTo>
                      <a:lnTo>
                        <a:pt x="145687" y="155875"/>
                      </a:lnTo>
                      <a:lnTo>
                        <a:pt x="145305" y="153446"/>
                      </a:lnTo>
                      <a:lnTo>
                        <a:pt x="144900" y="151018"/>
                      </a:lnTo>
                      <a:lnTo>
                        <a:pt x="144518" y="148589"/>
                      </a:lnTo>
                      <a:lnTo>
                        <a:pt x="144113" y="146182"/>
                      </a:lnTo>
                      <a:lnTo>
                        <a:pt x="143731" y="143753"/>
                      </a:lnTo>
                      <a:lnTo>
                        <a:pt x="143326" y="141347"/>
                      </a:lnTo>
                      <a:lnTo>
                        <a:pt x="142921" y="138963"/>
                      </a:lnTo>
                      <a:lnTo>
                        <a:pt x="142539" y="136557"/>
                      </a:lnTo>
                      <a:lnTo>
                        <a:pt x="142134" y="134173"/>
                      </a:lnTo>
                      <a:lnTo>
                        <a:pt x="141751" y="131789"/>
                      </a:lnTo>
                      <a:lnTo>
                        <a:pt x="141347" y="129428"/>
                      </a:lnTo>
                      <a:lnTo>
                        <a:pt x="140965" y="127066"/>
                      </a:lnTo>
                      <a:lnTo>
                        <a:pt x="140560" y="124705"/>
                      </a:lnTo>
                      <a:lnTo>
                        <a:pt x="140155" y="122366"/>
                      </a:lnTo>
                      <a:lnTo>
                        <a:pt x="139773" y="120049"/>
                      </a:lnTo>
                      <a:lnTo>
                        <a:pt x="139368" y="117733"/>
                      </a:lnTo>
                      <a:lnTo>
                        <a:pt x="138985" y="115417"/>
                      </a:lnTo>
                      <a:lnTo>
                        <a:pt x="138581" y="113123"/>
                      </a:lnTo>
                      <a:lnTo>
                        <a:pt x="138198" y="110829"/>
                      </a:lnTo>
                      <a:lnTo>
                        <a:pt x="137793" y="108557"/>
                      </a:lnTo>
                      <a:lnTo>
                        <a:pt x="137411" y="106286"/>
                      </a:lnTo>
                      <a:lnTo>
                        <a:pt x="137006" y="104059"/>
                      </a:lnTo>
                      <a:lnTo>
                        <a:pt x="136602" y="101810"/>
                      </a:lnTo>
                      <a:lnTo>
                        <a:pt x="136219" y="99606"/>
                      </a:lnTo>
                      <a:lnTo>
                        <a:pt x="135814" y="97402"/>
                      </a:lnTo>
                      <a:lnTo>
                        <a:pt x="135432" y="95221"/>
                      </a:lnTo>
                      <a:lnTo>
                        <a:pt x="135027" y="93039"/>
                      </a:lnTo>
                      <a:lnTo>
                        <a:pt x="134645" y="90903"/>
                      </a:lnTo>
                      <a:lnTo>
                        <a:pt x="134240" y="88744"/>
                      </a:lnTo>
                      <a:lnTo>
                        <a:pt x="133858" y="86630"/>
                      </a:lnTo>
                      <a:lnTo>
                        <a:pt x="133453" y="84516"/>
                      </a:lnTo>
                      <a:lnTo>
                        <a:pt x="133048" y="82447"/>
                      </a:lnTo>
                      <a:lnTo>
                        <a:pt x="132666" y="80378"/>
                      </a:lnTo>
                      <a:lnTo>
                        <a:pt x="132261" y="78331"/>
                      </a:lnTo>
                      <a:lnTo>
                        <a:pt x="131879" y="76307"/>
                      </a:lnTo>
                      <a:lnTo>
                        <a:pt x="131474" y="74306"/>
                      </a:lnTo>
                      <a:lnTo>
                        <a:pt x="131091" y="72326"/>
                      </a:lnTo>
                      <a:lnTo>
                        <a:pt x="130687" y="70370"/>
                      </a:lnTo>
                      <a:lnTo>
                        <a:pt x="130305" y="68413"/>
                      </a:lnTo>
                      <a:lnTo>
                        <a:pt x="129899" y="66502"/>
                      </a:lnTo>
                      <a:lnTo>
                        <a:pt x="129495" y="64613"/>
                      </a:lnTo>
                      <a:lnTo>
                        <a:pt x="129113" y="62746"/>
                      </a:lnTo>
                      <a:lnTo>
                        <a:pt x="128708" y="60902"/>
                      </a:lnTo>
                      <a:lnTo>
                        <a:pt x="128325" y="59103"/>
                      </a:lnTo>
                      <a:lnTo>
                        <a:pt x="127920" y="57303"/>
                      </a:lnTo>
                      <a:lnTo>
                        <a:pt x="127538" y="55527"/>
                      </a:lnTo>
                      <a:lnTo>
                        <a:pt x="127133" y="53795"/>
                      </a:lnTo>
                      <a:lnTo>
                        <a:pt x="126751" y="52086"/>
                      </a:lnTo>
                      <a:lnTo>
                        <a:pt x="126346" y="50399"/>
                      </a:lnTo>
                      <a:lnTo>
                        <a:pt x="125942" y="48757"/>
                      </a:lnTo>
                      <a:lnTo>
                        <a:pt x="125559" y="47116"/>
                      </a:lnTo>
                      <a:lnTo>
                        <a:pt x="125154" y="45519"/>
                      </a:lnTo>
                      <a:lnTo>
                        <a:pt x="124772" y="43945"/>
                      </a:lnTo>
                      <a:lnTo>
                        <a:pt x="124367" y="42415"/>
                      </a:lnTo>
                      <a:lnTo>
                        <a:pt x="123985" y="40886"/>
                      </a:lnTo>
                      <a:lnTo>
                        <a:pt x="123580" y="39402"/>
                      </a:lnTo>
                      <a:lnTo>
                        <a:pt x="123175" y="37940"/>
                      </a:lnTo>
                      <a:lnTo>
                        <a:pt x="122793" y="36501"/>
                      </a:lnTo>
                      <a:lnTo>
                        <a:pt x="122388" y="35106"/>
                      </a:lnTo>
                      <a:lnTo>
                        <a:pt x="122006" y="33734"/>
                      </a:lnTo>
                      <a:lnTo>
                        <a:pt x="121601" y="32385"/>
                      </a:lnTo>
                      <a:lnTo>
                        <a:pt x="121219" y="31058"/>
                      </a:lnTo>
                      <a:lnTo>
                        <a:pt x="120814" y="29776"/>
                      </a:lnTo>
                      <a:lnTo>
                        <a:pt x="120431" y="28517"/>
                      </a:lnTo>
                      <a:lnTo>
                        <a:pt x="120027" y="27302"/>
                      </a:lnTo>
                      <a:lnTo>
                        <a:pt x="119622" y="26088"/>
                      </a:lnTo>
                      <a:lnTo>
                        <a:pt x="119239" y="24918"/>
                      </a:lnTo>
                      <a:lnTo>
                        <a:pt x="118835" y="23771"/>
                      </a:lnTo>
                      <a:lnTo>
                        <a:pt x="118452" y="22670"/>
                      </a:lnTo>
                      <a:lnTo>
                        <a:pt x="118048" y="21590"/>
                      </a:lnTo>
                      <a:lnTo>
                        <a:pt x="117665" y="20533"/>
                      </a:lnTo>
                      <a:lnTo>
                        <a:pt x="117260" y="19498"/>
                      </a:lnTo>
                      <a:lnTo>
                        <a:pt x="116878" y="18509"/>
                      </a:lnTo>
                      <a:lnTo>
                        <a:pt x="116473" y="17564"/>
                      </a:lnTo>
                      <a:lnTo>
                        <a:pt x="116068" y="16620"/>
                      </a:lnTo>
                      <a:lnTo>
                        <a:pt x="115686" y="15720"/>
                      </a:lnTo>
                      <a:lnTo>
                        <a:pt x="115281" y="14843"/>
                      </a:lnTo>
                      <a:lnTo>
                        <a:pt x="114899" y="14011"/>
                      </a:lnTo>
                      <a:lnTo>
                        <a:pt x="114494" y="13179"/>
                      </a:lnTo>
                      <a:lnTo>
                        <a:pt x="114112" y="12392"/>
                      </a:lnTo>
                      <a:lnTo>
                        <a:pt x="113707" y="11627"/>
                      </a:lnTo>
                      <a:lnTo>
                        <a:pt x="113325" y="10907"/>
                      </a:lnTo>
                      <a:lnTo>
                        <a:pt x="112920" y="10188"/>
                      </a:lnTo>
                      <a:lnTo>
                        <a:pt x="112515" y="9513"/>
                      </a:lnTo>
                      <a:lnTo>
                        <a:pt x="112133" y="8883"/>
                      </a:lnTo>
                      <a:lnTo>
                        <a:pt x="111728" y="8254"/>
                      </a:lnTo>
                      <a:lnTo>
                        <a:pt x="111345" y="7646"/>
                      </a:lnTo>
                      <a:lnTo>
                        <a:pt x="110941" y="7084"/>
                      </a:lnTo>
                      <a:lnTo>
                        <a:pt x="110559" y="6544"/>
                      </a:lnTo>
                      <a:lnTo>
                        <a:pt x="110154" y="6027"/>
                      </a:lnTo>
                      <a:lnTo>
                        <a:pt x="109749" y="5532"/>
                      </a:lnTo>
                      <a:lnTo>
                        <a:pt x="109367" y="5060"/>
                      </a:lnTo>
                      <a:lnTo>
                        <a:pt x="108962" y="4610"/>
                      </a:lnTo>
                      <a:lnTo>
                        <a:pt x="108579" y="4183"/>
                      </a:lnTo>
                      <a:lnTo>
                        <a:pt x="108175" y="3801"/>
                      </a:lnTo>
                      <a:lnTo>
                        <a:pt x="107792" y="3418"/>
                      </a:lnTo>
                      <a:lnTo>
                        <a:pt x="107388" y="3059"/>
                      </a:lnTo>
                      <a:lnTo>
                        <a:pt x="107005" y="2721"/>
                      </a:lnTo>
                      <a:lnTo>
                        <a:pt x="106600" y="2429"/>
                      </a:lnTo>
                      <a:lnTo>
                        <a:pt x="106196" y="2137"/>
                      </a:lnTo>
                      <a:lnTo>
                        <a:pt x="105813" y="1867"/>
                      </a:lnTo>
                      <a:lnTo>
                        <a:pt x="105408" y="1597"/>
                      </a:lnTo>
                      <a:lnTo>
                        <a:pt x="105026" y="1372"/>
                      </a:lnTo>
                      <a:lnTo>
                        <a:pt x="104621" y="1169"/>
                      </a:lnTo>
                      <a:lnTo>
                        <a:pt x="104239" y="967"/>
                      </a:lnTo>
                      <a:lnTo>
                        <a:pt x="103834" y="787"/>
                      </a:lnTo>
                      <a:lnTo>
                        <a:pt x="103452" y="630"/>
                      </a:lnTo>
                      <a:lnTo>
                        <a:pt x="103047" y="495"/>
                      </a:lnTo>
                      <a:lnTo>
                        <a:pt x="102642" y="382"/>
                      </a:lnTo>
                      <a:lnTo>
                        <a:pt x="102260" y="270"/>
                      </a:lnTo>
                      <a:lnTo>
                        <a:pt x="101855" y="202"/>
                      </a:lnTo>
                      <a:lnTo>
                        <a:pt x="101473" y="135"/>
                      </a:lnTo>
                      <a:lnTo>
                        <a:pt x="101068" y="67"/>
                      </a:lnTo>
                      <a:lnTo>
                        <a:pt x="100685" y="45"/>
                      </a:lnTo>
                      <a:lnTo>
                        <a:pt x="100281" y="0"/>
                      </a:lnTo>
                      <a:lnTo>
                        <a:pt x="99899" y="0"/>
                      </a:lnTo>
                      <a:lnTo>
                        <a:pt x="99494" y="0"/>
                      </a:lnTo>
                      <a:lnTo>
                        <a:pt x="99089" y="22"/>
                      </a:lnTo>
                      <a:lnTo>
                        <a:pt x="98707" y="45"/>
                      </a:lnTo>
                      <a:lnTo>
                        <a:pt x="98302" y="90"/>
                      </a:lnTo>
                      <a:lnTo>
                        <a:pt x="97919" y="135"/>
                      </a:lnTo>
                      <a:lnTo>
                        <a:pt x="97515" y="202"/>
                      </a:lnTo>
                      <a:lnTo>
                        <a:pt x="97132" y="292"/>
                      </a:lnTo>
                      <a:lnTo>
                        <a:pt x="96727" y="382"/>
                      </a:lnTo>
                      <a:lnTo>
                        <a:pt x="96345" y="472"/>
                      </a:lnTo>
                      <a:lnTo>
                        <a:pt x="95940" y="585"/>
                      </a:lnTo>
                      <a:lnTo>
                        <a:pt x="95536" y="697"/>
                      </a:lnTo>
                      <a:lnTo>
                        <a:pt x="95153" y="810"/>
                      </a:lnTo>
                      <a:lnTo>
                        <a:pt x="94748" y="945"/>
                      </a:lnTo>
                      <a:lnTo>
                        <a:pt x="94366" y="1079"/>
                      </a:lnTo>
                      <a:lnTo>
                        <a:pt x="93961" y="1237"/>
                      </a:lnTo>
                      <a:lnTo>
                        <a:pt x="93579" y="1394"/>
                      </a:lnTo>
                      <a:lnTo>
                        <a:pt x="93174" y="1552"/>
                      </a:lnTo>
                      <a:lnTo>
                        <a:pt x="92770" y="1709"/>
                      </a:lnTo>
                      <a:lnTo>
                        <a:pt x="92387" y="1889"/>
                      </a:lnTo>
                      <a:lnTo>
                        <a:pt x="91982" y="2047"/>
                      </a:lnTo>
                      <a:lnTo>
                        <a:pt x="91600" y="2226"/>
                      </a:lnTo>
                      <a:lnTo>
                        <a:pt x="91195" y="2406"/>
                      </a:lnTo>
                      <a:lnTo>
                        <a:pt x="90813" y="2609"/>
                      </a:lnTo>
                      <a:lnTo>
                        <a:pt x="90408" y="2789"/>
                      </a:lnTo>
                      <a:lnTo>
                        <a:pt x="90025" y="2991"/>
                      </a:lnTo>
                      <a:lnTo>
                        <a:pt x="89621" y="3194"/>
                      </a:lnTo>
                      <a:lnTo>
                        <a:pt x="89216" y="3396"/>
                      </a:lnTo>
                      <a:lnTo>
                        <a:pt x="88834" y="3598"/>
                      </a:lnTo>
                      <a:lnTo>
                        <a:pt x="88429" y="3823"/>
                      </a:lnTo>
                      <a:lnTo>
                        <a:pt x="88047" y="4026"/>
                      </a:lnTo>
                      <a:lnTo>
                        <a:pt x="87642" y="4251"/>
                      </a:lnTo>
                      <a:lnTo>
                        <a:pt x="87259" y="4475"/>
                      </a:lnTo>
                      <a:lnTo>
                        <a:pt x="86854" y="4700"/>
                      </a:lnTo>
                      <a:lnTo>
                        <a:pt x="86472" y="4925"/>
                      </a:lnTo>
                      <a:lnTo>
                        <a:pt x="86067" y="5150"/>
                      </a:lnTo>
                      <a:lnTo>
                        <a:pt x="85662" y="5375"/>
                      </a:lnTo>
                      <a:lnTo>
                        <a:pt x="85280" y="5622"/>
                      </a:lnTo>
                      <a:lnTo>
                        <a:pt x="84876" y="5870"/>
                      </a:lnTo>
                      <a:lnTo>
                        <a:pt x="84493" y="6095"/>
                      </a:lnTo>
                      <a:lnTo>
                        <a:pt x="84088" y="6342"/>
                      </a:lnTo>
                      <a:lnTo>
                        <a:pt x="83706" y="6589"/>
                      </a:lnTo>
                      <a:lnTo>
                        <a:pt x="83301" y="6859"/>
                      </a:lnTo>
                      <a:lnTo>
                        <a:pt x="82919" y="7107"/>
                      </a:lnTo>
                      <a:lnTo>
                        <a:pt x="82514" y="7354"/>
                      </a:lnTo>
                      <a:lnTo>
                        <a:pt x="82109" y="7601"/>
                      </a:lnTo>
                      <a:lnTo>
                        <a:pt x="81727" y="7871"/>
                      </a:lnTo>
                      <a:lnTo>
                        <a:pt x="81322" y="8119"/>
                      </a:lnTo>
                      <a:lnTo>
                        <a:pt x="80940" y="8389"/>
                      </a:lnTo>
                      <a:lnTo>
                        <a:pt x="80535" y="8636"/>
                      </a:lnTo>
                      <a:lnTo>
                        <a:pt x="80153" y="8906"/>
                      </a:lnTo>
                      <a:lnTo>
                        <a:pt x="79748" y="9176"/>
                      </a:lnTo>
                      <a:lnTo>
                        <a:pt x="79343" y="9446"/>
                      </a:lnTo>
                      <a:lnTo>
                        <a:pt x="78961" y="9715"/>
                      </a:lnTo>
                      <a:lnTo>
                        <a:pt x="78556" y="9985"/>
                      </a:lnTo>
                      <a:lnTo>
                        <a:pt x="78173" y="10255"/>
                      </a:lnTo>
                      <a:lnTo>
                        <a:pt x="77769" y="10525"/>
                      </a:lnTo>
                      <a:lnTo>
                        <a:pt x="77386" y="10817"/>
                      </a:lnTo>
                      <a:lnTo>
                        <a:pt x="76982" y="11087"/>
                      </a:lnTo>
                      <a:lnTo>
                        <a:pt x="76599" y="11357"/>
                      </a:lnTo>
                      <a:lnTo>
                        <a:pt x="76194" y="11650"/>
                      </a:lnTo>
                      <a:lnTo>
                        <a:pt x="75790" y="11919"/>
                      </a:lnTo>
                      <a:lnTo>
                        <a:pt x="75407" y="12212"/>
                      </a:lnTo>
                      <a:lnTo>
                        <a:pt x="75002" y="12482"/>
                      </a:lnTo>
                      <a:lnTo>
                        <a:pt x="74620" y="12774"/>
                      </a:lnTo>
                      <a:lnTo>
                        <a:pt x="74216" y="13044"/>
                      </a:lnTo>
                      <a:lnTo>
                        <a:pt x="73833" y="13336"/>
                      </a:lnTo>
                      <a:lnTo>
                        <a:pt x="73428" y="13629"/>
                      </a:lnTo>
                      <a:lnTo>
                        <a:pt x="73046" y="13899"/>
                      </a:lnTo>
                      <a:lnTo>
                        <a:pt x="72641" y="14191"/>
                      </a:lnTo>
                      <a:lnTo>
                        <a:pt x="72236" y="14461"/>
                      </a:lnTo>
                      <a:lnTo>
                        <a:pt x="71854" y="14753"/>
                      </a:lnTo>
                      <a:lnTo>
                        <a:pt x="71449" y="15046"/>
                      </a:lnTo>
                      <a:lnTo>
                        <a:pt x="71067" y="15315"/>
                      </a:lnTo>
                      <a:lnTo>
                        <a:pt x="70662" y="15608"/>
                      </a:lnTo>
                      <a:lnTo>
                        <a:pt x="70280" y="15900"/>
                      </a:lnTo>
                      <a:lnTo>
                        <a:pt x="69875" y="16192"/>
                      </a:lnTo>
                      <a:lnTo>
                        <a:pt x="69493" y="16485"/>
                      </a:lnTo>
                      <a:lnTo>
                        <a:pt x="69088" y="16777"/>
                      </a:lnTo>
                      <a:lnTo>
                        <a:pt x="68683" y="17070"/>
                      </a:lnTo>
                      <a:lnTo>
                        <a:pt x="68301" y="17362"/>
                      </a:lnTo>
                      <a:lnTo>
                        <a:pt x="67896" y="17654"/>
                      </a:lnTo>
                      <a:lnTo>
                        <a:pt x="67513" y="17947"/>
                      </a:lnTo>
                      <a:lnTo>
                        <a:pt x="67109" y="18239"/>
                      </a:lnTo>
                      <a:lnTo>
                        <a:pt x="66726" y="18554"/>
                      </a:lnTo>
                      <a:lnTo>
                        <a:pt x="66322" y="18846"/>
                      </a:lnTo>
                      <a:lnTo>
                        <a:pt x="65939" y="19139"/>
                      </a:lnTo>
                      <a:lnTo>
                        <a:pt x="65534" y="19453"/>
                      </a:lnTo>
                      <a:lnTo>
                        <a:pt x="65130" y="19746"/>
                      </a:lnTo>
                      <a:lnTo>
                        <a:pt x="64747" y="20038"/>
                      </a:lnTo>
                      <a:lnTo>
                        <a:pt x="64342" y="20331"/>
                      </a:lnTo>
                      <a:lnTo>
                        <a:pt x="63960" y="20645"/>
                      </a:lnTo>
                      <a:lnTo>
                        <a:pt x="63555" y="20938"/>
                      </a:lnTo>
                      <a:lnTo>
                        <a:pt x="63173" y="21253"/>
                      </a:lnTo>
                      <a:lnTo>
                        <a:pt x="62768" y="21545"/>
                      </a:lnTo>
                      <a:lnTo>
                        <a:pt x="62364" y="21860"/>
                      </a:lnTo>
                      <a:lnTo>
                        <a:pt x="61981" y="22152"/>
                      </a:lnTo>
                      <a:lnTo>
                        <a:pt x="61576" y="22467"/>
                      </a:lnTo>
                      <a:lnTo>
                        <a:pt x="61194" y="22759"/>
                      </a:lnTo>
                      <a:lnTo>
                        <a:pt x="60789" y="23074"/>
                      </a:lnTo>
                      <a:lnTo>
                        <a:pt x="60407" y="23389"/>
                      </a:lnTo>
                      <a:lnTo>
                        <a:pt x="60002" y="23704"/>
                      </a:lnTo>
                      <a:lnTo>
                        <a:pt x="59619" y="24019"/>
                      </a:lnTo>
                      <a:lnTo>
                        <a:pt x="59215" y="24334"/>
                      </a:lnTo>
                      <a:lnTo>
                        <a:pt x="58810" y="24649"/>
                      </a:lnTo>
                      <a:lnTo>
                        <a:pt x="58428" y="24963"/>
                      </a:lnTo>
                      <a:lnTo>
                        <a:pt x="58023" y="25278"/>
                      </a:lnTo>
                      <a:lnTo>
                        <a:pt x="57641" y="25593"/>
                      </a:lnTo>
                      <a:lnTo>
                        <a:pt x="57236" y="25930"/>
                      </a:lnTo>
                      <a:lnTo>
                        <a:pt x="56853" y="26245"/>
                      </a:lnTo>
                      <a:lnTo>
                        <a:pt x="56449" y="26560"/>
                      </a:lnTo>
                      <a:lnTo>
                        <a:pt x="56066" y="26875"/>
                      </a:lnTo>
                      <a:lnTo>
                        <a:pt x="55662" y="27212"/>
                      </a:lnTo>
                      <a:lnTo>
                        <a:pt x="55257" y="27527"/>
                      </a:lnTo>
                      <a:lnTo>
                        <a:pt x="54874" y="27842"/>
                      </a:lnTo>
                      <a:lnTo>
                        <a:pt x="54470" y="28157"/>
                      </a:lnTo>
                      <a:lnTo>
                        <a:pt x="54087" y="28494"/>
                      </a:lnTo>
                      <a:lnTo>
                        <a:pt x="53682" y="28809"/>
                      </a:lnTo>
                      <a:lnTo>
                        <a:pt x="53300" y="29124"/>
                      </a:lnTo>
                      <a:lnTo>
                        <a:pt x="52895" y="29416"/>
                      </a:lnTo>
                      <a:lnTo>
                        <a:pt x="52513" y="29731"/>
                      </a:lnTo>
                      <a:lnTo>
                        <a:pt x="52108" y="30046"/>
                      </a:lnTo>
                      <a:lnTo>
                        <a:pt x="51704" y="30361"/>
                      </a:lnTo>
                      <a:lnTo>
                        <a:pt x="51321" y="30676"/>
                      </a:lnTo>
                      <a:lnTo>
                        <a:pt x="50916" y="30968"/>
                      </a:lnTo>
                      <a:lnTo>
                        <a:pt x="50534" y="31283"/>
                      </a:lnTo>
                      <a:lnTo>
                        <a:pt x="50129" y="31598"/>
                      </a:lnTo>
                      <a:lnTo>
                        <a:pt x="49747" y="31890"/>
                      </a:lnTo>
                      <a:lnTo>
                        <a:pt x="49342" y="32205"/>
                      </a:lnTo>
                      <a:lnTo>
                        <a:pt x="48959" y="32497"/>
                      </a:lnTo>
                      <a:lnTo>
                        <a:pt x="48555" y="32790"/>
                      </a:lnTo>
                      <a:lnTo>
                        <a:pt x="48150" y="33082"/>
                      </a:lnTo>
                      <a:lnTo>
                        <a:pt x="47768" y="33375"/>
                      </a:lnTo>
                      <a:lnTo>
                        <a:pt x="47363" y="33667"/>
                      </a:lnTo>
                      <a:lnTo>
                        <a:pt x="46980" y="33959"/>
                      </a:lnTo>
                      <a:lnTo>
                        <a:pt x="46576" y="34252"/>
                      </a:lnTo>
                      <a:lnTo>
                        <a:pt x="46193" y="34544"/>
                      </a:lnTo>
                      <a:lnTo>
                        <a:pt x="45811" y="34836"/>
                      </a:lnTo>
                      <a:lnTo>
                        <a:pt x="45384" y="35129"/>
                      </a:lnTo>
                      <a:lnTo>
                        <a:pt x="45024" y="35399"/>
                      </a:lnTo>
                      <a:lnTo>
                        <a:pt x="44619" y="35691"/>
                      </a:lnTo>
                      <a:lnTo>
                        <a:pt x="44214" y="35961"/>
                      </a:lnTo>
                      <a:lnTo>
                        <a:pt x="43832" y="36253"/>
                      </a:lnTo>
                      <a:lnTo>
                        <a:pt x="43449" y="36523"/>
                      </a:lnTo>
                      <a:lnTo>
                        <a:pt x="43045" y="36793"/>
                      </a:lnTo>
                      <a:lnTo>
                        <a:pt x="42663" y="37063"/>
                      </a:lnTo>
                      <a:lnTo>
                        <a:pt x="42257" y="37333"/>
                      </a:lnTo>
                      <a:lnTo>
                        <a:pt x="41853" y="37603"/>
                      </a:lnTo>
                      <a:lnTo>
                        <a:pt x="41471" y="37872"/>
                      </a:lnTo>
                      <a:lnTo>
                        <a:pt x="41065" y="38120"/>
                      </a:lnTo>
                      <a:lnTo>
                        <a:pt x="40683" y="38390"/>
                      </a:lnTo>
                      <a:lnTo>
                        <a:pt x="40279" y="38660"/>
                      </a:lnTo>
                      <a:lnTo>
                        <a:pt x="39897" y="38907"/>
                      </a:lnTo>
                      <a:lnTo>
                        <a:pt x="39491" y="39154"/>
                      </a:lnTo>
                      <a:lnTo>
                        <a:pt x="39109" y="39424"/>
                      </a:lnTo>
                      <a:lnTo>
                        <a:pt x="38704" y="39672"/>
                      </a:lnTo>
                      <a:lnTo>
                        <a:pt x="38299" y="39919"/>
                      </a:lnTo>
                      <a:lnTo>
                        <a:pt x="37917" y="40166"/>
                      </a:lnTo>
                      <a:lnTo>
                        <a:pt x="37512" y="40414"/>
                      </a:lnTo>
                      <a:lnTo>
                        <a:pt x="37130" y="40661"/>
                      </a:lnTo>
                      <a:lnTo>
                        <a:pt x="36725" y="40886"/>
                      </a:lnTo>
                      <a:lnTo>
                        <a:pt x="36343" y="41133"/>
                      </a:lnTo>
                      <a:lnTo>
                        <a:pt x="35938" y="41381"/>
                      </a:lnTo>
                      <a:lnTo>
                        <a:pt x="35556" y="41628"/>
                      </a:lnTo>
                      <a:lnTo>
                        <a:pt x="35151" y="41876"/>
                      </a:lnTo>
                      <a:lnTo>
                        <a:pt x="34746" y="42100"/>
                      </a:lnTo>
                      <a:lnTo>
                        <a:pt x="34364" y="42348"/>
                      </a:lnTo>
                      <a:lnTo>
                        <a:pt x="33959" y="42595"/>
                      </a:lnTo>
                      <a:lnTo>
                        <a:pt x="33577" y="42843"/>
                      </a:lnTo>
                      <a:lnTo>
                        <a:pt x="33172" y="43113"/>
                      </a:lnTo>
                      <a:lnTo>
                        <a:pt x="32789" y="43360"/>
                      </a:lnTo>
                      <a:lnTo>
                        <a:pt x="32385" y="43607"/>
                      </a:lnTo>
                      <a:lnTo>
                        <a:pt x="31980" y="43877"/>
                      </a:lnTo>
                      <a:lnTo>
                        <a:pt x="31597" y="44125"/>
                      </a:lnTo>
                      <a:lnTo>
                        <a:pt x="31193" y="44394"/>
                      </a:lnTo>
                      <a:lnTo>
                        <a:pt x="30811" y="44664"/>
                      </a:lnTo>
                      <a:lnTo>
                        <a:pt x="30405" y="44934"/>
                      </a:lnTo>
                      <a:lnTo>
                        <a:pt x="30023" y="45227"/>
                      </a:lnTo>
                      <a:lnTo>
                        <a:pt x="29619" y="45519"/>
                      </a:lnTo>
                      <a:lnTo>
                        <a:pt x="29236" y="45811"/>
                      </a:lnTo>
                      <a:lnTo>
                        <a:pt x="28831" y="46104"/>
                      </a:lnTo>
                      <a:lnTo>
                        <a:pt x="28427" y="46418"/>
                      </a:lnTo>
                      <a:lnTo>
                        <a:pt x="28044" y="46756"/>
                      </a:lnTo>
                      <a:lnTo>
                        <a:pt x="27639" y="47071"/>
                      </a:lnTo>
                      <a:lnTo>
                        <a:pt x="27257" y="47431"/>
                      </a:lnTo>
                      <a:lnTo>
                        <a:pt x="26852" y="47768"/>
                      </a:lnTo>
                      <a:lnTo>
                        <a:pt x="26470" y="48128"/>
                      </a:lnTo>
                      <a:lnTo>
                        <a:pt x="26065" y="48510"/>
                      </a:lnTo>
                      <a:lnTo>
                        <a:pt x="25683" y="48892"/>
                      </a:lnTo>
                      <a:lnTo>
                        <a:pt x="25278" y="49275"/>
                      </a:lnTo>
                      <a:lnTo>
                        <a:pt x="24873" y="49679"/>
                      </a:lnTo>
                      <a:lnTo>
                        <a:pt x="24491" y="50084"/>
                      </a:lnTo>
                      <a:lnTo>
                        <a:pt x="24086" y="50489"/>
                      </a:lnTo>
                      <a:lnTo>
                        <a:pt x="23704" y="50916"/>
                      </a:lnTo>
                      <a:lnTo>
                        <a:pt x="23299" y="51344"/>
                      </a:lnTo>
                      <a:lnTo>
                        <a:pt x="22917" y="51794"/>
                      </a:lnTo>
                      <a:lnTo>
                        <a:pt x="22512" y="52221"/>
                      </a:lnTo>
                      <a:lnTo>
                        <a:pt x="22129" y="52693"/>
                      </a:lnTo>
                      <a:lnTo>
                        <a:pt x="21725" y="53143"/>
                      </a:lnTo>
                      <a:lnTo>
                        <a:pt x="21320" y="53615"/>
                      </a:lnTo>
                      <a:lnTo>
                        <a:pt x="20937" y="54087"/>
                      </a:lnTo>
                      <a:lnTo>
                        <a:pt x="20533" y="54560"/>
                      </a:lnTo>
                      <a:lnTo>
                        <a:pt x="20151" y="55054"/>
                      </a:lnTo>
                      <a:lnTo>
                        <a:pt x="19745" y="55549"/>
                      </a:lnTo>
                      <a:lnTo>
                        <a:pt x="19363" y="56044"/>
                      </a:lnTo>
                      <a:lnTo>
                        <a:pt x="18959" y="56561"/>
                      </a:lnTo>
                      <a:lnTo>
                        <a:pt x="18576" y="57056"/>
                      </a:lnTo>
                      <a:lnTo>
                        <a:pt x="18171" y="57573"/>
                      </a:lnTo>
                      <a:lnTo>
                        <a:pt x="17767" y="58091"/>
                      </a:lnTo>
                      <a:lnTo>
                        <a:pt x="17384" y="58608"/>
                      </a:lnTo>
                      <a:lnTo>
                        <a:pt x="16979" y="59125"/>
                      </a:lnTo>
                      <a:lnTo>
                        <a:pt x="16597" y="59642"/>
                      </a:lnTo>
                      <a:lnTo>
                        <a:pt x="16192" y="60182"/>
                      </a:lnTo>
                      <a:lnTo>
                        <a:pt x="15810" y="60722"/>
                      </a:lnTo>
                      <a:lnTo>
                        <a:pt x="15405" y="61239"/>
                      </a:lnTo>
                      <a:lnTo>
                        <a:pt x="15000" y="61779"/>
                      </a:lnTo>
                      <a:lnTo>
                        <a:pt x="14618" y="62319"/>
                      </a:lnTo>
                      <a:lnTo>
                        <a:pt x="14213" y="62858"/>
                      </a:lnTo>
                      <a:lnTo>
                        <a:pt x="13831" y="63421"/>
                      </a:lnTo>
                      <a:lnTo>
                        <a:pt x="13426" y="63960"/>
                      </a:lnTo>
                      <a:lnTo>
                        <a:pt x="13044" y="64500"/>
                      </a:lnTo>
                      <a:lnTo>
                        <a:pt x="12639" y="65062"/>
                      </a:lnTo>
                      <a:lnTo>
                        <a:pt x="12257" y="65625"/>
                      </a:lnTo>
                      <a:lnTo>
                        <a:pt x="11852" y="66187"/>
                      </a:lnTo>
                      <a:lnTo>
                        <a:pt x="11447" y="66727"/>
                      </a:lnTo>
                      <a:lnTo>
                        <a:pt x="11065" y="67289"/>
                      </a:lnTo>
                      <a:lnTo>
                        <a:pt x="10660" y="67851"/>
                      </a:lnTo>
                      <a:lnTo>
                        <a:pt x="10277" y="68413"/>
                      </a:lnTo>
                      <a:lnTo>
                        <a:pt x="9873" y="68998"/>
                      </a:lnTo>
                      <a:lnTo>
                        <a:pt x="9491" y="69560"/>
                      </a:lnTo>
                      <a:lnTo>
                        <a:pt x="9085" y="70123"/>
                      </a:lnTo>
                      <a:lnTo>
                        <a:pt x="8703" y="70707"/>
                      </a:lnTo>
                      <a:lnTo>
                        <a:pt x="8299" y="71269"/>
                      </a:lnTo>
                      <a:lnTo>
                        <a:pt x="7893" y="71854"/>
                      </a:lnTo>
                      <a:lnTo>
                        <a:pt x="7511" y="72416"/>
                      </a:lnTo>
                      <a:lnTo>
                        <a:pt x="7107" y="73001"/>
                      </a:lnTo>
                      <a:lnTo>
                        <a:pt x="6724" y="73586"/>
                      </a:lnTo>
                      <a:lnTo>
                        <a:pt x="6319" y="74171"/>
                      </a:lnTo>
                      <a:lnTo>
                        <a:pt x="5937" y="74755"/>
                      </a:lnTo>
                      <a:lnTo>
                        <a:pt x="5532" y="75340"/>
                      </a:lnTo>
                      <a:lnTo>
                        <a:pt x="5150" y="75925"/>
                      </a:lnTo>
                      <a:lnTo>
                        <a:pt x="4745" y="76510"/>
                      </a:lnTo>
                      <a:lnTo>
                        <a:pt x="4340" y="77094"/>
                      </a:lnTo>
                      <a:lnTo>
                        <a:pt x="3958" y="77701"/>
                      </a:lnTo>
                      <a:lnTo>
                        <a:pt x="3553" y="78286"/>
                      </a:lnTo>
                      <a:lnTo>
                        <a:pt x="3171" y="78871"/>
                      </a:lnTo>
                      <a:lnTo>
                        <a:pt x="2766" y="79478"/>
                      </a:lnTo>
                      <a:lnTo>
                        <a:pt x="2383" y="80063"/>
                      </a:lnTo>
                      <a:lnTo>
                        <a:pt x="1979" y="80670"/>
                      </a:lnTo>
                      <a:lnTo>
                        <a:pt x="1574" y="81255"/>
                      </a:lnTo>
                      <a:lnTo>
                        <a:pt x="1191" y="81862"/>
                      </a:lnTo>
                      <a:lnTo>
                        <a:pt x="787" y="82469"/>
                      </a:lnTo>
                      <a:lnTo>
                        <a:pt x="405" y="83054"/>
                      </a:lnTo>
                      <a:lnTo>
                        <a:pt x="0" y="83661"/>
                      </a:lnTo>
                      <a:lnTo>
                        <a:pt x="0" y="92545"/>
                      </a:lnTo>
                      <a:lnTo>
                        <a:pt x="405" y="92027"/>
                      </a:lnTo>
                      <a:lnTo>
                        <a:pt x="787" y="91510"/>
                      </a:lnTo>
                      <a:lnTo>
                        <a:pt x="1191" y="90993"/>
                      </a:lnTo>
                      <a:lnTo>
                        <a:pt x="1574" y="90498"/>
                      </a:lnTo>
                      <a:lnTo>
                        <a:pt x="1979" y="89981"/>
                      </a:lnTo>
                      <a:lnTo>
                        <a:pt x="2383" y="89464"/>
                      </a:lnTo>
                      <a:lnTo>
                        <a:pt x="2766" y="88946"/>
                      </a:lnTo>
                      <a:lnTo>
                        <a:pt x="3171" y="88452"/>
                      </a:lnTo>
                      <a:lnTo>
                        <a:pt x="3553" y="87934"/>
                      </a:lnTo>
                      <a:lnTo>
                        <a:pt x="3958" y="87439"/>
                      </a:lnTo>
                      <a:lnTo>
                        <a:pt x="4340" y="86922"/>
                      </a:lnTo>
                      <a:lnTo>
                        <a:pt x="4745" y="86427"/>
                      </a:lnTo>
                      <a:lnTo>
                        <a:pt x="5150" y="85910"/>
                      </a:lnTo>
                      <a:lnTo>
                        <a:pt x="5532" y="85415"/>
                      </a:lnTo>
                      <a:lnTo>
                        <a:pt x="5937" y="84898"/>
                      </a:lnTo>
                      <a:lnTo>
                        <a:pt x="6319" y="84403"/>
                      </a:lnTo>
                      <a:lnTo>
                        <a:pt x="6724" y="83909"/>
                      </a:lnTo>
                      <a:lnTo>
                        <a:pt x="7107" y="83414"/>
                      </a:lnTo>
                      <a:lnTo>
                        <a:pt x="7511" y="82919"/>
                      </a:lnTo>
                      <a:lnTo>
                        <a:pt x="7893" y="82402"/>
                      </a:lnTo>
                      <a:lnTo>
                        <a:pt x="8299" y="81907"/>
                      </a:lnTo>
                      <a:lnTo>
                        <a:pt x="8703" y="81412"/>
                      </a:lnTo>
                      <a:lnTo>
                        <a:pt x="9085" y="80918"/>
                      </a:lnTo>
                      <a:lnTo>
                        <a:pt x="9491" y="80423"/>
                      </a:lnTo>
                      <a:lnTo>
                        <a:pt x="9873" y="79950"/>
                      </a:lnTo>
                      <a:lnTo>
                        <a:pt x="10277" y="79456"/>
                      </a:lnTo>
                      <a:lnTo>
                        <a:pt x="10660" y="78961"/>
                      </a:lnTo>
                      <a:lnTo>
                        <a:pt x="11065" y="78466"/>
                      </a:lnTo>
                      <a:lnTo>
                        <a:pt x="11447" y="77994"/>
                      </a:lnTo>
                      <a:lnTo>
                        <a:pt x="11852" y="77499"/>
                      </a:lnTo>
                      <a:lnTo>
                        <a:pt x="12257" y="77027"/>
                      </a:lnTo>
                      <a:lnTo>
                        <a:pt x="12639" y="76532"/>
                      </a:lnTo>
                      <a:lnTo>
                        <a:pt x="13044" y="76060"/>
                      </a:lnTo>
                      <a:lnTo>
                        <a:pt x="13426" y="75565"/>
                      </a:lnTo>
                      <a:lnTo>
                        <a:pt x="13831" y="75093"/>
                      </a:lnTo>
                      <a:lnTo>
                        <a:pt x="14213" y="74620"/>
                      </a:lnTo>
                      <a:lnTo>
                        <a:pt x="14618" y="74148"/>
                      </a:lnTo>
                      <a:lnTo>
                        <a:pt x="15000" y="73676"/>
                      </a:lnTo>
                      <a:lnTo>
                        <a:pt x="15405" y="73204"/>
                      </a:lnTo>
                      <a:lnTo>
                        <a:pt x="15810" y="72731"/>
                      </a:lnTo>
                      <a:lnTo>
                        <a:pt x="16192" y="72259"/>
                      </a:lnTo>
                      <a:lnTo>
                        <a:pt x="16597" y="71787"/>
                      </a:lnTo>
                      <a:lnTo>
                        <a:pt x="16979" y="71337"/>
                      </a:lnTo>
                      <a:lnTo>
                        <a:pt x="17384" y="70865"/>
                      </a:lnTo>
                      <a:lnTo>
                        <a:pt x="17767" y="70415"/>
                      </a:lnTo>
                      <a:lnTo>
                        <a:pt x="18171" y="69965"/>
                      </a:lnTo>
                      <a:lnTo>
                        <a:pt x="18576" y="69515"/>
                      </a:lnTo>
                      <a:lnTo>
                        <a:pt x="18959" y="69066"/>
                      </a:lnTo>
                      <a:lnTo>
                        <a:pt x="19363" y="68616"/>
                      </a:lnTo>
                      <a:lnTo>
                        <a:pt x="19745" y="68188"/>
                      </a:lnTo>
                      <a:lnTo>
                        <a:pt x="20151" y="67739"/>
                      </a:lnTo>
                      <a:lnTo>
                        <a:pt x="20533" y="67311"/>
                      </a:lnTo>
                      <a:lnTo>
                        <a:pt x="20937" y="66884"/>
                      </a:lnTo>
                      <a:lnTo>
                        <a:pt x="21320" y="66457"/>
                      </a:lnTo>
                      <a:lnTo>
                        <a:pt x="21725" y="66029"/>
                      </a:lnTo>
                      <a:lnTo>
                        <a:pt x="22129" y="65625"/>
                      </a:lnTo>
                      <a:lnTo>
                        <a:pt x="22512" y="65220"/>
                      </a:lnTo>
                      <a:lnTo>
                        <a:pt x="22917" y="64815"/>
                      </a:lnTo>
                      <a:lnTo>
                        <a:pt x="23299" y="64433"/>
                      </a:lnTo>
                      <a:lnTo>
                        <a:pt x="23704" y="64050"/>
                      </a:lnTo>
                      <a:lnTo>
                        <a:pt x="24086" y="63690"/>
                      </a:lnTo>
                      <a:lnTo>
                        <a:pt x="24491" y="63331"/>
                      </a:lnTo>
                      <a:lnTo>
                        <a:pt x="24873" y="62971"/>
                      </a:lnTo>
                      <a:lnTo>
                        <a:pt x="25278" y="62611"/>
                      </a:lnTo>
                      <a:lnTo>
                        <a:pt x="25683" y="62274"/>
                      </a:lnTo>
                      <a:lnTo>
                        <a:pt x="26065" y="61959"/>
                      </a:lnTo>
                      <a:lnTo>
                        <a:pt x="26470" y="61621"/>
                      </a:lnTo>
                      <a:lnTo>
                        <a:pt x="26852" y="61329"/>
                      </a:lnTo>
                      <a:lnTo>
                        <a:pt x="27257" y="61014"/>
                      </a:lnTo>
                      <a:lnTo>
                        <a:pt x="27639" y="60744"/>
                      </a:lnTo>
                      <a:lnTo>
                        <a:pt x="28044" y="60452"/>
                      </a:lnTo>
                      <a:lnTo>
                        <a:pt x="28427" y="60205"/>
                      </a:lnTo>
                      <a:lnTo>
                        <a:pt x="28831" y="59935"/>
                      </a:lnTo>
                      <a:lnTo>
                        <a:pt x="29236" y="59710"/>
                      </a:lnTo>
                      <a:lnTo>
                        <a:pt x="29619" y="59485"/>
                      </a:lnTo>
                      <a:lnTo>
                        <a:pt x="30023" y="59260"/>
                      </a:lnTo>
                      <a:lnTo>
                        <a:pt x="30405" y="59058"/>
                      </a:lnTo>
                      <a:lnTo>
                        <a:pt x="30811" y="58855"/>
                      </a:lnTo>
                      <a:lnTo>
                        <a:pt x="31193" y="58675"/>
                      </a:lnTo>
                      <a:lnTo>
                        <a:pt x="31597" y="58495"/>
                      </a:lnTo>
                      <a:lnTo>
                        <a:pt x="31980" y="58315"/>
                      </a:lnTo>
                      <a:lnTo>
                        <a:pt x="32385" y="58158"/>
                      </a:lnTo>
                      <a:lnTo>
                        <a:pt x="32789" y="58001"/>
                      </a:lnTo>
                      <a:lnTo>
                        <a:pt x="33172" y="57866"/>
                      </a:lnTo>
                      <a:lnTo>
                        <a:pt x="33577" y="57708"/>
                      </a:lnTo>
                      <a:lnTo>
                        <a:pt x="33959" y="57573"/>
                      </a:lnTo>
                      <a:lnTo>
                        <a:pt x="34364" y="57461"/>
                      </a:lnTo>
                      <a:lnTo>
                        <a:pt x="34746" y="57348"/>
                      </a:lnTo>
                      <a:lnTo>
                        <a:pt x="35151" y="57236"/>
                      </a:lnTo>
                      <a:lnTo>
                        <a:pt x="35556" y="57124"/>
                      </a:lnTo>
                      <a:lnTo>
                        <a:pt x="35938" y="57011"/>
                      </a:lnTo>
                      <a:lnTo>
                        <a:pt x="36343" y="56921"/>
                      </a:lnTo>
                      <a:lnTo>
                        <a:pt x="36725" y="56831"/>
                      </a:lnTo>
                      <a:lnTo>
                        <a:pt x="37130" y="56741"/>
                      </a:lnTo>
                      <a:lnTo>
                        <a:pt x="37512" y="56651"/>
                      </a:lnTo>
                      <a:lnTo>
                        <a:pt x="37917" y="56584"/>
                      </a:lnTo>
                      <a:lnTo>
                        <a:pt x="38299" y="56494"/>
                      </a:lnTo>
                      <a:lnTo>
                        <a:pt x="38704" y="56404"/>
                      </a:lnTo>
                      <a:lnTo>
                        <a:pt x="39109" y="56336"/>
                      </a:lnTo>
                      <a:lnTo>
                        <a:pt x="39491" y="56246"/>
                      </a:lnTo>
                      <a:lnTo>
                        <a:pt x="39897" y="56156"/>
                      </a:lnTo>
                      <a:lnTo>
                        <a:pt x="40279" y="56089"/>
                      </a:lnTo>
                      <a:lnTo>
                        <a:pt x="40683" y="55999"/>
                      </a:lnTo>
                      <a:lnTo>
                        <a:pt x="41065" y="55909"/>
                      </a:lnTo>
                      <a:lnTo>
                        <a:pt x="41471" y="55819"/>
                      </a:lnTo>
                      <a:lnTo>
                        <a:pt x="41853" y="55752"/>
                      </a:lnTo>
                      <a:lnTo>
                        <a:pt x="42257" y="55662"/>
                      </a:lnTo>
                      <a:lnTo>
                        <a:pt x="42663" y="55572"/>
                      </a:lnTo>
                      <a:lnTo>
                        <a:pt x="43045" y="55459"/>
                      </a:lnTo>
                      <a:lnTo>
                        <a:pt x="43449" y="55369"/>
                      </a:lnTo>
                      <a:lnTo>
                        <a:pt x="43832" y="55257"/>
                      </a:lnTo>
                      <a:lnTo>
                        <a:pt x="44214" y="55167"/>
                      </a:lnTo>
                      <a:lnTo>
                        <a:pt x="44619" y="55054"/>
                      </a:lnTo>
                      <a:lnTo>
                        <a:pt x="45024" y="54942"/>
                      </a:lnTo>
                      <a:lnTo>
                        <a:pt x="45384" y="54830"/>
                      </a:lnTo>
                      <a:lnTo>
                        <a:pt x="45811" y="54695"/>
                      </a:lnTo>
                      <a:lnTo>
                        <a:pt x="46193" y="54582"/>
                      </a:lnTo>
                      <a:lnTo>
                        <a:pt x="46576" y="54447"/>
                      </a:lnTo>
                      <a:lnTo>
                        <a:pt x="46980" y="54312"/>
                      </a:lnTo>
                      <a:lnTo>
                        <a:pt x="47363" y="54177"/>
                      </a:lnTo>
                      <a:lnTo>
                        <a:pt x="47768" y="54042"/>
                      </a:lnTo>
                      <a:lnTo>
                        <a:pt x="48150" y="53885"/>
                      </a:lnTo>
                      <a:lnTo>
                        <a:pt x="48555" y="53750"/>
                      </a:lnTo>
                      <a:lnTo>
                        <a:pt x="48959" y="53593"/>
                      </a:lnTo>
                      <a:lnTo>
                        <a:pt x="49342" y="53435"/>
                      </a:lnTo>
                      <a:lnTo>
                        <a:pt x="49747" y="53278"/>
                      </a:lnTo>
                      <a:lnTo>
                        <a:pt x="50129" y="53098"/>
                      </a:lnTo>
                      <a:lnTo>
                        <a:pt x="50534" y="52918"/>
                      </a:lnTo>
                      <a:lnTo>
                        <a:pt x="50916" y="52738"/>
                      </a:lnTo>
                      <a:lnTo>
                        <a:pt x="51321" y="52558"/>
                      </a:lnTo>
                      <a:lnTo>
                        <a:pt x="51704" y="52378"/>
                      </a:lnTo>
                      <a:lnTo>
                        <a:pt x="52108" y="52198"/>
                      </a:lnTo>
                      <a:lnTo>
                        <a:pt x="52513" y="51996"/>
                      </a:lnTo>
                      <a:lnTo>
                        <a:pt x="52895" y="51794"/>
                      </a:lnTo>
                      <a:lnTo>
                        <a:pt x="53300" y="51591"/>
                      </a:lnTo>
                      <a:lnTo>
                        <a:pt x="53682" y="51389"/>
                      </a:lnTo>
                      <a:lnTo>
                        <a:pt x="54087" y="51186"/>
                      </a:lnTo>
                      <a:lnTo>
                        <a:pt x="54470" y="50961"/>
                      </a:lnTo>
                      <a:lnTo>
                        <a:pt x="54874" y="50736"/>
                      </a:lnTo>
                      <a:lnTo>
                        <a:pt x="55257" y="50534"/>
                      </a:lnTo>
                      <a:lnTo>
                        <a:pt x="55662" y="50287"/>
                      </a:lnTo>
                      <a:lnTo>
                        <a:pt x="56066" y="50062"/>
                      </a:lnTo>
                      <a:lnTo>
                        <a:pt x="56449" y="49837"/>
                      </a:lnTo>
                      <a:lnTo>
                        <a:pt x="56853" y="49612"/>
                      </a:lnTo>
                      <a:lnTo>
                        <a:pt x="57236" y="49365"/>
                      </a:lnTo>
                      <a:lnTo>
                        <a:pt x="57641" y="49140"/>
                      </a:lnTo>
                      <a:lnTo>
                        <a:pt x="58023" y="48892"/>
                      </a:lnTo>
                      <a:lnTo>
                        <a:pt x="58428" y="48667"/>
                      </a:lnTo>
                      <a:lnTo>
                        <a:pt x="58810" y="48420"/>
                      </a:lnTo>
                      <a:lnTo>
                        <a:pt x="59215" y="48173"/>
                      </a:lnTo>
                      <a:lnTo>
                        <a:pt x="59619" y="47925"/>
                      </a:lnTo>
                      <a:lnTo>
                        <a:pt x="60002" y="47678"/>
                      </a:lnTo>
                      <a:lnTo>
                        <a:pt x="60407" y="47431"/>
                      </a:lnTo>
                      <a:lnTo>
                        <a:pt x="60789" y="47183"/>
                      </a:lnTo>
                      <a:lnTo>
                        <a:pt x="61194" y="46936"/>
                      </a:lnTo>
                      <a:lnTo>
                        <a:pt x="61576" y="46688"/>
                      </a:lnTo>
                      <a:lnTo>
                        <a:pt x="61981" y="46441"/>
                      </a:lnTo>
                      <a:lnTo>
                        <a:pt x="62364" y="46171"/>
                      </a:lnTo>
                      <a:lnTo>
                        <a:pt x="62768" y="45924"/>
                      </a:lnTo>
                      <a:lnTo>
                        <a:pt x="63173" y="45676"/>
                      </a:lnTo>
                      <a:lnTo>
                        <a:pt x="63555" y="45406"/>
                      </a:lnTo>
                      <a:lnTo>
                        <a:pt x="63960" y="45159"/>
                      </a:lnTo>
                      <a:lnTo>
                        <a:pt x="64342" y="44889"/>
                      </a:lnTo>
                      <a:lnTo>
                        <a:pt x="64747" y="44642"/>
                      </a:lnTo>
                      <a:lnTo>
                        <a:pt x="65130" y="44372"/>
                      </a:lnTo>
                      <a:lnTo>
                        <a:pt x="65534" y="44102"/>
                      </a:lnTo>
                      <a:lnTo>
                        <a:pt x="65939" y="43855"/>
                      </a:lnTo>
                      <a:lnTo>
                        <a:pt x="66322" y="43585"/>
                      </a:lnTo>
                      <a:lnTo>
                        <a:pt x="66726" y="43315"/>
                      </a:lnTo>
                      <a:lnTo>
                        <a:pt x="67109" y="43045"/>
                      </a:lnTo>
                      <a:lnTo>
                        <a:pt x="67513" y="42775"/>
                      </a:lnTo>
                      <a:lnTo>
                        <a:pt x="67896" y="42528"/>
                      </a:lnTo>
                      <a:lnTo>
                        <a:pt x="68301" y="42258"/>
                      </a:lnTo>
                      <a:lnTo>
                        <a:pt x="68683" y="41988"/>
                      </a:lnTo>
                      <a:lnTo>
                        <a:pt x="69088" y="41718"/>
                      </a:lnTo>
                      <a:lnTo>
                        <a:pt x="69493" y="41448"/>
                      </a:lnTo>
                      <a:lnTo>
                        <a:pt x="69875" y="41178"/>
                      </a:lnTo>
                      <a:lnTo>
                        <a:pt x="70280" y="40909"/>
                      </a:lnTo>
                      <a:lnTo>
                        <a:pt x="70662" y="40639"/>
                      </a:lnTo>
                      <a:lnTo>
                        <a:pt x="71067" y="40369"/>
                      </a:lnTo>
                      <a:lnTo>
                        <a:pt x="71449" y="40099"/>
                      </a:lnTo>
                      <a:lnTo>
                        <a:pt x="71854" y="39829"/>
                      </a:lnTo>
                      <a:lnTo>
                        <a:pt x="72236" y="39559"/>
                      </a:lnTo>
                      <a:lnTo>
                        <a:pt x="72641" y="39289"/>
                      </a:lnTo>
                      <a:lnTo>
                        <a:pt x="73046" y="39019"/>
                      </a:lnTo>
                      <a:lnTo>
                        <a:pt x="73428" y="38750"/>
                      </a:lnTo>
                      <a:lnTo>
                        <a:pt x="73833" y="38480"/>
                      </a:lnTo>
                      <a:lnTo>
                        <a:pt x="74216" y="38210"/>
                      </a:lnTo>
                      <a:lnTo>
                        <a:pt x="74620" y="37940"/>
                      </a:lnTo>
                      <a:lnTo>
                        <a:pt x="75002" y="37670"/>
                      </a:lnTo>
                      <a:lnTo>
                        <a:pt x="75407" y="37400"/>
                      </a:lnTo>
                      <a:lnTo>
                        <a:pt x="75790" y="37108"/>
                      </a:lnTo>
                      <a:lnTo>
                        <a:pt x="76194" y="36838"/>
                      </a:lnTo>
                      <a:lnTo>
                        <a:pt x="76599" y="36568"/>
                      </a:lnTo>
                      <a:lnTo>
                        <a:pt x="76982" y="36298"/>
                      </a:lnTo>
                      <a:lnTo>
                        <a:pt x="77386" y="36028"/>
                      </a:lnTo>
                      <a:lnTo>
                        <a:pt x="77769" y="35736"/>
                      </a:lnTo>
                      <a:lnTo>
                        <a:pt x="78173" y="35466"/>
                      </a:lnTo>
                      <a:lnTo>
                        <a:pt x="78556" y="35196"/>
                      </a:lnTo>
                      <a:lnTo>
                        <a:pt x="78961" y="34926"/>
                      </a:lnTo>
                      <a:lnTo>
                        <a:pt x="79343" y="34656"/>
                      </a:lnTo>
                      <a:lnTo>
                        <a:pt x="79748" y="34409"/>
                      </a:lnTo>
                      <a:lnTo>
                        <a:pt x="80153" y="34139"/>
                      </a:lnTo>
                      <a:lnTo>
                        <a:pt x="80535" y="33869"/>
                      </a:lnTo>
                      <a:lnTo>
                        <a:pt x="80940" y="33622"/>
                      </a:lnTo>
                      <a:lnTo>
                        <a:pt x="81322" y="33352"/>
                      </a:lnTo>
                      <a:lnTo>
                        <a:pt x="81727" y="33105"/>
                      </a:lnTo>
                      <a:lnTo>
                        <a:pt x="82109" y="32857"/>
                      </a:lnTo>
                      <a:lnTo>
                        <a:pt x="82514" y="32587"/>
                      </a:lnTo>
                      <a:lnTo>
                        <a:pt x="82919" y="32340"/>
                      </a:lnTo>
                      <a:lnTo>
                        <a:pt x="83301" y="32093"/>
                      </a:lnTo>
                      <a:lnTo>
                        <a:pt x="83706" y="31845"/>
                      </a:lnTo>
                      <a:lnTo>
                        <a:pt x="84088" y="31598"/>
                      </a:lnTo>
                      <a:lnTo>
                        <a:pt x="84493" y="31350"/>
                      </a:lnTo>
                      <a:lnTo>
                        <a:pt x="84876" y="31103"/>
                      </a:lnTo>
                      <a:lnTo>
                        <a:pt x="85280" y="30856"/>
                      </a:lnTo>
                      <a:lnTo>
                        <a:pt x="85662" y="30631"/>
                      </a:lnTo>
                      <a:lnTo>
                        <a:pt x="86067" y="30383"/>
                      </a:lnTo>
                      <a:lnTo>
                        <a:pt x="86472" y="30159"/>
                      </a:lnTo>
                      <a:lnTo>
                        <a:pt x="86854" y="29934"/>
                      </a:lnTo>
                      <a:lnTo>
                        <a:pt x="87259" y="29709"/>
                      </a:lnTo>
                      <a:lnTo>
                        <a:pt x="87642" y="29506"/>
                      </a:lnTo>
                      <a:lnTo>
                        <a:pt x="88047" y="29281"/>
                      </a:lnTo>
                      <a:lnTo>
                        <a:pt x="88429" y="29079"/>
                      </a:lnTo>
                      <a:lnTo>
                        <a:pt x="88834" y="28877"/>
                      </a:lnTo>
                      <a:lnTo>
                        <a:pt x="89216" y="28674"/>
                      </a:lnTo>
                      <a:lnTo>
                        <a:pt x="89621" y="28472"/>
                      </a:lnTo>
                      <a:lnTo>
                        <a:pt x="90025" y="28269"/>
                      </a:lnTo>
                      <a:lnTo>
                        <a:pt x="90408" y="28089"/>
                      </a:lnTo>
                      <a:lnTo>
                        <a:pt x="90813" y="27910"/>
                      </a:lnTo>
                      <a:lnTo>
                        <a:pt x="91195" y="27730"/>
                      </a:lnTo>
                      <a:lnTo>
                        <a:pt x="91600" y="27550"/>
                      </a:lnTo>
                      <a:lnTo>
                        <a:pt x="91982" y="27370"/>
                      </a:lnTo>
                      <a:lnTo>
                        <a:pt x="92387" y="27212"/>
                      </a:lnTo>
                      <a:lnTo>
                        <a:pt x="92770" y="27055"/>
                      </a:lnTo>
                      <a:lnTo>
                        <a:pt x="93174" y="26898"/>
                      </a:lnTo>
                      <a:lnTo>
                        <a:pt x="93579" y="26763"/>
                      </a:lnTo>
                      <a:lnTo>
                        <a:pt x="93961" y="26628"/>
                      </a:lnTo>
                      <a:lnTo>
                        <a:pt x="94366" y="26493"/>
                      </a:lnTo>
                      <a:lnTo>
                        <a:pt x="94748" y="26358"/>
                      </a:lnTo>
                      <a:lnTo>
                        <a:pt x="95153" y="26245"/>
                      </a:lnTo>
                      <a:lnTo>
                        <a:pt x="95536" y="26133"/>
                      </a:lnTo>
                      <a:lnTo>
                        <a:pt x="95940" y="26043"/>
                      </a:lnTo>
                      <a:lnTo>
                        <a:pt x="96345" y="25953"/>
                      </a:lnTo>
                      <a:lnTo>
                        <a:pt x="96727" y="25863"/>
                      </a:lnTo>
                      <a:lnTo>
                        <a:pt x="97132" y="25796"/>
                      </a:lnTo>
                      <a:lnTo>
                        <a:pt x="97515" y="25751"/>
                      </a:lnTo>
                      <a:lnTo>
                        <a:pt x="97919" y="25706"/>
                      </a:lnTo>
                      <a:lnTo>
                        <a:pt x="98302" y="25661"/>
                      </a:lnTo>
                      <a:lnTo>
                        <a:pt x="98707" y="25638"/>
                      </a:lnTo>
                      <a:lnTo>
                        <a:pt x="99089" y="25638"/>
                      </a:lnTo>
                      <a:lnTo>
                        <a:pt x="99494" y="25638"/>
                      </a:lnTo>
                      <a:lnTo>
                        <a:pt x="99899" y="25661"/>
                      </a:lnTo>
                      <a:lnTo>
                        <a:pt x="100281" y="25706"/>
                      </a:lnTo>
                      <a:lnTo>
                        <a:pt x="100685" y="25751"/>
                      </a:lnTo>
                      <a:lnTo>
                        <a:pt x="101068" y="25796"/>
                      </a:lnTo>
                      <a:lnTo>
                        <a:pt x="101473" y="25886"/>
                      </a:lnTo>
                      <a:lnTo>
                        <a:pt x="101855" y="25975"/>
                      </a:lnTo>
                      <a:lnTo>
                        <a:pt x="102260" y="26088"/>
                      </a:lnTo>
                      <a:lnTo>
                        <a:pt x="102642" y="26200"/>
                      </a:lnTo>
                      <a:lnTo>
                        <a:pt x="103047" y="26358"/>
                      </a:lnTo>
                      <a:lnTo>
                        <a:pt x="103452" y="26515"/>
                      </a:lnTo>
                      <a:lnTo>
                        <a:pt x="103834" y="26695"/>
                      </a:lnTo>
                      <a:lnTo>
                        <a:pt x="104239" y="26898"/>
                      </a:lnTo>
                      <a:lnTo>
                        <a:pt x="104621" y="27122"/>
                      </a:lnTo>
                      <a:close/>
                    </a:path>
                  </a:pathLst>
                </a:custGeom>
                <a:solidFill>
                  <a:srgbClr val="21AED3">
                    <a:alpha val="20000"/>
                  </a:srgbClr>
                </a:solidFill>
                <a:ln w="2249" cap="flat">
                  <a:noFill/>
                  <a:prstDash val="solid"/>
                  <a:miter/>
                </a:ln>
              </p:spPr>
              <p:txBody>
                <a:bodyPr rtlCol="0" anchor="ctr"/>
                <a:lstStyle/>
                <a:p>
                  <a:endParaRPr lang="en-US"/>
                </a:p>
              </p:txBody>
            </p:sp>
            <p:sp>
              <p:nvSpPr>
                <p:cNvPr id="1898" name="Freeform 1897">
                  <a:extLst>
                    <a:ext uri="{FF2B5EF4-FFF2-40B4-BE49-F238E27FC236}">
                      <a16:creationId xmlns:a16="http://schemas.microsoft.com/office/drawing/2014/main" id="{CB906CFB-9208-8528-256C-563904D3A8DF}"/>
                    </a:ext>
                  </a:extLst>
                </p:cNvPr>
                <p:cNvSpPr/>
                <p:nvPr/>
              </p:nvSpPr>
              <p:spPr>
                <a:xfrm>
                  <a:off x="1194948" y="1231059"/>
                  <a:ext cx="2848717" cy="2778891"/>
                </a:xfrm>
                <a:custGeom>
                  <a:avLst/>
                  <a:gdLst>
                    <a:gd name="connsiteX0" fmla="*/ 0 w 591813"/>
                    <a:gd name="connsiteY0" fmla="*/ 71854 h 577307"/>
                    <a:gd name="connsiteX1" fmla="*/ 405 w 591813"/>
                    <a:gd name="connsiteY1" fmla="*/ 71337 h 577307"/>
                    <a:gd name="connsiteX2" fmla="*/ 787 w 591813"/>
                    <a:gd name="connsiteY2" fmla="*/ 70820 h 577307"/>
                    <a:gd name="connsiteX3" fmla="*/ 1191 w 591813"/>
                    <a:gd name="connsiteY3" fmla="*/ 70302 h 577307"/>
                    <a:gd name="connsiteX4" fmla="*/ 1574 w 591813"/>
                    <a:gd name="connsiteY4" fmla="*/ 69785 h 577307"/>
                    <a:gd name="connsiteX5" fmla="*/ 1979 w 591813"/>
                    <a:gd name="connsiteY5" fmla="*/ 69268 h 577307"/>
                    <a:gd name="connsiteX6" fmla="*/ 2383 w 591813"/>
                    <a:gd name="connsiteY6" fmla="*/ 68751 h 577307"/>
                    <a:gd name="connsiteX7" fmla="*/ 2766 w 591813"/>
                    <a:gd name="connsiteY7" fmla="*/ 68233 h 577307"/>
                    <a:gd name="connsiteX8" fmla="*/ 3171 w 591813"/>
                    <a:gd name="connsiteY8" fmla="*/ 67716 h 577307"/>
                    <a:gd name="connsiteX9" fmla="*/ 3553 w 591813"/>
                    <a:gd name="connsiteY9" fmla="*/ 67221 h 577307"/>
                    <a:gd name="connsiteX10" fmla="*/ 3958 w 591813"/>
                    <a:gd name="connsiteY10" fmla="*/ 66704 h 577307"/>
                    <a:gd name="connsiteX11" fmla="*/ 4340 w 591813"/>
                    <a:gd name="connsiteY11" fmla="*/ 66209 h 577307"/>
                    <a:gd name="connsiteX12" fmla="*/ 4745 w 591813"/>
                    <a:gd name="connsiteY12" fmla="*/ 65692 h 577307"/>
                    <a:gd name="connsiteX13" fmla="*/ 5150 w 591813"/>
                    <a:gd name="connsiteY13" fmla="*/ 65197 h 577307"/>
                    <a:gd name="connsiteX14" fmla="*/ 5532 w 591813"/>
                    <a:gd name="connsiteY14" fmla="*/ 64680 h 577307"/>
                    <a:gd name="connsiteX15" fmla="*/ 5937 w 591813"/>
                    <a:gd name="connsiteY15" fmla="*/ 64185 h 577307"/>
                    <a:gd name="connsiteX16" fmla="*/ 6319 w 591813"/>
                    <a:gd name="connsiteY16" fmla="*/ 63668 h 577307"/>
                    <a:gd name="connsiteX17" fmla="*/ 6724 w 591813"/>
                    <a:gd name="connsiteY17" fmla="*/ 63173 h 577307"/>
                    <a:gd name="connsiteX18" fmla="*/ 7107 w 591813"/>
                    <a:gd name="connsiteY18" fmla="*/ 62678 h 577307"/>
                    <a:gd name="connsiteX19" fmla="*/ 7511 w 591813"/>
                    <a:gd name="connsiteY19" fmla="*/ 62161 h 577307"/>
                    <a:gd name="connsiteX20" fmla="*/ 7893 w 591813"/>
                    <a:gd name="connsiteY20" fmla="*/ 61666 h 577307"/>
                    <a:gd name="connsiteX21" fmla="*/ 8299 w 591813"/>
                    <a:gd name="connsiteY21" fmla="*/ 61172 h 577307"/>
                    <a:gd name="connsiteX22" fmla="*/ 8703 w 591813"/>
                    <a:gd name="connsiteY22" fmla="*/ 60677 h 577307"/>
                    <a:gd name="connsiteX23" fmla="*/ 9085 w 591813"/>
                    <a:gd name="connsiteY23" fmla="*/ 60160 h 577307"/>
                    <a:gd name="connsiteX24" fmla="*/ 9491 w 591813"/>
                    <a:gd name="connsiteY24" fmla="*/ 59665 h 577307"/>
                    <a:gd name="connsiteX25" fmla="*/ 9873 w 591813"/>
                    <a:gd name="connsiteY25" fmla="*/ 59170 h 577307"/>
                    <a:gd name="connsiteX26" fmla="*/ 10277 w 591813"/>
                    <a:gd name="connsiteY26" fmla="*/ 58675 h 577307"/>
                    <a:gd name="connsiteX27" fmla="*/ 10660 w 591813"/>
                    <a:gd name="connsiteY27" fmla="*/ 58203 h 577307"/>
                    <a:gd name="connsiteX28" fmla="*/ 11065 w 591813"/>
                    <a:gd name="connsiteY28" fmla="*/ 57708 h 577307"/>
                    <a:gd name="connsiteX29" fmla="*/ 11447 w 591813"/>
                    <a:gd name="connsiteY29" fmla="*/ 57213 h 577307"/>
                    <a:gd name="connsiteX30" fmla="*/ 11852 w 591813"/>
                    <a:gd name="connsiteY30" fmla="*/ 56719 h 577307"/>
                    <a:gd name="connsiteX31" fmla="*/ 12257 w 591813"/>
                    <a:gd name="connsiteY31" fmla="*/ 56224 h 577307"/>
                    <a:gd name="connsiteX32" fmla="*/ 12639 w 591813"/>
                    <a:gd name="connsiteY32" fmla="*/ 55752 h 577307"/>
                    <a:gd name="connsiteX33" fmla="*/ 13044 w 591813"/>
                    <a:gd name="connsiteY33" fmla="*/ 55257 h 577307"/>
                    <a:gd name="connsiteX34" fmla="*/ 13426 w 591813"/>
                    <a:gd name="connsiteY34" fmla="*/ 54785 h 577307"/>
                    <a:gd name="connsiteX35" fmla="*/ 13831 w 591813"/>
                    <a:gd name="connsiteY35" fmla="*/ 54290 h 577307"/>
                    <a:gd name="connsiteX36" fmla="*/ 14213 w 591813"/>
                    <a:gd name="connsiteY36" fmla="*/ 53818 h 577307"/>
                    <a:gd name="connsiteX37" fmla="*/ 14618 w 591813"/>
                    <a:gd name="connsiteY37" fmla="*/ 53345 h 577307"/>
                    <a:gd name="connsiteX38" fmla="*/ 15000 w 591813"/>
                    <a:gd name="connsiteY38" fmla="*/ 52873 h 577307"/>
                    <a:gd name="connsiteX39" fmla="*/ 15405 w 591813"/>
                    <a:gd name="connsiteY39" fmla="*/ 52401 h 577307"/>
                    <a:gd name="connsiteX40" fmla="*/ 15810 w 591813"/>
                    <a:gd name="connsiteY40" fmla="*/ 51928 h 577307"/>
                    <a:gd name="connsiteX41" fmla="*/ 16192 w 591813"/>
                    <a:gd name="connsiteY41" fmla="*/ 51479 h 577307"/>
                    <a:gd name="connsiteX42" fmla="*/ 16597 w 591813"/>
                    <a:gd name="connsiteY42" fmla="*/ 51006 h 577307"/>
                    <a:gd name="connsiteX43" fmla="*/ 16979 w 591813"/>
                    <a:gd name="connsiteY43" fmla="*/ 50557 h 577307"/>
                    <a:gd name="connsiteX44" fmla="*/ 17384 w 591813"/>
                    <a:gd name="connsiteY44" fmla="*/ 50107 h 577307"/>
                    <a:gd name="connsiteX45" fmla="*/ 17767 w 591813"/>
                    <a:gd name="connsiteY45" fmla="*/ 49657 h 577307"/>
                    <a:gd name="connsiteX46" fmla="*/ 18171 w 591813"/>
                    <a:gd name="connsiteY46" fmla="*/ 49207 h 577307"/>
                    <a:gd name="connsiteX47" fmla="*/ 18576 w 591813"/>
                    <a:gd name="connsiteY47" fmla="*/ 48757 h 577307"/>
                    <a:gd name="connsiteX48" fmla="*/ 18959 w 591813"/>
                    <a:gd name="connsiteY48" fmla="*/ 48330 h 577307"/>
                    <a:gd name="connsiteX49" fmla="*/ 19363 w 591813"/>
                    <a:gd name="connsiteY49" fmla="*/ 47880 h 577307"/>
                    <a:gd name="connsiteX50" fmla="*/ 19745 w 591813"/>
                    <a:gd name="connsiteY50" fmla="*/ 47453 h 577307"/>
                    <a:gd name="connsiteX51" fmla="*/ 20151 w 591813"/>
                    <a:gd name="connsiteY51" fmla="*/ 47048 h 577307"/>
                    <a:gd name="connsiteX52" fmla="*/ 20533 w 591813"/>
                    <a:gd name="connsiteY52" fmla="*/ 46621 h 577307"/>
                    <a:gd name="connsiteX53" fmla="*/ 20937 w 591813"/>
                    <a:gd name="connsiteY53" fmla="*/ 46216 h 577307"/>
                    <a:gd name="connsiteX54" fmla="*/ 21320 w 591813"/>
                    <a:gd name="connsiteY54" fmla="*/ 45811 h 577307"/>
                    <a:gd name="connsiteX55" fmla="*/ 21725 w 591813"/>
                    <a:gd name="connsiteY55" fmla="*/ 45406 h 577307"/>
                    <a:gd name="connsiteX56" fmla="*/ 22129 w 591813"/>
                    <a:gd name="connsiteY56" fmla="*/ 45002 h 577307"/>
                    <a:gd name="connsiteX57" fmla="*/ 22512 w 591813"/>
                    <a:gd name="connsiteY57" fmla="*/ 44619 h 577307"/>
                    <a:gd name="connsiteX58" fmla="*/ 22917 w 591813"/>
                    <a:gd name="connsiteY58" fmla="*/ 44259 h 577307"/>
                    <a:gd name="connsiteX59" fmla="*/ 23299 w 591813"/>
                    <a:gd name="connsiteY59" fmla="*/ 43877 h 577307"/>
                    <a:gd name="connsiteX60" fmla="*/ 23704 w 591813"/>
                    <a:gd name="connsiteY60" fmla="*/ 43517 h 577307"/>
                    <a:gd name="connsiteX61" fmla="*/ 24086 w 591813"/>
                    <a:gd name="connsiteY61" fmla="*/ 43158 h 577307"/>
                    <a:gd name="connsiteX62" fmla="*/ 24491 w 591813"/>
                    <a:gd name="connsiteY62" fmla="*/ 42820 h 577307"/>
                    <a:gd name="connsiteX63" fmla="*/ 24873 w 591813"/>
                    <a:gd name="connsiteY63" fmla="*/ 42483 h 577307"/>
                    <a:gd name="connsiteX64" fmla="*/ 25278 w 591813"/>
                    <a:gd name="connsiteY64" fmla="*/ 42145 h 577307"/>
                    <a:gd name="connsiteX65" fmla="*/ 25683 w 591813"/>
                    <a:gd name="connsiteY65" fmla="*/ 41808 h 577307"/>
                    <a:gd name="connsiteX66" fmla="*/ 26065 w 591813"/>
                    <a:gd name="connsiteY66" fmla="*/ 41493 h 577307"/>
                    <a:gd name="connsiteX67" fmla="*/ 26470 w 591813"/>
                    <a:gd name="connsiteY67" fmla="*/ 41201 h 577307"/>
                    <a:gd name="connsiteX68" fmla="*/ 26852 w 591813"/>
                    <a:gd name="connsiteY68" fmla="*/ 40886 h 577307"/>
                    <a:gd name="connsiteX69" fmla="*/ 27257 w 591813"/>
                    <a:gd name="connsiteY69" fmla="*/ 40616 h 577307"/>
                    <a:gd name="connsiteX70" fmla="*/ 27639 w 591813"/>
                    <a:gd name="connsiteY70" fmla="*/ 40324 h 577307"/>
                    <a:gd name="connsiteX71" fmla="*/ 28044 w 591813"/>
                    <a:gd name="connsiteY71" fmla="*/ 40054 h 577307"/>
                    <a:gd name="connsiteX72" fmla="*/ 28427 w 591813"/>
                    <a:gd name="connsiteY72" fmla="*/ 39807 h 577307"/>
                    <a:gd name="connsiteX73" fmla="*/ 28831 w 591813"/>
                    <a:gd name="connsiteY73" fmla="*/ 39537 h 577307"/>
                    <a:gd name="connsiteX74" fmla="*/ 29236 w 591813"/>
                    <a:gd name="connsiteY74" fmla="*/ 39312 h 577307"/>
                    <a:gd name="connsiteX75" fmla="*/ 29619 w 591813"/>
                    <a:gd name="connsiteY75" fmla="*/ 39087 h 577307"/>
                    <a:gd name="connsiteX76" fmla="*/ 30023 w 591813"/>
                    <a:gd name="connsiteY76" fmla="*/ 38862 h 577307"/>
                    <a:gd name="connsiteX77" fmla="*/ 30405 w 591813"/>
                    <a:gd name="connsiteY77" fmla="*/ 38637 h 577307"/>
                    <a:gd name="connsiteX78" fmla="*/ 30811 w 591813"/>
                    <a:gd name="connsiteY78" fmla="*/ 38435 h 577307"/>
                    <a:gd name="connsiteX79" fmla="*/ 31193 w 591813"/>
                    <a:gd name="connsiteY79" fmla="*/ 38255 h 577307"/>
                    <a:gd name="connsiteX80" fmla="*/ 31597 w 591813"/>
                    <a:gd name="connsiteY80" fmla="*/ 38052 h 577307"/>
                    <a:gd name="connsiteX81" fmla="*/ 31980 w 591813"/>
                    <a:gd name="connsiteY81" fmla="*/ 37872 h 577307"/>
                    <a:gd name="connsiteX82" fmla="*/ 32385 w 591813"/>
                    <a:gd name="connsiteY82" fmla="*/ 37715 h 577307"/>
                    <a:gd name="connsiteX83" fmla="*/ 32789 w 591813"/>
                    <a:gd name="connsiteY83" fmla="*/ 37535 h 577307"/>
                    <a:gd name="connsiteX84" fmla="*/ 33172 w 591813"/>
                    <a:gd name="connsiteY84" fmla="*/ 37378 h 577307"/>
                    <a:gd name="connsiteX85" fmla="*/ 33577 w 591813"/>
                    <a:gd name="connsiteY85" fmla="*/ 37220 h 577307"/>
                    <a:gd name="connsiteX86" fmla="*/ 33959 w 591813"/>
                    <a:gd name="connsiteY86" fmla="*/ 37063 h 577307"/>
                    <a:gd name="connsiteX87" fmla="*/ 34364 w 591813"/>
                    <a:gd name="connsiteY87" fmla="*/ 36905 h 577307"/>
                    <a:gd name="connsiteX88" fmla="*/ 34746 w 591813"/>
                    <a:gd name="connsiteY88" fmla="*/ 36748 h 577307"/>
                    <a:gd name="connsiteX89" fmla="*/ 35151 w 591813"/>
                    <a:gd name="connsiteY89" fmla="*/ 36613 h 577307"/>
                    <a:gd name="connsiteX90" fmla="*/ 35556 w 591813"/>
                    <a:gd name="connsiteY90" fmla="*/ 36456 h 577307"/>
                    <a:gd name="connsiteX91" fmla="*/ 35938 w 591813"/>
                    <a:gd name="connsiteY91" fmla="*/ 36321 h 577307"/>
                    <a:gd name="connsiteX92" fmla="*/ 36343 w 591813"/>
                    <a:gd name="connsiteY92" fmla="*/ 36186 h 577307"/>
                    <a:gd name="connsiteX93" fmla="*/ 36725 w 591813"/>
                    <a:gd name="connsiteY93" fmla="*/ 36051 h 577307"/>
                    <a:gd name="connsiteX94" fmla="*/ 37130 w 591813"/>
                    <a:gd name="connsiteY94" fmla="*/ 35916 h 577307"/>
                    <a:gd name="connsiteX95" fmla="*/ 37512 w 591813"/>
                    <a:gd name="connsiteY95" fmla="*/ 35781 h 577307"/>
                    <a:gd name="connsiteX96" fmla="*/ 37917 w 591813"/>
                    <a:gd name="connsiteY96" fmla="*/ 35646 h 577307"/>
                    <a:gd name="connsiteX97" fmla="*/ 38299 w 591813"/>
                    <a:gd name="connsiteY97" fmla="*/ 35511 h 577307"/>
                    <a:gd name="connsiteX98" fmla="*/ 38704 w 591813"/>
                    <a:gd name="connsiteY98" fmla="*/ 35376 h 577307"/>
                    <a:gd name="connsiteX99" fmla="*/ 39109 w 591813"/>
                    <a:gd name="connsiteY99" fmla="*/ 35241 h 577307"/>
                    <a:gd name="connsiteX100" fmla="*/ 39491 w 591813"/>
                    <a:gd name="connsiteY100" fmla="*/ 35106 h 577307"/>
                    <a:gd name="connsiteX101" fmla="*/ 39897 w 591813"/>
                    <a:gd name="connsiteY101" fmla="*/ 34971 h 577307"/>
                    <a:gd name="connsiteX102" fmla="*/ 40279 w 591813"/>
                    <a:gd name="connsiteY102" fmla="*/ 34836 h 577307"/>
                    <a:gd name="connsiteX103" fmla="*/ 40683 w 591813"/>
                    <a:gd name="connsiteY103" fmla="*/ 34701 h 577307"/>
                    <a:gd name="connsiteX104" fmla="*/ 41065 w 591813"/>
                    <a:gd name="connsiteY104" fmla="*/ 34544 h 577307"/>
                    <a:gd name="connsiteX105" fmla="*/ 41471 w 591813"/>
                    <a:gd name="connsiteY105" fmla="*/ 34409 h 577307"/>
                    <a:gd name="connsiteX106" fmla="*/ 41853 w 591813"/>
                    <a:gd name="connsiteY106" fmla="*/ 34274 h 577307"/>
                    <a:gd name="connsiteX107" fmla="*/ 42257 w 591813"/>
                    <a:gd name="connsiteY107" fmla="*/ 34117 h 577307"/>
                    <a:gd name="connsiteX108" fmla="*/ 42663 w 591813"/>
                    <a:gd name="connsiteY108" fmla="*/ 33959 h 577307"/>
                    <a:gd name="connsiteX109" fmla="*/ 43045 w 591813"/>
                    <a:gd name="connsiteY109" fmla="*/ 33824 h 577307"/>
                    <a:gd name="connsiteX110" fmla="*/ 43449 w 591813"/>
                    <a:gd name="connsiteY110" fmla="*/ 33667 h 577307"/>
                    <a:gd name="connsiteX111" fmla="*/ 43832 w 591813"/>
                    <a:gd name="connsiteY111" fmla="*/ 33509 h 577307"/>
                    <a:gd name="connsiteX112" fmla="*/ 44214 w 591813"/>
                    <a:gd name="connsiteY112" fmla="*/ 33330 h 577307"/>
                    <a:gd name="connsiteX113" fmla="*/ 44619 w 591813"/>
                    <a:gd name="connsiteY113" fmla="*/ 33172 h 577307"/>
                    <a:gd name="connsiteX114" fmla="*/ 45024 w 591813"/>
                    <a:gd name="connsiteY114" fmla="*/ 33015 h 577307"/>
                    <a:gd name="connsiteX115" fmla="*/ 45384 w 591813"/>
                    <a:gd name="connsiteY115" fmla="*/ 32857 h 577307"/>
                    <a:gd name="connsiteX116" fmla="*/ 45811 w 591813"/>
                    <a:gd name="connsiteY116" fmla="*/ 32677 h 577307"/>
                    <a:gd name="connsiteX117" fmla="*/ 46193 w 591813"/>
                    <a:gd name="connsiteY117" fmla="*/ 32520 h 577307"/>
                    <a:gd name="connsiteX118" fmla="*/ 46576 w 591813"/>
                    <a:gd name="connsiteY118" fmla="*/ 32340 h 577307"/>
                    <a:gd name="connsiteX119" fmla="*/ 46980 w 591813"/>
                    <a:gd name="connsiteY119" fmla="*/ 32160 h 577307"/>
                    <a:gd name="connsiteX120" fmla="*/ 47363 w 591813"/>
                    <a:gd name="connsiteY120" fmla="*/ 31980 h 577307"/>
                    <a:gd name="connsiteX121" fmla="*/ 47768 w 591813"/>
                    <a:gd name="connsiteY121" fmla="*/ 31800 h 577307"/>
                    <a:gd name="connsiteX122" fmla="*/ 48150 w 591813"/>
                    <a:gd name="connsiteY122" fmla="*/ 31620 h 577307"/>
                    <a:gd name="connsiteX123" fmla="*/ 48555 w 591813"/>
                    <a:gd name="connsiteY123" fmla="*/ 31418 h 577307"/>
                    <a:gd name="connsiteX124" fmla="*/ 48959 w 591813"/>
                    <a:gd name="connsiteY124" fmla="*/ 31238 h 577307"/>
                    <a:gd name="connsiteX125" fmla="*/ 49342 w 591813"/>
                    <a:gd name="connsiteY125" fmla="*/ 31036 h 577307"/>
                    <a:gd name="connsiteX126" fmla="*/ 49747 w 591813"/>
                    <a:gd name="connsiteY126" fmla="*/ 30833 h 577307"/>
                    <a:gd name="connsiteX127" fmla="*/ 50129 w 591813"/>
                    <a:gd name="connsiteY127" fmla="*/ 30631 h 577307"/>
                    <a:gd name="connsiteX128" fmla="*/ 50534 w 591813"/>
                    <a:gd name="connsiteY128" fmla="*/ 30428 h 577307"/>
                    <a:gd name="connsiteX129" fmla="*/ 50916 w 591813"/>
                    <a:gd name="connsiteY129" fmla="*/ 30226 h 577307"/>
                    <a:gd name="connsiteX130" fmla="*/ 51321 w 591813"/>
                    <a:gd name="connsiteY130" fmla="*/ 30024 h 577307"/>
                    <a:gd name="connsiteX131" fmla="*/ 51704 w 591813"/>
                    <a:gd name="connsiteY131" fmla="*/ 29799 h 577307"/>
                    <a:gd name="connsiteX132" fmla="*/ 52108 w 591813"/>
                    <a:gd name="connsiteY132" fmla="*/ 29596 h 577307"/>
                    <a:gd name="connsiteX133" fmla="*/ 52513 w 591813"/>
                    <a:gd name="connsiteY133" fmla="*/ 29371 h 577307"/>
                    <a:gd name="connsiteX134" fmla="*/ 52895 w 591813"/>
                    <a:gd name="connsiteY134" fmla="*/ 29146 h 577307"/>
                    <a:gd name="connsiteX135" fmla="*/ 53300 w 591813"/>
                    <a:gd name="connsiteY135" fmla="*/ 28922 h 577307"/>
                    <a:gd name="connsiteX136" fmla="*/ 53682 w 591813"/>
                    <a:gd name="connsiteY136" fmla="*/ 28697 h 577307"/>
                    <a:gd name="connsiteX137" fmla="*/ 54087 w 591813"/>
                    <a:gd name="connsiteY137" fmla="*/ 28472 h 577307"/>
                    <a:gd name="connsiteX138" fmla="*/ 54470 w 591813"/>
                    <a:gd name="connsiteY138" fmla="*/ 28247 h 577307"/>
                    <a:gd name="connsiteX139" fmla="*/ 54874 w 591813"/>
                    <a:gd name="connsiteY139" fmla="*/ 28000 h 577307"/>
                    <a:gd name="connsiteX140" fmla="*/ 55257 w 591813"/>
                    <a:gd name="connsiteY140" fmla="*/ 27775 h 577307"/>
                    <a:gd name="connsiteX141" fmla="*/ 55662 w 591813"/>
                    <a:gd name="connsiteY141" fmla="*/ 27527 h 577307"/>
                    <a:gd name="connsiteX142" fmla="*/ 56066 w 591813"/>
                    <a:gd name="connsiteY142" fmla="*/ 27280 h 577307"/>
                    <a:gd name="connsiteX143" fmla="*/ 56449 w 591813"/>
                    <a:gd name="connsiteY143" fmla="*/ 27055 h 577307"/>
                    <a:gd name="connsiteX144" fmla="*/ 56853 w 591813"/>
                    <a:gd name="connsiteY144" fmla="*/ 26808 h 577307"/>
                    <a:gd name="connsiteX145" fmla="*/ 57236 w 591813"/>
                    <a:gd name="connsiteY145" fmla="*/ 26560 h 577307"/>
                    <a:gd name="connsiteX146" fmla="*/ 57641 w 591813"/>
                    <a:gd name="connsiteY146" fmla="*/ 26313 h 577307"/>
                    <a:gd name="connsiteX147" fmla="*/ 58023 w 591813"/>
                    <a:gd name="connsiteY147" fmla="*/ 26065 h 577307"/>
                    <a:gd name="connsiteX148" fmla="*/ 58428 w 591813"/>
                    <a:gd name="connsiteY148" fmla="*/ 25818 h 577307"/>
                    <a:gd name="connsiteX149" fmla="*/ 58810 w 591813"/>
                    <a:gd name="connsiteY149" fmla="*/ 25548 h 577307"/>
                    <a:gd name="connsiteX150" fmla="*/ 59215 w 591813"/>
                    <a:gd name="connsiteY150" fmla="*/ 25301 h 577307"/>
                    <a:gd name="connsiteX151" fmla="*/ 59619 w 591813"/>
                    <a:gd name="connsiteY151" fmla="*/ 25031 h 577307"/>
                    <a:gd name="connsiteX152" fmla="*/ 60002 w 591813"/>
                    <a:gd name="connsiteY152" fmla="*/ 24784 h 577307"/>
                    <a:gd name="connsiteX153" fmla="*/ 60407 w 591813"/>
                    <a:gd name="connsiteY153" fmla="*/ 24514 h 577307"/>
                    <a:gd name="connsiteX154" fmla="*/ 60789 w 591813"/>
                    <a:gd name="connsiteY154" fmla="*/ 24244 h 577307"/>
                    <a:gd name="connsiteX155" fmla="*/ 61194 w 591813"/>
                    <a:gd name="connsiteY155" fmla="*/ 23974 h 577307"/>
                    <a:gd name="connsiteX156" fmla="*/ 61576 w 591813"/>
                    <a:gd name="connsiteY156" fmla="*/ 23682 h 577307"/>
                    <a:gd name="connsiteX157" fmla="*/ 61981 w 591813"/>
                    <a:gd name="connsiteY157" fmla="*/ 23412 h 577307"/>
                    <a:gd name="connsiteX158" fmla="*/ 62364 w 591813"/>
                    <a:gd name="connsiteY158" fmla="*/ 23142 h 577307"/>
                    <a:gd name="connsiteX159" fmla="*/ 62768 w 591813"/>
                    <a:gd name="connsiteY159" fmla="*/ 22872 h 577307"/>
                    <a:gd name="connsiteX160" fmla="*/ 63173 w 591813"/>
                    <a:gd name="connsiteY160" fmla="*/ 22580 h 577307"/>
                    <a:gd name="connsiteX161" fmla="*/ 63555 w 591813"/>
                    <a:gd name="connsiteY161" fmla="*/ 22310 h 577307"/>
                    <a:gd name="connsiteX162" fmla="*/ 63960 w 591813"/>
                    <a:gd name="connsiteY162" fmla="*/ 22040 h 577307"/>
                    <a:gd name="connsiteX163" fmla="*/ 64342 w 591813"/>
                    <a:gd name="connsiteY163" fmla="*/ 21747 h 577307"/>
                    <a:gd name="connsiteX164" fmla="*/ 64747 w 591813"/>
                    <a:gd name="connsiteY164" fmla="*/ 21478 h 577307"/>
                    <a:gd name="connsiteX165" fmla="*/ 65130 w 591813"/>
                    <a:gd name="connsiteY165" fmla="*/ 21185 h 577307"/>
                    <a:gd name="connsiteX166" fmla="*/ 65534 w 591813"/>
                    <a:gd name="connsiteY166" fmla="*/ 20915 h 577307"/>
                    <a:gd name="connsiteX167" fmla="*/ 65939 w 591813"/>
                    <a:gd name="connsiteY167" fmla="*/ 20623 h 577307"/>
                    <a:gd name="connsiteX168" fmla="*/ 66322 w 591813"/>
                    <a:gd name="connsiteY168" fmla="*/ 20353 h 577307"/>
                    <a:gd name="connsiteX169" fmla="*/ 66726 w 591813"/>
                    <a:gd name="connsiteY169" fmla="*/ 20061 h 577307"/>
                    <a:gd name="connsiteX170" fmla="*/ 67109 w 591813"/>
                    <a:gd name="connsiteY170" fmla="*/ 19791 h 577307"/>
                    <a:gd name="connsiteX171" fmla="*/ 67513 w 591813"/>
                    <a:gd name="connsiteY171" fmla="*/ 19498 h 577307"/>
                    <a:gd name="connsiteX172" fmla="*/ 67896 w 591813"/>
                    <a:gd name="connsiteY172" fmla="*/ 19206 h 577307"/>
                    <a:gd name="connsiteX173" fmla="*/ 68301 w 591813"/>
                    <a:gd name="connsiteY173" fmla="*/ 18936 h 577307"/>
                    <a:gd name="connsiteX174" fmla="*/ 68683 w 591813"/>
                    <a:gd name="connsiteY174" fmla="*/ 18644 h 577307"/>
                    <a:gd name="connsiteX175" fmla="*/ 69088 w 591813"/>
                    <a:gd name="connsiteY175" fmla="*/ 18351 h 577307"/>
                    <a:gd name="connsiteX176" fmla="*/ 69493 w 591813"/>
                    <a:gd name="connsiteY176" fmla="*/ 18059 h 577307"/>
                    <a:gd name="connsiteX177" fmla="*/ 69875 w 591813"/>
                    <a:gd name="connsiteY177" fmla="*/ 17789 h 577307"/>
                    <a:gd name="connsiteX178" fmla="*/ 70280 w 591813"/>
                    <a:gd name="connsiteY178" fmla="*/ 17497 h 577307"/>
                    <a:gd name="connsiteX179" fmla="*/ 70662 w 591813"/>
                    <a:gd name="connsiteY179" fmla="*/ 17205 h 577307"/>
                    <a:gd name="connsiteX180" fmla="*/ 71067 w 591813"/>
                    <a:gd name="connsiteY180" fmla="*/ 16912 h 577307"/>
                    <a:gd name="connsiteX181" fmla="*/ 71449 w 591813"/>
                    <a:gd name="connsiteY181" fmla="*/ 16620 h 577307"/>
                    <a:gd name="connsiteX182" fmla="*/ 71854 w 591813"/>
                    <a:gd name="connsiteY182" fmla="*/ 16327 h 577307"/>
                    <a:gd name="connsiteX183" fmla="*/ 72236 w 591813"/>
                    <a:gd name="connsiteY183" fmla="*/ 16035 h 577307"/>
                    <a:gd name="connsiteX184" fmla="*/ 72641 w 591813"/>
                    <a:gd name="connsiteY184" fmla="*/ 15720 h 577307"/>
                    <a:gd name="connsiteX185" fmla="*/ 73046 w 591813"/>
                    <a:gd name="connsiteY185" fmla="*/ 15428 h 577307"/>
                    <a:gd name="connsiteX186" fmla="*/ 73428 w 591813"/>
                    <a:gd name="connsiteY186" fmla="*/ 15135 h 577307"/>
                    <a:gd name="connsiteX187" fmla="*/ 73833 w 591813"/>
                    <a:gd name="connsiteY187" fmla="*/ 14843 h 577307"/>
                    <a:gd name="connsiteX188" fmla="*/ 74216 w 591813"/>
                    <a:gd name="connsiteY188" fmla="*/ 14551 h 577307"/>
                    <a:gd name="connsiteX189" fmla="*/ 74620 w 591813"/>
                    <a:gd name="connsiteY189" fmla="*/ 14236 h 577307"/>
                    <a:gd name="connsiteX190" fmla="*/ 75002 w 591813"/>
                    <a:gd name="connsiteY190" fmla="*/ 13944 h 577307"/>
                    <a:gd name="connsiteX191" fmla="*/ 75407 w 591813"/>
                    <a:gd name="connsiteY191" fmla="*/ 13651 h 577307"/>
                    <a:gd name="connsiteX192" fmla="*/ 75790 w 591813"/>
                    <a:gd name="connsiteY192" fmla="*/ 13336 h 577307"/>
                    <a:gd name="connsiteX193" fmla="*/ 76194 w 591813"/>
                    <a:gd name="connsiteY193" fmla="*/ 13044 h 577307"/>
                    <a:gd name="connsiteX194" fmla="*/ 76599 w 591813"/>
                    <a:gd name="connsiteY194" fmla="*/ 12752 h 577307"/>
                    <a:gd name="connsiteX195" fmla="*/ 76982 w 591813"/>
                    <a:gd name="connsiteY195" fmla="*/ 12459 h 577307"/>
                    <a:gd name="connsiteX196" fmla="*/ 77386 w 591813"/>
                    <a:gd name="connsiteY196" fmla="*/ 12167 h 577307"/>
                    <a:gd name="connsiteX197" fmla="*/ 77769 w 591813"/>
                    <a:gd name="connsiteY197" fmla="*/ 11874 h 577307"/>
                    <a:gd name="connsiteX198" fmla="*/ 78173 w 591813"/>
                    <a:gd name="connsiteY198" fmla="*/ 11582 h 577307"/>
                    <a:gd name="connsiteX199" fmla="*/ 78556 w 591813"/>
                    <a:gd name="connsiteY199" fmla="*/ 11267 h 577307"/>
                    <a:gd name="connsiteX200" fmla="*/ 78961 w 591813"/>
                    <a:gd name="connsiteY200" fmla="*/ 10975 h 577307"/>
                    <a:gd name="connsiteX201" fmla="*/ 79343 w 591813"/>
                    <a:gd name="connsiteY201" fmla="*/ 10683 h 577307"/>
                    <a:gd name="connsiteX202" fmla="*/ 79748 w 591813"/>
                    <a:gd name="connsiteY202" fmla="*/ 10390 h 577307"/>
                    <a:gd name="connsiteX203" fmla="*/ 80153 w 591813"/>
                    <a:gd name="connsiteY203" fmla="*/ 10098 h 577307"/>
                    <a:gd name="connsiteX204" fmla="*/ 80535 w 591813"/>
                    <a:gd name="connsiteY204" fmla="*/ 9805 h 577307"/>
                    <a:gd name="connsiteX205" fmla="*/ 80940 w 591813"/>
                    <a:gd name="connsiteY205" fmla="*/ 9536 h 577307"/>
                    <a:gd name="connsiteX206" fmla="*/ 81322 w 591813"/>
                    <a:gd name="connsiteY206" fmla="*/ 9243 h 577307"/>
                    <a:gd name="connsiteX207" fmla="*/ 81727 w 591813"/>
                    <a:gd name="connsiteY207" fmla="*/ 8951 h 577307"/>
                    <a:gd name="connsiteX208" fmla="*/ 82109 w 591813"/>
                    <a:gd name="connsiteY208" fmla="*/ 8658 h 577307"/>
                    <a:gd name="connsiteX209" fmla="*/ 82514 w 591813"/>
                    <a:gd name="connsiteY209" fmla="*/ 8389 h 577307"/>
                    <a:gd name="connsiteX210" fmla="*/ 82919 w 591813"/>
                    <a:gd name="connsiteY210" fmla="*/ 8096 h 577307"/>
                    <a:gd name="connsiteX211" fmla="*/ 83301 w 591813"/>
                    <a:gd name="connsiteY211" fmla="*/ 7826 h 577307"/>
                    <a:gd name="connsiteX212" fmla="*/ 83706 w 591813"/>
                    <a:gd name="connsiteY212" fmla="*/ 7557 h 577307"/>
                    <a:gd name="connsiteX213" fmla="*/ 84088 w 591813"/>
                    <a:gd name="connsiteY213" fmla="*/ 7264 h 577307"/>
                    <a:gd name="connsiteX214" fmla="*/ 84493 w 591813"/>
                    <a:gd name="connsiteY214" fmla="*/ 6994 h 577307"/>
                    <a:gd name="connsiteX215" fmla="*/ 84876 w 591813"/>
                    <a:gd name="connsiteY215" fmla="*/ 6724 h 577307"/>
                    <a:gd name="connsiteX216" fmla="*/ 85280 w 591813"/>
                    <a:gd name="connsiteY216" fmla="*/ 6454 h 577307"/>
                    <a:gd name="connsiteX217" fmla="*/ 85662 w 591813"/>
                    <a:gd name="connsiteY217" fmla="*/ 6185 h 577307"/>
                    <a:gd name="connsiteX218" fmla="*/ 86067 w 591813"/>
                    <a:gd name="connsiteY218" fmla="*/ 5915 h 577307"/>
                    <a:gd name="connsiteX219" fmla="*/ 86472 w 591813"/>
                    <a:gd name="connsiteY219" fmla="*/ 5645 h 577307"/>
                    <a:gd name="connsiteX220" fmla="*/ 86854 w 591813"/>
                    <a:gd name="connsiteY220" fmla="*/ 5375 h 577307"/>
                    <a:gd name="connsiteX221" fmla="*/ 87259 w 591813"/>
                    <a:gd name="connsiteY221" fmla="*/ 5128 h 577307"/>
                    <a:gd name="connsiteX222" fmla="*/ 87642 w 591813"/>
                    <a:gd name="connsiteY222" fmla="*/ 4858 h 577307"/>
                    <a:gd name="connsiteX223" fmla="*/ 88047 w 591813"/>
                    <a:gd name="connsiteY223" fmla="*/ 4610 h 577307"/>
                    <a:gd name="connsiteX224" fmla="*/ 88429 w 591813"/>
                    <a:gd name="connsiteY224" fmla="*/ 4363 h 577307"/>
                    <a:gd name="connsiteX225" fmla="*/ 88834 w 591813"/>
                    <a:gd name="connsiteY225" fmla="*/ 4116 h 577307"/>
                    <a:gd name="connsiteX226" fmla="*/ 89216 w 591813"/>
                    <a:gd name="connsiteY226" fmla="*/ 3891 h 577307"/>
                    <a:gd name="connsiteX227" fmla="*/ 89621 w 591813"/>
                    <a:gd name="connsiteY227" fmla="*/ 3643 h 577307"/>
                    <a:gd name="connsiteX228" fmla="*/ 90025 w 591813"/>
                    <a:gd name="connsiteY228" fmla="*/ 3418 h 577307"/>
                    <a:gd name="connsiteX229" fmla="*/ 90408 w 591813"/>
                    <a:gd name="connsiteY229" fmla="*/ 3194 h 577307"/>
                    <a:gd name="connsiteX230" fmla="*/ 90813 w 591813"/>
                    <a:gd name="connsiteY230" fmla="*/ 2969 h 577307"/>
                    <a:gd name="connsiteX231" fmla="*/ 91195 w 591813"/>
                    <a:gd name="connsiteY231" fmla="*/ 2744 h 577307"/>
                    <a:gd name="connsiteX232" fmla="*/ 91600 w 591813"/>
                    <a:gd name="connsiteY232" fmla="*/ 2541 h 577307"/>
                    <a:gd name="connsiteX233" fmla="*/ 91982 w 591813"/>
                    <a:gd name="connsiteY233" fmla="*/ 2339 h 577307"/>
                    <a:gd name="connsiteX234" fmla="*/ 92387 w 591813"/>
                    <a:gd name="connsiteY234" fmla="*/ 2137 h 577307"/>
                    <a:gd name="connsiteX235" fmla="*/ 92770 w 591813"/>
                    <a:gd name="connsiteY235" fmla="*/ 1934 h 577307"/>
                    <a:gd name="connsiteX236" fmla="*/ 93174 w 591813"/>
                    <a:gd name="connsiteY236" fmla="*/ 1754 h 577307"/>
                    <a:gd name="connsiteX237" fmla="*/ 93579 w 591813"/>
                    <a:gd name="connsiteY237" fmla="*/ 1574 h 577307"/>
                    <a:gd name="connsiteX238" fmla="*/ 93961 w 591813"/>
                    <a:gd name="connsiteY238" fmla="*/ 1394 h 577307"/>
                    <a:gd name="connsiteX239" fmla="*/ 94366 w 591813"/>
                    <a:gd name="connsiteY239" fmla="*/ 1237 h 577307"/>
                    <a:gd name="connsiteX240" fmla="*/ 94748 w 591813"/>
                    <a:gd name="connsiteY240" fmla="*/ 1079 h 577307"/>
                    <a:gd name="connsiteX241" fmla="*/ 95153 w 591813"/>
                    <a:gd name="connsiteY241" fmla="*/ 945 h 577307"/>
                    <a:gd name="connsiteX242" fmla="*/ 95536 w 591813"/>
                    <a:gd name="connsiteY242" fmla="*/ 787 h 577307"/>
                    <a:gd name="connsiteX243" fmla="*/ 95940 w 591813"/>
                    <a:gd name="connsiteY243" fmla="*/ 675 h 577307"/>
                    <a:gd name="connsiteX244" fmla="*/ 96345 w 591813"/>
                    <a:gd name="connsiteY244" fmla="*/ 540 h 577307"/>
                    <a:gd name="connsiteX245" fmla="*/ 96727 w 591813"/>
                    <a:gd name="connsiteY245" fmla="*/ 427 h 577307"/>
                    <a:gd name="connsiteX246" fmla="*/ 97132 w 591813"/>
                    <a:gd name="connsiteY246" fmla="*/ 337 h 577307"/>
                    <a:gd name="connsiteX247" fmla="*/ 97515 w 591813"/>
                    <a:gd name="connsiteY247" fmla="*/ 247 h 577307"/>
                    <a:gd name="connsiteX248" fmla="*/ 97919 w 591813"/>
                    <a:gd name="connsiteY248" fmla="*/ 180 h 577307"/>
                    <a:gd name="connsiteX249" fmla="*/ 98302 w 591813"/>
                    <a:gd name="connsiteY249" fmla="*/ 112 h 577307"/>
                    <a:gd name="connsiteX250" fmla="*/ 98707 w 591813"/>
                    <a:gd name="connsiteY250" fmla="*/ 67 h 577307"/>
                    <a:gd name="connsiteX251" fmla="*/ 99089 w 591813"/>
                    <a:gd name="connsiteY251" fmla="*/ 22 h 577307"/>
                    <a:gd name="connsiteX252" fmla="*/ 99494 w 591813"/>
                    <a:gd name="connsiteY252" fmla="*/ 0 h 577307"/>
                    <a:gd name="connsiteX253" fmla="*/ 99899 w 591813"/>
                    <a:gd name="connsiteY253" fmla="*/ 0 h 577307"/>
                    <a:gd name="connsiteX254" fmla="*/ 100281 w 591813"/>
                    <a:gd name="connsiteY254" fmla="*/ 0 h 577307"/>
                    <a:gd name="connsiteX255" fmla="*/ 100685 w 591813"/>
                    <a:gd name="connsiteY255" fmla="*/ 22 h 577307"/>
                    <a:gd name="connsiteX256" fmla="*/ 101068 w 591813"/>
                    <a:gd name="connsiteY256" fmla="*/ 67 h 577307"/>
                    <a:gd name="connsiteX257" fmla="*/ 101473 w 591813"/>
                    <a:gd name="connsiteY257" fmla="*/ 135 h 577307"/>
                    <a:gd name="connsiteX258" fmla="*/ 101855 w 591813"/>
                    <a:gd name="connsiteY258" fmla="*/ 202 h 577307"/>
                    <a:gd name="connsiteX259" fmla="*/ 102260 w 591813"/>
                    <a:gd name="connsiteY259" fmla="*/ 292 h 577307"/>
                    <a:gd name="connsiteX260" fmla="*/ 102642 w 591813"/>
                    <a:gd name="connsiteY260" fmla="*/ 405 h 577307"/>
                    <a:gd name="connsiteX261" fmla="*/ 103047 w 591813"/>
                    <a:gd name="connsiteY261" fmla="*/ 540 h 577307"/>
                    <a:gd name="connsiteX262" fmla="*/ 103452 w 591813"/>
                    <a:gd name="connsiteY262" fmla="*/ 697 h 577307"/>
                    <a:gd name="connsiteX263" fmla="*/ 103834 w 591813"/>
                    <a:gd name="connsiteY263" fmla="*/ 855 h 577307"/>
                    <a:gd name="connsiteX264" fmla="*/ 104239 w 591813"/>
                    <a:gd name="connsiteY264" fmla="*/ 1035 h 577307"/>
                    <a:gd name="connsiteX265" fmla="*/ 104621 w 591813"/>
                    <a:gd name="connsiteY265" fmla="*/ 1237 h 577307"/>
                    <a:gd name="connsiteX266" fmla="*/ 105026 w 591813"/>
                    <a:gd name="connsiteY266" fmla="*/ 1462 h 577307"/>
                    <a:gd name="connsiteX267" fmla="*/ 105408 w 591813"/>
                    <a:gd name="connsiteY267" fmla="*/ 1709 h 577307"/>
                    <a:gd name="connsiteX268" fmla="*/ 105813 w 591813"/>
                    <a:gd name="connsiteY268" fmla="*/ 1979 h 577307"/>
                    <a:gd name="connsiteX269" fmla="*/ 106196 w 591813"/>
                    <a:gd name="connsiteY269" fmla="*/ 2271 h 577307"/>
                    <a:gd name="connsiteX270" fmla="*/ 106600 w 591813"/>
                    <a:gd name="connsiteY270" fmla="*/ 2564 h 577307"/>
                    <a:gd name="connsiteX271" fmla="*/ 107005 w 591813"/>
                    <a:gd name="connsiteY271" fmla="*/ 2901 h 577307"/>
                    <a:gd name="connsiteX272" fmla="*/ 107388 w 591813"/>
                    <a:gd name="connsiteY272" fmla="*/ 3239 h 577307"/>
                    <a:gd name="connsiteX273" fmla="*/ 107792 w 591813"/>
                    <a:gd name="connsiteY273" fmla="*/ 3621 h 577307"/>
                    <a:gd name="connsiteX274" fmla="*/ 108175 w 591813"/>
                    <a:gd name="connsiteY274" fmla="*/ 4003 h 577307"/>
                    <a:gd name="connsiteX275" fmla="*/ 108579 w 591813"/>
                    <a:gd name="connsiteY275" fmla="*/ 4430 h 577307"/>
                    <a:gd name="connsiteX276" fmla="*/ 108962 w 591813"/>
                    <a:gd name="connsiteY276" fmla="*/ 4880 h 577307"/>
                    <a:gd name="connsiteX277" fmla="*/ 109367 w 591813"/>
                    <a:gd name="connsiteY277" fmla="*/ 5330 h 577307"/>
                    <a:gd name="connsiteX278" fmla="*/ 109749 w 591813"/>
                    <a:gd name="connsiteY278" fmla="*/ 5825 h 577307"/>
                    <a:gd name="connsiteX279" fmla="*/ 110154 w 591813"/>
                    <a:gd name="connsiteY279" fmla="*/ 6342 h 577307"/>
                    <a:gd name="connsiteX280" fmla="*/ 110559 w 591813"/>
                    <a:gd name="connsiteY280" fmla="*/ 6882 h 577307"/>
                    <a:gd name="connsiteX281" fmla="*/ 110941 w 591813"/>
                    <a:gd name="connsiteY281" fmla="*/ 7467 h 577307"/>
                    <a:gd name="connsiteX282" fmla="*/ 111345 w 591813"/>
                    <a:gd name="connsiteY282" fmla="*/ 8051 h 577307"/>
                    <a:gd name="connsiteX283" fmla="*/ 111728 w 591813"/>
                    <a:gd name="connsiteY283" fmla="*/ 8681 h 577307"/>
                    <a:gd name="connsiteX284" fmla="*/ 112133 w 591813"/>
                    <a:gd name="connsiteY284" fmla="*/ 9333 h 577307"/>
                    <a:gd name="connsiteX285" fmla="*/ 112515 w 591813"/>
                    <a:gd name="connsiteY285" fmla="*/ 10008 h 577307"/>
                    <a:gd name="connsiteX286" fmla="*/ 112920 w 591813"/>
                    <a:gd name="connsiteY286" fmla="*/ 10705 h 577307"/>
                    <a:gd name="connsiteX287" fmla="*/ 113325 w 591813"/>
                    <a:gd name="connsiteY287" fmla="*/ 11425 h 577307"/>
                    <a:gd name="connsiteX288" fmla="*/ 113707 w 591813"/>
                    <a:gd name="connsiteY288" fmla="*/ 12189 h 577307"/>
                    <a:gd name="connsiteX289" fmla="*/ 114112 w 591813"/>
                    <a:gd name="connsiteY289" fmla="*/ 12976 h 577307"/>
                    <a:gd name="connsiteX290" fmla="*/ 114494 w 591813"/>
                    <a:gd name="connsiteY290" fmla="*/ 13786 h 577307"/>
                    <a:gd name="connsiteX291" fmla="*/ 114899 w 591813"/>
                    <a:gd name="connsiteY291" fmla="*/ 14641 h 577307"/>
                    <a:gd name="connsiteX292" fmla="*/ 115281 w 591813"/>
                    <a:gd name="connsiteY292" fmla="*/ 15518 h 577307"/>
                    <a:gd name="connsiteX293" fmla="*/ 115686 w 591813"/>
                    <a:gd name="connsiteY293" fmla="*/ 16417 h 577307"/>
                    <a:gd name="connsiteX294" fmla="*/ 116068 w 591813"/>
                    <a:gd name="connsiteY294" fmla="*/ 17339 h 577307"/>
                    <a:gd name="connsiteX295" fmla="*/ 116473 w 591813"/>
                    <a:gd name="connsiteY295" fmla="*/ 18307 h 577307"/>
                    <a:gd name="connsiteX296" fmla="*/ 116878 w 591813"/>
                    <a:gd name="connsiteY296" fmla="*/ 19296 h 577307"/>
                    <a:gd name="connsiteX297" fmla="*/ 117260 w 591813"/>
                    <a:gd name="connsiteY297" fmla="*/ 20308 h 577307"/>
                    <a:gd name="connsiteX298" fmla="*/ 117665 w 591813"/>
                    <a:gd name="connsiteY298" fmla="*/ 21365 h 577307"/>
                    <a:gd name="connsiteX299" fmla="*/ 118048 w 591813"/>
                    <a:gd name="connsiteY299" fmla="*/ 22422 h 577307"/>
                    <a:gd name="connsiteX300" fmla="*/ 118452 w 591813"/>
                    <a:gd name="connsiteY300" fmla="*/ 23547 h 577307"/>
                    <a:gd name="connsiteX301" fmla="*/ 118835 w 591813"/>
                    <a:gd name="connsiteY301" fmla="*/ 24671 h 577307"/>
                    <a:gd name="connsiteX302" fmla="*/ 119239 w 591813"/>
                    <a:gd name="connsiteY302" fmla="*/ 25841 h 577307"/>
                    <a:gd name="connsiteX303" fmla="*/ 119622 w 591813"/>
                    <a:gd name="connsiteY303" fmla="*/ 27032 h 577307"/>
                    <a:gd name="connsiteX304" fmla="*/ 120027 w 591813"/>
                    <a:gd name="connsiteY304" fmla="*/ 28247 h 577307"/>
                    <a:gd name="connsiteX305" fmla="*/ 120431 w 591813"/>
                    <a:gd name="connsiteY305" fmla="*/ 29506 h 577307"/>
                    <a:gd name="connsiteX306" fmla="*/ 120814 w 591813"/>
                    <a:gd name="connsiteY306" fmla="*/ 30788 h 577307"/>
                    <a:gd name="connsiteX307" fmla="*/ 121219 w 591813"/>
                    <a:gd name="connsiteY307" fmla="*/ 32093 h 577307"/>
                    <a:gd name="connsiteX308" fmla="*/ 121601 w 591813"/>
                    <a:gd name="connsiteY308" fmla="*/ 33442 h 577307"/>
                    <a:gd name="connsiteX309" fmla="*/ 122006 w 591813"/>
                    <a:gd name="connsiteY309" fmla="*/ 34791 h 577307"/>
                    <a:gd name="connsiteX310" fmla="*/ 122388 w 591813"/>
                    <a:gd name="connsiteY310" fmla="*/ 36186 h 577307"/>
                    <a:gd name="connsiteX311" fmla="*/ 122793 w 591813"/>
                    <a:gd name="connsiteY311" fmla="*/ 37625 h 577307"/>
                    <a:gd name="connsiteX312" fmla="*/ 123175 w 591813"/>
                    <a:gd name="connsiteY312" fmla="*/ 39064 h 577307"/>
                    <a:gd name="connsiteX313" fmla="*/ 123580 w 591813"/>
                    <a:gd name="connsiteY313" fmla="*/ 40549 h 577307"/>
                    <a:gd name="connsiteX314" fmla="*/ 123985 w 591813"/>
                    <a:gd name="connsiteY314" fmla="*/ 42056 h 577307"/>
                    <a:gd name="connsiteX315" fmla="*/ 124367 w 591813"/>
                    <a:gd name="connsiteY315" fmla="*/ 43585 h 577307"/>
                    <a:gd name="connsiteX316" fmla="*/ 124772 w 591813"/>
                    <a:gd name="connsiteY316" fmla="*/ 45137 h 577307"/>
                    <a:gd name="connsiteX317" fmla="*/ 125154 w 591813"/>
                    <a:gd name="connsiteY317" fmla="*/ 46711 h 577307"/>
                    <a:gd name="connsiteX318" fmla="*/ 125559 w 591813"/>
                    <a:gd name="connsiteY318" fmla="*/ 48330 h 577307"/>
                    <a:gd name="connsiteX319" fmla="*/ 125942 w 591813"/>
                    <a:gd name="connsiteY319" fmla="*/ 49949 h 577307"/>
                    <a:gd name="connsiteX320" fmla="*/ 126346 w 591813"/>
                    <a:gd name="connsiteY320" fmla="*/ 51614 h 577307"/>
                    <a:gd name="connsiteX321" fmla="*/ 126751 w 591813"/>
                    <a:gd name="connsiteY321" fmla="*/ 53300 h 577307"/>
                    <a:gd name="connsiteX322" fmla="*/ 127133 w 591813"/>
                    <a:gd name="connsiteY322" fmla="*/ 55010 h 577307"/>
                    <a:gd name="connsiteX323" fmla="*/ 127538 w 591813"/>
                    <a:gd name="connsiteY323" fmla="*/ 56741 h 577307"/>
                    <a:gd name="connsiteX324" fmla="*/ 127920 w 591813"/>
                    <a:gd name="connsiteY324" fmla="*/ 58495 h 577307"/>
                    <a:gd name="connsiteX325" fmla="*/ 128325 w 591813"/>
                    <a:gd name="connsiteY325" fmla="*/ 60272 h 577307"/>
                    <a:gd name="connsiteX326" fmla="*/ 128708 w 591813"/>
                    <a:gd name="connsiteY326" fmla="*/ 62071 h 577307"/>
                    <a:gd name="connsiteX327" fmla="*/ 129113 w 591813"/>
                    <a:gd name="connsiteY327" fmla="*/ 63893 h 577307"/>
                    <a:gd name="connsiteX328" fmla="*/ 129495 w 591813"/>
                    <a:gd name="connsiteY328" fmla="*/ 65737 h 577307"/>
                    <a:gd name="connsiteX329" fmla="*/ 129899 w 591813"/>
                    <a:gd name="connsiteY329" fmla="*/ 67604 h 577307"/>
                    <a:gd name="connsiteX330" fmla="*/ 130305 w 591813"/>
                    <a:gd name="connsiteY330" fmla="*/ 69515 h 577307"/>
                    <a:gd name="connsiteX331" fmla="*/ 130687 w 591813"/>
                    <a:gd name="connsiteY331" fmla="*/ 71427 h 577307"/>
                    <a:gd name="connsiteX332" fmla="*/ 131091 w 591813"/>
                    <a:gd name="connsiteY332" fmla="*/ 73361 h 577307"/>
                    <a:gd name="connsiteX333" fmla="*/ 131474 w 591813"/>
                    <a:gd name="connsiteY333" fmla="*/ 75318 h 577307"/>
                    <a:gd name="connsiteX334" fmla="*/ 131879 w 591813"/>
                    <a:gd name="connsiteY334" fmla="*/ 77297 h 577307"/>
                    <a:gd name="connsiteX335" fmla="*/ 132261 w 591813"/>
                    <a:gd name="connsiteY335" fmla="*/ 79276 h 577307"/>
                    <a:gd name="connsiteX336" fmla="*/ 132666 w 591813"/>
                    <a:gd name="connsiteY336" fmla="*/ 81277 h 577307"/>
                    <a:gd name="connsiteX337" fmla="*/ 133048 w 591813"/>
                    <a:gd name="connsiteY337" fmla="*/ 83324 h 577307"/>
                    <a:gd name="connsiteX338" fmla="*/ 133453 w 591813"/>
                    <a:gd name="connsiteY338" fmla="*/ 85370 h 577307"/>
                    <a:gd name="connsiteX339" fmla="*/ 133858 w 591813"/>
                    <a:gd name="connsiteY339" fmla="*/ 87462 h 577307"/>
                    <a:gd name="connsiteX340" fmla="*/ 134240 w 591813"/>
                    <a:gd name="connsiteY340" fmla="*/ 89553 h 577307"/>
                    <a:gd name="connsiteX341" fmla="*/ 134645 w 591813"/>
                    <a:gd name="connsiteY341" fmla="*/ 91668 h 577307"/>
                    <a:gd name="connsiteX342" fmla="*/ 135027 w 591813"/>
                    <a:gd name="connsiteY342" fmla="*/ 93782 h 577307"/>
                    <a:gd name="connsiteX343" fmla="*/ 135432 w 591813"/>
                    <a:gd name="connsiteY343" fmla="*/ 95941 h 577307"/>
                    <a:gd name="connsiteX344" fmla="*/ 135814 w 591813"/>
                    <a:gd name="connsiteY344" fmla="*/ 98100 h 577307"/>
                    <a:gd name="connsiteX345" fmla="*/ 136219 w 591813"/>
                    <a:gd name="connsiteY345" fmla="*/ 100281 h 577307"/>
                    <a:gd name="connsiteX346" fmla="*/ 136602 w 591813"/>
                    <a:gd name="connsiteY346" fmla="*/ 102485 h 577307"/>
                    <a:gd name="connsiteX347" fmla="*/ 137006 w 591813"/>
                    <a:gd name="connsiteY347" fmla="*/ 104689 h 577307"/>
                    <a:gd name="connsiteX348" fmla="*/ 137411 w 591813"/>
                    <a:gd name="connsiteY348" fmla="*/ 106915 h 577307"/>
                    <a:gd name="connsiteX349" fmla="*/ 137793 w 591813"/>
                    <a:gd name="connsiteY349" fmla="*/ 109164 h 577307"/>
                    <a:gd name="connsiteX350" fmla="*/ 138198 w 591813"/>
                    <a:gd name="connsiteY350" fmla="*/ 111413 h 577307"/>
                    <a:gd name="connsiteX351" fmla="*/ 138581 w 591813"/>
                    <a:gd name="connsiteY351" fmla="*/ 113685 h 577307"/>
                    <a:gd name="connsiteX352" fmla="*/ 138985 w 591813"/>
                    <a:gd name="connsiteY352" fmla="*/ 115979 h 577307"/>
                    <a:gd name="connsiteX353" fmla="*/ 139368 w 591813"/>
                    <a:gd name="connsiteY353" fmla="*/ 118273 h 577307"/>
                    <a:gd name="connsiteX354" fmla="*/ 139773 w 591813"/>
                    <a:gd name="connsiteY354" fmla="*/ 120567 h 577307"/>
                    <a:gd name="connsiteX355" fmla="*/ 140155 w 591813"/>
                    <a:gd name="connsiteY355" fmla="*/ 122906 h 577307"/>
                    <a:gd name="connsiteX356" fmla="*/ 140560 w 591813"/>
                    <a:gd name="connsiteY356" fmla="*/ 125244 h 577307"/>
                    <a:gd name="connsiteX357" fmla="*/ 140965 w 591813"/>
                    <a:gd name="connsiteY357" fmla="*/ 127583 h 577307"/>
                    <a:gd name="connsiteX358" fmla="*/ 141347 w 591813"/>
                    <a:gd name="connsiteY358" fmla="*/ 129945 h 577307"/>
                    <a:gd name="connsiteX359" fmla="*/ 141751 w 591813"/>
                    <a:gd name="connsiteY359" fmla="*/ 132306 h 577307"/>
                    <a:gd name="connsiteX360" fmla="*/ 142134 w 591813"/>
                    <a:gd name="connsiteY360" fmla="*/ 134690 h 577307"/>
                    <a:gd name="connsiteX361" fmla="*/ 142539 w 591813"/>
                    <a:gd name="connsiteY361" fmla="*/ 137074 h 577307"/>
                    <a:gd name="connsiteX362" fmla="*/ 142921 w 591813"/>
                    <a:gd name="connsiteY362" fmla="*/ 139480 h 577307"/>
                    <a:gd name="connsiteX363" fmla="*/ 143326 w 591813"/>
                    <a:gd name="connsiteY363" fmla="*/ 141887 h 577307"/>
                    <a:gd name="connsiteX364" fmla="*/ 143731 w 591813"/>
                    <a:gd name="connsiteY364" fmla="*/ 144293 h 577307"/>
                    <a:gd name="connsiteX365" fmla="*/ 144113 w 591813"/>
                    <a:gd name="connsiteY365" fmla="*/ 146722 h 577307"/>
                    <a:gd name="connsiteX366" fmla="*/ 144518 w 591813"/>
                    <a:gd name="connsiteY366" fmla="*/ 149151 h 577307"/>
                    <a:gd name="connsiteX367" fmla="*/ 144900 w 591813"/>
                    <a:gd name="connsiteY367" fmla="*/ 151602 h 577307"/>
                    <a:gd name="connsiteX368" fmla="*/ 145305 w 591813"/>
                    <a:gd name="connsiteY368" fmla="*/ 154031 h 577307"/>
                    <a:gd name="connsiteX369" fmla="*/ 145687 w 591813"/>
                    <a:gd name="connsiteY369" fmla="*/ 156505 h 577307"/>
                    <a:gd name="connsiteX370" fmla="*/ 146092 w 591813"/>
                    <a:gd name="connsiteY370" fmla="*/ 158956 h 577307"/>
                    <a:gd name="connsiteX371" fmla="*/ 146474 w 591813"/>
                    <a:gd name="connsiteY371" fmla="*/ 161430 h 577307"/>
                    <a:gd name="connsiteX372" fmla="*/ 146879 w 591813"/>
                    <a:gd name="connsiteY372" fmla="*/ 163904 h 577307"/>
                    <a:gd name="connsiteX373" fmla="*/ 147284 w 591813"/>
                    <a:gd name="connsiteY373" fmla="*/ 166378 h 577307"/>
                    <a:gd name="connsiteX374" fmla="*/ 147666 w 591813"/>
                    <a:gd name="connsiteY374" fmla="*/ 168852 h 577307"/>
                    <a:gd name="connsiteX375" fmla="*/ 148071 w 591813"/>
                    <a:gd name="connsiteY375" fmla="*/ 174542 h 577307"/>
                    <a:gd name="connsiteX376" fmla="*/ 148453 w 591813"/>
                    <a:gd name="connsiteY376" fmla="*/ 177083 h 577307"/>
                    <a:gd name="connsiteX377" fmla="*/ 148858 w 591813"/>
                    <a:gd name="connsiteY377" fmla="*/ 179714 h 577307"/>
                    <a:gd name="connsiteX378" fmla="*/ 149241 w 591813"/>
                    <a:gd name="connsiteY378" fmla="*/ 182346 h 577307"/>
                    <a:gd name="connsiteX379" fmla="*/ 149645 w 591813"/>
                    <a:gd name="connsiteY379" fmla="*/ 184999 h 577307"/>
                    <a:gd name="connsiteX380" fmla="*/ 150028 w 591813"/>
                    <a:gd name="connsiteY380" fmla="*/ 187631 h 577307"/>
                    <a:gd name="connsiteX381" fmla="*/ 150433 w 591813"/>
                    <a:gd name="connsiteY381" fmla="*/ 190284 h 577307"/>
                    <a:gd name="connsiteX382" fmla="*/ 150837 w 591813"/>
                    <a:gd name="connsiteY382" fmla="*/ 192938 h 577307"/>
                    <a:gd name="connsiteX383" fmla="*/ 151220 w 591813"/>
                    <a:gd name="connsiteY383" fmla="*/ 195569 h 577307"/>
                    <a:gd name="connsiteX384" fmla="*/ 151625 w 591813"/>
                    <a:gd name="connsiteY384" fmla="*/ 198223 h 577307"/>
                    <a:gd name="connsiteX385" fmla="*/ 152007 w 591813"/>
                    <a:gd name="connsiteY385" fmla="*/ 200854 h 577307"/>
                    <a:gd name="connsiteX386" fmla="*/ 152411 w 591813"/>
                    <a:gd name="connsiteY386" fmla="*/ 203508 h 577307"/>
                    <a:gd name="connsiteX387" fmla="*/ 152794 w 591813"/>
                    <a:gd name="connsiteY387" fmla="*/ 206162 h 577307"/>
                    <a:gd name="connsiteX388" fmla="*/ 153199 w 591813"/>
                    <a:gd name="connsiteY388" fmla="*/ 208793 h 577307"/>
                    <a:gd name="connsiteX389" fmla="*/ 153581 w 591813"/>
                    <a:gd name="connsiteY389" fmla="*/ 211447 h 577307"/>
                    <a:gd name="connsiteX390" fmla="*/ 153986 w 591813"/>
                    <a:gd name="connsiteY390" fmla="*/ 214101 h 577307"/>
                    <a:gd name="connsiteX391" fmla="*/ 154391 w 591813"/>
                    <a:gd name="connsiteY391" fmla="*/ 216732 h 577307"/>
                    <a:gd name="connsiteX392" fmla="*/ 154773 w 591813"/>
                    <a:gd name="connsiteY392" fmla="*/ 219386 h 577307"/>
                    <a:gd name="connsiteX393" fmla="*/ 155178 w 591813"/>
                    <a:gd name="connsiteY393" fmla="*/ 222017 h 577307"/>
                    <a:gd name="connsiteX394" fmla="*/ 155560 w 591813"/>
                    <a:gd name="connsiteY394" fmla="*/ 224671 h 577307"/>
                    <a:gd name="connsiteX395" fmla="*/ 155965 w 591813"/>
                    <a:gd name="connsiteY395" fmla="*/ 227302 h 577307"/>
                    <a:gd name="connsiteX396" fmla="*/ 156347 w 591813"/>
                    <a:gd name="connsiteY396" fmla="*/ 229933 h 577307"/>
                    <a:gd name="connsiteX397" fmla="*/ 156752 w 591813"/>
                    <a:gd name="connsiteY397" fmla="*/ 232565 h 577307"/>
                    <a:gd name="connsiteX398" fmla="*/ 157157 w 591813"/>
                    <a:gd name="connsiteY398" fmla="*/ 235174 h 577307"/>
                    <a:gd name="connsiteX399" fmla="*/ 157539 w 591813"/>
                    <a:gd name="connsiteY399" fmla="*/ 237805 h 577307"/>
                    <a:gd name="connsiteX400" fmla="*/ 157944 w 591813"/>
                    <a:gd name="connsiteY400" fmla="*/ 240414 h 577307"/>
                    <a:gd name="connsiteX401" fmla="*/ 158326 w 591813"/>
                    <a:gd name="connsiteY401" fmla="*/ 243022 h 577307"/>
                    <a:gd name="connsiteX402" fmla="*/ 158731 w 591813"/>
                    <a:gd name="connsiteY402" fmla="*/ 245631 h 577307"/>
                    <a:gd name="connsiteX403" fmla="*/ 159114 w 591813"/>
                    <a:gd name="connsiteY403" fmla="*/ 248217 h 577307"/>
                    <a:gd name="connsiteX404" fmla="*/ 159518 w 591813"/>
                    <a:gd name="connsiteY404" fmla="*/ 250804 h 577307"/>
                    <a:gd name="connsiteX405" fmla="*/ 159901 w 591813"/>
                    <a:gd name="connsiteY405" fmla="*/ 253390 h 577307"/>
                    <a:gd name="connsiteX406" fmla="*/ 160305 w 591813"/>
                    <a:gd name="connsiteY406" fmla="*/ 255976 h 577307"/>
                    <a:gd name="connsiteX407" fmla="*/ 160710 w 591813"/>
                    <a:gd name="connsiteY407" fmla="*/ 258540 h 577307"/>
                    <a:gd name="connsiteX408" fmla="*/ 161093 w 591813"/>
                    <a:gd name="connsiteY408" fmla="*/ 261104 h 577307"/>
                    <a:gd name="connsiteX409" fmla="*/ 161497 w 591813"/>
                    <a:gd name="connsiteY409" fmla="*/ 263668 h 577307"/>
                    <a:gd name="connsiteX410" fmla="*/ 161880 w 591813"/>
                    <a:gd name="connsiteY410" fmla="*/ 266232 h 577307"/>
                    <a:gd name="connsiteX411" fmla="*/ 162285 w 591813"/>
                    <a:gd name="connsiteY411" fmla="*/ 268773 h 577307"/>
                    <a:gd name="connsiteX412" fmla="*/ 162667 w 591813"/>
                    <a:gd name="connsiteY412" fmla="*/ 271292 h 577307"/>
                    <a:gd name="connsiteX413" fmla="*/ 163071 w 591813"/>
                    <a:gd name="connsiteY413" fmla="*/ 273833 h 577307"/>
                    <a:gd name="connsiteX414" fmla="*/ 163454 w 591813"/>
                    <a:gd name="connsiteY414" fmla="*/ 276352 h 577307"/>
                    <a:gd name="connsiteX415" fmla="*/ 163859 w 591813"/>
                    <a:gd name="connsiteY415" fmla="*/ 278848 h 577307"/>
                    <a:gd name="connsiteX416" fmla="*/ 164263 w 591813"/>
                    <a:gd name="connsiteY416" fmla="*/ 281367 h 577307"/>
                    <a:gd name="connsiteX417" fmla="*/ 164624 w 591813"/>
                    <a:gd name="connsiteY417" fmla="*/ 283863 h 577307"/>
                    <a:gd name="connsiteX418" fmla="*/ 165028 w 591813"/>
                    <a:gd name="connsiteY418" fmla="*/ 286337 h 577307"/>
                    <a:gd name="connsiteX419" fmla="*/ 165433 w 591813"/>
                    <a:gd name="connsiteY419" fmla="*/ 288811 h 577307"/>
                    <a:gd name="connsiteX420" fmla="*/ 165816 w 591813"/>
                    <a:gd name="connsiteY420" fmla="*/ 291285 h 577307"/>
                    <a:gd name="connsiteX421" fmla="*/ 166198 w 591813"/>
                    <a:gd name="connsiteY421" fmla="*/ 293759 h 577307"/>
                    <a:gd name="connsiteX422" fmla="*/ 166602 w 591813"/>
                    <a:gd name="connsiteY422" fmla="*/ 296210 h 577307"/>
                    <a:gd name="connsiteX423" fmla="*/ 166985 w 591813"/>
                    <a:gd name="connsiteY423" fmla="*/ 298639 h 577307"/>
                    <a:gd name="connsiteX424" fmla="*/ 167390 w 591813"/>
                    <a:gd name="connsiteY424" fmla="*/ 301068 h 577307"/>
                    <a:gd name="connsiteX425" fmla="*/ 167794 w 591813"/>
                    <a:gd name="connsiteY425" fmla="*/ 303497 h 577307"/>
                    <a:gd name="connsiteX426" fmla="*/ 168177 w 591813"/>
                    <a:gd name="connsiteY426" fmla="*/ 305903 h 577307"/>
                    <a:gd name="connsiteX427" fmla="*/ 168582 w 591813"/>
                    <a:gd name="connsiteY427" fmla="*/ 308310 h 577307"/>
                    <a:gd name="connsiteX428" fmla="*/ 168964 w 591813"/>
                    <a:gd name="connsiteY428" fmla="*/ 310716 h 577307"/>
                    <a:gd name="connsiteX429" fmla="*/ 169369 w 591813"/>
                    <a:gd name="connsiteY429" fmla="*/ 313077 h 577307"/>
                    <a:gd name="connsiteX430" fmla="*/ 169751 w 591813"/>
                    <a:gd name="connsiteY430" fmla="*/ 315461 h 577307"/>
                    <a:gd name="connsiteX431" fmla="*/ 170156 w 591813"/>
                    <a:gd name="connsiteY431" fmla="*/ 317823 h 577307"/>
                    <a:gd name="connsiteX432" fmla="*/ 170538 w 591813"/>
                    <a:gd name="connsiteY432" fmla="*/ 320139 h 577307"/>
                    <a:gd name="connsiteX433" fmla="*/ 170943 w 591813"/>
                    <a:gd name="connsiteY433" fmla="*/ 322478 h 577307"/>
                    <a:gd name="connsiteX434" fmla="*/ 171348 w 591813"/>
                    <a:gd name="connsiteY434" fmla="*/ 324795 h 577307"/>
                    <a:gd name="connsiteX435" fmla="*/ 171730 w 591813"/>
                    <a:gd name="connsiteY435" fmla="*/ 327111 h 577307"/>
                    <a:gd name="connsiteX436" fmla="*/ 172135 w 591813"/>
                    <a:gd name="connsiteY436" fmla="*/ 329427 h 577307"/>
                    <a:gd name="connsiteX437" fmla="*/ 172518 w 591813"/>
                    <a:gd name="connsiteY437" fmla="*/ 331721 h 577307"/>
                    <a:gd name="connsiteX438" fmla="*/ 172922 w 591813"/>
                    <a:gd name="connsiteY438" fmla="*/ 333993 h 577307"/>
                    <a:gd name="connsiteX439" fmla="*/ 173304 w 591813"/>
                    <a:gd name="connsiteY439" fmla="*/ 336264 h 577307"/>
                    <a:gd name="connsiteX440" fmla="*/ 173710 w 591813"/>
                    <a:gd name="connsiteY440" fmla="*/ 338536 h 577307"/>
                    <a:gd name="connsiteX441" fmla="*/ 174114 w 591813"/>
                    <a:gd name="connsiteY441" fmla="*/ 340785 h 577307"/>
                    <a:gd name="connsiteX442" fmla="*/ 174496 w 591813"/>
                    <a:gd name="connsiteY442" fmla="*/ 343011 h 577307"/>
                    <a:gd name="connsiteX443" fmla="*/ 174901 w 591813"/>
                    <a:gd name="connsiteY443" fmla="*/ 345238 h 577307"/>
                    <a:gd name="connsiteX444" fmla="*/ 175284 w 591813"/>
                    <a:gd name="connsiteY444" fmla="*/ 347442 h 577307"/>
                    <a:gd name="connsiteX445" fmla="*/ 175688 w 591813"/>
                    <a:gd name="connsiteY445" fmla="*/ 349646 h 577307"/>
                    <a:gd name="connsiteX446" fmla="*/ 176070 w 591813"/>
                    <a:gd name="connsiteY446" fmla="*/ 351849 h 577307"/>
                    <a:gd name="connsiteX447" fmla="*/ 176476 w 591813"/>
                    <a:gd name="connsiteY447" fmla="*/ 354008 h 577307"/>
                    <a:gd name="connsiteX448" fmla="*/ 176858 w 591813"/>
                    <a:gd name="connsiteY448" fmla="*/ 356190 h 577307"/>
                    <a:gd name="connsiteX449" fmla="*/ 177263 w 591813"/>
                    <a:gd name="connsiteY449" fmla="*/ 358349 h 577307"/>
                    <a:gd name="connsiteX450" fmla="*/ 177668 w 591813"/>
                    <a:gd name="connsiteY450" fmla="*/ 360486 h 577307"/>
                    <a:gd name="connsiteX451" fmla="*/ 178050 w 591813"/>
                    <a:gd name="connsiteY451" fmla="*/ 362622 h 577307"/>
                    <a:gd name="connsiteX452" fmla="*/ 178455 w 591813"/>
                    <a:gd name="connsiteY452" fmla="*/ 364736 h 577307"/>
                    <a:gd name="connsiteX453" fmla="*/ 178837 w 591813"/>
                    <a:gd name="connsiteY453" fmla="*/ 366850 h 577307"/>
                    <a:gd name="connsiteX454" fmla="*/ 179242 w 591813"/>
                    <a:gd name="connsiteY454" fmla="*/ 368964 h 577307"/>
                    <a:gd name="connsiteX455" fmla="*/ 179624 w 591813"/>
                    <a:gd name="connsiteY455" fmla="*/ 371056 h 577307"/>
                    <a:gd name="connsiteX456" fmla="*/ 180029 w 591813"/>
                    <a:gd name="connsiteY456" fmla="*/ 373125 h 577307"/>
                    <a:gd name="connsiteX457" fmla="*/ 180411 w 591813"/>
                    <a:gd name="connsiteY457" fmla="*/ 375194 h 577307"/>
                    <a:gd name="connsiteX458" fmla="*/ 180816 w 591813"/>
                    <a:gd name="connsiteY458" fmla="*/ 377263 h 577307"/>
                    <a:gd name="connsiteX459" fmla="*/ 181221 w 591813"/>
                    <a:gd name="connsiteY459" fmla="*/ 379309 h 577307"/>
                    <a:gd name="connsiteX460" fmla="*/ 181603 w 591813"/>
                    <a:gd name="connsiteY460" fmla="*/ 381333 h 577307"/>
                    <a:gd name="connsiteX461" fmla="*/ 182008 w 591813"/>
                    <a:gd name="connsiteY461" fmla="*/ 383357 h 577307"/>
                    <a:gd name="connsiteX462" fmla="*/ 182390 w 591813"/>
                    <a:gd name="connsiteY462" fmla="*/ 385381 h 577307"/>
                    <a:gd name="connsiteX463" fmla="*/ 182795 w 591813"/>
                    <a:gd name="connsiteY463" fmla="*/ 387361 h 577307"/>
                    <a:gd name="connsiteX464" fmla="*/ 183178 w 591813"/>
                    <a:gd name="connsiteY464" fmla="*/ 389362 h 577307"/>
                    <a:gd name="connsiteX465" fmla="*/ 183582 w 591813"/>
                    <a:gd name="connsiteY465" fmla="*/ 391341 h 577307"/>
                    <a:gd name="connsiteX466" fmla="*/ 183964 w 591813"/>
                    <a:gd name="connsiteY466" fmla="*/ 393298 h 577307"/>
                    <a:gd name="connsiteX467" fmla="*/ 184370 w 591813"/>
                    <a:gd name="connsiteY467" fmla="*/ 395254 h 577307"/>
                    <a:gd name="connsiteX468" fmla="*/ 184774 w 591813"/>
                    <a:gd name="connsiteY468" fmla="*/ 397211 h 577307"/>
                    <a:gd name="connsiteX469" fmla="*/ 185156 w 591813"/>
                    <a:gd name="connsiteY469" fmla="*/ 399145 h 577307"/>
                    <a:gd name="connsiteX470" fmla="*/ 185561 w 591813"/>
                    <a:gd name="connsiteY470" fmla="*/ 401057 h 577307"/>
                    <a:gd name="connsiteX471" fmla="*/ 185944 w 591813"/>
                    <a:gd name="connsiteY471" fmla="*/ 402968 h 577307"/>
                    <a:gd name="connsiteX472" fmla="*/ 186348 w 591813"/>
                    <a:gd name="connsiteY472" fmla="*/ 404857 h 577307"/>
                    <a:gd name="connsiteX473" fmla="*/ 186731 w 591813"/>
                    <a:gd name="connsiteY473" fmla="*/ 406747 h 577307"/>
                    <a:gd name="connsiteX474" fmla="*/ 187136 w 591813"/>
                    <a:gd name="connsiteY474" fmla="*/ 408613 h 577307"/>
                    <a:gd name="connsiteX475" fmla="*/ 187540 w 591813"/>
                    <a:gd name="connsiteY475" fmla="*/ 410480 h 577307"/>
                    <a:gd name="connsiteX476" fmla="*/ 187923 w 591813"/>
                    <a:gd name="connsiteY476" fmla="*/ 412324 h 577307"/>
                    <a:gd name="connsiteX477" fmla="*/ 188328 w 591813"/>
                    <a:gd name="connsiteY477" fmla="*/ 414146 h 577307"/>
                    <a:gd name="connsiteX478" fmla="*/ 188710 w 591813"/>
                    <a:gd name="connsiteY478" fmla="*/ 415967 h 577307"/>
                    <a:gd name="connsiteX479" fmla="*/ 189115 w 591813"/>
                    <a:gd name="connsiteY479" fmla="*/ 417789 h 577307"/>
                    <a:gd name="connsiteX480" fmla="*/ 189497 w 591813"/>
                    <a:gd name="connsiteY480" fmla="*/ 419566 h 577307"/>
                    <a:gd name="connsiteX481" fmla="*/ 189902 w 591813"/>
                    <a:gd name="connsiteY481" fmla="*/ 421365 h 577307"/>
                    <a:gd name="connsiteX482" fmla="*/ 190284 w 591813"/>
                    <a:gd name="connsiteY482" fmla="*/ 423119 h 577307"/>
                    <a:gd name="connsiteX483" fmla="*/ 190689 w 591813"/>
                    <a:gd name="connsiteY483" fmla="*/ 424873 h 577307"/>
                    <a:gd name="connsiteX484" fmla="*/ 191094 w 591813"/>
                    <a:gd name="connsiteY484" fmla="*/ 426627 h 577307"/>
                    <a:gd name="connsiteX485" fmla="*/ 191476 w 591813"/>
                    <a:gd name="connsiteY485" fmla="*/ 428359 h 577307"/>
                    <a:gd name="connsiteX486" fmla="*/ 191881 w 591813"/>
                    <a:gd name="connsiteY486" fmla="*/ 430068 h 577307"/>
                    <a:gd name="connsiteX487" fmla="*/ 192263 w 591813"/>
                    <a:gd name="connsiteY487" fmla="*/ 431777 h 577307"/>
                    <a:gd name="connsiteX488" fmla="*/ 192668 w 591813"/>
                    <a:gd name="connsiteY488" fmla="*/ 433464 h 577307"/>
                    <a:gd name="connsiteX489" fmla="*/ 193050 w 591813"/>
                    <a:gd name="connsiteY489" fmla="*/ 435128 h 577307"/>
                    <a:gd name="connsiteX490" fmla="*/ 193455 w 591813"/>
                    <a:gd name="connsiteY490" fmla="*/ 436793 h 577307"/>
                    <a:gd name="connsiteX491" fmla="*/ 193838 w 591813"/>
                    <a:gd name="connsiteY491" fmla="*/ 438434 h 577307"/>
                    <a:gd name="connsiteX492" fmla="*/ 194242 w 591813"/>
                    <a:gd name="connsiteY492" fmla="*/ 440076 h 577307"/>
                    <a:gd name="connsiteX493" fmla="*/ 194647 w 591813"/>
                    <a:gd name="connsiteY493" fmla="*/ 441695 h 577307"/>
                    <a:gd name="connsiteX494" fmla="*/ 195030 w 591813"/>
                    <a:gd name="connsiteY494" fmla="*/ 443315 h 577307"/>
                    <a:gd name="connsiteX495" fmla="*/ 195434 w 591813"/>
                    <a:gd name="connsiteY495" fmla="*/ 444911 h 577307"/>
                    <a:gd name="connsiteX496" fmla="*/ 195816 w 591813"/>
                    <a:gd name="connsiteY496" fmla="*/ 446508 h 577307"/>
                    <a:gd name="connsiteX497" fmla="*/ 196222 w 591813"/>
                    <a:gd name="connsiteY497" fmla="*/ 448082 h 577307"/>
                    <a:gd name="connsiteX498" fmla="*/ 196604 w 591813"/>
                    <a:gd name="connsiteY498" fmla="*/ 449657 h 577307"/>
                    <a:gd name="connsiteX499" fmla="*/ 197008 w 591813"/>
                    <a:gd name="connsiteY499" fmla="*/ 451208 h 577307"/>
                    <a:gd name="connsiteX500" fmla="*/ 197391 w 591813"/>
                    <a:gd name="connsiteY500" fmla="*/ 452738 h 577307"/>
                    <a:gd name="connsiteX501" fmla="*/ 197796 w 591813"/>
                    <a:gd name="connsiteY501" fmla="*/ 454267 h 577307"/>
                    <a:gd name="connsiteX502" fmla="*/ 198200 w 591813"/>
                    <a:gd name="connsiteY502" fmla="*/ 455796 h 577307"/>
                    <a:gd name="connsiteX503" fmla="*/ 198583 w 591813"/>
                    <a:gd name="connsiteY503" fmla="*/ 457281 h 577307"/>
                    <a:gd name="connsiteX504" fmla="*/ 198988 w 591813"/>
                    <a:gd name="connsiteY504" fmla="*/ 458787 h 577307"/>
                    <a:gd name="connsiteX505" fmla="*/ 199370 w 591813"/>
                    <a:gd name="connsiteY505" fmla="*/ 460249 h 577307"/>
                    <a:gd name="connsiteX506" fmla="*/ 199775 w 591813"/>
                    <a:gd name="connsiteY506" fmla="*/ 461711 h 577307"/>
                    <a:gd name="connsiteX507" fmla="*/ 200157 w 591813"/>
                    <a:gd name="connsiteY507" fmla="*/ 463173 h 577307"/>
                    <a:gd name="connsiteX508" fmla="*/ 200562 w 591813"/>
                    <a:gd name="connsiteY508" fmla="*/ 464612 h 577307"/>
                    <a:gd name="connsiteX509" fmla="*/ 200944 w 591813"/>
                    <a:gd name="connsiteY509" fmla="*/ 466052 h 577307"/>
                    <a:gd name="connsiteX510" fmla="*/ 201349 w 591813"/>
                    <a:gd name="connsiteY510" fmla="*/ 467468 h 577307"/>
                    <a:gd name="connsiteX511" fmla="*/ 201754 w 591813"/>
                    <a:gd name="connsiteY511" fmla="*/ 468863 h 577307"/>
                    <a:gd name="connsiteX512" fmla="*/ 202136 w 591813"/>
                    <a:gd name="connsiteY512" fmla="*/ 470257 h 577307"/>
                    <a:gd name="connsiteX513" fmla="*/ 202541 w 591813"/>
                    <a:gd name="connsiteY513" fmla="*/ 471651 h 577307"/>
                    <a:gd name="connsiteX514" fmla="*/ 202923 w 591813"/>
                    <a:gd name="connsiteY514" fmla="*/ 473023 h 577307"/>
                    <a:gd name="connsiteX515" fmla="*/ 203328 w 591813"/>
                    <a:gd name="connsiteY515" fmla="*/ 474373 h 577307"/>
                    <a:gd name="connsiteX516" fmla="*/ 203710 w 591813"/>
                    <a:gd name="connsiteY516" fmla="*/ 475722 h 577307"/>
                    <a:gd name="connsiteX517" fmla="*/ 204115 w 591813"/>
                    <a:gd name="connsiteY517" fmla="*/ 477049 h 577307"/>
                    <a:gd name="connsiteX518" fmla="*/ 204520 w 591813"/>
                    <a:gd name="connsiteY518" fmla="*/ 478376 h 577307"/>
                    <a:gd name="connsiteX519" fmla="*/ 204902 w 591813"/>
                    <a:gd name="connsiteY519" fmla="*/ 479680 h 577307"/>
                    <a:gd name="connsiteX520" fmla="*/ 205307 w 591813"/>
                    <a:gd name="connsiteY520" fmla="*/ 480985 h 577307"/>
                    <a:gd name="connsiteX521" fmla="*/ 205690 w 591813"/>
                    <a:gd name="connsiteY521" fmla="*/ 482289 h 577307"/>
                    <a:gd name="connsiteX522" fmla="*/ 206094 w 591813"/>
                    <a:gd name="connsiteY522" fmla="*/ 483548 h 577307"/>
                    <a:gd name="connsiteX523" fmla="*/ 206476 w 591813"/>
                    <a:gd name="connsiteY523" fmla="*/ 484830 h 577307"/>
                    <a:gd name="connsiteX524" fmla="*/ 206882 w 591813"/>
                    <a:gd name="connsiteY524" fmla="*/ 486090 h 577307"/>
                    <a:gd name="connsiteX525" fmla="*/ 207264 w 591813"/>
                    <a:gd name="connsiteY525" fmla="*/ 487349 h 577307"/>
                    <a:gd name="connsiteX526" fmla="*/ 207668 w 591813"/>
                    <a:gd name="connsiteY526" fmla="*/ 488586 h 577307"/>
                    <a:gd name="connsiteX527" fmla="*/ 208073 w 591813"/>
                    <a:gd name="connsiteY527" fmla="*/ 489801 h 577307"/>
                    <a:gd name="connsiteX528" fmla="*/ 208456 w 591813"/>
                    <a:gd name="connsiteY528" fmla="*/ 491037 h 577307"/>
                    <a:gd name="connsiteX529" fmla="*/ 208860 w 591813"/>
                    <a:gd name="connsiteY529" fmla="*/ 492252 h 577307"/>
                    <a:gd name="connsiteX530" fmla="*/ 209243 w 591813"/>
                    <a:gd name="connsiteY530" fmla="*/ 493444 h 577307"/>
                    <a:gd name="connsiteX531" fmla="*/ 209648 w 591813"/>
                    <a:gd name="connsiteY531" fmla="*/ 494636 h 577307"/>
                    <a:gd name="connsiteX532" fmla="*/ 210030 w 591813"/>
                    <a:gd name="connsiteY532" fmla="*/ 495805 h 577307"/>
                    <a:gd name="connsiteX533" fmla="*/ 210435 w 591813"/>
                    <a:gd name="connsiteY533" fmla="*/ 496975 h 577307"/>
                    <a:gd name="connsiteX534" fmla="*/ 210817 w 591813"/>
                    <a:gd name="connsiteY534" fmla="*/ 498144 h 577307"/>
                    <a:gd name="connsiteX535" fmla="*/ 211222 w 591813"/>
                    <a:gd name="connsiteY535" fmla="*/ 499291 h 577307"/>
                    <a:gd name="connsiteX536" fmla="*/ 211627 w 591813"/>
                    <a:gd name="connsiteY536" fmla="*/ 500438 h 577307"/>
                    <a:gd name="connsiteX537" fmla="*/ 212009 w 591813"/>
                    <a:gd name="connsiteY537" fmla="*/ 501563 h 577307"/>
                    <a:gd name="connsiteX538" fmla="*/ 212414 w 591813"/>
                    <a:gd name="connsiteY538" fmla="*/ 502687 h 577307"/>
                    <a:gd name="connsiteX539" fmla="*/ 212796 w 591813"/>
                    <a:gd name="connsiteY539" fmla="*/ 503789 h 577307"/>
                    <a:gd name="connsiteX540" fmla="*/ 213201 w 591813"/>
                    <a:gd name="connsiteY540" fmla="*/ 504914 h 577307"/>
                    <a:gd name="connsiteX541" fmla="*/ 213584 w 591813"/>
                    <a:gd name="connsiteY541" fmla="*/ 505993 h 577307"/>
                    <a:gd name="connsiteX542" fmla="*/ 213988 w 591813"/>
                    <a:gd name="connsiteY542" fmla="*/ 507095 h 577307"/>
                    <a:gd name="connsiteX543" fmla="*/ 214370 w 591813"/>
                    <a:gd name="connsiteY543" fmla="*/ 508152 h 577307"/>
                    <a:gd name="connsiteX544" fmla="*/ 214776 w 591813"/>
                    <a:gd name="connsiteY544" fmla="*/ 509232 h 577307"/>
                    <a:gd name="connsiteX545" fmla="*/ 215180 w 591813"/>
                    <a:gd name="connsiteY545" fmla="*/ 510289 h 577307"/>
                    <a:gd name="connsiteX546" fmla="*/ 215562 w 591813"/>
                    <a:gd name="connsiteY546" fmla="*/ 511323 h 577307"/>
                    <a:gd name="connsiteX547" fmla="*/ 215967 w 591813"/>
                    <a:gd name="connsiteY547" fmla="*/ 512358 h 577307"/>
                    <a:gd name="connsiteX548" fmla="*/ 216350 w 591813"/>
                    <a:gd name="connsiteY548" fmla="*/ 513392 h 577307"/>
                    <a:gd name="connsiteX549" fmla="*/ 216754 w 591813"/>
                    <a:gd name="connsiteY549" fmla="*/ 514404 h 577307"/>
                    <a:gd name="connsiteX550" fmla="*/ 217136 w 591813"/>
                    <a:gd name="connsiteY550" fmla="*/ 515416 h 577307"/>
                    <a:gd name="connsiteX551" fmla="*/ 217542 w 591813"/>
                    <a:gd name="connsiteY551" fmla="*/ 516406 h 577307"/>
                    <a:gd name="connsiteX552" fmla="*/ 217946 w 591813"/>
                    <a:gd name="connsiteY552" fmla="*/ 517373 h 577307"/>
                    <a:gd name="connsiteX553" fmla="*/ 218329 w 591813"/>
                    <a:gd name="connsiteY553" fmla="*/ 518340 h 577307"/>
                    <a:gd name="connsiteX554" fmla="*/ 218733 w 591813"/>
                    <a:gd name="connsiteY554" fmla="*/ 519307 h 577307"/>
                    <a:gd name="connsiteX555" fmla="*/ 219116 w 591813"/>
                    <a:gd name="connsiteY555" fmla="*/ 520251 h 577307"/>
                    <a:gd name="connsiteX556" fmla="*/ 219521 w 591813"/>
                    <a:gd name="connsiteY556" fmla="*/ 521196 h 577307"/>
                    <a:gd name="connsiteX557" fmla="*/ 219903 w 591813"/>
                    <a:gd name="connsiteY557" fmla="*/ 522141 h 577307"/>
                    <a:gd name="connsiteX558" fmla="*/ 220308 w 591813"/>
                    <a:gd name="connsiteY558" fmla="*/ 523040 h 577307"/>
                    <a:gd name="connsiteX559" fmla="*/ 220690 w 591813"/>
                    <a:gd name="connsiteY559" fmla="*/ 523962 h 577307"/>
                    <a:gd name="connsiteX560" fmla="*/ 221095 w 591813"/>
                    <a:gd name="connsiteY560" fmla="*/ 524862 h 577307"/>
                    <a:gd name="connsiteX561" fmla="*/ 221500 w 591813"/>
                    <a:gd name="connsiteY561" fmla="*/ 525739 h 577307"/>
                    <a:gd name="connsiteX562" fmla="*/ 221882 w 591813"/>
                    <a:gd name="connsiteY562" fmla="*/ 526639 h 577307"/>
                    <a:gd name="connsiteX563" fmla="*/ 222287 w 591813"/>
                    <a:gd name="connsiteY563" fmla="*/ 527493 h 577307"/>
                    <a:gd name="connsiteX564" fmla="*/ 222669 w 591813"/>
                    <a:gd name="connsiteY564" fmla="*/ 528370 h 577307"/>
                    <a:gd name="connsiteX565" fmla="*/ 223074 w 591813"/>
                    <a:gd name="connsiteY565" fmla="*/ 529225 h 577307"/>
                    <a:gd name="connsiteX566" fmla="*/ 223456 w 591813"/>
                    <a:gd name="connsiteY566" fmla="*/ 530057 h 577307"/>
                    <a:gd name="connsiteX567" fmla="*/ 223861 w 591813"/>
                    <a:gd name="connsiteY567" fmla="*/ 530889 h 577307"/>
                    <a:gd name="connsiteX568" fmla="*/ 224244 w 591813"/>
                    <a:gd name="connsiteY568" fmla="*/ 531721 h 577307"/>
                    <a:gd name="connsiteX569" fmla="*/ 224648 w 591813"/>
                    <a:gd name="connsiteY569" fmla="*/ 532553 h 577307"/>
                    <a:gd name="connsiteX570" fmla="*/ 225053 w 591813"/>
                    <a:gd name="connsiteY570" fmla="*/ 533363 h 577307"/>
                    <a:gd name="connsiteX571" fmla="*/ 225436 w 591813"/>
                    <a:gd name="connsiteY571" fmla="*/ 534150 h 577307"/>
                    <a:gd name="connsiteX572" fmla="*/ 225840 w 591813"/>
                    <a:gd name="connsiteY572" fmla="*/ 534960 h 577307"/>
                    <a:gd name="connsiteX573" fmla="*/ 226222 w 591813"/>
                    <a:gd name="connsiteY573" fmla="*/ 535747 h 577307"/>
                    <a:gd name="connsiteX574" fmla="*/ 226627 w 591813"/>
                    <a:gd name="connsiteY574" fmla="*/ 536511 h 577307"/>
                    <a:gd name="connsiteX575" fmla="*/ 227010 w 591813"/>
                    <a:gd name="connsiteY575" fmla="*/ 537276 h 577307"/>
                    <a:gd name="connsiteX576" fmla="*/ 227414 w 591813"/>
                    <a:gd name="connsiteY576" fmla="*/ 538041 h 577307"/>
                    <a:gd name="connsiteX577" fmla="*/ 227797 w 591813"/>
                    <a:gd name="connsiteY577" fmla="*/ 538805 h 577307"/>
                    <a:gd name="connsiteX578" fmla="*/ 228202 w 591813"/>
                    <a:gd name="connsiteY578" fmla="*/ 539548 h 577307"/>
                    <a:gd name="connsiteX579" fmla="*/ 228606 w 591813"/>
                    <a:gd name="connsiteY579" fmla="*/ 540267 h 577307"/>
                    <a:gd name="connsiteX580" fmla="*/ 228989 w 591813"/>
                    <a:gd name="connsiteY580" fmla="*/ 541009 h 577307"/>
                    <a:gd name="connsiteX581" fmla="*/ 229394 w 591813"/>
                    <a:gd name="connsiteY581" fmla="*/ 541729 h 577307"/>
                    <a:gd name="connsiteX582" fmla="*/ 229776 w 591813"/>
                    <a:gd name="connsiteY582" fmla="*/ 542426 h 577307"/>
                    <a:gd name="connsiteX583" fmla="*/ 230181 w 591813"/>
                    <a:gd name="connsiteY583" fmla="*/ 543123 h 577307"/>
                    <a:gd name="connsiteX584" fmla="*/ 230563 w 591813"/>
                    <a:gd name="connsiteY584" fmla="*/ 543821 h 577307"/>
                    <a:gd name="connsiteX585" fmla="*/ 230968 w 591813"/>
                    <a:gd name="connsiteY585" fmla="*/ 544518 h 577307"/>
                    <a:gd name="connsiteX586" fmla="*/ 231350 w 591813"/>
                    <a:gd name="connsiteY586" fmla="*/ 545192 h 577307"/>
                    <a:gd name="connsiteX587" fmla="*/ 231755 w 591813"/>
                    <a:gd name="connsiteY587" fmla="*/ 545845 h 577307"/>
                    <a:gd name="connsiteX588" fmla="*/ 232160 w 591813"/>
                    <a:gd name="connsiteY588" fmla="*/ 546519 h 577307"/>
                    <a:gd name="connsiteX589" fmla="*/ 232542 w 591813"/>
                    <a:gd name="connsiteY589" fmla="*/ 547171 h 577307"/>
                    <a:gd name="connsiteX590" fmla="*/ 232947 w 591813"/>
                    <a:gd name="connsiteY590" fmla="*/ 547824 h 577307"/>
                    <a:gd name="connsiteX591" fmla="*/ 233329 w 591813"/>
                    <a:gd name="connsiteY591" fmla="*/ 548453 h 577307"/>
                    <a:gd name="connsiteX592" fmla="*/ 233734 w 591813"/>
                    <a:gd name="connsiteY592" fmla="*/ 549106 h 577307"/>
                    <a:gd name="connsiteX593" fmla="*/ 234116 w 591813"/>
                    <a:gd name="connsiteY593" fmla="*/ 549735 h 577307"/>
                    <a:gd name="connsiteX594" fmla="*/ 234521 w 591813"/>
                    <a:gd name="connsiteY594" fmla="*/ 550343 h 577307"/>
                    <a:gd name="connsiteX595" fmla="*/ 234926 w 591813"/>
                    <a:gd name="connsiteY595" fmla="*/ 550972 h 577307"/>
                    <a:gd name="connsiteX596" fmla="*/ 235308 w 591813"/>
                    <a:gd name="connsiteY596" fmla="*/ 551579 h 577307"/>
                    <a:gd name="connsiteX597" fmla="*/ 235713 w 591813"/>
                    <a:gd name="connsiteY597" fmla="*/ 552164 h 577307"/>
                    <a:gd name="connsiteX598" fmla="*/ 236096 w 591813"/>
                    <a:gd name="connsiteY598" fmla="*/ 552771 h 577307"/>
                    <a:gd name="connsiteX599" fmla="*/ 236500 w 591813"/>
                    <a:gd name="connsiteY599" fmla="*/ 553356 h 577307"/>
                    <a:gd name="connsiteX600" fmla="*/ 236882 w 591813"/>
                    <a:gd name="connsiteY600" fmla="*/ 553941 h 577307"/>
                    <a:gd name="connsiteX601" fmla="*/ 237287 w 591813"/>
                    <a:gd name="connsiteY601" fmla="*/ 554503 h 577307"/>
                    <a:gd name="connsiteX602" fmla="*/ 237670 w 591813"/>
                    <a:gd name="connsiteY602" fmla="*/ 555065 h 577307"/>
                    <a:gd name="connsiteX603" fmla="*/ 238074 w 591813"/>
                    <a:gd name="connsiteY603" fmla="*/ 555628 h 577307"/>
                    <a:gd name="connsiteX604" fmla="*/ 238479 w 591813"/>
                    <a:gd name="connsiteY604" fmla="*/ 556190 h 577307"/>
                    <a:gd name="connsiteX605" fmla="*/ 238862 w 591813"/>
                    <a:gd name="connsiteY605" fmla="*/ 556730 h 577307"/>
                    <a:gd name="connsiteX606" fmla="*/ 239266 w 591813"/>
                    <a:gd name="connsiteY606" fmla="*/ 557269 h 577307"/>
                    <a:gd name="connsiteX607" fmla="*/ 239649 w 591813"/>
                    <a:gd name="connsiteY607" fmla="*/ 557764 h 577307"/>
                    <a:gd name="connsiteX608" fmla="*/ 240054 w 591813"/>
                    <a:gd name="connsiteY608" fmla="*/ 558304 h 577307"/>
                    <a:gd name="connsiteX609" fmla="*/ 240436 w 591813"/>
                    <a:gd name="connsiteY609" fmla="*/ 558821 h 577307"/>
                    <a:gd name="connsiteX610" fmla="*/ 240841 w 591813"/>
                    <a:gd name="connsiteY610" fmla="*/ 559316 h 577307"/>
                    <a:gd name="connsiteX611" fmla="*/ 241223 w 591813"/>
                    <a:gd name="connsiteY611" fmla="*/ 559833 h 577307"/>
                    <a:gd name="connsiteX612" fmla="*/ 241628 w 591813"/>
                    <a:gd name="connsiteY612" fmla="*/ 560328 h 577307"/>
                    <a:gd name="connsiteX613" fmla="*/ 242033 w 591813"/>
                    <a:gd name="connsiteY613" fmla="*/ 560823 h 577307"/>
                    <a:gd name="connsiteX614" fmla="*/ 242415 w 591813"/>
                    <a:gd name="connsiteY614" fmla="*/ 561295 h 577307"/>
                    <a:gd name="connsiteX615" fmla="*/ 242820 w 591813"/>
                    <a:gd name="connsiteY615" fmla="*/ 561767 h 577307"/>
                    <a:gd name="connsiteX616" fmla="*/ 243202 w 591813"/>
                    <a:gd name="connsiteY616" fmla="*/ 562240 h 577307"/>
                    <a:gd name="connsiteX617" fmla="*/ 243607 w 591813"/>
                    <a:gd name="connsiteY617" fmla="*/ 562689 h 577307"/>
                    <a:gd name="connsiteX618" fmla="*/ 243989 w 591813"/>
                    <a:gd name="connsiteY618" fmla="*/ 563139 h 577307"/>
                    <a:gd name="connsiteX619" fmla="*/ 244394 w 591813"/>
                    <a:gd name="connsiteY619" fmla="*/ 563589 h 577307"/>
                    <a:gd name="connsiteX620" fmla="*/ 244776 w 591813"/>
                    <a:gd name="connsiteY620" fmla="*/ 564039 h 577307"/>
                    <a:gd name="connsiteX621" fmla="*/ 245181 w 591813"/>
                    <a:gd name="connsiteY621" fmla="*/ 564466 h 577307"/>
                    <a:gd name="connsiteX622" fmla="*/ 245586 w 591813"/>
                    <a:gd name="connsiteY622" fmla="*/ 564893 h 577307"/>
                    <a:gd name="connsiteX623" fmla="*/ 245968 w 591813"/>
                    <a:gd name="connsiteY623" fmla="*/ 565298 h 577307"/>
                    <a:gd name="connsiteX624" fmla="*/ 246373 w 591813"/>
                    <a:gd name="connsiteY624" fmla="*/ 565703 h 577307"/>
                    <a:gd name="connsiteX625" fmla="*/ 246756 w 591813"/>
                    <a:gd name="connsiteY625" fmla="*/ 566108 h 577307"/>
                    <a:gd name="connsiteX626" fmla="*/ 247160 w 591813"/>
                    <a:gd name="connsiteY626" fmla="*/ 566490 h 577307"/>
                    <a:gd name="connsiteX627" fmla="*/ 247542 w 591813"/>
                    <a:gd name="connsiteY627" fmla="*/ 566872 h 577307"/>
                    <a:gd name="connsiteX628" fmla="*/ 247948 w 591813"/>
                    <a:gd name="connsiteY628" fmla="*/ 567255 h 577307"/>
                    <a:gd name="connsiteX629" fmla="*/ 248352 w 591813"/>
                    <a:gd name="connsiteY629" fmla="*/ 567637 h 577307"/>
                    <a:gd name="connsiteX630" fmla="*/ 248734 w 591813"/>
                    <a:gd name="connsiteY630" fmla="*/ 567997 h 577307"/>
                    <a:gd name="connsiteX631" fmla="*/ 249139 w 591813"/>
                    <a:gd name="connsiteY631" fmla="*/ 568357 h 577307"/>
                    <a:gd name="connsiteX632" fmla="*/ 249522 w 591813"/>
                    <a:gd name="connsiteY632" fmla="*/ 568694 h 577307"/>
                    <a:gd name="connsiteX633" fmla="*/ 249926 w 591813"/>
                    <a:gd name="connsiteY633" fmla="*/ 569031 h 577307"/>
                    <a:gd name="connsiteX634" fmla="*/ 250309 w 591813"/>
                    <a:gd name="connsiteY634" fmla="*/ 569369 h 577307"/>
                    <a:gd name="connsiteX635" fmla="*/ 250714 w 591813"/>
                    <a:gd name="connsiteY635" fmla="*/ 569706 h 577307"/>
                    <a:gd name="connsiteX636" fmla="*/ 251096 w 591813"/>
                    <a:gd name="connsiteY636" fmla="*/ 570021 h 577307"/>
                    <a:gd name="connsiteX637" fmla="*/ 251501 w 591813"/>
                    <a:gd name="connsiteY637" fmla="*/ 570336 h 577307"/>
                    <a:gd name="connsiteX638" fmla="*/ 251905 w 591813"/>
                    <a:gd name="connsiteY638" fmla="*/ 570651 h 577307"/>
                    <a:gd name="connsiteX639" fmla="*/ 252288 w 591813"/>
                    <a:gd name="connsiteY639" fmla="*/ 570943 h 577307"/>
                    <a:gd name="connsiteX640" fmla="*/ 252693 w 591813"/>
                    <a:gd name="connsiteY640" fmla="*/ 571258 h 577307"/>
                    <a:gd name="connsiteX641" fmla="*/ 253075 w 591813"/>
                    <a:gd name="connsiteY641" fmla="*/ 571528 h 577307"/>
                    <a:gd name="connsiteX642" fmla="*/ 253480 w 591813"/>
                    <a:gd name="connsiteY642" fmla="*/ 571820 h 577307"/>
                    <a:gd name="connsiteX643" fmla="*/ 253862 w 591813"/>
                    <a:gd name="connsiteY643" fmla="*/ 572090 h 577307"/>
                    <a:gd name="connsiteX644" fmla="*/ 254267 w 591813"/>
                    <a:gd name="connsiteY644" fmla="*/ 572360 h 577307"/>
                    <a:gd name="connsiteX645" fmla="*/ 254650 w 591813"/>
                    <a:gd name="connsiteY645" fmla="*/ 572607 h 577307"/>
                    <a:gd name="connsiteX646" fmla="*/ 255054 w 591813"/>
                    <a:gd name="connsiteY646" fmla="*/ 572877 h 577307"/>
                    <a:gd name="connsiteX647" fmla="*/ 255459 w 591813"/>
                    <a:gd name="connsiteY647" fmla="*/ 573102 h 577307"/>
                    <a:gd name="connsiteX648" fmla="*/ 255841 w 591813"/>
                    <a:gd name="connsiteY648" fmla="*/ 573349 h 577307"/>
                    <a:gd name="connsiteX649" fmla="*/ 256246 w 591813"/>
                    <a:gd name="connsiteY649" fmla="*/ 573574 h 577307"/>
                    <a:gd name="connsiteX650" fmla="*/ 256628 w 591813"/>
                    <a:gd name="connsiteY650" fmla="*/ 573799 h 577307"/>
                    <a:gd name="connsiteX651" fmla="*/ 257033 w 591813"/>
                    <a:gd name="connsiteY651" fmla="*/ 574024 h 577307"/>
                    <a:gd name="connsiteX652" fmla="*/ 257416 w 591813"/>
                    <a:gd name="connsiteY652" fmla="*/ 574226 h 577307"/>
                    <a:gd name="connsiteX653" fmla="*/ 257820 w 591813"/>
                    <a:gd name="connsiteY653" fmla="*/ 574429 h 577307"/>
                    <a:gd name="connsiteX654" fmla="*/ 258202 w 591813"/>
                    <a:gd name="connsiteY654" fmla="*/ 574631 h 577307"/>
                    <a:gd name="connsiteX655" fmla="*/ 258608 w 591813"/>
                    <a:gd name="connsiteY655" fmla="*/ 574811 h 577307"/>
                    <a:gd name="connsiteX656" fmla="*/ 259012 w 591813"/>
                    <a:gd name="connsiteY656" fmla="*/ 574991 h 577307"/>
                    <a:gd name="connsiteX657" fmla="*/ 259395 w 591813"/>
                    <a:gd name="connsiteY657" fmla="*/ 575171 h 577307"/>
                    <a:gd name="connsiteX658" fmla="*/ 259799 w 591813"/>
                    <a:gd name="connsiteY658" fmla="*/ 575328 h 577307"/>
                    <a:gd name="connsiteX659" fmla="*/ 260182 w 591813"/>
                    <a:gd name="connsiteY659" fmla="*/ 575508 h 577307"/>
                    <a:gd name="connsiteX660" fmla="*/ 260587 w 591813"/>
                    <a:gd name="connsiteY660" fmla="*/ 575643 h 577307"/>
                    <a:gd name="connsiteX661" fmla="*/ 260969 w 591813"/>
                    <a:gd name="connsiteY661" fmla="*/ 575801 h 577307"/>
                    <a:gd name="connsiteX662" fmla="*/ 261374 w 591813"/>
                    <a:gd name="connsiteY662" fmla="*/ 575936 h 577307"/>
                    <a:gd name="connsiteX663" fmla="*/ 261756 w 591813"/>
                    <a:gd name="connsiteY663" fmla="*/ 576071 h 577307"/>
                    <a:gd name="connsiteX664" fmla="*/ 262161 w 591813"/>
                    <a:gd name="connsiteY664" fmla="*/ 576206 h 577307"/>
                    <a:gd name="connsiteX665" fmla="*/ 262566 w 591813"/>
                    <a:gd name="connsiteY665" fmla="*/ 576318 h 577307"/>
                    <a:gd name="connsiteX666" fmla="*/ 262948 w 591813"/>
                    <a:gd name="connsiteY666" fmla="*/ 576430 h 577307"/>
                    <a:gd name="connsiteX667" fmla="*/ 263353 w 591813"/>
                    <a:gd name="connsiteY667" fmla="*/ 576543 h 577307"/>
                    <a:gd name="connsiteX668" fmla="*/ 263735 w 591813"/>
                    <a:gd name="connsiteY668" fmla="*/ 576633 h 577307"/>
                    <a:gd name="connsiteX669" fmla="*/ 264140 w 591813"/>
                    <a:gd name="connsiteY669" fmla="*/ 576723 h 577307"/>
                    <a:gd name="connsiteX670" fmla="*/ 264522 w 591813"/>
                    <a:gd name="connsiteY670" fmla="*/ 576813 h 577307"/>
                    <a:gd name="connsiteX671" fmla="*/ 264927 w 591813"/>
                    <a:gd name="connsiteY671" fmla="*/ 576880 h 577307"/>
                    <a:gd name="connsiteX672" fmla="*/ 265332 w 591813"/>
                    <a:gd name="connsiteY672" fmla="*/ 576970 h 577307"/>
                    <a:gd name="connsiteX673" fmla="*/ 265714 w 591813"/>
                    <a:gd name="connsiteY673" fmla="*/ 577015 h 577307"/>
                    <a:gd name="connsiteX674" fmla="*/ 266119 w 591813"/>
                    <a:gd name="connsiteY674" fmla="*/ 577083 h 577307"/>
                    <a:gd name="connsiteX675" fmla="*/ 266502 w 591813"/>
                    <a:gd name="connsiteY675" fmla="*/ 577128 h 577307"/>
                    <a:gd name="connsiteX676" fmla="*/ 266906 w 591813"/>
                    <a:gd name="connsiteY676" fmla="*/ 577173 h 577307"/>
                    <a:gd name="connsiteX677" fmla="*/ 267288 w 591813"/>
                    <a:gd name="connsiteY677" fmla="*/ 577218 h 577307"/>
                    <a:gd name="connsiteX678" fmla="*/ 267693 w 591813"/>
                    <a:gd name="connsiteY678" fmla="*/ 577240 h 577307"/>
                    <a:gd name="connsiteX679" fmla="*/ 268076 w 591813"/>
                    <a:gd name="connsiteY679" fmla="*/ 577263 h 577307"/>
                    <a:gd name="connsiteX680" fmla="*/ 268480 w 591813"/>
                    <a:gd name="connsiteY680" fmla="*/ 577285 h 577307"/>
                    <a:gd name="connsiteX681" fmla="*/ 268885 w 591813"/>
                    <a:gd name="connsiteY681" fmla="*/ 577308 h 577307"/>
                    <a:gd name="connsiteX682" fmla="*/ 269268 w 591813"/>
                    <a:gd name="connsiteY682" fmla="*/ 577308 h 577307"/>
                    <a:gd name="connsiteX683" fmla="*/ 269672 w 591813"/>
                    <a:gd name="connsiteY683" fmla="*/ 577308 h 577307"/>
                    <a:gd name="connsiteX684" fmla="*/ 270055 w 591813"/>
                    <a:gd name="connsiteY684" fmla="*/ 577308 h 577307"/>
                    <a:gd name="connsiteX685" fmla="*/ 270459 w 591813"/>
                    <a:gd name="connsiteY685" fmla="*/ 577308 h 577307"/>
                    <a:gd name="connsiteX686" fmla="*/ 270842 w 591813"/>
                    <a:gd name="connsiteY686" fmla="*/ 577285 h 577307"/>
                    <a:gd name="connsiteX687" fmla="*/ 271247 w 591813"/>
                    <a:gd name="connsiteY687" fmla="*/ 577263 h 577307"/>
                    <a:gd name="connsiteX688" fmla="*/ 271629 w 591813"/>
                    <a:gd name="connsiteY688" fmla="*/ 577240 h 577307"/>
                    <a:gd name="connsiteX689" fmla="*/ 272034 w 591813"/>
                    <a:gd name="connsiteY689" fmla="*/ 577218 h 577307"/>
                    <a:gd name="connsiteX690" fmla="*/ 272439 w 591813"/>
                    <a:gd name="connsiteY690" fmla="*/ 577173 h 577307"/>
                    <a:gd name="connsiteX691" fmla="*/ 272821 w 591813"/>
                    <a:gd name="connsiteY691" fmla="*/ 577150 h 577307"/>
                    <a:gd name="connsiteX692" fmla="*/ 273226 w 591813"/>
                    <a:gd name="connsiteY692" fmla="*/ 577105 h 577307"/>
                    <a:gd name="connsiteX693" fmla="*/ 273608 w 591813"/>
                    <a:gd name="connsiteY693" fmla="*/ 577038 h 577307"/>
                    <a:gd name="connsiteX694" fmla="*/ 274013 w 591813"/>
                    <a:gd name="connsiteY694" fmla="*/ 576993 h 577307"/>
                    <a:gd name="connsiteX695" fmla="*/ 274395 w 591813"/>
                    <a:gd name="connsiteY695" fmla="*/ 576925 h 577307"/>
                    <a:gd name="connsiteX696" fmla="*/ 274800 w 591813"/>
                    <a:gd name="connsiteY696" fmla="*/ 576880 h 577307"/>
                    <a:gd name="connsiteX697" fmla="*/ 275182 w 591813"/>
                    <a:gd name="connsiteY697" fmla="*/ 576813 h 577307"/>
                    <a:gd name="connsiteX698" fmla="*/ 275587 w 591813"/>
                    <a:gd name="connsiteY698" fmla="*/ 576723 h 577307"/>
                    <a:gd name="connsiteX699" fmla="*/ 275992 w 591813"/>
                    <a:gd name="connsiteY699" fmla="*/ 576655 h 577307"/>
                    <a:gd name="connsiteX700" fmla="*/ 276374 w 591813"/>
                    <a:gd name="connsiteY700" fmla="*/ 576588 h 577307"/>
                    <a:gd name="connsiteX701" fmla="*/ 276779 w 591813"/>
                    <a:gd name="connsiteY701" fmla="*/ 576498 h 577307"/>
                    <a:gd name="connsiteX702" fmla="*/ 277162 w 591813"/>
                    <a:gd name="connsiteY702" fmla="*/ 576430 h 577307"/>
                    <a:gd name="connsiteX703" fmla="*/ 277566 w 591813"/>
                    <a:gd name="connsiteY703" fmla="*/ 576340 h 577307"/>
                    <a:gd name="connsiteX704" fmla="*/ 277948 w 591813"/>
                    <a:gd name="connsiteY704" fmla="*/ 576251 h 577307"/>
                    <a:gd name="connsiteX705" fmla="*/ 278353 w 591813"/>
                    <a:gd name="connsiteY705" fmla="*/ 576161 h 577307"/>
                    <a:gd name="connsiteX706" fmla="*/ 278758 w 591813"/>
                    <a:gd name="connsiteY706" fmla="*/ 576071 h 577307"/>
                    <a:gd name="connsiteX707" fmla="*/ 279140 w 591813"/>
                    <a:gd name="connsiteY707" fmla="*/ 575958 h 577307"/>
                    <a:gd name="connsiteX708" fmla="*/ 279545 w 591813"/>
                    <a:gd name="connsiteY708" fmla="*/ 575868 h 577307"/>
                    <a:gd name="connsiteX709" fmla="*/ 279928 w 591813"/>
                    <a:gd name="connsiteY709" fmla="*/ 575756 h 577307"/>
                    <a:gd name="connsiteX710" fmla="*/ 280332 w 591813"/>
                    <a:gd name="connsiteY710" fmla="*/ 575643 h 577307"/>
                    <a:gd name="connsiteX711" fmla="*/ 280715 w 591813"/>
                    <a:gd name="connsiteY711" fmla="*/ 575531 h 577307"/>
                    <a:gd name="connsiteX712" fmla="*/ 281120 w 591813"/>
                    <a:gd name="connsiteY712" fmla="*/ 575396 h 577307"/>
                    <a:gd name="connsiteX713" fmla="*/ 281502 w 591813"/>
                    <a:gd name="connsiteY713" fmla="*/ 575261 h 577307"/>
                    <a:gd name="connsiteX714" fmla="*/ 281907 w 591813"/>
                    <a:gd name="connsiteY714" fmla="*/ 575149 h 577307"/>
                    <a:gd name="connsiteX715" fmla="*/ 282311 w 591813"/>
                    <a:gd name="connsiteY715" fmla="*/ 575014 h 577307"/>
                    <a:gd name="connsiteX716" fmla="*/ 282694 w 591813"/>
                    <a:gd name="connsiteY716" fmla="*/ 574856 h 577307"/>
                    <a:gd name="connsiteX717" fmla="*/ 283076 w 591813"/>
                    <a:gd name="connsiteY717" fmla="*/ 574721 h 577307"/>
                    <a:gd name="connsiteX718" fmla="*/ 283481 w 591813"/>
                    <a:gd name="connsiteY718" fmla="*/ 574564 h 577307"/>
                    <a:gd name="connsiteX719" fmla="*/ 283886 w 591813"/>
                    <a:gd name="connsiteY719" fmla="*/ 574429 h 577307"/>
                    <a:gd name="connsiteX720" fmla="*/ 284246 w 591813"/>
                    <a:gd name="connsiteY720" fmla="*/ 574271 h 577307"/>
                    <a:gd name="connsiteX721" fmla="*/ 284673 w 591813"/>
                    <a:gd name="connsiteY721" fmla="*/ 574114 h 577307"/>
                    <a:gd name="connsiteX722" fmla="*/ 285033 w 591813"/>
                    <a:gd name="connsiteY722" fmla="*/ 573934 h 577307"/>
                    <a:gd name="connsiteX723" fmla="*/ 285438 w 591813"/>
                    <a:gd name="connsiteY723" fmla="*/ 573777 h 577307"/>
                    <a:gd name="connsiteX724" fmla="*/ 285842 w 591813"/>
                    <a:gd name="connsiteY724" fmla="*/ 573597 h 577307"/>
                    <a:gd name="connsiteX725" fmla="*/ 286224 w 591813"/>
                    <a:gd name="connsiteY725" fmla="*/ 573439 h 577307"/>
                    <a:gd name="connsiteX726" fmla="*/ 286630 w 591813"/>
                    <a:gd name="connsiteY726" fmla="*/ 573259 h 577307"/>
                    <a:gd name="connsiteX727" fmla="*/ 287012 w 591813"/>
                    <a:gd name="connsiteY727" fmla="*/ 573057 h 577307"/>
                    <a:gd name="connsiteX728" fmla="*/ 287416 w 591813"/>
                    <a:gd name="connsiteY728" fmla="*/ 572877 h 577307"/>
                    <a:gd name="connsiteX729" fmla="*/ 287799 w 591813"/>
                    <a:gd name="connsiteY729" fmla="*/ 572675 h 577307"/>
                    <a:gd name="connsiteX730" fmla="*/ 288204 w 591813"/>
                    <a:gd name="connsiteY730" fmla="*/ 572495 h 577307"/>
                    <a:gd name="connsiteX731" fmla="*/ 288586 w 591813"/>
                    <a:gd name="connsiteY731" fmla="*/ 572292 h 577307"/>
                    <a:gd name="connsiteX732" fmla="*/ 288991 w 591813"/>
                    <a:gd name="connsiteY732" fmla="*/ 572090 h 577307"/>
                    <a:gd name="connsiteX733" fmla="*/ 289396 w 591813"/>
                    <a:gd name="connsiteY733" fmla="*/ 571888 h 577307"/>
                    <a:gd name="connsiteX734" fmla="*/ 289778 w 591813"/>
                    <a:gd name="connsiteY734" fmla="*/ 571685 h 577307"/>
                    <a:gd name="connsiteX735" fmla="*/ 290183 w 591813"/>
                    <a:gd name="connsiteY735" fmla="*/ 571460 h 577307"/>
                    <a:gd name="connsiteX736" fmla="*/ 290565 w 591813"/>
                    <a:gd name="connsiteY736" fmla="*/ 571258 h 577307"/>
                    <a:gd name="connsiteX737" fmla="*/ 290970 w 591813"/>
                    <a:gd name="connsiteY737" fmla="*/ 571033 h 577307"/>
                    <a:gd name="connsiteX738" fmla="*/ 291352 w 591813"/>
                    <a:gd name="connsiteY738" fmla="*/ 570831 h 577307"/>
                    <a:gd name="connsiteX739" fmla="*/ 291757 w 591813"/>
                    <a:gd name="connsiteY739" fmla="*/ 570606 h 577307"/>
                    <a:gd name="connsiteX740" fmla="*/ 292139 w 591813"/>
                    <a:gd name="connsiteY740" fmla="*/ 570381 h 577307"/>
                    <a:gd name="connsiteX741" fmla="*/ 292544 w 591813"/>
                    <a:gd name="connsiteY741" fmla="*/ 570156 h 577307"/>
                    <a:gd name="connsiteX742" fmla="*/ 292949 w 591813"/>
                    <a:gd name="connsiteY742" fmla="*/ 569931 h 577307"/>
                    <a:gd name="connsiteX743" fmla="*/ 293331 w 591813"/>
                    <a:gd name="connsiteY743" fmla="*/ 569684 h 577307"/>
                    <a:gd name="connsiteX744" fmla="*/ 293736 w 591813"/>
                    <a:gd name="connsiteY744" fmla="*/ 569459 h 577307"/>
                    <a:gd name="connsiteX745" fmla="*/ 294118 w 591813"/>
                    <a:gd name="connsiteY745" fmla="*/ 569211 h 577307"/>
                    <a:gd name="connsiteX746" fmla="*/ 294524 w 591813"/>
                    <a:gd name="connsiteY746" fmla="*/ 568964 h 577307"/>
                    <a:gd name="connsiteX747" fmla="*/ 294906 w 591813"/>
                    <a:gd name="connsiteY747" fmla="*/ 568717 h 577307"/>
                    <a:gd name="connsiteX748" fmla="*/ 295310 w 591813"/>
                    <a:gd name="connsiteY748" fmla="*/ 568469 h 577307"/>
                    <a:gd name="connsiteX749" fmla="*/ 295716 w 591813"/>
                    <a:gd name="connsiteY749" fmla="*/ 568222 h 577307"/>
                    <a:gd name="connsiteX750" fmla="*/ 296098 w 591813"/>
                    <a:gd name="connsiteY750" fmla="*/ 568874 h 577307"/>
                    <a:gd name="connsiteX751" fmla="*/ 296502 w 591813"/>
                    <a:gd name="connsiteY751" fmla="*/ 569953 h 577307"/>
                    <a:gd name="connsiteX752" fmla="*/ 296884 w 591813"/>
                    <a:gd name="connsiteY752" fmla="*/ 569706 h 577307"/>
                    <a:gd name="connsiteX753" fmla="*/ 297290 w 591813"/>
                    <a:gd name="connsiteY753" fmla="*/ 569481 h 577307"/>
                    <a:gd name="connsiteX754" fmla="*/ 297672 w 591813"/>
                    <a:gd name="connsiteY754" fmla="*/ 569234 h 577307"/>
                    <a:gd name="connsiteX755" fmla="*/ 298076 w 591813"/>
                    <a:gd name="connsiteY755" fmla="*/ 569009 h 577307"/>
                    <a:gd name="connsiteX756" fmla="*/ 298459 w 591813"/>
                    <a:gd name="connsiteY756" fmla="*/ 568761 h 577307"/>
                    <a:gd name="connsiteX757" fmla="*/ 298864 w 591813"/>
                    <a:gd name="connsiteY757" fmla="*/ 568514 h 577307"/>
                    <a:gd name="connsiteX758" fmla="*/ 299269 w 591813"/>
                    <a:gd name="connsiteY758" fmla="*/ 568267 h 577307"/>
                    <a:gd name="connsiteX759" fmla="*/ 299651 w 591813"/>
                    <a:gd name="connsiteY759" fmla="*/ 568019 h 577307"/>
                    <a:gd name="connsiteX760" fmla="*/ 300056 w 591813"/>
                    <a:gd name="connsiteY760" fmla="*/ 567772 h 577307"/>
                    <a:gd name="connsiteX761" fmla="*/ 300438 w 591813"/>
                    <a:gd name="connsiteY761" fmla="*/ 567502 h 577307"/>
                    <a:gd name="connsiteX762" fmla="*/ 300843 w 591813"/>
                    <a:gd name="connsiteY762" fmla="*/ 567255 h 577307"/>
                    <a:gd name="connsiteX763" fmla="*/ 301225 w 591813"/>
                    <a:gd name="connsiteY763" fmla="*/ 566985 h 577307"/>
                    <a:gd name="connsiteX764" fmla="*/ 301630 w 591813"/>
                    <a:gd name="connsiteY764" fmla="*/ 566737 h 577307"/>
                    <a:gd name="connsiteX765" fmla="*/ 302012 w 591813"/>
                    <a:gd name="connsiteY765" fmla="*/ 566468 h 577307"/>
                    <a:gd name="connsiteX766" fmla="*/ 302417 w 591813"/>
                    <a:gd name="connsiteY766" fmla="*/ 566198 h 577307"/>
                    <a:gd name="connsiteX767" fmla="*/ 302822 w 591813"/>
                    <a:gd name="connsiteY767" fmla="*/ 565928 h 577307"/>
                    <a:gd name="connsiteX768" fmla="*/ 303204 w 591813"/>
                    <a:gd name="connsiteY768" fmla="*/ 565658 h 577307"/>
                    <a:gd name="connsiteX769" fmla="*/ 303609 w 591813"/>
                    <a:gd name="connsiteY769" fmla="*/ 565388 h 577307"/>
                    <a:gd name="connsiteX770" fmla="*/ 303992 w 591813"/>
                    <a:gd name="connsiteY770" fmla="*/ 565118 h 577307"/>
                    <a:gd name="connsiteX771" fmla="*/ 304396 w 591813"/>
                    <a:gd name="connsiteY771" fmla="*/ 564826 h 577307"/>
                    <a:gd name="connsiteX772" fmla="*/ 304778 w 591813"/>
                    <a:gd name="connsiteY772" fmla="*/ 564556 h 577307"/>
                    <a:gd name="connsiteX773" fmla="*/ 305184 w 591813"/>
                    <a:gd name="connsiteY773" fmla="*/ 564264 h 577307"/>
                    <a:gd name="connsiteX774" fmla="*/ 305566 w 591813"/>
                    <a:gd name="connsiteY774" fmla="*/ 563994 h 577307"/>
                    <a:gd name="connsiteX775" fmla="*/ 305970 w 591813"/>
                    <a:gd name="connsiteY775" fmla="*/ 563701 h 577307"/>
                    <a:gd name="connsiteX776" fmla="*/ 306376 w 591813"/>
                    <a:gd name="connsiteY776" fmla="*/ 563431 h 577307"/>
                    <a:gd name="connsiteX777" fmla="*/ 306758 w 591813"/>
                    <a:gd name="connsiteY777" fmla="*/ 563139 h 577307"/>
                    <a:gd name="connsiteX778" fmla="*/ 307162 w 591813"/>
                    <a:gd name="connsiteY778" fmla="*/ 562847 h 577307"/>
                    <a:gd name="connsiteX779" fmla="*/ 307545 w 591813"/>
                    <a:gd name="connsiteY779" fmla="*/ 562554 h 577307"/>
                    <a:gd name="connsiteX780" fmla="*/ 307950 w 591813"/>
                    <a:gd name="connsiteY780" fmla="*/ 562262 h 577307"/>
                    <a:gd name="connsiteX781" fmla="*/ 308332 w 591813"/>
                    <a:gd name="connsiteY781" fmla="*/ 561970 h 577307"/>
                    <a:gd name="connsiteX782" fmla="*/ 308737 w 591813"/>
                    <a:gd name="connsiteY782" fmla="*/ 561677 h 577307"/>
                    <a:gd name="connsiteX783" fmla="*/ 309142 w 591813"/>
                    <a:gd name="connsiteY783" fmla="*/ 561362 h 577307"/>
                    <a:gd name="connsiteX784" fmla="*/ 309524 w 591813"/>
                    <a:gd name="connsiteY784" fmla="*/ 561048 h 577307"/>
                    <a:gd name="connsiteX785" fmla="*/ 309929 w 591813"/>
                    <a:gd name="connsiteY785" fmla="*/ 560755 h 577307"/>
                    <a:gd name="connsiteX786" fmla="*/ 310311 w 591813"/>
                    <a:gd name="connsiteY786" fmla="*/ 560440 h 577307"/>
                    <a:gd name="connsiteX787" fmla="*/ 310716 w 591813"/>
                    <a:gd name="connsiteY787" fmla="*/ 560125 h 577307"/>
                    <a:gd name="connsiteX788" fmla="*/ 311098 w 591813"/>
                    <a:gd name="connsiteY788" fmla="*/ 559811 h 577307"/>
                    <a:gd name="connsiteX789" fmla="*/ 311503 w 591813"/>
                    <a:gd name="connsiteY789" fmla="*/ 559496 h 577307"/>
                    <a:gd name="connsiteX790" fmla="*/ 311885 w 591813"/>
                    <a:gd name="connsiteY790" fmla="*/ 559181 h 577307"/>
                    <a:gd name="connsiteX791" fmla="*/ 312290 w 591813"/>
                    <a:gd name="connsiteY791" fmla="*/ 558866 h 577307"/>
                    <a:gd name="connsiteX792" fmla="*/ 312695 w 591813"/>
                    <a:gd name="connsiteY792" fmla="*/ 558551 h 577307"/>
                    <a:gd name="connsiteX793" fmla="*/ 313077 w 591813"/>
                    <a:gd name="connsiteY793" fmla="*/ 558236 h 577307"/>
                    <a:gd name="connsiteX794" fmla="*/ 313482 w 591813"/>
                    <a:gd name="connsiteY794" fmla="*/ 557899 h 577307"/>
                    <a:gd name="connsiteX795" fmla="*/ 313864 w 591813"/>
                    <a:gd name="connsiteY795" fmla="*/ 557584 h 577307"/>
                    <a:gd name="connsiteX796" fmla="*/ 314269 w 591813"/>
                    <a:gd name="connsiteY796" fmla="*/ 557269 h 577307"/>
                    <a:gd name="connsiteX797" fmla="*/ 314652 w 591813"/>
                    <a:gd name="connsiteY797" fmla="*/ 556954 h 577307"/>
                    <a:gd name="connsiteX798" fmla="*/ 315056 w 591813"/>
                    <a:gd name="connsiteY798" fmla="*/ 556617 h 577307"/>
                    <a:gd name="connsiteX799" fmla="*/ 315438 w 591813"/>
                    <a:gd name="connsiteY799" fmla="*/ 556302 h 577307"/>
                    <a:gd name="connsiteX800" fmla="*/ 315844 w 591813"/>
                    <a:gd name="connsiteY800" fmla="*/ 555965 h 577307"/>
                    <a:gd name="connsiteX801" fmla="*/ 316248 w 591813"/>
                    <a:gd name="connsiteY801" fmla="*/ 555650 h 577307"/>
                    <a:gd name="connsiteX802" fmla="*/ 316630 w 591813"/>
                    <a:gd name="connsiteY802" fmla="*/ 555313 h 577307"/>
                    <a:gd name="connsiteX803" fmla="*/ 317036 w 591813"/>
                    <a:gd name="connsiteY803" fmla="*/ 554975 h 577307"/>
                    <a:gd name="connsiteX804" fmla="*/ 317418 w 591813"/>
                    <a:gd name="connsiteY804" fmla="*/ 554661 h 577307"/>
                    <a:gd name="connsiteX805" fmla="*/ 317822 w 591813"/>
                    <a:gd name="connsiteY805" fmla="*/ 554323 h 577307"/>
                    <a:gd name="connsiteX806" fmla="*/ 318205 w 591813"/>
                    <a:gd name="connsiteY806" fmla="*/ 553986 h 577307"/>
                    <a:gd name="connsiteX807" fmla="*/ 318610 w 591813"/>
                    <a:gd name="connsiteY807" fmla="*/ 553648 h 577307"/>
                    <a:gd name="connsiteX808" fmla="*/ 318992 w 591813"/>
                    <a:gd name="connsiteY808" fmla="*/ 553334 h 577307"/>
                    <a:gd name="connsiteX809" fmla="*/ 319397 w 591813"/>
                    <a:gd name="connsiteY809" fmla="*/ 552996 h 577307"/>
                    <a:gd name="connsiteX810" fmla="*/ 319802 w 591813"/>
                    <a:gd name="connsiteY810" fmla="*/ 552659 h 577307"/>
                    <a:gd name="connsiteX811" fmla="*/ 320184 w 591813"/>
                    <a:gd name="connsiteY811" fmla="*/ 552322 h 577307"/>
                    <a:gd name="connsiteX812" fmla="*/ 320589 w 591813"/>
                    <a:gd name="connsiteY812" fmla="*/ 551984 h 577307"/>
                    <a:gd name="connsiteX813" fmla="*/ 320971 w 591813"/>
                    <a:gd name="connsiteY813" fmla="*/ 551647 h 577307"/>
                    <a:gd name="connsiteX814" fmla="*/ 321376 w 591813"/>
                    <a:gd name="connsiteY814" fmla="*/ 551310 h 577307"/>
                    <a:gd name="connsiteX815" fmla="*/ 321758 w 591813"/>
                    <a:gd name="connsiteY815" fmla="*/ 550972 h 577307"/>
                    <a:gd name="connsiteX816" fmla="*/ 322163 w 591813"/>
                    <a:gd name="connsiteY816" fmla="*/ 550635 h 577307"/>
                    <a:gd name="connsiteX817" fmla="*/ 322545 w 591813"/>
                    <a:gd name="connsiteY817" fmla="*/ 550298 h 577307"/>
                    <a:gd name="connsiteX818" fmla="*/ 322950 w 591813"/>
                    <a:gd name="connsiteY818" fmla="*/ 549938 h 577307"/>
                    <a:gd name="connsiteX819" fmla="*/ 323355 w 591813"/>
                    <a:gd name="connsiteY819" fmla="*/ 549600 h 577307"/>
                    <a:gd name="connsiteX820" fmla="*/ 323737 w 591813"/>
                    <a:gd name="connsiteY820" fmla="*/ 549263 h 577307"/>
                    <a:gd name="connsiteX821" fmla="*/ 324142 w 591813"/>
                    <a:gd name="connsiteY821" fmla="*/ 548903 h 577307"/>
                    <a:gd name="connsiteX822" fmla="*/ 324524 w 591813"/>
                    <a:gd name="connsiteY822" fmla="*/ 548566 h 577307"/>
                    <a:gd name="connsiteX823" fmla="*/ 324929 w 591813"/>
                    <a:gd name="connsiteY823" fmla="*/ 548206 h 577307"/>
                    <a:gd name="connsiteX824" fmla="*/ 325312 w 591813"/>
                    <a:gd name="connsiteY824" fmla="*/ 547869 h 577307"/>
                    <a:gd name="connsiteX825" fmla="*/ 325716 w 591813"/>
                    <a:gd name="connsiteY825" fmla="*/ 547509 h 577307"/>
                    <a:gd name="connsiteX826" fmla="*/ 326121 w 591813"/>
                    <a:gd name="connsiteY826" fmla="*/ 547149 h 577307"/>
                    <a:gd name="connsiteX827" fmla="*/ 326504 w 591813"/>
                    <a:gd name="connsiteY827" fmla="*/ 546812 h 577307"/>
                    <a:gd name="connsiteX828" fmla="*/ 326908 w 591813"/>
                    <a:gd name="connsiteY828" fmla="*/ 546452 h 577307"/>
                    <a:gd name="connsiteX829" fmla="*/ 327290 w 591813"/>
                    <a:gd name="connsiteY829" fmla="*/ 546092 h 577307"/>
                    <a:gd name="connsiteX830" fmla="*/ 327696 w 591813"/>
                    <a:gd name="connsiteY830" fmla="*/ 545732 h 577307"/>
                    <a:gd name="connsiteX831" fmla="*/ 328078 w 591813"/>
                    <a:gd name="connsiteY831" fmla="*/ 545372 h 577307"/>
                    <a:gd name="connsiteX832" fmla="*/ 328482 w 591813"/>
                    <a:gd name="connsiteY832" fmla="*/ 545035 h 577307"/>
                    <a:gd name="connsiteX833" fmla="*/ 328865 w 591813"/>
                    <a:gd name="connsiteY833" fmla="*/ 544675 h 577307"/>
                    <a:gd name="connsiteX834" fmla="*/ 329270 w 591813"/>
                    <a:gd name="connsiteY834" fmla="*/ 544315 h 577307"/>
                    <a:gd name="connsiteX835" fmla="*/ 329674 w 591813"/>
                    <a:gd name="connsiteY835" fmla="*/ 543955 h 577307"/>
                    <a:gd name="connsiteX836" fmla="*/ 330057 w 591813"/>
                    <a:gd name="connsiteY836" fmla="*/ 543596 h 577307"/>
                    <a:gd name="connsiteX837" fmla="*/ 330462 w 591813"/>
                    <a:gd name="connsiteY837" fmla="*/ 543236 h 577307"/>
                    <a:gd name="connsiteX838" fmla="*/ 330844 w 591813"/>
                    <a:gd name="connsiteY838" fmla="*/ 542876 h 577307"/>
                    <a:gd name="connsiteX839" fmla="*/ 331249 w 591813"/>
                    <a:gd name="connsiteY839" fmla="*/ 542516 h 577307"/>
                    <a:gd name="connsiteX840" fmla="*/ 331631 w 591813"/>
                    <a:gd name="connsiteY840" fmla="*/ 542156 h 577307"/>
                    <a:gd name="connsiteX841" fmla="*/ 332036 w 591813"/>
                    <a:gd name="connsiteY841" fmla="*/ 541774 h 577307"/>
                    <a:gd name="connsiteX842" fmla="*/ 332418 w 591813"/>
                    <a:gd name="connsiteY842" fmla="*/ 541414 h 577307"/>
                    <a:gd name="connsiteX843" fmla="*/ 332823 w 591813"/>
                    <a:gd name="connsiteY843" fmla="*/ 541054 h 577307"/>
                    <a:gd name="connsiteX844" fmla="*/ 333228 w 591813"/>
                    <a:gd name="connsiteY844" fmla="*/ 540695 h 577307"/>
                    <a:gd name="connsiteX845" fmla="*/ 333610 w 591813"/>
                    <a:gd name="connsiteY845" fmla="*/ 540335 h 577307"/>
                    <a:gd name="connsiteX846" fmla="*/ 334015 w 591813"/>
                    <a:gd name="connsiteY846" fmla="*/ 539975 h 577307"/>
                    <a:gd name="connsiteX847" fmla="*/ 334397 w 591813"/>
                    <a:gd name="connsiteY847" fmla="*/ 539592 h 577307"/>
                    <a:gd name="connsiteX848" fmla="*/ 334802 w 591813"/>
                    <a:gd name="connsiteY848" fmla="*/ 539233 h 577307"/>
                    <a:gd name="connsiteX849" fmla="*/ 335184 w 591813"/>
                    <a:gd name="connsiteY849" fmla="*/ 538850 h 577307"/>
                    <a:gd name="connsiteX850" fmla="*/ 335590 w 591813"/>
                    <a:gd name="connsiteY850" fmla="*/ 538491 h 577307"/>
                    <a:gd name="connsiteX851" fmla="*/ 335972 w 591813"/>
                    <a:gd name="connsiteY851" fmla="*/ 538131 h 577307"/>
                    <a:gd name="connsiteX852" fmla="*/ 336376 w 591813"/>
                    <a:gd name="connsiteY852" fmla="*/ 537748 h 577307"/>
                    <a:gd name="connsiteX853" fmla="*/ 336782 w 591813"/>
                    <a:gd name="connsiteY853" fmla="*/ 537389 h 577307"/>
                    <a:gd name="connsiteX854" fmla="*/ 337164 w 591813"/>
                    <a:gd name="connsiteY854" fmla="*/ 537006 h 577307"/>
                    <a:gd name="connsiteX855" fmla="*/ 337568 w 591813"/>
                    <a:gd name="connsiteY855" fmla="*/ 536646 h 577307"/>
                    <a:gd name="connsiteX856" fmla="*/ 337950 w 591813"/>
                    <a:gd name="connsiteY856" fmla="*/ 536264 h 577307"/>
                    <a:gd name="connsiteX857" fmla="*/ 338356 w 591813"/>
                    <a:gd name="connsiteY857" fmla="*/ 535904 h 577307"/>
                    <a:gd name="connsiteX858" fmla="*/ 338738 w 591813"/>
                    <a:gd name="connsiteY858" fmla="*/ 535522 h 577307"/>
                    <a:gd name="connsiteX859" fmla="*/ 339142 w 591813"/>
                    <a:gd name="connsiteY859" fmla="*/ 535162 h 577307"/>
                    <a:gd name="connsiteX860" fmla="*/ 339548 w 591813"/>
                    <a:gd name="connsiteY860" fmla="*/ 534780 h 577307"/>
                    <a:gd name="connsiteX861" fmla="*/ 339930 w 591813"/>
                    <a:gd name="connsiteY861" fmla="*/ 534420 h 577307"/>
                    <a:gd name="connsiteX862" fmla="*/ 340335 w 591813"/>
                    <a:gd name="connsiteY862" fmla="*/ 534038 h 577307"/>
                    <a:gd name="connsiteX863" fmla="*/ 340717 w 591813"/>
                    <a:gd name="connsiteY863" fmla="*/ 533678 h 577307"/>
                    <a:gd name="connsiteX864" fmla="*/ 341122 w 591813"/>
                    <a:gd name="connsiteY864" fmla="*/ 533318 h 577307"/>
                    <a:gd name="connsiteX865" fmla="*/ 341504 w 591813"/>
                    <a:gd name="connsiteY865" fmla="*/ 532936 h 577307"/>
                    <a:gd name="connsiteX866" fmla="*/ 341909 w 591813"/>
                    <a:gd name="connsiteY866" fmla="*/ 532576 h 577307"/>
                    <a:gd name="connsiteX867" fmla="*/ 342291 w 591813"/>
                    <a:gd name="connsiteY867" fmla="*/ 532216 h 577307"/>
                    <a:gd name="connsiteX868" fmla="*/ 342696 w 591813"/>
                    <a:gd name="connsiteY868" fmla="*/ 531856 h 577307"/>
                    <a:gd name="connsiteX869" fmla="*/ 343101 w 591813"/>
                    <a:gd name="connsiteY869" fmla="*/ 531496 h 577307"/>
                    <a:gd name="connsiteX870" fmla="*/ 343483 w 591813"/>
                    <a:gd name="connsiteY870" fmla="*/ 531136 h 577307"/>
                    <a:gd name="connsiteX871" fmla="*/ 343888 w 591813"/>
                    <a:gd name="connsiteY871" fmla="*/ 530777 h 577307"/>
                    <a:gd name="connsiteX872" fmla="*/ 344270 w 591813"/>
                    <a:gd name="connsiteY872" fmla="*/ 530417 h 577307"/>
                    <a:gd name="connsiteX873" fmla="*/ 344675 w 591813"/>
                    <a:gd name="connsiteY873" fmla="*/ 530034 h 577307"/>
                    <a:gd name="connsiteX874" fmla="*/ 345058 w 591813"/>
                    <a:gd name="connsiteY874" fmla="*/ 529675 h 577307"/>
                    <a:gd name="connsiteX875" fmla="*/ 345462 w 591813"/>
                    <a:gd name="connsiteY875" fmla="*/ 529315 h 577307"/>
                    <a:gd name="connsiteX876" fmla="*/ 345844 w 591813"/>
                    <a:gd name="connsiteY876" fmla="*/ 528955 h 577307"/>
                    <a:gd name="connsiteX877" fmla="*/ 346250 w 591813"/>
                    <a:gd name="connsiteY877" fmla="*/ 528573 h 577307"/>
                    <a:gd name="connsiteX878" fmla="*/ 346654 w 591813"/>
                    <a:gd name="connsiteY878" fmla="*/ 528213 h 577307"/>
                    <a:gd name="connsiteX879" fmla="*/ 347036 w 591813"/>
                    <a:gd name="connsiteY879" fmla="*/ 527853 h 577307"/>
                    <a:gd name="connsiteX880" fmla="*/ 347442 w 591813"/>
                    <a:gd name="connsiteY880" fmla="*/ 527471 h 577307"/>
                    <a:gd name="connsiteX881" fmla="*/ 347824 w 591813"/>
                    <a:gd name="connsiteY881" fmla="*/ 527111 h 577307"/>
                    <a:gd name="connsiteX882" fmla="*/ 348228 w 591813"/>
                    <a:gd name="connsiteY882" fmla="*/ 526751 h 577307"/>
                    <a:gd name="connsiteX883" fmla="*/ 348611 w 591813"/>
                    <a:gd name="connsiteY883" fmla="*/ 526369 h 577307"/>
                    <a:gd name="connsiteX884" fmla="*/ 349016 w 591813"/>
                    <a:gd name="connsiteY884" fmla="*/ 526009 h 577307"/>
                    <a:gd name="connsiteX885" fmla="*/ 349398 w 591813"/>
                    <a:gd name="connsiteY885" fmla="*/ 525649 h 577307"/>
                    <a:gd name="connsiteX886" fmla="*/ 349803 w 591813"/>
                    <a:gd name="connsiteY886" fmla="*/ 525267 h 577307"/>
                    <a:gd name="connsiteX887" fmla="*/ 350208 w 591813"/>
                    <a:gd name="connsiteY887" fmla="*/ 524907 h 577307"/>
                    <a:gd name="connsiteX888" fmla="*/ 350590 w 591813"/>
                    <a:gd name="connsiteY888" fmla="*/ 524525 h 577307"/>
                    <a:gd name="connsiteX889" fmla="*/ 350995 w 591813"/>
                    <a:gd name="connsiteY889" fmla="*/ 524165 h 577307"/>
                    <a:gd name="connsiteX890" fmla="*/ 351377 w 591813"/>
                    <a:gd name="connsiteY890" fmla="*/ 523782 h 577307"/>
                    <a:gd name="connsiteX891" fmla="*/ 351782 w 591813"/>
                    <a:gd name="connsiteY891" fmla="*/ 523422 h 577307"/>
                    <a:gd name="connsiteX892" fmla="*/ 352164 w 591813"/>
                    <a:gd name="connsiteY892" fmla="*/ 523040 h 577307"/>
                    <a:gd name="connsiteX893" fmla="*/ 352569 w 591813"/>
                    <a:gd name="connsiteY893" fmla="*/ 522680 h 577307"/>
                    <a:gd name="connsiteX894" fmla="*/ 352951 w 591813"/>
                    <a:gd name="connsiteY894" fmla="*/ 522298 h 577307"/>
                    <a:gd name="connsiteX895" fmla="*/ 353356 w 591813"/>
                    <a:gd name="connsiteY895" fmla="*/ 521938 h 577307"/>
                    <a:gd name="connsiteX896" fmla="*/ 353761 w 591813"/>
                    <a:gd name="connsiteY896" fmla="*/ 521556 h 577307"/>
                    <a:gd name="connsiteX897" fmla="*/ 354143 w 591813"/>
                    <a:gd name="connsiteY897" fmla="*/ 521196 h 577307"/>
                    <a:gd name="connsiteX898" fmla="*/ 354548 w 591813"/>
                    <a:gd name="connsiteY898" fmla="*/ 520814 h 577307"/>
                    <a:gd name="connsiteX899" fmla="*/ 354930 w 591813"/>
                    <a:gd name="connsiteY899" fmla="*/ 520431 h 577307"/>
                    <a:gd name="connsiteX900" fmla="*/ 355335 w 591813"/>
                    <a:gd name="connsiteY900" fmla="*/ 520049 h 577307"/>
                    <a:gd name="connsiteX901" fmla="*/ 355718 w 591813"/>
                    <a:gd name="connsiteY901" fmla="*/ 519667 h 577307"/>
                    <a:gd name="connsiteX902" fmla="*/ 356122 w 591813"/>
                    <a:gd name="connsiteY902" fmla="*/ 519284 h 577307"/>
                    <a:gd name="connsiteX903" fmla="*/ 356527 w 591813"/>
                    <a:gd name="connsiteY903" fmla="*/ 518902 h 577307"/>
                    <a:gd name="connsiteX904" fmla="*/ 356910 w 591813"/>
                    <a:gd name="connsiteY904" fmla="*/ 518497 h 577307"/>
                    <a:gd name="connsiteX905" fmla="*/ 357314 w 591813"/>
                    <a:gd name="connsiteY905" fmla="*/ 518115 h 577307"/>
                    <a:gd name="connsiteX906" fmla="*/ 357696 w 591813"/>
                    <a:gd name="connsiteY906" fmla="*/ 517710 h 577307"/>
                    <a:gd name="connsiteX907" fmla="*/ 358102 w 591813"/>
                    <a:gd name="connsiteY907" fmla="*/ 517305 h 577307"/>
                    <a:gd name="connsiteX908" fmla="*/ 358484 w 591813"/>
                    <a:gd name="connsiteY908" fmla="*/ 516901 h 577307"/>
                    <a:gd name="connsiteX909" fmla="*/ 358888 w 591813"/>
                    <a:gd name="connsiteY909" fmla="*/ 516496 h 577307"/>
                    <a:gd name="connsiteX910" fmla="*/ 359271 w 591813"/>
                    <a:gd name="connsiteY910" fmla="*/ 516068 h 577307"/>
                    <a:gd name="connsiteX911" fmla="*/ 359676 w 591813"/>
                    <a:gd name="connsiteY911" fmla="*/ 515664 h 577307"/>
                    <a:gd name="connsiteX912" fmla="*/ 360080 w 591813"/>
                    <a:gd name="connsiteY912" fmla="*/ 515236 h 577307"/>
                    <a:gd name="connsiteX913" fmla="*/ 360463 w 591813"/>
                    <a:gd name="connsiteY913" fmla="*/ 514809 h 577307"/>
                    <a:gd name="connsiteX914" fmla="*/ 360868 w 591813"/>
                    <a:gd name="connsiteY914" fmla="*/ 514382 h 577307"/>
                    <a:gd name="connsiteX915" fmla="*/ 361250 w 591813"/>
                    <a:gd name="connsiteY915" fmla="*/ 513954 h 577307"/>
                    <a:gd name="connsiteX916" fmla="*/ 361655 w 591813"/>
                    <a:gd name="connsiteY916" fmla="*/ 513527 h 577307"/>
                    <a:gd name="connsiteX917" fmla="*/ 362037 w 591813"/>
                    <a:gd name="connsiteY917" fmla="*/ 513077 h 577307"/>
                    <a:gd name="connsiteX918" fmla="*/ 362442 w 591813"/>
                    <a:gd name="connsiteY918" fmla="*/ 512627 h 577307"/>
                    <a:gd name="connsiteX919" fmla="*/ 362824 w 591813"/>
                    <a:gd name="connsiteY919" fmla="*/ 512200 h 577307"/>
                    <a:gd name="connsiteX920" fmla="*/ 363229 w 591813"/>
                    <a:gd name="connsiteY920" fmla="*/ 511750 h 577307"/>
                    <a:gd name="connsiteX921" fmla="*/ 363634 w 591813"/>
                    <a:gd name="connsiteY921" fmla="*/ 511301 h 577307"/>
                    <a:gd name="connsiteX922" fmla="*/ 364016 w 591813"/>
                    <a:gd name="connsiteY922" fmla="*/ 510851 h 577307"/>
                    <a:gd name="connsiteX923" fmla="*/ 364421 w 591813"/>
                    <a:gd name="connsiteY923" fmla="*/ 510401 h 577307"/>
                    <a:gd name="connsiteX924" fmla="*/ 364803 w 591813"/>
                    <a:gd name="connsiteY924" fmla="*/ 509951 h 577307"/>
                    <a:gd name="connsiteX925" fmla="*/ 365208 w 591813"/>
                    <a:gd name="connsiteY925" fmla="*/ 509479 h 577307"/>
                    <a:gd name="connsiteX926" fmla="*/ 365590 w 591813"/>
                    <a:gd name="connsiteY926" fmla="*/ 509029 h 577307"/>
                    <a:gd name="connsiteX927" fmla="*/ 365995 w 591813"/>
                    <a:gd name="connsiteY927" fmla="*/ 508557 h 577307"/>
                    <a:gd name="connsiteX928" fmla="*/ 366378 w 591813"/>
                    <a:gd name="connsiteY928" fmla="*/ 508085 h 577307"/>
                    <a:gd name="connsiteX929" fmla="*/ 366782 w 591813"/>
                    <a:gd name="connsiteY929" fmla="*/ 507635 h 577307"/>
                    <a:gd name="connsiteX930" fmla="*/ 367187 w 591813"/>
                    <a:gd name="connsiteY930" fmla="*/ 507163 h 577307"/>
                    <a:gd name="connsiteX931" fmla="*/ 367570 w 591813"/>
                    <a:gd name="connsiteY931" fmla="*/ 506690 h 577307"/>
                    <a:gd name="connsiteX932" fmla="*/ 367974 w 591813"/>
                    <a:gd name="connsiteY932" fmla="*/ 506218 h 577307"/>
                    <a:gd name="connsiteX933" fmla="*/ 368356 w 591813"/>
                    <a:gd name="connsiteY933" fmla="*/ 505746 h 577307"/>
                    <a:gd name="connsiteX934" fmla="*/ 368762 w 591813"/>
                    <a:gd name="connsiteY934" fmla="*/ 505273 h 577307"/>
                    <a:gd name="connsiteX935" fmla="*/ 369144 w 591813"/>
                    <a:gd name="connsiteY935" fmla="*/ 504801 h 577307"/>
                    <a:gd name="connsiteX936" fmla="*/ 369548 w 591813"/>
                    <a:gd name="connsiteY936" fmla="*/ 504329 h 577307"/>
                    <a:gd name="connsiteX937" fmla="*/ 369954 w 591813"/>
                    <a:gd name="connsiteY937" fmla="*/ 503857 h 577307"/>
                    <a:gd name="connsiteX938" fmla="*/ 370336 w 591813"/>
                    <a:gd name="connsiteY938" fmla="*/ 503384 h 577307"/>
                    <a:gd name="connsiteX939" fmla="*/ 370740 w 591813"/>
                    <a:gd name="connsiteY939" fmla="*/ 502912 h 577307"/>
                    <a:gd name="connsiteX940" fmla="*/ 371123 w 591813"/>
                    <a:gd name="connsiteY940" fmla="*/ 502417 h 577307"/>
                    <a:gd name="connsiteX941" fmla="*/ 371528 w 591813"/>
                    <a:gd name="connsiteY941" fmla="*/ 501945 h 577307"/>
                    <a:gd name="connsiteX942" fmla="*/ 371910 w 591813"/>
                    <a:gd name="connsiteY942" fmla="*/ 501473 h 577307"/>
                    <a:gd name="connsiteX943" fmla="*/ 372315 w 591813"/>
                    <a:gd name="connsiteY943" fmla="*/ 500978 h 577307"/>
                    <a:gd name="connsiteX944" fmla="*/ 372697 w 591813"/>
                    <a:gd name="connsiteY944" fmla="*/ 500506 h 577307"/>
                    <a:gd name="connsiteX945" fmla="*/ 373102 w 591813"/>
                    <a:gd name="connsiteY945" fmla="*/ 500011 h 577307"/>
                    <a:gd name="connsiteX946" fmla="*/ 373507 w 591813"/>
                    <a:gd name="connsiteY946" fmla="*/ 499539 h 577307"/>
                    <a:gd name="connsiteX947" fmla="*/ 373889 w 591813"/>
                    <a:gd name="connsiteY947" fmla="*/ 499044 h 577307"/>
                    <a:gd name="connsiteX948" fmla="*/ 374294 w 591813"/>
                    <a:gd name="connsiteY948" fmla="*/ 498549 h 577307"/>
                    <a:gd name="connsiteX949" fmla="*/ 374676 w 591813"/>
                    <a:gd name="connsiteY949" fmla="*/ 498054 h 577307"/>
                    <a:gd name="connsiteX950" fmla="*/ 375081 w 591813"/>
                    <a:gd name="connsiteY950" fmla="*/ 497582 h 577307"/>
                    <a:gd name="connsiteX951" fmla="*/ 375463 w 591813"/>
                    <a:gd name="connsiteY951" fmla="*/ 497087 h 577307"/>
                    <a:gd name="connsiteX952" fmla="*/ 375868 w 591813"/>
                    <a:gd name="connsiteY952" fmla="*/ 496592 h 577307"/>
                    <a:gd name="connsiteX953" fmla="*/ 376250 w 591813"/>
                    <a:gd name="connsiteY953" fmla="*/ 496098 h 577307"/>
                    <a:gd name="connsiteX954" fmla="*/ 376656 w 591813"/>
                    <a:gd name="connsiteY954" fmla="*/ 495603 h 577307"/>
                    <a:gd name="connsiteX955" fmla="*/ 377060 w 591813"/>
                    <a:gd name="connsiteY955" fmla="*/ 495108 h 577307"/>
                    <a:gd name="connsiteX956" fmla="*/ 377442 w 591813"/>
                    <a:gd name="connsiteY956" fmla="*/ 494613 h 577307"/>
                    <a:gd name="connsiteX957" fmla="*/ 377847 w 591813"/>
                    <a:gd name="connsiteY957" fmla="*/ 494119 h 577307"/>
                    <a:gd name="connsiteX958" fmla="*/ 378230 w 591813"/>
                    <a:gd name="connsiteY958" fmla="*/ 493624 h 577307"/>
                    <a:gd name="connsiteX959" fmla="*/ 378634 w 591813"/>
                    <a:gd name="connsiteY959" fmla="*/ 493107 h 577307"/>
                    <a:gd name="connsiteX960" fmla="*/ 379016 w 591813"/>
                    <a:gd name="connsiteY960" fmla="*/ 492612 h 577307"/>
                    <a:gd name="connsiteX961" fmla="*/ 379422 w 591813"/>
                    <a:gd name="connsiteY961" fmla="*/ 492117 h 577307"/>
                    <a:gd name="connsiteX962" fmla="*/ 379804 w 591813"/>
                    <a:gd name="connsiteY962" fmla="*/ 491600 h 577307"/>
                    <a:gd name="connsiteX963" fmla="*/ 380208 w 591813"/>
                    <a:gd name="connsiteY963" fmla="*/ 491105 h 577307"/>
                    <a:gd name="connsiteX964" fmla="*/ 380614 w 591813"/>
                    <a:gd name="connsiteY964" fmla="*/ 490610 h 577307"/>
                    <a:gd name="connsiteX965" fmla="*/ 380996 w 591813"/>
                    <a:gd name="connsiteY965" fmla="*/ 490093 h 577307"/>
                    <a:gd name="connsiteX966" fmla="*/ 381401 w 591813"/>
                    <a:gd name="connsiteY966" fmla="*/ 489576 h 577307"/>
                    <a:gd name="connsiteX967" fmla="*/ 381783 w 591813"/>
                    <a:gd name="connsiteY967" fmla="*/ 489081 h 577307"/>
                    <a:gd name="connsiteX968" fmla="*/ 382188 w 591813"/>
                    <a:gd name="connsiteY968" fmla="*/ 488564 h 577307"/>
                    <a:gd name="connsiteX969" fmla="*/ 382570 w 591813"/>
                    <a:gd name="connsiteY969" fmla="*/ 488069 h 577307"/>
                    <a:gd name="connsiteX970" fmla="*/ 382975 w 591813"/>
                    <a:gd name="connsiteY970" fmla="*/ 487552 h 577307"/>
                    <a:gd name="connsiteX971" fmla="*/ 383357 w 591813"/>
                    <a:gd name="connsiteY971" fmla="*/ 487034 h 577307"/>
                    <a:gd name="connsiteX972" fmla="*/ 383762 w 591813"/>
                    <a:gd name="connsiteY972" fmla="*/ 486540 h 577307"/>
                    <a:gd name="connsiteX973" fmla="*/ 384167 w 591813"/>
                    <a:gd name="connsiteY973" fmla="*/ 486022 h 577307"/>
                    <a:gd name="connsiteX974" fmla="*/ 384549 w 591813"/>
                    <a:gd name="connsiteY974" fmla="*/ 485505 h 577307"/>
                    <a:gd name="connsiteX975" fmla="*/ 384954 w 591813"/>
                    <a:gd name="connsiteY975" fmla="*/ 485010 h 577307"/>
                    <a:gd name="connsiteX976" fmla="*/ 385336 w 591813"/>
                    <a:gd name="connsiteY976" fmla="*/ 484493 h 577307"/>
                    <a:gd name="connsiteX977" fmla="*/ 385741 w 591813"/>
                    <a:gd name="connsiteY977" fmla="*/ 483976 h 577307"/>
                    <a:gd name="connsiteX978" fmla="*/ 386124 w 591813"/>
                    <a:gd name="connsiteY978" fmla="*/ 483459 h 577307"/>
                    <a:gd name="connsiteX979" fmla="*/ 386528 w 591813"/>
                    <a:gd name="connsiteY979" fmla="*/ 482941 h 577307"/>
                    <a:gd name="connsiteX980" fmla="*/ 386933 w 591813"/>
                    <a:gd name="connsiteY980" fmla="*/ 482424 h 577307"/>
                    <a:gd name="connsiteX981" fmla="*/ 387316 w 591813"/>
                    <a:gd name="connsiteY981" fmla="*/ 481907 h 577307"/>
                    <a:gd name="connsiteX982" fmla="*/ 387720 w 591813"/>
                    <a:gd name="connsiteY982" fmla="*/ 481389 h 577307"/>
                    <a:gd name="connsiteX983" fmla="*/ 388102 w 591813"/>
                    <a:gd name="connsiteY983" fmla="*/ 480872 h 577307"/>
                    <a:gd name="connsiteX984" fmla="*/ 388508 w 591813"/>
                    <a:gd name="connsiteY984" fmla="*/ 480355 h 577307"/>
                    <a:gd name="connsiteX985" fmla="*/ 388890 w 591813"/>
                    <a:gd name="connsiteY985" fmla="*/ 479815 h 577307"/>
                    <a:gd name="connsiteX986" fmla="*/ 389294 w 591813"/>
                    <a:gd name="connsiteY986" fmla="*/ 479298 h 577307"/>
                    <a:gd name="connsiteX987" fmla="*/ 389677 w 591813"/>
                    <a:gd name="connsiteY987" fmla="*/ 478758 h 577307"/>
                    <a:gd name="connsiteX988" fmla="*/ 390082 w 591813"/>
                    <a:gd name="connsiteY988" fmla="*/ 478241 h 577307"/>
                    <a:gd name="connsiteX989" fmla="*/ 390486 w 591813"/>
                    <a:gd name="connsiteY989" fmla="*/ 477701 h 577307"/>
                    <a:gd name="connsiteX990" fmla="*/ 390869 w 591813"/>
                    <a:gd name="connsiteY990" fmla="*/ 477161 h 577307"/>
                    <a:gd name="connsiteX991" fmla="*/ 391274 w 591813"/>
                    <a:gd name="connsiteY991" fmla="*/ 476644 h 577307"/>
                    <a:gd name="connsiteX992" fmla="*/ 391656 w 591813"/>
                    <a:gd name="connsiteY992" fmla="*/ 476104 h 577307"/>
                    <a:gd name="connsiteX993" fmla="*/ 392061 w 591813"/>
                    <a:gd name="connsiteY993" fmla="*/ 475565 h 577307"/>
                    <a:gd name="connsiteX994" fmla="*/ 392443 w 591813"/>
                    <a:gd name="connsiteY994" fmla="*/ 475025 h 577307"/>
                    <a:gd name="connsiteX995" fmla="*/ 392848 w 591813"/>
                    <a:gd name="connsiteY995" fmla="*/ 474508 h 577307"/>
                    <a:gd name="connsiteX996" fmla="*/ 393230 w 591813"/>
                    <a:gd name="connsiteY996" fmla="*/ 473968 h 577307"/>
                    <a:gd name="connsiteX997" fmla="*/ 393635 w 591813"/>
                    <a:gd name="connsiteY997" fmla="*/ 473451 h 577307"/>
                    <a:gd name="connsiteX998" fmla="*/ 394040 w 591813"/>
                    <a:gd name="connsiteY998" fmla="*/ 472911 h 577307"/>
                    <a:gd name="connsiteX999" fmla="*/ 394422 w 591813"/>
                    <a:gd name="connsiteY999" fmla="*/ 472394 h 577307"/>
                    <a:gd name="connsiteX1000" fmla="*/ 394827 w 591813"/>
                    <a:gd name="connsiteY1000" fmla="*/ 471854 h 577307"/>
                    <a:gd name="connsiteX1001" fmla="*/ 395209 w 591813"/>
                    <a:gd name="connsiteY1001" fmla="*/ 471337 h 577307"/>
                    <a:gd name="connsiteX1002" fmla="*/ 395614 w 591813"/>
                    <a:gd name="connsiteY1002" fmla="*/ 470797 h 577307"/>
                    <a:gd name="connsiteX1003" fmla="*/ 395996 w 591813"/>
                    <a:gd name="connsiteY1003" fmla="*/ 470280 h 577307"/>
                    <a:gd name="connsiteX1004" fmla="*/ 396401 w 591813"/>
                    <a:gd name="connsiteY1004" fmla="*/ 469762 h 577307"/>
                    <a:gd name="connsiteX1005" fmla="*/ 396784 w 591813"/>
                    <a:gd name="connsiteY1005" fmla="*/ 469223 h 577307"/>
                    <a:gd name="connsiteX1006" fmla="*/ 397188 w 591813"/>
                    <a:gd name="connsiteY1006" fmla="*/ 468705 h 577307"/>
                    <a:gd name="connsiteX1007" fmla="*/ 397593 w 591813"/>
                    <a:gd name="connsiteY1007" fmla="*/ 468188 h 577307"/>
                    <a:gd name="connsiteX1008" fmla="*/ 397976 w 591813"/>
                    <a:gd name="connsiteY1008" fmla="*/ 467671 h 577307"/>
                    <a:gd name="connsiteX1009" fmla="*/ 398380 w 591813"/>
                    <a:gd name="connsiteY1009" fmla="*/ 467154 h 577307"/>
                    <a:gd name="connsiteX1010" fmla="*/ 398762 w 591813"/>
                    <a:gd name="connsiteY1010" fmla="*/ 466614 h 577307"/>
                    <a:gd name="connsiteX1011" fmla="*/ 399168 w 591813"/>
                    <a:gd name="connsiteY1011" fmla="*/ 466097 h 577307"/>
                    <a:gd name="connsiteX1012" fmla="*/ 399550 w 591813"/>
                    <a:gd name="connsiteY1012" fmla="*/ 465579 h 577307"/>
                    <a:gd name="connsiteX1013" fmla="*/ 399954 w 591813"/>
                    <a:gd name="connsiteY1013" fmla="*/ 465040 h 577307"/>
                    <a:gd name="connsiteX1014" fmla="*/ 400359 w 591813"/>
                    <a:gd name="connsiteY1014" fmla="*/ 464522 h 577307"/>
                    <a:gd name="connsiteX1015" fmla="*/ 400742 w 591813"/>
                    <a:gd name="connsiteY1015" fmla="*/ 464005 h 577307"/>
                    <a:gd name="connsiteX1016" fmla="*/ 401146 w 591813"/>
                    <a:gd name="connsiteY1016" fmla="*/ 463465 h 577307"/>
                    <a:gd name="connsiteX1017" fmla="*/ 401529 w 591813"/>
                    <a:gd name="connsiteY1017" fmla="*/ 462948 h 577307"/>
                    <a:gd name="connsiteX1018" fmla="*/ 401934 w 591813"/>
                    <a:gd name="connsiteY1018" fmla="*/ 462408 h 577307"/>
                    <a:gd name="connsiteX1019" fmla="*/ 402316 w 591813"/>
                    <a:gd name="connsiteY1019" fmla="*/ 461891 h 577307"/>
                    <a:gd name="connsiteX1020" fmla="*/ 402721 w 591813"/>
                    <a:gd name="connsiteY1020" fmla="*/ 461351 h 577307"/>
                    <a:gd name="connsiteX1021" fmla="*/ 403103 w 591813"/>
                    <a:gd name="connsiteY1021" fmla="*/ 460834 h 577307"/>
                    <a:gd name="connsiteX1022" fmla="*/ 403485 w 591813"/>
                    <a:gd name="connsiteY1022" fmla="*/ 460294 h 577307"/>
                    <a:gd name="connsiteX1023" fmla="*/ 403913 w 591813"/>
                    <a:gd name="connsiteY1023" fmla="*/ 459754 h 577307"/>
                    <a:gd name="connsiteX1024" fmla="*/ 404295 w 591813"/>
                    <a:gd name="connsiteY1024" fmla="*/ 459237 h 577307"/>
                    <a:gd name="connsiteX1025" fmla="*/ 404677 w 591813"/>
                    <a:gd name="connsiteY1025" fmla="*/ 458697 h 577307"/>
                    <a:gd name="connsiteX1026" fmla="*/ 405060 w 591813"/>
                    <a:gd name="connsiteY1026" fmla="*/ 458158 h 577307"/>
                    <a:gd name="connsiteX1027" fmla="*/ 405464 w 591813"/>
                    <a:gd name="connsiteY1027" fmla="*/ 457640 h 577307"/>
                    <a:gd name="connsiteX1028" fmla="*/ 405847 w 591813"/>
                    <a:gd name="connsiteY1028" fmla="*/ 457101 h 577307"/>
                    <a:gd name="connsiteX1029" fmla="*/ 406252 w 591813"/>
                    <a:gd name="connsiteY1029" fmla="*/ 456561 h 577307"/>
                    <a:gd name="connsiteX1030" fmla="*/ 406634 w 591813"/>
                    <a:gd name="connsiteY1030" fmla="*/ 456044 h 577307"/>
                    <a:gd name="connsiteX1031" fmla="*/ 407039 w 591813"/>
                    <a:gd name="connsiteY1031" fmla="*/ 455504 h 577307"/>
                    <a:gd name="connsiteX1032" fmla="*/ 407444 w 591813"/>
                    <a:gd name="connsiteY1032" fmla="*/ 454964 h 577307"/>
                    <a:gd name="connsiteX1033" fmla="*/ 407826 w 591813"/>
                    <a:gd name="connsiteY1033" fmla="*/ 454424 h 577307"/>
                    <a:gd name="connsiteX1034" fmla="*/ 408230 w 591813"/>
                    <a:gd name="connsiteY1034" fmla="*/ 453885 h 577307"/>
                    <a:gd name="connsiteX1035" fmla="*/ 408613 w 591813"/>
                    <a:gd name="connsiteY1035" fmla="*/ 453345 h 577307"/>
                    <a:gd name="connsiteX1036" fmla="*/ 409018 w 591813"/>
                    <a:gd name="connsiteY1036" fmla="*/ 452828 h 577307"/>
                    <a:gd name="connsiteX1037" fmla="*/ 409400 w 591813"/>
                    <a:gd name="connsiteY1037" fmla="*/ 452288 h 577307"/>
                    <a:gd name="connsiteX1038" fmla="*/ 409805 w 591813"/>
                    <a:gd name="connsiteY1038" fmla="*/ 451748 h 577307"/>
                    <a:gd name="connsiteX1039" fmla="*/ 410187 w 591813"/>
                    <a:gd name="connsiteY1039" fmla="*/ 451208 h 577307"/>
                    <a:gd name="connsiteX1040" fmla="*/ 410592 w 591813"/>
                    <a:gd name="connsiteY1040" fmla="*/ 450691 h 577307"/>
                    <a:gd name="connsiteX1041" fmla="*/ 410997 w 591813"/>
                    <a:gd name="connsiteY1041" fmla="*/ 450151 h 577307"/>
                    <a:gd name="connsiteX1042" fmla="*/ 411379 w 591813"/>
                    <a:gd name="connsiteY1042" fmla="*/ 449612 h 577307"/>
                    <a:gd name="connsiteX1043" fmla="*/ 411784 w 591813"/>
                    <a:gd name="connsiteY1043" fmla="*/ 449094 h 577307"/>
                    <a:gd name="connsiteX1044" fmla="*/ 412166 w 591813"/>
                    <a:gd name="connsiteY1044" fmla="*/ 448555 h 577307"/>
                    <a:gd name="connsiteX1045" fmla="*/ 412571 w 591813"/>
                    <a:gd name="connsiteY1045" fmla="*/ 448015 h 577307"/>
                    <a:gd name="connsiteX1046" fmla="*/ 412953 w 591813"/>
                    <a:gd name="connsiteY1046" fmla="*/ 447498 h 577307"/>
                    <a:gd name="connsiteX1047" fmla="*/ 413358 w 591813"/>
                    <a:gd name="connsiteY1047" fmla="*/ 446958 h 577307"/>
                    <a:gd name="connsiteX1048" fmla="*/ 413741 w 591813"/>
                    <a:gd name="connsiteY1048" fmla="*/ 446418 h 577307"/>
                    <a:gd name="connsiteX1049" fmla="*/ 414145 w 591813"/>
                    <a:gd name="connsiteY1049" fmla="*/ 445901 h 577307"/>
                    <a:gd name="connsiteX1050" fmla="*/ 414550 w 591813"/>
                    <a:gd name="connsiteY1050" fmla="*/ 445361 h 577307"/>
                    <a:gd name="connsiteX1051" fmla="*/ 414933 w 591813"/>
                    <a:gd name="connsiteY1051" fmla="*/ 444844 h 577307"/>
                    <a:gd name="connsiteX1052" fmla="*/ 415337 w 591813"/>
                    <a:gd name="connsiteY1052" fmla="*/ 444304 h 577307"/>
                    <a:gd name="connsiteX1053" fmla="*/ 415720 w 591813"/>
                    <a:gd name="connsiteY1053" fmla="*/ 443764 h 577307"/>
                    <a:gd name="connsiteX1054" fmla="*/ 416124 w 591813"/>
                    <a:gd name="connsiteY1054" fmla="*/ 443247 h 577307"/>
                    <a:gd name="connsiteX1055" fmla="*/ 416507 w 591813"/>
                    <a:gd name="connsiteY1055" fmla="*/ 442707 h 577307"/>
                    <a:gd name="connsiteX1056" fmla="*/ 416912 w 591813"/>
                    <a:gd name="connsiteY1056" fmla="*/ 442168 h 577307"/>
                    <a:gd name="connsiteX1057" fmla="*/ 417316 w 591813"/>
                    <a:gd name="connsiteY1057" fmla="*/ 441650 h 577307"/>
                    <a:gd name="connsiteX1058" fmla="*/ 417699 w 591813"/>
                    <a:gd name="connsiteY1058" fmla="*/ 441111 h 577307"/>
                    <a:gd name="connsiteX1059" fmla="*/ 418104 w 591813"/>
                    <a:gd name="connsiteY1059" fmla="*/ 440593 h 577307"/>
                    <a:gd name="connsiteX1060" fmla="*/ 418486 w 591813"/>
                    <a:gd name="connsiteY1060" fmla="*/ 440054 h 577307"/>
                    <a:gd name="connsiteX1061" fmla="*/ 418890 w 591813"/>
                    <a:gd name="connsiteY1061" fmla="*/ 439514 h 577307"/>
                    <a:gd name="connsiteX1062" fmla="*/ 419273 w 591813"/>
                    <a:gd name="connsiteY1062" fmla="*/ 438997 h 577307"/>
                    <a:gd name="connsiteX1063" fmla="*/ 419678 w 591813"/>
                    <a:gd name="connsiteY1063" fmla="*/ 438457 h 577307"/>
                    <a:gd name="connsiteX1064" fmla="*/ 420060 w 591813"/>
                    <a:gd name="connsiteY1064" fmla="*/ 437940 h 577307"/>
                    <a:gd name="connsiteX1065" fmla="*/ 420465 w 591813"/>
                    <a:gd name="connsiteY1065" fmla="*/ 437422 h 577307"/>
                    <a:gd name="connsiteX1066" fmla="*/ 420870 w 591813"/>
                    <a:gd name="connsiteY1066" fmla="*/ 436905 h 577307"/>
                    <a:gd name="connsiteX1067" fmla="*/ 421252 w 591813"/>
                    <a:gd name="connsiteY1067" fmla="*/ 436365 h 577307"/>
                    <a:gd name="connsiteX1068" fmla="*/ 421657 w 591813"/>
                    <a:gd name="connsiteY1068" fmla="*/ 435826 h 577307"/>
                    <a:gd name="connsiteX1069" fmla="*/ 422039 w 591813"/>
                    <a:gd name="connsiteY1069" fmla="*/ 435308 h 577307"/>
                    <a:gd name="connsiteX1070" fmla="*/ 422444 w 591813"/>
                    <a:gd name="connsiteY1070" fmla="*/ 434769 h 577307"/>
                    <a:gd name="connsiteX1071" fmla="*/ 422826 w 591813"/>
                    <a:gd name="connsiteY1071" fmla="*/ 434251 h 577307"/>
                    <a:gd name="connsiteX1072" fmla="*/ 423231 w 591813"/>
                    <a:gd name="connsiteY1072" fmla="*/ 433734 h 577307"/>
                    <a:gd name="connsiteX1073" fmla="*/ 423613 w 591813"/>
                    <a:gd name="connsiteY1073" fmla="*/ 433194 h 577307"/>
                    <a:gd name="connsiteX1074" fmla="*/ 424018 w 591813"/>
                    <a:gd name="connsiteY1074" fmla="*/ 432677 h 577307"/>
                    <a:gd name="connsiteX1075" fmla="*/ 424423 w 591813"/>
                    <a:gd name="connsiteY1075" fmla="*/ 432160 h 577307"/>
                    <a:gd name="connsiteX1076" fmla="*/ 424806 w 591813"/>
                    <a:gd name="connsiteY1076" fmla="*/ 431643 h 577307"/>
                    <a:gd name="connsiteX1077" fmla="*/ 425210 w 591813"/>
                    <a:gd name="connsiteY1077" fmla="*/ 431125 h 577307"/>
                    <a:gd name="connsiteX1078" fmla="*/ 425593 w 591813"/>
                    <a:gd name="connsiteY1078" fmla="*/ 430608 h 577307"/>
                    <a:gd name="connsiteX1079" fmla="*/ 425998 w 591813"/>
                    <a:gd name="connsiteY1079" fmla="*/ 430091 h 577307"/>
                    <a:gd name="connsiteX1080" fmla="*/ 426380 w 591813"/>
                    <a:gd name="connsiteY1080" fmla="*/ 429573 h 577307"/>
                    <a:gd name="connsiteX1081" fmla="*/ 426784 w 591813"/>
                    <a:gd name="connsiteY1081" fmla="*/ 429056 h 577307"/>
                    <a:gd name="connsiteX1082" fmla="*/ 427167 w 591813"/>
                    <a:gd name="connsiteY1082" fmla="*/ 428539 h 577307"/>
                    <a:gd name="connsiteX1083" fmla="*/ 427572 w 591813"/>
                    <a:gd name="connsiteY1083" fmla="*/ 428022 h 577307"/>
                    <a:gd name="connsiteX1084" fmla="*/ 427976 w 591813"/>
                    <a:gd name="connsiteY1084" fmla="*/ 427504 h 577307"/>
                    <a:gd name="connsiteX1085" fmla="*/ 428359 w 591813"/>
                    <a:gd name="connsiteY1085" fmla="*/ 426987 h 577307"/>
                    <a:gd name="connsiteX1086" fmla="*/ 428764 w 591813"/>
                    <a:gd name="connsiteY1086" fmla="*/ 426470 h 577307"/>
                    <a:gd name="connsiteX1087" fmla="*/ 429146 w 591813"/>
                    <a:gd name="connsiteY1087" fmla="*/ 425953 h 577307"/>
                    <a:gd name="connsiteX1088" fmla="*/ 429551 w 591813"/>
                    <a:gd name="connsiteY1088" fmla="*/ 425435 h 577307"/>
                    <a:gd name="connsiteX1089" fmla="*/ 429933 w 591813"/>
                    <a:gd name="connsiteY1089" fmla="*/ 424918 h 577307"/>
                    <a:gd name="connsiteX1090" fmla="*/ 430338 w 591813"/>
                    <a:gd name="connsiteY1090" fmla="*/ 424401 h 577307"/>
                    <a:gd name="connsiteX1091" fmla="*/ 430720 w 591813"/>
                    <a:gd name="connsiteY1091" fmla="*/ 423884 h 577307"/>
                    <a:gd name="connsiteX1092" fmla="*/ 431125 w 591813"/>
                    <a:gd name="connsiteY1092" fmla="*/ 423366 h 577307"/>
                    <a:gd name="connsiteX1093" fmla="*/ 431530 w 591813"/>
                    <a:gd name="connsiteY1093" fmla="*/ 422849 h 577307"/>
                    <a:gd name="connsiteX1094" fmla="*/ 431912 w 591813"/>
                    <a:gd name="connsiteY1094" fmla="*/ 422332 h 577307"/>
                    <a:gd name="connsiteX1095" fmla="*/ 432317 w 591813"/>
                    <a:gd name="connsiteY1095" fmla="*/ 421815 h 577307"/>
                    <a:gd name="connsiteX1096" fmla="*/ 432699 w 591813"/>
                    <a:gd name="connsiteY1096" fmla="*/ 421320 h 577307"/>
                    <a:gd name="connsiteX1097" fmla="*/ 433104 w 591813"/>
                    <a:gd name="connsiteY1097" fmla="*/ 420803 h 577307"/>
                    <a:gd name="connsiteX1098" fmla="*/ 433487 w 591813"/>
                    <a:gd name="connsiteY1098" fmla="*/ 420285 h 577307"/>
                    <a:gd name="connsiteX1099" fmla="*/ 433891 w 591813"/>
                    <a:gd name="connsiteY1099" fmla="*/ 419791 h 577307"/>
                    <a:gd name="connsiteX1100" fmla="*/ 434296 w 591813"/>
                    <a:gd name="connsiteY1100" fmla="*/ 419273 h 577307"/>
                    <a:gd name="connsiteX1101" fmla="*/ 434678 w 591813"/>
                    <a:gd name="connsiteY1101" fmla="*/ 418778 h 577307"/>
                    <a:gd name="connsiteX1102" fmla="*/ 435083 w 591813"/>
                    <a:gd name="connsiteY1102" fmla="*/ 418261 h 577307"/>
                    <a:gd name="connsiteX1103" fmla="*/ 435466 w 591813"/>
                    <a:gd name="connsiteY1103" fmla="*/ 417766 h 577307"/>
                    <a:gd name="connsiteX1104" fmla="*/ 435870 w 591813"/>
                    <a:gd name="connsiteY1104" fmla="*/ 417272 h 577307"/>
                    <a:gd name="connsiteX1105" fmla="*/ 436253 w 591813"/>
                    <a:gd name="connsiteY1105" fmla="*/ 416754 h 577307"/>
                    <a:gd name="connsiteX1106" fmla="*/ 436658 w 591813"/>
                    <a:gd name="connsiteY1106" fmla="*/ 416260 h 577307"/>
                    <a:gd name="connsiteX1107" fmla="*/ 437040 w 591813"/>
                    <a:gd name="connsiteY1107" fmla="*/ 415765 h 577307"/>
                    <a:gd name="connsiteX1108" fmla="*/ 437444 w 591813"/>
                    <a:gd name="connsiteY1108" fmla="*/ 415270 h 577307"/>
                    <a:gd name="connsiteX1109" fmla="*/ 437850 w 591813"/>
                    <a:gd name="connsiteY1109" fmla="*/ 414753 h 577307"/>
                    <a:gd name="connsiteX1110" fmla="*/ 438232 w 591813"/>
                    <a:gd name="connsiteY1110" fmla="*/ 414258 h 577307"/>
                    <a:gd name="connsiteX1111" fmla="*/ 438636 w 591813"/>
                    <a:gd name="connsiteY1111" fmla="*/ 413763 h 577307"/>
                    <a:gd name="connsiteX1112" fmla="*/ 439019 w 591813"/>
                    <a:gd name="connsiteY1112" fmla="*/ 413269 h 577307"/>
                    <a:gd name="connsiteX1113" fmla="*/ 439424 w 591813"/>
                    <a:gd name="connsiteY1113" fmla="*/ 412774 h 577307"/>
                    <a:gd name="connsiteX1114" fmla="*/ 439806 w 591813"/>
                    <a:gd name="connsiteY1114" fmla="*/ 412279 h 577307"/>
                    <a:gd name="connsiteX1115" fmla="*/ 440211 w 591813"/>
                    <a:gd name="connsiteY1115" fmla="*/ 411784 h 577307"/>
                    <a:gd name="connsiteX1116" fmla="*/ 440593 w 591813"/>
                    <a:gd name="connsiteY1116" fmla="*/ 411312 h 577307"/>
                    <a:gd name="connsiteX1117" fmla="*/ 440998 w 591813"/>
                    <a:gd name="connsiteY1117" fmla="*/ 410817 h 577307"/>
                    <a:gd name="connsiteX1118" fmla="*/ 441403 w 591813"/>
                    <a:gd name="connsiteY1118" fmla="*/ 410322 h 577307"/>
                    <a:gd name="connsiteX1119" fmla="*/ 441785 w 591813"/>
                    <a:gd name="connsiteY1119" fmla="*/ 409850 h 577307"/>
                    <a:gd name="connsiteX1120" fmla="*/ 442190 w 591813"/>
                    <a:gd name="connsiteY1120" fmla="*/ 409355 h 577307"/>
                    <a:gd name="connsiteX1121" fmla="*/ 442572 w 591813"/>
                    <a:gd name="connsiteY1121" fmla="*/ 408883 h 577307"/>
                    <a:gd name="connsiteX1122" fmla="*/ 442977 w 591813"/>
                    <a:gd name="connsiteY1122" fmla="*/ 408411 h 577307"/>
                    <a:gd name="connsiteX1123" fmla="*/ 443359 w 591813"/>
                    <a:gd name="connsiteY1123" fmla="*/ 407916 h 577307"/>
                    <a:gd name="connsiteX1124" fmla="*/ 443764 w 591813"/>
                    <a:gd name="connsiteY1124" fmla="*/ 407444 h 577307"/>
                    <a:gd name="connsiteX1125" fmla="*/ 444147 w 591813"/>
                    <a:gd name="connsiteY1125" fmla="*/ 406971 h 577307"/>
                    <a:gd name="connsiteX1126" fmla="*/ 444551 w 591813"/>
                    <a:gd name="connsiteY1126" fmla="*/ 406477 h 577307"/>
                    <a:gd name="connsiteX1127" fmla="*/ 444956 w 591813"/>
                    <a:gd name="connsiteY1127" fmla="*/ 406004 h 577307"/>
                    <a:gd name="connsiteX1128" fmla="*/ 445338 w 591813"/>
                    <a:gd name="connsiteY1128" fmla="*/ 405532 h 577307"/>
                    <a:gd name="connsiteX1129" fmla="*/ 445743 w 591813"/>
                    <a:gd name="connsiteY1129" fmla="*/ 405060 h 577307"/>
                    <a:gd name="connsiteX1130" fmla="*/ 446126 w 591813"/>
                    <a:gd name="connsiteY1130" fmla="*/ 404565 h 577307"/>
                    <a:gd name="connsiteX1131" fmla="*/ 446530 w 591813"/>
                    <a:gd name="connsiteY1131" fmla="*/ 404093 h 577307"/>
                    <a:gd name="connsiteX1132" fmla="*/ 446913 w 591813"/>
                    <a:gd name="connsiteY1132" fmla="*/ 403621 h 577307"/>
                    <a:gd name="connsiteX1133" fmla="*/ 447318 w 591813"/>
                    <a:gd name="connsiteY1133" fmla="*/ 403148 h 577307"/>
                    <a:gd name="connsiteX1134" fmla="*/ 447722 w 591813"/>
                    <a:gd name="connsiteY1134" fmla="*/ 402698 h 577307"/>
                    <a:gd name="connsiteX1135" fmla="*/ 448105 w 591813"/>
                    <a:gd name="connsiteY1135" fmla="*/ 402226 h 577307"/>
                    <a:gd name="connsiteX1136" fmla="*/ 448510 w 591813"/>
                    <a:gd name="connsiteY1136" fmla="*/ 401754 h 577307"/>
                    <a:gd name="connsiteX1137" fmla="*/ 448892 w 591813"/>
                    <a:gd name="connsiteY1137" fmla="*/ 401282 h 577307"/>
                    <a:gd name="connsiteX1138" fmla="*/ 449296 w 591813"/>
                    <a:gd name="connsiteY1138" fmla="*/ 400832 h 577307"/>
                    <a:gd name="connsiteX1139" fmla="*/ 449679 w 591813"/>
                    <a:gd name="connsiteY1139" fmla="*/ 400359 h 577307"/>
                    <a:gd name="connsiteX1140" fmla="*/ 450084 w 591813"/>
                    <a:gd name="connsiteY1140" fmla="*/ 399887 h 577307"/>
                    <a:gd name="connsiteX1141" fmla="*/ 450466 w 591813"/>
                    <a:gd name="connsiteY1141" fmla="*/ 399437 h 577307"/>
                    <a:gd name="connsiteX1142" fmla="*/ 450871 w 591813"/>
                    <a:gd name="connsiteY1142" fmla="*/ 398988 h 577307"/>
                    <a:gd name="connsiteX1143" fmla="*/ 451276 w 591813"/>
                    <a:gd name="connsiteY1143" fmla="*/ 398515 h 577307"/>
                    <a:gd name="connsiteX1144" fmla="*/ 451658 w 591813"/>
                    <a:gd name="connsiteY1144" fmla="*/ 398066 h 577307"/>
                    <a:gd name="connsiteX1145" fmla="*/ 452063 w 591813"/>
                    <a:gd name="connsiteY1145" fmla="*/ 397593 h 577307"/>
                    <a:gd name="connsiteX1146" fmla="*/ 452445 w 591813"/>
                    <a:gd name="connsiteY1146" fmla="*/ 397143 h 577307"/>
                    <a:gd name="connsiteX1147" fmla="*/ 452850 w 591813"/>
                    <a:gd name="connsiteY1147" fmla="*/ 396694 h 577307"/>
                    <a:gd name="connsiteX1148" fmla="*/ 453232 w 591813"/>
                    <a:gd name="connsiteY1148" fmla="*/ 396244 h 577307"/>
                    <a:gd name="connsiteX1149" fmla="*/ 453637 w 591813"/>
                    <a:gd name="connsiteY1149" fmla="*/ 395794 h 577307"/>
                    <a:gd name="connsiteX1150" fmla="*/ 454019 w 591813"/>
                    <a:gd name="connsiteY1150" fmla="*/ 395322 h 577307"/>
                    <a:gd name="connsiteX1151" fmla="*/ 454424 w 591813"/>
                    <a:gd name="connsiteY1151" fmla="*/ 394872 h 577307"/>
                    <a:gd name="connsiteX1152" fmla="*/ 454829 w 591813"/>
                    <a:gd name="connsiteY1152" fmla="*/ 394422 h 577307"/>
                    <a:gd name="connsiteX1153" fmla="*/ 455211 w 591813"/>
                    <a:gd name="connsiteY1153" fmla="*/ 393950 h 577307"/>
                    <a:gd name="connsiteX1154" fmla="*/ 455616 w 591813"/>
                    <a:gd name="connsiteY1154" fmla="*/ 393500 h 577307"/>
                    <a:gd name="connsiteX1155" fmla="*/ 455998 w 591813"/>
                    <a:gd name="connsiteY1155" fmla="*/ 393050 h 577307"/>
                    <a:gd name="connsiteX1156" fmla="*/ 456403 w 591813"/>
                    <a:gd name="connsiteY1156" fmla="*/ 392578 h 577307"/>
                    <a:gd name="connsiteX1157" fmla="*/ 456786 w 591813"/>
                    <a:gd name="connsiteY1157" fmla="*/ 392128 h 577307"/>
                    <a:gd name="connsiteX1158" fmla="*/ 457190 w 591813"/>
                    <a:gd name="connsiteY1158" fmla="*/ 391679 h 577307"/>
                    <a:gd name="connsiteX1159" fmla="*/ 457573 w 591813"/>
                    <a:gd name="connsiteY1159" fmla="*/ 391229 h 577307"/>
                    <a:gd name="connsiteX1160" fmla="*/ 457978 w 591813"/>
                    <a:gd name="connsiteY1160" fmla="*/ 390779 h 577307"/>
                    <a:gd name="connsiteX1161" fmla="*/ 458382 w 591813"/>
                    <a:gd name="connsiteY1161" fmla="*/ 390329 h 577307"/>
                    <a:gd name="connsiteX1162" fmla="*/ 458765 w 591813"/>
                    <a:gd name="connsiteY1162" fmla="*/ 389879 h 577307"/>
                    <a:gd name="connsiteX1163" fmla="*/ 459170 w 591813"/>
                    <a:gd name="connsiteY1163" fmla="*/ 389430 h 577307"/>
                    <a:gd name="connsiteX1164" fmla="*/ 459552 w 591813"/>
                    <a:gd name="connsiteY1164" fmla="*/ 388980 h 577307"/>
                    <a:gd name="connsiteX1165" fmla="*/ 459956 w 591813"/>
                    <a:gd name="connsiteY1165" fmla="*/ 388552 h 577307"/>
                    <a:gd name="connsiteX1166" fmla="*/ 460339 w 591813"/>
                    <a:gd name="connsiteY1166" fmla="*/ 388103 h 577307"/>
                    <a:gd name="connsiteX1167" fmla="*/ 460744 w 591813"/>
                    <a:gd name="connsiteY1167" fmla="*/ 387653 h 577307"/>
                    <a:gd name="connsiteX1168" fmla="*/ 461126 w 591813"/>
                    <a:gd name="connsiteY1168" fmla="*/ 387203 h 577307"/>
                    <a:gd name="connsiteX1169" fmla="*/ 461531 w 591813"/>
                    <a:gd name="connsiteY1169" fmla="*/ 386776 h 577307"/>
                    <a:gd name="connsiteX1170" fmla="*/ 461936 w 591813"/>
                    <a:gd name="connsiteY1170" fmla="*/ 386326 h 577307"/>
                    <a:gd name="connsiteX1171" fmla="*/ 462318 w 591813"/>
                    <a:gd name="connsiteY1171" fmla="*/ 385899 h 577307"/>
                    <a:gd name="connsiteX1172" fmla="*/ 462723 w 591813"/>
                    <a:gd name="connsiteY1172" fmla="*/ 385449 h 577307"/>
                    <a:gd name="connsiteX1173" fmla="*/ 463105 w 591813"/>
                    <a:gd name="connsiteY1173" fmla="*/ 385022 h 577307"/>
                    <a:gd name="connsiteX1174" fmla="*/ 463510 w 591813"/>
                    <a:gd name="connsiteY1174" fmla="*/ 384572 h 577307"/>
                    <a:gd name="connsiteX1175" fmla="*/ 463892 w 591813"/>
                    <a:gd name="connsiteY1175" fmla="*/ 384145 h 577307"/>
                    <a:gd name="connsiteX1176" fmla="*/ 464297 w 591813"/>
                    <a:gd name="connsiteY1176" fmla="*/ 383717 h 577307"/>
                    <a:gd name="connsiteX1177" fmla="*/ 464702 w 591813"/>
                    <a:gd name="connsiteY1177" fmla="*/ 383290 h 577307"/>
                    <a:gd name="connsiteX1178" fmla="*/ 465084 w 591813"/>
                    <a:gd name="connsiteY1178" fmla="*/ 382863 h 577307"/>
                    <a:gd name="connsiteX1179" fmla="*/ 465489 w 591813"/>
                    <a:gd name="connsiteY1179" fmla="*/ 382435 h 577307"/>
                    <a:gd name="connsiteX1180" fmla="*/ 465872 w 591813"/>
                    <a:gd name="connsiteY1180" fmla="*/ 382008 h 577307"/>
                    <a:gd name="connsiteX1181" fmla="*/ 466276 w 591813"/>
                    <a:gd name="connsiteY1181" fmla="*/ 381581 h 577307"/>
                    <a:gd name="connsiteX1182" fmla="*/ 466659 w 591813"/>
                    <a:gd name="connsiteY1182" fmla="*/ 381153 h 577307"/>
                    <a:gd name="connsiteX1183" fmla="*/ 467064 w 591813"/>
                    <a:gd name="connsiteY1183" fmla="*/ 380726 h 577307"/>
                    <a:gd name="connsiteX1184" fmla="*/ 467446 w 591813"/>
                    <a:gd name="connsiteY1184" fmla="*/ 380299 h 577307"/>
                    <a:gd name="connsiteX1185" fmla="*/ 467850 w 591813"/>
                    <a:gd name="connsiteY1185" fmla="*/ 379872 h 577307"/>
                    <a:gd name="connsiteX1186" fmla="*/ 468256 w 591813"/>
                    <a:gd name="connsiteY1186" fmla="*/ 379444 h 577307"/>
                    <a:gd name="connsiteX1187" fmla="*/ 468638 w 591813"/>
                    <a:gd name="connsiteY1187" fmla="*/ 379017 h 577307"/>
                    <a:gd name="connsiteX1188" fmla="*/ 469042 w 591813"/>
                    <a:gd name="connsiteY1188" fmla="*/ 378590 h 577307"/>
                    <a:gd name="connsiteX1189" fmla="*/ 469425 w 591813"/>
                    <a:gd name="connsiteY1189" fmla="*/ 378162 h 577307"/>
                    <a:gd name="connsiteX1190" fmla="*/ 469830 w 591813"/>
                    <a:gd name="connsiteY1190" fmla="*/ 377757 h 577307"/>
                    <a:gd name="connsiteX1191" fmla="*/ 470212 w 591813"/>
                    <a:gd name="connsiteY1191" fmla="*/ 377330 h 577307"/>
                    <a:gd name="connsiteX1192" fmla="*/ 470617 w 591813"/>
                    <a:gd name="connsiteY1192" fmla="*/ 376903 h 577307"/>
                    <a:gd name="connsiteX1193" fmla="*/ 470999 w 591813"/>
                    <a:gd name="connsiteY1193" fmla="*/ 376498 h 577307"/>
                    <a:gd name="connsiteX1194" fmla="*/ 471404 w 591813"/>
                    <a:gd name="connsiteY1194" fmla="*/ 376071 h 577307"/>
                    <a:gd name="connsiteX1195" fmla="*/ 471809 w 591813"/>
                    <a:gd name="connsiteY1195" fmla="*/ 375666 h 577307"/>
                    <a:gd name="connsiteX1196" fmla="*/ 472191 w 591813"/>
                    <a:gd name="connsiteY1196" fmla="*/ 375239 h 577307"/>
                    <a:gd name="connsiteX1197" fmla="*/ 472596 w 591813"/>
                    <a:gd name="connsiteY1197" fmla="*/ 374834 h 577307"/>
                    <a:gd name="connsiteX1198" fmla="*/ 472978 w 591813"/>
                    <a:gd name="connsiteY1198" fmla="*/ 374407 h 577307"/>
                    <a:gd name="connsiteX1199" fmla="*/ 473383 w 591813"/>
                    <a:gd name="connsiteY1199" fmla="*/ 374002 h 577307"/>
                    <a:gd name="connsiteX1200" fmla="*/ 473765 w 591813"/>
                    <a:gd name="connsiteY1200" fmla="*/ 373574 h 577307"/>
                    <a:gd name="connsiteX1201" fmla="*/ 474170 w 591813"/>
                    <a:gd name="connsiteY1201" fmla="*/ 373170 h 577307"/>
                    <a:gd name="connsiteX1202" fmla="*/ 474552 w 591813"/>
                    <a:gd name="connsiteY1202" fmla="*/ 372742 h 577307"/>
                    <a:gd name="connsiteX1203" fmla="*/ 474957 w 591813"/>
                    <a:gd name="connsiteY1203" fmla="*/ 372337 h 577307"/>
                    <a:gd name="connsiteX1204" fmla="*/ 475362 w 591813"/>
                    <a:gd name="connsiteY1204" fmla="*/ 371933 h 577307"/>
                    <a:gd name="connsiteX1205" fmla="*/ 475744 w 591813"/>
                    <a:gd name="connsiteY1205" fmla="*/ 371505 h 577307"/>
                    <a:gd name="connsiteX1206" fmla="*/ 476149 w 591813"/>
                    <a:gd name="connsiteY1206" fmla="*/ 371101 h 577307"/>
                    <a:gd name="connsiteX1207" fmla="*/ 476532 w 591813"/>
                    <a:gd name="connsiteY1207" fmla="*/ 370696 h 577307"/>
                    <a:gd name="connsiteX1208" fmla="*/ 476936 w 591813"/>
                    <a:gd name="connsiteY1208" fmla="*/ 370291 h 577307"/>
                    <a:gd name="connsiteX1209" fmla="*/ 477319 w 591813"/>
                    <a:gd name="connsiteY1209" fmla="*/ 369886 h 577307"/>
                    <a:gd name="connsiteX1210" fmla="*/ 477724 w 591813"/>
                    <a:gd name="connsiteY1210" fmla="*/ 369459 h 577307"/>
                    <a:gd name="connsiteX1211" fmla="*/ 478128 w 591813"/>
                    <a:gd name="connsiteY1211" fmla="*/ 369054 h 577307"/>
                    <a:gd name="connsiteX1212" fmla="*/ 478510 w 591813"/>
                    <a:gd name="connsiteY1212" fmla="*/ 368649 h 577307"/>
                    <a:gd name="connsiteX1213" fmla="*/ 478916 w 591813"/>
                    <a:gd name="connsiteY1213" fmla="*/ 368244 h 577307"/>
                    <a:gd name="connsiteX1214" fmla="*/ 479298 w 591813"/>
                    <a:gd name="connsiteY1214" fmla="*/ 367840 h 577307"/>
                    <a:gd name="connsiteX1215" fmla="*/ 479702 w 591813"/>
                    <a:gd name="connsiteY1215" fmla="*/ 367412 h 577307"/>
                    <a:gd name="connsiteX1216" fmla="*/ 480085 w 591813"/>
                    <a:gd name="connsiteY1216" fmla="*/ 367007 h 577307"/>
                    <a:gd name="connsiteX1217" fmla="*/ 480490 w 591813"/>
                    <a:gd name="connsiteY1217" fmla="*/ 366603 h 577307"/>
                    <a:gd name="connsiteX1218" fmla="*/ 480872 w 591813"/>
                    <a:gd name="connsiteY1218" fmla="*/ 366198 h 577307"/>
                    <a:gd name="connsiteX1219" fmla="*/ 481277 w 591813"/>
                    <a:gd name="connsiteY1219" fmla="*/ 365793 h 577307"/>
                    <a:gd name="connsiteX1220" fmla="*/ 481682 w 591813"/>
                    <a:gd name="connsiteY1220" fmla="*/ 365388 h 577307"/>
                    <a:gd name="connsiteX1221" fmla="*/ 482064 w 591813"/>
                    <a:gd name="connsiteY1221" fmla="*/ 364983 h 577307"/>
                    <a:gd name="connsiteX1222" fmla="*/ 482469 w 591813"/>
                    <a:gd name="connsiteY1222" fmla="*/ 364579 h 577307"/>
                    <a:gd name="connsiteX1223" fmla="*/ 482851 w 591813"/>
                    <a:gd name="connsiteY1223" fmla="*/ 364151 h 577307"/>
                    <a:gd name="connsiteX1224" fmla="*/ 483256 w 591813"/>
                    <a:gd name="connsiteY1224" fmla="*/ 363746 h 577307"/>
                    <a:gd name="connsiteX1225" fmla="*/ 483638 w 591813"/>
                    <a:gd name="connsiteY1225" fmla="*/ 363342 h 577307"/>
                    <a:gd name="connsiteX1226" fmla="*/ 484043 w 591813"/>
                    <a:gd name="connsiteY1226" fmla="*/ 362937 h 577307"/>
                    <a:gd name="connsiteX1227" fmla="*/ 484425 w 591813"/>
                    <a:gd name="connsiteY1227" fmla="*/ 362532 h 577307"/>
                    <a:gd name="connsiteX1228" fmla="*/ 484830 w 591813"/>
                    <a:gd name="connsiteY1228" fmla="*/ 362127 h 577307"/>
                    <a:gd name="connsiteX1229" fmla="*/ 485235 w 591813"/>
                    <a:gd name="connsiteY1229" fmla="*/ 361722 h 577307"/>
                    <a:gd name="connsiteX1230" fmla="*/ 485617 w 591813"/>
                    <a:gd name="connsiteY1230" fmla="*/ 361318 h 577307"/>
                    <a:gd name="connsiteX1231" fmla="*/ 486022 w 591813"/>
                    <a:gd name="connsiteY1231" fmla="*/ 360890 h 577307"/>
                    <a:gd name="connsiteX1232" fmla="*/ 486404 w 591813"/>
                    <a:gd name="connsiteY1232" fmla="*/ 360486 h 577307"/>
                    <a:gd name="connsiteX1233" fmla="*/ 486809 w 591813"/>
                    <a:gd name="connsiteY1233" fmla="*/ 360081 h 577307"/>
                    <a:gd name="connsiteX1234" fmla="*/ 487192 w 591813"/>
                    <a:gd name="connsiteY1234" fmla="*/ 359676 h 577307"/>
                    <a:gd name="connsiteX1235" fmla="*/ 487596 w 591813"/>
                    <a:gd name="connsiteY1235" fmla="*/ 359249 h 577307"/>
                    <a:gd name="connsiteX1236" fmla="*/ 487979 w 591813"/>
                    <a:gd name="connsiteY1236" fmla="*/ 358844 h 577307"/>
                    <a:gd name="connsiteX1237" fmla="*/ 488384 w 591813"/>
                    <a:gd name="connsiteY1237" fmla="*/ 358416 h 577307"/>
                    <a:gd name="connsiteX1238" fmla="*/ 488788 w 591813"/>
                    <a:gd name="connsiteY1238" fmla="*/ 358012 h 577307"/>
                    <a:gd name="connsiteX1239" fmla="*/ 489170 w 591813"/>
                    <a:gd name="connsiteY1239" fmla="*/ 357607 h 577307"/>
                    <a:gd name="connsiteX1240" fmla="*/ 489576 w 591813"/>
                    <a:gd name="connsiteY1240" fmla="*/ 357180 h 577307"/>
                    <a:gd name="connsiteX1241" fmla="*/ 489958 w 591813"/>
                    <a:gd name="connsiteY1241" fmla="*/ 356775 h 577307"/>
                    <a:gd name="connsiteX1242" fmla="*/ 490362 w 591813"/>
                    <a:gd name="connsiteY1242" fmla="*/ 356370 h 577307"/>
                    <a:gd name="connsiteX1243" fmla="*/ 490745 w 591813"/>
                    <a:gd name="connsiteY1243" fmla="*/ 355943 h 577307"/>
                    <a:gd name="connsiteX1244" fmla="*/ 491150 w 591813"/>
                    <a:gd name="connsiteY1244" fmla="*/ 355538 h 577307"/>
                    <a:gd name="connsiteX1245" fmla="*/ 491532 w 591813"/>
                    <a:gd name="connsiteY1245" fmla="*/ 355133 h 577307"/>
                    <a:gd name="connsiteX1246" fmla="*/ 491937 w 591813"/>
                    <a:gd name="connsiteY1246" fmla="*/ 354728 h 577307"/>
                    <a:gd name="connsiteX1247" fmla="*/ 492342 w 591813"/>
                    <a:gd name="connsiteY1247" fmla="*/ 354323 h 577307"/>
                    <a:gd name="connsiteX1248" fmla="*/ 492724 w 591813"/>
                    <a:gd name="connsiteY1248" fmla="*/ 353919 h 577307"/>
                    <a:gd name="connsiteX1249" fmla="*/ 493129 w 591813"/>
                    <a:gd name="connsiteY1249" fmla="*/ 353491 h 577307"/>
                    <a:gd name="connsiteX1250" fmla="*/ 493511 w 591813"/>
                    <a:gd name="connsiteY1250" fmla="*/ 353109 h 577307"/>
                    <a:gd name="connsiteX1251" fmla="*/ 493916 w 591813"/>
                    <a:gd name="connsiteY1251" fmla="*/ 352704 h 577307"/>
                    <a:gd name="connsiteX1252" fmla="*/ 494298 w 591813"/>
                    <a:gd name="connsiteY1252" fmla="*/ 352299 h 577307"/>
                    <a:gd name="connsiteX1253" fmla="*/ 494703 w 591813"/>
                    <a:gd name="connsiteY1253" fmla="*/ 351894 h 577307"/>
                    <a:gd name="connsiteX1254" fmla="*/ 495108 w 591813"/>
                    <a:gd name="connsiteY1254" fmla="*/ 351512 h 577307"/>
                    <a:gd name="connsiteX1255" fmla="*/ 495490 w 591813"/>
                    <a:gd name="connsiteY1255" fmla="*/ 351107 h 577307"/>
                    <a:gd name="connsiteX1256" fmla="*/ 495895 w 591813"/>
                    <a:gd name="connsiteY1256" fmla="*/ 350725 h 577307"/>
                    <a:gd name="connsiteX1257" fmla="*/ 496277 w 591813"/>
                    <a:gd name="connsiteY1257" fmla="*/ 350320 h 577307"/>
                    <a:gd name="connsiteX1258" fmla="*/ 496682 w 591813"/>
                    <a:gd name="connsiteY1258" fmla="*/ 349938 h 577307"/>
                    <a:gd name="connsiteX1259" fmla="*/ 497064 w 591813"/>
                    <a:gd name="connsiteY1259" fmla="*/ 349533 h 577307"/>
                    <a:gd name="connsiteX1260" fmla="*/ 497469 w 591813"/>
                    <a:gd name="connsiteY1260" fmla="*/ 349151 h 577307"/>
                    <a:gd name="connsiteX1261" fmla="*/ 497852 w 591813"/>
                    <a:gd name="connsiteY1261" fmla="*/ 348768 h 577307"/>
                    <a:gd name="connsiteX1262" fmla="*/ 498256 w 591813"/>
                    <a:gd name="connsiteY1262" fmla="*/ 348364 h 577307"/>
                    <a:gd name="connsiteX1263" fmla="*/ 498662 w 591813"/>
                    <a:gd name="connsiteY1263" fmla="*/ 347981 h 577307"/>
                    <a:gd name="connsiteX1264" fmla="*/ 499044 w 591813"/>
                    <a:gd name="connsiteY1264" fmla="*/ 347599 h 577307"/>
                    <a:gd name="connsiteX1265" fmla="*/ 499448 w 591813"/>
                    <a:gd name="connsiteY1265" fmla="*/ 347217 h 577307"/>
                    <a:gd name="connsiteX1266" fmla="*/ 499831 w 591813"/>
                    <a:gd name="connsiteY1266" fmla="*/ 346834 h 577307"/>
                    <a:gd name="connsiteX1267" fmla="*/ 500236 w 591813"/>
                    <a:gd name="connsiteY1267" fmla="*/ 346452 h 577307"/>
                    <a:gd name="connsiteX1268" fmla="*/ 500618 w 591813"/>
                    <a:gd name="connsiteY1268" fmla="*/ 346070 h 577307"/>
                    <a:gd name="connsiteX1269" fmla="*/ 501022 w 591813"/>
                    <a:gd name="connsiteY1269" fmla="*/ 345687 h 577307"/>
                    <a:gd name="connsiteX1270" fmla="*/ 501405 w 591813"/>
                    <a:gd name="connsiteY1270" fmla="*/ 345305 h 577307"/>
                    <a:gd name="connsiteX1271" fmla="*/ 501810 w 591813"/>
                    <a:gd name="connsiteY1271" fmla="*/ 344923 h 577307"/>
                    <a:gd name="connsiteX1272" fmla="*/ 502214 w 591813"/>
                    <a:gd name="connsiteY1272" fmla="*/ 344540 h 577307"/>
                    <a:gd name="connsiteX1273" fmla="*/ 502597 w 591813"/>
                    <a:gd name="connsiteY1273" fmla="*/ 344181 h 577307"/>
                    <a:gd name="connsiteX1274" fmla="*/ 503002 w 591813"/>
                    <a:gd name="connsiteY1274" fmla="*/ 343798 h 577307"/>
                    <a:gd name="connsiteX1275" fmla="*/ 503384 w 591813"/>
                    <a:gd name="connsiteY1275" fmla="*/ 343416 h 577307"/>
                    <a:gd name="connsiteX1276" fmla="*/ 503789 w 591813"/>
                    <a:gd name="connsiteY1276" fmla="*/ 343056 h 577307"/>
                    <a:gd name="connsiteX1277" fmla="*/ 504171 w 591813"/>
                    <a:gd name="connsiteY1277" fmla="*/ 342674 h 577307"/>
                    <a:gd name="connsiteX1278" fmla="*/ 504576 w 591813"/>
                    <a:gd name="connsiteY1278" fmla="*/ 342314 h 577307"/>
                    <a:gd name="connsiteX1279" fmla="*/ 504958 w 591813"/>
                    <a:gd name="connsiteY1279" fmla="*/ 341932 h 577307"/>
                    <a:gd name="connsiteX1280" fmla="*/ 505363 w 591813"/>
                    <a:gd name="connsiteY1280" fmla="*/ 341572 h 577307"/>
                    <a:gd name="connsiteX1281" fmla="*/ 505768 w 591813"/>
                    <a:gd name="connsiteY1281" fmla="*/ 341189 h 577307"/>
                    <a:gd name="connsiteX1282" fmla="*/ 506150 w 591813"/>
                    <a:gd name="connsiteY1282" fmla="*/ 340830 h 577307"/>
                    <a:gd name="connsiteX1283" fmla="*/ 506555 w 591813"/>
                    <a:gd name="connsiteY1283" fmla="*/ 340470 h 577307"/>
                    <a:gd name="connsiteX1284" fmla="*/ 506938 w 591813"/>
                    <a:gd name="connsiteY1284" fmla="*/ 340110 h 577307"/>
                    <a:gd name="connsiteX1285" fmla="*/ 507342 w 591813"/>
                    <a:gd name="connsiteY1285" fmla="*/ 339750 h 577307"/>
                    <a:gd name="connsiteX1286" fmla="*/ 507724 w 591813"/>
                    <a:gd name="connsiteY1286" fmla="*/ 339390 h 577307"/>
                    <a:gd name="connsiteX1287" fmla="*/ 508130 w 591813"/>
                    <a:gd name="connsiteY1287" fmla="*/ 339030 h 577307"/>
                    <a:gd name="connsiteX1288" fmla="*/ 508534 w 591813"/>
                    <a:gd name="connsiteY1288" fmla="*/ 338671 h 577307"/>
                    <a:gd name="connsiteX1289" fmla="*/ 508916 w 591813"/>
                    <a:gd name="connsiteY1289" fmla="*/ 338333 h 577307"/>
                    <a:gd name="connsiteX1290" fmla="*/ 509322 w 591813"/>
                    <a:gd name="connsiteY1290" fmla="*/ 337973 h 577307"/>
                    <a:gd name="connsiteX1291" fmla="*/ 509704 w 591813"/>
                    <a:gd name="connsiteY1291" fmla="*/ 337614 h 577307"/>
                    <a:gd name="connsiteX1292" fmla="*/ 510108 w 591813"/>
                    <a:gd name="connsiteY1292" fmla="*/ 337276 h 577307"/>
                    <a:gd name="connsiteX1293" fmla="*/ 510491 w 591813"/>
                    <a:gd name="connsiteY1293" fmla="*/ 336916 h 577307"/>
                    <a:gd name="connsiteX1294" fmla="*/ 510896 w 591813"/>
                    <a:gd name="connsiteY1294" fmla="*/ 336579 h 577307"/>
                    <a:gd name="connsiteX1295" fmla="*/ 511278 w 591813"/>
                    <a:gd name="connsiteY1295" fmla="*/ 336219 h 577307"/>
                    <a:gd name="connsiteX1296" fmla="*/ 511683 w 591813"/>
                    <a:gd name="connsiteY1296" fmla="*/ 335882 h 577307"/>
                    <a:gd name="connsiteX1297" fmla="*/ 512088 w 591813"/>
                    <a:gd name="connsiteY1297" fmla="*/ 335522 h 577307"/>
                    <a:gd name="connsiteX1298" fmla="*/ 512470 w 591813"/>
                    <a:gd name="connsiteY1298" fmla="*/ 335185 h 577307"/>
                    <a:gd name="connsiteX1299" fmla="*/ 512875 w 591813"/>
                    <a:gd name="connsiteY1299" fmla="*/ 334825 h 577307"/>
                    <a:gd name="connsiteX1300" fmla="*/ 513257 w 591813"/>
                    <a:gd name="connsiteY1300" fmla="*/ 334488 h 577307"/>
                    <a:gd name="connsiteX1301" fmla="*/ 513662 w 591813"/>
                    <a:gd name="connsiteY1301" fmla="*/ 334150 h 577307"/>
                    <a:gd name="connsiteX1302" fmla="*/ 514044 w 591813"/>
                    <a:gd name="connsiteY1302" fmla="*/ 333813 h 577307"/>
                    <a:gd name="connsiteX1303" fmla="*/ 514449 w 591813"/>
                    <a:gd name="connsiteY1303" fmla="*/ 333475 h 577307"/>
                    <a:gd name="connsiteX1304" fmla="*/ 514831 w 591813"/>
                    <a:gd name="connsiteY1304" fmla="*/ 333116 h 577307"/>
                    <a:gd name="connsiteX1305" fmla="*/ 515236 w 591813"/>
                    <a:gd name="connsiteY1305" fmla="*/ 332778 h 577307"/>
                    <a:gd name="connsiteX1306" fmla="*/ 515641 w 591813"/>
                    <a:gd name="connsiteY1306" fmla="*/ 332441 h 577307"/>
                    <a:gd name="connsiteX1307" fmla="*/ 516023 w 591813"/>
                    <a:gd name="connsiteY1307" fmla="*/ 332104 h 577307"/>
                    <a:gd name="connsiteX1308" fmla="*/ 516428 w 591813"/>
                    <a:gd name="connsiteY1308" fmla="*/ 331766 h 577307"/>
                    <a:gd name="connsiteX1309" fmla="*/ 516810 w 591813"/>
                    <a:gd name="connsiteY1309" fmla="*/ 331406 h 577307"/>
                    <a:gd name="connsiteX1310" fmla="*/ 517215 w 591813"/>
                    <a:gd name="connsiteY1310" fmla="*/ 331069 h 577307"/>
                    <a:gd name="connsiteX1311" fmla="*/ 517598 w 591813"/>
                    <a:gd name="connsiteY1311" fmla="*/ 330732 h 577307"/>
                    <a:gd name="connsiteX1312" fmla="*/ 518002 w 591813"/>
                    <a:gd name="connsiteY1312" fmla="*/ 330394 h 577307"/>
                    <a:gd name="connsiteX1313" fmla="*/ 518385 w 591813"/>
                    <a:gd name="connsiteY1313" fmla="*/ 330057 h 577307"/>
                    <a:gd name="connsiteX1314" fmla="*/ 518790 w 591813"/>
                    <a:gd name="connsiteY1314" fmla="*/ 329720 h 577307"/>
                    <a:gd name="connsiteX1315" fmla="*/ 519194 w 591813"/>
                    <a:gd name="connsiteY1315" fmla="*/ 329382 h 577307"/>
                    <a:gd name="connsiteX1316" fmla="*/ 519576 w 591813"/>
                    <a:gd name="connsiteY1316" fmla="*/ 329045 h 577307"/>
                    <a:gd name="connsiteX1317" fmla="*/ 519982 w 591813"/>
                    <a:gd name="connsiteY1317" fmla="*/ 328708 h 577307"/>
                    <a:gd name="connsiteX1318" fmla="*/ 520364 w 591813"/>
                    <a:gd name="connsiteY1318" fmla="*/ 328370 h 577307"/>
                    <a:gd name="connsiteX1319" fmla="*/ 520768 w 591813"/>
                    <a:gd name="connsiteY1319" fmla="*/ 328033 h 577307"/>
                    <a:gd name="connsiteX1320" fmla="*/ 521151 w 591813"/>
                    <a:gd name="connsiteY1320" fmla="*/ 327696 h 577307"/>
                    <a:gd name="connsiteX1321" fmla="*/ 521556 w 591813"/>
                    <a:gd name="connsiteY1321" fmla="*/ 327336 h 577307"/>
                    <a:gd name="connsiteX1322" fmla="*/ 521938 w 591813"/>
                    <a:gd name="connsiteY1322" fmla="*/ 326998 h 577307"/>
                    <a:gd name="connsiteX1323" fmla="*/ 522343 w 591813"/>
                    <a:gd name="connsiteY1323" fmla="*/ 326661 h 577307"/>
                    <a:gd name="connsiteX1324" fmla="*/ 522748 w 591813"/>
                    <a:gd name="connsiteY1324" fmla="*/ 326324 h 577307"/>
                    <a:gd name="connsiteX1325" fmla="*/ 523107 w 591813"/>
                    <a:gd name="connsiteY1325" fmla="*/ 325986 h 577307"/>
                    <a:gd name="connsiteX1326" fmla="*/ 523535 w 591813"/>
                    <a:gd name="connsiteY1326" fmla="*/ 325649 h 577307"/>
                    <a:gd name="connsiteX1327" fmla="*/ 523895 w 591813"/>
                    <a:gd name="connsiteY1327" fmla="*/ 325312 h 577307"/>
                    <a:gd name="connsiteX1328" fmla="*/ 524299 w 591813"/>
                    <a:gd name="connsiteY1328" fmla="*/ 324974 h 577307"/>
                    <a:gd name="connsiteX1329" fmla="*/ 524682 w 591813"/>
                    <a:gd name="connsiteY1329" fmla="*/ 324637 h 577307"/>
                    <a:gd name="connsiteX1330" fmla="*/ 525087 w 591813"/>
                    <a:gd name="connsiteY1330" fmla="*/ 324300 h 577307"/>
                    <a:gd name="connsiteX1331" fmla="*/ 525491 w 591813"/>
                    <a:gd name="connsiteY1331" fmla="*/ 323962 h 577307"/>
                    <a:gd name="connsiteX1332" fmla="*/ 525874 w 591813"/>
                    <a:gd name="connsiteY1332" fmla="*/ 323603 h 577307"/>
                    <a:gd name="connsiteX1333" fmla="*/ 526278 w 591813"/>
                    <a:gd name="connsiteY1333" fmla="*/ 323265 h 577307"/>
                    <a:gd name="connsiteX1334" fmla="*/ 526661 w 591813"/>
                    <a:gd name="connsiteY1334" fmla="*/ 322928 h 577307"/>
                    <a:gd name="connsiteX1335" fmla="*/ 527066 w 591813"/>
                    <a:gd name="connsiteY1335" fmla="*/ 322591 h 577307"/>
                    <a:gd name="connsiteX1336" fmla="*/ 527448 w 591813"/>
                    <a:gd name="connsiteY1336" fmla="*/ 322253 h 577307"/>
                    <a:gd name="connsiteX1337" fmla="*/ 527853 w 591813"/>
                    <a:gd name="connsiteY1337" fmla="*/ 321916 h 577307"/>
                    <a:gd name="connsiteX1338" fmla="*/ 528235 w 591813"/>
                    <a:gd name="connsiteY1338" fmla="*/ 321579 h 577307"/>
                    <a:gd name="connsiteX1339" fmla="*/ 528640 w 591813"/>
                    <a:gd name="connsiteY1339" fmla="*/ 321241 h 577307"/>
                    <a:gd name="connsiteX1340" fmla="*/ 529045 w 591813"/>
                    <a:gd name="connsiteY1340" fmla="*/ 320904 h 577307"/>
                    <a:gd name="connsiteX1341" fmla="*/ 529427 w 591813"/>
                    <a:gd name="connsiteY1341" fmla="*/ 320566 h 577307"/>
                    <a:gd name="connsiteX1342" fmla="*/ 529832 w 591813"/>
                    <a:gd name="connsiteY1342" fmla="*/ 320229 h 577307"/>
                    <a:gd name="connsiteX1343" fmla="*/ 530214 w 591813"/>
                    <a:gd name="connsiteY1343" fmla="*/ 319892 h 577307"/>
                    <a:gd name="connsiteX1344" fmla="*/ 530619 w 591813"/>
                    <a:gd name="connsiteY1344" fmla="*/ 319554 h 577307"/>
                    <a:gd name="connsiteX1345" fmla="*/ 531001 w 591813"/>
                    <a:gd name="connsiteY1345" fmla="*/ 319217 h 577307"/>
                    <a:gd name="connsiteX1346" fmla="*/ 531406 w 591813"/>
                    <a:gd name="connsiteY1346" fmla="*/ 318880 h 577307"/>
                    <a:gd name="connsiteX1347" fmla="*/ 531789 w 591813"/>
                    <a:gd name="connsiteY1347" fmla="*/ 318542 h 577307"/>
                    <a:gd name="connsiteX1348" fmla="*/ 532193 w 591813"/>
                    <a:gd name="connsiteY1348" fmla="*/ 318205 h 577307"/>
                    <a:gd name="connsiteX1349" fmla="*/ 532598 w 591813"/>
                    <a:gd name="connsiteY1349" fmla="*/ 317913 h 577307"/>
                    <a:gd name="connsiteX1350" fmla="*/ 532981 w 591813"/>
                    <a:gd name="connsiteY1350" fmla="*/ 317575 h 577307"/>
                    <a:gd name="connsiteX1351" fmla="*/ 533385 w 591813"/>
                    <a:gd name="connsiteY1351" fmla="*/ 317238 h 577307"/>
                    <a:gd name="connsiteX1352" fmla="*/ 533767 w 591813"/>
                    <a:gd name="connsiteY1352" fmla="*/ 316901 h 577307"/>
                    <a:gd name="connsiteX1353" fmla="*/ 534172 w 591813"/>
                    <a:gd name="connsiteY1353" fmla="*/ 316563 h 577307"/>
                    <a:gd name="connsiteX1354" fmla="*/ 534555 w 591813"/>
                    <a:gd name="connsiteY1354" fmla="*/ 316226 h 577307"/>
                    <a:gd name="connsiteX1355" fmla="*/ 534959 w 591813"/>
                    <a:gd name="connsiteY1355" fmla="*/ 315911 h 577307"/>
                    <a:gd name="connsiteX1356" fmla="*/ 535342 w 591813"/>
                    <a:gd name="connsiteY1356" fmla="*/ 315574 h 577307"/>
                    <a:gd name="connsiteX1357" fmla="*/ 535747 w 591813"/>
                    <a:gd name="connsiteY1357" fmla="*/ 315236 h 577307"/>
                    <a:gd name="connsiteX1358" fmla="*/ 536151 w 591813"/>
                    <a:gd name="connsiteY1358" fmla="*/ 314899 h 577307"/>
                    <a:gd name="connsiteX1359" fmla="*/ 536534 w 591813"/>
                    <a:gd name="connsiteY1359" fmla="*/ 314562 h 577307"/>
                    <a:gd name="connsiteX1360" fmla="*/ 536939 w 591813"/>
                    <a:gd name="connsiteY1360" fmla="*/ 314247 h 577307"/>
                    <a:gd name="connsiteX1361" fmla="*/ 537321 w 591813"/>
                    <a:gd name="connsiteY1361" fmla="*/ 313910 h 577307"/>
                    <a:gd name="connsiteX1362" fmla="*/ 537726 w 591813"/>
                    <a:gd name="connsiteY1362" fmla="*/ 313572 h 577307"/>
                    <a:gd name="connsiteX1363" fmla="*/ 538108 w 591813"/>
                    <a:gd name="connsiteY1363" fmla="*/ 313257 h 577307"/>
                    <a:gd name="connsiteX1364" fmla="*/ 538513 w 591813"/>
                    <a:gd name="connsiteY1364" fmla="*/ 312920 h 577307"/>
                    <a:gd name="connsiteX1365" fmla="*/ 538918 w 591813"/>
                    <a:gd name="connsiteY1365" fmla="*/ 312605 h 577307"/>
                    <a:gd name="connsiteX1366" fmla="*/ 539300 w 591813"/>
                    <a:gd name="connsiteY1366" fmla="*/ 312268 h 577307"/>
                    <a:gd name="connsiteX1367" fmla="*/ 539705 w 591813"/>
                    <a:gd name="connsiteY1367" fmla="*/ 311953 h 577307"/>
                    <a:gd name="connsiteX1368" fmla="*/ 540087 w 591813"/>
                    <a:gd name="connsiteY1368" fmla="*/ 311616 h 577307"/>
                    <a:gd name="connsiteX1369" fmla="*/ 540492 w 591813"/>
                    <a:gd name="connsiteY1369" fmla="*/ 311301 h 577307"/>
                    <a:gd name="connsiteX1370" fmla="*/ 540875 w 591813"/>
                    <a:gd name="connsiteY1370" fmla="*/ 310963 h 577307"/>
                    <a:gd name="connsiteX1371" fmla="*/ 541279 w 591813"/>
                    <a:gd name="connsiteY1371" fmla="*/ 310649 h 577307"/>
                    <a:gd name="connsiteX1372" fmla="*/ 541661 w 591813"/>
                    <a:gd name="connsiteY1372" fmla="*/ 310334 h 577307"/>
                    <a:gd name="connsiteX1373" fmla="*/ 542066 w 591813"/>
                    <a:gd name="connsiteY1373" fmla="*/ 309996 h 577307"/>
                    <a:gd name="connsiteX1374" fmla="*/ 542471 w 591813"/>
                    <a:gd name="connsiteY1374" fmla="*/ 309682 h 577307"/>
                    <a:gd name="connsiteX1375" fmla="*/ 542853 w 591813"/>
                    <a:gd name="connsiteY1375" fmla="*/ 309344 h 577307"/>
                    <a:gd name="connsiteX1376" fmla="*/ 543258 w 591813"/>
                    <a:gd name="connsiteY1376" fmla="*/ 309029 h 577307"/>
                    <a:gd name="connsiteX1377" fmla="*/ 543641 w 591813"/>
                    <a:gd name="connsiteY1377" fmla="*/ 308714 h 577307"/>
                    <a:gd name="connsiteX1378" fmla="*/ 544045 w 591813"/>
                    <a:gd name="connsiteY1378" fmla="*/ 308377 h 577307"/>
                    <a:gd name="connsiteX1379" fmla="*/ 544427 w 591813"/>
                    <a:gd name="connsiteY1379" fmla="*/ 308062 h 577307"/>
                    <a:gd name="connsiteX1380" fmla="*/ 544832 w 591813"/>
                    <a:gd name="connsiteY1380" fmla="*/ 307725 h 577307"/>
                    <a:gd name="connsiteX1381" fmla="*/ 545215 w 591813"/>
                    <a:gd name="connsiteY1381" fmla="*/ 307410 h 577307"/>
                    <a:gd name="connsiteX1382" fmla="*/ 545620 w 591813"/>
                    <a:gd name="connsiteY1382" fmla="*/ 307095 h 577307"/>
                    <a:gd name="connsiteX1383" fmla="*/ 546024 w 591813"/>
                    <a:gd name="connsiteY1383" fmla="*/ 306758 h 577307"/>
                    <a:gd name="connsiteX1384" fmla="*/ 546407 w 591813"/>
                    <a:gd name="connsiteY1384" fmla="*/ 306443 h 577307"/>
                    <a:gd name="connsiteX1385" fmla="*/ 546812 w 591813"/>
                    <a:gd name="connsiteY1385" fmla="*/ 306128 h 577307"/>
                    <a:gd name="connsiteX1386" fmla="*/ 547194 w 591813"/>
                    <a:gd name="connsiteY1386" fmla="*/ 305791 h 577307"/>
                    <a:gd name="connsiteX1387" fmla="*/ 547599 w 591813"/>
                    <a:gd name="connsiteY1387" fmla="*/ 305476 h 577307"/>
                    <a:gd name="connsiteX1388" fmla="*/ 547981 w 591813"/>
                    <a:gd name="connsiteY1388" fmla="*/ 305161 h 577307"/>
                    <a:gd name="connsiteX1389" fmla="*/ 548386 w 591813"/>
                    <a:gd name="connsiteY1389" fmla="*/ 304846 h 577307"/>
                    <a:gd name="connsiteX1390" fmla="*/ 548768 w 591813"/>
                    <a:gd name="connsiteY1390" fmla="*/ 304531 h 577307"/>
                    <a:gd name="connsiteX1391" fmla="*/ 549173 w 591813"/>
                    <a:gd name="connsiteY1391" fmla="*/ 304217 h 577307"/>
                    <a:gd name="connsiteX1392" fmla="*/ 549578 w 591813"/>
                    <a:gd name="connsiteY1392" fmla="*/ 303879 h 577307"/>
                    <a:gd name="connsiteX1393" fmla="*/ 549960 w 591813"/>
                    <a:gd name="connsiteY1393" fmla="*/ 303564 h 577307"/>
                    <a:gd name="connsiteX1394" fmla="*/ 550365 w 591813"/>
                    <a:gd name="connsiteY1394" fmla="*/ 303249 h 577307"/>
                    <a:gd name="connsiteX1395" fmla="*/ 550747 w 591813"/>
                    <a:gd name="connsiteY1395" fmla="*/ 302935 h 577307"/>
                    <a:gd name="connsiteX1396" fmla="*/ 551152 w 591813"/>
                    <a:gd name="connsiteY1396" fmla="*/ 302597 h 577307"/>
                    <a:gd name="connsiteX1397" fmla="*/ 551535 w 591813"/>
                    <a:gd name="connsiteY1397" fmla="*/ 302282 h 577307"/>
                    <a:gd name="connsiteX1398" fmla="*/ 551939 w 591813"/>
                    <a:gd name="connsiteY1398" fmla="*/ 301968 h 577307"/>
                    <a:gd name="connsiteX1399" fmla="*/ 552321 w 591813"/>
                    <a:gd name="connsiteY1399" fmla="*/ 301653 h 577307"/>
                    <a:gd name="connsiteX1400" fmla="*/ 552726 w 591813"/>
                    <a:gd name="connsiteY1400" fmla="*/ 301338 h 577307"/>
                    <a:gd name="connsiteX1401" fmla="*/ 553131 w 591813"/>
                    <a:gd name="connsiteY1401" fmla="*/ 301023 h 577307"/>
                    <a:gd name="connsiteX1402" fmla="*/ 553513 w 591813"/>
                    <a:gd name="connsiteY1402" fmla="*/ 300731 h 577307"/>
                    <a:gd name="connsiteX1403" fmla="*/ 553918 w 591813"/>
                    <a:gd name="connsiteY1403" fmla="*/ 300416 h 577307"/>
                    <a:gd name="connsiteX1404" fmla="*/ 554301 w 591813"/>
                    <a:gd name="connsiteY1404" fmla="*/ 300101 h 577307"/>
                    <a:gd name="connsiteX1405" fmla="*/ 554705 w 591813"/>
                    <a:gd name="connsiteY1405" fmla="*/ 299786 h 577307"/>
                    <a:gd name="connsiteX1406" fmla="*/ 555088 w 591813"/>
                    <a:gd name="connsiteY1406" fmla="*/ 299494 h 577307"/>
                    <a:gd name="connsiteX1407" fmla="*/ 555493 w 591813"/>
                    <a:gd name="connsiteY1407" fmla="*/ 299179 h 577307"/>
                    <a:gd name="connsiteX1408" fmla="*/ 555897 w 591813"/>
                    <a:gd name="connsiteY1408" fmla="*/ 298864 h 577307"/>
                    <a:gd name="connsiteX1409" fmla="*/ 556280 w 591813"/>
                    <a:gd name="connsiteY1409" fmla="*/ 298549 h 577307"/>
                    <a:gd name="connsiteX1410" fmla="*/ 556684 w 591813"/>
                    <a:gd name="connsiteY1410" fmla="*/ 298257 h 577307"/>
                    <a:gd name="connsiteX1411" fmla="*/ 557067 w 591813"/>
                    <a:gd name="connsiteY1411" fmla="*/ 297942 h 577307"/>
                    <a:gd name="connsiteX1412" fmla="*/ 557472 w 591813"/>
                    <a:gd name="connsiteY1412" fmla="*/ 297627 h 577307"/>
                    <a:gd name="connsiteX1413" fmla="*/ 557854 w 591813"/>
                    <a:gd name="connsiteY1413" fmla="*/ 297312 h 577307"/>
                    <a:gd name="connsiteX1414" fmla="*/ 558259 w 591813"/>
                    <a:gd name="connsiteY1414" fmla="*/ 296997 h 577307"/>
                    <a:gd name="connsiteX1415" fmla="*/ 558641 w 591813"/>
                    <a:gd name="connsiteY1415" fmla="*/ 296683 h 577307"/>
                    <a:gd name="connsiteX1416" fmla="*/ 559046 w 591813"/>
                    <a:gd name="connsiteY1416" fmla="*/ 296368 h 577307"/>
                    <a:gd name="connsiteX1417" fmla="*/ 559450 w 591813"/>
                    <a:gd name="connsiteY1417" fmla="*/ 296053 h 577307"/>
                    <a:gd name="connsiteX1418" fmla="*/ 559833 w 591813"/>
                    <a:gd name="connsiteY1418" fmla="*/ 295738 h 577307"/>
                    <a:gd name="connsiteX1419" fmla="*/ 560238 w 591813"/>
                    <a:gd name="connsiteY1419" fmla="*/ 295401 h 577307"/>
                    <a:gd name="connsiteX1420" fmla="*/ 560620 w 591813"/>
                    <a:gd name="connsiteY1420" fmla="*/ 295086 h 577307"/>
                    <a:gd name="connsiteX1421" fmla="*/ 561025 w 591813"/>
                    <a:gd name="connsiteY1421" fmla="*/ 294771 h 577307"/>
                    <a:gd name="connsiteX1422" fmla="*/ 561407 w 591813"/>
                    <a:gd name="connsiteY1422" fmla="*/ 294456 h 577307"/>
                    <a:gd name="connsiteX1423" fmla="*/ 561812 w 591813"/>
                    <a:gd name="connsiteY1423" fmla="*/ 294119 h 577307"/>
                    <a:gd name="connsiteX1424" fmla="*/ 562195 w 591813"/>
                    <a:gd name="connsiteY1424" fmla="*/ 293804 h 577307"/>
                    <a:gd name="connsiteX1425" fmla="*/ 562599 w 591813"/>
                    <a:gd name="connsiteY1425" fmla="*/ 293489 h 577307"/>
                    <a:gd name="connsiteX1426" fmla="*/ 563004 w 591813"/>
                    <a:gd name="connsiteY1426" fmla="*/ 293152 h 577307"/>
                    <a:gd name="connsiteX1427" fmla="*/ 563386 w 591813"/>
                    <a:gd name="connsiteY1427" fmla="*/ 292837 h 577307"/>
                    <a:gd name="connsiteX1428" fmla="*/ 563791 w 591813"/>
                    <a:gd name="connsiteY1428" fmla="*/ 292522 h 577307"/>
                    <a:gd name="connsiteX1429" fmla="*/ 564173 w 591813"/>
                    <a:gd name="connsiteY1429" fmla="*/ 292185 h 577307"/>
                    <a:gd name="connsiteX1430" fmla="*/ 564578 w 591813"/>
                    <a:gd name="connsiteY1430" fmla="*/ 291870 h 577307"/>
                    <a:gd name="connsiteX1431" fmla="*/ 564961 w 591813"/>
                    <a:gd name="connsiteY1431" fmla="*/ 291532 h 577307"/>
                    <a:gd name="connsiteX1432" fmla="*/ 565365 w 591813"/>
                    <a:gd name="connsiteY1432" fmla="*/ 291218 h 577307"/>
                    <a:gd name="connsiteX1433" fmla="*/ 565748 w 591813"/>
                    <a:gd name="connsiteY1433" fmla="*/ 290880 h 577307"/>
                    <a:gd name="connsiteX1434" fmla="*/ 566153 w 591813"/>
                    <a:gd name="connsiteY1434" fmla="*/ 290543 h 577307"/>
                    <a:gd name="connsiteX1435" fmla="*/ 566557 w 591813"/>
                    <a:gd name="connsiteY1435" fmla="*/ 290206 h 577307"/>
                    <a:gd name="connsiteX1436" fmla="*/ 566940 w 591813"/>
                    <a:gd name="connsiteY1436" fmla="*/ 289868 h 577307"/>
                    <a:gd name="connsiteX1437" fmla="*/ 567344 w 591813"/>
                    <a:gd name="connsiteY1437" fmla="*/ 289531 h 577307"/>
                    <a:gd name="connsiteX1438" fmla="*/ 567727 w 591813"/>
                    <a:gd name="connsiteY1438" fmla="*/ 289194 h 577307"/>
                    <a:gd name="connsiteX1439" fmla="*/ 568132 w 591813"/>
                    <a:gd name="connsiteY1439" fmla="*/ 288834 h 577307"/>
                    <a:gd name="connsiteX1440" fmla="*/ 568514 w 591813"/>
                    <a:gd name="connsiteY1440" fmla="*/ 288496 h 577307"/>
                    <a:gd name="connsiteX1441" fmla="*/ 568919 w 591813"/>
                    <a:gd name="connsiteY1441" fmla="*/ 288136 h 577307"/>
                    <a:gd name="connsiteX1442" fmla="*/ 569324 w 591813"/>
                    <a:gd name="connsiteY1442" fmla="*/ 287777 h 577307"/>
                    <a:gd name="connsiteX1443" fmla="*/ 569706 w 591813"/>
                    <a:gd name="connsiteY1443" fmla="*/ 287417 h 577307"/>
                    <a:gd name="connsiteX1444" fmla="*/ 570111 w 591813"/>
                    <a:gd name="connsiteY1444" fmla="*/ 287035 h 577307"/>
                    <a:gd name="connsiteX1445" fmla="*/ 570493 w 591813"/>
                    <a:gd name="connsiteY1445" fmla="*/ 286652 h 577307"/>
                    <a:gd name="connsiteX1446" fmla="*/ 570898 w 591813"/>
                    <a:gd name="connsiteY1446" fmla="*/ 286270 h 577307"/>
                    <a:gd name="connsiteX1447" fmla="*/ 571280 w 591813"/>
                    <a:gd name="connsiteY1447" fmla="*/ 285888 h 577307"/>
                    <a:gd name="connsiteX1448" fmla="*/ 571685 w 591813"/>
                    <a:gd name="connsiteY1448" fmla="*/ 285505 h 577307"/>
                    <a:gd name="connsiteX1449" fmla="*/ 572067 w 591813"/>
                    <a:gd name="connsiteY1449" fmla="*/ 285100 h 577307"/>
                    <a:gd name="connsiteX1450" fmla="*/ 572472 w 591813"/>
                    <a:gd name="connsiteY1450" fmla="*/ 284696 h 577307"/>
                    <a:gd name="connsiteX1451" fmla="*/ 572877 w 591813"/>
                    <a:gd name="connsiteY1451" fmla="*/ 284268 h 577307"/>
                    <a:gd name="connsiteX1452" fmla="*/ 573259 w 591813"/>
                    <a:gd name="connsiteY1452" fmla="*/ 283841 h 577307"/>
                    <a:gd name="connsiteX1453" fmla="*/ 573664 w 591813"/>
                    <a:gd name="connsiteY1453" fmla="*/ 283414 h 577307"/>
                    <a:gd name="connsiteX1454" fmla="*/ 574047 w 591813"/>
                    <a:gd name="connsiteY1454" fmla="*/ 282964 h 577307"/>
                    <a:gd name="connsiteX1455" fmla="*/ 574451 w 591813"/>
                    <a:gd name="connsiteY1455" fmla="*/ 282514 h 577307"/>
                    <a:gd name="connsiteX1456" fmla="*/ 574833 w 591813"/>
                    <a:gd name="connsiteY1456" fmla="*/ 282064 h 577307"/>
                    <a:gd name="connsiteX1457" fmla="*/ 575238 w 591813"/>
                    <a:gd name="connsiteY1457" fmla="*/ 281592 h 577307"/>
                    <a:gd name="connsiteX1458" fmla="*/ 575621 w 591813"/>
                    <a:gd name="connsiteY1458" fmla="*/ 281120 h 577307"/>
                    <a:gd name="connsiteX1459" fmla="*/ 576025 w 591813"/>
                    <a:gd name="connsiteY1459" fmla="*/ 280625 h 577307"/>
                    <a:gd name="connsiteX1460" fmla="*/ 576430 w 591813"/>
                    <a:gd name="connsiteY1460" fmla="*/ 280108 h 577307"/>
                    <a:gd name="connsiteX1461" fmla="*/ 576813 w 591813"/>
                    <a:gd name="connsiteY1461" fmla="*/ 279590 h 577307"/>
                    <a:gd name="connsiteX1462" fmla="*/ 577217 w 591813"/>
                    <a:gd name="connsiteY1462" fmla="*/ 279051 h 577307"/>
                    <a:gd name="connsiteX1463" fmla="*/ 577600 w 591813"/>
                    <a:gd name="connsiteY1463" fmla="*/ 278488 h 577307"/>
                    <a:gd name="connsiteX1464" fmla="*/ 578004 w 591813"/>
                    <a:gd name="connsiteY1464" fmla="*/ 277926 h 577307"/>
                    <a:gd name="connsiteX1465" fmla="*/ 578387 w 591813"/>
                    <a:gd name="connsiteY1465" fmla="*/ 277341 h 577307"/>
                    <a:gd name="connsiteX1466" fmla="*/ 578792 w 591813"/>
                    <a:gd name="connsiteY1466" fmla="*/ 276734 h 577307"/>
                    <a:gd name="connsiteX1467" fmla="*/ 579174 w 591813"/>
                    <a:gd name="connsiteY1467" fmla="*/ 276105 h 577307"/>
                    <a:gd name="connsiteX1468" fmla="*/ 579579 w 591813"/>
                    <a:gd name="connsiteY1468" fmla="*/ 275452 h 577307"/>
                    <a:gd name="connsiteX1469" fmla="*/ 579984 w 591813"/>
                    <a:gd name="connsiteY1469" fmla="*/ 274778 h 577307"/>
                    <a:gd name="connsiteX1470" fmla="*/ 580366 w 591813"/>
                    <a:gd name="connsiteY1470" fmla="*/ 274103 h 577307"/>
                    <a:gd name="connsiteX1471" fmla="*/ 580771 w 591813"/>
                    <a:gd name="connsiteY1471" fmla="*/ 273383 h 577307"/>
                    <a:gd name="connsiteX1472" fmla="*/ 581153 w 591813"/>
                    <a:gd name="connsiteY1472" fmla="*/ 272619 h 577307"/>
                    <a:gd name="connsiteX1473" fmla="*/ 581558 w 591813"/>
                    <a:gd name="connsiteY1473" fmla="*/ 271854 h 577307"/>
                    <a:gd name="connsiteX1474" fmla="*/ 581940 w 591813"/>
                    <a:gd name="connsiteY1474" fmla="*/ 271044 h 577307"/>
                    <a:gd name="connsiteX1475" fmla="*/ 582345 w 591813"/>
                    <a:gd name="connsiteY1475" fmla="*/ 270190 h 577307"/>
                    <a:gd name="connsiteX1476" fmla="*/ 582727 w 591813"/>
                    <a:gd name="connsiteY1476" fmla="*/ 269313 h 577307"/>
                    <a:gd name="connsiteX1477" fmla="*/ 583132 w 591813"/>
                    <a:gd name="connsiteY1477" fmla="*/ 268413 h 577307"/>
                    <a:gd name="connsiteX1478" fmla="*/ 583537 w 591813"/>
                    <a:gd name="connsiteY1478" fmla="*/ 267446 h 577307"/>
                    <a:gd name="connsiteX1479" fmla="*/ 583919 w 591813"/>
                    <a:gd name="connsiteY1479" fmla="*/ 266457 h 577307"/>
                    <a:gd name="connsiteX1480" fmla="*/ 584324 w 591813"/>
                    <a:gd name="connsiteY1480" fmla="*/ 265400 h 577307"/>
                    <a:gd name="connsiteX1481" fmla="*/ 584707 w 591813"/>
                    <a:gd name="connsiteY1481" fmla="*/ 264320 h 577307"/>
                    <a:gd name="connsiteX1482" fmla="*/ 585111 w 591813"/>
                    <a:gd name="connsiteY1482" fmla="*/ 263173 h 577307"/>
                    <a:gd name="connsiteX1483" fmla="*/ 585493 w 591813"/>
                    <a:gd name="connsiteY1483" fmla="*/ 261959 h 577307"/>
                    <a:gd name="connsiteX1484" fmla="*/ 585898 w 591813"/>
                    <a:gd name="connsiteY1484" fmla="*/ 260699 h 577307"/>
                    <a:gd name="connsiteX1485" fmla="*/ 586303 w 591813"/>
                    <a:gd name="connsiteY1485" fmla="*/ 259395 h 577307"/>
                    <a:gd name="connsiteX1486" fmla="*/ 586686 w 591813"/>
                    <a:gd name="connsiteY1486" fmla="*/ 258000 h 577307"/>
                    <a:gd name="connsiteX1487" fmla="*/ 587090 w 591813"/>
                    <a:gd name="connsiteY1487" fmla="*/ 256539 h 577307"/>
                    <a:gd name="connsiteX1488" fmla="*/ 587473 w 591813"/>
                    <a:gd name="connsiteY1488" fmla="*/ 255009 h 577307"/>
                    <a:gd name="connsiteX1489" fmla="*/ 587878 w 591813"/>
                    <a:gd name="connsiteY1489" fmla="*/ 253390 h 577307"/>
                    <a:gd name="connsiteX1490" fmla="*/ 588260 w 591813"/>
                    <a:gd name="connsiteY1490" fmla="*/ 251681 h 577307"/>
                    <a:gd name="connsiteX1491" fmla="*/ 588665 w 591813"/>
                    <a:gd name="connsiteY1491" fmla="*/ 249904 h 577307"/>
                    <a:gd name="connsiteX1492" fmla="*/ 589047 w 591813"/>
                    <a:gd name="connsiteY1492" fmla="*/ 248015 h 577307"/>
                    <a:gd name="connsiteX1493" fmla="*/ 589452 w 591813"/>
                    <a:gd name="connsiteY1493" fmla="*/ 245946 h 577307"/>
                    <a:gd name="connsiteX1494" fmla="*/ 589856 w 591813"/>
                    <a:gd name="connsiteY1494" fmla="*/ 243855 h 577307"/>
                    <a:gd name="connsiteX1495" fmla="*/ 590239 w 591813"/>
                    <a:gd name="connsiteY1495" fmla="*/ 241651 h 577307"/>
                    <a:gd name="connsiteX1496" fmla="*/ 590644 w 591813"/>
                    <a:gd name="connsiteY1496" fmla="*/ 239334 h 577307"/>
                    <a:gd name="connsiteX1497" fmla="*/ 591026 w 591813"/>
                    <a:gd name="connsiteY1497" fmla="*/ 236950 h 577307"/>
                    <a:gd name="connsiteX1498" fmla="*/ 591431 w 591813"/>
                    <a:gd name="connsiteY1498" fmla="*/ 234409 h 577307"/>
                    <a:gd name="connsiteX1499" fmla="*/ 591813 w 591813"/>
                    <a:gd name="connsiteY1499" fmla="*/ 230788 h 5773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Lst>
                  <a:rect l="l" t="t" r="r" b="b"/>
                  <a:pathLst>
                    <a:path w="591813" h="577307">
                      <a:moveTo>
                        <a:pt x="0" y="71854"/>
                      </a:moveTo>
                      <a:lnTo>
                        <a:pt x="405" y="71337"/>
                      </a:lnTo>
                      <a:lnTo>
                        <a:pt x="787" y="70820"/>
                      </a:lnTo>
                      <a:lnTo>
                        <a:pt x="1191" y="70302"/>
                      </a:lnTo>
                      <a:lnTo>
                        <a:pt x="1574" y="69785"/>
                      </a:lnTo>
                      <a:lnTo>
                        <a:pt x="1979" y="69268"/>
                      </a:lnTo>
                      <a:lnTo>
                        <a:pt x="2383" y="68751"/>
                      </a:lnTo>
                      <a:lnTo>
                        <a:pt x="2766" y="68233"/>
                      </a:lnTo>
                      <a:lnTo>
                        <a:pt x="3171" y="67716"/>
                      </a:lnTo>
                      <a:lnTo>
                        <a:pt x="3553" y="67221"/>
                      </a:lnTo>
                      <a:lnTo>
                        <a:pt x="3958" y="66704"/>
                      </a:lnTo>
                      <a:lnTo>
                        <a:pt x="4340" y="66209"/>
                      </a:lnTo>
                      <a:lnTo>
                        <a:pt x="4745" y="65692"/>
                      </a:lnTo>
                      <a:lnTo>
                        <a:pt x="5150" y="65197"/>
                      </a:lnTo>
                      <a:lnTo>
                        <a:pt x="5532" y="64680"/>
                      </a:lnTo>
                      <a:lnTo>
                        <a:pt x="5937" y="64185"/>
                      </a:lnTo>
                      <a:lnTo>
                        <a:pt x="6319" y="63668"/>
                      </a:lnTo>
                      <a:lnTo>
                        <a:pt x="6724" y="63173"/>
                      </a:lnTo>
                      <a:lnTo>
                        <a:pt x="7107" y="62678"/>
                      </a:lnTo>
                      <a:lnTo>
                        <a:pt x="7511" y="62161"/>
                      </a:lnTo>
                      <a:lnTo>
                        <a:pt x="7893" y="61666"/>
                      </a:lnTo>
                      <a:lnTo>
                        <a:pt x="8299" y="61172"/>
                      </a:lnTo>
                      <a:lnTo>
                        <a:pt x="8703" y="60677"/>
                      </a:lnTo>
                      <a:lnTo>
                        <a:pt x="9085" y="60160"/>
                      </a:lnTo>
                      <a:lnTo>
                        <a:pt x="9491" y="59665"/>
                      </a:lnTo>
                      <a:lnTo>
                        <a:pt x="9873" y="59170"/>
                      </a:lnTo>
                      <a:lnTo>
                        <a:pt x="10277" y="58675"/>
                      </a:lnTo>
                      <a:lnTo>
                        <a:pt x="10660" y="58203"/>
                      </a:lnTo>
                      <a:lnTo>
                        <a:pt x="11065" y="57708"/>
                      </a:lnTo>
                      <a:lnTo>
                        <a:pt x="11447" y="57213"/>
                      </a:lnTo>
                      <a:lnTo>
                        <a:pt x="11852" y="56719"/>
                      </a:lnTo>
                      <a:lnTo>
                        <a:pt x="12257" y="56224"/>
                      </a:lnTo>
                      <a:lnTo>
                        <a:pt x="12639" y="55752"/>
                      </a:lnTo>
                      <a:lnTo>
                        <a:pt x="13044" y="55257"/>
                      </a:lnTo>
                      <a:lnTo>
                        <a:pt x="13426" y="54785"/>
                      </a:lnTo>
                      <a:lnTo>
                        <a:pt x="13831" y="54290"/>
                      </a:lnTo>
                      <a:lnTo>
                        <a:pt x="14213" y="53818"/>
                      </a:lnTo>
                      <a:lnTo>
                        <a:pt x="14618" y="53345"/>
                      </a:lnTo>
                      <a:lnTo>
                        <a:pt x="15000" y="52873"/>
                      </a:lnTo>
                      <a:lnTo>
                        <a:pt x="15405" y="52401"/>
                      </a:lnTo>
                      <a:lnTo>
                        <a:pt x="15810" y="51928"/>
                      </a:lnTo>
                      <a:lnTo>
                        <a:pt x="16192" y="51479"/>
                      </a:lnTo>
                      <a:lnTo>
                        <a:pt x="16597" y="51006"/>
                      </a:lnTo>
                      <a:lnTo>
                        <a:pt x="16979" y="50557"/>
                      </a:lnTo>
                      <a:lnTo>
                        <a:pt x="17384" y="50107"/>
                      </a:lnTo>
                      <a:lnTo>
                        <a:pt x="17767" y="49657"/>
                      </a:lnTo>
                      <a:lnTo>
                        <a:pt x="18171" y="49207"/>
                      </a:lnTo>
                      <a:lnTo>
                        <a:pt x="18576" y="48757"/>
                      </a:lnTo>
                      <a:lnTo>
                        <a:pt x="18959" y="48330"/>
                      </a:lnTo>
                      <a:lnTo>
                        <a:pt x="19363" y="47880"/>
                      </a:lnTo>
                      <a:lnTo>
                        <a:pt x="19745" y="47453"/>
                      </a:lnTo>
                      <a:lnTo>
                        <a:pt x="20151" y="47048"/>
                      </a:lnTo>
                      <a:lnTo>
                        <a:pt x="20533" y="46621"/>
                      </a:lnTo>
                      <a:lnTo>
                        <a:pt x="20937" y="46216"/>
                      </a:lnTo>
                      <a:lnTo>
                        <a:pt x="21320" y="45811"/>
                      </a:lnTo>
                      <a:lnTo>
                        <a:pt x="21725" y="45406"/>
                      </a:lnTo>
                      <a:lnTo>
                        <a:pt x="22129" y="45002"/>
                      </a:lnTo>
                      <a:lnTo>
                        <a:pt x="22512" y="44619"/>
                      </a:lnTo>
                      <a:lnTo>
                        <a:pt x="22917" y="44259"/>
                      </a:lnTo>
                      <a:lnTo>
                        <a:pt x="23299" y="43877"/>
                      </a:lnTo>
                      <a:lnTo>
                        <a:pt x="23704" y="43517"/>
                      </a:lnTo>
                      <a:lnTo>
                        <a:pt x="24086" y="43158"/>
                      </a:lnTo>
                      <a:lnTo>
                        <a:pt x="24491" y="42820"/>
                      </a:lnTo>
                      <a:lnTo>
                        <a:pt x="24873" y="42483"/>
                      </a:lnTo>
                      <a:lnTo>
                        <a:pt x="25278" y="42145"/>
                      </a:lnTo>
                      <a:lnTo>
                        <a:pt x="25683" y="41808"/>
                      </a:lnTo>
                      <a:lnTo>
                        <a:pt x="26065" y="41493"/>
                      </a:lnTo>
                      <a:lnTo>
                        <a:pt x="26470" y="41201"/>
                      </a:lnTo>
                      <a:lnTo>
                        <a:pt x="26852" y="40886"/>
                      </a:lnTo>
                      <a:lnTo>
                        <a:pt x="27257" y="40616"/>
                      </a:lnTo>
                      <a:lnTo>
                        <a:pt x="27639" y="40324"/>
                      </a:lnTo>
                      <a:lnTo>
                        <a:pt x="28044" y="40054"/>
                      </a:lnTo>
                      <a:lnTo>
                        <a:pt x="28427" y="39807"/>
                      </a:lnTo>
                      <a:lnTo>
                        <a:pt x="28831" y="39537"/>
                      </a:lnTo>
                      <a:lnTo>
                        <a:pt x="29236" y="39312"/>
                      </a:lnTo>
                      <a:lnTo>
                        <a:pt x="29619" y="39087"/>
                      </a:lnTo>
                      <a:lnTo>
                        <a:pt x="30023" y="38862"/>
                      </a:lnTo>
                      <a:lnTo>
                        <a:pt x="30405" y="38637"/>
                      </a:lnTo>
                      <a:lnTo>
                        <a:pt x="30811" y="38435"/>
                      </a:lnTo>
                      <a:lnTo>
                        <a:pt x="31193" y="38255"/>
                      </a:lnTo>
                      <a:lnTo>
                        <a:pt x="31597" y="38052"/>
                      </a:lnTo>
                      <a:lnTo>
                        <a:pt x="31980" y="37872"/>
                      </a:lnTo>
                      <a:lnTo>
                        <a:pt x="32385" y="37715"/>
                      </a:lnTo>
                      <a:lnTo>
                        <a:pt x="32789" y="37535"/>
                      </a:lnTo>
                      <a:lnTo>
                        <a:pt x="33172" y="37378"/>
                      </a:lnTo>
                      <a:lnTo>
                        <a:pt x="33577" y="37220"/>
                      </a:lnTo>
                      <a:lnTo>
                        <a:pt x="33959" y="37063"/>
                      </a:lnTo>
                      <a:lnTo>
                        <a:pt x="34364" y="36905"/>
                      </a:lnTo>
                      <a:lnTo>
                        <a:pt x="34746" y="36748"/>
                      </a:lnTo>
                      <a:lnTo>
                        <a:pt x="35151" y="36613"/>
                      </a:lnTo>
                      <a:lnTo>
                        <a:pt x="35556" y="36456"/>
                      </a:lnTo>
                      <a:lnTo>
                        <a:pt x="35938" y="36321"/>
                      </a:lnTo>
                      <a:lnTo>
                        <a:pt x="36343" y="36186"/>
                      </a:lnTo>
                      <a:lnTo>
                        <a:pt x="36725" y="36051"/>
                      </a:lnTo>
                      <a:lnTo>
                        <a:pt x="37130" y="35916"/>
                      </a:lnTo>
                      <a:lnTo>
                        <a:pt x="37512" y="35781"/>
                      </a:lnTo>
                      <a:lnTo>
                        <a:pt x="37917" y="35646"/>
                      </a:lnTo>
                      <a:lnTo>
                        <a:pt x="38299" y="35511"/>
                      </a:lnTo>
                      <a:lnTo>
                        <a:pt x="38704" y="35376"/>
                      </a:lnTo>
                      <a:lnTo>
                        <a:pt x="39109" y="35241"/>
                      </a:lnTo>
                      <a:lnTo>
                        <a:pt x="39491" y="35106"/>
                      </a:lnTo>
                      <a:lnTo>
                        <a:pt x="39897" y="34971"/>
                      </a:lnTo>
                      <a:lnTo>
                        <a:pt x="40279" y="34836"/>
                      </a:lnTo>
                      <a:lnTo>
                        <a:pt x="40683" y="34701"/>
                      </a:lnTo>
                      <a:lnTo>
                        <a:pt x="41065" y="34544"/>
                      </a:lnTo>
                      <a:lnTo>
                        <a:pt x="41471" y="34409"/>
                      </a:lnTo>
                      <a:lnTo>
                        <a:pt x="41853" y="34274"/>
                      </a:lnTo>
                      <a:lnTo>
                        <a:pt x="42257" y="34117"/>
                      </a:lnTo>
                      <a:lnTo>
                        <a:pt x="42663" y="33959"/>
                      </a:lnTo>
                      <a:lnTo>
                        <a:pt x="43045" y="33824"/>
                      </a:lnTo>
                      <a:lnTo>
                        <a:pt x="43449" y="33667"/>
                      </a:lnTo>
                      <a:lnTo>
                        <a:pt x="43832" y="33509"/>
                      </a:lnTo>
                      <a:lnTo>
                        <a:pt x="44214" y="33330"/>
                      </a:lnTo>
                      <a:lnTo>
                        <a:pt x="44619" y="33172"/>
                      </a:lnTo>
                      <a:lnTo>
                        <a:pt x="45024" y="33015"/>
                      </a:lnTo>
                      <a:lnTo>
                        <a:pt x="45384" y="32857"/>
                      </a:lnTo>
                      <a:lnTo>
                        <a:pt x="45811" y="32677"/>
                      </a:lnTo>
                      <a:lnTo>
                        <a:pt x="46193" y="32520"/>
                      </a:lnTo>
                      <a:lnTo>
                        <a:pt x="46576" y="32340"/>
                      </a:lnTo>
                      <a:lnTo>
                        <a:pt x="46980" y="32160"/>
                      </a:lnTo>
                      <a:lnTo>
                        <a:pt x="47363" y="31980"/>
                      </a:lnTo>
                      <a:lnTo>
                        <a:pt x="47768" y="31800"/>
                      </a:lnTo>
                      <a:lnTo>
                        <a:pt x="48150" y="31620"/>
                      </a:lnTo>
                      <a:lnTo>
                        <a:pt x="48555" y="31418"/>
                      </a:lnTo>
                      <a:lnTo>
                        <a:pt x="48959" y="31238"/>
                      </a:lnTo>
                      <a:lnTo>
                        <a:pt x="49342" y="31036"/>
                      </a:lnTo>
                      <a:lnTo>
                        <a:pt x="49747" y="30833"/>
                      </a:lnTo>
                      <a:lnTo>
                        <a:pt x="50129" y="30631"/>
                      </a:lnTo>
                      <a:lnTo>
                        <a:pt x="50534" y="30428"/>
                      </a:lnTo>
                      <a:lnTo>
                        <a:pt x="50916" y="30226"/>
                      </a:lnTo>
                      <a:lnTo>
                        <a:pt x="51321" y="30024"/>
                      </a:lnTo>
                      <a:lnTo>
                        <a:pt x="51704" y="29799"/>
                      </a:lnTo>
                      <a:lnTo>
                        <a:pt x="52108" y="29596"/>
                      </a:lnTo>
                      <a:lnTo>
                        <a:pt x="52513" y="29371"/>
                      </a:lnTo>
                      <a:lnTo>
                        <a:pt x="52895" y="29146"/>
                      </a:lnTo>
                      <a:lnTo>
                        <a:pt x="53300" y="28922"/>
                      </a:lnTo>
                      <a:lnTo>
                        <a:pt x="53682" y="28697"/>
                      </a:lnTo>
                      <a:lnTo>
                        <a:pt x="54087" y="28472"/>
                      </a:lnTo>
                      <a:lnTo>
                        <a:pt x="54470" y="28247"/>
                      </a:lnTo>
                      <a:lnTo>
                        <a:pt x="54874" y="28000"/>
                      </a:lnTo>
                      <a:lnTo>
                        <a:pt x="55257" y="27775"/>
                      </a:lnTo>
                      <a:lnTo>
                        <a:pt x="55662" y="27527"/>
                      </a:lnTo>
                      <a:lnTo>
                        <a:pt x="56066" y="27280"/>
                      </a:lnTo>
                      <a:lnTo>
                        <a:pt x="56449" y="27055"/>
                      </a:lnTo>
                      <a:lnTo>
                        <a:pt x="56853" y="26808"/>
                      </a:lnTo>
                      <a:lnTo>
                        <a:pt x="57236" y="26560"/>
                      </a:lnTo>
                      <a:lnTo>
                        <a:pt x="57641" y="26313"/>
                      </a:lnTo>
                      <a:lnTo>
                        <a:pt x="58023" y="26065"/>
                      </a:lnTo>
                      <a:lnTo>
                        <a:pt x="58428" y="25818"/>
                      </a:lnTo>
                      <a:lnTo>
                        <a:pt x="58810" y="25548"/>
                      </a:lnTo>
                      <a:lnTo>
                        <a:pt x="59215" y="25301"/>
                      </a:lnTo>
                      <a:lnTo>
                        <a:pt x="59619" y="25031"/>
                      </a:lnTo>
                      <a:lnTo>
                        <a:pt x="60002" y="24784"/>
                      </a:lnTo>
                      <a:lnTo>
                        <a:pt x="60407" y="24514"/>
                      </a:lnTo>
                      <a:lnTo>
                        <a:pt x="60789" y="24244"/>
                      </a:lnTo>
                      <a:lnTo>
                        <a:pt x="61194" y="23974"/>
                      </a:lnTo>
                      <a:lnTo>
                        <a:pt x="61576" y="23682"/>
                      </a:lnTo>
                      <a:lnTo>
                        <a:pt x="61981" y="23412"/>
                      </a:lnTo>
                      <a:lnTo>
                        <a:pt x="62364" y="23142"/>
                      </a:lnTo>
                      <a:lnTo>
                        <a:pt x="62768" y="22872"/>
                      </a:lnTo>
                      <a:lnTo>
                        <a:pt x="63173" y="22580"/>
                      </a:lnTo>
                      <a:lnTo>
                        <a:pt x="63555" y="22310"/>
                      </a:lnTo>
                      <a:lnTo>
                        <a:pt x="63960" y="22040"/>
                      </a:lnTo>
                      <a:lnTo>
                        <a:pt x="64342" y="21747"/>
                      </a:lnTo>
                      <a:lnTo>
                        <a:pt x="64747" y="21478"/>
                      </a:lnTo>
                      <a:lnTo>
                        <a:pt x="65130" y="21185"/>
                      </a:lnTo>
                      <a:lnTo>
                        <a:pt x="65534" y="20915"/>
                      </a:lnTo>
                      <a:lnTo>
                        <a:pt x="65939" y="20623"/>
                      </a:lnTo>
                      <a:lnTo>
                        <a:pt x="66322" y="20353"/>
                      </a:lnTo>
                      <a:lnTo>
                        <a:pt x="66726" y="20061"/>
                      </a:lnTo>
                      <a:lnTo>
                        <a:pt x="67109" y="19791"/>
                      </a:lnTo>
                      <a:lnTo>
                        <a:pt x="67513" y="19498"/>
                      </a:lnTo>
                      <a:lnTo>
                        <a:pt x="67896" y="19206"/>
                      </a:lnTo>
                      <a:lnTo>
                        <a:pt x="68301" y="18936"/>
                      </a:lnTo>
                      <a:lnTo>
                        <a:pt x="68683" y="18644"/>
                      </a:lnTo>
                      <a:lnTo>
                        <a:pt x="69088" y="18351"/>
                      </a:lnTo>
                      <a:lnTo>
                        <a:pt x="69493" y="18059"/>
                      </a:lnTo>
                      <a:lnTo>
                        <a:pt x="69875" y="17789"/>
                      </a:lnTo>
                      <a:lnTo>
                        <a:pt x="70280" y="17497"/>
                      </a:lnTo>
                      <a:lnTo>
                        <a:pt x="70662" y="17205"/>
                      </a:lnTo>
                      <a:lnTo>
                        <a:pt x="71067" y="16912"/>
                      </a:lnTo>
                      <a:lnTo>
                        <a:pt x="71449" y="16620"/>
                      </a:lnTo>
                      <a:lnTo>
                        <a:pt x="71854" y="16327"/>
                      </a:lnTo>
                      <a:lnTo>
                        <a:pt x="72236" y="16035"/>
                      </a:lnTo>
                      <a:lnTo>
                        <a:pt x="72641" y="15720"/>
                      </a:lnTo>
                      <a:lnTo>
                        <a:pt x="73046" y="15428"/>
                      </a:lnTo>
                      <a:lnTo>
                        <a:pt x="73428" y="15135"/>
                      </a:lnTo>
                      <a:lnTo>
                        <a:pt x="73833" y="14843"/>
                      </a:lnTo>
                      <a:lnTo>
                        <a:pt x="74216" y="14551"/>
                      </a:lnTo>
                      <a:lnTo>
                        <a:pt x="74620" y="14236"/>
                      </a:lnTo>
                      <a:lnTo>
                        <a:pt x="75002" y="13944"/>
                      </a:lnTo>
                      <a:lnTo>
                        <a:pt x="75407" y="13651"/>
                      </a:lnTo>
                      <a:lnTo>
                        <a:pt x="75790" y="13336"/>
                      </a:lnTo>
                      <a:lnTo>
                        <a:pt x="76194" y="13044"/>
                      </a:lnTo>
                      <a:lnTo>
                        <a:pt x="76599" y="12752"/>
                      </a:lnTo>
                      <a:lnTo>
                        <a:pt x="76982" y="12459"/>
                      </a:lnTo>
                      <a:lnTo>
                        <a:pt x="77386" y="12167"/>
                      </a:lnTo>
                      <a:lnTo>
                        <a:pt x="77769" y="11874"/>
                      </a:lnTo>
                      <a:lnTo>
                        <a:pt x="78173" y="11582"/>
                      </a:lnTo>
                      <a:lnTo>
                        <a:pt x="78556" y="11267"/>
                      </a:lnTo>
                      <a:lnTo>
                        <a:pt x="78961" y="10975"/>
                      </a:lnTo>
                      <a:lnTo>
                        <a:pt x="79343" y="10683"/>
                      </a:lnTo>
                      <a:lnTo>
                        <a:pt x="79748" y="10390"/>
                      </a:lnTo>
                      <a:lnTo>
                        <a:pt x="80153" y="10098"/>
                      </a:lnTo>
                      <a:lnTo>
                        <a:pt x="80535" y="9805"/>
                      </a:lnTo>
                      <a:lnTo>
                        <a:pt x="80940" y="9536"/>
                      </a:lnTo>
                      <a:lnTo>
                        <a:pt x="81322" y="9243"/>
                      </a:lnTo>
                      <a:lnTo>
                        <a:pt x="81727" y="8951"/>
                      </a:lnTo>
                      <a:lnTo>
                        <a:pt x="82109" y="8658"/>
                      </a:lnTo>
                      <a:lnTo>
                        <a:pt x="82514" y="8389"/>
                      </a:lnTo>
                      <a:lnTo>
                        <a:pt x="82919" y="8096"/>
                      </a:lnTo>
                      <a:lnTo>
                        <a:pt x="83301" y="7826"/>
                      </a:lnTo>
                      <a:lnTo>
                        <a:pt x="83706" y="7557"/>
                      </a:lnTo>
                      <a:lnTo>
                        <a:pt x="84088" y="7264"/>
                      </a:lnTo>
                      <a:lnTo>
                        <a:pt x="84493" y="6994"/>
                      </a:lnTo>
                      <a:lnTo>
                        <a:pt x="84876" y="6724"/>
                      </a:lnTo>
                      <a:lnTo>
                        <a:pt x="85280" y="6454"/>
                      </a:lnTo>
                      <a:lnTo>
                        <a:pt x="85662" y="6185"/>
                      </a:lnTo>
                      <a:lnTo>
                        <a:pt x="86067" y="5915"/>
                      </a:lnTo>
                      <a:lnTo>
                        <a:pt x="86472" y="5645"/>
                      </a:lnTo>
                      <a:lnTo>
                        <a:pt x="86854" y="5375"/>
                      </a:lnTo>
                      <a:lnTo>
                        <a:pt x="87259" y="5128"/>
                      </a:lnTo>
                      <a:lnTo>
                        <a:pt x="87642" y="4858"/>
                      </a:lnTo>
                      <a:lnTo>
                        <a:pt x="88047" y="4610"/>
                      </a:lnTo>
                      <a:lnTo>
                        <a:pt x="88429" y="4363"/>
                      </a:lnTo>
                      <a:lnTo>
                        <a:pt x="88834" y="4116"/>
                      </a:lnTo>
                      <a:lnTo>
                        <a:pt x="89216" y="3891"/>
                      </a:lnTo>
                      <a:lnTo>
                        <a:pt x="89621" y="3643"/>
                      </a:lnTo>
                      <a:lnTo>
                        <a:pt x="90025" y="3418"/>
                      </a:lnTo>
                      <a:lnTo>
                        <a:pt x="90408" y="3194"/>
                      </a:lnTo>
                      <a:lnTo>
                        <a:pt x="90813" y="2969"/>
                      </a:lnTo>
                      <a:lnTo>
                        <a:pt x="91195" y="2744"/>
                      </a:lnTo>
                      <a:lnTo>
                        <a:pt x="91600" y="2541"/>
                      </a:lnTo>
                      <a:lnTo>
                        <a:pt x="91982" y="2339"/>
                      </a:lnTo>
                      <a:lnTo>
                        <a:pt x="92387" y="2137"/>
                      </a:lnTo>
                      <a:lnTo>
                        <a:pt x="92770" y="1934"/>
                      </a:lnTo>
                      <a:lnTo>
                        <a:pt x="93174" y="1754"/>
                      </a:lnTo>
                      <a:lnTo>
                        <a:pt x="93579" y="1574"/>
                      </a:lnTo>
                      <a:lnTo>
                        <a:pt x="93961" y="1394"/>
                      </a:lnTo>
                      <a:lnTo>
                        <a:pt x="94366" y="1237"/>
                      </a:lnTo>
                      <a:lnTo>
                        <a:pt x="94748" y="1079"/>
                      </a:lnTo>
                      <a:lnTo>
                        <a:pt x="95153" y="945"/>
                      </a:lnTo>
                      <a:lnTo>
                        <a:pt x="95536" y="787"/>
                      </a:lnTo>
                      <a:lnTo>
                        <a:pt x="95940" y="675"/>
                      </a:lnTo>
                      <a:lnTo>
                        <a:pt x="96345" y="540"/>
                      </a:lnTo>
                      <a:lnTo>
                        <a:pt x="96727" y="427"/>
                      </a:lnTo>
                      <a:lnTo>
                        <a:pt x="97132" y="337"/>
                      </a:lnTo>
                      <a:lnTo>
                        <a:pt x="97515" y="247"/>
                      </a:lnTo>
                      <a:lnTo>
                        <a:pt x="97919" y="180"/>
                      </a:lnTo>
                      <a:lnTo>
                        <a:pt x="98302" y="112"/>
                      </a:lnTo>
                      <a:lnTo>
                        <a:pt x="98707" y="67"/>
                      </a:lnTo>
                      <a:lnTo>
                        <a:pt x="99089" y="22"/>
                      </a:lnTo>
                      <a:lnTo>
                        <a:pt x="99494" y="0"/>
                      </a:lnTo>
                      <a:lnTo>
                        <a:pt x="99899" y="0"/>
                      </a:lnTo>
                      <a:lnTo>
                        <a:pt x="100281" y="0"/>
                      </a:lnTo>
                      <a:lnTo>
                        <a:pt x="100685" y="22"/>
                      </a:lnTo>
                      <a:lnTo>
                        <a:pt x="101068" y="67"/>
                      </a:lnTo>
                      <a:lnTo>
                        <a:pt x="101473" y="135"/>
                      </a:lnTo>
                      <a:lnTo>
                        <a:pt x="101855" y="202"/>
                      </a:lnTo>
                      <a:lnTo>
                        <a:pt x="102260" y="292"/>
                      </a:lnTo>
                      <a:lnTo>
                        <a:pt x="102642" y="405"/>
                      </a:lnTo>
                      <a:lnTo>
                        <a:pt x="103047" y="540"/>
                      </a:lnTo>
                      <a:lnTo>
                        <a:pt x="103452" y="697"/>
                      </a:lnTo>
                      <a:lnTo>
                        <a:pt x="103834" y="855"/>
                      </a:lnTo>
                      <a:lnTo>
                        <a:pt x="104239" y="1035"/>
                      </a:lnTo>
                      <a:lnTo>
                        <a:pt x="104621" y="1237"/>
                      </a:lnTo>
                      <a:lnTo>
                        <a:pt x="105026" y="1462"/>
                      </a:lnTo>
                      <a:lnTo>
                        <a:pt x="105408" y="1709"/>
                      </a:lnTo>
                      <a:lnTo>
                        <a:pt x="105813" y="1979"/>
                      </a:lnTo>
                      <a:lnTo>
                        <a:pt x="106196" y="2271"/>
                      </a:lnTo>
                      <a:lnTo>
                        <a:pt x="106600" y="2564"/>
                      </a:lnTo>
                      <a:lnTo>
                        <a:pt x="107005" y="2901"/>
                      </a:lnTo>
                      <a:lnTo>
                        <a:pt x="107388" y="3239"/>
                      </a:lnTo>
                      <a:lnTo>
                        <a:pt x="107792" y="3621"/>
                      </a:lnTo>
                      <a:lnTo>
                        <a:pt x="108175" y="4003"/>
                      </a:lnTo>
                      <a:lnTo>
                        <a:pt x="108579" y="4430"/>
                      </a:lnTo>
                      <a:lnTo>
                        <a:pt x="108962" y="4880"/>
                      </a:lnTo>
                      <a:lnTo>
                        <a:pt x="109367" y="5330"/>
                      </a:lnTo>
                      <a:lnTo>
                        <a:pt x="109749" y="5825"/>
                      </a:lnTo>
                      <a:lnTo>
                        <a:pt x="110154" y="6342"/>
                      </a:lnTo>
                      <a:lnTo>
                        <a:pt x="110559" y="6882"/>
                      </a:lnTo>
                      <a:lnTo>
                        <a:pt x="110941" y="7467"/>
                      </a:lnTo>
                      <a:lnTo>
                        <a:pt x="111345" y="8051"/>
                      </a:lnTo>
                      <a:lnTo>
                        <a:pt x="111728" y="8681"/>
                      </a:lnTo>
                      <a:lnTo>
                        <a:pt x="112133" y="9333"/>
                      </a:lnTo>
                      <a:lnTo>
                        <a:pt x="112515" y="10008"/>
                      </a:lnTo>
                      <a:lnTo>
                        <a:pt x="112920" y="10705"/>
                      </a:lnTo>
                      <a:lnTo>
                        <a:pt x="113325" y="11425"/>
                      </a:lnTo>
                      <a:lnTo>
                        <a:pt x="113707" y="12189"/>
                      </a:lnTo>
                      <a:lnTo>
                        <a:pt x="114112" y="12976"/>
                      </a:lnTo>
                      <a:lnTo>
                        <a:pt x="114494" y="13786"/>
                      </a:lnTo>
                      <a:lnTo>
                        <a:pt x="114899" y="14641"/>
                      </a:lnTo>
                      <a:lnTo>
                        <a:pt x="115281" y="15518"/>
                      </a:lnTo>
                      <a:lnTo>
                        <a:pt x="115686" y="16417"/>
                      </a:lnTo>
                      <a:lnTo>
                        <a:pt x="116068" y="17339"/>
                      </a:lnTo>
                      <a:lnTo>
                        <a:pt x="116473" y="18307"/>
                      </a:lnTo>
                      <a:lnTo>
                        <a:pt x="116878" y="19296"/>
                      </a:lnTo>
                      <a:lnTo>
                        <a:pt x="117260" y="20308"/>
                      </a:lnTo>
                      <a:lnTo>
                        <a:pt x="117665" y="21365"/>
                      </a:lnTo>
                      <a:lnTo>
                        <a:pt x="118048" y="22422"/>
                      </a:lnTo>
                      <a:lnTo>
                        <a:pt x="118452" y="23547"/>
                      </a:lnTo>
                      <a:lnTo>
                        <a:pt x="118835" y="24671"/>
                      </a:lnTo>
                      <a:lnTo>
                        <a:pt x="119239" y="25841"/>
                      </a:lnTo>
                      <a:lnTo>
                        <a:pt x="119622" y="27032"/>
                      </a:lnTo>
                      <a:lnTo>
                        <a:pt x="120027" y="28247"/>
                      </a:lnTo>
                      <a:lnTo>
                        <a:pt x="120431" y="29506"/>
                      </a:lnTo>
                      <a:lnTo>
                        <a:pt x="120814" y="30788"/>
                      </a:lnTo>
                      <a:lnTo>
                        <a:pt x="121219" y="32093"/>
                      </a:lnTo>
                      <a:lnTo>
                        <a:pt x="121601" y="33442"/>
                      </a:lnTo>
                      <a:lnTo>
                        <a:pt x="122006" y="34791"/>
                      </a:lnTo>
                      <a:lnTo>
                        <a:pt x="122388" y="36186"/>
                      </a:lnTo>
                      <a:lnTo>
                        <a:pt x="122793" y="37625"/>
                      </a:lnTo>
                      <a:lnTo>
                        <a:pt x="123175" y="39064"/>
                      </a:lnTo>
                      <a:lnTo>
                        <a:pt x="123580" y="40549"/>
                      </a:lnTo>
                      <a:lnTo>
                        <a:pt x="123985" y="42056"/>
                      </a:lnTo>
                      <a:lnTo>
                        <a:pt x="124367" y="43585"/>
                      </a:lnTo>
                      <a:lnTo>
                        <a:pt x="124772" y="45137"/>
                      </a:lnTo>
                      <a:lnTo>
                        <a:pt x="125154" y="46711"/>
                      </a:lnTo>
                      <a:lnTo>
                        <a:pt x="125559" y="48330"/>
                      </a:lnTo>
                      <a:lnTo>
                        <a:pt x="125942" y="49949"/>
                      </a:lnTo>
                      <a:lnTo>
                        <a:pt x="126346" y="51614"/>
                      </a:lnTo>
                      <a:lnTo>
                        <a:pt x="126751" y="53300"/>
                      </a:lnTo>
                      <a:lnTo>
                        <a:pt x="127133" y="55010"/>
                      </a:lnTo>
                      <a:lnTo>
                        <a:pt x="127538" y="56741"/>
                      </a:lnTo>
                      <a:lnTo>
                        <a:pt x="127920" y="58495"/>
                      </a:lnTo>
                      <a:lnTo>
                        <a:pt x="128325" y="60272"/>
                      </a:lnTo>
                      <a:lnTo>
                        <a:pt x="128708" y="62071"/>
                      </a:lnTo>
                      <a:lnTo>
                        <a:pt x="129113" y="63893"/>
                      </a:lnTo>
                      <a:lnTo>
                        <a:pt x="129495" y="65737"/>
                      </a:lnTo>
                      <a:lnTo>
                        <a:pt x="129899" y="67604"/>
                      </a:lnTo>
                      <a:lnTo>
                        <a:pt x="130305" y="69515"/>
                      </a:lnTo>
                      <a:lnTo>
                        <a:pt x="130687" y="71427"/>
                      </a:lnTo>
                      <a:lnTo>
                        <a:pt x="131091" y="73361"/>
                      </a:lnTo>
                      <a:lnTo>
                        <a:pt x="131474" y="75318"/>
                      </a:lnTo>
                      <a:lnTo>
                        <a:pt x="131879" y="77297"/>
                      </a:lnTo>
                      <a:lnTo>
                        <a:pt x="132261" y="79276"/>
                      </a:lnTo>
                      <a:lnTo>
                        <a:pt x="132666" y="81277"/>
                      </a:lnTo>
                      <a:lnTo>
                        <a:pt x="133048" y="83324"/>
                      </a:lnTo>
                      <a:lnTo>
                        <a:pt x="133453" y="85370"/>
                      </a:lnTo>
                      <a:lnTo>
                        <a:pt x="133858" y="87462"/>
                      </a:lnTo>
                      <a:lnTo>
                        <a:pt x="134240" y="89553"/>
                      </a:lnTo>
                      <a:lnTo>
                        <a:pt x="134645" y="91668"/>
                      </a:lnTo>
                      <a:lnTo>
                        <a:pt x="135027" y="93782"/>
                      </a:lnTo>
                      <a:lnTo>
                        <a:pt x="135432" y="95941"/>
                      </a:lnTo>
                      <a:lnTo>
                        <a:pt x="135814" y="98100"/>
                      </a:lnTo>
                      <a:lnTo>
                        <a:pt x="136219" y="100281"/>
                      </a:lnTo>
                      <a:lnTo>
                        <a:pt x="136602" y="102485"/>
                      </a:lnTo>
                      <a:lnTo>
                        <a:pt x="137006" y="104689"/>
                      </a:lnTo>
                      <a:lnTo>
                        <a:pt x="137411" y="106915"/>
                      </a:lnTo>
                      <a:lnTo>
                        <a:pt x="137793" y="109164"/>
                      </a:lnTo>
                      <a:lnTo>
                        <a:pt x="138198" y="111413"/>
                      </a:lnTo>
                      <a:lnTo>
                        <a:pt x="138581" y="113685"/>
                      </a:lnTo>
                      <a:lnTo>
                        <a:pt x="138985" y="115979"/>
                      </a:lnTo>
                      <a:lnTo>
                        <a:pt x="139368" y="118273"/>
                      </a:lnTo>
                      <a:lnTo>
                        <a:pt x="139773" y="120567"/>
                      </a:lnTo>
                      <a:lnTo>
                        <a:pt x="140155" y="122906"/>
                      </a:lnTo>
                      <a:lnTo>
                        <a:pt x="140560" y="125244"/>
                      </a:lnTo>
                      <a:lnTo>
                        <a:pt x="140965" y="127583"/>
                      </a:lnTo>
                      <a:lnTo>
                        <a:pt x="141347" y="129945"/>
                      </a:lnTo>
                      <a:lnTo>
                        <a:pt x="141751" y="132306"/>
                      </a:lnTo>
                      <a:lnTo>
                        <a:pt x="142134" y="134690"/>
                      </a:lnTo>
                      <a:lnTo>
                        <a:pt x="142539" y="137074"/>
                      </a:lnTo>
                      <a:lnTo>
                        <a:pt x="142921" y="139480"/>
                      </a:lnTo>
                      <a:lnTo>
                        <a:pt x="143326" y="141887"/>
                      </a:lnTo>
                      <a:lnTo>
                        <a:pt x="143731" y="144293"/>
                      </a:lnTo>
                      <a:lnTo>
                        <a:pt x="144113" y="146722"/>
                      </a:lnTo>
                      <a:lnTo>
                        <a:pt x="144518" y="149151"/>
                      </a:lnTo>
                      <a:lnTo>
                        <a:pt x="144900" y="151602"/>
                      </a:lnTo>
                      <a:lnTo>
                        <a:pt x="145305" y="154031"/>
                      </a:lnTo>
                      <a:lnTo>
                        <a:pt x="145687" y="156505"/>
                      </a:lnTo>
                      <a:lnTo>
                        <a:pt x="146092" y="158956"/>
                      </a:lnTo>
                      <a:lnTo>
                        <a:pt x="146474" y="161430"/>
                      </a:lnTo>
                      <a:lnTo>
                        <a:pt x="146879" y="163904"/>
                      </a:lnTo>
                      <a:lnTo>
                        <a:pt x="147284" y="166378"/>
                      </a:lnTo>
                      <a:lnTo>
                        <a:pt x="147666" y="168852"/>
                      </a:lnTo>
                      <a:lnTo>
                        <a:pt x="148071" y="174542"/>
                      </a:lnTo>
                      <a:lnTo>
                        <a:pt x="148453" y="177083"/>
                      </a:lnTo>
                      <a:lnTo>
                        <a:pt x="148858" y="179714"/>
                      </a:lnTo>
                      <a:lnTo>
                        <a:pt x="149241" y="182346"/>
                      </a:lnTo>
                      <a:lnTo>
                        <a:pt x="149645" y="184999"/>
                      </a:lnTo>
                      <a:lnTo>
                        <a:pt x="150028" y="187631"/>
                      </a:lnTo>
                      <a:lnTo>
                        <a:pt x="150433" y="190284"/>
                      </a:lnTo>
                      <a:lnTo>
                        <a:pt x="150837" y="192938"/>
                      </a:lnTo>
                      <a:lnTo>
                        <a:pt x="151220" y="195569"/>
                      </a:lnTo>
                      <a:lnTo>
                        <a:pt x="151625" y="198223"/>
                      </a:lnTo>
                      <a:lnTo>
                        <a:pt x="152007" y="200854"/>
                      </a:lnTo>
                      <a:lnTo>
                        <a:pt x="152411" y="203508"/>
                      </a:lnTo>
                      <a:lnTo>
                        <a:pt x="152794" y="206162"/>
                      </a:lnTo>
                      <a:lnTo>
                        <a:pt x="153199" y="208793"/>
                      </a:lnTo>
                      <a:lnTo>
                        <a:pt x="153581" y="211447"/>
                      </a:lnTo>
                      <a:lnTo>
                        <a:pt x="153986" y="214101"/>
                      </a:lnTo>
                      <a:lnTo>
                        <a:pt x="154391" y="216732"/>
                      </a:lnTo>
                      <a:lnTo>
                        <a:pt x="154773" y="219386"/>
                      </a:lnTo>
                      <a:lnTo>
                        <a:pt x="155178" y="222017"/>
                      </a:lnTo>
                      <a:lnTo>
                        <a:pt x="155560" y="224671"/>
                      </a:lnTo>
                      <a:lnTo>
                        <a:pt x="155965" y="227302"/>
                      </a:lnTo>
                      <a:lnTo>
                        <a:pt x="156347" y="229933"/>
                      </a:lnTo>
                      <a:lnTo>
                        <a:pt x="156752" y="232565"/>
                      </a:lnTo>
                      <a:lnTo>
                        <a:pt x="157157" y="235174"/>
                      </a:lnTo>
                      <a:lnTo>
                        <a:pt x="157539" y="237805"/>
                      </a:lnTo>
                      <a:lnTo>
                        <a:pt x="157944" y="240414"/>
                      </a:lnTo>
                      <a:lnTo>
                        <a:pt x="158326" y="243022"/>
                      </a:lnTo>
                      <a:lnTo>
                        <a:pt x="158731" y="245631"/>
                      </a:lnTo>
                      <a:lnTo>
                        <a:pt x="159114" y="248217"/>
                      </a:lnTo>
                      <a:lnTo>
                        <a:pt x="159518" y="250804"/>
                      </a:lnTo>
                      <a:lnTo>
                        <a:pt x="159901" y="253390"/>
                      </a:lnTo>
                      <a:lnTo>
                        <a:pt x="160305" y="255976"/>
                      </a:lnTo>
                      <a:lnTo>
                        <a:pt x="160710" y="258540"/>
                      </a:lnTo>
                      <a:lnTo>
                        <a:pt x="161093" y="261104"/>
                      </a:lnTo>
                      <a:lnTo>
                        <a:pt x="161497" y="263668"/>
                      </a:lnTo>
                      <a:lnTo>
                        <a:pt x="161880" y="266232"/>
                      </a:lnTo>
                      <a:lnTo>
                        <a:pt x="162285" y="268773"/>
                      </a:lnTo>
                      <a:lnTo>
                        <a:pt x="162667" y="271292"/>
                      </a:lnTo>
                      <a:lnTo>
                        <a:pt x="163071" y="273833"/>
                      </a:lnTo>
                      <a:lnTo>
                        <a:pt x="163454" y="276352"/>
                      </a:lnTo>
                      <a:lnTo>
                        <a:pt x="163859" y="278848"/>
                      </a:lnTo>
                      <a:lnTo>
                        <a:pt x="164263" y="281367"/>
                      </a:lnTo>
                      <a:lnTo>
                        <a:pt x="164624" y="283863"/>
                      </a:lnTo>
                      <a:lnTo>
                        <a:pt x="165028" y="286337"/>
                      </a:lnTo>
                      <a:lnTo>
                        <a:pt x="165433" y="288811"/>
                      </a:lnTo>
                      <a:lnTo>
                        <a:pt x="165816" y="291285"/>
                      </a:lnTo>
                      <a:lnTo>
                        <a:pt x="166198" y="293759"/>
                      </a:lnTo>
                      <a:lnTo>
                        <a:pt x="166602" y="296210"/>
                      </a:lnTo>
                      <a:lnTo>
                        <a:pt x="166985" y="298639"/>
                      </a:lnTo>
                      <a:lnTo>
                        <a:pt x="167390" y="301068"/>
                      </a:lnTo>
                      <a:lnTo>
                        <a:pt x="167794" y="303497"/>
                      </a:lnTo>
                      <a:lnTo>
                        <a:pt x="168177" y="305903"/>
                      </a:lnTo>
                      <a:lnTo>
                        <a:pt x="168582" y="308310"/>
                      </a:lnTo>
                      <a:lnTo>
                        <a:pt x="168964" y="310716"/>
                      </a:lnTo>
                      <a:lnTo>
                        <a:pt x="169369" y="313077"/>
                      </a:lnTo>
                      <a:lnTo>
                        <a:pt x="169751" y="315461"/>
                      </a:lnTo>
                      <a:lnTo>
                        <a:pt x="170156" y="317823"/>
                      </a:lnTo>
                      <a:lnTo>
                        <a:pt x="170538" y="320139"/>
                      </a:lnTo>
                      <a:lnTo>
                        <a:pt x="170943" y="322478"/>
                      </a:lnTo>
                      <a:lnTo>
                        <a:pt x="171348" y="324795"/>
                      </a:lnTo>
                      <a:lnTo>
                        <a:pt x="171730" y="327111"/>
                      </a:lnTo>
                      <a:lnTo>
                        <a:pt x="172135" y="329427"/>
                      </a:lnTo>
                      <a:lnTo>
                        <a:pt x="172518" y="331721"/>
                      </a:lnTo>
                      <a:lnTo>
                        <a:pt x="172922" y="333993"/>
                      </a:lnTo>
                      <a:lnTo>
                        <a:pt x="173304" y="336264"/>
                      </a:lnTo>
                      <a:lnTo>
                        <a:pt x="173710" y="338536"/>
                      </a:lnTo>
                      <a:lnTo>
                        <a:pt x="174114" y="340785"/>
                      </a:lnTo>
                      <a:lnTo>
                        <a:pt x="174496" y="343011"/>
                      </a:lnTo>
                      <a:lnTo>
                        <a:pt x="174901" y="345238"/>
                      </a:lnTo>
                      <a:lnTo>
                        <a:pt x="175284" y="347442"/>
                      </a:lnTo>
                      <a:lnTo>
                        <a:pt x="175688" y="349646"/>
                      </a:lnTo>
                      <a:lnTo>
                        <a:pt x="176070" y="351849"/>
                      </a:lnTo>
                      <a:lnTo>
                        <a:pt x="176476" y="354008"/>
                      </a:lnTo>
                      <a:lnTo>
                        <a:pt x="176858" y="356190"/>
                      </a:lnTo>
                      <a:lnTo>
                        <a:pt x="177263" y="358349"/>
                      </a:lnTo>
                      <a:lnTo>
                        <a:pt x="177668" y="360486"/>
                      </a:lnTo>
                      <a:lnTo>
                        <a:pt x="178050" y="362622"/>
                      </a:lnTo>
                      <a:lnTo>
                        <a:pt x="178455" y="364736"/>
                      </a:lnTo>
                      <a:lnTo>
                        <a:pt x="178837" y="366850"/>
                      </a:lnTo>
                      <a:lnTo>
                        <a:pt x="179242" y="368964"/>
                      </a:lnTo>
                      <a:lnTo>
                        <a:pt x="179624" y="371056"/>
                      </a:lnTo>
                      <a:lnTo>
                        <a:pt x="180029" y="373125"/>
                      </a:lnTo>
                      <a:lnTo>
                        <a:pt x="180411" y="375194"/>
                      </a:lnTo>
                      <a:lnTo>
                        <a:pt x="180816" y="377263"/>
                      </a:lnTo>
                      <a:lnTo>
                        <a:pt x="181221" y="379309"/>
                      </a:lnTo>
                      <a:lnTo>
                        <a:pt x="181603" y="381333"/>
                      </a:lnTo>
                      <a:lnTo>
                        <a:pt x="182008" y="383357"/>
                      </a:lnTo>
                      <a:lnTo>
                        <a:pt x="182390" y="385381"/>
                      </a:lnTo>
                      <a:lnTo>
                        <a:pt x="182795" y="387361"/>
                      </a:lnTo>
                      <a:lnTo>
                        <a:pt x="183178" y="389362"/>
                      </a:lnTo>
                      <a:lnTo>
                        <a:pt x="183582" y="391341"/>
                      </a:lnTo>
                      <a:lnTo>
                        <a:pt x="183964" y="393298"/>
                      </a:lnTo>
                      <a:lnTo>
                        <a:pt x="184370" y="395254"/>
                      </a:lnTo>
                      <a:lnTo>
                        <a:pt x="184774" y="397211"/>
                      </a:lnTo>
                      <a:lnTo>
                        <a:pt x="185156" y="399145"/>
                      </a:lnTo>
                      <a:lnTo>
                        <a:pt x="185561" y="401057"/>
                      </a:lnTo>
                      <a:lnTo>
                        <a:pt x="185944" y="402968"/>
                      </a:lnTo>
                      <a:lnTo>
                        <a:pt x="186348" y="404857"/>
                      </a:lnTo>
                      <a:lnTo>
                        <a:pt x="186731" y="406747"/>
                      </a:lnTo>
                      <a:lnTo>
                        <a:pt x="187136" y="408613"/>
                      </a:lnTo>
                      <a:lnTo>
                        <a:pt x="187540" y="410480"/>
                      </a:lnTo>
                      <a:lnTo>
                        <a:pt x="187923" y="412324"/>
                      </a:lnTo>
                      <a:lnTo>
                        <a:pt x="188328" y="414146"/>
                      </a:lnTo>
                      <a:lnTo>
                        <a:pt x="188710" y="415967"/>
                      </a:lnTo>
                      <a:lnTo>
                        <a:pt x="189115" y="417789"/>
                      </a:lnTo>
                      <a:lnTo>
                        <a:pt x="189497" y="419566"/>
                      </a:lnTo>
                      <a:lnTo>
                        <a:pt x="189902" y="421365"/>
                      </a:lnTo>
                      <a:lnTo>
                        <a:pt x="190284" y="423119"/>
                      </a:lnTo>
                      <a:lnTo>
                        <a:pt x="190689" y="424873"/>
                      </a:lnTo>
                      <a:lnTo>
                        <a:pt x="191094" y="426627"/>
                      </a:lnTo>
                      <a:lnTo>
                        <a:pt x="191476" y="428359"/>
                      </a:lnTo>
                      <a:lnTo>
                        <a:pt x="191881" y="430068"/>
                      </a:lnTo>
                      <a:lnTo>
                        <a:pt x="192263" y="431777"/>
                      </a:lnTo>
                      <a:lnTo>
                        <a:pt x="192668" y="433464"/>
                      </a:lnTo>
                      <a:lnTo>
                        <a:pt x="193050" y="435128"/>
                      </a:lnTo>
                      <a:lnTo>
                        <a:pt x="193455" y="436793"/>
                      </a:lnTo>
                      <a:lnTo>
                        <a:pt x="193838" y="438434"/>
                      </a:lnTo>
                      <a:lnTo>
                        <a:pt x="194242" y="440076"/>
                      </a:lnTo>
                      <a:lnTo>
                        <a:pt x="194647" y="441695"/>
                      </a:lnTo>
                      <a:lnTo>
                        <a:pt x="195030" y="443315"/>
                      </a:lnTo>
                      <a:lnTo>
                        <a:pt x="195434" y="444911"/>
                      </a:lnTo>
                      <a:lnTo>
                        <a:pt x="195816" y="446508"/>
                      </a:lnTo>
                      <a:lnTo>
                        <a:pt x="196222" y="448082"/>
                      </a:lnTo>
                      <a:lnTo>
                        <a:pt x="196604" y="449657"/>
                      </a:lnTo>
                      <a:lnTo>
                        <a:pt x="197008" y="451208"/>
                      </a:lnTo>
                      <a:lnTo>
                        <a:pt x="197391" y="452738"/>
                      </a:lnTo>
                      <a:lnTo>
                        <a:pt x="197796" y="454267"/>
                      </a:lnTo>
                      <a:lnTo>
                        <a:pt x="198200" y="455796"/>
                      </a:lnTo>
                      <a:lnTo>
                        <a:pt x="198583" y="457281"/>
                      </a:lnTo>
                      <a:lnTo>
                        <a:pt x="198988" y="458787"/>
                      </a:lnTo>
                      <a:lnTo>
                        <a:pt x="199370" y="460249"/>
                      </a:lnTo>
                      <a:lnTo>
                        <a:pt x="199775" y="461711"/>
                      </a:lnTo>
                      <a:lnTo>
                        <a:pt x="200157" y="463173"/>
                      </a:lnTo>
                      <a:lnTo>
                        <a:pt x="200562" y="464612"/>
                      </a:lnTo>
                      <a:lnTo>
                        <a:pt x="200944" y="466052"/>
                      </a:lnTo>
                      <a:lnTo>
                        <a:pt x="201349" y="467468"/>
                      </a:lnTo>
                      <a:lnTo>
                        <a:pt x="201754" y="468863"/>
                      </a:lnTo>
                      <a:lnTo>
                        <a:pt x="202136" y="470257"/>
                      </a:lnTo>
                      <a:lnTo>
                        <a:pt x="202541" y="471651"/>
                      </a:lnTo>
                      <a:lnTo>
                        <a:pt x="202923" y="473023"/>
                      </a:lnTo>
                      <a:lnTo>
                        <a:pt x="203328" y="474373"/>
                      </a:lnTo>
                      <a:lnTo>
                        <a:pt x="203710" y="475722"/>
                      </a:lnTo>
                      <a:lnTo>
                        <a:pt x="204115" y="477049"/>
                      </a:lnTo>
                      <a:lnTo>
                        <a:pt x="204520" y="478376"/>
                      </a:lnTo>
                      <a:lnTo>
                        <a:pt x="204902" y="479680"/>
                      </a:lnTo>
                      <a:lnTo>
                        <a:pt x="205307" y="480985"/>
                      </a:lnTo>
                      <a:lnTo>
                        <a:pt x="205690" y="482289"/>
                      </a:lnTo>
                      <a:lnTo>
                        <a:pt x="206094" y="483548"/>
                      </a:lnTo>
                      <a:lnTo>
                        <a:pt x="206476" y="484830"/>
                      </a:lnTo>
                      <a:lnTo>
                        <a:pt x="206882" y="486090"/>
                      </a:lnTo>
                      <a:lnTo>
                        <a:pt x="207264" y="487349"/>
                      </a:lnTo>
                      <a:lnTo>
                        <a:pt x="207668" y="488586"/>
                      </a:lnTo>
                      <a:lnTo>
                        <a:pt x="208073" y="489801"/>
                      </a:lnTo>
                      <a:lnTo>
                        <a:pt x="208456" y="491037"/>
                      </a:lnTo>
                      <a:lnTo>
                        <a:pt x="208860" y="492252"/>
                      </a:lnTo>
                      <a:lnTo>
                        <a:pt x="209243" y="493444"/>
                      </a:lnTo>
                      <a:lnTo>
                        <a:pt x="209648" y="494636"/>
                      </a:lnTo>
                      <a:lnTo>
                        <a:pt x="210030" y="495805"/>
                      </a:lnTo>
                      <a:lnTo>
                        <a:pt x="210435" y="496975"/>
                      </a:lnTo>
                      <a:lnTo>
                        <a:pt x="210817" y="498144"/>
                      </a:lnTo>
                      <a:lnTo>
                        <a:pt x="211222" y="499291"/>
                      </a:lnTo>
                      <a:lnTo>
                        <a:pt x="211627" y="500438"/>
                      </a:lnTo>
                      <a:lnTo>
                        <a:pt x="212009" y="501563"/>
                      </a:lnTo>
                      <a:lnTo>
                        <a:pt x="212414" y="502687"/>
                      </a:lnTo>
                      <a:lnTo>
                        <a:pt x="212796" y="503789"/>
                      </a:lnTo>
                      <a:lnTo>
                        <a:pt x="213201" y="504914"/>
                      </a:lnTo>
                      <a:lnTo>
                        <a:pt x="213584" y="505993"/>
                      </a:lnTo>
                      <a:lnTo>
                        <a:pt x="213988" y="507095"/>
                      </a:lnTo>
                      <a:lnTo>
                        <a:pt x="214370" y="508152"/>
                      </a:lnTo>
                      <a:lnTo>
                        <a:pt x="214776" y="509232"/>
                      </a:lnTo>
                      <a:lnTo>
                        <a:pt x="215180" y="510289"/>
                      </a:lnTo>
                      <a:lnTo>
                        <a:pt x="215562" y="511323"/>
                      </a:lnTo>
                      <a:lnTo>
                        <a:pt x="215967" y="512358"/>
                      </a:lnTo>
                      <a:lnTo>
                        <a:pt x="216350" y="513392"/>
                      </a:lnTo>
                      <a:lnTo>
                        <a:pt x="216754" y="514404"/>
                      </a:lnTo>
                      <a:lnTo>
                        <a:pt x="217136" y="515416"/>
                      </a:lnTo>
                      <a:lnTo>
                        <a:pt x="217542" y="516406"/>
                      </a:lnTo>
                      <a:lnTo>
                        <a:pt x="217946" y="517373"/>
                      </a:lnTo>
                      <a:lnTo>
                        <a:pt x="218329" y="518340"/>
                      </a:lnTo>
                      <a:lnTo>
                        <a:pt x="218733" y="519307"/>
                      </a:lnTo>
                      <a:lnTo>
                        <a:pt x="219116" y="520251"/>
                      </a:lnTo>
                      <a:lnTo>
                        <a:pt x="219521" y="521196"/>
                      </a:lnTo>
                      <a:lnTo>
                        <a:pt x="219903" y="522141"/>
                      </a:lnTo>
                      <a:lnTo>
                        <a:pt x="220308" y="523040"/>
                      </a:lnTo>
                      <a:lnTo>
                        <a:pt x="220690" y="523962"/>
                      </a:lnTo>
                      <a:lnTo>
                        <a:pt x="221095" y="524862"/>
                      </a:lnTo>
                      <a:lnTo>
                        <a:pt x="221500" y="525739"/>
                      </a:lnTo>
                      <a:lnTo>
                        <a:pt x="221882" y="526639"/>
                      </a:lnTo>
                      <a:lnTo>
                        <a:pt x="222287" y="527493"/>
                      </a:lnTo>
                      <a:lnTo>
                        <a:pt x="222669" y="528370"/>
                      </a:lnTo>
                      <a:lnTo>
                        <a:pt x="223074" y="529225"/>
                      </a:lnTo>
                      <a:lnTo>
                        <a:pt x="223456" y="530057"/>
                      </a:lnTo>
                      <a:lnTo>
                        <a:pt x="223861" y="530889"/>
                      </a:lnTo>
                      <a:lnTo>
                        <a:pt x="224244" y="531721"/>
                      </a:lnTo>
                      <a:lnTo>
                        <a:pt x="224648" y="532553"/>
                      </a:lnTo>
                      <a:lnTo>
                        <a:pt x="225053" y="533363"/>
                      </a:lnTo>
                      <a:lnTo>
                        <a:pt x="225436" y="534150"/>
                      </a:lnTo>
                      <a:lnTo>
                        <a:pt x="225840" y="534960"/>
                      </a:lnTo>
                      <a:lnTo>
                        <a:pt x="226222" y="535747"/>
                      </a:lnTo>
                      <a:lnTo>
                        <a:pt x="226627" y="536511"/>
                      </a:lnTo>
                      <a:lnTo>
                        <a:pt x="227010" y="537276"/>
                      </a:lnTo>
                      <a:lnTo>
                        <a:pt x="227414" y="538041"/>
                      </a:lnTo>
                      <a:lnTo>
                        <a:pt x="227797" y="538805"/>
                      </a:lnTo>
                      <a:lnTo>
                        <a:pt x="228202" y="539548"/>
                      </a:lnTo>
                      <a:lnTo>
                        <a:pt x="228606" y="540267"/>
                      </a:lnTo>
                      <a:lnTo>
                        <a:pt x="228989" y="541009"/>
                      </a:lnTo>
                      <a:lnTo>
                        <a:pt x="229394" y="541729"/>
                      </a:lnTo>
                      <a:lnTo>
                        <a:pt x="229776" y="542426"/>
                      </a:lnTo>
                      <a:lnTo>
                        <a:pt x="230181" y="543123"/>
                      </a:lnTo>
                      <a:lnTo>
                        <a:pt x="230563" y="543821"/>
                      </a:lnTo>
                      <a:lnTo>
                        <a:pt x="230968" y="544518"/>
                      </a:lnTo>
                      <a:lnTo>
                        <a:pt x="231350" y="545192"/>
                      </a:lnTo>
                      <a:lnTo>
                        <a:pt x="231755" y="545845"/>
                      </a:lnTo>
                      <a:lnTo>
                        <a:pt x="232160" y="546519"/>
                      </a:lnTo>
                      <a:lnTo>
                        <a:pt x="232542" y="547171"/>
                      </a:lnTo>
                      <a:lnTo>
                        <a:pt x="232947" y="547824"/>
                      </a:lnTo>
                      <a:lnTo>
                        <a:pt x="233329" y="548453"/>
                      </a:lnTo>
                      <a:lnTo>
                        <a:pt x="233734" y="549106"/>
                      </a:lnTo>
                      <a:lnTo>
                        <a:pt x="234116" y="549735"/>
                      </a:lnTo>
                      <a:lnTo>
                        <a:pt x="234521" y="550343"/>
                      </a:lnTo>
                      <a:lnTo>
                        <a:pt x="234926" y="550972"/>
                      </a:lnTo>
                      <a:lnTo>
                        <a:pt x="235308" y="551579"/>
                      </a:lnTo>
                      <a:lnTo>
                        <a:pt x="235713" y="552164"/>
                      </a:lnTo>
                      <a:lnTo>
                        <a:pt x="236096" y="552771"/>
                      </a:lnTo>
                      <a:lnTo>
                        <a:pt x="236500" y="553356"/>
                      </a:lnTo>
                      <a:lnTo>
                        <a:pt x="236882" y="553941"/>
                      </a:lnTo>
                      <a:lnTo>
                        <a:pt x="237287" y="554503"/>
                      </a:lnTo>
                      <a:lnTo>
                        <a:pt x="237670" y="555065"/>
                      </a:lnTo>
                      <a:lnTo>
                        <a:pt x="238074" y="555628"/>
                      </a:lnTo>
                      <a:lnTo>
                        <a:pt x="238479" y="556190"/>
                      </a:lnTo>
                      <a:lnTo>
                        <a:pt x="238862" y="556730"/>
                      </a:lnTo>
                      <a:lnTo>
                        <a:pt x="239266" y="557269"/>
                      </a:lnTo>
                      <a:lnTo>
                        <a:pt x="239649" y="557764"/>
                      </a:lnTo>
                      <a:lnTo>
                        <a:pt x="240054" y="558304"/>
                      </a:lnTo>
                      <a:lnTo>
                        <a:pt x="240436" y="558821"/>
                      </a:lnTo>
                      <a:lnTo>
                        <a:pt x="240841" y="559316"/>
                      </a:lnTo>
                      <a:lnTo>
                        <a:pt x="241223" y="559833"/>
                      </a:lnTo>
                      <a:lnTo>
                        <a:pt x="241628" y="560328"/>
                      </a:lnTo>
                      <a:lnTo>
                        <a:pt x="242033" y="560823"/>
                      </a:lnTo>
                      <a:lnTo>
                        <a:pt x="242415" y="561295"/>
                      </a:lnTo>
                      <a:lnTo>
                        <a:pt x="242820" y="561767"/>
                      </a:lnTo>
                      <a:lnTo>
                        <a:pt x="243202" y="562240"/>
                      </a:lnTo>
                      <a:lnTo>
                        <a:pt x="243607" y="562689"/>
                      </a:lnTo>
                      <a:lnTo>
                        <a:pt x="243989" y="563139"/>
                      </a:lnTo>
                      <a:lnTo>
                        <a:pt x="244394" y="563589"/>
                      </a:lnTo>
                      <a:lnTo>
                        <a:pt x="244776" y="564039"/>
                      </a:lnTo>
                      <a:lnTo>
                        <a:pt x="245181" y="564466"/>
                      </a:lnTo>
                      <a:lnTo>
                        <a:pt x="245586" y="564893"/>
                      </a:lnTo>
                      <a:lnTo>
                        <a:pt x="245968" y="565298"/>
                      </a:lnTo>
                      <a:lnTo>
                        <a:pt x="246373" y="565703"/>
                      </a:lnTo>
                      <a:lnTo>
                        <a:pt x="246756" y="566108"/>
                      </a:lnTo>
                      <a:lnTo>
                        <a:pt x="247160" y="566490"/>
                      </a:lnTo>
                      <a:lnTo>
                        <a:pt x="247542" y="566872"/>
                      </a:lnTo>
                      <a:lnTo>
                        <a:pt x="247948" y="567255"/>
                      </a:lnTo>
                      <a:lnTo>
                        <a:pt x="248352" y="567637"/>
                      </a:lnTo>
                      <a:lnTo>
                        <a:pt x="248734" y="567997"/>
                      </a:lnTo>
                      <a:lnTo>
                        <a:pt x="249139" y="568357"/>
                      </a:lnTo>
                      <a:lnTo>
                        <a:pt x="249522" y="568694"/>
                      </a:lnTo>
                      <a:lnTo>
                        <a:pt x="249926" y="569031"/>
                      </a:lnTo>
                      <a:lnTo>
                        <a:pt x="250309" y="569369"/>
                      </a:lnTo>
                      <a:lnTo>
                        <a:pt x="250714" y="569706"/>
                      </a:lnTo>
                      <a:lnTo>
                        <a:pt x="251096" y="570021"/>
                      </a:lnTo>
                      <a:lnTo>
                        <a:pt x="251501" y="570336"/>
                      </a:lnTo>
                      <a:lnTo>
                        <a:pt x="251905" y="570651"/>
                      </a:lnTo>
                      <a:lnTo>
                        <a:pt x="252288" y="570943"/>
                      </a:lnTo>
                      <a:lnTo>
                        <a:pt x="252693" y="571258"/>
                      </a:lnTo>
                      <a:lnTo>
                        <a:pt x="253075" y="571528"/>
                      </a:lnTo>
                      <a:lnTo>
                        <a:pt x="253480" y="571820"/>
                      </a:lnTo>
                      <a:lnTo>
                        <a:pt x="253862" y="572090"/>
                      </a:lnTo>
                      <a:lnTo>
                        <a:pt x="254267" y="572360"/>
                      </a:lnTo>
                      <a:lnTo>
                        <a:pt x="254650" y="572607"/>
                      </a:lnTo>
                      <a:lnTo>
                        <a:pt x="255054" y="572877"/>
                      </a:lnTo>
                      <a:lnTo>
                        <a:pt x="255459" y="573102"/>
                      </a:lnTo>
                      <a:lnTo>
                        <a:pt x="255841" y="573349"/>
                      </a:lnTo>
                      <a:lnTo>
                        <a:pt x="256246" y="573574"/>
                      </a:lnTo>
                      <a:lnTo>
                        <a:pt x="256628" y="573799"/>
                      </a:lnTo>
                      <a:lnTo>
                        <a:pt x="257033" y="574024"/>
                      </a:lnTo>
                      <a:lnTo>
                        <a:pt x="257416" y="574226"/>
                      </a:lnTo>
                      <a:lnTo>
                        <a:pt x="257820" y="574429"/>
                      </a:lnTo>
                      <a:lnTo>
                        <a:pt x="258202" y="574631"/>
                      </a:lnTo>
                      <a:lnTo>
                        <a:pt x="258608" y="574811"/>
                      </a:lnTo>
                      <a:lnTo>
                        <a:pt x="259012" y="574991"/>
                      </a:lnTo>
                      <a:lnTo>
                        <a:pt x="259395" y="575171"/>
                      </a:lnTo>
                      <a:lnTo>
                        <a:pt x="259799" y="575328"/>
                      </a:lnTo>
                      <a:lnTo>
                        <a:pt x="260182" y="575508"/>
                      </a:lnTo>
                      <a:lnTo>
                        <a:pt x="260587" y="575643"/>
                      </a:lnTo>
                      <a:lnTo>
                        <a:pt x="260969" y="575801"/>
                      </a:lnTo>
                      <a:lnTo>
                        <a:pt x="261374" y="575936"/>
                      </a:lnTo>
                      <a:lnTo>
                        <a:pt x="261756" y="576071"/>
                      </a:lnTo>
                      <a:lnTo>
                        <a:pt x="262161" y="576206"/>
                      </a:lnTo>
                      <a:lnTo>
                        <a:pt x="262566" y="576318"/>
                      </a:lnTo>
                      <a:lnTo>
                        <a:pt x="262948" y="576430"/>
                      </a:lnTo>
                      <a:lnTo>
                        <a:pt x="263353" y="576543"/>
                      </a:lnTo>
                      <a:lnTo>
                        <a:pt x="263735" y="576633"/>
                      </a:lnTo>
                      <a:lnTo>
                        <a:pt x="264140" y="576723"/>
                      </a:lnTo>
                      <a:lnTo>
                        <a:pt x="264522" y="576813"/>
                      </a:lnTo>
                      <a:lnTo>
                        <a:pt x="264927" y="576880"/>
                      </a:lnTo>
                      <a:lnTo>
                        <a:pt x="265332" y="576970"/>
                      </a:lnTo>
                      <a:lnTo>
                        <a:pt x="265714" y="577015"/>
                      </a:lnTo>
                      <a:lnTo>
                        <a:pt x="266119" y="577083"/>
                      </a:lnTo>
                      <a:lnTo>
                        <a:pt x="266502" y="577128"/>
                      </a:lnTo>
                      <a:lnTo>
                        <a:pt x="266906" y="577173"/>
                      </a:lnTo>
                      <a:lnTo>
                        <a:pt x="267288" y="577218"/>
                      </a:lnTo>
                      <a:lnTo>
                        <a:pt x="267693" y="577240"/>
                      </a:lnTo>
                      <a:lnTo>
                        <a:pt x="268076" y="577263"/>
                      </a:lnTo>
                      <a:lnTo>
                        <a:pt x="268480" y="577285"/>
                      </a:lnTo>
                      <a:lnTo>
                        <a:pt x="268885" y="577308"/>
                      </a:lnTo>
                      <a:lnTo>
                        <a:pt x="269268" y="577308"/>
                      </a:lnTo>
                      <a:lnTo>
                        <a:pt x="269672" y="577308"/>
                      </a:lnTo>
                      <a:lnTo>
                        <a:pt x="270055" y="577308"/>
                      </a:lnTo>
                      <a:lnTo>
                        <a:pt x="270459" y="577308"/>
                      </a:lnTo>
                      <a:lnTo>
                        <a:pt x="270842" y="577285"/>
                      </a:lnTo>
                      <a:lnTo>
                        <a:pt x="271247" y="577263"/>
                      </a:lnTo>
                      <a:lnTo>
                        <a:pt x="271629" y="577240"/>
                      </a:lnTo>
                      <a:lnTo>
                        <a:pt x="272034" y="577218"/>
                      </a:lnTo>
                      <a:lnTo>
                        <a:pt x="272439" y="577173"/>
                      </a:lnTo>
                      <a:lnTo>
                        <a:pt x="272821" y="577150"/>
                      </a:lnTo>
                      <a:lnTo>
                        <a:pt x="273226" y="577105"/>
                      </a:lnTo>
                      <a:lnTo>
                        <a:pt x="273608" y="577038"/>
                      </a:lnTo>
                      <a:lnTo>
                        <a:pt x="274013" y="576993"/>
                      </a:lnTo>
                      <a:lnTo>
                        <a:pt x="274395" y="576925"/>
                      </a:lnTo>
                      <a:lnTo>
                        <a:pt x="274800" y="576880"/>
                      </a:lnTo>
                      <a:lnTo>
                        <a:pt x="275182" y="576813"/>
                      </a:lnTo>
                      <a:lnTo>
                        <a:pt x="275587" y="576723"/>
                      </a:lnTo>
                      <a:lnTo>
                        <a:pt x="275992" y="576655"/>
                      </a:lnTo>
                      <a:lnTo>
                        <a:pt x="276374" y="576588"/>
                      </a:lnTo>
                      <a:lnTo>
                        <a:pt x="276779" y="576498"/>
                      </a:lnTo>
                      <a:lnTo>
                        <a:pt x="277162" y="576430"/>
                      </a:lnTo>
                      <a:lnTo>
                        <a:pt x="277566" y="576340"/>
                      </a:lnTo>
                      <a:lnTo>
                        <a:pt x="277948" y="576251"/>
                      </a:lnTo>
                      <a:lnTo>
                        <a:pt x="278353" y="576161"/>
                      </a:lnTo>
                      <a:lnTo>
                        <a:pt x="278758" y="576071"/>
                      </a:lnTo>
                      <a:lnTo>
                        <a:pt x="279140" y="575958"/>
                      </a:lnTo>
                      <a:lnTo>
                        <a:pt x="279545" y="575868"/>
                      </a:lnTo>
                      <a:lnTo>
                        <a:pt x="279928" y="575756"/>
                      </a:lnTo>
                      <a:lnTo>
                        <a:pt x="280332" y="575643"/>
                      </a:lnTo>
                      <a:lnTo>
                        <a:pt x="280715" y="575531"/>
                      </a:lnTo>
                      <a:lnTo>
                        <a:pt x="281120" y="575396"/>
                      </a:lnTo>
                      <a:lnTo>
                        <a:pt x="281502" y="575261"/>
                      </a:lnTo>
                      <a:lnTo>
                        <a:pt x="281907" y="575149"/>
                      </a:lnTo>
                      <a:lnTo>
                        <a:pt x="282311" y="575014"/>
                      </a:lnTo>
                      <a:lnTo>
                        <a:pt x="282694" y="574856"/>
                      </a:lnTo>
                      <a:lnTo>
                        <a:pt x="283076" y="574721"/>
                      </a:lnTo>
                      <a:lnTo>
                        <a:pt x="283481" y="574564"/>
                      </a:lnTo>
                      <a:lnTo>
                        <a:pt x="283886" y="574429"/>
                      </a:lnTo>
                      <a:lnTo>
                        <a:pt x="284246" y="574271"/>
                      </a:lnTo>
                      <a:lnTo>
                        <a:pt x="284673" y="574114"/>
                      </a:lnTo>
                      <a:lnTo>
                        <a:pt x="285033" y="573934"/>
                      </a:lnTo>
                      <a:lnTo>
                        <a:pt x="285438" y="573777"/>
                      </a:lnTo>
                      <a:lnTo>
                        <a:pt x="285842" y="573597"/>
                      </a:lnTo>
                      <a:lnTo>
                        <a:pt x="286224" y="573439"/>
                      </a:lnTo>
                      <a:lnTo>
                        <a:pt x="286630" y="573259"/>
                      </a:lnTo>
                      <a:lnTo>
                        <a:pt x="287012" y="573057"/>
                      </a:lnTo>
                      <a:lnTo>
                        <a:pt x="287416" y="572877"/>
                      </a:lnTo>
                      <a:lnTo>
                        <a:pt x="287799" y="572675"/>
                      </a:lnTo>
                      <a:lnTo>
                        <a:pt x="288204" y="572495"/>
                      </a:lnTo>
                      <a:lnTo>
                        <a:pt x="288586" y="572292"/>
                      </a:lnTo>
                      <a:lnTo>
                        <a:pt x="288991" y="572090"/>
                      </a:lnTo>
                      <a:lnTo>
                        <a:pt x="289396" y="571888"/>
                      </a:lnTo>
                      <a:lnTo>
                        <a:pt x="289778" y="571685"/>
                      </a:lnTo>
                      <a:lnTo>
                        <a:pt x="290183" y="571460"/>
                      </a:lnTo>
                      <a:lnTo>
                        <a:pt x="290565" y="571258"/>
                      </a:lnTo>
                      <a:lnTo>
                        <a:pt x="290970" y="571033"/>
                      </a:lnTo>
                      <a:lnTo>
                        <a:pt x="291352" y="570831"/>
                      </a:lnTo>
                      <a:lnTo>
                        <a:pt x="291757" y="570606"/>
                      </a:lnTo>
                      <a:lnTo>
                        <a:pt x="292139" y="570381"/>
                      </a:lnTo>
                      <a:lnTo>
                        <a:pt x="292544" y="570156"/>
                      </a:lnTo>
                      <a:lnTo>
                        <a:pt x="292949" y="569931"/>
                      </a:lnTo>
                      <a:lnTo>
                        <a:pt x="293331" y="569684"/>
                      </a:lnTo>
                      <a:lnTo>
                        <a:pt x="293736" y="569459"/>
                      </a:lnTo>
                      <a:lnTo>
                        <a:pt x="294118" y="569211"/>
                      </a:lnTo>
                      <a:lnTo>
                        <a:pt x="294524" y="568964"/>
                      </a:lnTo>
                      <a:lnTo>
                        <a:pt x="294906" y="568717"/>
                      </a:lnTo>
                      <a:lnTo>
                        <a:pt x="295310" y="568469"/>
                      </a:lnTo>
                      <a:lnTo>
                        <a:pt x="295716" y="568222"/>
                      </a:lnTo>
                      <a:lnTo>
                        <a:pt x="296098" y="568874"/>
                      </a:lnTo>
                      <a:lnTo>
                        <a:pt x="296502" y="569953"/>
                      </a:lnTo>
                      <a:lnTo>
                        <a:pt x="296884" y="569706"/>
                      </a:lnTo>
                      <a:lnTo>
                        <a:pt x="297290" y="569481"/>
                      </a:lnTo>
                      <a:lnTo>
                        <a:pt x="297672" y="569234"/>
                      </a:lnTo>
                      <a:lnTo>
                        <a:pt x="298076" y="569009"/>
                      </a:lnTo>
                      <a:lnTo>
                        <a:pt x="298459" y="568761"/>
                      </a:lnTo>
                      <a:lnTo>
                        <a:pt x="298864" y="568514"/>
                      </a:lnTo>
                      <a:lnTo>
                        <a:pt x="299269" y="568267"/>
                      </a:lnTo>
                      <a:lnTo>
                        <a:pt x="299651" y="568019"/>
                      </a:lnTo>
                      <a:lnTo>
                        <a:pt x="300056" y="567772"/>
                      </a:lnTo>
                      <a:lnTo>
                        <a:pt x="300438" y="567502"/>
                      </a:lnTo>
                      <a:lnTo>
                        <a:pt x="300843" y="567255"/>
                      </a:lnTo>
                      <a:lnTo>
                        <a:pt x="301225" y="566985"/>
                      </a:lnTo>
                      <a:lnTo>
                        <a:pt x="301630" y="566737"/>
                      </a:lnTo>
                      <a:lnTo>
                        <a:pt x="302012" y="566468"/>
                      </a:lnTo>
                      <a:lnTo>
                        <a:pt x="302417" y="566198"/>
                      </a:lnTo>
                      <a:lnTo>
                        <a:pt x="302822" y="565928"/>
                      </a:lnTo>
                      <a:lnTo>
                        <a:pt x="303204" y="565658"/>
                      </a:lnTo>
                      <a:lnTo>
                        <a:pt x="303609" y="565388"/>
                      </a:lnTo>
                      <a:lnTo>
                        <a:pt x="303992" y="565118"/>
                      </a:lnTo>
                      <a:lnTo>
                        <a:pt x="304396" y="564826"/>
                      </a:lnTo>
                      <a:lnTo>
                        <a:pt x="304778" y="564556"/>
                      </a:lnTo>
                      <a:lnTo>
                        <a:pt x="305184" y="564264"/>
                      </a:lnTo>
                      <a:lnTo>
                        <a:pt x="305566" y="563994"/>
                      </a:lnTo>
                      <a:lnTo>
                        <a:pt x="305970" y="563701"/>
                      </a:lnTo>
                      <a:lnTo>
                        <a:pt x="306376" y="563431"/>
                      </a:lnTo>
                      <a:lnTo>
                        <a:pt x="306758" y="563139"/>
                      </a:lnTo>
                      <a:lnTo>
                        <a:pt x="307162" y="562847"/>
                      </a:lnTo>
                      <a:lnTo>
                        <a:pt x="307545" y="562554"/>
                      </a:lnTo>
                      <a:lnTo>
                        <a:pt x="307950" y="562262"/>
                      </a:lnTo>
                      <a:lnTo>
                        <a:pt x="308332" y="561970"/>
                      </a:lnTo>
                      <a:lnTo>
                        <a:pt x="308737" y="561677"/>
                      </a:lnTo>
                      <a:lnTo>
                        <a:pt x="309142" y="561362"/>
                      </a:lnTo>
                      <a:lnTo>
                        <a:pt x="309524" y="561048"/>
                      </a:lnTo>
                      <a:lnTo>
                        <a:pt x="309929" y="560755"/>
                      </a:lnTo>
                      <a:lnTo>
                        <a:pt x="310311" y="560440"/>
                      </a:lnTo>
                      <a:lnTo>
                        <a:pt x="310716" y="560125"/>
                      </a:lnTo>
                      <a:lnTo>
                        <a:pt x="311098" y="559811"/>
                      </a:lnTo>
                      <a:lnTo>
                        <a:pt x="311503" y="559496"/>
                      </a:lnTo>
                      <a:lnTo>
                        <a:pt x="311885" y="559181"/>
                      </a:lnTo>
                      <a:lnTo>
                        <a:pt x="312290" y="558866"/>
                      </a:lnTo>
                      <a:lnTo>
                        <a:pt x="312695" y="558551"/>
                      </a:lnTo>
                      <a:lnTo>
                        <a:pt x="313077" y="558236"/>
                      </a:lnTo>
                      <a:lnTo>
                        <a:pt x="313482" y="557899"/>
                      </a:lnTo>
                      <a:lnTo>
                        <a:pt x="313864" y="557584"/>
                      </a:lnTo>
                      <a:lnTo>
                        <a:pt x="314269" y="557269"/>
                      </a:lnTo>
                      <a:lnTo>
                        <a:pt x="314652" y="556954"/>
                      </a:lnTo>
                      <a:lnTo>
                        <a:pt x="315056" y="556617"/>
                      </a:lnTo>
                      <a:lnTo>
                        <a:pt x="315438" y="556302"/>
                      </a:lnTo>
                      <a:lnTo>
                        <a:pt x="315844" y="555965"/>
                      </a:lnTo>
                      <a:lnTo>
                        <a:pt x="316248" y="555650"/>
                      </a:lnTo>
                      <a:lnTo>
                        <a:pt x="316630" y="555313"/>
                      </a:lnTo>
                      <a:lnTo>
                        <a:pt x="317036" y="554975"/>
                      </a:lnTo>
                      <a:lnTo>
                        <a:pt x="317418" y="554661"/>
                      </a:lnTo>
                      <a:lnTo>
                        <a:pt x="317822" y="554323"/>
                      </a:lnTo>
                      <a:lnTo>
                        <a:pt x="318205" y="553986"/>
                      </a:lnTo>
                      <a:lnTo>
                        <a:pt x="318610" y="553648"/>
                      </a:lnTo>
                      <a:lnTo>
                        <a:pt x="318992" y="553334"/>
                      </a:lnTo>
                      <a:lnTo>
                        <a:pt x="319397" y="552996"/>
                      </a:lnTo>
                      <a:lnTo>
                        <a:pt x="319802" y="552659"/>
                      </a:lnTo>
                      <a:lnTo>
                        <a:pt x="320184" y="552322"/>
                      </a:lnTo>
                      <a:lnTo>
                        <a:pt x="320589" y="551984"/>
                      </a:lnTo>
                      <a:lnTo>
                        <a:pt x="320971" y="551647"/>
                      </a:lnTo>
                      <a:lnTo>
                        <a:pt x="321376" y="551310"/>
                      </a:lnTo>
                      <a:lnTo>
                        <a:pt x="321758" y="550972"/>
                      </a:lnTo>
                      <a:lnTo>
                        <a:pt x="322163" y="550635"/>
                      </a:lnTo>
                      <a:lnTo>
                        <a:pt x="322545" y="550298"/>
                      </a:lnTo>
                      <a:lnTo>
                        <a:pt x="322950" y="549938"/>
                      </a:lnTo>
                      <a:lnTo>
                        <a:pt x="323355" y="549600"/>
                      </a:lnTo>
                      <a:lnTo>
                        <a:pt x="323737" y="549263"/>
                      </a:lnTo>
                      <a:lnTo>
                        <a:pt x="324142" y="548903"/>
                      </a:lnTo>
                      <a:lnTo>
                        <a:pt x="324524" y="548566"/>
                      </a:lnTo>
                      <a:lnTo>
                        <a:pt x="324929" y="548206"/>
                      </a:lnTo>
                      <a:lnTo>
                        <a:pt x="325312" y="547869"/>
                      </a:lnTo>
                      <a:lnTo>
                        <a:pt x="325716" y="547509"/>
                      </a:lnTo>
                      <a:lnTo>
                        <a:pt x="326121" y="547149"/>
                      </a:lnTo>
                      <a:lnTo>
                        <a:pt x="326504" y="546812"/>
                      </a:lnTo>
                      <a:lnTo>
                        <a:pt x="326908" y="546452"/>
                      </a:lnTo>
                      <a:lnTo>
                        <a:pt x="327290" y="546092"/>
                      </a:lnTo>
                      <a:lnTo>
                        <a:pt x="327696" y="545732"/>
                      </a:lnTo>
                      <a:lnTo>
                        <a:pt x="328078" y="545372"/>
                      </a:lnTo>
                      <a:lnTo>
                        <a:pt x="328482" y="545035"/>
                      </a:lnTo>
                      <a:lnTo>
                        <a:pt x="328865" y="544675"/>
                      </a:lnTo>
                      <a:lnTo>
                        <a:pt x="329270" y="544315"/>
                      </a:lnTo>
                      <a:lnTo>
                        <a:pt x="329674" y="543955"/>
                      </a:lnTo>
                      <a:lnTo>
                        <a:pt x="330057" y="543596"/>
                      </a:lnTo>
                      <a:lnTo>
                        <a:pt x="330462" y="543236"/>
                      </a:lnTo>
                      <a:lnTo>
                        <a:pt x="330844" y="542876"/>
                      </a:lnTo>
                      <a:lnTo>
                        <a:pt x="331249" y="542516"/>
                      </a:lnTo>
                      <a:lnTo>
                        <a:pt x="331631" y="542156"/>
                      </a:lnTo>
                      <a:lnTo>
                        <a:pt x="332036" y="541774"/>
                      </a:lnTo>
                      <a:lnTo>
                        <a:pt x="332418" y="541414"/>
                      </a:lnTo>
                      <a:lnTo>
                        <a:pt x="332823" y="541054"/>
                      </a:lnTo>
                      <a:lnTo>
                        <a:pt x="333228" y="540695"/>
                      </a:lnTo>
                      <a:lnTo>
                        <a:pt x="333610" y="540335"/>
                      </a:lnTo>
                      <a:lnTo>
                        <a:pt x="334015" y="539975"/>
                      </a:lnTo>
                      <a:lnTo>
                        <a:pt x="334397" y="539592"/>
                      </a:lnTo>
                      <a:lnTo>
                        <a:pt x="334802" y="539233"/>
                      </a:lnTo>
                      <a:lnTo>
                        <a:pt x="335184" y="538850"/>
                      </a:lnTo>
                      <a:lnTo>
                        <a:pt x="335590" y="538491"/>
                      </a:lnTo>
                      <a:lnTo>
                        <a:pt x="335972" y="538131"/>
                      </a:lnTo>
                      <a:lnTo>
                        <a:pt x="336376" y="537748"/>
                      </a:lnTo>
                      <a:lnTo>
                        <a:pt x="336782" y="537389"/>
                      </a:lnTo>
                      <a:lnTo>
                        <a:pt x="337164" y="537006"/>
                      </a:lnTo>
                      <a:lnTo>
                        <a:pt x="337568" y="536646"/>
                      </a:lnTo>
                      <a:lnTo>
                        <a:pt x="337950" y="536264"/>
                      </a:lnTo>
                      <a:lnTo>
                        <a:pt x="338356" y="535904"/>
                      </a:lnTo>
                      <a:lnTo>
                        <a:pt x="338738" y="535522"/>
                      </a:lnTo>
                      <a:lnTo>
                        <a:pt x="339142" y="535162"/>
                      </a:lnTo>
                      <a:lnTo>
                        <a:pt x="339548" y="534780"/>
                      </a:lnTo>
                      <a:lnTo>
                        <a:pt x="339930" y="534420"/>
                      </a:lnTo>
                      <a:lnTo>
                        <a:pt x="340335" y="534038"/>
                      </a:lnTo>
                      <a:lnTo>
                        <a:pt x="340717" y="533678"/>
                      </a:lnTo>
                      <a:lnTo>
                        <a:pt x="341122" y="533318"/>
                      </a:lnTo>
                      <a:lnTo>
                        <a:pt x="341504" y="532936"/>
                      </a:lnTo>
                      <a:lnTo>
                        <a:pt x="341909" y="532576"/>
                      </a:lnTo>
                      <a:lnTo>
                        <a:pt x="342291" y="532216"/>
                      </a:lnTo>
                      <a:lnTo>
                        <a:pt x="342696" y="531856"/>
                      </a:lnTo>
                      <a:lnTo>
                        <a:pt x="343101" y="531496"/>
                      </a:lnTo>
                      <a:lnTo>
                        <a:pt x="343483" y="531136"/>
                      </a:lnTo>
                      <a:lnTo>
                        <a:pt x="343888" y="530777"/>
                      </a:lnTo>
                      <a:lnTo>
                        <a:pt x="344270" y="530417"/>
                      </a:lnTo>
                      <a:lnTo>
                        <a:pt x="344675" y="530034"/>
                      </a:lnTo>
                      <a:lnTo>
                        <a:pt x="345058" y="529675"/>
                      </a:lnTo>
                      <a:lnTo>
                        <a:pt x="345462" y="529315"/>
                      </a:lnTo>
                      <a:lnTo>
                        <a:pt x="345844" y="528955"/>
                      </a:lnTo>
                      <a:lnTo>
                        <a:pt x="346250" y="528573"/>
                      </a:lnTo>
                      <a:lnTo>
                        <a:pt x="346654" y="528213"/>
                      </a:lnTo>
                      <a:lnTo>
                        <a:pt x="347036" y="527853"/>
                      </a:lnTo>
                      <a:lnTo>
                        <a:pt x="347442" y="527471"/>
                      </a:lnTo>
                      <a:lnTo>
                        <a:pt x="347824" y="527111"/>
                      </a:lnTo>
                      <a:lnTo>
                        <a:pt x="348228" y="526751"/>
                      </a:lnTo>
                      <a:lnTo>
                        <a:pt x="348611" y="526369"/>
                      </a:lnTo>
                      <a:lnTo>
                        <a:pt x="349016" y="526009"/>
                      </a:lnTo>
                      <a:lnTo>
                        <a:pt x="349398" y="525649"/>
                      </a:lnTo>
                      <a:lnTo>
                        <a:pt x="349803" y="525267"/>
                      </a:lnTo>
                      <a:lnTo>
                        <a:pt x="350208" y="524907"/>
                      </a:lnTo>
                      <a:lnTo>
                        <a:pt x="350590" y="524525"/>
                      </a:lnTo>
                      <a:lnTo>
                        <a:pt x="350995" y="524165"/>
                      </a:lnTo>
                      <a:lnTo>
                        <a:pt x="351377" y="523782"/>
                      </a:lnTo>
                      <a:lnTo>
                        <a:pt x="351782" y="523422"/>
                      </a:lnTo>
                      <a:lnTo>
                        <a:pt x="352164" y="523040"/>
                      </a:lnTo>
                      <a:lnTo>
                        <a:pt x="352569" y="522680"/>
                      </a:lnTo>
                      <a:lnTo>
                        <a:pt x="352951" y="522298"/>
                      </a:lnTo>
                      <a:lnTo>
                        <a:pt x="353356" y="521938"/>
                      </a:lnTo>
                      <a:lnTo>
                        <a:pt x="353761" y="521556"/>
                      </a:lnTo>
                      <a:lnTo>
                        <a:pt x="354143" y="521196"/>
                      </a:lnTo>
                      <a:lnTo>
                        <a:pt x="354548" y="520814"/>
                      </a:lnTo>
                      <a:lnTo>
                        <a:pt x="354930" y="520431"/>
                      </a:lnTo>
                      <a:lnTo>
                        <a:pt x="355335" y="520049"/>
                      </a:lnTo>
                      <a:lnTo>
                        <a:pt x="355718" y="519667"/>
                      </a:lnTo>
                      <a:lnTo>
                        <a:pt x="356122" y="519284"/>
                      </a:lnTo>
                      <a:lnTo>
                        <a:pt x="356527" y="518902"/>
                      </a:lnTo>
                      <a:lnTo>
                        <a:pt x="356910" y="518497"/>
                      </a:lnTo>
                      <a:lnTo>
                        <a:pt x="357314" y="518115"/>
                      </a:lnTo>
                      <a:lnTo>
                        <a:pt x="357696" y="517710"/>
                      </a:lnTo>
                      <a:lnTo>
                        <a:pt x="358102" y="517305"/>
                      </a:lnTo>
                      <a:lnTo>
                        <a:pt x="358484" y="516901"/>
                      </a:lnTo>
                      <a:lnTo>
                        <a:pt x="358888" y="516496"/>
                      </a:lnTo>
                      <a:lnTo>
                        <a:pt x="359271" y="516068"/>
                      </a:lnTo>
                      <a:lnTo>
                        <a:pt x="359676" y="515664"/>
                      </a:lnTo>
                      <a:lnTo>
                        <a:pt x="360080" y="515236"/>
                      </a:lnTo>
                      <a:lnTo>
                        <a:pt x="360463" y="514809"/>
                      </a:lnTo>
                      <a:lnTo>
                        <a:pt x="360868" y="514382"/>
                      </a:lnTo>
                      <a:lnTo>
                        <a:pt x="361250" y="513954"/>
                      </a:lnTo>
                      <a:lnTo>
                        <a:pt x="361655" y="513527"/>
                      </a:lnTo>
                      <a:lnTo>
                        <a:pt x="362037" y="513077"/>
                      </a:lnTo>
                      <a:lnTo>
                        <a:pt x="362442" y="512627"/>
                      </a:lnTo>
                      <a:lnTo>
                        <a:pt x="362824" y="512200"/>
                      </a:lnTo>
                      <a:lnTo>
                        <a:pt x="363229" y="511750"/>
                      </a:lnTo>
                      <a:lnTo>
                        <a:pt x="363634" y="511301"/>
                      </a:lnTo>
                      <a:lnTo>
                        <a:pt x="364016" y="510851"/>
                      </a:lnTo>
                      <a:lnTo>
                        <a:pt x="364421" y="510401"/>
                      </a:lnTo>
                      <a:lnTo>
                        <a:pt x="364803" y="509951"/>
                      </a:lnTo>
                      <a:lnTo>
                        <a:pt x="365208" y="509479"/>
                      </a:lnTo>
                      <a:lnTo>
                        <a:pt x="365590" y="509029"/>
                      </a:lnTo>
                      <a:lnTo>
                        <a:pt x="365995" y="508557"/>
                      </a:lnTo>
                      <a:lnTo>
                        <a:pt x="366378" y="508085"/>
                      </a:lnTo>
                      <a:lnTo>
                        <a:pt x="366782" y="507635"/>
                      </a:lnTo>
                      <a:lnTo>
                        <a:pt x="367187" y="507163"/>
                      </a:lnTo>
                      <a:lnTo>
                        <a:pt x="367570" y="506690"/>
                      </a:lnTo>
                      <a:lnTo>
                        <a:pt x="367974" y="506218"/>
                      </a:lnTo>
                      <a:lnTo>
                        <a:pt x="368356" y="505746"/>
                      </a:lnTo>
                      <a:lnTo>
                        <a:pt x="368762" y="505273"/>
                      </a:lnTo>
                      <a:lnTo>
                        <a:pt x="369144" y="504801"/>
                      </a:lnTo>
                      <a:lnTo>
                        <a:pt x="369548" y="504329"/>
                      </a:lnTo>
                      <a:lnTo>
                        <a:pt x="369954" y="503857"/>
                      </a:lnTo>
                      <a:lnTo>
                        <a:pt x="370336" y="503384"/>
                      </a:lnTo>
                      <a:lnTo>
                        <a:pt x="370740" y="502912"/>
                      </a:lnTo>
                      <a:lnTo>
                        <a:pt x="371123" y="502417"/>
                      </a:lnTo>
                      <a:lnTo>
                        <a:pt x="371528" y="501945"/>
                      </a:lnTo>
                      <a:lnTo>
                        <a:pt x="371910" y="501473"/>
                      </a:lnTo>
                      <a:lnTo>
                        <a:pt x="372315" y="500978"/>
                      </a:lnTo>
                      <a:lnTo>
                        <a:pt x="372697" y="500506"/>
                      </a:lnTo>
                      <a:lnTo>
                        <a:pt x="373102" y="500011"/>
                      </a:lnTo>
                      <a:lnTo>
                        <a:pt x="373507" y="499539"/>
                      </a:lnTo>
                      <a:lnTo>
                        <a:pt x="373889" y="499044"/>
                      </a:lnTo>
                      <a:lnTo>
                        <a:pt x="374294" y="498549"/>
                      </a:lnTo>
                      <a:lnTo>
                        <a:pt x="374676" y="498054"/>
                      </a:lnTo>
                      <a:lnTo>
                        <a:pt x="375081" y="497582"/>
                      </a:lnTo>
                      <a:lnTo>
                        <a:pt x="375463" y="497087"/>
                      </a:lnTo>
                      <a:lnTo>
                        <a:pt x="375868" y="496592"/>
                      </a:lnTo>
                      <a:lnTo>
                        <a:pt x="376250" y="496098"/>
                      </a:lnTo>
                      <a:lnTo>
                        <a:pt x="376656" y="495603"/>
                      </a:lnTo>
                      <a:lnTo>
                        <a:pt x="377060" y="495108"/>
                      </a:lnTo>
                      <a:lnTo>
                        <a:pt x="377442" y="494613"/>
                      </a:lnTo>
                      <a:lnTo>
                        <a:pt x="377847" y="494119"/>
                      </a:lnTo>
                      <a:lnTo>
                        <a:pt x="378230" y="493624"/>
                      </a:lnTo>
                      <a:lnTo>
                        <a:pt x="378634" y="493107"/>
                      </a:lnTo>
                      <a:lnTo>
                        <a:pt x="379016" y="492612"/>
                      </a:lnTo>
                      <a:lnTo>
                        <a:pt x="379422" y="492117"/>
                      </a:lnTo>
                      <a:lnTo>
                        <a:pt x="379804" y="491600"/>
                      </a:lnTo>
                      <a:lnTo>
                        <a:pt x="380208" y="491105"/>
                      </a:lnTo>
                      <a:lnTo>
                        <a:pt x="380614" y="490610"/>
                      </a:lnTo>
                      <a:lnTo>
                        <a:pt x="380996" y="490093"/>
                      </a:lnTo>
                      <a:lnTo>
                        <a:pt x="381401" y="489576"/>
                      </a:lnTo>
                      <a:lnTo>
                        <a:pt x="381783" y="489081"/>
                      </a:lnTo>
                      <a:lnTo>
                        <a:pt x="382188" y="488564"/>
                      </a:lnTo>
                      <a:lnTo>
                        <a:pt x="382570" y="488069"/>
                      </a:lnTo>
                      <a:lnTo>
                        <a:pt x="382975" y="487552"/>
                      </a:lnTo>
                      <a:lnTo>
                        <a:pt x="383357" y="487034"/>
                      </a:lnTo>
                      <a:lnTo>
                        <a:pt x="383762" y="486540"/>
                      </a:lnTo>
                      <a:lnTo>
                        <a:pt x="384167" y="486022"/>
                      </a:lnTo>
                      <a:lnTo>
                        <a:pt x="384549" y="485505"/>
                      </a:lnTo>
                      <a:lnTo>
                        <a:pt x="384954" y="485010"/>
                      </a:lnTo>
                      <a:lnTo>
                        <a:pt x="385336" y="484493"/>
                      </a:lnTo>
                      <a:lnTo>
                        <a:pt x="385741" y="483976"/>
                      </a:lnTo>
                      <a:lnTo>
                        <a:pt x="386124" y="483459"/>
                      </a:lnTo>
                      <a:lnTo>
                        <a:pt x="386528" y="482941"/>
                      </a:lnTo>
                      <a:lnTo>
                        <a:pt x="386933" y="482424"/>
                      </a:lnTo>
                      <a:lnTo>
                        <a:pt x="387316" y="481907"/>
                      </a:lnTo>
                      <a:lnTo>
                        <a:pt x="387720" y="481389"/>
                      </a:lnTo>
                      <a:lnTo>
                        <a:pt x="388102" y="480872"/>
                      </a:lnTo>
                      <a:lnTo>
                        <a:pt x="388508" y="480355"/>
                      </a:lnTo>
                      <a:lnTo>
                        <a:pt x="388890" y="479815"/>
                      </a:lnTo>
                      <a:lnTo>
                        <a:pt x="389294" y="479298"/>
                      </a:lnTo>
                      <a:lnTo>
                        <a:pt x="389677" y="478758"/>
                      </a:lnTo>
                      <a:lnTo>
                        <a:pt x="390082" y="478241"/>
                      </a:lnTo>
                      <a:lnTo>
                        <a:pt x="390486" y="477701"/>
                      </a:lnTo>
                      <a:lnTo>
                        <a:pt x="390869" y="477161"/>
                      </a:lnTo>
                      <a:lnTo>
                        <a:pt x="391274" y="476644"/>
                      </a:lnTo>
                      <a:lnTo>
                        <a:pt x="391656" y="476104"/>
                      </a:lnTo>
                      <a:lnTo>
                        <a:pt x="392061" y="475565"/>
                      </a:lnTo>
                      <a:lnTo>
                        <a:pt x="392443" y="475025"/>
                      </a:lnTo>
                      <a:lnTo>
                        <a:pt x="392848" y="474508"/>
                      </a:lnTo>
                      <a:lnTo>
                        <a:pt x="393230" y="473968"/>
                      </a:lnTo>
                      <a:lnTo>
                        <a:pt x="393635" y="473451"/>
                      </a:lnTo>
                      <a:lnTo>
                        <a:pt x="394040" y="472911"/>
                      </a:lnTo>
                      <a:lnTo>
                        <a:pt x="394422" y="472394"/>
                      </a:lnTo>
                      <a:lnTo>
                        <a:pt x="394827" y="471854"/>
                      </a:lnTo>
                      <a:lnTo>
                        <a:pt x="395209" y="471337"/>
                      </a:lnTo>
                      <a:lnTo>
                        <a:pt x="395614" y="470797"/>
                      </a:lnTo>
                      <a:lnTo>
                        <a:pt x="395996" y="470280"/>
                      </a:lnTo>
                      <a:lnTo>
                        <a:pt x="396401" y="469762"/>
                      </a:lnTo>
                      <a:lnTo>
                        <a:pt x="396784" y="469223"/>
                      </a:lnTo>
                      <a:lnTo>
                        <a:pt x="397188" y="468705"/>
                      </a:lnTo>
                      <a:lnTo>
                        <a:pt x="397593" y="468188"/>
                      </a:lnTo>
                      <a:lnTo>
                        <a:pt x="397976" y="467671"/>
                      </a:lnTo>
                      <a:lnTo>
                        <a:pt x="398380" y="467154"/>
                      </a:lnTo>
                      <a:lnTo>
                        <a:pt x="398762" y="466614"/>
                      </a:lnTo>
                      <a:lnTo>
                        <a:pt x="399168" y="466097"/>
                      </a:lnTo>
                      <a:lnTo>
                        <a:pt x="399550" y="465579"/>
                      </a:lnTo>
                      <a:lnTo>
                        <a:pt x="399954" y="465040"/>
                      </a:lnTo>
                      <a:lnTo>
                        <a:pt x="400359" y="464522"/>
                      </a:lnTo>
                      <a:lnTo>
                        <a:pt x="400742" y="464005"/>
                      </a:lnTo>
                      <a:lnTo>
                        <a:pt x="401146" y="463465"/>
                      </a:lnTo>
                      <a:lnTo>
                        <a:pt x="401529" y="462948"/>
                      </a:lnTo>
                      <a:lnTo>
                        <a:pt x="401934" y="462408"/>
                      </a:lnTo>
                      <a:lnTo>
                        <a:pt x="402316" y="461891"/>
                      </a:lnTo>
                      <a:lnTo>
                        <a:pt x="402721" y="461351"/>
                      </a:lnTo>
                      <a:lnTo>
                        <a:pt x="403103" y="460834"/>
                      </a:lnTo>
                      <a:lnTo>
                        <a:pt x="403485" y="460294"/>
                      </a:lnTo>
                      <a:lnTo>
                        <a:pt x="403913" y="459754"/>
                      </a:lnTo>
                      <a:lnTo>
                        <a:pt x="404295" y="459237"/>
                      </a:lnTo>
                      <a:lnTo>
                        <a:pt x="404677" y="458697"/>
                      </a:lnTo>
                      <a:lnTo>
                        <a:pt x="405060" y="458158"/>
                      </a:lnTo>
                      <a:lnTo>
                        <a:pt x="405464" y="457640"/>
                      </a:lnTo>
                      <a:lnTo>
                        <a:pt x="405847" y="457101"/>
                      </a:lnTo>
                      <a:lnTo>
                        <a:pt x="406252" y="456561"/>
                      </a:lnTo>
                      <a:lnTo>
                        <a:pt x="406634" y="456044"/>
                      </a:lnTo>
                      <a:lnTo>
                        <a:pt x="407039" y="455504"/>
                      </a:lnTo>
                      <a:lnTo>
                        <a:pt x="407444" y="454964"/>
                      </a:lnTo>
                      <a:lnTo>
                        <a:pt x="407826" y="454424"/>
                      </a:lnTo>
                      <a:lnTo>
                        <a:pt x="408230" y="453885"/>
                      </a:lnTo>
                      <a:lnTo>
                        <a:pt x="408613" y="453345"/>
                      </a:lnTo>
                      <a:lnTo>
                        <a:pt x="409018" y="452828"/>
                      </a:lnTo>
                      <a:lnTo>
                        <a:pt x="409400" y="452288"/>
                      </a:lnTo>
                      <a:lnTo>
                        <a:pt x="409805" y="451748"/>
                      </a:lnTo>
                      <a:lnTo>
                        <a:pt x="410187" y="451208"/>
                      </a:lnTo>
                      <a:lnTo>
                        <a:pt x="410592" y="450691"/>
                      </a:lnTo>
                      <a:lnTo>
                        <a:pt x="410997" y="450151"/>
                      </a:lnTo>
                      <a:lnTo>
                        <a:pt x="411379" y="449612"/>
                      </a:lnTo>
                      <a:lnTo>
                        <a:pt x="411784" y="449094"/>
                      </a:lnTo>
                      <a:lnTo>
                        <a:pt x="412166" y="448555"/>
                      </a:lnTo>
                      <a:lnTo>
                        <a:pt x="412571" y="448015"/>
                      </a:lnTo>
                      <a:lnTo>
                        <a:pt x="412953" y="447498"/>
                      </a:lnTo>
                      <a:lnTo>
                        <a:pt x="413358" y="446958"/>
                      </a:lnTo>
                      <a:lnTo>
                        <a:pt x="413741" y="446418"/>
                      </a:lnTo>
                      <a:lnTo>
                        <a:pt x="414145" y="445901"/>
                      </a:lnTo>
                      <a:lnTo>
                        <a:pt x="414550" y="445361"/>
                      </a:lnTo>
                      <a:lnTo>
                        <a:pt x="414933" y="444844"/>
                      </a:lnTo>
                      <a:lnTo>
                        <a:pt x="415337" y="444304"/>
                      </a:lnTo>
                      <a:lnTo>
                        <a:pt x="415720" y="443764"/>
                      </a:lnTo>
                      <a:lnTo>
                        <a:pt x="416124" y="443247"/>
                      </a:lnTo>
                      <a:lnTo>
                        <a:pt x="416507" y="442707"/>
                      </a:lnTo>
                      <a:lnTo>
                        <a:pt x="416912" y="442168"/>
                      </a:lnTo>
                      <a:lnTo>
                        <a:pt x="417316" y="441650"/>
                      </a:lnTo>
                      <a:lnTo>
                        <a:pt x="417699" y="441111"/>
                      </a:lnTo>
                      <a:lnTo>
                        <a:pt x="418104" y="440593"/>
                      </a:lnTo>
                      <a:lnTo>
                        <a:pt x="418486" y="440054"/>
                      </a:lnTo>
                      <a:lnTo>
                        <a:pt x="418890" y="439514"/>
                      </a:lnTo>
                      <a:lnTo>
                        <a:pt x="419273" y="438997"/>
                      </a:lnTo>
                      <a:lnTo>
                        <a:pt x="419678" y="438457"/>
                      </a:lnTo>
                      <a:lnTo>
                        <a:pt x="420060" y="437940"/>
                      </a:lnTo>
                      <a:lnTo>
                        <a:pt x="420465" y="437422"/>
                      </a:lnTo>
                      <a:lnTo>
                        <a:pt x="420870" y="436905"/>
                      </a:lnTo>
                      <a:lnTo>
                        <a:pt x="421252" y="436365"/>
                      </a:lnTo>
                      <a:lnTo>
                        <a:pt x="421657" y="435826"/>
                      </a:lnTo>
                      <a:lnTo>
                        <a:pt x="422039" y="435308"/>
                      </a:lnTo>
                      <a:lnTo>
                        <a:pt x="422444" y="434769"/>
                      </a:lnTo>
                      <a:lnTo>
                        <a:pt x="422826" y="434251"/>
                      </a:lnTo>
                      <a:lnTo>
                        <a:pt x="423231" y="433734"/>
                      </a:lnTo>
                      <a:lnTo>
                        <a:pt x="423613" y="433194"/>
                      </a:lnTo>
                      <a:lnTo>
                        <a:pt x="424018" y="432677"/>
                      </a:lnTo>
                      <a:lnTo>
                        <a:pt x="424423" y="432160"/>
                      </a:lnTo>
                      <a:lnTo>
                        <a:pt x="424806" y="431643"/>
                      </a:lnTo>
                      <a:lnTo>
                        <a:pt x="425210" y="431125"/>
                      </a:lnTo>
                      <a:lnTo>
                        <a:pt x="425593" y="430608"/>
                      </a:lnTo>
                      <a:lnTo>
                        <a:pt x="425998" y="430091"/>
                      </a:lnTo>
                      <a:lnTo>
                        <a:pt x="426380" y="429573"/>
                      </a:lnTo>
                      <a:lnTo>
                        <a:pt x="426784" y="429056"/>
                      </a:lnTo>
                      <a:lnTo>
                        <a:pt x="427167" y="428539"/>
                      </a:lnTo>
                      <a:lnTo>
                        <a:pt x="427572" y="428022"/>
                      </a:lnTo>
                      <a:lnTo>
                        <a:pt x="427976" y="427504"/>
                      </a:lnTo>
                      <a:lnTo>
                        <a:pt x="428359" y="426987"/>
                      </a:lnTo>
                      <a:lnTo>
                        <a:pt x="428764" y="426470"/>
                      </a:lnTo>
                      <a:lnTo>
                        <a:pt x="429146" y="425953"/>
                      </a:lnTo>
                      <a:lnTo>
                        <a:pt x="429551" y="425435"/>
                      </a:lnTo>
                      <a:lnTo>
                        <a:pt x="429933" y="424918"/>
                      </a:lnTo>
                      <a:lnTo>
                        <a:pt x="430338" y="424401"/>
                      </a:lnTo>
                      <a:lnTo>
                        <a:pt x="430720" y="423884"/>
                      </a:lnTo>
                      <a:lnTo>
                        <a:pt x="431125" y="423366"/>
                      </a:lnTo>
                      <a:lnTo>
                        <a:pt x="431530" y="422849"/>
                      </a:lnTo>
                      <a:lnTo>
                        <a:pt x="431912" y="422332"/>
                      </a:lnTo>
                      <a:lnTo>
                        <a:pt x="432317" y="421815"/>
                      </a:lnTo>
                      <a:lnTo>
                        <a:pt x="432699" y="421320"/>
                      </a:lnTo>
                      <a:lnTo>
                        <a:pt x="433104" y="420803"/>
                      </a:lnTo>
                      <a:lnTo>
                        <a:pt x="433487" y="420285"/>
                      </a:lnTo>
                      <a:lnTo>
                        <a:pt x="433891" y="419791"/>
                      </a:lnTo>
                      <a:lnTo>
                        <a:pt x="434296" y="419273"/>
                      </a:lnTo>
                      <a:lnTo>
                        <a:pt x="434678" y="418778"/>
                      </a:lnTo>
                      <a:lnTo>
                        <a:pt x="435083" y="418261"/>
                      </a:lnTo>
                      <a:lnTo>
                        <a:pt x="435466" y="417766"/>
                      </a:lnTo>
                      <a:lnTo>
                        <a:pt x="435870" y="417272"/>
                      </a:lnTo>
                      <a:lnTo>
                        <a:pt x="436253" y="416754"/>
                      </a:lnTo>
                      <a:lnTo>
                        <a:pt x="436658" y="416260"/>
                      </a:lnTo>
                      <a:lnTo>
                        <a:pt x="437040" y="415765"/>
                      </a:lnTo>
                      <a:lnTo>
                        <a:pt x="437444" y="415270"/>
                      </a:lnTo>
                      <a:lnTo>
                        <a:pt x="437850" y="414753"/>
                      </a:lnTo>
                      <a:lnTo>
                        <a:pt x="438232" y="414258"/>
                      </a:lnTo>
                      <a:lnTo>
                        <a:pt x="438636" y="413763"/>
                      </a:lnTo>
                      <a:lnTo>
                        <a:pt x="439019" y="413269"/>
                      </a:lnTo>
                      <a:lnTo>
                        <a:pt x="439424" y="412774"/>
                      </a:lnTo>
                      <a:lnTo>
                        <a:pt x="439806" y="412279"/>
                      </a:lnTo>
                      <a:lnTo>
                        <a:pt x="440211" y="411784"/>
                      </a:lnTo>
                      <a:lnTo>
                        <a:pt x="440593" y="411312"/>
                      </a:lnTo>
                      <a:lnTo>
                        <a:pt x="440998" y="410817"/>
                      </a:lnTo>
                      <a:lnTo>
                        <a:pt x="441403" y="410322"/>
                      </a:lnTo>
                      <a:lnTo>
                        <a:pt x="441785" y="409850"/>
                      </a:lnTo>
                      <a:lnTo>
                        <a:pt x="442190" y="409355"/>
                      </a:lnTo>
                      <a:lnTo>
                        <a:pt x="442572" y="408883"/>
                      </a:lnTo>
                      <a:lnTo>
                        <a:pt x="442977" y="408411"/>
                      </a:lnTo>
                      <a:lnTo>
                        <a:pt x="443359" y="407916"/>
                      </a:lnTo>
                      <a:lnTo>
                        <a:pt x="443764" y="407444"/>
                      </a:lnTo>
                      <a:lnTo>
                        <a:pt x="444147" y="406971"/>
                      </a:lnTo>
                      <a:lnTo>
                        <a:pt x="444551" y="406477"/>
                      </a:lnTo>
                      <a:lnTo>
                        <a:pt x="444956" y="406004"/>
                      </a:lnTo>
                      <a:lnTo>
                        <a:pt x="445338" y="405532"/>
                      </a:lnTo>
                      <a:lnTo>
                        <a:pt x="445743" y="405060"/>
                      </a:lnTo>
                      <a:lnTo>
                        <a:pt x="446126" y="404565"/>
                      </a:lnTo>
                      <a:lnTo>
                        <a:pt x="446530" y="404093"/>
                      </a:lnTo>
                      <a:lnTo>
                        <a:pt x="446913" y="403621"/>
                      </a:lnTo>
                      <a:lnTo>
                        <a:pt x="447318" y="403148"/>
                      </a:lnTo>
                      <a:lnTo>
                        <a:pt x="447722" y="402698"/>
                      </a:lnTo>
                      <a:lnTo>
                        <a:pt x="448105" y="402226"/>
                      </a:lnTo>
                      <a:lnTo>
                        <a:pt x="448510" y="401754"/>
                      </a:lnTo>
                      <a:lnTo>
                        <a:pt x="448892" y="401282"/>
                      </a:lnTo>
                      <a:lnTo>
                        <a:pt x="449296" y="400832"/>
                      </a:lnTo>
                      <a:lnTo>
                        <a:pt x="449679" y="400359"/>
                      </a:lnTo>
                      <a:lnTo>
                        <a:pt x="450084" y="399887"/>
                      </a:lnTo>
                      <a:lnTo>
                        <a:pt x="450466" y="399437"/>
                      </a:lnTo>
                      <a:lnTo>
                        <a:pt x="450871" y="398988"/>
                      </a:lnTo>
                      <a:lnTo>
                        <a:pt x="451276" y="398515"/>
                      </a:lnTo>
                      <a:lnTo>
                        <a:pt x="451658" y="398066"/>
                      </a:lnTo>
                      <a:lnTo>
                        <a:pt x="452063" y="397593"/>
                      </a:lnTo>
                      <a:lnTo>
                        <a:pt x="452445" y="397143"/>
                      </a:lnTo>
                      <a:lnTo>
                        <a:pt x="452850" y="396694"/>
                      </a:lnTo>
                      <a:lnTo>
                        <a:pt x="453232" y="396244"/>
                      </a:lnTo>
                      <a:lnTo>
                        <a:pt x="453637" y="395794"/>
                      </a:lnTo>
                      <a:lnTo>
                        <a:pt x="454019" y="395322"/>
                      </a:lnTo>
                      <a:lnTo>
                        <a:pt x="454424" y="394872"/>
                      </a:lnTo>
                      <a:lnTo>
                        <a:pt x="454829" y="394422"/>
                      </a:lnTo>
                      <a:lnTo>
                        <a:pt x="455211" y="393950"/>
                      </a:lnTo>
                      <a:lnTo>
                        <a:pt x="455616" y="393500"/>
                      </a:lnTo>
                      <a:lnTo>
                        <a:pt x="455998" y="393050"/>
                      </a:lnTo>
                      <a:lnTo>
                        <a:pt x="456403" y="392578"/>
                      </a:lnTo>
                      <a:lnTo>
                        <a:pt x="456786" y="392128"/>
                      </a:lnTo>
                      <a:lnTo>
                        <a:pt x="457190" y="391679"/>
                      </a:lnTo>
                      <a:lnTo>
                        <a:pt x="457573" y="391229"/>
                      </a:lnTo>
                      <a:lnTo>
                        <a:pt x="457978" y="390779"/>
                      </a:lnTo>
                      <a:lnTo>
                        <a:pt x="458382" y="390329"/>
                      </a:lnTo>
                      <a:lnTo>
                        <a:pt x="458765" y="389879"/>
                      </a:lnTo>
                      <a:lnTo>
                        <a:pt x="459170" y="389430"/>
                      </a:lnTo>
                      <a:lnTo>
                        <a:pt x="459552" y="388980"/>
                      </a:lnTo>
                      <a:lnTo>
                        <a:pt x="459956" y="388552"/>
                      </a:lnTo>
                      <a:lnTo>
                        <a:pt x="460339" y="388103"/>
                      </a:lnTo>
                      <a:lnTo>
                        <a:pt x="460744" y="387653"/>
                      </a:lnTo>
                      <a:lnTo>
                        <a:pt x="461126" y="387203"/>
                      </a:lnTo>
                      <a:lnTo>
                        <a:pt x="461531" y="386776"/>
                      </a:lnTo>
                      <a:lnTo>
                        <a:pt x="461936" y="386326"/>
                      </a:lnTo>
                      <a:lnTo>
                        <a:pt x="462318" y="385899"/>
                      </a:lnTo>
                      <a:lnTo>
                        <a:pt x="462723" y="385449"/>
                      </a:lnTo>
                      <a:lnTo>
                        <a:pt x="463105" y="385022"/>
                      </a:lnTo>
                      <a:lnTo>
                        <a:pt x="463510" y="384572"/>
                      </a:lnTo>
                      <a:lnTo>
                        <a:pt x="463892" y="384145"/>
                      </a:lnTo>
                      <a:lnTo>
                        <a:pt x="464297" y="383717"/>
                      </a:lnTo>
                      <a:lnTo>
                        <a:pt x="464702" y="383290"/>
                      </a:lnTo>
                      <a:lnTo>
                        <a:pt x="465084" y="382863"/>
                      </a:lnTo>
                      <a:lnTo>
                        <a:pt x="465489" y="382435"/>
                      </a:lnTo>
                      <a:lnTo>
                        <a:pt x="465872" y="382008"/>
                      </a:lnTo>
                      <a:lnTo>
                        <a:pt x="466276" y="381581"/>
                      </a:lnTo>
                      <a:lnTo>
                        <a:pt x="466659" y="381153"/>
                      </a:lnTo>
                      <a:lnTo>
                        <a:pt x="467064" y="380726"/>
                      </a:lnTo>
                      <a:lnTo>
                        <a:pt x="467446" y="380299"/>
                      </a:lnTo>
                      <a:lnTo>
                        <a:pt x="467850" y="379872"/>
                      </a:lnTo>
                      <a:lnTo>
                        <a:pt x="468256" y="379444"/>
                      </a:lnTo>
                      <a:lnTo>
                        <a:pt x="468638" y="379017"/>
                      </a:lnTo>
                      <a:lnTo>
                        <a:pt x="469042" y="378590"/>
                      </a:lnTo>
                      <a:lnTo>
                        <a:pt x="469425" y="378162"/>
                      </a:lnTo>
                      <a:lnTo>
                        <a:pt x="469830" y="377757"/>
                      </a:lnTo>
                      <a:lnTo>
                        <a:pt x="470212" y="377330"/>
                      </a:lnTo>
                      <a:lnTo>
                        <a:pt x="470617" y="376903"/>
                      </a:lnTo>
                      <a:lnTo>
                        <a:pt x="470999" y="376498"/>
                      </a:lnTo>
                      <a:lnTo>
                        <a:pt x="471404" y="376071"/>
                      </a:lnTo>
                      <a:lnTo>
                        <a:pt x="471809" y="375666"/>
                      </a:lnTo>
                      <a:lnTo>
                        <a:pt x="472191" y="375239"/>
                      </a:lnTo>
                      <a:lnTo>
                        <a:pt x="472596" y="374834"/>
                      </a:lnTo>
                      <a:lnTo>
                        <a:pt x="472978" y="374407"/>
                      </a:lnTo>
                      <a:lnTo>
                        <a:pt x="473383" y="374002"/>
                      </a:lnTo>
                      <a:lnTo>
                        <a:pt x="473765" y="373574"/>
                      </a:lnTo>
                      <a:lnTo>
                        <a:pt x="474170" y="373170"/>
                      </a:lnTo>
                      <a:lnTo>
                        <a:pt x="474552" y="372742"/>
                      </a:lnTo>
                      <a:lnTo>
                        <a:pt x="474957" y="372337"/>
                      </a:lnTo>
                      <a:lnTo>
                        <a:pt x="475362" y="371933"/>
                      </a:lnTo>
                      <a:lnTo>
                        <a:pt x="475744" y="371505"/>
                      </a:lnTo>
                      <a:lnTo>
                        <a:pt x="476149" y="371101"/>
                      </a:lnTo>
                      <a:lnTo>
                        <a:pt x="476532" y="370696"/>
                      </a:lnTo>
                      <a:lnTo>
                        <a:pt x="476936" y="370291"/>
                      </a:lnTo>
                      <a:lnTo>
                        <a:pt x="477319" y="369886"/>
                      </a:lnTo>
                      <a:lnTo>
                        <a:pt x="477724" y="369459"/>
                      </a:lnTo>
                      <a:lnTo>
                        <a:pt x="478128" y="369054"/>
                      </a:lnTo>
                      <a:lnTo>
                        <a:pt x="478510" y="368649"/>
                      </a:lnTo>
                      <a:lnTo>
                        <a:pt x="478916" y="368244"/>
                      </a:lnTo>
                      <a:lnTo>
                        <a:pt x="479298" y="367840"/>
                      </a:lnTo>
                      <a:lnTo>
                        <a:pt x="479702" y="367412"/>
                      </a:lnTo>
                      <a:lnTo>
                        <a:pt x="480085" y="367007"/>
                      </a:lnTo>
                      <a:lnTo>
                        <a:pt x="480490" y="366603"/>
                      </a:lnTo>
                      <a:lnTo>
                        <a:pt x="480872" y="366198"/>
                      </a:lnTo>
                      <a:lnTo>
                        <a:pt x="481277" y="365793"/>
                      </a:lnTo>
                      <a:lnTo>
                        <a:pt x="481682" y="365388"/>
                      </a:lnTo>
                      <a:lnTo>
                        <a:pt x="482064" y="364983"/>
                      </a:lnTo>
                      <a:lnTo>
                        <a:pt x="482469" y="364579"/>
                      </a:lnTo>
                      <a:lnTo>
                        <a:pt x="482851" y="364151"/>
                      </a:lnTo>
                      <a:lnTo>
                        <a:pt x="483256" y="363746"/>
                      </a:lnTo>
                      <a:lnTo>
                        <a:pt x="483638" y="363342"/>
                      </a:lnTo>
                      <a:lnTo>
                        <a:pt x="484043" y="362937"/>
                      </a:lnTo>
                      <a:lnTo>
                        <a:pt x="484425" y="362532"/>
                      </a:lnTo>
                      <a:lnTo>
                        <a:pt x="484830" y="362127"/>
                      </a:lnTo>
                      <a:lnTo>
                        <a:pt x="485235" y="361722"/>
                      </a:lnTo>
                      <a:lnTo>
                        <a:pt x="485617" y="361318"/>
                      </a:lnTo>
                      <a:lnTo>
                        <a:pt x="486022" y="360890"/>
                      </a:lnTo>
                      <a:lnTo>
                        <a:pt x="486404" y="360486"/>
                      </a:lnTo>
                      <a:lnTo>
                        <a:pt x="486809" y="360081"/>
                      </a:lnTo>
                      <a:lnTo>
                        <a:pt x="487192" y="359676"/>
                      </a:lnTo>
                      <a:lnTo>
                        <a:pt x="487596" y="359249"/>
                      </a:lnTo>
                      <a:lnTo>
                        <a:pt x="487979" y="358844"/>
                      </a:lnTo>
                      <a:lnTo>
                        <a:pt x="488384" y="358416"/>
                      </a:lnTo>
                      <a:lnTo>
                        <a:pt x="488788" y="358012"/>
                      </a:lnTo>
                      <a:lnTo>
                        <a:pt x="489170" y="357607"/>
                      </a:lnTo>
                      <a:lnTo>
                        <a:pt x="489576" y="357180"/>
                      </a:lnTo>
                      <a:lnTo>
                        <a:pt x="489958" y="356775"/>
                      </a:lnTo>
                      <a:lnTo>
                        <a:pt x="490362" y="356370"/>
                      </a:lnTo>
                      <a:lnTo>
                        <a:pt x="490745" y="355943"/>
                      </a:lnTo>
                      <a:lnTo>
                        <a:pt x="491150" y="355538"/>
                      </a:lnTo>
                      <a:lnTo>
                        <a:pt x="491532" y="355133"/>
                      </a:lnTo>
                      <a:lnTo>
                        <a:pt x="491937" y="354728"/>
                      </a:lnTo>
                      <a:lnTo>
                        <a:pt x="492342" y="354323"/>
                      </a:lnTo>
                      <a:lnTo>
                        <a:pt x="492724" y="353919"/>
                      </a:lnTo>
                      <a:lnTo>
                        <a:pt x="493129" y="353491"/>
                      </a:lnTo>
                      <a:lnTo>
                        <a:pt x="493511" y="353109"/>
                      </a:lnTo>
                      <a:lnTo>
                        <a:pt x="493916" y="352704"/>
                      </a:lnTo>
                      <a:lnTo>
                        <a:pt x="494298" y="352299"/>
                      </a:lnTo>
                      <a:lnTo>
                        <a:pt x="494703" y="351894"/>
                      </a:lnTo>
                      <a:lnTo>
                        <a:pt x="495108" y="351512"/>
                      </a:lnTo>
                      <a:lnTo>
                        <a:pt x="495490" y="351107"/>
                      </a:lnTo>
                      <a:lnTo>
                        <a:pt x="495895" y="350725"/>
                      </a:lnTo>
                      <a:lnTo>
                        <a:pt x="496277" y="350320"/>
                      </a:lnTo>
                      <a:lnTo>
                        <a:pt x="496682" y="349938"/>
                      </a:lnTo>
                      <a:lnTo>
                        <a:pt x="497064" y="349533"/>
                      </a:lnTo>
                      <a:lnTo>
                        <a:pt x="497469" y="349151"/>
                      </a:lnTo>
                      <a:lnTo>
                        <a:pt x="497852" y="348768"/>
                      </a:lnTo>
                      <a:lnTo>
                        <a:pt x="498256" y="348364"/>
                      </a:lnTo>
                      <a:lnTo>
                        <a:pt x="498662" y="347981"/>
                      </a:lnTo>
                      <a:lnTo>
                        <a:pt x="499044" y="347599"/>
                      </a:lnTo>
                      <a:lnTo>
                        <a:pt x="499448" y="347217"/>
                      </a:lnTo>
                      <a:lnTo>
                        <a:pt x="499831" y="346834"/>
                      </a:lnTo>
                      <a:lnTo>
                        <a:pt x="500236" y="346452"/>
                      </a:lnTo>
                      <a:lnTo>
                        <a:pt x="500618" y="346070"/>
                      </a:lnTo>
                      <a:lnTo>
                        <a:pt x="501022" y="345687"/>
                      </a:lnTo>
                      <a:lnTo>
                        <a:pt x="501405" y="345305"/>
                      </a:lnTo>
                      <a:lnTo>
                        <a:pt x="501810" y="344923"/>
                      </a:lnTo>
                      <a:lnTo>
                        <a:pt x="502214" y="344540"/>
                      </a:lnTo>
                      <a:lnTo>
                        <a:pt x="502597" y="344181"/>
                      </a:lnTo>
                      <a:lnTo>
                        <a:pt x="503002" y="343798"/>
                      </a:lnTo>
                      <a:lnTo>
                        <a:pt x="503384" y="343416"/>
                      </a:lnTo>
                      <a:lnTo>
                        <a:pt x="503789" y="343056"/>
                      </a:lnTo>
                      <a:lnTo>
                        <a:pt x="504171" y="342674"/>
                      </a:lnTo>
                      <a:lnTo>
                        <a:pt x="504576" y="342314"/>
                      </a:lnTo>
                      <a:lnTo>
                        <a:pt x="504958" y="341932"/>
                      </a:lnTo>
                      <a:lnTo>
                        <a:pt x="505363" y="341572"/>
                      </a:lnTo>
                      <a:lnTo>
                        <a:pt x="505768" y="341189"/>
                      </a:lnTo>
                      <a:lnTo>
                        <a:pt x="506150" y="340830"/>
                      </a:lnTo>
                      <a:lnTo>
                        <a:pt x="506555" y="340470"/>
                      </a:lnTo>
                      <a:lnTo>
                        <a:pt x="506938" y="340110"/>
                      </a:lnTo>
                      <a:lnTo>
                        <a:pt x="507342" y="339750"/>
                      </a:lnTo>
                      <a:lnTo>
                        <a:pt x="507724" y="339390"/>
                      </a:lnTo>
                      <a:lnTo>
                        <a:pt x="508130" y="339030"/>
                      </a:lnTo>
                      <a:lnTo>
                        <a:pt x="508534" y="338671"/>
                      </a:lnTo>
                      <a:lnTo>
                        <a:pt x="508916" y="338333"/>
                      </a:lnTo>
                      <a:lnTo>
                        <a:pt x="509322" y="337973"/>
                      </a:lnTo>
                      <a:lnTo>
                        <a:pt x="509704" y="337614"/>
                      </a:lnTo>
                      <a:lnTo>
                        <a:pt x="510108" y="337276"/>
                      </a:lnTo>
                      <a:lnTo>
                        <a:pt x="510491" y="336916"/>
                      </a:lnTo>
                      <a:lnTo>
                        <a:pt x="510896" y="336579"/>
                      </a:lnTo>
                      <a:lnTo>
                        <a:pt x="511278" y="336219"/>
                      </a:lnTo>
                      <a:lnTo>
                        <a:pt x="511683" y="335882"/>
                      </a:lnTo>
                      <a:lnTo>
                        <a:pt x="512088" y="335522"/>
                      </a:lnTo>
                      <a:lnTo>
                        <a:pt x="512470" y="335185"/>
                      </a:lnTo>
                      <a:lnTo>
                        <a:pt x="512875" y="334825"/>
                      </a:lnTo>
                      <a:lnTo>
                        <a:pt x="513257" y="334488"/>
                      </a:lnTo>
                      <a:lnTo>
                        <a:pt x="513662" y="334150"/>
                      </a:lnTo>
                      <a:lnTo>
                        <a:pt x="514044" y="333813"/>
                      </a:lnTo>
                      <a:lnTo>
                        <a:pt x="514449" y="333475"/>
                      </a:lnTo>
                      <a:lnTo>
                        <a:pt x="514831" y="333116"/>
                      </a:lnTo>
                      <a:lnTo>
                        <a:pt x="515236" y="332778"/>
                      </a:lnTo>
                      <a:lnTo>
                        <a:pt x="515641" y="332441"/>
                      </a:lnTo>
                      <a:lnTo>
                        <a:pt x="516023" y="332104"/>
                      </a:lnTo>
                      <a:lnTo>
                        <a:pt x="516428" y="331766"/>
                      </a:lnTo>
                      <a:lnTo>
                        <a:pt x="516810" y="331406"/>
                      </a:lnTo>
                      <a:lnTo>
                        <a:pt x="517215" y="331069"/>
                      </a:lnTo>
                      <a:lnTo>
                        <a:pt x="517598" y="330732"/>
                      </a:lnTo>
                      <a:lnTo>
                        <a:pt x="518002" y="330394"/>
                      </a:lnTo>
                      <a:lnTo>
                        <a:pt x="518385" y="330057"/>
                      </a:lnTo>
                      <a:lnTo>
                        <a:pt x="518790" y="329720"/>
                      </a:lnTo>
                      <a:lnTo>
                        <a:pt x="519194" y="329382"/>
                      </a:lnTo>
                      <a:lnTo>
                        <a:pt x="519576" y="329045"/>
                      </a:lnTo>
                      <a:lnTo>
                        <a:pt x="519982" y="328708"/>
                      </a:lnTo>
                      <a:lnTo>
                        <a:pt x="520364" y="328370"/>
                      </a:lnTo>
                      <a:lnTo>
                        <a:pt x="520768" y="328033"/>
                      </a:lnTo>
                      <a:lnTo>
                        <a:pt x="521151" y="327696"/>
                      </a:lnTo>
                      <a:lnTo>
                        <a:pt x="521556" y="327336"/>
                      </a:lnTo>
                      <a:lnTo>
                        <a:pt x="521938" y="326998"/>
                      </a:lnTo>
                      <a:lnTo>
                        <a:pt x="522343" y="326661"/>
                      </a:lnTo>
                      <a:lnTo>
                        <a:pt x="522748" y="326324"/>
                      </a:lnTo>
                      <a:lnTo>
                        <a:pt x="523107" y="325986"/>
                      </a:lnTo>
                      <a:lnTo>
                        <a:pt x="523535" y="325649"/>
                      </a:lnTo>
                      <a:lnTo>
                        <a:pt x="523895" y="325312"/>
                      </a:lnTo>
                      <a:lnTo>
                        <a:pt x="524299" y="324974"/>
                      </a:lnTo>
                      <a:lnTo>
                        <a:pt x="524682" y="324637"/>
                      </a:lnTo>
                      <a:lnTo>
                        <a:pt x="525087" y="324300"/>
                      </a:lnTo>
                      <a:lnTo>
                        <a:pt x="525491" y="323962"/>
                      </a:lnTo>
                      <a:lnTo>
                        <a:pt x="525874" y="323603"/>
                      </a:lnTo>
                      <a:lnTo>
                        <a:pt x="526278" y="323265"/>
                      </a:lnTo>
                      <a:lnTo>
                        <a:pt x="526661" y="322928"/>
                      </a:lnTo>
                      <a:lnTo>
                        <a:pt x="527066" y="322591"/>
                      </a:lnTo>
                      <a:lnTo>
                        <a:pt x="527448" y="322253"/>
                      </a:lnTo>
                      <a:lnTo>
                        <a:pt x="527853" y="321916"/>
                      </a:lnTo>
                      <a:lnTo>
                        <a:pt x="528235" y="321579"/>
                      </a:lnTo>
                      <a:lnTo>
                        <a:pt x="528640" y="321241"/>
                      </a:lnTo>
                      <a:lnTo>
                        <a:pt x="529045" y="320904"/>
                      </a:lnTo>
                      <a:lnTo>
                        <a:pt x="529427" y="320566"/>
                      </a:lnTo>
                      <a:lnTo>
                        <a:pt x="529832" y="320229"/>
                      </a:lnTo>
                      <a:lnTo>
                        <a:pt x="530214" y="319892"/>
                      </a:lnTo>
                      <a:lnTo>
                        <a:pt x="530619" y="319554"/>
                      </a:lnTo>
                      <a:lnTo>
                        <a:pt x="531001" y="319217"/>
                      </a:lnTo>
                      <a:lnTo>
                        <a:pt x="531406" y="318880"/>
                      </a:lnTo>
                      <a:lnTo>
                        <a:pt x="531789" y="318542"/>
                      </a:lnTo>
                      <a:lnTo>
                        <a:pt x="532193" y="318205"/>
                      </a:lnTo>
                      <a:lnTo>
                        <a:pt x="532598" y="317913"/>
                      </a:lnTo>
                      <a:lnTo>
                        <a:pt x="532981" y="317575"/>
                      </a:lnTo>
                      <a:lnTo>
                        <a:pt x="533385" y="317238"/>
                      </a:lnTo>
                      <a:lnTo>
                        <a:pt x="533767" y="316901"/>
                      </a:lnTo>
                      <a:lnTo>
                        <a:pt x="534172" y="316563"/>
                      </a:lnTo>
                      <a:lnTo>
                        <a:pt x="534555" y="316226"/>
                      </a:lnTo>
                      <a:lnTo>
                        <a:pt x="534959" y="315911"/>
                      </a:lnTo>
                      <a:lnTo>
                        <a:pt x="535342" y="315574"/>
                      </a:lnTo>
                      <a:lnTo>
                        <a:pt x="535747" y="315236"/>
                      </a:lnTo>
                      <a:lnTo>
                        <a:pt x="536151" y="314899"/>
                      </a:lnTo>
                      <a:lnTo>
                        <a:pt x="536534" y="314562"/>
                      </a:lnTo>
                      <a:lnTo>
                        <a:pt x="536939" y="314247"/>
                      </a:lnTo>
                      <a:lnTo>
                        <a:pt x="537321" y="313910"/>
                      </a:lnTo>
                      <a:lnTo>
                        <a:pt x="537726" y="313572"/>
                      </a:lnTo>
                      <a:lnTo>
                        <a:pt x="538108" y="313257"/>
                      </a:lnTo>
                      <a:lnTo>
                        <a:pt x="538513" y="312920"/>
                      </a:lnTo>
                      <a:lnTo>
                        <a:pt x="538918" y="312605"/>
                      </a:lnTo>
                      <a:lnTo>
                        <a:pt x="539300" y="312268"/>
                      </a:lnTo>
                      <a:lnTo>
                        <a:pt x="539705" y="311953"/>
                      </a:lnTo>
                      <a:lnTo>
                        <a:pt x="540087" y="311616"/>
                      </a:lnTo>
                      <a:lnTo>
                        <a:pt x="540492" y="311301"/>
                      </a:lnTo>
                      <a:lnTo>
                        <a:pt x="540875" y="310963"/>
                      </a:lnTo>
                      <a:lnTo>
                        <a:pt x="541279" y="310649"/>
                      </a:lnTo>
                      <a:lnTo>
                        <a:pt x="541661" y="310334"/>
                      </a:lnTo>
                      <a:lnTo>
                        <a:pt x="542066" y="309996"/>
                      </a:lnTo>
                      <a:lnTo>
                        <a:pt x="542471" y="309682"/>
                      </a:lnTo>
                      <a:lnTo>
                        <a:pt x="542853" y="309344"/>
                      </a:lnTo>
                      <a:lnTo>
                        <a:pt x="543258" y="309029"/>
                      </a:lnTo>
                      <a:lnTo>
                        <a:pt x="543641" y="308714"/>
                      </a:lnTo>
                      <a:lnTo>
                        <a:pt x="544045" y="308377"/>
                      </a:lnTo>
                      <a:lnTo>
                        <a:pt x="544427" y="308062"/>
                      </a:lnTo>
                      <a:lnTo>
                        <a:pt x="544832" y="307725"/>
                      </a:lnTo>
                      <a:lnTo>
                        <a:pt x="545215" y="307410"/>
                      </a:lnTo>
                      <a:lnTo>
                        <a:pt x="545620" y="307095"/>
                      </a:lnTo>
                      <a:lnTo>
                        <a:pt x="546024" y="306758"/>
                      </a:lnTo>
                      <a:lnTo>
                        <a:pt x="546407" y="306443"/>
                      </a:lnTo>
                      <a:lnTo>
                        <a:pt x="546812" y="306128"/>
                      </a:lnTo>
                      <a:lnTo>
                        <a:pt x="547194" y="305791"/>
                      </a:lnTo>
                      <a:lnTo>
                        <a:pt x="547599" y="305476"/>
                      </a:lnTo>
                      <a:lnTo>
                        <a:pt x="547981" y="305161"/>
                      </a:lnTo>
                      <a:lnTo>
                        <a:pt x="548386" y="304846"/>
                      </a:lnTo>
                      <a:lnTo>
                        <a:pt x="548768" y="304531"/>
                      </a:lnTo>
                      <a:lnTo>
                        <a:pt x="549173" y="304217"/>
                      </a:lnTo>
                      <a:lnTo>
                        <a:pt x="549578" y="303879"/>
                      </a:lnTo>
                      <a:lnTo>
                        <a:pt x="549960" y="303564"/>
                      </a:lnTo>
                      <a:lnTo>
                        <a:pt x="550365" y="303249"/>
                      </a:lnTo>
                      <a:lnTo>
                        <a:pt x="550747" y="302935"/>
                      </a:lnTo>
                      <a:lnTo>
                        <a:pt x="551152" y="302597"/>
                      </a:lnTo>
                      <a:lnTo>
                        <a:pt x="551535" y="302282"/>
                      </a:lnTo>
                      <a:lnTo>
                        <a:pt x="551939" y="301968"/>
                      </a:lnTo>
                      <a:lnTo>
                        <a:pt x="552321" y="301653"/>
                      </a:lnTo>
                      <a:lnTo>
                        <a:pt x="552726" y="301338"/>
                      </a:lnTo>
                      <a:lnTo>
                        <a:pt x="553131" y="301023"/>
                      </a:lnTo>
                      <a:lnTo>
                        <a:pt x="553513" y="300731"/>
                      </a:lnTo>
                      <a:lnTo>
                        <a:pt x="553918" y="300416"/>
                      </a:lnTo>
                      <a:lnTo>
                        <a:pt x="554301" y="300101"/>
                      </a:lnTo>
                      <a:lnTo>
                        <a:pt x="554705" y="299786"/>
                      </a:lnTo>
                      <a:lnTo>
                        <a:pt x="555088" y="299494"/>
                      </a:lnTo>
                      <a:lnTo>
                        <a:pt x="555493" y="299179"/>
                      </a:lnTo>
                      <a:lnTo>
                        <a:pt x="555897" y="298864"/>
                      </a:lnTo>
                      <a:lnTo>
                        <a:pt x="556280" y="298549"/>
                      </a:lnTo>
                      <a:lnTo>
                        <a:pt x="556684" y="298257"/>
                      </a:lnTo>
                      <a:lnTo>
                        <a:pt x="557067" y="297942"/>
                      </a:lnTo>
                      <a:lnTo>
                        <a:pt x="557472" y="297627"/>
                      </a:lnTo>
                      <a:lnTo>
                        <a:pt x="557854" y="297312"/>
                      </a:lnTo>
                      <a:lnTo>
                        <a:pt x="558259" y="296997"/>
                      </a:lnTo>
                      <a:lnTo>
                        <a:pt x="558641" y="296683"/>
                      </a:lnTo>
                      <a:lnTo>
                        <a:pt x="559046" y="296368"/>
                      </a:lnTo>
                      <a:lnTo>
                        <a:pt x="559450" y="296053"/>
                      </a:lnTo>
                      <a:lnTo>
                        <a:pt x="559833" y="295738"/>
                      </a:lnTo>
                      <a:lnTo>
                        <a:pt x="560238" y="295401"/>
                      </a:lnTo>
                      <a:lnTo>
                        <a:pt x="560620" y="295086"/>
                      </a:lnTo>
                      <a:lnTo>
                        <a:pt x="561025" y="294771"/>
                      </a:lnTo>
                      <a:lnTo>
                        <a:pt x="561407" y="294456"/>
                      </a:lnTo>
                      <a:lnTo>
                        <a:pt x="561812" y="294119"/>
                      </a:lnTo>
                      <a:lnTo>
                        <a:pt x="562195" y="293804"/>
                      </a:lnTo>
                      <a:lnTo>
                        <a:pt x="562599" y="293489"/>
                      </a:lnTo>
                      <a:lnTo>
                        <a:pt x="563004" y="293152"/>
                      </a:lnTo>
                      <a:lnTo>
                        <a:pt x="563386" y="292837"/>
                      </a:lnTo>
                      <a:lnTo>
                        <a:pt x="563791" y="292522"/>
                      </a:lnTo>
                      <a:lnTo>
                        <a:pt x="564173" y="292185"/>
                      </a:lnTo>
                      <a:lnTo>
                        <a:pt x="564578" y="291870"/>
                      </a:lnTo>
                      <a:lnTo>
                        <a:pt x="564961" y="291532"/>
                      </a:lnTo>
                      <a:lnTo>
                        <a:pt x="565365" y="291218"/>
                      </a:lnTo>
                      <a:lnTo>
                        <a:pt x="565748" y="290880"/>
                      </a:lnTo>
                      <a:lnTo>
                        <a:pt x="566153" y="290543"/>
                      </a:lnTo>
                      <a:lnTo>
                        <a:pt x="566557" y="290206"/>
                      </a:lnTo>
                      <a:lnTo>
                        <a:pt x="566940" y="289868"/>
                      </a:lnTo>
                      <a:lnTo>
                        <a:pt x="567344" y="289531"/>
                      </a:lnTo>
                      <a:lnTo>
                        <a:pt x="567727" y="289194"/>
                      </a:lnTo>
                      <a:lnTo>
                        <a:pt x="568132" y="288834"/>
                      </a:lnTo>
                      <a:lnTo>
                        <a:pt x="568514" y="288496"/>
                      </a:lnTo>
                      <a:lnTo>
                        <a:pt x="568919" y="288136"/>
                      </a:lnTo>
                      <a:lnTo>
                        <a:pt x="569324" y="287777"/>
                      </a:lnTo>
                      <a:lnTo>
                        <a:pt x="569706" y="287417"/>
                      </a:lnTo>
                      <a:lnTo>
                        <a:pt x="570111" y="287035"/>
                      </a:lnTo>
                      <a:lnTo>
                        <a:pt x="570493" y="286652"/>
                      </a:lnTo>
                      <a:lnTo>
                        <a:pt x="570898" y="286270"/>
                      </a:lnTo>
                      <a:lnTo>
                        <a:pt x="571280" y="285888"/>
                      </a:lnTo>
                      <a:lnTo>
                        <a:pt x="571685" y="285505"/>
                      </a:lnTo>
                      <a:lnTo>
                        <a:pt x="572067" y="285100"/>
                      </a:lnTo>
                      <a:lnTo>
                        <a:pt x="572472" y="284696"/>
                      </a:lnTo>
                      <a:lnTo>
                        <a:pt x="572877" y="284268"/>
                      </a:lnTo>
                      <a:lnTo>
                        <a:pt x="573259" y="283841"/>
                      </a:lnTo>
                      <a:lnTo>
                        <a:pt x="573664" y="283414"/>
                      </a:lnTo>
                      <a:lnTo>
                        <a:pt x="574047" y="282964"/>
                      </a:lnTo>
                      <a:lnTo>
                        <a:pt x="574451" y="282514"/>
                      </a:lnTo>
                      <a:lnTo>
                        <a:pt x="574833" y="282064"/>
                      </a:lnTo>
                      <a:lnTo>
                        <a:pt x="575238" y="281592"/>
                      </a:lnTo>
                      <a:lnTo>
                        <a:pt x="575621" y="281120"/>
                      </a:lnTo>
                      <a:lnTo>
                        <a:pt x="576025" y="280625"/>
                      </a:lnTo>
                      <a:lnTo>
                        <a:pt x="576430" y="280108"/>
                      </a:lnTo>
                      <a:lnTo>
                        <a:pt x="576813" y="279590"/>
                      </a:lnTo>
                      <a:lnTo>
                        <a:pt x="577217" y="279051"/>
                      </a:lnTo>
                      <a:lnTo>
                        <a:pt x="577600" y="278488"/>
                      </a:lnTo>
                      <a:lnTo>
                        <a:pt x="578004" y="277926"/>
                      </a:lnTo>
                      <a:lnTo>
                        <a:pt x="578387" y="277341"/>
                      </a:lnTo>
                      <a:lnTo>
                        <a:pt x="578792" y="276734"/>
                      </a:lnTo>
                      <a:lnTo>
                        <a:pt x="579174" y="276105"/>
                      </a:lnTo>
                      <a:lnTo>
                        <a:pt x="579579" y="275452"/>
                      </a:lnTo>
                      <a:lnTo>
                        <a:pt x="579984" y="274778"/>
                      </a:lnTo>
                      <a:lnTo>
                        <a:pt x="580366" y="274103"/>
                      </a:lnTo>
                      <a:lnTo>
                        <a:pt x="580771" y="273383"/>
                      </a:lnTo>
                      <a:lnTo>
                        <a:pt x="581153" y="272619"/>
                      </a:lnTo>
                      <a:lnTo>
                        <a:pt x="581558" y="271854"/>
                      </a:lnTo>
                      <a:lnTo>
                        <a:pt x="581940" y="271044"/>
                      </a:lnTo>
                      <a:lnTo>
                        <a:pt x="582345" y="270190"/>
                      </a:lnTo>
                      <a:lnTo>
                        <a:pt x="582727" y="269313"/>
                      </a:lnTo>
                      <a:lnTo>
                        <a:pt x="583132" y="268413"/>
                      </a:lnTo>
                      <a:lnTo>
                        <a:pt x="583537" y="267446"/>
                      </a:lnTo>
                      <a:lnTo>
                        <a:pt x="583919" y="266457"/>
                      </a:lnTo>
                      <a:lnTo>
                        <a:pt x="584324" y="265400"/>
                      </a:lnTo>
                      <a:lnTo>
                        <a:pt x="584707" y="264320"/>
                      </a:lnTo>
                      <a:lnTo>
                        <a:pt x="585111" y="263173"/>
                      </a:lnTo>
                      <a:lnTo>
                        <a:pt x="585493" y="261959"/>
                      </a:lnTo>
                      <a:lnTo>
                        <a:pt x="585898" y="260699"/>
                      </a:lnTo>
                      <a:lnTo>
                        <a:pt x="586303" y="259395"/>
                      </a:lnTo>
                      <a:lnTo>
                        <a:pt x="586686" y="258000"/>
                      </a:lnTo>
                      <a:lnTo>
                        <a:pt x="587090" y="256539"/>
                      </a:lnTo>
                      <a:lnTo>
                        <a:pt x="587473" y="255009"/>
                      </a:lnTo>
                      <a:lnTo>
                        <a:pt x="587878" y="253390"/>
                      </a:lnTo>
                      <a:lnTo>
                        <a:pt x="588260" y="251681"/>
                      </a:lnTo>
                      <a:lnTo>
                        <a:pt x="588665" y="249904"/>
                      </a:lnTo>
                      <a:lnTo>
                        <a:pt x="589047" y="248015"/>
                      </a:lnTo>
                      <a:lnTo>
                        <a:pt x="589452" y="245946"/>
                      </a:lnTo>
                      <a:lnTo>
                        <a:pt x="589856" y="243855"/>
                      </a:lnTo>
                      <a:lnTo>
                        <a:pt x="590239" y="241651"/>
                      </a:lnTo>
                      <a:lnTo>
                        <a:pt x="590644" y="239334"/>
                      </a:lnTo>
                      <a:lnTo>
                        <a:pt x="591026" y="236950"/>
                      </a:lnTo>
                      <a:lnTo>
                        <a:pt x="591431" y="234409"/>
                      </a:lnTo>
                      <a:lnTo>
                        <a:pt x="591813" y="230788"/>
                      </a:lnTo>
                    </a:path>
                  </a:pathLst>
                </a:custGeom>
                <a:noFill/>
                <a:ln w="4498" cap="flat">
                  <a:solidFill>
                    <a:srgbClr val="B6D1CD"/>
                  </a:solidFill>
                  <a:prstDash val="solid"/>
                  <a:round/>
                </a:ln>
              </p:spPr>
              <p:txBody>
                <a:bodyPr rtlCol="0" anchor="ctr"/>
                <a:lstStyle/>
                <a:p>
                  <a:endParaRPr lang="en-US"/>
                </a:p>
              </p:txBody>
            </p:sp>
            <p:sp>
              <p:nvSpPr>
                <p:cNvPr id="1899" name="Freeform 1898">
                  <a:extLst>
                    <a:ext uri="{FF2B5EF4-FFF2-40B4-BE49-F238E27FC236}">
                      <a16:creationId xmlns:a16="http://schemas.microsoft.com/office/drawing/2014/main" id="{0462792B-3458-EE72-D5D2-A6223B3FF801}"/>
                    </a:ext>
                  </a:extLst>
                </p:cNvPr>
                <p:cNvSpPr/>
                <p:nvPr/>
              </p:nvSpPr>
              <p:spPr>
                <a:xfrm>
                  <a:off x="1194948" y="1164700"/>
                  <a:ext cx="2848717" cy="2991393"/>
                </a:xfrm>
                <a:custGeom>
                  <a:avLst/>
                  <a:gdLst>
                    <a:gd name="connsiteX0" fmla="*/ 253075 w 591813"/>
                    <a:gd name="connsiteY0" fmla="*/ 615742 h 621454"/>
                    <a:gd name="connsiteX1" fmla="*/ 253480 w 591813"/>
                    <a:gd name="connsiteY1" fmla="*/ 616035 h 621454"/>
                    <a:gd name="connsiteX2" fmla="*/ 253862 w 591813"/>
                    <a:gd name="connsiteY2" fmla="*/ 616304 h 621454"/>
                    <a:gd name="connsiteX3" fmla="*/ 254267 w 591813"/>
                    <a:gd name="connsiteY3" fmla="*/ 616574 h 621454"/>
                    <a:gd name="connsiteX4" fmla="*/ 254650 w 591813"/>
                    <a:gd name="connsiteY4" fmla="*/ 616844 h 621454"/>
                    <a:gd name="connsiteX5" fmla="*/ 255054 w 591813"/>
                    <a:gd name="connsiteY5" fmla="*/ 617092 h 621454"/>
                    <a:gd name="connsiteX6" fmla="*/ 255459 w 591813"/>
                    <a:gd name="connsiteY6" fmla="*/ 617339 h 621454"/>
                    <a:gd name="connsiteX7" fmla="*/ 255841 w 591813"/>
                    <a:gd name="connsiteY7" fmla="*/ 617586 h 621454"/>
                    <a:gd name="connsiteX8" fmla="*/ 256246 w 591813"/>
                    <a:gd name="connsiteY8" fmla="*/ 617811 h 621454"/>
                    <a:gd name="connsiteX9" fmla="*/ 256628 w 591813"/>
                    <a:gd name="connsiteY9" fmla="*/ 618036 h 621454"/>
                    <a:gd name="connsiteX10" fmla="*/ 257033 w 591813"/>
                    <a:gd name="connsiteY10" fmla="*/ 618261 h 621454"/>
                    <a:gd name="connsiteX11" fmla="*/ 257416 w 591813"/>
                    <a:gd name="connsiteY11" fmla="*/ 618463 h 621454"/>
                    <a:gd name="connsiteX12" fmla="*/ 257820 w 591813"/>
                    <a:gd name="connsiteY12" fmla="*/ 618666 h 621454"/>
                    <a:gd name="connsiteX13" fmla="*/ 258202 w 591813"/>
                    <a:gd name="connsiteY13" fmla="*/ 618868 h 621454"/>
                    <a:gd name="connsiteX14" fmla="*/ 258608 w 591813"/>
                    <a:gd name="connsiteY14" fmla="*/ 619048 h 621454"/>
                    <a:gd name="connsiteX15" fmla="*/ 259012 w 591813"/>
                    <a:gd name="connsiteY15" fmla="*/ 619228 h 621454"/>
                    <a:gd name="connsiteX16" fmla="*/ 259395 w 591813"/>
                    <a:gd name="connsiteY16" fmla="*/ 619408 h 621454"/>
                    <a:gd name="connsiteX17" fmla="*/ 259799 w 591813"/>
                    <a:gd name="connsiteY17" fmla="*/ 619588 h 621454"/>
                    <a:gd name="connsiteX18" fmla="*/ 260182 w 591813"/>
                    <a:gd name="connsiteY18" fmla="*/ 619745 h 621454"/>
                    <a:gd name="connsiteX19" fmla="*/ 260587 w 591813"/>
                    <a:gd name="connsiteY19" fmla="*/ 619903 h 621454"/>
                    <a:gd name="connsiteX20" fmla="*/ 260969 w 591813"/>
                    <a:gd name="connsiteY20" fmla="*/ 620038 h 621454"/>
                    <a:gd name="connsiteX21" fmla="*/ 261374 w 591813"/>
                    <a:gd name="connsiteY21" fmla="*/ 620173 h 621454"/>
                    <a:gd name="connsiteX22" fmla="*/ 261756 w 591813"/>
                    <a:gd name="connsiteY22" fmla="*/ 620308 h 621454"/>
                    <a:gd name="connsiteX23" fmla="*/ 262161 w 591813"/>
                    <a:gd name="connsiteY23" fmla="*/ 620443 h 621454"/>
                    <a:gd name="connsiteX24" fmla="*/ 262566 w 591813"/>
                    <a:gd name="connsiteY24" fmla="*/ 620555 h 621454"/>
                    <a:gd name="connsiteX25" fmla="*/ 262948 w 591813"/>
                    <a:gd name="connsiteY25" fmla="*/ 620667 h 621454"/>
                    <a:gd name="connsiteX26" fmla="*/ 263353 w 591813"/>
                    <a:gd name="connsiteY26" fmla="*/ 620757 h 621454"/>
                    <a:gd name="connsiteX27" fmla="*/ 263735 w 591813"/>
                    <a:gd name="connsiteY27" fmla="*/ 620870 h 621454"/>
                    <a:gd name="connsiteX28" fmla="*/ 264140 w 591813"/>
                    <a:gd name="connsiteY28" fmla="*/ 620937 h 621454"/>
                    <a:gd name="connsiteX29" fmla="*/ 264522 w 591813"/>
                    <a:gd name="connsiteY29" fmla="*/ 621027 h 621454"/>
                    <a:gd name="connsiteX30" fmla="*/ 264927 w 591813"/>
                    <a:gd name="connsiteY30" fmla="*/ 621095 h 621454"/>
                    <a:gd name="connsiteX31" fmla="*/ 265332 w 591813"/>
                    <a:gd name="connsiteY31" fmla="*/ 621162 h 621454"/>
                    <a:gd name="connsiteX32" fmla="*/ 265714 w 591813"/>
                    <a:gd name="connsiteY32" fmla="*/ 621230 h 621454"/>
                    <a:gd name="connsiteX33" fmla="*/ 266119 w 591813"/>
                    <a:gd name="connsiteY33" fmla="*/ 621275 h 621454"/>
                    <a:gd name="connsiteX34" fmla="*/ 266502 w 591813"/>
                    <a:gd name="connsiteY34" fmla="*/ 621320 h 621454"/>
                    <a:gd name="connsiteX35" fmla="*/ 266906 w 591813"/>
                    <a:gd name="connsiteY35" fmla="*/ 621365 h 621454"/>
                    <a:gd name="connsiteX36" fmla="*/ 267288 w 591813"/>
                    <a:gd name="connsiteY36" fmla="*/ 621387 h 621454"/>
                    <a:gd name="connsiteX37" fmla="*/ 267693 w 591813"/>
                    <a:gd name="connsiteY37" fmla="*/ 621410 h 621454"/>
                    <a:gd name="connsiteX38" fmla="*/ 268076 w 591813"/>
                    <a:gd name="connsiteY38" fmla="*/ 621432 h 621454"/>
                    <a:gd name="connsiteX39" fmla="*/ 268480 w 591813"/>
                    <a:gd name="connsiteY39" fmla="*/ 621455 h 621454"/>
                    <a:gd name="connsiteX40" fmla="*/ 268885 w 591813"/>
                    <a:gd name="connsiteY40" fmla="*/ 621455 h 621454"/>
                    <a:gd name="connsiteX41" fmla="*/ 269268 w 591813"/>
                    <a:gd name="connsiteY41" fmla="*/ 621455 h 621454"/>
                    <a:gd name="connsiteX42" fmla="*/ 269672 w 591813"/>
                    <a:gd name="connsiteY42" fmla="*/ 621455 h 621454"/>
                    <a:gd name="connsiteX43" fmla="*/ 270055 w 591813"/>
                    <a:gd name="connsiteY43" fmla="*/ 621432 h 621454"/>
                    <a:gd name="connsiteX44" fmla="*/ 270459 w 591813"/>
                    <a:gd name="connsiteY44" fmla="*/ 621410 h 621454"/>
                    <a:gd name="connsiteX45" fmla="*/ 270842 w 591813"/>
                    <a:gd name="connsiteY45" fmla="*/ 621387 h 621454"/>
                    <a:gd name="connsiteX46" fmla="*/ 271247 w 591813"/>
                    <a:gd name="connsiteY46" fmla="*/ 621365 h 621454"/>
                    <a:gd name="connsiteX47" fmla="*/ 271629 w 591813"/>
                    <a:gd name="connsiteY47" fmla="*/ 621342 h 621454"/>
                    <a:gd name="connsiteX48" fmla="*/ 272034 w 591813"/>
                    <a:gd name="connsiteY48" fmla="*/ 621297 h 621454"/>
                    <a:gd name="connsiteX49" fmla="*/ 272439 w 591813"/>
                    <a:gd name="connsiteY49" fmla="*/ 621252 h 621454"/>
                    <a:gd name="connsiteX50" fmla="*/ 272821 w 591813"/>
                    <a:gd name="connsiteY50" fmla="*/ 621185 h 621454"/>
                    <a:gd name="connsiteX51" fmla="*/ 273226 w 591813"/>
                    <a:gd name="connsiteY51" fmla="*/ 621140 h 621454"/>
                    <a:gd name="connsiteX52" fmla="*/ 273608 w 591813"/>
                    <a:gd name="connsiteY52" fmla="*/ 621072 h 621454"/>
                    <a:gd name="connsiteX53" fmla="*/ 274013 w 591813"/>
                    <a:gd name="connsiteY53" fmla="*/ 621027 h 621454"/>
                    <a:gd name="connsiteX54" fmla="*/ 274395 w 591813"/>
                    <a:gd name="connsiteY54" fmla="*/ 620937 h 621454"/>
                    <a:gd name="connsiteX55" fmla="*/ 274800 w 591813"/>
                    <a:gd name="connsiteY55" fmla="*/ 620870 h 621454"/>
                    <a:gd name="connsiteX56" fmla="*/ 275182 w 591813"/>
                    <a:gd name="connsiteY56" fmla="*/ 620802 h 621454"/>
                    <a:gd name="connsiteX57" fmla="*/ 275587 w 591813"/>
                    <a:gd name="connsiteY57" fmla="*/ 620712 h 621454"/>
                    <a:gd name="connsiteX58" fmla="*/ 275992 w 591813"/>
                    <a:gd name="connsiteY58" fmla="*/ 620622 h 621454"/>
                    <a:gd name="connsiteX59" fmla="*/ 276374 w 591813"/>
                    <a:gd name="connsiteY59" fmla="*/ 620533 h 621454"/>
                    <a:gd name="connsiteX60" fmla="*/ 276779 w 591813"/>
                    <a:gd name="connsiteY60" fmla="*/ 620443 h 621454"/>
                    <a:gd name="connsiteX61" fmla="*/ 277162 w 591813"/>
                    <a:gd name="connsiteY61" fmla="*/ 620353 h 621454"/>
                    <a:gd name="connsiteX62" fmla="*/ 277566 w 591813"/>
                    <a:gd name="connsiteY62" fmla="*/ 620263 h 621454"/>
                    <a:gd name="connsiteX63" fmla="*/ 277948 w 591813"/>
                    <a:gd name="connsiteY63" fmla="*/ 620173 h 621454"/>
                    <a:gd name="connsiteX64" fmla="*/ 278353 w 591813"/>
                    <a:gd name="connsiteY64" fmla="*/ 620060 h 621454"/>
                    <a:gd name="connsiteX65" fmla="*/ 278758 w 591813"/>
                    <a:gd name="connsiteY65" fmla="*/ 619948 h 621454"/>
                    <a:gd name="connsiteX66" fmla="*/ 279140 w 591813"/>
                    <a:gd name="connsiteY66" fmla="*/ 619835 h 621454"/>
                    <a:gd name="connsiteX67" fmla="*/ 279545 w 591813"/>
                    <a:gd name="connsiteY67" fmla="*/ 619723 h 621454"/>
                    <a:gd name="connsiteX68" fmla="*/ 279928 w 591813"/>
                    <a:gd name="connsiteY68" fmla="*/ 619610 h 621454"/>
                    <a:gd name="connsiteX69" fmla="*/ 280332 w 591813"/>
                    <a:gd name="connsiteY69" fmla="*/ 619476 h 621454"/>
                    <a:gd name="connsiteX70" fmla="*/ 280715 w 591813"/>
                    <a:gd name="connsiteY70" fmla="*/ 619363 h 621454"/>
                    <a:gd name="connsiteX71" fmla="*/ 281120 w 591813"/>
                    <a:gd name="connsiteY71" fmla="*/ 619228 h 621454"/>
                    <a:gd name="connsiteX72" fmla="*/ 281502 w 591813"/>
                    <a:gd name="connsiteY72" fmla="*/ 619071 h 621454"/>
                    <a:gd name="connsiteX73" fmla="*/ 281907 w 591813"/>
                    <a:gd name="connsiteY73" fmla="*/ 618936 h 621454"/>
                    <a:gd name="connsiteX74" fmla="*/ 282311 w 591813"/>
                    <a:gd name="connsiteY74" fmla="*/ 618778 h 621454"/>
                    <a:gd name="connsiteX75" fmla="*/ 282694 w 591813"/>
                    <a:gd name="connsiteY75" fmla="*/ 618643 h 621454"/>
                    <a:gd name="connsiteX76" fmla="*/ 283076 w 591813"/>
                    <a:gd name="connsiteY76" fmla="*/ 618486 h 621454"/>
                    <a:gd name="connsiteX77" fmla="*/ 283481 w 591813"/>
                    <a:gd name="connsiteY77" fmla="*/ 618306 h 621454"/>
                    <a:gd name="connsiteX78" fmla="*/ 283886 w 591813"/>
                    <a:gd name="connsiteY78" fmla="*/ 618149 h 621454"/>
                    <a:gd name="connsiteX79" fmla="*/ 284246 w 591813"/>
                    <a:gd name="connsiteY79" fmla="*/ 617991 h 621454"/>
                    <a:gd name="connsiteX80" fmla="*/ 284673 w 591813"/>
                    <a:gd name="connsiteY80" fmla="*/ 617811 h 621454"/>
                    <a:gd name="connsiteX81" fmla="*/ 285033 w 591813"/>
                    <a:gd name="connsiteY81" fmla="*/ 617631 h 621454"/>
                    <a:gd name="connsiteX82" fmla="*/ 285438 w 591813"/>
                    <a:gd name="connsiteY82" fmla="*/ 617451 h 621454"/>
                    <a:gd name="connsiteX83" fmla="*/ 285842 w 591813"/>
                    <a:gd name="connsiteY83" fmla="*/ 617272 h 621454"/>
                    <a:gd name="connsiteX84" fmla="*/ 286224 w 591813"/>
                    <a:gd name="connsiteY84" fmla="*/ 617069 h 621454"/>
                    <a:gd name="connsiteX85" fmla="*/ 286630 w 591813"/>
                    <a:gd name="connsiteY85" fmla="*/ 616889 h 621454"/>
                    <a:gd name="connsiteX86" fmla="*/ 287012 w 591813"/>
                    <a:gd name="connsiteY86" fmla="*/ 616687 h 621454"/>
                    <a:gd name="connsiteX87" fmla="*/ 287416 w 591813"/>
                    <a:gd name="connsiteY87" fmla="*/ 616484 h 621454"/>
                    <a:gd name="connsiteX88" fmla="*/ 287799 w 591813"/>
                    <a:gd name="connsiteY88" fmla="*/ 616259 h 621454"/>
                    <a:gd name="connsiteX89" fmla="*/ 288204 w 591813"/>
                    <a:gd name="connsiteY89" fmla="*/ 616057 h 621454"/>
                    <a:gd name="connsiteX90" fmla="*/ 288586 w 591813"/>
                    <a:gd name="connsiteY90" fmla="*/ 615855 h 621454"/>
                    <a:gd name="connsiteX91" fmla="*/ 288991 w 591813"/>
                    <a:gd name="connsiteY91" fmla="*/ 615630 h 621454"/>
                    <a:gd name="connsiteX92" fmla="*/ 289396 w 591813"/>
                    <a:gd name="connsiteY92" fmla="*/ 615405 h 621454"/>
                    <a:gd name="connsiteX93" fmla="*/ 289778 w 591813"/>
                    <a:gd name="connsiteY93" fmla="*/ 615180 h 621454"/>
                    <a:gd name="connsiteX94" fmla="*/ 290183 w 591813"/>
                    <a:gd name="connsiteY94" fmla="*/ 614955 h 621454"/>
                    <a:gd name="connsiteX95" fmla="*/ 290565 w 591813"/>
                    <a:gd name="connsiteY95" fmla="*/ 614730 h 621454"/>
                    <a:gd name="connsiteX96" fmla="*/ 290970 w 591813"/>
                    <a:gd name="connsiteY96" fmla="*/ 614505 h 621454"/>
                    <a:gd name="connsiteX97" fmla="*/ 291352 w 591813"/>
                    <a:gd name="connsiteY97" fmla="*/ 614280 h 621454"/>
                    <a:gd name="connsiteX98" fmla="*/ 291757 w 591813"/>
                    <a:gd name="connsiteY98" fmla="*/ 614033 h 621454"/>
                    <a:gd name="connsiteX99" fmla="*/ 292139 w 591813"/>
                    <a:gd name="connsiteY99" fmla="*/ 613808 h 621454"/>
                    <a:gd name="connsiteX100" fmla="*/ 292544 w 591813"/>
                    <a:gd name="connsiteY100" fmla="*/ 613561 h 621454"/>
                    <a:gd name="connsiteX101" fmla="*/ 292949 w 591813"/>
                    <a:gd name="connsiteY101" fmla="*/ 613313 h 621454"/>
                    <a:gd name="connsiteX102" fmla="*/ 293331 w 591813"/>
                    <a:gd name="connsiteY102" fmla="*/ 613066 h 621454"/>
                    <a:gd name="connsiteX103" fmla="*/ 293736 w 591813"/>
                    <a:gd name="connsiteY103" fmla="*/ 612819 h 621454"/>
                    <a:gd name="connsiteX104" fmla="*/ 294118 w 591813"/>
                    <a:gd name="connsiteY104" fmla="*/ 612549 h 621454"/>
                    <a:gd name="connsiteX105" fmla="*/ 294524 w 591813"/>
                    <a:gd name="connsiteY105" fmla="*/ 612301 h 621454"/>
                    <a:gd name="connsiteX106" fmla="*/ 294906 w 591813"/>
                    <a:gd name="connsiteY106" fmla="*/ 612031 h 621454"/>
                    <a:gd name="connsiteX107" fmla="*/ 295310 w 591813"/>
                    <a:gd name="connsiteY107" fmla="*/ 611762 h 621454"/>
                    <a:gd name="connsiteX108" fmla="*/ 295716 w 591813"/>
                    <a:gd name="connsiteY108" fmla="*/ 611492 h 621454"/>
                    <a:gd name="connsiteX109" fmla="*/ 296098 w 591813"/>
                    <a:gd name="connsiteY109" fmla="*/ 612031 h 621454"/>
                    <a:gd name="connsiteX110" fmla="*/ 296502 w 591813"/>
                    <a:gd name="connsiteY110" fmla="*/ 612976 h 621454"/>
                    <a:gd name="connsiteX111" fmla="*/ 296884 w 591813"/>
                    <a:gd name="connsiteY111" fmla="*/ 612729 h 621454"/>
                    <a:gd name="connsiteX112" fmla="*/ 297290 w 591813"/>
                    <a:gd name="connsiteY112" fmla="*/ 612481 h 621454"/>
                    <a:gd name="connsiteX113" fmla="*/ 297672 w 591813"/>
                    <a:gd name="connsiteY113" fmla="*/ 612211 h 621454"/>
                    <a:gd name="connsiteX114" fmla="*/ 298076 w 591813"/>
                    <a:gd name="connsiteY114" fmla="*/ 611964 h 621454"/>
                    <a:gd name="connsiteX115" fmla="*/ 298459 w 591813"/>
                    <a:gd name="connsiteY115" fmla="*/ 611694 h 621454"/>
                    <a:gd name="connsiteX116" fmla="*/ 298864 w 591813"/>
                    <a:gd name="connsiteY116" fmla="*/ 611447 h 621454"/>
                    <a:gd name="connsiteX117" fmla="*/ 299269 w 591813"/>
                    <a:gd name="connsiteY117" fmla="*/ 611177 h 621454"/>
                    <a:gd name="connsiteX118" fmla="*/ 299651 w 591813"/>
                    <a:gd name="connsiteY118" fmla="*/ 610907 h 621454"/>
                    <a:gd name="connsiteX119" fmla="*/ 300056 w 591813"/>
                    <a:gd name="connsiteY119" fmla="*/ 610637 h 621454"/>
                    <a:gd name="connsiteX120" fmla="*/ 300438 w 591813"/>
                    <a:gd name="connsiteY120" fmla="*/ 610367 h 621454"/>
                    <a:gd name="connsiteX121" fmla="*/ 300843 w 591813"/>
                    <a:gd name="connsiteY121" fmla="*/ 610075 h 621454"/>
                    <a:gd name="connsiteX122" fmla="*/ 301225 w 591813"/>
                    <a:gd name="connsiteY122" fmla="*/ 609805 h 621454"/>
                    <a:gd name="connsiteX123" fmla="*/ 301630 w 591813"/>
                    <a:gd name="connsiteY123" fmla="*/ 609513 h 621454"/>
                    <a:gd name="connsiteX124" fmla="*/ 302012 w 591813"/>
                    <a:gd name="connsiteY124" fmla="*/ 609220 h 621454"/>
                    <a:gd name="connsiteX125" fmla="*/ 302417 w 591813"/>
                    <a:gd name="connsiteY125" fmla="*/ 608950 h 621454"/>
                    <a:gd name="connsiteX126" fmla="*/ 302822 w 591813"/>
                    <a:gd name="connsiteY126" fmla="*/ 608658 h 621454"/>
                    <a:gd name="connsiteX127" fmla="*/ 303204 w 591813"/>
                    <a:gd name="connsiteY127" fmla="*/ 608366 h 621454"/>
                    <a:gd name="connsiteX128" fmla="*/ 303609 w 591813"/>
                    <a:gd name="connsiteY128" fmla="*/ 608073 h 621454"/>
                    <a:gd name="connsiteX129" fmla="*/ 303992 w 591813"/>
                    <a:gd name="connsiteY129" fmla="*/ 607758 h 621454"/>
                    <a:gd name="connsiteX130" fmla="*/ 304396 w 591813"/>
                    <a:gd name="connsiteY130" fmla="*/ 607466 h 621454"/>
                    <a:gd name="connsiteX131" fmla="*/ 304778 w 591813"/>
                    <a:gd name="connsiteY131" fmla="*/ 607174 h 621454"/>
                    <a:gd name="connsiteX132" fmla="*/ 305184 w 591813"/>
                    <a:gd name="connsiteY132" fmla="*/ 606859 h 621454"/>
                    <a:gd name="connsiteX133" fmla="*/ 305566 w 591813"/>
                    <a:gd name="connsiteY133" fmla="*/ 606566 h 621454"/>
                    <a:gd name="connsiteX134" fmla="*/ 305970 w 591813"/>
                    <a:gd name="connsiteY134" fmla="*/ 606252 h 621454"/>
                    <a:gd name="connsiteX135" fmla="*/ 306376 w 591813"/>
                    <a:gd name="connsiteY135" fmla="*/ 605959 h 621454"/>
                    <a:gd name="connsiteX136" fmla="*/ 306758 w 591813"/>
                    <a:gd name="connsiteY136" fmla="*/ 605644 h 621454"/>
                    <a:gd name="connsiteX137" fmla="*/ 307162 w 591813"/>
                    <a:gd name="connsiteY137" fmla="*/ 605330 h 621454"/>
                    <a:gd name="connsiteX138" fmla="*/ 307545 w 591813"/>
                    <a:gd name="connsiteY138" fmla="*/ 605015 h 621454"/>
                    <a:gd name="connsiteX139" fmla="*/ 307950 w 591813"/>
                    <a:gd name="connsiteY139" fmla="*/ 604700 h 621454"/>
                    <a:gd name="connsiteX140" fmla="*/ 308332 w 591813"/>
                    <a:gd name="connsiteY140" fmla="*/ 604385 h 621454"/>
                    <a:gd name="connsiteX141" fmla="*/ 308737 w 591813"/>
                    <a:gd name="connsiteY141" fmla="*/ 604048 h 621454"/>
                    <a:gd name="connsiteX142" fmla="*/ 309142 w 591813"/>
                    <a:gd name="connsiteY142" fmla="*/ 603733 h 621454"/>
                    <a:gd name="connsiteX143" fmla="*/ 309524 w 591813"/>
                    <a:gd name="connsiteY143" fmla="*/ 603395 h 621454"/>
                    <a:gd name="connsiteX144" fmla="*/ 309929 w 591813"/>
                    <a:gd name="connsiteY144" fmla="*/ 603058 h 621454"/>
                    <a:gd name="connsiteX145" fmla="*/ 310311 w 591813"/>
                    <a:gd name="connsiteY145" fmla="*/ 602721 h 621454"/>
                    <a:gd name="connsiteX146" fmla="*/ 310716 w 591813"/>
                    <a:gd name="connsiteY146" fmla="*/ 602383 h 621454"/>
                    <a:gd name="connsiteX147" fmla="*/ 311098 w 591813"/>
                    <a:gd name="connsiteY147" fmla="*/ 602046 h 621454"/>
                    <a:gd name="connsiteX148" fmla="*/ 311503 w 591813"/>
                    <a:gd name="connsiteY148" fmla="*/ 601709 h 621454"/>
                    <a:gd name="connsiteX149" fmla="*/ 311885 w 591813"/>
                    <a:gd name="connsiteY149" fmla="*/ 601371 h 621454"/>
                    <a:gd name="connsiteX150" fmla="*/ 312290 w 591813"/>
                    <a:gd name="connsiteY150" fmla="*/ 601034 h 621454"/>
                    <a:gd name="connsiteX151" fmla="*/ 312695 w 591813"/>
                    <a:gd name="connsiteY151" fmla="*/ 600674 h 621454"/>
                    <a:gd name="connsiteX152" fmla="*/ 313077 w 591813"/>
                    <a:gd name="connsiteY152" fmla="*/ 600337 h 621454"/>
                    <a:gd name="connsiteX153" fmla="*/ 313482 w 591813"/>
                    <a:gd name="connsiteY153" fmla="*/ 600000 h 621454"/>
                    <a:gd name="connsiteX154" fmla="*/ 313864 w 591813"/>
                    <a:gd name="connsiteY154" fmla="*/ 599640 h 621454"/>
                    <a:gd name="connsiteX155" fmla="*/ 314269 w 591813"/>
                    <a:gd name="connsiteY155" fmla="*/ 599280 h 621454"/>
                    <a:gd name="connsiteX156" fmla="*/ 314652 w 591813"/>
                    <a:gd name="connsiteY156" fmla="*/ 598943 h 621454"/>
                    <a:gd name="connsiteX157" fmla="*/ 315056 w 591813"/>
                    <a:gd name="connsiteY157" fmla="*/ 598583 h 621454"/>
                    <a:gd name="connsiteX158" fmla="*/ 315438 w 591813"/>
                    <a:gd name="connsiteY158" fmla="*/ 598223 h 621454"/>
                    <a:gd name="connsiteX159" fmla="*/ 315844 w 591813"/>
                    <a:gd name="connsiteY159" fmla="*/ 597886 h 621454"/>
                    <a:gd name="connsiteX160" fmla="*/ 316248 w 591813"/>
                    <a:gd name="connsiteY160" fmla="*/ 597526 h 621454"/>
                    <a:gd name="connsiteX161" fmla="*/ 316630 w 591813"/>
                    <a:gd name="connsiteY161" fmla="*/ 597166 h 621454"/>
                    <a:gd name="connsiteX162" fmla="*/ 317036 w 591813"/>
                    <a:gd name="connsiteY162" fmla="*/ 596806 h 621454"/>
                    <a:gd name="connsiteX163" fmla="*/ 317418 w 591813"/>
                    <a:gd name="connsiteY163" fmla="*/ 596446 h 621454"/>
                    <a:gd name="connsiteX164" fmla="*/ 317822 w 591813"/>
                    <a:gd name="connsiteY164" fmla="*/ 596086 h 621454"/>
                    <a:gd name="connsiteX165" fmla="*/ 318205 w 591813"/>
                    <a:gd name="connsiteY165" fmla="*/ 595727 h 621454"/>
                    <a:gd name="connsiteX166" fmla="*/ 318610 w 591813"/>
                    <a:gd name="connsiteY166" fmla="*/ 595367 h 621454"/>
                    <a:gd name="connsiteX167" fmla="*/ 318992 w 591813"/>
                    <a:gd name="connsiteY167" fmla="*/ 595007 h 621454"/>
                    <a:gd name="connsiteX168" fmla="*/ 319397 w 591813"/>
                    <a:gd name="connsiteY168" fmla="*/ 594647 h 621454"/>
                    <a:gd name="connsiteX169" fmla="*/ 319802 w 591813"/>
                    <a:gd name="connsiteY169" fmla="*/ 594265 h 621454"/>
                    <a:gd name="connsiteX170" fmla="*/ 320184 w 591813"/>
                    <a:gd name="connsiteY170" fmla="*/ 593905 h 621454"/>
                    <a:gd name="connsiteX171" fmla="*/ 320589 w 591813"/>
                    <a:gd name="connsiteY171" fmla="*/ 593545 h 621454"/>
                    <a:gd name="connsiteX172" fmla="*/ 320971 w 591813"/>
                    <a:gd name="connsiteY172" fmla="*/ 593163 h 621454"/>
                    <a:gd name="connsiteX173" fmla="*/ 321376 w 591813"/>
                    <a:gd name="connsiteY173" fmla="*/ 592803 h 621454"/>
                    <a:gd name="connsiteX174" fmla="*/ 321758 w 591813"/>
                    <a:gd name="connsiteY174" fmla="*/ 592421 h 621454"/>
                    <a:gd name="connsiteX175" fmla="*/ 322163 w 591813"/>
                    <a:gd name="connsiteY175" fmla="*/ 592061 h 621454"/>
                    <a:gd name="connsiteX176" fmla="*/ 322545 w 591813"/>
                    <a:gd name="connsiteY176" fmla="*/ 591678 h 621454"/>
                    <a:gd name="connsiteX177" fmla="*/ 322950 w 591813"/>
                    <a:gd name="connsiteY177" fmla="*/ 591319 h 621454"/>
                    <a:gd name="connsiteX178" fmla="*/ 323355 w 591813"/>
                    <a:gd name="connsiteY178" fmla="*/ 590936 h 621454"/>
                    <a:gd name="connsiteX179" fmla="*/ 323737 w 591813"/>
                    <a:gd name="connsiteY179" fmla="*/ 590554 h 621454"/>
                    <a:gd name="connsiteX180" fmla="*/ 324142 w 591813"/>
                    <a:gd name="connsiteY180" fmla="*/ 590172 h 621454"/>
                    <a:gd name="connsiteX181" fmla="*/ 324524 w 591813"/>
                    <a:gd name="connsiteY181" fmla="*/ 589812 h 621454"/>
                    <a:gd name="connsiteX182" fmla="*/ 324929 w 591813"/>
                    <a:gd name="connsiteY182" fmla="*/ 589429 h 621454"/>
                    <a:gd name="connsiteX183" fmla="*/ 325312 w 591813"/>
                    <a:gd name="connsiteY183" fmla="*/ 589047 h 621454"/>
                    <a:gd name="connsiteX184" fmla="*/ 325716 w 591813"/>
                    <a:gd name="connsiteY184" fmla="*/ 588665 h 621454"/>
                    <a:gd name="connsiteX185" fmla="*/ 326121 w 591813"/>
                    <a:gd name="connsiteY185" fmla="*/ 588260 h 621454"/>
                    <a:gd name="connsiteX186" fmla="*/ 326504 w 591813"/>
                    <a:gd name="connsiteY186" fmla="*/ 587878 h 621454"/>
                    <a:gd name="connsiteX187" fmla="*/ 326908 w 591813"/>
                    <a:gd name="connsiteY187" fmla="*/ 587495 h 621454"/>
                    <a:gd name="connsiteX188" fmla="*/ 327290 w 591813"/>
                    <a:gd name="connsiteY188" fmla="*/ 587113 h 621454"/>
                    <a:gd name="connsiteX189" fmla="*/ 327696 w 591813"/>
                    <a:gd name="connsiteY189" fmla="*/ 586731 h 621454"/>
                    <a:gd name="connsiteX190" fmla="*/ 328078 w 591813"/>
                    <a:gd name="connsiteY190" fmla="*/ 586348 h 621454"/>
                    <a:gd name="connsiteX191" fmla="*/ 328482 w 591813"/>
                    <a:gd name="connsiteY191" fmla="*/ 585944 h 621454"/>
                    <a:gd name="connsiteX192" fmla="*/ 328865 w 591813"/>
                    <a:gd name="connsiteY192" fmla="*/ 585561 h 621454"/>
                    <a:gd name="connsiteX193" fmla="*/ 329270 w 591813"/>
                    <a:gd name="connsiteY193" fmla="*/ 585179 h 621454"/>
                    <a:gd name="connsiteX194" fmla="*/ 329674 w 591813"/>
                    <a:gd name="connsiteY194" fmla="*/ 584797 h 621454"/>
                    <a:gd name="connsiteX195" fmla="*/ 330057 w 591813"/>
                    <a:gd name="connsiteY195" fmla="*/ 584392 h 621454"/>
                    <a:gd name="connsiteX196" fmla="*/ 330462 w 591813"/>
                    <a:gd name="connsiteY196" fmla="*/ 584009 h 621454"/>
                    <a:gd name="connsiteX197" fmla="*/ 330844 w 591813"/>
                    <a:gd name="connsiteY197" fmla="*/ 583627 h 621454"/>
                    <a:gd name="connsiteX198" fmla="*/ 331249 w 591813"/>
                    <a:gd name="connsiteY198" fmla="*/ 583222 h 621454"/>
                    <a:gd name="connsiteX199" fmla="*/ 331631 w 591813"/>
                    <a:gd name="connsiteY199" fmla="*/ 582840 h 621454"/>
                    <a:gd name="connsiteX200" fmla="*/ 332036 w 591813"/>
                    <a:gd name="connsiteY200" fmla="*/ 582458 h 621454"/>
                    <a:gd name="connsiteX201" fmla="*/ 332418 w 591813"/>
                    <a:gd name="connsiteY201" fmla="*/ 582053 h 621454"/>
                    <a:gd name="connsiteX202" fmla="*/ 332823 w 591813"/>
                    <a:gd name="connsiteY202" fmla="*/ 581671 h 621454"/>
                    <a:gd name="connsiteX203" fmla="*/ 333228 w 591813"/>
                    <a:gd name="connsiteY203" fmla="*/ 581266 h 621454"/>
                    <a:gd name="connsiteX204" fmla="*/ 333610 w 591813"/>
                    <a:gd name="connsiteY204" fmla="*/ 580883 h 621454"/>
                    <a:gd name="connsiteX205" fmla="*/ 334015 w 591813"/>
                    <a:gd name="connsiteY205" fmla="*/ 580501 h 621454"/>
                    <a:gd name="connsiteX206" fmla="*/ 334397 w 591813"/>
                    <a:gd name="connsiteY206" fmla="*/ 580096 h 621454"/>
                    <a:gd name="connsiteX207" fmla="*/ 334802 w 591813"/>
                    <a:gd name="connsiteY207" fmla="*/ 579714 h 621454"/>
                    <a:gd name="connsiteX208" fmla="*/ 335184 w 591813"/>
                    <a:gd name="connsiteY208" fmla="*/ 579309 h 621454"/>
                    <a:gd name="connsiteX209" fmla="*/ 335590 w 591813"/>
                    <a:gd name="connsiteY209" fmla="*/ 578904 h 621454"/>
                    <a:gd name="connsiteX210" fmla="*/ 335972 w 591813"/>
                    <a:gd name="connsiteY210" fmla="*/ 578522 h 621454"/>
                    <a:gd name="connsiteX211" fmla="*/ 336376 w 591813"/>
                    <a:gd name="connsiteY211" fmla="*/ 578117 h 621454"/>
                    <a:gd name="connsiteX212" fmla="*/ 336782 w 591813"/>
                    <a:gd name="connsiteY212" fmla="*/ 577735 h 621454"/>
                    <a:gd name="connsiteX213" fmla="*/ 337164 w 591813"/>
                    <a:gd name="connsiteY213" fmla="*/ 577330 h 621454"/>
                    <a:gd name="connsiteX214" fmla="*/ 337568 w 591813"/>
                    <a:gd name="connsiteY214" fmla="*/ 576948 h 621454"/>
                    <a:gd name="connsiteX215" fmla="*/ 337950 w 591813"/>
                    <a:gd name="connsiteY215" fmla="*/ 576543 h 621454"/>
                    <a:gd name="connsiteX216" fmla="*/ 338356 w 591813"/>
                    <a:gd name="connsiteY216" fmla="*/ 576138 h 621454"/>
                    <a:gd name="connsiteX217" fmla="*/ 338738 w 591813"/>
                    <a:gd name="connsiteY217" fmla="*/ 575756 h 621454"/>
                    <a:gd name="connsiteX218" fmla="*/ 339142 w 591813"/>
                    <a:gd name="connsiteY218" fmla="*/ 575351 h 621454"/>
                    <a:gd name="connsiteX219" fmla="*/ 339548 w 591813"/>
                    <a:gd name="connsiteY219" fmla="*/ 574969 h 621454"/>
                    <a:gd name="connsiteX220" fmla="*/ 339930 w 591813"/>
                    <a:gd name="connsiteY220" fmla="*/ 574564 h 621454"/>
                    <a:gd name="connsiteX221" fmla="*/ 340335 w 591813"/>
                    <a:gd name="connsiteY221" fmla="*/ 574181 h 621454"/>
                    <a:gd name="connsiteX222" fmla="*/ 340717 w 591813"/>
                    <a:gd name="connsiteY222" fmla="*/ 573799 h 621454"/>
                    <a:gd name="connsiteX223" fmla="*/ 341122 w 591813"/>
                    <a:gd name="connsiteY223" fmla="*/ 573417 h 621454"/>
                    <a:gd name="connsiteX224" fmla="*/ 341504 w 591813"/>
                    <a:gd name="connsiteY224" fmla="*/ 573035 h 621454"/>
                    <a:gd name="connsiteX225" fmla="*/ 341909 w 591813"/>
                    <a:gd name="connsiteY225" fmla="*/ 572652 h 621454"/>
                    <a:gd name="connsiteX226" fmla="*/ 342291 w 591813"/>
                    <a:gd name="connsiteY226" fmla="*/ 572270 h 621454"/>
                    <a:gd name="connsiteX227" fmla="*/ 342696 w 591813"/>
                    <a:gd name="connsiteY227" fmla="*/ 571888 h 621454"/>
                    <a:gd name="connsiteX228" fmla="*/ 343101 w 591813"/>
                    <a:gd name="connsiteY228" fmla="*/ 571505 h 621454"/>
                    <a:gd name="connsiteX229" fmla="*/ 343483 w 591813"/>
                    <a:gd name="connsiteY229" fmla="*/ 571123 h 621454"/>
                    <a:gd name="connsiteX230" fmla="*/ 343888 w 591813"/>
                    <a:gd name="connsiteY230" fmla="*/ 570763 h 621454"/>
                    <a:gd name="connsiteX231" fmla="*/ 344270 w 591813"/>
                    <a:gd name="connsiteY231" fmla="*/ 570381 h 621454"/>
                    <a:gd name="connsiteX232" fmla="*/ 344675 w 591813"/>
                    <a:gd name="connsiteY232" fmla="*/ 569998 h 621454"/>
                    <a:gd name="connsiteX233" fmla="*/ 345058 w 591813"/>
                    <a:gd name="connsiteY233" fmla="*/ 569616 h 621454"/>
                    <a:gd name="connsiteX234" fmla="*/ 345462 w 591813"/>
                    <a:gd name="connsiteY234" fmla="*/ 569234 h 621454"/>
                    <a:gd name="connsiteX235" fmla="*/ 345844 w 591813"/>
                    <a:gd name="connsiteY235" fmla="*/ 568851 h 621454"/>
                    <a:gd name="connsiteX236" fmla="*/ 346250 w 591813"/>
                    <a:gd name="connsiteY236" fmla="*/ 568469 h 621454"/>
                    <a:gd name="connsiteX237" fmla="*/ 346654 w 591813"/>
                    <a:gd name="connsiteY237" fmla="*/ 568064 h 621454"/>
                    <a:gd name="connsiteX238" fmla="*/ 347036 w 591813"/>
                    <a:gd name="connsiteY238" fmla="*/ 567682 h 621454"/>
                    <a:gd name="connsiteX239" fmla="*/ 347442 w 591813"/>
                    <a:gd name="connsiteY239" fmla="*/ 567300 h 621454"/>
                    <a:gd name="connsiteX240" fmla="*/ 347824 w 591813"/>
                    <a:gd name="connsiteY240" fmla="*/ 566917 h 621454"/>
                    <a:gd name="connsiteX241" fmla="*/ 348228 w 591813"/>
                    <a:gd name="connsiteY241" fmla="*/ 566513 h 621454"/>
                    <a:gd name="connsiteX242" fmla="*/ 348611 w 591813"/>
                    <a:gd name="connsiteY242" fmla="*/ 566130 h 621454"/>
                    <a:gd name="connsiteX243" fmla="*/ 349016 w 591813"/>
                    <a:gd name="connsiteY243" fmla="*/ 565748 h 621454"/>
                    <a:gd name="connsiteX244" fmla="*/ 349398 w 591813"/>
                    <a:gd name="connsiteY244" fmla="*/ 565366 h 621454"/>
                    <a:gd name="connsiteX245" fmla="*/ 349803 w 591813"/>
                    <a:gd name="connsiteY245" fmla="*/ 564961 h 621454"/>
                    <a:gd name="connsiteX246" fmla="*/ 350208 w 591813"/>
                    <a:gd name="connsiteY246" fmla="*/ 564578 h 621454"/>
                    <a:gd name="connsiteX247" fmla="*/ 350590 w 591813"/>
                    <a:gd name="connsiteY247" fmla="*/ 564196 h 621454"/>
                    <a:gd name="connsiteX248" fmla="*/ 350995 w 591813"/>
                    <a:gd name="connsiteY248" fmla="*/ 563791 h 621454"/>
                    <a:gd name="connsiteX249" fmla="*/ 351377 w 591813"/>
                    <a:gd name="connsiteY249" fmla="*/ 563409 h 621454"/>
                    <a:gd name="connsiteX250" fmla="*/ 351782 w 591813"/>
                    <a:gd name="connsiteY250" fmla="*/ 563027 h 621454"/>
                    <a:gd name="connsiteX251" fmla="*/ 352164 w 591813"/>
                    <a:gd name="connsiteY251" fmla="*/ 562622 h 621454"/>
                    <a:gd name="connsiteX252" fmla="*/ 352569 w 591813"/>
                    <a:gd name="connsiteY252" fmla="*/ 562240 h 621454"/>
                    <a:gd name="connsiteX253" fmla="*/ 352951 w 591813"/>
                    <a:gd name="connsiteY253" fmla="*/ 561835 h 621454"/>
                    <a:gd name="connsiteX254" fmla="*/ 353356 w 591813"/>
                    <a:gd name="connsiteY254" fmla="*/ 561452 h 621454"/>
                    <a:gd name="connsiteX255" fmla="*/ 353761 w 591813"/>
                    <a:gd name="connsiteY255" fmla="*/ 561048 h 621454"/>
                    <a:gd name="connsiteX256" fmla="*/ 354143 w 591813"/>
                    <a:gd name="connsiteY256" fmla="*/ 560643 h 621454"/>
                    <a:gd name="connsiteX257" fmla="*/ 354548 w 591813"/>
                    <a:gd name="connsiteY257" fmla="*/ 560260 h 621454"/>
                    <a:gd name="connsiteX258" fmla="*/ 354930 w 591813"/>
                    <a:gd name="connsiteY258" fmla="*/ 559856 h 621454"/>
                    <a:gd name="connsiteX259" fmla="*/ 355335 w 591813"/>
                    <a:gd name="connsiteY259" fmla="*/ 559451 h 621454"/>
                    <a:gd name="connsiteX260" fmla="*/ 355718 w 591813"/>
                    <a:gd name="connsiteY260" fmla="*/ 559046 h 621454"/>
                    <a:gd name="connsiteX261" fmla="*/ 356122 w 591813"/>
                    <a:gd name="connsiteY261" fmla="*/ 558619 h 621454"/>
                    <a:gd name="connsiteX262" fmla="*/ 356527 w 591813"/>
                    <a:gd name="connsiteY262" fmla="*/ 558214 h 621454"/>
                    <a:gd name="connsiteX263" fmla="*/ 356910 w 591813"/>
                    <a:gd name="connsiteY263" fmla="*/ 557809 h 621454"/>
                    <a:gd name="connsiteX264" fmla="*/ 357314 w 591813"/>
                    <a:gd name="connsiteY264" fmla="*/ 557382 h 621454"/>
                    <a:gd name="connsiteX265" fmla="*/ 357696 w 591813"/>
                    <a:gd name="connsiteY265" fmla="*/ 556954 h 621454"/>
                    <a:gd name="connsiteX266" fmla="*/ 358102 w 591813"/>
                    <a:gd name="connsiteY266" fmla="*/ 556527 h 621454"/>
                    <a:gd name="connsiteX267" fmla="*/ 358484 w 591813"/>
                    <a:gd name="connsiteY267" fmla="*/ 556100 h 621454"/>
                    <a:gd name="connsiteX268" fmla="*/ 358888 w 591813"/>
                    <a:gd name="connsiteY268" fmla="*/ 555650 h 621454"/>
                    <a:gd name="connsiteX269" fmla="*/ 359271 w 591813"/>
                    <a:gd name="connsiteY269" fmla="*/ 555223 h 621454"/>
                    <a:gd name="connsiteX270" fmla="*/ 359676 w 591813"/>
                    <a:gd name="connsiteY270" fmla="*/ 554773 h 621454"/>
                    <a:gd name="connsiteX271" fmla="*/ 360080 w 591813"/>
                    <a:gd name="connsiteY271" fmla="*/ 554323 h 621454"/>
                    <a:gd name="connsiteX272" fmla="*/ 360463 w 591813"/>
                    <a:gd name="connsiteY272" fmla="*/ 553873 h 621454"/>
                    <a:gd name="connsiteX273" fmla="*/ 360868 w 591813"/>
                    <a:gd name="connsiteY273" fmla="*/ 553424 h 621454"/>
                    <a:gd name="connsiteX274" fmla="*/ 361250 w 591813"/>
                    <a:gd name="connsiteY274" fmla="*/ 552974 h 621454"/>
                    <a:gd name="connsiteX275" fmla="*/ 361655 w 591813"/>
                    <a:gd name="connsiteY275" fmla="*/ 552502 h 621454"/>
                    <a:gd name="connsiteX276" fmla="*/ 362037 w 591813"/>
                    <a:gd name="connsiteY276" fmla="*/ 552029 h 621454"/>
                    <a:gd name="connsiteX277" fmla="*/ 362442 w 591813"/>
                    <a:gd name="connsiteY277" fmla="*/ 551579 h 621454"/>
                    <a:gd name="connsiteX278" fmla="*/ 362824 w 591813"/>
                    <a:gd name="connsiteY278" fmla="*/ 551107 h 621454"/>
                    <a:gd name="connsiteX279" fmla="*/ 363229 w 591813"/>
                    <a:gd name="connsiteY279" fmla="*/ 550635 h 621454"/>
                    <a:gd name="connsiteX280" fmla="*/ 363634 w 591813"/>
                    <a:gd name="connsiteY280" fmla="*/ 550163 h 621454"/>
                    <a:gd name="connsiteX281" fmla="*/ 364016 w 591813"/>
                    <a:gd name="connsiteY281" fmla="*/ 549668 h 621454"/>
                    <a:gd name="connsiteX282" fmla="*/ 364421 w 591813"/>
                    <a:gd name="connsiteY282" fmla="*/ 549196 h 621454"/>
                    <a:gd name="connsiteX283" fmla="*/ 364803 w 591813"/>
                    <a:gd name="connsiteY283" fmla="*/ 548701 h 621454"/>
                    <a:gd name="connsiteX284" fmla="*/ 365208 w 591813"/>
                    <a:gd name="connsiteY284" fmla="*/ 548228 h 621454"/>
                    <a:gd name="connsiteX285" fmla="*/ 365590 w 591813"/>
                    <a:gd name="connsiteY285" fmla="*/ 547734 h 621454"/>
                    <a:gd name="connsiteX286" fmla="*/ 365995 w 591813"/>
                    <a:gd name="connsiteY286" fmla="*/ 547239 h 621454"/>
                    <a:gd name="connsiteX287" fmla="*/ 366378 w 591813"/>
                    <a:gd name="connsiteY287" fmla="*/ 546744 h 621454"/>
                    <a:gd name="connsiteX288" fmla="*/ 366782 w 591813"/>
                    <a:gd name="connsiteY288" fmla="*/ 546249 h 621454"/>
                    <a:gd name="connsiteX289" fmla="*/ 367187 w 591813"/>
                    <a:gd name="connsiteY289" fmla="*/ 545755 h 621454"/>
                    <a:gd name="connsiteX290" fmla="*/ 367570 w 591813"/>
                    <a:gd name="connsiteY290" fmla="*/ 545260 h 621454"/>
                    <a:gd name="connsiteX291" fmla="*/ 367974 w 591813"/>
                    <a:gd name="connsiteY291" fmla="*/ 544765 h 621454"/>
                    <a:gd name="connsiteX292" fmla="*/ 368356 w 591813"/>
                    <a:gd name="connsiteY292" fmla="*/ 544270 h 621454"/>
                    <a:gd name="connsiteX293" fmla="*/ 368762 w 591813"/>
                    <a:gd name="connsiteY293" fmla="*/ 543753 h 621454"/>
                    <a:gd name="connsiteX294" fmla="*/ 369144 w 591813"/>
                    <a:gd name="connsiteY294" fmla="*/ 543258 h 621454"/>
                    <a:gd name="connsiteX295" fmla="*/ 369548 w 591813"/>
                    <a:gd name="connsiteY295" fmla="*/ 542764 h 621454"/>
                    <a:gd name="connsiteX296" fmla="*/ 369954 w 591813"/>
                    <a:gd name="connsiteY296" fmla="*/ 542246 h 621454"/>
                    <a:gd name="connsiteX297" fmla="*/ 370336 w 591813"/>
                    <a:gd name="connsiteY297" fmla="*/ 541752 h 621454"/>
                    <a:gd name="connsiteX298" fmla="*/ 370740 w 591813"/>
                    <a:gd name="connsiteY298" fmla="*/ 541234 h 621454"/>
                    <a:gd name="connsiteX299" fmla="*/ 371123 w 591813"/>
                    <a:gd name="connsiteY299" fmla="*/ 540739 h 621454"/>
                    <a:gd name="connsiteX300" fmla="*/ 371528 w 591813"/>
                    <a:gd name="connsiteY300" fmla="*/ 540222 h 621454"/>
                    <a:gd name="connsiteX301" fmla="*/ 371910 w 591813"/>
                    <a:gd name="connsiteY301" fmla="*/ 539727 h 621454"/>
                    <a:gd name="connsiteX302" fmla="*/ 372315 w 591813"/>
                    <a:gd name="connsiteY302" fmla="*/ 539210 h 621454"/>
                    <a:gd name="connsiteX303" fmla="*/ 372697 w 591813"/>
                    <a:gd name="connsiteY303" fmla="*/ 538693 h 621454"/>
                    <a:gd name="connsiteX304" fmla="*/ 373102 w 591813"/>
                    <a:gd name="connsiteY304" fmla="*/ 538176 h 621454"/>
                    <a:gd name="connsiteX305" fmla="*/ 373507 w 591813"/>
                    <a:gd name="connsiteY305" fmla="*/ 537681 h 621454"/>
                    <a:gd name="connsiteX306" fmla="*/ 373889 w 591813"/>
                    <a:gd name="connsiteY306" fmla="*/ 537164 h 621454"/>
                    <a:gd name="connsiteX307" fmla="*/ 374294 w 591813"/>
                    <a:gd name="connsiteY307" fmla="*/ 536646 h 621454"/>
                    <a:gd name="connsiteX308" fmla="*/ 374676 w 591813"/>
                    <a:gd name="connsiteY308" fmla="*/ 536129 h 621454"/>
                    <a:gd name="connsiteX309" fmla="*/ 375081 w 591813"/>
                    <a:gd name="connsiteY309" fmla="*/ 535612 h 621454"/>
                    <a:gd name="connsiteX310" fmla="*/ 375463 w 591813"/>
                    <a:gd name="connsiteY310" fmla="*/ 535095 h 621454"/>
                    <a:gd name="connsiteX311" fmla="*/ 375868 w 591813"/>
                    <a:gd name="connsiteY311" fmla="*/ 534577 h 621454"/>
                    <a:gd name="connsiteX312" fmla="*/ 376250 w 591813"/>
                    <a:gd name="connsiteY312" fmla="*/ 534060 h 621454"/>
                    <a:gd name="connsiteX313" fmla="*/ 376656 w 591813"/>
                    <a:gd name="connsiteY313" fmla="*/ 533520 h 621454"/>
                    <a:gd name="connsiteX314" fmla="*/ 377060 w 591813"/>
                    <a:gd name="connsiteY314" fmla="*/ 533003 h 621454"/>
                    <a:gd name="connsiteX315" fmla="*/ 377442 w 591813"/>
                    <a:gd name="connsiteY315" fmla="*/ 532486 h 621454"/>
                    <a:gd name="connsiteX316" fmla="*/ 377847 w 591813"/>
                    <a:gd name="connsiteY316" fmla="*/ 531969 h 621454"/>
                    <a:gd name="connsiteX317" fmla="*/ 378230 w 591813"/>
                    <a:gd name="connsiteY317" fmla="*/ 531429 h 621454"/>
                    <a:gd name="connsiteX318" fmla="*/ 378634 w 591813"/>
                    <a:gd name="connsiteY318" fmla="*/ 530912 h 621454"/>
                    <a:gd name="connsiteX319" fmla="*/ 379016 w 591813"/>
                    <a:gd name="connsiteY319" fmla="*/ 530372 h 621454"/>
                    <a:gd name="connsiteX320" fmla="*/ 379422 w 591813"/>
                    <a:gd name="connsiteY320" fmla="*/ 529855 h 621454"/>
                    <a:gd name="connsiteX321" fmla="*/ 379804 w 591813"/>
                    <a:gd name="connsiteY321" fmla="*/ 529315 h 621454"/>
                    <a:gd name="connsiteX322" fmla="*/ 380208 w 591813"/>
                    <a:gd name="connsiteY322" fmla="*/ 528798 h 621454"/>
                    <a:gd name="connsiteX323" fmla="*/ 380614 w 591813"/>
                    <a:gd name="connsiteY323" fmla="*/ 528258 h 621454"/>
                    <a:gd name="connsiteX324" fmla="*/ 380996 w 591813"/>
                    <a:gd name="connsiteY324" fmla="*/ 527718 h 621454"/>
                    <a:gd name="connsiteX325" fmla="*/ 381401 w 591813"/>
                    <a:gd name="connsiteY325" fmla="*/ 527178 h 621454"/>
                    <a:gd name="connsiteX326" fmla="*/ 381783 w 591813"/>
                    <a:gd name="connsiteY326" fmla="*/ 526639 h 621454"/>
                    <a:gd name="connsiteX327" fmla="*/ 382188 w 591813"/>
                    <a:gd name="connsiteY327" fmla="*/ 526099 h 621454"/>
                    <a:gd name="connsiteX328" fmla="*/ 382570 w 591813"/>
                    <a:gd name="connsiteY328" fmla="*/ 525559 h 621454"/>
                    <a:gd name="connsiteX329" fmla="*/ 382975 w 591813"/>
                    <a:gd name="connsiteY329" fmla="*/ 525019 h 621454"/>
                    <a:gd name="connsiteX330" fmla="*/ 383357 w 591813"/>
                    <a:gd name="connsiteY330" fmla="*/ 524479 h 621454"/>
                    <a:gd name="connsiteX331" fmla="*/ 383762 w 591813"/>
                    <a:gd name="connsiteY331" fmla="*/ 523962 h 621454"/>
                    <a:gd name="connsiteX332" fmla="*/ 384167 w 591813"/>
                    <a:gd name="connsiteY332" fmla="*/ 523422 h 621454"/>
                    <a:gd name="connsiteX333" fmla="*/ 384549 w 591813"/>
                    <a:gd name="connsiteY333" fmla="*/ 522883 h 621454"/>
                    <a:gd name="connsiteX334" fmla="*/ 384954 w 591813"/>
                    <a:gd name="connsiteY334" fmla="*/ 522321 h 621454"/>
                    <a:gd name="connsiteX335" fmla="*/ 385336 w 591813"/>
                    <a:gd name="connsiteY335" fmla="*/ 521781 h 621454"/>
                    <a:gd name="connsiteX336" fmla="*/ 385741 w 591813"/>
                    <a:gd name="connsiteY336" fmla="*/ 521241 h 621454"/>
                    <a:gd name="connsiteX337" fmla="*/ 386124 w 591813"/>
                    <a:gd name="connsiteY337" fmla="*/ 520701 h 621454"/>
                    <a:gd name="connsiteX338" fmla="*/ 386528 w 591813"/>
                    <a:gd name="connsiteY338" fmla="*/ 520162 h 621454"/>
                    <a:gd name="connsiteX339" fmla="*/ 386933 w 591813"/>
                    <a:gd name="connsiteY339" fmla="*/ 519622 h 621454"/>
                    <a:gd name="connsiteX340" fmla="*/ 387316 w 591813"/>
                    <a:gd name="connsiteY340" fmla="*/ 519060 h 621454"/>
                    <a:gd name="connsiteX341" fmla="*/ 387720 w 591813"/>
                    <a:gd name="connsiteY341" fmla="*/ 518520 h 621454"/>
                    <a:gd name="connsiteX342" fmla="*/ 388102 w 591813"/>
                    <a:gd name="connsiteY342" fmla="*/ 517958 h 621454"/>
                    <a:gd name="connsiteX343" fmla="*/ 388508 w 591813"/>
                    <a:gd name="connsiteY343" fmla="*/ 517395 h 621454"/>
                    <a:gd name="connsiteX344" fmla="*/ 388890 w 591813"/>
                    <a:gd name="connsiteY344" fmla="*/ 516856 h 621454"/>
                    <a:gd name="connsiteX345" fmla="*/ 389294 w 591813"/>
                    <a:gd name="connsiteY345" fmla="*/ 516293 h 621454"/>
                    <a:gd name="connsiteX346" fmla="*/ 389677 w 591813"/>
                    <a:gd name="connsiteY346" fmla="*/ 515731 h 621454"/>
                    <a:gd name="connsiteX347" fmla="*/ 390082 w 591813"/>
                    <a:gd name="connsiteY347" fmla="*/ 515169 h 621454"/>
                    <a:gd name="connsiteX348" fmla="*/ 390486 w 591813"/>
                    <a:gd name="connsiteY348" fmla="*/ 514607 h 621454"/>
                    <a:gd name="connsiteX349" fmla="*/ 390869 w 591813"/>
                    <a:gd name="connsiteY349" fmla="*/ 514044 h 621454"/>
                    <a:gd name="connsiteX350" fmla="*/ 391274 w 591813"/>
                    <a:gd name="connsiteY350" fmla="*/ 513482 h 621454"/>
                    <a:gd name="connsiteX351" fmla="*/ 391656 w 591813"/>
                    <a:gd name="connsiteY351" fmla="*/ 512920 h 621454"/>
                    <a:gd name="connsiteX352" fmla="*/ 392061 w 591813"/>
                    <a:gd name="connsiteY352" fmla="*/ 512358 h 621454"/>
                    <a:gd name="connsiteX353" fmla="*/ 392443 w 591813"/>
                    <a:gd name="connsiteY353" fmla="*/ 511795 h 621454"/>
                    <a:gd name="connsiteX354" fmla="*/ 392848 w 591813"/>
                    <a:gd name="connsiteY354" fmla="*/ 511233 h 621454"/>
                    <a:gd name="connsiteX355" fmla="*/ 393230 w 591813"/>
                    <a:gd name="connsiteY355" fmla="*/ 510671 h 621454"/>
                    <a:gd name="connsiteX356" fmla="*/ 393635 w 591813"/>
                    <a:gd name="connsiteY356" fmla="*/ 510109 h 621454"/>
                    <a:gd name="connsiteX357" fmla="*/ 394040 w 591813"/>
                    <a:gd name="connsiteY357" fmla="*/ 509546 h 621454"/>
                    <a:gd name="connsiteX358" fmla="*/ 394422 w 591813"/>
                    <a:gd name="connsiteY358" fmla="*/ 508984 h 621454"/>
                    <a:gd name="connsiteX359" fmla="*/ 394827 w 591813"/>
                    <a:gd name="connsiteY359" fmla="*/ 508422 h 621454"/>
                    <a:gd name="connsiteX360" fmla="*/ 395209 w 591813"/>
                    <a:gd name="connsiteY360" fmla="*/ 507860 h 621454"/>
                    <a:gd name="connsiteX361" fmla="*/ 395614 w 591813"/>
                    <a:gd name="connsiteY361" fmla="*/ 507320 h 621454"/>
                    <a:gd name="connsiteX362" fmla="*/ 395996 w 591813"/>
                    <a:gd name="connsiteY362" fmla="*/ 506758 h 621454"/>
                    <a:gd name="connsiteX363" fmla="*/ 396401 w 591813"/>
                    <a:gd name="connsiteY363" fmla="*/ 506196 h 621454"/>
                    <a:gd name="connsiteX364" fmla="*/ 396784 w 591813"/>
                    <a:gd name="connsiteY364" fmla="*/ 505656 h 621454"/>
                    <a:gd name="connsiteX365" fmla="*/ 397188 w 591813"/>
                    <a:gd name="connsiteY365" fmla="*/ 505093 h 621454"/>
                    <a:gd name="connsiteX366" fmla="*/ 397593 w 591813"/>
                    <a:gd name="connsiteY366" fmla="*/ 504531 h 621454"/>
                    <a:gd name="connsiteX367" fmla="*/ 397976 w 591813"/>
                    <a:gd name="connsiteY367" fmla="*/ 503992 h 621454"/>
                    <a:gd name="connsiteX368" fmla="*/ 398380 w 591813"/>
                    <a:gd name="connsiteY368" fmla="*/ 503429 h 621454"/>
                    <a:gd name="connsiteX369" fmla="*/ 398762 w 591813"/>
                    <a:gd name="connsiteY369" fmla="*/ 502867 h 621454"/>
                    <a:gd name="connsiteX370" fmla="*/ 399168 w 591813"/>
                    <a:gd name="connsiteY370" fmla="*/ 502327 h 621454"/>
                    <a:gd name="connsiteX371" fmla="*/ 399550 w 591813"/>
                    <a:gd name="connsiteY371" fmla="*/ 501765 h 621454"/>
                    <a:gd name="connsiteX372" fmla="*/ 399954 w 591813"/>
                    <a:gd name="connsiteY372" fmla="*/ 501203 h 621454"/>
                    <a:gd name="connsiteX373" fmla="*/ 400359 w 591813"/>
                    <a:gd name="connsiteY373" fmla="*/ 500663 h 621454"/>
                    <a:gd name="connsiteX374" fmla="*/ 400742 w 591813"/>
                    <a:gd name="connsiteY374" fmla="*/ 500101 h 621454"/>
                    <a:gd name="connsiteX375" fmla="*/ 401146 w 591813"/>
                    <a:gd name="connsiteY375" fmla="*/ 499539 h 621454"/>
                    <a:gd name="connsiteX376" fmla="*/ 401529 w 591813"/>
                    <a:gd name="connsiteY376" fmla="*/ 498976 h 621454"/>
                    <a:gd name="connsiteX377" fmla="*/ 401934 w 591813"/>
                    <a:gd name="connsiteY377" fmla="*/ 498414 h 621454"/>
                    <a:gd name="connsiteX378" fmla="*/ 402316 w 591813"/>
                    <a:gd name="connsiteY378" fmla="*/ 497852 h 621454"/>
                    <a:gd name="connsiteX379" fmla="*/ 402721 w 591813"/>
                    <a:gd name="connsiteY379" fmla="*/ 497290 h 621454"/>
                    <a:gd name="connsiteX380" fmla="*/ 403103 w 591813"/>
                    <a:gd name="connsiteY380" fmla="*/ 496727 h 621454"/>
                    <a:gd name="connsiteX381" fmla="*/ 403485 w 591813"/>
                    <a:gd name="connsiteY381" fmla="*/ 496165 h 621454"/>
                    <a:gd name="connsiteX382" fmla="*/ 403913 w 591813"/>
                    <a:gd name="connsiteY382" fmla="*/ 495603 h 621454"/>
                    <a:gd name="connsiteX383" fmla="*/ 404295 w 591813"/>
                    <a:gd name="connsiteY383" fmla="*/ 495041 h 621454"/>
                    <a:gd name="connsiteX384" fmla="*/ 404677 w 591813"/>
                    <a:gd name="connsiteY384" fmla="*/ 494478 h 621454"/>
                    <a:gd name="connsiteX385" fmla="*/ 405060 w 591813"/>
                    <a:gd name="connsiteY385" fmla="*/ 493916 h 621454"/>
                    <a:gd name="connsiteX386" fmla="*/ 405464 w 591813"/>
                    <a:gd name="connsiteY386" fmla="*/ 493354 h 621454"/>
                    <a:gd name="connsiteX387" fmla="*/ 405847 w 591813"/>
                    <a:gd name="connsiteY387" fmla="*/ 492792 h 621454"/>
                    <a:gd name="connsiteX388" fmla="*/ 406252 w 591813"/>
                    <a:gd name="connsiteY388" fmla="*/ 492229 h 621454"/>
                    <a:gd name="connsiteX389" fmla="*/ 406634 w 591813"/>
                    <a:gd name="connsiteY389" fmla="*/ 491667 h 621454"/>
                    <a:gd name="connsiteX390" fmla="*/ 407039 w 591813"/>
                    <a:gd name="connsiteY390" fmla="*/ 491105 h 621454"/>
                    <a:gd name="connsiteX391" fmla="*/ 407444 w 591813"/>
                    <a:gd name="connsiteY391" fmla="*/ 490520 h 621454"/>
                    <a:gd name="connsiteX392" fmla="*/ 407826 w 591813"/>
                    <a:gd name="connsiteY392" fmla="*/ 489958 h 621454"/>
                    <a:gd name="connsiteX393" fmla="*/ 408230 w 591813"/>
                    <a:gd name="connsiteY393" fmla="*/ 489396 h 621454"/>
                    <a:gd name="connsiteX394" fmla="*/ 408613 w 591813"/>
                    <a:gd name="connsiteY394" fmla="*/ 488834 h 621454"/>
                    <a:gd name="connsiteX395" fmla="*/ 409018 w 591813"/>
                    <a:gd name="connsiteY395" fmla="*/ 488271 h 621454"/>
                    <a:gd name="connsiteX396" fmla="*/ 409400 w 591813"/>
                    <a:gd name="connsiteY396" fmla="*/ 487709 h 621454"/>
                    <a:gd name="connsiteX397" fmla="*/ 409805 w 591813"/>
                    <a:gd name="connsiteY397" fmla="*/ 487124 h 621454"/>
                    <a:gd name="connsiteX398" fmla="*/ 410187 w 591813"/>
                    <a:gd name="connsiteY398" fmla="*/ 486562 h 621454"/>
                    <a:gd name="connsiteX399" fmla="*/ 410592 w 591813"/>
                    <a:gd name="connsiteY399" fmla="*/ 486000 h 621454"/>
                    <a:gd name="connsiteX400" fmla="*/ 410997 w 591813"/>
                    <a:gd name="connsiteY400" fmla="*/ 485438 h 621454"/>
                    <a:gd name="connsiteX401" fmla="*/ 411379 w 591813"/>
                    <a:gd name="connsiteY401" fmla="*/ 484875 h 621454"/>
                    <a:gd name="connsiteX402" fmla="*/ 411784 w 591813"/>
                    <a:gd name="connsiteY402" fmla="*/ 484336 h 621454"/>
                    <a:gd name="connsiteX403" fmla="*/ 412166 w 591813"/>
                    <a:gd name="connsiteY403" fmla="*/ 483773 h 621454"/>
                    <a:gd name="connsiteX404" fmla="*/ 412571 w 591813"/>
                    <a:gd name="connsiteY404" fmla="*/ 483211 h 621454"/>
                    <a:gd name="connsiteX405" fmla="*/ 412953 w 591813"/>
                    <a:gd name="connsiteY405" fmla="*/ 482649 h 621454"/>
                    <a:gd name="connsiteX406" fmla="*/ 413358 w 591813"/>
                    <a:gd name="connsiteY406" fmla="*/ 482087 h 621454"/>
                    <a:gd name="connsiteX407" fmla="*/ 413741 w 591813"/>
                    <a:gd name="connsiteY407" fmla="*/ 481524 h 621454"/>
                    <a:gd name="connsiteX408" fmla="*/ 414145 w 591813"/>
                    <a:gd name="connsiteY408" fmla="*/ 480985 h 621454"/>
                    <a:gd name="connsiteX409" fmla="*/ 414550 w 591813"/>
                    <a:gd name="connsiteY409" fmla="*/ 480422 h 621454"/>
                    <a:gd name="connsiteX410" fmla="*/ 414933 w 591813"/>
                    <a:gd name="connsiteY410" fmla="*/ 479860 h 621454"/>
                    <a:gd name="connsiteX411" fmla="*/ 415337 w 591813"/>
                    <a:gd name="connsiteY411" fmla="*/ 479298 h 621454"/>
                    <a:gd name="connsiteX412" fmla="*/ 415720 w 591813"/>
                    <a:gd name="connsiteY412" fmla="*/ 478736 h 621454"/>
                    <a:gd name="connsiteX413" fmla="*/ 416124 w 591813"/>
                    <a:gd name="connsiteY413" fmla="*/ 478196 h 621454"/>
                    <a:gd name="connsiteX414" fmla="*/ 416507 w 591813"/>
                    <a:gd name="connsiteY414" fmla="*/ 477634 h 621454"/>
                    <a:gd name="connsiteX415" fmla="*/ 416912 w 591813"/>
                    <a:gd name="connsiteY415" fmla="*/ 477071 h 621454"/>
                    <a:gd name="connsiteX416" fmla="*/ 417316 w 591813"/>
                    <a:gd name="connsiteY416" fmla="*/ 476509 h 621454"/>
                    <a:gd name="connsiteX417" fmla="*/ 417699 w 591813"/>
                    <a:gd name="connsiteY417" fmla="*/ 475947 h 621454"/>
                    <a:gd name="connsiteX418" fmla="*/ 418104 w 591813"/>
                    <a:gd name="connsiteY418" fmla="*/ 475407 h 621454"/>
                    <a:gd name="connsiteX419" fmla="*/ 418486 w 591813"/>
                    <a:gd name="connsiteY419" fmla="*/ 474845 h 621454"/>
                    <a:gd name="connsiteX420" fmla="*/ 418890 w 591813"/>
                    <a:gd name="connsiteY420" fmla="*/ 474283 h 621454"/>
                    <a:gd name="connsiteX421" fmla="*/ 419273 w 591813"/>
                    <a:gd name="connsiteY421" fmla="*/ 473743 h 621454"/>
                    <a:gd name="connsiteX422" fmla="*/ 419678 w 591813"/>
                    <a:gd name="connsiteY422" fmla="*/ 473181 h 621454"/>
                    <a:gd name="connsiteX423" fmla="*/ 420060 w 591813"/>
                    <a:gd name="connsiteY423" fmla="*/ 472619 h 621454"/>
                    <a:gd name="connsiteX424" fmla="*/ 420465 w 591813"/>
                    <a:gd name="connsiteY424" fmla="*/ 472079 h 621454"/>
                    <a:gd name="connsiteX425" fmla="*/ 420870 w 591813"/>
                    <a:gd name="connsiteY425" fmla="*/ 471517 h 621454"/>
                    <a:gd name="connsiteX426" fmla="*/ 421252 w 591813"/>
                    <a:gd name="connsiteY426" fmla="*/ 470954 h 621454"/>
                    <a:gd name="connsiteX427" fmla="*/ 421657 w 591813"/>
                    <a:gd name="connsiteY427" fmla="*/ 470392 h 621454"/>
                    <a:gd name="connsiteX428" fmla="*/ 422039 w 591813"/>
                    <a:gd name="connsiteY428" fmla="*/ 469852 h 621454"/>
                    <a:gd name="connsiteX429" fmla="*/ 422444 w 591813"/>
                    <a:gd name="connsiteY429" fmla="*/ 469290 h 621454"/>
                    <a:gd name="connsiteX430" fmla="*/ 422826 w 591813"/>
                    <a:gd name="connsiteY430" fmla="*/ 468750 h 621454"/>
                    <a:gd name="connsiteX431" fmla="*/ 423231 w 591813"/>
                    <a:gd name="connsiteY431" fmla="*/ 468188 h 621454"/>
                    <a:gd name="connsiteX432" fmla="*/ 423613 w 591813"/>
                    <a:gd name="connsiteY432" fmla="*/ 467648 h 621454"/>
                    <a:gd name="connsiteX433" fmla="*/ 424018 w 591813"/>
                    <a:gd name="connsiteY433" fmla="*/ 467109 h 621454"/>
                    <a:gd name="connsiteX434" fmla="*/ 424423 w 591813"/>
                    <a:gd name="connsiteY434" fmla="*/ 466569 h 621454"/>
                    <a:gd name="connsiteX435" fmla="*/ 424806 w 591813"/>
                    <a:gd name="connsiteY435" fmla="*/ 466007 h 621454"/>
                    <a:gd name="connsiteX436" fmla="*/ 425210 w 591813"/>
                    <a:gd name="connsiteY436" fmla="*/ 465467 h 621454"/>
                    <a:gd name="connsiteX437" fmla="*/ 425593 w 591813"/>
                    <a:gd name="connsiteY437" fmla="*/ 464927 h 621454"/>
                    <a:gd name="connsiteX438" fmla="*/ 425998 w 591813"/>
                    <a:gd name="connsiteY438" fmla="*/ 464387 h 621454"/>
                    <a:gd name="connsiteX439" fmla="*/ 426380 w 591813"/>
                    <a:gd name="connsiteY439" fmla="*/ 463848 h 621454"/>
                    <a:gd name="connsiteX440" fmla="*/ 426784 w 591813"/>
                    <a:gd name="connsiteY440" fmla="*/ 463308 h 621454"/>
                    <a:gd name="connsiteX441" fmla="*/ 427167 w 591813"/>
                    <a:gd name="connsiteY441" fmla="*/ 462768 h 621454"/>
                    <a:gd name="connsiteX442" fmla="*/ 427572 w 591813"/>
                    <a:gd name="connsiteY442" fmla="*/ 462228 h 621454"/>
                    <a:gd name="connsiteX443" fmla="*/ 427976 w 591813"/>
                    <a:gd name="connsiteY443" fmla="*/ 461689 h 621454"/>
                    <a:gd name="connsiteX444" fmla="*/ 428359 w 591813"/>
                    <a:gd name="connsiteY444" fmla="*/ 461149 h 621454"/>
                    <a:gd name="connsiteX445" fmla="*/ 428764 w 591813"/>
                    <a:gd name="connsiteY445" fmla="*/ 460609 h 621454"/>
                    <a:gd name="connsiteX446" fmla="*/ 429146 w 591813"/>
                    <a:gd name="connsiteY446" fmla="*/ 460069 h 621454"/>
                    <a:gd name="connsiteX447" fmla="*/ 429551 w 591813"/>
                    <a:gd name="connsiteY447" fmla="*/ 459530 h 621454"/>
                    <a:gd name="connsiteX448" fmla="*/ 429933 w 591813"/>
                    <a:gd name="connsiteY448" fmla="*/ 458990 h 621454"/>
                    <a:gd name="connsiteX449" fmla="*/ 430338 w 591813"/>
                    <a:gd name="connsiteY449" fmla="*/ 458450 h 621454"/>
                    <a:gd name="connsiteX450" fmla="*/ 430720 w 591813"/>
                    <a:gd name="connsiteY450" fmla="*/ 457933 h 621454"/>
                    <a:gd name="connsiteX451" fmla="*/ 431125 w 591813"/>
                    <a:gd name="connsiteY451" fmla="*/ 457393 h 621454"/>
                    <a:gd name="connsiteX452" fmla="*/ 431530 w 591813"/>
                    <a:gd name="connsiteY452" fmla="*/ 456853 h 621454"/>
                    <a:gd name="connsiteX453" fmla="*/ 431912 w 591813"/>
                    <a:gd name="connsiteY453" fmla="*/ 456314 h 621454"/>
                    <a:gd name="connsiteX454" fmla="*/ 432317 w 591813"/>
                    <a:gd name="connsiteY454" fmla="*/ 455774 h 621454"/>
                    <a:gd name="connsiteX455" fmla="*/ 432699 w 591813"/>
                    <a:gd name="connsiteY455" fmla="*/ 455257 h 621454"/>
                    <a:gd name="connsiteX456" fmla="*/ 433104 w 591813"/>
                    <a:gd name="connsiteY456" fmla="*/ 454717 h 621454"/>
                    <a:gd name="connsiteX457" fmla="*/ 433487 w 591813"/>
                    <a:gd name="connsiteY457" fmla="*/ 454177 h 621454"/>
                    <a:gd name="connsiteX458" fmla="*/ 433891 w 591813"/>
                    <a:gd name="connsiteY458" fmla="*/ 453660 h 621454"/>
                    <a:gd name="connsiteX459" fmla="*/ 434296 w 591813"/>
                    <a:gd name="connsiteY459" fmla="*/ 453120 h 621454"/>
                    <a:gd name="connsiteX460" fmla="*/ 434678 w 591813"/>
                    <a:gd name="connsiteY460" fmla="*/ 452603 h 621454"/>
                    <a:gd name="connsiteX461" fmla="*/ 435083 w 591813"/>
                    <a:gd name="connsiteY461" fmla="*/ 452063 h 621454"/>
                    <a:gd name="connsiteX462" fmla="*/ 435466 w 591813"/>
                    <a:gd name="connsiteY462" fmla="*/ 451546 h 621454"/>
                    <a:gd name="connsiteX463" fmla="*/ 435870 w 591813"/>
                    <a:gd name="connsiteY463" fmla="*/ 451051 h 621454"/>
                    <a:gd name="connsiteX464" fmla="*/ 436253 w 591813"/>
                    <a:gd name="connsiteY464" fmla="*/ 450511 h 621454"/>
                    <a:gd name="connsiteX465" fmla="*/ 436658 w 591813"/>
                    <a:gd name="connsiteY465" fmla="*/ 449994 h 621454"/>
                    <a:gd name="connsiteX466" fmla="*/ 437040 w 591813"/>
                    <a:gd name="connsiteY466" fmla="*/ 449477 h 621454"/>
                    <a:gd name="connsiteX467" fmla="*/ 437444 w 591813"/>
                    <a:gd name="connsiteY467" fmla="*/ 448960 h 621454"/>
                    <a:gd name="connsiteX468" fmla="*/ 437850 w 591813"/>
                    <a:gd name="connsiteY468" fmla="*/ 448420 h 621454"/>
                    <a:gd name="connsiteX469" fmla="*/ 438232 w 591813"/>
                    <a:gd name="connsiteY469" fmla="*/ 447902 h 621454"/>
                    <a:gd name="connsiteX470" fmla="*/ 438636 w 591813"/>
                    <a:gd name="connsiteY470" fmla="*/ 447385 h 621454"/>
                    <a:gd name="connsiteX471" fmla="*/ 439019 w 591813"/>
                    <a:gd name="connsiteY471" fmla="*/ 446868 h 621454"/>
                    <a:gd name="connsiteX472" fmla="*/ 439424 w 591813"/>
                    <a:gd name="connsiteY472" fmla="*/ 446351 h 621454"/>
                    <a:gd name="connsiteX473" fmla="*/ 439806 w 591813"/>
                    <a:gd name="connsiteY473" fmla="*/ 445833 h 621454"/>
                    <a:gd name="connsiteX474" fmla="*/ 440211 w 591813"/>
                    <a:gd name="connsiteY474" fmla="*/ 445316 h 621454"/>
                    <a:gd name="connsiteX475" fmla="*/ 440593 w 591813"/>
                    <a:gd name="connsiteY475" fmla="*/ 444799 h 621454"/>
                    <a:gd name="connsiteX476" fmla="*/ 440998 w 591813"/>
                    <a:gd name="connsiteY476" fmla="*/ 444304 h 621454"/>
                    <a:gd name="connsiteX477" fmla="*/ 441403 w 591813"/>
                    <a:gd name="connsiteY477" fmla="*/ 443787 h 621454"/>
                    <a:gd name="connsiteX478" fmla="*/ 441785 w 591813"/>
                    <a:gd name="connsiteY478" fmla="*/ 443270 h 621454"/>
                    <a:gd name="connsiteX479" fmla="*/ 442190 w 591813"/>
                    <a:gd name="connsiteY479" fmla="*/ 442775 h 621454"/>
                    <a:gd name="connsiteX480" fmla="*/ 442572 w 591813"/>
                    <a:gd name="connsiteY480" fmla="*/ 442258 h 621454"/>
                    <a:gd name="connsiteX481" fmla="*/ 442977 w 591813"/>
                    <a:gd name="connsiteY481" fmla="*/ 441763 h 621454"/>
                    <a:gd name="connsiteX482" fmla="*/ 443359 w 591813"/>
                    <a:gd name="connsiteY482" fmla="*/ 441268 h 621454"/>
                    <a:gd name="connsiteX483" fmla="*/ 443764 w 591813"/>
                    <a:gd name="connsiteY483" fmla="*/ 440773 h 621454"/>
                    <a:gd name="connsiteX484" fmla="*/ 444147 w 591813"/>
                    <a:gd name="connsiteY484" fmla="*/ 440256 h 621454"/>
                    <a:gd name="connsiteX485" fmla="*/ 444551 w 591813"/>
                    <a:gd name="connsiteY485" fmla="*/ 439761 h 621454"/>
                    <a:gd name="connsiteX486" fmla="*/ 444956 w 591813"/>
                    <a:gd name="connsiteY486" fmla="*/ 439267 h 621454"/>
                    <a:gd name="connsiteX487" fmla="*/ 445338 w 591813"/>
                    <a:gd name="connsiteY487" fmla="*/ 438772 h 621454"/>
                    <a:gd name="connsiteX488" fmla="*/ 445743 w 591813"/>
                    <a:gd name="connsiteY488" fmla="*/ 438277 h 621454"/>
                    <a:gd name="connsiteX489" fmla="*/ 446126 w 591813"/>
                    <a:gd name="connsiteY489" fmla="*/ 437782 h 621454"/>
                    <a:gd name="connsiteX490" fmla="*/ 446530 w 591813"/>
                    <a:gd name="connsiteY490" fmla="*/ 437287 h 621454"/>
                    <a:gd name="connsiteX491" fmla="*/ 446913 w 591813"/>
                    <a:gd name="connsiteY491" fmla="*/ 436793 h 621454"/>
                    <a:gd name="connsiteX492" fmla="*/ 447318 w 591813"/>
                    <a:gd name="connsiteY492" fmla="*/ 436298 h 621454"/>
                    <a:gd name="connsiteX493" fmla="*/ 447722 w 591813"/>
                    <a:gd name="connsiteY493" fmla="*/ 435826 h 621454"/>
                    <a:gd name="connsiteX494" fmla="*/ 448105 w 591813"/>
                    <a:gd name="connsiteY494" fmla="*/ 435331 h 621454"/>
                    <a:gd name="connsiteX495" fmla="*/ 448510 w 591813"/>
                    <a:gd name="connsiteY495" fmla="*/ 434836 h 621454"/>
                    <a:gd name="connsiteX496" fmla="*/ 448892 w 591813"/>
                    <a:gd name="connsiteY496" fmla="*/ 434364 h 621454"/>
                    <a:gd name="connsiteX497" fmla="*/ 449296 w 591813"/>
                    <a:gd name="connsiteY497" fmla="*/ 433891 h 621454"/>
                    <a:gd name="connsiteX498" fmla="*/ 449679 w 591813"/>
                    <a:gd name="connsiteY498" fmla="*/ 433397 h 621454"/>
                    <a:gd name="connsiteX499" fmla="*/ 450084 w 591813"/>
                    <a:gd name="connsiteY499" fmla="*/ 432924 h 621454"/>
                    <a:gd name="connsiteX500" fmla="*/ 450466 w 591813"/>
                    <a:gd name="connsiteY500" fmla="*/ 432452 h 621454"/>
                    <a:gd name="connsiteX501" fmla="*/ 450871 w 591813"/>
                    <a:gd name="connsiteY501" fmla="*/ 431980 h 621454"/>
                    <a:gd name="connsiteX502" fmla="*/ 451276 w 591813"/>
                    <a:gd name="connsiteY502" fmla="*/ 431508 h 621454"/>
                    <a:gd name="connsiteX503" fmla="*/ 451658 w 591813"/>
                    <a:gd name="connsiteY503" fmla="*/ 431035 h 621454"/>
                    <a:gd name="connsiteX504" fmla="*/ 452063 w 591813"/>
                    <a:gd name="connsiteY504" fmla="*/ 430563 h 621454"/>
                    <a:gd name="connsiteX505" fmla="*/ 452445 w 591813"/>
                    <a:gd name="connsiteY505" fmla="*/ 430091 h 621454"/>
                    <a:gd name="connsiteX506" fmla="*/ 452850 w 591813"/>
                    <a:gd name="connsiteY506" fmla="*/ 429618 h 621454"/>
                    <a:gd name="connsiteX507" fmla="*/ 453232 w 591813"/>
                    <a:gd name="connsiteY507" fmla="*/ 429169 h 621454"/>
                    <a:gd name="connsiteX508" fmla="*/ 453637 w 591813"/>
                    <a:gd name="connsiteY508" fmla="*/ 428696 h 621454"/>
                    <a:gd name="connsiteX509" fmla="*/ 454019 w 591813"/>
                    <a:gd name="connsiteY509" fmla="*/ 428224 h 621454"/>
                    <a:gd name="connsiteX510" fmla="*/ 454424 w 591813"/>
                    <a:gd name="connsiteY510" fmla="*/ 427752 h 621454"/>
                    <a:gd name="connsiteX511" fmla="*/ 454829 w 591813"/>
                    <a:gd name="connsiteY511" fmla="*/ 427302 h 621454"/>
                    <a:gd name="connsiteX512" fmla="*/ 455211 w 591813"/>
                    <a:gd name="connsiteY512" fmla="*/ 426830 h 621454"/>
                    <a:gd name="connsiteX513" fmla="*/ 455616 w 591813"/>
                    <a:gd name="connsiteY513" fmla="*/ 426358 h 621454"/>
                    <a:gd name="connsiteX514" fmla="*/ 455998 w 591813"/>
                    <a:gd name="connsiteY514" fmla="*/ 425885 h 621454"/>
                    <a:gd name="connsiteX515" fmla="*/ 456403 w 591813"/>
                    <a:gd name="connsiteY515" fmla="*/ 425435 h 621454"/>
                    <a:gd name="connsiteX516" fmla="*/ 456786 w 591813"/>
                    <a:gd name="connsiteY516" fmla="*/ 424963 h 621454"/>
                    <a:gd name="connsiteX517" fmla="*/ 457190 w 591813"/>
                    <a:gd name="connsiteY517" fmla="*/ 424513 h 621454"/>
                    <a:gd name="connsiteX518" fmla="*/ 457573 w 591813"/>
                    <a:gd name="connsiteY518" fmla="*/ 424041 h 621454"/>
                    <a:gd name="connsiteX519" fmla="*/ 457978 w 591813"/>
                    <a:gd name="connsiteY519" fmla="*/ 423591 h 621454"/>
                    <a:gd name="connsiteX520" fmla="*/ 458382 w 591813"/>
                    <a:gd name="connsiteY520" fmla="*/ 423119 h 621454"/>
                    <a:gd name="connsiteX521" fmla="*/ 458765 w 591813"/>
                    <a:gd name="connsiteY521" fmla="*/ 422669 h 621454"/>
                    <a:gd name="connsiteX522" fmla="*/ 459170 w 591813"/>
                    <a:gd name="connsiteY522" fmla="*/ 422219 h 621454"/>
                    <a:gd name="connsiteX523" fmla="*/ 459552 w 591813"/>
                    <a:gd name="connsiteY523" fmla="*/ 421770 h 621454"/>
                    <a:gd name="connsiteX524" fmla="*/ 459956 w 591813"/>
                    <a:gd name="connsiteY524" fmla="*/ 421320 h 621454"/>
                    <a:gd name="connsiteX525" fmla="*/ 460339 w 591813"/>
                    <a:gd name="connsiteY525" fmla="*/ 420870 h 621454"/>
                    <a:gd name="connsiteX526" fmla="*/ 460744 w 591813"/>
                    <a:gd name="connsiteY526" fmla="*/ 420420 h 621454"/>
                    <a:gd name="connsiteX527" fmla="*/ 461126 w 591813"/>
                    <a:gd name="connsiteY527" fmla="*/ 419970 h 621454"/>
                    <a:gd name="connsiteX528" fmla="*/ 461531 w 591813"/>
                    <a:gd name="connsiteY528" fmla="*/ 419521 h 621454"/>
                    <a:gd name="connsiteX529" fmla="*/ 461936 w 591813"/>
                    <a:gd name="connsiteY529" fmla="*/ 419071 h 621454"/>
                    <a:gd name="connsiteX530" fmla="*/ 462318 w 591813"/>
                    <a:gd name="connsiteY530" fmla="*/ 418621 h 621454"/>
                    <a:gd name="connsiteX531" fmla="*/ 462723 w 591813"/>
                    <a:gd name="connsiteY531" fmla="*/ 418171 h 621454"/>
                    <a:gd name="connsiteX532" fmla="*/ 463105 w 591813"/>
                    <a:gd name="connsiteY532" fmla="*/ 417721 h 621454"/>
                    <a:gd name="connsiteX533" fmla="*/ 463510 w 591813"/>
                    <a:gd name="connsiteY533" fmla="*/ 417294 h 621454"/>
                    <a:gd name="connsiteX534" fmla="*/ 463892 w 591813"/>
                    <a:gd name="connsiteY534" fmla="*/ 416844 h 621454"/>
                    <a:gd name="connsiteX535" fmla="*/ 464297 w 591813"/>
                    <a:gd name="connsiteY535" fmla="*/ 416417 h 621454"/>
                    <a:gd name="connsiteX536" fmla="*/ 464702 w 591813"/>
                    <a:gd name="connsiteY536" fmla="*/ 415967 h 621454"/>
                    <a:gd name="connsiteX537" fmla="*/ 465084 w 591813"/>
                    <a:gd name="connsiteY537" fmla="*/ 415540 h 621454"/>
                    <a:gd name="connsiteX538" fmla="*/ 465489 w 591813"/>
                    <a:gd name="connsiteY538" fmla="*/ 415090 h 621454"/>
                    <a:gd name="connsiteX539" fmla="*/ 465872 w 591813"/>
                    <a:gd name="connsiteY539" fmla="*/ 414663 h 621454"/>
                    <a:gd name="connsiteX540" fmla="*/ 466276 w 591813"/>
                    <a:gd name="connsiteY540" fmla="*/ 414213 h 621454"/>
                    <a:gd name="connsiteX541" fmla="*/ 466659 w 591813"/>
                    <a:gd name="connsiteY541" fmla="*/ 413786 h 621454"/>
                    <a:gd name="connsiteX542" fmla="*/ 467064 w 591813"/>
                    <a:gd name="connsiteY542" fmla="*/ 413359 h 621454"/>
                    <a:gd name="connsiteX543" fmla="*/ 467446 w 591813"/>
                    <a:gd name="connsiteY543" fmla="*/ 412909 h 621454"/>
                    <a:gd name="connsiteX544" fmla="*/ 467850 w 591813"/>
                    <a:gd name="connsiteY544" fmla="*/ 412481 h 621454"/>
                    <a:gd name="connsiteX545" fmla="*/ 468256 w 591813"/>
                    <a:gd name="connsiteY545" fmla="*/ 412054 h 621454"/>
                    <a:gd name="connsiteX546" fmla="*/ 468638 w 591813"/>
                    <a:gd name="connsiteY546" fmla="*/ 411627 h 621454"/>
                    <a:gd name="connsiteX547" fmla="*/ 469042 w 591813"/>
                    <a:gd name="connsiteY547" fmla="*/ 411199 h 621454"/>
                    <a:gd name="connsiteX548" fmla="*/ 469425 w 591813"/>
                    <a:gd name="connsiteY548" fmla="*/ 410772 h 621454"/>
                    <a:gd name="connsiteX549" fmla="*/ 469830 w 591813"/>
                    <a:gd name="connsiteY549" fmla="*/ 410322 h 621454"/>
                    <a:gd name="connsiteX550" fmla="*/ 470212 w 591813"/>
                    <a:gd name="connsiteY550" fmla="*/ 409895 h 621454"/>
                    <a:gd name="connsiteX551" fmla="*/ 470617 w 591813"/>
                    <a:gd name="connsiteY551" fmla="*/ 409490 h 621454"/>
                    <a:gd name="connsiteX552" fmla="*/ 470999 w 591813"/>
                    <a:gd name="connsiteY552" fmla="*/ 409063 h 621454"/>
                    <a:gd name="connsiteX553" fmla="*/ 471404 w 591813"/>
                    <a:gd name="connsiteY553" fmla="*/ 408636 h 621454"/>
                    <a:gd name="connsiteX554" fmla="*/ 471809 w 591813"/>
                    <a:gd name="connsiteY554" fmla="*/ 408208 h 621454"/>
                    <a:gd name="connsiteX555" fmla="*/ 472191 w 591813"/>
                    <a:gd name="connsiteY555" fmla="*/ 407781 h 621454"/>
                    <a:gd name="connsiteX556" fmla="*/ 472596 w 591813"/>
                    <a:gd name="connsiteY556" fmla="*/ 407354 h 621454"/>
                    <a:gd name="connsiteX557" fmla="*/ 472978 w 591813"/>
                    <a:gd name="connsiteY557" fmla="*/ 406926 h 621454"/>
                    <a:gd name="connsiteX558" fmla="*/ 473383 w 591813"/>
                    <a:gd name="connsiteY558" fmla="*/ 406522 h 621454"/>
                    <a:gd name="connsiteX559" fmla="*/ 473765 w 591813"/>
                    <a:gd name="connsiteY559" fmla="*/ 406094 h 621454"/>
                    <a:gd name="connsiteX560" fmla="*/ 474170 w 591813"/>
                    <a:gd name="connsiteY560" fmla="*/ 405667 h 621454"/>
                    <a:gd name="connsiteX561" fmla="*/ 474552 w 591813"/>
                    <a:gd name="connsiteY561" fmla="*/ 405262 h 621454"/>
                    <a:gd name="connsiteX562" fmla="*/ 474957 w 591813"/>
                    <a:gd name="connsiteY562" fmla="*/ 404835 h 621454"/>
                    <a:gd name="connsiteX563" fmla="*/ 475362 w 591813"/>
                    <a:gd name="connsiteY563" fmla="*/ 404408 h 621454"/>
                    <a:gd name="connsiteX564" fmla="*/ 475744 w 591813"/>
                    <a:gd name="connsiteY564" fmla="*/ 404003 h 621454"/>
                    <a:gd name="connsiteX565" fmla="*/ 476149 w 591813"/>
                    <a:gd name="connsiteY565" fmla="*/ 403576 h 621454"/>
                    <a:gd name="connsiteX566" fmla="*/ 476532 w 591813"/>
                    <a:gd name="connsiteY566" fmla="*/ 403171 h 621454"/>
                    <a:gd name="connsiteX567" fmla="*/ 476936 w 591813"/>
                    <a:gd name="connsiteY567" fmla="*/ 402766 h 621454"/>
                    <a:gd name="connsiteX568" fmla="*/ 477319 w 591813"/>
                    <a:gd name="connsiteY568" fmla="*/ 402339 h 621454"/>
                    <a:gd name="connsiteX569" fmla="*/ 477724 w 591813"/>
                    <a:gd name="connsiteY569" fmla="*/ 401934 h 621454"/>
                    <a:gd name="connsiteX570" fmla="*/ 478128 w 591813"/>
                    <a:gd name="connsiteY570" fmla="*/ 401506 h 621454"/>
                    <a:gd name="connsiteX571" fmla="*/ 478510 w 591813"/>
                    <a:gd name="connsiteY571" fmla="*/ 401102 h 621454"/>
                    <a:gd name="connsiteX572" fmla="*/ 478916 w 591813"/>
                    <a:gd name="connsiteY572" fmla="*/ 400697 h 621454"/>
                    <a:gd name="connsiteX573" fmla="*/ 479298 w 591813"/>
                    <a:gd name="connsiteY573" fmla="*/ 400270 h 621454"/>
                    <a:gd name="connsiteX574" fmla="*/ 479702 w 591813"/>
                    <a:gd name="connsiteY574" fmla="*/ 399865 h 621454"/>
                    <a:gd name="connsiteX575" fmla="*/ 480085 w 591813"/>
                    <a:gd name="connsiteY575" fmla="*/ 399460 h 621454"/>
                    <a:gd name="connsiteX576" fmla="*/ 480490 w 591813"/>
                    <a:gd name="connsiteY576" fmla="*/ 399033 h 621454"/>
                    <a:gd name="connsiteX577" fmla="*/ 480872 w 591813"/>
                    <a:gd name="connsiteY577" fmla="*/ 398628 h 621454"/>
                    <a:gd name="connsiteX578" fmla="*/ 481277 w 591813"/>
                    <a:gd name="connsiteY578" fmla="*/ 398223 h 621454"/>
                    <a:gd name="connsiteX579" fmla="*/ 481682 w 591813"/>
                    <a:gd name="connsiteY579" fmla="*/ 397796 h 621454"/>
                    <a:gd name="connsiteX580" fmla="*/ 482064 w 591813"/>
                    <a:gd name="connsiteY580" fmla="*/ 397391 h 621454"/>
                    <a:gd name="connsiteX581" fmla="*/ 482469 w 591813"/>
                    <a:gd name="connsiteY581" fmla="*/ 396986 h 621454"/>
                    <a:gd name="connsiteX582" fmla="*/ 482851 w 591813"/>
                    <a:gd name="connsiteY582" fmla="*/ 396581 h 621454"/>
                    <a:gd name="connsiteX583" fmla="*/ 483256 w 591813"/>
                    <a:gd name="connsiteY583" fmla="*/ 396176 h 621454"/>
                    <a:gd name="connsiteX584" fmla="*/ 483638 w 591813"/>
                    <a:gd name="connsiteY584" fmla="*/ 395749 h 621454"/>
                    <a:gd name="connsiteX585" fmla="*/ 484043 w 591813"/>
                    <a:gd name="connsiteY585" fmla="*/ 395344 h 621454"/>
                    <a:gd name="connsiteX586" fmla="*/ 484425 w 591813"/>
                    <a:gd name="connsiteY586" fmla="*/ 394940 h 621454"/>
                    <a:gd name="connsiteX587" fmla="*/ 484830 w 591813"/>
                    <a:gd name="connsiteY587" fmla="*/ 394535 h 621454"/>
                    <a:gd name="connsiteX588" fmla="*/ 485235 w 591813"/>
                    <a:gd name="connsiteY588" fmla="*/ 394130 h 621454"/>
                    <a:gd name="connsiteX589" fmla="*/ 485617 w 591813"/>
                    <a:gd name="connsiteY589" fmla="*/ 393703 h 621454"/>
                    <a:gd name="connsiteX590" fmla="*/ 486022 w 591813"/>
                    <a:gd name="connsiteY590" fmla="*/ 393298 h 621454"/>
                    <a:gd name="connsiteX591" fmla="*/ 486404 w 591813"/>
                    <a:gd name="connsiteY591" fmla="*/ 392893 h 621454"/>
                    <a:gd name="connsiteX592" fmla="*/ 486809 w 591813"/>
                    <a:gd name="connsiteY592" fmla="*/ 392466 h 621454"/>
                    <a:gd name="connsiteX593" fmla="*/ 487192 w 591813"/>
                    <a:gd name="connsiteY593" fmla="*/ 392061 h 621454"/>
                    <a:gd name="connsiteX594" fmla="*/ 487596 w 591813"/>
                    <a:gd name="connsiteY594" fmla="*/ 391634 h 621454"/>
                    <a:gd name="connsiteX595" fmla="*/ 487979 w 591813"/>
                    <a:gd name="connsiteY595" fmla="*/ 391229 h 621454"/>
                    <a:gd name="connsiteX596" fmla="*/ 488384 w 591813"/>
                    <a:gd name="connsiteY596" fmla="*/ 390801 h 621454"/>
                    <a:gd name="connsiteX597" fmla="*/ 488788 w 591813"/>
                    <a:gd name="connsiteY597" fmla="*/ 390374 h 621454"/>
                    <a:gd name="connsiteX598" fmla="*/ 489170 w 591813"/>
                    <a:gd name="connsiteY598" fmla="*/ 389969 h 621454"/>
                    <a:gd name="connsiteX599" fmla="*/ 489576 w 591813"/>
                    <a:gd name="connsiteY599" fmla="*/ 389565 h 621454"/>
                    <a:gd name="connsiteX600" fmla="*/ 489958 w 591813"/>
                    <a:gd name="connsiteY600" fmla="*/ 389137 h 621454"/>
                    <a:gd name="connsiteX601" fmla="*/ 490362 w 591813"/>
                    <a:gd name="connsiteY601" fmla="*/ 388732 h 621454"/>
                    <a:gd name="connsiteX602" fmla="*/ 490745 w 591813"/>
                    <a:gd name="connsiteY602" fmla="*/ 388305 h 621454"/>
                    <a:gd name="connsiteX603" fmla="*/ 491150 w 591813"/>
                    <a:gd name="connsiteY603" fmla="*/ 387900 h 621454"/>
                    <a:gd name="connsiteX604" fmla="*/ 491532 w 591813"/>
                    <a:gd name="connsiteY604" fmla="*/ 387496 h 621454"/>
                    <a:gd name="connsiteX605" fmla="*/ 491937 w 591813"/>
                    <a:gd name="connsiteY605" fmla="*/ 387068 h 621454"/>
                    <a:gd name="connsiteX606" fmla="*/ 492342 w 591813"/>
                    <a:gd name="connsiteY606" fmla="*/ 386663 h 621454"/>
                    <a:gd name="connsiteX607" fmla="*/ 492724 w 591813"/>
                    <a:gd name="connsiteY607" fmla="*/ 386259 h 621454"/>
                    <a:gd name="connsiteX608" fmla="*/ 493129 w 591813"/>
                    <a:gd name="connsiteY608" fmla="*/ 385854 h 621454"/>
                    <a:gd name="connsiteX609" fmla="*/ 493511 w 591813"/>
                    <a:gd name="connsiteY609" fmla="*/ 385449 h 621454"/>
                    <a:gd name="connsiteX610" fmla="*/ 493916 w 591813"/>
                    <a:gd name="connsiteY610" fmla="*/ 385044 h 621454"/>
                    <a:gd name="connsiteX611" fmla="*/ 494298 w 591813"/>
                    <a:gd name="connsiteY611" fmla="*/ 384639 h 621454"/>
                    <a:gd name="connsiteX612" fmla="*/ 494703 w 591813"/>
                    <a:gd name="connsiteY612" fmla="*/ 384234 h 621454"/>
                    <a:gd name="connsiteX613" fmla="*/ 495108 w 591813"/>
                    <a:gd name="connsiteY613" fmla="*/ 383830 h 621454"/>
                    <a:gd name="connsiteX614" fmla="*/ 495490 w 591813"/>
                    <a:gd name="connsiteY614" fmla="*/ 383425 h 621454"/>
                    <a:gd name="connsiteX615" fmla="*/ 495895 w 591813"/>
                    <a:gd name="connsiteY615" fmla="*/ 383043 h 621454"/>
                    <a:gd name="connsiteX616" fmla="*/ 496277 w 591813"/>
                    <a:gd name="connsiteY616" fmla="*/ 382638 h 621454"/>
                    <a:gd name="connsiteX617" fmla="*/ 496682 w 591813"/>
                    <a:gd name="connsiteY617" fmla="*/ 382255 h 621454"/>
                    <a:gd name="connsiteX618" fmla="*/ 497064 w 591813"/>
                    <a:gd name="connsiteY618" fmla="*/ 381851 h 621454"/>
                    <a:gd name="connsiteX619" fmla="*/ 497469 w 591813"/>
                    <a:gd name="connsiteY619" fmla="*/ 381468 h 621454"/>
                    <a:gd name="connsiteX620" fmla="*/ 497852 w 591813"/>
                    <a:gd name="connsiteY620" fmla="*/ 381086 h 621454"/>
                    <a:gd name="connsiteX621" fmla="*/ 498256 w 591813"/>
                    <a:gd name="connsiteY621" fmla="*/ 380681 h 621454"/>
                    <a:gd name="connsiteX622" fmla="*/ 498662 w 591813"/>
                    <a:gd name="connsiteY622" fmla="*/ 380299 h 621454"/>
                    <a:gd name="connsiteX623" fmla="*/ 499044 w 591813"/>
                    <a:gd name="connsiteY623" fmla="*/ 379916 h 621454"/>
                    <a:gd name="connsiteX624" fmla="*/ 499448 w 591813"/>
                    <a:gd name="connsiteY624" fmla="*/ 379534 h 621454"/>
                    <a:gd name="connsiteX625" fmla="*/ 499831 w 591813"/>
                    <a:gd name="connsiteY625" fmla="*/ 379152 h 621454"/>
                    <a:gd name="connsiteX626" fmla="*/ 500236 w 591813"/>
                    <a:gd name="connsiteY626" fmla="*/ 378770 h 621454"/>
                    <a:gd name="connsiteX627" fmla="*/ 500618 w 591813"/>
                    <a:gd name="connsiteY627" fmla="*/ 378387 h 621454"/>
                    <a:gd name="connsiteX628" fmla="*/ 501022 w 591813"/>
                    <a:gd name="connsiteY628" fmla="*/ 378005 h 621454"/>
                    <a:gd name="connsiteX629" fmla="*/ 501405 w 591813"/>
                    <a:gd name="connsiteY629" fmla="*/ 377623 h 621454"/>
                    <a:gd name="connsiteX630" fmla="*/ 501810 w 591813"/>
                    <a:gd name="connsiteY630" fmla="*/ 377240 h 621454"/>
                    <a:gd name="connsiteX631" fmla="*/ 502214 w 591813"/>
                    <a:gd name="connsiteY631" fmla="*/ 376880 h 621454"/>
                    <a:gd name="connsiteX632" fmla="*/ 502597 w 591813"/>
                    <a:gd name="connsiteY632" fmla="*/ 376498 h 621454"/>
                    <a:gd name="connsiteX633" fmla="*/ 503002 w 591813"/>
                    <a:gd name="connsiteY633" fmla="*/ 376116 h 621454"/>
                    <a:gd name="connsiteX634" fmla="*/ 503384 w 591813"/>
                    <a:gd name="connsiteY634" fmla="*/ 375733 h 621454"/>
                    <a:gd name="connsiteX635" fmla="*/ 503789 w 591813"/>
                    <a:gd name="connsiteY635" fmla="*/ 375374 h 621454"/>
                    <a:gd name="connsiteX636" fmla="*/ 504171 w 591813"/>
                    <a:gd name="connsiteY636" fmla="*/ 374991 h 621454"/>
                    <a:gd name="connsiteX637" fmla="*/ 504576 w 591813"/>
                    <a:gd name="connsiteY637" fmla="*/ 374631 h 621454"/>
                    <a:gd name="connsiteX638" fmla="*/ 504958 w 591813"/>
                    <a:gd name="connsiteY638" fmla="*/ 374249 h 621454"/>
                    <a:gd name="connsiteX639" fmla="*/ 505363 w 591813"/>
                    <a:gd name="connsiteY639" fmla="*/ 373889 h 621454"/>
                    <a:gd name="connsiteX640" fmla="*/ 505768 w 591813"/>
                    <a:gd name="connsiteY640" fmla="*/ 373529 h 621454"/>
                    <a:gd name="connsiteX641" fmla="*/ 506150 w 591813"/>
                    <a:gd name="connsiteY641" fmla="*/ 373147 h 621454"/>
                    <a:gd name="connsiteX642" fmla="*/ 506555 w 591813"/>
                    <a:gd name="connsiteY642" fmla="*/ 372787 h 621454"/>
                    <a:gd name="connsiteX643" fmla="*/ 506938 w 591813"/>
                    <a:gd name="connsiteY643" fmla="*/ 372427 h 621454"/>
                    <a:gd name="connsiteX644" fmla="*/ 507342 w 591813"/>
                    <a:gd name="connsiteY644" fmla="*/ 372068 h 621454"/>
                    <a:gd name="connsiteX645" fmla="*/ 507724 w 591813"/>
                    <a:gd name="connsiteY645" fmla="*/ 371708 h 621454"/>
                    <a:gd name="connsiteX646" fmla="*/ 508130 w 591813"/>
                    <a:gd name="connsiteY646" fmla="*/ 371348 h 621454"/>
                    <a:gd name="connsiteX647" fmla="*/ 508534 w 591813"/>
                    <a:gd name="connsiteY647" fmla="*/ 370988 h 621454"/>
                    <a:gd name="connsiteX648" fmla="*/ 508916 w 591813"/>
                    <a:gd name="connsiteY648" fmla="*/ 370651 h 621454"/>
                    <a:gd name="connsiteX649" fmla="*/ 509322 w 591813"/>
                    <a:gd name="connsiteY649" fmla="*/ 370291 h 621454"/>
                    <a:gd name="connsiteX650" fmla="*/ 509704 w 591813"/>
                    <a:gd name="connsiteY650" fmla="*/ 369931 h 621454"/>
                    <a:gd name="connsiteX651" fmla="*/ 510108 w 591813"/>
                    <a:gd name="connsiteY651" fmla="*/ 369594 h 621454"/>
                    <a:gd name="connsiteX652" fmla="*/ 510491 w 591813"/>
                    <a:gd name="connsiteY652" fmla="*/ 369234 h 621454"/>
                    <a:gd name="connsiteX653" fmla="*/ 510896 w 591813"/>
                    <a:gd name="connsiteY653" fmla="*/ 368897 h 621454"/>
                    <a:gd name="connsiteX654" fmla="*/ 511278 w 591813"/>
                    <a:gd name="connsiteY654" fmla="*/ 368537 h 621454"/>
                    <a:gd name="connsiteX655" fmla="*/ 511683 w 591813"/>
                    <a:gd name="connsiteY655" fmla="*/ 368199 h 621454"/>
                    <a:gd name="connsiteX656" fmla="*/ 512088 w 591813"/>
                    <a:gd name="connsiteY656" fmla="*/ 367840 h 621454"/>
                    <a:gd name="connsiteX657" fmla="*/ 512470 w 591813"/>
                    <a:gd name="connsiteY657" fmla="*/ 367502 h 621454"/>
                    <a:gd name="connsiteX658" fmla="*/ 512875 w 591813"/>
                    <a:gd name="connsiteY658" fmla="*/ 367165 h 621454"/>
                    <a:gd name="connsiteX659" fmla="*/ 513257 w 591813"/>
                    <a:gd name="connsiteY659" fmla="*/ 366805 h 621454"/>
                    <a:gd name="connsiteX660" fmla="*/ 513662 w 591813"/>
                    <a:gd name="connsiteY660" fmla="*/ 366468 h 621454"/>
                    <a:gd name="connsiteX661" fmla="*/ 514044 w 591813"/>
                    <a:gd name="connsiteY661" fmla="*/ 366130 h 621454"/>
                    <a:gd name="connsiteX662" fmla="*/ 514449 w 591813"/>
                    <a:gd name="connsiteY662" fmla="*/ 365793 h 621454"/>
                    <a:gd name="connsiteX663" fmla="*/ 514831 w 591813"/>
                    <a:gd name="connsiteY663" fmla="*/ 365433 h 621454"/>
                    <a:gd name="connsiteX664" fmla="*/ 515236 w 591813"/>
                    <a:gd name="connsiteY664" fmla="*/ 365096 h 621454"/>
                    <a:gd name="connsiteX665" fmla="*/ 515641 w 591813"/>
                    <a:gd name="connsiteY665" fmla="*/ 364759 h 621454"/>
                    <a:gd name="connsiteX666" fmla="*/ 516023 w 591813"/>
                    <a:gd name="connsiteY666" fmla="*/ 364399 h 621454"/>
                    <a:gd name="connsiteX667" fmla="*/ 516428 w 591813"/>
                    <a:gd name="connsiteY667" fmla="*/ 364061 h 621454"/>
                    <a:gd name="connsiteX668" fmla="*/ 516810 w 591813"/>
                    <a:gd name="connsiteY668" fmla="*/ 363724 h 621454"/>
                    <a:gd name="connsiteX669" fmla="*/ 517215 w 591813"/>
                    <a:gd name="connsiteY669" fmla="*/ 363364 h 621454"/>
                    <a:gd name="connsiteX670" fmla="*/ 517598 w 591813"/>
                    <a:gd name="connsiteY670" fmla="*/ 363027 h 621454"/>
                    <a:gd name="connsiteX671" fmla="*/ 518002 w 591813"/>
                    <a:gd name="connsiteY671" fmla="*/ 362689 h 621454"/>
                    <a:gd name="connsiteX672" fmla="*/ 518385 w 591813"/>
                    <a:gd name="connsiteY672" fmla="*/ 362330 h 621454"/>
                    <a:gd name="connsiteX673" fmla="*/ 518790 w 591813"/>
                    <a:gd name="connsiteY673" fmla="*/ 361992 h 621454"/>
                    <a:gd name="connsiteX674" fmla="*/ 519194 w 591813"/>
                    <a:gd name="connsiteY674" fmla="*/ 361655 h 621454"/>
                    <a:gd name="connsiteX675" fmla="*/ 519576 w 591813"/>
                    <a:gd name="connsiteY675" fmla="*/ 361318 h 621454"/>
                    <a:gd name="connsiteX676" fmla="*/ 519982 w 591813"/>
                    <a:gd name="connsiteY676" fmla="*/ 360980 h 621454"/>
                    <a:gd name="connsiteX677" fmla="*/ 520364 w 591813"/>
                    <a:gd name="connsiteY677" fmla="*/ 360643 h 621454"/>
                    <a:gd name="connsiteX678" fmla="*/ 520768 w 591813"/>
                    <a:gd name="connsiteY678" fmla="*/ 360283 h 621454"/>
                    <a:gd name="connsiteX679" fmla="*/ 521151 w 591813"/>
                    <a:gd name="connsiteY679" fmla="*/ 359946 h 621454"/>
                    <a:gd name="connsiteX680" fmla="*/ 521556 w 591813"/>
                    <a:gd name="connsiteY680" fmla="*/ 359608 h 621454"/>
                    <a:gd name="connsiteX681" fmla="*/ 521938 w 591813"/>
                    <a:gd name="connsiteY681" fmla="*/ 359249 h 621454"/>
                    <a:gd name="connsiteX682" fmla="*/ 522343 w 591813"/>
                    <a:gd name="connsiteY682" fmla="*/ 358911 h 621454"/>
                    <a:gd name="connsiteX683" fmla="*/ 522748 w 591813"/>
                    <a:gd name="connsiteY683" fmla="*/ 358574 h 621454"/>
                    <a:gd name="connsiteX684" fmla="*/ 523107 w 591813"/>
                    <a:gd name="connsiteY684" fmla="*/ 358214 h 621454"/>
                    <a:gd name="connsiteX685" fmla="*/ 523535 w 591813"/>
                    <a:gd name="connsiteY685" fmla="*/ 357877 h 621454"/>
                    <a:gd name="connsiteX686" fmla="*/ 523895 w 591813"/>
                    <a:gd name="connsiteY686" fmla="*/ 357539 h 621454"/>
                    <a:gd name="connsiteX687" fmla="*/ 524299 w 591813"/>
                    <a:gd name="connsiteY687" fmla="*/ 357180 h 621454"/>
                    <a:gd name="connsiteX688" fmla="*/ 524682 w 591813"/>
                    <a:gd name="connsiteY688" fmla="*/ 356842 h 621454"/>
                    <a:gd name="connsiteX689" fmla="*/ 525087 w 591813"/>
                    <a:gd name="connsiteY689" fmla="*/ 356482 h 621454"/>
                    <a:gd name="connsiteX690" fmla="*/ 525491 w 591813"/>
                    <a:gd name="connsiteY690" fmla="*/ 356145 h 621454"/>
                    <a:gd name="connsiteX691" fmla="*/ 525874 w 591813"/>
                    <a:gd name="connsiteY691" fmla="*/ 355808 h 621454"/>
                    <a:gd name="connsiteX692" fmla="*/ 526278 w 591813"/>
                    <a:gd name="connsiteY692" fmla="*/ 355448 h 621454"/>
                    <a:gd name="connsiteX693" fmla="*/ 526661 w 591813"/>
                    <a:gd name="connsiteY693" fmla="*/ 355110 h 621454"/>
                    <a:gd name="connsiteX694" fmla="*/ 527066 w 591813"/>
                    <a:gd name="connsiteY694" fmla="*/ 354751 h 621454"/>
                    <a:gd name="connsiteX695" fmla="*/ 527448 w 591813"/>
                    <a:gd name="connsiteY695" fmla="*/ 354413 h 621454"/>
                    <a:gd name="connsiteX696" fmla="*/ 527853 w 591813"/>
                    <a:gd name="connsiteY696" fmla="*/ 354053 h 621454"/>
                    <a:gd name="connsiteX697" fmla="*/ 528235 w 591813"/>
                    <a:gd name="connsiteY697" fmla="*/ 353716 h 621454"/>
                    <a:gd name="connsiteX698" fmla="*/ 528640 w 591813"/>
                    <a:gd name="connsiteY698" fmla="*/ 353356 h 621454"/>
                    <a:gd name="connsiteX699" fmla="*/ 529045 w 591813"/>
                    <a:gd name="connsiteY699" fmla="*/ 353019 h 621454"/>
                    <a:gd name="connsiteX700" fmla="*/ 529427 w 591813"/>
                    <a:gd name="connsiteY700" fmla="*/ 352682 h 621454"/>
                    <a:gd name="connsiteX701" fmla="*/ 529832 w 591813"/>
                    <a:gd name="connsiteY701" fmla="*/ 352322 h 621454"/>
                    <a:gd name="connsiteX702" fmla="*/ 530214 w 591813"/>
                    <a:gd name="connsiteY702" fmla="*/ 351984 h 621454"/>
                    <a:gd name="connsiteX703" fmla="*/ 530619 w 591813"/>
                    <a:gd name="connsiteY703" fmla="*/ 351625 h 621454"/>
                    <a:gd name="connsiteX704" fmla="*/ 531001 w 591813"/>
                    <a:gd name="connsiteY704" fmla="*/ 351287 h 621454"/>
                    <a:gd name="connsiteX705" fmla="*/ 531406 w 591813"/>
                    <a:gd name="connsiteY705" fmla="*/ 350927 h 621454"/>
                    <a:gd name="connsiteX706" fmla="*/ 531789 w 591813"/>
                    <a:gd name="connsiteY706" fmla="*/ 350590 h 621454"/>
                    <a:gd name="connsiteX707" fmla="*/ 532193 w 591813"/>
                    <a:gd name="connsiteY707" fmla="*/ 350230 h 621454"/>
                    <a:gd name="connsiteX708" fmla="*/ 532598 w 591813"/>
                    <a:gd name="connsiteY708" fmla="*/ 349893 h 621454"/>
                    <a:gd name="connsiteX709" fmla="*/ 532981 w 591813"/>
                    <a:gd name="connsiteY709" fmla="*/ 349533 h 621454"/>
                    <a:gd name="connsiteX710" fmla="*/ 533385 w 591813"/>
                    <a:gd name="connsiteY710" fmla="*/ 349196 h 621454"/>
                    <a:gd name="connsiteX711" fmla="*/ 533767 w 591813"/>
                    <a:gd name="connsiteY711" fmla="*/ 348858 h 621454"/>
                    <a:gd name="connsiteX712" fmla="*/ 534172 w 591813"/>
                    <a:gd name="connsiteY712" fmla="*/ 348499 h 621454"/>
                    <a:gd name="connsiteX713" fmla="*/ 534555 w 591813"/>
                    <a:gd name="connsiteY713" fmla="*/ 348161 h 621454"/>
                    <a:gd name="connsiteX714" fmla="*/ 534959 w 591813"/>
                    <a:gd name="connsiteY714" fmla="*/ 347824 h 621454"/>
                    <a:gd name="connsiteX715" fmla="*/ 535342 w 591813"/>
                    <a:gd name="connsiteY715" fmla="*/ 347464 h 621454"/>
                    <a:gd name="connsiteX716" fmla="*/ 535747 w 591813"/>
                    <a:gd name="connsiteY716" fmla="*/ 347127 h 621454"/>
                    <a:gd name="connsiteX717" fmla="*/ 536151 w 591813"/>
                    <a:gd name="connsiteY717" fmla="*/ 346767 h 621454"/>
                    <a:gd name="connsiteX718" fmla="*/ 536534 w 591813"/>
                    <a:gd name="connsiteY718" fmla="*/ 346430 h 621454"/>
                    <a:gd name="connsiteX719" fmla="*/ 536939 w 591813"/>
                    <a:gd name="connsiteY719" fmla="*/ 346092 h 621454"/>
                    <a:gd name="connsiteX720" fmla="*/ 537321 w 591813"/>
                    <a:gd name="connsiteY720" fmla="*/ 345755 h 621454"/>
                    <a:gd name="connsiteX721" fmla="*/ 537726 w 591813"/>
                    <a:gd name="connsiteY721" fmla="*/ 345395 h 621454"/>
                    <a:gd name="connsiteX722" fmla="*/ 538108 w 591813"/>
                    <a:gd name="connsiteY722" fmla="*/ 345058 h 621454"/>
                    <a:gd name="connsiteX723" fmla="*/ 538513 w 591813"/>
                    <a:gd name="connsiteY723" fmla="*/ 344720 h 621454"/>
                    <a:gd name="connsiteX724" fmla="*/ 538918 w 591813"/>
                    <a:gd name="connsiteY724" fmla="*/ 344383 h 621454"/>
                    <a:gd name="connsiteX725" fmla="*/ 539300 w 591813"/>
                    <a:gd name="connsiteY725" fmla="*/ 344046 h 621454"/>
                    <a:gd name="connsiteX726" fmla="*/ 539705 w 591813"/>
                    <a:gd name="connsiteY726" fmla="*/ 343708 h 621454"/>
                    <a:gd name="connsiteX727" fmla="*/ 540087 w 591813"/>
                    <a:gd name="connsiteY727" fmla="*/ 343371 h 621454"/>
                    <a:gd name="connsiteX728" fmla="*/ 540492 w 591813"/>
                    <a:gd name="connsiteY728" fmla="*/ 343034 h 621454"/>
                    <a:gd name="connsiteX729" fmla="*/ 540875 w 591813"/>
                    <a:gd name="connsiteY729" fmla="*/ 342696 h 621454"/>
                    <a:gd name="connsiteX730" fmla="*/ 541279 w 591813"/>
                    <a:gd name="connsiteY730" fmla="*/ 342359 h 621454"/>
                    <a:gd name="connsiteX731" fmla="*/ 541661 w 591813"/>
                    <a:gd name="connsiteY731" fmla="*/ 342022 h 621454"/>
                    <a:gd name="connsiteX732" fmla="*/ 542066 w 591813"/>
                    <a:gd name="connsiteY732" fmla="*/ 341684 h 621454"/>
                    <a:gd name="connsiteX733" fmla="*/ 542471 w 591813"/>
                    <a:gd name="connsiteY733" fmla="*/ 341347 h 621454"/>
                    <a:gd name="connsiteX734" fmla="*/ 542853 w 591813"/>
                    <a:gd name="connsiteY734" fmla="*/ 341010 h 621454"/>
                    <a:gd name="connsiteX735" fmla="*/ 543258 w 591813"/>
                    <a:gd name="connsiteY735" fmla="*/ 340672 h 621454"/>
                    <a:gd name="connsiteX736" fmla="*/ 543641 w 591813"/>
                    <a:gd name="connsiteY736" fmla="*/ 340357 h 621454"/>
                    <a:gd name="connsiteX737" fmla="*/ 544045 w 591813"/>
                    <a:gd name="connsiteY737" fmla="*/ 340020 h 621454"/>
                    <a:gd name="connsiteX738" fmla="*/ 544427 w 591813"/>
                    <a:gd name="connsiteY738" fmla="*/ 339683 h 621454"/>
                    <a:gd name="connsiteX739" fmla="*/ 544832 w 591813"/>
                    <a:gd name="connsiteY739" fmla="*/ 339345 h 621454"/>
                    <a:gd name="connsiteX740" fmla="*/ 545215 w 591813"/>
                    <a:gd name="connsiteY740" fmla="*/ 339008 h 621454"/>
                    <a:gd name="connsiteX741" fmla="*/ 545620 w 591813"/>
                    <a:gd name="connsiteY741" fmla="*/ 338671 h 621454"/>
                    <a:gd name="connsiteX742" fmla="*/ 546024 w 591813"/>
                    <a:gd name="connsiteY742" fmla="*/ 338333 h 621454"/>
                    <a:gd name="connsiteX743" fmla="*/ 546407 w 591813"/>
                    <a:gd name="connsiteY743" fmla="*/ 337996 h 621454"/>
                    <a:gd name="connsiteX744" fmla="*/ 546812 w 591813"/>
                    <a:gd name="connsiteY744" fmla="*/ 337659 h 621454"/>
                    <a:gd name="connsiteX745" fmla="*/ 547194 w 591813"/>
                    <a:gd name="connsiteY745" fmla="*/ 337321 h 621454"/>
                    <a:gd name="connsiteX746" fmla="*/ 547599 w 591813"/>
                    <a:gd name="connsiteY746" fmla="*/ 337006 h 621454"/>
                    <a:gd name="connsiteX747" fmla="*/ 547981 w 591813"/>
                    <a:gd name="connsiteY747" fmla="*/ 336669 h 621454"/>
                    <a:gd name="connsiteX748" fmla="*/ 548386 w 591813"/>
                    <a:gd name="connsiteY748" fmla="*/ 336332 h 621454"/>
                    <a:gd name="connsiteX749" fmla="*/ 548768 w 591813"/>
                    <a:gd name="connsiteY749" fmla="*/ 335994 h 621454"/>
                    <a:gd name="connsiteX750" fmla="*/ 549173 w 591813"/>
                    <a:gd name="connsiteY750" fmla="*/ 335657 h 621454"/>
                    <a:gd name="connsiteX751" fmla="*/ 549578 w 591813"/>
                    <a:gd name="connsiteY751" fmla="*/ 335342 h 621454"/>
                    <a:gd name="connsiteX752" fmla="*/ 549960 w 591813"/>
                    <a:gd name="connsiteY752" fmla="*/ 335005 h 621454"/>
                    <a:gd name="connsiteX753" fmla="*/ 550365 w 591813"/>
                    <a:gd name="connsiteY753" fmla="*/ 334667 h 621454"/>
                    <a:gd name="connsiteX754" fmla="*/ 550747 w 591813"/>
                    <a:gd name="connsiteY754" fmla="*/ 334330 h 621454"/>
                    <a:gd name="connsiteX755" fmla="*/ 551152 w 591813"/>
                    <a:gd name="connsiteY755" fmla="*/ 333993 h 621454"/>
                    <a:gd name="connsiteX756" fmla="*/ 551535 w 591813"/>
                    <a:gd name="connsiteY756" fmla="*/ 333678 h 621454"/>
                    <a:gd name="connsiteX757" fmla="*/ 551939 w 591813"/>
                    <a:gd name="connsiteY757" fmla="*/ 333341 h 621454"/>
                    <a:gd name="connsiteX758" fmla="*/ 552321 w 591813"/>
                    <a:gd name="connsiteY758" fmla="*/ 333026 h 621454"/>
                    <a:gd name="connsiteX759" fmla="*/ 552726 w 591813"/>
                    <a:gd name="connsiteY759" fmla="*/ 332688 h 621454"/>
                    <a:gd name="connsiteX760" fmla="*/ 553131 w 591813"/>
                    <a:gd name="connsiteY760" fmla="*/ 332374 h 621454"/>
                    <a:gd name="connsiteX761" fmla="*/ 553513 w 591813"/>
                    <a:gd name="connsiteY761" fmla="*/ 332059 h 621454"/>
                    <a:gd name="connsiteX762" fmla="*/ 553918 w 591813"/>
                    <a:gd name="connsiteY762" fmla="*/ 331744 h 621454"/>
                    <a:gd name="connsiteX763" fmla="*/ 554301 w 591813"/>
                    <a:gd name="connsiteY763" fmla="*/ 331429 h 621454"/>
                    <a:gd name="connsiteX764" fmla="*/ 554705 w 591813"/>
                    <a:gd name="connsiteY764" fmla="*/ 331114 h 621454"/>
                    <a:gd name="connsiteX765" fmla="*/ 555088 w 591813"/>
                    <a:gd name="connsiteY765" fmla="*/ 330799 h 621454"/>
                    <a:gd name="connsiteX766" fmla="*/ 555493 w 591813"/>
                    <a:gd name="connsiteY766" fmla="*/ 330484 h 621454"/>
                    <a:gd name="connsiteX767" fmla="*/ 555897 w 591813"/>
                    <a:gd name="connsiteY767" fmla="*/ 330170 h 621454"/>
                    <a:gd name="connsiteX768" fmla="*/ 556280 w 591813"/>
                    <a:gd name="connsiteY768" fmla="*/ 329855 h 621454"/>
                    <a:gd name="connsiteX769" fmla="*/ 556684 w 591813"/>
                    <a:gd name="connsiteY769" fmla="*/ 329517 h 621454"/>
                    <a:gd name="connsiteX770" fmla="*/ 557067 w 591813"/>
                    <a:gd name="connsiteY770" fmla="*/ 329202 h 621454"/>
                    <a:gd name="connsiteX771" fmla="*/ 557472 w 591813"/>
                    <a:gd name="connsiteY771" fmla="*/ 328888 h 621454"/>
                    <a:gd name="connsiteX772" fmla="*/ 557854 w 591813"/>
                    <a:gd name="connsiteY772" fmla="*/ 328573 h 621454"/>
                    <a:gd name="connsiteX773" fmla="*/ 558259 w 591813"/>
                    <a:gd name="connsiteY773" fmla="*/ 328258 h 621454"/>
                    <a:gd name="connsiteX774" fmla="*/ 558641 w 591813"/>
                    <a:gd name="connsiteY774" fmla="*/ 327943 h 621454"/>
                    <a:gd name="connsiteX775" fmla="*/ 559046 w 591813"/>
                    <a:gd name="connsiteY775" fmla="*/ 327606 h 621454"/>
                    <a:gd name="connsiteX776" fmla="*/ 559450 w 591813"/>
                    <a:gd name="connsiteY776" fmla="*/ 327291 h 621454"/>
                    <a:gd name="connsiteX777" fmla="*/ 559833 w 591813"/>
                    <a:gd name="connsiteY777" fmla="*/ 326976 h 621454"/>
                    <a:gd name="connsiteX778" fmla="*/ 560238 w 591813"/>
                    <a:gd name="connsiteY778" fmla="*/ 326661 h 621454"/>
                    <a:gd name="connsiteX779" fmla="*/ 560620 w 591813"/>
                    <a:gd name="connsiteY779" fmla="*/ 326324 h 621454"/>
                    <a:gd name="connsiteX780" fmla="*/ 561025 w 591813"/>
                    <a:gd name="connsiteY780" fmla="*/ 326009 h 621454"/>
                    <a:gd name="connsiteX781" fmla="*/ 561407 w 591813"/>
                    <a:gd name="connsiteY781" fmla="*/ 325672 h 621454"/>
                    <a:gd name="connsiteX782" fmla="*/ 561812 w 591813"/>
                    <a:gd name="connsiteY782" fmla="*/ 325357 h 621454"/>
                    <a:gd name="connsiteX783" fmla="*/ 562195 w 591813"/>
                    <a:gd name="connsiteY783" fmla="*/ 325019 h 621454"/>
                    <a:gd name="connsiteX784" fmla="*/ 562599 w 591813"/>
                    <a:gd name="connsiteY784" fmla="*/ 324705 h 621454"/>
                    <a:gd name="connsiteX785" fmla="*/ 563004 w 591813"/>
                    <a:gd name="connsiteY785" fmla="*/ 324390 h 621454"/>
                    <a:gd name="connsiteX786" fmla="*/ 563386 w 591813"/>
                    <a:gd name="connsiteY786" fmla="*/ 324052 h 621454"/>
                    <a:gd name="connsiteX787" fmla="*/ 563791 w 591813"/>
                    <a:gd name="connsiteY787" fmla="*/ 323738 h 621454"/>
                    <a:gd name="connsiteX788" fmla="*/ 564173 w 591813"/>
                    <a:gd name="connsiteY788" fmla="*/ 323400 h 621454"/>
                    <a:gd name="connsiteX789" fmla="*/ 564578 w 591813"/>
                    <a:gd name="connsiteY789" fmla="*/ 323085 h 621454"/>
                    <a:gd name="connsiteX790" fmla="*/ 564961 w 591813"/>
                    <a:gd name="connsiteY790" fmla="*/ 322748 h 621454"/>
                    <a:gd name="connsiteX791" fmla="*/ 565365 w 591813"/>
                    <a:gd name="connsiteY791" fmla="*/ 322433 h 621454"/>
                    <a:gd name="connsiteX792" fmla="*/ 565748 w 591813"/>
                    <a:gd name="connsiteY792" fmla="*/ 322096 h 621454"/>
                    <a:gd name="connsiteX793" fmla="*/ 566153 w 591813"/>
                    <a:gd name="connsiteY793" fmla="*/ 321758 h 621454"/>
                    <a:gd name="connsiteX794" fmla="*/ 566557 w 591813"/>
                    <a:gd name="connsiteY794" fmla="*/ 321421 h 621454"/>
                    <a:gd name="connsiteX795" fmla="*/ 566940 w 591813"/>
                    <a:gd name="connsiteY795" fmla="*/ 321084 h 621454"/>
                    <a:gd name="connsiteX796" fmla="*/ 567344 w 591813"/>
                    <a:gd name="connsiteY796" fmla="*/ 320746 h 621454"/>
                    <a:gd name="connsiteX797" fmla="*/ 567727 w 591813"/>
                    <a:gd name="connsiteY797" fmla="*/ 320387 h 621454"/>
                    <a:gd name="connsiteX798" fmla="*/ 568132 w 591813"/>
                    <a:gd name="connsiteY798" fmla="*/ 320049 h 621454"/>
                    <a:gd name="connsiteX799" fmla="*/ 568514 w 591813"/>
                    <a:gd name="connsiteY799" fmla="*/ 319689 h 621454"/>
                    <a:gd name="connsiteX800" fmla="*/ 568919 w 591813"/>
                    <a:gd name="connsiteY800" fmla="*/ 319330 h 621454"/>
                    <a:gd name="connsiteX801" fmla="*/ 569324 w 591813"/>
                    <a:gd name="connsiteY801" fmla="*/ 318947 h 621454"/>
                    <a:gd name="connsiteX802" fmla="*/ 569706 w 591813"/>
                    <a:gd name="connsiteY802" fmla="*/ 318587 h 621454"/>
                    <a:gd name="connsiteX803" fmla="*/ 570111 w 591813"/>
                    <a:gd name="connsiteY803" fmla="*/ 318205 h 621454"/>
                    <a:gd name="connsiteX804" fmla="*/ 570493 w 591813"/>
                    <a:gd name="connsiteY804" fmla="*/ 317823 h 621454"/>
                    <a:gd name="connsiteX805" fmla="*/ 570898 w 591813"/>
                    <a:gd name="connsiteY805" fmla="*/ 317440 h 621454"/>
                    <a:gd name="connsiteX806" fmla="*/ 571280 w 591813"/>
                    <a:gd name="connsiteY806" fmla="*/ 317036 h 621454"/>
                    <a:gd name="connsiteX807" fmla="*/ 571685 w 591813"/>
                    <a:gd name="connsiteY807" fmla="*/ 316631 h 621454"/>
                    <a:gd name="connsiteX808" fmla="*/ 572067 w 591813"/>
                    <a:gd name="connsiteY808" fmla="*/ 316226 h 621454"/>
                    <a:gd name="connsiteX809" fmla="*/ 572472 w 591813"/>
                    <a:gd name="connsiteY809" fmla="*/ 315821 h 621454"/>
                    <a:gd name="connsiteX810" fmla="*/ 572877 w 591813"/>
                    <a:gd name="connsiteY810" fmla="*/ 315394 h 621454"/>
                    <a:gd name="connsiteX811" fmla="*/ 573259 w 591813"/>
                    <a:gd name="connsiteY811" fmla="*/ 314944 h 621454"/>
                    <a:gd name="connsiteX812" fmla="*/ 573664 w 591813"/>
                    <a:gd name="connsiteY812" fmla="*/ 314494 h 621454"/>
                    <a:gd name="connsiteX813" fmla="*/ 574047 w 591813"/>
                    <a:gd name="connsiteY813" fmla="*/ 314045 h 621454"/>
                    <a:gd name="connsiteX814" fmla="*/ 574451 w 591813"/>
                    <a:gd name="connsiteY814" fmla="*/ 313595 h 621454"/>
                    <a:gd name="connsiteX815" fmla="*/ 574833 w 591813"/>
                    <a:gd name="connsiteY815" fmla="*/ 313122 h 621454"/>
                    <a:gd name="connsiteX816" fmla="*/ 575238 w 591813"/>
                    <a:gd name="connsiteY816" fmla="*/ 312628 h 621454"/>
                    <a:gd name="connsiteX817" fmla="*/ 575621 w 591813"/>
                    <a:gd name="connsiteY817" fmla="*/ 312133 h 621454"/>
                    <a:gd name="connsiteX818" fmla="*/ 576025 w 591813"/>
                    <a:gd name="connsiteY818" fmla="*/ 311616 h 621454"/>
                    <a:gd name="connsiteX819" fmla="*/ 576430 w 591813"/>
                    <a:gd name="connsiteY819" fmla="*/ 311076 h 621454"/>
                    <a:gd name="connsiteX820" fmla="*/ 576813 w 591813"/>
                    <a:gd name="connsiteY820" fmla="*/ 310536 h 621454"/>
                    <a:gd name="connsiteX821" fmla="*/ 577217 w 591813"/>
                    <a:gd name="connsiteY821" fmla="*/ 309974 h 621454"/>
                    <a:gd name="connsiteX822" fmla="*/ 577600 w 591813"/>
                    <a:gd name="connsiteY822" fmla="*/ 309412 h 621454"/>
                    <a:gd name="connsiteX823" fmla="*/ 578004 w 591813"/>
                    <a:gd name="connsiteY823" fmla="*/ 308804 h 621454"/>
                    <a:gd name="connsiteX824" fmla="*/ 578387 w 591813"/>
                    <a:gd name="connsiteY824" fmla="*/ 308197 h 621454"/>
                    <a:gd name="connsiteX825" fmla="*/ 578792 w 591813"/>
                    <a:gd name="connsiteY825" fmla="*/ 307568 h 621454"/>
                    <a:gd name="connsiteX826" fmla="*/ 579174 w 591813"/>
                    <a:gd name="connsiteY826" fmla="*/ 306893 h 621454"/>
                    <a:gd name="connsiteX827" fmla="*/ 579579 w 591813"/>
                    <a:gd name="connsiteY827" fmla="*/ 306218 h 621454"/>
                    <a:gd name="connsiteX828" fmla="*/ 579984 w 591813"/>
                    <a:gd name="connsiteY828" fmla="*/ 305498 h 621454"/>
                    <a:gd name="connsiteX829" fmla="*/ 580366 w 591813"/>
                    <a:gd name="connsiteY829" fmla="*/ 304779 h 621454"/>
                    <a:gd name="connsiteX830" fmla="*/ 580771 w 591813"/>
                    <a:gd name="connsiteY830" fmla="*/ 304014 h 621454"/>
                    <a:gd name="connsiteX831" fmla="*/ 581153 w 591813"/>
                    <a:gd name="connsiteY831" fmla="*/ 303227 h 621454"/>
                    <a:gd name="connsiteX832" fmla="*/ 581558 w 591813"/>
                    <a:gd name="connsiteY832" fmla="*/ 302395 h 621454"/>
                    <a:gd name="connsiteX833" fmla="*/ 581940 w 591813"/>
                    <a:gd name="connsiteY833" fmla="*/ 301518 h 621454"/>
                    <a:gd name="connsiteX834" fmla="*/ 582345 w 591813"/>
                    <a:gd name="connsiteY834" fmla="*/ 300618 h 621454"/>
                    <a:gd name="connsiteX835" fmla="*/ 582727 w 591813"/>
                    <a:gd name="connsiteY835" fmla="*/ 299696 h 621454"/>
                    <a:gd name="connsiteX836" fmla="*/ 583132 w 591813"/>
                    <a:gd name="connsiteY836" fmla="*/ 298707 h 621454"/>
                    <a:gd name="connsiteX837" fmla="*/ 583537 w 591813"/>
                    <a:gd name="connsiteY837" fmla="*/ 297695 h 621454"/>
                    <a:gd name="connsiteX838" fmla="*/ 583919 w 591813"/>
                    <a:gd name="connsiteY838" fmla="*/ 296615 h 621454"/>
                    <a:gd name="connsiteX839" fmla="*/ 584324 w 591813"/>
                    <a:gd name="connsiteY839" fmla="*/ 295491 h 621454"/>
                    <a:gd name="connsiteX840" fmla="*/ 584707 w 591813"/>
                    <a:gd name="connsiteY840" fmla="*/ 294299 h 621454"/>
                    <a:gd name="connsiteX841" fmla="*/ 585111 w 591813"/>
                    <a:gd name="connsiteY841" fmla="*/ 293084 h 621454"/>
                    <a:gd name="connsiteX842" fmla="*/ 585493 w 591813"/>
                    <a:gd name="connsiteY842" fmla="*/ 291780 h 621454"/>
                    <a:gd name="connsiteX843" fmla="*/ 585898 w 591813"/>
                    <a:gd name="connsiteY843" fmla="*/ 290408 h 621454"/>
                    <a:gd name="connsiteX844" fmla="*/ 586303 w 591813"/>
                    <a:gd name="connsiteY844" fmla="*/ 288991 h 621454"/>
                    <a:gd name="connsiteX845" fmla="*/ 586686 w 591813"/>
                    <a:gd name="connsiteY845" fmla="*/ 287484 h 621454"/>
                    <a:gd name="connsiteX846" fmla="*/ 587090 w 591813"/>
                    <a:gd name="connsiteY846" fmla="*/ 285888 h 621454"/>
                    <a:gd name="connsiteX847" fmla="*/ 587473 w 591813"/>
                    <a:gd name="connsiteY847" fmla="*/ 284223 h 621454"/>
                    <a:gd name="connsiteX848" fmla="*/ 587878 w 591813"/>
                    <a:gd name="connsiteY848" fmla="*/ 282469 h 621454"/>
                    <a:gd name="connsiteX849" fmla="*/ 588260 w 591813"/>
                    <a:gd name="connsiteY849" fmla="*/ 280625 h 621454"/>
                    <a:gd name="connsiteX850" fmla="*/ 588665 w 591813"/>
                    <a:gd name="connsiteY850" fmla="*/ 278668 h 621454"/>
                    <a:gd name="connsiteX851" fmla="*/ 589047 w 591813"/>
                    <a:gd name="connsiteY851" fmla="*/ 276622 h 621454"/>
                    <a:gd name="connsiteX852" fmla="*/ 589452 w 591813"/>
                    <a:gd name="connsiteY852" fmla="*/ 274395 h 621454"/>
                    <a:gd name="connsiteX853" fmla="*/ 589856 w 591813"/>
                    <a:gd name="connsiteY853" fmla="*/ 272101 h 621454"/>
                    <a:gd name="connsiteX854" fmla="*/ 590239 w 591813"/>
                    <a:gd name="connsiteY854" fmla="*/ 269718 h 621454"/>
                    <a:gd name="connsiteX855" fmla="*/ 590644 w 591813"/>
                    <a:gd name="connsiteY855" fmla="*/ 267199 h 621454"/>
                    <a:gd name="connsiteX856" fmla="*/ 591026 w 591813"/>
                    <a:gd name="connsiteY856" fmla="*/ 264590 h 621454"/>
                    <a:gd name="connsiteX857" fmla="*/ 591431 w 591813"/>
                    <a:gd name="connsiteY857" fmla="*/ 261869 h 621454"/>
                    <a:gd name="connsiteX858" fmla="*/ 591813 w 591813"/>
                    <a:gd name="connsiteY858" fmla="*/ 258135 h 621454"/>
                    <a:gd name="connsiteX859" fmla="*/ 591813 w 591813"/>
                    <a:gd name="connsiteY859" fmla="*/ 231013 h 621454"/>
                    <a:gd name="connsiteX860" fmla="*/ 591431 w 591813"/>
                    <a:gd name="connsiteY860" fmla="*/ 234544 h 621454"/>
                    <a:gd name="connsiteX861" fmla="*/ 591026 w 591813"/>
                    <a:gd name="connsiteY861" fmla="*/ 236883 h 621454"/>
                    <a:gd name="connsiteX862" fmla="*/ 590644 w 591813"/>
                    <a:gd name="connsiteY862" fmla="*/ 239064 h 621454"/>
                    <a:gd name="connsiteX863" fmla="*/ 590239 w 591813"/>
                    <a:gd name="connsiteY863" fmla="*/ 241156 h 621454"/>
                    <a:gd name="connsiteX864" fmla="*/ 589856 w 591813"/>
                    <a:gd name="connsiteY864" fmla="*/ 243180 h 621454"/>
                    <a:gd name="connsiteX865" fmla="*/ 589452 w 591813"/>
                    <a:gd name="connsiteY865" fmla="*/ 245091 h 621454"/>
                    <a:gd name="connsiteX866" fmla="*/ 589047 w 591813"/>
                    <a:gd name="connsiteY866" fmla="*/ 246958 h 621454"/>
                    <a:gd name="connsiteX867" fmla="*/ 588665 w 591813"/>
                    <a:gd name="connsiteY867" fmla="*/ 248690 h 621454"/>
                    <a:gd name="connsiteX868" fmla="*/ 588260 w 591813"/>
                    <a:gd name="connsiteY868" fmla="*/ 250332 h 621454"/>
                    <a:gd name="connsiteX869" fmla="*/ 587878 w 591813"/>
                    <a:gd name="connsiteY869" fmla="*/ 251883 h 621454"/>
                    <a:gd name="connsiteX870" fmla="*/ 587473 w 591813"/>
                    <a:gd name="connsiteY870" fmla="*/ 253345 h 621454"/>
                    <a:gd name="connsiteX871" fmla="*/ 587090 w 591813"/>
                    <a:gd name="connsiteY871" fmla="*/ 254762 h 621454"/>
                    <a:gd name="connsiteX872" fmla="*/ 586686 w 591813"/>
                    <a:gd name="connsiteY872" fmla="*/ 256089 h 621454"/>
                    <a:gd name="connsiteX873" fmla="*/ 586303 w 591813"/>
                    <a:gd name="connsiteY873" fmla="*/ 257371 h 621454"/>
                    <a:gd name="connsiteX874" fmla="*/ 585898 w 591813"/>
                    <a:gd name="connsiteY874" fmla="*/ 258585 h 621454"/>
                    <a:gd name="connsiteX875" fmla="*/ 585493 w 591813"/>
                    <a:gd name="connsiteY875" fmla="*/ 259732 h 621454"/>
                    <a:gd name="connsiteX876" fmla="*/ 585111 w 591813"/>
                    <a:gd name="connsiteY876" fmla="*/ 260834 h 621454"/>
                    <a:gd name="connsiteX877" fmla="*/ 584707 w 591813"/>
                    <a:gd name="connsiteY877" fmla="*/ 261891 h 621454"/>
                    <a:gd name="connsiteX878" fmla="*/ 584324 w 591813"/>
                    <a:gd name="connsiteY878" fmla="*/ 262903 h 621454"/>
                    <a:gd name="connsiteX879" fmla="*/ 583919 w 591813"/>
                    <a:gd name="connsiteY879" fmla="*/ 263870 h 621454"/>
                    <a:gd name="connsiteX880" fmla="*/ 583537 w 591813"/>
                    <a:gd name="connsiteY880" fmla="*/ 264792 h 621454"/>
                    <a:gd name="connsiteX881" fmla="*/ 583132 w 591813"/>
                    <a:gd name="connsiteY881" fmla="*/ 265669 h 621454"/>
                    <a:gd name="connsiteX882" fmla="*/ 582727 w 591813"/>
                    <a:gd name="connsiteY882" fmla="*/ 266524 h 621454"/>
                    <a:gd name="connsiteX883" fmla="*/ 582345 w 591813"/>
                    <a:gd name="connsiteY883" fmla="*/ 267334 h 621454"/>
                    <a:gd name="connsiteX884" fmla="*/ 581940 w 591813"/>
                    <a:gd name="connsiteY884" fmla="*/ 268121 h 621454"/>
                    <a:gd name="connsiteX885" fmla="*/ 581558 w 591813"/>
                    <a:gd name="connsiteY885" fmla="*/ 268885 h 621454"/>
                    <a:gd name="connsiteX886" fmla="*/ 581153 w 591813"/>
                    <a:gd name="connsiteY886" fmla="*/ 269605 h 621454"/>
                    <a:gd name="connsiteX887" fmla="*/ 580771 w 591813"/>
                    <a:gd name="connsiteY887" fmla="*/ 270302 h 621454"/>
                    <a:gd name="connsiteX888" fmla="*/ 580366 w 591813"/>
                    <a:gd name="connsiteY888" fmla="*/ 270977 h 621454"/>
                    <a:gd name="connsiteX889" fmla="*/ 579984 w 591813"/>
                    <a:gd name="connsiteY889" fmla="*/ 271629 h 621454"/>
                    <a:gd name="connsiteX890" fmla="*/ 579579 w 591813"/>
                    <a:gd name="connsiteY890" fmla="*/ 272281 h 621454"/>
                    <a:gd name="connsiteX891" fmla="*/ 579174 w 591813"/>
                    <a:gd name="connsiteY891" fmla="*/ 272889 h 621454"/>
                    <a:gd name="connsiteX892" fmla="*/ 578792 w 591813"/>
                    <a:gd name="connsiteY892" fmla="*/ 273473 h 621454"/>
                    <a:gd name="connsiteX893" fmla="*/ 578387 w 591813"/>
                    <a:gd name="connsiteY893" fmla="*/ 274058 h 621454"/>
                    <a:gd name="connsiteX894" fmla="*/ 578004 w 591813"/>
                    <a:gd name="connsiteY894" fmla="*/ 274620 h 621454"/>
                    <a:gd name="connsiteX895" fmla="*/ 577600 w 591813"/>
                    <a:gd name="connsiteY895" fmla="*/ 275160 h 621454"/>
                    <a:gd name="connsiteX896" fmla="*/ 577217 w 591813"/>
                    <a:gd name="connsiteY896" fmla="*/ 275677 h 621454"/>
                    <a:gd name="connsiteX897" fmla="*/ 576813 w 591813"/>
                    <a:gd name="connsiteY897" fmla="*/ 276195 h 621454"/>
                    <a:gd name="connsiteX898" fmla="*/ 576430 w 591813"/>
                    <a:gd name="connsiteY898" fmla="*/ 276712 h 621454"/>
                    <a:gd name="connsiteX899" fmla="*/ 576025 w 591813"/>
                    <a:gd name="connsiteY899" fmla="*/ 277184 h 621454"/>
                    <a:gd name="connsiteX900" fmla="*/ 575621 w 591813"/>
                    <a:gd name="connsiteY900" fmla="*/ 277679 h 621454"/>
                    <a:gd name="connsiteX901" fmla="*/ 575238 w 591813"/>
                    <a:gd name="connsiteY901" fmla="*/ 278129 h 621454"/>
                    <a:gd name="connsiteX902" fmla="*/ 574833 w 591813"/>
                    <a:gd name="connsiteY902" fmla="*/ 278578 h 621454"/>
                    <a:gd name="connsiteX903" fmla="*/ 574451 w 591813"/>
                    <a:gd name="connsiteY903" fmla="*/ 279028 h 621454"/>
                    <a:gd name="connsiteX904" fmla="*/ 574047 w 591813"/>
                    <a:gd name="connsiteY904" fmla="*/ 279478 h 621454"/>
                    <a:gd name="connsiteX905" fmla="*/ 573664 w 591813"/>
                    <a:gd name="connsiteY905" fmla="*/ 279905 h 621454"/>
                    <a:gd name="connsiteX906" fmla="*/ 573259 w 591813"/>
                    <a:gd name="connsiteY906" fmla="*/ 280310 h 621454"/>
                    <a:gd name="connsiteX907" fmla="*/ 572877 w 591813"/>
                    <a:gd name="connsiteY907" fmla="*/ 280737 h 621454"/>
                    <a:gd name="connsiteX908" fmla="*/ 572472 w 591813"/>
                    <a:gd name="connsiteY908" fmla="*/ 281142 h 621454"/>
                    <a:gd name="connsiteX909" fmla="*/ 572067 w 591813"/>
                    <a:gd name="connsiteY909" fmla="*/ 281525 h 621454"/>
                    <a:gd name="connsiteX910" fmla="*/ 571685 w 591813"/>
                    <a:gd name="connsiteY910" fmla="*/ 281929 h 621454"/>
                    <a:gd name="connsiteX911" fmla="*/ 571280 w 591813"/>
                    <a:gd name="connsiteY911" fmla="*/ 282312 h 621454"/>
                    <a:gd name="connsiteX912" fmla="*/ 570898 w 591813"/>
                    <a:gd name="connsiteY912" fmla="*/ 282694 h 621454"/>
                    <a:gd name="connsiteX913" fmla="*/ 570493 w 591813"/>
                    <a:gd name="connsiteY913" fmla="*/ 283076 h 621454"/>
                    <a:gd name="connsiteX914" fmla="*/ 570111 w 591813"/>
                    <a:gd name="connsiteY914" fmla="*/ 283436 h 621454"/>
                    <a:gd name="connsiteX915" fmla="*/ 569706 w 591813"/>
                    <a:gd name="connsiteY915" fmla="*/ 283796 h 621454"/>
                    <a:gd name="connsiteX916" fmla="*/ 569324 w 591813"/>
                    <a:gd name="connsiteY916" fmla="*/ 284156 h 621454"/>
                    <a:gd name="connsiteX917" fmla="*/ 568919 w 591813"/>
                    <a:gd name="connsiteY917" fmla="*/ 284516 h 621454"/>
                    <a:gd name="connsiteX918" fmla="*/ 568514 w 591813"/>
                    <a:gd name="connsiteY918" fmla="*/ 284876 h 621454"/>
                    <a:gd name="connsiteX919" fmla="*/ 568132 w 591813"/>
                    <a:gd name="connsiteY919" fmla="*/ 285213 h 621454"/>
                    <a:gd name="connsiteX920" fmla="*/ 567727 w 591813"/>
                    <a:gd name="connsiteY920" fmla="*/ 285573 h 621454"/>
                    <a:gd name="connsiteX921" fmla="*/ 567344 w 591813"/>
                    <a:gd name="connsiteY921" fmla="*/ 285910 h 621454"/>
                    <a:gd name="connsiteX922" fmla="*/ 566940 w 591813"/>
                    <a:gd name="connsiteY922" fmla="*/ 286247 h 621454"/>
                    <a:gd name="connsiteX923" fmla="*/ 566557 w 591813"/>
                    <a:gd name="connsiteY923" fmla="*/ 286585 h 621454"/>
                    <a:gd name="connsiteX924" fmla="*/ 566153 w 591813"/>
                    <a:gd name="connsiteY924" fmla="*/ 286922 h 621454"/>
                    <a:gd name="connsiteX925" fmla="*/ 565748 w 591813"/>
                    <a:gd name="connsiteY925" fmla="*/ 287237 h 621454"/>
                    <a:gd name="connsiteX926" fmla="*/ 565365 w 591813"/>
                    <a:gd name="connsiteY926" fmla="*/ 287574 h 621454"/>
                    <a:gd name="connsiteX927" fmla="*/ 564961 w 591813"/>
                    <a:gd name="connsiteY927" fmla="*/ 287889 h 621454"/>
                    <a:gd name="connsiteX928" fmla="*/ 564578 w 591813"/>
                    <a:gd name="connsiteY928" fmla="*/ 288226 h 621454"/>
                    <a:gd name="connsiteX929" fmla="*/ 564173 w 591813"/>
                    <a:gd name="connsiteY929" fmla="*/ 288541 h 621454"/>
                    <a:gd name="connsiteX930" fmla="*/ 563791 w 591813"/>
                    <a:gd name="connsiteY930" fmla="*/ 288879 h 621454"/>
                    <a:gd name="connsiteX931" fmla="*/ 563386 w 591813"/>
                    <a:gd name="connsiteY931" fmla="*/ 289194 h 621454"/>
                    <a:gd name="connsiteX932" fmla="*/ 563004 w 591813"/>
                    <a:gd name="connsiteY932" fmla="*/ 289508 h 621454"/>
                    <a:gd name="connsiteX933" fmla="*/ 562599 w 591813"/>
                    <a:gd name="connsiteY933" fmla="*/ 289823 h 621454"/>
                    <a:gd name="connsiteX934" fmla="*/ 562195 w 591813"/>
                    <a:gd name="connsiteY934" fmla="*/ 290161 h 621454"/>
                    <a:gd name="connsiteX935" fmla="*/ 561812 w 591813"/>
                    <a:gd name="connsiteY935" fmla="*/ 290475 h 621454"/>
                    <a:gd name="connsiteX936" fmla="*/ 561407 w 591813"/>
                    <a:gd name="connsiteY936" fmla="*/ 290790 h 621454"/>
                    <a:gd name="connsiteX937" fmla="*/ 561025 w 591813"/>
                    <a:gd name="connsiteY937" fmla="*/ 291105 h 621454"/>
                    <a:gd name="connsiteX938" fmla="*/ 560620 w 591813"/>
                    <a:gd name="connsiteY938" fmla="*/ 291420 h 621454"/>
                    <a:gd name="connsiteX939" fmla="*/ 560238 w 591813"/>
                    <a:gd name="connsiteY939" fmla="*/ 291735 h 621454"/>
                    <a:gd name="connsiteX940" fmla="*/ 559833 w 591813"/>
                    <a:gd name="connsiteY940" fmla="*/ 292050 h 621454"/>
                    <a:gd name="connsiteX941" fmla="*/ 559450 w 591813"/>
                    <a:gd name="connsiteY941" fmla="*/ 292365 h 621454"/>
                    <a:gd name="connsiteX942" fmla="*/ 559046 w 591813"/>
                    <a:gd name="connsiteY942" fmla="*/ 292679 h 621454"/>
                    <a:gd name="connsiteX943" fmla="*/ 558641 w 591813"/>
                    <a:gd name="connsiteY943" fmla="*/ 292994 h 621454"/>
                    <a:gd name="connsiteX944" fmla="*/ 558259 w 591813"/>
                    <a:gd name="connsiteY944" fmla="*/ 293309 h 621454"/>
                    <a:gd name="connsiteX945" fmla="*/ 557854 w 591813"/>
                    <a:gd name="connsiteY945" fmla="*/ 293624 h 621454"/>
                    <a:gd name="connsiteX946" fmla="*/ 557472 w 591813"/>
                    <a:gd name="connsiteY946" fmla="*/ 293916 h 621454"/>
                    <a:gd name="connsiteX947" fmla="*/ 557067 w 591813"/>
                    <a:gd name="connsiteY947" fmla="*/ 294231 h 621454"/>
                    <a:gd name="connsiteX948" fmla="*/ 556684 w 591813"/>
                    <a:gd name="connsiteY948" fmla="*/ 294546 h 621454"/>
                    <a:gd name="connsiteX949" fmla="*/ 556280 w 591813"/>
                    <a:gd name="connsiteY949" fmla="*/ 294838 h 621454"/>
                    <a:gd name="connsiteX950" fmla="*/ 555897 w 591813"/>
                    <a:gd name="connsiteY950" fmla="*/ 295153 h 621454"/>
                    <a:gd name="connsiteX951" fmla="*/ 555493 w 591813"/>
                    <a:gd name="connsiteY951" fmla="*/ 295446 h 621454"/>
                    <a:gd name="connsiteX952" fmla="*/ 555088 w 591813"/>
                    <a:gd name="connsiteY952" fmla="*/ 295738 h 621454"/>
                    <a:gd name="connsiteX953" fmla="*/ 554705 w 591813"/>
                    <a:gd name="connsiteY953" fmla="*/ 296053 h 621454"/>
                    <a:gd name="connsiteX954" fmla="*/ 554301 w 591813"/>
                    <a:gd name="connsiteY954" fmla="*/ 296345 h 621454"/>
                    <a:gd name="connsiteX955" fmla="*/ 553918 w 591813"/>
                    <a:gd name="connsiteY955" fmla="*/ 296638 h 621454"/>
                    <a:gd name="connsiteX956" fmla="*/ 553513 w 591813"/>
                    <a:gd name="connsiteY956" fmla="*/ 296952 h 621454"/>
                    <a:gd name="connsiteX957" fmla="*/ 553131 w 591813"/>
                    <a:gd name="connsiteY957" fmla="*/ 297245 h 621454"/>
                    <a:gd name="connsiteX958" fmla="*/ 552726 w 591813"/>
                    <a:gd name="connsiteY958" fmla="*/ 297537 h 621454"/>
                    <a:gd name="connsiteX959" fmla="*/ 552321 w 591813"/>
                    <a:gd name="connsiteY959" fmla="*/ 297852 h 621454"/>
                    <a:gd name="connsiteX960" fmla="*/ 551939 w 591813"/>
                    <a:gd name="connsiteY960" fmla="*/ 298144 h 621454"/>
                    <a:gd name="connsiteX961" fmla="*/ 551535 w 591813"/>
                    <a:gd name="connsiteY961" fmla="*/ 298459 h 621454"/>
                    <a:gd name="connsiteX962" fmla="*/ 551152 w 591813"/>
                    <a:gd name="connsiteY962" fmla="*/ 298752 h 621454"/>
                    <a:gd name="connsiteX963" fmla="*/ 550747 w 591813"/>
                    <a:gd name="connsiteY963" fmla="*/ 299066 h 621454"/>
                    <a:gd name="connsiteX964" fmla="*/ 550365 w 591813"/>
                    <a:gd name="connsiteY964" fmla="*/ 299381 h 621454"/>
                    <a:gd name="connsiteX965" fmla="*/ 549960 w 591813"/>
                    <a:gd name="connsiteY965" fmla="*/ 299674 h 621454"/>
                    <a:gd name="connsiteX966" fmla="*/ 549578 w 591813"/>
                    <a:gd name="connsiteY966" fmla="*/ 299989 h 621454"/>
                    <a:gd name="connsiteX967" fmla="*/ 549173 w 591813"/>
                    <a:gd name="connsiteY967" fmla="*/ 300303 h 621454"/>
                    <a:gd name="connsiteX968" fmla="*/ 548768 w 591813"/>
                    <a:gd name="connsiteY968" fmla="*/ 300596 h 621454"/>
                    <a:gd name="connsiteX969" fmla="*/ 548386 w 591813"/>
                    <a:gd name="connsiteY969" fmla="*/ 300911 h 621454"/>
                    <a:gd name="connsiteX970" fmla="*/ 547981 w 591813"/>
                    <a:gd name="connsiteY970" fmla="*/ 301225 h 621454"/>
                    <a:gd name="connsiteX971" fmla="*/ 547599 w 591813"/>
                    <a:gd name="connsiteY971" fmla="*/ 301518 h 621454"/>
                    <a:gd name="connsiteX972" fmla="*/ 547194 w 591813"/>
                    <a:gd name="connsiteY972" fmla="*/ 301833 h 621454"/>
                    <a:gd name="connsiteX973" fmla="*/ 546812 w 591813"/>
                    <a:gd name="connsiteY973" fmla="*/ 302125 h 621454"/>
                    <a:gd name="connsiteX974" fmla="*/ 546407 w 591813"/>
                    <a:gd name="connsiteY974" fmla="*/ 302440 h 621454"/>
                    <a:gd name="connsiteX975" fmla="*/ 546024 w 591813"/>
                    <a:gd name="connsiteY975" fmla="*/ 302755 h 621454"/>
                    <a:gd name="connsiteX976" fmla="*/ 545620 w 591813"/>
                    <a:gd name="connsiteY976" fmla="*/ 303047 h 621454"/>
                    <a:gd name="connsiteX977" fmla="*/ 545215 w 591813"/>
                    <a:gd name="connsiteY977" fmla="*/ 303362 h 621454"/>
                    <a:gd name="connsiteX978" fmla="*/ 544832 w 591813"/>
                    <a:gd name="connsiteY978" fmla="*/ 303677 h 621454"/>
                    <a:gd name="connsiteX979" fmla="*/ 544427 w 591813"/>
                    <a:gd name="connsiteY979" fmla="*/ 303992 h 621454"/>
                    <a:gd name="connsiteX980" fmla="*/ 544045 w 591813"/>
                    <a:gd name="connsiteY980" fmla="*/ 304307 h 621454"/>
                    <a:gd name="connsiteX981" fmla="*/ 543641 w 591813"/>
                    <a:gd name="connsiteY981" fmla="*/ 304621 h 621454"/>
                    <a:gd name="connsiteX982" fmla="*/ 543258 w 591813"/>
                    <a:gd name="connsiteY982" fmla="*/ 304914 h 621454"/>
                    <a:gd name="connsiteX983" fmla="*/ 542853 w 591813"/>
                    <a:gd name="connsiteY983" fmla="*/ 305229 h 621454"/>
                    <a:gd name="connsiteX984" fmla="*/ 542471 w 591813"/>
                    <a:gd name="connsiteY984" fmla="*/ 305543 h 621454"/>
                    <a:gd name="connsiteX985" fmla="*/ 542066 w 591813"/>
                    <a:gd name="connsiteY985" fmla="*/ 305858 h 621454"/>
                    <a:gd name="connsiteX986" fmla="*/ 541661 w 591813"/>
                    <a:gd name="connsiteY986" fmla="*/ 306173 h 621454"/>
                    <a:gd name="connsiteX987" fmla="*/ 541279 w 591813"/>
                    <a:gd name="connsiteY987" fmla="*/ 306488 h 621454"/>
                    <a:gd name="connsiteX988" fmla="*/ 540875 w 591813"/>
                    <a:gd name="connsiteY988" fmla="*/ 306803 h 621454"/>
                    <a:gd name="connsiteX989" fmla="*/ 540492 w 591813"/>
                    <a:gd name="connsiteY989" fmla="*/ 307118 h 621454"/>
                    <a:gd name="connsiteX990" fmla="*/ 540087 w 591813"/>
                    <a:gd name="connsiteY990" fmla="*/ 307433 h 621454"/>
                    <a:gd name="connsiteX991" fmla="*/ 539705 w 591813"/>
                    <a:gd name="connsiteY991" fmla="*/ 307725 h 621454"/>
                    <a:gd name="connsiteX992" fmla="*/ 539300 w 591813"/>
                    <a:gd name="connsiteY992" fmla="*/ 308040 h 621454"/>
                    <a:gd name="connsiteX993" fmla="*/ 538918 w 591813"/>
                    <a:gd name="connsiteY993" fmla="*/ 308355 h 621454"/>
                    <a:gd name="connsiteX994" fmla="*/ 538513 w 591813"/>
                    <a:gd name="connsiteY994" fmla="*/ 308669 h 621454"/>
                    <a:gd name="connsiteX995" fmla="*/ 538108 w 591813"/>
                    <a:gd name="connsiteY995" fmla="*/ 308984 h 621454"/>
                    <a:gd name="connsiteX996" fmla="*/ 537726 w 591813"/>
                    <a:gd name="connsiteY996" fmla="*/ 309299 h 621454"/>
                    <a:gd name="connsiteX997" fmla="*/ 537321 w 591813"/>
                    <a:gd name="connsiteY997" fmla="*/ 309614 h 621454"/>
                    <a:gd name="connsiteX998" fmla="*/ 536939 w 591813"/>
                    <a:gd name="connsiteY998" fmla="*/ 309951 h 621454"/>
                    <a:gd name="connsiteX999" fmla="*/ 536534 w 591813"/>
                    <a:gd name="connsiteY999" fmla="*/ 310266 h 621454"/>
                    <a:gd name="connsiteX1000" fmla="*/ 536151 w 591813"/>
                    <a:gd name="connsiteY1000" fmla="*/ 310581 h 621454"/>
                    <a:gd name="connsiteX1001" fmla="*/ 535747 w 591813"/>
                    <a:gd name="connsiteY1001" fmla="*/ 310896 h 621454"/>
                    <a:gd name="connsiteX1002" fmla="*/ 535342 w 591813"/>
                    <a:gd name="connsiteY1002" fmla="*/ 311211 h 621454"/>
                    <a:gd name="connsiteX1003" fmla="*/ 534959 w 591813"/>
                    <a:gd name="connsiteY1003" fmla="*/ 311526 h 621454"/>
                    <a:gd name="connsiteX1004" fmla="*/ 534555 w 591813"/>
                    <a:gd name="connsiteY1004" fmla="*/ 311863 h 621454"/>
                    <a:gd name="connsiteX1005" fmla="*/ 534172 w 591813"/>
                    <a:gd name="connsiteY1005" fmla="*/ 312178 h 621454"/>
                    <a:gd name="connsiteX1006" fmla="*/ 533767 w 591813"/>
                    <a:gd name="connsiteY1006" fmla="*/ 312493 h 621454"/>
                    <a:gd name="connsiteX1007" fmla="*/ 533385 w 591813"/>
                    <a:gd name="connsiteY1007" fmla="*/ 312830 h 621454"/>
                    <a:gd name="connsiteX1008" fmla="*/ 532981 w 591813"/>
                    <a:gd name="connsiteY1008" fmla="*/ 313145 h 621454"/>
                    <a:gd name="connsiteX1009" fmla="*/ 532598 w 591813"/>
                    <a:gd name="connsiteY1009" fmla="*/ 313460 h 621454"/>
                    <a:gd name="connsiteX1010" fmla="*/ 532193 w 591813"/>
                    <a:gd name="connsiteY1010" fmla="*/ 313797 h 621454"/>
                    <a:gd name="connsiteX1011" fmla="*/ 531789 w 591813"/>
                    <a:gd name="connsiteY1011" fmla="*/ 314112 h 621454"/>
                    <a:gd name="connsiteX1012" fmla="*/ 531406 w 591813"/>
                    <a:gd name="connsiteY1012" fmla="*/ 314427 h 621454"/>
                    <a:gd name="connsiteX1013" fmla="*/ 531001 w 591813"/>
                    <a:gd name="connsiteY1013" fmla="*/ 314764 h 621454"/>
                    <a:gd name="connsiteX1014" fmla="*/ 530619 w 591813"/>
                    <a:gd name="connsiteY1014" fmla="*/ 315079 h 621454"/>
                    <a:gd name="connsiteX1015" fmla="*/ 530214 w 591813"/>
                    <a:gd name="connsiteY1015" fmla="*/ 315416 h 621454"/>
                    <a:gd name="connsiteX1016" fmla="*/ 529832 w 591813"/>
                    <a:gd name="connsiteY1016" fmla="*/ 315731 h 621454"/>
                    <a:gd name="connsiteX1017" fmla="*/ 529427 w 591813"/>
                    <a:gd name="connsiteY1017" fmla="*/ 316069 h 621454"/>
                    <a:gd name="connsiteX1018" fmla="*/ 529045 w 591813"/>
                    <a:gd name="connsiteY1018" fmla="*/ 316383 h 621454"/>
                    <a:gd name="connsiteX1019" fmla="*/ 528640 w 591813"/>
                    <a:gd name="connsiteY1019" fmla="*/ 316721 h 621454"/>
                    <a:gd name="connsiteX1020" fmla="*/ 528235 w 591813"/>
                    <a:gd name="connsiteY1020" fmla="*/ 317036 h 621454"/>
                    <a:gd name="connsiteX1021" fmla="*/ 527853 w 591813"/>
                    <a:gd name="connsiteY1021" fmla="*/ 317373 h 621454"/>
                    <a:gd name="connsiteX1022" fmla="*/ 527448 w 591813"/>
                    <a:gd name="connsiteY1022" fmla="*/ 317710 h 621454"/>
                    <a:gd name="connsiteX1023" fmla="*/ 527066 w 591813"/>
                    <a:gd name="connsiteY1023" fmla="*/ 318025 h 621454"/>
                    <a:gd name="connsiteX1024" fmla="*/ 526661 w 591813"/>
                    <a:gd name="connsiteY1024" fmla="*/ 318362 h 621454"/>
                    <a:gd name="connsiteX1025" fmla="*/ 526278 w 591813"/>
                    <a:gd name="connsiteY1025" fmla="*/ 318700 h 621454"/>
                    <a:gd name="connsiteX1026" fmla="*/ 525874 w 591813"/>
                    <a:gd name="connsiteY1026" fmla="*/ 319015 h 621454"/>
                    <a:gd name="connsiteX1027" fmla="*/ 525491 w 591813"/>
                    <a:gd name="connsiteY1027" fmla="*/ 319352 h 621454"/>
                    <a:gd name="connsiteX1028" fmla="*/ 525087 w 591813"/>
                    <a:gd name="connsiteY1028" fmla="*/ 319689 h 621454"/>
                    <a:gd name="connsiteX1029" fmla="*/ 524682 w 591813"/>
                    <a:gd name="connsiteY1029" fmla="*/ 320027 h 621454"/>
                    <a:gd name="connsiteX1030" fmla="*/ 524299 w 591813"/>
                    <a:gd name="connsiteY1030" fmla="*/ 320342 h 621454"/>
                    <a:gd name="connsiteX1031" fmla="*/ 523895 w 591813"/>
                    <a:gd name="connsiteY1031" fmla="*/ 320679 h 621454"/>
                    <a:gd name="connsiteX1032" fmla="*/ 523535 w 591813"/>
                    <a:gd name="connsiteY1032" fmla="*/ 321016 h 621454"/>
                    <a:gd name="connsiteX1033" fmla="*/ 523107 w 591813"/>
                    <a:gd name="connsiteY1033" fmla="*/ 321354 h 621454"/>
                    <a:gd name="connsiteX1034" fmla="*/ 522748 w 591813"/>
                    <a:gd name="connsiteY1034" fmla="*/ 321668 h 621454"/>
                    <a:gd name="connsiteX1035" fmla="*/ 522343 w 591813"/>
                    <a:gd name="connsiteY1035" fmla="*/ 322006 h 621454"/>
                    <a:gd name="connsiteX1036" fmla="*/ 521938 w 591813"/>
                    <a:gd name="connsiteY1036" fmla="*/ 322343 h 621454"/>
                    <a:gd name="connsiteX1037" fmla="*/ 521556 w 591813"/>
                    <a:gd name="connsiteY1037" fmla="*/ 322681 h 621454"/>
                    <a:gd name="connsiteX1038" fmla="*/ 521151 w 591813"/>
                    <a:gd name="connsiteY1038" fmla="*/ 323018 h 621454"/>
                    <a:gd name="connsiteX1039" fmla="*/ 520768 w 591813"/>
                    <a:gd name="connsiteY1039" fmla="*/ 323355 h 621454"/>
                    <a:gd name="connsiteX1040" fmla="*/ 520364 w 591813"/>
                    <a:gd name="connsiteY1040" fmla="*/ 323693 h 621454"/>
                    <a:gd name="connsiteX1041" fmla="*/ 519982 w 591813"/>
                    <a:gd name="connsiteY1041" fmla="*/ 324007 h 621454"/>
                    <a:gd name="connsiteX1042" fmla="*/ 519576 w 591813"/>
                    <a:gd name="connsiteY1042" fmla="*/ 324345 h 621454"/>
                    <a:gd name="connsiteX1043" fmla="*/ 519194 w 591813"/>
                    <a:gd name="connsiteY1043" fmla="*/ 324682 h 621454"/>
                    <a:gd name="connsiteX1044" fmla="*/ 518790 w 591813"/>
                    <a:gd name="connsiteY1044" fmla="*/ 325019 h 621454"/>
                    <a:gd name="connsiteX1045" fmla="*/ 518385 w 591813"/>
                    <a:gd name="connsiteY1045" fmla="*/ 325357 h 621454"/>
                    <a:gd name="connsiteX1046" fmla="*/ 518002 w 591813"/>
                    <a:gd name="connsiteY1046" fmla="*/ 325694 h 621454"/>
                    <a:gd name="connsiteX1047" fmla="*/ 517598 w 591813"/>
                    <a:gd name="connsiteY1047" fmla="*/ 326031 h 621454"/>
                    <a:gd name="connsiteX1048" fmla="*/ 517215 w 591813"/>
                    <a:gd name="connsiteY1048" fmla="*/ 326369 h 621454"/>
                    <a:gd name="connsiteX1049" fmla="*/ 516810 w 591813"/>
                    <a:gd name="connsiteY1049" fmla="*/ 326706 h 621454"/>
                    <a:gd name="connsiteX1050" fmla="*/ 516428 w 591813"/>
                    <a:gd name="connsiteY1050" fmla="*/ 327043 h 621454"/>
                    <a:gd name="connsiteX1051" fmla="*/ 516023 w 591813"/>
                    <a:gd name="connsiteY1051" fmla="*/ 327381 h 621454"/>
                    <a:gd name="connsiteX1052" fmla="*/ 515641 w 591813"/>
                    <a:gd name="connsiteY1052" fmla="*/ 327718 h 621454"/>
                    <a:gd name="connsiteX1053" fmla="*/ 515236 w 591813"/>
                    <a:gd name="connsiteY1053" fmla="*/ 328056 h 621454"/>
                    <a:gd name="connsiteX1054" fmla="*/ 514831 w 591813"/>
                    <a:gd name="connsiteY1054" fmla="*/ 328393 h 621454"/>
                    <a:gd name="connsiteX1055" fmla="*/ 514449 w 591813"/>
                    <a:gd name="connsiteY1055" fmla="*/ 328753 h 621454"/>
                    <a:gd name="connsiteX1056" fmla="*/ 514044 w 591813"/>
                    <a:gd name="connsiteY1056" fmla="*/ 329090 h 621454"/>
                    <a:gd name="connsiteX1057" fmla="*/ 513662 w 591813"/>
                    <a:gd name="connsiteY1057" fmla="*/ 329427 h 621454"/>
                    <a:gd name="connsiteX1058" fmla="*/ 513257 w 591813"/>
                    <a:gd name="connsiteY1058" fmla="*/ 329765 h 621454"/>
                    <a:gd name="connsiteX1059" fmla="*/ 512875 w 591813"/>
                    <a:gd name="connsiteY1059" fmla="*/ 330102 h 621454"/>
                    <a:gd name="connsiteX1060" fmla="*/ 512470 w 591813"/>
                    <a:gd name="connsiteY1060" fmla="*/ 330439 h 621454"/>
                    <a:gd name="connsiteX1061" fmla="*/ 512088 w 591813"/>
                    <a:gd name="connsiteY1061" fmla="*/ 330799 h 621454"/>
                    <a:gd name="connsiteX1062" fmla="*/ 511683 w 591813"/>
                    <a:gd name="connsiteY1062" fmla="*/ 331137 h 621454"/>
                    <a:gd name="connsiteX1063" fmla="*/ 511278 w 591813"/>
                    <a:gd name="connsiteY1063" fmla="*/ 331496 h 621454"/>
                    <a:gd name="connsiteX1064" fmla="*/ 510896 w 591813"/>
                    <a:gd name="connsiteY1064" fmla="*/ 331811 h 621454"/>
                    <a:gd name="connsiteX1065" fmla="*/ 510491 w 591813"/>
                    <a:gd name="connsiteY1065" fmla="*/ 332171 h 621454"/>
                    <a:gd name="connsiteX1066" fmla="*/ 510108 w 591813"/>
                    <a:gd name="connsiteY1066" fmla="*/ 332508 h 621454"/>
                    <a:gd name="connsiteX1067" fmla="*/ 509704 w 591813"/>
                    <a:gd name="connsiteY1067" fmla="*/ 332868 h 621454"/>
                    <a:gd name="connsiteX1068" fmla="*/ 509322 w 591813"/>
                    <a:gd name="connsiteY1068" fmla="*/ 333228 h 621454"/>
                    <a:gd name="connsiteX1069" fmla="*/ 508916 w 591813"/>
                    <a:gd name="connsiteY1069" fmla="*/ 333565 h 621454"/>
                    <a:gd name="connsiteX1070" fmla="*/ 508534 w 591813"/>
                    <a:gd name="connsiteY1070" fmla="*/ 333925 h 621454"/>
                    <a:gd name="connsiteX1071" fmla="*/ 508130 w 591813"/>
                    <a:gd name="connsiteY1071" fmla="*/ 334285 h 621454"/>
                    <a:gd name="connsiteX1072" fmla="*/ 507724 w 591813"/>
                    <a:gd name="connsiteY1072" fmla="*/ 334645 h 621454"/>
                    <a:gd name="connsiteX1073" fmla="*/ 507342 w 591813"/>
                    <a:gd name="connsiteY1073" fmla="*/ 335005 h 621454"/>
                    <a:gd name="connsiteX1074" fmla="*/ 506938 w 591813"/>
                    <a:gd name="connsiteY1074" fmla="*/ 335365 h 621454"/>
                    <a:gd name="connsiteX1075" fmla="*/ 506555 w 591813"/>
                    <a:gd name="connsiteY1075" fmla="*/ 335724 h 621454"/>
                    <a:gd name="connsiteX1076" fmla="*/ 506150 w 591813"/>
                    <a:gd name="connsiteY1076" fmla="*/ 336084 h 621454"/>
                    <a:gd name="connsiteX1077" fmla="*/ 505768 w 591813"/>
                    <a:gd name="connsiteY1077" fmla="*/ 336444 h 621454"/>
                    <a:gd name="connsiteX1078" fmla="*/ 505363 w 591813"/>
                    <a:gd name="connsiteY1078" fmla="*/ 336826 h 621454"/>
                    <a:gd name="connsiteX1079" fmla="*/ 504958 w 591813"/>
                    <a:gd name="connsiteY1079" fmla="*/ 337186 h 621454"/>
                    <a:gd name="connsiteX1080" fmla="*/ 504576 w 591813"/>
                    <a:gd name="connsiteY1080" fmla="*/ 337546 h 621454"/>
                    <a:gd name="connsiteX1081" fmla="*/ 504171 w 591813"/>
                    <a:gd name="connsiteY1081" fmla="*/ 337928 h 621454"/>
                    <a:gd name="connsiteX1082" fmla="*/ 503789 w 591813"/>
                    <a:gd name="connsiteY1082" fmla="*/ 338288 h 621454"/>
                    <a:gd name="connsiteX1083" fmla="*/ 503384 w 591813"/>
                    <a:gd name="connsiteY1083" fmla="*/ 338671 h 621454"/>
                    <a:gd name="connsiteX1084" fmla="*/ 503002 w 591813"/>
                    <a:gd name="connsiteY1084" fmla="*/ 339053 h 621454"/>
                    <a:gd name="connsiteX1085" fmla="*/ 502597 w 591813"/>
                    <a:gd name="connsiteY1085" fmla="*/ 339435 h 621454"/>
                    <a:gd name="connsiteX1086" fmla="*/ 502214 w 591813"/>
                    <a:gd name="connsiteY1086" fmla="*/ 339795 h 621454"/>
                    <a:gd name="connsiteX1087" fmla="*/ 501810 w 591813"/>
                    <a:gd name="connsiteY1087" fmla="*/ 340177 h 621454"/>
                    <a:gd name="connsiteX1088" fmla="*/ 501405 w 591813"/>
                    <a:gd name="connsiteY1088" fmla="*/ 340560 h 621454"/>
                    <a:gd name="connsiteX1089" fmla="*/ 501022 w 591813"/>
                    <a:gd name="connsiteY1089" fmla="*/ 340942 h 621454"/>
                    <a:gd name="connsiteX1090" fmla="*/ 500618 w 591813"/>
                    <a:gd name="connsiteY1090" fmla="*/ 341324 h 621454"/>
                    <a:gd name="connsiteX1091" fmla="*/ 500236 w 591813"/>
                    <a:gd name="connsiteY1091" fmla="*/ 341707 h 621454"/>
                    <a:gd name="connsiteX1092" fmla="*/ 499831 w 591813"/>
                    <a:gd name="connsiteY1092" fmla="*/ 342089 h 621454"/>
                    <a:gd name="connsiteX1093" fmla="*/ 499448 w 591813"/>
                    <a:gd name="connsiteY1093" fmla="*/ 342471 h 621454"/>
                    <a:gd name="connsiteX1094" fmla="*/ 499044 w 591813"/>
                    <a:gd name="connsiteY1094" fmla="*/ 342854 h 621454"/>
                    <a:gd name="connsiteX1095" fmla="*/ 498662 w 591813"/>
                    <a:gd name="connsiteY1095" fmla="*/ 343236 h 621454"/>
                    <a:gd name="connsiteX1096" fmla="*/ 498256 w 591813"/>
                    <a:gd name="connsiteY1096" fmla="*/ 343618 h 621454"/>
                    <a:gd name="connsiteX1097" fmla="*/ 497852 w 591813"/>
                    <a:gd name="connsiteY1097" fmla="*/ 344001 h 621454"/>
                    <a:gd name="connsiteX1098" fmla="*/ 497469 w 591813"/>
                    <a:gd name="connsiteY1098" fmla="*/ 344405 h 621454"/>
                    <a:gd name="connsiteX1099" fmla="*/ 497064 w 591813"/>
                    <a:gd name="connsiteY1099" fmla="*/ 344788 h 621454"/>
                    <a:gd name="connsiteX1100" fmla="*/ 496682 w 591813"/>
                    <a:gd name="connsiteY1100" fmla="*/ 345193 h 621454"/>
                    <a:gd name="connsiteX1101" fmla="*/ 496277 w 591813"/>
                    <a:gd name="connsiteY1101" fmla="*/ 345575 h 621454"/>
                    <a:gd name="connsiteX1102" fmla="*/ 495895 w 591813"/>
                    <a:gd name="connsiteY1102" fmla="*/ 345957 h 621454"/>
                    <a:gd name="connsiteX1103" fmla="*/ 495490 w 591813"/>
                    <a:gd name="connsiteY1103" fmla="*/ 346362 h 621454"/>
                    <a:gd name="connsiteX1104" fmla="*/ 495108 w 591813"/>
                    <a:gd name="connsiteY1104" fmla="*/ 346744 h 621454"/>
                    <a:gd name="connsiteX1105" fmla="*/ 494703 w 591813"/>
                    <a:gd name="connsiteY1105" fmla="*/ 347149 h 621454"/>
                    <a:gd name="connsiteX1106" fmla="*/ 494298 w 591813"/>
                    <a:gd name="connsiteY1106" fmla="*/ 347531 h 621454"/>
                    <a:gd name="connsiteX1107" fmla="*/ 493916 w 591813"/>
                    <a:gd name="connsiteY1107" fmla="*/ 347936 h 621454"/>
                    <a:gd name="connsiteX1108" fmla="*/ 493511 w 591813"/>
                    <a:gd name="connsiteY1108" fmla="*/ 348341 h 621454"/>
                    <a:gd name="connsiteX1109" fmla="*/ 493129 w 591813"/>
                    <a:gd name="connsiteY1109" fmla="*/ 348723 h 621454"/>
                    <a:gd name="connsiteX1110" fmla="*/ 492724 w 591813"/>
                    <a:gd name="connsiteY1110" fmla="*/ 349128 h 621454"/>
                    <a:gd name="connsiteX1111" fmla="*/ 492342 w 591813"/>
                    <a:gd name="connsiteY1111" fmla="*/ 349533 h 621454"/>
                    <a:gd name="connsiteX1112" fmla="*/ 491937 w 591813"/>
                    <a:gd name="connsiteY1112" fmla="*/ 349938 h 621454"/>
                    <a:gd name="connsiteX1113" fmla="*/ 491532 w 591813"/>
                    <a:gd name="connsiteY1113" fmla="*/ 350343 h 621454"/>
                    <a:gd name="connsiteX1114" fmla="*/ 491150 w 591813"/>
                    <a:gd name="connsiteY1114" fmla="*/ 350748 h 621454"/>
                    <a:gd name="connsiteX1115" fmla="*/ 490745 w 591813"/>
                    <a:gd name="connsiteY1115" fmla="*/ 351175 h 621454"/>
                    <a:gd name="connsiteX1116" fmla="*/ 490362 w 591813"/>
                    <a:gd name="connsiteY1116" fmla="*/ 351580 h 621454"/>
                    <a:gd name="connsiteX1117" fmla="*/ 489958 w 591813"/>
                    <a:gd name="connsiteY1117" fmla="*/ 351984 h 621454"/>
                    <a:gd name="connsiteX1118" fmla="*/ 489576 w 591813"/>
                    <a:gd name="connsiteY1118" fmla="*/ 352389 h 621454"/>
                    <a:gd name="connsiteX1119" fmla="*/ 489170 w 591813"/>
                    <a:gd name="connsiteY1119" fmla="*/ 352794 h 621454"/>
                    <a:gd name="connsiteX1120" fmla="*/ 488788 w 591813"/>
                    <a:gd name="connsiteY1120" fmla="*/ 353199 h 621454"/>
                    <a:gd name="connsiteX1121" fmla="*/ 488384 w 591813"/>
                    <a:gd name="connsiteY1121" fmla="*/ 353626 h 621454"/>
                    <a:gd name="connsiteX1122" fmla="*/ 487979 w 591813"/>
                    <a:gd name="connsiteY1122" fmla="*/ 354031 h 621454"/>
                    <a:gd name="connsiteX1123" fmla="*/ 487596 w 591813"/>
                    <a:gd name="connsiteY1123" fmla="*/ 354436 h 621454"/>
                    <a:gd name="connsiteX1124" fmla="*/ 487192 w 591813"/>
                    <a:gd name="connsiteY1124" fmla="*/ 354863 h 621454"/>
                    <a:gd name="connsiteX1125" fmla="*/ 486809 w 591813"/>
                    <a:gd name="connsiteY1125" fmla="*/ 355268 h 621454"/>
                    <a:gd name="connsiteX1126" fmla="*/ 486404 w 591813"/>
                    <a:gd name="connsiteY1126" fmla="*/ 355673 h 621454"/>
                    <a:gd name="connsiteX1127" fmla="*/ 486022 w 591813"/>
                    <a:gd name="connsiteY1127" fmla="*/ 356078 h 621454"/>
                    <a:gd name="connsiteX1128" fmla="*/ 485617 w 591813"/>
                    <a:gd name="connsiteY1128" fmla="*/ 356482 h 621454"/>
                    <a:gd name="connsiteX1129" fmla="*/ 485235 w 591813"/>
                    <a:gd name="connsiteY1129" fmla="*/ 356887 h 621454"/>
                    <a:gd name="connsiteX1130" fmla="*/ 484830 w 591813"/>
                    <a:gd name="connsiteY1130" fmla="*/ 357292 h 621454"/>
                    <a:gd name="connsiteX1131" fmla="*/ 484425 w 591813"/>
                    <a:gd name="connsiteY1131" fmla="*/ 357697 h 621454"/>
                    <a:gd name="connsiteX1132" fmla="*/ 484043 w 591813"/>
                    <a:gd name="connsiteY1132" fmla="*/ 358102 h 621454"/>
                    <a:gd name="connsiteX1133" fmla="*/ 483638 w 591813"/>
                    <a:gd name="connsiteY1133" fmla="*/ 358506 h 621454"/>
                    <a:gd name="connsiteX1134" fmla="*/ 483256 w 591813"/>
                    <a:gd name="connsiteY1134" fmla="*/ 358911 h 621454"/>
                    <a:gd name="connsiteX1135" fmla="*/ 482851 w 591813"/>
                    <a:gd name="connsiteY1135" fmla="*/ 359316 h 621454"/>
                    <a:gd name="connsiteX1136" fmla="*/ 482469 w 591813"/>
                    <a:gd name="connsiteY1136" fmla="*/ 359721 h 621454"/>
                    <a:gd name="connsiteX1137" fmla="*/ 482064 w 591813"/>
                    <a:gd name="connsiteY1137" fmla="*/ 360126 h 621454"/>
                    <a:gd name="connsiteX1138" fmla="*/ 481682 w 591813"/>
                    <a:gd name="connsiteY1138" fmla="*/ 360530 h 621454"/>
                    <a:gd name="connsiteX1139" fmla="*/ 481277 w 591813"/>
                    <a:gd name="connsiteY1139" fmla="*/ 360935 h 621454"/>
                    <a:gd name="connsiteX1140" fmla="*/ 480872 w 591813"/>
                    <a:gd name="connsiteY1140" fmla="*/ 361340 h 621454"/>
                    <a:gd name="connsiteX1141" fmla="*/ 480490 w 591813"/>
                    <a:gd name="connsiteY1141" fmla="*/ 361745 h 621454"/>
                    <a:gd name="connsiteX1142" fmla="*/ 480085 w 591813"/>
                    <a:gd name="connsiteY1142" fmla="*/ 362150 h 621454"/>
                    <a:gd name="connsiteX1143" fmla="*/ 479702 w 591813"/>
                    <a:gd name="connsiteY1143" fmla="*/ 362555 h 621454"/>
                    <a:gd name="connsiteX1144" fmla="*/ 479298 w 591813"/>
                    <a:gd name="connsiteY1144" fmla="*/ 362959 h 621454"/>
                    <a:gd name="connsiteX1145" fmla="*/ 478916 w 591813"/>
                    <a:gd name="connsiteY1145" fmla="*/ 363364 h 621454"/>
                    <a:gd name="connsiteX1146" fmla="*/ 478510 w 591813"/>
                    <a:gd name="connsiteY1146" fmla="*/ 363769 h 621454"/>
                    <a:gd name="connsiteX1147" fmla="*/ 478128 w 591813"/>
                    <a:gd name="connsiteY1147" fmla="*/ 364174 h 621454"/>
                    <a:gd name="connsiteX1148" fmla="*/ 477724 w 591813"/>
                    <a:gd name="connsiteY1148" fmla="*/ 364579 h 621454"/>
                    <a:gd name="connsiteX1149" fmla="*/ 477319 w 591813"/>
                    <a:gd name="connsiteY1149" fmla="*/ 364983 h 621454"/>
                    <a:gd name="connsiteX1150" fmla="*/ 476936 w 591813"/>
                    <a:gd name="connsiteY1150" fmla="*/ 365388 h 621454"/>
                    <a:gd name="connsiteX1151" fmla="*/ 476532 w 591813"/>
                    <a:gd name="connsiteY1151" fmla="*/ 365793 h 621454"/>
                    <a:gd name="connsiteX1152" fmla="*/ 476149 w 591813"/>
                    <a:gd name="connsiteY1152" fmla="*/ 366198 h 621454"/>
                    <a:gd name="connsiteX1153" fmla="*/ 475744 w 591813"/>
                    <a:gd name="connsiteY1153" fmla="*/ 366603 h 621454"/>
                    <a:gd name="connsiteX1154" fmla="*/ 475362 w 591813"/>
                    <a:gd name="connsiteY1154" fmla="*/ 367007 h 621454"/>
                    <a:gd name="connsiteX1155" fmla="*/ 474957 w 591813"/>
                    <a:gd name="connsiteY1155" fmla="*/ 367412 h 621454"/>
                    <a:gd name="connsiteX1156" fmla="*/ 474552 w 591813"/>
                    <a:gd name="connsiteY1156" fmla="*/ 367817 h 621454"/>
                    <a:gd name="connsiteX1157" fmla="*/ 474170 w 591813"/>
                    <a:gd name="connsiteY1157" fmla="*/ 368222 h 621454"/>
                    <a:gd name="connsiteX1158" fmla="*/ 473765 w 591813"/>
                    <a:gd name="connsiteY1158" fmla="*/ 368627 h 621454"/>
                    <a:gd name="connsiteX1159" fmla="*/ 473383 w 591813"/>
                    <a:gd name="connsiteY1159" fmla="*/ 369054 h 621454"/>
                    <a:gd name="connsiteX1160" fmla="*/ 472978 w 591813"/>
                    <a:gd name="connsiteY1160" fmla="*/ 369459 h 621454"/>
                    <a:gd name="connsiteX1161" fmla="*/ 472596 w 591813"/>
                    <a:gd name="connsiteY1161" fmla="*/ 369864 h 621454"/>
                    <a:gd name="connsiteX1162" fmla="*/ 472191 w 591813"/>
                    <a:gd name="connsiteY1162" fmla="*/ 370268 h 621454"/>
                    <a:gd name="connsiteX1163" fmla="*/ 471809 w 591813"/>
                    <a:gd name="connsiteY1163" fmla="*/ 370673 h 621454"/>
                    <a:gd name="connsiteX1164" fmla="*/ 471404 w 591813"/>
                    <a:gd name="connsiteY1164" fmla="*/ 371078 h 621454"/>
                    <a:gd name="connsiteX1165" fmla="*/ 470999 w 591813"/>
                    <a:gd name="connsiteY1165" fmla="*/ 371505 h 621454"/>
                    <a:gd name="connsiteX1166" fmla="*/ 470617 w 591813"/>
                    <a:gd name="connsiteY1166" fmla="*/ 371910 h 621454"/>
                    <a:gd name="connsiteX1167" fmla="*/ 470212 w 591813"/>
                    <a:gd name="connsiteY1167" fmla="*/ 372315 h 621454"/>
                    <a:gd name="connsiteX1168" fmla="*/ 469830 w 591813"/>
                    <a:gd name="connsiteY1168" fmla="*/ 372742 h 621454"/>
                    <a:gd name="connsiteX1169" fmla="*/ 469425 w 591813"/>
                    <a:gd name="connsiteY1169" fmla="*/ 373147 h 621454"/>
                    <a:gd name="connsiteX1170" fmla="*/ 469042 w 591813"/>
                    <a:gd name="connsiteY1170" fmla="*/ 373552 h 621454"/>
                    <a:gd name="connsiteX1171" fmla="*/ 468638 w 591813"/>
                    <a:gd name="connsiteY1171" fmla="*/ 373979 h 621454"/>
                    <a:gd name="connsiteX1172" fmla="*/ 468256 w 591813"/>
                    <a:gd name="connsiteY1172" fmla="*/ 374407 h 621454"/>
                    <a:gd name="connsiteX1173" fmla="*/ 467850 w 591813"/>
                    <a:gd name="connsiteY1173" fmla="*/ 374811 h 621454"/>
                    <a:gd name="connsiteX1174" fmla="*/ 467446 w 591813"/>
                    <a:gd name="connsiteY1174" fmla="*/ 375239 h 621454"/>
                    <a:gd name="connsiteX1175" fmla="*/ 467064 w 591813"/>
                    <a:gd name="connsiteY1175" fmla="*/ 375643 h 621454"/>
                    <a:gd name="connsiteX1176" fmla="*/ 466659 w 591813"/>
                    <a:gd name="connsiteY1176" fmla="*/ 376071 h 621454"/>
                    <a:gd name="connsiteX1177" fmla="*/ 466276 w 591813"/>
                    <a:gd name="connsiteY1177" fmla="*/ 376498 h 621454"/>
                    <a:gd name="connsiteX1178" fmla="*/ 465872 w 591813"/>
                    <a:gd name="connsiteY1178" fmla="*/ 376903 h 621454"/>
                    <a:gd name="connsiteX1179" fmla="*/ 465489 w 591813"/>
                    <a:gd name="connsiteY1179" fmla="*/ 377330 h 621454"/>
                    <a:gd name="connsiteX1180" fmla="*/ 465084 w 591813"/>
                    <a:gd name="connsiteY1180" fmla="*/ 377757 h 621454"/>
                    <a:gd name="connsiteX1181" fmla="*/ 464702 w 591813"/>
                    <a:gd name="connsiteY1181" fmla="*/ 378185 h 621454"/>
                    <a:gd name="connsiteX1182" fmla="*/ 464297 w 591813"/>
                    <a:gd name="connsiteY1182" fmla="*/ 378590 h 621454"/>
                    <a:gd name="connsiteX1183" fmla="*/ 463892 w 591813"/>
                    <a:gd name="connsiteY1183" fmla="*/ 379017 h 621454"/>
                    <a:gd name="connsiteX1184" fmla="*/ 463510 w 591813"/>
                    <a:gd name="connsiteY1184" fmla="*/ 379444 h 621454"/>
                    <a:gd name="connsiteX1185" fmla="*/ 463105 w 591813"/>
                    <a:gd name="connsiteY1185" fmla="*/ 379872 h 621454"/>
                    <a:gd name="connsiteX1186" fmla="*/ 462723 w 591813"/>
                    <a:gd name="connsiteY1186" fmla="*/ 380299 h 621454"/>
                    <a:gd name="connsiteX1187" fmla="*/ 462318 w 591813"/>
                    <a:gd name="connsiteY1187" fmla="*/ 380726 h 621454"/>
                    <a:gd name="connsiteX1188" fmla="*/ 461936 w 591813"/>
                    <a:gd name="connsiteY1188" fmla="*/ 381176 h 621454"/>
                    <a:gd name="connsiteX1189" fmla="*/ 461531 w 591813"/>
                    <a:gd name="connsiteY1189" fmla="*/ 381603 h 621454"/>
                    <a:gd name="connsiteX1190" fmla="*/ 461126 w 591813"/>
                    <a:gd name="connsiteY1190" fmla="*/ 382030 h 621454"/>
                    <a:gd name="connsiteX1191" fmla="*/ 460744 w 591813"/>
                    <a:gd name="connsiteY1191" fmla="*/ 382480 h 621454"/>
                    <a:gd name="connsiteX1192" fmla="*/ 460339 w 591813"/>
                    <a:gd name="connsiteY1192" fmla="*/ 382908 h 621454"/>
                    <a:gd name="connsiteX1193" fmla="*/ 459956 w 591813"/>
                    <a:gd name="connsiteY1193" fmla="*/ 383335 h 621454"/>
                    <a:gd name="connsiteX1194" fmla="*/ 459552 w 591813"/>
                    <a:gd name="connsiteY1194" fmla="*/ 383785 h 621454"/>
                    <a:gd name="connsiteX1195" fmla="*/ 459170 w 591813"/>
                    <a:gd name="connsiteY1195" fmla="*/ 384212 h 621454"/>
                    <a:gd name="connsiteX1196" fmla="*/ 458765 w 591813"/>
                    <a:gd name="connsiteY1196" fmla="*/ 384662 h 621454"/>
                    <a:gd name="connsiteX1197" fmla="*/ 458382 w 591813"/>
                    <a:gd name="connsiteY1197" fmla="*/ 385089 h 621454"/>
                    <a:gd name="connsiteX1198" fmla="*/ 457978 w 591813"/>
                    <a:gd name="connsiteY1198" fmla="*/ 385539 h 621454"/>
                    <a:gd name="connsiteX1199" fmla="*/ 457573 w 591813"/>
                    <a:gd name="connsiteY1199" fmla="*/ 385989 h 621454"/>
                    <a:gd name="connsiteX1200" fmla="*/ 457190 w 591813"/>
                    <a:gd name="connsiteY1200" fmla="*/ 386439 h 621454"/>
                    <a:gd name="connsiteX1201" fmla="*/ 456786 w 591813"/>
                    <a:gd name="connsiteY1201" fmla="*/ 386866 h 621454"/>
                    <a:gd name="connsiteX1202" fmla="*/ 456403 w 591813"/>
                    <a:gd name="connsiteY1202" fmla="*/ 387316 h 621454"/>
                    <a:gd name="connsiteX1203" fmla="*/ 455998 w 591813"/>
                    <a:gd name="connsiteY1203" fmla="*/ 387765 h 621454"/>
                    <a:gd name="connsiteX1204" fmla="*/ 455616 w 591813"/>
                    <a:gd name="connsiteY1204" fmla="*/ 388215 h 621454"/>
                    <a:gd name="connsiteX1205" fmla="*/ 455211 w 591813"/>
                    <a:gd name="connsiteY1205" fmla="*/ 388665 h 621454"/>
                    <a:gd name="connsiteX1206" fmla="*/ 454829 w 591813"/>
                    <a:gd name="connsiteY1206" fmla="*/ 389115 h 621454"/>
                    <a:gd name="connsiteX1207" fmla="*/ 454424 w 591813"/>
                    <a:gd name="connsiteY1207" fmla="*/ 389565 h 621454"/>
                    <a:gd name="connsiteX1208" fmla="*/ 454019 w 591813"/>
                    <a:gd name="connsiteY1208" fmla="*/ 389992 h 621454"/>
                    <a:gd name="connsiteX1209" fmla="*/ 453637 w 591813"/>
                    <a:gd name="connsiteY1209" fmla="*/ 390442 h 621454"/>
                    <a:gd name="connsiteX1210" fmla="*/ 453232 w 591813"/>
                    <a:gd name="connsiteY1210" fmla="*/ 390891 h 621454"/>
                    <a:gd name="connsiteX1211" fmla="*/ 452850 w 591813"/>
                    <a:gd name="connsiteY1211" fmla="*/ 391319 h 621454"/>
                    <a:gd name="connsiteX1212" fmla="*/ 452445 w 591813"/>
                    <a:gd name="connsiteY1212" fmla="*/ 391769 h 621454"/>
                    <a:gd name="connsiteX1213" fmla="*/ 452063 w 591813"/>
                    <a:gd name="connsiteY1213" fmla="*/ 392218 h 621454"/>
                    <a:gd name="connsiteX1214" fmla="*/ 451658 w 591813"/>
                    <a:gd name="connsiteY1214" fmla="*/ 392668 h 621454"/>
                    <a:gd name="connsiteX1215" fmla="*/ 451276 w 591813"/>
                    <a:gd name="connsiteY1215" fmla="*/ 393095 h 621454"/>
                    <a:gd name="connsiteX1216" fmla="*/ 450871 w 591813"/>
                    <a:gd name="connsiteY1216" fmla="*/ 393545 h 621454"/>
                    <a:gd name="connsiteX1217" fmla="*/ 450466 w 591813"/>
                    <a:gd name="connsiteY1217" fmla="*/ 393995 h 621454"/>
                    <a:gd name="connsiteX1218" fmla="*/ 450084 w 591813"/>
                    <a:gd name="connsiteY1218" fmla="*/ 394445 h 621454"/>
                    <a:gd name="connsiteX1219" fmla="*/ 449679 w 591813"/>
                    <a:gd name="connsiteY1219" fmla="*/ 394895 h 621454"/>
                    <a:gd name="connsiteX1220" fmla="*/ 449296 w 591813"/>
                    <a:gd name="connsiteY1220" fmla="*/ 395322 h 621454"/>
                    <a:gd name="connsiteX1221" fmla="*/ 448892 w 591813"/>
                    <a:gd name="connsiteY1221" fmla="*/ 395772 h 621454"/>
                    <a:gd name="connsiteX1222" fmla="*/ 448510 w 591813"/>
                    <a:gd name="connsiteY1222" fmla="*/ 396221 h 621454"/>
                    <a:gd name="connsiteX1223" fmla="*/ 448105 w 591813"/>
                    <a:gd name="connsiteY1223" fmla="*/ 396671 h 621454"/>
                    <a:gd name="connsiteX1224" fmla="*/ 447722 w 591813"/>
                    <a:gd name="connsiteY1224" fmla="*/ 397121 h 621454"/>
                    <a:gd name="connsiteX1225" fmla="*/ 447318 w 591813"/>
                    <a:gd name="connsiteY1225" fmla="*/ 397593 h 621454"/>
                    <a:gd name="connsiteX1226" fmla="*/ 446913 w 591813"/>
                    <a:gd name="connsiteY1226" fmla="*/ 398043 h 621454"/>
                    <a:gd name="connsiteX1227" fmla="*/ 446530 w 591813"/>
                    <a:gd name="connsiteY1227" fmla="*/ 398493 h 621454"/>
                    <a:gd name="connsiteX1228" fmla="*/ 446126 w 591813"/>
                    <a:gd name="connsiteY1228" fmla="*/ 398943 h 621454"/>
                    <a:gd name="connsiteX1229" fmla="*/ 445743 w 591813"/>
                    <a:gd name="connsiteY1229" fmla="*/ 399392 h 621454"/>
                    <a:gd name="connsiteX1230" fmla="*/ 445338 w 591813"/>
                    <a:gd name="connsiteY1230" fmla="*/ 399865 h 621454"/>
                    <a:gd name="connsiteX1231" fmla="*/ 444956 w 591813"/>
                    <a:gd name="connsiteY1231" fmla="*/ 400315 h 621454"/>
                    <a:gd name="connsiteX1232" fmla="*/ 444551 w 591813"/>
                    <a:gd name="connsiteY1232" fmla="*/ 400764 h 621454"/>
                    <a:gd name="connsiteX1233" fmla="*/ 444147 w 591813"/>
                    <a:gd name="connsiteY1233" fmla="*/ 401237 h 621454"/>
                    <a:gd name="connsiteX1234" fmla="*/ 443764 w 591813"/>
                    <a:gd name="connsiteY1234" fmla="*/ 401686 h 621454"/>
                    <a:gd name="connsiteX1235" fmla="*/ 443359 w 591813"/>
                    <a:gd name="connsiteY1235" fmla="*/ 402159 h 621454"/>
                    <a:gd name="connsiteX1236" fmla="*/ 442977 w 591813"/>
                    <a:gd name="connsiteY1236" fmla="*/ 402608 h 621454"/>
                    <a:gd name="connsiteX1237" fmla="*/ 442572 w 591813"/>
                    <a:gd name="connsiteY1237" fmla="*/ 403058 h 621454"/>
                    <a:gd name="connsiteX1238" fmla="*/ 442190 w 591813"/>
                    <a:gd name="connsiteY1238" fmla="*/ 403531 h 621454"/>
                    <a:gd name="connsiteX1239" fmla="*/ 441785 w 591813"/>
                    <a:gd name="connsiteY1239" fmla="*/ 403980 h 621454"/>
                    <a:gd name="connsiteX1240" fmla="*/ 441403 w 591813"/>
                    <a:gd name="connsiteY1240" fmla="*/ 404453 h 621454"/>
                    <a:gd name="connsiteX1241" fmla="*/ 440998 w 591813"/>
                    <a:gd name="connsiteY1241" fmla="*/ 404902 h 621454"/>
                    <a:gd name="connsiteX1242" fmla="*/ 440593 w 591813"/>
                    <a:gd name="connsiteY1242" fmla="*/ 405375 h 621454"/>
                    <a:gd name="connsiteX1243" fmla="*/ 440211 w 591813"/>
                    <a:gd name="connsiteY1243" fmla="*/ 405847 h 621454"/>
                    <a:gd name="connsiteX1244" fmla="*/ 439806 w 591813"/>
                    <a:gd name="connsiteY1244" fmla="*/ 406319 h 621454"/>
                    <a:gd name="connsiteX1245" fmla="*/ 439424 w 591813"/>
                    <a:gd name="connsiteY1245" fmla="*/ 406769 h 621454"/>
                    <a:gd name="connsiteX1246" fmla="*/ 439019 w 591813"/>
                    <a:gd name="connsiteY1246" fmla="*/ 407241 h 621454"/>
                    <a:gd name="connsiteX1247" fmla="*/ 438636 w 591813"/>
                    <a:gd name="connsiteY1247" fmla="*/ 407714 h 621454"/>
                    <a:gd name="connsiteX1248" fmla="*/ 438232 w 591813"/>
                    <a:gd name="connsiteY1248" fmla="*/ 408186 h 621454"/>
                    <a:gd name="connsiteX1249" fmla="*/ 437850 w 591813"/>
                    <a:gd name="connsiteY1249" fmla="*/ 408658 h 621454"/>
                    <a:gd name="connsiteX1250" fmla="*/ 437444 w 591813"/>
                    <a:gd name="connsiteY1250" fmla="*/ 409130 h 621454"/>
                    <a:gd name="connsiteX1251" fmla="*/ 437040 w 591813"/>
                    <a:gd name="connsiteY1251" fmla="*/ 409625 h 621454"/>
                    <a:gd name="connsiteX1252" fmla="*/ 436658 w 591813"/>
                    <a:gd name="connsiteY1252" fmla="*/ 410098 h 621454"/>
                    <a:gd name="connsiteX1253" fmla="*/ 436253 w 591813"/>
                    <a:gd name="connsiteY1253" fmla="*/ 410570 h 621454"/>
                    <a:gd name="connsiteX1254" fmla="*/ 435870 w 591813"/>
                    <a:gd name="connsiteY1254" fmla="*/ 411042 h 621454"/>
                    <a:gd name="connsiteX1255" fmla="*/ 435466 w 591813"/>
                    <a:gd name="connsiteY1255" fmla="*/ 411537 h 621454"/>
                    <a:gd name="connsiteX1256" fmla="*/ 435083 w 591813"/>
                    <a:gd name="connsiteY1256" fmla="*/ 412009 h 621454"/>
                    <a:gd name="connsiteX1257" fmla="*/ 434678 w 591813"/>
                    <a:gd name="connsiteY1257" fmla="*/ 412504 h 621454"/>
                    <a:gd name="connsiteX1258" fmla="*/ 434296 w 591813"/>
                    <a:gd name="connsiteY1258" fmla="*/ 412976 h 621454"/>
                    <a:gd name="connsiteX1259" fmla="*/ 433891 w 591813"/>
                    <a:gd name="connsiteY1259" fmla="*/ 413471 h 621454"/>
                    <a:gd name="connsiteX1260" fmla="*/ 433487 w 591813"/>
                    <a:gd name="connsiteY1260" fmla="*/ 413943 h 621454"/>
                    <a:gd name="connsiteX1261" fmla="*/ 433104 w 591813"/>
                    <a:gd name="connsiteY1261" fmla="*/ 414438 h 621454"/>
                    <a:gd name="connsiteX1262" fmla="*/ 432699 w 591813"/>
                    <a:gd name="connsiteY1262" fmla="*/ 414933 h 621454"/>
                    <a:gd name="connsiteX1263" fmla="*/ 432317 w 591813"/>
                    <a:gd name="connsiteY1263" fmla="*/ 415428 h 621454"/>
                    <a:gd name="connsiteX1264" fmla="*/ 431912 w 591813"/>
                    <a:gd name="connsiteY1264" fmla="*/ 415900 h 621454"/>
                    <a:gd name="connsiteX1265" fmla="*/ 431530 w 591813"/>
                    <a:gd name="connsiteY1265" fmla="*/ 416395 h 621454"/>
                    <a:gd name="connsiteX1266" fmla="*/ 431125 w 591813"/>
                    <a:gd name="connsiteY1266" fmla="*/ 416889 h 621454"/>
                    <a:gd name="connsiteX1267" fmla="*/ 430720 w 591813"/>
                    <a:gd name="connsiteY1267" fmla="*/ 417384 h 621454"/>
                    <a:gd name="connsiteX1268" fmla="*/ 430338 w 591813"/>
                    <a:gd name="connsiteY1268" fmla="*/ 417879 h 621454"/>
                    <a:gd name="connsiteX1269" fmla="*/ 429933 w 591813"/>
                    <a:gd name="connsiteY1269" fmla="*/ 418374 h 621454"/>
                    <a:gd name="connsiteX1270" fmla="*/ 429551 w 591813"/>
                    <a:gd name="connsiteY1270" fmla="*/ 418868 h 621454"/>
                    <a:gd name="connsiteX1271" fmla="*/ 429146 w 591813"/>
                    <a:gd name="connsiteY1271" fmla="*/ 419363 h 621454"/>
                    <a:gd name="connsiteX1272" fmla="*/ 428764 w 591813"/>
                    <a:gd name="connsiteY1272" fmla="*/ 419858 h 621454"/>
                    <a:gd name="connsiteX1273" fmla="*/ 428359 w 591813"/>
                    <a:gd name="connsiteY1273" fmla="*/ 420353 h 621454"/>
                    <a:gd name="connsiteX1274" fmla="*/ 427976 w 591813"/>
                    <a:gd name="connsiteY1274" fmla="*/ 420848 h 621454"/>
                    <a:gd name="connsiteX1275" fmla="*/ 427572 w 591813"/>
                    <a:gd name="connsiteY1275" fmla="*/ 421342 h 621454"/>
                    <a:gd name="connsiteX1276" fmla="*/ 427167 w 591813"/>
                    <a:gd name="connsiteY1276" fmla="*/ 421837 h 621454"/>
                    <a:gd name="connsiteX1277" fmla="*/ 426784 w 591813"/>
                    <a:gd name="connsiteY1277" fmla="*/ 422332 h 621454"/>
                    <a:gd name="connsiteX1278" fmla="*/ 426380 w 591813"/>
                    <a:gd name="connsiteY1278" fmla="*/ 422827 h 621454"/>
                    <a:gd name="connsiteX1279" fmla="*/ 425998 w 591813"/>
                    <a:gd name="connsiteY1279" fmla="*/ 423321 h 621454"/>
                    <a:gd name="connsiteX1280" fmla="*/ 425593 w 591813"/>
                    <a:gd name="connsiteY1280" fmla="*/ 423816 h 621454"/>
                    <a:gd name="connsiteX1281" fmla="*/ 425210 w 591813"/>
                    <a:gd name="connsiteY1281" fmla="*/ 424311 h 621454"/>
                    <a:gd name="connsiteX1282" fmla="*/ 424806 w 591813"/>
                    <a:gd name="connsiteY1282" fmla="*/ 424806 h 621454"/>
                    <a:gd name="connsiteX1283" fmla="*/ 424423 w 591813"/>
                    <a:gd name="connsiteY1283" fmla="*/ 425300 h 621454"/>
                    <a:gd name="connsiteX1284" fmla="*/ 424018 w 591813"/>
                    <a:gd name="connsiteY1284" fmla="*/ 425818 h 621454"/>
                    <a:gd name="connsiteX1285" fmla="*/ 423613 w 591813"/>
                    <a:gd name="connsiteY1285" fmla="*/ 426312 h 621454"/>
                    <a:gd name="connsiteX1286" fmla="*/ 423231 w 591813"/>
                    <a:gd name="connsiteY1286" fmla="*/ 426807 h 621454"/>
                    <a:gd name="connsiteX1287" fmla="*/ 422826 w 591813"/>
                    <a:gd name="connsiteY1287" fmla="*/ 427302 h 621454"/>
                    <a:gd name="connsiteX1288" fmla="*/ 422444 w 591813"/>
                    <a:gd name="connsiteY1288" fmla="*/ 427819 h 621454"/>
                    <a:gd name="connsiteX1289" fmla="*/ 422039 w 591813"/>
                    <a:gd name="connsiteY1289" fmla="*/ 428314 h 621454"/>
                    <a:gd name="connsiteX1290" fmla="*/ 421657 w 591813"/>
                    <a:gd name="connsiteY1290" fmla="*/ 428809 h 621454"/>
                    <a:gd name="connsiteX1291" fmla="*/ 421252 w 591813"/>
                    <a:gd name="connsiteY1291" fmla="*/ 429326 h 621454"/>
                    <a:gd name="connsiteX1292" fmla="*/ 420870 w 591813"/>
                    <a:gd name="connsiteY1292" fmla="*/ 429821 h 621454"/>
                    <a:gd name="connsiteX1293" fmla="*/ 420465 w 591813"/>
                    <a:gd name="connsiteY1293" fmla="*/ 430338 h 621454"/>
                    <a:gd name="connsiteX1294" fmla="*/ 420060 w 591813"/>
                    <a:gd name="connsiteY1294" fmla="*/ 430833 h 621454"/>
                    <a:gd name="connsiteX1295" fmla="*/ 419678 w 591813"/>
                    <a:gd name="connsiteY1295" fmla="*/ 431350 h 621454"/>
                    <a:gd name="connsiteX1296" fmla="*/ 419273 w 591813"/>
                    <a:gd name="connsiteY1296" fmla="*/ 431845 h 621454"/>
                    <a:gd name="connsiteX1297" fmla="*/ 418890 w 591813"/>
                    <a:gd name="connsiteY1297" fmla="*/ 432362 h 621454"/>
                    <a:gd name="connsiteX1298" fmla="*/ 418486 w 591813"/>
                    <a:gd name="connsiteY1298" fmla="*/ 432857 h 621454"/>
                    <a:gd name="connsiteX1299" fmla="*/ 418104 w 591813"/>
                    <a:gd name="connsiteY1299" fmla="*/ 433374 h 621454"/>
                    <a:gd name="connsiteX1300" fmla="*/ 417699 w 591813"/>
                    <a:gd name="connsiteY1300" fmla="*/ 433869 h 621454"/>
                    <a:gd name="connsiteX1301" fmla="*/ 417316 w 591813"/>
                    <a:gd name="connsiteY1301" fmla="*/ 434364 h 621454"/>
                    <a:gd name="connsiteX1302" fmla="*/ 416912 w 591813"/>
                    <a:gd name="connsiteY1302" fmla="*/ 434881 h 621454"/>
                    <a:gd name="connsiteX1303" fmla="*/ 416507 w 591813"/>
                    <a:gd name="connsiteY1303" fmla="*/ 435376 h 621454"/>
                    <a:gd name="connsiteX1304" fmla="*/ 416124 w 591813"/>
                    <a:gd name="connsiteY1304" fmla="*/ 435893 h 621454"/>
                    <a:gd name="connsiteX1305" fmla="*/ 415720 w 591813"/>
                    <a:gd name="connsiteY1305" fmla="*/ 436388 h 621454"/>
                    <a:gd name="connsiteX1306" fmla="*/ 415337 w 591813"/>
                    <a:gd name="connsiteY1306" fmla="*/ 436905 h 621454"/>
                    <a:gd name="connsiteX1307" fmla="*/ 414933 w 591813"/>
                    <a:gd name="connsiteY1307" fmla="*/ 437400 h 621454"/>
                    <a:gd name="connsiteX1308" fmla="*/ 414550 w 591813"/>
                    <a:gd name="connsiteY1308" fmla="*/ 437917 h 621454"/>
                    <a:gd name="connsiteX1309" fmla="*/ 414145 w 591813"/>
                    <a:gd name="connsiteY1309" fmla="*/ 438412 h 621454"/>
                    <a:gd name="connsiteX1310" fmla="*/ 413741 w 591813"/>
                    <a:gd name="connsiteY1310" fmla="*/ 438907 h 621454"/>
                    <a:gd name="connsiteX1311" fmla="*/ 413358 w 591813"/>
                    <a:gd name="connsiteY1311" fmla="*/ 439424 h 621454"/>
                    <a:gd name="connsiteX1312" fmla="*/ 412953 w 591813"/>
                    <a:gd name="connsiteY1312" fmla="*/ 439919 h 621454"/>
                    <a:gd name="connsiteX1313" fmla="*/ 412571 w 591813"/>
                    <a:gd name="connsiteY1313" fmla="*/ 440436 h 621454"/>
                    <a:gd name="connsiteX1314" fmla="*/ 412166 w 591813"/>
                    <a:gd name="connsiteY1314" fmla="*/ 440931 h 621454"/>
                    <a:gd name="connsiteX1315" fmla="*/ 411784 w 591813"/>
                    <a:gd name="connsiteY1315" fmla="*/ 441448 h 621454"/>
                    <a:gd name="connsiteX1316" fmla="*/ 411379 w 591813"/>
                    <a:gd name="connsiteY1316" fmla="*/ 441943 h 621454"/>
                    <a:gd name="connsiteX1317" fmla="*/ 410997 w 591813"/>
                    <a:gd name="connsiteY1317" fmla="*/ 442438 h 621454"/>
                    <a:gd name="connsiteX1318" fmla="*/ 410592 w 591813"/>
                    <a:gd name="connsiteY1318" fmla="*/ 442955 h 621454"/>
                    <a:gd name="connsiteX1319" fmla="*/ 410187 w 591813"/>
                    <a:gd name="connsiteY1319" fmla="*/ 443450 h 621454"/>
                    <a:gd name="connsiteX1320" fmla="*/ 409805 w 591813"/>
                    <a:gd name="connsiteY1320" fmla="*/ 443967 h 621454"/>
                    <a:gd name="connsiteX1321" fmla="*/ 409400 w 591813"/>
                    <a:gd name="connsiteY1321" fmla="*/ 444462 h 621454"/>
                    <a:gd name="connsiteX1322" fmla="*/ 409018 w 591813"/>
                    <a:gd name="connsiteY1322" fmla="*/ 444979 h 621454"/>
                    <a:gd name="connsiteX1323" fmla="*/ 408613 w 591813"/>
                    <a:gd name="connsiteY1323" fmla="*/ 445474 h 621454"/>
                    <a:gd name="connsiteX1324" fmla="*/ 408230 w 591813"/>
                    <a:gd name="connsiteY1324" fmla="*/ 445991 h 621454"/>
                    <a:gd name="connsiteX1325" fmla="*/ 407826 w 591813"/>
                    <a:gd name="connsiteY1325" fmla="*/ 446486 h 621454"/>
                    <a:gd name="connsiteX1326" fmla="*/ 407444 w 591813"/>
                    <a:gd name="connsiteY1326" fmla="*/ 446980 h 621454"/>
                    <a:gd name="connsiteX1327" fmla="*/ 407039 w 591813"/>
                    <a:gd name="connsiteY1327" fmla="*/ 447498 h 621454"/>
                    <a:gd name="connsiteX1328" fmla="*/ 406634 w 591813"/>
                    <a:gd name="connsiteY1328" fmla="*/ 447992 h 621454"/>
                    <a:gd name="connsiteX1329" fmla="*/ 406252 w 591813"/>
                    <a:gd name="connsiteY1329" fmla="*/ 448510 h 621454"/>
                    <a:gd name="connsiteX1330" fmla="*/ 405847 w 591813"/>
                    <a:gd name="connsiteY1330" fmla="*/ 449004 h 621454"/>
                    <a:gd name="connsiteX1331" fmla="*/ 405464 w 591813"/>
                    <a:gd name="connsiteY1331" fmla="*/ 449499 h 621454"/>
                    <a:gd name="connsiteX1332" fmla="*/ 405060 w 591813"/>
                    <a:gd name="connsiteY1332" fmla="*/ 450017 h 621454"/>
                    <a:gd name="connsiteX1333" fmla="*/ 404677 w 591813"/>
                    <a:gd name="connsiteY1333" fmla="*/ 450511 h 621454"/>
                    <a:gd name="connsiteX1334" fmla="*/ 404295 w 591813"/>
                    <a:gd name="connsiteY1334" fmla="*/ 451006 h 621454"/>
                    <a:gd name="connsiteX1335" fmla="*/ 403913 w 591813"/>
                    <a:gd name="connsiteY1335" fmla="*/ 451478 h 621454"/>
                    <a:gd name="connsiteX1336" fmla="*/ 403485 w 591813"/>
                    <a:gd name="connsiteY1336" fmla="*/ 451996 h 621454"/>
                    <a:gd name="connsiteX1337" fmla="*/ 403103 w 591813"/>
                    <a:gd name="connsiteY1337" fmla="*/ 452490 h 621454"/>
                    <a:gd name="connsiteX1338" fmla="*/ 402721 w 591813"/>
                    <a:gd name="connsiteY1338" fmla="*/ 452985 h 621454"/>
                    <a:gd name="connsiteX1339" fmla="*/ 402316 w 591813"/>
                    <a:gd name="connsiteY1339" fmla="*/ 453480 h 621454"/>
                    <a:gd name="connsiteX1340" fmla="*/ 401934 w 591813"/>
                    <a:gd name="connsiteY1340" fmla="*/ 453975 h 621454"/>
                    <a:gd name="connsiteX1341" fmla="*/ 401529 w 591813"/>
                    <a:gd name="connsiteY1341" fmla="*/ 454469 h 621454"/>
                    <a:gd name="connsiteX1342" fmla="*/ 401146 w 591813"/>
                    <a:gd name="connsiteY1342" fmla="*/ 454964 h 621454"/>
                    <a:gd name="connsiteX1343" fmla="*/ 400742 w 591813"/>
                    <a:gd name="connsiteY1343" fmla="*/ 455459 h 621454"/>
                    <a:gd name="connsiteX1344" fmla="*/ 400359 w 591813"/>
                    <a:gd name="connsiteY1344" fmla="*/ 455954 h 621454"/>
                    <a:gd name="connsiteX1345" fmla="*/ 399954 w 591813"/>
                    <a:gd name="connsiteY1345" fmla="*/ 456449 h 621454"/>
                    <a:gd name="connsiteX1346" fmla="*/ 399550 w 591813"/>
                    <a:gd name="connsiteY1346" fmla="*/ 456943 h 621454"/>
                    <a:gd name="connsiteX1347" fmla="*/ 399168 w 591813"/>
                    <a:gd name="connsiteY1347" fmla="*/ 457438 h 621454"/>
                    <a:gd name="connsiteX1348" fmla="*/ 398762 w 591813"/>
                    <a:gd name="connsiteY1348" fmla="*/ 457933 h 621454"/>
                    <a:gd name="connsiteX1349" fmla="*/ 398380 w 591813"/>
                    <a:gd name="connsiteY1349" fmla="*/ 458428 h 621454"/>
                    <a:gd name="connsiteX1350" fmla="*/ 397976 w 591813"/>
                    <a:gd name="connsiteY1350" fmla="*/ 458922 h 621454"/>
                    <a:gd name="connsiteX1351" fmla="*/ 397593 w 591813"/>
                    <a:gd name="connsiteY1351" fmla="*/ 459417 h 621454"/>
                    <a:gd name="connsiteX1352" fmla="*/ 397188 w 591813"/>
                    <a:gd name="connsiteY1352" fmla="*/ 459912 h 621454"/>
                    <a:gd name="connsiteX1353" fmla="*/ 396784 w 591813"/>
                    <a:gd name="connsiteY1353" fmla="*/ 460384 h 621454"/>
                    <a:gd name="connsiteX1354" fmla="*/ 396401 w 591813"/>
                    <a:gd name="connsiteY1354" fmla="*/ 460879 h 621454"/>
                    <a:gd name="connsiteX1355" fmla="*/ 395996 w 591813"/>
                    <a:gd name="connsiteY1355" fmla="*/ 461374 h 621454"/>
                    <a:gd name="connsiteX1356" fmla="*/ 395614 w 591813"/>
                    <a:gd name="connsiteY1356" fmla="*/ 461869 h 621454"/>
                    <a:gd name="connsiteX1357" fmla="*/ 395209 w 591813"/>
                    <a:gd name="connsiteY1357" fmla="*/ 462363 h 621454"/>
                    <a:gd name="connsiteX1358" fmla="*/ 394827 w 591813"/>
                    <a:gd name="connsiteY1358" fmla="*/ 462858 h 621454"/>
                    <a:gd name="connsiteX1359" fmla="*/ 394422 w 591813"/>
                    <a:gd name="connsiteY1359" fmla="*/ 463353 h 621454"/>
                    <a:gd name="connsiteX1360" fmla="*/ 394040 w 591813"/>
                    <a:gd name="connsiteY1360" fmla="*/ 463848 h 621454"/>
                    <a:gd name="connsiteX1361" fmla="*/ 393635 w 591813"/>
                    <a:gd name="connsiteY1361" fmla="*/ 464342 h 621454"/>
                    <a:gd name="connsiteX1362" fmla="*/ 393230 w 591813"/>
                    <a:gd name="connsiteY1362" fmla="*/ 464860 h 621454"/>
                    <a:gd name="connsiteX1363" fmla="*/ 392848 w 591813"/>
                    <a:gd name="connsiteY1363" fmla="*/ 465354 h 621454"/>
                    <a:gd name="connsiteX1364" fmla="*/ 392443 w 591813"/>
                    <a:gd name="connsiteY1364" fmla="*/ 465849 h 621454"/>
                    <a:gd name="connsiteX1365" fmla="*/ 392061 w 591813"/>
                    <a:gd name="connsiteY1365" fmla="*/ 466344 h 621454"/>
                    <a:gd name="connsiteX1366" fmla="*/ 391656 w 591813"/>
                    <a:gd name="connsiteY1366" fmla="*/ 466861 h 621454"/>
                    <a:gd name="connsiteX1367" fmla="*/ 391274 w 591813"/>
                    <a:gd name="connsiteY1367" fmla="*/ 467356 h 621454"/>
                    <a:gd name="connsiteX1368" fmla="*/ 390869 w 591813"/>
                    <a:gd name="connsiteY1368" fmla="*/ 467851 h 621454"/>
                    <a:gd name="connsiteX1369" fmla="*/ 390486 w 591813"/>
                    <a:gd name="connsiteY1369" fmla="*/ 468368 h 621454"/>
                    <a:gd name="connsiteX1370" fmla="*/ 390082 w 591813"/>
                    <a:gd name="connsiteY1370" fmla="*/ 468863 h 621454"/>
                    <a:gd name="connsiteX1371" fmla="*/ 389677 w 591813"/>
                    <a:gd name="connsiteY1371" fmla="*/ 469358 h 621454"/>
                    <a:gd name="connsiteX1372" fmla="*/ 389294 w 591813"/>
                    <a:gd name="connsiteY1372" fmla="*/ 469852 h 621454"/>
                    <a:gd name="connsiteX1373" fmla="*/ 388890 w 591813"/>
                    <a:gd name="connsiteY1373" fmla="*/ 470370 h 621454"/>
                    <a:gd name="connsiteX1374" fmla="*/ 388508 w 591813"/>
                    <a:gd name="connsiteY1374" fmla="*/ 470864 h 621454"/>
                    <a:gd name="connsiteX1375" fmla="*/ 388102 w 591813"/>
                    <a:gd name="connsiteY1375" fmla="*/ 471359 h 621454"/>
                    <a:gd name="connsiteX1376" fmla="*/ 387720 w 591813"/>
                    <a:gd name="connsiteY1376" fmla="*/ 471831 h 621454"/>
                    <a:gd name="connsiteX1377" fmla="*/ 387316 w 591813"/>
                    <a:gd name="connsiteY1377" fmla="*/ 472326 h 621454"/>
                    <a:gd name="connsiteX1378" fmla="*/ 386933 w 591813"/>
                    <a:gd name="connsiteY1378" fmla="*/ 472821 h 621454"/>
                    <a:gd name="connsiteX1379" fmla="*/ 386528 w 591813"/>
                    <a:gd name="connsiteY1379" fmla="*/ 473316 h 621454"/>
                    <a:gd name="connsiteX1380" fmla="*/ 386124 w 591813"/>
                    <a:gd name="connsiteY1380" fmla="*/ 473788 h 621454"/>
                    <a:gd name="connsiteX1381" fmla="*/ 385741 w 591813"/>
                    <a:gd name="connsiteY1381" fmla="*/ 474283 h 621454"/>
                    <a:gd name="connsiteX1382" fmla="*/ 385336 w 591813"/>
                    <a:gd name="connsiteY1382" fmla="*/ 474755 h 621454"/>
                    <a:gd name="connsiteX1383" fmla="*/ 384954 w 591813"/>
                    <a:gd name="connsiteY1383" fmla="*/ 475250 h 621454"/>
                    <a:gd name="connsiteX1384" fmla="*/ 384549 w 591813"/>
                    <a:gd name="connsiteY1384" fmla="*/ 475722 h 621454"/>
                    <a:gd name="connsiteX1385" fmla="*/ 384167 w 591813"/>
                    <a:gd name="connsiteY1385" fmla="*/ 476217 h 621454"/>
                    <a:gd name="connsiteX1386" fmla="*/ 383762 w 591813"/>
                    <a:gd name="connsiteY1386" fmla="*/ 476689 h 621454"/>
                    <a:gd name="connsiteX1387" fmla="*/ 383357 w 591813"/>
                    <a:gd name="connsiteY1387" fmla="*/ 477161 h 621454"/>
                    <a:gd name="connsiteX1388" fmla="*/ 382975 w 591813"/>
                    <a:gd name="connsiteY1388" fmla="*/ 477656 h 621454"/>
                    <a:gd name="connsiteX1389" fmla="*/ 382570 w 591813"/>
                    <a:gd name="connsiteY1389" fmla="*/ 478128 h 621454"/>
                    <a:gd name="connsiteX1390" fmla="*/ 382188 w 591813"/>
                    <a:gd name="connsiteY1390" fmla="*/ 478601 h 621454"/>
                    <a:gd name="connsiteX1391" fmla="*/ 381783 w 591813"/>
                    <a:gd name="connsiteY1391" fmla="*/ 479073 h 621454"/>
                    <a:gd name="connsiteX1392" fmla="*/ 381401 w 591813"/>
                    <a:gd name="connsiteY1392" fmla="*/ 479568 h 621454"/>
                    <a:gd name="connsiteX1393" fmla="*/ 380996 w 591813"/>
                    <a:gd name="connsiteY1393" fmla="*/ 480040 h 621454"/>
                    <a:gd name="connsiteX1394" fmla="*/ 380614 w 591813"/>
                    <a:gd name="connsiteY1394" fmla="*/ 480512 h 621454"/>
                    <a:gd name="connsiteX1395" fmla="*/ 380208 w 591813"/>
                    <a:gd name="connsiteY1395" fmla="*/ 481007 h 621454"/>
                    <a:gd name="connsiteX1396" fmla="*/ 379804 w 591813"/>
                    <a:gd name="connsiteY1396" fmla="*/ 481479 h 621454"/>
                    <a:gd name="connsiteX1397" fmla="*/ 379422 w 591813"/>
                    <a:gd name="connsiteY1397" fmla="*/ 481952 h 621454"/>
                    <a:gd name="connsiteX1398" fmla="*/ 379016 w 591813"/>
                    <a:gd name="connsiteY1398" fmla="*/ 482424 h 621454"/>
                    <a:gd name="connsiteX1399" fmla="*/ 378634 w 591813"/>
                    <a:gd name="connsiteY1399" fmla="*/ 482896 h 621454"/>
                    <a:gd name="connsiteX1400" fmla="*/ 378230 w 591813"/>
                    <a:gd name="connsiteY1400" fmla="*/ 483369 h 621454"/>
                    <a:gd name="connsiteX1401" fmla="*/ 377847 w 591813"/>
                    <a:gd name="connsiteY1401" fmla="*/ 483841 h 621454"/>
                    <a:gd name="connsiteX1402" fmla="*/ 377442 w 591813"/>
                    <a:gd name="connsiteY1402" fmla="*/ 484313 h 621454"/>
                    <a:gd name="connsiteX1403" fmla="*/ 377060 w 591813"/>
                    <a:gd name="connsiteY1403" fmla="*/ 484785 h 621454"/>
                    <a:gd name="connsiteX1404" fmla="*/ 376656 w 591813"/>
                    <a:gd name="connsiteY1404" fmla="*/ 485258 h 621454"/>
                    <a:gd name="connsiteX1405" fmla="*/ 376250 w 591813"/>
                    <a:gd name="connsiteY1405" fmla="*/ 485730 h 621454"/>
                    <a:gd name="connsiteX1406" fmla="*/ 375868 w 591813"/>
                    <a:gd name="connsiteY1406" fmla="*/ 486180 h 621454"/>
                    <a:gd name="connsiteX1407" fmla="*/ 375463 w 591813"/>
                    <a:gd name="connsiteY1407" fmla="*/ 486652 h 621454"/>
                    <a:gd name="connsiteX1408" fmla="*/ 375081 w 591813"/>
                    <a:gd name="connsiteY1408" fmla="*/ 487102 h 621454"/>
                    <a:gd name="connsiteX1409" fmla="*/ 374676 w 591813"/>
                    <a:gd name="connsiteY1409" fmla="*/ 487574 h 621454"/>
                    <a:gd name="connsiteX1410" fmla="*/ 374294 w 591813"/>
                    <a:gd name="connsiteY1410" fmla="*/ 488046 h 621454"/>
                    <a:gd name="connsiteX1411" fmla="*/ 373889 w 591813"/>
                    <a:gd name="connsiteY1411" fmla="*/ 488496 h 621454"/>
                    <a:gd name="connsiteX1412" fmla="*/ 373507 w 591813"/>
                    <a:gd name="connsiteY1412" fmla="*/ 488968 h 621454"/>
                    <a:gd name="connsiteX1413" fmla="*/ 373102 w 591813"/>
                    <a:gd name="connsiteY1413" fmla="*/ 489418 h 621454"/>
                    <a:gd name="connsiteX1414" fmla="*/ 372697 w 591813"/>
                    <a:gd name="connsiteY1414" fmla="*/ 489868 h 621454"/>
                    <a:gd name="connsiteX1415" fmla="*/ 372315 w 591813"/>
                    <a:gd name="connsiteY1415" fmla="*/ 490340 h 621454"/>
                    <a:gd name="connsiteX1416" fmla="*/ 371910 w 591813"/>
                    <a:gd name="connsiteY1416" fmla="*/ 490790 h 621454"/>
                    <a:gd name="connsiteX1417" fmla="*/ 371528 w 591813"/>
                    <a:gd name="connsiteY1417" fmla="*/ 491240 h 621454"/>
                    <a:gd name="connsiteX1418" fmla="*/ 371123 w 591813"/>
                    <a:gd name="connsiteY1418" fmla="*/ 491690 h 621454"/>
                    <a:gd name="connsiteX1419" fmla="*/ 370740 w 591813"/>
                    <a:gd name="connsiteY1419" fmla="*/ 492140 h 621454"/>
                    <a:gd name="connsiteX1420" fmla="*/ 370336 w 591813"/>
                    <a:gd name="connsiteY1420" fmla="*/ 492589 h 621454"/>
                    <a:gd name="connsiteX1421" fmla="*/ 369954 w 591813"/>
                    <a:gd name="connsiteY1421" fmla="*/ 493039 h 621454"/>
                    <a:gd name="connsiteX1422" fmla="*/ 369548 w 591813"/>
                    <a:gd name="connsiteY1422" fmla="*/ 493466 h 621454"/>
                    <a:gd name="connsiteX1423" fmla="*/ 369144 w 591813"/>
                    <a:gd name="connsiteY1423" fmla="*/ 493916 h 621454"/>
                    <a:gd name="connsiteX1424" fmla="*/ 368762 w 591813"/>
                    <a:gd name="connsiteY1424" fmla="*/ 494366 h 621454"/>
                    <a:gd name="connsiteX1425" fmla="*/ 368356 w 591813"/>
                    <a:gd name="connsiteY1425" fmla="*/ 494816 h 621454"/>
                    <a:gd name="connsiteX1426" fmla="*/ 367974 w 591813"/>
                    <a:gd name="connsiteY1426" fmla="*/ 495243 h 621454"/>
                    <a:gd name="connsiteX1427" fmla="*/ 367570 w 591813"/>
                    <a:gd name="connsiteY1427" fmla="*/ 495693 h 621454"/>
                    <a:gd name="connsiteX1428" fmla="*/ 367187 w 591813"/>
                    <a:gd name="connsiteY1428" fmla="*/ 496120 h 621454"/>
                    <a:gd name="connsiteX1429" fmla="*/ 366782 w 591813"/>
                    <a:gd name="connsiteY1429" fmla="*/ 496570 h 621454"/>
                    <a:gd name="connsiteX1430" fmla="*/ 366378 w 591813"/>
                    <a:gd name="connsiteY1430" fmla="*/ 496997 h 621454"/>
                    <a:gd name="connsiteX1431" fmla="*/ 365995 w 591813"/>
                    <a:gd name="connsiteY1431" fmla="*/ 497447 h 621454"/>
                    <a:gd name="connsiteX1432" fmla="*/ 365590 w 591813"/>
                    <a:gd name="connsiteY1432" fmla="*/ 497874 h 621454"/>
                    <a:gd name="connsiteX1433" fmla="*/ 365208 w 591813"/>
                    <a:gd name="connsiteY1433" fmla="*/ 498302 h 621454"/>
                    <a:gd name="connsiteX1434" fmla="*/ 364803 w 591813"/>
                    <a:gd name="connsiteY1434" fmla="*/ 498751 h 621454"/>
                    <a:gd name="connsiteX1435" fmla="*/ 364421 w 591813"/>
                    <a:gd name="connsiteY1435" fmla="*/ 499179 h 621454"/>
                    <a:gd name="connsiteX1436" fmla="*/ 364016 w 591813"/>
                    <a:gd name="connsiteY1436" fmla="*/ 499606 h 621454"/>
                    <a:gd name="connsiteX1437" fmla="*/ 363634 w 591813"/>
                    <a:gd name="connsiteY1437" fmla="*/ 500011 h 621454"/>
                    <a:gd name="connsiteX1438" fmla="*/ 363229 w 591813"/>
                    <a:gd name="connsiteY1438" fmla="*/ 500438 h 621454"/>
                    <a:gd name="connsiteX1439" fmla="*/ 362824 w 591813"/>
                    <a:gd name="connsiteY1439" fmla="*/ 500865 h 621454"/>
                    <a:gd name="connsiteX1440" fmla="*/ 362442 w 591813"/>
                    <a:gd name="connsiteY1440" fmla="*/ 501270 h 621454"/>
                    <a:gd name="connsiteX1441" fmla="*/ 362037 w 591813"/>
                    <a:gd name="connsiteY1441" fmla="*/ 501698 h 621454"/>
                    <a:gd name="connsiteX1442" fmla="*/ 361655 w 591813"/>
                    <a:gd name="connsiteY1442" fmla="*/ 502102 h 621454"/>
                    <a:gd name="connsiteX1443" fmla="*/ 361250 w 591813"/>
                    <a:gd name="connsiteY1443" fmla="*/ 502507 h 621454"/>
                    <a:gd name="connsiteX1444" fmla="*/ 360868 w 591813"/>
                    <a:gd name="connsiteY1444" fmla="*/ 502912 h 621454"/>
                    <a:gd name="connsiteX1445" fmla="*/ 360463 w 591813"/>
                    <a:gd name="connsiteY1445" fmla="*/ 503317 h 621454"/>
                    <a:gd name="connsiteX1446" fmla="*/ 360080 w 591813"/>
                    <a:gd name="connsiteY1446" fmla="*/ 503722 h 621454"/>
                    <a:gd name="connsiteX1447" fmla="*/ 359676 w 591813"/>
                    <a:gd name="connsiteY1447" fmla="*/ 504104 h 621454"/>
                    <a:gd name="connsiteX1448" fmla="*/ 359271 w 591813"/>
                    <a:gd name="connsiteY1448" fmla="*/ 504509 h 621454"/>
                    <a:gd name="connsiteX1449" fmla="*/ 358888 w 591813"/>
                    <a:gd name="connsiteY1449" fmla="*/ 504891 h 621454"/>
                    <a:gd name="connsiteX1450" fmla="*/ 358484 w 591813"/>
                    <a:gd name="connsiteY1450" fmla="*/ 505273 h 621454"/>
                    <a:gd name="connsiteX1451" fmla="*/ 358102 w 591813"/>
                    <a:gd name="connsiteY1451" fmla="*/ 505656 h 621454"/>
                    <a:gd name="connsiteX1452" fmla="*/ 357696 w 591813"/>
                    <a:gd name="connsiteY1452" fmla="*/ 506038 h 621454"/>
                    <a:gd name="connsiteX1453" fmla="*/ 357314 w 591813"/>
                    <a:gd name="connsiteY1453" fmla="*/ 506398 h 621454"/>
                    <a:gd name="connsiteX1454" fmla="*/ 356910 w 591813"/>
                    <a:gd name="connsiteY1454" fmla="*/ 506780 h 621454"/>
                    <a:gd name="connsiteX1455" fmla="*/ 356527 w 591813"/>
                    <a:gd name="connsiteY1455" fmla="*/ 507140 h 621454"/>
                    <a:gd name="connsiteX1456" fmla="*/ 356122 w 591813"/>
                    <a:gd name="connsiteY1456" fmla="*/ 507500 h 621454"/>
                    <a:gd name="connsiteX1457" fmla="*/ 355718 w 591813"/>
                    <a:gd name="connsiteY1457" fmla="*/ 507860 h 621454"/>
                    <a:gd name="connsiteX1458" fmla="*/ 355335 w 591813"/>
                    <a:gd name="connsiteY1458" fmla="*/ 508220 h 621454"/>
                    <a:gd name="connsiteX1459" fmla="*/ 354930 w 591813"/>
                    <a:gd name="connsiteY1459" fmla="*/ 508579 h 621454"/>
                    <a:gd name="connsiteX1460" fmla="*/ 354548 w 591813"/>
                    <a:gd name="connsiteY1460" fmla="*/ 508939 h 621454"/>
                    <a:gd name="connsiteX1461" fmla="*/ 354143 w 591813"/>
                    <a:gd name="connsiteY1461" fmla="*/ 509299 h 621454"/>
                    <a:gd name="connsiteX1462" fmla="*/ 353761 w 591813"/>
                    <a:gd name="connsiteY1462" fmla="*/ 509659 h 621454"/>
                    <a:gd name="connsiteX1463" fmla="*/ 353356 w 591813"/>
                    <a:gd name="connsiteY1463" fmla="*/ 509996 h 621454"/>
                    <a:gd name="connsiteX1464" fmla="*/ 352951 w 591813"/>
                    <a:gd name="connsiteY1464" fmla="*/ 510356 h 621454"/>
                    <a:gd name="connsiteX1465" fmla="*/ 352569 w 591813"/>
                    <a:gd name="connsiteY1465" fmla="*/ 510693 h 621454"/>
                    <a:gd name="connsiteX1466" fmla="*/ 352164 w 591813"/>
                    <a:gd name="connsiteY1466" fmla="*/ 511053 h 621454"/>
                    <a:gd name="connsiteX1467" fmla="*/ 351782 w 591813"/>
                    <a:gd name="connsiteY1467" fmla="*/ 511391 h 621454"/>
                    <a:gd name="connsiteX1468" fmla="*/ 351377 w 591813"/>
                    <a:gd name="connsiteY1468" fmla="*/ 511750 h 621454"/>
                    <a:gd name="connsiteX1469" fmla="*/ 350995 w 591813"/>
                    <a:gd name="connsiteY1469" fmla="*/ 512088 h 621454"/>
                    <a:gd name="connsiteX1470" fmla="*/ 350590 w 591813"/>
                    <a:gd name="connsiteY1470" fmla="*/ 512448 h 621454"/>
                    <a:gd name="connsiteX1471" fmla="*/ 350208 w 591813"/>
                    <a:gd name="connsiteY1471" fmla="*/ 512785 h 621454"/>
                    <a:gd name="connsiteX1472" fmla="*/ 349803 w 591813"/>
                    <a:gd name="connsiteY1472" fmla="*/ 513145 h 621454"/>
                    <a:gd name="connsiteX1473" fmla="*/ 349398 w 591813"/>
                    <a:gd name="connsiteY1473" fmla="*/ 513482 h 621454"/>
                    <a:gd name="connsiteX1474" fmla="*/ 349016 w 591813"/>
                    <a:gd name="connsiteY1474" fmla="*/ 513842 h 621454"/>
                    <a:gd name="connsiteX1475" fmla="*/ 348611 w 591813"/>
                    <a:gd name="connsiteY1475" fmla="*/ 514179 h 621454"/>
                    <a:gd name="connsiteX1476" fmla="*/ 348228 w 591813"/>
                    <a:gd name="connsiteY1476" fmla="*/ 514539 h 621454"/>
                    <a:gd name="connsiteX1477" fmla="*/ 347824 w 591813"/>
                    <a:gd name="connsiteY1477" fmla="*/ 514876 h 621454"/>
                    <a:gd name="connsiteX1478" fmla="*/ 347442 w 591813"/>
                    <a:gd name="connsiteY1478" fmla="*/ 515236 h 621454"/>
                    <a:gd name="connsiteX1479" fmla="*/ 347036 w 591813"/>
                    <a:gd name="connsiteY1479" fmla="*/ 515574 h 621454"/>
                    <a:gd name="connsiteX1480" fmla="*/ 346654 w 591813"/>
                    <a:gd name="connsiteY1480" fmla="*/ 515933 h 621454"/>
                    <a:gd name="connsiteX1481" fmla="*/ 346250 w 591813"/>
                    <a:gd name="connsiteY1481" fmla="*/ 516271 h 621454"/>
                    <a:gd name="connsiteX1482" fmla="*/ 345844 w 591813"/>
                    <a:gd name="connsiteY1482" fmla="*/ 516631 h 621454"/>
                    <a:gd name="connsiteX1483" fmla="*/ 345462 w 591813"/>
                    <a:gd name="connsiteY1483" fmla="*/ 516968 h 621454"/>
                    <a:gd name="connsiteX1484" fmla="*/ 345058 w 591813"/>
                    <a:gd name="connsiteY1484" fmla="*/ 517328 h 621454"/>
                    <a:gd name="connsiteX1485" fmla="*/ 344675 w 591813"/>
                    <a:gd name="connsiteY1485" fmla="*/ 517665 h 621454"/>
                    <a:gd name="connsiteX1486" fmla="*/ 344270 w 591813"/>
                    <a:gd name="connsiteY1486" fmla="*/ 518003 h 621454"/>
                    <a:gd name="connsiteX1487" fmla="*/ 343888 w 591813"/>
                    <a:gd name="connsiteY1487" fmla="*/ 518362 h 621454"/>
                    <a:gd name="connsiteX1488" fmla="*/ 343483 w 591813"/>
                    <a:gd name="connsiteY1488" fmla="*/ 518700 h 621454"/>
                    <a:gd name="connsiteX1489" fmla="*/ 343101 w 591813"/>
                    <a:gd name="connsiteY1489" fmla="*/ 519037 h 621454"/>
                    <a:gd name="connsiteX1490" fmla="*/ 342696 w 591813"/>
                    <a:gd name="connsiteY1490" fmla="*/ 519374 h 621454"/>
                    <a:gd name="connsiteX1491" fmla="*/ 342291 w 591813"/>
                    <a:gd name="connsiteY1491" fmla="*/ 519734 h 621454"/>
                    <a:gd name="connsiteX1492" fmla="*/ 341909 w 591813"/>
                    <a:gd name="connsiteY1492" fmla="*/ 520072 h 621454"/>
                    <a:gd name="connsiteX1493" fmla="*/ 341504 w 591813"/>
                    <a:gd name="connsiteY1493" fmla="*/ 520409 h 621454"/>
                    <a:gd name="connsiteX1494" fmla="*/ 341122 w 591813"/>
                    <a:gd name="connsiteY1494" fmla="*/ 520769 h 621454"/>
                    <a:gd name="connsiteX1495" fmla="*/ 340717 w 591813"/>
                    <a:gd name="connsiteY1495" fmla="*/ 521106 h 621454"/>
                    <a:gd name="connsiteX1496" fmla="*/ 340335 w 591813"/>
                    <a:gd name="connsiteY1496" fmla="*/ 521443 h 621454"/>
                    <a:gd name="connsiteX1497" fmla="*/ 339930 w 591813"/>
                    <a:gd name="connsiteY1497" fmla="*/ 521803 h 621454"/>
                    <a:gd name="connsiteX1498" fmla="*/ 339548 w 591813"/>
                    <a:gd name="connsiteY1498" fmla="*/ 522141 h 621454"/>
                    <a:gd name="connsiteX1499" fmla="*/ 339142 w 591813"/>
                    <a:gd name="connsiteY1499" fmla="*/ 522500 h 621454"/>
                    <a:gd name="connsiteX1500" fmla="*/ 338738 w 591813"/>
                    <a:gd name="connsiteY1500" fmla="*/ 522838 h 621454"/>
                    <a:gd name="connsiteX1501" fmla="*/ 338356 w 591813"/>
                    <a:gd name="connsiteY1501" fmla="*/ 523198 h 621454"/>
                    <a:gd name="connsiteX1502" fmla="*/ 337950 w 591813"/>
                    <a:gd name="connsiteY1502" fmla="*/ 523535 h 621454"/>
                    <a:gd name="connsiteX1503" fmla="*/ 337568 w 591813"/>
                    <a:gd name="connsiteY1503" fmla="*/ 523895 h 621454"/>
                    <a:gd name="connsiteX1504" fmla="*/ 337164 w 591813"/>
                    <a:gd name="connsiteY1504" fmla="*/ 524232 h 621454"/>
                    <a:gd name="connsiteX1505" fmla="*/ 336782 w 591813"/>
                    <a:gd name="connsiteY1505" fmla="*/ 524592 h 621454"/>
                    <a:gd name="connsiteX1506" fmla="*/ 336376 w 591813"/>
                    <a:gd name="connsiteY1506" fmla="*/ 524929 h 621454"/>
                    <a:gd name="connsiteX1507" fmla="*/ 335972 w 591813"/>
                    <a:gd name="connsiteY1507" fmla="*/ 525267 h 621454"/>
                    <a:gd name="connsiteX1508" fmla="*/ 335590 w 591813"/>
                    <a:gd name="connsiteY1508" fmla="*/ 525626 h 621454"/>
                    <a:gd name="connsiteX1509" fmla="*/ 335184 w 591813"/>
                    <a:gd name="connsiteY1509" fmla="*/ 525964 h 621454"/>
                    <a:gd name="connsiteX1510" fmla="*/ 334802 w 591813"/>
                    <a:gd name="connsiteY1510" fmla="*/ 526301 h 621454"/>
                    <a:gd name="connsiteX1511" fmla="*/ 334397 w 591813"/>
                    <a:gd name="connsiteY1511" fmla="*/ 526639 h 621454"/>
                    <a:gd name="connsiteX1512" fmla="*/ 334015 w 591813"/>
                    <a:gd name="connsiteY1512" fmla="*/ 526976 h 621454"/>
                    <a:gd name="connsiteX1513" fmla="*/ 333610 w 591813"/>
                    <a:gd name="connsiteY1513" fmla="*/ 527313 h 621454"/>
                    <a:gd name="connsiteX1514" fmla="*/ 333228 w 591813"/>
                    <a:gd name="connsiteY1514" fmla="*/ 527651 h 621454"/>
                    <a:gd name="connsiteX1515" fmla="*/ 332823 w 591813"/>
                    <a:gd name="connsiteY1515" fmla="*/ 527988 h 621454"/>
                    <a:gd name="connsiteX1516" fmla="*/ 332418 w 591813"/>
                    <a:gd name="connsiteY1516" fmla="*/ 528325 h 621454"/>
                    <a:gd name="connsiteX1517" fmla="*/ 332036 w 591813"/>
                    <a:gd name="connsiteY1517" fmla="*/ 528663 h 621454"/>
                    <a:gd name="connsiteX1518" fmla="*/ 331631 w 591813"/>
                    <a:gd name="connsiteY1518" fmla="*/ 529000 h 621454"/>
                    <a:gd name="connsiteX1519" fmla="*/ 331249 w 591813"/>
                    <a:gd name="connsiteY1519" fmla="*/ 529337 h 621454"/>
                    <a:gd name="connsiteX1520" fmla="*/ 330844 w 591813"/>
                    <a:gd name="connsiteY1520" fmla="*/ 529675 h 621454"/>
                    <a:gd name="connsiteX1521" fmla="*/ 330462 w 591813"/>
                    <a:gd name="connsiteY1521" fmla="*/ 529989 h 621454"/>
                    <a:gd name="connsiteX1522" fmla="*/ 330057 w 591813"/>
                    <a:gd name="connsiteY1522" fmla="*/ 530327 h 621454"/>
                    <a:gd name="connsiteX1523" fmla="*/ 329674 w 591813"/>
                    <a:gd name="connsiteY1523" fmla="*/ 530664 h 621454"/>
                    <a:gd name="connsiteX1524" fmla="*/ 329270 w 591813"/>
                    <a:gd name="connsiteY1524" fmla="*/ 531002 h 621454"/>
                    <a:gd name="connsiteX1525" fmla="*/ 328865 w 591813"/>
                    <a:gd name="connsiteY1525" fmla="*/ 531316 h 621454"/>
                    <a:gd name="connsiteX1526" fmla="*/ 328482 w 591813"/>
                    <a:gd name="connsiteY1526" fmla="*/ 531654 h 621454"/>
                    <a:gd name="connsiteX1527" fmla="*/ 328078 w 591813"/>
                    <a:gd name="connsiteY1527" fmla="*/ 531969 h 621454"/>
                    <a:gd name="connsiteX1528" fmla="*/ 327696 w 591813"/>
                    <a:gd name="connsiteY1528" fmla="*/ 532306 h 621454"/>
                    <a:gd name="connsiteX1529" fmla="*/ 327290 w 591813"/>
                    <a:gd name="connsiteY1529" fmla="*/ 532621 h 621454"/>
                    <a:gd name="connsiteX1530" fmla="*/ 326908 w 591813"/>
                    <a:gd name="connsiteY1530" fmla="*/ 532958 h 621454"/>
                    <a:gd name="connsiteX1531" fmla="*/ 326504 w 591813"/>
                    <a:gd name="connsiteY1531" fmla="*/ 533273 h 621454"/>
                    <a:gd name="connsiteX1532" fmla="*/ 326121 w 591813"/>
                    <a:gd name="connsiteY1532" fmla="*/ 533588 h 621454"/>
                    <a:gd name="connsiteX1533" fmla="*/ 325716 w 591813"/>
                    <a:gd name="connsiteY1533" fmla="*/ 533925 h 621454"/>
                    <a:gd name="connsiteX1534" fmla="*/ 325312 w 591813"/>
                    <a:gd name="connsiteY1534" fmla="*/ 534240 h 621454"/>
                    <a:gd name="connsiteX1535" fmla="*/ 324929 w 591813"/>
                    <a:gd name="connsiteY1535" fmla="*/ 534555 h 621454"/>
                    <a:gd name="connsiteX1536" fmla="*/ 324524 w 591813"/>
                    <a:gd name="connsiteY1536" fmla="*/ 534870 h 621454"/>
                    <a:gd name="connsiteX1537" fmla="*/ 324142 w 591813"/>
                    <a:gd name="connsiteY1537" fmla="*/ 535185 h 621454"/>
                    <a:gd name="connsiteX1538" fmla="*/ 323737 w 591813"/>
                    <a:gd name="connsiteY1538" fmla="*/ 535499 h 621454"/>
                    <a:gd name="connsiteX1539" fmla="*/ 323355 w 591813"/>
                    <a:gd name="connsiteY1539" fmla="*/ 535814 h 621454"/>
                    <a:gd name="connsiteX1540" fmla="*/ 322950 w 591813"/>
                    <a:gd name="connsiteY1540" fmla="*/ 536129 h 621454"/>
                    <a:gd name="connsiteX1541" fmla="*/ 322545 w 591813"/>
                    <a:gd name="connsiteY1541" fmla="*/ 536444 h 621454"/>
                    <a:gd name="connsiteX1542" fmla="*/ 322163 w 591813"/>
                    <a:gd name="connsiteY1542" fmla="*/ 536759 h 621454"/>
                    <a:gd name="connsiteX1543" fmla="*/ 321758 w 591813"/>
                    <a:gd name="connsiteY1543" fmla="*/ 537051 h 621454"/>
                    <a:gd name="connsiteX1544" fmla="*/ 321376 w 591813"/>
                    <a:gd name="connsiteY1544" fmla="*/ 537366 h 621454"/>
                    <a:gd name="connsiteX1545" fmla="*/ 320971 w 591813"/>
                    <a:gd name="connsiteY1545" fmla="*/ 537681 h 621454"/>
                    <a:gd name="connsiteX1546" fmla="*/ 320589 w 591813"/>
                    <a:gd name="connsiteY1546" fmla="*/ 537996 h 621454"/>
                    <a:gd name="connsiteX1547" fmla="*/ 320184 w 591813"/>
                    <a:gd name="connsiteY1547" fmla="*/ 538288 h 621454"/>
                    <a:gd name="connsiteX1548" fmla="*/ 319802 w 591813"/>
                    <a:gd name="connsiteY1548" fmla="*/ 538603 h 621454"/>
                    <a:gd name="connsiteX1549" fmla="*/ 319397 w 591813"/>
                    <a:gd name="connsiteY1549" fmla="*/ 538895 h 621454"/>
                    <a:gd name="connsiteX1550" fmla="*/ 318992 w 591813"/>
                    <a:gd name="connsiteY1550" fmla="*/ 539210 h 621454"/>
                    <a:gd name="connsiteX1551" fmla="*/ 318610 w 591813"/>
                    <a:gd name="connsiteY1551" fmla="*/ 539503 h 621454"/>
                    <a:gd name="connsiteX1552" fmla="*/ 318205 w 591813"/>
                    <a:gd name="connsiteY1552" fmla="*/ 539817 h 621454"/>
                    <a:gd name="connsiteX1553" fmla="*/ 317822 w 591813"/>
                    <a:gd name="connsiteY1553" fmla="*/ 540110 h 621454"/>
                    <a:gd name="connsiteX1554" fmla="*/ 317418 w 591813"/>
                    <a:gd name="connsiteY1554" fmla="*/ 540402 h 621454"/>
                    <a:gd name="connsiteX1555" fmla="*/ 317036 w 591813"/>
                    <a:gd name="connsiteY1555" fmla="*/ 540717 h 621454"/>
                    <a:gd name="connsiteX1556" fmla="*/ 316630 w 591813"/>
                    <a:gd name="connsiteY1556" fmla="*/ 541009 h 621454"/>
                    <a:gd name="connsiteX1557" fmla="*/ 316248 w 591813"/>
                    <a:gd name="connsiteY1557" fmla="*/ 541324 h 621454"/>
                    <a:gd name="connsiteX1558" fmla="*/ 315844 w 591813"/>
                    <a:gd name="connsiteY1558" fmla="*/ 541617 h 621454"/>
                    <a:gd name="connsiteX1559" fmla="*/ 315438 w 591813"/>
                    <a:gd name="connsiteY1559" fmla="*/ 541909 h 621454"/>
                    <a:gd name="connsiteX1560" fmla="*/ 315056 w 591813"/>
                    <a:gd name="connsiteY1560" fmla="*/ 542224 h 621454"/>
                    <a:gd name="connsiteX1561" fmla="*/ 314652 w 591813"/>
                    <a:gd name="connsiteY1561" fmla="*/ 542516 h 621454"/>
                    <a:gd name="connsiteX1562" fmla="*/ 314269 w 591813"/>
                    <a:gd name="connsiteY1562" fmla="*/ 542809 h 621454"/>
                    <a:gd name="connsiteX1563" fmla="*/ 313864 w 591813"/>
                    <a:gd name="connsiteY1563" fmla="*/ 543123 h 621454"/>
                    <a:gd name="connsiteX1564" fmla="*/ 313482 w 591813"/>
                    <a:gd name="connsiteY1564" fmla="*/ 543416 h 621454"/>
                    <a:gd name="connsiteX1565" fmla="*/ 313077 w 591813"/>
                    <a:gd name="connsiteY1565" fmla="*/ 543708 h 621454"/>
                    <a:gd name="connsiteX1566" fmla="*/ 312695 w 591813"/>
                    <a:gd name="connsiteY1566" fmla="*/ 544001 h 621454"/>
                    <a:gd name="connsiteX1567" fmla="*/ 312290 w 591813"/>
                    <a:gd name="connsiteY1567" fmla="*/ 544293 h 621454"/>
                    <a:gd name="connsiteX1568" fmla="*/ 311885 w 591813"/>
                    <a:gd name="connsiteY1568" fmla="*/ 544585 h 621454"/>
                    <a:gd name="connsiteX1569" fmla="*/ 311503 w 591813"/>
                    <a:gd name="connsiteY1569" fmla="*/ 544878 h 621454"/>
                    <a:gd name="connsiteX1570" fmla="*/ 311098 w 591813"/>
                    <a:gd name="connsiteY1570" fmla="*/ 545170 h 621454"/>
                    <a:gd name="connsiteX1571" fmla="*/ 310716 w 591813"/>
                    <a:gd name="connsiteY1571" fmla="*/ 545462 h 621454"/>
                    <a:gd name="connsiteX1572" fmla="*/ 310311 w 591813"/>
                    <a:gd name="connsiteY1572" fmla="*/ 545755 h 621454"/>
                    <a:gd name="connsiteX1573" fmla="*/ 309929 w 591813"/>
                    <a:gd name="connsiteY1573" fmla="*/ 546025 h 621454"/>
                    <a:gd name="connsiteX1574" fmla="*/ 309524 w 591813"/>
                    <a:gd name="connsiteY1574" fmla="*/ 546317 h 621454"/>
                    <a:gd name="connsiteX1575" fmla="*/ 309142 w 591813"/>
                    <a:gd name="connsiteY1575" fmla="*/ 546609 h 621454"/>
                    <a:gd name="connsiteX1576" fmla="*/ 308737 w 591813"/>
                    <a:gd name="connsiteY1576" fmla="*/ 546879 h 621454"/>
                    <a:gd name="connsiteX1577" fmla="*/ 308332 w 591813"/>
                    <a:gd name="connsiteY1577" fmla="*/ 547149 h 621454"/>
                    <a:gd name="connsiteX1578" fmla="*/ 307950 w 591813"/>
                    <a:gd name="connsiteY1578" fmla="*/ 547441 h 621454"/>
                    <a:gd name="connsiteX1579" fmla="*/ 307545 w 591813"/>
                    <a:gd name="connsiteY1579" fmla="*/ 547711 h 621454"/>
                    <a:gd name="connsiteX1580" fmla="*/ 307162 w 591813"/>
                    <a:gd name="connsiteY1580" fmla="*/ 547981 h 621454"/>
                    <a:gd name="connsiteX1581" fmla="*/ 306758 w 591813"/>
                    <a:gd name="connsiteY1581" fmla="*/ 548228 h 621454"/>
                    <a:gd name="connsiteX1582" fmla="*/ 306376 w 591813"/>
                    <a:gd name="connsiteY1582" fmla="*/ 548498 h 621454"/>
                    <a:gd name="connsiteX1583" fmla="*/ 305970 w 591813"/>
                    <a:gd name="connsiteY1583" fmla="*/ 548768 h 621454"/>
                    <a:gd name="connsiteX1584" fmla="*/ 305566 w 591813"/>
                    <a:gd name="connsiteY1584" fmla="*/ 549016 h 621454"/>
                    <a:gd name="connsiteX1585" fmla="*/ 305184 w 591813"/>
                    <a:gd name="connsiteY1585" fmla="*/ 549286 h 621454"/>
                    <a:gd name="connsiteX1586" fmla="*/ 304778 w 591813"/>
                    <a:gd name="connsiteY1586" fmla="*/ 549533 h 621454"/>
                    <a:gd name="connsiteX1587" fmla="*/ 304396 w 591813"/>
                    <a:gd name="connsiteY1587" fmla="*/ 549780 h 621454"/>
                    <a:gd name="connsiteX1588" fmla="*/ 303992 w 591813"/>
                    <a:gd name="connsiteY1588" fmla="*/ 550050 h 621454"/>
                    <a:gd name="connsiteX1589" fmla="*/ 303609 w 591813"/>
                    <a:gd name="connsiteY1589" fmla="*/ 550298 h 621454"/>
                    <a:gd name="connsiteX1590" fmla="*/ 303204 w 591813"/>
                    <a:gd name="connsiteY1590" fmla="*/ 550545 h 621454"/>
                    <a:gd name="connsiteX1591" fmla="*/ 302822 w 591813"/>
                    <a:gd name="connsiteY1591" fmla="*/ 550792 h 621454"/>
                    <a:gd name="connsiteX1592" fmla="*/ 302417 w 591813"/>
                    <a:gd name="connsiteY1592" fmla="*/ 551040 h 621454"/>
                    <a:gd name="connsiteX1593" fmla="*/ 302012 w 591813"/>
                    <a:gd name="connsiteY1593" fmla="*/ 551287 h 621454"/>
                    <a:gd name="connsiteX1594" fmla="*/ 301630 w 591813"/>
                    <a:gd name="connsiteY1594" fmla="*/ 551534 h 621454"/>
                    <a:gd name="connsiteX1595" fmla="*/ 301225 w 591813"/>
                    <a:gd name="connsiteY1595" fmla="*/ 551782 h 621454"/>
                    <a:gd name="connsiteX1596" fmla="*/ 300843 w 591813"/>
                    <a:gd name="connsiteY1596" fmla="*/ 552029 h 621454"/>
                    <a:gd name="connsiteX1597" fmla="*/ 300438 w 591813"/>
                    <a:gd name="connsiteY1597" fmla="*/ 552254 h 621454"/>
                    <a:gd name="connsiteX1598" fmla="*/ 300056 w 591813"/>
                    <a:gd name="connsiteY1598" fmla="*/ 552502 h 621454"/>
                    <a:gd name="connsiteX1599" fmla="*/ 299651 w 591813"/>
                    <a:gd name="connsiteY1599" fmla="*/ 552726 h 621454"/>
                    <a:gd name="connsiteX1600" fmla="*/ 299269 w 591813"/>
                    <a:gd name="connsiteY1600" fmla="*/ 552951 h 621454"/>
                    <a:gd name="connsiteX1601" fmla="*/ 298864 w 591813"/>
                    <a:gd name="connsiteY1601" fmla="*/ 553176 h 621454"/>
                    <a:gd name="connsiteX1602" fmla="*/ 298459 w 591813"/>
                    <a:gd name="connsiteY1602" fmla="*/ 553401 h 621454"/>
                    <a:gd name="connsiteX1603" fmla="*/ 298076 w 591813"/>
                    <a:gd name="connsiteY1603" fmla="*/ 553626 h 621454"/>
                    <a:gd name="connsiteX1604" fmla="*/ 297672 w 591813"/>
                    <a:gd name="connsiteY1604" fmla="*/ 553851 h 621454"/>
                    <a:gd name="connsiteX1605" fmla="*/ 297290 w 591813"/>
                    <a:gd name="connsiteY1605" fmla="*/ 554076 h 621454"/>
                    <a:gd name="connsiteX1606" fmla="*/ 296884 w 591813"/>
                    <a:gd name="connsiteY1606" fmla="*/ 554301 h 621454"/>
                    <a:gd name="connsiteX1607" fmla="*/ 296502 w 591813"/>
                    <a:gd name="connsiteY1607" fmla="*/ 554503 h 621454"/>
                    <a:gd name="connsiteX1608" fmla="*/ 296098 w 591813"/>
                    <a:gd name="connsiteY1608" fmla="*/ 553311 h 621454"/>
                    <a:gd name="connsiteX1609" fmla="*/ 295716 w 591813"/>
                    <a:gd name="connsiteY1609" fmla="*/ 552524 h 621454"/>
                    <a:gd name="connsiteX1610" fmla="*/ 295310 w 591813"/>
                    <a:gd name="connsiteY1610" fmla="*/ 552771 h 621454"/>
                    <a:gd name="connsiteX1611" fmla="*/ 294906 w 591813"/>
                    <a:gd name="connsiteY1611" fmla="*/ 552996 h 621454"/>
                    <a:gd name="connsiteX1612" fmla="*/ 294524 w 591813"/>
                    <a:gd name="connsiteY1612" fmla="*/ 553244 h 621454"/>
                    <a:gd name="connsiteX1613" fmla="*/ 294118 w 591813"/>
                    <a:gd name="connsiteY1613" fmla="*/ 553469 h 621454"/>
                    <a:gd name="connsiteX1614" fmla="*/ 293736 w 591813"/>
                    <a:gd name="connsiteY1614" fmla="*/ 553694 h 621454"/>
                    <a:gd name="connsiteX1615" fmla="*/ 293331 w 591813"/>
                    <a:gd name="connsiteY1615" fmla="*/ 553918 h 621454"/>
                    <a:gd name="connsiteX1616" fmla="*/ 292949 w 591813"/>
                    <a:gd name="connsiteY1616" fmla="*/ 554143 h 621454"/>
                    <a:gd name="connsiteX1617" fmla="*/ 292544 w 591813"/>
                    <a:gd name="connsiteY1617" fmla="*/ 554346 h 621454"/>
                    <a:gd name="connsiteX1618" fmla="*/ 292139 w 591813"/>
                    <a:gd name="connsiteY1618" fmla="*/ 554571 h 621454"/>
                    <a:gd name="connsiteX1619" fmla="*/ 291757 w 591813"/>
                    <a:gd name="connsiteY1619" fmla="*/ 554773 h 621454"/>
                    <a:gd name="connsiteX1620" fmla="*/ 291352 w 591813"/>
                    <a:gd name="connsiteY1620" fmla="*/ 554975 h 621454"/>
                    <a:gd name="connsiteX1621" fmla="*/ 290970 w 591813"/>
                    <a:gd name="connsiteY1621" fmla="*/ 555178 h 621454"/>
                    <a:gd name="connsiteX1622" fmla="*/ 290565 w 591813"/>
                    <a:gd name="connsiteY1622" fmla="*/ 555380 h 621454"/>
                    <a:gd name="connsiteX1623" fmla="*/ 290183 w 591813"/>
                    <a:gd name="connsiteY1623" fmla="*/ 555583 h 621454"/>
                    <a:gd name="connsiteX1624" fmla="*/ 289778 w 591813"/>
                    <a:gd name="connsiteY1624" fmla="*/ 555763 h 621454"/>
                    <a:gd name="connsiteX1625" fmla="*/ 289396 w 591813"/>
                    <a:gd name="connsiteY1625" fmla="*/ 555965 h 621454"/>
                    <a:gd name="connsiteX1626" fmla="*/ 288991 w 591813"/>
                    <a:gd name="connsiteY1626" fmla="*/ 556145 h 621454"/>
                    <a:gd name="connsiteX1627" fmla="*/ 288586 w 591813"/>
                    <a:gd name="connsiteY1627" fmla="*/ 556325 h 621454"/>
                    <a:gd name="connsiteX1628" fmla="*/ 288204 w 591813"/>
                    <a:gd name="connsiteY1628" fmla="*/ 556527 h 621454"/>
                    <a:gd name="connsiteX1629" fmla="*/ 287799 w 591813"/>
                    <a:gd name="connsiteY1629" fmla="*/ 556707 h 621454"/>
                    <a:gd name="connsiteX1630" fmla="*/ 287416 w 591813"/>
                    <a:gd name="connsiteY1630" fmla="*/ 556865 h 621454"/>
                    <a:gd name="connsiteX1631" fmla="*/ 287012 w 591813"/>
                    <a:gd name="connsiteY1631" fmla="*/ 557044 h 621454"/>
                    <a:gd name="connsiteX1632" fmla="*/ 286630 w 591813"/>
                    <a:gd name="connsiteY1632" fmla="*/ 557224 h 621454"/>
                    <a:gd name="connsiteX1633" fmla="*/ 286224 w 591813"/>
                    <a:gd name="connsiteY1633" fmla="*/ 557382 h 621454"/>
                    <a:gd name="connsiteX1634" fmla="*/ 285842 w 591813"/>
                    <a:gd name="connsiteY1634" fmla="*/ 557539 h 621454"/>
                    <a:gd name="connsiteX1635" fmla="*/ 285438 w 591813"/>
                    <a:gd name="connsiteY1635" fmla="*/ 557697 h 621454"/>
                    <a:gd name="connsiteX1636" fmla="*/ 285033 w 591813"/>
                    <a:gd name="connsiteY1636" fmla="*/ 557854 h 621454"/>
                    <a:gd name="connsiteX1637" fmla="*/ 284673 w 591813"/>
                    <a:gd name="connsiteY1637" fmla="*/ 557989 h 621454"/>
                    <a:gd name="connsiteX1638" fmla="*/ 284246 w 591813"/>
                    <a:gd name="connsiteY1638" fmla="*/ 558146 h 621454"/>
                    <a:gd name="connsiteX1639" fmla="*/ 283886 w 591813"/>
                    <a:gd name="connsiteY1639" fmla="*/ 558281 h 621454"/>
                    <a:gd name="connsiteX1640" fmla="*/ 283481 w 591813"/>
                    <a:gd name="connsiteY1640" fmla="*/ 558416 h 621454"/>
                    <a:gd name="connsiteX1641" fmla="*/ 283076 w 591813"/>
                    <a:gd name="connsiteY1641" fmla="*/ 558551 h 621454"/>
                    <a:gd name="connsiteX1642" fmla="*/ 282694 w 591813"/>
                    <a:gd name="connsiteY1642" fmla="*/ 558686 h 621454"/>
                    <a:gd name="connsiteX1643" fmla="*/ 282311 w 591813"/>
                    <a:gd name="connsiteY1643" fmla="*/ 558821 h 621454"/>
                    <a:gd name="connsiteX1644" fmla="*/ 281907 w 591813"/>
                    <a:gd name="connsiteY1644" fmla="*/ 558934 h 621454"/>
                    <a:gd name="connsiteX1645" fmla="*/ 281502 w 591813"/>
                    <a:gd name="connsiteY1645" fmla="*/ 559068 h 621454"/>
                    <a:gd name="connsiteX1646" fmla="*/ 281120 w 591813"/>
                    <a:gd name="connsiteY1646" fmla="*/ 559181 h 621454"/>
                    <a:gd name="connsiteX1647" fmla="*/ 280715 w 591813"/>
                    <a:gd name="connsiteY1647" fmla="*/ 559293 h 621454"/>
                    <a:gd name="connsiteX1648" fmla="*/ 280332 w 591813"/>
                    <a:gd name="connsiteY1648" fmla="*/ 559383 h 621454"/>
                    <a:gd name="connsiteX1649" fmla="*/ 279928 w 591813"/>
                    <a:gd name="connsiteY1649" fmla="*/ 559496 h 621454"/>
                    <a:gd name="connsiteX1650" fmla="*/ 279545 w 591813"/>
                    <a:gd name="connsiteY1650" fmla="*/ 559586 h 621454"/>
                    <a:gd name="connsiteX1651" fmla="*/ 279140 w 591813"/>
                    <a:gd name="connsiteY1651" fmla="*/ 559676 h 621454"/>
                    <a:gd name="connsiteX1652" fmla="*/ 278758 w 591813"/>
                    <a:gd name="connsiteY1652" fmla="*/ 559766 h 621454"/>
                    <a:gd name="connsiteX1653" fmla="*/ 278353 w 591813"/>
                    <a:gd name="connsiteY1653" fmla="*/ 559856 h 621454"/>
                    <a:gd name="connsiteX1654" fmla="*/ 277948 w 591813"/>
                    <a:gd name="connsiteY1654" fmla="*/ 559946 h 621454"/>
                    <a:gd name="connsiteX1655" fmla="*/ 277566 w 591813"/>
                    <a:gd name="connsiteY1655" fmla="*/ 560013 h 621454"/>
                    <a:gd name="connsiteX1656" fmla="*/ 277162 w 591813"/>
                    <a:gd name="connsiteY1656" fmla="*/ 560081 h 621454"/>
                    <a:gd name="connsiteX1657" fmla="*/ 276779 w 591813"/>
                    <a:gd name="connsiteY1657" fmla="*/ 560148 h 621454"/>
                    <a:gd name="connsiteX1658" fmla="*/ 276374 w 591813"/>
                    <a:gd name="connsiteY1658" fmla="*/ 560215 h 621454"/>
                    <a:gd name="connsiteX1659" fmla="*/ 275992 w 591813"/>
                    <a:gd name="connsiteY1659" fmla="*/ 560283 h 621454"/>
                    <a:gd name="connsiteX1660" fmla="*/ 275587 w 591813"/>
                    <a:gd name="connsiteY1660" fmla="*/ 560350 h 621454"/>
                    <a:gd name="connsiteX1661" fmla="*/ 275182 w 591813"/>
                    <a:gd name="connsiteY1661" fmla="*/ 560395 h 621454"/>
                    <a:gd name="connsiteX1662" fmla="*/ 274800 w 591813"/>
                    <a:gd name="connsiteY1662" fmla="*/ 560463 h 621454"/>
                    <a:gd name="connsiteX1663" fmla="*/ 274395 w 591813"/>
                    <a:gd name="connsiteY1663" fmla="*/ 560508 h 621454"/>
                    <a:gd name="connsiteX1664" fmla="*/ 274013 w 591813"/>
                    <a:gd name="connsiteY1664" fmla="*/ 560553 h 621454"/>
                    <a:gd name="connsiteX1665" fmla="*/ 273608 w 591813"/>
                    <a:gd name="connsiteY1665" fmla="*/ 560598 h 621454"/>
                    <a:gd name="connsiteX1666" fmla="*/ 273226 w 591813"/>
                    <a:gd name="connsiteY1666" fmla="*/ 560643 h 621454"/>
                    <a:gd name="connsiteX1667" fmla="*/ 272821 w 591813"/>
                    <a:gd name="connsiteY1667" fmla="*/ 560688 h 621454"/>
                    <a:gd name="connsiteX1668" fmla="*/ 272439 w 591813"/>
                    <a:gd name="connsiteY1668" fmla="*/ 560710 h 621454"/>
                    <a:gd name="connsiteX1669" fmla="*/ 272034 w 591813"/>
                    <a:gd name="connsiteY1669" fmla="*/ 560733 h 621454"/>
                    <a:gd name="connsiteX1670" fmla="*/ 271629 w 591813"/>
                    <a:gd name="connsiteY1670" fmla="*/ 560755 h 621454"/>
                    <a:gd name="connsiteX1671" fmla="*/ 271247 w 591813"/>
                    <a:gd name="connsiteY1671" fmla="*/ 560778 h 621454"/>
                    <a:gd name="connsiteX1672" fmla="*/ 270842 w 591813"/>
                    <a:gd name="connsiteY1672" fmla="*/ 560778 h 621454"/>
                    <a:gd name="connsiteX1673" fmla="*/ 270459 w 591813"/>
                    <a:gd name="connsiteY1673" fmla="*/ 560800 h 621454"/>
                    <a:gd name="connsiteX1674" fmla="*/ 270055 w 591813"/>
                    <a:gd name="connsiteY1674" fmla="*/ 560800 h 621454"/>
                    <a:gd name="connsiteX1675" fmla="*/ 269672 w 591813"/>
                    <a:gd name="connsiteY1675" fmla="*/ 560778 h 621454"/>
                    <a:gd name="connsiteX1676" fmla="*/ 269268 w 591813"/>
                    <a:gd name="connsiteY1676" fmla="*/ 560778 h 621454"/>
                    <a:gd name="connsiteX1677" fmla="*/ 268885 w 591813"/>
                    <a:gd name="connsiteY1677" fmla="*/ 560755 h 621454"/>
                    <a:gd name="connsiteX1678" fmla="*/ 268480 w 591813"/>
                    <a:gd name="connsiteY1678" fmla="*/ 560733 h 621454"/>
                    <a:gd name="connsiteX1679" fmla="*/ 268076 w 591813"/>
                    <a:gd name="connsiteY1679" fmla="*/ 560710 h 621454"/>
                    <a:gd name="connsiteX1680" fmla="*/ 267693 w 591813"/>
                    <a:gd name="connsiteY1680" fmla="*/ 560665 h 621454"/>
                    <a:gd name="connsiteX1681" fmla="*/ 267288 w 591813"/>
                    <a:gd name="connsiteY1681" fmla="*/ 560643 h 621454"/>
                    <a:gd name="connsiteX1682" fmla="*/ 266906 w 591813"/>
                    <a:gd name="connsiteY1682" fmla="*/ 560598 h 621454"/>
                    <a:gd name="connsiteX1683" fmla="*/ 266502 w 591813"/>
                    <a:gd name="connsiteY1683" fmla="*/ 560530 h 621454"/>
                    <a:gd name="connsiteX1684" fmla="*/ 266119 w 591813"/>
                    <a:gd name="connsiteY1684" fmla="*/ 560485 h 621454"/>
                    <a:gd name="connsiteX1685" fmla="*/ 265714 w 591813"/>
                    <a:gd name="connsiteY1685" fmla="*/ 560418 h 621454"/>
                    <a:gd name="connsiteX1686" fmla="*/ 265332 w 591813"/>
                    <a:gd name="connsiteY1686" fmla="*/ 560350 h 621454"/>
                    <a:gd name="connsiteX1687" fmla="*/ 264927 w 591813"/>
                    <a:gd name="connsiteY1687" fmla="*/ 560283 h 621454"/>
                    <a:gd name="connsiteX1688" fmla="*/ 264522 w 591813"/>
                    <a:gd name="connsiteY1688" fmla="*/ 560193 h 621454"/>
                    <a:gd name="connsiteX1689" fmla="*/ 264140 w 591813"/>
                    <a:gd name="connsiteY1689" fmla="*/ 560103 h 621454"/>
                    <a:gd name="connsiteX1690" fmla="*/ 263735 w 591813"/>
                    <a:gd name="connsiteY1690" fmla="*/ 560013 h 621454"/>
                    <a:gd name="connsiteX1691" fmla="*/ 263353 w 591813"/>
                    <a:gd name="connsiteY1691" fmla="*/ 559901 h 621454"/>
                    <a:gd name="connsiteX1692" fmla="*/ 262948 w 591813"/>
                    <a:gd name="connsiteY1692" fmla="*/ 559811 h 621454"/>
                    <a:gd name="connsiteX1693" fmla="*/ 262566 w 591813"/>
                    <a:gd name="connsiteY1693" fmla="*/ 559676 h 621454"/>
                    <a:gd name="connsiteX1694" fmla="*/ 262161 w 591813"/>
                    <a:gd name="connsiteY1694" fmla="*/ 559563 h 621454"/>
                    <a:gd name="connsiteX1695" fmla="*/ 261756 w 591813"/>
                    <a:gd name="connsiteY1695" fmla="*/ 559428 h 621454"/>
                    <a:gd name="connsiteX1696" fmla="*/ 261374 w 591813"/>
                    <a:gd name="connsiteY1696" fmla="*/ 559293 h 621454"/>
                    <a:gd name="connsiteX1697" fmla="*/ 260969 w 591813"/>
                    <a:gd name="connsiteY1697" fmla="*/ 559158 h 621454"/>
                    <a:gd name="connsiteX1698" fmla="*/ 260587 w 591813"/>
                    <a:gd name="connsiteY1698" fmla="*/ 559001 h 621454"/>
                    <a:gd name="connsiteX1699" fmla="*/ 260182 w 591813"/>
                    <a:gd name="connsiteY1699" fmla="*/ 558844 h 621454"/>
                    <a:gd name="connsiteX1700" fmla="*/ 259799 w 591813"/>
                    <a:gd name="connsiteY1700" fmla="*/ 558686 h 621454"/>
                    <a:gd name="connsiteX1701" fmla="*/ 259395 w 591813"/>
                    <a:gd name="connsiteY1701" fmla="*/ 558529 h 621454"/>
                    <a:gd name="connsiteX1702" fmla="*/ 259012 w 591813"/>
                    <a:gd name="connsiteY1702" fmla="*/ 558349 h 621454"/>
                    <a:gd name="connsiteX1703" fmla="*/ 258608 w 591813"/>
                    <a:gd name="connsiteY1703" fmla="*/ 558169 h 621454"/>
                    <a:gd name="connsiteX1704" fmla="*/ 258202 w 591813"/>
                    <a:gd name="connsiteY1704" fmla="*/ 557967 h 621454"/>
                    <a:gd name="connsiteX1705" fmla="*/ 257820 w 591813"/>
                    <a:gd name="connsiteY1705" fmla="*/ 557787 h 621454"/>
                    <a:gd name="connsiteX1706" fmla="*/ 257416 w 591813"/>
                    <a:gd name="connsiteY1706" fmla="*/ 557584 h 621454"/>
                    <a:gd name="connsiteX1707" fmla="*/ 257033 w 591813"/>
                    <a:gd name="connsiteY1707" fmla="*/ 557382 h 621454"/>
                    <a:gd name="connsiteX1708" fmla="*/ 256628 w 591813"/>
                    <a:gd name="connsiteY1708" fmla="*/ 557157 h 621454"/>
                    <a:gd name="connsiteX1709" fmla="*/ 256246 w 591813"/>
                    <a:gd name="connsiteY1709" fmla="*/ 556932 h 621454"/>
                    <a:gd name="connsiteX1710" fmla="*/ 255841 w 591813"/>
                    <a:gd name="connsiteY1710" fmla="*/ 556707 h 621454"/>
                    <a:gd name="connsiteX1711" fmla="*/ 255459 w 591813"/>
                    <a:gd name="connsiteY1711" fmla="*/ 556482 h 621454"/>
                    <a:gd name="connsiteX1712" fmla="*/ 255054 w 591813"/>
                    <a:gd name="connsiteY1712" fmla="*/ 556235 h 621454"/>
                    <a:gd name="connsiteX1713" fmla="*/ 254650 w 591813"/>
                    <a:gd name="connsiteY1713" fmla="*/ 555987 h 621454"/>
                    <a:gd name="connsiteX1714" fmla="*/ 254267 w 591813"/>
                    <a:gd name="connsiteY1714" fmla="*/ 555740 h 621454"/>
                    <a:gd name="connsiteX1715" fmla="*/ 253862 w 591813"/>
                    <a:gd name="connsiteY1715" fmla="*/ 555470 h 621454"/>
                    <a:gd name="connsiteX1716" fmla="*/ 253480 w 591813"/>
                    <a:gd name="connsiteY1716" fmla="*/ 555200 h 621454"/>
                    <a:gd name="connsiteX1717" fmla="*/ 253075 w 591813"/>
                    <a:gd name="connsiteY1717" fmla="*/ 554930 h 621454"/>
                    <a:gd name="connsiteX1718" fmla="*/ 252693 w 591813"/>
                    <a:gd name="connsiteY1718" fmla="*/ 554638 h 621454"/>
                    <a:gd name="connsiteX1719" fmla="*/ 252288 w 591813"/>
                    <a:gd name="connsiteY1719" fmla="*/ 554346 h 621454"/>
                    <a:gd name="connsiteX1720" fmla="*/ 251905 w 591813"/>
                    <a:gd name="connsiteY1720" fmla="*/ 554053 h 621454"/>
                    <a:gd name="connsiteX1721" fmla="*/ 251501 w 591813"/>
                    <a:gd name="connsiteY1721" fmla="*/ 553738 h 621454"/>
                    <a:gd name="connsiteX1722" fmla="*/ 251096 w 591813"/>
                    <a:gd name="connsiteY1722" fmla="*/ 553424 h 621454"/>
                    <a:gd name="connsiteX1723" fmla="*/ 250714 w 591813"/>
                    <a:gd name="connsiteY1723" fmla="*/ 553109 h 621454"/>
                    <a:gd name="connsiteX1724" fmla="*/ 250309 w 591813"/>
                    <a:gd name="connsiteY1724" fmla="*/ 552794 h 621454"/>
                    <a:gd name="connsiteX1725" fmla="*/ 249926 w 591813"/>
                    <a:gd name="connsiteY1725" fmla="*/ 552457 h 621454"/>
                    <a:gd name="connsiteX1726" fmla="*/ 249522 w 591813"/>
                    <a:gd name="connsiteY1726" fmla="*/ 552119 h 621454"/>
                    <a:gd name="connsiteX1727" fmla="*/ 249139 w 591813"/>
                    <a:gd name="connsiteY1727" fmla="*/ 551782 h 621454"/>
                    <a:gd name="connsiteX1728" fmla="*/ 248734 w 591813"/>
                    <a:gd name="connsiteY1728" fmla="*/ 551422 h 621454"/>
                    <a:gd name="connsiteX1729" fmla="*/ 248352 w 591813"/>
                    <a:gd name="connsiteY1729" fmla="*/ 551062 h 621454"/>
                    <a:gd name="connsiteX1730" fmla="*/ 247948 w 591813"/>
                    <a:gd name="connsiteY1730" fmla="*/ 550702 h 621454"/>
                    <a:gd name="connsiteX1731" fmla="*/ 247542 w 591813"/>
                    <a:gd name="connsiteY1731" fmla="*/ 550343 h 621454"/>
                    <a:gd name="connsiteX1732" fmla="*/ 247160 w 591813"/>
                    <a:gd name="connsiteY1732" fmla="*/ 549960 h 621454"/>
                    <a:gd name="connsiteX1733" fmla="*/ 246756 w 591813"/>
                    <a:gd name="connsiteY1733" fmla="*/ 549578 h 621454"/>
                    <a:gd name="connsiteX1734" fmla="*/ 246373 w 591813"/>
                    <a:gd name="connsiteY1734" fmla="*/ 549196 h 621454"/>
                    <a:gd name="connsiteX1735" fmla="*/ 245968 w 591813"/>
                    <a:gd name="connsiteY1735" fmla="*/ 548791 h 621454"/>
                    <a:gd name="connsiteX1736" fmla="*/ 245586 w 591813"/>
                    <a:gd name="connsiteY1736" fmla="*/ 548386 h 621454"/>
                    <a:gd name="connsiteX1737" fmla="*/ 245181 w 591813"/>
                    <a:gd name="connsiteY1737" fmla="*/ 547959 h 621454"/>
                    <a:gd name="connsiteX1738" fmla="*/ 244776 w 591813"/>
                    <a:gd name="connsiteY1738" fmla="*/ 547554 h 621454"/>
                    <a:gd name="connsiteX1739" fmla="*/ 244394 w 591813"/>
                    <a:gd name="connsiteY1739" fmla="*/ 547127 h 621454"/>
                    <a:gd name="connsiteX1740" fmla="*/ 243989 w 591813"/>
                    <a:gd name="connsiteY1740" fmla="*/ 546677 h 621454"/>
                    <a:gd name="connsiteX1741" fmla="*/ 243607 w 591813"/>
                    <a:gd name="connsiteY1741" fmla="*/ 546249 h 621454"/>
                    <a:gd name="connsiteX1742" fmla="*/ 243202 w 591813"/>
                    <a:gd name="connsiteY1742" fmla="*/ 545800 h 621454"/>
                    <a:gd name="connsiteX1743" fmla="*/ 242820 w 591813"/>
                    <a:gd name="connsiteY1743" fmla="*/ 545350 h 621454"/>
                    <a:gd name="connsiteX1744" fmla="*/ 242415 w 591813"/>
                    <a:gd name="connsiteY1744" fmla="*/ 544878 h 621454"/>
                    <a:gd name="connsiteX1745" fmla="*/ 242033 w 591813"/>
                    <a:gd name="connsiteY1745" fmla="*/ 544428 h 621454"/>
                    <a:gd name="connsiteX1746" fmla="*/ 241628 w 591813"/>
                    <a:gd name="connsiteY1746" fmla="*/ 543933 h 621454"/>
                    <a:gd name="connsiteX1747" fmla="*/ 241223 w 591813"/>
                    <a:gd name="connsiteY1747" fmla="*/ 543461 h 621454"/>
                    <a:gd name="connsiteX1748" fmla="*/ 240841 w 591813"/>
                    <a:gd name="connsiteY1748" fmla="*/ 542966 h 621454"/>
                    <a:gd name="connsiteX1749" fmla="*/ 240436 w 591813"/>
                    <a:gd name="connsiteY1749" fmla="*/ 542471 h 621454"/>
                    <a:gd name="connsiteX1750" fmla="*/ 240054 w 591813"/>
                    <a:gd name="connsiteY1750" fmla="*/ 541976 h 621454"/>
                    <a:gd name="connsiteX1751" fmla="*/ 239649 w 591813"/>
                    <a:gd name="connsiteY1751" fmla="*/ 541459 h 621454"/>
                    <a:gd name="connsiteX1752" fmla="*/ 239266 w 591813"/>
                    <a:gd name="connsiteY1752" fmla="*/ 540964 h 621454"/>
                    <a:gd name="connsiteX1753" fmla="*/ 238862 w 591813"/>
                    <a:gd name="connsiteY1753" fmla="*/ 540425 h 621454"/>
                    <a:gd name="connsiteX1754" fmla="*/ 238479 w 591813"/>
                    <a:gd name="connsiteY1754" fmla="*/ 539907 h 621454"/>
                    <a:gd name="connsiteX1755" fmla="*/ 238074 w 591813"/>
                    <a:gd name="connsiteY1755" fmla="*/ 539368 h 621454"/>
                    <a:gd name="connsiteX1756" fmla="*/ 237670 w 591813"/>
                    <a:gd name="connsiteY1756" fmla="*/ 538828 h 621454"/>
                    <a:gd name="connsiteX1757" fmla="*/ 237287 w 591813"/>
                    <a:gd name="connsiteY1757" fmla="*/ 538288 h 621454"/>
                    <a:gd name="connsiteX1758" fmla="*/ 236882 w 591813"/>
                    <a:gd name="connsiteY1758" fmla="*/ 537726 h 621454"/>
                    <a:gd name="connsiteX1759" fmla="*/ 236500 w 591813"/>
                    <a:gd name="connsiteY1759" fmla="*/ 537164 h 621454"/>
                    <a:gd name="connsiteX1760" fmla="*/ 236096 w 591813"/>
                    <a:gd name="connsiteY1760" fmla="*/ 536601 h 621454"/>
                    <a:gd name="connsiteX1761" fmla="*/ 235713 w 591813"/>
                    <a:gd name="connsiteY1761" fmla="*/ 536039 h 621454"/>
                    <a:gd name="connsiteX1762" fmla="*/ 235308 w 591813"/>
                    <a:gd name="connsiteY1762" fmla="*/ 535454 h 621454"/>
                    <a:gd name="connsiteX1763" fmla="*/ 234926 w 591813"/>
                    <a:gd name="connsiteY1763" fmla="*/ 534870 h 621454"/>
                    <a:gd name="connsiteX1764" fmla="*/ 234521 w 591813"/>
                    <a:gd name="connsiteY1764" fmla="*/ 534262 h 621454"/>
                    <a:gd name="connsiteX1765" fmla="*/ 234116 w 591813"/>
                    <a:gd name="connsiteY1765" fmla="*/ 533678 h 621454"/>
                    <a:gd name="connsiteX1766" fmla="*/ 233734 w 591813"/>
                    <a:gd name="connsiteY1766" fmla="*/ 533071 h 621454"/>
                    <a:gd name="connsiteX1767" fmla="*/ 233329 w 591813"/>
                    <a:gd name="connsiteY1767" fmla="*/ 532441 h 621454"/>
                    <a:gd name="connsiteX1768" fmla="*/ 232947 w 591813"/>
                    <a:gd name="connsiteY1768" fmla="*/ 531834 h 621454"/>
                    <a:gd name="connsiteX1769" fmla="*/ 232542 w 591813"/>
                    <a:gd name="connsiteY1769" fmla="*/ 531204 h 621454"/>
                    <a:gd name="connsiteX1770" fmla="*/ 232160 w 591813"/>
                    <a:gd name="connsiteY1770" fmla="*/ 530574 h 621454"/>
                    <a:gd name="connsiteX1771" fmla="*/ 231755 w 591813"/>
                    <a:gd name="connsiteY1771" fmla="*/ 529922 h 621454"/>
                    <a:gd name="connsiteX1772" fmla="*/ 231350 w 591813"/>
                    <a:gd name="connsiteY1772" fmla="*/ 529292 h 621454"/>
                    <a:gd name="connsiteX1773" fmla="*/ 230968 w 591813"/>
                    <a:gd name="connsiteY1773" fmla="*/ 528640 h 621454"/>
                    <a:gd name="connsiteX1774" fmla="*/ 230563 w 591813"/>
                    <a:gd name="connsiteY1774" fmla="*/ 527965 h 621454"/>
                    <a:gd name="connsiteX1775" fmla="*/ 230181 w 591813"/>
                    <a:gd name="connsiteY1775" fmla="*/ 527291 h 621454"/>
                    <a:gd name="connsiteX1776" fmla="*/ 229776 w 591813"/>
                    <a:gd name="connsiteY1776" fmla="*/ 526616 h 621454"/>
                    <a:gd name="connsiteX1777" fmla="*/ 229394 w 591813"/>
                    <a:gd name="connsiteY1777" fmla="*/ 525941 h 621454"/>
                    <a:gd name="connsiteX1778" fmla="*/ 228989 w 591813"/>
                    <a:gd name="connsiteY1778" fmla="*/ 525244 h 621454"/>
                    <a:gd name="connsiteX1779" fmla="*/ 228606 w 591813"/>
                    <a:gd name="connsiteY1779" fmla="*/ 524547 h 621454"/>
                    <a:gd name="connsiteX1780" fmla="*/ 228202 w 591813"/>
                    <a:gd name="connsiteY1780" fmla="*/ 523850 h 621454"/>
                    <a:gd name="connsiteX1781" fmla="*/ 227797 w 591813"/>
                    <a:gd name="connsiteY1781" fmla="*/ 523130 h 621454"/>
                    <a:gd name="connsiteX1782" fmla="*/ 227414 w 591813"/>
                    <a:gd name="connsiteY1782" fmla="*/ 522410 h 621454"/>
                    <a:gd name="connsiteX1783" fmla="*/ 227010 w 591813"/>
                    <a:gd name="connsiteY1783" fmla="*/ 521668 h 621454"/>
                    <a:gd name="connsiteX1784" fmla="*/ 226627 w 591813"/>
                    <a:gd name="connsiteY1784" fmla="*/ 520926 h 621454"/>
                    <a:gd name="connsiteX1785" fmla="*/ 226222 w 591813"/>
                    <a:gd name="connsiteY1785" fmla="*/ 520184 h 621454"/>
                    <a:gd name="connsiteX1786" fmla="*/ 225840 w 591813"/>
                    <a:gd name="connsiteY1786" fmla="*/ 519419 h 621454"/>
                    <a:gd name="connsiteX1787" fmla="*/ 225436 w 591813"/>
                    <a:gd name="connsiteY1787" fmla="*/ 518677 h 621454"/>
                    <a:gd name="connsiteX1788" fmla="*/ 225053 w 591813"/>
                    <a:gd name="connsiteY1788" fmla="*/ 517890 h 621454"/>
                    <a:gd name="connsiteX1789" fmla="*/ 224648 w 591813"/>
                    <a:gd name="connsiteY1789" fmla="*/ 517125 h 621454"/>
                    <a:gd name="connsiteX1790" fmla="*/ 224244 w 591813"/>
                    <a:gd name="connsiteY1790" fmla="*/ 516338 h 621454"/>
                    <a:gd name="connsiteX1791" fmla="*/ 223861 w 591813"/>
                    <a:gd name="connsiteY1791" fmla="*/ 515529 h 621454"/>
                    <a:gd name="connsiteX1792" fmla="*/ 223456 w 591813"/>
                    <a:gd name="connsiteY1792" fmla="*/ 514742 h 621454"/>
                    <a:gd name="connsiteX1793" fmla="*/ 223074 w 591813"/>
                    <a:gd name="connsiteY1793" fmla="*/ 513909 h 621454"/>
                    <a:gd name="connsiteX1794" fmla="*/ 222669 w 591813"/>
                    <a:gd name="connsiteY1794" fmla="*/ 513100 h 621454"/>
                    <a:gd name="connsiteX1795" fmla="*/ 222287 w 591813"/>
                    <a:gd name="connsiteY1795" fmla="*/ 512268 h 621454"/>
                    <a:gd name="connsiteX1796" fmla="*/ 221882 w 591813"/>
                    <a:gd name="connsiteY1796" fmla="*/ 511436 h 621454"/>
                    <a:gd name="connsiteX1797" fmla="*/ 221500 w 591813"/>
                    <a:gd name="connsiteY1797" fmla="*/ 510581 h 621454"/>
                    <a:gd name="connsiteX1798" fmla="*/ 221095 w 591813"/>
                    <a:gd name="connsiteY1798" fmla="*/ 509726 h 621454"/>
                    <a:gd name="connsiteX1799" fmla="*/ 220690 w 591813"/>
                    <a:gd name="connsiteY1799" fmla="*/ 508872 h 621454"/>
                    <a:gd name="connsiteX1800" fmla="*/ 220308 w 591813"/>
                    <a:gd name="connsiteY1800" fmla="*/ 507995 h 621454"/>
                    <a:gd name="connsiteX1801" fmla="*/ 219903 w 591813"/>
                    <a:gd name="connsiteY1801" fmla="*/ 507118 h 621454"/>
                    <a:gd name="connsiteX1802" fmla="*/ 219521 w 591813"/>
                    <a:gd name="connsiteY1802" fmla="*/ 506218 h 621454"/>
                    <a:gd name="connsiteX1803" fmla="*/ 219116 w 591813"/>
                    <a:gd name="connsiteY1803" fmla="*/ 505318 h 621454"/>
                    <a:gd name="connsiteX1804" fmla="*/ 218733 w 591813"/>
                    <a:gd name="connsiteY1804" fmla="*/ 504396 h 621454"/>
                    <a:gd name="connsiteX1805" fmla="*/ 218329 w 591813"/>
                    <a:gd name="connsiteY1805" fmla="*/ 503474 h 621454"/>
                    <a:gd name="connsiteX1806" fmla="*/ 217946 w 591813"/>
                    <a:gd name="connsiteY1806" fmla="*/ 502552 h 621454"/>
                    <a:gd name="connsiteX1807" fmla="*/ 217542 w 591813"/>
                    <a:gd name="connsiteY1807" fmla="*/ 501608 h 621454"/>
                    <a:gd name="connsiteX1808" fmla="*/ 217136 w 591813"/>
                    <a:gd name="connsiteY1808" fmla="*/ 500663 h 621454"/>
                    <a:gd name="connsiteX1809" fmla="*/ 216754 w 591813"/>
                    <a:gd name="connsiteY1809" fmla="*/ 499696 h 621454"/>
                    <a:gd name="connsiteX1810" fmla="*/ 216350 w 591813"/>
                    <a:gd name="connsiteY1810" fmla="*/ 498729 h 621454"/>
                    <a:gd name="connsiteX1811" fmla="*/ 215967 w 591813"/>
                    <a:gd name="connsiteY1811" fmla="*/ 497739 h 621454"/>
                    <a:gd name="connsiteX1812" fmla="*/ 215562 w 591813"/>
                    <a:gd name="connsiteY1812" fmla="*/ 496750 h 621454"/>
                    <a:gd name="connsiteX1813" fmla="*/ 215180 w 591813"/>
                    <a:gd name="connsiteY1813" fmla="*/ 495738 h 621454"/>
                    <a:gd name="connsiteX1814" fmla="*/ 214776 w 591813"/>
                    <a:gd name="connsiteY1814" fmla="*/ 494726 h 621454"/>
                    <a:gd name="connsiteX1815" fmla="*/ 214370 w 591813"/>
                    <a:gd name="connsiteY1815" fmla="*/ 493691 h 621454"/>
                    <a:gd name="connsiteX1816" fmla="*/ 213988 w 591813"/>
                    <a:gd name="connsiteY1816" fmla="*/ 492657 h 621454"/>
                    <a:gd name="connsiteX1817" fmla="*/ 213584 w 591813"/>
                    <a:gd name="connsiteY1817" fmla="*/ 491622 h 621454"/>
                    <a:gd name="connsiteX1818" fmla="*/ 213201 w 591813"/>
                    <a:gd name="connsiteY1818" fmla="*/ 490565 h 621454"/>
                    <a:gd name="connsiteX1819" fmla="*/ 212796 w 591813"/>
                    <a:gd name="connsiteY1819" fmla="*/ 489508 h 621454"/>
                    <a:gd name="connsiteX1820" fmla="*/ 212414 w 591813"/>
                    <a:gd name="connsiteY1820" fmla="*/ 488429 h 621454"/>
                    <a:gd name="connsiteX1821" fmla="*/ 212009 w 591813"/>
                    <a:gd name="connsiteY1821" fmla="*/ 487349 h 621454"/>
                    <a:gd name="connsiteX1822" fmla="*/ 211627 w 591813"/>
                    <a:gd name="connsiteY1822" fmla="*/ 486247 h 621454"/>
                    <a:gd name="connsiteX1823" fmla="*/ 211222 w 591813"/>
                    <a:gd name="connsiteY1823" fmla="*/ 485168 h 621454"/>
                    <a:gd name="connsiteX1824" fmla="*/ 210817 w 591813"/>
                    <a:gd name="connsiteY1824" fmla="*/ 484043 h 621454"/>
                    <a:gd name="connsiteX1825" fmla="*/ 210435 w 591813"/>
                    <a:gd name="connsiteY1825" fmla="*/ 482941 h 621454"/>
                    <a:gd name="connsiteX1826" fmla="*/ 210030 w 591813"/>
                    <a:gd name="connsiteY1826" fmla="*/ 481817 h 621454"/>
                    <a:gd name="connsiteX1827" fmla="*/ 209648 w 591813"/>
                    <a:gd name="connsiteY1827" fmla="*/ 480670 h 621454"/>
                    <a:gd name="connsiteX1828" fmla="*/ 209243 w 591813"/>
                    <a:gd name="connsiteY1828" fmla="*/ 479523 h 621454"/>
                    <a:gd name="connsiteX1829" fmla="*/ 208860 w 591813"/>
                    <a:gd name="connsiteY1829" fmla="*/ 478376 h 621454"/>
                    <a:gd name="connsiteX1830" fmla="*/ 208456 w 591813"/>
                    <a:gd name="connsiteY1830" fmla="*/ 477206 h 621454"/>
                    <a:gd name="connsiteX1831" fmla="*/ 208073 w 591813"/>
                    <a:gd name="connsiteY1831" fmla="*/ 476037 h 621454"/>
                    <a:gd name="connsiteX1832" fmla="*/ 207668 w 591813"/>
                    <a:gd name="connsiteY1832" fmla="*/ 474845 h 621454"/>
                    <a:gd name="connsiteX1833" fmla="*/ 207264 w 591813"/>
                    <a:gd name="connsiteY1833" fmla="*/ 473653 h 621454"/>
                    <a:gd name="connsiteX1834" fmla="*/ 206882 w 591813"/>
                    <a:gd name="connsiteY1834" fmla="*/ 472439 h 621454"/>
                    <a:gd name="connsiteX1835" fmla="*/ 206476 w 591813"/>
                    <a:gd name="connsiteY1835" fmla="*/ 471224 h 621454"/>
                    <a:gd name="connsiteX1836" fmla="*/ 206094 w 591813"/>
                    <a:gd name="connsiteY1836" fmla="*/ 469987 h 621454"/>
                    <a:gd name="connsiteX1837" fmla="*/ 205690 w 591813"/>
                    <a:gd name="connsiteY1837" fmla="*/ 468750 h 621454"/>
                    <a:gd name="connsiteX1838" fmla="*/ 205307 w 591813"/>
                    <a:gd name="connsiteY1838" fmla="*/ 467513 h 621454"/>
                    <a:gd name="connsiteX1839" fmla="*/ 204902 w 591813"/>
                    <a:gd name="connsiteY1839" fmla="*/ 466254 h 621454"/>
                    <a:gd name="connsiteX1840" fmla="*/ 204520 w 591813"/>
                    <a:gd name="connsiteY1840" fmla="*/ 464995 h 621454"/>
                    <a:gd name="connsiteX1841" fmla="*/ 204115 w 591813"/>
                    <a:gd name="connsiteY1841" fmla="*/ 463713 h 621454"/>
                    <a:gd name="connsiteX1842" fmla="*/ 203710 w 591813"/>
                    <a:gd name="connsiteY1842" fmla="*/ 462431 h 621454"/>
                    <a:gd name="connsiteX1843" fmla="*/ 203328 w 591813"/>
                    <a:gd name="connsiteY1843" fmla="*/ 461126 h 621454"/>
                    <a:gd name="connsiteX1844" fmla="*/ 202923 w 591813"/>
                    <a:gd name="connsiteY1844" fmla="*/ 459822 h 621454"/>
                    <a:gd name="connsiteX1845" fmla="*/ 202541 w 591813"/>
                    <a:gd name="connsiteY1845" fmla="*/ 458495 h 621454"/>
                    <a:gd name="connsiteX1846" fmla="*/ 202136 w 591813"/>
                    <a:gd name="connsiteY1846" fmla="*/ 457168 h 621454"/>
                    <a:gd name="connsiteX1847" fmla="*/ 201754 w 591813"/>
                    <a:gd name="connsiteY1847" fmla="*/ 455841 h 621454"/>
                    <a:gd name="connsiteX1848" fmla="*/ 201349 w 591813"/>
                    <a:gd name="connsiteY1848" fmla="*/ 454469 h 621454"/>
                    <a:gd name="connsiteX1849" fmla="*/ 200944 w 591813"/>
                    <a:gd name="connsiteY1849" fmla="*/ 453120 h 621454"/>
                    <a:gd name="connsiteX1850" fmla="*/ 200562 w 591813"/>
                    <a:gd name="connsiteY1850" fmla="*/ 451748 h 621454"/>
                    <a:gd name="connsiteX1851" fmla="*/ 200157 w 591813"/>
                    <a:gd name="connsiteY1851" fmla="*/ 450376 h 621454"/>
                    <a:gd name="connsiteX1852" fmla="*/ 199775 w 591813"/>
                    <a:gd name="connsiteY1852" fmla="*/ 448982 h 621454"/>
                    <a:gd name="connsiteX1853" fmla="*/ 199370 w 591813"/>
                    <a:gd name="connsiteY1853" fmla="*/ 447565 h 621454"/>
                    <a:gd name="connsiteX1854" fmla="*/ 198988 w 591813"/>
                    <a:gd name="connsiteY1854" fmla="*/ 446148 h 621454"/>
                    <a:gd name="connsiteX1855" fmla="*/ 198583 w 591813"/>
                    <a:gd name="connsiteY1855" fmla="*/ 444709 h 621454"/>
                    <a:gd name="connsiteX1856" fmla="*/ 198200 w 591813"/>
                    <a:gd name="connsiteY1856" fmla="*/ 443270 h 621454"/>
                    <a:gd name="connsiteX1857" fmla="*/ 197796 w 591813"/>
                    <a:gd name="connsiteY1857" fmla="*/ 441808 h 621454"/>
                    <a:gd name="connsiteX1858" fmla="*/ 197391 w 591813"/>
                    <a:gd name="connsiteY1858" fmla="*/ 440346 h 621454"/>
                    <a:gd name="connsiteX1859" fmla="*/ 197008 w 591813"/>
                    <a:gd name="connsiteY1859" fmla="*/ 438862 h 621454"/>
                    <a:gd name="connsiteX1860" fmla="*/ 196604 w 591813"/>
                    <a:gd name="connsiteY1860" fmla="*/ 437355 h 621454"/>
                    <a:gd name="connsiteX1861" fmla="*/ 196222 w 591813"/>
                    <a:gd name="connsiteY1861" fmla="*/ 435848 h 621454"/>
                    <a:gd name="connsiteX1862" fmla="*/ 195816 w 591813"/>
                    <a:gd name="connsiteY1862" fmla="*/ 434319 h 621454"/>
                    <a:gd name="connsiteX1863" fmla="*/ 195434 w 591813"/>
                    <a:gd name="connsiteY1863" fmla="*/ 432789 h 621454"/>
                    <a:gd name="connsiteX1864" fmla="*/ 195030 w 591813"/>
                    <a:gd name="connsiteY1864" fmla="*/ 431260 h 621454"/>
                    <a:gd name="connsiteX1865" fmla="*/ 194647 w 591813"/>
                    <a:gd name="connsiteY1865" fmla="*/ 429708 h 621454"/>
                    <a:gd name="connsiteX1866" fmla="*/ 194242 w 591813"/>
                    <a:gd name="connsiteY1866" fmla="*/ 428134 h 621454"/>
                    <a:gd name="connsiteX1867" fmla="*/ 193838 w 591813"/>
                    <a:gd name="connsiteY1867" fmla="*/ 426560 h 621454"/>
                    <a:gd name="connsiteX1868" fmla="*/ 193455 w 591813"/>
                    <a:gd name="connsiteY1868" fmla="*/ 424963 h 621454"/>
                    <a:gd name="connsiteX1869" fmla="*/ 193050 w 591813"/>
                    <a:gd name="connsiteY1869" fmla="*/ 423366 h 621454"/>
                    <a:gd name="connsiteX1870" fmla="*/ 192668 w 591813"/>
                    <a:gd name="connsiteY1870" fmla="*/ 421747 h 621454"/>
                    <a:gd name="connsiteX1871" fmla="*/ 192263 w 591813"/>
                    <a:gd name="connsiteY1871" fmla="*/ 420128 h 621454"/>
                    <a:gd name="connsiteX1872" fmla="*/ 191881 w 591813"/>
                    <a:gd name="connsiteY1872" fmla="*/ 418486 h 621454"/>
                    <a:gd name="connsiteX1873" fmla="*/ 191476 w 591813"/>
                    <a:gd name="connsiteY1873" fmla="*/ 416844 h 621454"/>
                    <a:gd name="connsiteX1874" fmla="*/ 191094 w 591813"/>
                    <a:gd name="connsiteY1874" fmla="*/ 415180 h 621454"/>
                    <a:gd name="connsiteX1875" fmla="*/ 190689 w 591813"/>
                    <a:gd name="connsiteY1875" fmla="*/ 413493 h 621454"/>
                    <a:gd name="connsiteX1876" fmla="*/ 190284 w 591813"/>
                    <a:gd name="connsiteY1876" fmla="*/ 411807 h 621454"/>
                    <a:gd name="connsiteX1877" fmla="*/ 189902 w 591813"/>
                    <a:gd name="connsiteY1877" fmla="*/ 410098 h 621454"/>
                    <a:gd name="connsiteX1878" fmla="*/ 189497 w 591813"/>
                    <a:gd name="connsiteY1878" fmla="*/ 408388 h 621454"/>
                    <a:gd name="connsiteX1879" fmla="*/ 189115 w 591813"/>
                    <a:gd name="connsiteY1879" fmla="*/ 406657 h 621454"/>
                    <a:gd name="connsiteX1880" fmla="*/ 188710 w 591813"/>
                    <a:gd name="connsiteY1880" fmla="*/ 404902 h 621454"/>
                    <a:gd name="connsiteX1881" fmla="*/ 188328 w 591813"/>
                    <a:gd name="connsiteY1881" fmla="*/ 403148 h 621454"/>
                    <a:gd name="connsiteX1882" fmla="*/ 187923 w 591813"/>
                    <a:gd name="connsiteY1882" fmla="*/ 401394 h 621454"/>
                    <a:gd name="connsiteX1883" fmla="*/ 187540 w 591813"/>
                    <a:gd name="connsiteY1883" fmla="*/ 399595 h 621454"/>
                    <a:gd name="connsiteX1884" fmla="*/ 187136 w 591813"/>
                    <a:gd name="connsiteY1884" fmla="*/ 397818 h 621454"/>
                    <a:gd name="connsiteX1885" fmla="*/ 186731 w 591813"/>
                    <a:gd name="connsiteY1885" fmla="*/ 395997 h 621454"/>
                    <a:gd name="connsiteX1886" fmla="*/ 186348 w 591813"/>
                    <a:gd name="connsiteY1886" fmla="*/ 394197 h 621454"/>
                    <a:gd name="connsiteX1887" fmla="*/ 185944 w 591813"/>
                    <a:gd name="connsiteY1887" fmla="*/ 392353 h 621454"/>
                    <a:gd name="connsiteX1888" fmla="*/ 185561 w 591813"/>
                    <a:gd name="connsiteY1888" fmla="*/ 390532 h 621454"/>
                    <a:gd name="connsiteX1889" fmla="*/ 185156 w 591813"/>
                    <a:gd name="connsiteY1889" fmla="*/ 388665 h 621454"/>
                    <a:gd name="connsiteX1890" fmla="*/ 184774 w 591813"/>
                    <a:gd name="connsiteY1890" fmla="*/ 386798 h 621454"/>
                    <a:gd name="connsiteX1891" fmla="*/ 184370 w 591813"/>
                    <a:gd name="connsiteY1891" fmla="*/ 384932 h 621454"/>
                    <a:gd name="connsiteX1892" fmla="*/ 183964 w 591813"/>
                    <a:gd name="connsiteY1892" fmla="*/ 383043 h 621454"/>
                    <a:gd name="connsiteX1893" fmla="*/ 183582 w 591813"/>
                    <a:gd name="connsiteY1893" fmla="*/ 381131 h 621454"/>
                    <a:gd name="connsiteX1894" fmla="*/ 183178 w 591813"/>
                    <a:gd name="connsiteY1894" fmla="*/ 379242 h 621454"/>
                    <a:gd name="connsiteX1895" fmla="*/ 182795 w 591813"/>
                    <a:gd name="connsiteY1895" fmla="*/ 377308 h 621454"/>
                    <a:gd name="connsiteX1896" fmla="*/ 182390 w 591813"/>
                    <a:gd name="connsiteY1896" fmla="*/ 375374 h 621454"/>
                    <a:gd name="connsiteX1897" fmla="*/ 182008 w 591813"/>
                    <a:gd name="connsiteY1897" fmla="*/ 373440 h 621454"/>
                    <a:gd name="connsiteX1898" fmla="*/ 181603 w 591813"/>
                    <a:gd name="connsiteY1898" fmla="*/ 371483 h 621454"/>
                    <a:gd name="connsiteX1899" fmla="*/ 181221 w 591813"/>
                    <a:gd name="connsiteY1899" fmla="*/ 369526 h 621454"/>
                    <a:gd name="connsiteX1900" fmla="*/ 180816 w 591813"/>
                    <a:gd name="connsiteY1900" fmla="*/ 367547 h 621454"/>
                    <a:gd name="connsiteX1901" fmla="*/ 180411 w 591813"/>
                    <a:gd name="connsiteY1901" fmla="*/ 365568 h 621454"/>
                    <a:gd name="connsiteX1902" fmla="*/ 180029 w 591813"/>
                    <a:gd name="connsiteY1902" fmla="*/ 363567 h 621454"/>
                    <a:gd name="connsiteX1903" fmla="*/ 179624 w 591813"/>
                    <a:gd name="connsiteY1903" fmla="*/ 361565 h 621454"/>
                    <a:gd name="connsiteX1904" fmla="*/ 179242 w 591813"/>
                    <a:gd name="connsiteY1904" fmla="*/ 359541 h 621454"/>
                    <a:gd name="connsiteX1905" fmla="*/ 178837 w 591813"/>
                    <a:gd name="connsiteY1905" fmla="*/ 357517 h 621454"/>
                    <a:gd name="connsiteX1906" fmla="*/ 178455 w 591813"/>
                    <a:gd name="connsiteY1906" fmla="*/ 355470 h 621454"/>
                    <a:gd name="connsiteX1907" fmla="*/ 178050 w 591813"/>
                    <a:gd name="connsiteY1907" fmla="*/ 353424 h 621454"/>
                    <a:gd name="connsiteX1908" fmla="*/ 177668 w 591813"/>
                    <a:gd name="connsiteY1908" fmla="*/ 351377 h 621454"/>
                    <a:gd name="connsiteX1909" fmla="*/ 177263 w 591813"/>
                    <a:gd name="connsiteY1909" fmla="*/ 349308 h 621454"/>
                    <a:gd name="connsiteX1910" fmla="*/ 176858 w 591813"/>
                    <a:gd name="connsiteY1910" fmla="*/ 347217 h 621454"/>
                    <a:gd name="connsiteX1911" fmla="*/ 176476 w 591813"/>
                    <a:gd name="connsiteY1911" fmla="*/ 345125 h 621454"/>
                    <a:gd name="connsiteX1912" fmla="*/ 176070 w 591813"/>
                    <a:gd name="connsiteY1912" fmla="*/ 343034 h 621454"/>
                    <a:gd name="connsiteX1913" fmla="*/ 175688 w 591813"/>
                    <a:gd name="connsiteY1913" fmla="*/ 340920 h 621454"/>
                    <a:gd name="connsiteX1914" fmla="*/ 175284 w 591813"/>
                    <a:gd name="connsiteY1914" fmla="*/ 338783 h 621454"/>
                    <a:gd name="connsiteX1915" fmla="*/ 174901 w 591813"/>
                    <a:gd name="connsiteY1915" fmla="*/ 336647 h 621454"/>
                    <a:gd name="connsiteX1916" fmla="*/ 174496 w 591813"/>
                    <a:gd name="connsiteY1916" fmla="*/ 334510 h 621454"/>
                    <a:gd name="connsiteX1917" fmla="*/ 174114 w 591813"/>
                    <a:gd name="connsiteY1917" fmla="*/ 332351 h 621454"/>
                    <a:gd name="connsiteX1918" fmla="*/ 173710 w 591813"/>
                    <a:gd name="connsiteY1918" fmla="*/ 330215 h 621454"/>
                    <a:gd name="connsiteX1919" fmla="*/ 173304 w 591813"/>
                    <a:gd name="connsiteY1919" fmla="*/ 328033 h 621454"/>
                    <a:gd name="connsiteX1920" fmla="*/ 172922 w 591813"/>
                    <a:gd name="connsiteY1920" fmla="*/ 325829 h 621454"/>
                    <a:gd name="connsiteX1921" fmla="*/ 172518 w 591813"/>
                    <a:gd name="connsiteY1921" fmla="*/ 323625 h 621454"/>
                    <a:gd name="connsiteX1922" fmla="*/ 172135 w 591813"/>
                    <a:gd name="connsiteY1922" fmla="*/ 321421 h 621454"/>
                    <a:gd name="connsiteX1923" fmla="*/ 171730 w 591813"/>
                    <a:gd name="connsiteY1923" fmla="*/ 319195 h 621454"/>
                    <a:gd name="connsiteX1924" fmla="*/ 171348 w 591813"/>
                    <a:gd name="connsiteY1924" fmla="*/ 316946 h 621454"/>
                    <a:gd name="connsiteX1925" fmla="*/ 170943 w 591813"/>
                    <a:gd name="connsiteY1925" fmla="*/ 314719 h 621454"/>
                    <a:gd name="connsiteX1926" fmla="*/ 170538 w 591813"/>
                    <a:gd name="connsiteY1926" fmla="*/ 312448 h 621454"/>
                    <a:gd name="connsiteX1927" fmla="*/ 170156 w 591813"/>
                    <a:gd name="connsiteY1927" fmla="*/ 310176 h 621454"/>
                    <a:gd name="connsiteX1928" fmla="*/ 169751 w 591813"/>
                    <a:gd name="connsiteY1928" fmla="*/ 307905 h 621454"/>
                    <a:gd name="connsiteX1929" fmla="*/ 169369 w 591813"/>
                    <a:gd name="connsiteY1929" fmla="*/ 305611 h 621454"/>
                    <a:gd name="connsiteX1930" fmla="*/ 168964 w 591813"/>
                    <a:gd name="connsiteY1930" fmla="*/ 303317 h 621454"/>
                    <a:gd name="connsiteX1931" fmla="*/ 168582 w 591813"/>
                    <a:gd name="connsiteY1931" fmla="*/ 301001 h 621454"/>
                    <a:gd name="connsiteX1932" fmla="*/ 168177 w 591813"/>
                    <a:gd name="connsiteY1932" fmla="*/ 298684 h 621454"/>
                    <a:gd name="connsiteX1933" fmla="*/ 167794 w 591813"/>
                    <a:gd name="connsiteY1933" fmla="*/ 296368 h 621454"/>
                    <a:gd name="connsiteX1934" fmla="*/ 167390 w 591813"/>
                    <a:gd name="connsiteY1934" fmla="*/ 294029 h 621454"/>
                    <a:gd name="connsiteX1935" fmla="*/ 166985 w 591813"/>
                    <a:gd name="connsiteY1935" fmla="*/ 291667 h 621454"/>
                    <a:gd name="connsiteX1936" fmla="*/ 166602 w 591813"/>
                    <a:gd name="connsiteY1936" fmla="*/ 289306 h 621454"/>
                    <a:gd name="connsiteX1937" fmla="*/ 166198 w 591813"/>
                    <a:gd name="connsiteY1937" fmla="*/ 286945 h 621454"/>
                    <a:gd name="connsiteX1938" fmla="*/ 165816 w 591813"/>
                    <a:gd name="connsiteY1938" fmla="*/ 284561 h 621454"/>
                    <a:gd name="connsiteX1939" fmla="*/ 165433 w 591813"/>
                    <a:gd name="connsiteY1939" fmla="*/ 282177 h 621454"/>
                    <a:gd name="connsiteX1940" fmla="*/ 165028 w 591813"/>
                    <a:gd name="connsiteY1940" fmla="*/ 279793 h 621454"/>
                    <a:gd name="connsiteX1941" fmla="*/ 164624 w 591813"/>
                    <a:gd name="connsiteY1941" fmla="*/ 277386 h 621454"/>
                    <a:gd name="connsiteX1942" fmla="*/ 164263 w 591813"/>
                    <a:gd name="connsiteY1942" fmla="*/ 274980 h 621454"/>
                    <a:gd name="connsiteX1943" fmla="*/ 163859 w 591813"/>
                    <a:gd name="connsiteY1943" fmla="*/ 272551 h 621454"/>
                    <a:gd name="connsiteX1944" fmla="*/ 163454 w 591813"/>
                    <a:gd name="connsiteY1944" fmla="*/ 270145 h 621454"/>
                    <a:gd name="connsiteX1945" fmla="*/ 163071 w 591813"/>
                    <a:gd name="connsiteY1945" fmla="*/ 267693 h 621454"/>
                    <a:gd name="connsiteX1946" fmla="*/ 162667 w 591813"/>
                    <a:gd name="connsiteY1946" fmla="*/ 265265 h 621454"/>
                    <a:gd name="connsiteX1947" fmla="*/ 162285 w 591813"/>
                    <a:gd name="connsiteY1947" fmla="*/ 262813 h 621454"/>
                    <a:gd name="connsiteX1948" fmla="*/ 161880 w 591813"/>
                    <a:gd name="connsiteY1948" fmla="*/ 260339 h 621454"/>
                    <a:gd name="connsiteX1949" fmla="*/ 161497 w 591813"/>
                    <a:gd name="connsiteY1949" fmla="*/ 257888 h 621454"/>
                    <a:gd name="connsiteX1950" fmla="*/ 161093 w 591813"/>
                    <a:gd name="connsiteY1950" fmla="*/ 255414 h 621454"/>
                    <a:gd name="connsiteX1951" fmla="*/ 160710 w 591813"/>
                    <a:gd name="connsiteY1951" fmla="*/ 252918 h 621454"/>
                    <a:gd name="connsiteX1952" fmla="*/ 160305 w 591813"/>
                    <a:gd name="connsiteY1952" fmla="*/ 250444 h 621454"/>
                    <a:gd name="connsiteX1953" fmla="*/ 159901 w 591813"/>
                    <a:gd name="connsiteY1953" fmla="*/ 247948 h 621454"/>
                    <a:gd name="connsiteX1954" fmla="*/ 159518 w 591813"/>
                    <a:gd name="connsiteY1954" fmla="*/ 245429 h 621454"/>
                    <a:gd name="connsiteX1955" fmla="*/ 159114 w 591813"/>
                    <a:gd name="connsiteY1955" fmla="*/ 242932 h 621454"/>
                    <a:gd name="connsiteX1956" fmla="*/ 158731 w 591813"/>
                    <a:gd name="connsiteY1956" fmla="*/ 240414 h 621454"/>
                    <a:gd name="connsiteX1957" fmla="*/ 158326 w 591813"/>
                    <a:gd name="connsiteY1957" fmla="*/ 237895 h 621454"/>
                    <a:gd name="connsiteX1958" fmla="*/ 157944 w 591813"/>
                    <a:gd name="connsiteY1958" fmla="*/ 235376 h 621454"/>
                    <a:gd name="connsiteX1959" fmla="*/ 157539 w 591813"/>
                    <a:gd name="connsiteY1959" fmla="*/ 232835 h 621454"/>
                    <a:gd name="connsiteX1960" fmla="*/ 157157 w 591813"/>
                    <a:gd name="connsiteY1960" fmla="*/ 230316 h 621454"/>
                    <a:gd name="connsiteX1961" fmla="*/ 156752 w 591813"/>
                    <a:gd name="connsiteY1961" fmla="*/ 227774 h 621454"/>
                    <a:gd name="connsiteX1962" fmla="*/ 156347 w 591813"/>
                    <a:gd name="connsiteY1962" fmla="*/ 225233 h 621454"/>
                    <a:gd name="connsiteX1963" fmla="*/ 155965 w 591813"/>
                    <a:gd name="connsiteY1963" fmla="*/ 222669 h 621454"/>
                    <a:gd name="connsiteX1964" fmla="*/ 155560 w 591813"/>
                    <a:gd name="connsiteY1964" fmla="*/ 220128 h 621454"/>
                    <a:gd name="connsiteX1965" fmla="*/ 155178 w 591813"/>
                    <a:gd name="connsiteY1965" fmla="*/ 217564 h 621454"/>
                    <a:gd name="connsiteX1966" fmla="*/ 154773 w 591813"/>
                    <a:gd name="connsiteY1966" fmla="*/ 215000 h 621454"/>
                    <a:gd name="connsiteX1967" fmla="*/ 154391 w 591813"/>
                    <a:gd name="connsiteY1967" fmla="*/ 212437 h 621454"/>
                    <a:gd name="connsiteX1968" fmla="*/ 153986 w 591813"/>
                    <a:gd name="connsiteY1968" fmla="*/ 209895 h 621454"/>
                    <a:gd name="connsiteX1969" fmla="*/ 153581 w 591813"/>
                    <a:gd name="connsiteY1969" fmla="*/ 207331 h 621454"/>
                    <a:gd name="connsiteX1970" fmla="*/ 153199 w 591813"/>
                    <a:gd name="connsiteY1970" fmla="*/ 204768 h 621454"/>
                    <a:gd name="connsiteX1971" fmla="*/ 152794 w 591813"/>
                    <a:gd name="connsiteY1971" fmla="*/ 202204 h 621454"/>
                    <a:gd name="connsiteX1972" fmla="*/ 152411 w 591813"/>
                    <a:gd name="connsiteY1972" fmla="*/ 199640 h 621454"/>
                    <a:gd name="connsiteX1973" fmla="*/ 152007 w 591813"/>
                    <a:gd name="connsiteY1973" fmla="*/ 197076 h 621454"/>
                    <a:gd name="connsiteX1974" fmla="*/ 151625 w 591813"/>
                    <a:gd name="connsiteY1974" fmla="*/ 194490 h 621454"/>
                    <a:gd name="connsiteX1975" fmla="*/ 151220 w 591813"/>
                    <a:gd name="connsiteY1975" fmla="*/ 191926 h 621454"/>
                    <a:gd name="connsiteX1976" fmla="*/ 150837 w 591813"/>
                    <a:gd name="connsiteY1976" fmla="*/ 189362 h 621454"/>
                    <a:gd name="connsiteX1977" fmla="*/ 150433 w 591813"/>
                    <a:gd name="connsiteY1977" fmla="*/ 186798 h 621454"/>
                    <a:gd name="connsiteX1978" fmla="*/ 150028 w 591813"/>
                    <a:gd name="connsiteY1978" fmla="*/ 184212 h 621454"/>
                    <a:gd name="connsiteX1979" fmla="*/ 149645 w 591813"/>
                    <a:gd name="connsiteY1979" fmla="*/ 181648 h 621454"/>
                    <a:gd name="connsiteX1980" fmla="*/ 149241 w 591813"/>
                    <a:gd name="connsiteY1980" fmla="*/ 179085 h 621454"/>
                    <a:gd name="connsiteX1981" fmla="*/ 148858 w 591813"/>
                    <a:gd name="connsiteY1981" fmla="*/ 176521 h 621454"/>
                    <a:gd name="connsiteX1982" fmla="*/ 148453 w 591813"/>
                    <a:gd name="connsiteY1982" fmla="*/ 173957 h 621454"/>
                    <a:gd name="connsiteX1983" fmla="*/ 148071 w 591813"/>
                    <a:gd name="connsiteY1983" fmla="*/ 171596 h 621454"/>
                    <a:gd name="connsiteX1984" fmla="*/ 147666 w 591813"/>
                    <a:gd name="connsiteY1984" fmla="*/ 166445 h 621454"/>
                    <a:gd name="connsiteX1985" fmla="*/ 147284 w 591813"/>
                    <a:gd name="connsiteY1985" fmla="*/ 164017 h 621454"/>
                    <a:gd name="connsiteX1986" fmla="*/ 146879 w 591813"/>
                    <a:gd name="connsiteY1986" fmla="*/ 161610 h 621454"/>
                    <a:gd name="connsiteX1987" fmla="*/ 146474 w 591813"/>
                    <a:gd name="connsiteY1987" fmla="*/ 159181 h 621454"/>
                    <a:gd name="connsiteX1988" fmla="*/ 146092 w 591813"/>
                    <a:gd name="connsiteY1988" fmla="*/ 156775 h 621454"/>
                    <a:gd name="connsiteX1989" fmla="*/ 145687 w 591813"/>
                    <a:gd name="connsiteY1989" fmla="*/ 154368 h 621454"/>
                    <a:gd name="connsiteX1990" fmla="*/ 145305 w 591813"/>
                    <a:gd name="connsiteY1990" fmla="*/ 151962 h 621454"/>
                    <a:gd name="connsiteX1991" fmla="*/ 144900 w 591813"/>
                    <a:gd name="connsiteY1991" fmla="*/ 149578 h 621454"/>
                    <a:gd name="connsiteX1992" fmla="*/ 144518 w 591813"/>
                    <a:gd name="connsiteY1992" fmla="*/ 147194 h 621454"/>
                    <a:gd name="connsiteX1993" fmla="*/ 144113 w 591813"/>
                    <a:gd name="connsiteY1993" fmla="*/ 144810 h 621454"/>
                    <a:gd name="connsiteX1994" fmla="*/ 143731 w 591813"/>
                    <a:gd name="connsiteY1994" fmla="*/ 142449 h 621454"/>
                    <a:gd name="connsiteX1995" fmla="*/ 143326 w 591813"/>
                    <a:gd name="connsiteY1995" fmla="*/ 140088 h 621454"/>
                    <a:gd name="connsiteX1996" fmla="*/ 142921 w 591813"/>
                    <a:gd name="connsiteY1996" fmla="*/ 137726 h 621454"/>
                    <a:gd name="connsiteX1997" fmla="*/ 142539 w 591813"/>
                    <a:gd name="connsiteY1997" fmla="*/ 135387 h 621454"/>
                    <a:gd name="connsiteX1998" fmla="*/ 142134 w 591813"/>
                    <a:gd name="connsiteY1998" fmla="*/ 133048 h 621454"/>
                    <a:gd name="connsiteX1999" fmla="*/ 141751 w 591813"/>
                    <a:gd name="connsiteY1999" fmla="*/ 130709 h 621454"/>
                    <a:gd name="connsiteX2000" fmla="*/ 141347 w 591813"/>
                    <a:gd name="connsiteY2000" fmla="*/ 128393 h 621454"/>
                    <a:gd name="connsiteX2001" fmla="*/ 140965 w 591813"/>
                    <a:gd name="connsiteY2001" fmla="*/ 126077 h 621454"/>
                    <a:gd name="connsiteX2002" fmla="*/ 140560 w 591813"/>
                    <a:gd name="connsiteY2002" fmla="*/ 123783 h 621454"/>
                    <a:gd name="connsiteX2003" fmla="*/ 140155 w 591813"/>
                    <a:gd name="connsiteY2003" fmla="*/ 121511 h 621454"/>
                    <a:gd name="connsiteX2004" fmla="*/ 139773 w 591813"/>
                    <a:gd name="connsiteY2004" fmla="*/ 119217 h 621454"/>
                    <a:gd name="connsiteX2005" fmla="*/ 139368 w 591813"/>
                    <a:gd name="connsiteY2005" fmla="*/ 116968 h 621454"/>
                    <a:gd name="connsiteX2006" fmla="*/ 138985 w 591813"/>
                    <a:gd name="connsiteY2006" fmla="*/ 114697 h 621454"/>
                    <a:gd name="connsiteX2007" fmla="*/ 138581 w 591813"/>
                    <a:gd name="connsiteY2007" fmla="*/ 112470 h 621454"/>
                    <a:gd name="connsiteX2008" fmla="*/ 138198 w 591813"/>
                    <a:gd name="connsiteY2008" fmla="*/ 110244 h 621454"/>
                    <a:gd name="connsiteX2009" fmla="*/ 137793 w 591813"/>
                    <a:gd name="connsiteY2009" fmla="*/ 108017 h 621454"/>
                    <a:gd name="connsiteX2010" fmla="*/ 137411 w 591813"/>
                    <a:gd name="connsiteY2010" fmla="*/ 105813 h 621454"/>
                    <a:gd name="connsiteX2011" fmla="*/ 137006 w 591813"/>
                    <a:gd name="connsiteY2011" fmla="*/ 103632 h 621454"/>
                    <a:gd name="connsiteX2012" fmla="*/ 136602 w 591813"/>
                    <a:gd name="connsiteY2012" fmla="*/ 101473 h 621454"/>
                    <a:gd name="connsiteX2013" fmla="*/ 136219 w 591813"/>
                    <a:gd name="connsiteY2013" fmla="*/ 99314 h 621454"/>
                    <a:gd name="connsiteX2014" fmla="*/ 135814 w 591813"/>
                    <a:gd name="connsiteY2014" fmla="*/ 97177 h 621454"/>
                    <a:gd name="connsiteX2015" fmla="*/ 135432 w 591813"/>
                    <a:gd name="connsiteY2015" fmla="*/ 95041 h 621454"/>
                    <a:gd name="connsiteX2016" fmla="*/ 135027 w 591813"/>
                    <a:gd name="connsiteY2016" fmla="*/ 92927 h 621454"/>
                    <a:gd name="connsiteX2017" fmla="*/ 134645 w 591813"/>
                    <a:gd name="connsiteY2017" fmla="*/ 90858 h 621454"/>
                    <a:gd name="connsiteX2018" fmla="*/ 134240 w 591813"/>
                    <a:gd name="connsiteY2018" fmla="*/ 88789 h 621454"/>
                    <a:gd name="connsiteX2019" fmla="*/ 133858 w 591813"/>
                    <a:gd name="connsiteY2019" fmla="*/ 86720 h 621454"/>
                    <a:gd name="connsiteX2020" fmla="*/ 133453 w 591813"/>
                    <a:gd name="connsiteY2020" fmla="*/ 84673 h 621454"/>
                    <a:gd name="connsiteX2021" fmla="*/ 133048 w 591813"/>
                    <a:gd name="connsiteY2021" fmla="*/ 82649 h 621454"/>
                    <a:gd name="connsiteX2022" fmla="*/ 132666 w 591813"/>
                    <a:gd name="connsiteY2022" fmla="*/ 80648 h 621454"/>
                    <a:gd name="connsiteX2023" fmla="*/ 132261 w 591813"/>
                    <a:gd name="connsiteY2023" fmla="*/ 78646 h 621454"/>
                    <a:gd name="connsiteX2024" fmla="*/ 131879 w 591813"/>
                    <a:gd name="connsiteY2024" fmla="*/ 76689 h 621454"/>
                    <a:gd name="connsiteX2025" fmla="*/ 131474 w 591813"/>
                    <a:gd name="connsiteY2025" fmla="*/ 74733 h 621454"/>
                    <a:gd name="connsiteX2026" fmla="*/ 131091 w 591813"/>
                    <a:gd name="connsiteY2026" fmla="*/ 72799 h 621454"/>
                    <a:gd name="connsiteX2027" fmla="*/ 130687 w 591813"/>
                    <a:gd name="connsiteY2027" fmla="*/ 70887 h 621454"/>
                    <a:gd name="connsiteX2028" fmla="*/ 130305 w 591813"/>
                    <a:gd name="connsiteY2028" fmla="*/ 68998 h 621454"/>
                    <a:gd name="connsiteX2029" fmla="*/ 129899 w 591813"/>
                    <a:gd name="connsiteY2029" fmla="*/ 67131 h 621454"/>
                    <a:gd name="connsiteX2030" fmla="*/ 129495 w 591813"/>
                    <a:gd name="connsiteY2030" fmla="*/ 65287 h 621454"/>
                    <a:gd name="connsiteX2031" fmla="*/ 129113 w 591813"/>
                    <a:gd name="connsiteY2031" fmla="*/ 63443 h 621454"/>
                    <a:gd name="connsiteX2032" fmla="*/ 128708 w 591813"/>
                    <a:gd name="connsiteY2032" fmla="*/ 61644 h 621454"/>
                    <a:gd name="connsiteX2033" fmla="*/ 128325 w 591813"/>
                    <a:gd name="connsiteY2033" fmla="*/ 59867 h 621454"/>
                    <a:gd name="connsiteX2034" fmla="*/ 127920 w 591813"/>
                    <a:gd name="connsiteY2034" fmla="*/ 58091 h 621454"/>
                    <a:gd name="connsiteX2035" fmla="*/ 127538 w 591813"/>
                    <a:gd name="connsiteY2035" fmla="*/ 56359 h 621454"/>
                    <a:gd name="connsiteX2036" fmla="*/ 127133 w 591813"/>
                    <a:gd name="connsiteY2036" fmla="*/ 54650 h 621454"/>
                    <a:gd name="connsiteX2037" fmla="*/ 126751 w 591813"/>
                    <a:gd name="connsiteY2037" fmla="*/ 52940 h 621454"/>
                    <a:gd name="connsiteX2038" fmla="*/ 126346 w 591813"/>
                    <a:gd name="connsiteY2038" fmla="*/ 51276 h 621454"/>
                    <a:gd name="connsiteX2039" fmla="*/ 125942 w 591813"/>
                    <a:gd name="connsiteY2039" fmla="*/ 49635 h 621454"/>
                    <a:gd name="connsiteX2040" fmla="*/ 125559 w 591813"/>
                    <a:gd name="connsiteY2040" fmla="*/ 48015 h 621454"/>
                    <a:gd name="connsiteX2041" fmla="*/ 125154 w 591813"/>
                    <a:gd name="connsiteY2041" fmla="*/ 46419 h 621454"/>
                    <a:gd name="connsiteX2042" fmla="*/ 124772 w 591813"/>
                    <a:gd name="connsiteY2042" fmla="*/ 44844 h 621454"/>
                    <a:gd name="connsiteX2043" fmla="*/ 124367 w 591813"/>
                    <a:gd name="connsiteY2043" fmla="*/ 43292 h 621454"/>
                    <a:gd name="connsiteX2044" fmla="*/ 123985 w 591813"/>
                    <a:gd name="connsiteY2044" fmla="*/ 41763 h 621454"/>
                    <a:gd name="connsiteX2045" fmla="*/ 123580 w 591813"/>
                    <a:gd name="connsiteY2045" fmla="*/ 40279 h 621454"/>
                    <a:gd name="connsiteX2046" fmla="*/ 123175 w 591813"/>
                    <a:gd name="connsiteY2046" fmla="*/ 38795 h 621454"/>
                    <a:gd name="connsiteX2047" fmla="*/ 122793 w 591813"/>
                    <a:gd name="connsiteY2047" fmla="*/ 37355 h 621454"/>
                    <a:gd name="connsiteX2048" fmla="*/ 122388 w 591813"/>
                    <a:gd name="connsiteY2048" fmla="*/ 35938 h 621454"/>
                    <a:gd name="connsiteX2049" fmla="*/ 122006 w 591813"/>
                    <a:gd name="connsiteY2049" fmla="*/ 34544 h 621454"/>
                    <a:gd name="connsiteX2050" fmla="*/ 121601 w 591813"/>
                    <a:gd name="connsiteY2050" fmla="*/ 33172 h 621454"/>
                    <a:gd name="connsiteX2051" fmla="*/ 121219 w 591813"/>
                    <a:gd name="connsiteY2051" fmla="*/ 31845 h 621454"/>
                    <a:gd name="connsiteX2052" fmla="*/ 120814 w 591813"/>
                    <a:gd name="connsiteY2052" fmla="*/ 30541 h 621454"/>
                    <a:gd name="connsiteX2053" fmla="*/ 120431 w 591813"/>
                    <a:gd name="connsiteY2053" fmla="*/ 29259 h 621454"/>
                    <a:gd name="connsiteX2054" fmla="*/ 120027 w 591813"/>
                    <a:gd name="connsiteY2054" fmla="*/ 28000 h 621454"/>
                    <a:gd name="connsiteX2055" fmla="*/ 119622 w 591813"/>
                    <a:gd name="connsiteY2055" fmla="*/ 26785 h 621454"/>
                    <a:gd name="connsiteX2056" fmla="*/ 119239 w 591813"/>
                    <a:gd name="connsiteY2056" fmla="*/ 25593 h 621454"/>
                    <a:gd name="connsiteX2057" fmla="*/ 118835 w 591813"/>
                    <a:gd name="connsiteY2057" fmla="*/ 24424 h 621454"/>
                    <a:gd name="connsiteX2058" fmla="*/ 118452 w 591813"/>
                    <a:gd name="connsiteY2058" fmla="*/ 23299 h 621454"/>
                    <a:gd name="connsiteX2059" fmla="*/ 118048 w 591813"/>
                    <a:gd name="connsiteY2059" fmla="*/ 22197 h 621454"/>
                    <a:gd name="connsiteX2060" fmla="*/ 117665 w 591813"/>
                    <a:gd name="connsiteY2060" fmla="*/ 21118 h 621454"/>
                    <a:gd name="connsiteX2061" fmla="*/ 117260 w 591813"/>
                    <a:gd name="connsiteY2061" fmla="*/ 20061 h 621454"/>
                    <a:gd name="connsiteX2062" fmla="*/ 116878 w 591813"/>
                    <a:gd name="connsiteY2062" fmla="*/ 19049 h 621454"/>
                    <a:gd name="connsiteX2063" fmla="*/ 116473 w 591813"/>
                    <a:gd name="connsiteY2063" fmla="*/ 18059 h 621454"/>
                    <a:gd name="connsiteX2064" fmla="*/ 116068 w 591813"/>
                    <a:gd name="connsiteY2064" fmla="*/ 17092 h 621454"/>
                    <a:gd name="connsiteX2065" fmla="*/ 115686 w 591813"/>
                    <a:gd name="connsiteY2065" fmla="*/ 16170 h 621454"/>
                    <a:gd name="connsiteX2066" fmla="*/ 115281 w 591813"/>
                    <a:gd name="connsiteY2066" fmla="*/ 15270 h 621454"/>
                    <a:gd name="connsiteX2067" fmla="*/ 114899 w 591813"/>
                    <a:gd name="connsiteY2067" fmla="*/ 14393 h 621454"/>
                    <a:gd name="connsiteX2068" fmla="*/ 114494 w 591813"/>
                    <a:gd name="connsiteY2068" fmla="*/ 13561 h 621454"/>
                    <a:gd name="connsiteX2069" fmla="*/ 114112 w 591813"/>
                    <a:gd name="connsiteY2069" fmla="*/ 12729 h 621454"/>
                    <a:gd name="connsiteX2070" fmla="*/ 113707 w 591813"/>
                    <a:gd name="connsiteY2070" fmla="*/ 11942 h 621454"/>
                    <a:gd name="connsiteX2071" fmla="*/ 113325 w 591813"/>
                    <a:gd name="connsiteY2071" fmla="*/ 11200 h 621454"/>
                    <a:gd name="connsiteX2072" fmla="*/ 112920 w 591813"/>
                    <a:gd name="connsiteY2072" fmla="*/ 10458 h 621454"/>
                    <a:gd name="connsiteX2073" fmla="*/ 112515 w 591813"/>
                    <a:gd name="connsiteY2073" fmla="*/ 9760 h 621454"/>
                    <a:gd name="connsiteX2074" fmla="*/ 112133 w 591813"/>
                    <a:gd name="connsiteY2074" fmla="*/ 9086 h 621454"/>
                    <a:gd name="connsiteX2075" fmla="*/ 111728 w 591813"/>
                    <a:gd name="connsiteY2075" fmla="*/ 8434 h 621454"/>
                    <a:gd name="connsiteX2076" fmla="*/ 111345 w 591813"/>
                    <a:gd name="connsiteY2076" fmla="*/ 7826 h 621454"/>
                    <a:gd name="connsiteX2077" fmla="*/ 110941 w 591813"/>
                    <a:gd name="connsiteY2077" fmla="*/ 7242 h 621454"/>
                    <a:gd name="connsiteX2078" fmla="*/ 110559 w 591813"/>
                    <a:gd name="connsiteY2078" fmla="*/ 6679 h 621454"/>
                    <a:gd name="connsiteX2079" fmla="*/ 110154 w 591813"/>
                    <a:gd name="connsiteY2079" fmla="*/ 6140 h 621454"/>
                    <a:gd name="connsiteX2080" fmla="*/ 109749 w 591813"/>
                    <a:gd name="connsiteY2080" fmla="*/ 5622 h 621454"/>
                    <a:gd name="connsiteX2081" fmla="*/ 109367 w 591813"/>
                    <a:gd name="connsiteY2081" fmla="*/ 5128 h 621454"/>
                    <a:gd name="connsiteX2082" fmla="*/ 108962 w 591813"/>
                    <a:gd name="connsiteY2082" fmla="*/ 4678 h 621454"/>
                    <a:gd name="connsiteX2083" fmla="*/ 108579 w 591813"/>
                    <a:gd name="connsiteY2083" fmla="*/ 4228 h 621454"/>
                    <a:gd name="connsiteX2084" fmla="*/ 108175 w 591813"/>
                    <a:gd name="connsiteY2084" fmla="*/ 3823 h 621454"/>
                    <a:gd name="connsiteX2085" fmla="*/ 107792 w 591813"/>
                    <a:gd name="connsiteY2085" fmla="*/ 3441 h 621454"/>
                    <a:gd name="connsiteX2086" fmla="*/ 107388 w 591813"/>
                    <a:gd name="connsiteY2086" fmla="*/ 3081 h 621454"/>
                    <a:gd name="connsiteX2087" fmla="*/ 107005 w 591813"/>
                    <a:gd name="connsiteY2087" fmla="*/ 2721 h 621454"/>
                    <a:gd name="connsiteX2088" fmla="*/ 106600 w 591813"/>
                    <a:gd name="connsiteY2088" fmla="*/ 2406 h 621454"/>
                    <a:gd name="connsiteX2089" fmla="*/ 106196 w 591813"/>
                    <a:gd name="connsiteY2089" fmla="*/ 2114 h 621454"/>
                    <a:gd name="connsiteX2090" fmla="*/ 105813 w 591813"/>
                    <a:gd name="connsiteY2090" fmla="*/ 1844 h 621454"/>
                    <a:gd name="connsiteX2091" fmla="*/ 105408 w 591813"/>
                    <a:gd name="connsiteY2091" fmla="*/ 1574 h 621454"/>
                    <a:gd name="connsiteX2092" fmla="*/ 105026 w 591813"/>
                    <a:gd name="connsiteY2092" fmla="*/ 1349 h 621454"/>
                    <a:gd name="connsiteX2093" fmla="*/ 104621 w 591813"/>
                    <a:gd name="connsiteY2093" fmla="*/ 1124 h 621454"/>
                    <a:gd name="connsiteX2094" fmla="*/ 104239 w 591813"/>
                    <a:gd name="connsiteY2094" fmla="*/ 945 h 621454"/>
                    <a:gd name="connsiteX2095" fmla="*/ 103834 w 591813"/>
                    <a:gd name="connsiteY2095" fmla="*/ 765 h 621454"/>
                    <a:gd name="connsiteX2096" fmla="*/ 103452 w 591813"/>
                    <a:gd name="connsiteY2096" fmla="*/ 607 h 621454"/>
                    <a:gd name="connsiteX2097" fmla="*/ 103047 w 591813"/>
                    <a:gd name="connsiteY2097" fmla="*/ 472 h 621454"/>
                    <a:gd name="connsiteX2098" fmla="*/ 102642 w 591813"/>
                    <a:gd name="connsiteY2098" fmla="*/ 337 h 621454"/>
                    <a:gd name="connsiteX2099" fmla="*/ 102260 w 591813"/>
                    <a:gd name="connsiteY2099" fmla="*/ 247 h 621454"/>
                    <a:gd name="connsiteX2100" fmla="*/ 101855 w 591813"/>
                    <a:gd name="connsiteY2100" fmla="*/ 157 h 621454"/>
                    <a:gd name="connsiteX2101" fmla="*/ 101473 w 591813"/>
                    <a:gd name="connsiteY2101" fmla="*/ 90 h 621454"/>
                    <a:gd name="connsiteX2102" fmla="*/ 101068 w 591813"/>
                    <a:gd name="connsiteY2102" fmla="*/ 45 h 621454"/>
                    <a:gd name="connsiteX2103" fmla="*/ 100685 w 591813"/>
                    <a:gd name="connsiteY2103" fmla="*/ 22 h 621454"/>
                    <a:gd name="connsiteX2104" fmla="*/ 100281 w 591813"/>
                    <a:gd name="connsiteY2104" fmla="*/ 0 h 621454"/>
                    <a:gd name="connsiteX2105" fmla="*/ 99899 w 591813"/>
                    <a:gd name="connsiteY2105" fmla="*/ 0 h 621454"/>
                    <a:gd name="connsiteX2106" fmla="*/ 99494 w 591813"/>
                    <a:gd name="connsiteY2106" fmla="*/ 22 h 621454"/>
                    <a:gd name="connsiteX2107" fmla="*/ 99089 w 591813"/>
                    <a:gd name="connsiteY2107" fmla="*/ 45 h 621454"/>
                    <a:gd name="connsiteX2108" fmla="*/ 98707 w 591813"/>
                    <a:gd name="connsiteY2108" fmla="*/ 90 h 621454"/>
                    <a:gd name="connsiteX2109" fmla="*/ 98302 w 591813"/>
                    <a:gd name="connsiteY2109" fmla="*/ 135 h 621454"/>
                    <a:gd name="connsiteX2110" fmla="*/ 97919 w 591813"/>
                    <a:gd name="connsiteY2110" fmla="*/ 225 h 621454"/>
                    <a:gd name="connsiteX2111" fmla="*/ 97515 w 591813"/>
                    <a:gd name="connsiteY2111" fmla="*/ 292 h 621454"/>
                    <a:gd name="connsiteX2112" fmla="*/ 97132 w 591813"/>
                    <a:gd name="connsiteY2112" fmla="*/ 382 h 621454"/>
                    <a:gd name="connsiteX2113" fmla="*/ 96727 w 591813"/>
                    <a:gd name="connsiteY2113" fmla="*/ 495 h 621454"/>
                    <a:gd name="connsiteX2114" fmla="*/ 96345 w 591813"/>
                    <a:gd name="connsiteY2114" fmla="*/ 607 h 621454"/>
                    <a:gd name="connsiteX2115" fmla="*/ 95940 w 591813"/>
                    <a:gd name="connsiteY2115" fmla="*/ 742 h 621454"/>
                    <a:gd name="connsiteX2116" fmla="*/ 95536 w 591813"/>
                    <a:gd name="connsiteY2116" fmla="*/ 877 h 621454"/>
                    <a:gd name="connsiteX2117" fmla="*/ 95153 w 591813"/>
                    <a:gd name="connsiteY2117" fmla="*/ 1012 h 621454"/>
                    <a:gd name="connsiteX2118" fmla="*/ 94748 w 591813"/>
                    <a:gd name="connsiteY2118" fmla="*/ 1169 h 621454"/>
                    <a:gd name="connsiteX2119" fmla="*/ 94366 w 591813"/>
                    <a:gd name="connsiteY2119" fmla="*/ 1327 h 621454"/>
                    <a:gd name="connsiteX2120" fmla="*/ 93961 w 591813"/>
                    <a:gd name="connsiteY2120" fmla="*/ 1507 h 621454"/>
                    <a:gd name="connsiteX2121" fmla="*/ 93579 w 591813"/>
                    <a:gd name="connsiteY2121" fmla="*/ 1687 h 621454"/>
                    <a:gd name="connsiteX2122" fmla="*/ 93174 w 591813"/>
                    <a:gd name="connsiteY2122" fmla="*/ 1867 h 621454"/>
                    <a:gd name="connsiteX2123" fmla="*/ 92770 w 591813"/>
                    <a:gd name="connsiteY2123" fmla="*/ 2047 h 621454"/>
                    <a:gd name="connsiteX2124" fmla="*/ 92387 w 591813"/>
                    <a:gd name="connsiteY2124" fmla="*/ 2249 h 621454"/>
                    <a:gd name="connsiteX2125" fmla="*/ 91982 w 591813"/>
                    <a:gd name="connsiteY2125" fmla="*/ 2451 h 621454"/>
                    <a:gd name="connsiteX2126" fmla="*/ 91600 w 591813"/>
                    <a:gd name="connsiteY2126" fmla="*/ 2676 h 621454"/>
                    <a:gd name="connsiteX2127" fmla="*/ 91195 w 591813"/>
                    <a:gd name="connsiteY2127" fmla="*/ 2879 h 621454"/>
                    <a:gd name="connsiteX2128" fmla="*/ 90813 w 591813"/>
                    <a:gd name="connsiteY2128" fmla="*/ 3104 h 621454"/>
                    <a:gd name="connsiteX2129" fmla="*/ 90408 w 591813"/>
                    <a:gd name="connsiteY2129" fmla="*/ 3328 h 621454"/>
                    <a:gd name="connsiteX2130" fmla="*/ 90025 w 591813"/>
                    <a:gd name="connsiteY2130" fmla="*/ 3553 h 621454"/>
                    <a:gd name="connsiteX2131" fmla="*/ 89621 w 591813"/>
                    <a:gd name="connsiteY2131" fmla="*/ 3801 h 621454"/>
                    <a:gd name="connsiteX2132" fmla="*/ 89216 w 591813"/>
                    <a:gd name="connsiteY2132" fmla="*/ 4026 h 621454"/>
                    <a:gd name="connsiteX2133" fmla="*/ 88834 w 591813"/>
                    <a:gd name="connsiteY2133" fmla="*/ 4273 h 621454"/>
                    <a:gd name="connsiteX2134" fmla="*/ 88429 w 591813"/>
                    <a:gd name="connsiteY2134" fmla="*/ 4520 h 621454"/>
                    <a:gd name="connsiteX2135" fmla="*/ 88047 w 591813"/>
                    <a:gd name="connsiteY2135" fmla="*/ 4790 h 621454"/>
                    <a:gd name="connsiteX2136" fmla="*/ 87642 w 591813"/>
                    <a:gd name="connsiteY2136" fmla="*/ 5038 h 621454"/>
                    <a:gd name="connsiteX2137" fmla="*/ 87259 w 591813"/>
                    <a:gd name="connsiteY2137" fmla="*/ 5285 h 621454"/>
                    <a:gd name="connsiteX2138" fmla="*/ 86854 w 591813"/>
                    <a:gd name="connsiteY2138" fmla="*/ 5555 h 621454"/>
                    <a:gd name="connsiteX2139" fmla="*/ 86472 w 591813"/>
                    <a:gd name="connsiteY2139" fmla="*/ 5825 h 621454"/>
                    <a:gd name="connsiteX2140" fmla="*/ 86067 w 591813"/>
                    <a:gd name="connsiteY2140" fmla="*/ 6095 h 621454"/>
                    <a:gd name="connsiteX2141" fmla="*/ 85662 w 591813"/>
                    <a:gd name="connsiteY2141" fmla="*/ 6365 h 621454"/>
                    <a:gd name="connsiteX2142" fmla="*/ 85280 w 591813"/>
                    <a:gd name="connsiteY2142" fmla="*/ 6634 h 621454"/>
                    <a:gd name="connsiteX2143" fmla="*/ 84876 w 591813"/>
                    <a:gd name="connsiteY2143" fmla="*/ 6904 h 621454"/>
                    <a:gd name="connsiteX2144" fmla="*/ 84493 w 591813"/>
                    <a:gd name="connsiteY2144" fmla="*/ 7197 h 621454"/>
                    <a:gd name="connsiteX2145" fmla="*/ 84088 w 591813"/>
                    <a:gd name="connsiteY2145" fmla="*/ 7467 h 621454"/>
                    <a:gd name="connsiteX2146" fmla="*/ 83706 w 591813"/>
                    <a:gd name="connsiteY2146" fmla="*/ 7736 h 621454"/>
                    <a:gd name="connsiteX2147" fmla="*/ 83301 w 591813"/>
                    <a:gd name="connsiteY2147" fmla="*/ 8029 h 621454"/>
                    <a:gd name="connsiteX2148" fmla="*/ 82919 w 591813"/>
                    <a:gd name="connsiteY2148" fmla="*/ 8299 h 621454"/>
                    <a:gd name="connsiteX2149" fmla="*/ 82514 w 591813"/>
                    <a:gd name="connsiteY2149" fmla="*/ 8591 h 621454"/>
                    <a:gd name="connsiteX2150" fmla="*/ 82109 w 591813"/>
                    <a:gd name="connsiteY2150" fmla="*/ 8861 h 621454"/>
                    <a:gd name="connsiteX2151" fmla="*/ 81727 w 591813"/>
                    <a:gd name="connsiteY2151" fmla="*/ 9153 h 621454"/>
                    <a:gd name="connsiteX2152" fmla="*/ 81322 w 591813"/>
                    <a:gd name="connsiteY2152" fmla="*/ 9446 h 621454"/>
                    <a:gd name="connsiteX2153" fmla="*/ 80940 w 591813"/>
                    <a:gd name="connsiteY2153" fmla="*/ 9738 h 621454"/>
                    <a:gd name="connsiteX2154" fmla="*/ 80535 w 591813"/>
                    <a:gd name="connsiteY2154" fmla="*/ 10030 h 621454"/>
                    <a:gd name="connsiteX2155" fmla="*/ 80153 w 591813"/>
                    <a:gd name="connsiteY2155" fmla="*/ 10323 h 621454"/>
                    <a:gd name="connsiteX2156" fmla="*/ 79748 w 591813"/>
                    <a:gd name="connsiteY2156" fmla="*/ 10615 h 621454"/>
                    <a:gd name="connsiteX2157" fmla="*/ 79343 w 591813"/>
                    <a:gd name="connsiteY2157" fmla="*/ 10907 h 621454"/>
                    <a:gd name="connsiteX2158" fmla="*/ 78961 w 591813"/>
                    <a:gd name="connsiteY2158" fmla="*/ 11200 h 621454"/>
                    <a:gd name="connsiteX2159" fmla="*/ 78556 w 591813"/>
                    <a:gd name="connsiteY2159" fmla="*/ 11492 h 621454"/>
                    <a:gd name="connsiteX2160" fmla="*/ 78173 w 591813"/>
                    <a:gd name="connsiteY2160" fmla="*/ 11785 h 621454"/>
                    <a:gd name="connsiteX2161" fmla="*/ 77769 w 591813"/>
                    <a:gd name="connsiteY2161" fmla="*/ 12077 h 621454"/>
                    <a:gd name="connsiteX2162" fmla="*/ 77386 w 591813"/>
                    <a:gd name="connsiteY2162" fmla="*/ 12369 h 621454"/>
                    <a:gd name="connsiteX2163" fmla="*/ 76982 w 591813"/>
                    <a:gd name="connsiteY2163" fmla="*/ 12684 h 621454"/>
                    <a:gd name="connsiteX2164" fmla="*/ 76599 w 591813"/>
                    <a:gd name="connsiteY2164" fmla="*/ 12976 h 621454"/>
                    <a:gd name="connsiteX2165" fmla="*/ 76194 w 591813"/>
                    <a:gd name="connsiteY2165" fmla="*/ 13269 h 621454"/>
                    <a:gd name="connsiteX2166" fmla="*/ 75790 w 591813"/>
                    <a:gd name="connsiteY2166" fmla="*/ 13584 h 621454"/>
                    <a:gd name="connsiteX2167" fmla="*/ 75407 w 591813"/>
                    <a:gd name="connsiteY2167" fmla="*/ 13876 h 621454"/>
                    <a:gd name="connsiteX2168" fmla="*/ 75002 w 591813"/>
                    <a:gd name="connsiteY2168" fmla="*/ 14191 h 621454"/>
                    <a:gd name="connsiteX2169" fmla="*/ 74620 w 591813"/>
                    <a:gd name="connsiteY2169" fmla="*/ 14483 h 621454"/>
                    <a:gd name="connsiteX2170" fmla="*/ 74216 w 591813"/>
                    <a:gd name="connsiteY2170" fmla="*/ 14776 h 621454"/>
                    <a:gd name="connsiteX2171" fmla="*/ 73833 w 591813"/>
                    <a:gd name="connsiteY2171" fmla="*/ 15091 h 621454"/>
                    <a:gd name="connsiteX2172" fmla="*/ 73428 w 591813"/>
                    <a:gd name="connsiteY2172" fmla="*/ 15383 h 621454"/>
                    <a:gd name="connsiteX2173" fmla="*/ 73046 w 591813"/>
                    <a:gd name="connsiteY2173" fmla="*/ 15698 h 621454"/>
                    <a:gd name="connsiteX2174" fmla="*/ 72641 w 591813"/>
                    <a:gd name="connsiteY2174" fmla="*/ 15990 h 621454"/>
                    <a:gd name="connsiteX2175" fmla="*/ 72236 w 591813"/>
                    <a:gd name="connsiteY2175" fmla="*/ 16282 h 621454"/>
                    <a:gd name="connsiteX2176" fmla="*/ 71854 w 591813"/>
                    <a:gd name="connsiteY2176" fmla="*/ 16597 h 621454"/>
                    <a:gd name="connsiteX2177" fmla="*/ 71449 w 591813"/>
                    <a:gd name="connsiteY2177" fmla="*/ 16890 h 621454"/>
                    <a:gd name="connsiteX2178" fmla="*/ 71067 w 591813"/>
                    <a:gd name="connsiteY2178" fmla="*/ 17182 h 621454"/>
                    <a:gd name="connsiteX2179" fmla="*/ 70662 w 591813"/>
                    <a:gd name="connsiteY2179" fmla="*/ 17497 h 621454"/>
                    <a:gd name="connsiteX2180" fmla="*/ 70280 w 591813"/>
                    <a:gd name="connsiteY2180" fmla="*/ 17789 h 621454"/>
                    <a:gd name="connsiteX2181" fmla="*/ 69875 w 591813"/>
                    <a:gd name="connsiteY2181" fmla="*/ 18082 h 621454"/>
                    <a:gd name="connsiteX2182" fmla="*/ 69493 w 591813"/>
                    <a:gd name="connsiteY2182" fmla="*/ 18374 h 621454"/>
                    <a:gd name="connsiteX2183" fmla="*/ 69088 w 591813"/>
                    <a:gd name="connsiteY2183" fmla="*/ 18689 h 621454"/>
                    <a:gd name="connsiteX2184" fmla="*/ 68683 w 591813"/>
                    <a:gd name="connsiteY2184" fmla="*/ 18981 h 621454"/>
                    <a:gd name="connsiteX2185" fmla="*/ 68301 w 591813"/>
                    <a:gd name="connsiteY2185" fmla="*/ 19274 h 621454"/>
                    <a:gd name="connsiteX2186" fmla="*/ 67896 w 591813"/>
                    <a:gd name="connsiteY2186" fmla="*/ 19566 h 621454"/>
                    <a:gd name="connsiteX2187" fmla="*/ 67513 w 591813"/>
                    <a:gd name="connsiteY2187" fmla="*/ 19858 h 621454"/>
                    <a:gd name="connsiteX2188" fmla="*/ 67109 w 591813"/>
                    <a:gd name="connsiteY2188" fmla="*/ 20173 h 621454"/>
                    <a:gd name="connsiteX2189" fmla="*/ 66726 w 591813"/>
                    <a:gd name="connsiteY2189" fmla="*/ 20466 h 621454"/>
                    <a:gd name="connsiteX2190" fmla="*/ 66322 w 591813"/>
                    <a:gd name="connsiteY2190" fmla="*/ 20758 h 621454"/>
                    <a:gd name="connsiteX2191" fmla="*/ 65939 w 591813"/>
                    <a:gd name="connsiteY2191" fmla="*/ 21073 h 621454"/>
                    <a:gd name="connsiteX2192" fmla="*/ 65534 w 591813"/>
                    <a:gd name="connsiteY2192" fmla="*/ 21365 h 621454"/>
                    <a:gd name="connsiteX2193" fmla="*/ 65130 w 591813"/>
                    <a:gd name="connsiteY2193" fmla="*/ 21657 h 621454"/>
                    <a:gd name="connsiteX2194" fmla="*/ 64747 w 591813"/>
                    <a:gd name="connsiteY2194" fmla="*/ 21950 h 621454"/>
                    <a:gd name="connsiteX2195" fmla="*/ 64342 w 591813"/>
                    <a:gd name="connsiteY2195" fmla="*/ 22265 h 621454"/>
                    <a:gd name="connsiteX2196" fmla="*/ 63960 w 591813"/>
                    <a:gd name="connsiteY2196" fmla="*/ 22557 h 621454"/>
                    <a:gd name="connsiteX2197" fmla="*/ 63555 w 591813"/>
                    <a:gd name="connsiteY2197" fmla="*/ 22872 h 621454"/>
                    <a:gd name="connsiteX2198" fmla="*/ 63173 w 591813"/>
                    <a:gd name="connsiteY2198" fmla="*/ 23164 h 621454"/>
                    <a:gd name="connsiteX2199" fmla="*/ 62768 w 591813"/>
                    <a:gd name="connsiteY2199" fmla="*/ 23479 h 621454"/>
                    <a:gd name="connsiteX2200" fmla="*/ 62364 w 591813"/>
                    <a:gd name="connsiteY2200" fmla="*/ 23772 h 621454"/>
                    <a:gd name="connsiteX2201" fmla="*/ 61981 w 591813"/>
                    <a:gd name="connsiteY2201" fmla="*/ 24086 h 621454"/>
                    <a:gd name="connsiteX2202" fmla="*/ 61576 w 591813"/>
                    <a:gd name="connsiteY2202" fmla="*/ 24379 h 621454"/>
                    <a:gd name="connsiteX2203" fmla="*/ 61194 w 591813"/>
                    <a:gd name="connsiteY2203" fmla="*/ 24694 h 621454"/>
                    <a:gd name="connsiteX2204" fmla="*/ 60789 w 591813"/>
                    <a:gd name="connsiteY2204" fmla="*/ 24986 h 621454"/>
                    <a:gd name="connsiteX2205" fmla="*/ 60407 w 591813"/>
                    <a:gd name="connsiteY2205" fmla="*/ 25301 h 621454"/>
                    <a:gd name="connsiteX2206" fmla="*/ 60002 w 591813"/>
                    <a:gd name="connsiteY2206" fmla="*/ 25593 h 621454"/>
                    <a:gd name="connsiteX2207" fmla="*/ 59619 w 591813"/>
                    <a:gd name="connsiteY2207" fmla="*/ 25886 h 621454"/>
                    <a:gd name="connsiteX2208" fmla="*/ 59215 w 591813"/>
                    <a:gd name="connsiteY2208" fmla="*/ 26200 h 621454"/>
                    <a:gd name="connsiteX2209" fmla="*/ 58810 w 591813"/>
                    <a:gd name="connsiteY2209" fmla="*/ 26493 h 621454"/>
                    <a:gd name="connsiteX2210" fmla="*/ 58428 w 591813"/>
                    <a:gd name="connsiteY2210" fmla="*/ 26785 h 621454"/>
                    <a:gd name="connsiteX2211" fmla="*/ 58023 w 591813"/>
                    <a:gd name="connsiteY2211" fmla="*/ 27077 h 621454"/>
                    <a:gd name="connsiteX2212" fmla="*/ 57641 w 591813"/>
                    <a:gd name="connsiteY2212" fmla="*/ 27370 h 621454"/>
                    <a:gd name="connsiteX2213" fmla="*/ 57236 w 591813"/>
                    <a:gd name="connsiteY2213" fmla="*/ 27662 h 621454"/>
                    <a:gd name="connsiteX2214" fmla="*/ 56853 w 591813"/>
                    <a:gd name="connsiteY2214" fmla="*/ 27955 h 621454"/>
                    <a:gd name="connsiteX2215" fmla="*/ 56449 w 591813"/>
                    <a:gd name="connsiteY2215" fmla="*/ 28247 h 621454"/>
                    <a:gd name="connsiteX2216" fmla="*/ 56066 w 591813"/>
                    <a:gd name="connsiteY2216" fmla="*/ 28539 h 621454"/>
                    <a:gd name="connsiteX2217" fmla="*/ 55662 w 591813"/>
                    <a:gd name="connsiteY2217" fmla="*/ 28832 h 621454"/>
                    <a:gd name="connsiteX2218" fmla="*/ 55257 w 591813"/>
                    <a:gd name="connsiteY2218" fmla="*/ 29124 h 621454"/>
                    <a:gd name="connsiteX2219" fmla="*/ 54874 w 591813"/>
                    <a:gd name="connsiteY2219" fmla="*/ 29416 h 621454"/>
                    <a:gd name="connsiteX2220" fmla="*/ 54470 w 591813"/>
                    <a:gd name="connsiteY2220" fmla="*/ 29709 h 621454"/>
                    <a:gd name="connsiteX2221" fmla="*/ 54087 w 591813"/>
                    <a:gd name="connsiteY2221" fmla="*/ 30001 h 621454"/>
                    <a:gd name="connsiteX2222" fmla="*/ 53682 w 591813"/>
                    <a:gd name="connsiteY2222" fmla="*/ 30293 h 621454"/>
                    <a:gd name="connsiteX2223" fmla="*/ 53300 w 591813"/>
                    <a:gd name="connsiteY2223" fmla="*/ 30563 h 621454"/>
                    <a:gd name="connsiteX2224" fmla="*/ 52895 w 591813"/>
                    <a:gd name="connsiteY2224" fmla="*/ 30856 h 621454"/>
                    <a:gd name="connsiteX2225" fmla="*/ 52513 w 591813"/>
                    <a:gd name="connsiteY2225" fmla="*/ 31148 h 621454"/>
                    <a:gd name="connsiteX2226" fmla="*/ 52108 w 591813"/>
                    <a:gd name="connsiteY2226" fmla="*/ 31418 h 621454"/>
                    <a:gd name="connsiteX2227" fmla="*/ 51704 w 591813"/>
                    <a:gd name="connsiteY2227" fmla="*/ 31710 h 621454"/>
                    <a:gd name="connsiteX2228" fmla="*/ 51321 w 591813"/>
                    <a:gd name="connsiteY2228" fmla="*/ 31980 h 621454"/>
                    <a:gd name="connsiteX2229" fmla="*/ 50916 w 591813"/>
                    <a:gd name="connsiteY2229" fmla="*/ 32273 h 621454"/>
                    <a:gd name="connsiteX2230" fmla="*/ 50534 w 591813"/>
                    <a:gd name="connsiteY2230" fmla="*/ 32542 h 621454"/>
                    <a:gd name="connsiteX2231" fmla="*/ 50129 w 591813"/>
                    <a:gd name="connsiteY2231" fmla="*/ 32812 h 621454"/>
                    <a:gd name="connsiteX2232" fmla="*/ 49747 w 591813"/>
                    <a:gd name="connsiteY2232" fmla="*/ 33105 h 621454"/>
                    <a:gd name="connsiteX2233" fmla="*/ 49342 w 591813"/>
                    <a:gd name="connsiteY2233" fmla="*/ 33375 h 621454"/>
                    <a:gd name="connsiteX2234" fmla="*/ 48959 w 591813"/>
                    <a:gd name="connsiteY2234" fmla="*/ 33644 h 621454"/>
                    <a:gd name="connsiteX2235" fmla="*/ 48555 w 591813"/>
                    <a:gd name="connsiteY2235" fmla="*/ 33914 h 621454"/>
                    <a:gd name="connsiteX2236" fmla="*/ 48150 w 591813"/>
                    <a:gd name="connsiteY2236" fmla="*/ 34184 h 621454"/>
                    <a:gd name="connsiteX2237" fmla="*/ 47768 w 591813"/>
                    <a:gd name="connsiteY2237" fmla="*/ 34454 h 621454"/>
                    <a:gd name="connsiteX2238" fmla="*/ 47363 w 591813"/>
                    <a:gd name="connsiteY2238" fmla="*/ 34724 h 621454"/>
                    <a:gd name="connsiteX2239" fmla="*/ 46980 w 591813"/>
                    <a:gd name="connsiteY2239" fmla="*/ 34971 h 621454"/>
                    <a:gd name="connsiteX2240" fmla="*/ 46576 w 591813"/>
                    <a:gd name="connsiteY2240" fmla="*/ 35241 h 621454"/>
                    <a:gd name="connsiteX2241" fmla="*/ 46193 w 591813"/>
                    <a:gd name="connsiteY2241" fmla="*/ 35489 h 621454"/>
                    <a:gd name="connsiteX2242" fmla="*/ 45811 w 591813"/>
                    <a:gd name="connsiteY2242" fmla="*/ 35758 h 621454"/>
                    <a:gd name="connsiteX2243" fmla="*/ 45384 w 591813"/>
                    <a:gd name="connsiteY2243" fmla="*/ 36006 h 621454"/>
                    <a:gd name="connsiteX2244" fmla="*/ 45024 w 591813"/>
                    <a:gd name="connsiteY2244" fmla="*/ 36253 h 621454"/>
                    <a:gd name="connsiteX2245" fmla="*/ 44619 w 591813"/>
                    <a:gd name="connsiteY2245" fmla="*/ 36523 h 621454"/>
                    <a:gd name="connsiteX2246" fmla="*/ 44214 w 591813"/>
                    <a:gd name="connsiteY2246" fmla="*/ 36770 h 621454"/>
                    <a:gd name="connsiteX2247" fmla="*/ 43832 w 591813"/>
                    <a:gd name="connsiteY2247" fmla="*/ 37018 h 621454"/>
                    <a:gd name="connsiteX2248" fmla="*/ 43449 w 591813"/>
                    <a:gd name="connsiteY2248" fmla="*/ 37265 h 621454"/>
                    <a:gd name="connsiteX2249" fmla="*/ 43045 w 591813"/>
                    <a:gd name="connsiteY2249" fmla="*/ 37513 h 621454"/>
                    <a:gd name="connsiteX2250" fmla="*/ 42663 w 591813"/>
                    <a:gd name="connsiteY2250" fmla="*/ 37760 h 621454"/>
                    <a:gd name="connsiteX2251" fmla="*/ 42257 w 591813"/>
                    <a:gd name="connsiteY2251" fmla="*/ 38007 h 621454"/>
                    <a:gd name="connsiteX2252" fmla="*/ 41853 w 591813"/>
                    <a:gd name="connsiteY2252" fmla="*/ 38255 h 621454"/>
                    <a:gd name="connsiteX2253" fmla="*/ 41471 w 591813"/>
                    <a:gd name="connsiteY2253" fmla="*/ 38502 h 621454"/>
                    <a:gd name="connsiteX2254" fmla="*/ 41065 w 591813"/>
                    <a:gd name="connsiteY2254" fmla="*/ 38727 h 621454"/>
                    <a:gd name="connsiteX2255" fmla="*/ 40683 w 591813"/>
                    <a:gd name="connsiteY2255" fmla="*/ 38952 h 621454"/>
                    <a:gd name="connsiteX2256" fmla="*/ 40279 w 591813"/>
                    <a:gd name="connsiteY2256" fmla="*/ 39177 h 621454"/>
                    <a:gd name="connsiteX2257" fmla="*/ 39897 w 591813"/>
                    <a:gd name="connsiteY2257" fmla="*/ 39402 h 621454"/>
                    <a:gd name="connsiteX2258" fmla="*/ 39491 w 591813"/>
                    <a:gd name="connsiteY2258" fmla="*/ 39627 h 621454"/>
                    <a:gd name="connsiteX2259" fmla="*/ 39109 w 591813"/>
                    <a:gd name="connsiteY2259" fmla="*/ 39852 h 621454"/>
                    <a:gd name="connsiteX2260" fmla="*/ 38704 w 591813"/>
                    <a:gd name="connsiteY2260" fmla="*/ 40076 h 621454"/>
                    <a:gd name="connsiteX2261" fmla="*/ 38299 w 591813"/>
                    <a:gd name="connsiteY2261" fmla="*/ 40301 h 621454"/>
                    <a:gd name="connsiteX2262" fmla="*/ 37917 w 591813"/>
                    <a:gd name="connsiteY2262" fmla="*/ 40526 h 621454"/>
                    <a:gd name="connsiteX2263" fmla="*/ 37512 w 591813"/>
                    <a:gd name="connsiteY2263" fmla="*/ 40751 h 621454"/>
                    <a:gd name="connsiteX2264" fmla="*/ 37130 w 591813"/>
                    <a:gd name="connsiteY2264" fmla="*/ 40954 h 621454"/>
                    <a:gd name="connsiteX2265" fmla="*/ 36725 w 591813"/>
                    <a:gd name="connsiteY2265" fmla="*/ 41178 h 621454"/>
                    <a:gd name="connsiteX2266" fmla="*/ 36343 w 591813"/>
                    <a:gd name="connsiteY2266" fmla="*/ 41403 h 621454"/>
                    <a:gd name="connsiteX2267" fmla="*/ 35938 w 591813"/>
                    <a:gd name="connsiteY2267" fmla="*/ 41628 h 621454"/>
                    <a:gd name="connsiteX2268" fmla="*/ 35556 w 591813"/>
                    <a:gd name="connsiteY2268" fmla="*/ 41831 h 621454"/>
                    <a:gd name="connsiteX2269" fmla="*/ 35151 w 591813"/>
                    <a:gd name="connsiteY2269" fmla="*/ 42056 h 621454"/>
                    <a:gd name="connsiteX2270" fmla="*/ 34746 w 591813"/>
                    <a:gd name="connsiteY2270" fmla="*/ 42280 h 621454"/>
                    <a:gd name="connsiteX2271" fmla="*/ 34364 w 591813"/>
                    <a:gd name="connsiteY2271" fmla="*/ 42505 h 621454"/>
                    <a:gd name="connsiteX2272" fmla="*/ 33959 w 591813"/>
                    <a:gd name="connsiteY2272" fmla="*/ 42708 h 621454"/>
                    <a:gd name="connsiteX2273" fmla="*/ 33577 w 591813"/>
                    <a:gd name="connsiteY2273" fmla="*/ 42933 h 621454"/>
                    <a:gd name="connsiteX2274" fmla="*/ 33172 w 591813"/>
                    <a:gd name="connsiteY2274" fmla="*/ 43158 h 621454"/>
                    <a:gd name="connsiteX2275" fmla="*/ 32789 w 591813"/>
                    <a:gd name="connsiteY2275" fmla="*/ 43382 h 621454"/>
                    <a:gd name="connsiteX2276" fmla="*/ 32385 w 591813"/>
                    <a:gd name="connsiteY2276" fmla="*/ 43607 h 621454"/>
                    <a:gd name="connsiteX2277" fmla="*/ 31980 w 591813"/>
                    <a:gd name="connsiteY2277" fmla="*/ 43855 h 621454"/>
                    <a:gd name="connsiteX2278" fmla="*/ 31597 w 591813"/>
                    <a:gd name="connsiteY2278" fmla="*/ 44080 h 621454"/>
                    <a:gd name="connsiteX2279" fmla="*/ 31193 w 591813"/>
                    <a:gd name="connsiteY2279" fmla="*/ 44327 h 621454"/>
                    <a:gd name="connsiteX2280" fmla="*/ 30811 w 591813"/>
                    <a:gd name="connsiteY2280" fmla="*/ 44574 h 621454"/>
                    <a:gd name="connsiteX2281" fmla="*/ 30405 w 591813"/>
                    <a:gd name="connsiteY2281" fmla="*/ 44822 h 621454"/>
                    <a:gd name="connsiteX2282" fmla="*/ 30023 w 591813"/>
                    <a:gd name="connsiteY2282" fmla="*/ 45069 h 621454"/>
                    <a:gd name="connsiteX2283" fmla="*/ 29619 w 591813"/>
                    <a:gd name="connsiteY2283" fmla="*/ 45339 h 621454"/>
                    <a:gd name="connsiteX2284" fmla="*/ 29236 w 591813"/>
                    <a:gd name="connsiteY2284" fmla="*/ 45609 h 621454"/>
                    <a:gd name="connsiteX2285" fmla="*/ 28831 w 591813"/>
                    <a:gd name="connsiteY2285" fmla="*/ 45901 h 621454"/>
                    <a:gd name="connsiteX2286" fmla="*/ 28427 w 591813"/>
                    <a:gd name="connsiteY2286" fmla="*/ 46194 h 621454"/>
                    <a:gd name="connsiteX2287" fmla="*/ 28044 w 591813"/>
                    <a:gd name="connsiteY2287" fmla="*/ 46486 h 621454"/>
                    <a:gd name="connsiteX2288" fmla="*/ 27639 w 591813"/>
                    <a:gd name="connsiteY2288" fmla="*/ 46801 h 621454"/>
                    <a:gd name="connsiteX2289" fmla="*/ 27257 w 591813"/>
                    <a:gd name="connsiteY2289" fmla="*/ 47116 h 621454"/>
                    <a:gd name="connsiteX2290" fmla="*/ 26852 w 591813"/>
                    <a:gd name="connsiteY2290" fmla="*/ 47431 h 621454"/>
                    <a:gd name="connsiteX2291" fmla="*/ 26470 w 591813"/>
                    <a:gd name="connsiteY2291" fmla="*/ 47768 h 621454"/>
                    <a:gd name="connsiteX2292" fmla="*/ 26065 w 591813"/>
                    <a:gd name="connsiteY2292" fmla="*/ 48105 h 621454"/>
                    <a:gd name="connsiteX2293" fmla="*/ 25683 w 591813"/>
                    <a:gd name="connsiteY2293" fmla="*/ 48465 h 621454"/>
                    <a:gd name="connsiteX2294" fmla="*/ 25278 w 591813"/>
                    <a:gd name="connsiteY2294" fmla="*/ 48825 h 621454"/>
                    <a:gd name="connsiteX2295" fmla="*/ 24873 w 591813"/>
                    <a:gd name="connsiteY2295" fmla="*/ 49185 h 621454"/>
                    <a:gd name="connsiteX2296" fmla="*/ 24491 w 591813"/>
                    <a:gd name="connsiteY2296" fmla="*/ 49567 h 621454"/>
                    <a:gd name="connsiteX2297" fmla="*/ 24086 w 591813"/>
                    <a:gd name="connsiteY2297" fmla="*/ 49949 h 621454"/>
                    <a:gd name="connsiteX2298" fmla="*/ 23704 w 591813"/>
                    <a:gd name="connsiteY2298" fmla="*/ 50332 h 621454"/>
                    <a:gd name="connsiteX2299" fmla="*/ 23299 w 591813"/>
                    <a:gd name="connsiteY2299" fmla="*/ 50737 h 621454"/>
                    <a:gd name="connsiteX2300" fmla="*/ 22917 w 591813"/>
                    <a:gd name="connsiteY2300" fmla="*/ 51141 h 621454"/>
                    <a:gd name="connsiteX2301" fmla="*/ 22512 w 591813"/>
                    <a:gd name="connsiteY2301" fmla="*/ 51546 h 621454"/>
                    <a:gd name="connsiteX2302" fmla="*/ 22129 w 591813"/>
                    <a:gd name="connsiteY2302" fmla="*/ 51973 h 621454"/>
                    <a:gd name="connsiteX2303" fmla="*/ 21725 w 591813"/>
                    <a:gd name="connsiteY2303" fmla="*/ 52401 h 621454"/>
                    <a:gd name="connsiteX2304" fmla="*/ 21320 w 591813"/>
                    <a:gd name="connsiteY2304" fmla="*/ 52828 h 621454"/>
                    <a:gd name="connsiteX2305" fmla="*/ 20937 w 591813"/>
                    <a:gd name="connsiteY2305" fmla="*/ 53278 h 621454"/>
                    <a:gd name="connsiteX2306" fmla="*/ 20533 w 591813"/>
                    <a:gd name="connsiteY2306" fmla="*/ 53728 h 621454"/>
                    <a:gd name="connsiteX2307" fmla="*/ 20151 w 591813"/>
                    <a:gd name="connsiteY2307" fmla="*/ 54177 h 621454"/>
                    <a:gd name="connsiteX2308" fmla="*/ 19745 w 591813"/>
                    <a:gd name="connsiteY2308" fmla="*/ 54627 h 621454"/>
                    <a:gd name="connsiteX2309" fmla="*/ 19363 w 591813"/>
                    <a:gd name="connsiteY2309" fmla="*/ 55099 h 621454"/>
                    <a:gd name="connsiteX2310" fmla="*/ 18959 w 591813"/>
                    <a:gd name="connsiteY2310" fmla="*/ 55572 h 621454"/>
                    <a:gd name="connsiteX2311" fmla="*/ 18576 w 591813"/>
                    <a:gd name="connsiteY2311" fmla="*/ 56044 h 621454"/>
                    <a:gd name="connsiteX2312" fmla="*/ 18171 w 591813"/>
                    <a:gd name="connsiteY2312" fmla="*/ 56516 h 621454"/>
                    <a:gd name="connsiteX2313" fmla="*/ 17767 w 591813"/>
                    <a:gd name="connsiteY2313" fmla="*/ 57011 h 621454"/>
                    <a:gd name="connsiteX2314" fmla="*/ 17384 w 591813"/>
                    <a:gd name="connsiteY2314" fmla="*/ 57506 h 621454"/>
                    <a:gd name="connsiteX2315" fmla="*/ 16979 w 591813"/>
                    <a:gd name="connsiteY2315" fmla="*/ 57978 h 621454"/>
                    <a:gd name="connsiteX2316" fmla="*/ 16597 w 591813"/>
                    <a:gd name="connsiteY2316" fmla="*/ 58495 h 621454"/>
                    <a:gd name="connsiteX2317" fmla="*/ 16192 w 591813"/>
                    <a:gd name="connsiteY2317" fmla="*/ 58990 h 621454"/>
                    <a:gd name="connsiteX2318" fmla="*/ 15810 w 591813"/>
                    <a:gd name="connsiteY2318" fmla="*/ 59485 h 621454"/>
                    <a:gd name="connsiteX2319" fmla="*/ 15405 w 591813"/>
                    <a:gd name="connsiteY2319" fmla="*/ 60002 h 621454"/>
                    <a:gd name="connsiteX2320" fmla="*/ 15000 w 591813"/>
                    <a:gd name="connsiteY2320" fmla="*/ 60497 h 621454"/>
                    <a:gd name="connsiteX2321" fmla="*/ 14618 w 591813"/>
                    <a:gd name="connsiteY2321" fmla="*/ 61014 h 621454"/>
                    <a:gd name="connsiteX2322" fmla="*/ 14213 w 591813"/>
                    <a:gd name="connsiteY2322" fmla="*/ 61531 h 621454"/>
                    <a:gd name="connsiteX2323" fmla="*/ 13831 w 591813"/>
                    <a:gd name="connsiteY2323" fmla="*/ 62049 h 621454"/>
                    <a:gd name="connsiteX2324" fmla="*/ 13426 w 591813"/>
                    <a:gd name="connsiteY2324" fmla="*/ 62566 h 621454"/>
                    <a:gd name="connsiteX2325" fmla="*/ 13044 w 591813"/>
                    <a:gd name="connsiteY2325" fmla="*/ 63083 h 621454"/>
                    <a:gd name="connsiteX2326" fmla="*/ 12639 w 591813"/>
                    <a:gd name="connsiteY2326" fmla="*/ 63601 h 621454"/>
                    <a:gd name="connsiteX2327" fmla="*/ 12257 w 591813"/>
                    <a:gd name="connsiteY2327" fmla="*/ 64140 h 621454"/>
                    <a:gd name="connsiteX2328" fmla="*/ 11852 w 591813"/>
                    <a:gd name="connsiteY2328" fmla="*/ 64658 h 621454"/>
                    <a:gd name="connsiteX2329" fmla="*/ 11447 w 591813"/>
                    <a:gd name="connsiteY2329" fmla="*/ 65197 h 621454"/>
                    <a:gd name="connsiteX2330" fmla="*/ 11065 w 591813"/>
                    <a:gd name="connsiteY2330" fmla="*/ 65715 h 621454"/>
                    <a:gd name="connsiteX2331" fmla="*/ 10660 w 591813"/>
                    <a:gd name="connsiteY2331" fmla="*/ 66254 h 621454"/>
                    <a:gd name="connsiteX2332" fmla="*/ 10277 w 591813"/>
                    <a:gd name="connsiteY2332" fmla="*/ 66772 h 621454"/>
                    <a:gd name="connsiteX2333" fmla="*/ 9873 w 591813"/>
                    <a:gd name="connsiteY2333" fmla="*/ 67311 h 621454"/>
                    <a:gd name="connsiteX2334" fmla="*/ 9491 w 591813"/>
                    <a:gd name="connsiteY2334" fmla="*/ 67851 h 621454"/>
                    <a:gd name="connsiteX2335" fmla="*/ 9085 w 591813"/>
                    <a:gd name="connsiteY2335" fmla="*/ 68391 h 621454"/>
                    <a:gd name="connsiteX2336" fmla="*/ 8703 w 591813"/>
                    <a:gd name="connsiteY2336" fmla="*/ 68931 h 621454"/>
                    <a:gd name="connsiteX2337" fmla="*/ 8299 w 591813"/>
                    <a:gd name="connsiteY2337" fmla="*/ 69448 h 621454"/>
                    <a:gd name="connsiteX2338" fmla="*/ 7893 w 591813"/>
                    <a:gd name="connsiteY2338" fmla="*/ 69988 h 621454"/>
                    <a:gd name="connsiteX2339" fmla="*/ 7511 w 591813"/>
                    <a:gd name="connsiteY2339" fmla="*/ 70527 h 621454"/>
                    <a:gd name="connsiteX2340" fmla="*/ 7107 w 591813"/>
                    <a:gd name="connsiteY2340" fmla="*/ 71067 h 621454"/>
                    <a:gd name="connsiteX2341" fmla="*/ 6724 w 591813"/>
                    <a:gd name="connsiteY2341" fmla="*/ 71607 h 621454"/>
                    <a:gd name="connsiteX2342" fmla="*/ 6319 w 591813"/>
                    <a:gd name="connsiteY2342" fmla="*/ 72147 h 621454"/>
                    <a:gd name="connsiteX2343" fmla="*/ 5937 w 591813"/>
                    <a:gd name="connsiteY2343" fmla="*/ 72686 h 621454"/>
                    <a:gd name="connsiteX2344" fmla="*/ 5532 w 591813"/>
                    <a:gd name="connsiteY2344" fmla="*/ 73249 h 621454"/>
                    <a:gd name="connsiteX2345" fmla="*/ 5150 w 591813"/>
                    <a:gd name="connsiteY2345" fmla="*/ 73788 h 621454"/>
                    <a:gd name="connsiteX2346" fmla="*/ 4745 w 591813"/>
                    <a:gd name="connsiteY2346" fmla="*/ 74328 h 621454"/>
                    <a:gd name="connsiteX2347" fmla="*/ 4340 w 591813"/>
                    <a:gd name="connsiteY2347" fmla="*/ 74868 h 621454"/>
                    <a:gd name="connsiteX2348" fmla="*/ 3958 w 591813"/>
                    <a:gd name="connsiteY2348" fmla="*/ 75408 h 621454"/>
                    <a:gd name="connsiteX2349" fmla="*/ 3553 w 591813"/>
                    <a:gd name="connsiteY2349" fmla="*/ 75970 h 621454"/>
                    <a:gd name="connsiteX2350" fmla="*/ 3171 w 591813"/>
                    <a:gd name="connsiteY2350" fmla="*/ 76510 h 621454"/>
                    <a:gd name="connsiteX2351" fmla="*/ 2766 w 591813"/>
                    <a:gd name="connsiteY2351" fmla="*/ 77072 h 621454"/>
                    <a:gd name="connsiteX2352" fmla="*/ 2383 w 591813"/>
                    <a:gd name="connsiteY2352" fmla="*/ 77612 h 621454"/>
                    <a:gd name="connsiteX2353" fmla="*/ 1979 w 591813"/>
                    <a:gd name="connsiteY2353" fmla="*/ 78174 h 621454"/>
                    <a:gd name="connsiteX2354" fmla="*/ 1574 w 591813"/>
                    <a:gd name="connsiteY2354" fmla="*/ 78714 h 621454"/>
                    <a:gd name="connsiteX2355" fmla="*/ 1191 w 591813"/>
                    <a:gd name="connsiteY2355" fmla="*/ 79276 h 621454"/>
                    <a:gd name="connsiteX2356" fmla="*/ 787 w 591813"/>
                    <a:gd name="connsiteY2356" fmla="*/ 79838 h 621454"/>
                    <a:gd name="connsiteX2357" fmla="*/ 405 w 591813"/>
                    <a:gd name="connsiteY2357" fmla="*/ 80378 h 621454"/>
                    <a:gd name="connsiteX2358" fmla="*/ 0 w 591813"/>
                    <a:gd name="connsiteY2358" fmla="*/ 80940 h 621454"/>
                    <a:gd name="connsiteX2359" fmla="*/ 0 w 591813"/>
                    <a:gd name="connsiteY2359" fmla="*/ 90318 h 621454"/>
                    <a:gd name="connsiteX2360" fmla="*/ 405 w 591813"/>
                    <a:gd name="connsiteY2360" fmla="*/ 89846 h 621454"/>
                    <a:gd name="connsiteX2361" fmla="*/ 787 w 591813"/>
                    <a:gd name="connsiteY2361" fmla="*/ 89374 h 621454"/>
                    <a:gd name="connsiteX2362" fmla="*/ 1191 w 591813"/>
                    <a:gd name="connsiteY2362" fmla="*/ 88879 h 621454"/>
                    <a:gd name="connsiteX2363" fmla="*/ 1574 w 591813"/>
                    <a:gd name="connsiteY2363" fmla="*/ 88407 h 621454"/>
                    <a:gd name="connsiteX2364" fmla="*/ 1979 w 591813"/>
                    <a:gd name="connsiteY2364" fmla="*/ 87934 h 621454"/>
                    <a:gd name="connsiteX2365" fmla="*/ 2383 w 591813"/>
                    <a:gd name="connsiteY2365" fmla="*/ 87462 h 621454"/>
                    <a:gd name="connsiteX2366" fmla="*/ 2766 w 591813"/>
                    <a:gd name="connsiteY2366" fmla="*/ 86990 h 621454"/>
                    <a:gd name="connsiteX2367" fmla="*/ 3171 w 591813"/>
                    <a:gd name="connsiteY2367" fmla="*/ 86517 h 621454"/>
                    <a:gd name="connsiteX2368" fmla="*/ 3553 w 591813"/>
                    <a:gd name="connsiteY2368" fmla="*/ 86045 h 621454"/>
                    <a:gd name="connsiteX2369" fmla="*/ 3958 w 591813"/>
                    <a:gd name="connsiteY2369" fmla="*/ 85573 h 621454"/>
                    <a:gd name="connsiteX2370" fmla="*/ 4340 w 591813"/>
                    <a:gd name="connsiteY2370" fmla="*/ 85101 h 621454"/>
                    <a:gd name="connsiteX2371" fmla="*/ 4745 w 591813"/>
                    <a:gd name="connsiteY2371" fmla="*/ 84628 h 621454"/>
                    <a:gd name="connsiteX2372" fmla="*/ 5150 w 591813"/>
                    <a:gd name="connsiteY2372" fmla="*/ 84156 h 621454"/>
                    <a:gd name="connsiteX2373" fmla="*/ 5532 w 591813"/>
                    <a:gd name="connsiteY2373" fmla="*/ 83706 h 621454"/>
                    <a:gd name="connsiteX2374" fmla="*/ 5937 w 591813"/>
                    <a:gd name="connsiteY2374" fmla="*/ 83234 h 621454"/>
                    <a:gd name="connsiteX2375" fmla="*/ 6319 w 591813"/>
                    <a:gd name="connsiteY2375" fmla="*/ 82762 h 621454"/>
                    <a:gd name="connsiteX2376" fmla="*/ 6724 w 591813"/>
                    <a:gd name="connsiteY2376" fmla="*/ 82289 h 621454"/>
                    <a:gd name="connsiteX2377" fmla="*/ 7107 w 591813"/>
                    <a:gd name="connsiteY2377" fmla="*/ 81840 h 621454"/>
                    <a:gd name="connsiteX2378" fmla="*/ 7511 w 591813"/>
                    <a:gd name="connsiteY2378" fmla="*/ 81367 h 621454"/>
                    <a:gd name="connsiteX2379" fmla="*/ 7893 w 591813"/>
                    <a:gd name="connsiteY2379" fmla="*/ 80918 h 621454"/>
                    <a:gd name="connsiteX2380" fmla="*/ 8299 w 591813"/>
                    <a:gd name="connsiteY2380" fmla="*/ 80445 h 621454"/>
                    <a:gd name="connsiteX2381" fmla="*/ 8703 w 591813"/>
                    <a:gd name="connsiteY2381" fmla="*/ 79995 h 621454"/>
                    <a:gd name="connsiteX2382" fmla="*/ 9085 w 591813"/>
                    <a:gd name="connsiteY2382" fmla="*/ 79523 h 621454"/>
                    <a:gd name="connsiteX2383" fmla="*/ 9491 w 591813"/>
                    <a:gd name="connsiteY2383" fmla="*/ 79073 h 621454"/>
                    <a:gd name="connsiteX2384" fmla="*/ 9873 w 591813"/>
                    <a:gd name="connsiteY2384" fmla="*/ 78624 h 621454"/>
                    <a:gd name="connsiteX2385" fmla="*/ 10277 w 591813"/>
                    <a:gd name="connsiteY2385" fmla="*/ 78151 h 621454"/>
                    <a:gd name="connsiteX2386" fmla="*/ 10660 w 591813"/>
                    <a:gd name="connsiteY2386" fmla="*/ 77702 h 621454"/>
                    <a:gd name="connsiteX2387" fmla="*/ 11065 w 591813"/>
                    <a:gd name="connsiteY2387" fmla="*/ 77252 h 621454"/>
                    <a:gd name="connsiteX2388" fmla="*/ 11447 w 591813"/>
                    <a:gd name="connsiteY2388" fmla="*/ 76802 h 621454"/>
                    <a:gd name="connsiteX2389" fmla="*/ 11852 w 591813"/>
                    <a:gd name="connsiteY2389" fmla="*/ 76352 h 621454"/>
                    <a:gd name="connsiteX2390" fmla="*/ 12257 w 591813"/>
                    <a:gd name="connsiteY2390" fmla="*/ 75902 h 621454"/>
                    <a:gd name="connsiteX2391" fmla="*/ 12639 w 591813"/>
                    <a:gd name="connsiteY2391" fmla="*/ 75453 h 621454"/>
                    <a:gd name="connsiteX2392" fmla="*/ 13044 w 591813"/>
                    <a:gd name="connsiteY2392" fmla="*/ 75003 h 621454"/>
                    <a:gd name="connsiteX2393" fmla="*/ 13426 w 591813"/>
                    <a:gd name="connsiteY2393" fmla="*/ 74553 h 621454"/>
                    <a:gd name="connsiteX2394" fmla="*/ 13831 w 591813"/>
                    <a:gd name="connsiteY2394" fmla="*/ 74126 h 621454"/>
                    <a:gd name="connsiteX2395" fmla="*/ 14213 w 591813"/>
                    <a:gd name="connsiteY2395" fmla="*/ 73676 h 621454"/>
                    <a:gd name="connsiteX2396" fmla="*/ 14618 w 591813"/>
                    <a:gd name="connsiteY2396" fmla="*/ 73249 h 621454"/>
                    <a:gd name="connsiteX2397" fmla="*/ 15000 w 591813"/>
                    <a:gd name="connsiteY2397" fmla="*/ 72799 h 621454"/>
                    <a:gd name="connsiteX2398" fmla="*/ 15405 w 591813"/>
                    <a:gd name="connsiteY2398" fmla="*/ 72371 h 621454"/>
                    <a:gd name="connsiteX2399" fmla="*/ 15810 w 591813"/>
                    <a:gd name="connsiteY2399" fmla="*/ 71944 h 621454"/>
                    <a:gd name="connsiteX2400" fmla="*/ 16192 w 591813"/>
                    <a:gd name="connsiteY2400" fmla="*/ 71517 h 621454"/>
                    <a:gd name="connsiteX2401" fmla="*/ 16597 w 591813"/>
                    <a:gd name="connsiteY2401" fmla="*/ 71112 h 621454"/>
                    <a:gd name="connsiteX2402" fmla="*/ 16979 w 591813"/>
                    <a:gd name="connsiteY2402" fmla="*/ 70685 h 621454"/>
                    <a:gd name="connsiteX2403" fmla="*/ 17384 w 591813"/>
                    <a:gd name="connsiteY2403" fmla="*/ 70280 h 621454"/>
                    <a:gd name="connsiteX2404" fmla="*/ 17767 w 591813"/>
                    <a:gd name="connsiteY2404" fmla="*/ 69853 h 621454"/>
                    <a:gd name="connsiteX2405" fmla="*/ 18171 w 591813"/>
                    <a:gd name="connsiteY2405" fmla="*/ 69448 h 621454"/>
                    <a:gd name="connsiteX2406" fmla="*/ 18576 w 591813"/>
                    <a:gd name="connsiteY2406" fmla="*/ 69043 h 621454"/>
                    <a:gd name="connsiteX2407" fmla="*/ 18959 w 591813"/>
                    <a:gd name="connsiteY2407" fmla="*/ 68638 h 621454"/>
                    <a:gd name="connsiteX2408" fmla="*/ 19363 w 591813"/>
                    <a:gd name="connsiteY2408" fmla="*/ 68256 h 621454"/>
                    <a:gd name="connsiteX2409" fmla="*/ 19745 w 591813"/>
                    <a:gd name="connsiteY2409" fmla="*/ 67851 h 621454"/>
                    <a:gd name="connsiteX2410" fmla="*/ 20151 w 591813"/>
                    <a:gd name="connsiteY2410" fmla="*/ 67469 h 621454"/>
                    <a:gd name="connsiteX2411" fmla="*/ 20533 w 591813"/>
                    <a:gd name="connsiteY2411" fmla="*/ 67086 h 621454"/>
                    <a:gd name="connsiteX2412" fmla="*/ 20937 w 591813"/>
                    <a:gd name="connsiteY2412" fmla="*/ 66727 h 621454"/>
                    <a:gd name="connsiteX2413" fmla="*/ 21320 w 591813"/>
                    <a:gd name="connsiteY2413" fmla="*/ 66344 h 621454"/>
                    <a:gd name="connsiteX2414" fmla="*/ 21725 w 591813"/>
                    <a:gd name="connsiteY2414" fmla="*/ 65984 h 621454"/>
                    <a:gd name="connsiteX2415" fmla="*/ 22129 w 591813"/>
                    <a:gd name="connsiteY2415" fmla="*/ 65625 h 621454"/>
                    <a:gd name="connsiteX2416" fmla="*/ 22512 w 591813"/>
                    <a:gd name="connsiteY2416" fmla="*/ 65287 h 621454"/>
                    <a:gd name="connsiteX2417" fmla="*/ 22917 w 591813"/>
                    <a:gd name="connsiteY2417" fmla="*/ 64927 h 621454"/>
                    <a:gd name="connsiteX2418" fmla="*/ 23299 w 591813"/>
                    <a:gd name="connsiteY2418" fmla="*/ 64590 h 621454"/>
                    <a:gd name="connsiteX2419" fmla="*/ 23704 w 591813"/>
                    <a:gd name="connsiteY2419" fmla="*/ 64275 h 621454"/>
                    <a:gd name="connsiteX2420" fmla="*/ 24086 w 591813"/>
                    <a:gd name="connsiteY2420" fmla="*/ 63960 h 621454"/>
                    <a:gd name="connsiteX2421" fmla="*/ 24491 w 591813"/>
                    <a:gd name="connsiteY2421" fmla="*/ 63646 h 621454"/>
                    <a:gd name="connsiteX2422" fmla="*/ 24873 w 591813"/>
                    <a:gd name="connsiteY2422" fmla="*/ 63331 h 621454"/>
                    <a:gd name="connsiteX2423" fmla="*/ 25278 w 591813"/>
                    <a:gd name="connsiteY2423" fmla="*/ 63038 h 621454"/>
                    <a:gd name="connsiteX2424" fmla="*/ 25683 w 591813"/>
                    <a:gd name="connsiteY2424" fmla="*/ 62746 h 621454"/>
                    <a:gd name="connsiteX2425" fmla="*/ 26065 w 591813"/>
                    <a:gd name="connsiteY2425" fmla="*/ 62454 h 621454"/>
                    <a:gd name="connsiteX2426" fmla="*/ 26470 w 591813"/>
                    <a:gd name="connsiteY2426" fmla="*/ 62184 h 621454"/>
                    <a:gd name="connsiteX2427" fmla="*/ 26852 w 591813"/>
                    <a:gd name="connsiteY2427" fmla="*/ 61936 h 621454"/>
                    <a:gd name="connsiteX2428" fmla="*/ 27257 w 591813"/>
                    <a:gd name="connsiteY2428" fmla="*/ 61666 h 621454"/>
                    <a:gd name="connsiteX2429" fmla="*/ 27639 w 591813"/>
                    <a:gd name="connsiteY2429" fmla="*/ 61442 h 621454"/>
                    <a:gd name="connsiteX2430" fmla="*/ 28044 w 591813"/>
                    <a:gd name="connsiteY2430" fmla="*/ 61194 h 621454"/>
                    <a:gd name="connsiteX2431" fmla="*/ 28427 w 591813"/>
                    <a:gd name="connsiteY2431" fmla="*/ 60969 h 621454"/>
                    <a:gd name="connsiteX2432" fmla="*/ 28831 w 591813"/>
                    <a:gd name="connsiteY2432" fmla="*/ 60767 h 621454"/>
                    <a:gd name="connsiteX2433" fmla="*/ 29236 w 591813"/>
                    <a:gd name="connsiteY2433" fmla="*/ 60564 h 621454"/>
                    <a:gd name="connsiteX2434" fmla="*/ 29619 w 591813"/>
                    <a:gd name="connsiteY2434" fmla="*/ 60385 h 621454"/>
                    <a:gd name="connsiteX2435" fmla="*/ 30023 w 591813"/>
                    <a:gd name="connsiteY2435" fmla="*/ 60205 h 621454"/>
                    <a:gd name="connsiteX2436" fmla="*/ 30405 w 591813"/>
                    <a:gd name="connsiteY2436" fmla="*/ 60047 h 621454"/>
                    <a:gd name="connsiteX2437" fmla="*/ 30811 w 591813"/>
                    <a:gd name="connsiteY2437" fmla="*/ 59890 h 621454"/>
                    <a:gd name="connsiteX2438" fmla="*/ 31193 w 591813"/>
                    <a:gd name="connsiteY2438" fmla="*/ 59755 h 621454"/>
                    <a:gd name="connsiteX2439" fmla="*/ 31597 w 591813"/>
                    <a:gd name="connsiteY2439" fmla="*/ 59620 h 621454"/>
                    <a:gd name="connsiteX2440" fmla="*/ 31980 w 591813"/>
                    <a:gd name="connsiteY2440" fmla="*/ 59485 h 621454"/>
                    <a:gd name="connsiteX2441" fmla="*/ 32385 w 591813"/>
                    <a:gd name="connsiteY2441" fmla="*/ 59372 h 621454"/>
                    <a:gd name="connsiteX2442" fmla="*/ 32789 w 591813"/>
                    <a:gd name="connsiteY2442" fmla="*/ 59260 h 621454"/>
                    <a:gd name="connsiteX2443" fmla="*/ 33172 w 591813"/>
                    <a:gd name="connsiteY2443" fmla="*/ 59148 h 621454"/>
                    <a:gd name="connsiteX2444" fmla="*/ 33577 w 591813"/>
                    <a:gd name="connsiteY2444" fmla="*/ 59058 h 621454"/>
                    <a:gd name="connsiteX2445" fmla="*/ 33959 w 591813"/>
                    <a:gd name="connsiteY2445" fmla="*/ 58968 h 621454"/>
                    <a:gd name="connsiteX2446" fmla="*/ 34364 w 591813"/>
                    <a:gd name="connsiteY2446" fmla="*/ 58878 h 621454"/>
                    <a:gd name="connsiteX2447" fmla="*/ 34746 w 591813"/>
                    <a:gd name="connsiteY2447" fmla="*/ 58810 h 621454"/>
                    <a:gd name="connsiteX2448" fmla="*/ 35151 w 591813"/>
                    <a:gd name="connsiteY2448" fmla="*/ 58720 h 621454"/>
                    <a:gd name="connsiteX2449" fmla="*/ 35556 w 591813"/>
                    <a:gd name="connsiteY2449" fmla="*/ 58653 h 621454"/>
                    <a:gd name="connsiteX2450" fmla="*/ 35938 w 591813"/>
                    <a:gd name="connsiteY2450" fmla="*/ 58585 h 621454"/>
                    <a:gd name="connsiteX2451" fmla="*/ 36343 w 591813"/>
                    <a:gd name="connsiteY2451" fmla="*/ 58540 h 621454"/>
                    <a:gd name="connsiteX2452" fmla="*/ 36725 w 591813"/>
                    <a:gd name="connsiteY2452" fmla="*/ 58473 h 621454"/>
                    <a:gd name="connsiteX2453" fmla="*/ 37130 w 591813"/>
                    <a:gd name="connsiteY2453" fmla="*/ 58428 h 621454"/>
                    <a:gd name="connsiteX2454" fmla="*/ 37512 w 591813"/>
                    <a:gd name="connsiteY2454" fmla="*/ 58360 h 621454"/>
                    <a:gd name="connsiteX2455" fmla="*/ 37917 w 591813"/>
                    <a:gd name="connsiteY2455" fmla="*/ 58315 h 621454"/>
                    <a:gd name="connsiteX2456" fmla="*/ 38299 w 591813"/>
                    <a:gd name="connsiteY2456" fmla="*/ 58271 h 621454"/>
                    <a:gd name="connsiteX2457" fmla="*/ 38704 w 591813"/>
                    <a:gd name="connsiteY2457" fmla="*/ 58226 h 621454"/>
                    <a:gd name="connsiteX2458" fmla="*/ 39109 w 591813"/>
                    <a:gd name="connsiteY2458" fmla="*/ 58181 h 621454"/>
                    <a:gd name="connsiteX2459" fmla="*/ 39491 w 591813"/>
                    <a:gd name="connsiteY2459" fmla="*/ 58136 h 621454"/>
                    <a:gd name="connsiteX2460" fmla="*/ 39897 w 591813"/>
                    <a:gd name="connsiteY2460" fmla="*/ 58091 h 621454"/>
                    <a:gd name="connsiteX2461" fmla="*/ 40279 w 591813"/>
                    <a:gd name="connsiteY2461" fmla="*/ 58046 h 621454"/>
                    <a:gd name="connsiteX2462" fmla="*/ 40683 w 591813"/>
                    <a:gd name="connsiteY2462" fmla="*/ 58001 h 621454"/>
                    <a:gd name="connsiteX2463" fmla="*/ 41065 w 591813"/>
                    <a:gd name="connsiteY2463" fmla="*/ 57956 h 621454"/>
                    <a:gd name="connsiteX2464" fmla="*/ 41471 w 591813"/>
                    <a:gd name="connsiteY2464" fmla="*/ 57911 h 621454"/>
                    <a:gd name="connsiteX2465" fmla="*/ 41853 w 591813"/>
                    <a:gd name="connsiteY2465" fmla="*/ 57843 h 621454"/>
                    <a:gd name="connsiteX2466" fmla="*/ 42257 w 591813"/>
                    <a:gd name="connsiteY2466" fmla="*/ 57798 h 621454"/>
                    <a:gd name="connsiteX2467" fmla="*/ 42663 w 591813"/>
                    <a:gd name="connsiteY2467" fmla="*/ 57731 h 621454"/>
                    <a:gd name="connsiteX2468" fmla="*/ 43045 w 591813"/>
                    <a:gd name="connsiteY2468" fmla="*/ 57686 h 621454"/>
                    <a:gd name="connsiteX2469" fmla="*/ 43449 w 591813"/>
                    <a:gd name="connsiteY2469" fmla="*/ 57618 h 621454"/>
                    <a:gd name="connsiteX2470" fmla="*/ 43832 w 591813"/>
                    <a:gd name="connsiteY2470" fmla="*/ 57551 h 621454"/>
                    <a:gd name="connsiteX2471" fmla="*/ 44214 w 591813"/>
                    <a:gd name="connsiteY2471" fmla="*/ 57483 h 621454"/>
                    <a:gd name="connsiteX2472" fmla="*/ 44619 w 591813"/>
                    <a:gd name="connsiteY2472" fmla="*/ 57416 h 621454"/>
                    <a:gd name="connsiteX2473" fmla="*/ 45024 w 591813"/>
                    <a:gd name="connsiteY2473" fmla="*/ 57326 h 621454"/>
                    <a:gd name="connsiteX2474" fmla="*/ 45384 w 591813"/>
                    <a:gd name="connsiteY2474" fmla="*/ 57258 h 621454"/>
                    <a:gd name="connsiteX2475" fmla="*/ 45811 w 591813"/>
                    <a:gd name="connsiteY2475" fmla="*/ 57191 h 621454"/>
                    <a:gd name="connsiteX2476" fmla="*/ 46193 w 591813"/>
                    <a:gd name="connsiteY2476" fmla="*/ 57101 h 621454"/>
                    <a:gd name="connsiteX2477" fmla="*/ 46576 w 591813"/>
                    <a:gd name="connsiteY2477" fmla="*/ 57011 h 621454"/>
                    <a:gd name="connsiteX2478" fmla="*/ 46980 w 591813"/>
                    <a:gd name="connsiteY2478" fmla="*/ 56921 h 621454"/>
                    <a:gd name="connsiteX2479" fmla="*/ 47363 w 591813"/>
                    <a:gd name="connsiteY2479" fmla="*/ 56831 h 621454"/>
                    <a:gd name="connsiteX2480" fmla="*/ 47768 w 591813"/>
                    <a:gd name="connsiteY2480" fmla="*/ 56719 h 621454"/>
                    <a:gd name="connsiteX2481" fmla="*/ 48150 w 591813"/>
                    <a:gd name="connsiteY2481" fmla="*/ 56606 h 621454"/>
                    <a:gd name="connsiteX2482" fmla="*/ 48555 w 591813"/>
                    <a:gd name="connsiteY2482" fmla="*/ 56494 h 621454"/>
                    <a:gd name="connsiteX2483" fmla="*/ 48959 w 591813"/>
                    <a:gd name="connsiteY2483" fmla="*/ 56381 h 621454"/>
                    <a:gd name="connsiteX2484" fmla="*/ 49342 w 591813"/>
                    <a:gd name="connsiteY2484" fmla="*/ 56269 h 621454"/>
                    <a:gd name="connsiteX2485" fmla="*/ 49747 w 591813"/>
                    <a:gd name="connsiteY2485" fmla="*/ 56134 h 621454"/>
                    <a:gd name="connsiteX2486" fmla="*/ 50129 w 591813"/>
                    <a:gd name="connsiteY2486" fmla="*/ 56022 h 621454"/>
                    <a:gd name="connsiteX2487" fmla="*/ 50534 w 591813"/>
                    <a:gd name="connsiteY2487" fmla="*/ 55887 h 621454"/>
                    <a:gd name="connsiteX2488" fmla="*/ 50916 w 591813"/>
                    <a:gd name="connsiteY2488" fmla="*/ 55752 h 621454"/>
                    <a:gd name="connsiteX2489" fmla="*/ 51321 w 591813"/>
                    <a:gd name="connsiteY2489" fmla="*/ 55617 h 621454"/>
                    <a:gd name="connsiteX2490" fmla="*/ 51704 w 591813"/>
                    <a:gd name="connsiteY2490" fmla="*/ 55459 h 621454"/>
                    <a:gd name="connsiteX2491" fmla="*/ 52108 w 591813"/>
                    <a:gd name="connsiteY2491" fmla="*/ 55324 h 621454"/>
                    <a:gd name="connsiteX2492" fmla="*/ 52513 w 591813"/>
                    <a:gd name="connsiteY2492" fmla="*/ 55167 h 621454"/>
                    <a:gd name="connsiteX2493" fmla="*/ 52895 w 591813"/>
                    <a:gd name="connsiteY2493" fmla="*/ 55010 h 621454"/>
                    <a:gd name="connsiteX2494" fmla="*/ 53300 w 591813"/>
                    <a:gd name="connsiteY2494" fmla="*/ 54852 h 621454"/>
                    <a:gd name="connsiteX2495" fmla="*/ 53682 w 591813"/>
                    <a:gd name="connsiteY2495" fmla="*/ 54672 h 621454"/>
                    <a:gd name="connsiteX2496" fmla="*/ 54087 w 591813"/>
                    <a:gd name="connsiteY2496" fmla="*/ 54515 h 621454"/>
                    <a:gd name="connsiteX2497" fmla="*/ 54470 w 591813"/>
                    <a:gd name="connsiteY2497" fmla="*/ 54335 h 621454"/>
                    <a:gd name="connsiteX2498" fmla="*/ 54874 w 591813"/>
                    <a:gd name="connsiteY2498" fmla="*/ 54155 h 621454"/>
                    <a:gd name="connsiteX2499" fmla="*/ 55257 w 591813"/>
                    <a:gd name="connsiteY2499" fmla="*/ 53975 h 621454"/>
                    <a:gd name="connsiteX2500" fmla="*/ 55662 w 591813"/>
                    <a:gd name="connsiteY2500" fmla="*/ 53795 h 621454"/>
                    <a:gd name="connsiteX2501" fmla="*/ 56066 w 591813"/>
                    <a:gd name="connsiteY2501" fmla="*/ 53615 h 621454"/>
                    <a:gd name="connsiteX2502" fmla="*/ 56449 w 591813"/>
                    <a:gd name="connsiteY2502" fmla="*/ 53413 h 621454"/>
                    <a:gd name="connsiteX2503" fmla="*/ 56853 w 591813"/>
                    <a:gd name="connsiteY2503" fmla="*/ 53233 h 621454"/>
                    <a:gd name="connsiteX2504" fmla="*/ 57236 w 591813"/>
                    <a:gd name="connsiteY2504" fmla="*/ 53030 h 621454"/>
                    <a:gd name="connsiteX2505" fmla="*/ 57641 w 591813"/>
                    <a:gd name="connsiteY2505" fmla="*/ 52828 h 621454"/>
                    <a:gd name="connsiteX2506" fmla="*/ 58023 w 591813"/>
                    <a:gd name="connsiteY2506" fmla="*/ 52626 h 621454"/>
                    <a:gd name="connsiteX2507" fmla="*/ 58428 w 591813"/>
                    <a:gd name="connsiteY2507" fmla="*/ 52401 h 621454"/>
                    <a:gd name="connsiteX2508" fmla="*/ 58810 w 591813"/>
                    <a:gd name="connsiteY2508" fmla="*/ 52198 h 621454"/>
                    <a:gd name="connsiteX2509" fmla="*/ 59215 w 591813"/>
                    <a:gd name="connsiteY2509" fmla="*/ 51973 h 621454"/>
                    <a:gd name="connsiteX2510" fmla="*/ 59619 w 591813"/>
                    <a:gd name="connsiteY2510" fmla="*/ 51749 h 621454"/>
                    <a:gd name="connsiteX2511" fmla="*/ 60002 w 591813"/>
                    <a:gd name="connsiteY2511" fmla="*/ 51524 h 621454"/>
                    <a:gd name="connsiteX2512" fmla="*/ 60407 w 591813"/>
                    <a:gd name="connsiteY2512" fmla="*/ 51299 h 621454"/>
                    <a:gd name="connsiteX2513" fmla="*/ 60789 w 591813"/>
                    <a:gd name="connsiteY2513" fmla="*/ 51051 h 621454"/>
                    <a:gd name="connsiteX2514" fmla="*/ 61194 w 591813"/>
                    <a:gd name="connsiteY2514" fmla="*/ 50826 h 621454"/>
                    <a:gd name="connsiteX2515" fmla="*/ 61576 w 591813"/>
                    <a:gd name="connsiteY2515" fmla="*/ 50579 h 621454"/>
                    <a:gd name="connsiteX2516" fmla="*/ 61981 w 591813"/>
                    <a:gd name="connsiteY2516" fmla="*/ 50332 h 621454"/>
                    <a:gd name="connsiteX2517" fmla="*/ 62364 w 591813"/>
                    <a:gd name="connsiteY2517" fmla="*/ 50084 h 621454"/>
                    <a:gd name="connsiteX2518" fmla="*/ 62768 w 591813"/>
                    <a:gd name="connsiteY2518" fmla="*/ 49837 h 621454"/>
                    <a:gd name="connsiteX2519" fmla="*/ 63173 w 591813"/>
                    <a:gd name="connsiteY2519" fmla="*/ 49590 h 621454"/>
                    <a:gd name="connsiteX2520" fmla="*/ 63555 w 591813"/>
                    <a:gd name="connsiteY2520" fmla="*/ 49320 h 621454"/>
                    <a:gd name="connsiteX2521" fmla="*/ 63960 w 591813"/>
                    <a:gd name="connsiteY2521" fmla="*/ 49072 h 621454"/>
                    <a:gd name="connsiteX2522" fmla="*/ 64342 w 591813"/>
                    <a:gd name="connsiteY2522" fmla="*/ 48825 h 621454"/>
                    <a:gd name="connsiteX2523" fmla="*/ 64747 w 591813"/>
                    <a:gd name="connsiteY2523" fmla="*/ 48555 h 621454"/>
                    <a:gd name="connsiteX2524" fmla="*/ 65130 w 591813"/>
                    <a:gd name="connsiteY2524" fmla="*/ 48308 h 621454"/>
                    <a:gd name="connsiteX2525" fmla="*/ 65534 w 591813"/>
                    <a:gd name="connsiteY2525" fmla="*/ 48038 h 621454"/>
                    <a:gd name="connsiteX2526" fmla="*/ 65939 w 591813"/>
                    <a:gd name="connsiteY2526" fmla="*/ 47768 h 621454"/>
                    <a:gd name="connsiteX2527" fmla="*/ 66322 w 591813"/>
                    <a:gd name="connsiteY2527" fmla="*/ 47498 h 621454"/>
                    <a:gd name="connsiteX2528" fmla="*/ 66726 w 591813"/>
                    <a:gd name="connsiteY2528" fmla="*/ 47251 h 621454"/>
                    <a:gd name="connsiteX2529" fmla="*/ 67109 w 591813"/>
                    <a:gd name="connsiteY2529" fmla="*/ 46981 h 621454"/>
                    <a:gd name="connsiteX2530" fmla="*/ 67513 w 591813"/>
                    <a:gd name="connsiteY2530" fmla="*/ 46711 h 621454"/>
                    <a:gd name="connsiteX2531" fmla="*/ 67896 w 591813"/>
                    <a:gd name="connsiteY2531" fmla="*/ 46441 h 621454"/>
                    <a:gd name="connsiteX2532" fmla="*/ 68301 w 591813"/>
                    <a:gd name="connsiteY2532" fmla="*/ 46149 h 621454"/>
                    <a:gd name="connsiteX2533" fmla="*/ 68683 w 591813"/>
                    <a:gd name="connsiteY2533" fmla="*/ 45879 h 621454"/>
                    <a:gd name="connsiteX2534" fmla="*/ 69088 w 591813"/>
                    <a:gd name="connsiteY2534" fmla="*/ 45609 h 621454"/>
                    <a:gd name="connsiteX2535" fmla="*/ 69493 w 591813"/>
                    <a:gd name="connsiteY2535" fmla="*/ 45317 h 621454"/>
                    <a:gd name="connsiteX2536" fmla="*/ 69875 w 591813"/>
                    <a:gd name="connsiteY2536" fmla="*/ 45047 h 621454"/>
                    <a:gd name="connsiteX2537" fmla="*/ 70280 w 591813"/>
                    <a:gd name="connsiteY2537" fmla="*/ 44754 h 621454"/>
                    <a:gd name="connsiteX2538" fmla="*/ 70662 w 591813"/>
                    <a:gd name="connsiteY2538" fmla="*/ 44484 h 621454"/>
                    <a:gd name="connsiteX2539" fmla="*/ 71067 w 591813"/>
                    <a:gd name="connsiteY2539" fmla="*/ 44192 h 621454"/>
                    <a:gd name="connsiteX2540" fmla="*/ 71449 w 591813"/>
                    <a:gd name="connsiteY2540" fmla="*/ 43922 h 621454"/>
                    <a:gd name="connsiteX2541" fmla="*/ 71854 w 591813"/>
                    <a:gd name="connsiteY2541" fmla="*/ 43630 h 621454"/>
                    <a:gd name="connsiteX2542" fmla="*/ 72236 w 591813"/>
                    <a:gd name="connsiteY2542" fmla="*/ 43337 h 621454"/>
                    <a:gd name="connsiteX2543" fmla="*/ 72641 w 591813"/>
                    <a:gd name="connsiteY2543" fmla="*/ 43045 h 621454"/>
                    <a:gd name="connsiteX2544" fmla="*/ 73046 w 591813"/>
                    <a:gd name="connsiteY2544" fmla="*/ 42753 h 621454"/>
                    <a:gd name="connsiteX2545" fmla="*/ 73428 w 591813"/>
                    <a:gd name="connsiteY2545" fmla="*/ 42460 h 621454"/>
                    <a:gd name="connsiteX2546" fmla="*/ 73833 w 591813"/>
                    <a:gd name="connsiteY2546" fmla="*/ 42168 h 621454"/>
                    <a:gd name="connsiteX2547" fmla="*/ 74216 w 591813"/>
                    <a:gd name="connsiteY2547" fmla="*/ 41876 h 621454"/>
                    <a:gd name="connsiteX2548" fmla="*/ 74620 w 591813"/>
                    <a:gd name="connsiteY2548" fmla="*/ 41583 h 621454"/>
                    <a:gd name="connsiteX2549" fmla="*/ 75002 w 591813"/>
                    <a:gd name="connsiteY2549" fmla="*/ 41291 h 621454"/>
                    <a:gd name="connsiteX2550" fmla="*/ 75407 w 591813"/>
                    <a:gd name="connsiteY2550" fmla="*/ 40976 h 621454"/>
                    <a:gd name="connsiteX2551" fmla="*/ 75790 w 591813"/>
                    <a:gd name="connsiteY2551" fmla="*/ 40684 h 621454"/>
                    <a:gd name="connsiteX2552" fmla="*/ 76194 w 591813"/>
                    <a:gd name="connsiteY2552" fmla="*/ 40391 h 621454"/>
                    <a:gd name="connsiteX2553" fmla="*/ 76599 w 591813"/>
                    <a:gd name="connsiteY2553" fmla="*/ 40099 h 621454"/>
                    <a:gd name="connsiteX2554" fmla="*/ 76982 w 591813"/>
                    <a:gd name="connsiteY2554" fmla="*/ 39807 h 621454"/>
                    <a:gd name="connsiteX2555" fmla="*/ 77386 w 591813"/>
                    <a:gd name="connsiteY2555" fmla="*/ 39514 h 621454"/>
                    <a:gd name="connsiteX2556" fmla="*/ 77769 w 591813"/>
                    <a:gd name="connsiteY2556" fmla="*/ 39222 h 621454"/>
                    <a:gd name="connsiteX2557" fmla="*/ 78173 w 591813"/>
                    <a:gd name="connsiteY2557" fmla="*/ 38929 h 621454"/>
                    <a:gd name="connsiteX2558" fmla="*/ 78556 w 591813"/>
                    <a:gd name="connsiteY2558" fmla="*/ 38637 h 621454"/>
                    <a:gd name="connsiteX2559" fmla="*/ 78961 w 591813"/>
                    <a:gd name="connsiteY2559" fmla="*/ 38345 h 621454"/>
                    <a:gd name="connsiteX2560" fmla="*/ 79343 w 591813"/>
                    <a:gd name="connsiteY2560" fmla="*/ 38052 h 621454"/>
                    <a:gd name="connsiteX2561" fmla="*/ 79748 w 591813"/>
                    <a:gd name="connsiteY2561" fmla="*/ 37760 h 621454"/>
                    <a:gd name="connsiteX2562" fmla="*/ 80153 w 591813"/>
                    <a:gd name="connsiteY2562" fmla="*/ 37468 h 621454"/>
                    <a:gd name="connsiteX2563" fmla="*/ 80535 w 591813"/>
                    <a:gd name="connsiteY2563" fmla="*/ 37175 h 621454"/>
                    <a:gd name="connsiteX2564" fmla="*/ 80940 w 591813"/>
                    <a:gd name="connsiteY2564" fmla="*/ 36883 h 621454"/>
                    <a:gd name="connsiteX2565" fmla="*/ 81322 w 591813"/>
                    <a:gd name="connsiteY2565" fmla="*/ 36613 h 621454"/>
                    <a:gd name="connsiteX2566" fmla="*/ 81727 w 591813"/>
                    <a:gd name="connsiteY2566" fmla="*/ 36321 h 621454"/>
                    <a:gd name="connsiteX2567" fmla="*/ 82109 w 591813"/>
                    <a:gd name="connsiteY2567" fmla="*/ 36028 h 621454"/>
                    <a:gd name="connsiteX2568" fmla="*/ 82514 w 591813"/>
                    <a:gd name="connsiteY2568" fmla="*/ 35758 h 621454"/>
                    <a:gd name="connsiteX2569" fmla="*/ 82919 w 591813"/>
                    <a:gd name="connsiteY2569" fmla="*/ 35489 h 621454"/>
                    <a:gd name="connsiteX2570" fmla="*/ 83301 w 591813"/>
                    <a:gd name="connsiteY2570" fmla="*/ 35196 h 621454"/>
                    <a:gd name="connsiteX2571" fmla="*/ 83706 w 591813"/>
                    <a:gd name="connsiteY2571" fmla="*/ 34926 h 621454"/>
                    <a:gd name="connsiteX2572" fmla="*/ 84088 w 591813"/>
                    <a:gd name="connsiteY2572" fmla="*/ 34656 h 621454"/>
                    <a:gd name="connsiteX2573" fmla="*/ 84493 w 591813"/>
                    <a:gd name="connsiteY2573" fmla="*/ 34364 h 621454"/>
                    <a:gd name="connsiteX2574" fmla="*/ 84876 w 591813"/>
                    <a:gd name="connsiteY2574" fmla="*/ 34094 h 621454"/>
                    <a:gd name="connsiteX2575" fmla="*/ 85280 w 591813"/>
                    <a:gd name="connsiteY2575" fmla="*/ 33824 h 621454"/>
                    <a:gd name="connsiteX2576" fmla="*/ 85662 w 591813"/>
                    <a:gd name="connsiteY2576" fmla="*/ 33554 h 621454"/>
                    <a:gd name="connsiteX2577" fmla="*/ 86067 w 591813"/>
                    <a:gd name="connsiteY2577" fmla="*/ 33307 h 621454"/>
                    <a:gd name="connsiteX2578" fmla="*/ 86472 w 591813"/>
                    <a:gd name="connsiteY2578" fmla="*/ 33037 h 621454"/>
                    <a:gd name="connsiteX2579" fmla="*/ 86854 w 591813"/>
                    <a:gd name="connsiteY2579" fmla="*/ 32767 h 621454"/>
                    <a:gd name="connsiteX2580" fmla="*/ 87259 w 591813"/>
                    <a:gd name="connsiteY2580" fmla="*/ 32520 h 621454"/>
                    <a:gd name="connsiteX2581" fmla="*/ 87642 w 591813"/>
                    <a:gd name="connsiteY2581" fmla="*/ 32273 h 621454"/>
                    <a:gd name="connsiteX2582" fmla="*/ 88047 w 591813"/>
                    <a:gd name="connsiteY2582" fmla="*/ 32025 h 621454"/>
                    <a:gd name="connsiteX2583" fmla="*/ 88429 w 591813"/>
                    <a:gd name="connsiteY2583" fmla="*/ 31778 h 621454"/>
                    <a:gd name="connsiteX2584" fmla="*/ 88834 w 591813"/>
                    <a:gd name="connsiteY2584" fmla="*/ 31530 h 621454"/>
                    <a:gd name="connsiteX2585" fmla="*/ 89216 w 591813"/>
                    <a:gd name="connsiteY2585" fmla="*/ 31306 h 621454"/>
                    <a:gd name="connsiteX2586" fmla="*/ 89621 w 591813"/>
                    <a:gd name="connsiteY2586" fmla="*/ 31081 h 621454"/>
                    <a:gd name="connsiteX2587" fmla="*/ 90025 w 591813"/>
                    <a:gd name="connsiteY2587" fmla="*/ 30856 h 621454"/>
                    <a:gd name="connsiteX2588" fmla="*/ 90408 w 591813"/>
                    <a:gd name="connsiteY2588" fmla="*/ 30631 h 621454"/>
                    <a:gd name="connsiteX2589" fmla="*/ 90813 w 591813"/>
                    <a:gd name="connsiteY2589" fmla="*/ 30406 h 621454"/>
                    <a:gd name="connsiteX2590" fmla="*/ 91195 w 591813"/>
                    <a:gd name="connsiteY2590" fmla="*/ 30204 h 621454"/>
                    <a:gd name="connsiteX2591" fmla="*/ 91600 w 591813"/>
                    <a:gd name="connsiteY2591" fmla="*/ 29979 h 621454"/>
                    <a:gd name="connsiteX2592" fmla="*/ 91982 w 591813"/>
                    <a:gd name="connsiteY2592" fmla="*/ 29799 h 621454"/>
                    <a:gd name="connsiteX2593" fmla="*/ 92387 w 591813"/>
                    <a:gd name="connsiteY2593" fmla="*/ 29596 h 621454"/>
                    <a:gd name="connsiteX2594" fmla="*/ 92770 w 591813"/>
                    <a:gd name="connsiteY2594" fmla="*/ 29394 h 621454"/>
                    <a:gd name="connsiteX2595" fmla="*/ 93174 w 591813"/>
                    <a:gd name="connsiteY2595" fmla="*/ 29214 h 621454"/>
                    <a:gd name="connsiteX2596" fmla="*/ 93579 w 591813"/>
                    <a:gd name="connsiteY2596" fmla="*/ 29034 h 621454"/>
                    <a:gd name="connsiteX2597" fmla="*/ 93961 w 591813"/>
                    <a:gd name="connsiteY2597" fmla="*/ 28877 h 621454"/>
                    <a:gd name="connsiteX2598" fmla="*/ 94366 w 591813"/>
                    <a:gd name="connsiteY2598" fmla="*/ 28719 h 621454"/>
                    <a:gd name="connsiteX2599" fmla="*/ 94748 w 591813"/>
                    <a:gd name="connsiteY2599" fmla="*/ 28562 h 621454"/>
                    <a:gd name="connsiteX2600" fmla="*/ 95153 w 591813"/>
                    <a:gd name="connsiteY2600" fmla="*/ 28427 h 621454"/>
                    <a:gd name="connsiteX2601" fmla="*/ 95536 w 591813"/>
                    <a:gd name="connsiteY2601" fmla="*/ 28292 h 621454"/>
                    <a:gd name="connsiteX2602" fmla="*/ 95940 w 591813"/>
                    <a:gd name="connsiteY2602" fmla="*/ 28179 h 621454"/>
                    <a:gd name="connsiteX2603" fmla="*/ 96345 w 591813"/>
                    <a:gd name="connsiteY2603" fmla="*/ 28045 h 621454"/>
                    <a:gd name="connsiteX2604" fmla="*/ 96727 w 591813"/>
                    <a:gd name="connsiteY2604" fmla="*/ 27955 h 621454"/>
                    <a:gd name="connsiteX2605" fmla="*/ 97132 w 591813"/>
                    <a:gd name="connsiteY2605" fmla="*/ 27865 h 621454"/>
                    <a:gd name="connsiteX2606" fmla="*/ 97515 w 591813"/>
                    <a:gd name="connsiteY2606" fmla="*/ 27775 h 621454"/>
                    <a:gd name="connsiteX2607" fmla="*/ 97919 w 591813"/>
                    <a:gd name="connsiteY2607" fmla="*/ 27707 h 621454"/>
                    <a:gd name="connsiteX2608" fmla="*/ 98302 w 591813"/>
                    <a:gd name="connsiteY2608" fmla="*/ 27662 h 621454"/>
                    <a:gd name="connsiteX2609" fmla="*/ 98707 w 591813"/>
                    <a:gd name="connsiteY2609" fmla="*/ 27617 h 621454"/>
                    <a:gd name="connsiteX2610" fmla="*/ 99089 w 591813"/>
                    <a:gd name="connsiteY2610" fmla="*/ 27595 h 621454"/>
                    <a:gd name="connsiteX2611" fmla="*/ 99494 w 591813"/>
                    <a:gd name="connsiteY2611" fmla="*/ 27572 h 621454"/>
                    <a:gd name="connsiteX2612" fmla="*/ 99899 w 591813"/>
                    <a:gd name="connsiteY2612" fmla="*/ 27572 h 621454"/>
                    <a:gd name="connsiteX2613" fmla="*/ 100281 w 591813"/>
                    <a:gd name="connsiteY2613" fmla="*/ 27595 h 621454"/>
                    <a:gd name="connsiteX2614" fmla="*/ 100685 w 591813"/>
                    <a:gd name="connsiteY2614" fmla="*/ 27617 h 621454"/>
                    <a:gd name="connsiteX2615" fmla="*/ 101068 w 591813"/>
                    <a:gd name="connsiteY2615" fmla="*/ 27662 h 621454"/>
                    <a:gd name="connsiteX2616" fmla="*/ 101473 w 591813"/>
                    <a:gd name="connsiteY2616" fmla="*/ 27730 h 621454"/>
                    <a:gd name="connsiteX2617" fmla="*/ 101855 w 591813"/>
                    <a:gd name="connsiteY2617" fmla="*/ 27820 h 621454"/>
                    <a:gd name="connsiteX2618" fmla="*/ 102260 w 591813"/>
                    <a:gd name="connsiteY2618" fmla="*/ 27932 h 621454"/>
                    <a:gd name="connsiteX2619" fmla="*/ 102642 w 591813"/>
                    <a:gd name="connsiteY2619" fmla="*/ 28045 h 621454"/>
                    <a:gd name="connsiteX2620" fmla="*/ 103047 w 591813"/>
                    <a:gd name="connsiteY2620" fmla="*/ 28179 h 621454"/>
                    <a:gd name="connsiteX2621" fmla="*/ 103452 w 591813"/>
                    <a:gd name="connsiteY2621" fmla="*/ 28337 h 621454"/>
                    <a:gd name="connsiteX2622" fmla="*/ 103834 w 591813"/>
                    <a:gd name="connsiteY2622" fmla="*/ 28517 h 621454"/>
                    <a:gd name="connsiteX2623" fmla="*/ 104239 w 591813"/>
                    <a:gd name="connsiteY2623" fmla="*/ 28719 h 621454"/>
                    <a:gd name="connsiteX2624" fmla="*/ 104621 w 591813"/>
                    <a:gd name="connsiteY2624" fmla="*/ 28944 h 621454"/>
                    <a:gd name="connsiteX2625" fmla="*/ 105026 w 591813"/>
                    <a:gd name="connsiteY2625" fmla="*/ 29169 h 621454"/>
                    <a:gd name="connsiteX2626" fmla="*/ 105408 w 591813"/>
                    <a:gd name="connsiteY2626" fmla="*/ 29416 h 621454"/>
                    <a:gd name="connsiteX2627" fmla="*/ 105813 w 591813"/>
                    <a:gd name="connsiteY2627" fmla="*/ 29686 h 621454"/>
                    <a:gd name="connsiteX2628" fmla="*/ 106196 w 591813"/>
                    <a:gd name="connsiteY2628" fmla="*/ 29979 h 621454"/>
                    <a:gd name="connsiteX2629" fmla="*/ 106600 w 591813"/>
                    <a:gd name="connsiteY2629" fmla="*/ 30293 h 621454"/>
                    <a:gd name="connsiteX2630" fmla="*/ 107005 w 591813"/>
                    <a:gd name="connsiteY2630" fmla="*/ 30631 h 621454"/>
                    <a:gd name="connsiteX2631" fmla="*/ 107388 w 591813"/>
                    <a:gd name="connsiteY2631" fmla="*/ 30991 h 621454"/>
                    <a:gd name="connsiteX2632" fmla="*/ 107792 w 591813"/>
                    <a:gd name="connsiteY2632" fmla="*/ 31373 h 621454"/>
                    <a:gd name="connsiteX2633" fmla="*/ 108175 w 591813"/>
                    <a:gd name="connsiteY2633" fmla="*/ 31778 h 621454"/>
                    <a:gd name="connsiteX2634" fmla="*/ 108579 w 591813"/>
                    <a:gd name="connsiteY2634" fmla="*/ 32205 h 621454"/>
                    <a:gd name="connsiteX2635" fmla="*/ 108962 w 591813"/>
                    <a:gd name="connsiteY2635" fmla="*/ 32655 h 621454"/>
                    <a:gd name="connsiteX2636" fmla="*/ 109367 w 591813"/>
                    <a:gd name="connsiteY2636" fmla="*/ 33127 h 621454"/>
                    <a:gd name="connsiteX2637" fmla="*/ 109749 w 591813"/>
                    <a:gd name="connsiteY2637" fmla="*/ 33622 h 621454"/>
                    <a:gd name="connsiteX2638" fmla="*/ 110154 w 591813"/>
                    <a:gd name="connsiteY2638" fmla="*/ 34139 h 621454"/>
                    <a:gd name="connsiteX2639" fmla="*/ 110559 w 591813"/>
                    <a:gd name="connsiteY2639" fmla="*/ 34679 h 621454"/>
                    <a:gd name="connsiteX2640" fmla="*/ 110941 w 591813"/>
                    <a:gd name="connsiteY2640" fmla="*/ 35264 h 621454"/>
                    <a:gd name="connsiteX2641" fmla="*/ 111345 w 591813"/>
                    <a:gd name="connsiteY2641" fmla="*/ 35848 h 621454"/>
                    <a:gd name="connsiteX2642" fmla="*/ 111728 w 591813"/>
                    <a:gd name="connsiteY2642" fmla="*/ 36478 h 621454"/>
                    <a:gd name="connsiteX2643" fmla="*/ 112133 w 591813"/>
                    <a:gd name="connsiteY2643" fmla="*/ 37130 h 621454"/>
                    <a:gd name="connsiteX2644" fmla="*/ 112515 w 591813"/>
                    <a:gd name="connsiteY2644" fmla="*/ 37805 h 621454"/>
                    <a:gd name="connsiteX2645" fmla="*/ 112920 w 591813"/>
                    <a:gd name="connsiteY2645" fmla="*/ 38502 h 621454"/>
                    <a:gd name="connsiteX2646" fmla="*/ 113325 w 591813"/>
                    <a:gd name="connsiteY2646" fmla="*/ 39244 h 621454"/>
                    <a:gd name="connsiteX2647" fmla="*/ 113707 w 591813"/>
                    <a:gd name="connsiteY2647" fmla="*/ 40009 h 621454"/>
                    <a:gd name="connsiteX2648" fmla="*/ 114112 w 591813"/>
                    <a:gd name="connsiteY2648" fmla="*/ 40796 h 621454"/>
                    <a:gd name="connsiteX2649" fmla="*/ 114494 w 591813"/>
                    <a:gd name="connsiteY2649" fmla="*/ 41606 h 621454"/>
                    <a:gd name="connsiteX2650" fmla="*/ 114899 w 591813"/>
                    <a:gd name="connsiteY2650" fmla="*/ 42460 h 621454"/>
                    <a:gd name="connsiteX2651" fmla="*/ 115281 w 591813"/>
                    <a:gd name="connsiteY2651" fmla="*/ 43337 h 621454"/>
                    <a:gd name="connsiteX2652" fmla="*/ 115686 w 591813"/>
                    <a:gd name="connsiteY2652" fmla="*/ 44237 h 621454"/>
                    <a:gd name="connsiteX2653" fmla="*/ 116068 w 591813"/>
                    <a:gd name="connsiteY2653" fmla="*/ 45159 h 621454"/>
                    <a:gd name="connsiteX2654" fmla="*/ 116473 w 591813"/>
                    <a:gd name="connsiteY2654" fmla="*/ 46126 h 621454"/>
                    <a:gd name="connsiteX2655" fmla="*/ 116878 w 591813"/>
                    <a:gd name="connsiteY2655" fmla="*/ 47116 h 621454"/>
                    <a:gd name="connsiteX2656" fmla="*/ 117260 w 591813"/>
                    <a:gd name="connsiteY2656" fmla="*/ 48128 h 621454"/>
                    <a:gd name="connsiteX2657" fmla="*/ 117665 w 591813"/>
                    <a:gd name="connsiteY2657" fmla="*/ 49185 h 621454"/>
                    <a:gd name="connsiteX2658" fmla="*/ 118048 w 591813"/>
                    <a:gd name="connsiteY2658" fmla="*/ 50242 h 621454"/>
                    <a:gd name="connsiteX2659" fmla="*/ 118452 w 591813"/>
                    <a:gd name="connsiteY2659" fmla="*/ 51366 h 621454"/>
                    <a:gd name="connsiteX2660" fmla="*/ 118835 w 591813"/>
                    <a:gd name="connsiteY2660" fmla="*/ 52491 h 621454"/>
                    <a:gd name="connsiteX2661" fmla="*/ 119239 w 591813"/>
                    <a:gd name="connsiteY2661" fmla="*/ 53660 h 621454"/>
                    <a:gd name="connsiteX2662" fmla="*/ 119622 w 591813"/>
                    <a:gd name="connsiteY2662" fmla="*/ 54852 h 621454"/>
                    <a:gd name="connsiteX2663" fmla="*/ 120027 w 591813"/>
                    <a:gd name="connsiteY2663" fmla="*/ 56067 h 621454"/>
                    <a:gd name="connsiteX2664" fmla="*/ 120431 w 591813"/>
                    <a:gd name="connsiteY2664" fmla="*/ 57326 h 621454"/>
                    <a:gd name="connsiteX2665" fmla="*/ 120814 w 591813"/>
                    <a:gd name="connsiteY2665" fmla="*/ 58608 h 621454"/>
                    <a:gd name="connsiteX2666" fmla="*/ 121219 w 591813"/>
                    <a:gd name="connsiteY2666" fmla="*/ 59912 h 621454"/>
                    <a:gd name="connsiteX2667" fmla="*/ 121601 w 591813"/>
                    <a:gd name="connsiteY2667" fmla="*/ 61262 h 621454"/>
                    <a:gd name="connsiteX2668" fmla="*/ 122006 w 591813"/>
                    <a:gd name="connsiteY2668" fmla="*/ 62633 h 621454"/>
                    <a:gd name="connsiteX2669" fmla="*/ 122388 w 591813"/>
                    <a:gd name="connsiteY2669" fmla="*/ 64028 h 621454"/>
                    <a:gd name="connsiteX2670" fmla="*/ 122793 w 591813"/>
                    <a:gd name="connsiteY2670" fmla="*/ 65445 h 621454"/>
                    <a:gd name="connsiteX2671" fmla="*/ 123175 w 591813"/>
                    <a:gd name="connsiteY2671" fmla="*/ 66907 h 621454"/>
                    <a:gd name="connsiteX2672" fmla="*/ 123580 w 591813"/>
                    <a:gd name="connsiteY2672" fmla="*/ 68391 h 621454"/>
                    <a:gd name="connsiteX2673" fmla="*/ 123985 w 591813"/>
                    <a:gd name="connsiteY2673" fmla="*/ 69898 h 621454"/>
                    <a:gd name="connsiteX2674" fmla="*/ 124367 w 591813"/>
                    <a:gd name="connsiteY2674" fmla="*/ 71427 h 621454"/>
                    <a:gd name="connsiteX2675" fmla="*/ 124772 w 591813"/>
                    <a:gd name="connsiteY2675" fmla="*/ 73001 h 621454"/>
                    <a:gd name="connsiteX2676" fmla="*/ 125154 w 591813"/>
                    <a:gd name="connsiteY2676" fmla="*/ 74575 h 621454"/>
                    <a:gd name="connsiteX2677" fmla="*/ 125559 w 591813"/>
                    <a:gd name="connsiteY2677" fmla="*/ 76195 h 621454"/>
                    <a:gd name="connsiteX2678" fmla="*/ 125942 w 591813"/>
                    <a:gd name="connsiteY2678" fmla="*/ 77836 h 621454"/>
                    <a:gd name="connsiteX2679" fmla="*/ 126346 w 591813"/>
                    <a:gd name="connsiteY2679" fmla="*/ 79523 h 621454"/>
                    <a:gd name="connsiteX2680" fmla="*/ 126751 w 591813"/>
                    <a:gd name="connsiteY2680" fmla="*/ 81210 h 621454"/>
                    <a:gd name="connsiteX2681" fmla="*/ 127133 w 591813"/>
                    <a:gd name="connsiteY2681" fmla="*/ 82942 h 621454"/>
                    <a:gd name="connsiteX2682" fmla="*/ 127538 w 591813"/>
                    <a:gd name="connsiteY2682" fmla="*/ 84673 h 621454"/>
                    <a:gd name="connsiteX2683" fmla="*/ 127920 w 591813"/>
                    <a:gd name="connsiteY2683" fmla="*/ 86450 h 621454"/>
                    <a:gd name="connsiteX2684" fmla="*/ 128325 w 591813"/>
                    <a:gd name="connsiteY2684" fmla="*/ 88249 h 621454"/>
                    <a:gd name="connsiteX2685" fmla="*/ 128708 w 591813"/>
                    <a:gd name="connsiteY2685" fmla="*/ 90071 h 621454"/>
                    <a:gd name="connsiteX2686" fmla="*/ 129113 w 591813"/>
                    <a:gd name="connsiteY2686" fmla="*/ 91915 h 621454"/>
                    <a:gd name="connsiteX2687" fmla="*/ 129495 w 591813"/>
                    <a:gd name="connsiteY2687" fmla="*/ 93759 h 621454"/>
                    <a:gd name="connsiteX2688" fmla="*/ 129899 w 591813"/>
                    <a:gd name="connsiteY2688" fmla="*/ 95648 h 621454"/>
                    <a:gd name="connsiteX2689" fmla="*/ 130305 w 591813"/>
                    <a:gd name="connsiteY2689" fmla="*/ 97560 h 621454"/>
                    <a:gd name="connsiteX2690" fmla="*/ 130687 w 591813"/>
                    <a:gd name="connsiteY2690" fmla="*/ 99494 h 621454"/>
                    <a:gd name="connsiteX2691" fmla="*/ 131091 w 591813"/>
                    <a:gd name="connsiteY2691" fmla="*/ 101473 h 621454"/>
                    <a:gd name="connsiteX2692" fmla="*/ 131474 w 591813"/>
                    <a:gd name="connsiteY2692" fmla="*/ 103452 h 621454"/>
                    <a:gd name="connsiteX2693" fmla="*/ 131879 w 591813"/>
                    <a:gd name="connsiteY2693" fmla="*/ 105454 h 621454"/>
                    <a:gd name="connsiteX2694" fmla="*/ 132261 w 591813"/>
                    <a:gd name="connsiteY2694" fmla="*/ 107478 h 621454"/>
                    <a:gd name="connsiteX2695" fmla="*/ 132666 w 591813"/>
                    <a:gd name="connsiteY2695" fmla="*/ 109524 h 621454"/>
                    <a:gd name="connsiteX2696" fmla="*/ 133048 w 591813"/>
                    <a:gd name="connsiteY2696" fmla="*/ 111593 h 621454"/>
                    <a:gd name="connsiteX2697" fmla="*/ 133453 w 591813"/>
                    <a:gd name="connsiteY2697" fmla="*/ 113685 h 621454"/>
                    <a:gd name="connsiteX2698" fmla="*/ 133858 w 591813"/>
                    <a:gd name="connsiteY2698" fmla="*/ 115776 h 621454"/>
                    <a:gd name="connsiteX2699" fmla="*/ 134240 w 591813"/>
                    <a:gd name="connsiteY2699" fmla="*/ 117913 h 621454"/>
                    <a:gd name="connsiteX2700" fmla="*/ 134645 w 591813"/>
                    <a:gd name="connsiteY2700" fmla="*/ 120049 h 621454"/>
                    <a:gd name="connsiteX2701" fmla="*/ 135027 w 591813"/>
                    <a:gd name="connsiteY2701" fmla="*/ 122231 h 621454"/>
                    <a:gd name="connsiteX2702" fmla="*/ 135432 w 591813"/>
                    <a:gd name="connsiteY2702" fmla="*/ 124412 h 621454"/>
                    <a:gd name="connsiteX2703" fmla="*/ 135814 w 591813"/>
                    <a:gd name="connsiteY2703" fmla="*/ 126594 h 621454"/>
                    <a:gd name="connsiteX2704" fmla="*/ 136219 w 591813"/>
                    <a:gd name="connsiteY2704" fmla="*/ 128820 h 621454"/>
                    <a:gd name="connsiteX2705" fmla="*/ 136602 w 591813"/>
                    <a:gd name="connsiteY2705" fmla="*/ 131047 h 621454"/>
                    <a:gd name="connsiteX2706" fmla="*/ 137006 w 591813"/>
                    <a:gd name="connsiteY2706" fmla="*/ 133318 h 621454"/>
                    <a:gd name="connsiteX2707" fmla="*/ 137411 w 591813"/>
                    <a:gd name="connsiteY2707" fmla="*/ 135567 h 621454"/>
                    <a:gd name="connsiteX2708" fmla="*/ 137793 w 591813"/>
                    <a:gd name="connsiteY2708" fmla="*/ 137861 h 621454"/>
                    <a:gd name="connsiteX2709" fmla="*/ 138198 w 591813"/>
                    <a:gd name="connsiteY2709" fmla="*/ 140155 h 621454"/>
                    <a:gd name="connsiteX2710" fmla="*/ 138581 w 591813"/>
                    <a:gd name="connsiteY2710" fmla="*/ 142472 h 621454"/>
                    <a:gd name="connsiteX2711" fmla="*/ 138985 w 591813"/>
                    <a:gd name="connsiteY2711" fmla="*/ 144810 h 621454"/>
                    <a:gd name="connsiteX2712" fmla="*/ 139368 w 591813"/>
                    <a:gd name="connsiteY2712" fmla="*/ 147149 h 621454"/>
                    <a:gd name="connsiteX2713" fmla="*/ 139773 w 591813"/>
                    <a:gd name="connsiteY2713" fmla="*/ 149511 h 621454"/>
                    <a:gd name="connsiteX2714" fmla="*/ 140155 w 591813"/>
                    <a:gd name="connsiteY2714" fmla="*/ 151872 h 621454"/>
                    <a:gd name="connsiteX2715" fmla="*/ 140560 w 591813"/>
                    <a:gd name="connsiteY2715" fmla="*/ 154256 h 621454"/>
                    <a:gd name="connsiteX2716" fmla="*/ 140965 w 591813"/>
                    <a:gd name="connsiteY2716" fmla="*/ 156640 h 621454"/>
                    <a:gd name="connsiteX2717" fmla="*/ 141347 w 591813"/>
                    <a:gd name="connsiteY2717" fmla="*/ 159046 h 621454"/>
                    <a:gd name="connsiteX2718" fmla="*/ 141751 w 591813"/>
                    <a:gd name="connsiteY2718" fmla="*/ 161475 h 621454"/>
                    <a:gd name="connsiteX2719" fmla="*/ 142134 w 591813"/>
                    <a:gd name="connsiteY2719" fmla="*/ 163904 h 621454"/>
                    <a:gd name="connsiteX2720" fmla="*/ 142539 w 591813"/>
                    <a:gd name="connsiteY2720" fmla="*/ 166333 h 621454"/>
                    <a:gd name="connsiteX2721" fmla="*/ 142921 w 591813"/>
                    <a:gd name="connsiteY2721" fmla="*/ 168784 h 621454"/>
                    <a:gd name="connsiteX2722" fmla="*/ 143326 w 591813"/>
                    <a:gd name="connsiteY2722" fmla="*/ 171258 h 621454"/>
                    <a:gd name="connsiteX2723" fmla="*/ 143731 w 591813"/>
                    <a:gd name="connsiteY2723" fmla="*/ 173710 h 621454"/>
                    <a:gd name="connsiteX2724" fmla="*/ 144113 w 591813"/>
                    <a:gd name="connsiteY2724" fmla="*/ 176206 h 621454"/>
                    <a:gd name="connsiteX2725" fmla="*/ 144518 w 591813"/>
                    <a:gd name="connsiteY2725" fmla="*/ 178680 h 621454"/>
                    <a:gd name="connsiteX2726" fmla="*/ 144900 w 591813"/>
                    <a:gd name="connsiteY2726" fmla="*/ 181176 h 621454"/>
                    <a:gd name="connsiteX2727" fmla="*/ 145305 w 591813"/>
                    <a:gd name="connsiteY2727" fmla="*/ 183672 h 621454"/>
                    <a:gd name="connsiteX2728" fmla="*/ 145687 w 591813"/>
                    <a:gd name="connsiteY2728" fmla="*/ 186191 h 621454"/>
                    <a:gd name="connsiteX2729" fmla="*/ 146092 w 591813"/>
                    <a:gd name="connsiteY2729" fmla="*/ 188710 h 621454"/>
                    <a:gd name="connsiteX2730" fmla="*/ 146474 w 591813"/>
                    <a:gd name="connsiteY2730" fmla="*/ 191229 h 621454"/>
                    <a:gd name="connsiteX2731" fmla="*/ 146879 w 591813"/>
                    <a:gd name="connsiteY2731" fmla="*/ 193770 h 621454"/>
                    <a:gd name="connsiteX2732" fmla="*/ 147284 w 591813"/>
                    <a:gd name="connsiteY2732" fmla="*/ 196312 h 621454"/>
                    <a:gd name="connsiteX2733" fmla="*/ 147666 w 591813"/>
                    <a:gd name="connsiteY2733" fmla="*/ 198853 h 621454"/>
                    <a:gd name="connsiteX2734" fmla="*/ 148071 w 591813"/>
                    <a:gd name="connsiteY2734" fmla="*/ 205082 h 621454"/>
                    <a:gd name="connsiteX2735" fmla="*/ 148453 w 591813"/>
                    <a:gd name="connsiteY2735" fmla="*/ 207759 h 621454"/>
                    <a:gd name="connsiteX2736" fmla="*/ 148858 w 591813"/>
                    <a:gd name="connsiteY2736" fmla="*/ 210457 h 621454"/>
                    <a:gd name="connsiteX2737" fmla="*/ 149241 w 591813"/>
                    <a:gd name="connsiteY2737" fmla="*/ 213156 h 621454"/>
                    <a:gd name="connsiteX2738" fmla="*/ 149645 w 591813"/>
                    <a:gd name="connsiteY2738" fmla="*/ 215877 h 621454"/>
                    <a:gd name="connsiteX2739" fmla="*/ 150028 w 591813"/>
                    <a:gd name="connsiteY2739" fmla="*/ 218599 h 621454"/>
                    <a:gd name="connsiteX2740" fmla="*/ 150433 w 591813"/>
                    <a:gd name="connsiteY2740" fmla="*/ 221320 h 621454"/>
                    <a:gd name="connsiteX2741" fmla="*/ 150837 w 591813"/>
                    <a:gd name="connsiteY2741" fmla="*/ 224041 h 621454"/>
                    <a:gd name="connsiteX2742" fmla="*/ 151220 w 591813"/>
                    <a:gd name="connsiteY2742" fmla="*/ 226785 h 621454"/>
                    <a:gd name="connsiteX2743" fmla="*/ 151625 w 591813"/>
                    <a:gd name="connsiteY2743" fmla="*/ 229506 h 621454"/>
                    <a:gd name="connsiteX2744" fmla="*/ 152007 w 591813"/>
                    <a:gd name="connsiteY2744" fmla="*/ 232227 h 621454"/>
                    <a:gd name="connsiteX2745" fmla="*/ 152411 w 591813"/>
                    <a:gd name="connsiteY2745" fmla="*/ 234971 h 621454"/>
                    <a:gd name="connsiteX2746" fmla="*/ 152794 w 591813"/>
                    <a:gd name="connsiteY2746" fmla="*/ 237692 h 621454"/>
                    <a:gd name="connsiteX2747" fmla="*/ 153199 w 591813"/>
                    <a:gd name="connsiteY2747" fmla="*/ 240414 h 621454"/>
                    <a:gd name="connsiteX2748" fmla="*/ 153581 w 591813"/>
                    <a:gd name="connsiteY2748" fmla="*/ 243157 h 621454"/>
                    <a:gd name="connsiteX2749" fmla="*/ 153986 w 591813"/>
                    <a:gd name="connsiteY2749" fmla="*/ 245879 h 621454"/>
                    <a:gd name="connsiteX2750" fmla="*/ 154391 w 591813"/>
                    <a:gd name="connsiteY2750" fmla="*/ 248600 h 621454"/>
                    <a:gd name="connsiteX2751" fmla="*/ 154773 w 591813"/>
                    <a:gd name="connsiteY2751" fmla="*/ 251321 h 621454"/>
                    <a:gd name="connsiteX2752" fmla="*/ 155178 w 591813"/>
                    <a:gd name="connsiteY2752" fmla="*/ 254065 h 621454"/>
                    <a:gd name="connsiteX2753" fmla="*/ 155560 w 591813"/>
                    <a:gd name="connsiteY2753" fmla="*/ 256764 h 621454"/>
                    <a:gd name="connsiteX2754" fmla="*/ 155965 w 591813"/>
                    <a:gd name="connsiteY2754" fmla="*/ 259485 h 621454"/>
                    <a:gd name="connsiteX2755" fmla="*/ 156347 w 591813"/>
                    <a:gd name="connsiteY2755" fmla="*/ 262206 h 621454"/>
                    <a:gd name="connsiteX2756" fmla="*/ 156752 w 591813"/>
                    <a:gd name="connsiteY2756" fmla="*/ 264905 h 621454"/>
                    <a:gd name="connsiteX2757" fmla="*/ 157157 w 591813"/>
                    <a:gd name="connsiteY2757" fmla="*/ 267626 h 621454"/>
                    <a:gd name="connsiteX2758" fmla="*/ 157539 w 591813"/>
                    <a:gd name="connsiteY2758" fmla="*/ 270325 h 621454"/>
                    <a:gd name="connsiteX2759" fmla="*/ 157944 w 591813"/>
                    <a:gd name="connsiteY2759" fmla="*/ 273024 h 621454"/>
                    <a:gd name="connsiteX2760" fmla="*/ 158326 w 591813"/>
                    <a:gd name="connsiteY2760" fmla="*/ 275722 h 621454"/>
                    <a:gd name="connsiteX2761" fmla="*/ 158731 w 591813"/>
                    <a:gd name="connsiteY2761" fmla="*/ 278399 h 621454"/>
                    <a:gd name="connsiteX2762" fmla="*/ 159114 w 591813"/>
                    <a:gd name="connsiteY2762" fmla="*/ 281075 h 621454"/>
                    <a:gd name="connsiteX2763" fmla="*/ 159518 w 591813"/>
                    <a:gd name="connsiteY2763" fmla="*/ 283751 h 621454"/>
                    <a:gd name="connsiteX2764" fmla="*/ 159901 w 591813"/>
                    <a:gd name="connsiteY2764" fmla="*/ 286427 h 621454"/>
                    <a:gd name="connsiteX2765" fmla="*/ 160305 w 591813"/>
                    <a:gd name="connsiteY2765" fmla="*/ 289081 h 621454"/>
                    <a:gd name="connsiteX2766" fmla="*/ 160710 w 591813"/>
                    <a:gd name="connsiteY2766" fmla="*/ 291735 h 621454"/>
                    <a:gd name="connsiteX2767" fmla="*/ 161093 w 591813"/>
                    <a:gd name="connsiteY2767" fmla="*/ 294389 h 621454"/>
                    <a:gd name="connsiteX2768" fmla="*/ 161497 w 591813"/>
                    <a:gd name="connsiteY2768" fmla="*/ 297042 h 621454"/>
                    <a:gd name="connsiteX2769" fmla="*/ 161880 w 591813"/>
                    <a:gd name="connsiteY2769" fmla="*/ 299674 h 621454"/>
                    <a:gd name="connsiteX2770" fmla="*/ 162285 w 591813"/>
                    <a:gd name="connsiteY2770" fmla="*/ 302305 h 621454"/>
                    <a:gd name="connsiteX2771" fmla="*/ 162667 w 591813"/>
                    <a:gd name="connsiteY2771" fmla="*/ 304914 h 621454"/>
                    <a:gd name="connsiteX2772" fmla="*/ 163071 w 591813"/>
                    <a:gd name="connsiteY2772" fmla="*/ 307523 h 621454"/>
                    <a:gd name="connsiteX2773" fmla="*/ 163454 w 591813"/>
                    <a:gd name="connsiteY2773" fmla="*/ 310131 h 621454"/>
                    <a:gd name="connsiteX2774" fmla="*/ 163859 w 591813"/>
                    <a:gd name="connsiteY2774" fmla="*/ 312718 h 621454"/>
                    <a:gd name="connsiteX2775" fmla="*/ 164263 w 591813"/>
                    <a:gd name="connsiteY2775" fmla="*/ 315304 h 621454"/>
                    <a:gd name="connsiteX2776" fmla="*/ 164624 w 591813"/>
                    <a:gd name="connsiteY2776" fmla="*/ 317890 h 621454"/>
                    <a:gd name="connsiteX2777" fmla="*/ 165028 w 591813"/>
                    <a:gd name="connsiteY2777" fmla="*/ 320454 h 621454"/>
                    <a:gd name="connsiteX2778" fmla="*/ 165433 w 591813"/>
                    <a:gd name="connsiteY2778" fmla="*/ 323018 h 621454"/>
                    <a:gd name="connsiteX2779" fmla="*/ 165816 w 591813"/>
                    <a:gd name="connsiteY2779" fmla="*/ 325582 h 621454"/>
                    <a:gd name="connsiteX2780" fmla="*/ 166198 w 591813"/>
                    <a:gd name="connsiteY2780" fmla="*/ 328123 h 621454"/>
                    <a:gd name="connsiteX2781" fmla="*/ 166602 w 591813"/>
                    <a:gd name="connsiteY2781" fmla="*/ 330664 h 621454"/>
                    <a:gd name="connsiteX2782" fmla="*/ 166985 w 591813"/>
                    <a:gd name="connsiteY2782" fmla="*/ 333161 h 621454"/>
                    <a:gd name="connsiteX2783" fmla="*/ 167390 w 591813"/>
                    <a:gd name="connsiteY2783" fmla="*/ 335680 h 621454"/>
                    <a:gd name="connsiteX2784" fmla="*/ 167794 w 591813"/>
                    <a:gd name="connsiteY2784" fmla="*/ 338198 h 621454"/>
                    <a:gd name="connsiteX2785" fmla="*/ 168177 w 591813"/>
                    <a:gd name="connsiteY2785" fmla="*/ 340672 h 621454"/>
                    <a:gd name="connsiteX2786" fmla="*/ 168582 w 591813"/>
                    <a:gd name="connsiteY2786" fmla="*/ 343169 h 621454"/>
                    <a:gd name="connsiteX2787" fmla="*/ 168964 w 591813"/>
                    <a:gd name="connsiteY2787" fmla="*/ 345642 h 621454"/>
                    <a:gd name="connsiteX2788" fmla="*/ 169369 w 591813"/>
                    <a:gd name="connsiteY2788" fmla="*/ 348094 h 621454"/>
                    <a:gd name="connsiteX2789" fmla="*/ 169751 w 591813"/>
                    <a:gd name="connsiteY2789" fmla="*/ 350545 h 621454"/>
                    <a:gd name="connsiteX2790" fmla="*/ 170156 w 591813"/>
                    <a:gd name="connsiteY2790" fmla="*/ 352996 h 621454"/>
                    <a:gd name="connsiteX2791" fmla="*/ 170538 w 591813"/>
                    <a:gd name="connsiteY2791" fmla="*/ 355425 h 621454"/>
                    <a:gd name="connsiteX2792" fmla="*/ 170943 w 591813"/>
                    <a:gd name="connsiteY2792" fmla="*/ 357832 h 621454"/>
                    <a:gd name="connsiteX2793" fmla="*/ 171348 w 591813"/>
                    <a:gd name="connsiteY2793" fmla="*/ 360238 h 621454"/>
                    <a:gd name="connsiteX2794" fmla="*/ 171730 w 591813"/>
                    <a:gd name="connsiteY2794" fmla="*/ 362644 h 621454"/>
                    <a:gd name="connsiteX2795" fmla="*/ 172135 w 591813"/>
                    <a:gd name="connsiteY2795" fmla="*/ 365028 h 621454"/>
                    <a:gd name="connsiteX2796" fmla="*/ 172518 w 591813"/>
                    <a:gd name="connsiteY2796" fmla="*/ 367390 h 621454"/>
                    <a:gd name="connsiteX2797" fmla="*/ 172922 w 591813"/>
                    <a:gd name="connsiteY2797" fmla="*/ 369751 h 621454"/>
                    <a:gd name="connsiteX2798" fmla="*/ 173304 w 591813"/>
                    <a:gd name="connsiteY2798" fmla="*/ 372113 h 621454"/>
                    <a:gd name="connsiteX2799" fmla="*/ 173710 w 591813"/>
                    <a:gd name="connsiteY2799" fmla="*/ 374452 h 621454"/>
                    <a:gd name="connsiteX2800" fmla="*/ 174114 w 591813"/>
                    <a:gd name="connsiteY2800" fmla="*/ 376768 h 621454"/>
                    <a:gd name="connsiteX2801" fmla="*/ 174496 w 591813"/>
                    <a:gd name="connsiteY2801" fmla="*/ 379084 h 621454"/>
                    <a:gd name="connsiteX2802" fmla="*/ 174901 w 591813"/>
                    <a:gd name="connsiteY2802" fmla="*/ 381401 h 621454"/>
                    <a:gd name="connsiteX2803" fmla="*/ 175284 w 591813"/>
                    <a:gd name="connsiteY2803" fmla="*/ 383672 h 621454"/>
                    <a:gd name="connsiteX2804" fmla="*/ 175688 w 591813"/>
                    <a:gd name="connsiteY2804" fmla="*/ 385966 h 621454"/>
                    <a:gd name="connsiteX2805" fmla="*/ 176070 w 591813"/>
                    <a:gd name="connsiteY2805" fmla="*/ 388215 h 621454"/>
                    <a:gd name="connsiteX2806" fmla="*/ 176476 w 591813"/>
                    <a:gd name="connsiteY2806" fmla="*/ 390487 h 621454"/>
                    <a:gd name="connsiteX2807" fmla="*/ 176858 w 591813"/>
                    <a:gd name="connsiteY2807" fmla="*/ 392713 h 621454"/>
                    <a:gd name="connsiteX2808" fmla="*/ 177263 w 591813"/>
                    <a:gd name="connsiteY2808" fmla="*/ 394962 h 621454"/>
                    <a:gd name="connsiteX2809" fmla="*/ 177668 w 591813"/>
                    <a:gd name="connsiteY2809" fmla="*/ 397166 h 621454"/>
                    <a:gd name="connsiteX2810" fmla="*/ 178050 w 591813"/>
                    <a:gd name="connsiteY2810" fmla="*/ 399392 h 621454"/>
                    <a:gd name="connsiteX2811" fmla="*/ 178455 w 591813"/>
                    <a:gd name="connsiteY2811" fmla="*/ 401574 h 621454"/>
                    <a:gd name="connsiteX2812" fmla="*/ 178837 w 591813"/>
                    <a:gd name="connsiteY2812" fmla="*/ 403778 h 621454"/>
                    <a:gd name="connsiteX2813" fmla="*/ 179242 w 591813"/>
                    <a:gd name="connsiteY2813" fmla="*/ 405937 h 621454"/>
                    <a:gd name="connsiteX2814" fmla="*/ 179624 w 591813"/>
                    <a:gd name="connsiteY2814" fmla="*/ 408118 h 621454"/>
                    <a:gd name="connsiteX2815" fmla="*/ 180029 w 591813"/>
                    <a:gd name="connsiteY2815" fmla="*/ 410255 h 621454"/>
                    <a:gd name="connsiteX2816" fmla="*/ 180411 w 591813"/>
                    <a:gd name="connsiteY2816" fmla="*/ 412414 h 621454"/>
                    <a:gd name="connsiteX2817" fmla="*/ 180816 w 591813"/>
                    <a:gd name="connsiteY2817" fmla="*/ 414528 h 621454"/>
                    <a:gd name="connsiteX2818" fmla="*/ 181221 w 591813"/>
                    <a:gd name="connsiteY2818" fmla="*/ 416642 h 621454"/>
                    <a:gd name="connsiteX2819" fmla="*/ 181603 w 591813"/>
                    <a:gd name="connsiteY2819" fmla="*/ 418756 h 621454"/>
                    <a:gd name="connsiteX2820" fmla="*/ 182008 w 591813"/>
                    <a:gd name="connsiteY2820" fmla="*/ 420848 h 621454"/>
                    <a:gd name="connsiteX2821" fmla="*/ 182390 w 591813"/>
                    <a:gd name="connsiteY2821" fmla="*/ 422939 h 621454"/>
                    <a:gd name="connsiteX2822" fmla="*/ 182795 w 591813"/>
                    <a:gd name="connsiteY2822" fmla="*/ 425008 h 621454"/>
                    <a:gd name="connsiteX2823" fmla="*/ 183178 w 591813"/>
                    <a:gd name="connsiteY2823" fmla="*/ 427055 h 621454"/>
                    <a:gd name="connsiteX2824" fmla="*/ 183582 w 591813"/>
                    <a:gd name="connsiteY2824" fmla="*/ 429101 h 621454"/>
                    <a:gd name="connsiteX2825" fmla="*/ 183964 w 591813"/>
                    <a:gd name="connsiteY2825" fmla="*/ 431148 h 621454"/>
                    <a:gd name="connsiteX2826" fmla="*/ 184370 w 591813"/>
                    <a:gd name="connsiteY2826" fmla="*/ 433172 h 621454"/>
                    <a:gd name="connsiteX2827" fmla="*/ 184774 w 591813"/>
                    <a:gd name="connsiteY2827" fmla="*/ 435173 h 621454"/>
                    <a:gd name="connsiteX2828" fmla="*/ 185156 w 591813"/>
                    <a:gd name="connsiteY2828" fmla="*/ 437175 h 621454"/>
                    <a:gd name="connsiteX2829" fmla="*/ 185561 w 591813"/>
                    <a:gd name="connsiteY2829" fmla="*/ 439177 h 621454"/>
                    <a:gd name="connsiteX2830" fmla="*/ 185944 w 591813"/>
                    <a:gd name="connsiteY2830" fmla="*/ 441156 h 621454"/>
                    <a:gd name="connsiteX2831" fmla="*/ 186348 w 591813"/>
                    <a:gd name="connsiteY2831" fmla="*/ 443112 h 621454"/>
                    <a:gd name="connsiteX2832" fmla="*/ 186731 w 591813"/>
                    <a:gd name="connsiteY2832" fmla="*/ 445069 h 621454"/>
                    <a:gd name="connsiteX2833" fmla="*/ 187136 w 591813"/>
                    <a:gd name="connsiteY2833" fmla="*/ 447003 h 621454"/>
                    <a:gd name="connsiteX2834" fmla="*/ 187540 w 591813"/>
                    <a:gd name="connsiteY2834" fmla="*/ 448915 h 621454"/>
                    <a:gd name="connsiteX2835" fmla="*/ 187923 w 591813"/>
                    <a:gd name="connsiteY2835" fmla="*/ 450826 h 621454"/>
                    <a:gd name="connsiteX2836" fmla="*/ 188328 w 591813"/>
                    <a:gd name="connsiteY2836" fmla="*/ 452715 h 621454"/>
                    <a:gd name="connsiteX2837" fmla="*/ 188710 w 591813"/>
                    <a:gd name="connsiteY2837" fmla="*/ 454582 h 621454"/>
                    <a:gd name="connsiteX2838" fmla="*/ 189115 w 591813"/>
                    <a:gd name="connsiteY2838" fmla="*/ 456471 h 621454"/>
                    <a:gd name="connsiteX2839" fmla="*/ 189497 w 591813"/>
                    <a:gd name="connsiteY2839" fmla="*/ 458315 h 621454"/>
                    <a:gd name="connsiteX2840" fmla="*/ 189902 w 591813"/>
                    <a:gd name="connsiteY2840" fmla="*/ 460159 h 621454"/>
                    <a:gd name="connsiteX2841" fmla="*/ 190284 w 591813"/>
                    <a:gd name="connsiteY2841" fmla="*/ 462003 h 621454"/>
                    <a:gd name="connsiteX2842" fmla="*/ 190689 w 591813"/>
                    <a:gd name="connsiteY2842" fmla="*/ 463825 h 621454"/>
                    <a:gd name="connsiteX2843" fmla="*/ 191094 w 591813"/>
                    <a:gd name="connsiteY2843" fmla="*/ 465624 h 621454"/>
                    <a:gd name="connsiteX2844" fmla="*/ 191476 w 591813"/>
                    <a:gd name="connsiteY2844" fmla="*/ 467423 h 621454"/>
                    <a:gd name="connsiteX2845" fmla="*/ 191881 w 591813"/>
                    <a:gd name="connsiteY2845" fmla="*/ 469200 h 621454"/>
                    <a:gd name="connsiteX2846" fmla="*/ 192263 w 591813"/>
                    <a:gd name="connsiteY2846" fmla="*/ 470954 h 621454"/>
                    <a:gd name="connsiteX2847" fmla="*/ 192668 w 591813"/>
                    <a:gd name="connsiteY2847" fmla="*/ 472708 h 621454"/>
                    <a:gd name="connsiteX2848" fmla="*/ 193050 w 591813"/>
                    <a:gd name="connsiteY2848" fmla="*/ 474440 h 621454"/>
                    <a:gd name="connsiteX2849" fmla="*/ 193455 w 591813"/>
                    <a:gd name="connsiteY2849" fmla="*/ 476172 h 621454"/>
                    <a:gd name="connsiteX2850" fmla="*/ 193838 w 591813"/>
                    <a:gd name="connsiteY2850" fmla="*/ 477881 h 621454"/>
                    <a:gd name="connsiteX2851" fmla="*/ 194242 w 591813"/>
                    <a:gd name="connsiteY2851" fmla="*/ 479590 h 621454"/>
                    <a:gd name="connsiteX2852" fmla="*/ 194647 w 591813"/>
                    <a:gd name="connsiteY2852" fmla="*/ 481277 h 621454"/>
                    <a:gd name="connsiteX2853" fmla="*/ 195030 w 591813"/>
                    <a:gd name="connsiteY2853" fmla="*/ 482964 h 621454"/>
                    <a:gd name="connsiteX2854" fmla="*/ 195434 w 591813"/>
                    <a:gd name="connsiteY2854" fmla="*/ 484628 h 621454"/>
                    <a:gd name="connsiteX2855" fmla="*/ 195816 w 591813"/>
                    <a:gd name="connsiteY2855" fmla="*/ 486270 h 621454"/>
                    <a:gd name="connsiteX2856" fmla="*/ 196222 w 591813"/>
                    <a:gd name="connsiteY2856" fmla="*/ 487911 h 621454"/>
                    <a:gd name="connsiteX2857" fmla="*/ 196604 w 591813"/>
                    <a:gd name="connsiteY2857" fmla="*/ 489531 h 621454"/>
                    <a:gd name="connsiteX2858" fmla="*/ 197008 w 591813"/>
                    <a:gd name="connsiteY2858" fmla="*/ 491150 h 621454"/>
                    <a:gd name="connsiteX2859" fmla="*/ 197391 w 591813"/>
                    <a:gd name="connsiteY2859" fmla="*/ 492747 h 621454"/>
                    <a:gd name="connsiteX2860" fmla="*/ 197796 w 591813"/>
                    <a:gd name="connsiteY2860" fmla="*/ 494343 h 621454"/>
                    <a:gd name="connsiteX2861" fmla="*/ 198200 w 591813"/>
                    <a:gd name="connsiteY2861" fmla="*/ 495918 h 621454"/>
                    <a:gd name="connsiteX2862" fmla="*/ 198583 w 591813"/>
                    <a:gd name="connsiteY2862" fmla="*/ 497470 h 621454"/>
                    <a:gd name="connsiteX2863" fmla="*/ 198988 w 591813"/>
                    <a:gd name="connsiteY2863" fmla="*/ 499021 h 621454"/>
                    <a:gd name="connsiteX2864" fmla="*/ 199370 w 591813"/>
                    <a:gd name="connsiteY2864" fmla="*/ 500551 h 621454"/>
                    <a:gd name="connsiteX2865" fmla="*/ 199775 w 591813"/>
                    <a:gd name="connsiteY2865" fmla="*/ 502057 h 621454"/>
                    <a:gd name="connsiteX2866" fmla="*/ 200157 w 591813"/>
                    <a:gd name="connsiteY2866" fmla="*/ 503564 h 621454"/>
                    <a:gd name="connsiteX2867" fmla="*/ 200562 w 591813"/>
                    <a:gd name="connsiteY2867" fmla="*/ 505071 h 621454"/>
                    <a:gd name="connsiteX2868" fmla="*/ 200944 w 591813"/>
                    <a:gd name="connsiteY2868" fmla="*/ 506555 h 621454"/>
                    <a:gd name="connsiteX2869" fmla="*/ 201349 w 591813"/>
                    <a:gd name="connsiteY2869" fmla="*/ 508017 h 621454"/>
                    <a:gd name="connsiteX2870" fmla="*/ 201754 w 591813"/>
                    <a:gd name="connsiteY2870" fmla="*/ 509479 h 621454"/>
                    <a:gd name="connsiteX2871" fmla="*/ 202136 w 591813"/>
                    <a:gd name="connsiteY2871" fmla="*/ 510918 h 621454"/>
                    <a:gd name="connsiteX2872" fmla="*/ 202541 w 591813"/>
                    <a:gd name="connsiteY2872" fmla="*/ 512358 h 621454"/>
                    <a:gd name="connsiteX2873" fmla="*/ 202923 w 591813"/>
                    <a:gd name="connsiteY2873" fmla="*/ 513774 h 621454"/>
                    <a:gd name="connsiteX2874" fmla="*/ 203328 w 591813"/>
                    <a:gd name="connsiteY2874" fmla="*/ 515191 h 621454"/>
                    <a:gd name="connsiteX2875" fmla="*/ 203710 w 591813"/>
                    <a:gd name="connsiteY2875" fmla="*/ 516586 h 621454"/>
                    <a:gd name="connsiteX2876" fmla="*/ 204115 w 591813"/>
                    <a:gd name="connsiteY2876" fmla="*/ 517958 h 621454"/>
                    <a:gd name="connsiteX2877" fmla="*/ 204520 w 591813"/>
                    <a:gd name="connsiteY2877" fmla="*/ 519329 h 621454"/>
                    <a:gd name="connsiteX2878" fmla="*/ 204902 w 591813"/>
                    <a:gd name="connsiteY2878" fmla="*/ 520679 h 621454"/>
                    <a:gd name="connsiteX2879" fmla="*/ 205307 w 591813"/>
                    <a:gd name="connsiteY2879" fmla="*/ 522028 h 621454"/>
                    <a:gd name="connsiteX2880" fmla="*/ 205690 w 591813"/>
                    <a:gd name="connsiteY2880" fmla="*/ 523378 h 621454"/>
                    <a:gd name="connsiteX2881" fmla="*/ 206094 w 591813"/>
                    <a:gd name="connsiteY2881" fmla="*/ 524704 h 621454"/>
                    <a:gd name="connsiteX2882" fmla="*/ 206476 w 591813"/>
                    <a:gd name="connsiteY2882" fmla="*/ 526009 h 621454"/>
                    <a:gd name="connsiteX2883" fmla="*/ 206882 w 591813"/>
                    <a:gd name="connsiteY2883" fmla="*/ 527313 h 621454"/>
                    <a:gd name="connsiteX2884" fmla="*/ 207264 w 591813"/>
                    <a:gd name="connsiteY2884" fmla="*/ 528618 h 621454"/>
                    <a:gd name="connsiteX2885" fmla="*/ 207668 w 591813"/>
                    <a:gd name="connsiteY2885" fmla="*/ 529899 h 621454"/>
                    <a:gd name="connsiteX2886" fmla="*/ 208073 w 591813"/>
                    <a:gd name="connsiteY2886" fmla="*/ 531159 h 621454"/>
                    <a:gd name="connsiteX2887" fmla="*/ 208456 w 591813"/>
                    <a:gd name="connsiteY2887" fmla="*/ 532441 h 621454"/>
                    <a:gd name="connsiteX2888" fmla="*/ 208860 w 591813"/>
                    <a:gd name="connsiteY2888" fmla="*/ 533678 h 621454"/>
                    <a:gd name="connsiteX2889" fmla="*/ 209243 w 591813"/>
                    <a:gd name="connsiteY2889" fmla="*/ 534937 h 621454"/>
                    <a:gd name="connsiteX2890" fmla="*/ 209648 w 591813"/>
                    <a:gd name="connsiteY2890" fmla="*/ 536152 h 621454"/>
                    <a:gd name="connsiteX2891" fmla="*/ 210030 w 591813"/>
                    <a:gd name="connsiteY2891" fmla="*/ 537389 h 621454"/>
                    <a:gd name="connsiteX2892" fmla="*/ 210435 w 591813"/>
                    <a:gd name="connsiteY2892" fmla="*/ 538603 h 621454"/>
                    <a:gd name="connsiteX2893" fmla="*/ 210817 w 591813"/>
                    <a:gd name="connsiteY2893" fmla="*/ 539795 h 621454"/>
                    <a:gd name="connsiteX2894" fmla="*/ 211222 w 591813"/>
                    <a:gd name="connsiteY2894" fmla="*/ 540987 h 621454"/>
                    <a:gd name="connsiteX2895" fmla="*/ 211627 w 591813"/>
                    <a:gd name="connsiteY2895" fmla="*/ 542179 h 621454"/>
                    <a:gd name="connsiteX2896" fmla="*/ 212009 w 591813"/>
                    <a:gd name="connsiteY2896" fmla="*/ 543348 h 621454"/>
                    <a:gd name="connsiteX2897" fmla="*/ 212414 w 591813"/>
                    <a:gd name="connsiteY2897" fmla="*/ 544518 h 621454"/>
                    <a:gd name="connsiteX2898" fmla="*/ 212796 w 591813"/>
                    <a:gd name="connsiteY2898" fmla="*/ 545665 h 621454"/>
                    <a:gd name="connsiteX2899" fmla="*/ 213201 w 591813"/>
                    <a:gd name="connsiteY2899" fmla="*/ 546812 h 621454"/>
                    <a:gd name="connsiteX2900" fmla="*/ 213584 w 591813"/>
                    <a:gd name="connsiteY2900" fmla="*/ 547959 h 621454"/>
                    <a:gd name="connsiteX2901" fmla="*/ 213988 w 591813"/>
                    <a:gd name="connsiteY2901" fmla="*/ 549083 h 621454"/>
                    <a:gd name="connsiteX2902" fmla="*/ 214370 w 591813"/>
                    <a:gd name="connsiteY2902" fmla="*/ 550208 h 621454"/>
                    <a:gd name="connsiteX2903" fmla="*/ 214776 w 591813"/>
                    <a:gd name="connsiteY2903" fmla="*/ 551310 h 621454"/>
                    <a:gd name="connsiteX2904" fmla="*/ 215180 w 591813"/>
                    <a:gd name="connsiteY2904" fmla="*/ 552412 h 621454"/>
                    <a:gd name="connsiteX2905" fmla="*/ 215562 w 591813"/>
                    <a:gd name="connsiteY2905" fmla="*/ 553491 h 621454"/>
                    <a:gd name="connsiteX2906" fmla="*/ 215967 w 591813"/>
                    <a:gd name="connsiteY2906" fmla="*/ 554571 h 621454"/>
                    <a:gd name="connsiteX2907" fmla="*/ 216350 w 591813"/>
                    <a:gd name="connsiteY2907" fmla="*/ 555628 h 621454"/>
                    <a:gd name="connsiteX2908" fmla="*/ 216754 w 591813"/>
                    <a:gd name="connsiteY2908" fmla="*/ 556685 h 621454"/>
                    <a:gd name="connsiteX2909" fmla="*/ 217136 w 591813"/>
                    <a:gd name="connsiteY2909" fmla="*/ 557719 h 621454"/>
                    <a:gd name="connsiteX2910" fmla="*/ 217542 w 591813"/>
                    <a:gd name="connsiteY2910" fmla="*/ 558754 h 621454"/>
                    <a:gd name="connsiteX2911" fmla="*/ 217946 w 591813"/>
                    <a:gd name="connsiteY2911" fmla="*/ 559788 h 621454"/>
                    <a:gd name="connsiteX2912" fmla="*/ 218329 w 591813"/>
                    <a:gd name="connsiteY2912" fmla="*/ 560778 h 621454"/>
                    <a:gd name="connsiteX2913" fmla="*/ 218733 w 591813"/>
                    <a:gd name="connsiteY2913" fmla="*/ 561790 h 621454"/>
                    <a:gd name="connsiteX2914" fmla="*/ 219116 w 591813"/>
                    <a:gd name="connsiteY2914" fmla="*/ 562779 h 621454"/>
                    <a:gd name="connsiteX2915" fmla="*/ 219521 w 591813"/>
                    <a:gd name="connsiteY2915" fmla="*/ 563746 h 621454"/>
                    <a:gd name="connsiteX2916" fmla="*/ 219903 w 591813"/>
                    <a:gd name="connsiteY2916" fmla="*/ 564713 h 621454"/>
                    <a:gd name="connsiteX2917" fmla="*/ 220308 w 591813"/>
                    <a:gd name="connsiteY2917" fmla="*/ 565680 h 621454"/>
                    <a:gd name="connsiteX2918" fmla="*/ 220690 w 591813"/>
                    <a:gd name="connsiteY2918" fmla="*/ 566625 h 621454"/>
                    <a:gd name="connsiteX2919" fmla="*/ 221095 w 591813"/>
                    <a:gd name="connsiteY2919" fmla="*/ 567547 h 621454"/>
                    <a:gd name="connsiteX2920" fmla="*/ 221500 w 591813"/>
                    <a:gd name="connsiteY2920" fmla="*/ 568469 h 621454"/>
                    <a:gd name="connsiteX2921" fmla="*/ 221882 w 591813"/>
                    <a:gd name="connsiteY2921" fmla="*/ 569391 h 621454"/>
                    <a:gd name="connsiteX2922" fmla="*/ 222287 w 591813"/>
                    <a:gd name="connsiteY2922" fmla="*/ 570291 h 621454"/>
                    <a:gd name="connsiteX2923" fmla="*/ 222669 w 591813"/>
                    <a:gd name="connsiteY2923" fmla="*/ 571190 h 621454"/>
                    <a:gd name="connsiteX2924" fmla="*/ 223074 w 591813"/>
                    <a:gd name="connsiteY2924" fmla="*/ 572067 h 621454"/>
                    <a:gd name="connsiteX2925" fmla="*/ 223456 w 591813"/>
                    <a:gd name="connsiteY2925" fmla="*/ 572945 h 621454"/>
                    <a:gd name="connsiteX2926" fmla="*/ 223861 w 591813"/>
                    <a:gd name="connsiteY2926" fmla="*/ 573822 h 621454"/>
                    <a:gd name="connsiteX2927" fmla="*/ 224244 w 591813"/>
                    <a:gd name="connsiteY2927" fmla="*/ 574676 h 621454"/>
                    <a:gd name="connsiteX2928" fmla="*/ 224648 w 591813"/>
                    <a:gd name="connsiteY2928" fmla="*/ 575531 h 621454"/>
                    <a:gd name="connsiteX2929" fmla="*/ 225053 w 591813"/>
                    <a:gd name="connsiteY2929" fmla="*/ 576363 h 621454"/>
                    <a:gd name="connsiteX2930" fmla="*/ 225436 w 591813"/>
                    <a:gd name="connsiteY2930" fmla="*/ 577195 h 621454"/>
                    <a:gd name="connsiteX2931" fmla="*/ 225840 w 591813"/>
                    <a:gd name="connsiteY2931" fmla="*/ 578027 h 621454"/>
                    <a:gd name="connsiteX2932" fmla="*/ 226222 w 591813"/>
                    <a:gd name="connsiteY2932" fmla="*/ 578837 h 621454"/>
                    <a:gd name="connsiteX2933" fmla="*/ 226627 w 591813"/>
                    <a:gd name="connsiteY2933" fmla="*/ 579646 h 621454"/>
                    <a:gd name="connsiteX2934" fmla="*/ 227010 w 591813"/>
                    <a:gd name="connsiteY2934" fmla="*/ 580456 h 621454"/>
                    <a:gd name="connsiteX2935" fmla="*/ 227414 w 591813"/>
                    <a:gd name="connsiteY2935" fmla="*/ 581243 h 621454"/>
                    <a:gd name="connsiteX2936" fmla="*/ 227797 w 591813"/>
                    <a:gd name="connsiteY2936" fmla="*/ 582030 h 621454"/>
                    <a:gd name="connsiteX2937" fmla="*/ 228202 w 591813"/>
                    <a:gd name="connsiteY2937" fmla="*/ 582795 h 621454"/>
                    <a:gd name="connsiteX2938" fmla="*/ 228606 w 591813"/>
                    <a:gd name="connsiteY2938" fmla="*/ 583560 h 621454"/>
                    <a:gd name="connsiteX2939" fmla="*/ 228989 w 591813"/>
                    <a:gd name="connsiteY2939" fmla="*/ 584302 h 621454"/>
                    <a:gd name="connsiteX2940" fmla="*/ 229394 w 591813"/>
                    <a:gd name="connsiteY2940" fmla="*/ 585044 h 621454"/>
                    <a:gd name="connsiteX2941" fmla="*/ 229776 w 591813"/>
                    <a:gd name="connsiteY2941" fmla="*/ 585786 h 621454"/>
                    <a:gd name="connsiteX2942" fmla="*/ 230181 w 591813"/>
                    <a:gd name="connsiteY2942" fmla="*/ 586506 h 621454"/>
                    <a:gd name="connsiteX2943" fmla="*/ 230563 w 591813"/>
                    <a:gd name="connsiteY2943" fmla="*/ 587225 h 621454"/>
                    <a:gd name="connsiteX2944" fmla="*/ 230968 w 591813"/>
                    <a:gd name="connsiteY2944" fmla="*/ 587945 h 621454"/>
                    <a:gd name="connsiteX2945" fmla="*/ 231350 w 591813"/>
                    <a:gd name="connsiteY2945" fmla="*/ 588642 h 621454"/>
                    <a:gd name="connsiteX2946" fmla="*/ 231755 w 591813"/>
                    <a:gd name="connsiteY2946" fmla="*/ 589340 h 621454"/>
                    <a:gd name="connsiteX2947" fmla="*/ 232160 w 591813"/>
                    <a:gd name="connsiteY2947" fmla="*/ 590014 h 621454"/>
                    <a:gd name="connsiteX2948" fmla="*/ 232542 w 591813"/>
                    <a:gd name="connsiteY2948" fmla="*/ 590689 h 621454"/>
                    <a:gd name="connsiteX2949" fmla="*/ 232947 w 591813"/>
                    <a:gd name="connsiteY2949" fmla="*/ 591364 h 621454"/>
                    <a:gd name="connsiteX2950" fmla="*/ 233329 w 591813"/>
                    <a:gd name="connsiteY2950" fmla="*/ 592038 h 621454"/>
                    <a:gd name="connsiteX2951" fmla="*/ 233734 w 591813"/>
                    <a:gd name="connsiteY2951" fmla="*/ 592690 h 621454"/>
                    <a:gd name="connsiteX2952" fmla="*/ 234116 w 591813"/>
                    <a:gd name="connsiteY2952" fmla="*/ 593343 h 621454"/>
                    <a:gd name="connsiteX2953" fmla="*/ 234521 w 591813"/>
                    <a:gd name="connsiteY2953" fmla="*/ 593972 h 621454"/>
                    <a:gd name="connsiteX2954" fmla="*/ 234926 w 591813"/>
                    <a:gd name="connsiteY2954" fmla="*/ 594625 h 621454"/>
                    <a:gd name="connsiteX2955" fmla="*/ 235308 w 591813"/>
                    <a:gd name="connsiteY2955" fmla="*/ 595232 h 621454"/>
                    <a:gd name="connsiteX2956" fmla="*/ 235713 w 591813"/>
                    <a:gd name="connsiteY2956" fmla="*/ 595861 h 621454"/>
                    <a:gd name="connsiteX2957" fmla="*/ 236096 w 591813"/>
                    <a:gd name="connsiteY2957" fmla="*/ 596469 h 621454"/>
                    <a:gd name="connsiteX2958" fmla="*/ 236500 w 591813"/>
                    <a:gd name="connsiteY2958" fmla="*/ 597076 h 621454"/>
                    <a:gd name="connsiteX2959" fmla="*/ 236882 w 591813"/>
                    <a:gd name="connsiteY2959" fmla="*/ 597683 h 621454"/>
                    <a:gd name="connsiteX2960" fmla="*/ 237287 w 591813"/>
                    <a:gd name="connsiteY2960" fmla="*/ 598268 h 621454"/>
                    <a:gd name="connsiteX2961" fmla="*/ 237670 w 591813"/>
                    <a:gd name="connsiteY2961" fmla="*/ 598853 h 621454"/>
                    <a:gd name="connsiteX2962" fmla="*/ 238074 w 591813"/>
                    <a:gd name="connsiteY2962" fmla="*/ 599437 h 621454"/>
                    <a:gd name="connsiteX2963" fmla="*/ 238479 w 591813"/>
                    <a:gd name="connsiteY2963" fmla="*/ 600000 h 621454"/>
                    <a:gd name="connsiteX2964" fmla="*/ 238862 w 591813"/>
                    <a:gd name="connsiteY2964" fmla="*/ 600562 h 621454"/>
                    <a:gd name="connsiteX2965" fmla="*/ 239266 w 591813"/>
                    <a:gd name="connsiteY2965" fmla="*/ 601124 h 621454"/>
                    <a:gd name="connsiteX2966" fmla="*/ 239649 w 591813"/>
                    <a:gd name="connsiteY2966" fmla="*/ 601664 h 621454"/>
                    <a:gd name="connsiteX2967" fmla="*/ 240054 w 591813"/>
                    <a:gd name="connsiteY2967" fmla="*/ 602203 h 621454"/>
                    <a:gd name="connsiteX2968" fmla="*/ 240436 w 591813"/>
                    <a:gd name="connsiteY2968" fmla="*/ 602743 h 621454"/>
                    <a:gd name="connsiteX2969" fmla="*/ 240841 w 591813"/>
                    <a:gd name="connsiteY2969" fmla="*/ 603260 h 621454"/>
                    <a:gd name="connsiteX2970" fmla="*/ 241223 w 591813"/>
                    <a:gd name="connsiteY2970" fmla="*/ 603778 h 621454"/>
                    <a:gd name="connsiteX2971" fmla="*/ 241628 w 591813"/>
                    <a:gd name="connsiteY2971" fmla="*/ 604295 h 621454"/>
                    <a:gd name="connsiteX2972" fmla="*/ 242033 w 591813"/>
                    <a:gd name="connsiteY2972" fmla="*/ 604790 h 621454"/>
                    <a:gd name="connsiteX2973" fmla="*/ 242415 w 591813"/>
                    <a:gd name="connsiteY2973" fmla="*/ 605285 h 621454"/>
                    <a:gd name="connsiteX2974" fmla="*/ 242820 w 591813"/>
                    <a:gd name="connsiteY2974" fmla="*/ 605779 h 621454"/>
                    <a:gd name="connsiteX2975" fmla="*/ 243202 w 591813"/>
                    <a:gd name="connsiteY2975" fmla="*/ 606252 h 621454"/>
                    <a:gd name="connsiteX2976" fmla="*/ 243607 w 591813"/>
                    <a:gd name="connsiteY2976" fmla="*/ 606724 h 621454"/>
                    <a:gd name="connsiteX2977" fmla="*/ 243989 w 591813"/>
                    <a:gd name="connsiteY2977" fmla="*/ 607196 h 621454"/>
                    <a:gd name="connsiteX2978" fmla="*/ 244394 w 591813"/>
                    <a:gd name="connsiteY2978" fmla="*/ 607646 h 621454"/>
                    <a:gd name="connsiteX2979" fmla="*/ 244776 w 591813"/>
                    <a:gd name="connsiteY2979" fmla="*/ 608096 h 621454"/>
                    <a:gd name="connsiteX2980" fmla="*/ 245181 w 591813"/>
                    <a:gd name="connsiteY2980" fmla="*/ 608546 h 621454"/>
                    <a:gd name="connsiteX2981" fmla="*/ 245586 w 591813"/>
                    <a:gd name="connsiteY2981" fmla="*/ 608973 h 621454"/>
                    <a:gd name="connsiteX2982" fmla="*/ 245968 w 591813"/>
                    <a:gd name="connsiteY2982" fmla="*/ 609400 h 621454"/>
                    <a:gd name="connsiteX2983" fmla="*/ 246373 w 591813"/>
                    <a:gd name="connsiteY2983" fmla="*/ 609827 h 621454"/>
                    <a:gd name="connsiteX2984" fmla="*/ 246756 w 591813"/>
                    <a:gd name="connsiteY2984" fmla="*/ 610232 h 621454"/>
                    <a:gd name="connsiteX2985" fmla="*/ 247160 w 591813"/>
                    <a:gd name="connsiteY2985" fmla="*/ 610637 h 621454"/>
                    <a:gd name="connsiteX2986" fmla="*/ 247542 w 591813"/>
                    <a:gd name="connsiteY2986" fmla="*/ 611019 h 621454"/>
                    <a:gd name="connsiteX2987" fmla="*/ 247948 w 591813"/>
                    <a:gd name="connsiteY2987" fmla="*/ 611402 h 621454"/>
                    <a:gd name="connsiteX2988" fmla="*/ 248352 w 591813"/>
                    <a:gd name="connsiteY2988" fmla="*/ 611784 h 621454"/>
                    <a:gd name="connsiteX2989" fmla="*/ 248734 w 591813"/>
                    <a:gd name="connsiteY2989" fmla="*/ 612144 h 621454"/>
                    <a:gd name="connsiteX2990" fmla="*/ 249139 w 591813"/>
                    <a:gd name="connsiteY2990" fmla="*/ 612504 h 621454"/>
                    <a:gd name="connsiteX2991" fmla="*/ 249522 w 591813"/>
                    <a:gd name="connsiteY2991" fmla="*/ 612864 h 621454"/>
                    <a:gd name="connsiteX2992" fmla="*/ 249926 w 591813"/>
                    <a:gd name="connsiteY2992" fmla="*/ 613201 h 621454"/>
                    <a:gd name="connsiteX2993" fmla="*/ 250309 w 591813"/>
                    <a:gd name="connsiteY2993" fmla="*/ 613561 h 621454"/>
                    <a:gd name="connsiteX2994" fmla="*/ 250714 w 591813"/>
                    <a:gd name="connsiteY2994" fmla="*/ 613876 h 621454"/>
                    <a:gd name="connsiteX2995" fmla="*/ 251096 w 591813"/>
                    <a:gd name="connsiteY2995" fmla="*/ 614213 h 621454"/>
                    <a:gd name="connsiteX2996" fmla="*/ 251501 w 591813"/>
                    <a:gd name="connsiteY2996" fmla="*/ 614528 h 621454"/>
                    <a:gd name="connsiteX2997" fmla="*/ 251905 w 591813"/>
                    <a:gd name="connsiteY2997" fmla="*/ 614843 h 621454"/>
                    <a:gd name="connsiteX2998" fmla="*/ 252288 w 591813"/>
                    <a:gd name="connsiteY2998" fmla="*/ 615158 h 621454"/>
                    <a:gd name="connsiteX2999" fmla="*/ 252693 w 591813"/>
                    <a:gd name="connsiteY2999" fmla="*/ 615450 h 621454"/>
                    <a:gd name="connsiteX3000" fmla="*/ 253075 w 591813"/>
                    <a:gd name="connsiteY3000" fmla="*/ 615742 h 6214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Lst>
                  <a:rect l="l" t="t" r="r" b="b"/>
                  <a:pathLst>
                    <a:path w="591813" h="621454">
                      <a:moveTo>
                        <a:pt x="253075" y="615742"/>
                      </a:moveTo>
                      <a:lnTo>
                        <a:pt x="253480" y="616035"/>
                      </a:lnTo>
                      <a:lnTo>
                        <a:pt x="253862" y="616304"/>
                      </a:lnTo>
                      <a:lnTo>
                        <a:pt x="254267" y="616574"/>
                      </a:lnTo>
                      <a:lnTo>
                        <a:pt x="254650" y="616844"/>
                      </a:lnTo>
                      <a:lnTo>
                        <a:pt x="255054" y="617092"/>
                      </a:lnTo>
                      <a:lnTo>
                        <a:pt x="255459" y="617339"/>
                      </a:lnTo>
                      <a:lnTo>
                        <a:pt x="255841" y="617586"/>
                      </a:lnTo>
                      <a:lnTo>
                        <a:pt x="256246" y="617811"/>
                      </a:lnTo>
                      <a:lnTo>
                        <a:pt x="256628" y="618036"/>
                      </a:lnTo>
                      <a:lnTo>
                        <a:pt x="257033" y="618261"/>
                      </a:lnTo>
                      <a:lnTo>
                        <a:pt x="257416" y="618463"/>
                      </a:lnTo>
                      <a:lnTo>
                        <a:pt x="257820" y="618666"/>
                      </a:lnTo>
                      <a:lnTo>
                        <a:pt x="258202" y="618868"/>
                      </a:lnTo>
                      <a:lnTo>
                        <a:pt x="258608" y="619048"/>
                      </a:lnTo>
                      <a:lnTo>
                        <a:pt x="259012" y="619228"/>
                      </a:lnTo>
                      <a:lnTo>
                        <a:pt x="259395" y="619408"/>
                      </a:lnTo>
                      <a:lnTo>
                        <a:pt x="259799" y="619588"/>
                      </a:lnTo>
                      <a:lnTo>
                        <a:pt x="260182" y="619745"/>
                      </a:lnTo>
                      <a:lnTo>
                        <a:pt x="260587" y="619903"/>
                      </a:lnTo>
                      <a:lnTo>
                        <a:pt x="260969" y="620038"/>
                      </a:lnTo>
                      <a:lnTo>
                        <a:pt x="261374" y="620173"/>
                      </a:lnTo>
                      <a:lnTo>
                        <a:pt x="261756" y="620308"/>
                      </a:lnTo>
                      <a:lnTo>
                        <a:pt x="262161" y="620443"/>
                      </a:lnTo>
                      <a:lnTo>
                        <a:pt x="262566" y="620555"/>
                      </a:lnTo>
                      <a:lnTo>
                        <a:pt x="262948" y="620667"/>
                      </a:lnTo>
                      <a:lnTo>
                        <a:pt x="263353" y="620757"/>
                      </a:lnTo>
                      <a:lnTo>
                        <a:pt x="263735" y="620870"/>
                      </a:lnTo>
                      <a:lnTo>
                        <a:pt x="264140" y="620937"/>
                      </a:lnTo>
                      <a:lnTo>
                        <a:pt x="264522" y="621027"/>
                      </a:lnTo>
                      <a:lnTo>
                        <a:pt x="264927" y="621095"/>
                      </a:lnTo>
                      <a:lnTo>
                        <a:pt x="265332" y="621162"/>
                      </a:lnTo>
                      <a:lnTo>
                        <a:pt x="265714" y="621230"/>
                      </a:lnTo>
                      <a:lnTo>
                        <a:pt x="266119" y="621275"/>
                      </a:lnTo>
                      <a:lnTo>
                        <a:pt x="266502" y="621320"/>
                      </a:lnTo>
                      <a:lnTo>
                        <a:pt x="266906" y="621365"/>
                      </a:lnTo>
                      <a:lnTo>
                        <a:pt x="267288" y="621387"/>
                      </a:lnTo>
                      <a:lnTo>
                        <a:pt x="267693" y="621410"/>
                      </a:lnTo>
                      <a:lnTo>
                        <a:pt x="268076" y="621432"/>
                      </a:lnTo>
                      <a:lnTo>
                        <a:pt x="268480" y="621455"/>
                      </a:lnTo>
                      <a:lnTo>
                        <a:pt x="268885" y="621455"/>
                      </a:lnTo>
                      <a:lnTo>
                        <a:pt x="269268" y="621455"/>
                      </a:lnTo>
                      <a:lnTo>
                        <a:pt x="269672" y="621455"/>
                      </a:lnTo>
                      <a:lnTo>
                        <a:pt x="270055" y="621432"/>
                      </a:lnTo>
                      <a:lnTo>
                        <a:pt x="270459" y="621410"/>
                      </a:lnTo>
                      <a:lnTo>
                        <a:pt x="270842" y="621387"/>
                      </a:lnTo>
                      <a:lnTo>
                        <a:pt x="271247" y="621365"/>
                      </a:lnTo>
                      <a:lnTo>
                        <a:pt x="271629" y="621342"/>
                      </a:lnTo>
                      <a:lnTo>
                        <a:pt x="272034" y="621297"/>
                      </a:lnTo>
                      <a:lnTo>
                        <a:pt x="272439" y="621252"/>
                      </a:lnTo>
                      <a:lnTo>
                        <a:pt x="272821" y="621185"/>
                      </a:lnTo>
                      <a:lnTo>
                        <a:pt x="273226" y="621140"/>
                      </a:lnTo>
                      <a:lnTo>
                        <a:pt x="273608" y="621072"/>
                      </a:lnTo>
                      <a:lnTo>
                        <a:pt x="274013" y="621027"/>
                      </a:lnTo>
                      <a:lnTo>
                        <a:pt x="274395" y="620937"/>
                      </a:lnTo>
                      <a:lnTo>
                        <a:pt x="274800" y="620870"/>
                      </a:lnTo>
                      <a:lnTo>
                        <a:pt x="275182" y="620802"/>
                      </a:lnTo>
                      <a:lnTo>
                        <a:pt x="275587" y="620712"/>
                      </a:lnTo>
                      <a:lnTo>
                        <a:pt x="275992" y="620622"/>
                      </a:lnTo>
                      <a:lnTo>
                        <a:pt x="276374" y="620533"/>
                      </a:lnTo>
                      <a:lnTo>
                        <a:pt x="276779" y="620443"/>
                      </a:lnTo>
                      <a:lnTo>
                        <a:pt x="277162" y="620353"/>
                      </a:lnTo>
                      <a:lnTo>
                        <a:pt x="277566" y="620263"/>
                      </a:lnTo>
                      <a:lnTo>
                        <a:pt x="277948" y="620173"/>
                      </a:lnTo>
                      <a:lnTo>
                        <a:pt x="278353" y="620060"/>
                      </a:lnTo>
                      <a:lnTo>
                        <a:pt x="278758" y="619948"/>
                      </a:lnTo>
                      <a:lnTo>
                        <a:pt x="279140" y="619835"/>
                      </a:lnTo>
                      <a:lnTo>
                        <a:pt x="279545" y="619723"/>
                      </a:lnTo>
                      <a:lnTo>
                        <a:pt x="279928" y="619610"/>
                      </a:lnTo>
                      <a:lnTo>
                        <a:pt x="280332" y="619476"/>
                      </a:lnTo>
                      <a:lnTo>
                        <a:pt x="280715" y="619363"/>
                      </a:lnTo>
                      <a:lnTo>
                        <a:pt x="281120" y="619228"/>
                      </a:lnTo>
                      <a:lnTo>
                        <a:pt x="281502" y="619071"/>
                      </a:lnTo>
                      <a:lnTo>
                        <a:pt x="281907" y="618936"/>
                      </a:lnTo>
                      <a:lnTo>
                        <a:pt x="282311" y="618778"/>
                      </a:lnTo>
                      <a:lnTo>
                        <a:pt x="282694" y="618643"/>
                      </a:lnTo>
                      <a:lnTo>
                        <a:pt x="283076" y="618486"/>
                      </a:lnTo>
                      <a:lnTo>
                        <a:pt x="283481" y="618306"/>
                      </a:lnTo>
                      <a:lnTo>
                        <a:pt x="283886" y="618149"/>
                      </a:lnTo>
                      <a:lnTo>
                        <a:pt x="284246" y="617991"/>
                      </a:lnTo>
                      <a:lnTo>
                        <a:pt x="284673" y="617811"/>
                      </a:lnTo>
                      <a:lnTo>
                        <a:pt x="285033" y="617631"/>
                      </a:lnTo>
                      <a:lnTo>
                        <a:pt x="285438" y="617451"/>
                      </a:lnTo>
                      <a:lnTo>
                        <a:pt x="285842" y="617272"/>
                      </a:lnTo>
                      <a:lnTo>
                        <a:pt x="286224" y="617069"/>
                      </a:lnTo>
                      <a:lnTo>
                        <a:pt x="286630" y="616889"/>
                      </a:lnTo>
                      <a:lnTo>
                        <a:pt x="287012" y="616687"/>
                      </a:lnTo>
                      <a:lnTo>
                        <a:pt x="287416" y="616484"/>
                      </a:lnTo>
                      <a:lnTo>
                        <a:pt x="287799" y="616259"/>
                      </a:lnTo>
                      <a:lnTo>
                        <a:pt x="288204" y="616057"/>
                      </a:lnTo>
                      <a:lnTo>
                        <a:pt x="288586" y="615855"/>
                      </a:lnTo>
                      <a:lnTo>
                        <a:pt x="288991" y="615630"/>
                      </a:lnTo>
                      <a:lnTo>
                        <a:pt x="289396" y="615405"/>
                      </a:lnTo>
                      <a:lnTo>
                        <a:pt x="289778" y="615180"/>
                      </a:lnTo>
                      <a:lnTo>
                        <a:pt x="290183" y="614955"/>
                      </a:lnTo>
                      <a:lnTo>
                        <a:pt x="290565" y="614730"/>
                      </a:lnTo>
                      <a:lnTo>
                        <a:pt x="290970" y="614505"/>
                      </a:lnTo>
                      <a:lnTo>
                        <a:pt x="291352" y="614280"/>
                      </a:lnTo>
                      <a:lnTo>
                        <a:pt x="291757" y="614033"/>
                      </a:lnTo>
                      <a:lnTo>
                        <a:pt x="292139" y="613808"/>
                      </a:lnTo>
                      <a:lnTo>
                        <a:pt x="292544" y="613561"/>
                      </a:lnTo>
                      <a:lnTo>
                        <a:pt x="292949" y="613313"/>
                      </a:lnTo>
                      <a:lnTo>
                        <a:pt x="293331" y="613066"/>
                      </a:lnTo>
                      <a:lnTo>
                        <a:pt x="293736" y="612819"/>
                      </a:lnTo>
                      <a:lnTo>
                        <a:pt x="294118" y="612549"/>
                      </a:lnTo>
                      <a:lnTo>
                        <a:pt x="294524" y="612301"/>
                      </a:lnTo>
                      <a:lnTo>
                        <a:pt x="294906" y="612031"/>
                      </a:lnTo>
                      <a:lnTo>
                        <a:pt x="295310" y="611762"/>
                      </a:lnTo>
                      <a:lnTo>
                        <a:pt x="295716" y="611492"/>
                      </a:lnTo>
                      <a:lnTo>
                        <a:pt x="296098" y="612031"/>
                      </a:lnTo>
                      <a:lnTo>
                        <a:pt x="296502" y="612976"/>
                      </a:lnTo>
                      <a:lnTo>
                        <a:pt x="296884" y="612729"/>
                      </a:lnTo>
                      <a:lnTo>
                        <a:pt x="297290" y="612481"/>
                      </a:lnTo>
                      <a:lnTo>
                        <a:pt x="297672" y="612211"/>
                      </a:lnTo>
                      <a:lnTo>
                        <a:pt x="298076" y="611964"/>
                      </a:lnTo>
                      <a:lnTo>
                        <a:pt x="298459" y="611694"/>
                      </a:lnTo>
                      <a:lnTo>
                        <a:pt x="298864" y="611447"/>
                      </a:lnTo>
                      <a:lnTo>
                        <a:pt x="299269" y="611177"/>
                      </a:lnTo>
                      <a:lnTo>
                        <a:pt x="299651" y="610907"/>
                      </a:lnTo>
                      <a:lnTo>
                        <a:pt x="300056" y="610637"/>
                      </a:lnTo>
                      <a:lnTo>
                        <a:pt x="300438" y="610367"/>
                      </a:lnTo>
                      <a:lnTo>
                        <a:pt x="300843" y="610075"/>
                      </a:lnTo>
                      <a:lnTo>
                        <a:pt x="301225" y="609805"/>
                      </a:lnTo>
                      <a:lnTo>
                        <a:pt x="301630" y="609513"/>
                      </a:lnTo>
                      <a:lnTo>
                        <a:pt x="302012" y="609220"/>
                      </a:lnTo>
                      <a:lnTo>
                        <a:pt x="302417" y="608950"/>
                      </a:lnTo>
                      <a:lnTo>
                        <a:pt x="302822" y="608658"/>
                      </a:lnTo>
                      <a:lnTo>
                        <a:pt x="303204" y="608366"/>
                      </a:lnTo>
                      <a:lnTo>
                        <a:pt x="303609" y="608073"/>
                      </a:lnTo>
                      <a:lnTo>
                        <a:pt x="303992" y="607758"/>
                      </a:lnTo>
                      <a:lnTo>
                        <a:pt x="304396" y="607466"/>
                      </a:lnTo>
                      <a:lnTo>
                        <a:pt x="304778" y="607174"/>
                      </a:lnTo>
                      <a:lnTo>
                        <a:pt x="305184" y="606859"/>
                      </a:lnTo>
                      <a:lnTo>
                        <a:pt x="305566" y="606566"/>
                      </a:lnTo>
                      <a:lnTo>
                        <a:pt x="305970" y="606252"/>
                      </a:lnTo>
                      <a:lnTo>
                        <a:pt x="306376" y="605959"/>
                      </a:lnTo>
                      <a:lnTo>
                        <a:pt x="306758" y="605644"/>
                      </a:lnTo>
                      <a:lnTo>
                        <a:pt x="307162" y="605330"/>
                      </a:lnTo>
                      <a:lnTo>
                        <a:pt x="307545" y="605015"/>
                      </a:lnTo>
                      <a:lnTo>
                        <a:pt x="307950" y="604700"/>
                      </a:lnTo>
                      <a:lnTo>
                        <a:pt x="308332" y="604385"/>
                      </a:lnTo>
                      <a:lnTo>
                        <a:pt x="308737" y="604048"/>
                      </a:lnTo>
                      <a:lnTo>
                        <a:pt x="309142" y="603733"/>
                      </a:lnTo>
                      <a:lnTo>
                        <a:pt x="309524" y="603395"/>
                      </a:lnTo>
                      <a:lnTo>
                        <a:pt x="309929" y="603058"/>
                      </a:lnTo>
                      <a:lnTo>
                        <a:pt x="310311" y="602721"/>
                      </a:lnTo>
                      <a:lnTo>
                        <a:pt x="310716" y="602383"/>
                      </a:lnTo>
                      <a:lnTo>
                        <a:pt x="311098" y="602046"/>
                      </a:lnTo>
                      <a:lnTo>
                        <a:pt x="311503" y="601709"/>
                      </a:lnTo>
                      <a:lnTo>
                        <a:pt x="311885" y="601371"/>
                      </a:lnTo>
                      <a:lnTo>
                        <a:pt x="312290" y="601034"/>
                      </a:lnTo>
                      <a:lnTo>
                        <a:pt x="312695" y="600674"/>
                      </a:lnTo>
                      <a:lnTo>
                        <a:pt x="313077" y="600337"/>
                      </a:lnTo>
                      <a:lnTo>
                        <a:pt x="313482" y="600000"/>
                      </a:lnTo>
                      <a:lnTo>
                        <a:pt x="313864" y="599640"/>
                      </a:lnTo>
                      <a:lnTo>
                        <a:pt x="314269" y="599280"/>
                      </a:lnTo>
                      <a:lnTo>
                        <a:pt x="314652" y="598943"/>
                      </a:lnTo>
                      <a:lnTo>
                        <a:pt x="315056" y="598583"/>
                      </a:lnTo>
                      <a:lnTo>
                        <a:pt x="315438" y="598223"/>
                      </a:lnTo>
                      <a:lnTo>
                        <a:pt x="315844" y="597886"/>
                      </a:lnTo>
                      <a:lnTo>
                        <a:pt x="316248" y="597526"/>
                      </a:lnTo>
                      <a:lnTo>
                        <a:pt x="316630" y="597166"/>
                      </a:lnTo>
                      <a:lnTo>
                        <a:pt x="317036" y="596806"/>
                      </a:lnTo>
                      <a:lnTo>
                        <a:pt x="317418" y="596446"/>
                      </a:lnTo>
                      <a:lnTo>
                        <a:pt x="317822" y="596086"/>
                      </a:lnTo>
                      <a:lnTo>
                        <a:pt x="318205" y="595727"/>
                      </a:lnTo>
                      <a:lnTo>
                        <a:pt x="318610" y="595367"/>
                      </a:lnTo>
                      <a:lnTo>
                        <a:pt x="318992" y="595007"/>
                      </a:lnTo>
                      <a:lnTo>
                        <a:pt x="319397" y="594647"/>
                      </a:lnTo>
                      <a:lnTo>
                        <a:pt x="319802" y="594265"/>
                      </a:lnTo>
                      <a:lnTo>
                        <a:pt x="320184" y="593905"/>
                      </a:lnTo>
                      <a:lnTo>
                        <a:pt x="320589" y="593545"/>
                      </a:lnTo>
                      <a:lnTo>
                        <a:pt x="320971" y="593163"/>
                      </a:lnTo>
                      <a:lnTo>
                        <a:pt x="321376" y="592803"/>
                      </a:lnTo>
                      <a:lnTo>
                        <a:pt x="321758" y="592421"/>
                      </a:lnTo>
                      <a:lnTo>
                        <a:pt x="322163" y="592061"/>
                      </a:lnTo>
                      <a:lnTo>
                        <a:pt x="322545" y="591678"/>
                      </a:lnTo>
                      <a:lnTo>
                        <a:pt x="322950" y="591319"/>
                      </a:lnTo>
                      <a:lnTo>
                        <a:pt x="323355" y="590936"/>
                      </a:lnTo>
                      <a:lnTo>
                        <a:pt x="323737" y="590554"/>
                      </a:lnTo>
                      <a:lnTo>
                        <a:pt x="324142" y="590172"/>
                      </a:lnTo>
                      <a:lnTo>
                        <a:pt x="324524" y="589812"/>
                      </a:lnTo>
                      <a:lnTo>
                        <a:pt x="324929" y="589429"/>
                      </a:lnTo>
                      <a:lnTo>
                        <a:pt x="325312" y="589047"/>
                      </a:lnTo>
                      <a:lnTo>
                        <a:pt x="325716" y="588665"/>
                      </a:lnTo>
                      <a:lnTo>
                        <a:pt x="326121" y="588260"/>
                      </a:lnTo>
                      <a:lnTo>
                        <a:pt x="326504" y="587878"/>
                      </a:lnTo>
                      <a:lnTo>
                        <a:pt x="326908" y="587495"/>
                      </a:lnTo>
                      <a:lnTo>
                        <a:pt x="327290" y="587113"/>
                      </a:lnTo>
                      <a:lnTo>
                        <a:pt x="327696" y="586731"/>
                      </a:lnTo>
                      <a:lnTo>
                        <a:pt x="328078" y="586348"/>
                      </a:lnTo>
                      <a:lnTo>
                        <a:pt x="328482" y="585944"/>
                      </a:lnTo>
                      <a:lnTo>
                        <a:pt x="328865" y="585561"/>
                      </a:lnTo>
                      <a:lnTo>
                        <a:pt x="329270" y="585179"/>
                      </a:lnTo>
                      <a:lnTo>
                        <a:pt x="329674" y="584797"/>
                      </a:lnTo>
                      <a:lnTo>
                        <a:pt x="330057" y="584392"/>
                      </a:lnTo>
                      <a:lnTo>
                        <a:pt x="330462" y="584009"/>
                      </a:lnTo>
                      <a:lnTo>
                        <a:pt x="330844" y="583627"/>
                      </a:lnTo>
                      <a:lnTo>
                        <a:pt x="331249" y="583222"/>
                      </a:lnTo>
                      <a:lnTo>
                        <a:pt x="331631" y="582840"/>
                      </a:lnTo>
                      <a:lnTo>
                        <a:pt x="332036" y="582458"/>
                      </a:lnTo>
                      <a:lnTo>
                        <a:pt x="332418" y="582053"/>
                      </a:lnTo>
                      <a:lnTo>
                        <a:pt x="332823" y="581671"/>
                      </a:lnTo>
                      <a:lnTo>
                        <a:pt x="333228" y="581266"/>
                      </a:lnTo>
                      <a:lnTo>
                        <a:pt x="333610" y="580883"/>
                      </a:lnTo>
                      <a:lnTo>
                        <a:pt x="334015" y="580501"/>
                      </a:lnTo>
                      <a:lnTo>
                        <a:pt x="334397" y="580096"/>
                      </a:lnTo>
                      <a:lnTo>
                        <a:pt x="334802" y="579714"/>
                      </a:lnTo>
                      <a:lnTo>
                        <a:pt x="335184" y="579309"/>
                      </a:lnTo>
                      <a:lnTo>
                        <a:pt x="335590" y="578904"/>
                      </a:lnTo>
                      <a:lnTo>
                        <a:pt x="335972" y="578522"/>
                      </a:lnTo>
                      <a:lnTo>
                        <a:pt x="336376" y="578117"/>
                      </a:lnTo>
                      <a:lnTo>
                        <a:pt x="336782" y="577735"/>
                      </a:lnTo>
                      <a:lnTo>
                        <a:pt x="337164" y="577330"/>
                      </a:lnTo>
                      <a:lnTo>
                        <a:pt x="337568" y="576948"/>
                      </a:lnTo>
                      <a:lnTo>
                        <a:pt x="337950" y="576543"/>
                      </a:lnTo>
                      <a:lnTo>
                        <a:pt x="338356" y="576138"/>
                      </a:lnTo>
                      <a:lnTo>
                        <a:pt x="338738" y="575756"/>
                      </a:lnTo>
                      <a:lnTo>
                        <a:pt x="339142" y="575351"/>
                      </a:lnTo>
                      <a:lnTo>
                        <a:pt x="339548" y="574969"/>
                      </a:lnTo>
                      <a:lnTo>
                        <a:pt x="339930" y="574564"/>
                      </a:lnTo>
                      <a:lnTo>
                        <a:pt x="340335" y="574181"/>
                      </a:lnTo>
                      <a:lnTo>
                        <a:pt x="340717" y="573799"/>
                      </a:lnTo>
                      <a:lnTo>
                        <a:pt x="341122" y="573417"/>
                      </a:lnTo>
                      <a:lnTo>
                        <a:pt x="341504" y="573035"/>
                      </a:lnTo>
                      <a:lnTo>
                        <a:pt x="341909" y="572652"/>
                      </a:lnTo>
                      <a:lnTo>
                        <a:pt x="342291" y="572270"/>
                      </a:lnTo>
                      <a:lnTo>
                        <a:pt x="342696" y="571888"/>
                      </a:lnTo>
                      <a:lnTo>
                        <a:pt x="343101" y="571505"/>
                      </a:lnTo>
                      <a:lnTo>
                        <a:pt x="343483" y="571123"/>
                      </a:lnTo>
                      <a:lnTo>
                        <a:pt x="343888" y="570763"/>
                      </a:lnTo>
                      <a:lnTo>
                        <a:pt x="344270" y="570381"/>
                      </a:lnTo>
                      <a:lnTo>
                        <a:pt x="344675" y="569998"/>
                      </a:lnTo>
                      <a:lnTo>
                        <a:pt x="345058" y="569616"/>
                      </a:lnTo>
                      <a:lnTo>
                        <a:pt x="345462" y="569234"/>
                      </a:lnTo>
                      <a:lnTo>
                        <a:pt x="345844" y="568851"/>
                      </a:lnTo>
                      <a:lnTo>
                        <a:pt x="346250" y="568469"/>
                      </a:lnTo>
                      <a:lnTo>
                        <a:pt x="346654" y="568064"/>
                      </a:lnTo>
                      <a:lnTo>
                        <a:pt x="347036" y="567682"/>
                      </a:lnTo>
                      <a:lnTo>
                        <a:pt x="347442" y="567300"/>
                      </a:lnTo>
                      <a:lnTo>
                        <a:pt x="347824" y="566917"/>
                      </a:lnTo>
                      <a:lnTo>
                        <a:pt x="348228" y="566513"/>
                      </a:lnTo>
                      <a:lnTo>
                        <a:pt x="348611" y="566130"/>
                      </a:lnTo>
                      <a:lnTo>
                        <a:pt x="349016" y="565748"/>
                      </a:lnTo>
                      <a:lnTo>
                        <a:pt x="349398" y="565366"/>
                      </a:lnTo>
                      <a:lnTo>
                        <a:pt x="349803" y="564961"/>
                      </a:lnTo>
                      <a:lnTo>
                        <a:pt x="350208" y="564578"/>
                      </a:lnTo>
                      <a:lnTo>
                        <a:pt x="350590" y="564196"/>
                      </a:lnTo>
                      <a:lnTo>
                        <a:pt x="350995" y="563791"/>
                      </a:lnTo>
                      <a:lnTo>
                        <a:pt x="351377" y="563409"/>
                      </a:lnTo>
                      <a:lnTo>
                        <a:pt x="351782" y="563027"/>
                      </a:lnTo>
                      <a:lnTo>
                        <a:pt x="352164" y="562622"/>
                      </a:lnTo>
                      <a:lnTo>
                        <a:pt x="352569" y="562240"/>
                      </a:lnTo>
                      <a:lnTo>
                        <a:pt x="352951" y="561835"/>
                      </a:lnTo>
                      <a:lnTo>
                        <a:pt x="353356" y="561452"/>
                      </a:lnTo>
                      <a:lnTo>
                        <a:pt x="353761" y="561048"/>
                      </a:lnTo>
                      <a:lnTo>
                        <a:pt x="354143" y="560643"/>
                      </a:lnTo>
                      <a:lnTo>
                        <a:pt x="354548" y="560260"/>
                      </a:lnTo>
                      <a:lnTo>
                        <a:pt x="354930" y="559856"/>
                      </a:lnTo>
                      <a:lnTo>
                        <a:pt x="355335" y="559451"/>
                      </a:lnTo>
                      <a:lnTo>
                        <a:pt x="355718" y="559046"/>
                      </a:lnTo>
                      <a:lnTo>
                        <a:pt x="356122" y="558619"/>
                      </a:lnTo>
                      <a:lnTo>
                        <a:pt x="356527" y="558214"/>
                      </a:lnTo>
                      <a:lnTo>
                        <a:pt x="356910" y="557809"/>
                      </a:lnTo>
                      <a:lnTo>
                        <a:pt x="357314" y="557382"/>
                      </a:lnTo>
                      <a:lnTo>
                        <a:pt x="357696" y="556954"/>
                      </a:lnTo>
                      <a:lnTo>
                        <a:pt x="358102" y="556527"/>
                      </a:lnTo>
                      <a:lnTo>
                        <a:pt x="358484" y="556100"/>
                      </a:lnTo>
                      <a:lnTo>
                        <a:pt x="358888" y="555650"/>
                      </a:lnTo>
                      <a:lnTo>
                        <a:pt x="359271" y="555223"/>
                      </a:lnTo>
                      <a:lnTo>
                        <a:pt x="359676" y="554773"/>
                      </a:lnTo>
                      <a:lnTo>
                        <a:pt x="360080" y="554323"/>
                      </a:lnTo>
                      <a:lnTo>
                        <a:pt x="360463" y="553873"/>
                      </a:lnTo>
                      <a:lnTo>
                        <a:pt x="360868" y="553424"/>
                      </a:lnTo>
                      <a:lnTo>
                        <a:pt x="361250" y="552974"/>
                      </a:lnTo>
                      <a:lnTo>
                        <a:pt x="361655" y="552502"/>
                      </a:lnTo>
                      <a:lnTo>
                        <a:pt x="362037" y="552029"/>
                      </a:lnTo>
                      <a:lnTo>
                        <a:pt x="362442" y="551579"/>
                      </a:lnTo>
                      <a:lnTo>
                        <a:pt x="362824" y="551107"/>
                      </a:lnTo>
                      <a:lnTo>
                        <a:pt x="363229" y="550635"/>
                      </a:lnTo>
                      <a:lnTo>
                        <a:pt x="363634" y="550163"/>
                      </a:lnTo>
                      <a:lnTo>
                        <a:pt x="364016" y="549668"/>
                      </a:lnTo>
                      <a:lnTo>
                        <a:pt x="364421" y="549196"/>
                      </a:lnTo>
                      <a:lnTo>
                        <a:pt x="364803" y="548701"/>
                      </a:lnTo>
                      <a:lnTo>
                        <a:pt x="365208" y="548228"/>
                      </a:lnTo>
                      <a:lnTo>
                        <a:pt x="365590" y="547734"/>
                      </a:lnTo>
                      <a:lnTo>
                        <a:pt x="365995" y="547239"/>
                      </a:lnTo>
                      <a:lnTo>
                        <a:pt x="366378" y="546744"/>
                      </a:lnTo>
                      <a:lnTo>
                        <a:pt x="366782" y="546249"/>
                      </a:lnTo>
                      <a:lnTo>
                        <a:pt x="367187" y="545755"/>
                      </a:lnTo>
                      <a:lnTo>
                        <a:pt x="367570" y="545260"/>
                      </a:lnTo>
                      <a:lnTo>
                        <a:pt x="367974" y="544765"/>
                      </a:lnTo>
                      <a:lnTo>
                        <a:pt x="368356" y="544270"/>
                      </a:lnTo>
                      <a:lnTo>
                        <a:pt x="368762" y="543753"/>
                      </a:lnTo>
                      <a:lnTo>
                        <a:pt x="369144" y="543258"/>
                      </a:lnTo>
                      <a:lnTo>
                        <a:pt x="369548" y="542764"/>
                      </a:lnTo>
                      <a:lnTo>
                        <a:pt x="369954" y="542246"/>
                      </a:lnTo>
                      <a:lnTo>
                        <a:pt x="370336" y="541752"/>
                      </a:lnTo>
                      <a:lnTo>
                        <a:pt x="370740" y="541234"/>
                      </a:lnTo>
                      <a:lnTo>
                        <a:pt x="371123" y="540739"/>
                      </a:lnTo>
                      <a:lnTo>
                        <a:pt x="371528" y="540222"/>
                      </a:lnTo>
                      <a:lnTo>
                        <a:pt x="371910" y="539727"/>
                      </a:lnTo>
                      <a:lnTo>
                        <a:pt x="372315" y="539210"/>
                      </a:lnTo>
                      <a:lnTo>
                        <a:pt x="372697" y="538693"/>
                      </a:lnTo>
                      <a:lnTo>
                        <a:pt x="373102" y="538176"/>
                      </a:lnTo>
                      <a:lnTo>
                        <a:pt x="373507" y="537681"/>
                      </a:lnTo>
                      <a:lnTo>
                        <a:pt x="373889" y="537164"/>
                      </a:lnTo>
                      <a:lnTo>
                        <a:pt x="374294" y="536646"/>
                      </a:lnTo>
                      <a:lnTo>
                        <a:pt x="374676" y="536129"/>
                      </a:lnTo>
                      <a:lnTo>
                        <a:pt x="375081" y="535612"/>
                      </a:lnTo>
                      <a:lnTo>
                        <a:pt x="375463" y="535095"/>
                      </a:lnTo>
                      <a:lnTo>
                        <a:pt x="375868" y="534577"/>
                      </a:lnTo>
                      <a:lnTo>
                        <a:pt x="376250" y="534060"/>
                      </a:lnTo>
                      <a:lnTo>
                        <a:pt x="376656" y="533520"/>
                      </a:lnTo>
                      <a:lnTo>
                        <a:pt x="377060" y="533003"/>
                      </a:lnTo>
                      <a:lnTo>
                        <a:pt x="377442" y="532486"/>
                      </a:lnTo>
                      <a:lnTo>
                        <a:pt x="377847" y="531969"/>
                      </a:lnTo>
                      <a:lnTo>
                        <a:pt x="378230" y="531429"/>
                      </a:lnTo>
                      <a:lnTo>
                        <a:pt x="378634" y="530912"/>
                      </a:lnTo>
                      <a:lnTo>
                        <a:pt x="379016" y="530372"/>
                      </a:lnTo>
                      <a:lnTo>
                        <a:pt x="379422" y="529855"/>
                      </a:lnTo>
                      <a:lnTo>
                        <a:pt x="379804" y="529315"/>
                      </a:lnTo>
                      <a:lnTo>
                        <a:pt x="380208" y="528798"/>
                      </a:lnTo>
                      <a:lnTo>
                        <a:pt x="380614" y="528258"/>
                      </a:lnTo>
                      <a:lnTo>
                        <a:pt x="380996" y="527718"/>
                      </a:lnTo>
                      <a:lnTo>
                        <a:pt x="381401" y="527178"/>
                      </a:lnTo>
                      <a:lnTo>
                        <a:pt x="381783" y="526639"/>
                      </a:lnTo>
                      <a:lnTo>
                        <a:pt x="382188" y="526099"/>
                      </a:lnTo>
                      <a:lnTo>
                        <a:pt x="382570" y="525559"/>
                      </a:lnTo>
                      <a:lnTo>
                        <a:pt x="382975" y="525019"/>
                      </a:lnTo>
                      <a:lnTo>
                        <a:pt x="383357" y="524479"/>
                      </a:lnTo>
                      <a:lnTo>
                        <a:pt x="383762" y="523962"/>
                      </a:lnTo>
                      <a:lnTo>
                        <a:pt x="384167" y="523422"/>
                      </a:lnTo>
                      <a:lnTo>
                        <a:pt x="384549" y="522883"/>
                      </a:lnTo>
                      <a:lnTo>
                        <a:pt x="384954" y="522321"/>
                      </a:lnTo>
                      <a:lnTo>
                        <a:pt x="385336" y="521781"/>
                      </a:lnTo>
                      <a:lnTo>
                        <a:pt x="385741" y="521241"/>
                      </a:lnTo>
                      <a:lnTo>
                        <a:pt x="386124" y="520701"/>
                      </a:lnTo>
                      <a:lnTo>
                        <a:pt x="386528" y="520162"/>
                      </a:lnTo>
                      <a:lnTo>
                        <a:pt x="386933" y="519622"/>
                      </a:lnTo>
                      <a:lnTo>
                        <a:pt x="387316" y="519060"/>
                      </a:lnTo>
                      <a:lnTo>
                        <a:pt x="387720" y="518520"/>
                      </a:lnTo>
                      <a:lnTo>
                        <a:pt x="388102" y="517958"/>
                      </a:lnTo>
                      <a:lnTo>
                        <a:pt x="388508" y="517395"/>
                      </a:lnTo>
                      <a:lnTo>
                        <a:pt x="388890" y="516856"/>
                      </a:lnTo>
                      <a:lnTo>
                        <a:pt x="389294" y="516293"/>
                      </a:lnTo>
                      <a:lnTo>
                        <a:pt x="389677" y="515731"/>
                      </a:lnTo>
                      <a:lnTo>
                        <a:pt x="390082" y="515169"/>
                      </a:lnTo>
                      <a:lnTo>
                        <a:pt x="390486" y="514607"/>
                      </a:lnTo>
                      <a:lnTo>
                        <a:pt x="390869" y="514044"/>
                      </a:lnTo>
                      <a:lnTo>
                        <a:pt x="391274" y="513482"/>
                      </a:lnTo>
                      <a:lnTo>
                        <a:pt x="391656" y="512920"/>
                      </a:lnTo>
                      <a:lnTo>
                        <a:pt x="392061" y="512358"/>
                      </a:lnTo>
                      <a:lnTo>
                        <a:pt x="392443" y="511795"/>
                      </a:lnTo>
                      <a:lnTo>
                        <a:pt x="392848" y="511233"/>
                      </a:lnTo>
                      <a:lnTo>
                        <a:pt x="393230" y="510671"/>
                      </a:lnTo>
                      <a:lnTo>
                        <a:pt x="393635" y="510109"/>
                      </a:lnTo>
                      <a:lnTo>
                        <a:pt x="394040" y="509546"/>
                      </a:lnTo>
                      <a:lnTo>
                        <a:pt x="394422" y="508984"/>
                      </a:lnTo>
                      <a:lnTo>
                        <a:pt x="394827" y="508422"/>
                      </a:lnTo>
                      <a:lnTo>
                        <a:pt x="395209" y="507860"/>
                      </a:lnTo>
                      <a:lnTo>
                        <a:pt x="395614" y="507320"/>
                      </a:lnTo>
                      <a:lnTo>
                        <a:pt x="395996" y="506758"/>
                      </a:lnTo>
                      <a:lnTo>
                        <a:pt x="396401" y="506196"/>
                      </a:lnTo>
                      <a:lnTo>
                        <a:pt x="396784" y="505656"/>
                      </a:lnTo>
                      <a:lnTo>
                        <a:pt x="397188" y="505093"/>
                      </a:lnTo>
                      <a:lnTo>
                        <a:pt x="397593" y="504531"/>
                      </a:lnTo>
                      <a:lnTo>
                        <a:pt x="397976" y="503992"/>
                      </a:lnTo>
                      <a:lnTo>
                        <a:pt x="398380" y="503429"/>
                      </a:lnTo>
                      <a:lnTo>
                        <a:pt x="398762" y="502867"/>
                      </a:lnTo>
                      <a:lnTo>
                        <a:pt x="399168" y="502327"/>
                      </a:lnTo>
                      <a:lnTo>
                        <a:pt x="399550" y="501765"/>
                      </a:lnTo>
                      <a:lnTo>
                        <a:pt x="399954" y="501203"/>
                      </a:lnTo>
                      <a:lnTo>
                        <a:pt x="400359" y="500663"/>
                      </a:lnTo>
                      <a:lnTo>
                        <a:pt x="400742" y="500101"/>
                      </a:lnTo>
                      <a:lnTo>
                        <a:pt x="401146" y="499539"/>
                      </a:lnTo>
                      <a:lnTo>
                        <a:pt x="401529" y="498976"/>
                      </a:lnTo>
                      <a:lnTo>
                        <a:pt x="401934" y="498414"/>
                      </a:lnTo>
                      <a:lnTo>
                        <a:pt x="402316" y="497852"/>
                      </a:lnTo>
                      <a:lnTo>
                        <a:pt x="402721" y="497290"/>
                      </a:lnTo>
                      <a:lnTo>
                        <a:pt x="403103" y="496727"/>
                      </a:lnTo>
                      <a:lnTo>
                        <a:pt x="403485" y="496165"/>
                      </a:lnTo>
                      <a:lnTo>
                        <a:pt x="403913" y="495603"/>
                      </a:lnTo>
                      <a:lnTo>
                        <a:pt x="404295" y="495041"/>
                      </a:lnTo>
                      <a:lnTo>
                        <a:pt x="404677" y="494478"/>
                      </a:lnTo>
                      <a:lnTo>
                        <a:pt x="405060" y="493916"/>
                      </a:lnTo>
                      <a:lnTo>
                        <a:pt x="405464" y="493354"/>
                      </a:lnTo>
                      <a:lnTo>
                        <a:pt x="405847" y="492792"/>
                      </a:lnTo>
                      <a:lnTo>
                        <a:pt x="406252" y="492229"/>
                      </a:lnTo>
                      <a:lnTo>
                        <a:pt x="406634" y="491667"/>
                      </a:lnTo>
                      <a:lnTo>
                        <a:pt x="407039" y="491105"/>
                      </a:lnTo>
                      <a:lnTo>
                        <a:pt x="407444" y="490520"/>
                      </a:lnTo>
                      <a:lnTo>
                        <a:pt x="407826" y="489958"/>
                      </a:lnTo>
                      <a:lnTo>
                        <a:pt x="408230" y="489396"/>
                      </a:lnTo>
                      <a:lnTo>
                        <a:pt x="408613" y="488834"/>
                      </a:lnTo>
                      <a:lnTo>
                        <a:pt x="409018" y="488271"/>
                      </a:lnTo>
                      <a:lnTo>
                        <a:pt x="409400" y="487709"/>
                      </a:lnTo>
                      <a:lnTo>
                        <a:pt x="409805" y="487124"/>
                      </a:lnTo>
                      <a:lnTo>
                        <a:pt x="410187" y="486562"/>
                      </a:lnTo>
                      <a:lnTo>
                        <a:pt x="410592" y="486000"/>
                      </a:lnTo>
                      <a:lnTo>
                        <a:pt x="410997" y="485438"/>
                      </a:lnTo>
                      <a:lnTo>
                        <a:pt x="411379" y="484875"/>
                      </a:lnTo>
                      <a:lnTo>
                        <a:pt x="411784" y="484336"/>
                      </a:lnTo>
                      <a:lnTo>
                        <a:pt x="412166" y="483773"/>
                      </a:lnTo>
                      <a:lnTo>
                        <a:pt x="412571" y="483211"/>
                      </a:lnTo>
                      <a:lnTo>
                        <a:pt x="412953" y="482649"/>
                      </a:lnTo>
                      <a:lnTo>
                        <a:pt x="413358" y="482087"/>
                      </a:lnTo>
                      <a:lnTo>
                        <a:pt x="413741" y="481524"/>
                      </a:lnTo>
                      <a:lnTo>
                        <a:pt x="414145" y="480985"/>
                      </a:lnTo>
                      <a:lnTo>
                        <a:pt x="414550" y="480422"/>
                      </a:lnTo>
                      <a:lnTo>
                        <a:pt x="414933" y="479860"/>
                      </a:lnTo>
                      <a:lnTo>
                        <a:pt x="415337" y="479298"/>
                      </a:lnTo>
                      <a:lnTo>
                        <a:pt x="415720" y="478736"/>
                      </a:lnTo>
                      <a:lnTo>
                        <a:pt x="416124" y="478196"/>
                      </a:lnTo>
                      <a:lnTo>
                        <a:pt x="416507" y="477634"/>
                      </a:lnTo>
                      <a:lnTo>
                        <a:pt x="416912" y="477071"/>
                      </a:lnTo>
                      <a:lnTo>
                        <a:pt x="417316" y="476509"/>
                      </a:lnTo>
                      <a:lnTo>
                        <a:pt x="417699" y="475947"/>
                      </a:lnTo>
                      <a:lnTo>
                        <a:pt x="418104" y="475407"/>
                      </a:lnTo>
                      <a:lnTo>
                        <a:pt x="418486" y="474845"/>
                      </a:lnTo>
                      <a:lnTo>
                        <a:pt x="418890" y="474283"/>
                      </a:lnTo>
                      <a:lnTo>
                        <a:pt x="419273" y="473743"/>
                      </a:lnTo>
                      <a:lnTo>
                        <a:pt x="419678" y="473181"/>
                      </a:lnTo>
                      <a:lnTo>
                        <a:pt x="420060" y="472619"/>
                      </a:lnTo>
                      <a:lnTo>
                        <a:pt x="420465" y="472079"/>
                      </a:lnTo>
                      <a:lnTo>
                        <a:pt x="420870" y="471517"/>
                      </a:lnTo>
                      <a:lnTo>
                        <a:pt x="421252" y="470954"/>
                      </a:lnTo>
                      <a:lnTo>
                        <a:pt x="421657" y="470392"/>
                      </a:lnTo>
                      <a:lnTo>
                        <a:pt x="422039" y="469852"/>
                      </a:lnTo>
                      <a:lnTo>
                        <a:pt x="422444" y="469290"/>
                      </a:lnTo>
                      <a:lnTo>
                        <a:pt x="422826" y="468750"/>
                      </a:lnTo>
                      <a:lnTo>
                        <a:pt x="423231" y="468188"/>
                      </a:lnTo>
                      <a:lnTo>
                        <a:pt x="423613" y="467648"/>
                      </a:lnTo>
                      <a:lnTo>
                        <a:pt x="424018" y="467109"/>
                      </a:lnTo>
                      <a:lnTo>
                        <a:pt x="424423" y="466569"/>
                      </a:lnTo>
                      <a:lnTo>
                        <a:pt x="424806" y="466007"/>
                      </a:lnTo>
                      <a:lnTo>
                        <a:pt x="425210" y="465467"/>
                      </a:lnTo>
                      <a:lnTo>
                        <a:pt x="425593" y="464927"/>
                      </a:lnTo>
                      <a:lnTo>
                        <a:pt x="425998" y="464387"/>
                      </a:lnTo>
                      <a:lnTo>
                        <a:pt x="426380" y="463848"/>
                      </a:lnTo>
                      <a:lnTo>
                        <a:pt x="426784" y="463308"/>
                      </a:lnTo>
                      <a:lnTo>
                        <a:pt x="427167" y="462768"/>
                      </a:lnTo>
                      <a:lnTo>
                        <a:pt x="427572" y="462228"/>
                      </a:lnTo>
                      <a:lnTo>
                        <a:pt x="427976" y="461689"/>
                      </a:lnTo>
                      <a:lnTo>
                        <a:pt x="428359" y="461149"/>
                      </a:lnTo>
                      <a:lnTo>
                        <a:pt x="428764" y="460609"/>
                      </a:lnTo>
                      <a:lnTo>
                        <a:pt x="429146" y="460069"/>
                      </a:lnTo>
                      <a:lnTo>
                        <a:pt x="429551" y="459530"/>
                      </a:lnTo>
                      <a:lnTo>
                        <a:pt x="429933" y="458990"/>
                      </a:lnTo>
                      <a:lnTo>
                        <a:pt x="430338" y="458450"/>
                      </a:lnTo>
                      <a:lnTo>
                        <a:pt x="430720" y="457933"/>
                      </a:lnTo>
                      <a:lnTo>
                        <a:pt x="431125" y="457393"/>
                      </a:lnTo>
                      <a:lnTo>
                        <a:pt x="431530" y="456853"/>
                      </a:lnTo>
                      <a:lnTo>
                        <a:pt x="431912" y="456314"/>
                      </a:lnTo>
                      <a:lnTo>
                        <a:pt x="432317" y="455774"/>
                      </a:lnTo>
                      <a:lnTo>
                        <a:pt x="432699" y="455257"/>
                      </a:lnTo>
                      <a:lnTo>
                        <a:pt x="433104" y="454717"/>
                      </a:lnTo>
                      <a:lnTo>
                        <a:pt x="433487" y="454177"/>
                      </a:lnTo>
                      <a:lnTo>
                        <a:pt x="433891" y="453660"/>
                      </a:lnTo>
                      <a:lnTo>
                        <a:pt x="434296" y="453120"/>
                      </a:lnTo>
                      <a:lnTo>
                        <a:pt x="434678" y="452603"/>
                      </a:lnTo>
                      <a:lnTo>
                        <a:pt x="435083" y="452063"/>
                      </a:lnTo>
                      <a:lnTo>
                        <a:pt x="435466" y="451546"/>
                      </a:lnTo>
                      <a:lnTo>
                        <a:pt x="435870" y="451051"/>
                      </a:lnTo>
                      <a:lnTo>
                        <a:pt x="436253" y="450511"/>
                      </a:lnTo>
                      <a:lnTo>
                        <a:pt x="436658" y="449994"/>
                      </a:lnTo>
                      <a:lnTo>
                        <a:pt x="437040" y="449477"/>
                      </a:lnTo>
                      <a:lnTo>
                        <a:pt x="437444" y="448960"/>
                      </a:lnTo>
                      <a:lnTo>
                        <a:pt x="437850" y="448420"/>
                      </a:lnTo>
                      <a:lnTo>
                        <a:pt x="438232" y="447902"/>
                      </a:lnTo>
                      <a:lnTo>
                        <a:pt x="438636" y="447385"/>
                      </a:lnTo>
                      <a:lnTo>
                        <a:pt x="439019" y="446868"/>
                      </a:lnTo>
                      <a:lnTo>
                        <a:pt x="439424" y="446351"/>
                      </a:lnTo>
                      <a:lnTo>
                        <a:pt x="439806" y="445833"/>
                      </a:lnTo>
                      <a:lnTo>
                        <a:pt x="440211" y="445316"/>
                      </a:lnTo>
                      <a:lnTo>
                        <a:pt x="440593" y="444799"/>
                      </a:lnTo>
                      <a:lnTo>
                        <a:pt x="440998" y="444304"/>
                      </a:lnTo>
                      <a:lnTo>
                        <a:pt x="441403" y="443787"/>
                      </a:lnTo>
                      <a:lnTo>
                        <a:pt x="441785" y="443270"/>
                      </a:lnTo>
                      <a:lnTo>
                        <a:pt x="442190" y="442775"/>
                      </a:lnTo>
                      <a:lnTo>
                        <a:pt x="442572" y="442258"/>
                      </a:lnTo>
                      <a:lnTo>
                        <a:pt x="442977" y="441763"/>
                      </a:lnTo>
                      <a:lnTo>
                        <a:pt x="443359" y="441268"/>
                      </a:lnTo>
                      <a:lnTo>
                        <a:pt x="443764" y="440773"/>
                      </a:lnTo>
                      <a:lnTo>
                        <a:pt x="444147" y="440256"/>
                      </a:lnTo>
                      <a:lnTo>
                        <a:pt x="444551" y="439761"/>
                      </a:lnTo>
                      <a:lnTo>
                        <a:pt x="444956" y="439267"/>
                      </a:lnTo>
                      <a:lnTo>
                        <a:pt x="445338" y="438772"/>
                      </a:lnTo>
                      <a:lnTo>
                        <a:pt x="445743" y="438277"/>
                      </a:lnTo>
                      <a:lnTo>
                        <a:pt x="446126" y="437782"/>
                      </a:lnTo>
                      <a:lnTo>
                        <a:pt x="446530" y="437287"/>
                      </a:lnTo>
                      <a:lnTo>
                        <a:pt x="446913" y="436793"/>
                      </a:lnTo>
                      <a:lnTo>
                        <a:pt x="447318" y="436298"/>
                      </a:lnTo>
                      <a:lnTo>
                        <a:pt x="447722" y="435826"/>
                      </a:lnTo>
                      <a:lnTo>
                        <a:pt x="448105" y="435331"/>
                      </a:lnTo>
                      <a:lnTo>
                        <a:pt x="448510" y="434836"/>
                      </a:lnTo>
                      <a:lnTo>
                        <a:pt x="448892" y="434364"/>
                      </a:lnTo>
                      <a:lnTo>
                        <a:pt x="449296" y="433891"/>
                      </a:lnTo>
                      <a:lnTo>
                        <a:pt x="449679" y="433397"/>
                      </a:lnTo>
                      <a:lnTo>
                        <a:pt x="450084" y="432924"/>
                      </a:lnTo>
                      <a:lnTo>
                        <a:pt x="450466" y="432452"/>
                      </a:lnTo>
                      <a:lnTo>
                        <a:pt x="450871" y="431980"/>
                      </a:lnTo>
                      <a:lnTo>
                        <a:pt x="451276" y="431508"/>
                      </a:lnTo>
                      <a:lnTo>
                        <a:pt x="451658" y="431035"/>
                      </a:lnTo>
                      <a:lnTo>
                        <a:pt x="452063" y="430563"/>
                      </a:lnTo>
                      <a:lnTo>
                        <a:pt x="452445" y="430091"/>
                      </a:lnTo>
                      <a:lnTo>
                        <a:pt x="452850" y="429618"/>
                      </a:lnTo>
                      <a:lnTo>
                        <a:pt x="453232" y="429169"/>
                      </a:lnTo>
                      <a:lnTo>
                        <a:pt x="453637" y="428696"/>
                      </a:lnTo>
                      <a:lnTo>
                        <a:pt x="454019" y="428224"/>
                      </a:lnTo>
                      <a:lnTo>
                        <a:pt x="454424" y="427752"/>
                      </a:lnTo>
                      <a:lnTo>
                        <a:pt x="454829" y="427302"/>
                      </a:lnTo>
                      <a:lnTo>
                        <a:pt x="455211" y="426830"/>
                      </a:lnTo>
                      <a:lnTo>
                        <a:pt x="455616" y="426358"/>
                      </a:lnTo>
                      <a:lnTo>
                        <a:pt x="455998" y="425885"/>
                      </a:lnTo>
                      <a:lnTo>
                        <a:pt x="456403" y="425435"/>
                      </a:lnTo>
                      <a:lnTo>
                        <a:pt x="456786" y="424963"/>
                      </a:lnTo>
                      <a:lnTo>
                        <a:pt x="457190" y="424513"/>
                      </a:lnTo>
                      <a:lnTo>
                        <a:pt x="457573" y="424041"/>
                      </a:lnTo>
                      <a:lnTo>
                        <a:pt x="457978" y="423591"/>
                      </a:lnTo>
                      <a:lnTo>
                        <a:pt x="458382" y="423119"/>
                      </a:lnTo>
                      <a:lnTo>
                        <a:pt x="458765" y="422669"/>
                      </a:lnTo>
                      <a:lnTo>
                        <a:pt x="459170" y="422219"/>
                      </a:lnTo>
                      <a:lnTo>
                        <a:pt x="459552" y="421770"/>
                      </a:lnTo>
                      <a:lnTo>
                        <a:pt x="459956" y="421320"/>
                      </a:lnTo>
                      <a:lnTo>
                        <a:pt x="460339" y="420870"/>
                      </a:lnTo>
                      <a:lnTo>
                        <a:pt x="460744" y="420420"/>
                      </a:lnTo>
                      <a:lnTo>
                        <a:pt x="461126" y="419970"/>
                      </a:lnTo>
                      <a:lnTo>
                        <a:pt x="461531" y="419521"/>
                      </a:lnTo>
                      <a:lnTo>
                        <a:pt x="461936" y="419071"/>
                      </a:lnTo>
                      <a:lnTo>
                        <a:pt x="462318" y="418621"/>
                      </a:lnTo>
                      <a:lnTo>
                        <a:pt x="462723" y="418171"/>
                      </a:lnTo>
                      <a:lnTo>
                        <a:pt x="463105" y="417721"/>
                      </a:lnTo>
                      <a:lnTo>
                        <a:pt x="463510" y="417294"/>
                      </a:lnTo>
                      <a:lnTo>
                        <a:pt x="463892" y="416844"/>
                      </a:lnTo>
                      <a:lnTo>
                        <a:pt x="464297" y="416417"/>
                      </a:lnTo>
                      <a:lnTo>
                        <a:pt x="464702" y="415967"/>
                      </a:lnTo>
                      <a:lnTo>
                        <a:pt x="465084" y="415540"/>
                      </a:lnTo>
                      <a:lnTo>
                        <a:pt x="465489" y="415090"/>
                      </a:lnTo>
                      <a:lnTo>
                        <a:pt x="465872" y="414663"/>
                      </a:lnTo>
                      <a:lnTo>
                        <a:pt x="466276" y="414213"/>
                      </a:lnTo>
                      <a:lnTo>
                        <a:pt x="466659" y="413786"/>
                      </a:lnTo>
                      <a:lnTo>
                        <a:pt x="467064" y="413359"/>
                      </a:lnTo>
                      <a:lnTo>
                        <a:pt x="467446" y="412909"/>
                      </a:lnTo>
                      <a:lnTo>
                        <a:pt x="467850" y="412481"/>
                      </a:lnTo>
                      <a:lnTo>
                        <a:pt x="468256" y="412054"/>
                      </a:lnTo>
                      <a:lnTo>
                        <a:pt x="468638" y="411627"/>
                      </a:lnTo>
                      <a:lnTo>
                        <a:pt x="469042" y="411199"/>
                      </a:lnTo>
                      <a:lnTo>
                        <a:pt x="469425" y="410772"/>
                      </a:lnTo>
                      <a:lnTo>
                        <a:pt x="469830" y="410322"/>
                      </a:lnTo>
                      <a:lnTo>
                        <a:pt x="470212" y="409895"/>
                      </a:lnTo>
                      <a:lnTo>
                        <a:pt x="470617" y="409490"/>
                      </a:lnTo>
                      <a:lnTo>
                        <a:pt x="470999" y="409063"/>
                      </a:lnTo>
                      <a:lnTo>
                        <a:pt x="471404" y="408636"/>
                      </a:lnTo>
                      <a:lnTo>
                        <a:pt x="471809" y="408208"/>
                      </a:lnTo>
                      <a:lnTo>
                        <a:pt x="472191" y="407781"/>
                      </a:lnTo>
                      <a:lnTo>
                        <a:pt x="472596" y="407354"/>
                      </a:lnTo>
                      <a:lnTo>
                        <a:pt x="472978" y="406926"/>
                      </a:lnTo>
                      <a:lnTo>
                        <a:pt x="473383" y="406522"/>
                      </a:lnTo>
                      <a:lnTo>
                        <a:pt x="473765" y="406094"/>
                      </a:lnTo>
                      <a:lnTo>
                        <a:pt x="474170" y="405667"/>
                      </a:lnTo>
                      <a:lnTo>
                        <a:pt x="474552" y="405262"/>
                      </a:lnTo>
                      <a:lnTo>
                        <a:pt x="474957" y="404835"/>
                      </a:lnTo>
                      <a:lnTo>
                        <a:pt x="475362" y="404408"/>
                      </a:lnTo>
                      <a:lnTo>
                        <a:pt x="475744" y="404003"/>
                      </a:lnTo>
                      <a:lnTo>
                        <a:pt x="476149" y="403576"/>
                      </a:lnTo>
                      <a:lnTo>
                        <a:pt x="476532" y="403171"/>
                      </a:lnTo>
                      <a:lnTo>
                        <a:pt x="476936" y="402766"/>
                      </a:lnTo>
                      <a:lnTo>
                        <a:pt x="477319" y="402339"/>
                      </a:lnTo>
                      <a:lnTo>
                        <a:pt x="477724" y="401934"/>
                      </a:lnTo>
                      <a:lnTo>
                        <a:pt x="478128" y="401506"/>
                      </a:lnTo>
                      <a:lnTo>
                        <a:pt x="478510" y="401102"/>
                      </a:lnTo>
                      <a:lnTo>
                        <a:pt x="478916" y="400697"/>
                      </a:lnTo>
                      <a:lnTo>
                        <a:pt x="479298" y="400270"/>
                      </a:lnTo>
                      <a:lnTo>
                        <a:pt x="479702" y="399865"/>
                      </a:lnTo>
                      <a:lnTo>
                        <a:pt x="480085" y="399460"/>
                      </a:lnTo>
                      <a:lnTo>
                        <a:pt x="480490" y="399033"/>
                      </a:lnTo>
                      <a:lnTo>
                        <a:pt x="480872" y="398628"/>
                      </a:lnTo>
                      <a:lnTo>
                        <a:pt x="481277" y="398223"/>
                      </a:lnTo>
                      <a:lnTo>
                        <a:pt x="481682" y="397796"/>
                      </a:lnTo>
                      <a:lnTo>
                        <a:pt x="482064" y="397391"/>
                      </a:lnTo>
                      <a:lnTo>
                        <a:pt x="482469" y="396986"/>
                      </a:lnTo>
                      <a:lnTo>
                        <a:pt x="482851" y="396581"/>
                      </a:lnTo>
                      <a:lnTo>
                        <a:pt x="483256" y="396176"/>
                      </a:lnTo>
                      <a:lnTo>
                        <a:pt x="483638" y="395749"/>
                      </a:lnTo>
                      <a:lnTo>
                        <a:pt x="484043" y="395344"/>
                      </a:lnTo>
                      <a:lnTo>
                        <a:pt x="484425" y="394940"/>
                      </a:lnTo>
                      <a:lnTo>
                        <a:pt x="484830" y="394535"/>
                      </a:lnTo>
                      <a:lnTo>
                        <a:pt x="485235" y="394130"/>
                      </a:lnTo>
                      <a:lnTo>
                        <a:pt x="485617" y="393703"/>
                      </a:lnTo>
                      <a:lnTo>
                        <a:pt x="486022" y="393298"/>
                      </a:lnTo>
                      <a:lnTo>
                        <a:pt x="486404" y="392893"/>
                      </a:lnTo>
                      <a:lnTo>
                        <a:pt x="486809" y="392466"/>
                      </a:lnTo>
                      <a:lnTo>
                        <a:pt x="487192" y="392061"/>
                      </a:lnTo>
                      <a:lnTo>
                        <a:pt x="487596" y="391634"/>
                      </a:lnTo>
                      <a:lnTo>
                        <a:pt x="487979" y="391229"/>
                      </a:lnTo>
                      <a:lnTo>
                        <a:pt x="488384" y="390801"/>
                      </a:lnTo>
                      <a:lnTo>
                        <a:pt x="488788" y="390374"/>
                      </a:lnTo>
                      <a:lnTo>
                        <a:pt x="489170" y="389969"/>
                      </a:lnTo>
                      <a:lnTo>
                        <a:pt x="489576" y="389565"/>
                      </a:lnTo>
                      <a:lnTo>
                        <a:pt x="489958" y="389137"/>
                      </a:lnTo>
                      <a:lnTo>
                        <a:pt x="490362" y="388732"/>
                      </a:lnTo>
                      <a:lnTo>
                        <a:pt x="490745" y="388305"/>
                      </a:lnTo>
                      <a:lnTo>
                        <a:pt x="491150" y="387900"/>
                      </a:lnTo>
                      <a:lnTo>
                        <a:pt x="491532" y="387496"/>
                      </a:lnTo>
                      <a:lnTo>
                        <a:pt x="491937" y="387068"/>
                      </a:lnTo>
                      <a:lnTo>
                        <a:pt x="492342" y="386663"/>
                      </a:lnTo>
                      <a:lnTo>
                        <a:pt x="492724" y="386259"/>
                      </a:lnTo>
                      <a:lnTo>
                        <a:pt x="493129" y="385854"/>
                      </a:lnTo>
                      <a:lnTo>
                        <a:pt x="493511" y="385449"/>
                      </a:lnTo>
                      <a:lnTo>
                        <a:pt x="493916" y="385044"/>
                      </a:lnTo>
                      <a:lnTo>
                        <a:pt x="494298" y="384639"/>
                      </a:lnTo>
                      <a:lnTo>
                        <a:pt x="494703" y="384234"/>
                      </a:lnTo>
                      <a:lnTo>
                        <a:pt x="495108" y="383830"/>
                      </a:lnTo>
                      <a:lnTo>
                        <a:pt x="495490" y="383425"/>
                      </a:lnTo>
                      <a:lnTo>
                        <a:pt x="495895" y="383043"/>
                      </a:lnTo>
                      <a:lnTo>
                        <a:pt x="496277" y="382638"/>
                      </a:lnTo>
                      <a:lnTo>
                        <a:pt x="496682" y="382255"/>
                      </a:lnTo>
                      <a:lnTo>
                        <a:pt x="497064" y="381851"/>
                      </a:lnTo>
                      <a:lnTo>
                        <a:pt x="497469" y="381468"/>
                      </a:lnTo>
                      <a:lnTo>
                        <a:pt x="497852" y="381086"/>
                      </a:lnTo>
                      <a:lnTo>
                        <a:pt x="498256" y="380681"/>
                      </a:lnTo>
                      <a:lnTo>
                        <a:pt x="498662" y="380299"/>
                      </a:lnTo>
                      <a:lnTo>
                        <a:pt x="499044" y="379916"/>
                      </a:lnTo>
                      <a:lnTo>
                        <a:pt x="499448" y="379534"/>
                      </a:lnTo>
                      <a:lnTo>
                        <a:pt x="499831" y="379152"/>
                      </a:lnTo>
                      <a:lnTo>
                        <a:pt x="500236" y="378770"/>
                      </a:lnTo>
                      <a:lnTo>
                        <a:pt x="500618" y="378387"/>
                      </a:lnTo>
                      <a:lnTo>
                        <a:pt x="501022" y="378005"/>
                      </a:lnTo>
                      <a:lnTo>
                        <a:pt x="501405" y="377623"/>
                      </a:lnTo>
                      <a:lnTo>
                        <a:pt x="501810" y="377240"/>
                      </a:lnTo>
                      <a:lnTo>
                        <a:pt x="502214" y="376880"/>
                      </a:lnTo>
                      <a:lnTo>
                        <a:pt x="502597" y="376498"/>
                      </a:lnTo>
                      <a:lnTo>
                        <a:pt x="503002" y="376116"/>
                      </a:lnTo>
                      <a:lnTo>
                        <a:pt x="503384" y="375733"/>
                      </a:lnTo>
                      <a:lnTo>
                        <a:pt x="503789" y="375374"/>
                      </a:lnTo>
                      <a:lnTo>
                        <a:pt x="504171" y="374991"/>
                      </a:lnTo>
                      <a:lnTo>
                        <a:pt x="504576" y="374631"/>
                      </a:lnTo>
                      <a:lnTo>
                        <a:pt x="504958" y="374249"/>
                      </a:lnTo>
                      <a:lnTo>
                        <a:pt x="505363" y="373889"/>
                      </a:lnTo>
                      <a:lnTo>
                        <a:pt x="505768" y="373529"/>
                      </a:lnTo>
                      <a:lnTo>
                        <a:pt x="506150" y="373147"/>
                      </a:lnTo>
                      <a:lnTo>
                        <a:pt x="506555" y="372787"/>
                      </a:lnTo>
                      <a:lnTo>
                        <a:pt x="506938" y="372427"/>
                      </a:lnTo>
                      <a:lnTo>
                        <a:pt x="507342" y="372068"/>
                      </a:lnTo>
                      <a:lnTo>
                        <a:pt x="507724" y="371708"/>
                      </a:lnTo>
                      <a:lnTo>
                        <a:pt x="508130" y="371348"/>
                      </a:lnTo>
                      <a:lnTo>
                        <a:pt x="508534" y="370988"/>
                      </a:lnTo>
                      <a:lnTo>
                        <a:pt x="508916" y="370651"/>
                      </a:lnTo>
                      <a:lnTo>
                        <a:pt x="509322" y="370291"/>
                      </a:lnTo>
                      <a:lnTo>
                        <a:pt x="509704" y="369931"/>
                      </a:lnTo>
                      <a:lnTo>
                        <a:pt x="510108" y="369594"/>
                      </a:lnTo>
                      <a:lnTo>
                        <a:pt x="510491" y="369234"/>
                      </a:lnTo>
                      <a:lnTo>
                        <a:pt x="510896" y="368897"/>
                      </a:lnTo>
                      <a:lnTo>
                        <a:pt x="511278" y="368537"/>
                      </a:lnTo>
                      <a:lnTo>
                        <a:pt x="511683" y="368199"/>
                      </a:lnTo>
                      <a:lnTo>
                        <a:pt x="512088" y="367840"/>
                      </a:lnTo>
                      <a:lnTo>
                        <a:pt x="512470" y="367502"/>
                      </a:lnTo>
                      <a:lnTo>
                        <a:pt x="512875" y="367165"/>
                      </a:lnTo>
                      <a:lnTo>
                        <a:pt x="513257" y="366805"/>
                      </a:lnTo>
                      <a:lnTo>
                        <a:pt x="513662" y="366468"/>
                      </a:lnTo>
                      <a:lnTo>
                        <a:pt x="514044" y="366130"/>
                      </a:lnTo>
                      <a:lnTo>
                        <a:pt x="514449" y="365793"/>
                      </a:lnTo>
                      <a:lnTo>
                        <a:pt x="514831" y="365433"/>
                      </a:lnTo>
                      <a:lnTo>
                        <a:pt x="515236" y="365096"/>
                      </a:lnTo>
                      <a:lnTo>
                        <a:pt x="515641" y="364759"/>
                      </a:lnTo>
                      <a:lnTo>
                        <a:pt x="516023" y="364399"/>
                      </a:lnTo>
                      <a:lnTo>
                        <a:pt x="516428" y="364061"/>
                      </a:lnTo>
                      <a:lnTo>
                        <a:pt x="516810" y="363724"/>
                      </a:lnTo>
                      <a:lnTo>
                        <a:pt x="517215" y="363364"/>
                      </a:lnTo>
                      <a:lnTo>
                        <a:pt x="517598" y="363027"/>
                      </a:lnTo>
                      <a:lnTo>
                        <a:pt x="518002" y="362689"/>
                      </a:lnTo>
                      <a:lnTo>
                        <a:pt x="518385" y="362330"/>
                      </a:lnTo>
                      <a:lnTo>
                        <a:pt x="518790" y="361992"/>
                      </a:lnTo>
                      <a:lnTo>
                        <a:pt x="519194" y="361655"/>
                      </a:lnTo>
                      <a:lnTo>
                        <a:pt x="519576" y="361318"/>
                      </a:lnTo>
                      <a:lnTo>
                        <a:pt x="519982" y="360980"/>
                      </a:lnTo>
                      <a:lnTo>
                        <a:pt x="520364" y="360643"/>
                      </a:lnTo>
                      <a:lnTo>
                        <a:pt x="520768" y="360283"/>
                      </a:lnTo>
                      <a:lnTo>
                        <a:pt x="521151" y="359946"/>
                      </a:lnTo>
                      <a:lnTo>
                        <a:pt x="521556" y="359608"/>
                      </a:lnTo>
                      <a:lnTo>
                        <a:pt x="521938" y="359249"/>
                      </a:lnTo>
                      <a:lnTo>
                        <a:pt x="522343" y="358911"/>
                      </a:lnTo>
                      <a:lnTo>
                        <a:pt x="522748" y="358574"/>
                      </a:lnTo>
                      <a:lnTo>
                        <a:pt x="523107" y="358214"/>
                      </a:lnTo>
                      <a:lnTo>
                        <a:pt x="523535" y="357877"/>
                      </a:lnTo>
                      <a:lnTo>
                        <a:pt x="523895" y="357539"/>
                      </a:lnTo>
                      <a:lnTo>
                        <a:pt x="524299" y="357180"/>
                      </a:lnTo>
                      <a:lnTo>
                        <a:pt x="524682" y="356842"/>
                      </a:lnTo>
                      <a:lnTo>
                        <a:pt x="525087" y="356482"/>
                      </a:lnTo>
                      <a:lnTo>
                        <a:pt x="525491" y="356145"/>
                      </a:lnTo>
                      <a:lnTo>
                        <a:pt x="525874" y="355808"/>
                      </a:lnTo>
                      <a:lnTo>
                        <a:pt x="526278" y="355448"/>
                      </a:lnTo>
                      <a:lnTo>
                        <a:pt x="526661" y="355110"/>
                      </a:lnTo>
                      <a:lnTo>
                        <a:pt x="527066" y="354751"/>
                      </a:lnTo>
                      <a:lnTo>
                        <a:pt x="527448" y="354413"/>
                      </a:lnTo>
                      <a:lnTo>
                        <a:pt x="527853" y="354053"/>
                      </a:lnTo>
                      <a:lnTo>
                        <a:pt x="528235" y="353716"/>
                      </a:lnTo>
                      <a:lnTo>
                        <a:pt x="528640" y="353356"/>
                      </a:lnTo>
                      <a:lnTo>
                        <a:pt x="529045" y="353019"/>
                      </a:lnTo>
                      <a:lnTo>
                        <a:pt x="529427" y="352682"/>
                      </a:lnTo>
                      <a:lnTo>
                        <a:pt x="529832" y="352322"/>
                      </a:lnTo>
                      <a:lnTo>
                        <a:pt x="530214" y="351984"/>
                      </a:lnTo>
                      <a:lnTo>
                        <a:pt x="530619" y="351625"/>
                      </a:lnTo>
                      <a:lnTo>
                        <a:pt x="531001" y="351287"/>
                      </a:lnTo>
                      <a:lnTo>
                        <a:pt x="531406" y="350927"/>
                      </a:lnTo>
                      <a:lnTo>
                        <a:pt x="531789" y="350590"/>
                      </a:lnTo>
                      <a:lnTo>
                        <a:pt x="532193" y="350230"/>
                      </a:lnTo>
                      <a:lnTo>
                        <a:pt x="532598" y="349893"/>
                      </a:lnTo>
                      <a:lnTo>
                        <a:pt x="532981" y="349533"/>
                      </a:lnTo>
                      <a:lnTo>
                        <a:pt x="533385" y="349196"/>
                      </a:lnTo>
                      <a:lnTo>
                        <a:pt x="533767" y="348858"/>
                      </a:lnTo>
                      <a:lnTo>
                        <a:pt x="534172" y="348499"/>
                      </a:lnTo>
                      <a:lnTo>
                        <a:pt x="534555" y="348161"/>
                      </a:lnTo>
                      <a:lnTo>
                        <a:pt x="534959" y="347824"/>
                      </a:lnTo>
                      <a:lnTo>
                        <a:pt x="535342" y="347464"/>
                      </a:lnTo>
                      <a:lnTo>
                        <a:pt x="535747" y="347127"/>
                      </a:lnTo>
                      <a:lnTo>
                        <a:pt x="536151" y="346767"/>
                      </a:lnTo>
                      <a:lnTo>
                        <a:pt x="536534" y="346430"/>
                      </a:lnTo>
                      <a:lnTo>
                        <a:pt x="536939" y="346092"/>
                      </a:lnTo>
                      <a:lnTo>
                        <a:pt x="537321" y="345755"/>
                      </a:lnTo>
                      <a:lnTo>
                        <a:pt x="537726" y="345395"/>
                      </a:lnTo>
                      <a:lnTo>
                        <a:pt x="538108" y="345058"/>
                      </a:lnTo>
                      <a:lnTo>
                        <a:pt x="538513" y="344720"/>
                      </a:lnTo>
                      <a:lnTo>
                        <a:pt x="538918" y="344383"/>
                      </a:lnTo>
                      <a:lnTo>
                        <a:pt x="539300" y="344046"/>
                      </a:lnTo>
                      <a:lnTo>
                        <a:pt x="539705" y="343708"/>
                      </a:lnTo>
                      <a:lnTo>
                        <a:pt x="540087" y="343371"/>
                      </a:lnTo>
                      <a:lnTo>
                        <a:pt x="540492" y="343034"/>
                      </a:lnTo>
                      <a:lnTo>
                        <a:pt x="540875" y="342696"/>
                      </a:lnTo>
                      <a:lnTo>
                        <a:pt x="541279" y="342359"/>
                      </a:lnTo>
                      <a:lnTo>
                        <a:pt x="541661" y="342022"/>
                      </a:lnTo>
                      <a:lnTo>
                        <a:pt x="542066" y="341684"/>
                      </a:lnTo>
                      <a:lnTo>
                        <a:pt x="542471" y="341347"/>
                      </a:lnTo>
                      <a:lnTo>
                        <a:pt x="542853" y="341010"/>
                      </a:lnTo>
                      <a:lnTo>
                        <a:pt x="543258" y="340672"/>
                      </a:lnTo>
                      <a:lnTo>
                        <a:pt x="543641" y="340357"/>
                      </a:lnTo>
                      <a:lnTo>
                        <a:pt x="544045" y="340020"/>
                      </a:lnTo>
                      <a:lnTo>
                        <a:pt x="544427" y="339683"/>
                      </a:lnTo>
                      <a:lnTo>
                        <a:pt x="544832" y="339345"/>
                      </a:lnTo>
                      <a:lnTo>
                        <a:pt x="545215" y="339008"/>
                      </a:lnTo>
                      <a:lnTo>
                        <a:pt x="545620" y="338671"/>
                      </a:lnTo>
                      <a:lnTo>
                        <a:pt x="546024" y="338333"/>
                      </a:lnTo>
                      <a:lnTo>
                        <a:pt x="546407" y="337996"/>
                      </a:lnTo>
                      <a:lnTo>
                        <a:pt x="546812" y="337659"/>
                      </a:lnTo>
                      <a:lnTo>
                        <a:pt x="547194" y="337321"/>
                      </a:lnTo>
                      <a:lnTo>
                        <a:pt x="547599" y="337006"/>
                      </a:lnTo>
                      <a:lnTo>
                        <a:pt x="547981" y="336669"/>
                      </a:lnTo>
                      <a:lnTo>
                        <a:pt x="548386" y="336332"/>
                      </a:lnTo>
                      <a:lnTo>
                        <a:pt x="548768" y="335994"/>
                      </a:lnTo>
                      <a:lnTo>
                        <a:pt x="549173" y="335657"/>
                      </a:lnTo>
                      <a:lnTo>
                        <a:pt x="549578" y="335342"/>
                      </a:lnTo>
                      <a:lnTo>
                        <a:pt x="549960" y="335005"/>
                      </a:lnTo>
                      <a:lnTo>
                        <a:pt x="550365" y="334667"/>
                      </a:lnTo>
                      <a:lnTo>
                        <a:pt x="550747" y="334330"/>
                      </a:lnTo>
                      <a:lnTo>
                        <a:pt x="551152" y="333993"/>
                      </a:lnTo>
                      <a:lnTo>
                        <a:pt x="551535" y="333678"/>
                      </a:lnTo>
                      <a:lnTo>
                        <a:pt x="551939" y="333341"/>
                      </a:lnTo>
                      <a:lnTo>
                        <a:pt x="552321" y="333026"/>
                      </a:lnTo>
                      <a:lnTo>
                        <a:pt x="552726" y="332688"/>
                      </a:lnTo>
                      <a:lnTo>
                        <a:pt x="553131" y="332374"/>
                      </a:lnTo>
                      <a:lnTo>
                        <a:pt x="553513" y="332059"/>
                      </a:lnTo>
                      <a:lnTo>
                        <a:pt x="553918" y="331744"/>
                      </a:lnTo>
                      <a:lnTo>
                        <a:pt x="554301" y="331429"/>
                      </a:lnTo>
                      <a:lnTo>
                        <a:pt x="554705" y="331114"/>
                      </a:lnTo>
                      <a:lnTo>
                        <a:pt x="555088" y="330799"/>
                      </a:lnTo>
                      <a:lnTo>
                        <a:pt x="555493" y="330484"/>
                      </a:lnTo>
                      <a:lnTo>
                        <a:pt x="555897" y="330170"/>
                      </a:lnTo>
                      <a:lnTo>
                        <a:pt x="556280" y="329855"/>
                      </a:lnTo>
                      <a:lnTo>
                        <a:pt x="556684" y="329517"/>
                      </a:lnTo>
                      <a:lnTo>
                        <a:pt x="557067" y="329202"/>
                      </a:lnTo>
                      <a:lnTo>
                        <a:pt x="557472" y="328888"/>
                      </a:lnTo>
                      <a:lnTo>
                        <a:pt x="557854" y="328573"/>
                      </a:lnTo>
                      <a:lnTo>
                        <a:pt x="558259" y="328258"/>
                      </a:lnTo>
                      <a:lnTo>
                        <a:pt x="558641" y="327943"/>
                      </a:lnTo>
                      <a:lnTo>
                        <a:pt x="559046" y="327606"/>
                      </a:lnTo>
                      <a:lnTo>
                        <a:pt x="559450" y="327291"/>
                      </a:lnTo>
                      <a:lnTo>
                        <a:pt x="559833" y="326976"/>
                      </a:lnTo>
                      <a:lnTo>
                        <a:pt x="560238" y="326661"/>
                      </a:lnTo>
                      <a:lnTo>
                        <a:pt x="560620" y="326324"/>
                      </a:lnTo>
                      <a:lnTo>
                        <a:pt x="561025" y="326009"/>
                      </a:lnTo>
                      <a:lnTo>
                        <a:pt x="561407" y="325672"/>
                      </a:lnTo>
                      <a:lnTo>
                        <a:pt x="561812" y="325357"/>
                      </a:lnTo>
                      <a:lnTo>
                        <a:pt x="562195" y="325019"/>
                      </a:lnTo>
                      <a:lnTo>
                        <a:pt x="562599" y="324705"/>
                      </a:lnTo>
                      <a:lnTo>
                        <a:pt x="563004" y="324390"/>
                      </a:lnTo>
                      <a:lnTo>
                        <a:pt x="563386" y="324052"/>
                      </a:lnTo>
                      <a:lnTo>
                        <a:pt x="563791" y="323738"/>
                      </a:lnTo>
                      <a:lnTo>
                        <a:pt x="564173" y="323400"/>
                      </a:lnTo>
                      <a:lnTo>
                        <a:pt x="564578" y="323085"/>
                      </a:lnTo>
                      <a:lnTo>
                        <a:pt x="564961" y="322748"/>
                      </a:lnTo>
                      <a:lnTo>
                        <a:pt x="565365" y="322433"/>
                      </a:lnTo>
                      <a:lnTo>
                        <a:pt x="565748" y="322096"/>
                      </a:lnTo>
                      <a:lnTo>
                        <a:pt x="566153" y="321758"/>
                      </a:lnTo>
                      <a:lnTo>
                        <a:pt x="566557" y="321421"/>
                      </a:lnTo>
                      <a:lnTo>
                        <a:pt x="566940" y="321084"/>
                      </a:lnTo>
                      <a:lnTo>
                        <a:pt x="567344" y="320746"/>
                      </a:lnTo>
                      <a:lnTo>
                        <a:pt x="567727" y="320387"/>
                      </a:lnTo>
                      <a:lnTo>
                        <a:pt x="568132" y="320049"/>
                      </a:lnTo>
                      <a:lnTo>
                        <a:pt x="568514" y="319689"/>
                      </a:lnTo>
                      <a:lnTo>
                        <a:pt x="568919" y="319330"/>
                      </a:lnTo>
                      <a:lnTo>
                        <a:pt x="569324" y="318947"/>
                      </a:lnTo>
                      <a:lnTo>
                        <a:pt x="569706" y="318587"/>
                      </a:lnTo>
                      <a:lnTo>
                        <a:pt x="570111" y="318205"/>
                      </a:lnTo>
                      <a:lnTo>
                        <a:pt x="570493" y="317823"/>
                      </a:lnTo>
                      <a:lnTo>
                        <a:pt x="570898" y="317440"/>
                      </a:lnTo>
                      <a:lnTo>
                        <a:pt x="571280" y="317036"/>
                      </a:lnTo>
                      <a:lnTo>
                        <a:pt x="571685" y="316631"/>
                      </a:lnTo>
                      <a:lnTo>
                        <a:pt x="572067" y="316226"/>
                      </a:lnTo>
                      <a:lnTo>
                        <a:pt x="572472" y="315821"/>
                      </a:lnTo>
                      <a:lnTo>
                        <a:pt x="572877" y="315394"/>
                      </a:lnTo>
                      <a:lnTo>
                        <a:pt x="573259" y="314944"/>
                      </a:lnTo>
                      <a:lnTo>
                        <a:pt x="573664" y="314494"/>
                      </a:lnTo>
                      <a:lnTo>
                        <a:pt x="574047" y="314045"/>
                      </a:lnTo>
                      <a:lnTo>
                        <a:pt x="574451" y="313595"/>
                      </a:lnTo>
                      <a:lnTo>
                        <a:pt x="574833" y="313122"/>
                      </a:lnTo>
                      <a:lnTo>
                        <a:pt x="575238" y="312628"/>
                      </a:lnTo>
                      <a:lnTo>
                        <a:pt x="575621" y="312133"/>
                      </a:lnTo>
                      <a:lnTo>
                        <a:pt x="576025" y="311616"/>
                      </a:lnTo>
                      <a:lnTo>
                        <a:pt x="576430" y="311076"/>
                      </a:lnTo>
                      <a:lnTo>
                        <a:pt x="576813" y="310536"/>
                      </a:lnTo>
                      <a:lnTo>
                        <a:pt x="577217" y="309974"/>
                      </a:lnTo>
                      <a:lnTo>
                        <a:pt x="577600" y="309412"/>
                      </a:lnTo>
                      <a:lnTo>
                        <a:pt x="578004" y="308804"/>
                      </a:lnTo>
                      <a:lnTo>
                        <a:pt x="578387" y="308197"/>
                      </a:lnTo>
                      <a:lnTo>
                        <a:pt x="578792" y="307568"/>
                      </a:lnTo>
                      <a:lnTo>
                        <a:pt x="579174" y="306893"/>
                      </a:lnTo>
                      <a:lnTo>
                        <a:pt x="579579" y="306218"/>
                      </a:lnTo>
                      <a:lnTo>
                        <a:pt x="579984" y="305498"/>
                      </a:lnTo>
                      <a:lnTo>
                        <a:pt x="580366" y="304779"/>
                      </a:lnTo>
                      <a:lnTo>
                        <a:pt x="580771" y="304014"/>
                      </a:lnTo>
                      <a:lnTo>
                        <a:pt x="581153" y="303227"/>
                      </a:lnTo>
                      <a:lnTo>
                        <a:pt x="581558" y="302395"/>
                      </a:lnTo>
                      <a:lnTo>
                        <a:pt x="581940" y="301518"/>
                      </a:lnTo>
                      <a:lnTo>
                        <a:pt x="582345" y="300618"/>
                      </a:lnTo>
                      <a:lnTo>
                        <a:pt x="582727" y="299696"/>
                      </a:lnTo>
                      <a:lnTo>
                        <a:pt x="583132" y="298707"/>
                      </a:lnTo>
                      <a:lnTo>
                        <a:pt x="583537" y="297695"/>
                      </a:lnTo>
                      <a:lnTo>
                        <a:pt x="583919" y="296615"/>
                      </a:lnTo>
                      <a:lnTo>
                        <a:pt x="584324" y="295491"/>
                      </a:lnTo>
                      <a:lnTo>
                        <a:pt x="584707" y="294299"/>
                      </a:lnTo>
                      <a:lnTo>
                        <a:pt x="585111" y="293084"/>
                      </a:lnTo>
                      <a:lnTo>
                        <a:pt x="585493" y="291780"/>
                      </a:lnTo>
                      <a:lnTo>
                        <a:pt x="585898" y="290408"/>
                      </a:lnTo>
                      <a:lnTo>
                        <a:pt x="586303" y="288991"/>
                      </a:lnTo>
                      <a:lnTo>
                        <a:pt x="586686" y="287484"/>
                      </a:lnTo>
                      <a:lnTo>
                        <a:pt x="587090" y="285888"/>
                      </a:lnTo>
                      <a:lnTo>
                        <a:pt x="587473" y="284223"/>
                      </a:lnTo>
                      <a:lnTo>
                        <a:pt x="587878" y="282469"/>
                      </a:lnTo>
                      <a:lnTo>
                        <a:pt x="588260" y="280625"/>
                      </a:lnTo>
                      <a:lnTo>
                        <a:pt x="588665" y="278668"/>
                      </a:lnTo>
                      <a:lnTo>
                        <a:pt x="589047" y="276622"/>
                      </a:lnTo>
                      <a:lnTo>
                        <a:pt x="589452" y="274395"/>
                      </a:lnTo>
                      <a:lnTo>
                        <a:pt x="589856" y="272101"/>
                      </a:lnTo>
                      <a:lnTo>
                        <a:pt x="590239" y="269718"/>
                      </a:lnTo>
                      <a:lnTo>
                        <a:pt x="590644" y="267199"/>
                      </a:lnTo>
                      <a:lnTo>
                        <a:pt x="591026" y="264590"/>
                      </a:lnTo>
                      <a:lnTo>
                        <a:pt x="591431" y="261869"/>
                      </a:lnTo>
                      <a:lnTo>
                        <a:pt x="591813" y="258135"/>
                      </a:lnTo>
                      <a:lnTo>
                        <a:pt x="591813" y="231013"/>
                      </a:lnTo>
                      <a:lnTo>
                        <a:pt x="591431" y="234544"/>
                      </a:lnTo>
                      <a:lnTo>
                        <a:pt x="591026" y="236883"/>
                      </a:lnTo>
                      <a:lnTo>
                        <a:pt x="590644" y="239064"/>
                      </a:lnTo>
                      <a:lnTo>
                        <a:pt x="590239" y="241156"/>
                      </a:lnTo>
                      <a:lnTo>
                        <a:pt x="589856" y="243180"/>
                      </a:lnTo>
                      <a:lnTo>
                        <a:pt x="589452" y="245091"/>
                      </a:lnTo>
                      <a:lnTo>
                        <a:pt x="589047" y="246958"/>
                      </a:lnTo>
                      <a:lnTo>
                        <a:pt x="588665" y="248690"/>
                      </a:lnTo>
                      <a:lnTo>
                        <a:pt x="588260" y="250332"/>
                      </a:lnTo>
                      <a:lnTo>
                        <a:pt x="587878" y="251883"/>
                      </a:lnTo>
                      <a:lnTo>
                        <a:pt x="587473" y="253345"/>
                      </a:lnTo>
                      <a:lnTo>
                        <a:pt x="587090" y="254762"/>
                      </a:lnTo>
                      <a:lnTo>
                        <a:pt x="586686" y="256089"/>
                      </a:lnTo>
                      <a:lnTo>
                        <a:pt x="586303" y="257371"/>
                      </a:lnTo>
                      <a:lnTo>
                        <a:pt x="585898" y="258585"/>
                      </a:lnTo>
                      <a:lnTo>
                        <a:pt x="585493" y="259732"/>
                      </a:lnTo>
                      <a:lnTo>
                        <a:pt x="585111" y="260834"/>
                      </a:lnTo>
                      <a:lnTo>
                        <a:pt x="584707" y="261891"/>
                      </a:lnTo>
                      <a:lnTo>
                        <a:pt x="584324" y="262903"/>
                      </a:lnTo>
                      <a:lnTo>
                        <a:pt x="583919" y="263870"/>
                      </a:lnTo>
                      <a:lnTo>
                        <a:pt x="583537" y="264792"/>
                      </a:lnTo>
                      <a:lnTo>
                        <a:pt x="583132" y="265669"/>
                      </a:lnTo>
                      <a:lnTo>
                        <a:pt x="582727" y="266524"/>
                      </a:lnTo>
                      <a:lnTo>
                        <a:pt x="582345" y="267334"/>
                      </a:lnTo>
                      <a:lnTo>
                        <a:pt x="581940" y="268121"/>
                      </a:lnTo>
                      <a:lnTo>
                        <a:pt x="581558" y="268885"/>
                      </a:lnTo>
                      <a:lnTo>
                        <a:pt x="581153" y="269605"/>
                      </a:lnTo>
                      <a:lnTo>
                        <a:pt x="580771" y="270302"/>
                      </a:lnTo>
                      <a:lnTo>
                        <a:pt x="580366" y="270977"/>
                      </a:lnTo>
                      <a:lnTo>
                        <a:pt x="579984" y="271629"/>
                      </a:lnTo>
                      <a:lnTo>
                        <a:pt x="579579" y="272281"/>
                      </a:lnTo>
                      <a:lnTo>
                        <a:pt x="579174" y="272889"/>
                      </a:lnTo>
                      <a:lnTo>
                        <a:pt x="578792" y="273473"/>
                      </a:lnTo>
                      <a:lnTo>
                        <a:pt x="578387" y="274058"/>
                      </a:lnTo>
                      <a:lnTo>
                        <a:pt x="578004" y="274620"/>
                      </a:lnTo>
                      <a:lnTo>
                        <a:pt x="577600" y="275160"/>
                      </a:lnTo>
                      <a:lnTo>
                        <a:pt x="577217" y="275677"/>
                      </a:lnTo>
                      <a:lnTo>
                        <a:pt x="576813" y="276195"/>
                      </a:lnTo>
                      <a:lnTo>
                        <a:pt x="576430" y="276712"/>
                      </a:lnTo>
                      <a:lnTo>
                        <a:pt x="576025" y="277184"/>
                      </a:lnTo>
                      <a:lnTo>
                        <a:pt x="575621" y="277679"/>
                      </a:lnTo>
                      <a:lnTo>
                        <a:pt x="575238" y="278129"/>
                      </a:lnTo>
                      <a:lnTo>
                        <a:pt x="574833" y="278578"/>
                      </a:lnTo>
                      <a:lnTo>
                        <a:pt x="574451" y="279028"/>
                      </a:lnTo>
                      <a:lnTo>
                        <a:pt x="574047" y="279478"/>
                      </a:lnTo>
                      <a:lnTo>
                        <a:pt x="573664" y="279905"/>
                      </a:lnTo>
                      <a:lnTo>
                        <a:pt x="573259" y="280310"/>
                      </a:lnTo>
                      <a:lnTo>
                        <a:pt x="572877" y="280737"/>
                      </a:lnTo>
                      <a:lnTo>
                        <a:pt x="572472" y="281142"/>
                      </a:lnTo>
                      <a:lnTo>
                        <a:pt x="572067" y="281525"/>
                      </a:lnTo>
                      <a:lnTo>
                        <a:pt x="571685" y="281929"/>
                      </a:lnTo>
                      <a:lnTo>
                        <a:pt x="571280" y="282312"/>
                      </a:lnTo>
                      <a:lnTo>
                        <a:pt x="570898" y="282694"/>
                      </a:lnTo>
                      <a:lnTo>
                        <a:pt x="570493" y="283076"/>
                      </a:lnTo>
                      <a:lnTo>
                        <a:pt x="570111" y="283436"/>
                      </a:lnTo>
                      <a:lnTo>
                        <a:pt x="569706" y="283796"/>
                      </a:lnTo>
                      <a:lnTo>
                        <a:pt x="569324" y="284156"/>
                      </a:lnTo>
                      <a:lnTo>
                        <a:pt x="568919" y="284516"/>
                      </a:lnTo>
                      <a:lnTo>
                        <a:pt x="568514" y="284876"/>
                      </a:lnTo>
                      <a:lnTo>
                        <a:pt x="568132" y="285213"/>
                      </a:lnTo>
                      <a:lnTo>
                        <a:pt x="567727" y="285573"/>
                      </a:lnTo>
                      <a:lnTo>
                        <a:pt x="567344" y="285910"/>
                      </a:lnTo>
                      <a:lnTo>
                        <a:pt x="566940" y="286247"/>
                      </a:lnTo>
                      <a:lnTo>
                        <a:pt x="566557" y="286585"/>
                      </a:lnTo>
                      <a:lnTo>
                        <a:pt x="566153" y="286922"/>
                      </a:lnTo>
                      <a:lnTo>
                        <a:pt x="565748" y="287237"/>
                      </a:lnTo>
                      <a:lnTo>
                        <a:pt x="565365" y="287574"/>
                      </a:lnTo>
                      <a:lnTo>
                        <a:pt x="564961" y="287889"/>
                      </a:lnTo>
                      <a:lnTo>
                        <a:pt x="564578" y="288226"/>
                      </a:lnTo>
                      <a:lnTo>
                        <a:pt x="564173" y="288541"/>
                      </a:lnTo>
                      <a:lnTo>
                        <a:pt x="563791" y="288879"/>
                      </a:lnTo>
                      <a:lnTo>
                        <a:pt x="563386" y="289194"/>
                      </a:lnTo>
                      <a:lnTo>
                        <a:pt x="563004" y="289508"/>
                      </a:lnTo>
                      <a:lnTo>
                        <a:pt x="562599" y="289823"/>
                      </a:lnTo>
                      <a:lnTo>
                        <a:pt x="562195" y="290161"/>
                      </a:lnTo>
                      <a:lnTo>
                        <a:pt x="561812" y="290475"/>
                      </a:lnTo>
                      <a:lnTo>
                        <a:pt x="561407" y="290790"/>
                      </a:lnTo>
                      <a:lnTo>
                        <a:pt x="561025" y="291105"/>
                      </a:lnTo>
                      <a:lnTo>
                        <a:pt x="560620" y="291420"/>
                      </a:lnTo>
                      <a:lnTo>
                        <a:pt x="560238" y="291735"/>
                      </a:lnTo>
                      <a:lnTo>
                        <a:pt x="559833" y="292050"/>
                      </a:lnTo>
                      <a:lnTo>
                        <a:pt x="559450" y="292365"/>
                      </a:lnTo>
                      <a:lnTo>
                        <a:pt x="559046" y="292679"/>
                      </a:lnTo>
                      <a:lnTo>
                        <a:pt x="558641" y="292994"/>
                      </a:lnTo>
                      <a:lnTo>
                        <a:pt x="558259" y="293309"/>
                      </a:lnTo>
                      <a:lnTo>
                        <a:pt x="557854" y="293624"/>
                      </a:lnTo>
                      <a:lnTo>
                        <a:pt x="557472" y="293916"/>
                      </a:lnTo>
                      <a:lnTo>
                        <a:pt x="557067" y="294231"/>
                      </a:lnTo>
                      <a:lnTo>
                        <a:pt x="556684" y="294546"/>
                      </a:lnTo>
                      <a:lnTo>
                        <a:pt x="556280" y="294838"/>
                      </a:lnTo>
                      <a:lnTo>
                        <a:pt x="555897" y="295153"/>
                      </a:lnTo>
                      <a:lnTo>
                        <a:pt x="555493" y="295446"/>
                      </a:lnTo>
                      <a:lnTo>
                        <a:pt x="555088" y="295738"/>
                      </a:lnTo>
                      <a:lnTo>
                        <a:pt x="554705" y="296053"/>
                      </a:lnTo>
                      <a:lnTo>
                        <a:pt x="554301" y="296345"/>
                      </a:lnTo>
                      <a:lnTo>
                        <a:pt x="553918" y="296638"/>
                      </a:lnTo>
                      <a:lnTo>
                        <a:pt x="553513" y="296952"/>
                      </a:lnTo>
                      <a:lnTo>
                        <a:pt x="553131" y="297245"/>
                      </a:lnTo>
                      <a:lnTo>
                        <a:pt x="552726" y="297537"/>
                      </a:lnTo>
                      <a:lnTo>
                        <a:pt x="552321" y="297852"/>
                      </a:lnTo>
                      <a:lnTo>
                        <a:pt x="551939" y="298144"/>
                      </a:lnTo>
                      <a:lnTo>
                        <a:pt x="551535" y="298459"/>
                      </a:lnTo>
                      <a:lnTo>
                        <a:pt x="551152" y="298752"/>
                      </a:lnTo>
                      <a:lnTo>
                        <a:pt x="550747" y="299066"/>
                      </a:lnTo>
                      <a:lnTo>
                        <a:pt x="550365" y="299381"/>
                      </a:lnTo>
                      <a:lnTo>
                        <a:pt x="549960" y="299674"/>
                      </a:lnTo>
                      <a:lnTo>
                        <a:pt x="549578" y="299989"/>
                      </a:lnTo>
                      <a:lnTo>
                        <a:pt x="549173" y="300303"/>
                      </a:lnTo>
                      <a:lnTo>
                        <a:pt x="548768" y="300596"/>
                      </a:lnTo>
                      <a:lnTo>
                        <a:pt x="548386" y="300911"/>
                      </a:lnTo>
                      <a:lnTo>
                        <a:pt x="547981" y="301225"/>
                      </a:lnTo>
                      <a:lnTo>
                        <a:pt x="547599" y="301518"/>
                      </a:lnTo>
                      <a:lnTo>
                        <a:pt x="547194" y="301833"/>
                      </a:lnTo>
                      <a:lnTo>
                        <a:pt x="546812" y="302125"/>
                      </a:lnTo>
                      <a:lnTo>
                        <a:pt x="546407" y="302440"/>
                      </a:lnTo>
                      <a:lnTo>
                        <a:pt x="546024" y="302755"/>
                      </a:lnTo>
                      <a:lnTo>
                        <a:pt x="545620" y="303047"/>
                      </a:lnTo>
                      <a:lnTo>
                        <a:pt x="545215" y="303362"/>
                      </a:lnTo>
                      <a:lnTo>
                        <a:pt x="544832" y="303677"/>
                      </a:lnTo>
                      <a:lnTo>
                        <a:pt x="544427" y="303992"/>
                      </a:lnTo>
                      <a:lnTo>
                        <a:pt x="544045" y="304307"/>
                      </a:lnTo>
                      <a:lnTo>
                        <a:pt x="543641" y="304621"/>
                      </a:lnTo>
                      <a:lnTo>
                        <a:pt x="543258" y="304914"/>
                      </a:lnTo>
                      <a:lnTo>
                        <a:pt x="542853" y="305229"/>
                      </a:lnTo>
                      <a:lnTo>
                        <a:pt x="542471" y="305543"/>
                      </a:lnTo>
                      <a:lnTo>
                        <a:pt x="542066" y="305858"/>
                      </a:lnTo>
                      <a:lnTo>
                        <a:pt x="541661" y="306173"/>
                      </a:lnTo>
                      <a:lnTo>
                        <a:pt x="541279" y="306488"/>
                      </a:lnTo>
                      <a:lnTo>
                        <a:pt x="540875" y="306803"/>
                      </a:lnTo>
                      <a:lnTo>
                        <a:pt x="540492" y="307118"/>
                      </a:lnTo>
                      <a:lnTo>
                        <a:pt x="540087" y="307433"/>
                      </a:lnTo>
                      <a:lnTo>
                        <a:pt x="539705" y="307725"/>
                      </a:lnTo>
                      <a:lnTo>
                        <a:pt x="539300" y="308040"/>
                      </a:lnTo>
                      <a:lnTo>
                        <a:pt x="538918" y="308355"/>
                      </a:lnTo>
                      <a:lnTo>
                        <a:pt x="538513" y="308669"/>
                      </a:lnTo>
                      <a:lnTo>
                        <a:pt x="538108" y="308984"/>
                      </a:lnTo>
                      <a:lnTo>
                        <a:pt x="537726" y="309299"/>
                      </a:lnTo>
                      <a:lnTo>
                        <a:pt x="537321" y="309614"/>
                      </a:lnTo>
                      <a:lnTo>
                        <a:pt x="536939" y="309951"/>
                      </a:lnTo>
                      <a:lnTo>
                        <a:pt x="536534" y="310266"/>
                      </a:lnTo>
                      <a:lnTo>
                        <a:pt x="536151" y="310581"/>
                      </a:lnTo>
                      <a:lnTo>
                        <a:pt x="535747" y="310896"/>
                      </a:lnTo>
                      <a:lnTo>
                        <a:pt x="535342" y="311211"/>
                      </a:lnTo>
                      <a:lnTo>
                        <a:pt x="534959" y="311526"/>
                      </a:lnTo>
                      <a:lnTo>
                        <a:pt x="534555" y="311863"/>
                      </a:lnTo>
                      <a:lnTo>
                        <a:pt x="534172" y="312178"/>
                      </a:lnTo>
                      <a:lnTo>
                        <a:pt x="533767" y="312493"/>
                      </a:lnTo>
                      <a:lnTo>
                        <a:pt x="533385" y="312830"/>
                      </a:lnTo>
                      <a:lnTo>
                        <a:pt x="532981" y="313145"/>
                      </a:lnTo>
                      <a:lnTo>
                        <a:pt x="532598" y="313460"/>
                      </a:lnTo>
                      <a:lnTo>
                        <a:pt x="532193" y="313797"/>
                      </a:lnTo>
                      <a:lnTo>
                        <a:pt x="531789" y="314112"/>
                      </a:lnTo>
                      <a:lnTo>
                        <a:pt x="531406" y="314427"/>
                      </a:lnTo>
                      <a:lnTo>
                        <a:pt x="531001" y="314764"/>
                      </a:lnTo>
                      <a:lnTo>
                        <a:pt x="530619" y="315079"/>
                      </a:lnTo>
                      <a:lnTo>
                        <a:pt x="530214" y="315416"/>
                      </a:lnTo>
                      <a:lnTo>
                        <a:pt x="529832" y="315731"/>
                      </a:lnTo>
                      <a:lnTo>
                        <a:pt x="529427" y="316069"/>
                      </a:lnTo>
                      <a:lnTo>
                        <a:pt x="529045" y="316383"/>
                      </a:lnTo>
                      <a:lnTo>
                        <a:pt x="528640" y="316721"/>
                      </a:lnTo>
                      <a:lnTo>
                        <a:pt x="528235" y="317036"/>
                      </a:lnTo>
                      <a:lnTo>
                        <a:pt x="527853" y="317373"/>
                      </a:lnTo>
                      <a:lnTo>
                        <a:pt x="527448" y="317710"/>
                      </a:lnTo>
                      <a:lnTo>
                        <a:pt x="527066" y="318025"/>
                      </a:lnTo>
                      <a:lnTo>
                        <a:pt x="526661" y="318362"/>
                      </a:lnTo>
                      <a:lnTo>
                        <a:pt x="526278" y="318700"/>
                      </a:lnTo>
                      <a:lnTo>
                        <a:pt x="525874" y="319015"/>
                      </a:lnTo>
                      <a:lnTo>
                        <a:pt x="525491" y="319352"/>
                      </a:lnTo>
                      <a:lnTo>
                        <a:pt x="525087" y="319689"/>
                      </a:lnTo>
                      <a:lnTo>
                        <a:pt x="524682" y="320027"/>
                      </a:lnTo>
                      <a:lnTo>
                        <a:pt x="524299" y="320342"/>
                      </a:lnTo>
                      <a:lnTo>
                        <a:pt x="523895" y="320679"/>
                      </a:lnTo>
                      <a:lnTo>
                        <a:pt x="523535" y="321016"/>
                      </a:lnTo>
                      <a:lnTo>
                        <a:pt x="523107" y="321354"/>
                      </a:lnTo>
                      <a:lnTo>
                        <a:pt x="522748" y="321668"/>
                      </a:lnTo>
                      <a:lnTo>
                        <a:pt x="522343" y="322006"/>
                      </a:lnTo>
                      <a:lnTo>
                        <a:pt x="521938" y="322343"/>
                      </a:lnTo>
                      <a:lnTo>
                        <a:pt x="521556" y="322681"/>
                      </a:lnTo>
                      <a:lnTo>
                        <a:pt x="521151" y="323018"/>
                      </a:lnTo>
                      <a:lnTo>
                        <a:pt x="520768" y="323355"/>
                      </a:lnTo>
                      <a:lnTo>
                        <a:pt x="520364" y="323693"/>
                      </a:lnTo>
                      <a:lnTo>
                        <a:pt x="519982" y="324007"/>
                      </a:lnTo>
                      <a:lnTo>
                        <a:pt x="519576" y="324345"/>
                      </a:lnTo>
                      <a:lnTo>
                        <a:pt x="519194" y="324682"/>
                      </a:lnTo>
                      <a:lnTo>
                        <a:pt x="518790" y="325019"/>
                      </a:lnTo>
                      <a:lnTo>
                        <a:pt x="518385" y="325357"/>
                      </a:lnTo>
                      <a:lnTo>
                        <a:pt x="518002" y="325694"/>
                      </a:lnTo>
                      <a:lnTo>
                        <a:pt x="517598" y="326031"/>
                      </a:lnTo>
                      <a:lnTo>
                        <a:pt x="517215" y="326369"/>
                      </a:lnTo>
                      <a:lnTo>
                        <a:pt x="516810" y="326706"/>
                      </a:lnTo>
                      <a:lnTo>
                        <a:pt x="516428" y="327043"/>
                      </a:lnTo>
                      <a:lnTo>
                        <a:pt x="516023" y="327381"/>
                      </a:lnTo>
                      <a:lnTo>
                        <a:pt x="515641" y="327718"/>
                      </a:lnTo>
                      <a:lnTo>
                        <a:pt x="515236" y="328056"/>
                      </a:lnTo>
                      <a:lnTo>
                        <a:pt x="514831" y="328393"/>
                      </a:lnTo>
                      <a:lnTo>
                        <a:pt x="514449" y="328753"/>
                      </a:lnTo>
                      <a:lnTo>
                        <a:pt x="514044" y="329090"/>
                      </a:lnTo>
                      <a:lnTo>
                        <a:pt x="513662" y="329427"/>
                      </a:lnTo>
                      <a:lnTo>
                        <a:pt x="513257" y="329765"/>
                      </a:lnTo>
                      <a:lnTo>
                        <a:pt x="512875" y="330102"/>
                      </a:lnTo>
                      <a:lnTo>
                        <a:pt x="512470" y="330439"/>
                      </a:lnTo>
                      <a:lnTo>
                        <a:pt x="512088" y="330799"/>
                      </a:lnTo>
                      <a:lnTo>
                        <a:pt x="511683" y="331137"/>
                      </a:lnTo>
                      <a:lnTo>
                        <a:pt x="511278" y="331496"/>
                      </a:lnTo>
                      <a:lnTo>
                        <a:pt x="510896" y="331811"/>
                      </a:lnTo>
                      <a:lnTo>
                        <a:pt x="510491" y="332171"/>
                      </a:lnTo>
                      <a:lnTo>
                        <a:pt x="510108" y="332508"/>
                      </a:lnTo>
                      <a:lnTo>
                        <a:pt x="509704" y="332868"/>
                      </a:lnTo>
                      <a:lnTo>
                        <a:pt x="509322" y="333228"/>
                      </a:lnTo>
                      <a:lnTo>
                        <a:pt x="508916" y="333565"/>
                      </a:lnTo>
                      <a:lnTo>
                        <a:pt x="508534" y="333925"/>
                      </a:lnTo>
                      <a:lnTo>
                        <a:pt x="508130" y="334285"/>
                      </a:lnTo>
                      <a:lnTo>
                        <a:pt x="507724" y="334645"/>
                      </a:lnTo>
                      <a:lnTo>
                        <a:pt x="507342" y="335005"/>
                      </a:lnTo>
                      <a:lnTo>
                        <a:pt x="506938" y="335365"/>
                      </a:lnTo>
                      <a:lnTo>
                        <a:pt x="506555" y="335724"/>
                      </a:lnTo>
                      <a:lnTo>
                        <a:pt x="506150" y="336084"/>
                      </a:lnTo>
                      <a:lnTo>
                        <a:pt x="505768" y="336444"/>
                      </a:lnTo>
                      <a:lnTo>
                        <a:pt x="505363" y="336826"/>
                      </a:lnTo>
                      <a:lnTo>
                        <a:pt x="504958" y="337186"/>
                      </a:lnTo>
                      <a:lnTo>
                        <a:pt x="504576" y="337546"/>
                      </a:lnTo>
                      <a:lnTo>
                        <a:pt x="504171" y="337928"/>
                      </a:lnTo>
                      <a:lnTo>
                        <a:pt x="503789" y="338288"/>
                      </a:lnTo>
                      <a:lnTo>
                        <a:pt x="503384" y="338671"/>
                      </a:lnTo>
                      <a:lnTo>
                        <a:pt x="503002" y="339053"/>
                      </a:lnTo>
                      <a:lnTo>
                        <a:pt x="502597" y="339435"/>
                      </a:lnTo>
                      <a:lnTo>
                        <a:pt x="502214" y="339795"/>
                      </a:lnTo>
                      <a:lnTo>
                        <a:pt x="501810" y="340177"/>
                      </a:lnTo>
                      <a:lnTo>
                        <a:pt x="501405" y="340560"/>
                      </a:lnTo>
                      <a:lnTo>
                        <a:pt x="501022" y="340942"/>
                      </a:lnTo>
                      <a:lnTo>
                        <a:pt x="500618" y="341324"/>
                      </a:lnTo>
                      <a:lnTo>
                        <a:pt x="500236" y="341707"/>
                      </a:lnTo>
                      <a:lnTo>
                        <a:pt x="499831" y="342089"/>
                      </a:lnTo>
                      <a:lnTo>
                        <a:pt x="499448" y="342471"/>
                      </a:lnTo>
                      <a:lnTo>
                        <a:pt x="499044" y="342854"/>
                      </a:lnTo>
                      <a:lnTo>
                        <a:pt x="498662" y="343236"/>
                      </a:lnTo>
                      <a:lnTo>
                        <a:pt x="498256" y="343618"/>
                      </a:lnTo>
                      <a:lnTo>
                        <a:pt x="497852" y="344001"/>
                      </a:lnTo>
                      <a:lnTo>
                        <a:pt x="497469" y="344405"/>
                      </a:lnTo>
                      <a:lnTo>
                        <a:pt x="497064" y="344788"/>
                      </a:lnTo>
                      <a:lnTo>
                        <a:pt x="496682" y="345193"/>
                      </a:lnTo>
                      <a:lnTo>
                        <a:pt x="496277" y="345575"/>
                      </a:lnTo>
                      <a:lnTo>
                        <a:pt x="495895" y="345957"/>
                      </a:lnTo>
                      <a:lnTo>
                        <a:pt x="495490" y="346362"/>
                      </a:lnTo>
                      <a:lnTo>
                        <a:pt x="495108" y="346744"/>
                      </a:lnTo>
                      <a:lnTo>
                        <a:pt x="494703" y="347149"/>
                      </a:lnTo>
                      <a:lnTo>
                        <a:pt x="494298" y="347531"/>
                      </a:lnTo>
                      <a:lnTo>
                        <a:pt x="493916" y="347936"/>
                      </a:lnTo>
                      <a:lnTo>
                        <a:pt x="493511" y="348341"/>
                      </a:lnTo>
                      <a:lnTo>
                        <a:pt x="493129" y="348723"/>
                      </a:lnTo>
                      <a:lnTo>
                        <a:pt x="492724" y="349128"/>
                      </a:lnTo>
                      <a:lnTo>
                        <a:pt x="492342" y="349533"/>
                      </a:lnTo>
                      <a:lnTo>
                        <a:pt x="491937" y="349938"/>
                      </a:lnTo>
                      <a:lnTo>
                        <a:pt x="491532" y="350343"/>
                      </a:lnTo>
                      <a:lnTo>
                        <a:pt x="491150" y="350748"/>
                      </a:lnTo>
                      <a:lnTo>
                        <a:pt x="490745" y="351175"/>
                      </a:lnTo>
                      <a:lnTo>
                        <a:pt x="490362" y="351580"/>
                      </a:lnTo>
                      <a:lnTo>
                        <a:pt x="489958" y="351984"/>
                      </a:lnTo>
                      <a:lnTo>
                        <a:pt x="489576" y="352389"/>
                      </a:lnTo>
                      <a:lnTo>
                        <a:pt x="489170" y="352794"/>
                      </a:lnTo>
                      <a:lnTo>
                        <a:pt x="488788" y="353199"/>
                      </a:lnTo>
                      <a:lnTo>
                        <a:pt x="488384" y="353626"/>
                      </a:lnTo>
                      <a:lnTo>
                        <a:pt x="487979" y="354031"/>
                      </a:lnTo>
                      <a:lnTo>
                        <a:pt x="487596" y="354436"/>
                      </a:lnTo>
                      <a:lnTo>
                        <a:pt x="487192" y="354863"/>
                      </a:lnTo>
                      <a:lnTo>
                        <a:pt x="486809" y="355268"/>
                      </a:lnTo>
                      <a:lnTo>
                        <a:pt x="486404" y="355673"/>
                      </a:lnTo>
                      <a:lnTo>
                        <a:pt x="486022" y="356078"/>
                      </a:lnTo>
                      <a:lnTo>
                        <a:pt x="485617" y="356482"/>
                      </a:lnTo>
                      <a:lnTo>
                        <a:pt x="485235" y="356887"/>
                      </a:lnTo>
                      <a:lnTo>
                        <a:pt x="484830" y="357292"/>
                      </a:lnTo>
                      <a:lnTo>
                        <a:pt x="484425" y="357697"/>
                      </a:lnTo>
                      <a:lnTo>
                        <a:pt x="484043" y="358102"/>
                      </a:lnTo>
                      <a:lnTo>
                        <a:pt x="483638" y="358506"/>
                      </a:lnTo>
                      <a:lnTo>
                        <a:pt x="483256" y="358911"/>
                      </a:lnTo>
                      <a:lnTo>
                        <a:pt x="482851" y="359316"/>
                      </a:lnTo>
                      <a:lnTo>
                        <a:pt x="482469" y="359721"/>
                      </a:lnTo>
                      <a:lnTo>
                        <a:pt x="482064" y="360126"/>
                      </a:lnTo>
                      <a:lnTo>
                        <a:pt x="481682" y="360530"/>
                      </a:lnTo>
                      <a:lnTo>
                        <a:pt x="481277" y="360935"/>
                      </a:lnTo>
                      <a:lnTo>
                        <a:pt x="480872" y="361340"/>
                      </a:lnTo>
                      <a:lnTo>
                        <a:pt x="480490" y="361745"/>
                      </a:lnTo>
                      <a:lnTo>
                        <a:pt x="480085" y="362150"/>
                      </a:lnTo>
                      <a:lnTo>
                        <a:pt x="479702" y="362555"/>
                      </a:lnTo>
                      <a:lnTo>
                        <a:pt x="479298" y="362959"/>
                      </a:lnTo>
                      <a:lnTo>
                        <a:pt x="478916" y="363364"/>
                      </a:lnTo>
                      <a:lnTo>
                        <a:pt x="478510" y="363769"/>
                      </a:lnTo>
                      <a:lnTo>
                        <a:pt x="478128" y="364174"/>
                      </a:lnTo>
                      <a:lnTo>
                        <a:pt x="477724" y="364579"/>
                      </a:lnTo>
                      <a:lnTo>
                        <a:pt x="477319" y="364983"/>
                      </a:lnTo>
                      <a:lnTo>
                        <a:pt x="476936" y="365388"/>
                      </a:lnTo>
                      <a:lnTo>
                        <a:pt x="476532" y="365793"/>
                      </a:lnTo>
                      <a:lnTo>
                        <a:pt x="476149" y="366198"/>
                      </a:lnTo>
                      <a:lnTo>
                        <a:pt x="475744" y="366603"/>
                      </a:lnTo>
                      <a:lnTo>
                        <a:pt x="475362" y="367007"/>
                      </a:lnTo>
                      <a:lnTo>
                        <a:pt x="474957" y="367412"/>
                      </a:lnTo>
                      <a:lnTo>
                        <a:pt x="474552" y="367817"/>
                      </a:lnTo>
                      <a:lnTo>
                        <a:pt x="474170" y="368222"/>
                      </a:lnTo>
                      <a:lnTo>
                        <a:pt x="473765" y="368627"/>
                      </a:lnTo>
                      <a:lnTo>
                        <a:pt x="473383" y="369054"/>
                      </a:lnTo>
                      <a:lnTo>
                        <a:pt x="472978" y="369459"/>
                      </a:lnTo>
                      <a:lnTo>
                        <a:pt x="472596" y="369864"/>
                      </a:lnTo>
                      <a:lnTo>
                        <a:pt x="472191" y="370268"/>
                      </a:lnTo>
                      <a:lnTo>
                        <a:pt x="471809" y="370673"/>
                      </a:lnTo>
                      <a:lnTo>
                        <a:pt x="471404" y="371078"/>
                      </a:lnTo>
                      <a:lnTo>
                        <a:pt x="470999" y="371505"/>
                      </a:lnTo>
                      <a:lnTo>
                        <a:pt x="470617" y="371910"/>
                      </a:lnTo>
                      <a:lnTo>
                        <a:pt x="470212" y="372315"/>
                      </a:lnTo>
                      <a:lnTo>
                        <a:pt x="469830" y="372742"/>
                      </a:lnTo>
                      <a:lnTo>
                        <a:pt x="469425" y="373147"/>
                      </a:lnTo>
                      <a:lnTo>
                        <a:pt x="469042" y="373552"/>
                      </a:lnTo>
                      <a:lnTo>
                        <a:pt x="468638" y="373979"/>
                      </a:lnTo>
                      <a:lnTo>
                        <a:pt x="468256" y="374407"/>
                      </a:lnTo>
                      <a:lnTo>
                        <a:pt x="467850" y="374811"/>
                      </a:lnTo>
                      <a:lnTo>
                        <a:pt x="467446" y="375239"/>
                      </a:lnTo>
                      <a:lnTo>
                        <a:pt x="467064" y="375643"/>
                      </a:lnTo>
                      <a:lnTo>
                        <a:pt x="466659" y="376071"/>
                      </a:lnTo>
                      <a:lnTo>
                        <a:pt x="466276" y="376498"/>
                      </a:lnTo>
                      <a:lnTo>
                        <a:pt x="465872" y="376903"/>
                      </a:lnTo>
                      <a:lnTo>
                        <a:pt x="465489" y="377330"/>
                      </a:lnTo>
                      <a:lnTo>
                        <a:pt x="465084" y="377757"/>
                      </a:lnTo>
                      <a:lnTo>
                        <a:pt x="464702" y="378185"/>
                      </a:lnTo>
                      <a:lnTo>
                        <a:pt x="464297" y="378590"/>
                      </a:lnTo>
                      <a:lnTo>
                        <a:pt x="463892" y="379017"/>
                      </a:lnTo>
                      <a:lnTo>
                        <a:pt x="463510" y="379444"/>
                      </a:lnTo>
                      <a:lnTo>
                        <a:pt x="463105" y="379872"/>
                      </a:lnTo>
                      <a:lnTo>
                        <a:pt x="462723" y="380299"/>
                      </a:lnTo>
                      <a:lnTo>
                        <a:pt x="462318" y="380726"/>
                      </a:lnTo>
                      <a:lnTo>
                        <a:pt x="461936" y="381176"/>
                      </a:lnTo>
                      <a:lnTo>
                        <a:pt x="461531" y="381603"/>
                      </a:lnTo>
                      <a:lnTo>
                        <a:pt x="461126" y="382030"/>
                      </a:lnTo>
                      <a:lnTo>
                        <a:pt x="460744" y="382480"/>
                      </a:lnTo>
                      <a:lnTo>
                        <a:pt x="460339" y="382908"/>
                      </a:lnTo>
                      <a:lnTo>
                        <a:pt x="459956" y="383335"/>
                      </a:lnTo>
                      <a:lnTo>
                        <a:pt x="459552" y="383785"/>
                      </a:lnTo>
                      <a:lnTo>
                        <a:pt x="459170" y="384212"/>
                      </a:lnTo>
                      <a:lnTo>
                        <a:pt x="458765" y="384662"/>
                      </a:lnTo>
                      <a:lnTo>
                        <a:pt x="458382" y="385089"/>
                      </a:lnTo>
                      <a:lnTo>
                        <a:pt x="457978" y="385539"/>
                      </a:lnTo>
                      <a:lnTo>
                        <a:pt x="457573" y="385989"/>
                      </a:lnTo>
                      <a:lnTo>
                        <a:pt x="457190" y="386439"/>
                      </a:lnTo>
                      <a:lnTo>
                        <a:pt x="456786" y="386866"/>
                      </a:lnTo>
                      <a:lnTo>
                        <a:pt x="456403" y="387316"/>
                      </a:lnTo>
                      <a:lnTo>
                        <a:pt x="455998" y="387765"/>
                      </a:lnTo>
                      <a:lnTo>
                        <a:pt x="455616" y="388215"/>
                      </a:lnTo>
                      <a:lnTo>
                        <a:pt x="455211" y="388665"/>
                      </a:lnTo>
                      <a:lnTo>
                        <a:pt x="454829" y="389115"/>
                      </a:lnTo>
                      <a:lnTo>
                        <a:pt x="454424" y="389565"/>
                      </a:lnTo>
                      <a:lnTo>
                        <a:pt x="454019" y="389992"/>
                      </a:lnTo>
                      <a:lnTo>
                        <a:pt x="453637" y="390442"/>
                      </a:lnTo>
                      <a:lnTo>
                        <a:pt x="453232" y="390891"/>
                      </a:lnTo>
                      <a:lnTo>
                        <a:pt x="452850" y="391319"/>
                      </a:lnTo>
                      <a:lnTo>
                        <a:pt x="452445" y="391769"/>
                      </a:lnTo>
                      <a:lnTo>
                        <a:pt x="452063" y="392218"/>
                      </a:lnTo>
                      <a:lnTo>
                        <a:pt x="451658" y="392668"/>
                      </a:lnTo>
                      <a:lnTo>
                        <a:pt x="451276" y="393095"/>
                      </a:lnTo>
                      <a:lnTo>
                        <a:pt x="450871" y="393545"/>
                      </a:lnTo>
                      <a:lnTo>
                        <a:pt x="450466" y="393995"/>
                      </a:lnTo>
                      <a:lnTo>
                        <a:pt x="450084" y="394445"/>
                      </a:lnTo>
                      <a:lnTo>
                        <a:pt x="449679" y="394895"/>
                      </a:lnTo>
                      <a:lnTo>
                        <a:pt x="449296" y="395322"/>
                      </a:lnTo>
                      <a:lnTo>
                        <a:pt x="448892" y="395772"/>
                      </a:lnTo>
                      <a:lnTo>
                        <a:pt x="448510" y="396221"/>
                      </a:lnTo>
                      <a:lnTo>
                        <a:pt x="448105" y="396671"/>
                      </a:lnTo>
                      <a:lnTo>
                        <a:pt x="447722" y="397121"/>
                      </a:lnTo>
                      <a:lnTo>
                        <a:pt x="447318" y="397593"/>
                      </a:lnTo>
                      <a:lnTo>
                        <a:pt x="446913" y="398043"/>
                      </a:lnTo>
                      <a:lnTo>
                        <a:pt x="446530" y="398493"/>
                      </a:lnTo>
                      <a:lnTo>
                        <a:pt x="446126" y="398943"/>
                      </a:lnTo>
                      <a:lnTo>
                        <a:pt x="445743" y="399392"/>
                      </a:lnTo>
                      <a:lnTo>
                        <a:pt x="445338" y="399865"/>
                      </a:lnTo>
                      <a:lnTo>
                        <a:pt x="444956" y="400315"/>
                      </a:lnTo>
                      <a:lnTo>
                        <a:pt x="444551" y="400764"/>
                      </a:lnTo>
                      <a:lnTo>
                        <a:pt x="444147" y="401237"/>
                      </a:lnTo>
                      <a:lnTo>
                        <a:pt x="443764" y="401686"/>
                      </a:lnTo>
                      <a:lnTo>
                        <a:pt x="443359" y="402159"/>
                      </a:lnTo>
                      <a:lnTo>
                        <a:pt x="442977" y="402608"/>
                      </a:lnTo>
                      <a:lnTo>
                        <a:pt x="442572" y="403058"/>
                      </a:lnTo>
                      <a:lnTo>
                        <a:pt x="442190" y="403531"/>
                      </a:lnTo>
                      <a:lnTo>
                        <a:pt x="441785" y="403980"/>
                      </a:lnTo>
                      <a:lnTo>
                        <a:pt x="441403" y="404453"/>
                      </a:lnTo>
                      <a:lnTo>
                        <a:pt x="440998" y="404902"/>
                      </a:lnTo>
                      <a:lnTo>
                        <a:pt x="440593" y="405375"/>
                      </a:lnTo>
                      <a:lnTo>
                        <a:pt x="440211" y="405847"/>
                      </a:lnTo>
                      <a:lnTo>
                        <a:pt x="439806" y="406319"/>
                      </a:lnTo>
                      <a:lnTo>
                        <a:pt x="439424" y="406769"/>
                      </a:lnTo>
                      <a:lnTo>
                        <a:pt x="439019" y="407241"/>
                      </a:lnTo>
                      <a:lnTo>
                        <a:pt x="438636" y="407714"/>
                      </a:lnTo>
                      <a:lnTo>
                        <a:pt x="438232" y="408186"/>
                      </a:lnTo>
                      <a:lnTo>
                        <a:pt x="437850" y="408658"/>
                      </a:lnTo>
                      <a:lnTo>
                        <a:pt x="437444" y="409130"/>
                      </a:lnTo>
                      <a:lnTo>
                        <a:pt x="437040" y="409625"/>
                      </a:lnTo>
                      <a:lnTo>
                        <a:pt x="436658" y="410098"/>
                      </a:lnTo>
                      <a:lnTo>
                        <a:pt x="436253" y="410570"/>
                      </a:lnTo>
                      <a:lnTo>
                        <a:pt x="435870" y="411042"/>
                      </a:lnTo>
                      <a:lnTo>
                        <a:pt x="435466" y="411537"/>
                      </a:lnTo>
                      <a:lnTo>
                        <a:pt x="435083" y="412009"/>
                      </a:lnTo>
                      <a:lnTo>
                        <a:pt x="434678" y="412504"/>
                      </a:lnTo>
                      <a:lnTo>
                        <a:pt x="434296" y="412976"/>
                      </a:lnTo>
                      <a:lnTo>
                        <a:pt x="433891" y="413471"/>
                      </a:lnTo>
                      <a:lnTo>
                        <a:pt x="433487" y="413943"/>
                      </a:lnTo>
                      <a:lnTo>
                        <a:pt x="433104" y="414438"/>
                      </a:lnTo>
                      <a:lnTo>
                        <a:pt x="432699" y="414933"/>
                      </a:lnTo>
                      <a:lnTo>
                        <a:pt x="432317" y="415428"/>
                      </a:lnTo>
                      <a:lnTo>
                        <a:pt x="431912" y="415900"/>
                      </a:lnTo>
                      <a:lnTo>
                        <a:pt x="431530" y="416395"/>
                      </a:lnTo>
                      <a:lnTo>
                        <a:pt x="431125" y="416889"/>
                      </a:lnTo>
                      <a:lnTo>
                        <a:pt x="430720" y="417384"/>
                      </a:lnTo>
                      <a:lnTo>
                        <a:pt x="430338" y="417879"/>
                      </a:lnTo>
                      <a:lnTo>
                        <a:pt x="429933" y="418374"/>
                      </a:lnTo>
                      <a:lnTo>
                        <a:pt x="429551" y="418868"/>
                      </a:lnTo>
                      <a:lnTo>
                        <a:pt x="429146" y="419363"/>
                      </a:lnTo>
                      <a:lnTo>
                        <a:pt x="428764" y="419858"/>
                      </a:lnTo>
                      <a:lnTo>
                        <a:pt x="428359" y="420353"/>
                      </a:lnTo>
                      <a:lnTo>
                        <a:pt x="427976" y="420848"/>
                      </a:lnTo>
                      <a:lnTo>
                        <a:pt x="427572" y="421342"/>
                      </a:lnTo>
                      <a:lnTo>
                        <a:pt x="427167" y="421837"/>
                      </a:lnTo>
                      <a:lnTo>
                        <a:pt x="426784" y="422332"/>
                      </a:lnTo>
                      <a:lnTo>
                        <a:pt x="426380" y="422827"/>
                      </a:lnTo>
                      <a:lnTo>
                        <a:pt x="425998" y="423321"/>
                      </a:lnTo>
                      <a:lnTo>
                        <a:pt x="425593" y="423816"/>
                      </a:lnTo>
                      <a:lnTo>
                        <a:pt x="425210" y="424311"/>
                      </a:lnTo>
                      <a:lnTo>
                        <a:pt x="424806" y="424806"/>
                      </a:lnTo>
                      <a:lnTo>
                        <a:pt x="424423" y="425300"/>
                      </a:lnTo>
                      <a:lnTo>
                        <a:pt x="424018" y="425818"/>
                      </a:lnTo>
                      <a:lnTo>
                        <a:pt x="423613" y="426312"/>
                      </a:lnTo>
                      <a:lnTo>
                        <a:pt x="423231" y="426807"/>
                      </a:lnTo>
                      <a:lnTo>
                        <a:pt x="422826" y="427302"/>
                      </a:lnTo>
                      <a:lnTo>
                        <a:pt x="422444" y="427819"/>
                      </a:lnTo>
                      <a:lnTo>
                        <a:pt x="422039" y="428314"/>
                      </a:lnTo>
                      <a:lnTo>
                        <a:pt x="421657" y="428809"/>
                      </a:lnTo>
                      <a:lnTo>
                        <a:pt x="421252" y="429326"/>
                      </a:lnTo>
                      <a:lnTo>
                        <a:pt x="420870" y="429821"/>
                      </a:lnTo>
                      <a:lnTo>
                        <a:pt x="420465" y="430338"/>
                      </a:lnTo>
                      <a:lnTo>
                        <a:pt x="420060" y="430833"/>
                      </a:lnTo>
                      <a:lnTo>
                        <a:pt x="419678" y="431350"/>
                      </a:lnTo>
                      <a:lnTo>
                        <a:pt x="419273" y="431845"/>
                      </a:lnTo>
                      <a:lnTo>
                        <a:pt x="418890" y="432362"/>
                      </a:lnTo>
                      <a:lnTo>
                        <a:pt x="418486" y="432857"/>
                      </a:lnTo>
                      <a:lnTo>
                        <a:pt x="418104" y="433374"/>
                      </a:lnTo>
                      <a:lnTo>
                        <a:pt x="417699" y="433869"/>
                      </a:lnTo>
                      <a:lnTo>
                        <a:pt x="417316" y="434364"/>
                      </a:lnTo>
                      <a:lnTo>
                        <a:pt x="416912" y="434881"/>
                      </a:lnTo>
                      <a:lnTo>
                        <a:pt x="416507" y="435376"/>
                      </a:lnTo>
                      <a:lnTo>
                        <a:pt x="416124" y="435893"/>
                      </a:lnTo>
                      <a:lnTo>
                        <a:pt x="415720" y="436388"/>
                      </a:lnTo>
                      <a:lnTo>
                        <a:pt x="415337" y="436905"/>
                      </a:lnTo>
                      <a:lnTo>
                        <a:pt x="414933" y="437400"/>
                      </a:lnTo>
                      <a:lnTo>
                        <a:pt x="414550" y="437917"/>
                      </a:lnTo>
                      <a:lnTo>
                        <a:pt x="414145" y="438412"/>
                      </a:lnTo>
                      <a:lnTo>
                        <a:pt x="413741" y="438907"/>
                      </a:lnTo>
                      <a:lnTo>
                        <a:pt x="413358" y="439424"/>
                      </a:lnTo>
                      <a:lnTo>
                        <a:pt x="412953" y="439919"/>
                      </a:lnTo>
                      <a:lnTo>
                        <a:pt x="412571" y="440436"/>
                      </a:lnTo>
                      <a:lnTo>
                        <a:pt x="412166" y="440931"/>
                      </a:lnTo>
                      <a:lnTo>
                        <a:pt x="411784" y="441448"/>
                      </a:lnTo>
                      <a:lnTo>
                        <a:pt x="411379" y="441943"/>
                      </a:lnTo>
                      <a:lnTo>
                        <a:pt x="410997" y="442438"/>
                      </a:lnTo>
                      <a:lnTo>
                        <a:pt x="410592" y="442955"/>
                      </a:lnTo>
                      <a:lnTo>
                        <a:pt x="410187" y="443450"/>
                      </a:lnTo>
                      <a:lnTo>
                        <a:pt x="409805" y="443967"/>
                      </a:lnTo>
                      <a:lnTo>
                        <a:pt x="409400" y="444462"/>
                      </a:lnTo>
                      <a:lnTo>
                        <a:pt x="409018" y="444979"/>
                      </a:lnTo>
                      <a:lnTo>
                        <a:pt x="408613" y="445474"/>
                      </a:lnTo>
                      <a:lnTo>
                        <a:pt x="408230" y="445991"/>
                      </a:lnTo>
                      <a:lnTo>
                        <a:pt x="407826" y="446486"/>
                      </a:lnTo>
                      <a:lnTo>
                        <a:pt x="407444" y="446980"/>
                      </a:lnTo>
                      <a:lnTo>
                        <a:pt x="407039" y="447498"/>
                      </a:lnTo>
                      <a:lnTo>
                        <a:pt x="406634" y="447992"/>
                      </a:lnTo>
                      <a:lnTo>
                        <a:pt x="406252" y="448510"/>
                      </a:lnTo>
                      <a:lnTo>
                        <a:pt x="405847" y="449004"/>
                      </a:lnTo>
                      <a:lnTo>
                        <a:pt x="405464" y="449499"/>
                      </a:lnTo>
                      <a:lnTo>
                        <a:pt x="405060" y="450017"/>
                      </a:lnTo>
                      <a:lnTo>
                        <a:pt x="404677" y="450511"/>
                      </a:lnTo>
                      <a:lnTo>
                        <a:pt x="404295" y="451006"/>
                      </a:lnTo>
                      <a:lnTo>
                        <a:pt x="403913" y="451478"/>
                      </a:lnTo>
                      <a:lnTo>
                        <a:pt x="403485" y="451996"/>
                      </a:lnTo>
                      <a:lnTo>
                        <a:pt x="403103" y="452490"/>
                      </a:lnTo>
                      <a:lnTo>
                        <a:pt x="402721" y="452985"/>
                      </a:lnTo>
                      <a:lnTo>
                        <a:pt x="402316" y="453480"/>
                      </a:lnTo>
                      <a:lnTo>
                        <a:pt x="401934" y="453975"/>
                      </a:lnTo>
                      <a:lnTo>
                        <a:pt x="401529" y="454469"/>
                      </a:lnTo>
                      <a:lnTo>
                        <a:pt x="401146" y="454964"/>
                      </a:lnTo>
                      <a:lnTo>
                        <a:pt x="400742" y="455459"/>
                      </a:lnTo>
                      <a:lnTo>
                        <a:pt x="400359" y="455954"/>
                      </a:lnTo>
                      <a:lnTo>
                        <a:pt x="399954" y="456449"/>
                      </a:lnTo>
                      <a:lnTo>
                        <a:pt x="399550" y="456943"/>
                      </a:lnTo>
                      <a:lnTo>
                        <a:pt x="399168" y="457438"/>
                      </a:lnTo>
                      <a:lnTo>
                        <a:pt x="398762" y="457933"/>
                      </a:lnTo>
                      <a:lnTo>
                        <a:pt x="398380" y="458428"/>
                      </a:lnTo>
                      <a:lnTo>
                        <a:pt x="397976" y="458922"/>
                      </a:lnTo>
                      <a:lnTo>
                        <a:pt x="397593" y="459417"/>
                      </a:lnTo>
                      <a:lnTo>
                        <a:pt x="397188" y="459912"/>
                      </a:lnTo>
                      <a:lnTo>
                        <a:pt x="396784" y="460384"/>
                      </a:lnTo>
                      <a:lnTo>
                        <a:pt x="396401" y="460879"/>
                      </a:lnTo>
                      <a:lnTo>
                        <a:pt x="395996" y="461374"/>
                      </a:lnTo>
                      <a:lnTo>
                        <a:pt x="395614" y="461869"/>
                      </a:lnTo>
                      <a:lnTo>
                        <a:pt x="395209" y="462363"/>
                      </a:lnTo>
                      <a:lnTo>
                        <a:pt x="394827" y="462858"/>
                      </a:lnTo>
                      <a:lnTo>
                        <a:pt x="394422" y="463353"/>
                      </a:lnTo>
                      <a:lnTo>
                        <a:pt x="394040" y="463848"/>
                      </a:lnTo>
                      <a:lnTo>
                        <a:pt x="393635" y="464342"/>
                      </a:lnTo>
                      <a:lnTo>
                        <a:pt x="393230" y="464860"/>
                      </a:lnTo>
                      <a:lnTo>
                        <a:pt x="392848" y="465354"/>
                      </a:lnTo>
                      <a:lnTo>
                        <a:pt x="392443" y="465849"/>
                      </a:lnTo>
                      <a:lnTo>
                        <a:pt x="392061" y="466344"/>
                      </a:lnTo>
                      <a:lnTo>
                        <a:pt x="391656" y="466861"/>
                      </a:lnTo>
                      <a:lnTo>
                        <a:pt x="391274" y="467356"/>
                      </a:lnTo>
                      <a:lnTo>
                        <a:pt x="390869" y="467851"/>
                      </a:lnTo>
                      <a:lnTo>
                        <a:pt x="390486" y="468368"/>
                      </a:lnTo>
                      <a:lnTo>
                        <a:pt x="390082" y="468863"/>
                      </a:lnTo>
                      <a:lnTo>
                        <a:pt x="389677" y="469358"/>
                      </a:lnTo>
                      <a:lnTo>
                        <a:pt x="389294" y="469852"/>
                      </a:lnTo>
                      <a:lnTo>
                        <a:pt x="388890" y="470370"/>
                      </a:lnTo>
                      <a:lnTo>
                        <a:pt x="388508" y="470864"/>
                      </a:lnTo>
                      <a:lnTo>
                        <a:pt x="388102" y="471359"/>
                      </a:lnTo>
                      <a:lnTo>
                        <a:pt x="387720" y="471831"/>
                      </a:lnTo>
                      <a:lnTo>
                        <a:pt x="387316" y="472326"/>
                      </a:lnTo>
                      <a:lnTo>
                        <a:pt x="386933" y="472821"/>
                      </a:lnTo>
                      <a:lnTo>
                        <a:pt x="386528" y="473316"/>
                      </a:lnTo>
                      <a:lnTo>
                        <a:pt x="386124" y="473788"/>
                      </a:lnTo>
                      <a:lnTo>
                        <a:pt x="385741" y="474283"/>
                      </a:lnTo>
                      <a:lnTo>
                        <a:pt x="385336" y="474755"/>
                      </a:lnTo>
                      <a:lnTo>
                        <a:pt x="384954" y="475250"/>
                      </a:lnTo>
                      <a:lnTo>
                        <a:pt x="384549" y="475722"/>
                      </a:lnTo>
                      <a:lnTo>
                        <a:pt x="384167" y="476217"/>
                      </a:lnTo>
                      <a:lnTo>
                        <a:pt x="383762" y="476689"/>
                      </a:lnTo>
                      <a:lnTo>
                        <a:pt x="383357" y="477161"/>
                      </a:lnTo>
                      <a:lnTo>
                        <a:pt x="382975" y="477656"/>
                      </a:lnTo>
                      <a:lnTo>
                        <a:pt x="382570" y="478128"/>
                      </a:lnTo>
                      <a:lnTo>
                        <a:pt x="382188" y="478601"/>
                      </a:lnTo>
                      <a:lnTo>
                        <a:pt x="381783" y="479073"/>
                      </a:lnTo>
                      <a:lnTo>
                        <a:pt x="381401" y="479568"/>
                      </a:lnTo>
                      <a:lnTo>
                        <a:pt x="380996" y="480040"/>
                      </a:lnTo>
                      <a:lnTo>
                        <a:pt x="380614" y="480512"/>
                      </a:lnTo>
                      <a:lnTo>
                        <a:pt x="380208" y="481007"/>
                      </a:lnTo>
                      <a:lnTo>
                        <a:pt x="379804" y="481479"/>
                      </a:lnTo>
                      <a:lnTo>
                        <a:pt x="379422" y="481952"/>
                      </a:lnTo>
                      <a:lnTo>
                        <a:pt x="379016" y="482424"/>
                      </a:lnTo>
                      <a:lnTo>
                        <a:pt x="378634" y="482896"/>
                      </a:lnTo>
                      <a:lnTo>
                        <a:pt x="378230" y="483369"/>
                      </a:lnTo>
                      <a:lnTo>
                        <a:pt x="377847" y="483841"/>
                      </a:lnTo>
                      <a:lnTo>
                        <a:pt x="377442" y="484313"/>
                      </a:lnTo>
                      <a:lnTo>
                        <a:pt x="377060" y="484785"/>
                      </a:lnTo>
                      <a:lnTo>
                        <a:pt x="376656" y="485258"/>
                      </a:lnTo>
                      <a:lnTo>
                        <a:pt x="376250" y="485730"/>
                      </a:lnTo>
                      <a:lnTo>
                        <a:pt x="375868" y="486180"/>
                      </a:lnTo>
                      <a:lnTo>
                        <a:pt x="375463" y="486652"/>
                      </a:lnTo>
                      <a:lnTo>
                        <a:pt x="375081" y="487102"/>
                      </a:lnTo>
                      <a:lnTo>
                        <a:pt x="374676" y="487574"/>
                      </a:lnTo>
                      <a:lnTo>
                        <a:pt x="374294" y="488046"/>
                      </a:lnTo>
                      <a:lnTo>
                        <a:pt x="373889" y="488496"/>
                      </a:lnTo>
                      <a:lnTo>
                        <a:pt x="373507" y="488968"/>
                      </a:lnTo>
                      <a:lnTo>
                        <a:pt x="373102" y="489418"/>
                      </a:lnTo>
                      <a:lnTo>
                        <a:pt x="372697" y="489868"/>
                      </a:lnTo>
                      <a:lnTo>
                        <a:pt x="372315" y="490340"/>
                      </a:lnTo>
                      <a:lnTo>
                        <a:pt x="371910" y="490790"/>
                      </a:lnTo>
                      <a:lnTo>
                        <a:pt x="371528" y="491240"/>
                      </a:lnTo>
                      <a:lnTo>
                        <a:pt x="371123" y="491690"/>
                      </a:lnTo>
                      <a:lnTo>
                        <a:pt x="370740" y="492140"/>
                      </a:lnTo>
                      <a:lnTo>
                        <a:pt x="370336" y="492589"/>
                      </a:lnTo>
                      <a:lnTo>
                        <a:pt x="369954" y="493039"/>
                      </a:lnTo>
                      <a:lnTo>
                        <a:pt x="369548" y="493466"/>
                      </a:lnTo>
                      <a:lnTo>
                        <a:pt x="369144" y="493916"/>
                      </a:lnTo>
                      <a:lnTo>
                        <a:pt x="368762" y="494366"/>
                      </a:lnTo>
                      <a:lnTo>
                        <a:pt x="368356" y="494816"/>
                      </a:lnTo>
                      <a:lnTo>
                        <a:pt x="367974" y="495243"/>
                      </a:lnTo>
                      <a:lnTo>
                        <a:pt x="367570" y="495693"/>
                      </a:lnTo>
                      <a:lnTo>
                        <a:pt x="367187" y="496120"/>
                      </a:lnTo>
                      <a:lnTo>
                        <a:pt x="366782" y="496570"/>
                      </a:lnTo>
                      <a:lnTo>
                        <a:pt x="366378" y="496997"/>
                      </a:lnTo>
                      <a:lnTo>
                        <a:pt x="365995" y="497447"/>
                      </a:lnTo>
                      <a:lnTo>
                        <a:pt x="365590" y="497874"/>
                      </a:lnTo>
                      <a:lnTo>
                        <a:pt x="365208" y="498302"/>
                      </a:lnTo>
                      <a:lnTo>
                        <a:pt x="364803" y="498751"/>
                      </a:lnTo>
                      <a:lnTo>
                        <a:pt x="364421" y="499179"/>
                      </a:lnTo>
                      <a:lnTo>
                        <a:pt x="364016" y="499606"/>
                      </a:lnTo>
                      <a:lnTo>
                        <a:pt x="363634" y="500011"/>
                      </a:lnTo>
                      <a:lnTo>
                        <a:pt x="363229" y="500438"/>
                      </a:lnTo>
                      <a:lnTo>
                        <a:pt x="362824" y="500865"/>
                      </a:lnTo>
                      <a:lnTo>
                        <a:pt x="362442" y="501270"/>
                      </a:lnTo>
                      <a:lnTo>
                        <a:pt x="362037" y="501698"/>
                      </a:lnTo>
                      <a:lnTo>
                        <a:pt x="361655" y="502102"/>
                      </a:lnTo>
                      <a:lnTo>
                        <a:pt x="361250" y="502507"/>
                      </a:lnTo>
                      <a:lnTo>
                        <a:pt x="360868" y="502912"/>
                      </a:lnTo>
                      <a:lnTo>
                        <a:pt x="360463" y="503317"/>
                      </a:lnTo>
                      <a:lnTo>
                        <a:pt x="360080" y="503722"/>
                      </a:lnTo>
                      <a:lnTo>
                        <a:pt x="359676" y="504104"/>
                      </a:lnTo>
                      <a:lnTo>
                        <a:pt x="359271" y="504509"/>
                      </a:lnTo>
                      <a:lnTo>
                        <a:pt x="358888" y="504891"/>
                      </a:lnTo>
                      <a:lnTo>
                        <a:pt x="358484" y="505273"/>
                      </a:lnTo>
                      <a:lnTo>
                        <a:pt x="358102" y="505656"/>
                      </a:lnTo>
                      <a:lnTo>
                        <a:pt x="357696" y="506038"/>
                      </a:lnTo>
                      <a:lnTo>
                        <a:pt x="357314" y="506398"/>
                      </a:lnTo>
                      <a:lnTo>
                        <a:pt x="356910" y="506780"/>
                      </a:lnTo>
                      <a:lnTo>
                        <a:pt x="356527" y="507140"/>
                      </a:lnTo>
                      <a:lnTo>
                        <a:pt x="356122" y="507500"/>
                      </a:lnTo>
                      <a:lnTo>
                        <a:pt x="355718" y="507860"/>
                      </a:lnTo>
                      <a:lnTo>
                        <a:pt x="355335" y="508220"/>
                      </a:lnTo>
                      <a:lnTo>
                        <a:pt x="354930" y="508579"/>
                      </a:lnTo>
                      <a:lnTo>
                        <a:pt x="354548" y="508939"/>
                      </a:lnTo>
                      <a:lnTo>
                        <a:pt x="354143" y="509299"/>
                      </a:lnTo>
                      <a:lnTo>
                        <a:pt x="353761" y="509659"/>
                      </a:lnTo>
                      <a:lnTo>
                        <a:pt x="353356" y="509996"/>
                      </a:lnTo>
                      <a:lnTo>
                        <a:pt x="352951" y="510356"/>
                      </a:lnTo>
                      <a:lnTo>
                        <a:pt x="352569" y="510693"/>
                      </a:lnTo>
                      <a:lnTo>
                        <a:pt x="352164" y="511053"/>
                      </a:lnTo>
                      <a:lnTo>
                        <a:pt x="351782" y="511391"/>
                      </a:lnTo>
                      <a:lnTo>
                        <a:pt x="351377" y="511750"/>
                      </a:lnTo>
                      <a:lnTo>
                        <a:pt x="350995" y="512088"/>
                      </a:lnTo>
                      <a:lnTo>
                        <a:pt x="350590" y="512448"/>
                      </a:lnTo>
                      <a:lnTo>
                        <a:pt x="350208" y="512785"/>
                      </a:lnTo>
                      <a:lnTo>
                        <a:pt x="349803" y="513145"/>
                      </a:lnTo>
                      <a:lnTo>
                        <a:pt x="349398" y="513482"/>
                      </a:lnTo>
                      <a:lnTo>
                        <a:pt x="349016" y="513842"/>
                      </a:lnTo>
                      <a:lnTo>
                        <a:pt x="348611" y="514179"/>
                      </a:lnTo>
                      <a:lnTo>
                        <a:pt x="348228" y="514539"/>
                      </a:lnTo>
                      <a:lnTo>
                        <a:pt x="347824" y="514876"/>
                      </a:lnTo>
                      <a:lnTo>
                        <a:pt x="347442" y="515236"/>
                      </a:lnTo>
                      <a:lnTo>
                        <a:pt x="347036" y="515574"/>
                      </a:lnTo>
                      <a:lnTo>
                        <a:pt x="346654" y="515933"/>
                      </a:lnTo>
                      <a:lnTo>
                        <a:pt x="346250" y="516271"/>
                      </a:lnTo>
                      <a:lnTo>
                        <a:pt x="345844" y="516631"/>
                      </a:lnTo>
                      <a:lnTo>
                        <a:pt x="345462" y="516968"/>
                      </a:lnTo>
                      <a:lnTo>
                        <a:pt x="345058" y="517328"/>
                      </a:lnTo>
                      <a:lnTo>
                        <a:pt x="344675" y="517665"/>
                      </a:lnTo>
                      <a:lnTo>
                        <a:pt x="344270" y="518003"/>
                      </a:lnTo>
                      <a:lnTo>
                        <a:pt x="343888" y="518362"/>
                      </a:lnTo>
                      <a:lnTo>
                        <a:pt x="343483" y="518700"/>
                      </a:lnTo>
                      <a:lnTo>
                        <a:pt x="343101" y="519037"/>
                      </a:lnTo>
                      <a:lnTo>
                        <a:pt x="342696" y="519374"/>
                      </a:lnTo>
                      <a:lnTo>
                        <a:pt x="342291" y="519734"/>
                      </a:lnTo>
                      <a:lnTo>
                        <a:pt x="341909" y="520072"/>
                      </a:lnTo>
                      <a:lnTo>
                        <a:pt x="341504" y="520409"/>
                      </a:lnTo>
                      <a:lnTo>
                        <a:pt x="341122" y="520769"/>
                      </a:lnTo>
                      <a:lnTo>
                        <a:pt x="340717" y="521106"/>
                      </a:lnTo>
                      <a:lnTo>
                        <a:pt x="340335" y="521443"/>
                      </a:lnTo>
                      <a:lnTo>
                        <a:pt x="339930" y="521803"/>
                      </a:lnTo>
                      <a:lnTo>
                        <a:pt x="339548" y="522141"/>
                      </a:lnTo>
                      <a:lnTo>
                        <a:pt x="339142" y="522500"/>
                      </a:lnTo>
                      <a:lnTo>
                        <a:pt x="338738" y="522838"/>
                      </a:lnTo>
                      <a:lnTo>
                        <a:pt x="338356" y="523198"/>
                      </a:lnTo>
                      <a:lnTo>
                        <a:pt x="337950" y="523535"/>
                      </a:lnTo>
                      <a:lnTo>
                        <a:pt x="337568" y="523895"/>
                      </a:lnTo>
                      <a:lnTo>
                        <a:pt x="337164" y="524232"/>
                      </a:lnTo>
                      <a:lnTo>
                        <a:pt x="336782" y="524592"/>
                      </a:lnTo>
                      <a:lnTo>
                        <a:pt x="336376" y="524929"/>
                      </a:lnTo>
                      <a:lnTo>
                        <a:pt x="335972" y="525267"/>
                      </a:lnTo>
                      <a:lnTo>
                        <a:pt x="335590" y="525626"/>
                      </a:lnTo>
                      <a:lnTo>
                        <a:pt x="335184" y="525964"/>
                      </a:lnTo>
                      <a:lnTo>
                        <a:pt x="334802" y="526301"/>
                      </a:lnTo>
                      <a:lnTo>
                        <a:pt x="334397" y="526639"/>
                      </a:lnTo>
                      <a:lnTo>
                        <a:pt x="334015" y="526976"/>
                      </a:lnTo>
                      <a:lnTo>
                        <a:pt x="333610" y="527313"/>
                      </a:lnTo>
                      <a:lnTo>
                        <a:pt x="333228" y="527651"/>
                      </a:lnTo>
                      <a:lnTo>
                        <a:pt x="332823" y="527988"/>
                      </a:lnTo>
                      <a:lnTo>
                        <a:pt x="332418" y="528325"/>
                      </a:lnTo>
                      <a:lnTo>
                        <a:pt x="332036" y="528663"/>
                      </a:lnTo>
                      <a:lnTo>
                        <a:pt x="331631" y="529000"/>
                      </a:lnTo>
                      <a:lnTo>
                        <a:pt x="331249" y="529337"/>
                      </a:lnTo>
                      <a:lnTo>
                        <a:pt x="330844" y="529675"/>
                      </a:lnTo>
                      <a:lnTo>
                        <a:pt x="330462" y="529989"/>
                      </a:lnTo>
                      <a:lnTo>
                        <a:pt x="330057" y="530327"/>
                      </a:lnTo>
                      <a:lnTo>
                        <a:pt x="329674" y="530664"/>
                      </a:lnTo>
                      <a:lnTo>
                        <a:pt x="329270" y="531002"/>
                      </a:lnTo>
                      <a:lnTo>
                        <a:pt x="328865" y="531316"/>
                      </a:lnTo>
                      <a:lnTo>
                        <a:pt x="328482" y="531654"/>
                      </a:lnTo>
                      <a:lnTo>
                        <a:pt x="328078" y="531969"/>
                      </a:lnTo>
                      <a:lnTo>
                        <a:pt x="327696" y="532306"/>
                      </a:lnTo>
                      <a:lnTo>
                        <a:pt x="327290" y="532621"/>
                      </a:lnTo>
                      <a:lnTo>
                        <a:pt x="326908" y="532958"/>
                      </a:lnTo>
                      <a:lnTo>
                        <a:pt x="326504" y="533273"/>
                      </a:lnTo>
                      <a:lnTo>
                        <a:pt x="326121" y="533588"/>
                      </a:lnTo>
                      <a:lnTo>
                        <a:pt x="325716" y="533925"/>
                      </a:lnTo>
                      <a:lnTo>
                        <a:pt x="325312" y="534240"/>
                      </a:lnTo>
                      <a:lnTo>
                        <a:pt x="324929" y="534555"/>
                      </a:lnTo>
                      <a:lnTo>
                        <a:pt x="324524" y="534870"/>
                      </a:lnTo>
                      <a:lnTo>
                        <a:pt x="324142" y="535185"/>
                      </a:lnTo>
                      <a:lnTo>
                        <a:pt x="323737" y="535499"/>
                      </a:lnTo>
                      <a:lnTo>
                        <a:pt x="323355" y="535814"/>
                      </a:lnTo>
                      <a:lnTo>
                        <a:pt x="322950" y="536129"/>
                      </a:lnTo>
                      <a:lnTo>
                        <a:pt x="322545" y="536444"/>
                      </a:lnTo>
                      <a:lnTo>
                        <a:pt x="322163" y="536759"/>
                      </a:lnTo>
                      <a:lnTo>
                        <a:pt x="321758" y="537051"/>
                      </a:lnTo>
                      <a:lnTo>
                        <a:pt x="321376" y="537366"/>
                      </a:lnTo>
                      <a:lnTo>
                        <a:pt x="320971" y="537681"/>
                      </a:lnTo>
                      <a:lnTo>
                        <a:pt x="320589" y="537996"/>
                      </a:lnTo>
                      <a:lnTo>
                        <a:pt x="320184" y="538288"/>
                      </a:lnTo>
                      <a:lnTo>
                        <a:pt x="319802" y="538603"/>
                      </a:lnTo>
                      <a:lnTo>
                        <a:pt x="319397" y="538895"/>
                      </a:lnTo>
                      <a:lnTo>
                        <a:pt x="318992" y="539210"/>
                      </a:lnTo>
                      <a:lnTo>
                        <a:pt x="318610" y="539503"/>
                      </a:lnTo>
                      <a:lnTo>
                        <a:pt x="318205" y="539817"/>
                      </a:lnTo>
                      <a:lnTo>
                        <a:pt x="317822" y="540110"/>
                      </a:lnTo>
                      <a:lnTo>
                        <a:pt x="317418" y="540402"/>
                      </a:lnTo>
                      <a:lnTo>
                        <a:pt x="317036" y="540717"/>
                      </a:lnTo>
                      <a:lnTo>
                        <a:pt x="316630" y="541009"/>
                      </a:lnTo>
                      <a:lnTo>
                        <a:pt x="316248" y="541324"/>
                      </a:lnTo>
                      <a:lnTo>
                        <a:pt x="315844" y="541617"/>
                      </a:lnTo>
                      <a:lnTo>
                        <a:pt x="315438" y="541909"/>
                      </a:lnTo>
                      <a:lnTo>
                        <a:pt x="315056" y="542224"/>
                      </a:lnTo>
                      <a:lnTo>
                        <a:pt x="314652" y="542516"/>
                      </a:lnTo>
                      <a:lnTo>
                        <a:pt x="314269" y="542809"/>
                      </a:lnTo>
                      <a:lnTo>
                        <a:pt x="313864" y="543123"/>
                      </a:lnTo>
                      <a:lnTo>
                        <a:pt x="313482" y="543416"/>
                      </a:lnTo>
                      <a:lnTo>
                        <a:pt x="313077" y="543708"/>
                      </a:lnTo>
                      <a:lnTo>
                        <a:pt x="312695" y="544001"/>
                      </a:lnTo>
                      <a:lnTo>
                        <a:pt x="312290" y="544293"/>
                      </a:lnTo>
                      <a:lnTo>
                        <a:pt x="311885" y="544585"/>
                      </a:lnTo>
                      <a:lnTo>
                        <a:pt x="311503" y="544878"/>
                      </a:lnTo>
                      <a:lnTo>
                        <a:pt x="311098" y="545170"/>
                      </a:lnTo>
                      <a:lnTo>
                        <a:pt x="310716" y="545462"/>
                      </a:lnTo>
                      <a:lnTo>
                        <a:pt x="310311" y="545755"/>
                      </a:lnTo>
                      <a:lnTo>
                        <a:pt x="309929" y="546025"/>
                      </a:lnTo>
                      <a:lnTo>
                        <a:pt x="309524" y="546317"/>
                      </a:lnTo>
                      <a:lnTo>
                        <a:pt x="309142" y="546609"/>
                      </a:lnTo>
                      <a:lnTo>
                        <a:pt x="308737" y="546879"/>
                      </a:lnTo>
                      <a:lnTo>
                        <a:pt x="308332" y="547149"/>
                      </a:lnTo>
                      <a:lnTo>
                        <a:pt x="307950" y="547441"/>
                      </a:lnTo>
                      <a:lnTo>
                        <a:pt x="307545" y="547711"/>
                      </a:lnTo>
                      <a:lnTo>
                        <a:pt x="307162" y="547981"/>
                      </a:lnTo>
                      <a:lnTo>
                        <a:pt x="306758" y="548228"/>
                      </a:lnTo>
                      <a:lnTo>
                        <a:pt x="306376" y="548498"/>
                      </a:lnTo>
                      <a:lnTo>
                        <a:pt x="305970" y="548768"/>
                      </a:lnTo>
                      <a:lnTo>
                        <a:pt x="305566" y="549016"/>
                      </a:lnTo>
                      <a:lnTo>
                        <a:pt x="305184" y="549286"/>
                      </a:lnTo>
                      <a:lnTo>
                        <a:pt x="304778" y="549533"/>
                      </a:lnTo>
                      <a:lnTo>
                        <a:pt x="304396" y="549780"/>
                      </a:lnTo>
                      <a:lnTo>
                        <a:pt x="303992" y="550050"/>
                      </a:lnTo>
                      <a:lnTo>
                        <a:pt x="303609" y="550298"/>
                      </a:lnTo>
                      <a:lnTo>
                        <a:pt x="303204" y="550545"/>
                      </a:lnTo>
                      <a:lnTo>
                        <a:pt x="302822" y="550792"/>
                      </a:lnTo>
                      <a:lnTo>
                        <a:pt x="302417" y="551040"/>
                      </a:lnTo>
                      <a:lnTo>
                        <a:pt x="302012" y="551287"/>
                      </a:lnTo>
                      <a:lnTo>
                        <a:pt x="301630" y="551534"/>
                      </a:lnTo>
                      <a:lnTo>
                        <a:pt x="301225" y="551782"/>
                      </a:lnTo>
                      <a:lnTo>
                        <a:pt x="300843" y="552029"/>
                      </a:lnTo>
                      <a:lnTo>
                        <a:pt x="300438" y="552254"/>
                      </a:lnTo>
                      <a:lnTo>
                        <a:pt x="300056" y="552502"/>
                      </a:lnTo>
                      <a:lnTo>
                        <a:pt x="299651" y="552726"/>
                      </a:lnTo>
                      <a:lnTo>
                        <a:pt x="299269" y="552951"/>
                      </a:lnTo>
                      <a:lnTo>
                        <a:pt x="298864" y="553176"/>
                      </a:lnTo>
                      <a:lnTo>
                        <a:pt x="298459" y="553401"/>
                      </a:lnTo>
                      <a:lnTo>
                        <a:pt x="298076" y="553626"/>
                      </a:lnTo>
                      <a:lnTo>
                        <a:pt x="297672" y="553851"/>
                      </a:lnTo>
                      <a:lnTo>
                        <a:pt x="297290" y="554076"/>
                      </a:lnTo>
                      <a:lnTo>
                        <a:pt x="296884" y="554301"/>
                      </a:lnTo>
                      <a:lnTo>
                        <a:pt x="296502" y="554503"/>
                      </a:lnTo>
                      <a:lnTo>
                        <a:pt x="296098" y="553311"/>
                      </a:lnTo>
                      <a:lnTo>
                        <a:pt x="295716" y="552524"/>
                      </a:lnTo>
                      <a:lnTo>
                        <a:pt x="295310" y="552771"/>
                      </a:lnTo>
                      <a:lnTo>
                        <a:pt x="294906" y="552996"/>
                      </a:lnTo>
                      <a:lnTo>
                        <a:pt x="294524" y="553244"/>
                      </a:lnTo>
                      <a:lnTo>
                        <a:pt x="294118" y="553469"/>
                      </a:lnTo>
                      <a:lnTo>
                        <a:pt x="293736" y="553694"/>
                      </a:lnTo>
                      <a:lnTo>
                        <a:pt x="293331" y="553918"/>
                      </a:lnTo>
                      <a:lnTo>
                        <a:pt x="292949" y="554143"/>
                      </a:lnTo>
                      <a:lnTo>
                        <a:pt x="292544" y="554346"/>
                      </a:lnTo>
                      <a:lnTo>
                        <a:pt x="292139" y="554571"/>
                      </a:lnTo>
                      <a:lnTo>
                        <a:pt x="291757" y="554773"/>
                      </a:lnTo>
                      <a:lnTo>
                        <a:pt x="291352" y="554975"/>
                      </a:lnTo>
                      <a:lnTo>
                        <a:pt x="290970" y="555178"/>
                      </a:lnTo>
                      <a:lnTo>
                        <a:pt x="290565" y="555380"/>
                      </a:lnTo>
                      <a:lnTo>
                        <a:pt x="290183" y="555583"/>
                      </a:lnTo>
                      <a:lnTo>
                        <a:pt x="289778" y="555763"/>
                      </a:lnTo>
                      <a:lnTo>
                        <a:pt x="289396" y="555965"/>
                      </a:lnTo>
                      <a:lnTo>
                        <a:pt x="288991" y="556145"/>
                      </a:lnTo>
                      <a:lnTo>
                        <a:pt x="288586" y="556325"/>
                      </a:lnTo>
                      <a:lnTo>
                        <a:pt x="288204" y="556527"/>
                      </a:lnTo>
                      <a:lnTo>
                        <a:pt x="287799" y="556707"/>
                      </a:lnTo>
                      <a:lnTo>
                        <a:pt x="287416" y="556865"/>
                      </a:lnTo>
                      <a:lnTo>
                        <a:pt x="287012" y="557044"/>
                      </a:lnTo>
                      <a:lnTo>
                        <a:pt x="286630" y="557224"/>
                      </a:lnTo>
                      <a:lnTo>
                        <a:pt x="286224" y="557382"/>
                      </a:lnTo>
                      <a:lnTo>
                        <a:pt x="285842" y="557539"/>
                      </a:lnTo>
                      <a:lnTo>
                        <a:pt x="285438" y="557697"/>
                      </a:lnTo>
                      <a:lnTo>
                        <a:pt x="285033" y="557854"/>
                      </a:lnTo>
                      <a:lnTo>
                        <a:pt x="284673" y="557989"/>
                      </a:lnTo>
                      <a:lnTo>
                        <a:pt x="284246" y="558146"/>
                      </a:lnTo>
                      <a:lnTo>
                        <a:pt x="283886" y="558281"/>
                      </a:lnTo>
                      <a:lnTo>
                        <a:pt x="283481" y="558416"/>
                      </a:lnTo>
                      <a:lnTo>
                        <a:pt x="283076" y="558551"/>
                      </a:lnTo>
                      <a:lnTo>
                        <a:pt x="282694" y="558686"/>
                      </a:lnTo>
                      <a:lnTo>
                        <a:pt x="282311" y="558821"/>
                      </a:lnTo>
                      <a:lnTo>
                        <a:pt x="281907" y="558934"/>
                      </a:lnTo>
                      <a:lnTo>
                        <a:pt x="281502" y="559068"/>
                      </a:lnTo>
                      <a:lnTo>
                        <a:pt x="281120" y="559181"/>
                      </a:lnTo>
                      <a:lnTo>
                        <a:pt x="280715" y="559293"/>
                      </a:lnTo>
                      <a:lnTo>
                        <a:pt x="280332" y="559383"/>
                      </a:lnTo>
                      <a:lnTo>
                        <a:pt x="279928" y="559496"/>
                      </a:lnTo>
                      <a:lnTo>
                        <a:pt x="279545" y="559586"/>
                      </a:lnTo>
                      <a:lnTo>
                        <a:pt x="279140" y="559676"/>
                      </a:lnTo>
                      <a:lnTo>
                        <a:pt x="278758" y="559766"/>
                      </a:lnTo>
                      <a:lnTo>
                        <a:pt x="278353" y="559856"/>
                      </a:lnTo>
                      <a:lnTo>
                        <a:pt x="277948" y="559946"/>
                      </a:lnTo>
                      <a:lnTo>
                        <a:pt x="277566" y="560013"/>
                      </a:lnTo>
                      <a:lnTo>
                        <a:pt x="277162" y="560081"/>
                      </a:lnTo>
                      <a:lnTo>
                        <a:pt x="276779" y="560148"/>
                      </a:lnTo>
                      <a:lnTo>
                        <a:pt x="276374" y="560215"/>
                      </a:lnTo>
                      <a:lnTo>
                        <a:pt x="275992" y="560283"/>
                      </a:lnTo>
                      <a:lnTo>
                        <a:pt x="275587" y="560350"/>
                      </a:lnTo>
                      <a:lnTo>
                        <a:pt x="275182" y="560395"/>
                      </a:lnTo>
                      <a:lnTo>
                        <a:pt x="274800" y="560463"/>
                      </a:lnTo>
                      <a:lnTo>
                        <a:pt x="274395" y="560508"/>
                      </a:lnTo>
                      <a:lnTo>
                        <a:pt x="274013" y="560553"/>
                      </a:lnTo>
                      <a:lnTo>
                        <a:pt x="273608" y="560598"/>
                      </a:lnTo>
                      <a:lnTo>
                        <a:pt x="273226" y="560643"/>
                      </a:lnTo>
                      <a:lnTo>
                        <a:pt x="272821" y="560688"/>
                      </a:lnTo>
                      <a:lnTo>
                        <a:pt x="272439" y="560710"/>
                      </a:lnTo>
                      <a:lnTo>
                        <a:pt x="272034" y="560733"/>
                      </a:lnTo>
                      <a:lnTo>
                        <a:pt x="271629" y="560755"/>
                      </a:lnTo>
                      <a:lnTo>
                        <a:pt x="271247" y="560778"/>
                      </a:lnTo>
                      <a:lnTo>
                        <a:pt x="270842" y="560778"/>
                      </a:lnTo>
                      <a:lnTo>
                        <a:pt x="270459" y="560800"/>
                      </a:lnTo>
                      <a:lnTo>
                        <a:pt x="270055" y="560800"/>
                      </a:lnTo>
                      <a:lnTo>
                        <a:pt x="269672" y="560778"/>
                      </a:lnTo>
                      <a:lnTo>
                        <a:pt x="269268" y="560778"/>
                      </a:lnTo>
                      <a:lnTo>
                        <a:pt x="268885" y="560755"/>
                      </a:lnTo>
                      <a:lnTo>
                        <a:pt x="268480" y="560733"/>
                      </a:lnTo>
                      <a:lnTo>
                        <a:pt x="268076" y="560710"/>
                      </a:lnTo>
                      <a:lnTo>
                        <a:pt x="267693" y="560665"/>
                      </a:lnTo>
                      <a:lnTo>
                        <a:pt x="267288" y="560643"/>
                      </a:lnTo>
                      <a:lnTo>
                        <a:pt x="266906" y="560598"/>
                      </a:lnTo>
                      <a:lnTo>
                        <a:pt x="266502" y="560530"/>
                      </a:lnTo>
                      <a:lnTo>
                        <a:pt x="266119" y="560485"/>
                      </a:lnTo>
                      <a:lnTo>
                        <a:pt x="265714" y="560418"/>
                      </a:lnTo>
                      <a:lnTo>
                        <a:pt x="265332" y="560350"/>
                      </a:lnTo>
                      <a:lnTo>
                        <a:pt x="264927" y="560283"/>
                      </a:lnTo>
                      <a:lnTo>
                        <a:pt x="264522" y="560193"/>
                      </a:lnTo>
                      <a:lnTo>
                        <a:pt x="264140" y="560103"/>
                      </a:lnTo>
                      <a:lnTo>
                        <a:pt x="263735" y="560013"/>
                      </a:lnTo>
                      <a:lnTo>
                        <a:pt x="263353" y="559901"/>
                      </a:lnTo>
                      <a:lnTo>
                        <a:pt x="262948" y="559811"/>
                      </a:lnTo>
                      <a:lnTo>
                        <a:pt x="262566" y="559676"/>
                      </a:lnTo>
                      <a:lnTo>
                        <a:pt x="262161" y="559563"/>
                      </a:lnTo>
                      <a:lnTo>
                        <a:pt x="261756" y="559428"/>
                      </a:lnTo>
                      <a:lnTo>
                        <a:pt x="261374" y="559293"/>
                      </a:lnTo>
                      <a:lnTo>
                        <a:pt x="260969" y="559158"/>
                      </a:lnTo>
                      <a:lnTo>
                        <a:pt x="260587" y="559001"/>
                      </a:lnTo>
                      <a:lnTo>
                        <a:pt x="260182" y="558844"/>
                      </a:lnTo>
                      <a:lnTo>
                        <a:pt x="259799" y="558686"/>
                      </a:lnTo>
                      <a:lnTo>
                        <a:pt x="259395" y="558529"/>
                      </a:lnTo>
                      <a:lnTo>
                        <a:pt x="259012" y="558349"/>
                      </a:lnTo>
                      <a:lnTo>
                        <a:pt x="258608" y="558169"/>
                      </a:lnTo>
                      <a:lnTo>
                        <a:pt x="258202" y="557967"/>
                      </a:lnTo>
                      <a:lnTo>
                        <a:pt x="257820" y="557787"/>
                      </a:lnTo>
                      <a:lnTo>
                        <a:pt x="257416" y="557584"/>
                      </a:lnTo>
                      <a:lnTo>
                        <a:pt x="257033" y="557382"/>
                      </a:lnTo>
                      <a:lnTo>
                        <a:pt x="256628" y="557157"/>
                      </a:lnTo>
                      <a:lnTo>
                        <a:pt x="256246" y="556932"/>
                      </a:lnTo>
                      <a:lnTo>
                        <a:pt x="255841" y="556707"/>
                      </a:lnTo>
                      <a:lnTo>
                        <a:pt x="255459" y="556482"/>
                      </a:lnTo>
                      <a:lnTo>
                        <a:pt x="255054" y="556235"/>
                      </a:lnTo>
                      <a:lnTo>
                        <a:pt x="254650" y="555987"/>
                      </a:lnTo>
                      <a:lnTo>
                        <a:pt x="254267" y="555740"/>
                      </a:lnTo>
                      <a:lnTo>
                        <a:pt x="253862" y="555470"/>
                      </a:lnTo>
                      <a:lnTo>
                        <a:pt x="253480" y="555200"/>
                      </a:lnTo>
                      <a:lnTo>
                        <a:pt x="253075" y="554930"/>
                      </a:lnTo>
                      <a:lnTo>
                        <a:pt x="252693" y="554638"/>
                      </a:lnTo>
                      <a:lnTo>
                        <a:pt x="252288" y="554346"/>
                      </a:lnTo>
                      <a:lnTo>
                        <a:pt x="251905" y="554053"/>
                      </a:lnTo>
                      <a:lnTo>
                        <a:pt x="251501" y="553738"/>
                      </a:lnTo>
                      <a:lnTo>
                        <a:pt x="251096" y="553424"/>
                      </a:lnTo>
                      <a:lnTo>
                        <a:pt x="250714" y="553109"/>
                      </a:lnTo>
                      <a:lnTo>
                        <a:pt x="250309" y="552794"/>
                      </a:lnTo>
                      <a:lnTo>
                        <a:pt x="249926" y="552457"/>
                      </a:lnTo>
                      <a:lnTo>
                        <a:pt x="249522" y="552119"/>
                      </a:lnTo>
                      <a:lnTo>
                        <a:pt x="249139" y="551782"/>
                      </a:lnTo>
                      <a:lnTo>
                        <a:pt x="248734" y="551422"/>
                      </a:lnTo>
                      <a:lnTo>
                        <a:pt x="248352" y="551062"/>
                      </a:lnTo>
                      <a:lnTo>
                        <a:pt x="247948" y="550702"/>
                      </a:lnTo>
                      <a:lnTo>
                        <a:pt x="247542" y="550343"/>
                      </a:lnTo>
                      <a:lnTo>
                        <a:pt x="247160" y="549960"/>
                      </a:lnTo>
                      <a:lnTo>
                        <a:pt x="246756" y="549578"/>
                      </a:lnTo>
                      <a:lnTo>
                        <a:pt x="246373" y="549196"/>
                      </a:lnTo>
                      <a:lnTo>
                        <a:pt x="245968" y="548791"/>
                      </a:lnTo>
                      <a:lnTo>
                        <a:pt x="245586" y="548386"/>
                      </a:lnTo>
                      <a:lnTo>
                        <a:pt x="245181" y="547959"/>
                      </a:lnTo>
                      <a:lnTo>
                        <a:pt x="244776" y="547554"/>
                      </a:lnTo>
                      <a:lnTo>
                        <a:pt x="244394" y="547127"/>
                      </a:lnTo>
                      <a:lnTo>
                        <a:pt x="243989" y="546677"/>
                      </a:lnTo>
                      <a:lnTo>
                        <a:pt x="243607" y="546249"/>
                      </a:lnTo>
                      <a:lnTo>
                        <a:pt x="243202" y="545800"/>
                      </a:lnTo>
                      <a:lnTo>
                        <a:pt x="242820" y="545350"/>
                      </a:lnTo>
                      <a:lnTo>
                        <a:pt x="242415" y="544878"/>
                      </a:lnTo>
                      <a:lnTo>
                        <a:pt x="242033" y="544428"/>
                      </a:lnTo>
                      <a:lnTo>
                        <a:pt x="241628" y="543933"/>
                      </a:lnTo>
                      <a:lnTo>
                        <a:pt x="241223" y="543461"/>
                      </a:lnTo>
                      <a:lnTo>
                        <a:pt x="240841" y="542966"/>
                      </a:lnTo>
                      <a:lnTo>
                        <a:pt x="240436" y="542471"/>
                      </a:lnTo>
                      <a:lnTo>
                        <a:pt x="240054" y="541976"/>
                      </a:lnTo>
                      <a:lnTo>
                        <a:pt x="239649" y="541459"/>
                      </a:lnTo>
                      <a:lnTo>
                        <a:pt x="239266" y="540964"/>
                      </a:lnTo>
                      <a:lnTo>
                        <a:pt x="238862" y="540425"/>
                      </a:lnTo>
                      <a:lnTo>
                        <a:pt x="238479" y="539907"/>
                      </a:lnTo>
                      <a:lnTo>
                        <a:pt x="238074" y="539368"/>
                      </a:lnTo>
                      <a:lnTo>
                        <a:pt x="237670" y="538828"/>
                      </a:lnTo>
                      <a:lnTo>
                        <a:pt x="237287" y="538288"/>
                      </a:lnTo>
                      <a:lnTo>
                        <a:pt x="236882" y="537726"/>
                      </a:lnTo>
                      <a:lnTo>
                        <a:pt x="236500" y="537164"/>
                      </a:lnTo>
                      <a:lnTo>
                        <a:pt x="236096" y="536601"/>
                      </a:lnTo>
                      <a:lnTo>
                        <a:pt x="235713" y="536039"/>
                      </a:lnTo>
                      <a:lnTo>
                        <a:pt x="235308" y="535454"/>
                      </a:lnTo>
                      <a:lnTo>
                        <a:pt x="234926" y="534870"/>
                      </a:lnTo>
                      <a:lnTo>
                        <a:pt x="234521" y="534262"/>
                      </a:lnTo>
                      <a:lnTo>
                        <a:pt x="234116" y="533678"/>
                      </a:lnTo>
                      <a:lnTo>
                        <a:pt x="233734" y="533071"/>
                      </a:lnTo>
                      <a:lnTo>
                        <a:pt x="233329" y="532441"/>
                      </a:lnTo>
                      <a:lnTo>
                        <a:pt x="232947" y="531834"/>
                      </a:lnTo>
                      <a:lnTo>
                        <a:pt x="232542" y="531204"/>
                      </a:lnTo>
                      <a:lnTo>
                        <a:pt x="232160" y="530574"/>
                      </a:lnTo>
                      <a:lnTo>
                        <a:pt x="231755" y="529922"/>
                      </a:lnTo>
                      <a:lnTo>
                        <a:pt x="231350" y="529292"/>
                      </a:lnTo>
                      <a:lnTo>
                        <a:pt x="230968" y="528640"/>
                      </a:lnTo>
                      <a:lnTo>
                        <a:pt x="230563" y="527965"/>
                      </a:lnTo>
                      <a:lnTo>
                        <a:pt x="230181" y="527291"/>
                      </a:lnTo>
                      <a:lnTo>
                        <a:pt x="229776" y="526616"/>
                      </a:lnTo>
                      <a:lnTo>
                        <a:pt x="229394" y="525941"/>
                      </a:lnTo>
                      <a:lnTo>
                        <a:pt x="228989" y="525244"/>
                      </a:lnTo>
                      <a:lnTo>
                        <a:pt x="228606" y="524547"/>
                      </a:lnTo>
                      <a:lnTo>
                        <a:pt x="228202" y="523850"/>
                      </a:lnTo>
                      <a:lnTo>
                        <a:pt x="227797" y="523130"/>
                      </a:lnTo>
                      <a:lnTo>
                        <a:pt x="227414" y="522410"/>
                      </a:lnTo>
                      <a:lnTo>
                        <a:pt x="227010" y="521668"/>
                      </a:lnTo>
                      <a:lnTo>
                        <a:pt x="226627" y="520926"/>
                      </a:lnTo>
                      <a:lnTo>
                        <a:pt x="226222" y="520184"/>
                      </a:lnTo>
                      <a:lnTo>
                        <a:pt x="225840" y="519419"/>
                      </a:lnTo>
                      <a:lnTo>
                        <a:pt x="225436" y="518677"/>
                      </a:lnTo>
                      <a:lnTo>
                        <a:pt x="225053" y="517890"/>
                      </a:lnTo>
                      <a:lnTo>
                        <a:pt x="224648" y="517125"/>
                      </a:lnTo>
                      <a:lnTo>
                        <a:pt x="224244" y="516338"/>
                      </a:lnTo>
                      <a:lnTo>
                        <a:pt x="223861" y="515529"/>
                      </a:lnTo>
                      <a:lnTo>
                        <a:pt x="223456" y="514742"/>
                      </a:lnTo>
                      <a:lnTo>
                        <a:pt x="223074" y="513909"/>
                      </a:lnTo>
                      <a:lnTo>
                        <a:pt x="222669" y="513100"/>
                      </a:lnTo>
                      <a:lnTo>
                        <a:pt x="222287" y="512268"/>
                      </a:lnTo>
                      <a:lnTo>
                        <a:pt x="221882" y="511436"/>
                      </a:lnTo>
                      <a:lnTo>
                        <a:pt x="221500" y="510581"/>
                      </a:lnTo>
                      <a:lnTo>
                        <a:pt x="221095" y="509726"/>
                      </a:lnTo>
                      <a:lnTo>
                        <a:pt x="220690" y="508872"/>
                      </a:lnTo>
                      <a:lnTo>
                        <a:pt x="220308" y="507995"/>
                      </a:lnTo>
                      <a:lnTo>
                        <a:pt x="219903" y="507118"/>
                      </a:lnTo>
                      <a:lnTo>
                        <a:pt x="219521" y="506218"/>
                      </a:lnTo>
                      <a:lnTo>
                        <a:pt x="219116" y="505318"/>
                      </a:lnTo>
                      <a:lnTo>
                        <a:pt x="218733" y="504396"/>
                      </a:lnTo>
                      <a:lnTo>
                        <a:pt x="218329" y="503474"/>
                      </a:lnTo>
                      <a:lnTo>
                        <a:pt x="217946" y="502552"/>
                      </a:lnTo>
                      <a:lnTo>
                        <a:pt x="217542" y="501608"/>
                      </a:lnTo>
                      <a:lnTo>
                        <a:pt x="217136" y="500663"/>
                      </a:lnTo>
                      <a:lnTo>
                        <a:pt x="216754" y="499696"/>
                      </a:lnTo>
                      <a:lnTo>
                        <a:pt x="216350" y="498729"/>
                      </a:lnTo>
                      <a:lnTo>
                        <a:pt x="215967" y="497739"/>
                      </a:lnTo>
                      <a:lnTo>
                        <a:pt x="215562" y="496750"/>
                      </a:lnTo>
                      <a:lnTo>
                        <a:pt x="215180" y="495738"/>
                      </a:lnTo>
                      <a:lnTo>
                        <a:pt x="214776" y="494726"/>
                      </a:lnTo>
                      <a:lnTo>
                        <a:pt x="214370" y="493691"/>
                      </a:lnTo>
                      <a:lnTo>
                        <a:pt x="213988" y="492657"/>
                      </a:lnTo>
                      <a:lnTo>
                        <a:pt x="213584" y="491622"/>
                      </a:lnTo>
                      <a:lnTo>
                        <a:pt x="213201" y="490565"/>
                      </a:lnTo>
                      <a:lnTo>
                        <a:pt x="212796" y="489508"/>
                      </a:lnTo>
                      <a:lnTo>
                        <a:pt x="212414" y="488429"/>
                      </a:lnTo>
                      <a:lnTo>
                        <a:pt x="212009" y="487349"/>
                      </a:lnTo>
                      <a:lnTo>
                        <a:pt x="211627" y="486247"/>
                      </a:lnTo>
                      <a:lnTo>
                        <a:pt x="211222" y="485168"/>
                      </a:lnTo>
                      <a:lnTo>
                        <a:pt x="210817" y="484043"/>
                      </a:lnTo>
                      <a:lnTo>
                        <a:pt x="210435" y="482941"/>
                      </a:lnTo>
                      <a:lnTo>
                        <a:pt x="210030" y="481817"/>
                      </a:lnTo>
                      <a:lnTo>
                        <a:pt x="209648" y="480670"/>
                      </a:lnTo>
                      <a:lnTo>
                        <a:pt x="209243" y="479523"/>
                      </a:lnTo>
                      <a:lnTo>
                        <a:pt x="208860" y="478376"/>
                      </a:lnTo>
                      <a:lnTo>
                        <a:pt x="208456" y="477206"/>
                      </a:lnTo>
                      <a:lnTo>
                        <a:pt x="208073" y="476037"/>
                      </a:lnTo>
                      <a:lnTo>
                        <a:pt x="207668" y="474845"/>
                      </a:lnTo>
                      <a:lnTo>
                        <a:pt x="207264" y="473653"/>
                      </a:lnTo>
                      <a:lnTo>
                        <a:pt x="206882" y="472439"/>
                      </a:lnTo>
                      <a:lnTo>
                        <a:pt x="206476" y="471224"/>
                      </a:lnTo>
                      <a:lnTo>
                        <a:pt x="206094" y="469987"/>
                      </a:lnTo>
                      <a:lnTo>
                        <a:pt x="205690" y="468750"/>
                      </a:lnTo>
                      <a:lnTo>
                        <a:pt x="205307" y="467513"/>
                      </a:lnTo>
                      <a:lnTo>
                        <a:pt x="204902" y="466254"/>
                      </a:lnTo>
                      <a:lnTo>
                        <a:pt x="204520" y="464995"/>
                      </a:lnTo>
                      <a:lnTo>
                        <a:pt x="204115" y="463713"/>
                      </a:lnTo>
                      <a:lnTo>
                        <a:pt x="203710" y="462431"/>
                      </a:lnTo>
                      <a:lnTo>
                        <a:pt x="203328" y="461126"/>
                      </a:lnTo>
                      <a:lnTo>
                        <a:pt x="202923" y="459822"/>
                      </a:lnTo>
                      <a:lnTo>
                        <a:pt x="202541" y="458495"/>
                      </a:lnTo>
                      <a:lnTo>
                        <a:pt x="202136" y="457168"/>
                      </a:lnTo>
                      <a:lnTo>
                        <a:pt x="201754" y="455841"/>
                      </a:lnTo>
                      <a:lnTo>
                        <a:pt x="201349" y="454469"/>
                      </a:lnTo>
                      <a:lnTo>
                        <a:pt x="200944" y="453120"/>
                      </a:lnTo>
                      <a:lnTo>
                        <a:pt x="200562" y="451748"/>
                      </a:lnTo>
                      <a:lnTo>
                        <a:pt x="200157" y="450376"/>
                      </a:lnTo>
                      <a:lnTo>
                        <a:pt x="199775" y="448982"/>
                      </a:lnTo>
                      <a:lnTo>
                        <a:pt x="199370" y="447565"/>
                      </a:lnTo>
                      <a:lnTo>
                        <a:pt x="198988" y="446148"/>
                      </a:lnTo>
                      <a:lnTo>
                        <a:pt x="198583" y="444709"/>
                      </a:lnTo>
                      <a:lnTo>
                        <a:pt x="198200" y="443270"/>
                      </a:lnTo>
                      <a:lnTo>
                        <a:pt x="197796" y="441808"/>
                      </a:lnTo>
                      <a:lnTo>
                        <a:pt x="197391" y="440346"/>
                      </a:lnTo>
                      <a:lnTo>
                        <a:pt x="197008" y="438862"/>
                      </a:lnTo>
                      <a:lnTo>
                        <a:pt x="196604" y="437355"/>
                      </a:lnTo>
                      <a:lnTo>
                        <a:pt x="196222" y="435848"/>
                      </a:lnTo>
                      <a:lnTo>
                        <a:pt x="195816" y="434319"/>
                      </a:lnTo>
                      <a:lnTo>
                        <a:pt x="195434" y="432789"/>
                      </a:lnTo>
                      <a:lnTo>
                        <a:pt x="195030" y="431260"/>
                      </a:lnTo>
                      <a:lnTo>
                        <a:pt x="194647" y="429708"/>
                      </a:lnTo>
                      <a:lnTo>
                        <a:pt x="194242" y="428134"/>
                      </a:lnTo>
                      <a:lnTo>
                        <a:pt x="193838" y="426560"/>
                      </a:lnTo>
                      <a:lnTo>
                        <a:pt x="193455" y="424963"/>
                      </a:lnTo>
                      <a:lnTo>
                        <a:pt x="193050" y="423366"/>
                      </a:lnTo>
                      <a:lnTo>
                        <a:pt x="192668" y="421747"/>
                      </a:lnTo>
                      <a:lnTo>
                        <a:pt x="192263" y="420128"/>
                      </a:lnTo>
                      <a:lnTo>
                        <a:pt x="191881" y="418486"/>
                      </a:lnTo>
                      <a:lnTo>
                        <a:pt x="191476" y="416844"/>
                      </a:lnTo>
                      <a:lnTo>
                        <a:pt x="191094" y="415180"/>
                      </a:lnTo>
                      <a:lnTo>
                        <a:pt x="190689" y="413493"/>
                      </a:lnTo>
                      <a:lnTo>
                        <a:pt x="190284" y="411807"/>
                      </a:lnTo>
                      <a:lnTo>
                        <a:pt x="189902" y="410098"/>
                      </a:lnTo>
                      <a:lnTo>
                        <a:pt x="189497" y="408388"/>
                      </a:lnTo>
                      <a:lnTo>
                        <a:pt x="189115" y="406657"/>
                      </a:lnTo>
                      <a:lnTo>
                        <a:pt x="188710" y="404902"/>
                      </a:lnTo>
                      <a:lnTo>
                        <a:pt x="188328" y="403148"/>
                      </a:lnTo>
                      <a:lnTo>
                        <a:pt x="187923" y="401394"/>
                      </a:lnTo>
                      <a:lnTo>
                        <a:pt x="187540" y="399595"/>
                      </a:lnTo>
                      <a:lnTo>
                        <a:pt x="187136" y="397818"/>
                      </a:lnTo>
                      <a:lnTo>
                        <a:pt x="186731" y="395997"/>
                      </a:lnTo>
                      <a:lnTo>
                        <a:pt x="186348" y="394197"/>
                      </a:lnTo>
                      <a:lnTo>
                        <a:pt x="185944" y="392353"/>
                      </a:lnTo>
                      <a:lnTo>
                        <a:pt x="185561" y="390532"/>
                      </a:lnTo>
                      <a:lnTo>
                        <a:pt x="185156" y="388665"/>
                      </a:lnTo>
                      <a:lnTo>
                        <a:pt x="184774" y="386798"/>
                      </a:lnTo>
                      <a:lnTo>
                        <a:pt x="184370" y="384932"/>
                      </a:lnTo>
                      <a:lnTo>
                        <a:pt x="183964" y="383043"/>
                      </a:lnTo>
                      <a:lnTo>
                        <a:pt x="183582" y="381131"/>
                      </a:lnTo>
                      <a:lnTo>
                        <a:pt x="183178" y="379242"/>
                      </a:lnTo>
                      <a:lnTo>
                        <a:pt x="182795" y="377308"/>
                      </a:lnTo>
                      <a:lnTo>
                        <a:pt x="182390" y="375374"/>
                      </a:lnTo>
                      <a:lnTo>
                        <a:pt x="182008" y="373440"/>
                      </a:lnTo>
                      <a:lnTo>
                        <a:pt x="181603" y="371483"/>
                      </a:lnTo>
                      <a:lnTo>
                        <a:pt x="181221" y="369526"/>
                      </a:lnTo>
                      <a:lnTo>
                        <a:pt x="180816" y="367547"/>
                      </a:lnTo>
                      <a:lnTo>
                        <a:pt x="180411" y="365568"/>
                      </a:lnTo>
                      <a:lnTo>
                        <a:pt x="180029" y="363567"/>
                      </a:lnTo>
                      <a:lnTo>
                        <a:pt x="179624" y="361565"/>
                      </a:lnTo>
                      <a:lnTo>
                        <a:pt x="179242" y="359541"/>
                      </a:lnTo>
                      <a:lnTo>
                        <a:pt x="178837" y="357517"/>
                      </a:lnTo>
                      <a:lnTo>
                        <a:pt x="178455" y="355470"/>
                      </a:lnTo>
                      <a:lnTo>
                        <a:pt x="178050" y="353424"/>
                      </a:lnTo>
                      <a:lnTo>
                        <a:pt x="177668" y="351377"/>
                      </a:lnTo>
                      <a:lnTo>
                        <a:pt x="177263" y="349308"/>
                      </a:lnTo>
                      <a:lnTo>
                        <a:pt x="176858" y="347217"/>
                      </a:lnTo>
                      <a:lnTo>
                        <a:pt x="176476" y="345125"/>
                      </a:lnTo>
                      <a:lnTo>
                        <a:pt x="176070" y="343034"/>
                      </a:lnTo>
                      <a:lnTo>
                        <a:pt x="175688" y="340920"/>
                      </a:lnTo>
                      <a:lnTo>
                        <a:pt x="175284" y="338783"/>
                      </a:lnTo>
                      <a:lnTo>
                        <a:pt x="174901" y="336647"/>
                      </a:lnTo>
                      <a:lnTo>
                        <a:pt x="174496" y="334510"/>
                      </a:lnTo>
                      <a:lnTo>
                        <a:pt x="174114" y="332351"/>
                      </a:lnTo>
                      <a:lnTo>
                        <a:pt x="173710" y="330215"/>
                      </a:lnTo>
                      <a:lnTo>
                        <a:pt x="173304" y="328033"/>
                      </a:lnTo>
                      <a:lnTo>
                        <a:pt x="172922" y="325829"/>
                      </a:lnTo>
                      <a:lnTo>
                        <a:pt x="172518" y="323625"/>
                      </a:lnTo>
                      <a:lnTo>
                        <a:pt x="172135" y="321421"/>
                      </a:lnTo>
                      <a:lnTo>
                        <a:pt x="171730" y="319195"/>
                      </a:lnTo>
                      <a:lnTo>
                        <a:pt x="171348" y="316946"/>
                      </a:lnTo>
                      <a:lnTo>
                        <a:pt x="170943" y="314719"/>
                      </a:lnTo>
                      <a:lnTo>
                        <a:pt x="170538" y="312448"/>
                      </a:lnTo>
                      <a:lnTo>
                        <a:pt x="170156" y="310176"/>
                      </a:lnTo>
                      <a:lnTo>
                        <a:pt x="169751" y="307905"/>
                      </a:lnTo>
                      <a:lnTo>
                        <a:pt x="169369" y="305611"/>
                      </a:lnTo>
                      <a:lnTo>
                        <a:pt x="168964" y="303317"/>
                      </a:lnTo>
                      <a:lnTo>
                        <a:pt x="168582" y="301001"/>
                      </a:lnTo>
                      <a:lnTo>
                        <a:pt x="168177" y="298684"/>
                      </a:lnTo>
                      <a:lnTo>
                        <a:pt x="167794" y="296368"/>
                      </a:lnTo>
                      <a:lnTo>
                        <a:pt x="167390" y="294029"/>
                      </a:lnTo>
                      <a:lnTo>
                        <a:pt x="166985" y="291667"/>
                      </a:lnTo>
                      <a:lnTo>
                        <a:pt x="166602" y="289306"/>
                      </a:lnTo>
                      <a:lnTo>
                        <a:pt x="166198" y="286945"/>
                      </a:lnTo>
                      <a:lnTo>
                        <a:pt x="165816" y="284561"/>
                      </a:lnTo>
                      <a:lnTo>
                        <a:pt x="165433" y="282177"/>
                      </a:lnTo>
                      <a:lnTo>
                        <a:pt x="165028" y="279793"/>
                      </a:lnTo>
                      <a:lnTo>
                        <a:pt x="164624" y="277386"/>
                      </a:lnTo>
                      <a:lnTo>
                        <a:pt x="164263" y="274980"/>
                      </a:lnTo>
                      <a:lnTo>
                        <a:pt x="163859" y="272551"/>
                      </a:lnTo>
                      <a:lnTo>
                        <a:pt x="163454" y="270145"/>
                      </a:lnTo>
                      <a:lnTo>
                        <a:pt x="163071" y="267693"/>
                      </a:lnTo>
                      <a:lnTo>
                        <a:pt x="162667" y="265265"/>
                      </a:lnTo>
                      <a:lnTo>
                        <a:pt x="162285" y="262813"/>
                      </a:lnTo>
                      <a:lnTo>
                        <a:pt x="161880" y="260339"/>
                      </a:lnTo>
                      <a:lnTo>
                        <a:pt x="161497" y="257888"/>
                      </a:lnTo>
                      <a:lnTo>
                        <a:pt x="161093" y="255414"/>
                      </a:lnTo>
                      <a:lnTo>
                        <a:pt x="160710" y="252918"/>
                      </a:lnTo>
                      <a:lnTo>
                        <a:pt x="160305" y="250444"/>
                      </a:lnTo>
                      <a:lnTo>
                        <a:pt x="159901" y="247948"/>
                      </a:lnTo>
                      <a:lnTo>
                        <a:pt x="159518" y="245429"/>
                      </a:lnTo>
                      <a:lnTo>
                        <a:pt x="159114" y="242932"/>
                      </a:lnTo>
                      <a:lnTo>
                        <a:pt x="158731" y="240414"/>
                      </a:lnTo>
                      <a:lnTo>
                        <a:pt x="158326" y="237895"/>
                      </a:lnTo>
                      <a:lnTo>
                        <a:pt x="157944" y="235376"/>
                      </a:lnTo>
                      <a:lnTo>
                        <a:pt x="157539" y="232835"/>
                      </a:lnTo>
                      <a:lnTo>
                        <a:pt x="157157" y="230316"/>
                      </a:lnTo>
                      <a:lnTo>
                        <a:pt x="156752" y="227774"/>
                      </a:lnTo>
                      <a:lnTo>
                        <a:pt x="156347" y="225233"/>
                      </a:lnTo>
                      <a:lnTo>
                        <a:pt x="155965" y="222669"/>
                      </a:lnTo>
                      <a:lnTo>
                        <a:pt x="155560" y="220128"/>
                      </a:lnTo>
                      <a:lnTo>
                        <a:pt x="155178" y="217564"/>
                      </a:lnTo>
                      <a:lnTo>
                        <a:pt x="154773" y="215000"/>
                      </a:lnTo>
                      <a:lnTo>
                        <a:pt x="154391" y="212437"/>
                      </a:lnTo>
                      <a:lnTo>
                        <a:pt x="153986" y="209895"/>
                      </a:lnTo>
                      <a:lnTo>
                        <a:pt x="153581" y="207331"/>
                      </a:lnTo>
                      <a:lnTo>
                        <a:pt x="153199" y="204768"/>
                      </a:lnTo>
                      <a:lnTo>
                        <a:pt x="152794" y="202204"/>
                      </a:lnTo>
                      <a:lnTo>
                        <a:pt x="152411" y="199640"/>
                      </a:lnTo>
                      <a:lnTo>
                        <a:pt x="152007" y="197076"/>
                      </a:lnTo>
                      <a:lnTo>
                        <a:pt x="151625" y="194490"/>
                      </a:lnTo>
                      <a:lnTo>
                        <a:pt x="151220" y="191926"/>
                      </a:lnTo>
                      <a:lnTo>
                        <a:pt x="150837" y="189362"/>
                      </a:lnTo>
                      <a:lnTo>
                        <a:pt x="150433" y="186798"/>
                      </a:lnTo>
                      <a:lnTo>
                        <a:pt x="150028" y="184212"/>
                      </a:lnTo>
                      <a:lnTo>
                        <a:pt x="149645" y="181648"/>
                      </a:lnTo>
                      <a:lnTo>
                        <a:pt x="149241" y="179085"/>
                      </a:lnTo>
                      <a:lnTo>
                        <a:pt x="148858" y="176521"/>
                      </a:lnTo>
                      <a:lnTo>
                        <a:pt x="148453" y="173957"/>
                      </a:lnTo>
                      <a:lnTo>
                        <a:pt x="148071" y="171596"/>
                      </a:lnTo>
                      <a:lnTo>
                        <a:pt x="147666" y="166445"/>
                      </a:lnTo>
                      <a:lnTo>
                        <a:pt x="147284" y="164017"/>
                      </a:lnTo>
                      <a:lnTo>
                        <a:pt x="146879" y="161610"/>
                      </a:lnTo>
                      <a:lnTo>
                        <a:pt x="146474" y="159181"/>
                      </a:lnTo>
                      <a:lnTo>
                        <a:pt x="146092" y="156775"/>
                      </a:lnTo>
                      <a:lnTo>
                        <a:pt x="145687" y="154368"/>
                      </a:lnTo>
                      <a:lnTo>
                        <a:pt x="145305" y="151962"/>
                      </a:lnTo>
                      <a:lnTo>
                        <a:pt x="144900" y="149578"/>
                      </a:lnTo>
                      <a:lnTo>
                        <a:pt x="144518" y="147194"/>
                      </a:lnTo>
                      <a:lnTo>
                        <a:pt x="144113" y="144810"/>
                      </a:lnTo>
                      <a:lnTo>
                        <a:pt x="143731" y="142449"/>
                      </a:lnTo>
                      <a:lnTo>
                        <a:pt x="143326" y="140088"/>
                      </a:lnTo>
                      <a:lnTo>
                        <a:pt x="142921" y="137726"/>
                      </a:lnTo>
                      <a:lnTo>
                        <a:pt x="142539" y="135387"/>
                      </a:lnTo>
                      <a:lnTo>
                        <a:pt x="142134" y="133048"/>
                      </a:lnTo>
                      <a:lnTo>
                        <a:pt x="141751" y="130709"/>
                      </a:lnTo>
                      <a:lnTo>
                        <a:pt x="141347" y="128393"/>
                      </a:lnTo>
                      <a:lnTo>
                        <a:pt x="140965" y="126077"/>
                      </a:lnTo>
                      <a:lnTo>
                        <a:pt x="140560" y="123783"/>
                      </a:lnTo>
                      <a:lnTo>
                        <a:pt x="140155" y="121511"/>
                      </a:lnTo>
                      <a:lnTo>
                        <a:pt x="139773" y="119217"/>
                      </a:lnTo>
                      <a:lnTo>
                        <a:pt x="139368" y="116968"/>
                      </a:lnTo>
                      <a:lnTo>
                        <a:pt x="138985" y="114697"/>
                      </a:lnTo>
                      <a:lnTo>
                        <a:pt x="138581" y="112470"/>
                      </a:lnTo>
                      <a:lnTo>
                        <a:pt x="138198" y="110244"/>
                      </a:lnTo>
                      <a:lnTo>
                        <a:pt x="137793" y="108017"/>
                      </a:lnTo>
                      <a:lnTo>
                        <a:pt x="137411" y="105813"/>
                      </a:lnTo>
                      <a:lnTo>
                        <a:pt x="137006" y="103632"/>
                      </a:lnTo>
                      <a:lnTo>
                        <a:pt x="136602" y="101473"/>
                      </a:lnTo>
                      <a:lnTo>
                        <a:pt x="136219" y="99314"/>
                      </a:lnTo>
                      <a:lnTo>
                        <a:pt x="135814" y="97177"/>
                      </a:lnTo>
                      <a:lnTo>
                        <a:pt x="135432" y="95041"/>
                      </a:lnTo>
                      <a:lnTo>
                        <a:pt x="135027" y="92927"/>
                      </a:lnTo>
                      <a:lnTo>
                        <a:pt x="134645" y="90858"/>
                      </a:lnTo>
                      <a:lnTo>
                        <a:pt x="134240" y="88789"/>
                      </a:lnTo>
                      <a:lnTo>
                        <a:pt x="133858" y="86720"/>
                      </a:lnTo>
                      <a:lnTo>
                        <a:pt x="133453" y="84673"/>
                      </a:lnTo>
                      <a:lnTo>
                        <a:pt x="133048" y="82649"/>
                      </a:lnTo>
                      <a:lnTo>
                        <a:pt x="132666" y="80648"/>
                      </a:lnTo>
                      <a:lnTo>
                        <a:pt x="132261" y="78646"/>
                      </a:lnTo>
                      <a:lnTo>
                        <a:pt x="131879" y="76689"/>
                      </a:lnTo>
                      <a:lnTo>
                        <a:pt x="131474" y="74733"/>
                      </a:lnTo>
                      <a:lnTo>
                        <a:pt x="131091" y="72799"/>
                      </a:lnTo>
                      <a:lnTo>
                        <a:pt x="130687" y="70887"/>
                      </a:lnTo>
                      <a:lnTo>
                        <a:pt x="130305" y="68998"/>
                      </a:lnTo>
                      <a:lnTo>
                        <a:pt x="129899" y="67131"/>
                      </a:lnTo>
                      <a:lnTo>
                        <a:pt x="129495" y="65287"/>
                      </a:lnTo>
                      <a:lnTo>
                        <a:pt x="129113" y="63443"/>
                      </a:lnTo>
                      <a:lnTo>
                        <a:pt x="128708" y="61644"/>
                      </a:lnTo>
                      <a:lnTo>
                        <a:pt x="128325" y="59867"/>
                      </a:lnTo>
                      <a:lnTo>
                        <a:pt x="127920" y="58091"/>
                      </a:lnTo>
                      <a:lnTo>
                        <a:pt x="127538" y="56359"/>
                      </a:lnTo>
                      <a:lnTo>
                        <a:pt x="127133" y="54650"/>
                      </a:lnTo>
                      <a:lnTo>
                        <a:pt x="126751" y="52940"/>
                      </a:lnTo>
                      <a:lnTo>
                        <a:pt x="126346" y="51276"/>
                      </a:lnTo>
                      <a:lnTo>
                        <a:pt x="125942" y="49635"/>
                      </a:lnTo>
                      <a:lnTo>
                        <a:pt x="125559" y="48015"/>
                      </a:lnTo>
                      <a:lnTo>
                        <a:pt x="125154" y="46419"/>
                      </a:lnTo>
                      <a:lnTo>
                        <a:pt x="124772" y="44844"/>
                      </a:lnTo>
                      <a:lnTo>
                        <a:pt x="124367" y="43292"/>
                      </a:lnTo>
                      <a:lnTo>
                        <a:pt x="123985" y="41763"/>
                      </a:lnTo>
                      <a:lnTo>
                        <a:pt x="123580" y="40279"/>
                      </a:lnTo>
                      <a:lnTo>
                        <a:pt x="123175" y="38795"/>
                      </a:lnTo>
                      <a:lnTo>
                        <a:pt x="122793" y="37355"/>
                      </a:lnTo>
                      <a:lnTo>
                        <a:pt x="122388" y="35938"/>
                      </a:lnTo>
                      <a:lnTo>
                        <a:pt x="122006" y="34544"/>
                      </a:lnTo>
                      <a:lnTo>
                        <a:pt x="121601" y="33172"/>
                      </a:lnTo>
                      <a:lnTo>
                        <a:pt x="121219" y="31845"/>
                      </a:lnTo>
                      <a:lnTo>
                        <a:pt x="120814" y="30541"/>
                      </a:lnTo>
                      <a:lnTo>
                        <a:pt x="120431" y="29259"/>
                      </a:lnTo>
                      <a:lnTo>
                        <a:pt x="120027" y="28000"/>
                      </a:lnTo>
                      <a:lnTo>
                        <a:pt x="119622" y="26785"/>
                      </a:lnTo>
                      <a:lnTo>
                        <a:pt x="119239" y="25593"/>
                      </a:lnTo>
                      <a:lnTo>
                        <a:pt x="118835" y="24424"/>
                      </a:lnTo>
                      <a:lnTo>
                        <a:pt x="118452" y="23299"/>
                      </a:lnTo>
                      <a:lnTo>
                        <a:pt x="118048" y="22197"/>
                      </a:lnTo>
                      <a:lnTo>
                        <a:pt x="117665" y="21118"/>
                      </a:lnTo>
                      <a:lnTo>
                        <a:pt x="117260" y="20061"/>
                      </a:lnTo>
                      <a:lnTo>
                        <a:pt x="116878" y="19049"/>
                      </a:lnTo>
                      <a:lnTo>
                        <a:pt x="116473" y="18059"/>
                      </a:lnTo>
                      <a:lnTo>
                        <a:pt x="116068" y="17092"/>
                      </a:lnTo>
                      <a:lnTo>
                        <a:pt x="115686" y="16170"/>
                      </a:lnTo>
                      <a:lnTo>
                        <a:pt x="115281" y="15270"/>
                      </a:lnTo>
                      <a:lnTo>
                        <a:pt x="114899" y="14393"/>
                      </a:lnTo>
                      <a:lnTo>
                        <a:pt x="114494" y="13561"/>
                      </a:lnTo>
                      <a:lnTo>
                        <a:pt x="114112" y="12729"/>
                      </a:lnTo>
                      <a:lnTo>
                        <a:pt x="113707" y="11942"/>
                      </a:lnTo>
                      <a:lnTo>
                        <a:pt x="113325" y="11200"/>
                      </a:lnTo>
                      <a:lnTo>
                        <a:pt x="112920" y="10458"/>
                      </a:lnTo>
                      <a:lnTo>
                        <a:pt x="112515" y="9760"/>
                      </a:lnTo>
                      <a:lnTo>
                        <a:pt x="112133" y="9086"/>
                      </a:lnTo>
                      <a:lnTo>
                        <a:pt x="111728" y="8434"/>
                      </a:lnTo>
                      <a:lnTo>
                        <a:pt x="111345" y="7826"/>
                      </a:lnTo>
                      <a:lnTo>
                        <a:pt x="110941" y="7242"/>
                      </a:lnTo>
                      <a:lnTo>
                        <a:pt x="110559" y="6679"/>
                      </a:lnTo>
                      <a:lnTo>
                        <a:pt x="110154" y="6140"/>
                      </a:lnTo>
                      <a:lnTo>
                        <a:pt x="109749" y="5622"/>
                      </a:lnTo>
                      <a:lnTo>
                        <a:pt x="109367" y="5128"/>
                      </a:lnTo>
                      <a:lnTo>
                        <a:pt x="108962" y="4678"/>
                      </a:lnTo>
                      <a:lnTo>
                        <a:pt x="108579" y="4228"/>
                      </a:lnTo>
                      <a:lnTo>
                        <a:pt x="108175" y="3823"/>
                      </a:lnTo>
                      <a:lnTo>
                        <a:pt x="107792" y="3441"/>
                      </a:lnTo>
                      <a:lnTo>
                        <a:pt x="107388" y="3081"/>
                      </a:lnTo>
                      <a:lnTo>
                        <a:pt x="107005" y="2721"/>
                      </a:lnTo>
                      <a:lnTo>
                        <a:pt x="106600" y="2406"/>
                      </a:lnTo>
                      <a:lnTo>
                        <a:pt x="106196" y="2114"/>
                      </a:lnTo>
                      <a:lnTo>
                        <a:pt x="105813" y="1844"/>
                      </a:lnTo>
                      <a:lnTo>
                        <a:pt x="105408" y="1574"/>
                      </a:lnTo>
                      <a:lnTo>
                        <a:pt x="105026" y="1349"/>
                      </a:lnTo>
                      <a:lnTo>
                        <a:pt x="104621" y="1124"/>
                      </a:lnTo>
                      <a:lnTo>
                        <a:pt x="104239" y="945"/>
                      </a:lnTo>
                      <a:lnTo>
                        <a:pt x="103834" y="765"/>
                      </a:lnTo>
                      <a:lnTo>
                        <a:pt x="103452" y="607"/>
                      </a:lnTo>
                      <a:lnTo>
                        <a:pt x="103047" y="472"/>
                      </a:lnTo>
                      <a:lnTo>
                        <a:pt x="102642" y="337"/>
                      </a:lnTo>
                      <a:lnTo>
                        <a:pt x="102260" y="247"/>
                      </a:lnTo>
                      <a:lnTo>
                        <a:pt x="101855" y="157"/>
                      </a:lnTo>
                      <a:lnTo>
                        <a:pt x="101473" y="90"/>
                      </a:lnTo>
                      <a:lnTo>
                        <a:pt x="101068" y="45"/>
                      </a:lnTo>
                      <a:lnTo>
                        <a:pt x="100685" y="22"/>
                      </a:lnTo>
                      <a:lnTo>
                        <a:pt x="100281" y="0"/>
                      </a:lnTo>
                      <a:lnTo>
                        <a:pt x="99899" y="0"/>
                      </a:lnTo>
                      <a:lnTo>
                        <a:pt x="99494" y="22"/>
                      </a:lnTo>
                      <a:lnTo>
                        <a:pt x="99089" y="45"/>
                      </a:lnTo>
                      <a:lnTo>
                        <a:pt x="98707" y="90"/>
                      </a:lnTo>
                      <a:lnTo>
                        <a:pt x="98302" y="135"/>
                      </a:lnTo>
                      <a:lnTo>
                        <a:pt x="97919" y="225"/>
                      </a:lnTo>
                      <a:lnTo>
                        <a:pt x="97515" y="292"/>
                      </a:lnTo>
                      <a:lnTo>
                        <a:pt x="97132" y="382"/>
                      </a:lnTo>
                      <a:lnTo>
                        <a:pt x="96727" y="495"/>
                      </a:lnTo>
                      <a:lnTo>
                        <a:pt x="96345" y="607"/>
                      </a:lnTo>
                      <a:lnTo>
                        <a:pt x="95940" y="742"/>
                      </a:lnTo>
                      <a:lnTo>
                        <a:pt x="95536" y="877"/>
                      </a:lnTo>
                      <a:lnTo>
                        <a:pt x="95153" y="1012"/>
                      </a:lnTo>
                      <a:lnTo>
                        <a:pt x="94748" y="1169"/>
                      </a:lnTo>
                      <a:lnTo>
                        <a:pt x="94366" y="1327"/>
                      </a:lnTo>
                      <a:lnTo>
                        <a:pt x="93961" y="1507"/>
                      </a:lnTo>
                      <a:lnTo>
                        <a:pt x="93579" y="1687"/>
                      </a:lnTo>
                      <a:lnTo>
                        <a:pt x="93174" y="1867"/>
                      </a:lnTo>
                      <a:lnTo>
                        <a:pt x="92770" y="2047"/>
                      </a:lnTo>
                      <a:lnTo>
                        <a:pt x="92387" y="2249"/>
                      </a:lnTo>
                      <a:lnTo>
                        <a:pt x="91982" y="2451"/>
                      </a:lnTo>
                      <a:lnTo>
                        <a:pt x="91600" y="2676"/>
                      </a:lnTo>
                      <a:lnTo>
                        <a:pt x="91195" y="2879"/>
                      </a:lnTo>
                      <a:lnTo>
                        <a:pt x="90813" y="3104"/>
                      </a:lnTo>
                      <a:lnTo>
                        <a:pt x="90408" y="3328"/>
                      </a:lnTo>
                      <a:lnTo>
                        <a:pt x="90025" y="3553"/>
                      </a:lnTo>
                      <a:lnTo>
                        <a:pt x="89621" y="3801"/>
                      </a:lnTo>
                      <a:lnTo>
                        <a:pt x="89216" y="4026"/>
                      </a:lnTo>
                      <a:lnTo>
                        <a:pt x="88834" y="4273"/>
                      </a:lnTo>
                      <a:lnTo>
                        <a:pt x="88429" y="4520"/>
                      </a:lnTo>
                      <a:lnTo>
                        <a:pt x="88047" y="4790"/>
                      </a:lnTo>
                      <a:lnTo>
                        <a:pt x="87642" y="5038"/>
                      </a:lnTo>
                      <a:lnTo>
                        <a:pt x="87259" y="5285"/>
                      </a:lnTo>
                      <a:lnTo>
                        <a:pt x="86854" y="5555"/>
                      </a:lnTo>
                      <a:lnTo>
                        <a:pt x="86472" y="5825"/>
                      </a:lnTo>
                      <a:lnTo>
                        <a:pt x="86067" y="6095"/>
                      </a:lnTo>
                      <a:lnTo>
                        <a:pt x="85662" y="6365"/>
                      </a:lnTo>
                      <a:lnTo>
                        <a:pt x="85280" y="6634"/>
                      </a:lnTo>
                      <a:lnTo>
                        <a:pt x="84876" y="6904"/>
                      </a:lnTo>
                      <a:lnTo>
                        <a:pt x="84493" y="7197"/>
                      </a:lnTo>
                      <a:lnTo>
                        <a:pt x="84088" y="7467"/>
                      </a:lnTo>
                      <a:lnTo>
                        <a:pt x="83706" y="7736"/>
                      </a:lnTo>
                      <a:lnTo>
                        <a:pt x="83301" y="8029"/>
                      </a:lnTo>
                      <a:lnTo>
                        <a:pt x="82919" y="8299"/>
                      </a:lnTo>
                      <a:lnTo>
                        <a:pt x="82514" y="8591"/>
                      </a:lnTo>
                      <a:lnTo>
                        <a:pt x="82109" y="8861"/>
                      </a:lnTo>
                      <a:lnTo>
                        <a:pt x="81727" y="9153"/>
                      </a:lnTo>
                      <a:lnTo>
                        <a:pt x="81322" y="9446"/>
                      </a:lnTo>
                      <a:lnTo>
                        <a:pt x="80940" y="9738"/>
                      </a:lnTo>
                      <a:lnTo>
                        <a:pt x="80535" y="10030"/>
                      </a:lnTo>
                      <a:lnTo>
                        <a:pt x="80153" y="10323"/>
                      </a:lnTo>
                      <a:lnTo>
                        <a:pt x="79748" y="10615"/>
                      </a:lnTo>
                      <a:lnTo>
                        <a:pt x="79343" y="10907"/>
                      </a:lnTo>
                      <a:lnTo>
                        <a:pt x="78961" y="11200"/>
                      </a:lnTo>
                      <a:lnTo>
                        <a:pt x="78556" y="11492"/>
                      </a:lnTo>
                      <a:lnTo>
                        <a:pt x="78173" y="11785"/>
                      </a:lnTo>
                      <a:lnTo>
                        <a:pt x="77769" y="12077"/>
                      </a:lnTo>
                      <a:lnTo>
                        <a:pt x="77386" y="12369"/>
                      </a:lnTo>
                      <a:lnTo>
                        <a:pt x="76982" y="12684"/>
                      </a:lnTo>
                      <a:lnTo>
                        <a:pt x="76599" y="12976"/>
                      </a:lnTo>
                      <a:lnTo>
                        <a:pt x="76194" y="13269"/>
                      </a:lnTo>
                      <a:lnTo>
                        <a:pt x="75790" y="13584"/>
                      </a:lnTo>
                      <a:lnTo>
                        <a:pt x="75407" y="13876"/>
                      </a:lnTo>
                      <a:lnTo>
                        <a:pt x="75002" y="14191"/>
                      </a:lnTo>
                      <a:lnTo>
                        <a:pt x="74620" y="14483"/>
                      </a:lnTo>
                      <a:lnTo>
                        <a:pt x="74216" y="14776"/>
                      </a:lnTo>
                      <a:lnTo>
                        <a:pt x="73833" y="15091"/>
                      </a:lnTo>
                      <a:lnTo>
                        <a:pt x="73428" y="15383"/>
                      </a:lnTo>
                      <a:lnTo>
                        <a:pt x="73046" y="15698"/>
                      </a:lnTo>
                      <a:lnTo>
                        <a:pt x="72641" y="15990"/>
                      </a:lnTo>
                      <a:lnTo>
                        <a:pt x="72236" y="16282"/>
                      </a:lnTo>
                      <a:lnTo>
                        <a:pt x="71854" y="16597"/>
                      </a:lnTo>
                      <a:lnTo>
                        <a:pt x="71449" y="16890"/>
                      </a:lnTo>
                      <a:lnTo>
                        <a:pt x="71067" y="17182"/>
                      </a:lnTo>
                      <a:lnTo>
                        <a:pt x="70662" y="17497"/>
                      </a:lnTo>
                      <a:lnTo>
                        <a:pt x="70280" y="17789"/>
                      </a:lnTo>
                      <a:lnTo>
                        <a:pt x="69875" y="18082"/>
                      </a:lnTo>
                      <a:lnTo>
                        <a:pt x="69493" y="18374"/>
                      </a:lnTo>
                      <a:lnTo>
                        <a:pt x="69088" y="18689"/>
                      </a:lnTo>
                      <a:lnTo>
                        <a:pt x="68683" y="18981"/>
                      </a:lnTo>
                      <a:lnTo>
                        <a:pt x="68301" y="19274"/>
                      </a:lnTo>
                      <a:lnTo>
                        <a:pt x="67896" y="19566"/>
                      </a:lnTo>
                      <a:lnTo>
                        <a:pt x="67513" y="19858"/>
                      </a:lnTo>
                      <a:lnTo>
                        <a:pt x="67109" y="20173"/>
                      </a:lnTo>
                      <a:lnTo>
                        <a:pt x="66726" y="20466"/>
                      </a:lnTo>
                      <a:lnTo>
                        <a:pt x="66322" y="20758"/>
                      </a:lnTo>
                      <a:lnTo>
                        <a:pt x="65939" y="21073"/>
                      </a:lnTo>
                      <a:lnTo>
                        <a:pt x="65534" y="21365"/>
                      </a:lnTo>
                      <a:lnTo>
                        <a:pt x="65130" y="21657"/>
                      </a:lnTo>
                      <a:lnTo>
                        <a:pt x="64747" y="21950"/>
                      </a:lnTo>
                      <a:lnTo>
                        <a:pt x="64342" y="22265"/>
                      </a:lnTo>
                      <a:lnTo>
                        <a:pt x="63960" y="22557"/>
                      </a:lnTo>
                      <a:lnTo>
                        <a:pt x="63555" y="22872"/>
                      </a:lnTo>
                      <a:lnTo>
                        <a:pt x="63173" y="23164"/>
                      </a:lnTo>
                      <a:lnTo>
                        <a:pt x="62768" y="23479"/>
                      </a:lnTo>
                      <a:lnTo>
                        <a:pt x="62364" y="23772"/>
                      </a:lnTo>
                      <a:lnTo>
                        <a:pt x="61981" y="24086"/>
                      </a:lnTo>
                      <a:lnTo>
                        <a:pt x="61576" y="24379"/>
                      </a:lnTo>
                      <a:lnTo>
                        <a:pt x="61194" y="24694"/>
                      </a:lnTo>
                      <a:lnTo>
                        <a:pt x="60789" y="24986"/>
                      </a:lnTo>
                      <a:lnTo>
                        <a:pt x="60407" y="25301"/>
                      </a:lnTo>
                      <a:lnTo>
                        <a:pt x="60002" y="25593"/>
                      </a:lnTo>
                      <a:lnTo>
                        <a:pt x="59619" y="25886"/>
                      </a:lnTo>
                      <a:lnTo>
                        <a:pt x="59215" y="26200"/>
                      </a:lnTo>
                      <a:lnTo>
                        <a:pt x="58810" y="26493"/>
                      </a:lnTo>
                      <a:lnTo>
                        <a:pt x="58428" y="26785"/>
                      </a:lnTo>
                      <a:lnTo>
                        <a:pt x="58023" y="27077"/>
                      </a:lnTo>
                      <a:lnTo>
                        <a:pt x="57641" y="27370"/>
                      </a:lnTo>
                      <a:lnTo>
                        <a:pt x="57236" y="27662"/>
                      </a:lnTo>
                      <a:lnTo>
                        <a:pt x="56853" y="27955"/>
                      </a:lnTo>
                      <a:lnTo>
                        <a:pt x="56449" y="28247"/>
                      </a:lnTo>
                      <a:lnTo>
                        <a:pt x="56066" y="28539"/>
                      </a:lnTo>
                      <a:lnTo>
                        <a:pt x="55662" y="28832"/>
                      </a:lnTo>
                      <a:lnTo>
                        <a:pt x="55257" y="29124"/>
                      </a:lnTo>
                      <a:lnTo>
                        <a:pt x="54874" y="29416"/>
                      </a:lnTo>
                      <a:lnTo>
                        <a:pt x="54470" y="29709"/>
                      </a:lnTo>
                      <a:lnTo>
                        <a:pt x="54087" y="30001"/>
                      </a:lnTo>
                      <a:lnTo>
                        <a:pt x="53682" y="30293"/>
                      </a:lnTo>
                      <a:lnTo>
                        <a:pt x="53300" y="30563"/>
                      </a:lnTo>
                      <a:lnTo>
                        <a:pt x="52895" y="30856"/>
                      </a:lnTo>
                      <a:lnTo>
                        <a:pt x="52513" y="31148"/>
                      </a:lnTo>
                      <a:lnTo>
                        <a:pt x="52108" y="31418"/>
                      </a:lnTo>
                      <a:lnTo>
                        <a:pt x="51704" y="31710"/>
                      </a:lnTo>
                      <a:lnTo>
                        <a:pt x="51321" y="31980"/>
                      </a:lnTo>
                      <a:lnTo>
                        <a:pt x="50916" y="32273"/>
                      </a:lnTo>
                      <a:lnTo>
                        <a:pt x="50534" y="32542"/>
                      </a:lnTo>
                      <a:lnTo>
                        <a:pt x="50129" y="32812"/>
                      </a:lnTo>
                      <a:lnTo>
                        <a:pt x="49747" y="33105"/>
                      </a:lnTo>
                      <a:lnTo>
                        <a:pt x="49342" y="33375"/>
                      </a:lnTo>
                      <a:lnTo>
                        <a:pt x="48959" y="33644"/>
                      </a:lnTo>
                      <a:lnTo>
                        <a:pt x="48555" y="33914"/>
                      </a:lnTo>
                      <a:lnTo>
                        <a:pt x="48150" y="34184"/>
                      </a:lnTo>
                      <a:lnTo>
                        <a:pt x="47768" y="34454"/>
                      </a:lnTo>
                      <a:lnTo>
                        <a:pt x="47363" y="34724"/>
                      </a:lnTo>
                      <a:lnTo>
                        <a:pt x="46980" y="34971"/>
                      </a:lnTo>
                      <a:lnTo>
                        <a:pt x="46576" y="35241"/>
                      </a:lnTo>
                      <a:lnTo>
                        <a:pt x="46193" y="35489"/>
                      </a:lnTo>
                      <a:lnTo>
                        <a:pt x="45811" y="35758"/>
                      </a:lnTo>
                      <a:lnTo>
                        <a:pt x="45384" y="36006"/>
                      </a:lnTo>
                      <a:lnTo>
                        <a:pt x="45024" y="36253"/>
                      </a:lnTo>
                      <a:lnTo>
                        <a:pt x="44619" y="36523"/>
                      </a:lnTo>
                      <a:lnTo>
                        <a:pt x="44214" y="36770"/>
                      </a:lnTo>
                      <a:lnTo>
                        <a:pt x="43832" y="37018"/>
                      </a:lnTo>
                      <a:lnTo>
                        <a:pt x="43449" y="37265"/>
                      </a:lnTo>
                      <a:lnTo>
                        <a:pt x="43045" y="37513"/>
                      </a:lnTo>
                      <a:lnTo>
                        <a:pt x="42663" y="37760"/>
                      </a:lnTo>
                      <a:lnTo>
                        <a:pt x="42257" y="38007"/>
                      </a:lnTo>
                      <a:lnTo>
                        <a:pt x="41853" y="38255"/>
                      </a:lnTo>
                      <a:lnTo>
                        <a:pt x="41471" y="38502"/>
                      </a:lnTo>
                      <a:lnTo>
                        <a:pt x="41065" y="38727"/>
                      </a:lnTo>
                      <a:lnTo>
                        <a:pt x="40683" y="38952"/>
                      </a:lnTo>
                      <a:lnTo>
                        <a:pt x="40279" y="39177"/>
                      </a:lnTo>
                      <a:lnTo>
                        <a:pt x="39897" y="39402"/>
                      </a:lnTo>
                      <a:lnTo>
                        <a:pt x="39491" y="39627"/>
                      </a:lnTo>
                      <a:lnTo>
                        <a:pt x="39109" y="39852"/>
                      </a:lnTo>
                      <a:lnTo>
                        <a:pt x="38704" y="40076"/>
                      </a:lnTo>
                      <a:lnTo>
                        <a:pt x="38299" y="40301"/>
                      </a:lnTo>
                      <a:lnTo>
                        <a:pt x="37917" y="40526"/>
                      </a:lnTo>
                      <a:lnTo>
                        <a:pt x="37512" y="40751"/>
                      </a:lnTo>
                      <a:lnTo>
                        <a:pt x="37130" y="40954"/>
                      </a:lnTo>
                      <a:lnTo>
                        <a:pt x="36725" y="41178"/>
                      </a:lnTo>
                      <a:lnTo>
                        <a:pt x="36343" y="41403"/>
                      </a:lnTo>
                      <a:lnTo>
                        <a:pt x="35938" y="41628"/>
                      </a:lnTo>
                      <a:lnTo>
                        <a:pt x="35556" y="41831"/>
                      </a:lnTo>
                      <a:lnTo>
                        <a:pt x="35151" y="42056"/>
                      </a:lnTo>
                      <a:lnTo>
                        <a:pt x="34746" y="42280"/>
                      </a:lnTo>
                      <a:lnTo>
                        <a:pt x="34364" y="42505"/>
                      </a:lnTo>
                      <a:lnTo>
                        <a:pt x="33959" y="42708"/>
                      </a:lnTo>
                      <a:lnTo>
                        <a:pt x="33577" y="42933"/>
                      </a:lnTo>
                      <a:lnTo>
                        <a:pt x="33172" y="43158"/>
                      </a:lnTo>
                      <a:lnTo>
                        <a:pt x="32789" y="43382"/>
                      </a:lnTo>
                      <a:lnTo>
                        <a:pt x="32385" y="43607"/>
                      </a:lnTo>
                      <a:lnTo>
                        <a:pt x="31980" y="43855"/>
                      </a:lnTo>
                      <a:lnTo>
                        <a:pt x="31597" y="44080"/>
                      </a:lnTo>
                      <a:lnTo>
                        <a:pt x="31193" y="44327"/>
                      </a:lnTo>
                      <a:lnTo>
                        <a:pt x="30811" y="44574"/>
                      </a:lnTo>
                      <a:lnTo>
                        <a:pt x="30405" y="44822"/>
                      </a:lnTo>
                      <a:lnTo>
                        <a:pt x="30023" y="45069"/>
                      </a:lnTo>
                      <a:lnTo>
                        <a:pt x="29619" y="45339"/>
                      </a:lnTo>
                      <a:lnTo>
                        <a:pt x="29236" y="45609"/>
                      </a:lnTo>
                      <a:lnTo>
                        <a:pt x="28831" y="45901"/>
                      </a:lnTo>
                      <a:lnTo>
                        <a:pt x="28427" y="46194"/>
                      </a:lnTo>
                      <a:lnTo>
                        <a:pt x="28044" y="46486"/>
                      </a:lnTo>
                      <a:lnTo>
                        <a:pt x="27639" y="46801"/>
                      </a:lnTo>
                      <a:lnTo>
                        <a:pt x="27257" y="47116"/>
                      </a:lnTo>
                      <a:lnTo>
                        <a:pt x="26852" y="47431"/>
                      </a:lnTo>
                      <a:lnTo>
                        <a:pt x="26470" y="47768"/>
                      </a:lnTo>
                      <a:lnTo>
                        <a:pt x="26065" y="48105"/>
                      </a:lnTo>
                      <a:lnTo>
                        <a:pt x="25683" y="48465"/>
                      </a:lnTo>
                      <a:lnTo>
                        <a:pt x="25278" y="48825"/>
                      </a:lnTo>
                      <a:lnTo>
                        <a:pt x="24873" y="49185"/>
                      </a:lnTo>
                      <a:lnTo>
                        <a:pt x="24491" y="49567"/>
                      </a:lnTo>
                      <a:lnTo>
                        <a:pt x="24086" y="49949"/>
                      </a:lnTo>
                      <a:lnTo>
                        <a:pt x="23704" y="50332"/>
                      </a:lnTo>
                      <a:lnTo>
                        <a:pt x="23299" y="50737"/>
                      </a:lnTo>
                      <a:lnTo>
                        <a:pt x="22917" y="51141"/>
                      </a:lnTo>
                      <a:lnTo>
                        <a:pt x="22512" y="51546"/>
                      </a:lnTo>
                      <a:lnTo>
                        <a:pt x="22129" y="51973"/>
                      </a:lnTo>
                      <a:lnTo>
                        <a:pt x="21725" y="52401"/>
                      </a:lnTo>
                      <a:lnTo>
                        <a:pt x="21320" y="52828"/>
                      </a:lnTo>
                      <a:lnTo>
                        <a:pt x="20937" y="53278"/>
                      </a:lnTo>
                      <a:lnTo>
                        <a:pt x="20533" y="53728"/>
                      </a:lnTo>
                      <a:lnTo>
                        <a:pt x="20151" y="54177"/>
                      </a:lnTo>
                      <a:lnTo>
                        <a:pt x="19745" y="54627"/>
                      </a:lnTo>
                      <a:lnTo>
                        <a:pt x="19363" y="55099"/>
                      </a:lnTo>
                      <a:lnTo>
                        <a:pt x="18959" y="55572"/>
                      </a:lnTo>
                      <a:lnTo>
                        <a:pt x="18576" y="56044"/>
                      </a:lnTo>
                      <a:lnTo>
                        <a:pt x="18171" y="56516"/>
                      </a:lnTo>
                      <a:lnTo>
                        <a:pt x="17767" y="57011"/>
                      </a:lnTo>
                      <a:lnTo>
                        <a:pt x="17384" y="57506"/>
                      </a:lnTo>
                      <a:lnTo>
                        <a:pt x="16979" y="57978"/>
                      </a:lnTo>
                      <a:lnTo>
                        <a:pt x="16597" y="58495"/>
                      </a:lnTo>
                      <a:lnTo>
                        <a:pt x="16192" y="58990"/>
                      </a:lnTo>
                      <a:lnTo>
                        <a:pt x="15810" y="59485"/>
                      </a:lnTo>
                      <a:lnTo>
                        <a:pt x="15405" y="60002"/>
                      </a:lnTo>
                      <a:lnTo>
                        <a:pt x="15000" y="60497"/>
                      </a:lnTo>
                      <a:lnTo>
                        <a:pt x="14618" y="61014"/>
                      </a:lnTo>
                      <a:lnTo>
                        <a:pt x="14213" y="61531"/>
                      </a:lnTo>
                      <a:lnTo>
                        <a:pt x="13831" y="62049"/>
                      </a:lnTo>
                      <a:lnTo>
                        <a:pt x="13426" y="62566"/>
                      </a:lnTo>
                      <a:lnTo>
                        <a:pt x="13044" y="63083"/>
                      </a:lnTo>
                      <a:lnTo>
                        <a:pt x="12639" y="63601"/>
                      </a:lnTo>
                      <a:lnTo>
                        <a:pt x="12257" y="64140"/>
                      </a:lnTo>
                      <a:lnTo>
                        <a:pt x="11852" y="64658"/>
                      </a:lnTo>
                      <a:lnTo>
                        <a:pt x="11447" y="65197"/>
                      </a:lnTo>
                      <a:lnTo>
                        <a:pt x="11065" y="65715"/>
                      </a:lnTo>
                      <a:lnTo>
                        <a:pt x="10660" y="66254"/>
                      </a:lnTo>
                      <a:lnTo>
                        <a:pt x="10277" y="66772"/>
                      </a:lnTo>
                      <a:lnTo>
                        <a:pt x="9873" y="67311"/>
                      </a:lnTo>
                      <a:lnTo>
                        <a:pt x="9491" y="67851"/>
                      </a:lnTo>
                      <a:lnTo>
                        <a:pt x="9085" y="68391"/>
                      </a:lnTo>
                      <a:lnTo>
                        <a:pt x="8703" y="68931"/>
                      </a:lnTo>
                      <a:lnTo>
                        <a:pt x="8299" y="69448"/>
                      </a:lnTo>
                      <a:lnTo>
                        <a:pt x="7893" y="69988"/>
                      </a:lnTo>
                      <a:lnTo>
                        <a:pt x="7511" y="70527"/>
                      </a:lnTo>
                      <a:lnTo>
                        <a:pt x="7107" y="71067"/>
                      </a:lnTo>
                      <a:lnTo>
                        <a:pt x="6724" y="71607"/>
                      </a:lnTo>
                      <a:lnTo>
                        <a:pt x="6319" y="72147"/>
                      </a:lnTo>
                      <a:lnTo>
                        <a:pt x="5937" y="72686"/>
                      </a:lnTo>
                      <a:lnTo>
                        <a:pt x="5532" y="73249"/>
                      </a:lnTo>
                      <a:lnTo>
                        <a:pt x="5150" y="73788"/>
                      </a:lnTo>
                      <a:lnTo>
                        <a:pt x="4745" y="74328"/>
                      </a:lnTo>
                      <a:lnTo>
                        <a:pt x="4340" y="74868"/>
                      </a:lnTo>
                      <a:lnTo>
                        <a:pt x="3958" y="75408"/>
                      </a:lnTo>
                      <a:lnTo>
                        <a:pt x="3553" y="75970"/>
                      </a:lnTo>
                      <a:lnTo>
                        <a:pt x="3171" y="76510"/>
                      </a:lnTo>
                      <a:lnTo>
                        <a:pt x="2766" y="77072"/>
                      </a:lnTo>
                      <a:lnTo>
                        <a:pt x="2383" y="77612"/>
                      </a:lnTo>
                      <a:lnTo>
                        <a:pt x="1979" y="78174"/>
                      </a:lnTo>
                      <a:lnTo>
                        <a:pt x="1574" y="78714"/>
                      </a:lnTo>
                      <a:lnTo>
                        <a:pt x="1191" y="79276"/>
                      </a:lnTo>
                      <a:lnTo>
                        <a:pt x="787" y="79838"/>
                      </a:lnTo>
                      <a:lnTo>
                        <a:pt x="405" y="80378"/>
                      </a:lnTo>
                      <a:lnTo>
                        <a:pt x="0" y="80940"/>
                      </a:lnTo>
                      <a:lnTo>
                        <a:pt x="0" y="90318"/>
                      </a:lnTo>
                      <a:lnTo>
                        <a:pt x="405" y="89846"/>
                      </a:lnTo>
                      <a:lnTo>
                        <a:pt x="787" y="89374"/>
                      </a:lnTo>
                      <a:lnTo>
                        <a:pt x="1191" y="88879"/>
                      </a:lnTo>
                      <a:lnTo>
                        <a:pt x="1574" y="88407"/>
                      </a:lnTo>
                      <a:lnTo>
                        <a:pt x="1979" y="87934"/>
                      </a:lnTo>
                      <a:lnTo>
                        <a:pt x="2383" y="87462"/>
                      </a:lnTo>
                      <a:lnTo>
                        <a:pt x="2766" y="86990"/>
                      </a:lnTo>
                      <a:lnTo>
                        <a:pt x="3171" y="86517"/>
                      </a:lnTo>
                      <a:lnTo>
                        <a:pt x="3553" y="86045"/>
                      </a:lnTo>
                      <a:lnTo>
                        <a:pt x="3958" y="85573"/>
                      </a:lnTo>
                      <a:lnTo>
                        <a:pt x="4340" y="85101"/>
                      </a:lnTo>
                      <a:lnTo>
                        <a:pt x="4745" y="84628"/>
                      </a:lnTo>
                      <a:lnTo>
                        <a:pt x="5150" y="84156"/>
                      </a:lnTo>
                      <a:lnTo>
                        <a:pt x="5532" y="83706"/>
                      </a:lnTo>
                      <a:lnTo>
                        <a:pt x="5937" y="83234"/>
                      </a:lnTo>
                      <a:lnTo>
                        <a:pt x="6319" y="82762"/>
                      </a:lnTo>
                      <a:lnTo>
                        <a:pt x="6724" y="82289"/>
                      </a:lnTo>
                      <a:lnTo>
                        <a:pt x="7107" y="81840"/>
                      </a:lnTo>
                      <a:lnTo>
                        <a:pt x="7511" y="81367"/>
                      </a:lnTo>
                      <a:lnTo>
                        <a:pt x="7893" y="80918"/>
                      </a:lnTo>
                      <a:lnTo>
                        <a:pt x="8299" y="80445"/>
                      </a:lnTo>
                      <a:lnTo>
                        <a:pt x="8703" y="79995"/>
                      </a:lnTo>
                      <a:lnTo>
                        <a:pt x="9085" y="79523"/>
                      </a:lnTo>
                      <a:lnTo>
                        <a:pt x="9491" y="79073"/>
                      </a:lnTo>
                      <a:lnTo>
                        <a:pt x="9873" y="78624"/>
                      </a:lnTo>
                      <a:lnTo>
                        <a:pt x="10277" y="78151"/>
                      </a:lnTo>
                      <a:lnTo>
                        <a:pt x="10660" y="77702"/>
                      </a:lnTo>
                      <a:lnTo>
                        <a:pt x="11065" y="77252"/>
                      </a:lnTo>
                      <a:lnTo>
                        <a:pt x="11447" y="76802"/>
                      </a:lnTo>
                      <a:lnTo>
                        <a:pt x="11852" y="76352"/>
                      </a:lnTo>
                      <a:lnTo>
                        <a:pt x="12257" y="75902"/>
                      </a:lnTo>
                      <a:lnTo>
                        <a:pt x="12639" y="75453"/>
                      </a:lnTo>
                      <a:lnTo>
                        <a:pt x="13044" y="75003"/>
                      </a:lnTo>
                      <a:lnTo>
                        <a:pt x="13426" y="74553"/>
                      </a:lnTo>
                      <a:lnTo>
                        <a:pt x="13831" y="74126"/>
                      </a:lnTo>
                      <a:lnTo>
                        <a:pt x="14213" y="73676"/>
                      </a:lnTo>
                      <a:lnTo>
                        <a:pt x="14618" y="73249"/>
                      </a:lnTo>
                      <a:lnTo>
                        <a:pt x="15000" y="72799"/>
                      </a:lnTo>
                      <a:lnTo>
                        <a:pt x="15405" y="72371"/>
                      </a:lnTo>
                      <a:lnTo>
                        <a:pt x="15810" y="71944"/>
                      </a:lnTo>
                      <a:lnTo>
                        <a:pt x="16192" y="71517"/>
                      </a:lnTo>
                      <a:lnTo>
                        <a:pt x="16597" y="71112"/>
                      </a:lnTo>
                      <a:lnTo>
                        <a:pt x="16979" y="70685"/>
                      </a:lnTo>
                      <a:lnTo>
                        <a:pt x="17384" y="70280"/>
                      </a:lnTo>
                      <a:lnTo>
                        <a:pt x="17767" y="69853"/>
                      </a:lnTo>
                      <a:lnTo>
                        <a:pt x="18171" y="69448"/>
                      </a:lnTo>
                      <a:lnTo>
                        <a:pt x="18576" y="69043"/>
                      </a:lnTo>
                      <a:lnTo>
                        <a:pt x="18959" y="68638"/>
                      </a:lnTo>
                      <a:lnTo>
                        <a:pt x="19363" y="68256"/>
                      </a:lnTo>
                      <a:lnTo>
                        <a:pt x="19745" y="67851"/>
                      </a:lnTo>
                      <a:lnTo>
                        <a:pt x="20151" y="67469"/>
                      </a:lnTo>
                      <a:lnTo>
                        <a:pt x="20533" y="67086"/>
                      </a:lnTo>
                      <a:lnTo>
                        <a:pt x="20937" y="66727"/>
                      </a:lnTo>
                      <a:lnTo>
                        <a:pt x="21320" y="66344"/>
                      </a:lnTo>
                      <a:lnTo>
                        <a:pt x="21725" y="65984"/>
                      </a:lnTo>
                      <a:lnTo>
                        <a:pt x="22129" y="65625"/>
                      </a:lnTo>
                      <a:lnTo>
                        <a:pt x="22512" y="65287"/>
                      </a:lnTo>
                      <a:lnTo>
                        <a:pt x="22917" y="64927"/>
                      </a:lnTo>
                      <a:lnTo>
                        <a:pt x="23299" y="64590"/>
                      </a:lnTo>
                      <a:lnTo>
                        <a:pt x="23704" y="64275"/>
                      </a:lnTo>
                      <a:lnTo>
                        <a:pt x="24086" y="63960"/>
                      </a:lnTo>
                      <a:lnTo>
                        <a:pt x="24491" y="63646"/>
                      </a:lnTo>
                      <a:lnTo>
                        <a:pt x="24873" y="63331"/>
                      </a:lnTo>
                      <a:lnTo>
                        <a:pt x="25278" y="63038"/>
                      </a:lnTo>
                      <a:lnTo>
                        <a:pt x="25683" y="62746"/>
                      </a:lnTo>
                      <a:lnTo>
                        <a:pt x="26065" y="62454"/>
                      </a:lnTo>
                      <a:lnTo>
                        <a:pt x="26470" y="62184"/>
                      </a:lnTo>
                      <a:lnTo>
                        <a:pt x="26852" y="61936"/>
                      </a:lnTo>
                      <a:lnTo>
                        <a:pt x="27257" y="61666"/>
                      </a:lnTo>
                      <a:lnTo>
                        <a:pt x="27639" y="61442"/>
                      </a:lnTo>
                      <a:lnTo>
                        <a:pt x="28044" y="61194"/>
                      </a:lnTo>
                      <a:lnTo>
                        <a:pt x="28427" y="60969"/>
                      </a:lnTo>
                      <a:lnTo>
                        <a:pt x="28831" y="60767"/>
                      </a:lnTo>
                      <a:lnTo>
                        <a:pt x="29236" y="60564"/>
                      </a:lnTo>
                      <a:lnTo>
                        <a:pt x="29619" y="60385"/>
                      </a:lnTo>
                      <a:lnTo>
                        <a:pt x="30023" y="60205"/>
                      </a:lnTo>
                      <a:lnTo>
                        <a:pt x="30405" y="60047"/>
                      </a:lnTo>
                      <a:lnTo>
                        <a:pt x="30811" y="59890"/>
                      </a:lnTo>
                      <a:lnTo>
                        <a:pt x="31193" y="59755"/>
                      </a:lnTo>
                      <a:lnTo>
                        <a:pt x="31597" y="59620"/>
                      </a:lnTo>
                      <a:lnTo>
                        <a:pt x="31980" y="59485"/>
                      </a:lnTo>
                      <a:lnTo>
                        <a:pt x="32385" y="59372"/>
                      </a:lnTo>
                      <a:lnTo>
                        <a:pt x="32789" y="59260"/>
                      </a:lnTo>
                      <a:lnTo>
                        <a:pt x="33172" y="59148"/>
                      </a:lnTo>
                      <a:lnTo>
                        <a:pt x="33577" y="59058"/>
                      </a:lnTo>
                      <a:lnTo>
                        <a:pt x="33959" y="58968"/>
                      </a:lnTo>
                      <a:lnTo>
                        <a:pt x="34364" y="58878"/>
                      </a:lnTo>
                      <a:lnTo>
                        <a:pt x="34746" y="58810"/>
                      </a:lnTo>
                      <a:lnTo>
                        <a:pt x="35151" y="58720"/>
                      </a:lnTo>
                      <a:lnTo>
                        <a:pt x="35556" y="58653"/>
                      </a:lnTo>
                      <a:lnTo>
                        <a:pt x="35938" y="58585"/>
                      </a:lnTo>
                      <a:lnTo>
                        <a:pt x="36343" y="58540"/>
                      </a:lnTo>
                      <a:lnTo>
                        <a:pt x="36725" y="58473"/>
                      </a:lnTo>
                      <a:lnTo>
                        <a:pt x="37130" y="58428"/>
                      </a:lnTo>
                      <a:lnTo>
                        <a:pt x="37512" y="58360"/>
                      </a:lnTo>
                      <a:lnTo>
                        <a:pt x="37917" y="58315"/>
                      </a:lnTo>
                      <a:lnTo>
                        <a:pt x="38299" y="58271"/>
                      </a:lnTo>
                      <a:lnTo>
                        <a:pt x="38704" y="58226"/>
                      </a:lnTo>
                      <a:lnTo>
                        <a:pt x="39109" y="58181"/>
                      </a:lnTo>
                      <a:lnTo>
                        <a:pt x="39491" y="58136"/>
                      </a:lnTo>
                      <a:lnTo>
                        <a:pt x="39897" y="58091"/>
                      </a:lnTo>
                      <a:lnTo>
                        <a:pt x="40279" y="58046"/>
                      </a:lnTo>
                      <a:lnTo>
                        <a:pt x="40683" y="58001"/>
                      </a:lnTo>
                      <a:lnTo>
                        <a:pt x="41065" y="57956"/>
                      </a:lnTo>
                      <a:lnTo>
                        <a:pt x="41471" y="57911"/>
                      </a:lnTo>
                      <a:lnTo>
                        <a:pt x="41853" y="57843"/>
                      </a:lnTo>
                      <a:lnTo>
                        <a:pt x="42257" y="57798"/>
                      </a:lnTo>
                      <a:lnTo>
                        <a:pt x="42663" y="57731"/>
                      </a:lnTo>
                      <a:lnTo>
                        <a:pt x="43045" y="57686"/>
                      </a:lnTo>
                      <a:lnTo>
                        <a:pt x="43449" y="57618"/>
                      </a:lnTo>
                      <a:lnTo>
                        <a:pt x="43832" y="57551"/>
                      </a:lnTo>
                      <a:lnTo>
                        <a:pt x="44214" y="57483"/>
                      </a:lnTo>
                      <a:lnTo>
                        <a:pt x="44619" y="57416"/>
                      </a:lnTo>
                      <a:lnTo>
                        <a:pt x="45024" y="57326"/>
                      </a:lnTo>
                      <a:lnTo>
                        <a:pt x="45384" y="57258"/>
                      </a:lnTo>
                      <a:lnTo>
                        <a:pt x="45811" y="57191"/>
                      </a:lnTo>
                      <a:lnTo>
                        <a:pt x="46193" y="57101"/>
                      </a:lnTo>
                      <a:lnTo>
                        <a:pt x="46576" y="57011"/>
                      </a:lnTo>
                      <a:lnTo>
                        <a:pt x="46980" y="56921"/>
                      </a:lnTo>
                      <a:lnTo>
                        <a:pt x="47363" y="56831"/>
                      </a:lnTo>
                      <a:lnTo>
                        <a:pt x="47768" y="56719"/>
                      </a:lnTo>
                      <a:lnTo>
                        <a:pt x="48150" y="56606"/>
                      </a:lnTo>
                      <a:lnTo>
                        <a:pt x="48555" y="56494"/>
                      </a:lnTo>
                      <a:lnTo>
                        <a:pt x="48959" y="56381"/>
                      </a:lnTo>
                      <a:lnTo>
                        <a:pt x="49342" y="56269"/>
                      </a:lnTo>
                      <a:lnTo>
                        <a:pt x="49747" y="56134"/>
                      </a:lnTo>
                      <a:lnTo>
                        <a:pt x="50129" y="56022"/>
                      </a:lnTo>
                      <a:lnTo>
                        <a:pt x="50534" y="55887"/>
                      </a:lnTo>
                      <a:lnTo>
                        <a:pt x="50916" y="55752"/>
                      </a:lnTo>
                      <a:lnTo>
                        <a:pt x="51321" y="55617"/>
                      </a:lnTo>
                      <a:lnTo>
                        <a:pt x="51704" y="55459"/>
                      </a:lnTo>
                      <a:lnTo>
                        <a:pt x="52108" y="55324"/>
                      </a:lnTo>
                      <a:lnTo>
                        <a:pt x="52513" y="55167"/>
                      </a:lnTo>
                      <a:lnTo>
                        <a:pt x="52895" y="55010"/>
                      </a:lnTo>
                      <a:lnTo>
                        <a:pt x="53300" y="54852"/>
                      </a:lnTo>
                      <a:lnTo>
                        <a:pt x="53682" y="54672"/>
                      </a:lnTo>
                      <a:lnTo>
                        <a:pt x="54087" y="54515"/>
                      </a:lnTo>
                      <a:lnTo>
                        <a:pt x="54470" y="54335"/>
                      </a:lnTo>
                      <a:lnTo>
                        <a:pt x="54874" y="54155"/>
                      </a:lnTo>
                      <a:lnTo>
                        <a:pt x="55257" y="53975"/>
                      </a:lnTo>
                      <a:lnTo>
                        <a:pt x="55662" y="53795"/>
                      </a:lnTo>
                      <a:lnTo>
                        <a:pt x="56066" y="53615"/>
                      </a:lnTo>
                      <a:lnTo>
                        <a:pt x="56449" y="53413"/>
                      </a:lnTo>
                      <a:lnTo>
                        <a:pt x="56853" y="53233"/>
                      </a:lnTo>
                      <a:lnTo>
                        <a:pt x="57236" y="53030"/>
                      </a:lnTo>
                      <a:lnTo>
                        <a:pt x="57641" y="52828"/>
                      </a:lnTo>
                      <a:lnTo>
                        <a:pt x="58023" y="52626"/>
                      </a:lnTo>
                      <a:lnTo>
                        <a:pt x="58428" y="52401"/>
                      </a:lnTo>
                      <a:lnTo>
                        <a:pt x="58810" y="52198"/>
                      </a:lnTo>
                      <a:lnTo>
                        <a:pt x="59215" y="51973"/>
                      </a:lnTo>
                      <a:lnTo>
                        <a:pt x="59619" y="51749"/>
                      </a:lnTo>
                      <a:lnTo>
                        <a:pt x="60002" y="51524"/>
                      </a:lnTo>
                      <a:lnTo>
                        <a:pt x="60407" y="51299"/>
                      </a:lnTo>
                      <a:lnTo>
                        <a:pt x="60789" y="51051"/>
                      </a:lnTo>
                      <a:lnTo>
                        <a:pt x="61194" y="50826"/>
                      </a:lnTo>
                      <a:lnTo>
                        <a:pt x="61576" y="50579"/>
                      </a:lnTo>
                      <a:lnTo>
                        <a:pt x="61981" y="50332"/>
                      </a:lnTo>
                      <a:lnTo>
                        <a:pt x="62364" y="50084"/>
                      </a:lnTo>
                      <a:lnTo>
                        <a:pt x="62768" y="49837"/>
                      </a:lnTo>
                      <a:lnTo>
                        <a:pt x="63173" y="49590"/>
                      </a:lnTo>
                      <a:lnTo>
                        <a:pt x="63555" y="49320"/>
                      </a:lnTo>
                      <a:lnTo>
                        <a:pt x="63960" y="49072"/>
                      </a:lnTo>
                      <a:lnTo>
                        <a:pt x="64342" y="48825"/>
                      </a:lnTo>
                      <a:lnTo>
                        <a:pt x="64747" y="48555"/>
                      </a:lnTo>
                      <a:lnTo>
                        <a:pt x="65130" y="48308"/>
                      </a:lnTo>
                      <a:lnTo>
                        <a:pt x="65534" y="48038"/>
                      </a:lnTo>
                      <a:lnTo>
                        <a:pt x="65939" y="47768"/>
                      </a:lnTo>
                      <a:lnTo>
                        <a:pt x="66322" y="47498"/>
                      </a:lnTo>
                      <a:lnTo>
                        <a:pt x="66726" y="47251"/>
                      </a:lnTo>
                      <a:lnTo>
                        <a:pt x="67109" y="46981"/>
                      </a:lnTo>
                      <a:lnTo>
                        <a:pt x="67513" y="46711"/>
                      </a:lnTo>
                      <a:lnTo>
                        <a:pt x="67896" y="46441"/>
                      </a:lnTo>
                      <a:lnTo>
                        <a:pt x="68301" y="46149"/>
                      </a:lnTo>
                      <a:lnTo>
                        <a:pt x="68683" y="45879"/>
                      </a:lnTo>
                      <a:lnTo>
                        <a:pt x="69088" y="45609"/>
                      </a:lnTo>
                      <a:lnTo>
                        <a:pt x="69493" y="45317"/>
                      </a:lnTo>
                      <a:lnTo>
                        <a:pt x="69875" y="45047"/>
                      </a:lnTo>
                      <a:lnTo>
                        <a:pt x="70280" y="44754"/>
                      </a:lnTo>
                      <a:lnTo>
                        <a:pt x="70662" y="44484"/>
                      </a:lnTo>
                      <a:lnTo>
                        <a:pt x="71067" y="44192"/>
                      </a:lnTo>
                      <a:lnTo>
                        <a:pt x="71449" y="43922"/>
                      </a:lnTo>
                      <a:lnTo>
                        <a:pt x="71854" y="43630"/>
                      </a:lnTo>
                      <a:lnTo>
                        <a:pt x="72236" y="43337"/>
                      </a:lnTo>
                      <a:lnTo>
                        <a:pt x="72641" y="43045"/>
                      </a:lnTo>
                      <a:lnTo>
                        <a:pt x="73046" y="42753"/>
                      </a:lnTo>
                      <a:lnTo>
                        <a:pt x="73428" y="42460"/>
                      </a:lnTo>
                      <a:lnTo>
                        <a:pt x="73833" y="42168"/>
                      </a:lnTo>
                      <a:lnTo>
                        <a:pt x="74216" y="41876"/>
                      </a:lnTo>
                      <a:lnTo>
                        <a:pt x="74620" y="41583"/>
                      </a:lnTo>
                      <a:lnTo>
                        <a:pt x="75002" y="41291"/>
                      </a:lnTo>
                      <a:lnTo>
                        <a:pt x="75407" y="40976"/>
                      </a:lnTo>
                      <a:lnTo>
                        <a:pt x="75790" y="40684"/>
                      </a:lnTo>
                      <a:lnTo>
                        <a:pt x="76194" y="40391"/>
                      </a:lnTo>
                      <a:lnTo>
                        <a:pt x="76599" y="40099"/>
                      </a:lnTo>
                      <a:lnTo>
                        <a:pt x="76982" y="39807"/>
                      </a:lnTo>
                      <a:lnTo>
                        <a:pt x="77386" y="39514"/>
                      </a:lnTo>
                      <a:lnTo>
                        <a:pt x="77769" y="39222"/>
                      </a:lnTo>
                      <a:lnTo>
                        <a:pt x="78173" y="38929"/>
                      </a:lnTo>
                      <a:lnTo>
                        <a:pt x="78556" y="38637"/>
                      </a:lnTo>
                      <a:lnTo>
                        <a:pt x="78961" y="38345"/>
                      </a:lnTo>
                      <a:lnTo>
                        <a:pt x="79343" y="38052"/>
                      </a:lnTo>
                      <a:lnTo>
                        <a:pt x="79748" y="37760"/>
                      </a:lnTo>
                      <a:lnTo>
                        <a:pt x="80153" y="37468"/>
                      </a:lnTo>
                      <a:lnTo>
                        <a:pt x="80535" y="37175"/>
                      </a:lnTo>
                      <a:lnTo>
                        <a:pt x="80940" y="36883"/>
                      </a:lnTo>
                      <a:lnTo>
                        <a:pt x="81322" y="36613"/>
                      </a:lnTo>
                      <a:lnTo>
                        <a:pt x="81727" y="36321"/>
                      </a:lnTo>
                      <a:lnTo>
                        <a:pt x="82109" y="36028"/>
                      </a:lnTo>
                      <a:lnTo>
                        <a:pt x="82514" y="35758"/>
                      </a:lnTo>
                      <a:lnTo>
                        <a:pt x="82919" y="35489"/>
                      </a:lnTo>
                      <a:lnTo>
                        <a:pt x="83301" y="35196"/>
                      </a:lnTo>
                      <a:lnTo>
                        <a:pt x="83706" y="34926"/>
                      </a:lnTo>
                      <a:lnTo>
                        <a:pt x="84088" y="34656"/>
                      </a:lnTo>
                      <a:lnTo>
                        <a:pt x="84493" y="34364"/>
                      </a:lnTo>
                      <a:lnTo>
                        <a:pt x="84876" y="34094"/>
                      </a:lnTo>
                      <a:lnTo>
                        <a:pt x="85280" y="33824"/>
                      </a:lnTo>
                      <a:lnTo>
                        <a:pt x="85662" y="33554"/>
                      </a:lnTo>
                      <a:lnTo>
                        <a:pt x="86067" y="33307"/>
                      </a:lnTo>
                      <a:lnTo>
                        <a:pt x="86472" y="33037"/>
                      </a:lnTo>
                      <a:lnTo>
                        <a:pt x="86854" y="32767"/>
                      </a:lnTo>
                      <a:lnTo>
                        <a:pt x="87259" y="32520"/>
                      </a:lnTo>
                      <a:lnTo>
                        <a:pt x="87642" y="32273"/>
                      </a:lnTo>
                      <a:lnTo>
                        <a:pt x="88047" y="32025"/>
                      </a:lnTo>
                      <a:lnTo>
                        <a:pt x="88429" y="31778"/>
                      </a:lnTo>
                      <a:lnTo>
                        <a:pt x="88834" y="31530"/>
                      </a:lnTo>
                      <a:lnTo>
                        <a:pt x="89216" y="31306"/>
                      </a:lnTo>
                      <a:lnTo>
                        <a:pt x="89621" y="31081"/>
                      </a:lnTo>
                      <a:lnTo>
                        <a:pt x="90025" y="30856"/>
                      </a:lnTo>
                      <a:lnTo>
                        <a:pt x="90408" y="30631"/>
                      </a:lnTo>
                      <a:lnTo>
                        <a:pt x="90813" y="30406"/>
                      </a:lnTo>
                      <a:lnTo>
                        <a:pt x="91195" y="30204"/>
                      </a:lnTo>
                      <a:lnTo>
                        <a:pt x="91600" y="29979"/>
                      </a:lnTo>
                      <a:lnTo>
                        <a:pt x="91982" y="29799"/>
                      </a:lnTo>
                      <a:lnTo>
                        <a:pt x="92387" y="29596"/>
                      </a:lnTo>
                      <a:lnTo>
                        <a:pt x="92770" y="29394"/>
                      </a:lnTo>
                      <a:lnTo>
                        <a:pt x="93174" y="29214"/>
                      </a:lnTo>
                      <a:lnTo>
                        <a:pt x="93579" y="29034"/>
                      </a:lnTo>
                      <a:lnTo>
                        <a:pt x="93961" y="28877"/>
                      </a:lnTo>
                      <a:lnTo>
                        <a:pt x="94366" y="28719"/>
                      </a:lnTo>
                      <a:lnTo>
                        <a:pt x="94748" y="28562"/>
                      </a:lnTo>
                      <a:lnTo>
                        <a:pt x="95153" y="28427"/>
                      </a:lnTo>
                      <a:lnTo>
                        <a:pt x="95536" y="28292"/>
                      </a:lnTo>
                      <a:lnTo>
                        <a:pt x="95940" y="28179"/>
                      </a:lnTo>
                      <a:lnTo>
                        <a:pt x="96345" y="28045"/>
                      </a:lnTo>
                      <a:lnTo>
                        <a:pt x="96727" y="27955"/>
                      </a:lnTo>
                      <a:lnTo>
                        <a:pt x="97132" y="27865"/>
                      </a:lnTo>
                      <a:lnTo>
                        <a:pt x="97515" y="27775"/>
                      </a:lnTo>
                      <a:lnTo>
                        <a:pt x="97919" y="27707"/>
                      </a:lnTo>
                      <a:lnTo>
                        <a:pt x="98302" y="27662"/>
                      </a:lnTo>
                      <a:lnTo>
                        <a:pt x="98707" y="27617"/>
                      </a:lnTo>
                      <a:lnTo>
                        <a:pt x="99089" y="27595"/>
                      </a:lnTo>
                      <a:lnTo>
                        <a:pt x="99494" y="27572"/>
                      </a:lnTo>
                      <a:lnTo>
                        <a:pt x="99899" y="27572"/>
                      </a:lnTo>
                      <a:lnTo>
                        <a:pt x="100281" y="27595"/>
                      </a:lnTo>
                      <a:lnTo>
                        <a:pt x="100685" y="27617"/>
                      </a:lnTo>
                      <a:lnTo>
                        <a:pt x="101068" y="27662"/>
                      </a:lnTo>
                      <a:lnTo>
                        <a:pt x="101473" y="27730"/>
                      </a:lnTo>
                      <a:lnTo>
                        <a:pt x="101855" y="27820"/>
                      </a:lnTo>
                      <a:lnTo>
                        <a:pt x="102260" y="27932"/>
                      </a:lnTo>
                      <a:lnTo>
                        <a:pt x="102642" y="28045"/>
                      </a:lnTo>
                      <a:lnTo>
                        <a:pt x="103047" y="28179"/>
                      </a:lnTo>
                      <a:lnTo>
                        <a:pt x="103452" y="28337"/>
                      </a:lnTo>
                      <a:lnTo>
                        <a:pt x="103834" y="28517"/>
                      </a:lnTo>
                      <a:lnTo>
                        <a:pt x="104239" y="28719"/>
                      </a:lnTo>
                      <a:lnTo>
                        <a:pt x="104621" y="28944"/>
                      </a:lnTo>
                      <a:lnTo>
                        <a:pt x="105026" y="29169"/>
                      </a:lnTo>
                      <a:lnTo>
                        <a:pt x="105408" y="29416"/>
                      </a:lnTo>
                      <a:lnTo>
                        <a:pt x="105813" y="29686"/>
                      </a:lnTo>
                      <a:lnTo>
                        <a:pt x="106196" y="29979"/>
                      </a:lnTo>
                      <a:lnTo>
                        <a:pt x="106600" y="30293"/>
                      </a:lnTo>
                      <a:lnTo>
                        <a:pt x="107005" y="30631"/>
                      </a:lnTo>
                      <a:lnTo>
                        <a:pt x="107388" y="30991"/>
                      </a:lnTo>
                      <a:lnTo>
                        <a:pt x="107792" y="31373"/>
                      </a:lnTo>
                      <a:lnTo>
                        <a:pt x="108175" y="31778"/>
                      </a:lnTo>
                      <a:lnTo>
                        <a:pt x="108579" y="32205"/>
                      </a:lnTo>
                      <a:lnTo>
                        <a:pt x="108962" y="32655"/>
                      </a:lnTo>
                      <a:lnTo>
                        <a:pt x="109367" y="33127"/>
                      </a:lnTo>
                      <a:lnTo>
                        <a:pt x="109749" y="33622"/>
                      </a:lnTo>
                      <a:lnTo>
                        <a:pt x="110154" y="34139"/>
                      </a:lnTo>
                      <a:lnTo>
                        <a:pt x="110559" y="34679"/>
                      </a:lnTo>
                      <a:lnTo>
                        <a:pt x="110941" y="35264"/>
                      </a:lnTo>
                      <a:lnTo>
                        <a:pt x="111345" y="35848"/>
                      </a:lnTo>
                      <a:lnTo>
                        <a:pt x="111728" y="36478"/>
                      </a:lnTo>
                      <a:lnTo>
                        <a:pt x="112133" y="37130"/>
                      </a:lnTo>
                      <a:lnTo>
                        <a:pt x="112515" y="37805"/>
                      </a:lnTo>
                      <a:lnTo>
                        <a:pt x="112920" y="38502"/>
                      </a:lnTo>
                      <a:lnTo>
                        <a:pt x="113325" y="39244"/>
                      </a:lnTo>
                      <a:lnTo>
                        <a:pt x="113707" y="40009"/>
                      </a:lnTo>
                      <a:lnTo>
                        <a:pt x="114112" y="40796"/>
                      </a:lnTo>
                      <a:lnTo>
                        <a:pt x="114494" y="41606"/>
                      </a:lnTo>
                      <a:lnTo>
                        <a:pt x="114899" y="42460"/>
                      </a:lnTo>
                      <a:lnTo>
                        <a:pt x="115281" y="43337"/>
                      </a:lnTo>
                      <a:lnTo>
                        <a:pt x="115686" y="44237"/>
                      </a:lnTo>
                      <a:lnTo>
                        <a:pt x="116068" y="45159"/>
                      </a:lnTo>
                      <a:lnTo>
                        <a:pt x="116473" y="46126"/>
                      </a:lnTo>
                      <a:lnTo>
                        <a:pt x="116878" y="47116"/>
                      </a:lnTo>
                      <a:lnTo>
                        <a:pt x="117260" y="48128"/>
                      </a:lnTo>
                      <a:lnTo>
                        <a:pt x="117665" y="49185"/>
                      </a:lnTo>
                      <a:lnTo>
                        <a:pt x="118048" y="50242"/>
                      </a:lnTo>
                      <a:lnTo>
                        <a:pt x="118452" y="51366"/>
                      </a:lnTo>
                      <a:lnTo>
                        <a:pt x="118835" y="52491"/>
                      </a:lnTo>
                      <a:lnTo>
                        <a:pt x="119239" y="53660"/>
                      </a:lnTo>
                      <a:lnTo>
                        <a:pt x="119622" y="54852"/>
                      </a:lnTo>
                      <a:lnTo>
                        <a:pt x="120027" y="56067"/>
                      </a:lnTo>
                      <a:lnTo>
                        <a:pt x="120431" y="57326"/>
                      </a:lnTo>
                      <a:lnTo>
                        <a:pt x="120814" y="58608"/>
                      </a:lnTo>
                      <a:lnTo>
                        <a:pt x="121219" y="59912"/>
                      </a:lnTo>
                      <a:lnTo>
                        <a:pt x="121601" y="61262"/>
                      </a:lnTo>
                      <a:lnTo>
                        <a:pt x="122006" y="62633"/>
                      </a:lnTo>
                      <a:lnTo>
                        <a:pt x="122388" y="64028"/>
                      </a:lnTo>
                      <a:lnTo>
                        <a:pt x="122793" y="65445"/>
                      </a:lnTo>
                      <a:lnTo>
                        <a:pt x="123175" y="66907"/>
                      </a:lnTo>
                      <a:lnTo>
                        <a:pt x="123580" y="68391"/>
                      </a:lnTo>
                      <a:lnTo>
                        <a:pt x="123985" y="69898"/>
                      </a:lnTo>
                      <a:lnTo>
                        <a:pt x="124367" y="71427"/>
                      </a:lnTo>
                      <a:lnTo>
                        <a:pt x="124772" y="73001"/>
                      </a:lnTo>
                      <a:lnTo>
                        <a:pt x="125154" y="74575"/>
                      </a:lnTo>
                      <a:lnTo>
                        <a:pt x="125559" y="76195"/>
                      </a:lnTo>
                      <a:lnTo>
                        <a:pt x="125942" y="77836"/>
                      </a:lnTo>
                      <a:lnTo>
                        <a:pt x="126346" y="79523"/>
                      </a:lnTo>
                      <a:lnTo>
                        <a:pt x="126751" y="81210"/>
                      </a:lnTo>
                      <a:lnTo>
                        <a:pt x="127133" y="82942"/>
                      </a:lnTo>
                      <a:lnTo>
                        <a:pt x="127538" y="84673"/>
                      </a:lnTo>
                      <a:lnTo>
                        <a:pt x="127920" y="86450"/>
                      </a:lnTo>
                      <a:lnTo>
                        <a:pt x="128325" y="88249"/>
                      </a:lnTo>
                      <a:lnTo>
                        <a:pt x="128708" y="90071"/>
                      </a:lnTo>
                      <a:lnTo>
                        <a:pt x="129113" y="91915"/>
                      </a:lnTo>
                      <a:lnTo>
                        <a:pt x="129495" y="93759"/>
                      </a:lnTo>
                      <a:lnTo>
                        <a:pt x="129899" y="95648"/>
                      </a:lnTo>
                      <a:lnTo>
                        <a:pt x="130305" y="97560"/>
                      </a:lnTo>
                      <a:lnTo>
                        <a:pt x="130687" y="99494"/>
                      </a:lnTo>
                      <a:lnTo>
                        <a:pt x="131091" y="101473"/>
                      </a:lnTo>
                      <a:lnTo>
                        <a:pt x="131474" y="103452"/>
                      </a:lnTo>
                      <a:lnTo>
                        <a:pt x="131879" y="105454"/>
                      </a:lnTo>
                      <a:lnTo>
                        <a:pt x="132261" y="107478"/>
                      </a:lnTo>
                      <a:lnTo>
                        <a:pt x="132666" y="109524"/>
                      </a:lnTo>
                      <a:lnTo>
                        <a:pt x="133048" y="111593"/>
                      </a:lnTo>
                      <a:lnTo>
                        <a:pt x="133453" y="113685"/>
                      </a:lnTo>
                      <a:lnTo>
                        <a:pt x="133858" y="115776"/>
                      </a:lnTo>
                      <a:lnTo>
                        <a:pt x="134240" y="117913"/>
                      </a:lnTo>
                      <a:lnTo>
                        <a:pt x="134645" y="120049"/>
                      </a:lnTo>
                      <a:lnTo>
                        <a:pt x="135027" y="122231"/>
                      </a:lnTo>
                      <a:lnTo>
                        <a:pt x="135432" y="124412"/>
                      </a:lnTo>
                      <a:lnTo>
                        <a:pt x="135814" y="126594"/>
                      </a:lnTo>
                      <a:lnTo>
                        <a:pt x="136219" y="128820"/>
                      </a:lnTo>
                      <a:lnTo>
                        <a:pt x="136602" y="131047"/>
                      </a:lnTo>
                      <a:lnTo>
                        <a:pt x="137006" y="133318"/>
                      </a:lnTo>
                      <a:lnTo>
                        <a:pt x="137411" y="135567"/>
                      </a:lnTo>
                      <a:lnTo>
                        <a:pt x="137793" y="137861"/>
                      </a:lnTo>
                      <a:lnTo>
                        <a:pt x="138198" y="140155"/>
                      </a:lnTo>
                      <a:lnTo>
                        <a:pt x="138581" y="142472"/>
                      </a:lnTo>
                      <a:lnTo>
                        <a:pt x="138985" y="144810"/>
                      </a:lnTo>
                      <a:lnTo>
                        <a:pt x="139368" y="147149"/>
                      </a:lnTo>
                      <a:lnTo>
                        <a:pt x="139773" y="149511"/>
                      </a:lnTo>
                      <a:lnTo>
                        <a:pt x="140155" y="151872"/>
                      </a:lnTo>
                      <a:lnTo>
                        <a:pt x="140560" y="154256"/>
                      </a:lnTo>
                      <a:lnTo>
                        <a:pt x="140965" y="156640"/>
                      </a:lnTo>
                      <a:lnTo>
                        <a:pt x="141347" y="159046"/>
                      </a:lnTo>
                      <a:lnTo>
                        <a:pt x="141751" y="161475"/>
                      </a:lnTo>
                      <a:lnTo>
                        <a:pt x="142134" y="163904"/>
                      </a:lnTo>
                      <a:lnTo>
                        <a:pt x="142539" y="166333"/>
                      </a:lnTo>
                      <a:lnTo>
                        <a:pt x="142921" y="168784"/>
                      </a:lnTo>
                      <a:lnTo>
                        <a:pt x="143326" y="171258"/>
                      </a:lnTo>
                      <a:lnTo>
                        <a:pt x="143731" y="173710"/>
                      </a:lnTo>
                      <a:lnTo>
                        <a:pt x="144113" y="176206"/>
                      </a:lnTo>
                      <a:lnTo>
                        <a:pt x="144518" y="178680"/>
                      </a:lnTo>
                      <a:lnTo>
                        <a:pt x="144900" y="181176"/>
                      </a:lnTo>
                      <a:lnTo>
                        <a:pt x="145305" y="183672"/>
                      </a:lnTo>
                      <a:lnTo>
                        <a:pt x="145687" y="186191"/>
                      </a:lnTo>
                      <a:lnTo>
                        <a:pt x="146092" y="188710"/>
                      </a:lnTo>
                      <a:lnTo>
                        <a:pt x="146474" y="191229"/>
                      </a:lnTo>
                      <a:lnTo>
                        <a:pt x="146879" y="193770"/>
                      </a:lnTo>
                      <a:lnTo>
                        <a:pt x="147284" y="196312"/>
                      </a:lnTo>
                      <a:lnTo>
                        <a:pt x="147666" y="198853"/>
                      </a:lnTo>
                      <a:lnTo>
                        <a:pt x="148071" y="205082"/>
                      </a:lnTo>
                      <a:lnTo>
                        <a:pt x="148453" y="207759"/>
                      </a:lnTo>
                      <a:lnTo>
                        <a:pt x="148858" y="210457"/>
                      </a:lnTo>
                      <a:lnTo>
                        <a:pt x="149241" y="213156"/>
                      </a:lnTo>
                      <a:lnTo>
                        <a:pt x="149645" y="215877"/>
                      </a:lnTo>
                      <a:lnTo>
                        <a:pt x="150028" y="218599"/>
                      </a:lnTo>
                      <a:lnTo>
                        <a:pt x="150433" y="221320"/>
                      </a:lnTo>
                      <a:lnTo>
                        <a:pt x="150837" y="224041"/>
                      </a:lnTo>
                      <a:lnTo>
                        <a:pt x="151220" y="226785"/>
                      </a:lnTo>
                      <a:lnTo>
                        <a:pt x="151625" y="229506"/>
                      </a:lnTo>
                      <a:lnTo>
                        <a:pt x="152007" y="232227"/>
                      </a:lnTo>
                      <a:lnTo>
                        <a:pt x="152411" y="234971"/>
                      </a:lnTo>
                      <a:lnTo>
                        <a:pt x="152794" y="237692"/>
                      </a:lnTo>
                      <a:lnTo>
                        <a:pt x="153199" y="240414"/>
                      </a:lnTo>
                      <a:lnTo>
                        <a:pt x="153581" y="243157"/>
                      </a:lnTo>
                      <a:lnTo>
                        <a:pt x="153986" y="245879"/>
                      </a:lnTo>
                      <a:lnTo>
                        <a:pt x="154391" y="248600"/>
                      </a:lnTo>
                      <a:lnTo>
                        <a:pt x="154773" y="251321"/>
                      </a:lnTo>
                      <a:lnTo>
                        <a:pt x="155178" y="254065"/>
                      </a:lnTo>
                      <a:lnTo>
                        <a:pt x="155560" y="256764"/>
                      </a:lnTo>
                      <a:lnTo>
                        <a:pt x="155965" y="259485"/>
                      </a:lnTo>
                      <a:lnTo>
                        <a:pt x="156347" y="262206"/>
                      </a:lnTo>
                      <a:lnTo>
                        <a:pt x="156752" y="264905"/>
                      </a:lnTo>
                      <a:lnTo>
                        <a:pt x="157157" y="267626"/>
                      </a:lnTo>
                      <a:lnTo>
                        <a:pt x="157539" y="270325"/>
                      </a:lnTo>
                      <a:lnTo>
                        <a:pt x="157944" y="273024"/>
                      </a:lnTo>
                      <a:lnTo>
                        <a:pt x="158326" y="275722"/>
                      </a:lnTo>
                      <a:lnTo>
                        <a:pt x="158731" y="278399"/>
                      </a:lnTo>
                      <a:lnTo>
                        <a:pt x="159114" y="281075"/>
                      </a:lnTo>
                      <a:lnTo>
                        <a:pt x="159518" y="283751"/>
                      </a:lnTo>
                      <a:lnTo>
                        <a:pt x="159901" y="286427"/>
                      </a:lnTo>
                      <a:lnTo>
                        <a:pt x="160305" y="289081"/>
                      </a:lnTo>
                      <a:lnTo>
                        <a:pt x="160710" y="291735"/>
                      </a:lnTo>
                      <a:lnTo>
                        <a:pt x="161093" y="294389"/>
                      </a:lnTo>
                      <a:lnTo>
                        <a:pt x="161497" y="297042"/>
                      </a:lnTo>
                      <a:lnTo>
                        <a:pt x="161880" y="299674"/>
                      </a:lnTo>
                      <a:lnTo>
                        <a:pt x="162285" y="302305"/>
                      </a:lnTo>
                      <a:lnTo>
                        <a:pt x="162667" y="304914"/>
                      </a:lnTo>
                      <a:lnTo>
                        <a:pt x="163071" y="307523"/>
                      </a:lnTo>
                      <a:lnTo>
                        <a:pt x="163454" y="310131"/>
                      </a:lnTo>
                      <a:lnTo>
                        <a:pt x="163859" y="312718"/>
                      </a:lnTo>
                      <a:lnTo>
                        <a:pt x="164263" y="315304"/>
                      </a:lnTo>
                      <a:lnTo>
                        <a:pt x="164624" y="317890"/>
                      </a:lnTo>
                      <a:lnTo>
                        <a:pt x="165028" y="320454"/>
                      </a:lnTo>
                      <a:lnTo>
                        <a:pt x="165433" y="323018"/>
                      </a:lnTo>
                      <a:lnTo>
                        <a:pt x="165816" y="325582"/>
                      </a:lnTo>
                      <a:lnTo>
                        <a:pt x="166198" y="328123"/>
                      </a:lnTo>
                      <a:lnTo>
                        <a:pt x="166602" y="330664"/>
                      </a:lnTo>
                      <a:lnTo>
                        <a:pt x="166985" y="333161"/>
                      </a:lnTo>
                      <a:lnTo>
                        <a:pt x="167390" y="335680"/>
                      </a:lnTo>
                      <a:lnTo>
                        <a:pt x="167794" y="338198"/>
                      </a:lnTo>
                      <a:lnTo>
                        <a:pt x="168177" y="340672"/>
                      </a:lnTo>
                      <a:lnTo>
                        <a:pt x="168582" y="343169"/>
                      </a:lnTo>
                      <a:lnTo>
                        <a:pt x="168964" y="345642"/>
                      </a:lnTo>
                      <a:lnTo>
                        <a:pt x="169369" y="348094"/>
                      </a:lnTo>
                      <a:lnTo>
                        <a:pt x="169751" y="350545"/>
                      </a:lnTo>
                      <a:lnTo>
                        <a:pt x="170156" y="352996"/>
                      </a:lnTo>
                      <a:lnTo>
                        <a:pt x="170538" y="355425"/>
                      </a:lnTo>
                      <a:lnTo>
                        <a:pt x="170943" y="357832"/>
                      </a:lnTo>
                      <a:lnTo>
                        <a:pt x="171348" y="360238"/>
                      </a:lnTo>
                      <a:lnTo>
                        <a:pt x="171730" y="362644"/>
                      </a:lnTo>
                      <a:lnTo>
                        <a:pt x="172135" y="365028"/>
                      </a:lnTo>
                      <a:lnTo>
                        <a:pt x="172518" y="367390"/>
                      </a:lnTo>
                      <a:lnTo>
                        <a:pt x="172922" y="369751"/>
                      </a:lnTo>
                      <a:lnTo>
                        <a:pt x="173304" y="372113"/>
                      </a:lnTo>
                      <a:lnTo>
                        <a:pt x="173710" y="374452"/>
                      </a:lnTo>
                      <a:lnTo>
                        <a:pt x="174114" y="376768"/>
                      </a:lnTo>
                      <a:lnTo>
                        <a:pt x="174496" y="379084"/>
                      </a:lnTo>
                      <a:lnTo>
                        <a:pt x="174901" y="381401"/>
                      </a:lnTo>
                      <a:lnTo>
                        <a:pt x="175284" y="383672"/>
                      </a:lnTo>
                      <a:lnTo>
                        <a:pt x="175688" y="385966"/>
                      </a:lnTo>
                      <a:lnTo>
                        <a:pt x="176070" y="388215"/>
                      </a:lnTo>
                      <a:lnTo>
                        <a:pt x="176476" y="390487"/>
                      </a:lnTo>
                      <a:lnTo>
                        <a:pt x="176858" y="392713"/>
                      </a:lnTo>
                      <a:lnTo>
                        <a:pt x="177263" y="394962"/>
                      </a:lnTo>
                      <a:lnTo>
                        <a:pt x="177668" y="397166"/>
                      </a:lnTo>
                      <a:lnTo>
                        <a:pt x="178050" y="399392"/>
                      </a:lnTo>
                      <a:lnTo>
                        <a:pt x="178455" y="401574"/>
                      </a:lnTo>
                      <a:lnTo>
                        <a:pt x="178837" y="403778"/>
                      </a:lnTo>
                      <a:lnTo>
                        <a:pt x="179242" y="405937"/>
                      </a:lnTo>
                      <a:lnTo>
                        <a:pt x="179624" y="408118"/>
                      </a:lnTo>
                      <a:lnTo>
                        <a:pt x="180029" y="410255"/>
                      </a:lnTo>
                      <a:lnTo>
                        <a:pt x="180411" y="412414"/>
                      </a:lnTo>
                      <a:lnTo>
                        <a:pt x="180816" y="414528"/>
                      </a:lnTo>
                      <a:lnTo>
                        <a:pt x="181221" y="416642"/>
                      </a:lnTo>
                      <a:lnTo>
                        <a:pt x="181603" y="418756"/>
                      </a:lnTo>
                      <a:lnTo>
                        <a:pt x="182008" y="420848"/>
                      </a:lnTo>
                      <a:lnTo>
                        <a:pt x="182390" y="422939"/>
                      </a:lnTo>
                      <a:lnTo>
                        <a:pt x="182795" y="425008"/>
                      </a:lnTo>
                      <a:lnTo>
                        <a:pt x="183178" y="427055"/>
                      </a:lnTo>
                      <a:lnTo>
                        <a:pt x="183582" y="429101"/>
                      </a:lnTo>
                      <a:lnTo>
                        <a:pt x="183964" y="431148"/>
                      </a:lnTo>
                      <a:lnTo>
                        <a:pt x="184370" y="433172"/>
                      </a:lnTo>
                      <a:lnTo>
                        <a:pt x="184774" y="435173"/>
                      </a:lnTo>
                      <a:lnTo>
                        <a:pt x="185156" y="437175"/>
                      </a:lnTo>
                      <a:lnTo>
                        <a:pt x="185561" y="439177"/>
                      </a:lnTo>
                      <a:lnTo>
                        <a:pt x="185944" y="441156"/>
                      </a:lnTo>
                      <a:lnTo>
                        <a:pt x="186348" y="443112"/>
                      </a:lnTo>
                      <a:lnTo>
                        <a:pt x="186731" y="445069"/>
                      </a:lnTo>
                      <a:lnTo>
                        <a:pt x="187136" y="447003"/>
                      </a:lnTo>
                      <a:lnTo>
                        <a:pt x="187540" y="448915"/>
                      </a:lnTo>
                      <a:lnTo>
                        <a:pt x="187923" y="450826"/>
                      </a:lnTo>
                      <a:lnTo>
                        <a:pt x="188328" y="452715"/>
                      </a:lnTo>
                      <a:lnTo>
                        <a:pt x="188710" y="454582"/>
                      </a:lnTo>
                      <a:lnTo>
                        <a:pt x="189115" y="456471"/>
                      </a:lnTo>
                      <a:lnTo>
                        <a:pt x="189497" y="458315"/>
                      </a:lnTo>
                      <a:lnTo>
                        <a:pt x="189902" y="460159"/>
                      </a:lnTo>
                      <a:lnTo>
                        <a:pt x="190284" y="462003"/>
                      </a:lnTo>
                      <a:lnTo>
                        <a:pt x="190689" y="463825"/>
                      </a:lnTo>
                      <a:lnTo>
                        <a:pt x="191094" y="465624"/>
                      </a:lnTo>
                      <a:lnTo>
                        <a:pt x="191476" y="467423"/>
                      </a:lnTo>
                      <a:lnTo>
                        <a:pt x="191881" y="469200"/>
                      </a:lnTo>
                      <a:lnTo>
                        <a:pt x="192263" y="470954"/>
                      </a:lnTo>
                      <a:lnTo>
                        <a:pt x="192668" y="472708"/>
                      </a:lnTo>
                      <a:lnTo>
                        <a:pt x="193050" y="474440"/>
                      </a:lnTo>
                      <a:lnTo>
                        <a:pt x="193455" y="476172"/>
                      </a:lnTo>
                      <a:lnTo>
                        <a:pt x="193838" y="477881"/>
                      </a:lnTo>
                      <a:lnTo>
                        <a:pt x="194242" y="479590"/>
                      </a:lnTo>
                      <a:lnTo>
                        <a:pt x="194647" y="481277"/>
                      </a:lnTo>
                      <a:lnTo>
                        <a:pt x="195030" y="482964"/>
                      </a:lnTo>
                      <a:lnTo>
                        <a:pt x="195434" y="484628"/>
                      </a:lnTo>
                      <a:lnTo>
                        <a:pt x="195816" y="486270"/>
                      </a:lnTo>
                      <a:lnTo>
                        <a:pt x="196222" y="487911"/>
                      </a:lnTo>
                      <a:lnTo>
                        <a:pt x="196604" y="489531"/>
                      </a:lnTo>
                      <a:lnTo>
                        <a:pt x="197008" y="491150"/>
                      </a:lnTo>
                      <a:lnTo>
                        <a:pt x="197391" y="492747"/>
                      </a:lnTo>
                      <a:lnTo>
                        <a:pt x="197796" y="494343"/>
                      </a:lnTo>
                      <a:lnTo>
                        <a:pt x="198200" y="495918"/>
                      </a:lnTo>
                      <a:lnTo>
                        <a:pt x="198583" y="497470"/>
                      </a:lnTo>
                      <a:lnTo>
                        <a:pt x="198988" y="499021"/>
                      </a:lnTo>
                      <a:lnTo>
                        <a:pt x="199370" y="500551"/>
                      </a:lnTo>
                      <a:lnTo>
                        <a:pt x="199775" y="502057"/>
                      </a:lnTo>
                      <a:lnTo>
                        <a:pt x="200157" y="503564"/>
                      </a:lnTo>
                      <a:lnTo>
                        <a:pt x="200562" y="505071"/>
                      </a:lnTo>
                      <a:lnTo>
                        <a:pt x="200944" y="506555"/>
                      </a:lnTo>
                      <a:lnTo>
                        <a:pt x="201349" y="508017"/>
                      </a:lnTo>
                      <a:lnTo>
                        <a:pt x="201754" y="509479"/>
                      </a:lnTo>
                      <a:lnTo>
                        <a:pt x="202136" y="510918"/>
                      </a:lnTo>
                      <a:lnTo>
                        <a:pt x="202541" y="512358"/>
                      </a:lnTo>
                      <a:lnTo>
                        <a:pt x="202923" y="513774"/>
                      </a:lnTo>
                      <a:lnTo>
                        <a:pt x="203328" y="515191"/>
                      </a:lnTo>
                      <a:lnTo>
                        <a:pt x="203710" y="516586"/>
                      </a:lnTo>
                      <a:lnTo>
                        <a:pt x="204115" y="517958"/>
                      </a:lnTo>
                      <a:lnTo>
                        <a:pt x="204520" y="519329"/>
                      </a:lnTo>
                      <a:lnTo>
                        <a:pt x="204902" y="520679"/>
                      </a:lnTo>
                      <a:lnTo>
                        <a:pt x="205307" y="522028"/>
                      </a:lnTo>
                      <a:lnTo>
                        <a:pt x="205690" y="523378"/>
                      </a:lnTo>
                      <a:lnTo>
                        <a:pt x="206094" y="524704"/>
                      </a:lnTo>
                      <a:lnTo>
                        <a:pt x="206476" y="526009"/>
                      </a:lnTo>
                      <a:lnTo>
                        <a:pt x="206882" y="527313"/>
                      </a:lnTo>
                      <a:lnTo>
                        <a:pt x="207264" y="528618"/>
                      </a:lnTo>
                      <a:lnTo>
                        <a:pt x="207668" y="529899"/>
                      </a:lnTo>
                      <a:lnTo>
                        <a:pt x="208073" y="531159"/>
                      </a:lnTo>
                      <a:lnTo>
                        <a:pt x="208456" y="532441"/>
                      </a:lnTo>
                      <a:lnTo>
                        <a:pt x="208860" y="533678"/>
                      </a:lnTo>
                      <a:lnTo>
                        <a:pt x="209243" y="534937"/>
                      </a:lnTo>
                      <a:lnTo>
                        <a:pt x="209648" y="536152"/>
                      </a:lnTo>
                      <a:lnTo>
                        <a:pt x="210030" y="537389"/>
                      </a:lnTo>
                      <a:lnTo>
                        <a:pt x="210435" y="538603"/>
                      </a:lnTo>
                      <a:lnTo>
                        <a:pt x="210817" y="539795"/>
                      </a:lnTo>
                      <a:lnTo>
                        <a:pt x="211222" y="540987"/>
                      </a:lnTo>
                      <a:lnTo>
                        <a:pt x="211627" y="542179"/>
                      </a:lnTo>
                      <a:lnTo>
                        <a:pt x="212009" y="543348"/>
                      </a:lnTo>
                      <a:lnTo>
                        <a:pt x="212414" y="544518"/>
                      </a:lnTo>
                      <a:lnTo>
                        <a:pt x="212796" y="545665"/>
                      </a:lnTo>
                      <a:lnTo>
                        <a:pt x="213201" y="546812"/>
                      </a:lnTo>
                      <a:lnTo>
                        <a:pt x="213584" y="547959"/>
                      </a:lnTo>
                      <a:lnTo>
                        <a:pt x="213988" y="549083"/>
                      </a:lnTo>
                      <a:lnTo>
                        <a:pt x="214370" y="550208"/>
                      </a:lnTo>
                      <a:lnTo>
                        <a:pt x="214776" y="551310"/>
                      </a:lnTo>
                      <a:lnTo>
                        <a:pt x="215180" y="552412"/>
                      </a:lnTo>
                      <a:lnTo>
                        <a:pt x="215562" y="553491"/>
                      </a:lnTo>
                      <a:lnTo>
                        <a:pt x="215967" y="554571"/>
                      </a:lnTo>
                      <a:lnTo>
                        <a:pt x="216350" y="555628"/>
                      </a:lnTo>
                      <a:lnTo>
                        <a:pt x="216754" y="556685"/>
                      </a:lnTo>
                      <a:lnTo>
                        <a:pt x="217136" y="557719"/>
                      </a:lnTo>
                      <a:lnTo>
                        <a:pt x="217542" y="558754"/>
                      </a:lnTo>
                      <a:lnTo>
                        <a:pt x="217946" y="559788"/>
                      </a:lnTo>
                      <a:lnTo>
                        <a:pt x="218329" y="560778"/>
                      </a:lnTo>
                      <a:lnTo>
                        <a:pt x="218733" y="561790"/>
                      </a:lnTo>
                      <a:lnTo>
                        <a:pt x="219116" y="562779"/>
                      </a:lnTo>
                      <a:lnTo>
                        <a:pt x="219521" y="563746"/>
                      </a:lnTo>
                      <a:lnTo>
                        <a:pt x="219903" y="564713"/>
                      </a:lnTo>
                      <a:lnTo>
                        <a:pt x="220308" y="565680"/>
                      </a:lnTo>
                      <a:lnTo>
                        <a:pt x="220690" y="566625"/>
                      </a:lnTo>
                      <a:lnTo>
                        <a:pt x="221095" y="567547"/>
                      </a:lnTo>
                      <a:lnTo>
                        <a:pt x="221500" y="568469"/>
                      </a:lnTo>
                      <a:lnTo>
                        <a:pt x="221882" y="569391"/>
                      </a:lnTo>
                      <a:lnTo>
                        <a:pt x="222287" y="570291"/>
                      </a:lnTo>
                      <a:lnTo>
                        <a:pt x="222669" y="571190"/>
                      </a:lnTo>
                      <a:lnTo>
                        <a:pt x="223074" y="572067"/>
                      </a:lnTo>
                      <a:lnTo>
                        <a:pt x="223456" y="572945"/>
                      </a:lnTo>
                      <a:lnTo>
                        <a:pt x="223861" y="573822"/>
                      </a:lnTo>
                      <a:lnTo>
                        <a:pt x="224244" y="574676"/>
                      </a:lnTo>
                      <a:lnTo>
                        <a:pt x="224648" y="575531"/>
                      </a:lnTo>
                      <a:lnTo>
                        <a:pt x="225053" y="576363"/>
                      </a:lnTo>
                      <a:lnTo>
                        <a:pt x="225436" y="577195"/>
                      </a:lnTo>
                      <a:lnTo>
                        <a:pt x="225840" y="578027"/>
                      </a:lnTo>
                      <a:lnTo>
                        <a:pt x="226222" y="578837"/>
                      </a:lnTo>
                      <a:lnTo>
                        <a:pt x="226627" y="579646"/>
                      </a:lnTo>
                      <a:lnTo>
                        <a:pt x="227010" y="580456"/>
                      </a:lnTo>
                      <a:lnTo>
                        <a:pt x="227414" y="581243"/>
                      </a:lnTo>
                      <a:lnTo>
                        <a:pt x="227797" y="582030"/>
                      </a:lnTo>
                      <a:lnTo>
                        <a:pt x="228202" y="582795"/>
                      </a:lnTo>
                      <a:lnTo>
                        <a:pt x="228606" y="583560"/>
                      </a:lnTo>
                      <a:lnTo>
                        <a:pt x="228989" y="584302"/>
                      </a:lnTo>
                      <a:lnTo>
                        <a:pt x="229394" y="585044"/>
                      </a:lnTo>
                      <a:lnTo>
                        <a:pt x="229776" y="585786"/>
                      </a:lnTo>
                      <a:lnTo>
                        <a:pt x="230181" y="586506"/>
                      </a:lnTo>
                      <a:lnTo>
                        <a:pt x="230563" y="587225"/>
                      </a:lnTo>
                      <a:lnTo>
                        <a:pt x="230968" y="587945"/>
                      </a:lnTo>
                      <a:lnTo>
                        <a:pt x="231350" y="588642"/>
                      </a:lnTo>
                      <a:lnTo>
                        <a:pt x="231755" y="589340"/>
                      </a:lnTo>
                      <a:lnTo>
                        <a:pt x="232160" y="590014"/>
                      </a:lnTo>
                      <a:lnTo>
                        <a:pt x="232542" y="590689"/>
                      </a:lnTo>
                      <a:lnTo>
                        <a:pt x="232947" y="591364"/>
                      </a:lnTo>
                      <a:lnTo>
                        <a:pt x="233329" y="592038"/>
                      </a:lnTo>
                      <a:lnTo>
                        <a:pt x="233734" y="592690"/>
                      </a:lnTo>
                      <a:lnTo>
                        <a:pt x="234116" y="593343"/>
                      </a:lnTo>
                      <a:lnTo>
                        <a:pt x="234521" y="593972"/>
                      </a:lnTo>
                      <a:lnTo>
                        <a:pt x="234926" y="594625"/>
                      </a:lnTo>
                      <a:lnTo>
                        <a:pt x="235308" y="595232"/>
                      </a:lnTo>
                      <a:lnTo>
                        <a:pt x="235713" y="595861"/>
                      </a:lnTo>
                      <a:lnTo>
                        <a:pt x="236096" y="596469"/>
                      </a:lnTo>
                      <a:lnTo>
                        <a:pt x="236500" y="597076"/>
                      </a:lnTo>
                      <a:lnTo>
                        <a:pt x="236882" y="597683"/>
                      </a:lnTo>
                      <a:lnTo>
                        <a:pt x="237287" y="598268"/>
                      </a:lnTo>
                      <a:lnTo>
                        <a:pt x="237670" y="598853"/>
                      </a:lnTo>
                      <a:lnTo>
                        <a:pt x="238074" y="599437"/>
                      </a:lnTo>
                      <a:lnTo>
                        <a:pt x="238479" y="600000"/>
                      </a:lnTo>
                      <a:lnTo>
                        <a:pt x="238862" y="600562"/>
                      </a:lnTo>
                      <a:lnTo>
                        <a:pt x="239266" y="601124"/>
                      </a:lnTo>
                      <a:lnTo>
                        <a:pt x="239649" y="601664"/>
                      </a:lnTo>
                      <a:lnTo>
                        <a:pt x="240054" y="602203"/>
                      </a:lnTo>
                      <a:lnTo>
                        <a:pt x="240436" y="602743"/>
                      </a:lnTo>
                      <a:lnTo>
                        <a:pt x="240841" y="603260"/>
                      </a:lnTo>
                      <a:lnTo>
                        <a:pt x="241223" y="603778"/>
                      </a:lnTo>
                      <a:lnTo>
                        <a:pt x="241628" y="604295"/>
                      </a:lnTo>
                      <a:lnTo>
                        <a:pt x="242033" y="604790"/>
                      </a:lnTo>
                      <a:lnTo>
                        <a:pt x="242415" y="605285"/>
                      </a:lnTo>
                      <a:lnTo>
                        <a:pt x="242820" y="605779"/>
                      </a:lnTo>
                      <a:lnTo>
                        <a:pt x="243202" y="606252"/>
                      </a:lnTo>
                      <a:lnTo>
                        <a:pt x="243607" y="606724"/>
                      </a:lnTo>
                      <a:lnTo>
                        <a:pt x="243989" y="607196"/>
                      </a:lnTo>
                      <a:lnTo>
                        <a:pt x="244394" y="607646"/>
                      </a:lnTo>
                      <a:lnTo>
                        <a:pt x="244776" y="608096"/>
                      </a:lnTo>
                      <a:lnTo>
                        <a:pt x="245181" y="608546"/>
                      </a:lnTo>
                      <a:lnTo>
                        <a:pt x="245586" y="608973"/>
                      </a:lnTo>
                      <a:lnTo>
                        <a:pt x="245968" y="609400"/>
                      </a:lnTo>
                      <a:lnTo>
                        <a:pt x="246373" y="609827"/>
                      </a:lnTo>
                      <a:lnTo>
                        <a:pt x="246756" y="610232"/>
                      </a:lnTo>
                      <a:lnTo>
                        <a:pt x="247160" y="610637"/>
                      </a:lnTo>
                      <a:lnTo>
                        <a:pt x="247542" y="611019"/>
                      </a:lnTo>
                      <a:lnTo>
                        <a:pt x="247948" y="611402"/>
                      </a:lnTo>
                      <a:lnTo>
                        <a:pt x="248352" y="611784"/>
                      </a:lnTo>
                      <a:lnTo>
                        <a:pt x="248734" y="612144"/>
                      </a:lnTo>
                      <a:lnTo>
                        <a:pt x="249139" y="612504"/>
                      </a:lnTo>
                      <a:lnTo>
                        <a:pt x="249522" y="612864"/>
                      </a:lnTo>
                      <a:lnTo>
                        <a:pt x="249926" y="613201"/>
                      </a:lnTo>
                      <a:lnTo>
                        <a:pt x="250309" y="613561"/>
                      </a:lnTo>
                      <a:lnTo>
                        <a:pt x="250714" y="613876"/>
                      </a:lnTo>
                      <a:lnTo>
                        <a:pt x="251096" y="614213"/>
                      </a:lnTo>
                      <a:lnTo>
                        <a:pt x="251501" y="614528"/>
                      </a:lnTo>
                      <a:lnTo>
                        <a:pt x="251905" y="614843"/>
                      </a:lnTo>
                      <a:lnTo>
                        <a:pt x="252288" y="615158"/>
                      </a:lnTo>
                      <a:lnTo>
                        <a:pt x="252693" y="615450"/>
                      </a:lnTo>
                      <a:lnTo>
                        <a:pt x="253075" y="615742"/>
                      </a:lnTo>
                      <a:close/>
                    </a:path>
                  </a:pathLst>
                </a:custGeom>
                <a:solidFill>
                  <a:srgbClr val="47BB89">
                    <a:alpha val="20000"/>
                  </a:srgbClr>
                </a:solidFill>
                <a:ln w="2249" cap="flat">
                  <a:noFill/>
                  <a:prstDash val="solid"/>
                  <a:miter/>
                </a:ln>
              </p:spPr>
              <p:txBody>
                <a:bodyPr rtlCol="0" anchor="ctr"/>
                <a:lstStyle/>
                <a:p>
                  <a:endParaRPr lang="en-US"/>
                </a:p>
              </p:txBody>
            </p:sp>
            <p:sp>
              <p:nvSpPr>
                <p:cNvPr id="1900" name="Freeform 1899">
                  <a:extLst>
                    <a:ext uri="{FF2B5EF4-FFF2-40B4-BE49-F238E27FC236}">
                      <a16:creationId xmlns:a16="http://schemas.microsoft.com/office/drawing/2014/main" id="{D1CE22D0-DA57-B79D-6BC7-A8AA9F439248}"/>
                    </a:ext>
                  </a:extLst>
                </p:cNvPr>
                <p:cNvSpPr/>
                <p:nvPr/>
              </p:nvSpPr>
              <p:spPr>
                <a:xfrm>
                  <a:off x="4046805" y="4526866"/>
                  <a:ext cx="10821" cy="36266"/>
                </a:xfrm>
                <a:custGeom>
                  <a:avLst/>
                  <a:gdLst>
                    <a:gd name="connsiteX0" fmla="*/ 0 w 2248"/>
                    <a:gd name="connsiteY0" fmla="*/ 7534 h 7534"/>
                    <a:gd name="connsiteX1" fmla="*/ 0 w 2248"/>
                    <a:gd name="connsiteY1" fmla="*/ 0 h 7534"/>
                  </a:gdLst>
                  <a:ahLst/>
                  <a:cxnLst>
                    <a:cxn ang="0">
                      <a:pos x="connsiteX0" y="connsiteY0"/>
                    </a:cxn>
                    <a:cxn ang="0">
                      <a:pos x="connsiteX1" y="connsiteY1"/>
                    </a:cxn>
                  </a:cxnLst>
                  <a:rect l="l" t="t" r="r" b="b"/>
                  <a:pathLst>
                    <a:path w="2248" h="7534">
                      <a:moveTo>
                        <a:pt x="0" y="7534"/>
                      </a:moveTo>
                      <a:lnTo>
                        <a:pt x="0" y="0"/>
                      </a:lnTo>
                    </a:path>
                  </a:pathLst>
                </a:custGeom>
                <a:ln w="4498" cap="sq">
                  <a:solidFill>
                    <a:srgbClr val="231F20"/>
                  </a:solidFill>
                  <a:prstDash val="solid"/>
                  <a:round/>
                </a:ln>
              </p:spPr>
              <p:txBody>
                <a:bodyPr rtlCol="0" anchor="ctr"/>
                <a:lstStyle/>
                <a:p>
                  <a:endParaRPr lang="en-US"/>
                </a:p>
              </p:txBody>
            </p:sp>
            <p:sp>
              <p:nvSpPr>
                <p:cNvPr id="1901" name="Freeform 1900">
                  <a:extLst>
                    <a:ext uri="{FF2B5EF4-FFF2-40B4-BE49-F238E27FC236}">
                      <a16:creationId xmlns:a16="http://schemas.microsoft.com/office/drawing/2014/main" id="{AE7E8981-CF64-B1A8-7193-7CAEFB64D3A5}"/>
                    </a:ext>
                  </a:extLst>
                </p:cNvPr>
                <p:cNvSpPr/>
                <p:nvPr/>
              </p:nvSpPr>
              <p:spPr>
                <a:xfrm>
                  <a:off x="3101312" y="4526866"/>
                  <a:ext cx="10821" cy="36266"/>
                </a:xfrm>
                <a:custGeom>
                  <a:avLst/>
                  <a:gdLst>
                    <a:gd name="connsiteX0" fmla="*/ 0 w 2248"/>
                    <a:gd name="connsiteY0" fmla="*/ 7534 h 7534"/>
                    <a:gd name="connsiteX1" fmla="*/ 0 w 2248"/>
                    <a:gd name="connsiteY1" fmla="*/ 0 h 7534"/>
                  </a:gdLst>
                  <a:ahLst/>
                  <a:cxnLst>
                    <a:cxn ang="0">
                      <a:pos x="connsiteX0" y="connsiteY0"/>
                    </a:cxn>
                    <a:cxn ang="0">
                      <a:pos x="connsiteX1" y="connsiteY1"/>
                    </a:cxn>
                  </a:cxnLst>
                  <a:rect l="l" t="t" r="r" b="b"/>
                  <a:pathLst>
                    <a:path w="2248" h="7534">
                      <a:moveTo>
                        <a:pt x="0" y="7534"/>
                      </a:moveTo>
                      <a:lnTo>
                        <a:pt x="0" y="0"/>
                      </a:lnTo>
                    </a:path>
                  </a:pathLst>
                </a:custGeom>
                <a:ln w="4498" cap="sq">
                  <a:solidFill>
                    <a:srgbClr val="231F20"/>
                  </a:solidFill>
                  <a:prstDash val="solid"/>
                  <a:round/>
                </a:ln>
              </p:spPr>
              <p:txBody>
                <a:bodyPr rtlCol="0" anchor="ctr"/>
                <a:lstStyle/>
                <a:p>
                  <a:endParaRPr lang="en-US"/>
                </a:p>
              </p:txBody>
            </p:sp>
          </p:grpSp>
          <p:grpSp>
            <p:nvGrpSpPr>
              <p:cNvPr id="1862" name="Group 1861">
                <a:extLst>
                  <a:ext uri="{FF2B5EF4-FFF2-40B4-BE49-F238E27FC236}">
                    <a16:creationId xmlns:a16="http://schemas.microsoft.com/office/drawing/2014/main" id="{5C391128-3531-638D-6C67-F47161FCF8D6}"/>
                  </a:ext>
                </a:extLst>
              </p:cNvPr>
              <p:cNvGrpSpPr/>
              <p:nvPr/>
            </p:nvGrpSpPr>
            <p:grpSpPr>
              <a:xfrm>
                <a:off x="11696360" y="1984333"/>
                <a:ext cx="1232255" cy="2733565"/>
                <a:chOff x="2679876" y="1398745"/>
                <a:chExt cx="1402112" cy="3110367"/>
              </a:xfrm>
            </p:grpSpPr>
            <p:grpSp>
              <p:nvGrpSpPr>
                <p:cNvPr id="1863" name="Graphic 3">
                  <a:extLst>
                    <a:ext uri="{FF2B5EF4-FFF2-40B4-BE49-F238E27FC236}">
                      <a16:creationId xmlns:a16="http://schemas.microsoft.com/office/drawing/2014/main" id="{D1269485-C28A-82C6-D5DA-50F0D8DA4EB6}"/>
                    </a:ext>
                  </a:extLst>
                </p:cNvPr>
                <p:cNvGrpSpPr/>
                <p:nvPr/>
              </p:nvGrpSpPr>
              <p:grpSpPr>
                <a:xfrm>
                  <a:off x="2679876" y="1398745"/>
                  <a:ext cx="1402112" cy="246709"/>
                  <a:chOff x="7583889" y="2419088"/>
                  <a:chExt cx="291285" cy="51253"/>
                </a:xfrm>
                <a:solidFill>
                  <a:srgbClr val="010101"/>
                </a:solidFill>
              </p:grpSpPr>
              <p:sp>
                <p:nvSpPr>
                  <p:cNvPr id="1865" name="Freeform 1864">
                    <a:extLst>
                      <a:ext uri="{FF2B5EF4-FFF2-40B4-BE49-F238E27FC236}">
                        <a16:creationId xmlns:a16="http://schemas.microsoft.com/office/drawing/2014/main" id="{3A934C4E-4AF2-5351-6DDC-501C6C4F4899}"/>
                      </a:ext>
                    </a:extLst>
                  </p:cNvPr>
                  <p:cNvSpPr/>
                  <p:nvPr/>
                </p:nvSpPr>
                <p:spPr>
                  <a:xfrm>
                    <a:off x="7583889" y="2429411"/>
                    <a:ext cx="22444" cy="30023"/>
                  </a:xfrm>
                  <a:custGeom>
                    <a:avLst/>
                    <a:gdLst>
                      <a:gd name="connsiteX0" fmla="*/ 3351 w 22444"/>
                      <a:gd name="connsiteY0" fmla="*/ 20353 h 30023"/>
                      <a:gd name="connsiteX1" fmla="*/ 6117 w 22444"/>
                      <a:gd name="connsiteY1" fmla="*/ 25548 h 30023"/>
                      <a:gd name="connsiteX2" fmla="*/ 11875 w 22444"/>
                      <a:gd name="connsiteY2" fmla="*/ 27055 h 30023"/>
                      <a:gd name="connsiteX3" fmla="*/ 15000 w 22444"/>
                      <a:gd name="connsiteY3" fmla="*/ 26605 h 30023"/>
                      <a:gd name="connsiteX4" fmla="*/ 17182 w 22444"/>
                      <a:gd name="connsiteY4" fmla="*/ 25413 h 30023"/>
                      <a:gd name="connsiteX5" fmla="*/ 18464 w 22444"/>
                      <a:gd name="connsiteY5" fmla="*/ 23727 h 30023"/>
                      <a:gd name="connsiteX6" fmla="*/ 18914 w 22444"/>
                      <a:gd name="connsiteY6" fmla="*/ 21747 h 30023"/>
                      <a:gd name="connsiteX7" fmla="*/ 17564 w 22444"/>
                      <a:gd name="connsiteY7" fmla="*/ 18644 h 30023"/>
                      <a:gd name="connsiteX8" fmla="*/ 14191 w 22444"/>
                      <a:gd name="connsiteY8" fmla="*/ 17047 h 30023"/>
                      <a:gd name="connsiteX9" fmla="*/ 9783 w 22444"/>
                      <a:gd name="connsiteY9" fmla="*/ 16058 h 30023"/>
                      <a:gd name="connsiteX10" fmla="*/ 5375 w 22444"/>
                      <a:gd name="connsiteY10" fmla="*/ 14821 h 30023"/>
                      <a:gd name="connsiteX11" fmla="*/ 2001 w 22444"/>
                      <a:gd name="connsiteY11" fmla="*/ 12459 h 30023"/>
                      <a:gd name="connsiteX12" fmla="*/ 652 w 22444"/>
                      <a:gd name="connsiteY12" fmla="*/ 8119 h 30023"/>
                      <a:gd name="connsiteX13" fmla="*/ 3261 w 22444"/>
                      <a:gd name="connsiteY13" fmla="*/ 2271 h 30023"/>
                      <a:gd name="connsiteX14" fmla="*/ 10660 w 22444"/>
                      <a:gd name="connsiteY14" fmla="*/ 0 h 30023"/>
                      <a:gd name="connsiteX15" fmla="*/ 18172 w 22444"/>
                      <a:gd name="connsiteY15" fmla="*/ 2069 h 30023"/>
                      <a:gd name="connsiteX16" fmla="*/ 21657 w 22444"/>
                      <a:gd name="connsiteY16" fmla="*/ 8973 h 30023"/>
                      <a:gd name="connsiteX17" fmla="*/ 18306 w 22444"/>
                      <a:gd name="connsiteY17" fmla="*/ 8973 h 30023"/>
                      <a:gd name="connsiteX18" fmla="*/ 15810 w 22444"/>
                      <a:gd name="connsiteY18" fmla="*/ 4318 h 30023"/>
                      <a:gd name="connsiteX19" fmla="*/ 10615 w 22444"/>
                      <a:gd name="connsiteY19" fmla="*/ 2969 h 30023"/>
                      <a:gd name="connsiteX20" fmla="*/ 5824 w 22444"/>
                      <a:gd name="connsiteY20" fmla="*/ 4318 h 30023"/>
                      <a:gd name="connsiteX21" fmla="*/ 4183 w 22444"/>
                      <a:gd name="connsiteY21" fmla="*/ 7871 h 30023"/>
                      <a:gd name="connsiteX22" fmla="*/ 5532 w 22444"/>
                      <a:gd name="connsiteY22" fmla="*/ 10817 h 30023"/>
                      <a:gd name="connsiteX23" fmla="*/ 8906 w 22444"/>
                      <a:gd name="connsiteY23" fmla="*/ 12459 h 30023"/>
                      <a:gd name="connsiteX24" fmla="*/ 13314 w 22444"/>
                      <a:gd name="connsiteY24" fmla="*/ 13584 h 30023"/>
                      <a:gd name="connsiteX25" fmla="*/ 17722 w 22444"/>
                      <a:gd name="connsiteY25" fmla="*/ 14978 h 30023"/>
                      <a:gd name="connsiteX26" fmla="*/ 21095 w 22444"/>
                      <a:gd name="connsiteY26" fmla="*/ 17429 h 30023"/>
                      <a:gd name="connsiteX27" fmla="*/ 22445 w 22444"/>
                      <a:gd name="connsiteY27" fmla="*/ 21725 h 30023"/>
                      <a:gd name="connsiteX28" fmla="*/ 21567 w 22444"/>
                      <a:gd name="connsiteY28" fmla="*/ 25323 h 30023"/>
                      <a:gd name="connsiteX29" fmla="*/ 19139 w 22444"/>
                      <a:gd name="connsiteY29" fmla="*/ 27932 h 30023"/>
                      <a:gd name="connsiteX30" fmla="*/ 15473 w 22444"/>
                      <a:gd name="connsiteY30" fmla="*/ 29506 h 30023"/>
                      <a:gd name="connsiteX31" fmla="*/ 10818 w 22444"/>
                      <a:gd name="connsiteY31" fmla="*/ 30024 h 30023"/>
                      <a:gd name="connsiteX32" fmla="*/ 6342 w 22444"/>
                      <a:gd name="connsiteY32" fmla="*/ 29281 h 30023"/>
                      <a:gd name="connsiteX33" fmla="*/ 3013 w 22444"/>
                      <a:gd name="connsiteY33" fmla="*/ 27212 h 30023"/>
                      <a:gd name="connsiteX34" fmla="*/ 877 w 22444"/>
                      <a:gd name="connsiteY34" fmla="*/ 24131 h 30023"/>
                      <a:gd name="connsiteX35" fmla="*/ 0 w 22444"/>
                      <a:gd name="connsiteY35" fmla="*/ 20331 h 30023"/>
                      <a:gd name="connsiteX36" fmla="*/ 3351 w 22444"/>
                      <a:gd name="connsiteY36" fmla="*/ 20331 h 30023"/>
                      <a:gd name="connsiteX37" fmla="*/ 3351 w 22444"/>
                      <a:gd name="connsiteY37" fmla="*/ 20331 h 30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2444" h="30023">
                        <a:moveTo>
                          <a:pt x="3351" y="20353"/>
                        </a:moveTo>
                        <a:cubicBezTo>
                          <a:pt x="3868" y="22804"/>
                          <a:pt x="4790" y="24536"/>
                          <a:pt x="6117" y="25548"/>
                        </a:cubicBezTo>
                        <a:cubicBezTo>
                          <a:pt x="7467" y="26560"/>
                          <a:pt x="9378" y="27055"/>
                          <a:pt x="11875" y="27055"/>
                        </a:cubicBezTo>
                        <a:cubicBezTo>
                          <a:pt x="13089" y="27055"/>
                          <a:pt x="14124" y="26920"/>
                          <a:pt x="15000" y="26605"/>
                        </a:cubicBezTo>
                        <a:cubicBezTo>
                          <a:pt x="15878" y="26313"/>
                          <a:pt x="16597" y="25908"/>
                          <a:pt x="17182" y="25413"/>
                        </a:cubicBezTo>
                        <a:cubicBezTo>
                          <a:pt x="17744" y="24918"/>
                          <a:pt x="18172" y="24356"/>
                          <a:pt x="18464" y="23727"/>
                        </a:cubicBezTo>
                        <a:cubicBezTo>
                          <a:pt x="18756" y="23097"/>
                          <a:pt x="18914" y="22445"/>
                          <a:pt x="18914" y="21747"/>
                        </a:cubicBezTo>
                        <a:cubicBezTo>
                          <a:pt x="18914" y="20353"/>
                          <a:pt x="18464" y="19319"/>
                          <a:pt x="17564" y="18644"/>
                        </a:cubicBezTo>
                        <a:cubicBezTo>
                          <a:pt x="16665" y="17969"/>
                          <a:pt x="15540" y="17429"/>
                          <a:pt x="14191" y="17047"/>
                        </a:cubicBezTo>
                        <a:cubicBezTo>
                          <a:pt x="12841" y="16665"/>
                          <a:pt x="11380" y="16327"/>
                          <a:pt x="9783" y="16058"/>
                        </a:cubicBezTo>
                        <a:cubicBezTo>
                          <a:pt x="8208" y="15788"/>
                          <a:pt x="6747" y="15360"/>
                          <a:pt x="5375" y="14821"/>
                        </a:cubicBezTo>
                        <a:cubicBezTo>
                          <a:pt x="4026" y="14281"/>
                          <a:pt x="2901" y="13494"/>
                          <a:pt x="2001" y="12459"/>
                        </a:cubicBezTo>
                        <a:cubicBezTo>
                          <a:pt x="1102" y="11425"/>
                          <a:pt x="652" y="9985"/>
                          <a:pt x="652" y="8119"/>
                        </a:cubicBezTo>
                        <a:cubicBezTo>
                          <a:pt x="652" y="5735"/>
                          <a:pt x="1529" y="3778"/>
                          <a:pt x="3261" y="2271"/>
                        </a:cubicBezTo>
                        <a:cubicBezTo>
                          <a:pt x="4993" y="742"/>
                          <a:pt x="7467" y="0"/>
                          <a:pt x="10660" y="0"/>
                        </a:cubicBezTo>
                        <a:cubicBezTo>
                          <a:pt x="13853" y="0"/>
                          <a:pt x="16237" y="697"/>
                          <a:pt x="18172" y="2069"/>
                        </a:cubicBezTo>
                        <a:cubicBezTo>
                          <a:pt x="20106" y="3441"/>
                          <a:pt x="21253" y="5735"/>
                          <a:pt x="21657" y="8973"/>
                        </a:cubicBezTo>
                        <a:lnTo>
                          <a:pt x="18306" y="8973"/>
                        </a:lnTo>
                        <a:cubicBezTo>
                          <a:pt x="18014" y="6769"/>
                          <a:pt x="17182" y="5218"/>
                          <a:pt x="15810" y="4318"/>
                        </a:cubicBezTo>
                        <a:cubicBezTo>
                          <a:pt x="14438" y="3418"/>
                          <a:pt x="12706" y="2969"/>
                          <a:pt x="10615" y="2969"/>
                        </a:cubicBezTo>
                        <a:cubicBezTo>
                          <a:pt x="8524" y="2969"/>
                          <a:pt x="6927" y="3418"/>
                          <a:pt x="5824" y="4318"/>
                        </a:cubicBezTo>
                        <a:cubicBezTo>
                          <a:pt x="4722" y="5218"/>
                          <a:pt x="4183" y="6410"/>
                          <a:pt x="4183" y="7871"/>
                        </a:cubicBezTo>
                        <a:cubicBezTo>
                          <a:pt x="4183" y="9153"/>
                          <a:pt x="4633" y="10143"/>
                          <a:pt x="5532" y="10817"/>
                        </a:cubicBezTo>
                        <a:cubicBezTo>
                          <a:pt x="6432" y="11492"/>
                          <a:pt x="7556" y="12054"/>
                          <a:pt x="8906" y="12459"/>
                        </a:cubicBezTo>
                        <a:cubicBezTo>
                          <a:pt x="10255" y="12887"/>
                          <a:pt x="11717" y="13246"/>
                          <a:pt x="13314" y="13584"/>
                        </a:cubicBezTo>
                        <a:cubicBezTo>
                          <a:pt x="14888" y="13921"/>
                          <a:pt x="16350" y="14371"/>
                          <a:pt x="17722" y="14978"/>
                        </a:cubicBezTo>
                        <a:cubicBezTo>
                          <a:pt x="19071" y="15585"/>
                          <a:pt x="20196" y="16395"/>
                          <a:pt x="21095" y="17429"/>
                        </a:cubicBezTo>
                        <a:cubicBezTo>
                          <a:pt x="21995" y="18464"/>
                          <a:pt x="22445" y="19881"/>
                          <a:pt x="22445" y="21725"/>
                        </a:cubicBezTo>
                        <a:cubicBezTo>
                          <a:pt x="22445" y="23074"/>
                          <a:pt x="22152" y="24289"/>
                          <a:pt x="21567" y="25323"/>
                        </a:cubicBezTo>
                        <a:cubicBezTo>
                          <a:pt x="20983" y="26358"/>
                          <a:pt x="20173" y="27235"/>
                          <a:pt x="19139" y="27932"/>
                        </a:cubicBezTo>
                        <a:cubicBezTo>
                          <a:pt x="18104" y="28629"/>
                          <a:pt x="16890" y="29146"/>
                          <a:pt x="15473" y="29506"/>
                        </a:cubicBezTo>
                        <a:cubicBezTo>
                          <a:pt x="14056" y="29844"/>
                          <a:pt x="12504" y="30024"/>
                          <a:pt x="10818" y="30024"/>
                        </a:cubicBezTo>
                        <a:cubicBezTo>
                          <a:pt x="9131" y="30024"/>
                          <a:pt x="7646" y="29776"/>
                          <a:pt x="6342" y="29281"/>
                        </a:cubicBezTo>
                        <a:cubicBezTo>
                          <a:pt x="5038" y="28787"/>
                          <a:pt x="3936" y="28089"/>
                          <a:pt x="3013" y="27212"/>
                        </a:cubicBezTo>
                        <a:cubicBezTo>
                          <a:pt x="2091" y="26335"/>
                          <a:pt x="1372" y="25301"/>
                          <a:pt x="877" y="24131"/>
                        </a:cubicBezTo>
                        <a:cubicBezTo>
                          <a:pt x="360" y="22962"/>
                          <a:pt x="68" y="21702"/>
                          <a:pt x="0" y="20331"/>
                        </a:cubicBezTo>
                        <a:lnTo>
                          <a:pt x="3351" y="20331"/>
                        </a:lnTo>
                        <a:lnTo>
                          <a:pt x="3351" y="20331"/>
                        </a:lnTo>
                        <a:close/>
                      </a:path>
                    </a:pathLst>
                  </a:custGeom>
                  <a:solidFill>
                    <a:srgbClr val="010101"/>
                  </a:solidFill>
                  <a:ln w="2249" cap="flat">
                    <a:noFill/>
                    <a:prstDash val="solid"/>
                    <a:miter/>
                  </a:ln>
                </p:spPr>
                <p:txBody>
                  <a:bodyPr rtlCol="0" anchor="ctr"/>
                  <a:lstStyle/>
                  <a:p>
                    <a:endParaRPr lang="en-US"/>
                  </a:p>
                </p:txBody>
              </p:sp>
              <p:sp>
                <p:nvSpPr>
                  <p:cNvPr id="1866" name="Freeform 1865">
                    <a:extLst>
                      <a:ext uri="{FF2B5EF4-FFF2-40B4-BE49-F238E27FC236}">
                        <a16:creationId xmlns:a16="http://schemas.microsoft.com/office/drawing/2014/main" id="{3D90C58C-8CE8-E9F4-B32E-52EDBAA50422}"/>
                      </a:ext>
                    </a:extLst>
                  </p:cNvPr>
                  <p:cNvSpPr/>
                  <p:nvPr/>
                </p:nvSpPr>
                <p:spPr>
                  <a:xfrm>
                    <a:off x="7613125" y="2419088"/>
                    <a:ext cx="3620" cy="39581"/>
                  </a:xfrm>
                  <a:custGeom>
                    <a:avLst/>
                    <a:gdLst>
                      <a:gd name="connsiteX0" fmla="*/ 0 w 3620"/>
                      <a:gd name="connsiteY0" fmla="*/ 4903 h 39581"/>
                      <a:gd name="connsiteX1" fmla="*/ 0 w 3620"/>
                      <a:gd name="connsiteY1" fmla="*/ 0 h 39581"/>
                      <a:gd name="connsiteX2" fmla="*/ 3621 w 3620"/>
                      <a:gd name="connsiteY2" fmla="*/ 0 h 39581"/>
                      <a:gd name="connsiteX3" fmla="*/ 3621 w 3620"/>
                      <a:gd name="connsiteY3" fmla="*/ 4903 h 39581"/>
                      <a:gd name="connsiteX4" fmla="*/ 0 w 3620"/>
                      <a:gd name="connsiteY4" fmla="*/ 4903 h 39581"/>
                      <a:gd name="connsiteX5" fmla="*/ 180 w 3620"/>
                      <a:gd name="connsiteY5" fmla="*/ 39582 h 39581"/>
                      <a:gd name="connsiteX6" fmla="*/ 180 w 3620"/>
                      <a:gd name="connsiteY6" fmla="*/ 11087 h 39581"/>
                      <a:gd name="connsiteX7" fmla="*/ 3486 w 3620"/>
                      <a:gd name="connsiteY7" fmla="*/ 11087 h 39581"/>
                      <a:gd name="connsiteX8" fmla="*/ 3486 w 3620"/>
                      <a:gd name="connsiteY8" fmla="*/ 39582 h 39581"/>
                      <a:gd name="connsiteX9" fmla="*/ 180 w 3620"/>
                      <a:gd name="connsiteY9" fmla="*/ 39582 h 39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620" h="39581">
                        <a:moveTo>
                          <a:pt x="0" y="4903"/>
                        </a:moveTo>
                        <a:lnTo>
                          <a:pt x="0" y="0"/>
                        </a:lnTo>
                        <a:lnTo>
                          <a:pt x="3621" y="0"/>
                        </a:lnTo>
                        <a:lnTo>
                          <a:pt x="3621" y="4903"/>
                        </a:lnTo>
                        <a:lnTo>
                          <a:pt x="0" y="4903"/>
                        </a:lnTo>
                        <a:close/>
                        <a:moveTo>
                          <a:pt x="180" y="39582"/>
                        </a:moveTo>
                        <a:lnTo>
                          <a:pt x="180" y="11087"/>
                        </a:lnTo>
                        <a:lnTo>
                          <a:pt x="3486" y="11087"/>
                        </a:lnTo>
                        <a:lnTo>
                          <a:pt x="3486" y="39582"/>
                        </a:lnTo>
                        <a:lnTo>
                          <a:pt x="180" y="39582"/>
                        </a:lnTo>
                        <a:close/>
                      </a:path>
                    </a:pathLst>
                  </a:custGeom>
                  <a:solidFill>
                    <a:srgbClr val="010101"/>
                  </a:solidFill>
                  <a:ln w="2249" cap="flat">
                    <a:noFill/>
                    <a:prstDash val="solid"/>
                    <a:miter/>
                  </a:ln>
                </p:spPr>
                <p:txBody>
                  <a:bodyPr rtlCol="0" anchor="ctr"/>
                  <a:lstStyle/>
                  <a:p>
                    <a:endParaRPr lang="en-US"/>
                  </a:p>
                </p:txBody>
              </p:sp>
              <p:sp>
                <p:nvSpPr>
                  <p:cNvPr id="1867" name="Freeform 1866">
                    <a:extLst>
                      <a:ext uri="{FF2B5EF4-FFF2-40B4-BE49-F238E27FC236}">
                        <a16:creationId xmlns:a16="http://schemas.microsoft.com/office/drawing/2014/main" id="{B69933D1-E383-2806-2892-72945C2EE62E}"/>
                      </a:ext>
                    </a:extLst>
                  </p:cNvPr>
                  <p:cNvSpPr/>
                  <p:nvPr/>
                </p:nvSpPr>
                <p:spPr>
                  <a:xfrm>
                    <a:off x="7624100" y="2429456"/>
                    <a:ext cx="26200" cy="40886"/>
                  </a:xfrm>
                  <a:custGeom>
                    <a:avLst/>
                    <a:gdLst>
                      <a:gd name="connsiteX0" fmla="*/ 22895 w 26200"/>
                      <a:gd name="connsiteY0" fmla="*/ 742 h 40886"/>
                      <a:gd name="connsiteX1" fmla="*/ 26201 w 26200"/>
                      <a:gd name="connsiteY1" fmla="*/ 742 h 40886"/>
                      <a:gd name="connsiteX2" fmla="*/ 26201 w 26200"/>
                      <a:gd name="connsiteY2" fmla="*/ 26470 h 40886"/>
                      <a:gd name="connsiteX3" fmla="*/ 25616 w 26200"/>
                      <a:gd name="connsiteY3" fmla="*/ 31935 h 40886"/>
                      <a:gd name="connsiteX4" fmla="*/ 23547 w 26200"/>
                      <a:gd name="connsiteY4" fmla="*/ 36523 h 40886"/>
                      <a:gd name="connsiteX5" fmla="*/ 19476 w 26200"/>
                      <a:gd name="connsiteY5" fmla="*/ 39694 h 40886"/>
                      <a:gd name="connsiteX6" fmla="*/ 12820 w 26200"/>
                      <a:gd name="connsiteY6" fmla="*/ 40886 h 40886"/>
                      <a:gd name="connsiteX7" fmla="*/ 7422 w 26200"/>
                      <a:gd name="connsiteY7" fmla="*/ 40099 h 40886"/>
                      <a:gd name="connsiteX8" fmla="*/ 3734 w 26200"/>
                      <a:gd name="connsiteY8" fmla="*/ 38097 h 40886"/>
                      <a:gd name="connsiteX9" fmla="*/ 1552 w 26200"/>
                      <a:gd name="connsiteY9" fmla="*/ 35421 h 40886"/>
                      <a:gd name="connsiteX10" fmla="*/ 765 w 26200"/>
                      <a:gd name="connsiteY10" fmla="*/ 32700 h 40886"/>
                      <a:gd name="connsiteX11" fmla="*/ 4273 w 26200"/>
                      <a:gd name="connsiteY11" fmla="*/ 32700 h 40886"/>
                      <a:gd name="connsiteX12" fmla="*/ 5488 w 26200"/>
                      <a:gd name="connsiteY12" fmla="*/ 35309 h 40886"/>
                      <a:gd name="connsiteX13" fmla="*/ 7444 w 26200"/>
                      <a:gd name="connsiteY13" fmla="*/ 36905 h 40886"/>
                      <a:gd name="connsiteX14" fmla="*/ 9941 w 26200"/>
                      <a:gd name="connsiteY14" fmla="*/ 37693 h 40886"/>
                      <a:gd name="connsiteX15" fmla="*/ 12797 w 26200"/>
                      <a:gd name="connsiteY15" fmla="*/ 37917 h 40886"/>
                      <a:gd name="connsiteX16" fmla="*/ 18194 w 26200"/>
                      <a:gd name="connsiteY16" fmla="*/ 36770 h 40886"/>
                      <a:gd name="connsiteX17" fmla="*/ 21275 w 26200"/>
                      <a:gd name="connsiteY17" fmla="*/ 33757 h 40886"/>
                      <a:gd name="connsiteX18" fmla="*/ 22625 w 26200"/>
                      <a:gd name="connsiteY18" fmla="*/ 29529 h 40886"/>
                      <a:gd name="connsiteX19" fmla="*/ 22872 w 26200"/>
                      <a:gd name="connsiteY19" fmla="*/ 24694 h 40886"/>
                      <a:gd name="connsiteX20" fmla="*/ 18509 w 26200"/>
                      <a:gd name="connsiteY20" fmla="*/ 28674 h 40886"/>
                      <a:gd name="connsiteX21" fmla="*/ 12707 w 26200"/>
                      <a:gd name="connsiteY21" fmla="*/ 30024 h 40886"/>
                      <a:gd name="connsiteX22" fmla="*/ 7062 w 26200"/>
                      <a:gd name="connsiteY22" fmla="*/ 28787 h 40886"/>
                      <a:gd name="connsiteX23" fmla="*/ 3104 w 26200"/>
                      <a:gd name="connsiteY23" fmla="*/ 25481 h 40886"/>
                      <a:gd name="connsiteX24" fmla="*/ 765 w 26200"/>
                      <a:gd name="connsiteY24" fmla="*/ 20668 h 40886"/>
                      <a:gd name="connsiteX25" fmla="*/ 0 w 26200"/>
                      <a:gd name="connsiteY25" fmla="*/ 14956 h 40886"/>
                      <a:gd name="connsiteX26" fmla="*/ 720 w 26200"/>
                      <a:gd name="connsiteY26" fmla="*/ 9063 h 40886"/>
                      <a:gd name="connsiteX27" fmla="*/ 2991 w 26200"/>
                      <a:gd name="connsiteY27" fmla="*/ 4318 h 40886"/>
                      <a:gd name="connsiteX28" fmla="*/ 6972 w 26200"/>
                      <a:gd name="connsiteY28" fmla="*/ 1147 h 40886"/>
                      <a:gd name="connsiteX29" fmla="*/ 12864 w 26200"/>
                      <a:gd name="connsiteY29" fmla="*/ 0 h 40886"/>
                      <a:gd name="connsiteX30" fmla="*/ 15675 w 26200"/>
                      <a:gd name="connsiteY30" fmla="*/ 382 h 40886"/>
                      <a:gd name="connsiteX31" fmla="*/ 18442 w 26200"/>
                      <a:gd name="connsiteY31" fmla="*/ 1484 h 40886"/>
                      <a:gd name="connsiteX32" fmla="*/ 20915 w 26200"/>
                      <a:gd name="connsiteY32" fmla="*/ 3306 h 40886"/>
                      <a:gd name="connsiteX33" fmla="*/ 22760 w 26200"/>
                      <a:gd name="connsiteY33" fmla="*/ 5780 h 40886"/>
                      <a:gd name="connsiteX34" fmla="*/ 22872 w 26200"/>
                      <a:gd name="connsiteY34" fmla="*/ 5780 h 40886"/>
                      <a:gd name="connsiteX35" fmla="*/ 22872 w 26200"/>
                      <a:gd name="connsiteY35" fmla="*/ 765 h 40886"/>
                      <a:gd name="connsiteX36" fmla="*/ 22872 w 26200"/>
                      <a:gd name="connsiteY36" fmla="*/ 765 h 40886"/>
                      <a:gd name="connsiteX37" fmla="*/ 22895 w 26200"/>
                      <a:gd name="connsiteY37" fmla="*/ 15091 h 40886"/>
                      <a:gd name="connsiteX38" fmla="*/ 22265 w 26200"/>
                      <a:gd name="connsiteY38" fmla="*/ 10278 h 40886"/>
                      <a:gd name="connsiteX39" fmla="*/ 20421 w 26200"/>
                      <a:gd name="connsiteY39" fmla="*/ 6432 h 40886"/>
                      <a:gd name="connsiteX40" fmla="*/ 17407 w 26200"/>
                      <a:gd name="connsiteY40" fmla="*/ 3868 h 40886"/>
                      <a:gd name="connsiteX41" fmla="*/ 13292 w 26200"/>
                      <a:gd name="connsiteY41" fmla="*/ 2924 h 40886"/>
                      <a:gd name="connsiteX42" fmla="*/ 9446 w 26200"/>
                      <a:gd name="connsiteY42" fmla="*/ 3666 h 40886"/>
                      <a:gd name="connsiteX43" fmla="*/ 6365 w 26200"/>
                      <a:gd name="connsiteY43" fmla="*/ 5847 h 40886"/>
                      <a:gd name="connsiteX44" fmla="*/ 4296 w 26200"/>
                      <a:gd name="connsiteY44" fmla="*/ 9333 h 40886"/>
                      <a:gd name="connsiteX45" fmla="*/ 3554 w 26200"/>
                      <a:gd name="connsiteY45" fmla="*/ 14078 h 40886"/>
                      <a:gd name="connsiteX46" fmla="*/ 4003 w 26200"/>
                      <a:gd name="connsiteY46" fmla="*/ 19116 h 40886"/>
                      <a:gd name="connsiteX47" fmla="*/ 5757 w 26200"/>
                      <a:gd name="connsiteY47" fmla="*/ 23209 h 40886"/>
                      <a:gd name="connsiteX48" fmla="*/ 8839 w 26200"/>
                      <a:gd name="connsiteY48" fmla="*/ 25975 h 40886"/>
                      <a:gd name="connsiteX49" fmla="*/ 13292 w 26200"/>
                      <a:gd name="connsiteY49" fmla="*/ 26988 h 40886"/>
                      <a:gd name="connsiteX50" fmla="*/ 17339 w 26200"/>
                      <a:gd name="connsiteY50" fmla="*/ 26020 h 40886"/>
                      <a:gd name="connsiteX51" fmla="*/ 20376 w 26200"/>
                      <a:gd name="connsiteY51" fmla="*/ 23434 h 40886"/>
                      <a:gd name="connsiteX52" fmla="*/ 22265 w 26200"/>
                      <a:gd name="connsiteY52" fmla="*/ 19633 h 40886"/>
                      <a:gd name="connsiteX53" fmla="*/ 22917 w 26200"/>
                      <a:gd name="connsiteY53" fmla="*/ 15046 h 40886"/>
                      <a:gd name="connsiteX54" fmla="*/ 22917 w 26200"/>
                      <a:gd name="connsiteY54" fmla="*/ 15091 h 40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26200" h="40886">
                        <a:moveTo>
                          <a:pt x="22895" y="742"/>
                        </a:moveTo>
                        <a:lnTo>
                          <a:pt x="26201" y="742"/>
                        </a:lnTo>
                        <a:lnTo>
                          <a:pt x="26201" y="26470"/>
                        </a:lnTo>
                        <a:cubicBezTo>
                          <a:pt x="26201" y="28382"/>
                          <a:pt x="25998" y="30204"/>
                          <a:pt x="25616" y="31935"/>
                        </a:cubicBezTo>
                        <a:cubicBezTo>
                          <a:pt x="25233" y="33667"/>
                          <a:pt x="24536" y="35196"/>
                          <a:pt x="23547" y="36523"/>
                        </a:cubicBezTo>
                        <a:cubicBezTo>
                          <a:pt x="22557" y="37850"/>
                          <a:pt x="21208" y="38907"/>
                          <a:pt x="19476" y="39694"/>
                        </a:cubicBezTo>
                        <a:cubicBezTo>
                          <a:pt x="17745" y="40481"/>
                          <a:pt x="15541" y="40886"/>
                          <a:pt x="12820" y="40886"/>
                        </a:cubicBezTo>
                        <a:cubicBezTo>
                          <a:pt x="10728" y="40886"/>
                          <a:pt x="8928" y="40616"/>
                          <a:pt x="7422" y="40099"/>
                        </a:cubicBezTo>
                        <a:cubicBezTo>
                          <a:pt x="5915" y="39559"/>
                          <a:pt x="4701" y="38907"/>
                          <a:pt x="3734" y="38097"/>
                        </a:cubicBezTo>
                        <a:cubicBezTo>
                          <a:pt x="2789" y="37288"/>
                          <a:pt x="2047" y="36411"/>
                          <a:pt x="1552" y="35421"/>
                        </a:cubicBezTo>
                        <a:cubicBezTo>
                          <a:pt x="1057" y="34454"/>
                          <a:pt x="787" y="33532"/>
                          <a:pt x="765" y="32700"/>
                        </a:cubicBezTo>
                        <a:lnTo>
                          <a:pt x="4273" y="32700"/>
                        </a:lnTo>
                        <a:cubicBezTo>
                          <a:pt x="4520" y="33757"/>
                          <a:pt x="4926" y="34634"/>
                          <a:pt x="5488" y="35309"/>
                        </a:cubicBezTo>
                        <a:cubicBezTo>
                          <a:pt x="6050" y="35983"/>
                          <a:pt x="6679" y="36523"/>
                          <a:pt x="7444" y="36905"/>
                        </a:cubicBezTo>
                        <a:cubicBezTo>
                          <a:pt x="8187" y="37288"/>
                          <a:pt x="9041" y="37558"/>
                          <a:pt x="9941" y="37693"/>
                        </a:cubicBezTo>
                        <a:cubicBezTo>
                          <a:pt x="10863" y="37827"/>
                          <a:pt x="11807" y="37917"/>
                          <a:pt x="12797" y="37917"/>
                        </a:cubicBezTo>
                        <a:cubicBezTo>
                          <a:pt x="15023" y="37917"/>
                          <a:pt x="16822" y="37535"/>
                          <a:pt x="18194" y="36770"/>
                        </a:cubicBezTo>
                        <a:cubicBezTo>
                          <a:pt x="19544" y="36006"/>
                          <a:pt x="20578" y="34994"/>
                          <a:pt x="21275" y="33757"/>
                        </a:cubicBezTo>
                        <a:cubicBezTo>
                          <a:pt x="21972" y="32520"/>
                          <a:pt x="22422" y="31103"/>
                          <a:pt x="22625" y="29529"/>
                        </a:cubicBezTo>
                        <a:cubicBezTo>
                          <a:pt x="22827" y="27955"/>
                          <a:pt x="22917" y="26335"/>
                          <a:pt x="22872" y="24694"/>
                        </a:cubicBezTo>
                        <a:cubicBezTo>
                          <a:pt x="21815" y="26448"/>
                          <a:pt x="20353" y="27775"/>
                          <a:pt x="18509" y="28674"/>
                        </a:cubicBezTo>
                        <a:cubicBezTo>
                          <a:pt x="16665" y="29574"/>
                          <a:pt x="14731" y="30024"/>
                          <a:pt x="12707" y="30024"/>
                        </a:cubicBezTo>
                        <a:cubicBezTo>
                          <a:pt x="10548" y="30024"/>
                          <a:pt x="8659" y="29619"/>
                          <a:pt x="7062" y="28787"/>
                        </a:cubicBezTo>
                        <a:cubicBezTo>
                          <a:pt x="5465" y="27955"/>
                          <a:pt x="4138" y="26853"/>
                          <a:pt x="3104" y="25481"/>
                        </a:cubicBezTo>
                        <a:cubicBezTo>
                          <a:pt x="2069" y="24109"/>
                          <a:pt x="1282" y="22512"/>
                          <a:pt x="765" y="20668"/>
                        </a:cubicBezTo>
                        <a:cubicBezTo>
                          <a:pt x="248" y="18846"/>
                          <a:pt x="0" y="16935"/>
                          <a:pt x="0" y="14956"/>
                        </a:cubicBezTo>
                        <a:cubicBezTo>
                          <a:pt x="0" y="12864"/>
                          <a:pt x="248" y="10907"/>
                          <a:pt x="720" y="9063"/>
                        </a:cubicBezTo>
                        <a:cubicBezTo>
                          <a:pt x="1192" y="7242"/>
                          <a:pt x="1957" y="5645"/>
                          <a:pt x="2991" y="4318"/>
                        </a:cubicBezTo>
                        <a:cubicBezTo>
                          <a:pt x="4026" y="2991"/>
                          <a:pt x="5353" y="1934"/>
                          <a:pt x="6972" y="1147"/>
                        </a:cubicBezTo>
                        <a:cubicBezTo>
                          <a:pt x="8591" y="382"/>
                          <a:pt x="10548" y="0"/>
                          <a:pt x="12864" y="0"/>
                        </a:cubicBezTo>
                        <a:cubicBezTo>
                          <a:pt x="13786" y="0"/>
                          <a:pt x="14708" y="135"/>
                          <a:pt x="15675" y="382"/>
                        </a:cubicBezTo>
                        <a:cubicBezTo>
                          <a:pt x="16620" y="630"/>
                          <a:pt x="17542" y="1012"/>
                          <a:pt x="18442" y="1484"/>
                        </a:cubicBezTo>
                        <a:cubicBezTo>
                          <a:pt x="19341" y="1957"/>
                          <a:pt x="20173" y="2564"/>
                          <a:pt x="20915" y="3306"/>
                        </a:cubicBezTo>
                        <a:cubicBezTo>
                          <a:pt x="21658" y="4048"/>
                          <a:pt x="22288" y="4858"/>
                          <a:pt x="22760" y="5780"/>
                        </a:cubicBezTo>
                        <a:lnTo>
                          <a:pt x="22872" y="5780"/>
                        </a:lnTo>
                        <a:lnTo>
                          <a:pt x="22872" y="765"/>
                        </a:lnTo>
                        <a:lnTo>
                          <a:pt x="22872" y="765"/>
                        </a:lnTo>
                        <a:close/>
                        <a:moveTo>
                          <a:pt x="22895" y="15091"/>
                        </a:moveTo>
                        <a:cubicBezTo>
                          <a:pt x="22895" y="13359"/>
                          <a:pt x="22692" y="11762"/>
                          <a:pt x="22265" y="10278"/>
                        </a:cubicBezTo>
                        <a:cubicBezTo>
                          <a:pt x="21837" y="8793"/>
                          <a:pt x="21231" y="7512"/>
                          <a:pt x="20421" y="6432"/>
                        </a:cubicBezTo>
                        <a:cubicBezTo>
                          <a:pt x="19611" y="5353"/>
                          <a:pt x="18599" y="4498"/>
                          <a:pt x="17407" y="3868"/>
                        </a:cubicBezTo>
                        <a:cubicBezTo>
                          <a:pt x="16193" y="3239"/>
                          <a:pt x="14821" y="2924"/>
                          <a:pt x="13292" y="2924"/>
                        </a:cubicBezTo>
                        <a:cubicBezTo>
                          <a:pt x="11897" y="2924"/>
                          <a:pt x="10615" y="3171"/>
                          <a:pt x="9446" y="3666"/>
                        </a:cubicBezTo>
                        <a:cubicBezTo>
                          <a:pt x="8277" y="4161"/>
                          <a:pt x="7242" y="4880"/>
                          <a:pt x="6365" y="5847"/>
                        </a:cubicBezTo>
                        <a:cubicBezTo>
                          <a:pt x="5488" y="6792"/>
                          <a:pt x="4791" y="7961"/>
                          <a:pt x="4296" y="9333"/>
                        </a:cubicBezTo>
                        <a:cubicBezTo>
                          <a:pt x="3801" y="10705"/>
                          <a:pt x="3554" y="12302"/>
                          <a:pt x="3554" y="14078"/>
                        </a:cubicBezTo>
                        <a:cubicBezTo>
                          <a:pt x="3486" y="15878"/>
                          <a:pt x="3621" y="17542"/>
                          <a:pt x="4003" y="19116"/>
                        </a:cubicBezTo>
                        <a:cubicBezTo>
                          <a:pt x="4363" y="20668"/>
                          <a:pt x="4948" y="22040"/>
                          <a:pt x="5757" y="23209"/>
                        </a:cubicBezTo>
                        <a:cubicBezTo>
                          <a:pt x="6567" y="24379"/>
                          <a:pt x="7579" y="25301"/>
                          <a:pt x="8839" y="25975"/>
                        </a:cubicBezTo>
                        <a:cubicBezTo>
                          <a:pt x="10075" y="26650"/>
                          <a:pt x="11560" y="26988"/>
                          <a:pt x="13292" y="26988"/>
                        </a:cubicBezTo>
                        <a:cubicBezTo>
                          <a:pt x="14798" y="26988"/>
                          <a:pt x="16148" y="26673"/>
                          <a:pt x="17339" y="26020"/>
                        </a:cubicBezTo>
                        <a:cubicBezTo>
                          <a:pt x="18531" y="25368"/>
                          <a:pt x="19544" y="24514"/>
                          <a:pt x="20376" y="23434"/>
                        </a:cubicBezTo>
                        <a:cubicBezTo>
                          <a:pt x="21208" y="22355"/>
                          <a:pt x="21837" y="21095"/>
                          <a:pt x="22265" y="19633"/>
                        </a:cubicBezTo>
                        <a:cubicBezTo>
                          <a:pt x="22715" y="18194"/>
                          <a:pt x="22917" y="16665"/>
                          <a:pt x="22917" y="15046"/>
                        </a:cubicBezTo>
                        <a:lnTo>
                          <a:pt x="22917" y="15091"/>
                        </a:lnTo>
                        <a:close/>
                      </a:path>
                    </a:pathLst>
                  </a:custGeom>
                  <a:solidFill>
                    <a:srgbClr val="010101"/>
                  </a:solidFill>
                  <a:ln w="2249" cap="flat">
                    <a:noFill/>
                    <a:prstDash val="solid"/>
                    <a:miter/>
                  </a:ln>
                </p:spPr>
                <p:txBody>
                  <a:bodyPr rtlCol="0" anchor="ctr"/>
                  <a:lstStyle/>
                  <a:p>
                    <a:endParaRPr lang="en-US"/>
                  </a:p>
                </p:txBody>
              </p:sp>
              <p:sp>
                <p:nvSpPr>
                  <p:cNvPr id="1868" name="Freeform 1867">
                    <a:extLst>
                      <a:ext uri="{FF2B5EF4-FFF2-40B4-BE49-F238E27FC236}">
                        <a16:creationId xmlns:a16="http://schemas.microsoft.com/office/drawing/2014/main" id="{2321D916-2B22-F1D7-C6A4-D63CAA3491E8}"/>
                      </a:ext>
                    </a:extLst>
                  </p:cNvPr>
                  <p:cNvSpPr/>
                  <p:nvPr/>
                </p:nvSpPr>
                <p:spPr>
                  <a:xfrm>
                    <a:off x="7660263" y="2453834"/>
                    <a:ext cx="4025" cy="4835"/>
                  </a:xfrm>
                  <a:custGeom>
                    <a:avLst/>
                    <a:gdLst>
                      <a:gd name="connsiteX0" fmla="*/ 0 w 4025"/>
                      <a:gd name="connsiteY0" fmla="*/ 4835 h 4835"/>
                      <a:gd name="connsiteX1" fmla="*/ 0 w 4025"/>
                      <a:gd name="connsiteY1" fmla="*/ 0 h 4835"/>
                      <a:gd name="connsiteX2" fmla="*/ 4026 w 4025"/>
                      <a:gd name="connsiteY2" fmla="*/ 0 h 4835"/>
                      <a:gd name="connsiteX3" fmla="*/ 4026 w 4025"/>
                      <a:gd name="connsiteY3" fmla="*/ 4835 h 4835"/>
                      <a:gd name="connsiteX4" fmla="*/ 0 w 4025"/>
                      <a:gd name="connsiteY4" fmla="*/ 4835 h 48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25" h="4835">
                        <a:moveTo>
                          <a:pt x="0" y="4835"/>
                        </a:moveTo>
                        <a:lnTo>
                          <a:pt x="0" y="0"/>
                        </a:lnTo>
                        <a:lnTo>
                          <a:pt x="4026" y="0"/>
                        </a:lnTo>
                        <a:lnTo>
                          <a:pt x="4026" y="4835"/>
                        </a:lnTo>
                        <a:lnTo>
                          <a:pt x="0" y="4835"/>
                        </a:lnTo>
                        <a:close/>
                      </a:path>
                    </a:pathLst>
                  </a:custGeom>
                  <a:solidFill>
                    <a:srgbClr val="010101"/>
                  </a:solidFill>
                  <a:ln w="2249" cap="flat">
                    <a:noFill/>
                    <a:prstDash val="solid"/>
                    <a:miter/>
                  </a:ln>
                </p:spPr>
                <p:txBody>
                  <a:bodyPr rtlCol="0" anchor="ctr"/>
                  <a:lstStyle/>
                  <a:p>
                    <a:endParaRPr lang="en-US"/>
                  </a:p>
                </p:txBody>
              </p:sp>
              <p:sp>
                <p:nvSpPr>
                  <p:cNvPr id="1869" name="Freeform 1868">
                    <a:extLst>
                      <a:ext uri="{FF2B5EF4-FFF2-40B4-BE49-F238E27FC236}">
                        <a16:creationId xmlns:a16="http://schemas.microsoft.com/office/drawing/2014/main" id="{FE230835-8664-231A-3950-764C5DECFED9}"/>
                      </a:ext>
                    </a:extLst>
                  </p:cNvPr>
                  <p:cNvSpPr/>
                  <p:nvPr/>
                </p:nvSpPr>
                <p:spPr>
                  <a:xfrm>
                    <a:off x="7687768" y="2429433"/>
                    <a:ext cx="25345" cy="30023"/>
                  </a:xfrm>
                  <a:custGeom>
                    <a:avLst/>
                    <a:gdLst>
                      <a:gd name="connsiteX0" fmla="*/ 21568 w 25345"/>
                      <a:gd name="connsiteY0" fmla="*/ 9715 h 30023"/>
                      <a:gd name="connsiteX1" fmla="*/ 18531 w 25345"/>
                      <a:gd name="connsiteY1" fmla="*/ 4745 h 30023"/>
                      <a:gd name="connsiteX2" fmla="*/ 13089 w 25345"/>
                      <a:gd name="connsiteY2" fmla="*/ 2969 h 30023"/>
                      <a:gd name="connsiteX3" fmla="*/ 8749 w 25345"/>
                      <a:gd name="connsiteY3" fmla="*/ 4003 h 30023"/>
                      <a:gd name="connsiteX4" fmla="*/ 5780 w 25345"/>
                      <a:gd name="connsiteY4" fmla="*/ 6769 h 30023"/>
                      <a:gd name="connsiteX5" fmla="*/ 4071 w 25345"/>
                      <a:gd name="connsiteY5" fmla="*/ 10683 h 30023"/>
                      <a:gd name="connsiteX6" fmla="*/ 3509 w 25345"/>
                      <a:gd name="connsiteY6" fmla="*/ 15046 h 30023"/>
                      <a:gd name="connsiteX7" fmla="*/ 4026 w 25345"/>
                      <a:gd name="connsiteY7" fmla="*/ 19453 h 30023"/>
                      <a:gd name="connsiteX8" fmla="*/ 5712 w 25345"/>
                      <a:gd name="connsiteY8" fmla="*/ 23299 h 30023"/>
                      <a:gd name="connsiteX9" fmla="*/ 8681 w 25345"/>
                      <a:gd name="connsiteY9" fmla="*/ 26020 h 30023"/>
                      <a:gd name="connsiteX10" fmla="*/ 13089 w 25345"/>
                      <a:gd name="connsiteY10" fmla="*/ 27032 h 30023"/>
                      <a:gd name="connsiteX11" fmla="*/ 19004 w 25345"/>
                      <a:gd name="connsiteY11" fmla="*/ 25008 h 30023"/>
                      <a:gd name="connsiteX12" fmla="*/ 21837 w 25345"/>
                      <a:gd name="connsiteY12" fmla="*/ 19409 h 30023"/>
                      <a:gd name="connsiteX13" fmla="*/ 25346 w 25345"/>
                      <a:gd name="connsiteY13" fmla="*/ 19409 h 30023"/>
                      <a:gd name="connsiteX14" fmla="*/ 23951 w 25345"/>
                      <a:gd name="connsiteY14" fmla="*/ 23727 h 30023"/>
                      <a:gd name="connsiteX15" fmla="*/ 21478 w 25345"/>
                      <a:gd name="connsiteY15" fmla="*/ 27077 h 30023"/>
                      <a:gd name="connsiteX16" fmla="*/ 17879 w 25345"/>
                      <a:gd name="connsiteY16" fmla="*/ 29259 h 30023"/>
                      <a:gd name="connsiteX17" fmla="*/ 13089 w 25345"/>
                      <a:gd name="connsiteY17" fmla="*/ 30024 h 30023"/>
                      <a:gd name="connsiteX18" fmla="*/ 7197 w 25345"/>
                      <a:gd name="connsiteY18" fmla="*/ 28877 h 30023"/>
                      <a:gd name="connsiteX19" fmla="*/ 3126 w 25345"/>
                      <a:gd name="connsiteY19" fmla="*/ 25706 h 30023"/>
                      <a:gd name="connsiteX20" fmla="*/ 765 w 25345"/>
                      <a:gd name="connsiteY20" fmla="*/ 20960 h 30023"/>
                      <a:gd name="connsiteX21" fmla="*/ 0 w 25345"/>
                      <a:gd name="connsiteY21" fmla="*/ 15068 h 30023"/>
                      <a:gd name="connsiteX22" fmla="*/ 855 w 25345"/>
                      <a:gd name="connsiteY22" fmla="*/ 9378 h 30023"/>
                      <a:gd name="connsiteX23" fmla="*/ 3351 w 25345"/>
                      <a:gd name="connsiteY23" fmla="*/ 4565 h 30023"/>
                      <a:gd name="connsiteX24" fmla="*/ 7444 w 25345"/>
                      <a:gd name="connsiteY24" fmla="*/ 1237 h 30023"/>
                      <a:gd name="connsiteX25" fmla="*/ 13089 w 25345"/>
                      <a:gd name="connsiteY25" fmla="*/ 0 h 30023"/>
                      <a:gd name="connsiteX26" fmla="*/ 21096 w 25345"/>
                      <a:gd name="connsiteY26" fmla="*/ 2361 h 30023"/>
                      <a:gd name="connsiteX27" fmla="*/ 24919 w 25345"/>
                      <a:gd name="connsiteY27" fmla="*/ 9738 h 30023"/>
                      <a:gd name="connsiteX28" fmla="*/ 21568 w 25345"/>
                      <a:gd name="connsiteY28" fmla="*/ 9738 h 30023"/>
                      <a:gd name="connsiteX29" fmla="*/ 21568 w 25345"/>
                      <a:gd name="connsiteY29" fmla="*/ 9738 h 30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5345" h="30023">
                        <a:moveTo>
                          <a:pt x="21568" y="9715"/>
                        </a:moveTo>
                        <a:cubicBezTo>
                          <a:pt x="20983" y="7601"/>
                          <a:pt x="19971" y="5937"/>
                          <a:pt x="18531" y="4745"/>
                        </a:cubicBezTo>
                        <a:cubicBezTo>
                          <a:pt x="17092" y="3553"/>
                          <a:pt x="15293" y="2969"/>
                          <a:pt x="13089" y="2969"/>
                        </a:cubicBezTo>
                        <a:cubicBezTo>
                          <a:pt x="11402" y="2969"/>
                          <a:pt x="9963" y="3328"/>
                          <a:pt x="8749" y="4003"/>
                        </a:cubicBezTo>
                        <a:cubicBezTo>
                          <a:pt x="7534" y="4700"/>
                          <a:pt x="6544" y="5622"/>
                          <a:pt x="5780" y="6769"/>
                        </a:cubicBezTo>
                        <a:cubicBezTo>
                          <a:pt x="5015" y="7916"/>
                          <a:pt x="4430" y="9221"/>
                          <a:pt x="4071" y="10683"/>
                        </a:cubicBezTo>
                        <a:cubicBezTo>
                          <a:pt x="3711" y="12122"/>
                          <a:pt x="3509" y="13584"/>
                          <a:pt x="3509" y="15046"/>
                        </a:cubicBezTo>
                        <a:cubicBezTo>
                          <a:pt x="3509" y="16507"/>
                          <a:pt x="3689" y="18014"/>
                          <a:pt x="4026" y="19453"/>
                        </a:cubicBezTo>
                        <a:cubicBezTo>
                          <a:pt x="4363" y="20893"/>
                          <a:pt x="4925" y="22175"/>
                          <a:pt x="5712" y="23299"/>
                        </a:cubicBezTo>
                        <a:cubicBezTo>
                          <a:pt x="6477" y="24446"/>
                          <a:pt x="7467" y="25346"/>
                          <a:pt x="8681" y="26020"/>
                        </a:cubicBezTo>
                        <a:cubicBezTo>
                          <a:pt x="9895" y="26695"/>
                          <a:pt x="11357" y="27032"/>
                          <a:pt x="13089" y="27032"/>
                        </a:cubicBezTo>
                        <a:cubicBezTo>
                          <a:pt x="15540" y="27032"/>
                          <a:pt x="17519" y="26358"/>
                          <a:pt x="19004" y="25008"/>
                        </a:cubicBezTo>
                        <a:cubicBezTo>
                          <a:pt x="20488" y="23659"/>
                          <a:pt x="21433" y="21792"/>
                          <a:pt x="21837" y="19409"/>
                        </a:cubicBezTo>
                        <a:lnTo>
                          <a:pt x="25346" y="19409"/>
                        </a:lnTo>
                        <a:cubicBezTo>
                          <a:pt x="25054" y="20983"/>
                          <a:pt x="24581" y="22422"/>
                          <a:pt x="23951" y="23727"/>
                        </a:cubicBezTo>
                        <a:cubicBezTo>
                          <a:pt x="23299" y="25031"/>
                          <a:pt x="22490" y="26155"/>
                          <a:pt x="21478" y="27077"/>
                        </a:cubicBezTo>
                        <a:cubicBezTo>
                          <a:pt x="20466" y="28000"/>
                          <a:pt x="19274" y="28742"/>
                          <a:pt x="17879" y="29259"/>
                        </a:cubicBezTo>
                        <a:cubicBezTo>
                          <a:pt x="16485" y="29776"/>
                          <a:pt x="14888" y="30024"/>
                          <a:pt x="13089" y="30024"/>
                        </a:cubicBezTo>
                        <a:cubicBezTo>
                          <a:pt x="10818" y="30024"/>
                          <a:pt x="8861" y="29641"/>
                          <a:pt x="7197" y="28877"/>
                        </a:cubicBezTo>
                        <a:cubicBezTo>
                          <a:pt x="5555" y="28112"/>
                          <a:pt x="4183" y="27055"/>
                          <a:pt x="3126" y="25706"/>
                        </a:cubicBezTo>
                        <a:cubicBezTo>
                          <a:pt x="2069" y="24379"/>
                          <a:pt x="1282" y="22782"/>
                          <a:pt x="765" y="20960"/>
                        </a:cubicBezTo>
                        <a:cubicBezTo>
                          <a:pt x="248" y="19139"/>
                          <a:pt x="0" y="17160"/>
                          <a:pt x="0" y="15068"/>
                        </a:cubicBezTo>
                        <a:cubicBezTo>
                          <a:pt x="0" y="13089"/>
                          <a:pt x="293" y="11200"/>
                          <a:pt x="855" y="9378"/>
                        </a:cubicBezTo>
                        <a:cubicBezTo>
                          <a:pt x="1417" y="7557"/>
                          <a:pt x="2249" y="5960"/>
                          <a:pt x="3351" y="4565"/>
                        </a:cubicBezTo>
                        <a:cubicBezTo>
                          <a:pt x="4453" y="3171"/>
                          <a:pt x="5825" y="2069"/>
                          <a:pt x="7444" y="1237"/>
                        </a:cubicBezTo>
                        <a:cubicBezTo>
                          <a:pt x="9086" y="405"/>
                          <a:pt x="10953" y="0"/>
                          <a:pt x="13089" y="0"/>
                        </a:cubicBezTo>
                        <a:cubicBezTo>
                          <a:pt x="16395" y="0"/>
                          <a:pt x="19049" y="787"/>
                          <a:pt x="21096" y="2361"/>
                        </a:cubicBezTo>
                        <a:cubicBezTo>
                          <a:pt x="23119" y="3936"/>
                          <a:pt x="24401" y="6387"/>
                          <a:pt x="24919" y="9738"/>
                        </a:cubicBezTo>
                        <a:lnTo>
                          <a:pt x="21568" y="9738"/>
                        </a:lnTo>
                        <a:lnTo>
                          <a:pt x="21568" y="9738"/>
                        </a:lnTo>
                        <a:close/>
                      </a:path>
                    </a:pathLst>
                  </a:custGeom>
                  <a:solidFill>
                    <a:srgbClr val="010101"/>
                  </a:solidFill>
                  <a:ln w="2249" cap="flat">
                    <a:noFill/>
                    <a:prstDash val="solid"/>
                    <a:miter/>
                  </a:ln>
                </p:spPr>
                <p:txBody>
                  <a:bodyPr rtlCol="0" anchor="ctr"/>
                  <a:lstStyle/>
                  <a:p>
                    <a:endParaRPr lang="en-US"/>
                  </a:p>
                </p:txBody>
              </p:sp>
              <p:sp>
                <p:nvSpPr>
                  <p:cNvPr id="1870" name="Freeform 1869">
                    <a:extLst>
                      <a:ext uri="{FF2B5EF4-FFF2-40B4-BE49-F238E27FC236}">
                        <a16:creationId xmlns:a16="http://schemas.microsoft.com/office/drawing/2014/main" id="{11BA7B92-00A6-E79A-DB65-33C2A32F1E3C}"/>
                      </a:ext>
                    </a:extLst>
                  </p:cNvPr>
                  <p:cNvSpPr/>
                  <p:nvPr/>
                </p:nvSpPr>
                <p:spPr>
                  <a:xfrm>
                    <a:off x="7720220" y="2419088"/>
                    <a:ext cx="3305" cy="39581"/>
                  </a:xfrm>
                  <a:custGeom>
                    <a:avLst/>
                    <a:gdLst>
                      <a:gd name="connsiteX0" fmla="*/ 0 w 3305"/>
                      <a:gd name="connsiteY0" fmla="*/ 39582 h 39581"/>
                      <a:gd name="connsiteX1" fmla="*/ 0 w 3305"/>
                      <a:gd name="connsiteY1" fmla="*/ 0 h 39581"/>
                      <a:gd name="connsiteX2" fmla="*/ 3306 w 3305"/>
                      <a:gd name="connsiteY2" fmla="*/ 0 h 39581"/>
                      <a:gd name="connsiteX3" fmla="*/ 3306 w 3305"/>
                      <a:gd name="connsiteY3" fmla="*/ 39582 h 39581"/>
                      <a:gd name="connsiteX4" fmla="*/ 0 w 3305"/>
                      <a:gd name="connsiteY4" fmla="*/ 39582 h 39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05" h="39581">
                        <a:moveTo>
                          <a:pt x="0" y="39582"/>
                        </a:moveTo>
                        <a:lnTo>
                          <a:pt x="0" y="0"/>
                        </a:lnTo>
                        <a:lnTo>
                          <a:pt x="3306" y="0"/>
                        </a:lnTo>
                        <a:lnTo>
                          <a:pt x="3306" y="39582"/>
                        </a:lnTo>
                        <a:lnTo>
                          <a:pt x="0" y="39582"/>
                        </a:lnTo>
                        <a:close/>
                      </a:path>
                    </a:pathLst>
                  </a:custGeom>
                  <a:solidFill>
                    <a:srgbClr val="010101"/>
                  </a:solidFill>
                  <a:ln w="2249" cap="flat">
                    <a:noFill/>
                    <a:prstDash val="solid"/>
                    <a:miter/>
                  </a:ln>
                </p:spPr>
                <p:txBody>
                  <a:bodyPr rtlCol="0" anchor="ctr"/>
                  <a:lstStyle/>
                  <a:p>
                    <a:endParaRPr lang="en-US"/>
                  </a:p>
                </p:txBody>
              </p:sp>
              <p:sp>
                <p:nvSpPr>
                  <p:cNvPr id="1871" name="Freeform 1870">
                    <a:extLst>
                      <a:ext uri="{FF2B5EF4-FFF2-40B4-BE49-F238E27FC236}">
                        <a16:creationId xmlns:a16="http://schemas.microsoft.com/office/drawing/2014/main" id="{10A23C76-F48F-CDA3-FB75-426FCB7A8B8D}"/>
                      </a:ext>
                    </a:extLst>
                  </p:cNvPr>
                  <p:cNvSpPr/>
                  <p:nvPr/>
                </p:nvSpPr>
                <p:spPr>
                  <a:xfrm>
                    <a:off x="7731938" y="2430198"/>
                    <a:ext cx="22601" cy="29258"/>
                  </a:xfrm>
                  <a:custGeom>
                    <a:avLst/>
                    <a:gdLst>
                      <a:gd name="connsiteX0" fmla="*/ 19296 w 22601"/>
                      <a:gd name="connsiteY0" fmla="*/ 0 h 29258"/>
                      <a:gd name="connsiteX1" fmla="*/ 22602 w 22601"/>
                      <a:gd name="connsiteY1" fmla="*/ 0 h 29258"/>
                      <a:gd name="connsiteX2" fmla="*/ 22602 w 22601"/>
                      <a:gd name="connsiteY2" fmla="*/ 28494 h 29258"/>
                      <a:gd name="connsiteX3" fmla="*/ 19296 w 22601"/>
                      <a:gd name="connsiteY3" fmla="*/ 28494 h 29258"/>
                      <a:gd name="connsiteX4" fmla="*/ 19296 w 22601"/>
                      <a:gd name="connsiteY4" fmla="*/ 24536 h 29258"/>
                      <a:gd name="connsiteX5" fmla="*/ 17812 w 22601"/>
                      <a:gd name="connsiteY5" fmla="*/ 26133 h 29258"/>
                      <a:gd name="connsiteX6" fmla="*/ 15922 w 22601"/>
                      <a:gd name="connsiteY6" fmla="*/ 27640 h 29258"/>
                      <a:gd name="connsiteX7" fmla="*/ 13426 w 22601"/>
                      <a:gd name="connsiteY7" fmla="*/ 28787 h 29258"/>
                      <a:gd name="connsiteX8" fmla="*/ 10120 w 22601"/>
                      <a:gd name="connsiteY8" fmla="*/ 29259 h 29258"/>
                      <a:gd name="connsiteX9" fmla="*/ 5330 w 22601"/>
                      <a:gd name="connsiteY9" fmla="*/ 28472 h 29258"/>
                      <a:gd name="connsiteX10" fmla="*/ 2226 w 22601"/>
                      <a:gd name="connsiteY10" fmla="*/ 26245 h 29258"/>
                      <a:gd name="connsiteX11" fmla="*/ 517 w 22601"/>
                      <a:gd name="connsiteY11" fmla="*/ 22917 h 29258"/>
                      <a:gd name="connsiteX12" fmla="*/ 0 w 22601"/>
                      <a:gd name="connsiteY12" fmla="*/ 18756 h 29258"/>
                      <a:gd name="connsiteX13" fmla="*/ 0 w 22601"/>
                      <a:gd name="connsiteY13" fmla="*/ 0 h 29258"/>
                      <a:gd name="connsiteX14" fmla="*/ 3306 w 22601"/>
                      <a:gd name="connsiteY14" fmla="*/ 0 h 29258"/>
                      <a:gd name="connsiteX15" fmla="*/ 3306 w 22601"/>
                      <a:gd name="connsiteY15" fmla="*/ 18689 h 29258"/>
                      <a:gd name="connsiteX16" fmla="*/ 5015 w 22601"/>
                      <a:gd name="connsiteY16" fmla="*/ 24334 h 29258"/>
                      <a:gd name="connsiteX17" fmla="*/ 10615 w 22601"/>
                      <a:gd name="connsiteY17" fmla="*/ 26290 h 29258"/>
                      <a:gd name="connsiteX18" fmla="*/ 14281 w 22601"/>
                      <a:gd name="connsiteY18" fmla="*/ 25503 h 29258"/>
                      <a:gd name="connsiteX19" fmla="*/ 17002 w 22601"/>
                      <a:gd name="connsiteY19" fmla="*/ 23277 h 29258"/>
                      <a:gd name="connsiteX20" fmla="*/ 18711 w 22601"/>
                      <a:gd name="connsiteY20" fmla="*/ 19858 h 29258"/>
                      <a:gd name="connsiteX21" fmla="*/ 19318 w 22601"/>
                      <a:gd name="connsiteY21" fmla="*/ 15518 h 29258"/>
                      <a:gd name="connsiteX22" fmla="*/ 19318 w 22601"/>
                      <a:gd name="connsiteY22" fmla="*/ 0 h 29258"/>
                      <a:gd name="connsiteX23" fmla="*/ 19296 w 22601"/>
                      <a:gd name="connsiteY23" fmla="*/ 0 h 29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2601" h="29258">
                        <a:moveTo>
                          <a:pt x="19296" y="0"/>
                        </a:moveTo>
                        <a:lnTo>
                          <a:pt x="22602" y="0"/>
                        </a:lnTo>
                        <a:lnTo>
                          <a:pt x="22602" y="28494"/>
                        </a:lnTo>
                        <a:lnTo>
                          <a:pt x="19296" y="28494"/>
                        </a:lnTo>
                        <a:lnTo>
                          <a:pt x="19296" y="24536"/>
                        </a:lnTo>
                        <a:cubicBezTo>
                          <a:pt x="18846" y="25053"/>
                          <a:pt x="18351" y="25571"/>
                          <a:pt x="17812" y="26133"/>
                        </a:cubicBezTo>
                        <a:cubicBezTo>
                          <a:pt x="17272" y="26695"/>
                          <a:pt x="16620" y="27190"/>
                          <a:pt x="15922" y="27640"/>
                        </a:cubicBezTo>
                        <a:cubicBezTo>
                          <a:pt x="15202" y="28089"/>
                          <a:pt x="14371" y="28494"/>
                          <a:pt x="13426" y="28787"/>
                        </a:cubicBezTo>
                        <a:cubicBezTo>
                          <a:pt x="12481" y="29102"/>
                          <a:pt x="11379" y="29259"/>
                          <a:pt x="10120" y="29259"/>
                        </a:cubicBezTo>
                        <a:cubicBezTo>
                          <a:pt x="8208" y="29259"/>
                          <a:pt x="6612" y="28989"/>
                          <a:pt x="5330" y="28472"/>
                        </a:cubicBezTo>
                        <a:cubicBezTo>
                          <a:pt x="4048" y="27955"/>
                          <a:pt x="3013" y="27190"/>
                          <a:pt x="2226" y="26245"/>
                        </a:cubicBezTo>
                        <a:cubicBezTo>
                          <a:pt x="1439" y="25301"/>
                          <a:pt x="877" y="24176"/>
                          <a:pt x="517" y="22917"/>
                        </a:cubicBezTo>
                        <a:cubicBezTo>
                          <a:pt x="157" y="21657"/>
                          <a:pt x="0" y="20263"/>
                          <a:pt x="0" y="18756"/>
                        </a:cubicBezTo>
                        <a:lnTo>
                          <a:pt x="0" y="0"/>
                        </a:lnTo>
                        <a:lnTo>
                          <a:pt x="3306" y="0"/>
                        </a:lnTo>
                        <a:lnTo>
                          <a:pt x="3306" y="18689"/>
                        </a:lnTo>
                        <a:cubicBezTo>
                          <a:pt x="3306" y="21140"/>
                          <a:pt x="3868" y="23029"/>
                          <a:pt x="5015" y="24334"/>
                        </a:cubicBezTo>
                        <a:cubicBezTo>
                          <a:pt x="6140" y="25638"/>
                          <a:pt x="8028" y="26290"/>
                          <a:pt x="10615" y="26290"/>
                        </a:cubicBezTo>
                        <a:cubicBezTo>
                          <a:pt x="11964" y="26290"/>
                          <a:pt x="13179" y="26020"/>
                          <a:pt x="14281" y="25503"/>
                        </a:cubicBezTo>
                        <a:cubicBezTo>
                          <a:pt x="15360" y="24963"/>
                          <a:pt x="16260" y="24221"/>
                          <a:pt x="17002" y="23277"/>
                        </a:cubicBezTo>
                        <a:cubicBezTo>
                          <a:pt x="17744" y="22332"/>
                          <a:pt x="18306" y="21185"/>
                          <a:pt x="18711" y="19858"/>
                        </a:cubicBezTo>
                        <a:cubicBezTo>
                          <a:pt x="19116" y="18531"/>
                          <a:pt x="19318" y="17092"/>
                          <a:pt x="19318" y="15518"/>
                        </a:cubicBezTo>
                        <a:lnTo>
                          <a:pt x="19318" y="0"/>
                        </a:lnTo>
                        <a:lnTo>
                          <a:pt x="19296" y="0"/>
                        </a:lnTo>
                        <a:close/>
                      </a:path>
                    </a:pathLst>
                  </a:custGeom>
                  <a:solidFill>
                    <a:srgbClr val="010101"/>
                  </a:solidFill>
                  <a:ln w="2249" cap="flat">
                    <a:noFill/>
                    <a:prstDash val="solid"/>
                    <a:miter/>
                  </a:ln>
                </p:spPr>
                <p:txBody>
                  <a:bodyPr rtlCol="0" anchor="ctr"/>
                  <a:lstStyle/>
                  <a:p>
                    <a:endParaRPr lang="en-US"/>
                  </a:p>
                </p:txBody>
              </p:sp>
              <p:sp>
                <p:nvSpPr>
                  <p:cNvPr id="1872" name="Freeform 1871">
                    <a:extLst>
                      <a:ext uri="{FF2B5EF4-FFF2-40B4-BE49-F238E27FC236}">
                        <a16:creationId xmlns:a16="http://schemas.microsoft.com/office/drawing/2014/main" id="{9C27FEB5-C12C-2780-B2AE-3D4C6A000037}"/>
                      </a:ext>
                    </a:extLst>
                  </p:cNvPr>
                  <p:cNvSpPr/>
                  <p:nvPr/>
                </p:nvSpPr>
                <p:spPr>
                  <a:xfrm>
                    <a:off x="7761084" y="2429411"/>
                    <a:ext cx="22444" cy="30023"/>
                  </a:xfrm>
                  <a:custGeom>
                    <a:avLst/>
                    <a:gdLst>
                      <a:gd name="connsiteX0" fmla="*/ 3351 w 22444"/>
                      <a:gd name="connsiteY0" fmla="*/ 20353 h 30023"/>
                      <a:gd name="connsiteX1" fmla="*/ 6117 w 22444"/>
                      <a:gd name="connsiteY1" fmla="*/ 25548 h 30023"/>
                      <a:gd name="connsiteX2" fmla="*/ 11875 w 22444"/>
                      <a:gd name="connsiteY2" fmla="*/ 27055 h 30023"/>
                      <a:gd name="connsiteX3" fmla="*/ 15000 w 22444"/>
                      <a:gd name="connsiteY3" fmla="*/ 26605 h 30023"/>
                      <a:gd name="connsiteX4" fmla="*/ 17182 w 22444"/>
                      <a:gd name="connsiteY4" fmla="*/ 25413 h 30023"/>
                      <a:gd name="connsiteX5" fmla="*/ 18464 w 22444"/>
                      <a:gd name="connsiteY5" fmla="*/ 23727 h 30023"/>
                      <a:gd name="connsiteX6" fmla="*/ 18914 w 22444"/>
                      <a:gd name="connsiteY6" fmla="*/ 21747 h 30023"/>
                      <a:gd name="connsiteX7" fmla="*/ 17564 w 22444"/>
                      <a:gd name="connsiteY7" fmla="*/ 18644 h 30023"/>
                      <a:gd name="connsiteX8" fmla="*/ 14191 w 22444"/>
                      <a:gd name="connsiteY8" fmla="*/ 17047 h 30023"/>
                      <a:gd name="connsiteX9" fmla="*/ 9783 w 22444"/>
                      <a:gd name="connsiteY9" fmla="*/ 16058 h 30023"/>
                      <a:gd name="connsiteX10" fmla="*/ 5375 w 22444"/>
                      <a:gd name="connsiteY10" fmla="*/ 14821 h 30023"/>
                      <a:gd name="connsiteX11" fmla="*/ 2001 w 22444"/>
                      <a:gd name="connsiteY11" fmla="*/ 12459 h 30023"/>
                      <a:gd name="connsiteX12" fmla="*/ 652 w 22444"/>
                      <a:gd name="connsiteY12" fmla="*/ 8119 h 30023"/>
                      <a:gd name="connsiteX13" fmla="*/ 3261 w 22444"/>
                      <a:gd name="connsiteY13" fmla="*/ 2271 h 30023"/>
                      <a:gd name="connsiteX14" fmla="*/ 10660 w 22444"/>
                      <a:gd name="connsiteY14" fmla="*/ 0 h 30023"/>
                      <a:gd name="connsiteX15" fmla="*/ 18171 w 22444"/>
                      <a:gd name="connsiteY15" fmla="*/ 2069 h 30023"/>
                      <a:gd name="connsiteX16" fmla="*/ 21657 w 22444"/>
                      <a:gd name="connsiteY16" fmla="*/ 8973 h 30023"/>
                      <a:gd name="connsiteX17" fmla="*/ 18306 w 22444"/>
                      <a:gd name="connsiteY17" fmla="*/ 8973 h 30023"/>
                      <a:gd name="connsiteX18" fmla="*/ 15810 w 22444"/>
                      <a:gd name="connsiteY18" fmla="*/ 4318 h 30023"/>
                      <a:gd name="connsiteX19" fmla="*/ 10615 w 22444"/>
                      <a:gd name="connsiteY19" fmla="*/ 2969 h 30023"/>
                      <a:gd name="connsiteX20" fmla="*/ 5824 w 22444"/>
                      <a:gd name="connsiteY20" fmla="*/ 4318 h 30023"/>
                      <a:gd name="connsiteX21" fmla="*/ 4183 w 22444"/>
                      <a:gd name="connsiteY21" fmla="*/ 7871 h 30023"/>
                      <a:gd name="connsiteX22" fmla="*/ 5532 w 22444"/>
                      <a:gd name="connsiteY22" fmla="*/ 10817 h 30023"/>
                      <a:gd name="connsiteX23" fmla="*/ 8906 w 22444"/>
                      <a:gd name="connsiteY23" fmla="*/ 12459 h 30023"/>
                      <a:gd name="connsiteX24" fmla="*/ 13314 w 22444"/>
                      <a:gd name="connsiteY24" fmla="*/ 13584 h 30023"/>
                      <a:gd name="connsiteX25" fmla="*/ 17722 w 22444"/>
                      <a:gd name="connsiteY25" fmla="*/ 14978 h 30023"/>
                      <a:gd name="connsiteX26" fmla="*/ 21095 w 22444"/>
                      <a:gd name="connsiteY26" fmla="*/ 17429 h 30023"/>
                      <a:gd name="connsiteX27" fmla="*/ 22445 w 22444"/>
                      <a:gd name="connsiteY27" fmla="*/ 21725 h 30023"/>
                      <a:gd name="connsiteX28" fmla="*/ 21567 w 22444"/>
                      <a:gd name="connsiteY28" fmla="*/ 25323 h 30023"/>
                      <a:gd name="connsiteX29" fmla="*/ 19139 w 22444"/>
                      <a:gd name="connsiteY29" fmla="*/ 27932 h 30023"/>
                      <a:gd name="connsiteX30" fmla="*/ 15473 w 22444"/>
                      <a:gd name="connsiteY30" fmla="*/ 29506 h 30023"/>
                      <a:gd name="connsiteX31" fmla="*/ 10817 w 22444"/>
                      <a:gd name="connsiteY31" fmla="*/ 30024 h 30023"/>
                      <a:gd name="connsiteX32" fmla="*/ 6342 w 22444"/>
                      <a:gd name="connsiteY32" fmla="*/ 29281 h 30023"/>
                      <a:gd name="connsiteX33" fmla="*/ 3013 w 22444"/>
                      <a:gd name="connsiteY33" fmla="*/ 27212 h 30023"/>
                      <a:gd name="connsiteX34" fmla="*/ 877 w 22444"/>
                      <a:gd name="connsiteY34" fmla="*/ 24131 h 30023"/>
                      <a:gd name="connsiteX35" fmla="*/ 0 w 22444"/>
                      <a:gd name="connsiteY35" fmla="*/ 20331 h 30023"/>
                      <a:gd name="connsiteX36" fmla="*/ 3351 w 22444"/>
                      <a:gd name="connsiteY36" fmla="*/ 20331 h 30023"/>
                      <a:gd name="connsiteX37" fmla="*/ 3351 w 22444"/>
                      <a:gd name="connsiteY37" fmla="*/ 20331 h 30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2444" h="30023">
                        <a:moveTo>
                          <a:pt x="3351" y="20353"/>
                        </a:moveTo>
                        <a:cubicBezTo>
                          <a:pt x="3868" y="22804"/>
                          <a:pt x="4790" y="24536"/>
                          <a:pt x="6117" y="25548"/>
                        </a:cubicBezTo>
                        <a:cubicBezTo>
                          <a:pt x="7466" y="26560"/>
                          <a:pt x="9378" y="27055"/>
                          <a:pt x="11875" y="27055"/>
                        </a:cubicBezTo>
                        <a:cubicBezTo>
                          <a:pt x="13089" y="27055"/>
                          <a:pt x="14124" y="26920"/>
                          <a:pt x="15000" y="26605"/>
                        </a:cubicBezTo>
                        <a:cubicBezTo>
                          <a:pt x="15877" y="26313"/>
                          <a:pt x="16597" y="25908"/>
                          <a:pt x="17182" y="25413"/>
                        </a:cubicBezTo>
                        <a:cubicBezTo>
                          <a:pt x="17744" y="24918"/>
                          <a:pt x="18171" y="24356"/>
                          <a:pt x="18464" y="23727"/>
                        </a:cubicBezTo>
                        <a:cubicBezTo>
                          <a:pt x="18756" y="23097"/>
                          <a:pt x="18914" y="22445"/>
                          <a:pt x="18914" y="21747"/>
                        </a:cubicBezTo>
                        <a:cubicBezTo>
                          <a:pt x="18914" y="20353"/>
                          <a:pt x="18464" y="19319"/>
                          <a:pt x="17564" y="18644"/>
                        </a:cubicBezTo>
                        <a:cubicBezTo>
                          <a:pt x="16665" y="17969"/>
                          <a:pt x="15540" y="17429"/>
                          <a:pt x="14191" y="17047"/>
                        </a:cubicBezTo>
                        <a:cubicBezTo>
                          <a:pt x="12841" y="16665"/>
                          <a:pt x="11379" y="16327"/>
                          <a:pt x="9783" y="16058"/>
                        </a:cubicBezTo>
                        <a:cubicBezTo>
                          <a:pt x="8208" y="15788"/>
                          <a:pt x="6747" y="15360"/>
                          <a:pt x="5375" y="14821"/>
                        </a:cubicBezTo>
                        <a:cubicBezTo>
                          <a:pt x="4026" y="14281"/>
                          <a:pt x="2901" y="13494"/>
                          <a:pt x="2001" y="12459"/>
                        </a:cubicBezTo>
                        <a:cubicBezTo>
                          <a:pt x="1102" y="11425"/>
                          <a:pt x="652" y="9985"/>
                          <a:pt x="652" y="8119"/>
                        </a:cubicBezTo>
                        <a:cubicBezTo>
                          <a:pt x="652" y="5735"/>
                          <a:pt x="1529" y="3778"/>
                          <a:pt x="3261" y="2271"/>
                        </a:cubicBezTo>
                        <a:cubicBezTo>
                          <a:pt x="4993" y="742"/>
                          <a:pt x="7466" y="0"/>
                          <a:pt x="10660" y="0"/>
                        </a:cubicBezTo>
                        <a:cubicBezTo>
                          <a:pt x="13853" y="0"/>
                          <a:pt x="16237" y="697"/>
                          <a:pt x="18171" y="2069"/>
                        </a:cubicBezTo>
                        <a:cubicBezTo>
                          <a:pt x="20106" y="3441"/>
                          <a:pt x="21253" y="5735"/>
                          <a:pt x="21657" y="8973"/>
                        </a:cubicBezTo>
                        <a:lnTo>
                          <a:pt x="18306" y="8973"/>
                        </a:lnTo>
                        <a:cubicBezTo>
                          <a:pt x="18014" y="6769"/>
                          <a:pt x="17182" y="5218"/>
                          <a:pt x="15810" y="4318"/>
                        </a:cubicBezTo>
                        <a:cubicBezTo>
                          <a:pt x="14438" y="3418"/>
                          <a:pt x="12706" y="2969"/>
                          <a:pt x="10615" y="2969"/>
                        </a:cubicBezTo>
                        <a:cubicBezTo>
                          <a:pt x="8524" y="2969"/>
                          <a:pt x="6926" y="3418"/>
                          <a:pt x="5824" y="4318"/>
                        </a:cubicBezTo>
                        <a:cubicBezTo>
                          <a:pt x="4722" y="5218"/>
                          <a:pt x="4183" y="6410"/>
                          <a:pt x="4183" y="7871"/>
                        </a:cubicBezTo>
                        <a:cubicBezTo>
                          <a:pt x="4183" y="9153"/>
                          <a:pt x="4632" y="10143"/>
                          <a:pt x="5532" y="10817"/>
                        </a:cubicBezTo>
                        <a:cubicBezTo>
                          <a:pt x="6432" y="11492"/>
                          <a:pt x="7556" y="12054"/>
                          <a:pt x="8906" y="12459"/>
                        </a:cubicBezTo>
                        <a:cubicBezTo>
                          <a:pt x="10255" y="12887"/>
                          <a:pt x="11717" y="13246"/>
                          <a:pt x="13314" y="13584"/>
                        </a:cubicBezTo>
                        <a:cubicBezTo>
                          <a:pt x="14888" y="13921"/>
                          <a:pt x="16350" y="14371"/>
                          <a:pt x="17722" y="14978"/>
                        </a:cubicBezTo>
                        <a:cubicBezTo>
                          <a:pt x="19071" y="15585"/>
                          <a:pt x="20196" y="16395"/>
                          <a:pt x="21095" y="17429"/>
                        </a:cubicBezTo>
                        <a:cubicBezTo>
                          <a:pt x="21995" y="18464"/>
                          <a:pt x="22445" y="19881"/>
                          <a:pt x="22445" y="21725"/>
                        </a:cubicBezTo>
                        <a:cubicBezTo>
                          <a:pt x="22445" y="23074"/>
                          <a:pt x="22152" y="24289"/>
                          <a:pt x="21567" y="25323"/>
                        </a:cubicBezTo>
                        <a:cubicBezTo>
                          <a:pt x="20982" y="26358"/>
                          <a:pt x="20173" y="27235"/>
                          <a:pt x="19139" y="27932"/>
                        </a:cubicBezTo>
                        <a:cubicBezTo>
                          <a:pt x="18104" y="28629"/>
                          <a:pt x="16890" y="29146"/>
                          <a:pt x="15473" y="29506"/>
                        </a:cubicBezTo>
                        <a:cubicBezTo>
                          <a:pt x="14056" y="29844"/>
                          <a:pt x="12504" y="30024"/>
                          <a:pt x="10817" y="30024"/>
                        </a:cubicBezTo>
                        <a:cubicBezTo>
                          <a:pt x="9130" y="30024"/>
                          <a:pt x="7646" y="29776"/>
                          <a:pt x="6342" y="29281"/>
                        </a:cubicBezTo>
                        <a:cubicBezTo>
                          <a:pt x="5038" y="28787"/>
                          <a:pt x="3936" y="28089"/>
                          <a:pt x="3013" y="27212"/>
                        </a:cubicBezTo>
                        <a:cubicBezTo>
                          <a:pt x="2091" y="26335"/>
                          <a:pt x="1372" y="25301"/>
                          <a:pt x="877" y="24131"/>
                        </a:cubicBezTo>
                        <a:cubicBezTo>
                          <a:pt x="360" y="22962"/>
                          <a:pt x="68" y="21702"/>
                          <a:pt x="0" y="20331"/>
                        </a:cubicBezTo>
                        <a:lnTo>
                          <a:pt x="3351" y="20331"/>
                        </a:lnTo>
                        <a:lnTo>
                          <a:pt x="3351" y="20331"/>
                        </a:lnTo>
                        <a:close/>
                      </a:path>
                    </a:pathLst>
                  </a:custGeom>
                  <a:solidFill>
                    <a:srgbClr val="010101"/>
                  </a:solidFill>
                  <a:ln w="2249" cap="flat">
                    <a:noFill/>
                    <a:prstDash val="solid"/>
                    <a:miter/>
                  </a:ln>
                </p:spPr>
                <p:txBody>
                  <a:bodyPr rtlCol="0" anchor="ctr"/>
                  <a:lstStyle/>
                  <a:p>
                    <a:endParaRPr lang="en-US"/>
                  </a:p>
                </p:txBody>
              </p:sp>
              <p:sp>
                <p:nvSpPr>
                  <p:cNvPr id="1873" name="Freeform 1872">
                    <a:extLst>
                      <a:ext uri="{FF2B5EF4-FFF2-40B4-BE49-F238E27FC236}">
                        <a16:creationId xmlns:a16="http://schemas.microsoft.com/office/drawing/2014/main" id="{B09B0A20-ADA5-072D-F19C-6E65626D88EF}"/>
                      </a:ext>
                    </a:extLst>
                  </p:cNvPr>
                  <p:cNvSpPr/>
                  <p:nvPr/>
                </p:nvSpPr>
                <p:spPr>
                  <a:xfrm>
                    <a:off x="7787127" y="2422259"/>
                    <a:ext cx="12886" cy="37175"/>
                  </a:xfrm>
                  <a:custGeom>
                    <a:avLst/>
                    <a:gdLst>
                      <a:gd name="connsiteX0" fmla="*/ 12864 w 12886"/>
                      <a:gd name="connsiteY0" fmla="*/ 36523 h 37175"/>
                      <a:gd name="connsiteX1" fmla="*/ 11267 w 12886"/>
                      <a:gd name="connsiteY1" fmla="*/ 36905 h 37175"/>
                      <a:gd name="connsiteX2" fmla="*/ 9063 w 12886"/>
                      <a:gd name="connsiteY2" fmla="*/ 37175 h 37175"/>
                      <a:gd name="connsiteX3" fmla="*/ 5308 w 12886"/>
                      <a:gd name="connsiteY3" fmla="*/ 35938 h 37175"/>
                      <a:gd name="connsiteX4" fmla="*/ 4026 w 12886"/>
                      <a:gd name="connsiteY4" fmla="*/ 31508 h 37175"/>
                      <a:gd name="connsiteX5" fmla="*/ 4026 w 12886"/>
                      <a:gd name="connsiteY5" fmla="*/ 10660 h 37175"/>
                      <a:gd name="connsiteX6" fmla="*/ 0 w 12886"/>
                      <a:gd name="connsiteY6" fmla="*/ 10660 h 37175"/>
                      <a:gd name="connsiteX7" fmla="*/ 0 w 12886"/>
                      <a:gd name="connsiteY7" fmla="*/ 7916 h 37175"/>
                      <a:gd name="connsiteX8" fmla="*/ 4026 w 12886"/>
                      <a:gd name="connsiteY8" fmla="*/ 7916 h 37175"/>
                      <a:gd name="connsiteX9" fmla="*/ 4026 w 12886"/>
                      <a:gd name="connsiteY9" fmla="*/ 0 h 37175"/>
                      <a:gd name="connsiteX10" fmla="*/ 7332 w 12886"/>
                      <a:gd name="connsiteY10" fmla="*/ 0 h 37175"/>
                      <a:gd name="connsiteX11" fmla="*/ 7332 w 12886"/>
                      <a:gd name="connsiteY11" fmla="*/ 7916 h 37175"/>
                      <a:gd name="connsiteX12" fmla="*/ 12662 w 12886"/>
                      <a:gd name="connsiteY12" fmla="*/ 7916 h 37175"/>
                      <a:gd name="connsiteX13" fmla="*/ 12662 w 12886"/>
                      <a:gd name="connsiteY13" fmla="*/ 10660 h 37175"/>
                      <a:gd name="connsiteX14" fmla="*/ 7332 w 12886"/>
                      <a:gd name="connsiteY14" fmla="*/ 10660 h 37175"/>
                      <a:gd name="connsiteX15" fmla="*/ 7332 w 12886"/>
                      <a:gd name="connsiteY15" fmla="*/ 30181 h 37175"/>
                      <a:gd name="connsiteX16" fmla="*/ 7377 w 12886"/>
                      <a:gd name="connsiteY16" fmla="*/ 32003 h 37175"/>
                      <a:gd name="connsiteX17" fmla="*/ 7714 w 12886"/>
                      <a:gd name="connsiteY17" fmla="*/ 33262 h 37175"/>
                      <a:gd name="connsiteX18" fmla="*/ 8569 w 12886"/>
                      <a:gd name="connsiteY18" fmla="*/ 33982 h 37175"/>
                      <a:gd name="connsiteX19" fmla="*/ 10188 w 12886"/>
                      <a:gd name="connsiteY19" fmla="*/ 34207 h 37175"/>
                      <a:gd name="connsiteX20" fmla="*/ 11537 w 12886"/>
                      <a:gd name="connsiteY20" fmla="*/ 34094 h 37175"/>
                      <a:gd name="connsiteX21" fmla="*/ 12886 w 12886"/>
                      <a:gd name="connsiteY21" fmla="*/ 33824 h 37175"/>
                      <a:gd name="connsiteX22" fmla="*/ 12886 w 12886"/>
                      <a:gd name="connsiteY22" fmla="*/ 36523 h 37175"/>
                      <a:gd name="connsiteX23" fmla="*/ 12864 w 12886"/>
                      <a:gd name="connsiteY23" fmla="*/ 36523 h 37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886" h="37175">
                        <a:moveTo>
                          <a:pt x="12864" y="36523"/>
                        </a:moveTo>
                        <a:cubicBezTo>
                          <a:pt x="12459" y="36591"/>
                          <a:pt x="11920" y="36725"/>
                          <a:pt x="11267" y="36905"/>
                        </a:cubicBezTo>
                        <a:cubicBezTo>
                          <a:pt x="10615" y="37085"/>
                          <a:pt x="9873" y="37175"/>
                          <a:pt x="9063" y="37175"/>
                        </a:cubicBezTo>
                        <a:cubicBezTo>
                          <a:pt x="7422" y="37175"/>
                          <a:pt x="6162" y="36770"/>
                          <a:pt x="5308" y="35938"/>
                        </a:cubicBezTo>
                        <a:cubicBezTo>
                          <a:pt x="4453" y="35106"/>
                          <a:pt x="4026" y="33644"/>
                          <a:pt x="4026" y="31508"/>
                        </a:cubicBezTo>
                        <a:lnTo>
                          <a:pt x="4026" y="10660"/>
                        </a:lnTo>
                        <a:lnTo>
                          <a:pt x="0" y="10660"/>
                        </a:lnTo>
                        <a:lnTo>
                          <a:pt x="0" y="7916"/>
                        </a:lnTo>
                        <a:lnTo>
                          <a:pt x="4026" y="7916"/>
                        </a:lnTo>
                        <a:lnTo>
                          <a:pt x="4026" y="0"/>
                        </a:lnTo>
                        <a:lnTo>
                          <a:pt x="7332" y="0"/>
                        </a:lnTo>
                        <a:lnTo>
                          <a:pt x="7332" y="7916"/>
                        </a:lnTo>
                        <a:lnTo>
                          <a:pt x="12662" y="7916"/>
                        </a:lnTo>
                        <a:lnTo>
                          <a:pt x="12662" y="10660"/>
                        </a:lnTo>
                        <a:lnTo>
                          <a:pt x="7332" y="10660"/>
                        </a:lnTo>
                        <a:lnTo>
                          <a:pt x="7332" y="30181"/>
                        </a:lnTo>
                        <a:cubicBezTo>
                          <a:pt x="7332" y="30878"/>
                          <a:pt x="7332" y="31485"/>
                          <a:pt x="7377" y="32003"/>
                        </a:cubicBezTo>
                        <a:cubicBezTo>
                          <a:pt x="7422" y="32520"/>
                          <a:pt x="7512" y="32947"/>
                          <a:pt x="7714" y="33262"/>
                        </a:cubicBezTo>
                        <a:cubicBezTo>
                          <a:pt x="7894" y="33599"/>
                          <a:pt x="8187" y="33824"/>
                          <a:pt x="8569" y="33982"/>
                        </a:cubicBezTo>
                        <a:cubicBezTo>
                          <a:pt x="8951" y="34139"/>
                          <a:pt x="9491" y="34207"/>
                          <a:pt x="10188" y="34207"/>
                        </a:cubicBezTo>
                        <a:cubicBezTo>
                          <a:pt x="10638" y="34207"/>
                          <a:pt x="11065" y="34162"/>
                          <a:pt x="11537" y="34094"/>
                        </a:cubicBezTo>
                        <a:cubicBezTo>
                          <a:pt x="12010" y="34027"/>
                          <a:pt x="12437" y="33937"/>
                          <a:pt x="12886" y="33824"/>
                        </a:cubicBezTo>
                        <a:lnTo>
                          <a:pt x="12886" y="36523"/>
                        </a:lnTo>
                        <a:lnTo>
                          <a:pt x="12864" y="36523"/>
                        </a:lnTo>
                        <a:close/>
                      </a:path>
                    </a:pathLst>
                  </a:custGeom>
                  <a:solidFill>
                    <a:srgbClr val="010101"/>
                  </a:solidFill>
                  <a:ln w="2249" cap="flat">
                    <a:noFill/>
                    <a:prstDash val="solid"/>
                    <a:miter/>
                  </a:ln>
                </p:spPr>
                <p:txBody>
                  <a:bodyPr rtlCol="0" anchor="ctr"/>
                  <a:lstStyle/>
                  <a:p>
                    <a:endParaRPr lang="en-US"/>
                  </a:p>
                </p:txBody>
              </p:sp>
              <p:sp>
                <p:nvSpPr>
                  <p:cNvPr id="1874" name="Freeform 1873">
                    <a:extLst>
                      <a:ext uri="{FF2B5EF4-FFF2-40B4-BE49-F238E27FC236}">
                        <a16:creationId xmlns:a16="http://schemas.microsoft.com/office/drawing/2014/main" id="{DD55503E-84B6-6521-B419-9E32A161C939}"/>
                      </a:ext>
                    </a:extLst>
                  </p:cNvPr>
                  <p:cNvSpPr/>
                  <p:nvPr/>
                </p:nvSpPr>
                <p:spPr>
                  <a:xfrm>
                    <a:off x="7803792" y="2429388"/>
                    <a:ext cx="25638" cy="30023"/>
                  </a:xfrm>
                  <a:custGeom>
                    <a:avLst/>
                    <a:gdLst>
                      <a:gd name="connsiteX0" fmla="*/ 3508 w 25638"/>
                      <a:gd name="connsiteY0" fmla="*/ 15810 h 30023"/>
                      <a:gd name="connsiteX1" fmla="*/ 4115 w 25638"/>
                      <a:gd name="connsiteY1" fmla="*/ 20173 h 30023"/>
                      <a:gd name="connsiteX2" fmla="*/ 5892 w 25638"/>
                      <a:gd name="connsiteY2" fmla="*/ 23749 h 30023"/>
                      <a:gd name="connsiteX3" fmla="*/ 8883 w 25638"/>
                      <a:gd name="connsiteY3" fmla="*/ 26178 h 30023"/>
                      <a:gd name="connsiteX4" fmla="*/ 13066 w 25638"/>
                      <a:gd name="connsiteY4" fmla="*/ 27077 h 30023"/>
                      <a:gd name="connsiteX5" fmla="*/ 18621 w 25638"/>
                      <a:gd name="connsiteY5" fmla="*/ 25368 h 30023"/>
                      <a:gd name="connsiteX6" fmla="*/ 21702 w 25638"/>
                      <a:gd name="connsiteY6" fmla="*/ 20533 h 30023"/>
                      <a:gd name="connsiteX7" fmla="*/ 25391 w 25638"/>
                      <a:gd name="connsiteY7" fmla="*/ 20533 h 30023"/>
                      <a:gd name="connsiteX8" fmla="*/ 23794 w 25638"/>
                      <a:gd name="connsiteY8" fmla="*/ 24289 h 30023"/>
                      <a:gd name="connsiteX9" fmla="*/ 21320 w 25638"/>
                      <a:gd name="connsiteY9" fmla="*/ 27302 h 30023"/>
                      <a:gd name="connsiteX10" fmla="*/ 17812 w 25638"/>
                      <a:gd name="connsiteY10" fmla="*/ 29304 h 30023"/>
                      <a:gd name="connsiteX11" fmla="*/ 13089 w 25638"/>
                      <a:gd name="connsiteY11" fmla="*/ 30024 h 30023"/>
                      <a:gd name="connsiteX12" fmla="*/ 7197 w 25638"/>
                      <a:gd name="connsiteY12" fmla="*/ 28877 h 30023"/>
                      <a:gd name="connsiteX13" fmla="*/ 3126 w 25638"/>
                      <a:gd name="connsiteY13" fmla="*/ 25706 h 30023"/>
                      <a:gd name="connsiteX14" fmla="*/ 764 w 25638"/>
                      <a:gd name="connsiteY14" fmla="*/ 20983 h 30023"/>
                      <a:gd name="connsiteX15" fmla="*/ 0 w 25638"/>
                      <a:gd name="connsiteY15" fmla="*/ 15135 h 30023"/>
                      <a:gd name="connsiteX16" fmla="*/ 899 w 25638"/>
                      <a:gd name="connsiteY16" fmla="*/ 9243 h 30023"/>
                      <a:gd name="connsiteX17" fmla="*/ 3486 w 25638"/>
                      <a:gd name="connsiteY17" fmla="*/ 4430 h 30023"/>
                      <a:gd name="connsiteX18" fmla="*/ 7579 w 25638"/>
                      <a:gd name="connsiteY18" fmla="*/ 1192 h 30023"/>
                      <a:gd name="connsiteX19" fmla="*/ 13089 w 25638"/>
                      <a:gd name="connsiteY19" fmla="*/ 0 h 30023"/>
                      <a:gd name="connsiteX20" fmla="*/ 22332 w 25638"/>
                      <a:gd name="connsiteY20" fmla="*/ 4048 h 30023"/>
                      <a:gd name="connsiteX21" fmla="*/ 25638 w 25638"/>
                      <a:gd name="connsiteY21" fmla="*/ 15788 h 30023"/>
                      <a:gd name="connsiteX22" fmla="*/ 3508 w 25638"/>
                      <a:gd name="connsiteY22" fmla="*/ 15788 h 30023"/>
                      <a:gd name="connsiteX23" fmla="*/ 22107 w 25638"/>
                      <a:gd name="connsiteY23" fmla="*/ 13066 h 30023"/>
                      <a:gd name="connsiteX24" fmla="*/ 21522 w 25638"/>
                      <a:gd name="connsiteY24" fmla="*/ 9131 h 30023"/>
                      <a:gd name="connsiteX25" fmla="*/ 19813 w 25638"/>
                      <a:gd name="connsiteY25" fmla="*/ 5937 h 30023"/>
                      <a:gd name="connsiteX26" fmla="*/ 16980 w 25638"/>
                      <a:gd name="connsiteY26" fmla="*/ 3801 h 30023"/>
                      <a:gd name="connsiteX27" fmla="*/ 13066 w 25638"/>
                      <a:gd name="connsiteY27" fmla="*/ 3014 h 30023"/>
                      <a:gd name="connsiteX28" fmla="*/ 9198 w 25638"/>
                      <a:gd name="connsiteY28" fmla="*/ 3846 h 30023"/>
                      <a:gd name="connsiteX29" fmla="*/ 6342 w 25638"/>
                      <a:gd name="connsiteY29" fmla="*/ 6050 h 30023"/>
                      <a:gd name="connsiteX30" fmla="*/ 4453 w 25638"/>
                      <a:gd name="connsiteY30" fmla="*/ 9243 h 30023"/>
                      <a:gd name="connsiteX31" fmla="*/ 3508 w 25638"/>
                      <a:gd name="connsiteY31" fmla="*/ 13089 h 30023"/>
                      <a:gd name="connsiteX32" fmla="*/ 22107 w 25638"/>
                      <a:gd name="connsiteY32" fmla="*/ 13089 h 30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638" h="30023">
                        <a:moveTo>
                          <a:pt x="3508" y="15810"/>
                        </a:moveTo>
                        <a:cubicBezTo>
                          <a:pt x="3508" y="17339"/>
                          <a:pt x="3711" y="18801"/>
                          <a:pt x="4115" y="20173"/>
                        </a:cubicBezTo>
                        <a:cubicBezTo>
                          <a:pt x="4520" y="21545"/>
                          <a:pt x="5105" y="22737"/>
                          <a:pt x="5892" y="23749"/>
                        </a:cubicBezTo>
                        <a:cubicBezTo>
                          <a:pt x="6679" y="24761"/>
                          <a:pt x="7669" y="25571"/>
                          <a:pt x="8883" y="26178"/>
                        </a:cubicBezTo>
                        <a:cubicBezTo>
                          <a:pt x="10098" y="26785"/>
                          <a:pt x="11492" y="27077"/>
                          <a:pt x="13066" y="27077"/>
                        </a:cubicBezTo>
                        <a:cubicBezTo>
                          <a:pt x="15225" y="27077"/>
                          <a:pt x="17069" y="26515"/>
                          <a:pt x="18621" y="25368"/>
                        </a:cubicBezTo>
                        <a:cubicBezTo>
                          <a:pt x="20173" y="24221"/>
                          <a:pt x="21185" y="22625"/>
                          <a:pt x="21702" y="20533"/>
                        </a:cubicBezTo>
                        <a:lnTo>
                          <a:pt x="25391" y="20533"/>
                        </a:lnTo>
                        <a:cubicBezTo>
                          <a:pt x="24986" y="21882"/>
                          <a:pt x="24446" y="23142"/>
                          <a:pt x="23794" y="24289"/>
                        </a:cubicBezTo>
                        <a:cubicBezTo>
                          <a:pt x="23142" y="25436"/>
                          <a:pt x="22309" y="26448"/>
                          <a:pt x="21320" y="27302"/>
                        </a:cubicBezTo>
                        <a:cubicBezTo>
                          <a:pt x="20331" y="28157"/>
                          <a:pt x="19161" y="28832"/>
                          <a:pt x="17812" y="29304"/>
                        </a:cubicBezTo>
                        <a:cubicBezTo>
                          <a:pt x="16462" y="29776"/>
                          <a:pt x="14888" y="30024"/>
                          <a:pt x="13089" y="30024"/>
                        </a:cubicBezTo>
                        <a:cubicBezTo>
                          <a:pt x="10817" y="30024"/>
                          <a:pt x="8861" y="29641"/>
                          <a:pt x="7197" y="28877"/>
                        </a:cubicBezTo>
                        <a:cubicBezTo>
                          <a:pt x="5555" y="28112"/>
                          <a:pt x="4183" y="27055"/>
                          <a:pt x="3126" y="25706"/>
                        </a:cubicBezTo>
                        <a:cubicBezTo>
                          <a:pt x="2069" y="24379"/>
                          <a:pt x="1282" y="22782"/>
                          <a:pt x="764" y="20983"/>
                        </a:cubicBezTo>
                        <a:cubicBezTo>
                          <a:pt x="247" y="19161"/>
                          <a:pt x="0" y="17205"/>
                          <a:pt x="0" y="15135"/>
                        </a:cubicBezTo>
                        <a:cubicBezTo>
                          <a:pt x="0" y="13066"/>
                          <a:pt x="292" y="11087"/>
                          <a:pt x="899" y="9243"/>
                        </a:cubicBezTo>
                        <a:cubicBezTo>
                          <a:pt x="1507" y="7422"/>
                          <a:pt x="2362" y="5802"/>
                          <a:pt x="3486" y="4430"/>
                        </a:cubicBezTo>
                        <a:cubicBezTo>
                          <a:pt x="4610" y="3059"/>
                          <a:pt x="5960" y="1979"/>
                          <a:pt x="7579" y="1192"/>
                        </a:cubicBezTo>
                        <a:cubicBezTo>
                          <a:pt x="9198" y="405"/>
                          <a:pt x="11020" y="0"/>
                          <a:pt x="13089" y="0"/>
                        </a:cubicBezTo>
                        <a:cubicBezTo>
                          <a:pt x="17002" y="0"/>
                          <a:pt x="20083" y="1349"/>
                          <a:pt x="22332" y="4048"/>
                        </a:cubicBezTo>
                        <a:cubicBezTo>
                          <a:pt x="24558" y="6747"/>
                          <a:pt x="25660" y="10660"/>
                          <a:pt x="25638" y="15788"/>
                        </a:cubicBezTo>
                        <a:lnTo>
                          <a:pt x="3508" y="15788"/>
                        </a:lnTo>
                        <a:close/>
                        <a:moveTo>
                          <a:pt x="22107" y="13066"/>
                        </a:moveTo>
                        <a:cubicBezTo>
                          <a:pt x="22107" y="11672"/>
                          <a:pt x="21905" y="10368"/>
                          <a:pt x="21522" y="9131"/>
                        </a:cubicBezTo>
                        <a:cubicBezTo>
                          <a:pt x="21140" y="7894"/>
                          <a:pt x="20578" y="6837"/>
                          <a:pt x="19813" y="5937"/>
                        </a:cubicBezTo>
                        <a:cubicBezTo>
                          <a:pt x="19071" y="5038"/>
                          <a:pt x="18126" y="4318"/>
                          <a:pt x="16980" y="3801"/>
                        </a:cubicBezTo>
                        <a:cubicBezTo>
                          <a:pt x="15855" y="3261"/>
                          <a:pt x="14551" y="3014"/>
                          <a:pt x="13066" y="3014"/>
                        </a:cubicBezTo>
                        <a:cubicBezTo>
                          <a:pt x="11582" y="3014"/>
                          <a:pt x="10300" y="3283"/>
                          <a:pt x="9198" y="3846"/>
                        </a:cubicBezTo>
                        <a:cubicBezTo>
                          <a:pt x="8073" y="4385"/>
                          <a:pt x="7129" y="5128"/>
                          <a:pt x="6342" y="6050"/>
                        </a:cubicBezTo>
                        <a:cubicBezTo>
                          <a:pt x="5555" y="6972"/>
                          <a:pt x="4925" y="8029"/>
                          <a:pt x="4453" y="9243"/>
                        </a:cubicBezTo>
                        <a:cubicBezTo>
                          <a:pt x="3981" y="10458"/>
                          <a:pt x="3666" y="11740"/>
                          <a:pt x="3508" y="13089"/>
                        </a:cubicBezTo>
                        <a:lnTo>
                          <a:pt x="22107" y="13089"/>
                        </a:lnTo>
                        <a:close/>
                      </a:path>
                    </a:pathLst>
                  </a:custGeom>
                  <a:solidFill>
                    <a:srgbClr val="010101"/>
                  </a:solidFill>
                  <a:ln w="2249" cap="flat">
                    <a:noFill/>
                    <a:prstDash val="solid"/>
                    <a:miter/>
                  </a:ln>
                </p:spPr>
                <p:txBody>
                  <a:bodyPr rtlCol="0" anchor="ctr"/>
                  <a:lstStyle/>
                  <a:p>
                    <a:endParaRPr lang="en-US"/>
                  </a:p>
                </p:txBody>
              </p:sp>
              <p:sp>
                <p:nvSpPr>
                  <p:cNvPr id="1875" name="Freeform 1874">
                    <a:extLst>
                      <a:ext uri="{FF2B5EF4-FFF2-40B4-BE49-F238E27FC236}">
                        <a16:creationId xmlns:a16="http://schemas.microsoft.com/office/drawing/2014/main" id="{384CF589-AB40-C6BA-C8A9-B737470D65BA}"/>
                      </a:ext>
                    </a:extLst>
                  </p:cNvPr>
                  <p:cNvSpPr/>
                  <p:nvPr/>
                </p:nvSpPr>
                <p:spPr>
                  <a:xfrm>
                    <a:off x="7835997" y="2429411"/>
                    <a:ext cx="12729" cy="29258"/>
                  </a:xfrm>
                  <a:custGeom>
                    <a:avLst/>
                    <a:gdLst>
                      <a:gd name="connsiteX0" fmla="*/ 3306 w 12729"/>
                      <a:gd name="connsiteY0" fmla="*/ 29259 h 29258"/>
                      <a:gd name="connsiteX1" fmla="*/ 0 w 12729"/>
                      <a:gd name="connsiteY1" fmla="*/ 29259 h 29258"/>
                      <a:gd name="connsiteX2" fmla="*/ 0 w 12729"/>
                      <a:gd name="connsiteY2" fmla="*/ 765 h 29258"/>
                      <a:gd name="connsiteX3" fmla="*/ 3306 w 12729"/>
                      <a:gd name="connsiteY3" fmla="*/ 765 h 29258"/>
                      <a:gd name="connsiteX4" fmla="*/ 3306 w 12729"/>
                      <a:gd name="connsiteY4" fmla="*/ 6095 h 29258"/>
                      <a:gd name="connsiteX5" fmla="*/ 3418 w 12729"/>
                      <a:gd name="connsiteY5" fmla="*/ 6095 h 29258"/>
                      <a:gd name="connsiteX6" fmla="*/ 6972 w 12729"/>
                      <a:gd name="connsiteY6" fmla="*/ 1349 h 29258"/>
                      <a:gd name="connsiteX7" fmla="*/ 12729 w 12729"/>
                      <a:gd name="connsiteY7" fmla="*/ 0 h 29258"/>
                      <a:gd name="connsiteX8" fmla="*/ 12729 w 12729"/>
                      <a:gd name="connsiteY8" fmla="*/ 3576 h 29258"/>
                      <a:gd name="connsiteX9" fmla="*/ 8119 w 12729"/>
                      <a:gd name="connsiteY9" fmla="*/ 4453 h 29258"/>
                      <a:gd name="connsiteX10" fmla="*/ 5240 w 12729"/>
                      <a:gd name="connsiteY10" fmla="*/ 6972 h 29258"/>
                      <a:gd name="connsiteX11" fmla="*/ 3756 w 12729"/>
                      <a:gd name="connsiteY11" fmla="*/ 10750 h 29258"/>
                      <a:gd name="connsiteX12" fmla="*/ 3351 w 12729"/>
                      <a:gd name="connsiteY12" fmla="*/ 15293 h 29258"/>
                      <a:gd name="connsiteX13" fmla="*/ 3351 w 12729"/>
                      <a:gd name="connsiteY13" fmla="*/ 29259 h 29258"/>
                      <a:gd name="connsiteX14" fmla="*/ 3306 w 12729"/>
                      <a:gd name="connsiteY14" fmla="*/ 29259 h 29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729" h="29258">
                        <a:moveTo>
                          <a:pt x="3306" y="29259"/>
                        </a:moveTo>
                        <a:lnTo>
                          <a:pt x="0" y="29259"/>
                        </a:lnTo>
                        <a:lnTo>
                          <a:pt x="0" y="765"/>
                        </a:lnTo>
                        <a:lnTo>
                          <a:pt x="3306" y="765"/>
                        </a:lnTo>
                        <a:lnTo>
                          <a:pt x="3306" y="6095"/>
                        </a:lnTo>
                        <a:lnTo>
                          <a:pt x="3418" y="6095"/>
                        </a:lnTo>
                        <a:cubicBezTo>
                          <a:pt x="4341" y="3823"/>
                          <a:pt x="5510" y="2226"/>
                          <a:pt x="6972" y="1349"/>
                        </a:cubicBezTo>
                        <a:cubicBezTo>
                          <a:pt x="8434" y="472"/>
                          <a:pt x="10345" y="0"/>
                          <a:pt x="12729" y="0"/>
                        </a:cubicBezTo>
                        <a:lnTo>
                          <a:pt x="12729" y="3576"/>
                        </a:lnTo>
                        <a:cubicBezTo>
                          <a:pt x="10863" y="3531"/>
                          <a:pt x="9311" y="3823"/>
                          <a:pt x="8119" y="4453"/>
                        </a:cubicBezTo>
                        <a:cubicBezTo>
                          <a:pt x="6904" y="5083"/>
                          <a:pt x="5938" y="5915"/>
                          <a:pt x="5240" y="6972"/>
                        </a:cubicBezTo>
                        <a:cubicBezTo>
                          <a:pt x="4520" y="8029"/>
                          <a:pt x="4026" y="9288"/>
                          <a:pt x="3756" y="10750"/>
                        </a:cubicBezTo>
                        <a:cubicBezTo>
                          <a:pt x="3486" y="12212"/>
                          <a:pt x="3351" y="13719"/>
                          <a:pt x="3351" y="15293"/>
                        </a:cubicBezTo>
                        <a:lnTo>
                          <a:pt x="3351" y="29259"/>
                        </a:lnTo>
                        <a:lnTo>
                          <a:pt x="3306" y="29259"/>
                        </a:lnTo>
                        <a:close/>
                      </a:path>
                    </a:pathLst>
                  </a:custGeom>
                  <a:solidFill>
                    <a:srgbClr val="010101"/>
                  </a:solidFill>
                  <a:ln w="2249" cap="flat">
                    <a:noFill/>
                    <a:prstDash val="solid"/>
                    <a:miter/>
                  </a:ln>
                </p:spPr>
                <p:txBody>
                  <a:bodyPr rtlCol="0" anchor="ctr"/>
                  <a:lstStyle/>
                  <a:p>
                    <a:endParaRPr lang="en-US"/>
                  </a:p>
                </p:txBody>
              </p:sp>
              <p:sp>
                <p:nvSpPr>
                  <p:cNvPr id="1876" name="Freeform 1875">
                    <a:extLst>
                      <a:ext uri="{FF2B5EF4-FFF2-40B4-BE49-F238E27FC236}">
                        <a16:creationId xmlns:a16="http://schemas.microsoft.com/office/drawing/2014/main" id="{39712211-E2F1-2F38-8342-A5644A7F8779}"/>
                      </a:ext>
                    </a:extLst>
                  </p:cNvPr>
                  <p:cNvSpPr/>
                  <p:nvPr/>
                </p:nvSpPr>
                <p:spPr>
                  <a:xfrm>
                    <a:off x="7852729" y="2429411"/>
                    <a:ext cx="22444" cy="30023"/>
                  </a:xfrm>
                  <a:custGeom>
                    <a:avLst/>
                    <a:gdLst>
                      <a:gd name="connsiteX0" fmla="*/ 3351 w 22444"/>
                      <a:gd name="connsiteY0" fmla="*/ 20353 h 30023"/>
                      <a:gd name="connsiteX1" fmla="*/ 6117 w 22444"/>
                      <a:gd name="connsiteY1" fmla="*/ 25548 h 30023"/>
                      <a:gd name="connsiteX2" fmla="*/ 11875 w 22444"/>
                      <a:gd name="connsiteY2" fmla="*/ 27055 h 30023"/>
                      <a:gd name="connsiteX3" fmla="*/ 15000 w 22444"/>
                      <a:gd name="connsiteY3" fmla="*/ 26605 h 30023"/>
                      <a:gd name="connsiteX4" fmla="*/ 17182 w 22444"/>
                      <a:gd name="connsiteY4" fmla="*/ 25413 h 30023"/>
                      <a:gd name="connsiteX5" fmla="*/ 18464 w 22444"/>
                      <a:gd name="connsiteY5" fmla="*/ 23727 h 30023"/>
                      <a:gd name="connsiteX6" fmla="*/ 18914 w 22444"/>
                      <a:gd name="connsiteY6" fmla="*/ 21747 h 30023"/>
                      <a:gd name="connsiteX7" fmla="*/ 17564 w 22444"/>
                      <a:gd name="connsiteY7" fmla="*/ 18644 h 30023"/>
                      <a:gd name="connsiteX8" fmla="*/ 14191 w 22444"/>
                      <a:gd name="connsiteY8" fmla="*/ 17047 h 30023"/>
                      <a:gd name="connsiteX9" fmla="*/ 9783 w 22444"/>
                      <a:gd name="connsiteY9" fmla="*/ 16058 h 30023"/>
                      <a:gd name="connsiteX10" fmla="*/ 5375 w 22444"/>
                      <a:gd name="connsiteY10" fmla="*/ 14821 h 30023"/>
                      <a:gd name="connsiteX11" fmla="*/ 2001 w 22444"/>
                      <a:gd name="connsiteY11" fmla="*/ 12459 h 30023"/>
                      <a:gd name="connsiteX12" fmla="*/ 652 w 22444"/>
                      <a:gd name="connsiteY12" fmla="*/ 8119 h 30023"/>
                      <a:gd name="connsiteX13" fmla="*/ 3261 w 22444"/>
                      <a:gd name="connsiteY13" fmla="*/ 2271 h 30023"/>
                      <a:gd name="connsiteX14" fmla="*/ 10660 w 22444"/>
                      <a:gd name="connsiteY14" fmla="*/ 0 h 30023"/>
                      <a:gd name="connsiteX15" fmla="*/ 18171 w 22444"/>
                      <a:gd name="connsiteY15" fmla="*/ 2069 h 30023"/>
                      <a:gd name="connsiteX16" fmla="*/ 21657 w 22444"/>
                      <a:gd name="connsiteY16" fmla="*/ 8973 h 30023"/>
                      <a:gd name="connsiteX17" fmla="*/ 18306 w 22444"/>
                      <a:gd name="connsiteY17" fmla="*/ 8973 h 30023"/>
                      <a:gd name="connsiteX18" fmla="*/ 15810 w 22444"/>
                      <a:gd name="connsiteY18" fmla="*/ 4318 h 30023"/>
                      <a:gd name="connsiteX19" fmla="*/ 10615 w 22444"/>
                      <a:gd name="connsiteY19" fmla="*/ 2969 h 30023"/>
                      <a:gd name="connsiteX20" fmla="*/ 5824 w 22444"/>
                      <a:gd name="connsiteY20" fmla="*/ 4318 h 30023"/>
                      <a:gd name="connsiteX21" fmla="*/ 4183 w 22444"/>
                      <a:gd name="connsiteY21" fmla="*/ 7871 h 30023"/>
                      <a:gd name="connsiteX22" fmla="*/ 5532 w 22444"/>
                      <a:gd name="connsiteY22" fmla="*/ 10817 h 30023"/>
                      <a:gd name="connsiteX23" fmla="*/ 8906 w 22444"/>
                      <a:gd name="connsiteY23" fmla="*/ 12459 h 30023"/>
                      <a:gd name="connsiteX24" fmla="*/ 13314 w 22444"/>
                      <a:gd name="connsiteY24" fmla="*/ 13584 h 30023"/>
                      <a:gd name="connsiteX25" fmla="*/ 17722 w 22444"/>
                      <a:gd name="connsiteY25" fmla="*/ 14978 h 30023"/>
                      <a:gd name="connsiteX26" fmla="*/ 21095 w 22444"/>
                      <a:gd name="connsiteY26" fmla="*/ 17429 h 30023"/>
                      <a:gd name="connsiteX27" fmla="*/ 22445 w 22444"/>
                      <a:gd name="connsiteY27" fmla="*/ 21725 h 30023"/>
                      <a:gd name="connsiteX28" fmla="*/ 21567 w 22444"/>
                      <a:gd name="connsiteY28" fmla="*/ 25323 h 30023"/>
                      <a:gd name="connsiteX29" fmla="*/ 19139 w 22444"/>
                      <a:gd name="connsiteY29" fmla="*/ 27932 h 30023"/>
                      <a:gd name="connsiteX30" fmla="*/ 15473 w 22444"/>
                      <a:gd name="connsiteY30" fmla="*/ 29506 h 30023"/>
                      <a:gd name="connsiteX31" fmla="*/ 10817 w 22444"/>
                      <a:gd name="connsiteY31" fmla="*/ 30024 h 30023"/>
                      <a:gd name="connsiteX32" fmla="*/ 6342 w 22444"/>
                      <a:gd name="connsiteY32" fmla="*/ 29281 h 30023"/>
                      <a:gd name="connsiteX33" fmla="*/ 3013 w 22444"/>
                      <a:gd name="connsiteY33" fmla="*/ 27212 h 30023"/>
                      <a:gd name="connsiteX34" fmla="*/ 877 w 22444"/>
                      <a:gd name="connsiteY34" fmla="*/ 24131 h 30023"/>
                      <a:gd name="connsiteX35" fmla="*/ 0 w 22444"/>
                      <a:gd name="connsiteY35" fmla="*/ 20331 h 30023"/>
                      <a:gd name="connsiteX36" fmla="*/ 3351 w 22444"/>
                      <a:gd name="connsiteY36" fmla="*/ 20331 h 30023"/>
                      <a:gd name="connsiteX37" fmla="*/ 3351 w 22444"/>
                      <a:gd name="connsiteY37" fmla="*/ 20331 h 30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2444" h="30023">
                        <a:moveTo>
                          <a:pt x="3351" y="20353"/>
                        </a:moveTo>
                        <a:cubicBezTo>
                          <a:pt x="3868" y="22804"/>
                          <a:pt x="4790" y="24536"/>
                          <a:pt x="6117" y="25548"/>
                        </a:cubicBezTo>
                        <a:cubicBezTo>
                          <a:pt x="7466" y="26560"/>
                          <a:pt x="9378" y="27055"/>
                          <a:pt x="11875" y="27055"/>
                        </a:cubicBezTo>
                        <a:cubicBezTo>
                          <a:pt x="13089" y="27055"/>
                          <a:pt x="14124" y="26920"/>
                          <a:pt x="15000" y="26605"/>
                        </a:cubicBezTo>
                        <a:cubicBezTo>
                          <a:pt x="15877" y="26313"/>
                          <a:pt x="16597" y="25908"/>
                          <a:pt x="17182" y="25413"/>
                        </a:cubicBezTo>
                        <a:cubicBezTo>
                          <a:pt x="17744" y="24918"/>
                          <a:pt x="18171" y="24356"/>
                          <a:pt x="18464" y="23727"/>
                        </a:cubicBezTo>
                        <a:cubicBezTo>
                          <a:pt x="18756" y="23097"/>
                          <a:pt x="18914" y="22445"/>
                          <a:pt x="18914" y="21747"/>
                        </a:cubicBezTo>
                        <a:cubicBezTo>
                          <a:pt x="18914" y="20353"/>
                          <a:pt x="18464" y="19319"/>
                          <a:pt x="17564" y="18644"/>
                        </a:cubicBezTo>
                        <a:cubicBezTo>
                          <a:pt x="16665" y="17969"/>
                          <a:pt x="15540" y="17429"/>
                          <a:pt x="14191" y="17047"/>
                        </a:cubicBezTo>
                        <a:cubicBezTo>
                          <a:pt x="12841" y="16665"/>
                          <a:pt x="11379" y="16327"/>
                          <a:pt x="9783" y="16058"/>
                        </a:cubicBezTo>
                        <a:cubicBezTo>
                          <a:pt x="8208" y="15788"/>
                          <a:pt x="6747" y="15360"/>
                          <a:pt x="5375" y="14821"/>
                        </a:cubicBezTo>
                        <a:cubicBezTo>
                          <a:pt x="4026" y="14281"/>
                          <a:pt x="2901" y="13494"/>
                          <a:pt x="2001" y="12459"/>
                        </a:cubicBezTo>
                        <a:cubicBezTo>
                          <a:pt x="1102" y="11425"/>
                          <a:pt x="652" y="9985"/>
                          <a:pt x="652" y="8119"/>
                        </a:cubicBezTo>
                        <a:cubicBezTo>
                          <a:pt x="652" y="5735"/>
                          <a:pt x="1529" y="3778"/>
                          <a:pt x="3261" y="2271"/>
                        </a:cubicBezTo>
                        <a:cubicBezTo>
                          <a:pt x="4993" y="742"/>
                          <a:pt x="7466" y="0"/>
                          <a:pt x="10660" y="0"/>
                        </a:cubicBezTo>
                        <a:cubicBezTo>
                          <a:pt x="13853" y="0"/>
                          <a:pt x="16237" y="697"/>
                          <a:pt x="18171" y="2069"/>
                        </a:cubicBezTo>
                        <a:cubicBezTo>
                          <a:pt x="20106" y="3441"/>
                          <a:pt x="21253" y="5735"/>
                          <a:pt x="21657" y="8973"/>
                        </a:cubicBezTo>
                        <a:lnTo>
                          <a:pt x="18306" y="8973"/>
                        </a:lnTo>
                        <a:cubicBezTo>
                          <a:pt x="18014" y="6769"/>
                          <a:pt x="17182" y="5218"/>
                          <a:pt x="15810" y="4318"/>
                        </a:cubicBezTo>
                        <a:cubicBezTo>
                          <a:pt x="14438" y="3418"/>
                          <a:pt x="12706" y="2969"/>
                          <a:pt x="10615" y="2969"/>
                        </a:cubicBezTo>
                        <a:cubicBezTo>
                          <a:pt x="8524" y="2969"/>
                          <a:pt x="6926" y="3418"/>
                          <a:pt x="5824" y="4318"/>
                        </a:cubicBezTo>
                        <a:cubicBezTo>
                          <a:pt x="4722" y="5218"/>
                          <a:pt x="4183" y="6410"/>
                          <a:pt x="4183" y="7871"/>
                        </a:cubicBezTo>
                        <a:cubicBezTo>
                          <a:pt x="4183" y="9153"/>
                          <a:pt x="4632" y="10143"/>
                          <a:pt x="5532" y="10817"/>
                        </a:cubicBezTo>
                        <a:cubicBezTo>
                          <a:pt x="6432" y="11492"/>
                          <a:pt x="7556" y="12054"/>
                          <a:pt x="8906" y="12459"/>
                        </a:cubicBezTo>
                        <a:cubicBezTo>
                          <a:pt x="10255" y="12887"/>
                          <a:pt x="11717" y="13246"/>
                          <a:pt x="13314" y="13584"/>
                        </a:cubicBezTo>
                        <a:cubicBezTo>
                          <a:pt x="14888" y="13921"/>
                          <a:pt x="16350" y="14371"/>
                          <a:pt x="17722" y="14978"/>
                        </a:cubicBezTo>
                        <a:cubicBezTo>
                          <a:pt x="19071" y="15585"/>
                          <a:pt x="20196" y="16395"/>
                          <a:pt x="21095" y="17429"/>
                        </a:cubicBezTo>
                        <a:cubicBezTo>
                          <a:pt x="21995" y="18464"/>
                          <a:pt x="22445" y="19881"/>
                          <a:pt x="22445" y="21725"/>
                        </a:cubicBezTo>
                        <a:cubicBezTo>
                          <a:pt x="22445" y="23074"/>
                          <a:pt x="22152" y="24289"/>
                          <a:pt x="21567" y="25323"/>
                        </a:cubicBezTo>
                        <a:cubicBezTo>
                          <a:pt x="20982" y="26358"/>
                          <a:pt x="20173" y="27235"/>
                          <a:pt x="19139" y="27932"/>
                        </a:cubicBezTo>
                        <a:cubicBezTo>
                          <a:pt x="18104" y="28629"/>
                          <a:pt x="16890" y="29146"/>
                          <a:pt x="15473" y="29506"/>
                        </a:cubicBezTo>
                        <a:cubicBezTo>
                          <a:pt x="14056" y="29844"/>
                          <a:pt x="12504" y="30024"/>
                          <a:pt x="10817" y="30024"/>
                        </a:cubicBezTo>
                        <a:cubicBezTo>
                          <a:pt x="9130" y="30024"/>
                          <a:pt x="7646" y="29776"/>
                          <a:pt x="6342" y="29281"/>
                        </a:cubicBezTo>
                        <a:cubicBezTo>
                          <a:pt x="5038" y="28787"/>
                          <a:pt x="3936" y="28089"/>
                          <a:pt x="3013" y="27212"/>
                        </a:cubicBezTo>
                        <a:cubicBezTo>
                          <a:pt x="2091" y="26335"/>
                          <a:pt x="1372" y="25301"/>
                          <a:pt x="877" y="24131"/>
                        </a:cubicBezTo>
                        <a:cubicBezTo>
                          <a:pt x="360" y="22962"/>
                          <a:pt x="68" y="21702"/>
                          <a:pt x="0" y="20331"/>
                        </a:cubicBezTo>
                        <a:lnTo>
                          <a:pt x="3351" y="20331"/>
                        </a:lnTo>
                        <a:lnTo>
                          <a:pt x="3351" y="20331"/>
                        </a:lnTo>
                        <a:close/>
                      </a:path>
                    </a:pathLst>
                  </a:custGeom>
                  <a:solidFill>
                    <a:srgbClr val="010101"/>
                  </a:solidFill>
                  <a:ln w="2249" cap="flat">
                    <a:noFill/>
                    <a:prstDash val="solid"/>
                    <a:miter/>
                  </a:ln>
                </p:spPr>
                <p:txBody>
                  <a:bodyPr rtlCol="0" anchor="ctr"/>
                  <a:lstStyle/>
                  <a:p>
                    <a:endParaRPr lang="en-US"/>
                  </a:p>
                </p:txBody>
              </p:sp>
            </p:grpSp>
            <p:sp>
              <p:nvSpPr>
                <p:cNvPr id="1864" name="Rectangle 1863">
                  <a:extLst>
                    <a:ext uri="{FF2B5EF4-FFF2-40B4-BE49-F238E27FC236}">
                      <a16:creationId xmlns:a16="http://schemas.microsoft.com/office/drawing/2014/main" id="{5CE6F1F0-FA21-EA05-9659-659325C5C488}"/>
                    </a:ext>
                  </a:extLst>
                </p:cNvPr>
                <p:cNvSpPr/>
                <p:nvPr/>
              </p:nvSpPr>
              <p:spPr>
                <a:xfrm>
                  <a:off x="3107805" y="1860987"/>
                  <a:ext cx="940135" cy="2648125"/>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grpSp>
        <p:nvGrpSpPr>
          <p:cNvPr id="119" name="Group 118">
            <a:extLst>
              <a:ext uri="{FF2B5EF4-FFF2-40B4-BE49-F238E27FC236}">
                <a16:creationId xmlns:a16="http://schemas.microsoft.com/office/drawing/2014/main" id="{923BF23A-25E9-8926-6EA0-9DFFD31EC0D1}"/>
              </a:ext>
            </a:extLst>
          </p:cNvPr>
          <p:cNvGrpSpPr/>
          <p:nvPr/>
        </p:nvGrpSpPr>
        <p:grpSpPr>
          <a:xfrm>
            <a:off x="2895447" y="3087252"/>
            <a:ext cx="6400800" cy="3723985"/>
            <a:chOff x="2895447" y="3020992"/>
            <a:chExt cx="6400800" cy="3723985"/>
          </a:xfrm>
        </p:grpSpPr>
        <p:pic>
          <p:nvPicPr>
            <p:cNvPr id="5" name="Picture 4">
              <a:extLst>
                <a:ext uri="{FF2B5EF4-FFF2-40B4-BE49-F238E27FC236}">
                  <a16:creationId xmlns:a16="http://schemas.microsoft.com/office/drawing/2014/main" id="{0F53277D-5045-F649-1EE1-5F960DBE98CD}"/>
                </a:ext>
              </a:extLst>
            </p:cNvPr>
            <p:cNvPicPr>
              <a:picLocks noChangeAspect="1"/>
            </p:cNvPicPr>
            <p:nvPr/>
          </p:nvPicPr>
          <p:blipFill>
            <a:blip r:embed="rId3"/>
            <a:stretch>
              <a:fillRect/>
            </a:stretch>
          </p:blipFill>
          <p:spPr>
            <a:xfrm>
              <a:off x="2895447" y="3020992"/>
              <a:ext cx="6400800" cy="1768207"/>
            </a:xfrm>
            <a:prstGeom prst="rect">
              <a:avLst/>
            </a:prstGeom>
          </p:spPr>
        </p:pic>
        <p:pic>
          <p:nvPicPr>
            <p:cNvPr id="6" name="Picture 5">
              <a:extLst>
                <a:ext uri="{FF2B5EF4-FFF2-40B4-BE49-F238E27FC236}">
                  <a16:creationId xmlns:a16="http://schemas.microsoft.com/office/drawing/2014/main" id="{5FA6CE51-2D6A-9CE3-762F-D8ADDE559C4A}"/>
                </a:ext>
              </a:extLst>
            </p:cNvPr>
            <p:cNvPicPr>
              <a:picLocks noChangeAspect="1"/>
            </p:cNvPicPr>
            <p:nvPr/>
          </p:nvPicPr>
          <p:blipFill>
            <a:blip r:embed="rId4"/>
            <a:stretch>
              <a:fillRect/>
            </a:stretch>
          </p:blipFill>
          <p:spPr>
            <a:xfrm>
              <a:off x="2895447" y="4976770"/>
              <a:ext cx="6400800" cy="1768207"/>
            </a:xfrm>
            <a:prstGeom prst="rect">
              <a:avLst/>
            </a:prstGeom>
          </p:spPr>
        </p:pic>
      </p:grpSp>
      <p:cxnSp>
        <p:nvCxnSpPr>
          <p:cNvPr id="8" name="Straight Arrow Connector 7">
            <a:extLst>
              <a:ext uri="{FF2B5EF4-FFF2-40B4-BE49-F238E27FC236}">
                <a16:creationId xmlns:a16="http://schemas.microsoft.com/office/drawing/2014/main" id="{8A6F4A3F-CE7D-0048-8D86-6ED61390E9E9}"/>
              </a:ext>
            </a:extLst>
          </p:cNvPr>
          <p:cNvCxnSpPr>
            <a:cxnSpLocks/>
          </p:cNvCxnSpPr>
          <p:nvPr/>
        </p:nvCxnSpPr>
        <p:spPr>
          <a:xfrm>
            <a:off x="4287595" y="3495260"/>
            <a:ext cx="516896" cy="0"/>
          </a:xfrm>
          <a:prstGeom prst="straightConnector1">
            <a:avLst/>
          </a:prstGeom>
          <a:ln w="25400">
            <a:solidFill>
              <a:srgbClr val="FF0000"/>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11" name="TextBox 110">
            <a:extLst>
              <a:ext uri="{FF2B5EF4-FFF2-40B4-BE49-F238E27FC236}">
                <a16:creationId xmlns:a16="http://schemas.microsoft.com/office/drawing/2014/main" id="{2F3CA75F-801E-58FD-E6CE-B8A68D46D98F}"/>
              </a:ext>
            </a:extLst>
          </p:cNvPr>
          <p:cNvSpPr txBox="1"/>
          <p:nvPr/>
        </p:nvSpPr>
        <p:spPr>
          <a:xfrm>
            <a:off x="4804491" y="2825642"/>
            <a:ext cx="4491756" cy="523220"/>
          </a:xfrm>
          <a:prstGeom prst="rect">
            <a:avLst/>
          </a:prstGeom>
          <a:noFill/>
        </p:spPr>
        <p:txBody>
          <a:bodyPr wrap="square">
            <a:spAutoFit/>
          </a:bodyPr>
          <a:lstStyle/>
          <a:p>
            <a:r>
              <a:rPr lang="en-US" sz="1400" dirty="0">
                <a:solidFill>
                  <a:srgbClr val="7030A0"/>
                </a:solidFill>
                <a:latin typeface="Helvetica" pitchFamily="2" charset="0"/>
              </a:rPr>
              <a:t>B1 was more separated from A1 (pattern separation),</a:t>
            </a:r>
          </a:p>
          <a:p>
            <a:r>
              <a:rPr lang="en-US" sz="1400" dirty="0">
                <a:solidFill>
                  <a:srgbClr val="7030A0"/>
                </a:solidFill>
                <a:latin typeface="Helvetica" pitchFamily="2" charset="0"/>
              </a:rPr>
              <a:t>supporting subsequent B2 discrimination</a:t>
            </a:r>
          </a:p>
        </p:txBody>
      </p:sp>
      <p:sp>
        <p:nvSpPr>
          <p:cNvPr id="113" name="TextBox 112">
            <a:extLst>
              <a:ext uri="{FF2B5EF4-FFF2-40B4-BE49-F238E27FC236}">
                <a16:creationId xmlns:a16="http://schemas.microsoft.com/office/drawing/2014/main" id="{79710516-1B5E-EEE4-8F32-01B8A696B437}"/>
              </a:ext>
            </a:extLst>
          </p:cNvPr>
          <p:cNvSpPr txBox="1"/>
          <p:nvPr/>
        </p:nvSpPr>
        <p:spPr>
          <a:xfrm>
            <a:off x="471737" y="4910152"/>
            <a:ext cx="2784241" cy="738664"/>
          </a:xfrm>
          <a:prstGeom prst="rect">
            <a:avLst/>
          </a:prstGeom>
          <a:noFill/>
        </p:spPr>
        <p:txBody>
          <a:bodyPr wrap="square">
            <a:spAutoFit/>
          </a:bodyPr>
          <a:lstStyle/>
          <a:p>
            <a:r>
              <a:rPr lang="en-US" sz="1400" dirty="0">
                <a:solidFill>
                  <a:srgbClr val="7030A0"/>
                </a:solidFill>
                <a:latin typeface="Helvetica" pitchFamily="2" charset="0"/>
              </a:rPr>
              <a:t>B1 was predictively recalled at A2 viewing, guiding upcoming B2 discrimination</a:t>
            </a:r>
          </a:p>
        </p:txBody>
      </p:sp>
      <p:cxnSp>
        <p:nvCxnSpPr>
          <p:cNvPr id="114" name="Straight Arrow Connector 113">
            <a:extLst>
              <a:ext uri="{FF2B5EF4-FFF2-40B4-BE49-F238E27FC236}">
                <a16:creationId xmlns:a16="http://schemas.microsoft.com/office/drawing/2014/main" id="{51A24E80-130D-72FC-CE8E-60B29B6E68AE}"/>
              </a:ext>
            </a:extLst>
          </p:cNvPr>
          <p:cNvCxnSpPr>
            <a:cxnSpLocks/>
          </p:cNvCxnSpPr>
          <p:nvPr/>
        </p:nvCxnSpPr>
        <p:spPr>
          <a:xfrm>
            <a:off x="5056843" y="4478832"/>
            <a:ext cx="1343957" cy="825808"/>
          </a:xfrm>
          <a:prstGeom prst="straightConnector1">
            <a:avLst/>
          </a:prstGeom>
          <a:ln w="25400">
            <a:solidFill>
              <a:srgbClr val="FF0000"/>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16" name="Straight Arrow Connector 115">
            <a:extLst>
              <a:ext uri="{FF2B5EF4-FFF2-40B4-BE49-F238E27FC236}">
                <a16:creationId xmlns:a16="http://schemas.microsoft.com/office/drawing/2014/main" id="{81791086-2EB5-39C9-4E64-DADB1D4F9175}"/>
              </a:ext>
            </a:extLst>
          </p:cNvPr>
          <p:cNvCxnSpPr>
            <a:cxnSpLocks/>
          </p:cNvCxnSpPr>
          <p:nvPr/>
        </p:nvCxnSpPr>
        <p:spPr>
          <a:xfrm>
            <a:off x="5149455" y="4453676"/>
            <a:ext cx="2815102" cy="825808"/>
          </a:xfrm>
          <a:prstGeom prst="straightConnector1">
            <a:avLst/>
          </a:prstGeom>
          <a:ln w="25400">
            <a:solidFill>
              <a:srgbClr val="FF0000"/>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18" name="TextBox 117">
            <a:extLst>
              <a:ext uri="{FF2B5EF4-FFF2-40B4-BE49-F238E27FC236}">
                <a16:creationId xmlns:a16="http://schemas.microsoft.com/office/drawing/2014/main" id="{A6C03F58-6CE6-E0F8-1142-1247F5336582}"/>
              </a:ext>
            </a:extLst>
          </p:cNvPr>
          <p:cNvSpPr txBox="1"/>
          <p:nvPr/>
        </p:nvSpPr>
        <p:spPr>
          <a:xfrm>
            <a:off x="7866465" y="4756264"/>
            <a:ext cx="3683790" cy="523220"/>
          </a:xfrm>
          <a:prstGeom prst="rect">
            <a:avLst/>
          </a:prstGeom>
          <a:noFill/>
        </p:spPr>
        <p:txBody>
          <a:bodyPr wrap="square">
            <a:spAutoFit/>
          </a:bodyPr>
          <a:lstStyle/>
          <a:p>
            <a:r>
              <a:rPr lang="en-US" sz="1400" dirty="0">
                <a:solidFill>
                  <a:srgbClr val="7030A0"/>
                </a:solidFill>
                <a:latin typeface="Helvetica" pitchFamily="2" charset="0"/>
              </a:rPr>
              <a:t>B1 was more fully re-expressed (pattern completion) at successful B2 discrimination</a:t>
            </a:r>
          </a:p>
        </p:txBody>
      </p:sp>
    </p:spTree>
    <p:extLst>
      <p:ext uri="{BB962C8B-B14F-4D97-AF65-F5344CB8AC3E}">
        <p14:creationId xmlns:p14="http://schemas.microsoft.com/office/powerpoint/2010/main" val="1978372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88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1" grpId="0"/>
      <p:bldP spid="113" grpId="0"/>
      <p:bldP spid="118"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3F50F91-A305-CF2F-2FF9-C1340CD8CB7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DEBBD942-5CAF-4287-B61D-DE9AE4D3CA59}"/>
              </a:ext>
            </a:extLst>
          </p:cNvPr>
          <p:cNvSpPr/>
          <p:nvPr/>
        </p:nvSpPr>
        <p:spPr>
          <a:xfrm>
            <a:off x="3048" y="0"/>
            <a:ext cx="12188952" cy="777240"/>
          </a:xfrm>
          <a:prstGeom prst="rect">
            <a:avLst/>
          </a:prstGeom>
          <a:solidFill>
            <a:srgbClr val="4B2081"/>
          </a:solidFill>
          <a:ln w="12700">
            <a:solidFill>
              <a:srgbClr val="4B2081"/>
            </a:solidFill>
            <a:prstDash val="solid"/>
          </a:ln>
        </p:spPr>
        <p:txBody>
          <a:bodyPr/>
          <a:lstStyle/>
          <a:p>
            <a:endParaRPr lang="en-US"/>
          </a:p>
        </p:txBody>
      </p:sp>
      <p:sp>
        <p:nvSpPr>
          <p:cNvPr id="3496" name="Text 2">
            <a:extLst>
              <a:ext uri="{FF2B5EF4-FFF2-40B4-BE49-F238E27FC236}">
                <a16:creationId xmlns:a16="http://schemas.microsoft.com/office/drawing/2014/main" id="{CD3B444E-FD57-21D6-1662-675ECACD7704}"/>
              </a:ext>
            </a:extLst>
          </p:cNvPr>
          <p:cNvSpPr/>
          <p:nvPr/>
        </p:nvSpPr>
        <p:spPr>
          <a:xfrm>
            <a:off x="2871388" y="27507"/>
            <a:ext cx="6486258" cy="722226"/>
          </a:xfrm>
          <a:prstGeom prst="rect">
            <a:avLst/>
          </a:prstGeom>
          <a:noFill/>
          <a:ln/>
        </p:spPr>
        <p:txBody>
          <a:bodyPr wrap="square" lIns="0" tIns="0" rIns="0" bIns="0" rtlCol="0" anchor="ctr">
            <a:normAutofit/>
          </a:bodyPr>
          <a:lstStyle/>
          <a:p>
            <a:pPr marL="0" indent="0" algn="ctr">
              <a:buNone/>
            </a:pPr>
            <a:r>
              <a:rPr lang="en-US" sz="2400" dirty="0">
                <a:solidFill>
                  <a:srgbClr val="FFFFFF"/>
                </a:solidFill>
                <a:latin typeface="Helvetica" pitchFamily="2" charset="0"/>
              </a:rPr>
              <a:t>Why we testing a restricted viewing version?</a:t>
            </a:r>
            <a:endParaRPr lang="en-US" sz="2400" dirty="0">
              <a:latin typeface="Helvetica" pitchFamily="2" charset="0"/>
            </a:endParaRPr>
          </a:p>
        </p:txBody>
      </p:sp>
      <p:sp>
        <p:nvSpPr>
          <p:cNvPr id="3" name="TextBox 2">
            <a:extLst>
              <a:ext uri="{FF2B5EF4-FFF2-40B4-BE49-F238E27FC236}">
                <a16:creationId xmlns:a16="http://schemas.microsoft.com/office/drawing/2014/main" id="{5C69EE3A-64E8-0E62-E14B-0A9335A6F94F}"/>
              </a:ext>
            </a:extLst>
          </p:cNvPr>
          <p:cNvSpPr txBox="1"/>
          <p:nvPr/>
        </p:nvSpPr>
        <p:spPr>
          <a:xfrm>
            <a:off x="1837346" y="1851160"/>
            <a:ext cx="6328109" cy="3077766"/>
          </a:xfrm>
          <a:prstGeom prst="rect">
            <a:avLst/>
          </a:prstGeom>
          <a:noFill/>
        </p:spPr>
        <p:txBody>
          <a:bodyPr wrap="square">
            <a:spAutoFit/>
          </a:bodyPr>
          <a:lstStyle/>
          <a:p>
            <a:pPr>
              <a:spcAft>
                <a:spcPts val="1200"/>
              </a:spcAft>
            </a:pPr>
            <a:r>
              <a:rPr lang="en-US" sz="1600" dirty="0">
                <a:latin typeface="Helvetica" pitchFamily="2" charset="0"/>
              </a:rPr>
              <a:t>Gaze reinstatement was found as candidate mechanisms underlying EM effects for WM</a:t>
            </a:r>
          </a:p>
          <a:p>
            <a:pPr marL="285750" indent="-285750">
              <a:spcAft>
                <a:spcPts val="1200"/>
              </a:spcAft>
              <a:buFont typeface="Arial" panose="020B0604020202020204" pitchFamily="34" charset="0"/>
              <a:buChar char="•"/>
            </a:pPr>
            <a:r>
              <a:rPr lang="en-US" sz="1600" dirty="0">
                <a:latin typeface="Helvetica" pitchFamily="2" charset="0"/>
              </a:rPr>
              <a:t>It might be confounding to memory-related neural signals</a:t>
            </a:r>
          </a:p>
          <a:p>
            <a:pPr marL="742950" lvl="1" indent="-285750">
              <a:spcAft>
                <a:spcPts val="1200"/>
              </a:spcAft>
              <a:buFont typeface="Arial" panose="020B0604020202020204" pitchFamily="34" charset="0"/>
              <a:buChar char="•"/>
            </a:pPr>
            <a:r>
              <a:rPr lang="en-US" sz="1600" dirty="0">
                <a:latin typeface="Helvetica" pitchFamily="2" charset="0"/>
              </a:rPr>
              <a:t>Eye movements itself is linked to neural activity in the hippocampus and broader brain regions (Liu et al., 2017, J. </a:t>
            </a:r>
            <a:r>
              <a:rPr lang="en-US" sz="1600" dirty="0" err="1">
                <a:latin typeface="Helvetica" pitchFamily="2" charset="0"/>
              </a:rPr>
              <a:t>Neurosci</a:t>
            </a:r>
            <a:r>
              <a:rPr lang="en-US" sz="1600" dirty="0">
                <a:latin typeface="Helvetica" pitchFamily="2" charset="0"/>
              </a:rPr>
              <a:t>; Voss et al., 2017, </a:t>
            </a:r>
            <a:r>
              <a:rPr lang="en-US" sz="1600" dirty="0" err="1">
                <a:latin typeface="Helvetica" pitchFamily="2" charset="0"/>
              </a:rPr>
              <a:t>TiCS</a:t>
            </a:r>
            <a:r>
              <a:rPr lang="en-US" sz="1600" dirty="0">
                <a:latin typeface="Helvetica" pitchFamily="2" charset="0"/>
              </a:rPr>
              <a:t>)</a:t>
            </a:r>
          </a:p>
          <a:p>
            <a:pPr marL="742950" lvl="1" indent="-285750">
              <a:spcAft>
                <a:spcPts val="1200"/>
              </a:spcAft>
              <a:buFont typeface="Arial" panose="020B0604020202020204" pitchFamily="34" charset="0"/>
              <a:buChar char="•"/>
            </a:pPr>
            <a:endParaRPr lang="en-US" sz="1600" dirty="0">
              <a:latin typeface="Helvetica" pitchFamily="2" charset="0"/>
            </a:endParaRPr>
          </a:p>
          <a:p>
            <a:pPr marL="285750" indent="-285750">
              <a:spcAft>
                <a:spcPts val="1200"/>
              </a:spcAft>
              <a:buFont typeface="Arial" panose="020B0604020202020204" pitchFamily="34" charset="0"/>
              <a:buChar char="•"/>
            </a:pPr>
            <a:r>
              <a:rPr lang="en-US" sz="1600" dirty="0">
                <a:latin typeface="Helvetica" pitchFamily="2" charset="0"/>
              </a:rPr>
              <a:t>Is eye movement causally necessary for our EM-WM effect?</a:t>
            </a:r>
          </a:p>
          <a:p>
            <a:pPr marL="285750" indent="-285750">
              <a:spcAft>
                <a:spcPts val="1200"/>
              </a:spcAft>
              <a:buFontTx/>
              <a:buChar char="-"/>
            </a:pPr>
            <a:endParaRPr lang="en-US" sz="1600" dirty="0">
              <a:latin typeface="Helvetica" pitchFamily="2" charset="0"/>
            </a:endParaRPr>
          </a:p>
        </p:txBody>
      </p:sp>
    </p:spTree>
    <p:extLst>
      <p:ext uri="{BB962C8B-B14F-4D97-AF65-F5344CB8AC3E}">
        <p14:creationId xmlns:p14="http://schemas.microsoft.com/office/powerpoint/2010/main" val="178043676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6FA9DC8-7570-3EAD-1730-267EAEAD685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E46612D-5A80-769C-743C-0E5F76D053C5}"/>
              </a:ext>
            </a:extLst>
          </p:cNvPr>
          <p:cNvSpPr/>
          <p:nvPr/>
        </p:nvSpPr>
        <p:spPr>
          <a:xfrm>
            <a:off x="0" y="0"/>
            <a:ext cx="12188952" cy="777240"/>
          </a:xfrm>
          <a:prstGeom prst="rect">
            <a:avLst/>
          </a:prstGeom>
          <a:solidFill>
            <a:srgbClr val="4B2081"/>
          </a:solidFill>
          <a:ln w="12700">
            <a:solidFill>
              <a:srgbClr val="4B2081"/>
            </a:solidFill>
            <a:prstDash val="solid"/>
          </a:ln>
        </p:spPr>
        <p:txBody>
          <a:bodyPr/>
          <a:lstStyle/>
          <a:p>
            <a:endParaRPr lang="en-US"/>
          </a:p>
        </p:txBody>
      </p:sp>
      <p:sp>
        <p:nvSpPr>
          <p:cNvPr id="3496" name="Text 2">
            <a:extLst>
              <a:ext uri="{FF2B5EF4-FFF2-40B4-BE49-F238E27FC236}">
                <a16:creationId xmlns:a16="http://schemas.microsoft.com/office/drawing/2014/main" id="{B7DB952F-6833-727C-5CFF-9BF79CB027AF}"/>
              </a:ext>
            </a:extLst>
          </p:cNvPr>
          <p:cNvSpPr/>
          <p:nvPr/>
        </p:nvSpPr>
        <p:spPr>
          <a:xfrm>
            <a:off x="2772656" y="27507"/>
            <a:ext cx="6643639" cy="722226"/>
          </a:xfrm>
          <a:prstGeom prst="rect">
            <a:avLst/>
          </a:prstGeom>
          <a:noFill/>
          <a:ln/>
        </p:spPr>
        <p:txBody>
          <a:bodyPr wrap="square" lIns="0" tIns="0" rIns="0" bIns="0" rtlCol="0" anchor="ctr">
            <a:normAutofit/>
          </a:bodyPr>
          <a:lstStyle/>
          <a:p>
            <a:pPr marL="0" indent="0" algn="ctr">
              <a:buNone/>
            </a:pPr>
            <a:r>
              <a:rPr lang="en-US" sz="2400" dirty="0">
                <a:solidFill>
                  <a:srgbClr val="FFFFFF"/>
                </a:solidFill>
                <a:latin typeface="Helvetica" pitchFamily="2" charset="0"/>
              </a:rPr>
              <a:t>Does restrict viewing work? (visual inspections)</a:t>
            </a:r>
            <a:endParaRPr lang="en-US" sz="2400" dirty="0">
              <a:latin typeface="Helvetica" pitchFamily="2" charset="0"/>
            </a:endParaRPr>
          </a:p>
        </p:txBody>
      </p:sp>
      <p:pic>
        <p:nvPicPr>
          <p:cNvPr id="10" name="Picture 9">
            <a:extLst>
              <a:ext uri="{FF2B5EF4-FFF2-40B4-BE49-F238E27FC236}">
                <a16:creationId xmlns:a16="http://schemas.microsoft.com/office/drawing/2014/main" id="{6B7769C7-BB12-7F7A-4C1F-C7766641FEDA}"/>
              </a:ext>
            </a:extLst>
          </p:cNvPr>
          <p:cNvPicPr>
            <a:picLocks noChangeAspect="1"/>
          </p:cNvPicPr>
          <p:nvPr/>
        </p:nvPicPr>
        <p:blipFill>
          <a:blip r:embed="rId3"/>
          <a:srcRect l="4451" t="10810" r="3520" b="10810"/>
          <a:stretch>
            <a:fillRect/>
          </a:stretch>
        </p:blipFill>
        <p:spPr>
          <a:xfrm>
            <a:off x="6094476" y="1757593"/>
            <a:ext cx="5896598" cy="3342813"/>
          </a:xfrm>
          <a:prstGeom prst="rect">
            <a:avLst/>
          </a:prstGeom>
        </p:spPr>
      </p:pic>
      <p:pic>
        <p:nvPicPr>
          <p:cNvPr id="13" name="Picture 12">
            <a:extLst>
              <a:ext uri="{FF2B5EF4-FFF2-40B4-BE49-F238E27FC236}">
                <a16:creationId xmlns:a16="http://schemas.microsoft.com/office/drawing/2014/main" id="{EEAA62C6-E2C4-982D-CD32-A346EC7E5554}"/>
              </a:ext>
            </a:extLst>
          </p:cNvPr>
          <p:cNvPicPr>
            <a:picLocks noChangeAspect="1"/>
          </p:cNvPicPr>
          <p:nvPr/>
        </p:nvPicPr>
        <p:blipFill>
          <a:blip r:embed="rId4"/>
          <a:srcRect l="4562" t="12554" r="3520" b="11296"/>
          <a:stretch>
            <a:fillRect/>
          </a:stretch>
        </p:blipFill>
        <p:spPr>
          <a:xfrm>
            <a:off x="76912" y="1815826"/>
            <a:ext cx="5956419" cy="3284580"/>
          </a:xfrm>
          <a:prstGeom prst="rect">
            <a:avLst/>
          </a:prstGeom>
        </p:spPr>
      </p:pic>
    </p:spTree>
    <p:extLst>
      <p:ext uri="{BB962C8B-B14F-4D97-AF65-F5344CB8AC3E}">
        <p14:creationId xmlns:p14="http://schemas.microsoft.com/office/powerpoint/2010/main" val="15658351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3B309B6-900C-A519-A25A-F002DB2969E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0C86B425-0DD2-10BC-85FC-87AC5178F296}"/>
              </a:ext>
            </a:extLst>
          </p:cNvPr>
          <p:cNvSpPr/>
          <p:nvPr/>
        </p:nvSpPr>
        <p:spPr>
          <a:xfrm>
            <a:off x="0" y="0"/>
            <a:ext cx="12188952" cy="777240"/>
          </a:xfrm>
          <a:prstGeom prst="rect">
            <a:avLst/>
          </a:prstGeom>
          <a:solidFill>
            <a:srgbClr val="4B2081"/>
          </a:solidFill>
          <a:ln w="12700">
            <a:solidFill>
              <a:srgbClr val="4B2081"/>
            </a:solidFill>
            <a:prstDash val="solid"/>
          </a:ln>
        </p:spPr>
        <p:txBody>
          <a:bodyPr/>
          <a:lstStyle/>
          <a:p>
            <a:endParaRPr lang="en-US" dirty="0"/>
          </a:p>
          <a:p>
            <a:endParaRPr lang="en-US" dirty="0"/>
          </a:p>
          <a:p>
            <a:endParaRPr lang="en-US" dirty="0"/>
          </a:p>
          <a:p>
            <a:endParaRPr lang="en-US" dirty="0"/>
          </a:p>
          <a:p>
            <a:endParaRPr lang="en-US" dirty="0"/>
          </a:p>
          <a:p>
            <a:endParaRPr lang="en-US" dirty="0"/>
          </a:p>
          <a:p>
            <a:endParaRPr lang="en-US" dirty="0"/>
          </a:p>
        </p:txBody>
      </p:sp>
      <p:sp>
        <p:nvSpPr>
          <p:cNvPr id="3496" name="Text 2">
            <a:extLst>
              <a:ext uri="{FF2B5EF4-FFF2-40B4-BE49-F238E27FC236}">
                <a16:creationId xmlns:a16="http://schemas.microsoft.com/office/drawing/2014/main" id="{38BA5CF7-8B5B-2D19-BD0E-1964370C9A36}"/>
              </a:ext>
            </a:extLst>
          </p:cNvPr>
          <p:cNvSpPr/>
          <p:nvPr/>
        </p:nvSpPr>
        <p:spPr>
          <a:xfrm>
            <a:off x="3560040" y="27507"/>
            <a:ext cx="5068872" cy="722226"/>
          </a:xfrm>
          <a:prstGeom prst="rect">
            <a:avLst/>
          </a:prstGeom>
          <a:noFill/>
          <a:ln/>
        </p:spPr>
        <p:txBody>
          <a:bodyPr wrap="square" lIns="0" tIns="0" rIns="0" bIns="0" rtlCol="0" anchor="ctr">
            <a:normAutofit/>
          </a:bodyPr>
          <a:lstStyle/>
          <a:p>
            <a:pPr algn="ctr"/>
            <a:r>
              <a:rPr lang="en-US" sz="2400" dirty="0">
                <a:solidFill>
                  <a:srgbClr val="FFFFFF"/>
                </a:solidFill>
                <a:latin typeface="Helvetica" pitchFamily="2" charset="0"/>
              </a:rPr>
              <a:t>Does restrict viewing work?</a:t>
            </a:r>
            <a:endParaRPr lang="en-US" sz="2400" dirty="0">
              <a:latin typeface="Helvetica" pitchFamily="2" charset="0"/>
            </a:endParaRPr>
          </a:p>
        </p:txBody>
      </p:sp>
      <p:pic>
        <p:nvPicPr>
          <p:cNvPr id="6" name="Picture 5">
            <a:extLst>
              <a:ext uri="{FF2B5EF4-FFF2-40B4-BE49-F238E27FC236}">
                <a16:creationId xmlns:a16="http://schemas.microsoft.com/office/drawing/2014/main" id="{C6FC101D-9873-EAE6-352D-4DED2BCEB387}"/>
              </a:ext>
            </a:extLst>
          </p:cNvPr>
          <p:cNvPicPr>
            <a:picLocks noChangeAspect="1"/>
          </p:cNvPicPr>
          <p:nvPr/>
        </p:nvPicPr>
        <p:blipFill>
          <a:blip r:embed="rId3"/>
          <a:stretch>
            <a:fillRect/>
          </a:stretch>
        </p:blipFill>
        <p:spPr>
          <a:xfrm>
            <a:off x="2121646" y="804747"/>
            <a:ext cx="7218907" cy="5780854"/>
          </a:xfrm>
          <a:prstGeom prst="rect">
            <a:avLst/>
          </a:prstGeom>
        </p:spPr>
      </p:pic>
      <p:pic>
        <p:nvPicPr>
          <p:cNvPr id="8" name="Picture 7">
            <a:extLst>
              <a:ext uri="{FF2B5EF4-FFF2-40B4-BE49-F238E27FC236}">
                <a16:creationId xmlns:a16="http://schemas.microsoft.com/office/drawing/2014/main" id="{FD45D650-B5F3-61A7-7B63-942B093EA9B5}"/>
              </a:ext>
            </a:extLst>
          </p:cNvPr>
          <p:cNvPicPr>
            <a:picLocks noChangeAspect="1"/>
          </p:cNvPicPr>
          <p:nvPr/>
        </p:nvPicPr>
        <p:blipFill>
          <a:blip r:embed="rId4"/>
          <a:srcRect r="51952"/>
          <a:stretch>
            <a:fillRect/>
          </a:stretch>
        </p:blipFill>
        <p:spPr>
          <a:xfrm>
            <a:off x="9229457" y="2456843"/>
            <a:ext cx="2897025" cy="2476662"/>
          </a:xfrm>
          <a:prstGeom prst="rect">
            <a:avLst/>
          </a:prstGeom>
        </p:spPr>
      </p:pic>
    </p:spTree>
    <p:extLst>
      <p:ext uri="{BB962C8B-B14F-4D97-AF65-F5344CB8AC3E}">
        <p14:creationId xmlns:p14="http://schemas.microsoft.com/office/powerpoint/2010/main" val="12353426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E82F53-4793-54F1-F4B4-7FF29C81D8BC}"/>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C53880C-B8C6-04C6-4140-2045C7B70858}"/>
              </a:ext>
            </a:extLst>
          </p:cNvPr>
          <p:cNvSpPr/>
          <p:nvPr/>
        </p:nvSpPr>
        <p:spPr>
          <a:xfrm>
            <a:off x="0" y="0"/>
            <a:ext cx="12188952" cy="777240"/>
          </a:xfrm>
          <a:prstGeom prst="rect">
            <a:avLst/>
          </a:prstGeom>
          <a:solidFill>
            <a:srgbClr val="4B2081"/>
          </a:solidFill>
          <a:ln w="12700">
            <a:solidFill>
              <a:srgbClr val="4B2081"/>
            </a:solidFill>
            <a:prstDash val="solid"/>
          </a:ln>
        </p:spPr>
        <p:txBody>
          <a:bodyPr/>
          <a:lstStyle/>
          <a:p>
            <a:endParaRPr lang="en-US"/>
          </a:p>
        </p:txBody>
      </p:sp>
      <p:sp>
        <p:nvSpPr>
          <p:cNvPr id="3496" name="Text 2">
            <a:extLst>
              <a:ext uri="{FF2B5EF4-FFF2-40B4-BE49-F238E27FC236}">
                <a16:creationId xmlns:a16="http://schemas.microsoft.com/office/drawing/2014/main" id="{09882327-A7D9-3286-84CD-C2C469B8DDB3}"/>
              </a:ext>
            </a:extLst>
          </p:cNvPr>
          <p:cNvSpPr/>
          <p:nvPr/>
        </p:nvSpPr>
        <p:spPr>
          <a:xfrm>
            <a:off x="3560040" y="27507"/>
            <a:ext cx="5068872" cy="722226"/>
          </a:xfrm>
          <a:prstGeom prst="rect">
            <a:avLst/>
          </a:prstGeom>
          <a:noFill/>
          <a:ln/>
        </p:spPr>
        <p:txBody>
          <a:bodyPr wrap="square" lIns="0" tIns="0" rIns="0" bIns="0" rtlCol="0" anchor="ctr">
            <a:normAutofit/>
          </a:bodyPr>
          <a:lstStyle/>
          <a:p>
            <a:pPr marL="0" indent="0" algn="ctr">
              <a:buNone/>
            </a:pPr>
            <a:r>
              <a:rPr lang="en-US" sz="2400" dirty="0" err="1">
                <a:solidFill>
                  <a:srgbClr val="FFFFFF"/>
                </a:solidFill>
                <a:latin typeface="Helvetica" pitchFamily="2" charset="0"/>
              </a:rPr>
              <a:t>ResView</a:t>
            </a:r>
            <a:r>
              <a:rPr lang="en-US" sz="2400" dirty="0">
                <a:solidFill>
                  <a:srgbClr val="FFFFFF"/>
                </a:solidFill>
                <a:latin typeface="Helvetica" pitchFamily="2" charset="0"/>
              </a:rPr>
              <a:t> performance</a:t>
            </a:r>
            <a:endParaRPr lang="en-US" sz="2400" dirty="0">
              <a:latin typeface="Helvetica" pitchFamily="2" charset="0"/>
            </a:endParaRPr>
          </a:p>
        </p:txBody>
      </p:sp>
      <p:pic>
        <p:nvPicPr>
          <p:cNvPr id="4" name="Picture 3">
            <a:extLst>
              <a:ext uri="{FF2B5EF4-FFF2-40B4-BE49-F238E27FC236}">
                <a16:creationId xmlns:a16="http://schemas.microsoft.com/office/drawing/2014/main" id="{E3A1DDFB-487D-ABC2-C2A4-0F9A67EB1710}"/>
              </a:ext>
            </a:extLst>
          </p:cNvPr>
          <p:cNvPicPr>
            <a:picLocks noChangeAspect="1"/>
          </p:cNvPicPr>
          <p:nvPr/>
        </p:nvPicPr>
        <p:blipFill>
          <a:blip r:embed="rId3"/>
          <a:srcRect l="2958" t="2631" r="2882" b="51900"/>
          <a:stretch>
            <a:fillRect/>
          </a:stretch>
        </p:blipFill>
        <p:spPr>
          <a:xfrm>
            <a:off x="85458" y="2232856"/>
            <a:ext cx="6152972" cy="2597922"/>
          </a:xfrm>
          <a:prstGeom prst="rect">
            <a:avLst/>
          </a:prstGeom>
        </p:spPr>
      </p:pic>
      <p:pic>
        <p:nvPicPr>
          <p:cNvPr id="5" name="Picture 4">
            <a:extLst>
              <a:ext uri="{FF2B5EF4-FFF2-40B4-BE49-F238E27FC236}">
                <a16:creationId xmlns:a16="http://schemas.microsoft.com/office/drawing/2014/main" id="{56BE3BE6-CE67-97B9-5E14-6FE6EC7A2DFF}"/>
              </a:ext>
            </a:extLst>
          </p:cNvPr>
          <p:cNvPicPr>
            <a:picLocks noChangeAspect="1"/>
          </p:cNvPicPr>
          <p:nvPr/>
        </p:nvPicPr>
        <p:blipFill>
          <a:blip r:embed="rId3"/>
          <a:srcRect l="2958" t="50967" r="2882" b="3489"/>
          <a:stretch>
            <a:fillRect/>
          </a:stretch>
        </p:blipFill>
        <p:spPr>
          <a:xfrm>
            <a:off x="6039028" y="2185854"/>
            <a:ext cx="6152972" cy="2602194"/>
          </a:xfrm>
          <a:prstGeom prst="rect">
            <a:avLst/>
          </a:prstGeom>
        </p:spPr>
      </p:pic>
    </p:spTree>
    <p:extLst>
      <p:ext uri="{BB962C8B-B14F-4D97-AF65-F5344CB8AC3E}">
        <p14:creationId xmlns:p14="http://schemas.microsoft.com/office/powerpoint/2010/main" val="15139792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AF51137-19E9-3901-C200-06B31D948783}"/>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51C015C0-339C-653F-9613-ED47F59BCF3F}"/>
              </a:ext>
            </a:extLst>
          </p:cNvPr>
          <p:cNvSpPr/>
          <p:nvPr/>
        </p:nvSpPr>
        <p:spPr>
          <a:xfrm>
            <a:off x="0" y="0"/>
            <a:ext cx="12188952" cy="777240"/>
          </a:xfrm>
          <a:prstGeom prst="rect">
            <a:avLst/>
          </a:prstGeom>
          <a:solidFill>
            <a:srgbClr val="4B2081"/>
          </a:solidFill>
          <a:ln w="12700">
            <a:solidFill>
              <a:srgbClr val="4B2081"/>
            </a:solidFill>
            <a:prstDash val="solid"/>
          </a:ln>
        </p:spPr>
        <p:txBody>
          <a:bodyPr/>
          <a:lstStyle/>
          <a:p>
            <a:endParaRPr lang="en-US"/>
          </a:p>
        </p:txBody>
      </p:sp>
      <p:sp>
        <p:nvSpPr>
          <p:cNvPr id="3496" name="Text 2">
            <a:extLst>
              <a:ext uri="{FF2B5EF4-FFF2-40B4-BE49-F238E27FC236}">
                <a16:creationId xmlns:a16="http://schemas.microsoft.com/office/drawing/2014/main" id="{0413657E-C87F-4523-1599-148AD17E3B4F}"/>
              </a:ext>
            </a:extLst>
          </p:cNvPr>
          <p:cNvSpPr/>
          <p:nvPr/>
        </p:nvSpPr>
        <p:spPr>
          <a:xfrm>
            <a:off x="3560040" y="27507"/>
            <a:ext cx="5068872" cy="722226"/>
          </a:xfrm>
          <a:prstGeom prst="rect">
            <a:avLst/>
          </a:prstGeom>
          <a:noFill/>
          <a:ln/>
        </p:spPr>
        <p:txBody>
          <a:bodyPr wrap="square" lIns="0" tIns="0" rIns="0" bIns="0" rtlCol="0" anchor="ctr">
            <a:normAutofit/>
          </a:bodyPr>
          <a:lstStyle/>
          <a:p>
            <a:pPr marL="0" indent="0" algn="ctr">
              <a:buNone/>
            </a:pPr>
            <a:r>
              <a:rPr lang="en-US" sz="2400" dirty="0" err="1">
                <a:solidFill>
                  <a:srgbClr val="FFFFFF"/>
                </a:solidFill>
                <a:latin typeface="Helvetica" pitchFamily="2" charset="0"/>
              </a:rPr>
              <a:t>ResView</a:t>
            </a:r>
            <a:r>
              <a:rPr lang="en-US" sz="2400" dirty="0">
                <a:solidFill>
                  <a:srgbClr val="FFFFFF"/>
                </a:solidFill>
                <a:latin typeface="Helvetica" pitchFamily="2" charset="0"/>
              </a:rPr>
              <a:t> performance</a:t>
            </a:r>
            <a:endParaRPr lang="en-US" sz="2400" dirty="0">
              <a:latin typeface="Helvetica" pitchFamily="2" charset="0"/>
            </a:endParaRPr>
          </a:p>
        </p:txBody>
      </p:sp>
      <p:pic>
        <p:nvPicPr>
          <p:cNvPr id="6" name="Picture 5">
            <a:extLst>
              <a:ext uri="{FF2B5EF4-FFF2-40B4-BE49-F238E27FC236}">
                <a16:creationId xmlns:a16="http://schemas.microsoft.com/office/drawing/2014/main" id="{2A7CC88E-0613-B871-8A3A-C6CEA717FAF1}"/>
              </a:ext>
            </a:extLst>
          </p:cNvPr>
          <p:cNvPicPr>
            <a:picLocks noChangeAspect="1"/>
          </p:cNvPicPr>
          <p:nvPr/>
        </p:nvPicPr>
        <p:blipFill>
          <a:blip r:embed="rId3"/>
          <a:stretch>
            <a:fillRect/>
          </a:stretch>
        </p:blipFill>
        <p:spPr>
          <a:xfrm>
            <a:off x="1956987" y="1456899"/>
            <a:ext cx="7772400" cy="3944202"/>
          </a:xfrm>
          <a:prstGeom prst="rect">
            <a:avLst/>
          </a:prstGeom>
        </p:spPr>
      </p:pic>
    </p:spTree>
    <p:extLst>
      <p:ext uri="{BB962C8B-B14F-4D97-AF65-F5344CB8AC3E}">
        <p14:creationId xmlns:p14="http://schemas.microsoft.com/office/powerpoint/2010/main" val="20881030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39A6B9A-B279-79A4-5AA8-E4E9E274DF8B}"/>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5C8F7E3-C4BF-F5FE-BC8A-80FBF05A1D01}"/>
              </a:ext>
            </a:extLst>
          </p:cNvPr>
          <p:cNvSpPr/>
          <p:nvPr/>
        </p:nvSpPr>
        <p:spPr>
          <a:xfrm>
            <a:off x="0" y="0"/>
            <a:ext cx="12188952" cy="777240"/>
          </a:xfrm>
          <a:prstGeom prst="rect">
            <a:avLst/>
          </a:prstGeom>
          <a:solidFill>
            <a:srgbClr val="4B2081"/>
          </a:solidFill>
          <a:ln w="12700">
            <a:solidFill>
              <a:srgbClr val="4B2081"/>
            </a:solidFill>
            <a:prstDash val="solid"/>
          </a:ln>
        </p:spPr>
        <p:txBody>
          <a:bodyPr/>
          <a:lstStyle/>
          <a:p>
            <a:endParaRPr lang="en-US"/>
          </a:p>
        </p:txBody>
      </p:sp>
      <p:sp>
        <p:nvSpPr>
          <p:cNvPr id="3496" name="Text 2">
            <a:extLst>
              <a:ext uri="{FF2B5EF4-FFF2-40B4-BE49-F238E27FC236}">
                <a16:creationId xmlns:a16="http://schemas.microsoft.com/office/drawing/2014/main" id="{BF6DB882-711C-D882-41F2-25DE66D755DA}"/>
              </a:ext>
            </a:extLst>
          </p:cNvPr>
          <p:cNvSpPr/>
          <p:nvPr/>
        </p:nvSpPr>
        <p:spPr>
          <a:xfrm>
            <a:off x="3349498" y="27507"/>
            <a:ext cx="5489956" cy="722226"/>
          </a:xfrm>
          <a:prstGeom prst="rect">
            <a:avLst/>
          </a:prstGeom>
          <a:noFill/>
          <a:ln/>
        </p:spPr>
        <p:txBody>
          <a:bodyPr wrap="square" lIns="0" tIns="0" rIns="0" bIns="0" rtlCol="0" anchor="ctr">
            <a:normAutofit/>
          </a:bodyPr>
          <a:lstStyle/>
          <a:p>
            <a:pPr marL="0" indent="0" algn="ctr">
              <a:buNone/>
            </a:pPr>
            <a:r>
              <a:rPr lang="en-US" sz="2400" dirty="0" err="1">
                <a:solidFill>
                  <a:srgbClr val="FFFFFF"/>
                </a:solidFill>
                <a:latin typeface="Helvetica" pitchFamily="2" charset="0"/>
              </a:rPr>
              <a:t>NeurWEM</a:t>
            </a:r>
            <a:r>
              <a:rPr lang="en-US" sz="2400" dirty="0">
                <a:solidFill>
                  <a:srgbClr val="FFFFFF"/>
                </a:solidFill>
                <a:latin typeface="Helvetica" pitchFamily="2" charset="0"/>
              </a:rPr>
              <a:t> </a:t>
            </a:r>
            <a:r>
              <a:rPr lang="en-US" sz="2400" dirty="0" err="1">
                <a:solidFill>
                  <a:srgbClr val="FFFFFF"/>
                </a:solidFill>
                <a:latin typeface="Helvetica" pitchFamily="2" charset="0"/>
              </a:rPr>
              <a:t>plt</a:t>
            </a:r>
            <a:r>
              <a:rPr lang="en-US" sz="2400" dirty="0">
                <a:solidFill>
                  <a:srgbClr val="FFFFFF"/>
                </a:solidFill>
                <a:latin typeface="Helvetica" pitchFamily="2" charset="0"/>
              </a:rPr>
              <a:t>: One-back</a:t>
            </a:r>
            <a:endParaRPr lang="en-US" sz="2400" dirty="0">
              <a:latin typeface="Helvetica" pitchFamily="2" charset="0"/>
            </a:endParaRPr>
          </a:p>
        </p:txBody>
      </p:sp>
      <p:pic>
        <p:nvPicPr>
          <p:cNvPr id="12" name="Picture 11">
            <a:extLst>
              <a:ext uri="{FF2B5EF4-FFF2-40B4-BE49-F238E27FC236}">
                <a16:creationId xmlns:a16="http://schemas.microsoft.com/office/drawing/2014/main" id="{04245755-DE82-36D2-03AC-DA6DDFE6201C}"/>
              </a:ext>
            </a:extLst>
          </p:cNvPr>
          <p:cNvPicPr>
            <a:picLocks noChangeAspect="1"/>
          </p:cNvPicPr>
          <p:nvPr/>
        </p:nvPicPr>
        <p:blipFill>
          <a:blip r:embed="rId3"/>
          <a:srcRect l="3559" b="3205"/>
          <a:stretch>
            <a:fillRect/>
          </a:stretch>
        </p:blipFill>
        <p:spPr>
          <a:xfrm>
            <a:off x="1846571" y="1254729"/>
            <a:ext cx="7866742" cy="4006712"/>
          </a:xfrm>
          <a:prstGeom prst="rect">
            <a:avLst/>
          </a:prstGeom>
        </p:spPr>
      </p:pic>
    </p:spTree>
    <p:extLst>
      <p:ext uri="{BB962C8B-B14F-4D97-AF65-F5344CB8AC3E}">
        <p14:creationId xmlns:p14="http://schemas.microsoft.com/office/powerpoint/2010/main" val="3860112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B105E9A-D074-C54B-AACD-5E5B48C7D637}"/>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DACC8ADF-8360-69A2-EA9D-E00E137DE638}"/>
              </a:ext>
            </a:extLst>
          </p:cNvPr>
          <p:cNvSpPr/>
          <p:nvPr/>
        </p:nvSpPr>
        <p:spPr>
          <a:xfrm>
            <a:off x="0" y="0"/>
            <a:ext cx="12188952" cy="777240"/>
          </a:xfrm>
          <a:prstGeom prst="rect">
            <a:avLst/>
          </a:prstGeom>
          <a:solidFill>
            <a:srgbClr val="4B2081"/>
          </a:solidFill>
          <a:ln w="12700">
            <a:solidFill>
              <a:srgbClr val="4B2081"/>
            </a:solidFill>
            <a:prstDash val="solid"/>
          </a:ln>
        </p:spPr>
        <p:txBody>
          <a:bodyPr/>
          <a:lstStyle/>
          <a:p>
            <a:endParaRPr lang="en-US"/>
          </a:p>
        </p:txBody>
      </p:sp>
      <p:sp>
        <p:nvSpPr>
          <p:cNvPr id="3496" name="Text 2">
            <a:extLst>
              <a:ext uri="{FF2B5EF4-FFF2-40B4-BE49-F238E27FC236}">
                <a16:creationId xmlns:a16="http://schemas.microsoft.com/office/drawing/2014/main" id="{7EA9B958-AEC8-25EF-6835-5F01B9F51CC0}"/>
              </a:ext>
            </a:extLst>
          </p:cNvPr>
          <p:cNvSpPr/>
          <p:nvPr/>
        </p:nvSpPr>
        <p:spPr>
          <a:xfrm>
            <a:off x="3560040" y="27507"/>
            <a:ext cx="5068872" cy="722226"/>
          </a:xfrm>
          <a:prstGeom prst="rect">
            <a:avLst/>
          </a:prstGeom>
          <a:noFill/>
          <a:ln/>
        </p:spPr>
        <p:txBody>
          <a:bodyPr wrap="square" lIns="0" tIns="0" rIns="0" bIns="0" rtlCol="0" anchor="ctr">
            <a:normAutofit/>
          </a:bodyPr>
          <a:lstStyle/>
          <a:p>
            <a:pPr marL="0" indent="0" algn="ctr">
              <a:buNone/>
            </a:pPr>
            <a:r>
              <a:rPr lang="en-US" sz="2400" dirty="0" err="1">
                <a:solidFill>
                  <a:srgbClr val="FFFFFF"/>
                </a:solidFill>
                <a:latin typeface="Helvetica" pitchFamily="2" charset="0"/>
              </a:rPr>
              <a:t>NeurWEM</a:t>
            </a:r>
            <a:r>
              <a:rPr lang="en-US" sz="2400" dirty="0">
                <a:solidFill>
                  <a:srgbClr val="FFFFFF"/>
                </a:solidFill>
                <a:latin typeface="Helvetica" pitchFamily="2" charset="0"/>
              </a:rPr>
              <a:t> </a:t>
            </a:r>
            <a:r>
              <a:rPr lang="en-US" sz="2400" dirty="0" err="1">
                <a:solidFill>
                  <a:srgbClr val="FFFFFF"/>
                </a:solidFill>
                <a:latin typeface="Helvetica" pitchFamily="2" charset="0"/>
              </a:rPr>
              <a:t>plt</a:t>
            </a:r>
            <a:r>
              <a:rPr lang="en-US" sz="2400" dirty="0">
                <a:solidFill>
                  <a:srgbClr val="FFFFFF"/>
                </a:solidFill>
                <a:latin typeface="Helvetica" pitchFamily="2" charset="0"/>
              </a:rPr>
              <a:t>: Two-back</a:t>
            </a:r>
            <a:endParaRPr lang="en-US" sz="2400" dirty="0">
              <a:latin typeface="Helvetica" pitchFamily="2" charset="0"/>
            </a:endParaRPr>
          </a:p>
        </p:txBody>
      </p:sp>
      <p:pic>
        <p:nvPicPr>
          <p:cNvPr id="4" name="Picture 3">
            <a:extLst>
              <a:ext uri="{FF2B5EF4-FFF2-40B4-BE49-F238E27FC236}">
                <a16:creationId xmlns:a16="http://schemas.microsoft.com/office/drawing/2014/main" id="{D99BC3E3-CD16-E639-0C17-BA3108CAC63F}"/>
              </a:ext>
            </a:extLst>
          </p:cNvPr>
          <p:cNvPicPr>
            <a:picLocks noChangeAspect="1"/>
          </p:cNvPicPr>
          <p:nvPr/>
        </p:nvPicPr>
        <p:blipFill>
          <a:blip r:embed="rId3"/>
          <a:srcRect l="4605" t="1993" r="4147" b="52523"/>
          <a:stretch>
            <a:fillRect/>
          </a:stretch>
        </p:blipFill>
        <p:spPr>
          <a:xfrm>
            <a:off x="327390" y="1557471"/>
            <a:ext cx="5862416" cy="3452501"/>
          </a:xfrm>
          <a:prstGeom prst="rect">
            <a:avLst/>
          </a:prstGeom>
        </p:spPr>
      </p:pic>
      <p:pic>
        <p:nvPicPr>
          <p:cNvPr id="3" name="Picture 2">
            <a:extLst>
              <a:ext uri="{FF2B5EF4-FFF2-40B4-BE49-F238E27FC236}">
                <a16:creationId xmlns:a16="http://schemas.microsoft.com/office/drawing/2014/main" id="{C76BDCBE-B029-4256-3093-1549C34F8C52}"/>
              </a:ext>
            </a:extLst>
          </p:cNvPr>
          <p:cNvPicPr>
            <a:picLocks noChangeAspect="1"/>
          </p:cNvPicPr>
          <p:nvPr/>
        </p:nvPicPr>
        <p:blipFill>
          <a:blip r:embed="rId3"/>
          <a:srcRect l="4899" t="51838" r="4262" b="3302"/>
          <a:stretch>
            <a:fillRect/>
          </a:stretch>
        </p:blipFill>
        <p:spPr>
          <a:xfrm>
            <a:off x="6096000" y="1623702"/>
            <a:ext cx="5803691" cy="3386270"/>
          </a:xfrm>
          <a:prstGeom prst="rect">
            <a:avLst/>
          </a:prstGeom>
        </p:spPr>
      </p:pic>
    </p:spTree>
    <p:extLst>
      <p:ext uri="{BB962C8B-B14F-4D97-AF65-F5344CB8AC3E}">
        <p14:creationId xmlns:p14="http://schemas.microsoft.com/office/powerpoint/2010/main" val="42530452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EF2B61E-04C6-D8B6-938E-5759FC602B5C}"/>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0057E481-0EFE-4D37-5BED-4D6BEA5F07C0}"/>
              </a:ext>
            </a:extLst>
          </p:cNvPr>
          <p:cNvSpPr/>
          <p:nvPr/>
        </p:nvSpPr>
        <p:spPr>
          <a:xfrm>
            <a:off x="0" y="0"/>
            <a:ext cx="12188952" cy="777240"/>
          </a:xfrm>
          <a:prstGeom prst="rect">
            <a:avLst/>
          </a:prstGeom>
          <a:solidFill>
            <a:srgbClr val="4B2081"/>
          </a:solidFill>
          <a:ln w="12700">
            <a:solidFill>
              <a:srgbClr val="4B2081"/>
            </a:solidFill>
            <a:prstDash val="solid"/>
          </a:ln>
        </p:spPr>
        <p:txBody>
          <a:bodyPr/>
          <a:lstStyle/>
          <a:p>
            <a:endParaRPr lang="en-US"/>
          </a:p>
        </p:txBody>
      </p:sp>
      <p:sp>
        <p:nvSpPr>
          <p:cNvPr id="3496" name="Text 2">
            <a:extLst>
              <a:ext uri="{FF2B5EF4-FFF2-40B4-BE49-F238E27FC236}">
                <a16:creationId xmlns:a16="http://schemas.microsoft.com/office/drawing/2014/main" id="{94013383-4D59-58D1-B202-E564C5813CD0}"/>
              </a:ext>
            </a:extLst>
          </p:cNvPr>
          <p:cNvSpPr/>
          <p:nvPr/>
        </p:nvSpPr>
        <p:spPr>
          <a:xfrm>
            <a:off x="3560040" y="27507"/>
            <a:ext cx="5068872" cy="722226"/>
          </a:xfrm>
          <a:prstGeom prst="rect">
            <a:avLst/>
          </a:prstGeom>
          <a:noFill/>
          <a:ln/>
        </p:spPr>
        <p:txBody>
          <a:bodyPr wrap="square" lIns="0" tIns="0" rIns="0" bIns="0" rtlCol="0" anchor="ctr">
            <a:normAutofit/>
          </a:bodyPr>
          <a:lstStyle/>
          <a:p>
            <a:pPr marL="0" indent="0" algn="ctr">
              <a:buNone/>
            </a:pPr>
            <a:r>
              <a:rPr lang="en-US" sz="2400" dirty="0" err="1">
                <a:solidFill>
                  <a:srgbClr val="FFFFFF"/>
                </a:solidFill>
                <a:latin typeface="Helvetica" pitchFamily="2" charset="0"/>
              </a:rPr>
              <a:t>NeurWEM</a:t>
            </a:r>
            <a:r>
              <a:rPr lang="en-US" sz="2400" dirty="0">
                <a:solidFill>
                  <a:srgbClr val="FFFFFF"/>
                </a:solidFill>
                <a:latin typeface="Helvetica" pitchFamily="2" charset="0"/>
              </a:rPr>
              <a:t> </a:t>
            </a:r>
            <a:r>
              <a:rPr lang="en-US" sz="2400" dirty="0" err="1">
                <a:solidFill>
                  <a:srgbClr val="FFFFFF"/>
                </a:solidFill>
                <a:latin typeface="Helvetica" pitchFamily="2" charset="0"/>
              </a:rPr>
              <a:t>plt</a:t>
            </a:r>
            <a:r>
              <a:rPr lang="en-US" sz="2400" dirty="0">
                <a:solidFill>
                  <a:srgbClr val="FFFFFF"/>
                </a:solidFill>
                <a:latin typeface="Helvetica" pitchFamily="2" charset="0"/>
              </a:rPr>
              <a:t>: Post-hoc MST</a:t>
            </a:r>
            <a:endParaRPr lang="en-US" sz="2400" dirty="0">
              <a:latin typeface="Helvetica" pitchFamily="2" charset="0"/>
            </a:endParaRPr>
          </a:p>
        </p:txBody>
      </p:sp>
      <p:pic>
        <p:nvPicPr>
          <p:cNvPr id="8" name="Picture 7">
            <a:extLst>
              <a:ext uri="{FF2B5EF4-FFF2-40B4-BE49-F238E27FC236}">
                <a16:creationId xmlns:a16="http://schemas.microsoft.com/office/drawing/2014/main" id="{28C1696C-1139-8C69-07F7-4E90E68D85BB}"/>
              </a:ext>
            </a:extLst>
          </p:cNvPr>
          <p:cNvPicPr>
            <a:picLocks noChangeAspect="1"/>
          </p:cNvPicPr>
          <p:nvPr/>
        </p:nvPicPr>
        <p:blipFill>
          <a:blip r:embed="rId3"/>
          <a:srcRect l="2969" t="5399" r="2583" b="4926"/>
          <a:stretch>
            <a:fillRect/>
          </a:stretch>
        </p:blipFill>
        <p:spPr>
          <a:xfrm>
            <a:off x="1244119" y="1801026"/>
            <a:ext cx="9480878" cy="3255947"/>
          </a:xfrm>
          <a:prstGeom prst="rect">
            <a:avLst/>
          </a:prstGeom>
        </p:spPr>
      </p:pic>
    </p:spTree>
    <p:extLst>
      <p:ext uri="{BB962C8B-B14F-4D97-AF65-F5344CB8AC3E}">
        <p14:creationId xmlns:p14="http://schemas.microsoft.com/office/powerpoint/2010/main" val="36561169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A11F167-EE1C-FBB8-7C5F-1AD05953519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541699D-48E8-1192-708E-24A8366567B0}"/>
              </a:ext>
            </a:extLst>
          </p:cNvPr>
          <p:cNvSpPr/>
          <p:nvPr/>
        </p:nvSpPr>
        <p:spPr>
          <a:xfrm>
            <a:off x="0" y="0"/>
            <a:ext cx="12188952" cy="777240"/>
          </a:xfrm>
          <a:prstGeom prst="rect">
            <a:avLst/>
          </a:prstGeom>
          <a:solidFill>
            <a:srgbClr val="4B2081"/>
          </a:solidFill>
          <a:ln w="12700">
            <a:solidFill>
              <a:srgbClr val="4B2081"/>
            </a:solidFill>
            <a:prstDash val="solid"/>
          </a:ln>
        </p:spPr>
        <p:txBody>
          <a:bodyPr/>
          <a:lstStyle/>
          <a:p>
            <a:endParaRPr lang="en-US"/>
          </a:p>
        </p:txBody>
      </p:sp>
      <p:sp>
        <p:nvSpPr>
          <p:cNvPr id="3496" name="Text 2">
            <a:extLst>
              <a:ext uri="{FF2B5EF4-FFF2-40B4-BE49-F238E27FC236}">
                <a16:creationId xmlns:a16="http://schemas.microsoft.com/office/drawing/2014/main" id="{A14BA85A-0C52-C281-BFDE-182C5F90FC8E}"/>
              </a:ext>
            </a:extLst>
          </p:cNvPr>
          <p:cNvSpPr/>
          <p:nvPr/>
        </p:nvSpPr>
        <p:spPr>
          <a:xfrm>
            <a:off x="3306597" y="27507"/>
            <a:ext cx="5575759" cy="722226"/>
          </a:xfrm>
          <a:prstGeom prst="rect">
            <a:avLst/>
          </a:prstGeom>
          <a:noFill/>
          <a:ln/>
        </p:spPr>
        <p:txBody>
          <a:bodyPr wrap="square" lIns="0" tIns="0" rIns="0" bIns="0" rtlCol="0" anchor="ctr">
            <a:normAutofit/>
          </a:bodyPr>
          <a:lstStyle/>
          <a:p>
            <a:pPr marL="0" indent="0" algn="ctr">
              <a:buNone/>
            </a:pPr>
            <a:r>
              <a:rPr lang="en-US" sz="2400" dirty="0">
                <a:solidFill>
                  <a:srgbClr val="FFFFFF"/>
                </a:solidFill>
                <a:latin typeface="Helvetica" pitchFamily="2" charset="0"/>
              </a:rPr>
              <a:t>fMRI procedure</a:t>
            </a:r>
            <a:endParaRPr lang="en-US" sz="2400" dirty="0">
              <a:latin typeface="Helvetica" pitchFamily="2" charset="0"/>
            </a:endParaRPr>
          </a:p>
        </p:txBody>
      </p:sp>
      <p:pic>
        <p:nvPicPr>
          <p:cNvPr id="5" name="Picture 4">
            <a:extLst>
              <a:ext uri="{FF2B5EF4-FFF2-40B4-BE49-F238E27FC236}">
                <a16:creationId xmlns:a16="http://schemas.microsoft.com/office/drawing/2014/main" id="{56F5B280-E1C6-45B2-52DA-9A2FADA8E87B}"/>
              </a:ext>
            </a:extLst>
          </p:cNvPr>
          <p:cNvPicPr>
            <a:picLocks noChangeAspect="1"/>
          </p:cNvPicPr>
          <p:nvPr/>
        </p:nvPicPr>
        <p:blipFill>
          <a:blip r:embed="rId3"/>
          <a:stretch>
            <a:fillRect/>
          </a:stretch>
        </p:blipFill>
        <p:spPr>
          <a:xfrm>
            <a:off x="709301" y="994419"/>
            <a:ext cx="11015707" cy="5714030"/>
          </a:xfrm>
          <a:prstGeom prst="rect">
            <a:avLst/>
          </a:prstGeom>
        </p:spPr>
      </p:pic>
      <p:sp>
        <p:nvSpPr>
          <p:cNvPr id="3" name="TextBox 2">
            <a:extLst>
              <a:ext uri="{FF2B5EF4-FFF2-40B4-BE49-F238E27FC236}">
                <a16:creationId xmlns:a16="http://schemas.microsoft.com/office/drawing/2014/main" id="{DA4AC99F-C16E-718E-E4C8-E5373C90299C}"/>
              </a:ext>
            </a:extLst>
          </p:cNvPr>
          <p:cNvSpPr txBox="1"/>
          <p:nvPr/>
        </p:nvSpPr>
        <p:spPr>
          <a:xfrm>
            <a:off x="769434" y="6924907"/>
            <a:ext cx="9136412" cy="369332"/>
          </a:xfrm>
          <a:prstGeom prst="rect">
            <a:avLst/>
          </a:prstGeom>
          <a:noFill/>
        </p:spPr>
        <p:txBody>
          <a:bodyPr wrap="none" rtlCol="0">
            <a:spAutoFit/>
          </a:bodyPr>
          <a:lstStyle/>
          <a:p>
            <a:r>
              <a:rPr lang="en-US" dirty="0"/>
              <a:t>Add marker measurement before each block; feedback about the head position </a:t>
            </a:r>
            <a:r>
              <a:rPr lang="en-US"/>
              <a:t>FTrealtime</a:t>
            </a:r>
          </a:p>
        </p:txBody>
      </p:sp>
    </p:spTree>
    <p:extLst>
      <p:ext uri="{BB962C8B-B14F-4D97-AF65-F5344CB8AC3E}">
        <p14:creationId xmlns:p14="http://schemas.microsoft.com/office/powerpoint/2010/main" val="375489105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5B0E87-6984-48D2-267E-3CEDD1F7649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31D06B9-2E97-AB37-0696-4CC68671288B}"/>
              </a:ext>
            </a:extLst>
          </p:cNvPr>
          <p:cNvSpPr/>
          <p:nvPr/>
        </p:nvSpPr>
        <p:spPr>
          <a:xfrm>
            <a:off x="0" y="0"/>
            <a:ext cx="12188952" cy="777240"/>
          </a:xfrm>
          <a:prstGeom prst="rect">
            <a:avLst/>
          </a:prstGeom>
          <a:solidFill>
            <a:srgbClr val="4B2081"/>
          </a:solidFill>
          <a:ln w="12700">
            <a:solidFill>
              <a:srgbClr val="4B2081"/>
            </a:solidFill>
            <a:prstDash val="solid"/>
          </a:ln>
        </p:spPr>
        <p:txBody>
          <a:bodyPr/>
          <a:lstStyle/>
          <a:p>
            <a:endParaRPr lang="en-US"/>
          </a:p>
        </p:txBody>
      </p:sp>
      <p:sp>
        <p:nvSpPr>
          <p:cNvPr id="3496" name="Text 2">
            <a:extLst>
              <a:ext uri="{FF2B5EF4-FFF2-40B4-BE49-F238E27FC236}">
                <a16:creationId xmlns:a16="http://schemas.microsoft.com/office/drawing/2014/main" id="{38A2D4E6-E1C9-50DB-E3DF-016FAF63C912}"/>
              </a:ext>
            </a:extLst>
          </p:cNvPr>
          <p:cNvSpPr/>
          <p:nvPr/>
        </p:nvSpPr>
        <p:spPr>
          <a:xfrm>
            <a:off x="3560040" y="27507"/>
            <a:ext cx="5068872" cy="722226"/>
          </a:xfrm>
          <a:prstGeom prst="rect">
            <a:avLst/>
          </a:prstGeom>
          <a:noFill/>
          <a:ln/>
        </p:spPr>
        <p:txBody>
          <a:bodyPr wrap="square" lIns="0" tIns="0" rIns="0" bIns="0" rtlCol="0" anchor="ctr">
            <a:normAutofit/>
          </a:bodyPr>
          <a:lstStyle/>
          <a:p>
            <a:pPr marL="0" indent="0" algn="ctr">
              <a:buNone/>
            </a:pPr>
            <a:r>
              <a:rPr lang="en-US" sz="2400" dirty="0">
                <a:solidFill>
                  <a:srgbClr val="FFFFFF"/>
                </a:solidFill>
                <a:latin typeface="Helvetica" pitchFamily="2" charset="0"/>
              </a:rPr>
              <a:t>Supp. Confusion matrices</a:t>
            </a:r>
            <a:endParaRPr lang="en-US" sz="2400" dirty="0">
              <a:latin typeface="Helvetica" pitchFamily="2" charset="0"/>
            </a:endParaRPr>
          </a:p>
        </p:txBody>
      </p:sp>
      <p:pic>
        <p:nvPicPr>
          <p:cNvPr id="6" name="Picture 5">
            <a:extLst>
              <a:ext uri="{FF2B5EF4-FFF2-40B4-BE49-F238E27FC236}">
                <a16:creationId xmlns:a16="http://schemas.microsoft.com/office/drawing/2014/main" id="{91D0CE18-7F78-2D44-708A-3A43CB8A2F78}"/>
              </a:ext>
            </a:extLst>
          </p:cNvPr>
          <p:cNvPicPr>
            <a:picLocks noChangeAspect="1"/>
          </p:cNvPicPr>
          <p:nvPr/>
        </p:nvPicPr>
        <p:blipFill>
          <a:blip r:embed="rId3"/>
          <a:srcRect l="5938" t="11161" r="11971" b="19119"/>
          <a:stretch>
            <a:fillRect/>
          </a:stretch>
        </p:blipFill>
        <p:spPr>
          <a:xfrm>
            <a:off x="4647824" y="1020507"/>
            <a:ext cx="6769358" cy="2774379"/>
          </a:xfrm>
          <a:prstGeom prst="rect">
            <a:avLst/>
          </a:prstGeom>
        </p:spPr>
      </p:pic>
      <p:pic>
        <p:nvPicPr>
          <p:cNvPr id="3" name="Picture 2">
            <a:extLst>
              <a:ext uri="{FF2B5EF4-FFF2-40B4-BE49-F238E27FC236}">
                <a16:creationId xmlns:a16="http://schemas.microsoft.com/office/drawing/2014/main" id="{6701AB07-2421-3D2F-A9FC-CC1ADE84ECE0}"/>
              </a:ext>
            </a:extLst>
          </p:cNvPr>
          <p:cNvPicPr>
            <a:picLocks noChangeAspect="1"/>
          </p:cNvPicPr>
          <p:nvPr/>
        </p:nvPicPr>
        <p:blipFill>
          <a:blip r:embed="rId4"/>
          <a:srcRect r="11187"/>
          <a:stretch>
            <a:fillRect/>
          </a:stretch>
        </p:blipFill>
        <p:spPr>
          <a:xfrm>
            <a:off x="774818" y="804747"/>
            <a:ext cx="3053084" cy="3314861"/>
          </a:xfrm>
          <a:prstGeom prst="rect">
            <a:avLst/>
          </a:prstGeom>
        </p:spPr>
      </p:pic>
      <p:pic>
        <p:nvPicPr>
          <p:cNvPr id="5" name="Picture 4">
            <a:extLst>
              <a:ext uri="{FF2B5EF4-FFF2-40B4-BE49-F238E27FC236}">
                <a16:creationId xmlns:a16="http://schemas.microsoft.com/office/drawing/2014/main" id="{31D6C91B-2903-86F0-5F88-F67980A84E37}"/>
              </a:ext>
            </a:extLst>
          </p:cNvPr>
          <p:cNvPicPr>
            <a:picLocks noChangeAspect="1"/>
          </p:cNvPicPr>
          <p:nvPr/>
        </p:nvPicPr>
        <p:blipFill>
          <a:blip r:embed="rId5"/>
          <a:srcRect l="4780" t="5732" r="14385" b="16013"/>
          <a:stretch>
            <a:fillRect/>
          </a:stretch>
        </p:blipFill>
        <p:spPr>
          <a:xfrm>
            <a:off x="774818" y="3888891"/>
            <a:ext cx="2782946" cy="2597921"/>
          </a:xfrm>
          <a:prstGeom prst="rect">
            <a:avLst/>
          </a:prstGeom>
        </p:spPr>
      </p:pic>
    </p:spTree>
    <p:extLst>
      <p:ext uri="{BB962C8B-B14F-4D97-AF65-F5344CB8AC3E}">
        <p14:creationId xmlns:p14="http://schemas.microsoft.com/office/powerpoint/2010/main" val="29755640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4CF8D70-114A-A1A4-1594-9F4041763B2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21233F7-AAAB-0DD7-1443-657475A63953}"/>
              </a:ext>
            </a:extLst>
          </p:cNvPr>
          <p:cNvSpPr/>
          <p:nvPr/>
        </p:nvSpPr>
        <p:spPr>
          <a:xfrm>
            <a:off x="0" y="0"/>
            <a:ext cx="12188952" cy="777240"/>
          </a:xfrm>
          <a:prstGeom prst="rect">
            <a:avLst/>
          </a:prstGeom>
          <a:solidFill>
            <a:srgbClr val="4B2081"/>
          </a:solidFill>
          <a:ln w="12700">
            <a:solidFill>
              <a:srgbClr val="4B2081"/>
            </a:solidFill>
            <a:prstDash val="solid"/>
          </a:ln>
        </p:spPr>
        <p:txBody>
          <a:bodyPr/>
          <a:lstStyle/>
          <a:p>
            <a:endParaRPr lang="en-US"/>
          </a:p>
        </p:txBody>
      </p:sp>
      <p:sp>
        <p:nvSpPr>
          <p:cNvPr id="3496" name="Text 2">
            <a:extLst>
              <a:ext uri="{FF2B5EF4-FFF2-40B4-BE49-F238E27FC236}">
                <a16:creationId xmlns:a16="http://schemas.microsoft.com/office/drawing/2014/main" id="{9076D592-85EB-B8B7-6EA8-4AB4F4863C0D}"/>
              </a:ext>
            </a:extLst>
          </p:cNvPr>
          <p:cNvSpPr/>
          <p:nvPr/>
        </p:nvSpPr>
        <p:spPr>
          <a:xfrm>
            <a:off x="3306597" y="27507"/>
            <a:ext cx="5575759" cy="722226"/>
          </a:xfrm>
          <a:prstGeom prst="rect">
            <a:avLst/>
          </a:prstGeom>
          <a:noFill/>
          <a:ln/>
        </p:spPr>
        <p:txBody>
          <a:bodyPr wrap="square" lIns="0" tIns="0" rIns="0" bIns="0" rtlCol="0" anchor="ctr">
            <a:normAutofit/>
          </a:bodyPr>
          <a:lstStyle/>
          <a:p>
            <a:pPr marL="0" indent="0" algn="ctr">
              <a:buNone/>
            </a:pPr>
            <a:r>
              <a:rPr lang="en-US" sz="2400" dirty="0">
                <a:solidFill>
                  <a:srgbClr val="FFFFFF"/>
                </a:solidFill>
                <a:latin typeface="Helvetica" pitchFamily="2" charset="0"/>
              </a:rPr>
              <a:t>Planned analyses with fMRI</a:t>
            </a:r>
            <a:endParaRPr lang="en-US" sz="2400" dirty="0">
              <a:latin typeface="Helvetica" pitchFamily="2" charset="0"/>
            </a:endParaRPr>
          </a:p>
        </p:txBody>
      </p:sp>
      <p:sp>
        <p:nvSpPr>
          <p:cNvPr id="3" name="TextBox 2">
            <a:extLst>
              <a:ext uri="{FF2B5EF4-FFF2-40B4-BE49-F238E27FC236}">
                <a16:creationId xmlns:a16="http://schemas.microsoft.com/office/drawing/2014/main" id="{9583760C-B79E-BC71-E4C8-61900576DB31}"/>
              </a:ext>
            </a:extLst>
          </p:cNvPr>
          <p:cNvSpPr txBox="1"/>
          <p:nvPr/>
        </p:nvSpPr>
        <p:spPr>
          <a:xfrm>
            <a:off x="668669" y="938020"/>
            <a:ext cx="10851614" cy="5632311"/>
          </a:xfrm>
          <a:prstGeom prst="rect">
            <a:avLst/>
          </a:prstGeom>
          <a:noFill/>
        </p:spPr>
        <p:txBody>
          <a:bodyPr wrap="square">
            <a:spAutoFit/>
          </a:bodyPr>
          <a:lstStyle/>
          <a:p>
            <a:r>
              <a:rPr lang="en-US" b="1" dirty="0">
                <a:solidFill>
                  <a:srgbClr val="7030A0"/>
                </a:solidFill>
                <a:latin typeface="Helvetica" pitchFamily="2" charset="0"/>
              </a:rPr>
              <a:t>Univariate. </a:t>
            </a:r>
          </a:p>
          <a:p>
            <a:r>
              <a:rPr lang="en-US" dirty="0">
                <a:solidFill>
                  <a:srgbClr val="7030A0"/>
                </a:solidFill>
                <a:latin typeface="Helvetica" pitchFamily="2" charset="0"/>
              </a:rPr>
              <a:t>Find two partially overlapping brain networks, namely the WM-network and EM-network</a:t>
            </a:r>
          </a:p>
          <a:p>
            <a:pPr marL="285750" indent="-285750">
              <a:buFont typeface="Wingdings" pitchFamily="2" charset="2"/>
              <a:buChar char="§"/>
            </a:pPr>
            <a:r>
              <a:rPr lang="en-US" dirty="0">
                <a:latin typeface="Helvetica" pitchFamily="2" charset="0"/>
              </a:rPr>
              <a:t>WM-network may support the discrimination of novel items in the 2-back condition (no EM available, pure WM demand)</a:t>
            </a:r>
          </a:p>
          <a:p>
            <a:pPr marL="285750" indent="-285750">
              <a:buFont typeface="Wingdings" pitchFamily="2" charset="2"/>
              <a:buChar char="§"/>
            </a:pPr>
            <a:r>
              <a:rPr lang="en-US" dirty="0">
                <a:latin typeface="Helvetica" pitchFamily="2" charset="0"/>
              </a:rPr>
              <a:t>EM-network may support the discrimination of items from similar lures in the final MST (pure EM demand)</a:t>
            </a:r>
          </a:p>
          <a:p>
            <a:r>
              <a:rPr lang="en-US" dirty="0">
                <a:solidFill>
                  <a:srgbClr val="7030A0"/>
                </a:solidFill>
                <a:latin typeface="Helvetica" pitchFamily="2" charset="0"/>
              </a:rPr>
              <a:t>Find a shared subnetwork that modulates the successful discrimination of similar pair-mates in the MST-back task when EM is available</a:t>
            </a:r>
          </a:p>
          <a:p>
            <a:endParaRPr lang="en-US" dirty="0">
              <a:latin typeface="Helvetica" pitchFamily="2" charset="0"/>
            </a:endParaRPr>
          </a:p>
          <a:p>
            <a:r>
              <a:rPr lang="en-US" b="1" dirty="0">
                <a:solidFill>
                  <a:srgbClr val="7030A0"/>
                </a:solidFill>
                <a:latin typeface="Helvetica" pitchFamily="2" charset="0"/>
              </a:rPr>
              <a:t>Multivariate.</a:t>
            </a:r>
          </a:p>
          <a:p>
            <a:r>
              <a:rPr lang="en-US" dirty="0">
                <a:solidFill>
                  <a:srgbClr val="7030A0"/>
                </a:solidFill>
                <a:latin typeface="Helvetica" pitchFamily="2" charset="0"/>
              </a:rPr>
              <a:t>Three hypotheses about how EM supports WM </a:t>
            </a:r>
            <a:r>
              <a:rPr lang="en-US" dirty="0">
                <a:latin typeface="Helvetica" pitchFamily="2" charset="0"/>
              </a:rPr>
              <a:t>(Mirroring the gaze-pattern reinstatement analyses):</a:t>
            </a:r>
          </a:p>
          <a:p>
            <a:pPr marL="285750" indent="-285750">
              <a:buFont typeface="Wingdings" pitchFamily="2" charset="2"/>
              <a:buChar char="§"/>
            </a:pPr>
            <a:r>
              <a:rPr lang="en-US" b="1" dirty="0">
                <a:latin typeface="Helvetica" pitchFamily="2" charset="0"/>
              </a:rPr>
              <a:t>Lower A1B1 </a:t>
            </a:r>
            <a:r>
              <a:rPr lang="en-US" dirty="0">
                <a:latin typeface="Helvetica" pitchFamily="2" charset="0"/>
              </a:rPr>
              <a:t>pattern similarity predicts successful discrimination of the pair in the subsequent 2-back condition (pattern separation in the DG/CA3)</a:t>
            </a:r>
          </a:p>
          <a:p>
            <a:pPr marL="285750" indent="-285750">
              <a:buFont typeface="Wingdings" pitchFamily="2" charset="2"/>
              <a:buChar char="§"/>
            </a:pPr>
            <a:endParaRPr lang="en-US" dirty="0">
              <a:latin typeface="Helvetica" pitchFamily="2" charset="0"/>
            </a:endParaRPr>
          </a:p>
          <a:p>
            <a:pPr marL="285750" indent="-285750">
              <a:buFont typeface="Wingdings" pitchFamily="2" charset="2"/>
              <a:buChar char="§"/>
            </a:pPr>
            <a:r>
              <a:rPr lang="en-US" b="1" dirty="0">
                <a:latin typeface="Helvetica" pitchFamily="2" charset="0"/>
              </a:rPr>
              <a:t>Higher B2B1 </a:t>
            </a:r>
            <a:r>
              <a:rPr lang="en-US" dirty="0">
                <a:latin typeface="Helvetica" pitchFamily="2" charset="0"/>
              </a:rPr>
              <a:t>pattern similarity predicts successful discrimination performance (pattern completion in the CA3/A1 and cortical regions spanning the temporal and parietal lobes)</a:t>
            </a:r>
          </a:p>
          <a:p>
            <a:pPr marL="285750" indent="-285750">
              <a:buFont typeface="Wingdings" pitchFamily="2" charset="2"/>
              <a:buChar char="§"/>
            </a:pPr>
            <a:endParaRPr lang="en-US" dirty="0">
              <a:latin typeface="Helvetica" pitchFamily="2" charset="0"/>
            </a:endParaRPr>
          </a:p>
          <a:p>
            <a:pPr marL="285750" indent="-285750">
              <a:buFont typeface="Wingdings" pitchFamily="2" charset="2"/>
              <a:buChar char="§"/>
            </a:pPr>
            <a:r>
              <a:rPr lang="en-US" b="1" dirty="0">
                <a:latin typeface="Helvetica" pitchFamily="2" charset="0"/>
              </a:rPr>
              <a:t>Higher A2B1 </a:t>
            </a:r>
            <a:r>
              <a:rPr lang="en-US" dirty="0">
                <a:latin typeface="Helvetica" pitchFamily="2" charset="0"/>
              </a:rPr>
              <a:t>pattern similarity predicts successful upcoming discrimination (predictive recall, along with pattern completion to be strongest in the cortical regions where WM and EM networks overlap, e.g., lateral parietal cortex and precuneus)</a:t>
            </a:r>
          </a:p>
        </p:txBody>
      </p:sp>
    </p:spTree>
    <p:extLst>
      <p:ext uri="{BB962C8B-B14F-4D97-AF65-F5344CB8AC3E}">
        <p14:creationId xmlns:p14="http://schemas.microsoft.com/office/powerpoint/2010/main" val="1683778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56B4F12-D3D4-B461-74C1-921D2AC7AE2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8A34456-145A-3226-A286-5CF0236957D4}"/>
              </a:ext>
            </a:extLst>
          </p:cNvPr>
          <p:cNvSpPr/>
          <p:nvPr/>
        </p:nvSpPr>
        <p:spPr>
          <a:xfrm>
            <a:off x="0" y="0"/>
            <a:ext cx="12188952" cy="777240"/>
          </a:xfrm>
          <a:prstGeom prst="rect">
            <a:avLst/>
          </a:prstGeom>
          <a:solidFill>
            <a:srgbClr val="4B2081"/>
          </a:solidFill>
          <a:ln w="12700">
            <a:solidFill>
              <a:srgbClr val="4B2081"/>
            </a:solidFill>
            <a:prstDash val="solid"/>
          </a:ln>
        </p:spPr>
        <p:txBody>
          <a:bodyPr/>
          <a:lstStyle/>
          <a:p>
            <a:endParaRPr lang="en-US"/>
          </a:p>
        </p:txBody>
      </p:sp>
      <p:sp>
        <p:nvSpPr>
          <p:cNvPr id="3496" name="Text 2">
            <a:extLst>
              <a:ext uri="{FF2B5EF4-FFF2-40B4-BE49-F238E27FC236}">
                <a16:creationId xmlns:a16="http://schemas.microsoft.com/office/drawing/2014/main" id="{7D1B65F9-7409-2199-BDB5-51A68EF0907C}"/>
              </a:ext>
            </a:extLst>
          </p:cNvPr>
          <p:cNvSpPr/>
          <p:nvPr/>
        </p:nvSpPr>
        <p:spPr>
          <a:xfrm>
            <a:off x="3306597" y="27507"/>
            <a:ext cx="5575759" cy="722226"/>
          </a:xfrm>
          <a:prstGeom prst="rect">
            <a:avLst/>
          </a:prstGeom>
          <a:noFill/>
          <a:ln/>
        </p:spPr>
        <p:txBody>
          <a:bodyPr wrap="square" lIns="0" tIns="0" rIns="0" bIns="0" rtlCol="0" anchor="ctr">
            <a:normAutofit/>
          </a:bodyPr>
          <a:lstStyle/>
          <a:p>
            <a:pPr marL="0" indent="0" algn="ctr">
              <a:buNone/>
            </a:pPr>
            <a:r>
              <a:rPr lang="en-US" sz="2400" dirty="0">
                <a:solidFill>
                  <a:srgbClr val="FFFFFF"/>
                </a:solidFill>
                <a:latin typeface="Helvetica" pitchFamily="2" charset="0"/>
              </a:rPr>
              <a:t>Open questions</a:t>
            </a:r>
            <a:endParaRPr lang="en-US" sz="2400" dirty="0">
              <a:latin typeface="Helvetica" pitchFamily="2" charset="0"/>
            </a:endParaRPr>
          </a:p>
        </p:txBody>
      </p:sp>
      <p:sp>
        <p:nvSpPr>
          <p:cNvPr id="3" name="TextBox 2">
            <a:extLst>
              <a:ext uri="{FF2B5EF4-FFF2-40B4-BE49-F238E27FC236}">
                <a16:creationId xmlns:a16="http://schemas.microsoft.com/office/drawing/2014/main" id="{D9974EF0-A8C6-CA00-D2EA-39807FD1DFA5}"/>
              </a:ext>
            </a:extLst>
          </p:cNvPr>
          <p:cNvSpPr txBox="1"/>
          <p:nvPr/>
        </p:nvSpPr>
        <p:spPr>
          <a:xfrm>
            <a:off x="1189822" y="1242650"/>
            <a:ext cx="10124501" cy="3816429"/>
          </a:xfrm>
          <a:prstGeom prst="rect">
            <a:avLst/>
          </a:prstGeom>
          <a:noFill/>
        </p:spPr>
        <p:txBody>
          <a:bodyPr wrap="square">
            <a:spAutoFit/>
          </a:bodyPr>
          <a:lstStyle/>
          <a:p>
            <a:pPr>
              <a:spcAft>
                <a:spcPts val="1200"/>
              </a:spcAft>
            </a:pPr>
            <a:r>
              <a:rPr lang="en-US" dirty="0">
                <a:solidFill>
                  <a:srgbClr val="7030A0"/>
                </a:solidFill>
                <a:latin typeface="Helvetica" pitchFamily="2" charset="0"/>
              </a:rPr>
              <a:t>1. Drop the “isolated” condition? </a:t>
            </a:r>
            <a:r>
              <a:rPr lang="en-US" dirty="0">
                <a:latin typeface="Helvetica" pitchFamily="2" charset="0"/>
              </a:rPr>
              <a:t>Collapse to “compared” vs. “novel” for power and a simpler design – or keep it for the graded compared &gt; isolated &gt; novel effect?</a:t>
            </a:r>
          </a:p>
          <a:p>
            <a:pPr>
              <a:spcAft>
                <a:spcPts val="1200"/>
              </a:spcAft>
            </a:pPr>
            <a:r>
              <a:rPr lang="en-US" dirty="0">
                <a:solidFill>
                  <a:srgbClr val="7030A0"/>
                </a:solidFill>
                <a:latin typeface="Helvetica" pitchFamily="2" charset="0"/>
              </a:rPr>
              <a:t>2. Can we get clean RSA effects given the trial and task constraints?</a:t>
            </a:r>
          </a:p>
          <a:p>
            <a:pPr marL="742950" lvl="1" indent="-285750">
              <a:spcAft>
                <a:spcPts val="1200"/>
              </a:spcAft>
              <a:buFont typeface="Wingdings" pitchFamily="2" charset="2"/>
              <a:buChar char="§"/>
            </a:pPr>
            <a:r>
              <a:rPr lang="en-US" sz="1600" dirty="0">
                <a:latin typeface="Helvetica" pitchFamily="2" charset="0"/>
              </a:rPr>
              <a:t>A1B1 are adjacent, so BOLD responses overlap – can we separate their patterns?</a:t>
            </a:r>
          </a:p>
          <a:p>
            <a:pPr marL="742950" lvl="1" indent="-285750">
              <a:spcAft>
                <a:spcPts val="1200"/>
              </a:spcAft>
              <a:buFont typeface="Wingdings" pitchFamily="2" charset="2"/>
              <a:buChar char="§"/>
            </a:pPr>
            <a:r>
              <a:rPr lang="en-US" sz="1600" dirty="0">
                <a:latin typeface="Helvetica" pitchFamily="2" charset="0"/>
              </a:rPr>
              <a:t>Only ~40 “similar” trials per condition, split further by successful vs. unsuccessful discrimination</a:t>
            </a:r>
          </a:p>
          <a:p>
            <a:pPr marL="1200150" lvl="2" indent="-285750">
              <a:spcAft>
                <a:spcPts val="1200"/>
              </a:spcAft>
              <a:buFont typeface="Wingdings" pitchFamily="2" charset="2"/>
              <a:buChar char="§"/>
            </a:pPr>
            <a:r>
              <a:rPr lang="en-US" sz="1600" dirty="0">
                <a:latin typeface="Helvetica" pitchFamily="2" charset="0"/>
              </a:rPr>
              <a:t>Would shifting the response balance toward “similar” and away from “new” (3:2) buy enough trials to matter?</a:t>
            </a:r>
          </a:p>
          <a:p>
            <a:pPr>
              <a:spcAft>
                <a:spcPts val="1200"/>
              </a:spcAft>
            </a:pPr>
            <a:r>
              <a:rPr lang="en-US" dirty="0">
                <a:solidFill>
                  <a:srgbClr val="7030A0"/>
                </a:solidFill>
                <a:latin typeface="Helvetica" pitchFamily="2" charset="0"/>
              </a:rPr>
              <a:t>3. Duration.</a:t>
            </a:r>
          </a:p>
          <a:p>
            <a:pPr>
              <a:spcAft>
                <a:spcPts val="1200"/>
              </a:spcAft>
            </a:pPr>
            <a:r>
              <a:rPr lang="en-US" dirty="0">
                <a:latin typeface="Helvetica" pitchFamily="2" charset="0"/>
              </a:rPr>
              <a:t>Is ~1.5 hour in-scanner time per subject feasible?</a:t>
            </a:r>
          </a:p>
          <a:p>
            <a:pPr>
              <a:spcAft>
                <a:spcPts val="1200"/>
              </a:spcAft>
            </a:pPr>
            <a:r>
              <a:rPr lang="en-US" dirty="0">
                <a:solidFill>
                  <a:srgbClr val="7030A0"/>
                </a:solidFill>
                <a:latin typeface="Helvetica" pitchFamily="2" charset="0"/>
              </a:rPr>
              <a:t>4. Other concerns?</a:t>
            </a:r>
          </a:p>
        </p:txBody>
      </p:sp>
    </p:spTree>
    <p:extLst>
      <p:ext uri="{BB962C8B-B14F-4D97-AF65-F5344CB8AC3E}">
        <p14:creationId xmlns:p14="http://schemas.microsoft.com/office/powerpoint/2010/main" val="186711140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B2081"/>
          </a:solidFill>
          <a:ln w="12700">
            <a:solidFill>
              <a:srgbClr val="4B2081"/>
            </a:solidFill>
            <a:prstDash val="solid"/>
          </a:ln>
        </p:spPr>
        <p:txBody>
          <a:bodyPr/>
          <a:lstStyle/>
          <a:p>
            <a:endParaRPr lang="en-US"/>
          </a:p>
        </p:txBody>
      </p:sp>
      <p:sp>
        <p:nvSpPr>
          <p:cNvPr id="3496" name="Text 2">
            <a:extLst>
              <a:ext uri="{FF2B5EF4-FFF2-40B4-BE49-F238E27FC236}">
                <a16:creationId xmlns:a16="http://schemas.microsoft.com/office/drawing/2014/main" id="{D37195DD-A0EC-4324-6D33-38EA8372FF7B}"/>
              </a:ext>
            </a:extLst>
          </p:cNvPr>
          <p:cNvSpPr/>
          <p:nvPr/>
        </p:nvSpPr>
        <p:spPr>
          <a:xfrm>
            <a:off x="3546789" y="32535"/>
            <a:ext cx="5068872" cy="722226"/>
          </a:xfrm>
          <a:prstGeom prst="rect">
            <a:avLst/>
          </a:prstGeom>
          <a:noFill/>
          <a:ln/>
        </p:spPr>
        <p:txBody>
          <a:bodyPr wrap="square" lIns="0" tIns="0" rIns="0" bIns="0" rtlCol="0" anchor="ctr">
            <a:normAutofit/>
          </a:bodyPr>
          <a:lstStyle/>
          <a:p>
            <a:pPr marL="0" indent="0" algn="ctr">
              <a:buNone/>
            </a:pPr>
            <a:r>
              <a:rPr lang="en-US" sz="2400" dirty="0">
                <a:solidFill>
                  <a:srgbClr val="FFFFFF"/>
                </a:solidFill>
                <a:latin typeface="Helvetica" pitchFamily="2" charset="0"/>
              </a:rPr>
              <a:t>Previous experimental design</a:t>
            </a:r>
            <a:endParaRPr lang="en-US" sz="2400" dirty="0">
              <a:latin typeface="Helvetica" pitchFamily="2" charset="0"/>
            </a:endParaRPr>
          </a:p>
        </p:txBody>
      </p:sp>
      <p:pic>
        <p:nvPicPr>
          <p:cNvPr id="3621" name="Picture 3620">
            <a:extLst>
              <a:ext uri="{FF2B5EF4-FFF2-40B4-BE49-F238E27FC236}">
                <a16:creationId xmlns:a16="http://schemas.microsoft.com/office/drawing/2014/main" id="{21CB3E1D-5C2A-C7F6-7499-C4A0C75745AD}"/>
              </a:ext>
            </a:extLst>
          </p:cNvPr>
          <p:cNvPicPr>
            <a:picLocks noChangeAspect="1"/>
          </p:cNvPicPr>
          <p:nvPr/>
        </p:nvPicPr>
        <p:blipFill>
          <a:blip r:embed="rId3"/>
          <a:stretch>
            <a:fillRect/>
          </a:stretch>
        </p:blipFill>
        <p:spPr>
          <a:xfrm>
            <a:off x="594825" y="997889"/>
            <a:ext cx="10972800" cy="2752731"/>
          </a:xfrm>
          <a:prstGeom prst="rect">
            <a:avLst/>
          </a:prstGeom>
        </p:spPr>
      </p:pic>
      <p:pic>
        <p:nvPicPr>
          <p:cNvPr id="3623" name="Picture 3622">
            <a:extLst>
              <a:ext uri="{FF2B5EF4-FFF2-40B4-BE49-F238E27FC236}">
                <a16:creationId xmlns:a16="http://schemas.microsoft.com/office/drawing/2014/main" id="{C2DADD84-F960-0FD1-0428-0CB3CD3FFCE2}"/>
              </a:ext>
            </a:extLst>
          </p:cNvPr>
          <p:cNvPicPr>
            <a:picLocks noChangeAspect="1"/>
          </p:cNvPicPr>
          <p:nvPr/>
        </p:nvPicPr>
        <p:blipFill>
          <a:blip r:embed="rId4"/>
          <a:stretch>
            <a:fillRect/>
          </a:stretch>
        </p:blipFill>
        <p:spPr>
          <a:xfrm>
            <a:off x="594825" y="3783277"/>
            <a:ext cx="10972800" cy="2752731"/>
          </a:xfrm>
          <a:prstGeom prst="rect">
            <a:avLst/>
          </a:prstGeom>
        </p:spPr>
      </p:pic>
    </p:spTree>
    <p:extLst>
      <p:ext uri="{BB962C8B-B14F-4D97-AF65-F5344CB8AC3E}">
        <p14:creationId xmlns:p14="http://schemas.microsoft.com/office/powerpoint/2010/main" val="26799696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B503B4-C060-1073-B292-5BE7D5381E5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BC0FC24-734A-3F1E-2330-99D48A24A6FF}"/>
              </a:ext>
            </a:extLst>
          </p:cNvPr>
          <p:cNvSpPr/>
          <p:nvPr/>
        </p:nvSpPr>
        <p:spPr>
          <a:xfrm>
            <a:off x="0" y="0"/>
            <a:ext cx="12188952" cy="777240"/>
          </a:xfrm>
          <a:prstGeom prst="rect">
            <a:avLst/>
          </a:prstGeom>
          <a:solidFill>
            <a:srgbClr val="4B2081"/>
          </a:solidFill>
          <a:ln w="12700">
            <a:solidFill>
              <a:srgbClr val="4B2081"/>
            </a:solidFill>
            <a:prstDash val="solid"/>
          </a:ln>
        </p:spPr>
        <p:txBody>
          <a:bodyPr/>
          <a:lstStyle/>
          <a:p>
            <a:endParaRPr lang="en-US"/>
          </a:p>
        </p:txBody>
      </p:sp>
      <p:sp>
        <p:nvSpPr>
          <p:cNvPr id="3496" name="Text 2">
            <a:extLst>
              <a:ext uri="{FF2B5EF4-FFF2-40B4-BE49-F238E27FC236}">
                <a16:creationId xmlns:a16="http://schemas.microsoft.com/office/drawing/2014/main" id="{B43BCAEB-CFF9-ECF1-E8FC-B68FCC808333}"/>
              </a:ext>
            </a:extLst>
          </p:cNvPr>
          <p:cNvSpPr/>
          <p:nvPr/>
        </p:nvSpPr>
        <p:spPr>
          <a:xfrm>
            <a:off x="3306597" y="27507"/>
            <a:ext cx="5575759" cy="722226"/>
          </a:xfrm>
          <a:prstGeom prst="rect">
            <a:avLst/>
          </a:prstGeom>
          <a:noFill/>
          <a:ln/>
        </p:spPr>
        <p:txBody>
          <a:bodyPr wrap="square" lIns="0" tIns="0" rIns="0" bIns="0" rtlCol="0" anchor="ctr">
            <a:normAutofit/>
          </a:bodyPr>
          <a:lstStyle/>
          <a:p>
            <a:pPr marL="0" indent="0" algn="ctr">
              <a:buNone/>
            </a:pPr>
            <a:r>
              <a:rPr lang="en-US" sz="2400" dirty="0">
                <a:solidFill>
                  <a:srgbClr val="FFFFFF"/>
                </a:solidFill>
                <a:latin typeface="Helvetica" pitchFamily="2" charset="0"/>
              </a:rPr>
              <a:t>Exploratory questions with fMRI</a:t>
            </a:r>
            <a:endParaRPr lang="en-US" sz="2400" dirty="0">
              <a:latin typeface="Helvetica" pitchFamily="2" charset="0"/>
            </a:endParaRPr>
          </a:p>
        </p:txBody>
      </p:sp>
      <p:sp>
        <p:nvSpPr>
          <p:cNvPr id="3" name="TextBox 2">
            <a:extLst>
              <a:ext uri="{FF2B5EF4-FFF2-40B4-BE49-F238E27FC236}">
                <a16:creationId xmlns:a16="http://schemas.microsoft.com/office/drawing/2014/main" id="{E1554A71-F566-5675-6F74-FED5167A1A33}"/>
              </a:ext>
            </a:extLst>
          </p:cNvPr>
          <p:cNvSpPr txBox="1"/>
          <p:nvPr/>
        </p:nvSpPr>
        <p:spPr>
          <a:xfrm>
            <a:off x="716097" y="1044346"/>
            <a:ext cx="10851614" cy="4801314"/>
          </a:xfrm>
          <a:prstGeom prst="rect">
            <a:avLst/>
          </a:prstGeom>
          <a:noFill/>
        </p:spPr>
        <p:txBody>
          <a:bodyPr wrap="square">
            <a:spAutoFit/>
          </a:bodyPr>
          <a:lstStyle/>
          <a:p>
            <a:r>
              <a:rPr lang="en-US" dirty="0">
                <a:latin typeface="Helvetica" pitchFamily="2" charset="0"/>
              </a:rPr>
              <a:t>Which regions are more active in the 2-back (higher WM load) than 1-back (lower WM load)?</a:t>
            </a:r>
          </a:p>
          <a:p>
            <a:endParaRPr lang="en-US" dirty="0">
              <a:latin typeface="Helvetica" pitchFamily="2" charset="0"/>
            </a:endParaRPr>
          </a:p>
          <a:p>
            <a:r>
              <a:rPr lang="en-US" dirty="0">
                <a:latin typeface="Helvetica" pitchFamily="2" charset="0"/>
              </a:rPr>
              <a:t>Which regions show a graded response across the discrimination of compared, isolated, and novel items? (mirroring the pupil EM benefit)</a:t>
            </a:r>
          </a:p>
          <a:p>
            <a:endParaRPr lang="en-US" dirty="0">
              <a:latin typeface="Helvetica" pitchFamily="2" charset="0"/>
            </a:endParaRPr>
          </a:p>
          <a:p>
            <a:r>
              <a:rPr lang="en-US" dirty="0">
                <a:latin typeface="Helvetica" pitchFamily="2" charset="0"/>
              </a:rPr>
              <a:t>In the final MST, does MTL/parietal activity distinguish correctly recognized old items, correctly discriminated similar lures, and correctly rejected foils? (Kirwan &amp; Stark, 2007, Learn. Mem.)</a:t>
            </a:r>
          </a:p>
          <a:p>
            <a:endParaRPr lang="en-US" dirty="0">
              <a:latin typeface="Helvetica" pitchFamily="2" charset="0"/>
            </a:endParaRPr>
          </a:p>
          <a:p>
            <a:r>
              <a:rPr lang="en-US" b="1" dirty="0">
                <a:solidFill>
                  <a:srgbClr val="7030A0"/>
                </a:solidFill>
                <a:latin typeface="Helvetica" pitchFamily="2" charset="0"/>
              </a:rPr>
              <a:t>Functional connectivity</a:t>
            </a:r>
          </a:p>
          <a:p>
            <a:r>
              <a:rPr lang="en-US" dirty="0">
                <a:latin typeface="Helvetica" pitchFamily="2" charset="0"/>
              </a:rPr>
              <a:t>Does HPC-PFC (and broader network) coupling increase from under primarily WM demand (1-back) to under WM-EM demand (2-back)?</a:t>
            </a:r>
          </a:p>
          <a:p>
            <a:endParaRPr lang="en-US" dirty="0">
              <a:latin typeface="Helvetica" pitchFamily="2" charset="0"/>
            </a:endParaRPr>
          </a:p>
          <a:p>
            <a:r>
              <a:rPr lang="en-US" dirty="0">
                <a:latin typeface="Helvetica" pitchFamily="2" charset="0"/>
              </a:rPr>
              <a:t>Is the behavioral EM-WM benefit mediated by HPC-PFC coupling (EM availability – HPC-PFC coupling – discrimination)?</a:t>
            </a:r>
          </a:p>
          <a:p>
            <a:endParaRPr lang="en-US" dirty="0">
              <a:latin typeface="Helvetica" pitchFamily="2" charset="0"/>
            </a:endParaRPr>
          </a:p>
          <a:p>
            <a:endParaRPr lang="en-US" dirty="0">
              <a:latin typeface="Helvetica" pitchFamily="2" charset="0"/>
            </a:endParaRPr>
          </a:p>
          <a:p>
            <a:r>
              <a:rPr lang="en-US" u="sng" dirty="0">
                <a:latin typeface="Helvetica" pitchFamily="2" charset="0"/>
              </a:rPr>
              <a:t>Univariate/multivariate/FC aims stand independently</a:t>
            </a:r>
          </a:p>
        </p:txBody>
      </p:sp>
    </p:spTree>
    <p:extLst>
      <p:ext uri="{BB962C8B-B14F-4D97-AF65-F5344CB8AC3E}">
        <p14:creationId xmlns:p14="http://schemas.microsoft.com/office/powerpoint/2010/main" val="9706568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EA49B9B-C700-8D69-7D2F-91144305DB3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DD08BFBA-B0FE-5182-5437-72B0D17882B0}"/>
              </a:ext>
            </a:extLst>
          </p:cNvPr>
          <p:cNvSpPr/>
          <p:nvPr/>
        </p:nvSpPr>
        <p:spPr>
          <a:xfrm>
            <a:off x="0" y="0"/>
            <a:ext cx="12188952" cy="777240"/>
          </a:xfrm>
          <a:prstGeom prst="rect">
            <a:avLst/>
          </a:prstGeom>
          <a:solidFill>
            <a:srgbClr val="4B2081"/>
          </a:solidFill>
          <a:ln w="12700">
            <a:solidFill>
              <a:srgbClr val="4B2081"/>
            </a:solidFill>
            <a:prstDash val="solid"/>
          </a:ln>
        </p:spPr>
        <p:txBody>
          <a:bodyPr/>
          <a:lstStyle/>
          <a:p>
            <a:endParaRPr lang="en-US"/>
          </a:p>
        </p:txBody>
      </p:sp>
      <p:sp>
        <p:nvSpPr>
          <p:cNvPr id="3496" name="Text 2">
            <a:extLst>
              <a:ext uri="{FF2B5EF4-FFF2-40B4-BE49-F238E27FC236}">
                <a16:creationId xmlns:a16="http://schemas.microsoft.com/office/drawing/2014/main" id="{3492DA05-FE14-EB2D-5D84-4482D8DF36F1}"/>
              </a:ext>
            </a:extLst>
          </p:cNvPr>
          <p:cNvSpPr/>
          <p:nvPr/>
        </p:nvSpPr>
        <p:spPr>
          <a:xfrm>
            <a:off x="3306597" y="27507"/>
            <a:ext cx="5575759" cy="722226"/>
          </a:xfrm>
          <a:prstGeom prst="rect">
            <a:avLst/>
          </a:prstGeom>
          <a:noFill/>
          <a:ln/>
        </p:spPr>
        <p:txBody>
          <a:bodyPr wrap="square" lIns="0" tIns="0" rIns="0" bIns="0" rtlCol="0" anchor="ctr">
            <a:normAutofit/>
          </a:bodyPr>
          <a:lstStyle/>
          <a:p>
            <a:pPr marL="0" indent="0" algn="ctr">
              <a:buNone/>
            </a:pPr>
            <a:r>
              <a:rPr lang="en-US" sz="2400" dirty="0">
                <a:solidFill>
                  <a:srgbClr val="FFFFFF"/>
                </a:solidFill>
                <a:latin typeface="Helvetica" pitchFamily="2" charset="0"/>
              </a:rPr>
              <a:t>Imaging parameters</a:t>
            </a:r>
            <a:endParaRPr lang="en-US" sz="2400" dirty="0">
              <a:latin typeface="Helvetica" pitchFamily="2" charset="0"/>
            </a:endParaRPr>
          </a:p>
        </p:txBody>
      </p:sp>
      <p:sp>
        <p:nvSpPr>
          <p:cNvPr id="3" name="TextBox 2">
            <a:extLst>
              <a:ext uri="{FF2B5EF4-FFF2-40B4-BE49-F238E27FC236}">
                <a16:creationId xmlns:a16="http://schemas.microsoft.com/office/drawing/2014/main" id="{8E13EC05-AC06-B664-1FD9-D040FE1EB8A9}"/>
              </a:ext>
            </a:extLst>
          </p:cNvPr>
          <p:cNvSpPr txBox="1"/>
          <p:nvPr/>
        </p:nvSpPr>
        <p:spPr>
          <a:xfrm>
            <a:off x="716097" y="1044346"/>
            <a:ext cx="10851614" cy="3077766"/>
          </a:xfrm>
          <a:prstGeom prst="rect">
            <a:avLst/>
          </a:prstGeom>
          <a:noFill/>
        </p:spPr>
        <p:txBody>
          <a:bodyPr wrap="square">
            <a:spAutoFit/>
          </a:bodyPr>
          <a:lstStyle/>
          <a:p>
            <a:pPr>
              <a:spcAft>
                <a:spcPts val="1200"/>
              </a:spcAft>
            </a:pPr>
            <a:r>
              <a:rPr lang="en-US" dirty="0">
                <a:latin typeface="Helvetica" pitchFamily="2" charset="0"/>
              </a:rPr>
              <a:t>3T (Siemens Prisma, 64-channel coil)</a:t>
            </a:r>
          </a:p>
          <a:p>
            <a:pPr>
              <a:spcAft>
                <a:spcPts val="1200"/>
              </a:spcAft>
            </a:pPr>
            <a:r>
              <a:rPr lang="en-US" dirty="0">
                <a:latin typeface="Helvetica" pitchFamily="2" charset="0"/>
              </a:rPr>
              <a:t>Whole-brain multiband gradient-echo EPI sequence at 1.5mm isotropic resolution</a:t>
            </a:r>
          </a:p>
          <a:p>
            <a:pPr>
              <a:spcAft>
                <a:spcPts val="1200"/>
              </a:spcAft>
            </a:pPr>
            <a:r>
              <a:rPr lang="en-US" dirty="0">
                <a:latin typeface="Helvetica" pitchFamily="2" charset="0"/>
              </a:rPr>
              <a:t>TR 1.5s, multiband factor 6, in-plane GRAPPA 2 (get cortical coverage together with subfield-scale resolution)</a:t>
            </a:r>
          </a:p>
          <a:p>
            <a:pPr>
              <a:spcAft>
                <a:spcPts val="1200"/>
              </a:spcAft>
            </a:pPr>
            <a:r>
              <a:rPr lang="en-US" dirty="0">
                <a:latin typeface="Helvetica" pitchFamily="2" charset="0"/>
              </a:rPr>
              <a:t>0.8mm T1 MPRAGE</a:t>
            </a:r>
          </a:p>
          <a:p>
            <a:pPr>
              <a:spcAft>
                <a:spcPts val="1200"/>
              </a:spcAft>
            </a:pPr>
            <a:r>
              <a:rPr lang="en-US" dirty="0">
                <a:latin typeface="Helvetica" pitchFamily="2" charset="0"/>
              </a:rPr>
              <a:t>High-res oblique-coronal T2 (0.4 x 0.4 x 2mm, spanning the hippocampal long axis; DG/CA3, CA1, subiculum, EC, and perirhinal reference regions)</a:t>
            </a:r>
          </a:p>
          <a:p>
            <a:pPr>
              <a:spcAft>
                <a:spcPts val="1200"/>
              </a:spcAft>
            </a:pPr>
            <a:r>
              <a:rPr lang="en-US" dirty="0">
                <a:latin typeface="Helvetica" pitchFamily="2" charset="0"/>
              </a:rPr>
              <a:t>MR-compatible eye tracker (</a:t>
            </a:r>
            <a:r>
              <a:rPr lang="en-US" dirty="0" err="1">
                <a:latin typeface="Helvetica" pitchFamily="2" charset="0"/>
              </a:rPr>
              <a:t>Eyelink</a:t>
            </a:r>
            <a:r>
              <a:rPr lang="en-US" dirty="0">
                <a:latin typeface="Helvetica" pitchFamily="2" charset="0"/>
              </a:rPr>
              <a:t> 1000 Plus, 1000 </a:t>
            </a:r>
            <a:r>
              <a:rPr lang="en-US" dirty="0" err="1">
                <a:latin typeface="Helvetica" pitchFamily="2" charset="0"/>
              </a:rPr>
              <a:t>hz</a:t>
            </a:r>
            <a:r>
              <a:rPr lang="en-US" dirty="0">
                <a:latin typeface="Helvetica" pitchFamily="2" charset="0"/>
              </a:rPr>
              <a:t>)</a:t>
            </a:r>
          </a:p>
        </p:txBody>
      </p:sp>
    </p:spTree>
    <p:extLst>
      <p:ext uri="{BB962C8B-B14F-4D97-AF65-F5344CB8AC3E}">
        <p14:creationId xmlns:p14="http://schemas.microsoft.com/office/powerpoint/2010/main" val="363366674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3355</TotalTime>
  <Words>3176</Words>
  <Application>Microsoft Macintosh PowerPoint</Application>
  <PresentationFormat>Widescreen</PresentationFormat>
  <Paragraphs>277</Paragraphs>
  <Slides>35</Slides>
  <Notes>35</Notes>
  <HiddenSlides>19</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35</vt:i4>
      </vt:variant>
    </vt:vector>
  </HeadingPairs>
  <TitlesOfParts>
    <vt:vector size="44" baseType="lpstr">
      <vt:lpstr>Aptos</vt:lpstr>
      <vt:lpstr>Aptos Display</vt:lpstr>
      <vt:lpstr>Arial</vt:lpstr>
      <vt:lpstr>Helvetica</vt:lpstr>
      <vt:lpstr>Helvetica Light</vt:lpstr>
      <vt:lpstr>Helvetica Light</vt:lpstr>
      <vt:lpstr>Helvetica-Light</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Zihan Bai</dc:creator>
  <cp:lastModifiedBy>Zihan Bai</cp:lastModifiedBy>
  <cp:revision>76</cp:revision>
  <dcterms:created xsi:type="dcterms:W3CDTF">2026-07-15T04:11:16Z</dcterms:created>
  <dcterms:modified xsi:type="dcterms:W3CDTF">2026-10-08T16:48:09Z</dcterms:modified>
</cp:coreProperties>
</file>